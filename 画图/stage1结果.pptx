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15_E2E8D90D.xml" ContentType="application/vnd.ms-powerpoint.comments+xml"/>
  <Override PartName="/ppt/notesSlides/notesSlide2.xml" ContentType="application/vnd.openxmlformats-officedocument.presentationml.notesSlide+xml"/>
  <Override PartName="/ppt/comments/modernComment_116_888EC281.xml" ContentType="application/vnd.ms-powerpoint.comments+xml"/>
  <Override PartName="/ppt/notesSlides/notesSlide3.xml" ContentType="application/vnd.openxmlformats-officedocument.presentationml.notesSlide+xml"/>
  <Override PartName="/ppt/comments/modernComment_110_1BD9D021.xml" ContentType="application/vnd.ms-powerpoint.comments+xml"/>
  <Override PartName="/ppt/notesSlides/notesSlide4.xml" ContentType="application/vnd.openxmlformats-officedocument.presentationml.notesSlide+xml"/>
  <Override PartName="/ppt/comments/modernComment_111_84853549.xml" ContentType="application/vnd.ms-powerpoint.comments+xml"/>
  <Override PartName="/ppt/notesSlides/notesSlide5.xml" ContentType="application/vnd.openxmlformats-officedocument.presentationml.notesSlide+xml"/>
  <Override PartName="/ppt/comments/modernComment_112_7B2E89F3.xml" ContentType="application/vnd.ms-powerpoint.comments+xml"/>
  <Override PartName="/ppt/notesSlides/notesSlide6.xml" ContentType="application/vnd.openxmlformats-officedocument.presentationml.notesSlide+xml"/>
  <Override PartName="/ppt/comments/modernComment_113_885B2A48.xml" ContentType="application/vnd.ms-powerpoint.comments+xml"/>
  <Override PartName="/ppt/notesSlides/notesSlide7.xml" ContentType="application/vnd.openxmlformats-officedocument.presentationml.notesSlide+xml"/>
  <Override PartName="/ppt/comments/modernComment_103_5FC16D64.xml" ContentType="application/vnd.ms-powerpoint.comments+xml"/>
  <Override PartName="/ppt/notesSlides/notesSlide8.xml" ContentType="application/vnd.openxmlformats-officedocument.presentationml.notesSlide+xml"/>
  <Override PartName="/ppt/comments/modernComment_105_3533980A.xml" ContentType="application/vnd.ms-powerpoint.comments+xml"/>
  <Override PartName="/ppt/notesSlides/notesSlide9.xml" ContentType="application/vnd.openxmlformats-officedocument.presentationml.notesSlide+xml"/>
  <Override PartName="/ppt/comments/modernComment_106_29AA69E6.xml" ContentType="application/vnd.ms-powerpoint.comments+xml"/>
  <Override PartName="/ppt/notesSlides/notesSlide10.xml" ContentType="application/vnd.openxmlformats-officedocument.presentationml.notesSlide+xml"/>
  <Override PartName="/ppt/comments/modernComment_104_6FAB5FBA.xml" ContentType="application/vnd.ms-powerpoint.comments+xml"/>
  <Override PartName="/ppt/notesSlides/notesSlide11.xml" ContentType="application/vnd.openxmlformats-officedocument.presentationml.notesSlide+xml"/>
  <Override PartName="/ppt/comments/modernComment_10D_143D5EED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omments/modernComment_117_601C2287.xml" ContentType="application/vnd.ms-powerpoint.comments+xml"/>
  <Override PartName="/ppt/notesSlides/notesSlide20.xml" ContentType="application/vnd.openxmlformats-officedocument.presentationml.notesSlide+xml"/>
  <Override PartName="/ppt/comments/modernComment_118_FD483BD3.xml" ContentType="application/vnd.ms-powerpoint.comments+xml"/>
  <Override PartName="/ppt/notesSlides/notesSlide21.xml" ContentType="application/vnd.openxmlformats-officedocument.presentationml.notesSlide+xml"/>
  <Override PartName="/ppt/comments/modernComment_119_24E9D965.xml" ContentType="application/vnd.ms-powerpoint.comments+xml"/>
  <Override PartName="/ppt/notesSlides/notesSlide22.xml" ContentType="application/vnd.openxmlformats-officedocument.presentationml.notesSlide+xml"/>
  <Override PartName="/ppt/comments/modernComment_11A_487AF3F3.xml" ContentType="application/vnd.ms-powerpoint.comments+xml"/>
  <Override PartName="/ppt/notesSlides/notesSlide23.xml" ContentType="application/vnd.openxmlformats-officedocument.presentationml.notesSlide+xml"/>
  <Override PartName="/ppt/comments/modernComment_11B_1497C3EF.xml" ContentType="application/vnd.ms-powerpoint.comments+xml"/>
  <Override PartName="/ppt/notesSlides/notesSlide24.xml" ContentType="application/vnd.openxmlformats-officedocument.presentationml.notesSlide+xml"/>
  <Override PartName="/ppt/comments/modernComment_11C_4C35CE21.xml" ContentType="application/vnd.ms-powerpoint.comments+xml"/>
  <Override PartName="/ppt/notesSlides/notesSlide25.xml" ContentType="application/vnd.openxmlformats-officedocument.presentationml.notesSlide+xml"/>
  <Override PartName="/ppt/comments/modernComment_11D_24D69F6C.xml" ContentType="application/vnd.ms-powerpoint.comments+xml"/>
  <Override PartName="/ppt/notesSlides/notesSlide26.xml" ContentType="application/vnd.openxmlformats-officedocument.presentationml.notesSlide+xml"/>
  <Override PartName="/ppt/comments/modernComment_11E_BB180686.xml" ContentType="application/vnd.ms-powerpoint.comments+xml"/>
  <Override PartName="/ppt/notesSlides/notesSlide27.xml" ContentType="application/vnd.openxmlformats-officedocument.presentationml.notesSlide+xml"/>
  <Override PartName="/ppt/comments/modernComment_11F_99C1F4A8.xml" ContentType="application/vnd.ms-powerpoint.comments+xml"/>
  <Override PartName="/ppt/notesSlides/notesSlide28.xml" ContentType="application/vnd.openxmlformats-officedocument.presentationml.notesSlide+xml"/>
  <Override PartName="/ppt/comments/modernComment_120_1876B60E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Masters/theme/theme2.xml" ContentType="application/vnd.openxmlformats-officedocument.theme+xml"/>
  <Override PartName="/ppt/notesMasters/theme/theme3.xml" ContentType="application/vnd.openxmlformats-officedocument.theme+xml"/>
  <Override PartName="/ppt/presProps1.xml" ContentType="application/vnd.openxmlformats-officedocument.presentationml.presProps+xml"/>
  <Override PartName="/ppt/tableStyles1.xml" ContentType="application/vnd.openxmlformats-officedocument.presentationml.tableStyles+xml"/>
  <Override PartName="/ppt/comments/modernComment.xml" ContentType="application/vnd.ms-powerpoint.comments+xml"/>
  <Override PartName="/ppt/comments/modernComment2.xml" ContentType="application/vnd.ms-powerpoint.comments+xml"/>
  <Override PartName="/ppt/comments/modernComment3.xml" ContentType="application/vnd.ms-powerpoint.comments+xml"/>
  <Override PartName="/ppt/comments/modernComment4.xml" ContentType="application/vnd.ms-powerpoint.comment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9001" r:id="rId2"/>
  </p:sldMasterIdLst>
  <p:notesMasterIdLst>
    <p:notesMasterId r:id="rId31"/>
  </p:notesMasterIdLst>
  <p:sldIdLst>
    <p:sldId id="277" r:id="rId3"/>
    <p:sldId id="278" r:id="rId4"/>
    <p:sldId id="272" r:id="rId5"/>
    <p:sldId id="273" r:id="rId6"/>
    <p:sldId id="274" r:id="rId7"/>
    <p:sldId id="275" r:id="rId8"/>
    <p:sldId id="259" r:id="rId9"/>
    <p:sldId id="261" r:id="rId10"/>
    <p:sldId id="262" r:id="rId11"/>
    <p:sldId id="260" r:id="rId12"/>
    <p:sldId id="269" r:id="rId13"/>
    <p:sldId id="256" r:id="rId14"/>
    <p:sldId id="257" r:id="rId15"/>
    <p:sldId id="258" r:id="rId16"/>
    <p:sldId id="263" r:id="rId17"/>
    <p:sldId id="264" r:id="rId18"/>
    <p:sldId id="265" r:id="rId19"/>
    <p:sldId id="266" r:id="rId20"/>
    <p:sldId id="279" r:id="rId21"/>
    <p:sldId id="280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88" r:id="rId30"/>
  </p:sldIdLst>
  <p:sldSz cx="9525000" cy="8801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2DFC118-06F7-430F-883E-A87A3078A56A}" name="Figure Editor" initials="FE" userId="figure-editor" providerId="None"/>
  <p188:author id="{45523D57-6339-42F2-A99F-1EA36929E478}" name="Figure Editor" initials="FE" userId="figure-editor" providerId="None"/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presProps1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tableStyles1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8452" autoAdjust="0"/>
  </p:normalViewPr>
  <p:slideViewPr>
    <p:cSldViewPr snapToGrid="0">
      <p:cViewPr varScale="1">
        <p:scale>
          <a:sx n="70" d="100"/>
          <a:sy n="70" d="100"/>
        </p:scale>
        <p:origin x="6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microsoft.com/office/2018/10/relationships/authors" Target="author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comments/modernComment.xml><?xml version="1.0" encoding="utf-8"?>
<p188:cmLst xmlns:p188="http://schemas.microsoft.com/office/powerpoint/2018/8/main">
  <p188:cm id="{A71FB57D-5B08-4F77-B5F2-5F9AF5FD63A9}" authorId="{92DFC118-06F7-430F-883E-A87A3078A56A}" status="active" created="2026-10-25T17:51:17.279+08:00">
    <pc:sldMkLst xmlns:pc="http://schemas.microsoft.com/office/powerpoint/2013/main/command">
      <pc:docMk/>
      <pc:sldMk cId="619305317" sldId="281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@@stage1-overall-performance-NO_LEVEL</ns2:t>
        </ns2:r>
      </ns2:p>
    </p188:txBody>
  </p188:cm>
  <p188:cm id="{37BA3111-D672-4A3C-8AB9-B2EF77F6B161}" authorId="{92DFC118-06F7-430F-883E-A87A3078A56A}" status="active" created="2026-10-25T09:53:39.909Z">
    <pc:sldMkLst xmlns:pc="http://schemas.microsoft.com/office/powerpoint/2013/main/command">
      <pc:docMk/>
      <pc:sldMk cId="619305317" sldId="281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stage1-overall-performance-NO_LEVEL</ns3:t>
        </ns3:r>
      </ns3:p>
      <ns4:p xmlns:ns4="http://schemas.openxmlformats.org/drawingml/2006/main">
        <ns4:r>
          <ns4:t>source: 画图/画图代码/stage1/calculate/图表追溯.md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**条件：原无 level 结果保留页，已退出当前正文；科学输入与原数值保持。**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## stage1-overall-performance-NO_LEVEL｜整体配体区域检出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当前载体为`画图/stage1结果.pptx`第21页。正文第一图。a、b读取dice和oto03的冻结均值、区间与逐PDB值；c、d用同一PDB的Cryo/Emap oto03配对，保留原模板的分辨率着色（1–4 Å）、色条和等比例坐标。较高／相等／较低为112／40／27及40／36／18，容差1e-12。Dice不使用实例覆盖阈值；PRAUC使用双向覆盖0.3。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PNG及面板对齐清单；`build_deck.mjs`把同源SVG的每段文字、路径、线、柱、散点和色条转成原生可编辑对象，备注保存双语图注，独立批注为@@stage1-overall-performance-NO_LEVEL。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ns18:t>
        </ns18:r>
      </ns18:p>
      <ns19:p xmlns:ns19="http://schemas.openxmlformats.org/drawingml/2006/main">
        <ns19:r>
          <ns19:t/>
        </ns19:r>
      </ns19:p>
      <ns20:p xmlns:ns20="http://schemas.openxmlformats.org/drawingml/2006/main">
        <ns20:r>
          <ns20:t>共享 @@stage1-candidate-quality-NO_LEVEL、@@stage1-strict-threshold-NO_LEVEL、@@stage1-completion-curves-NO_LEVEL：`画图/画图代码/stage1/calculate/stage1-results-revision`。四图共享冻结统计读取、面板绘图、bootstrap和原生PPT装配；按稳定图名选择本图面板。</ns20:t>
        </ns20:r>
      </ns20:p>
      <ns21:p xmlns:ns21="http://schemas.openxmlformats.org/drawingml/2006/main">
        <ns21:r>
          <ns21:t/>
        </ns21:r>
      </ns21:p>
      <ns22:p xmlns:ns22="http://schemas.openxmlformats.org/drawingml/2006/main">
        <ns22:r>
          <ns22:t>共享 @@stage1-main-sixpanel-NO_LEVEL、@@ligandseek2-vs-ligandseek1：`画图/画图代码/stage1/calculate/stage1-main-sixpanel`。只共享svg_to_scene.convert显示几何运输；原有模型指标读取冻结输入，不重新评价。</ns22:t>
        </ns22:r>
      </ns22:p>
      <ns23:p xmlns:ns23="http://schemas.openxmlformats.org/drawingml/2006/main">
        <ns23:r>
          <ns23:t/>
        </ns23:r>
      </ns23:p>
      <ns24:p xmlns:ns24="http://schemas.openxmlformats.org/drawingml/2006/main">
        <ns24:r>
          <ns24:t>共享 @@find-only-instance-completion-NO_LEVEL、@@stage3-predicted-region-head-to-head-NO_LEVEL、@@supp-find-correct-match-build-NO_LEVEL、@@e2e-find-build-direct-comparison-NO_LEVEL：`画图/画图代码/e2e/calculate/find-build-shared`。完整曲线调用completion_plot.draw_panel；共同读取data.json，按Find范围筛选，不采用Build分母或计费协议。</ns24:t>
        </ns24:r>
      </ns24:p>
      <ns25:p xmlns:ns25="http://schemas.openxmlformats.org/drawingml/2006/main">
        <ns25:r>
          <ns25:t/>
        </ns25:r>
      </ns25:p>
      <ns26:p xmlns:ns26="http://schemas.openxmlformats.org/drawingml/2006/main">
        <ns26:r>
          <ns26:t>完整重建：从仓库根执行`python -X utf8 -B 转换工具/ops/rebuild_figures.py --figure stage1-overall-performance-NO_LEVEL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ns26:t>
        </ns26:r>
      </ns26:p>
    </p188:txBody>
  </p188:cm>
</p188:cmLst>
</file>

<file path=ppt/comments/modernComment2.xml><?xml version="1.0" encoding="utf-8"?>
<p188:cmLst xmlns:p188="http://schemas.microsoft.com/office/powerpoint/2018/8/main">
  <p188:cm id="{C57A6230-EFAC-4BC0-99B6-1683B7BF1A08}" authorId="{92DFC118-06F7-430F-883E-A87A3078A56A}" status="active" created="2026-10-25T17:51:17.392+08:00">
    <pc:sldMkLst xmlns:pc="http://schemas.microsoft.com/office/powerpoint/2013/main/command">
      <pc:docMk/>
      <pc:sldMk cId="1216017395" sldId="282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@@stage1-candidate-quality-NO_LEVEL</ns2:t>
        </ns2:r>
      </ns2:p>
    </p188:txBody>
  </p188:cm>
  <p188:cm id="{EFBFC2C1-D1E8-4FB6-9CF4-10212D818CBC}" authorId="{92DFC118-06F7-430F-883E-A87A3078A56A}" status="active" created="2026-10-25T09:53:39.909Z">
    <pc:sldMkLst xmlns:pc="http://schemas.microsoft.com/office/powerpoint/2013/main/command">
      <pc:docMk/>
      <pc:sldMk cId="1216017395" sldId="282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stage1-candidate-quality-NO_LEVEL</ns3:t>
        </ns3:r>
      </ns3:p>
      <ns4:p xmlns:ns4="http://schemas.openxmlformats.org/drawingml/2006/main">
        <ns4:r>
          <ns4:t>source: 画图/画图代码/stage1/calculate/图表追溯.md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**条件：原无 level 结果保留页，已退出当前正文；科学输入与原数值保持。**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## stage1-candidate-quality-NO_LEVEL｜候选质量与有限候选数量下的检出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当前载体为`画图/stage1结果.pptx`第22页。正文第二图。a、b读取冻结precision/recall及distribution；白点为中位数，粗线为四分位范围。c、d从完成度distributions[100/300]按pdb_id连接固定ids；12根柱的均值和95%区间由本入口计算。全配体100% GT/CA2/Emap为66.4008/55.5557/25.9111%，小分子为70.5259/59.8198/44.1805%；300%对应71.7164/63.2921/30.0944%及73.3007/68.5086/51.5544%。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PNG及面板对齐清单；`build_deck.mjs`把同源SVG的每段文字、路径、线、柱、散点和色条转成原生可编辑对象，备注保存双语图注，独立批注为@@stage1-candidate-quality-NO_LEVEL。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ns18:t>
        </ns18:r>
      </ns18:p>
      <ns19:p xmlns:ns19="http://schemas.openxmlformats.org/drawingml/2006/main">
        <ns19:r>
          <ns19:t/>
        </ns19:r>
      </ns19:p>
      <ns20:p xmlns:ns20="http://schemas.openxmlformats.org/drawingml/2006/main">
        <ns20:r>
          <ns20:t>共享 @@stage1-overall-performance-NO_LEVEL、@@stage1-strict-threshold-NO_LEVEL、@@stage1-completion-curves-NO_LEVEL：`画图/画图代码/stage1/calculate/stage1-results-revision`。四图共享冻结统计读取、面板绘图、bootstrap和原生PPT装配；按稳定图名选择本图面板。</ns20:t>
        </ns20:r>
      </ns20:p>
      <ns21:p xmlns:ns21="http://schemas.openxmlformats.org/drawingml/2006/main">
        <ns21:r>
          <ns21:t/>
        </ns21:r>
      </ns21:p>
      <ns22:p xmlns:ns22="http://schemas.openxmlformats.org/drawingml/2006/main">
        <ns22:r>
          <ns22:t>共享 @@stage1-main-sixpanel-NO_LEVEL、@@ligandseek2-vs-ligandseek1：`画图/画图代码/stage1/calculate/stage1-main-sixpanel`。只共享svg_to_scene.convert显示几何运输；原有模型指标读取冻结输入，不重新评价。</ns22:t>
        </ns22:r>
      </ns22:p>
      <ns23:p xmlns:ns23="http://schemas.openxmlformats.org/drawingml/2006/main">
        <ns23:r>
          <ns23:t/>
        </ns23:r>
      </ns23:p>
      <ns24:p xmlns:ns24="http://schemas.openxmlformats.org/drawingml/2006/main">
        <ns24:r>
          <ns24:t>共享 @@find-only-instance-completion-NO_LEVEL、@@stage3-predicted-region-head-to-head-NO_LEVEL、@@supp-find-correct-match-build-NO_LEVEL、@@e2e-find-build-direct-comparison-NO_LEVEL：`画图/画图代码/e2e/calculate/find-build-shared`。完整曲线调用completion_plot.draw_panel；共同读取data.json，按Find范围筛选，不采用Build分母或计费协议。</ns24:t>
        </ns24:r>
      </ns24:p>
      <ns25:p xmlns:ns25="http://schemas.openxmlformats.org/drawingml/2006/main">
        <ns25:r>
          <ns25:t/>
        </ns25:r>
      </ns25:p>
      <ns26:p xmlns:ns26="http://schemas.openxmlformats.org/drawingml/2006/main">
        <ns26:r>
          <ns26:t>完整重建：从仓库根执行`python -X utf8 -B 转换工具/ops/rebuild_figures.py --figure stage1-candidate-quality-NO_LEVEL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ns26:t>
        </ns26:r>
      </ns26:p>
    </p188:txBody>
  </p188:cm>
</p188:cmLst>
</file>

<file path=ppt/comments/modernComment3.xml><?xml version="1.0" encoding="utf-8"?>
<p188:cmLst xmlns:p188="http://schemas.microsoft.com/office/powerpoint/2018/8/main">
  <p188:cm id="{0C1434C5-3F7D-4AD2-9495-AAEBC721702A}" authorId="{92DFC118-06F7-430F-883E-A87A3078A56A}" status="active" created="2026-10-25T17:51:17.438+08:00">
    <pc:sldMkLst xmlns:pc="http://schemas.microsoft.com/office/powerpoint/2013/main/command">
      <pc:docMk/>
      <pc:sldMk cId="345490415" sldId="283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@@stage1-strict-threshold-NO_LEVEL</ns2:t>
        </ns2:r>
      </ns2:p>
    </p188:txBody>
  </p188:cm>
  <p188:cm id="{69F15E70-BFD3-439E-800C-C448CA416893}" authorId="{92DFC118-06F7-430F-883E-A87A3078A56A}" status="active" created="2026-10-25T09:53:39.909Z">
    <pc:sldMkLst xmlns:pc="http://schemas.microsoft.com/office/powerpoint/2013/main/command">
      <pc:docMk/>
      <pc:sldMk cId="345490415" sldId="283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stage1-strict-threshold-NO_LEVEL</ns3:t>
        </ns3:r>
      </ns3:p>
      <ns4:p xmlns:ns4="http://schemas.openxmlformats.org/drawingml/2006/main">
        <ns4:r>
          <ns4:t>source: 画图/画图代码/stage1/calculate/图表追溯.md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**条件：原无 level 结果保留页，已退出当前正文；科学输入与原数值保持。**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## stage1-strict-threshold-NO_LEVEL｜严格覆盖阈值下的检出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当前载体为`画图/stage1结果.pptx`第23页。补充第一图。a、b只读取oto05的冻结均值、95%区间和逐PDB值，比较双向覆盖0.5下的实例级PRAUC。GT/CA2/Emap全配体均值0.557571/0.447013/0.126172，小分子0.604858/0.499294/0.293214。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PNG及面板对齐清单；`build_deck.mjs`把同源SVG的每段文字、路径、线、柱、散点和色条转成原生可编辑对象，备注保存双语图注，独立批注为@@stage1-strict-threshold-NO_LEVEL。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ns18:t>
        </ns18:r>
      </ns18:p>
      <ns19:p xmlns:ns19="http://schemas.openxmlformats.org/drawingml/2006/main">
        <ns19:r>
          <ns19:t/>
        </ns19:r>
      </ns19:p>
      <ns20:p xmlns:ns20="http://schemas.openxmlformats.org/drawingml/2006/main">
        <ns20:r>
          <ns20:t>共享 @@stage1-overall-performance-NO_LEVEL、@@stage1-candidate-quality-NO_LEVEL、@@stage1-completion-curves-NO_LEVEL：`画图/画图代码/stage1/calculate/stage1-results-revision`。四图共享冻结统计读取、面板绘图、bootstrap和原生PPT装配；按稳定图名选择本图面板。</ns20:t>
        </ns20:r>
      </ns20:p>
      <ns21:p xmlns:ns21="http://schemas.openxmlformats.org/drawingml/2006/main">
        <ns21:r>
          <ns21:t/>
        </ns21:r>
      </ns21:p>
      <ns22:p xmlns:ns22="http://schemas.openxmlformats.org/drawingml/2006/main">
        <ns22:r>
          <ns22:t>共享 @@stage1-main-sixpanel-NO_LEVEL、@@ligandseek2-vs-ligandseek1：`画图/画图代码/stage1/calculate/stage1-main-sixpanel`。只共享svg_to_scene.convert显示几何运输；原有模型指标读取冻结输入，不重新评价。</ns22:t>
        </ns22:r>
      </ns22:p>
      <ns23:p xmlns:ns23="http://schemas.openxmlformats.org/drawingml/2006/main">
        <ns23:r>
          <ns23:t/>
        </ns23:r>
      </ns23:p>
      <ns24:p xmlns:ns24="http://schemas.openxmlformats.org/drawingml/2006/main">
        <ns24:r>
          <ns24:t>共享 @@find-only-instance-completion-NO_LEVEL、@@stage3-predicted-region-head-to-head-NO_LEVEL、@@supp-find-correct-match-build-NO_LEVEL、@@e2e-find-build-direct-comparison-NO_LEVEL：`画图/画图代码/e2e/calculate/find-build-shared`。完整曲线调用completion_plot.draw_panel；共同读取data.json，按Find范围筛选，不采用Build分母或计费协议。</ns24:t>
        </ns24:r>
      </ns24:p>
      <ns25:p xmlns:ns25="http://schemas.openxmlformats.org/drawingml/2006/main">
        <ns25:r>
          <ns25:t/>
        </ns25:r>
      </ns25:p>
      <ns26:p xmlns:ns26="http://schemas.openxmlformats.org/drawingml/2006/main">
        <ns26:r>
          <ns26:t>完整重建：从仓库根执行`python -X utf8 -B 转换工具/ops/rebuild_figures.py --figure stage1-strict-threshold-NO_LEVEL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ns26:t>
        </ns26:r>
      </ns26:p>
    </p188:txBody>
  </p188:cm>
</p188:cmLst>
</file>

<file path=ppt/comments/modernComment4.xml><?xml version="1.0" encoding="utf-8"?>
<p188:cmLst xmlns:p188="http://schemas.microsoft.com/office/powerpoint/2018/8/main">
  <p188:cm id="{C818C847-1B3F-42F2-8057-AB84D22459BB}" authorId="{92DFC118-06F7-430F-883E-A87A3078A56A}" status="active" created="2026-10-25T17:51:17.744+08:00">
    <pc:sldMkLst xmlns:pc="http://schemas.microsoft.com/office/powerpoint/2013/main/command">
      <pc:docMk/>
      <pc:sldMk cId="1278594593" sldId="284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@@stage1-completion-curves-NO_LEVEL</ns2:t>
        </ns2:r>
      </ns2:p>
    </p188:txBody>
  </p188:cm>
  <p188:cm id="{7365DD7B-3941-41EE-A29B-B32E4B28A49D}" authorId="{92DFC118-06F7-430F-883E-A87A3078A56A}" status="active" created="2026-10-25T09:53:39.909Z">
    <pc:sldMkLst xmlns:pc="http://schemas.microsoft.com/office/powerpoint/2013/main/command">
      <pc:docMk/>
      <pc:sldMk cId="1278594593" sldId="284"/>
    </pc:sldMkLst>
    <p188:pos x="0" y="0"/>
    <p188:txBody>
      <ns0:bodyPr xmlns:ns0="http://schemas.openxmlformats.org/drawingml/2006/main"/>
      <ns1:lstStyle xmlns:ns1="http://schemas.openxmlformats.org/drawingml/2006/main"/>
      <ns2:p xmlns:ns2="http://schemas.openxmlformats.org/drawingml/2006/main">
        <ns2:r>
          <ns2:t>PROVENANCE v1</ns2:t>
        </ns2:r>
      </ns2:p>
      <ns3:p xmlns:ns3="http://schemas.openxmlformats.org/drawingml/2006/main">
        <ns3:r>
          <ns3:t>id: stage1-completion-curves-NO_LEVEL</ns3:t>
        </ns3:r>
      </ns3:p>
      <ns4:p xmlns:ns4="http://schemas.openxmlformats.org/drawingml/2006/main">
        <ns4:r>
          <ns4:t>source: 画图/画图代码/stage1/calculate/图表追溯.md</ns4:t>
        </ns4:r>
      </ns4:p>
      <ns5:p xmlns:ns5="http://schemas.openxmlformats.org/drawingml/2006/main">
        <ns5:r>
          <ns5:t/>
        </ns5:r>
      </ns5:p>
      <ns6:p xmlns:ns6="http://schemas.openxmlformats.org/drawingml/2006/main">
        <ns6:r>
          <ns6:t>**条件：原无 level 结果保留页，已退出当前正文；科学输入与原数值保持。**</ns6:t>
        </ns6:r>
      </ns6:p>
      <ns7:p xmlns:ns7="http://schemas.openxmlformats.org/drawingml/2006/main">
        <ns7:r>
          <ns7:t/>
        </ns7:r>
      </ns7:p>
      <ns8:p xmlns:ns8="http://schemas.openxmlformats.org/drawingml/2006/main">
        <ns8:r>
          <ns8:t>## stage1-completion-curves-NO_LEVEL｜完整候选排序检出曲线</ns8:t>
        </ns8:r>
      </ns8:p>
      <ns9:p xmlns:ns9="http://schemas.openxmlformats.org/drawingml/2006/main">
        <ns9:r>
          <ns9:t/>
        </ns9:r>
      </ns9:p>
      <ns10:p xmlns:ns10="http://schemas.openxmlformats.org/drawingml/2006/main">
        <ns10:r>
          <ns10:t>当前载体为`画图/stage1结果.pptx`第24页。补充第二图。六面板上排find_full，下排find_stage1_small；列依次GT、CA2、Emap2lig，直接读取curve和distributions并调用completion_plot.draw_panel。绿线和圆点为PDB等权均值，蓝线和菱形为中位数；灰点与小提琴为50/100/200/300%分布。旧@@find-only-instance-completion-NO_LEVEL第20页保留，本图用新图名呈现相同完成度口径。</ns10:t>
        </ns10:r>
      </ns10:p>
      <ns11:p xmlns:ns11="http://schemas.openxmlformats.org/drawingml/2006/main">
        <ns11:r>
          <ns11:t/>
        </ns11:r>
      </ns11:p>
      <ns12:p xmlns:ns12="http://schemas.openxmlformats.org/drawingml/2006/main">
        <ns12:r>
          <ns12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PNG及面板对齐清单；`build_deck.mjs`把同源SVG的每段文字、路径、线、柱、散点和色条转成原生可编辑对象，备注保存双语图注，独立批注为@@stage1-completion-curves-NO_LEVEL。</ns12:t>
        </ns12:r>
      </ns12:p>
      <ns13:p xmlns:ns13="http://schemas.openxmlformats.org/drawingml/2006/main">
        <ns13:r>
          <ns13:t/>
        </ns13:r>
      </ns13:p>
      <ns14:p xmlns:ns14="http://schemas.openxmlformats.org/drawingml/2006/main">
        <ns14:r>
          <ns14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ns14:t>
        </ns14:r>
      </ns14:p>
      <ns15:p xmlns:ns15="http://schemas.openxmlformats.org/drawingml/2006/main">
        <ns15:r>
          <ns15:t/>
        </ns15:r>
      </ns15:p>
      <ns16:p xmlns:ns16="http://schemas.openxmlformats.org/drawingml/2006/main">
        <ns16:r>
          <ns16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ns16:t>
        </ns16:r>
      </ns16:p>
      <ns17:p xmlns:ns17="http://schemas.openxmlformats.org/drawingml/2006/main">
        <ns17:r>
          <ns17:t/>
        </ns17:r>
      </ns17:p>
      <ns18:p xmlns:ns18="http://schemas.openxmlformats.org/drawingml/2006/main">
        <ns18:r>
          <ns18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ns18:t>
        </ns18:r>
      </ns18:p>
      <ns19:p xmlns:ns19="http://schemas.openxmlformats.org/drawingml/2006/main">
        <ns19:r>
          <ns19:t/>
        </ns19:r>
      </ns19:p>
      <ns20:p xmlns:ns20="http://schemas.openxmlformats.org/drawingml/2006/main">
        <ns20:r>
          <ns20:t>共享 @@stage1-overall-performance-NO_LEVEL、@@stage1-candidate-quality-NO_LEVEL、@@stage1-strict-threshold-NO_LEVEL：`画图/画图代码/stage1/calculate/stage1-results-revision`。四图共享冻结统计读取、面板绘图、bootstrap和原生PPT装配；按稳定图名选择本图面板。</ns20:t>
        </ns20:r>
      </ns20:p>
      <ns21:p xmlns:ns21="http://schemas.openxmlformats.org/drawingml/2006/main">
        <ns21:r>
          <ns21:t/>
        </ns21:r>
      </ns21:p>
      <ns22:p xmlns:ns22="http://schemas.openxmlformats.org/drawingml/2006/main">
        <ns22:r>
          <ns22:t>共享 @@stage1-main-sixpanel-NO_LEVEL、@@ligandseek2-vs-ligandseek1：`画图/画图代码/stage1/calculate/stage1-main-sixpanel`。只共享svg_to_scene.convert显示几何运输；原有模型指标读取冻结输入，不重新评价。</ns22:t>
        </ns22:r>
      </ns22:p>
      <ns23:p xmlns:ns23="http://schemas.openxmlformats.org/drawingml/2006/main">
        <ns23:r>
          <ns23:t/>
        </ns23:r>
      </ns23:p>
      <ns24:p xmlns:ns24="http://schemas.openxmlformats.org/drawingml/2006/main">
        <ns24:r>
          <ns24:t>共享 @@find-only-instance-completion-NO_LEVEL、@@stage3-predicted-region-head-to-head-NO_LEVEL、@@supp-find-correct-match-build-NO_LEVEL、@@e2e-find-build-direct-comparison-NO_LEVEL：`画图/画图代码/e2e/calculate/find-build-shared`。完整曲线调用completion_plot.draw_panel；共同读取data.json，按Find范围筛选，不采用Build分母或计费协议。</ns24:t>
        </ns24:r>
      </ns24:p>
      <ns25:p xmlns:ns25="http://schemas.openxmlformats.org/drawingml/2006/main">
        <ns25:r>
          <ns25:t/>
        </ns25:r>
      </ns25:p>
      <ns26:p xmlns:ns26="http://schemas.openxmlformats.org/drawingml/2006/main">
        <ns26:r>
          <ns26:t>完整重建：从仓库根执行`python -X utf8 -B 转换工具/ops/rebuild_figures.py --figure stage1-completion-curves-NO_LEVEL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ns26:t>
        </ns26:r>
      </ns26:p>
    </p188:txBody>
  </p188:cm>
</p188:cmLst>
</file>

<file path=ppt/comments/modernComment_10D_143D5EE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A30F4CC-54C9-46B7-BBDE-859229F52E8C}" authorId="{D3F71A66-0C34-DF1A-5236-FECDBC820DCB}" created="2026-09-29T10:02:48.047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t>@@stage1-cases-NO_LEVEL</a:t>
        </a:r>
      </a:p>
    </p188:txBody>
  </p188:cm>
  <p188:cm id="{54B1C2F2-11DD-4E1B-8553-1BA025FD8633}" authorId="{D3F71A66-0C34-DF1A-5236-FECDBC820DCB}" created="2026-09-29T10:02:48.186">
    <pc:sldMkLst xmlns:pc="http://schemas.microsoft.com/office/powerpoint/2013/main/command">
      <pc:docMk/>
      <pc:sldMk cId="339566317" sldId="269"/>
    </pc:sldMkLst>
    <p188:pos x="0" y="0"/>
    <p188:txBody>
      <a:bodyPr/>
      <a:lstStyle/>
      <a:p>
        <a:r>
          <a:rPr lang="zh-CN" altLang="en-US"/>
          <a:t>Two deliberately selected test_0 examples, not a representative estimate of overall performance. 9z3d / SAH auth A:801 (occurrence 0); 9hjx / NAP auth B:500 (occurrence 0). Find_1 Gaussian results from f2_centered_gaussian_macro_selected; Emap2lig official Find-Li. All panels use real downloaded frozen outputs. The target is the formally selected blob with the largest intersection with occurrence 0. GT reference is not a model input. Other selected candidates remain embedded in the .cxs sessions, with separate all-selected views. Source paths and hashes: source_manifest.json in 画图/画图代码/stage1/case_study_20260922. Full workflow: README.md in that directory. Exact image camera states: 9z3d/camera.json and 9hjx/camera.json beside this deck. UCSF ChimeraX 1.10.1 installation, density contour_canonical, unmodified canonical grid, prediction binary isosurface 0.5. Labels and layout are editable in PowerPoint; molecular geometry and density are editable in the self-contained ChimeraX .cxs files.</a:t>
        </a:r>
      </a:p>
    </p188:txBody>
  </p188:cm>
</p188:cmLst>
</file>

<file path=ppt/comments/modernComment_11A_487AF3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FBFC2C1-D1E8-4FB6-9CF4-10212D818CBC}" authorId="{92DFC118-06F7-430F-883E-A87A3078A56A}" created="2026-10-25T09:53:39.909Z">
    <pc:sldMkLst xmlns:pc="http://schemas.microsoft.com/office/powerpoint/2013/main/command">
      <pc:docMk/>
      <pc:sldMk cId="1216017395" sldId="282"/>
    </pc:sldMkLst>
    <p188:pos x="0" y="0"/>
    <p188:txBody>
      <a:bodyPr/>
      <a:lstStyle/>
      <a:p>
        <a:r>
          <a:t>PROVENANCE v1</a:t>
        </a:r>
      </a:p>
      <a:p>
        <a:r>
          <a:t>id: stage1-candidate-quality-NO_LEVEL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stage1-candidate-quality｜候选质量与有限候选数量下的检出</a:t>
        </a:r>
      </a:p>
      <a:p>
        <a:r>
          <a:t/>
        </a:r>
      </a:p>
      <a:p>
        <a:r>
          <a:t>当前载体为`画图/stage1结果.pptx`第22页。正文第二图。a、b读取冻结precision/recall及distribution；白点为中位数，粗线为四分位范围。c、d从完成度distributions[100/300]按pdb_id连接固定ids；12根柱的均值和95%区间由本入口计算。全配体100% GT/CA2/Emap为66.4008/55.5557/25.9111%，小分子为70.5259/59.8198/44.1805%；300%对应71.7164/63.2921/30.0944%及73.3007/68.5086/51.5544%。</a:t>
        </a:r>
      </a:p>
      <a:p>
        <a:r>
          <a:t/>
        </a:r>
      </a:p>
      <a:p>
        <a:r>
          <a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PNG及面板对齐清单；`build_deck.mjs`把同源SVG的每段文字、路径、线、柱、散点和色条转成原生可编辑对象，备注保存双语图注，独立批注为@@stage1-candidate-quality。</a:t>
        </a:r>
      </a:p>
      <a:p>
        <a:r>
          <a:t/>
        </a:r>
      </a:p>
      <a:p>
        <a:r>
          <a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a:t>
        </a:r>
      </a:p>
      <a:p>
        <a:r>
          <a:t/>
        </a:r>
      </a:p>
      <a:p>
        <a:r>
          <a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a:t>
        </a:r>
      </a:p>
      <a:p>
        <a:r>
          <a:t/>
        </a:r>
      </a:p>
      <a:p>
        <a:r>
          <a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a:t>
        </a:r>
      </a:p>
      <a:p>
        <a:r>
          <a:t/>
        </a:r>
      </a:p>
      <a:p>
        <a:r>
          <a:t>共享 @@stage1-overall-performance、@@stage1-strict-threshold、@@stage1-completion-curves：`画图/画图代码/stage1/calculate/stage1-results-revision`。四图共享冻结统计读取、面板绘图、bootstrap和原生PPT装配；按稳定图名选择本图面板。</a:t>
        </a:r>
      </a:p>
      <a:p>
        <a:r>
          <a:t/>
        </a:r>
      </a:p>
      <a:p>
        <a:r>
          <a:t>共享 @@stage1-main-sixpanel、@@ligandseek2-vs-ligandseek1：`画图/画图代码/stage1/calculate/stage1-main-sixpanel`。只共享svg_to_scene.convert显示几何运输；原有模型指标读取冻结输入，不重新评价。</a:t>
        </a:r>
      </a:p>
      <a:p>
        <a:r>
          <a:t/>
        </a:r>
      </a:p>
      <a:p>
        <a:r>
          <a:t>共享 @@find-only-instance-completion、@@stage3-predicted-region-head-to-head、@@supp-find-correct-match-build、@@e2e-find-build-direct-comparison：`画图/画图代码/e2e/calculate/find-build-shared`。完整曲线调用completion_plot.draw_panel；共同读取data.json，按Find范围筛选，不采用Build分母或计费协议。</a:t>
        </a:r>
      </a:p>
      <a:p>
        <a:r>
          <a:t/>
        </a:r>
      </a:p>
      <a:p>
        <a:r>
          <a:t>完整重建：从仓库根执行`python -X utf8 -B 转换工具/ops/rebuild_figures.py --figure stage1-candidate-quality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a:t>
        </a:r>
      </a:p>
    </p188:txBody>
  </p188:cm>
  <p188:cm id="{C57A6230-EFAC-4BC0-99B6-1683B7BF1A08}" authorId="{92DFC118-06F7-430F-883E-A87A3078A56A}" created="2026-10-25T17:51:17.392+08:00">
    <pc:sldMkLst xmlns:pc="http://schemas.microsoft.com/office/powerpoint/2013/main/command">
      <pc:docMk/>
      <pc:sldMk cId="1216017395" sldId="282"/>
    </pc:sldMkLst>
    <p188:pos x="0" y="0"/>
    <p188:txBody>
      <a:bodyPr/>
      <a:lstStyle/>
      <a:p>
        <a:r>
          <a:t>@@stage1-candidate-quality-NO_LEVEL</a:t>
        </a:r>
      </a:p>
    </p188:txBody>
  </p188:cm>
</p188:cmLst>
</file>

<file path=ppt/comments/modernComment_11B_1497C3E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9F15E70-BFD3-439E-800C-C448CA416893}" authorId="{92DFC118-06F7-430F-883E-A87A3078A56A}" created="2026-10-25T09:53:39.909Z">
    <pc:sldMkLst xmlns:pc="http://schemas.microsoft.com/office/powerpoint/2013/main/command">
      <pc:docMk/>
      <pc:sldMk cId="345490415" sldId="283"/>
    </pc:sldMkLst>
    <p188:pos x="0" y="0"/>
    <p188:txBody>
      <a:bodyPr/>
      <a:lstStyle/>
      <a:p>
        <a:r>
          <a:t>PROVENANCE v1</a:t>
        </a:r>
      </a:p>
      <a:p>
        <a:r>
          <a:t>id: stage1-strict-threshold-NO_LEVEL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stage1-strict-threshold｜严格覆盖阈值下的检出</a:t>
        </a:r>
      </a:p>
      <a:p>
        <a:r>
          <a:t/>
        </a:r>
      </a:p>
      <a:p>
        <a:r>
          <a:t>当前载体为`画图/stage1结果.pptx`第23页。补充第一图。a、b只读取oto05的冻结均值、95%区间和逐PDB值，比较双向覆盖0.5下的实例级PRAUC。GT/CA2/Emap全配体均值0.557571/0.447013/0.126172，小分子0.604858/0.499294/0.293214。</a:t>
        </a:r>
      </a:p>
      <a:p>
        <a:r>
          <a:t/>
        </a:r>
      </a:p>
      <a:p>
        <a:r>
          <a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PNG及面板对齐清单；`build_deck.mjs`把同源SVG的每段文字、路径、线、柱、散点和色条转成原生可编辑对象，备注保存双语图注，独立批注为@@stage1-strict-threshold。</a:t>
        </a:r>
      </a:p>
      <a:p>
        <a:r>
          <a:t/>
        </a:r>
      </a:p>
      <a:p>
        <a:r>
          <a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a:t>
        </a:r>
      </a:p>
      <a:p>
        <a:r>
          <a:t/>
        </a:r>
      </a:p>
      <a:p>
        <a:r>
          <a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a:t>
        </a:r>
      </a:p>
      <a:p>
        <a:r>
          <a:t/>
        </a:r>
      </a:p>
      <a:p>
        <a:r>
          <a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a:t>
        </a:r>
      </a:p>
      <a:p>
        <a:r>
          <a:t/>
        </a:r>
      </a:p>
      <a:p>
        <a:r>
          <a:t>共享 @@stage1-overall-performance、@@stage1-candidate-quality、@@stage1-completion-curves：`画图/画图代码/stage1/calculate/stage1-results-revision`。四图共享冻结统计读取、面板绘图、bootstrap和原生PPT装配；按稳定图名选择本图面板。</a:t>
        </a:r>
      </a:p>
      <a:p>
        <a:r>
          <a:t/>
        </a:r>
      </a:p>
      <a:p>
        <a:r>
          <a:t>共享 @@stage1-main-sixpanel、@@ligandseek2-vs-ligandseek1：`画图/画图代码/stage1/calculate/stage1-main-sixpanel`。只共享svg_to_scene.convert显示几何运输；原有模型指标读取冻结输入，不重新评价。</a:t>
        </a:r>
      </a:p>
      <a:p>
        <a:r>
          <a:t/>
        </a:r>
      </a:p>
      <a:p>
        <a:r>
          <a:t>共享 @@find-only-instance-completion、@@stage3-predicted-region-head-to-head、@@supp-find-correct-match-build、@@e2e-find-build-direct-comparison：`画图/画图代码/e2e/calculate/find-build-shared`。完整曲线调用completion_plot.draw_panel；共同读取data.json，按Find范围筛选，不采用Build分母或计费协议。</a:t>
        </a:r>
      </a:p>
      <a:p>
        <a:r>
          <a:t/>
        </a:r>
      </a:p>
      <a:p>
        <a:r>
          <a:t>完整重建：从仓库根执行`python -X utf8 -B 转换工具/ops/rebuild_figures.py --figure stage1-strict-threshold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a:t>
        </a:r>
      </a:p>
    </p188:txBody>
  </p188:cm>
  <p188:cm id="{0C1434C5-3F7D-4AD2-9495-AAEBC721702A}" authorId="{92DFC118-06F7-430F-883E-A87A3078A56A}" created="2026-10-25T17:51:17.438+08:00">
    <pc:sldMkLst xmlns:pc="http://schemas.microsoft.com/office/powerpoint/2013/main/command">
      <pc:docMk/>
      <pc:sldMk cId="345490415" sldId="283"/>
    </pc:sldMkLst>
    <p188:pos x="0" y="0"/>
    <p188:txBody>
      <a:bodyPr/>
      <a:lstStyle/>
      <a:p>
        <a:r>
          <a:t>@@stage1-strict-threshold-NO_LEVEL</a:t>
        </a:r>
      </a:p>
    </p188:txBody>
  </p188:cm>
</p188:cmLst>
</file>

<file path=ppt/comments/modernComment_11C_4C35CE2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365DD7B-3941-41EE-A29B-B32E4B28A49D}" authorId="{92DFC118-06F7-430F-883E-A87A3078A56A}" created="2026-10-25T09:53:39.909Z">
    <pc:sldMkLst xmlns:pc="http://schemas.microsoft.com/office/powerpoint/2013/main/command">
      <pc:docMk/>
      <pc:sldMk cId="1278594593" sldId="284"/>
    </pc:sldMkLst>
    <p188:pos x="0" y="0"/>
    <p188:txBody>
      <a:bodyPr/>
      <a:lstStyle/>
      <a:p>
        <a:r>
          <a:t>PROVENANCE v1</a:t>
        </a:r>
      </a:p>
      <a:p>
        <a:r>
          <a:t>id: stage1-completion-curves-NO_LEVEL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stage1-completion-curves｜完整候选排序检出曲线</a:t>
        </a:r>
      </a:p>
      <a:p>
        <a:r>
          <a:t/>
        </a:r>
      </a:p>
      <a:p>
        <a:r>
          <a:t>当前载体为`画图/stage1结果.pptx`第24页。补充第二图。六面板上排find_full，下排find_stage1_small；列依次GT、CA2、Emap2lig，直接读取curve和distributions并调用completion_plot.draw_panel。绿线和圆点为PDB等权均值，蓝线和菱形为中位数；灰点与小提琴为50/100/200/300%分布。旧@@find-only-instance-completion第20页保留，本图用新图名呈现相同完成度口径。</a:t>
        </a:r>
      </a:p>
      <a:p>
        <a:r>
          <a:t/>
        </a:r>
      </a:p>
      <a:p>
        <a:r>
          <a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PNG及面板对齐清单；`build_deck.mjs`把同源SVG的每段文字、路径、线、柱、散点和色条转成原生可编辑对象，备注保存双语图注，独立批注为@@stage1-completion-curves。</a:t>
        </a:r>
      </a:p>
      <a:p>
        <a:r>
          <a:t/>
        </a:r>
      </a:p>
      <a:p>
        <a:r>
          <a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a:t>
        </a:r>
      </a:p>
      <a:p>
        <a:r>
          <a:t/>
        </a:r>
      </a:p>
      <a:p>
        <a:r>
          <a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a:t>
        </a:r>
      </a:p>
      <a:p>
        <a:r>
          <a:t/>
        </a:r>
      </a:p>
      <a:p>
        <a:r>
          <a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a:t>
        </a:r>
      </a:p>
      <a:p>
        <a:r>
          <a:t/>
        </a:r>
      </a:p>
      <a:p>
        <a:r>
          <a:t>共享 @@stage1-overall-performance、@@stage1-candidate-quality、@@stage1-strict-threshold：`画图/画图代码/stage1/calculate/stage1-results-revision`。四图共享冻结统计读取、面板绘图、bootstrap和原生PPT装配；按稳定图名选择本图面板。</a:t>
        </a:r>
      </a:p>
      <a:p>
        <a:r>
          <a:t/>
        </a:r>
      </a:p>
      <a:p>
        <a:r>
          <a:t>共享 @@stage1-main-sixpanel、@@ligandseek2-vs-ligandseek1：`画图/画图代码/stage1/calculate/stage1-main-sixpanel`。只共享svg_to_scene.convert显示几何运输；原有模型指标读取冻结输入，不重新评价。</a:t>
        </a:r>
      </a:p>
      <a:p>
        <a:r>
          <a:t/>
        </a:r>
      </a:p>
      <a:p>
        <a:r>
          <a:t>共享 @@find-only-instance-completion、@@stage3-predicted-region-head-to-head、@@supp-find-correct-match-build、@@e2e-find-build-direct-comparison：`画图/画图代码/e2e/calculate/find-build-shared`。完整曲线调用completion_plot.draw_panel；共同读取data.json，按Find范围筛选，不采用Build分母或计费协议。</a:t>
        </a:r>
      </a:p>
      <a:p>
        <a:r>
          <a:t/>
        </a:r>
      </a:p>
      <a:p>
        <a:r>
          <a:t>完整重建：从仓库根执行`python -X utf8 -B 转换工具/ops/rebuild_figures.py --figure stage1-completion-curves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a:t>
        </a:r>
      </a:p>
    </p188:txBody>
  </p188:cm>
  <p188:cm id="{C818C847-1B3F-42F2-8057-AB84D22459BB}" authorId="{92DFC118-06F7-430F-883E-A87A3078A56A}" created="2026-10-25T17:51:17.744+08:00">
    <pc:sldMkLst xmlns:pc="http://schemas.microsoft.com/office/powerpoint/2013/main/command">
      <pc:docMk/>
      <pc:sldMk cId="1278594593" sldId="284"/>
    </pc:sldMkLst>
    <p188:pos x="0" y="0"/>
    <p188:txBody>
      <a:bodyPr/>
      <a:lstStyle/>
      <a:p>
        <a:r>
          <a:t>@@stage1-completion-curves-NO_LEVEL</a:t>
        </a:r>
      </a:p>
    </p188:txBody>
  </p188:cm>
</p188:cmLst>
</file>

<file path=ppt/comments/modernComment_11D_24D69F6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3BD226F-1B26-45BF-93F8-E062E6CF5DAF}" authorId="{45523D57-6339-42F2-A99F-1EA36929E478}" created="2026-10-27T18:04:45.058+08:00">
    <pc:sldMkLst xmlns:pc="http://schemas.microsoft.com/office/powerpoint/2013/main/command">
      <pc:docMk/>
      <pc:sldMk cId="2126529261" sldId="256"/>
    </pc:sldMkLst>
    <p188:pos x="0" y="0"/>
    <p188:txBody>
      <a:bodyPr/>
      <a:lstStyle/>
      <a:p>
        <a:r>
          <a:t>@@stage1-overall-performance</a:t>
        </a:r>
      </a:p>
    </p188:txBody>
  </p188:cm>
  <p188:cm id="{6B7B91DF-ADE1-40EA-A915-1C544C410703}" authorId="{45523D57-6339-42F2-A99F-1EA36929E478}" created="2026-10-27T10:38:19.489Z">
    <pc:sldMkLst xmlns:pc="http://schemas.microsoft.com/office/powerpoint/2013/main/command">
      <pc:docMk/>
      <pc:sldMk cId="2126529261" sldId="256"/>
    </pc:sldMkLst>
    <p188:pos x="0" y="0"/>
    <p188:txBody>
      <a:bodyPr/>
      <a:lstStyle/>
      <a:p>
        <a:r>
          <a:t>PROVENANCE v1</a:t>
        </a:r>
      </a:p>
      <a:p>
        <a:r>
          <a:t>id: stage1-overall-performance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stage1-overall-performance｜显式推荐 level 条件</a:t>
        </a:r>
      </a:p>
      <a:p>
        <a:r>
          <a:t/>
        </a:r>
      </a:p>
      <a:p>
        <a:r>
          <a:t>本图与`@@stage1-candidate-quality`、`@@stage1-strict-threshold`、`@@stage1-completion-curves`、`@@stage1-main-sixpanel-NO_LEVEL`、`@@ligandseek2-vs-ligandseek1`、`@@find-only-instance-completion-NO_LEVEL`、`@@stage3-predicted-region-head-to-head`、`@@supp-find-correct-match-build`、`@@e2e-find-build-direct-comparison`沿用元信息所列共享目录和用途；本图具体面板选择见下文。</a:t>
        </a:r>
      </a:p>
      <a:p>
        <a:r>
          <a:t/>
        </a:r>
      </a:p>
      <a:p>
        <a:r>
          <a:t>两行三列主图：a/b/c 全配体179 PDB／2502实例，d/e/f 全部小分子94／821。a,d为语义Dice及实例PRAUC₀.₃，b,e为CA2相对Emap的逐PDB语义Dice，c,f为实例P/R。新Emap全配体Dice/PRAUC/P/R为0.24680538／0.26900337／0.23828192／0.31633615；小分子为0.35560853／0.48266770／0.31042905／0.55329599。语义Dice配对高／等／低为141／15／23和68／7／19。</a:t>
        </a:r>
      </a:p>
      <a:p>
        <a:r>
          <a:t/>
        </a:r>
      </a:p>
      <a:p>
        <a:r>
          <a:t>`plot.py::main`读取明确条件统计并调用`draw_panel`／`export_figure`；原`build_deck.mjs`装配可编辑原生PPT。`plot_data.json.cohorts`按PDB轴保存Dice、实例PRAUC与P/R，`completion_panels.json.panels`保存候选预算事件／分布。GT/CA2原绘图字段逐字典不变，原small P/R与PRAUC已逐PDB复现；small语义Dice复用原评价函数和94份GT稀疏mask，其原位置和SHA-256见source_receipt及gt_masks/sources.json。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stage1-overall-performance`。统一入口按本记录inputs显式绑定条件，屏蔽旧temp，科学输入位于上列长期目录；临时图稿、PPT和receipt写本次temp构建目录。当前作者PPT保存新页及最小双语备注，旧页使用`-NO_LEVEL`。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</p188:cmLst>
</file>

<file path=ppt/comments/modernComment_11E_BB18068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EF6AA6E-EC31-4904-9A93-8FA576C54D26}" authorId="{45523D57-6339-42F2-A99F-1EA36929E478}" created="2026-10-27T18:04:45.160+08:00">
    <pc:sldMkLst xmlns:pc="http://schemas.microsoft.com/office/powerpoint/2013/main/command">
      <pc:docMk/>
      <pc:sldMk cId="1571811225" sldId="257"/>
    </pc:sldMkLst>
    <p188:pos x="0" y="0"/>
    <p188:txBody>
      <a:bodyPr/>
      <a:lstStyle/>
      <a:p>
        <a:r>
          <a:t>@@stage1-candidate-quality</a:t>
        </a:r>
      </a:p>
    </p188:txBody>
  </p188:cm>
  <p188:cm id="{A4CCC3CD-B069-4CCC-A7AD-52593582C68F}" authorId="{45523D57-6339-42F2-A99F-1EA36929E478}" created="2026-10-27T10:38:19.490Z">
    <pc:sldMkLst xmlns:pc="http://schemas.microsoft.com/office/powerpoint/2013/main/command">
      <pc:docMk/>
      <pc:sldMk cId="1571811225" sldId="257"/>
    </pc:sldMkLst>
    <p188:pos x="0" y="0"/>
    <p188:txBody>
      <a:bodyPr/>
      <a:lstStyle/>
      <a:p>
        <a:r>
          <a:t>PROVENANCE v1</a:t>
        </a:r>
      </a:p>
      <a:p>
        <a:r>
          <a:t>id: stage1-candidate-quality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stage1-candidate-quality｜显式推荐 level 条件</a:t>
        </a:r>
      </a:p>
      <a:p>
        <a:r>
          <a:t/>
        </a:r>
      </a:p>
      <a:p>
        <a:r>
          <a:t>本图与`@@stage1-overall-performance`、`@@stage1-strict-threshold`、`@@stage1-completion-curves`、`@@stage1-main-sixpanel-NO_LEVEL`、`@@ligandseek2-vs-ligandseek1`、`@@find-only-instance-completion-NO_LEVEL`、`@@stage3-predicted-region-head-to-head`、`@@supp-find-correct-match-build`、`@@e2e-find-build-direct-comparison`沿用元信息所列共享目录和用途；本图具体面板选择见下文。</a:t>
        </a:r>
      </a:p>
      <a:p>
        <a:r>
          <a:t/>
        </a:r>
      </a:p>
      <a:p>
        <a:r>
          <a:t>本页保留原四面板模板，在补充材料展示新条件P/R分布与100%／300%候选预算检出完成度；不再单独进入正文。Emap全配体100%／300%为0.28548475／0.31400840，全部小分子为0.46613776／0.54886337。</a:t>
        </a:r>
      </a:p>
      <a:p>
        <a:r>
          <a:t/>
        </a:r>
      </a:p>
      <a:p>
        <a:r>
          <a:t>`plot.py::main`读取明确条件统计并调用`draw_panel`／`export_figure`；原`build_deck.mjs`装配可编辑原生PPT。`plot_data.json.cohorts`按PDB轴保存Dice、实例PRAUC与P/R，`completion_panels.json.panels`保存候选预算事件／分布。GT/CA2原绘图字段逐字典不变，原small P/R与PRAUC已逐PDB复现；small语义Dice复用原评价函数和94份GT稀疏mask，其原位置和SHA-256见source_receipt及gt_masks/sources.json。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stage1-candidate-quality`。统一入口按本记录inputs显式绑定条件，屏蔽旧temp，科学输入位于上列长期目录；临时图稿、PPT和receipt写本次temp构建目录。当前作者PPT保存新页及最小双语备注，旧页使用`-NO_LEVEL`。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</p188:cmLst>
</file>

<file path=ppt/comments/modernComment_11F_99C1F4A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27B4932-85B0-465A-A653-46D213F01A6D}" authorId="{45523D57-6339-42F2-A99F-1EA36929E478}" created="2026-10-27T18:04:45.200+08:00">
    <pc:sldMkLst xmlns:pc="http://schemas.microsoft.com/office/powerpoint/2013/main/command">
      <pc:docMk/>
      <pc:sldMk cId="1014079037" sldId="258"/>
    </pc:sldMkLst>
    <p188:pos x="0" y="0"/>
    <p188:txBody>
      <a:bodyPr/>
      <a:lstStyle/>
      <a:p>
        <a:r>
          <a:t>@@stage1-strict-threshold</a:t>
        </a:r>
      </a:p>
    </p188:txBody>
  </p188:cm>
  <p188:cm id="{2317D6FC-67AE-4A7C-8FF3-F22B59BB6EBC}" authorId="{45523D57-6339-42F2-A99F-1EA36929E478}" created="2026-10-27T10:38:19.491Z">
    <pc:sldMkLst xmlns:pc="http://schemas.microsoft.com/office/powerpoint/2013/main/command">
      <pc:docMk/>
      <pc:sldMk cId="1014079037" sldId="258"/>
    </pc:sldMkLst>
    <p188:pos x="0" y="0"/>
    <p188:txBody>
      <a:bodyPr/>
      <a:lstStyle/>
      <a:p>
        <a:r>
          <a:t>PROVENANCE v1</a:t>
        </a:r>
      </a:p>
      <a:p>
        <a:r>
          <a:t>id: stage1-strict-threshold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stage1-strict-threshold｜显式推荐 level 条件</a:t>
        </a:r>
      </a:p>
      <a:p>
        <a:r>
          <a:t/>
        </a:r>
      </a:p>
      <a:p>
        <a:r>
          <a:t>本图与`@@stage1-overall-performance`、`@@stage1-candidate-quality`、`@@stage1-completion-curves`、`@@stage1-main-sixpanel-NO_LEVEL`、`@@ligandseek2-vs-ligandseek1`、`@@find-only-instance-completion-NO_LEVEL`、`@@stage3-predicted-region-head-to-head`、`@@supp-find-correct-match-build`、`@@e2e-find-build-direct-comparison`沿用元信息所列共享目录和用途；本图具体面板选择见下文。</a:t>
        </a:r>
      </a:p>
      <a:p>
        <a:r>
          <a:t/>
        </a:r>
      </a:p>
      <a:p>
        <a:r>
          <a:t>沿用原两面板严格阈值图。双向覆盖阈值0.5下，新Emap全配体／全部小分子的PDB等权实例PRAUC为0.15179729／0.33677677，GT/CA2原值不变。</a:t>
        </a:r>
      </a:p>
      <a:p>
        <a:r>
          <a:t/>
        </a:r>
      </a:p>
      <a:p>
        <a:r>
          <a:t>`plot.py::main`读取明确条件统计并调用`draw_panel`／`export_figure`；原`build_deck.mjs`装配可编辑原生PPT。`plot_data.json.cohorts`按PDB轴保存Dice、实例PRAUC与P/R，`completion_panels.json.panels`保存候选预算事件／分布。GT/CA2原绘图字段逐字典不变，原small P/R与PRAUC已逐PDB复现；small语义Dice复用原评价函数和94份GT稀疏mask，其原位置和SHA-256见source_receipt及gt_masks/sources.json。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stage1-strict-threshold`。统一入口按本记录inputs显式绑定条件，屏蔽旧temp，科学输入位于上列长期目录；临时图稿、PPT和receipt写本次temp构建目录。当前作者PPT保存新页及最小双语备注，旧页使用`-NO_LEVEL`。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</p188:cmLst>
</file>

<file path=ppt/comments/modernComment_103_5FC16D6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A0F771A-3291-42F9-A06B-3A86A0A5FC62}" authorId="{D3F71A66-0C34-DF1A-5236-FECDBC820DCB}" created="2026-09-29T08:25:24.784">
    <pc:sldMkLst xmlns:pc="http://schemas.microsoft.com/office/powerpoint/2013/main/command">
      <pc:docMk/>
      <pc:sldMk cId="1606511972" sldId="259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E8DBDAB6-CCA3-4476-B5E1-2739DA74F48E}" authorId="{D3F71A66-0C34-DF1A-5236-FECDBC820DCB}" created="2026-09-29T08:25:58.542">
    <pc:sldMkLst xmlns:pc="http://schemas.microsoft.com/office/powerpoint/2013/main/command">
      <pc:docMk/>
      <pc:sldMk cId="1606511972" sldId="259"/>
    </pc:sldMkLst>
    <p188:txBody>
      <a:bodyPr/>
      <a:lstStyle/>
      <a:p>
        <a:r>
          <a:t>@@stage1全测试集条形图-NO_LEVEL</a:t>
        </a:r>
      </a:p>
    </p188:txBody>
  </p188:cm>
</p188:cmLst>
</file>

<file path=ppt/comments/modernComment_104_6FAB5FB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BCE6361-F410-4A26-917F-E0FC0E68AD2A}" authorId="{D3F71A66-0C34-DF1A-5236-FECDBC820DCB}" created="2026-09-29T09:16:02.245">
    <pc:sldMkLst xmlns:pc="http://schemas.microsoft.com/office/powerpoint/2013/main/command">
      <pc:docMk/>
      <pc:sldMk cId="1873502138" sldId="260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  <p188:cm id="{1F585B69-361F-45AF-89EA-7B681878F065}" authorId="{D3F71A66-0C34-DF1A-5236-FECDBC820DCB}" created="2026-09-29T10:02:48.298">
    <pc:sldMkLst xmlns:pc="http://schemas.microsoft.com/office/powerpoint/2013/main/command">
      <pc:docMk/>
      <pc:sldMk cId="1873502138" sldId="260"/>
    </pc:sldMkLst>
    <p188:pos x="0" y="0"/>
    <p188:txBody>
      <a:bodyPr/>
      <a:lstStyle/>
      <a:p>
        <a:r>
          <a:t>@@stage1-legacy-pr-distribution-NO_LEVEL</a:t>
        </a:r>
      </a:p>
    </p188:txBody>
  </p188:cm>
</p188:cmLst>
</file>

<file path=ppt/comments/modernComment_105_3533980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DED8415-DF19-4196-BA38-44E714163D00}" authorId="{D3F71A66-0C34-DF1A-5236-FECDBC820DCB}" created="2026-09-29T08:26:35.932">
    <pc:sldMkLst xmlns:pc="http://schemas.microsoft.com/office/powerpoint/2013/main/command">
      <pc:docMk/>
      <pc:sldMk cId="892573706" sldId="261"/>
    </pc:sldMkLst>
    <p188:txBody>
      <a:bodyPr/>
      <a:lstStyle/>
      <a:p>
        <a:r>
          <a:t>@@stage1全测试集头对头语义PRAUC-NO_LEVEL</a:t>
        </a:r>
      </a:p>
    </p188:txBody>
  </p188:cm>
  <p188:cm id="{DFBB8D13-9E87-4655-BE30-50857892D7F0}" authorId="{D3F71A66-0C34-DF1A-5236-FECDBC820DCB}" created="2026-09-29T08:26:52.922">
    <pc:sldMkLst xmlns:pc="http://schemas.microsoft.com/office/powerpoint/2013/main/command">
      <pc:docMk/>
      <pc:sldMk cId="892573706" sldId="261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06_29AA69E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048B3F7-D34E-4ACC-90F5-D54FA713562B}" authorId="{D3F71A66-0C34-DF1A-5236-FECDBC820DCB}" created="2026-09-29T08:27:22.515">
    <pc:sldMkLst xmlns:pc="http://schemas.microsoft.com/office/powerpoint/2013/main/command">
      <pc:docMk/>
      <pc:sldMk cId="699034086" sldId="262"/>
    </pc:sldMkLst>
    <p188:txBody>
      <a:bodyPr/>
      <a:lstStyle/>
      <a:p>
        <a:r>
          <a:t>@@stage1全测试集头对头1to10.3PRAUC-NO_LEVEL</a:t>
        </a:r>
      </a:p>
    </p188:txBody>
  </p188:cm>
  <p188:cm id="{650C7BA0-7CAF-4867-BD4B-7CBB177B6E26}" authorId="{D3F71A66-0C34-DF1A-5236-FECDBC820DCB}" created="2026-09-29T08:27:34.832">
    <pc:sldMkLst xmlns:pc="http://schemas.microsoft.com/office/powerpoint/2013/main/command">
      <pc:docMk/>
      <pc:sldMk cId="699034086" sldId="262"/>
    </pc:sldMkLst>
    <p188:txBody>
      <a:bodyPr/>
      <a:lstStyle/>
      <a:p>
        <a:r>
          <a:rPr lang="zh-CN" altLang="en-US"/>
          <a:t>Source metrics (read-only server files):
GT_gaussian: /storage/penghongen/AdaLigand_stage1_inference/Find_1/真实受体/artifacts/Find_1/held_out_test_0/evaluation/f2_centered_gaussian_macro_selected.metrics.json
SHA256: f7ef612da12b62a14f2f92de37f966b2dc34807c3122a68084616743a0d73fd6
GT_basic: /storage/penghongen/AdaLigand_stage1_inference/Find_1/真实受体/artifacts/Find_1/held_out_test_0/evaluation/f1_blobs_basic_macro_selected.metrics.json
SHA256: 1288b47f69e2fc66fc217a47d13032343cef6ea92ea96a20888bfede9ff94b80
Cryo_gaussian: /storage/penghongen/AdaLigand_stage1_inference/Find_1/CryoAtom2受体/artifacts/Find_1/held_out_test_0/evaluation/f2_centered_gaussian_macro_selected.metrics.json
SHA256: 0a2c5878640d254efadfadd76e01852514d2200364169bd33f17604759f9b7f3
Cryo_basic: /storage/penghongen/AdaLigand_stage1_inference/Find_1/CryoAtom2受体/artifacts/Find_1/held_out_test_0/evaluation/f1_blobs_basic_macro_selected.metrics.json
SHA256: 3bc148c7035000d685850300ca113d506ca37d38d0f26fa5db47ba4ca31e6924
unet_F1: /storage/penghongen/AdaLigand_stage1_inference/UNET/unet_c1_pdb_centric_v2/artifacts/unet_c1/held_out_test_0/evaluation/f1_blobs_basic_macro_selected.metrics.json
SHA256: 4b216227a8b9d8b528afd8d610ddf48c4bafb95bfdaa71471ec647dedbaf765e
Emap2lig: /storage/penghongen/AdaLigand_stage1_inference/Emap2lig/official_find_li/held_out_test_0/evaluation/official_find_li.metrics.json
SHA256: 19a0bca8380ea2ea708cc0eb1b1867b8d7b4c2c94e6c810bdeed6446a361d100
Source data: source_data_test0_macro.csv. The same unet_c1 baseline is retained in the GT and CryoAtom2 ablation figures.</a:t>
        </a:r>
      </a:p>
    </p188:txBody>
  </p188:cm>
</p188:cmLst>
</file>

<file path=ppt/comments/modernComment_110_1BD9D02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82A0A72-0F26-459B-AFBC-68E7622B5A5A}" authorId="{D3F71A66-0C34-DF1A-5236-FECDBC820DCB}" created="2026-09-29T10:02:47.994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t>@@stage1-c-full-paired-NO_LEVEL</a:t>
        </a:r>
      </a:p>
    </p188:txBody>
  </p188:cm>
  <p188:cm id="{2351E5B8-2049-4E2C-8287-391FF584EEE9}" authorId="{D3F71A66-0C34-DF1A-5236-FECDBC820DCB}" created="2026-09-29T10:02:47.996">
    <pc:sldMkLst xmlns:pc="http://schemas.microsoft.com/office/powerpoint/2013/main/command">
      <pc:docMk/>
      <pc:sldMk cId="467259425" sldId="272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1_8485354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D902DE2-F7E0-45B9-A766-4306C46E3EE5}" authorId="{D3F71A66-0C34-DF1A-5236-FECDBC820DCB}" created="2026-09-29T10:02:48.003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t>@@stage1-d-small-paired-NO_LEVEL</a:t>
        </a:r>
      </a:p>
    </p188:txBody>
  </p188:cm>
  <p188:cm id="{40246020-388A-4F54-807D-6FD08DD69D71}" authorId="{D3F71A66-0C34-DF1A-5236-FECDBC820DCB}" created="2026-09-29T10:02:48.005">
    <pc:sldMkLst xmlns:pc="http://schemas.microsoft.com/office/powerpoint/2013/main/command">
      <pc:docMk/>
      <pc:sldMk cId="2223322441" sldId="273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2_7B2E89F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1EEE819-09EA-45BB-BFD6-30EF6992A900}" authorId="{D3F71A66-0C34-DF1A-5236-FECDBC820DCB}" created="2026-09-29T10:02:48.011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t>@@stage1-e-full-violin-NO_LEVEL</a:t>
        </a:r>
      </a:p>
    </p188:txBody>
  </p188:cm>
  <p188:cm id="{2C2AF7FC-804A-4E44-A7A5-B19BFA868E85}" authorId="{D3F71A66-0C34-DF1A-5236-FECDBC820DCB}" created="2026-09-29T10:02:48.013">
    <pc:sldMkLst xmlns:pc="http://schemas.microsoft.com/office/powerpoint/2013/main/command">
      <pc:docMk/>
      <pc:sldMk cId="2066647539" sldId="274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3_885B2A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99DFB6-6E58-41D5-AD61-FC688EE5C524}" authorId="{D3F71A66-0C34-DF1A-5236-FECDBC820DCB}" created="2026-09-29T10:02:48.018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t>@@stage1-f-small-violin-NO_LEVEL</a:t>
        </a:r>
      </a:p>
    </p188:txBody>
  </p188:cm>
  <p188:cm id="{D601FD47-E867-4F7F-A010-DAFF86016963}" authorId="{D3F71A66-0C34-DF1A-5236-FECDBC820DCB}" created="2026-09-29T10:02:48.021">
    <pc:sldMkLst xmlns:pc="http://schemas.microsoft.com/office/powerpoint/2013/main/command">
      <pc:docMk/>
      <pc:sldMk cId="2287675976" sldId="275"/>
    </pc:sldMkLst>
    <p188:pos x="0" y="0"/>
    <p188:txBody>
      <a:bodyPr/>
      <a:lstStyle/>
      <a:p>
        <a:r>
          <a:rPr lang="zh-CN" altLang="en-US"/>
          <a:t>绘图代码：画图/画图代码/stage1/main_sixpanel_20260929；科学计算：science/compute_small_pr.py 与 science/prepare_plot_data.py；绘图：plot_figures.py。逐 PDB 数据、源路径与摘要：画图/formal/Stage1_main_sixpanel_20260929/data/server_metrics_and_pr.json。服务器只读来源：/storage/penghongen/AdaLigand_stage1_inference/small_molecule_only/test_0/。</a:t>
        </a:r>
      </a:p>
    </p188:txBody>
  </p188:cm>
</p188:cmLst>
</file>

<file path=ppt/comments/modernComment_115_E2E8D90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C40F793-74DA-4AA4-88A9-C34E265EBB2C}" authorId="{D3F71A66-0C34-DF1A-5236-FECDBC820DCB}" created="2026-09-30T11:03:49.844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t>@@stage1-a-full-bar-NO_LEVEL</a:t>
        </a:r>
      </a:p>
    </p188:txBody>
  </p188:cm>
  <p188:cm id="{C8E06A7F-45D4-4D74-BE98-66F8A8B59CAE}" authorId="{D3F71A66-0C34-DF1A-5236-FECDBC820DCB}" created="2026-09-30T11:03:49.845">
    <pc:sldMkLst xmlns:pc="http://schemas.microsoft.com/office/powerpoint/2013/main/command">
      <pc:docMk/>
      <pc:sldMk cId="3806910733" sldId="277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6_888EC28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FF26B5-FBB0-4141-B199-2A341311D74E}" authorId="{D3F71A66-0C34-DF1A-5236-FECDBC820DCB}" created="2026-09-30T11:03:49.848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t>@@stage1-b-small-bar-NO_LEVEL</a:t>
        </a:r>
      </a:p>
    </p188:txBody>
  </p188:cm>
  <p188:cm id="{B4592468-C613-423D-9677-B1D1E8694D02}" authorId="{D3F71A66-0C34-DF1A-5236-FECDBC820DCB}" created="2026-09-30T11:03:49.849">
    <pc:sldMkLst xmlns:pc="http://schemas.microsoft.com/office/powerpoint/2013/main/command">
      <pc:docMk/>
      <pc:sldMk cId="2291057281" sldId="278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</p188:cmLst>
</file>

<file path=ppt/comments/modernComment_117_601C228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D20FAFA-0B28-4A16-B0AB-40C8314F5A78}" authorId="{D3F71A66-0C34-DF1A-5236-FECDBC820DCB}" created="2026-09-30T11:03:49.851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t>@@stage1-main-sixpanel-NO_LEVEL</a:t>
        </a:r>
      </a:p>
    </p188:txBody>
  </p188:cm>
  <p188:cm id="{B77B6B04-C74A-4A30-A2C2-0B5E9551B6DA}" authorId="{D3F71A66-0C34-DF1A-5236-FECDBC820DCB}" created="2026-09-30T11:03:49.852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rPr lang="zh-CN" altLang="en-US"/>
          <a:t>图 2 的第三组指标改为 one-to-one PRAUC@0.5；数据与代码：画图/画图代码/stage1/main_sixpanel_20260929/science/replace_tau05.py，画图/formal/Stage1_main_sixpanel_20260929/v4/data/。原始服务器评估结果只读。</a:t>
        </a:r>
      </a:p>
    </p188:txBody>
  </p188:cm>
  <p188:cm id="{FFA79300-DE28-4742-A5B4-7BA30D78D5D5}" authorId="{D3F71A66-0C34-DF1A-5236-FECDBC820DCB}" created="2026-10-22T15:53:22.978Z">
    <pc:sldMkLst xmlns:pc="http://schemas.microsoft.com/office/powerpoint/2013/main/command">
      <pc:docMk/>
      <pc:sldMk cId="1612456583" sldId="279"/>
    </pc:sldMkLst>
    <p188:pos x="0" y="0"/>
    <p188:txBody>
      <a:bodyPr/>
      <a:lstStyle/>
      <a:p>
        <a:r>
          <a:t>PROVENANCE v1</a:t>
        </a:r>
      </a:p>
      <a:p>
        <a:r>
          <a:t>id: stage1-main-sixpanel-NO_LEVEL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stage1-main-sixpanel-NO_LEVEL｜Find 与 Emap2lig-Find 的六面板比较</a:t>
        </a:r>
      </a:p>
      <a:p>
        <a:r>
          <a:t/>
        </a:r>
      </a:p>
      <a:p>
        <a:r>
          <a:t>**共享关系与本图选择。** 本图与`@@ligandseek2-vs-ligandseek1`关联的共享代码位于 `stage1/calculate/stage1-main-sixpanel/`。两图只共享svg_to_scene.py的显示几何转换及其配置导入；两代比较的成员、科学数值、布局与bootstrap在自己的程序中，不与主六面板共同计算模型结果。 本次完整入口按稳定图名 `stage1-main-sixpanel`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stage1-main-sixpanel-NO_LEVEL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本图为2026-10-25修订前的六面板统计原稿，保留在第19页；当前正文改用@@stage1-overall-performance-NO_LEVEL与@@stage1-candidate-quality-NO_LEVEL，0.5阈值移入@@stage1-strict-threshold-NO_LEVEL。原统计中，左列为 179 个 PDB 的全配体，右列为 94 个含小分子的 PDB、821 个实例。全配体共有 2,502 个真实实例。GT、Cryo、Emap 源键分别对应沉积受体 Find、CryoAtom2 受体 Find 和 Emap2lig 官方 Find/Li。不能把右列当作 Build 的 77 PDB／446 实例集合。</a:t>
        </a:r>
      </a:p>
      <a:p>
        <a:r>
          <a:t/>
        </a:r>
      </a:p>
      <a:p>
        <a:r>
          <a:t>直接制图函数为 `stage1/calculate/stage1-main-sixpanel/plot_figures.py::draw_panel(fig, kind, cohort, rect)`，三个 kind 是 `bar/paired/violin`。柱高和误差线只读取冻结的 `bars.mean/lower/upper`；点只读取逐 PDB 的 `values`；配对比较使用 Cryo 与 Emap 的 `oto03`；小提琴读取已算好的 `distribution`。同一函数服务六个单图与联图，联图稳定图名为 `stage1-main-sixpanel`。SVG 经 `svg_to_scene.py::convert()` 转为原生场景，再由 `build_deck.mjs` 装入 PPT。正式 PPT 保留作者的手工编辑，重新生成时先写候选图集。</a:t>
        </a:r>
      </a:p>
      <a:p>
        <a:r>
          <a:t/>
        </a:r>
      </a:p>
      <a:p>
        <a:r>
          <a:t>完整数值链是：</a:t>
        </a:r>
      </a:p>
      <a:p>
        <a:r>
          <a:t/>
        </a:r>
      </a:p>
      <a:p>
        <a:r>
          <a:t>```text</a:t>
        </a:r>
      </a:p>
      <a:p>
        <a:r>
          <a:t>data/server_metrics_and_pr.json</a:t>
        </a:r>
      </a:p>
      <a:p>
        <a:r>
          <a:t>→ science/prepare_plot_data.py（最初统计 0.6 档）</a:t>
        </a:r>
      </a:p>
      <a:p>
        <a:r>
          <a:t>→ science/replace_tau05.py（只将第三柱指标替换成 0.5 档）</a:t>
        </a:r>
      </a:p>
      <a:p>
        <a:r>
          <a:t>→ v4/data/plot_data.json</a:t>
        </a:r>
      </a:p>
      <a:p>
        <a:r>
          <a:t>→ v5/data/plot_data.json（统计不变，只更新显示名称）</a:t>
        </a:r>
      </a:p>
      <a:p>
        <a:r>
          <a:t>→ plot_figures.py::draw_panel</a:t>
        </a:r>
      </a:p>
      <a:p>
        <a:r>
          <a:t>→ svg_to_scene.py::convert → build_deck.mjs → 当前 PPT</a:t>
        </a:r>
      </a:p>
      <a:p>
        <a:r>
          <a:t>```</a:t>
        </a:r>
      </a:p>
      <a:p>
        <a:r>
          <a:t/>
        </a:r>
      </a:p>
      <a:p>
        <a:r>
          <a:t>`server_metrics_and_pr.json` 保存三个方法的 `full_rows/small_rows`、原汇总、分辨率以及 294 项来源记录。每个来源保留服务器路径和 SHA-256。Find 的原完整测试指标为 `/storage/penghongen/AdaLigand_stage1_inference/Find_1/{真实受体,CryoAtom2受体}/artifacts/Find_1/held_out_test_0/evaluation/f2_centered_gaussian_macro_selected.{metrics.json,jsonl}`；小分子源位于 `/storage/penghongen/AdaLigand_stage1_inference/small_molecule_only/test_0/`。实际每个文件的精确路径以 JSON `sources` 为准，不从花括号写法猜测文件是否存在。</a:t>
        </a:r>
      </a:p>
      <a:p>
        <a:r>
          <a:t/>
        </a:r>
      </a:p>
      <a:p>
        <a:r>
          <a:t>均值按 PDB 等权，误差线为 10,000 次 PDB bootstrap 百分位 95% 区间，种子 20260922；同一集合内方法与指标共享抽样索引。小提琴采用边界反射 KDE，带宽参数 0.045，保留所有 0／1 值；中位数和四分位由未反射指标计算。相等容差为 `1e-12`。当前高阈值字段为 `oto05`，不得因旧版 `oto06` 仍在归档中而换回 0.6。</a:t>
        </a:r>
      </a:p>
      <a:p>
        <a:r>
          <a:t/>
        </a:r>
      </a:p>
      <a:p>
        <a:r>
          <a:t>小分子 P/R 的补算入口为 `science/compute_small_pr.py::evaluate_selected()`：先在全类别真实实例中按双向覆盖均 ≥0.30 建边，以覆盖率几何均值最大且并列取较小 occurrence 编号确定候选类别，忽略归属于非小分子的候选，未归属候选仍保留。随后在最终 selected 预测和小分子真实实例上求最大基数二分匹配。空预测精确率记 0。Dice 和 PRAUC 直接来自既有评价，不由绘图脚本重算。</a:t>
        </a:r>
      </a:p>
      <a:p>
        <a:r>
          <a:t/>
        </a:r>
      </a:p>
      <a:p>
        <a:r>
          <a:t>正文 0.584／0.477／0.050、PRAUC₀.₃ 0.663／0.541／0.255、PRAUC₀.₅ 0.558／0.447／0.126，均对应当前 v5 全配体三方法均值的三位显示。配对计数为全配体 112／40／27、小分子 40／36／18。原科学汇总读取的小分子评价输入现已全部离线闭合：282份NPZ合计1,796,095字节，94份occurrence类别原件合计371,996字节。108份NPZ原已存在（Emap94、GT7、CA2 7），174份GT／CA2缺件共778,249字节已只读补齐到 `evaluation_metadata/{GT,Cryo}/&lt;pdb&gt;.npz`；现有Emap179份中的对应94份、94类别原件均复用原位置，不重复复制。所有文件SHA-256逐件等于原 `server_metrics_and_pr.json::sources` 的科学来源散列。`evaluation_metadata/source_receipt.json`给出每个原路径、当地复用/新位置、字节数及总体数量；`download_receipt.json`记录此次174件只读下载。完整概率图不是本图制图或现有逐PDB指标汇总的直接输入：制图读冻结plot_data，补算P/R读本记录已保存的交集、大小、实例编号和selected数组，因此本轮不下载整幅概率图或模型权重。它们属于重新模型推理/评价层，原来源根仍由科学来源文件明确定位，不将其未复制与绘图证据缺失混同。</a:t>
        </a:r>
      </a:p>
    </p188:txBody>
  </p188:cm>
</p188:cmLst>
</file>

<file path=ppt/comments/modernComment_118_FD483BD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0748F5E-A561-4833-9DA7-22BD164955FA}" authorId="{D3F71A66-0C34-DF1A-5236-FECDBC820DCB}" created="2026-10-16T07:02:36.846">
    <pc:sldMkLst xmlns:pc="http://schemas.microsoft.com/office/powerpoint/2013/main/command">
      <pc:docMk/>
      <pc:sldMk cId="2104851442" sldId="256"/>
    </pc:sldMkLst>
    <p188:pos x="0" y="0"/>
    <p188:txBody>
      <a:bodyPr/>
      <a:lstStyle/>
      <a:p>
        <a:r>
          <a:t>@@find-only-instance-completion-NO_LEVEL</a:t>
        </a:r>
      </a:p>
    </p188:txBody>
  </p188:cm>
  <p188:cm id="{57986A7B-73F5-4C29-91BB-F2EA0A872857}" authorId="{D3F71A66-0C34-DF1A-5236-FECDBC820DCB}" created="2026-10-22T15:53:22.978Z">
    <pc:sldMkLst xmlns:pc="http://schemas.microsoft.com/office/powerpoint/2013/main/command">
      <pc:docMk/>
      <pc:sldMk cId="2104851442" sldId="256"/>
    </pc:sldMkLst>
    <p188:pos x="0" y="0"/>
    <p188:txBody>
      <a:bodyPr/>
      <a:lstStyle/>
      <a:p>
        <a:r>
          <a:t>PROVENANCE v1</a:t>
        </a:r>
      </a:p>
      <a:p>
        <a:r>
          <a:t>id: find-only-instance-completion-NO_LEVEL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**条件：原无 level 结果保留页，已退出当前正文；科学输入与原数值保持。**</a:t>
        </a:r>
      </a:p>
      <a:p>
        <a:r>
          <a:t/>
        </a:r>
      </a:p>
      <a:p>
        <a:r>
          <a:t>## find-only-instance-completion-NO_LEVEL｜候选排序中的实例检出完成度</a:t>
        </a:r>
      </a:p>
      <a:p>
        <a:r>
          <a:t/>
        </a:r>
      </a:p>
      <a:p>
        <a:r>
          <a:t>**共享关系与本图选择。** 本图与`@@e2e-find-build-direct-comparison-NO_LEVEL`、`@@stage3-predicted-region-head-to-head-NO_LEVEL`、`@@supp-find-correct-match-build-NO_LEVEL`关联的共享代码位于 `e2e/calculate/find-build-shared/`。Find完成度、预测区域配对和正确身份Find–Build曲线共用冻结data.json与部分图元；直接比较柱图只复用同源SVG运输。各图的面板布局与筛选沿各自plot.py保留，不能把共用运输误说成四图使用同一分母或计费协议。 本次完整入口按稳定图名 `find-only-instance-completion`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find-only-instance-completion-NO_LEVEL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本图为第20页保留的原完成度图；当前正文采用@@stage1-candidate-quality-NO_LEVEL的柱图，完整曲线由新页@@stage1-completion-curves-NO_LEVEL进入补充。原六面板上排为全配体 179 PDB／2,502 实例，下排为全部小分子 94 PDB／821 实例。它只检查 Find 区域检出，不检查 Match 身份预测或 Build 构象。不能读取同一旧数据容器中的 `find_small`（77／446）替代当前下排的 `find_stage1_small`。</a:t>
        </a:r>
      </a:p>
      <a:p>
        <a:r>
          <a:t/>
        </a:r>
      </a:p>
      <a:p>
        <a:r>
          <a:t>小分子长期汇总入口是 `stage1/calculate/find-only-instance-completion/assemble_data.py::main()`。它读取当前原 Stage 1 小分子成员及 `sources/occurrences/&lt;pdb&gt;.jsonl` 的 `candidate_id/type_tag`，GT／CA2 读取冻结 strongest 容器中的完整 Find 字段，Emap2lig 读取其原生 Find NPZ。候选按 selected 在前、各段按原概率均值降序、同分按原 blob 编号升序。先在全类别上确定唯一对应，再忽略对应非小分子的候选；背景和重复命中仍占候选位置。每个真实实例只记录第一次检出。</a:t>
        </a:r>
      </a:p>
      <a:p>
        <a:r>
          <a:t/>
        </a:r>
      </a:p>
      <a:p>
        <a:r>
          <a:t>直接绘制联图的入口是 `stage1/calculate/find-only-instance-completion/plot.py::main()` 中 `find_full/find_stage1_small` 六面板选择；线、点、小提琴的具体绘制函数是 `e2e/calculate/find-build-shared/completion_plot.py::draw_panel()`。完成度事件构造复用 AdaLigand `ligandseek_pipeline/completion.py::make_panel()`，Emap2lig 唯一对应复用 Matcher `test_smallmolecule/build_manifest.py::_target_from_intersections()`。这两份外部科学程序的确定Git版本已由 `git show` 提取到 `stage1/output/stage1-main-sixpanel/evaluation_metadata/code/`，不复制当前工作区冒充历史版本：AdaLigand `ec91aa11859608164f662e31ce81b96f8b9fc0a5:ligandseek_pipeline/completion.py`、Matcher `578f0ecef190f6d9ce3382d76c5b282dbc062f18:test_smallmolecule/build_manifest.py`。完整模块字节、SHA、Git路径及端点见 `source_versions.json`；两个目标函数与当前调用源码的AST相同，AdaLigand模块的当前差异只是Docstring。不能用图中线条重新反推事件。</a:t>
        </a:r>
      </a:p>
      <a:p>
        <a:r>
          <a:t/>
        </a:r>
      </a:p>
      <a:p>
        <a:r>
          <a:t>冻结的 `panels.json` 顶层 `panels` 含 GT、CA2、Emap2lig 三份面板字典；`scope="find_stage1_small"`，`pdb_count=94`，`occurrence_count=821`。其中 `success_events` 保存实例编号及首次命中的候选位置，`distributions["100"]` 保存 94 个 PDB 各自的完成比例，`curve` 保存精确阶梯。给定每个 PDB 的真实实例数 N，相对候选量 ρ 允许考察 `floor(ρN)` 个候选；均值先按各 PDB 完成比例计算，再对 PDB 等权平均，包含未检出和零候选 PDB。</a:t>
        </a:r>
      </a:p>
      <a:p>
        <a:r>
          <a:t/>
        </a:r>
      </a:p>
      <a:p>
        <a:r>
          <a:t>下排在 100% 时 GT／CA2／Emap2lig 均值为 70.5259%／59.8198%／44.1805%；300% 时为 73.3007%／68.5086%／51.5544%，对应正文的 70.5／59.8／44.2 和 73.3／68.5／51.6。上排 100% 为 GT 66.4%、CA2 55.6%、Emap2lig 25.9%，来源是统一管线冻结的 `find_full` 面板。补充数据 `补充数据/Find-Match-Build_20261018/` 另有不可随意改写的已归档镜像及逐件源映射。</a:t>
        </a:r>
      </a:p>
      <a:p>
        <a:r>
          <a:t/>
        </a:r>
      </a:p>
      <a:p>
        <a:r>
          <a:t>输出 `sources/sources.json` 保留原类别文件的服务器路径、字节数和 SHA-256。当前图的可编辑版与图注在 PPT；修改图形只更新当前目标图页，不用整份旧生成 PPT 覆盖作者版本。</a:t>
        </a:r>
      </a:p>
    </p188:txBody>
  </p188:cm>
</p188:cmLst>
</file>

<file path=ppt/comments/modernComment_119_24E9D96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7BA3111-D672-4A3C-8AB9-B2EF77F6B161}" authorId="{92DFC118-06F7-430F-883E-A87A3078A56A}" created="2026-10-25T09:53:39.909Z">
    <pc:sldMkLst xmlns:pc="http://schemas.microsoft.com/office/powerpoint/2013/main/command">
      <pc:docMk/>
      <pc:sldMk cId="619305317" sldId="281"/>
    </pc:sldMkLst>
    <p188:pos x="0" y="0"/>
    <p188:txBody>
      <a:bodyPr/>
      <a:lstStyle/>
      <a:p>
        <a:r>
          <a:t>PROVENANCE v1</a:t>
        </a:r>
      </a:p>
      <a:p>
        <a:r>
          <a:t>id: stage1-overall-performance-NO_LEVEL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stage1-overall-performance｜整体配体区域检出</a:t>
        </a:r>
      </a:p>
      <a:p>
        <a:r>
          <a:t/>
        </a:r>
      </a:p>
      <a:p>
        <a:r>
          <a:t>当前载体为`画图/stage1结果.pptx`第21页。正文第一图。a、b读取dice和oto03的冻结均值、区间与逐PDB值；c、d用同一PDB的Cryo/Emap oto03配对，保留原模板的分辨率着色（1–4 Å）、色条和等比例坐标。较高／相等／较低为112／40／27及40／36／18，容差1e-12。Dice不使用实例覆盖阈值；PRAUC使用双向覆盖0.3。</a:t>
        </a:r>
      </a:p>
      <a:p>
        <a:r>
          <a:t/>
        </a:r>
      </a:p>
      <a:p>
        <a:r>
          <a:t>直接入口为`画图/画图代码/stage1/calculate/stage1-results-revision/plot.py::main()`，面板由`draw_panel()`绘制、`export_figure()`导出180 mm宽的SVG/PDF/600 dpi PNG及面板对齐清单；`build_deck.mjs`把同源SVG的每段文字、路径、线、柱、散点和色条转成原生可编辑对象，备注保存双语图注，独立批注为@@stage1-overall-performance。</a:t>
        </a:r>
      </a:p>
      <a:p>
        <a:r>
          <a:t/>
        </a:r>
      </a:p>
      <a:p>
        <a:r>
          <a:t>输入一`画图/画图代码/stage1/output/stage1-main-sixpanel/v5/data/plot_data.json`顶层cohorts.full/small保存固定ids、resolution和models.GT/Cryo/Emap；各模型values、bars.mean/lower/upper及distribution沿用v5冻结值。输入二`画图/画图代码/e2e/output/find-build-shared/data.json`的panels是列表，本轮只选scope=find_full/find_stage1_small和domain=GT/CA2/Emap2lig。全配体179 PDB／2,502实例，小分子94 PDB／821实例；不能用find_small的77／446替代。Cryo源键显示为CA2。</a:t>
        </a:r>
      </a:p>
      <a:p>
        <a:r>
          <a:t/>
        </a:r>
      </a:p>
      <a:p>
        <a:r>
          <a:t>P/R对最终selected候选作全局一对一匹配；完成度按selected优先、段内概率均值降序、同分原blob编号升序累计首次检出。候选与真实实例双向覆盖均至少0.3，归属于覆盖率几何均值最大的实例。非小分子归属在小分子视图忽略，背景和重复命中保留候选位置；每个实例只贡献首次命中。相对候选量ρ给每PDB的上限floor(ρN)。未检出及零候选PDB保留为0；先逐PDB求比例再等权平均。完成度柱图每集合共享10,000次PDB有放回抽样索引，随机种子20260922，区间取2.5%/97.5%分位数；抖动仅改变点的横坐标。</a:t>
        </a:r>
      </a:p>
      <a:p>
        <a:r>
          <a:t/>
        </a:r>
      </a:p>
      <a:p>
        <a:r>
          <a:t>本轮`stage1/output/stage1-results-revision/data/`保存1,638条逐PDB完成度记录、12根柱统计及source_receipt.json输入／代码SHA-256。源模型评价仍来自原stage1-main-sixpanel/v5冻结链，原服务器逐件来源在`stage1/output/stage1-main-sixpanel/data/server_metrics_and_pr.json`，本轮不把当前仓库HEAD冒充实验release。完成度事件的科学函数原件与版本为AdaLigand ec91aa11859608164f662e31ce81b96f8b9fc0a5的ligandseek_pipeline/completion.py::make_panel，以及Matcher 578f0ecef190f6d9ce3382d76c5b282dbc062f18的test_smallmolecule/build_manifest.py::_target_from_intersections；原字节和SHA在`stage1/output/stage1-main-sixpanel/evaluation_metadata/code/`的source_versions.json。本轮不重跑模型或变更命中规则。</a:t>
        </a:r>
      </a:p>
      <a:p>
        <a:r>
          <a:t/>
        </a:r>
      </a:p>
      <a:p>
        <a:r>
          <a:t>共享 @@stage1-candidate-quality、@@stage1-strict-threshold、@@stage1-completion-curves：`画图/画图代码/stage1/calculate/stage1-results-revision`。四图共享冻结统计读取、面板绘图、bootstrap和原生PPT装配；按稳定图名选择本图面板。</a:t>
        </a:r>
      </a:p>
      <a:p>
        <a:r>
          <a:t/>
        </a:r>
      </a:p>
      <a:p>
        <a:r>
          <a:t>共享 @@stage1-main-sixpanel、@@ligandseek2-vs-ligandseek1：`画图/画图代码/stage1/calculate/stage1-main-sixpanel`。只共享svg_to_scene.convert显示几何运输；原有模型指标读取冻结输入，不重新评价。</a:t>
        </a:r>
      </a:p>
      <a:p>
        <a:r>
          <a:t/>
        </a:r>
      </a:p>
      <a:p>
        <a:r>
          <a:t>共享 @@find-only-instance-completion、@@stage3-predicted-region-head-to-head、@@supp-find-correct-match-build、@@e2e-find-build-direct-comparison：`画图/画图代码/e2e/calculate/find-build-shared`。完整曲线调用completion_plot.draw_panel；共同读取data.json，按Find范围筛选，不采用Build分母或计费协议。</a:t>
        </a:r>
      </a:p>
      <a:p>
        <a:r>
          <a:t/>
        </a:r>
      </a:p>
      <a:p>
        <a:r>
          <a:t>完整重建：从仓库根执行`python -X utf8 -B 转换工具/ops/rebuild_figures.py --figure stage1-overall-performance`。本入口在屏蔽所有旧temp的独立目录先运行plot.py再运行build_deck.mjs，生成共享四页候选；重建器按本图稳定名选择并同步作者双语图注与完整来源。正式PPT只读，输出及receipt.json位于本次temp/figure_rebuild目录，旧temp可整体删除。</a:t>
        </a:r>
      </a:p>
    </p188:txBody>
  </p188:cm>
  <p188:cm id="{A71FB57D-5B08-4F77-B5F2-5F9AF5FD63A9}" authorId="{92DFC118-06F7-430F-883E-A87A3078A56A}" created="2026-10-25T17:51:17.279+08:00">
    <pc:sldMkLst xmlns:pc="http://schemas.microsoft.com/office/powerpoint/2013/main/command">
      <pc:docMk/>
      <pc:sldMk cId="619305317" sldId="281"/>
    </pc:sldMkLst>
    <p188:pos x="0" y="0"/>
    <p188:txBody>
      <a:bodyPr/>
      <a:lstStyle/>
      <a:p>
        <a:r>
          <a:t>@@stage1-overall-performance-NO_LEVEL</a:t>
        </a:r>
      </a:p>
    </p188:txBody>
  </p188:cm>
</p188:cmLst>
</file>

<file path=ppt/comments/modernComment_120_1876B60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23A788F-14FD-4670-854A-320FB628918C}" authorId="{45523D57-6339-42F2-A99F-1EA36929E478}" created="2026-10-27T18:04:45.477+08:00">
    <pc:sldMkLst xmlns:pc="http://schemas.microsoft.com/office/powerpoint/2013/main/command">
      <pc:docMk/>
      <pc:sldMk cId="994718388" sldId="259"/>
    </pc:sldMkLst>
    <p188:pos x="0" y="0"/>
    <p188:txBody>
      <a:bodyPr/>
      <a:lstStyle/>
      <a:p>
        <a:r>
          <a:t>@@stage1-completion-curves</a:t>
        </a:r>
      </a:p>
    </p188:txBody>
  </p188:cm>
  <p188:cm id="{1E6E204A-1BCF-4F52-BD32-EEFD049526BC}" authorId="{45523D57-6339-42F2-A99F-1EA36929E478}" created="2026-10-27T10:38:19.491Z">
    <pc:sldMkLst xmlns:pc="http://schemas.microsoft.com/office/powerpoint/2013/main/command">
      <pc:docMk/>
      <pc:sldMk cId="994718388" sldId="259"/>
    </pc:sldMkLst>
    <p188:pos x="0" y="0"/>
    <p188:txBody>
      <a:bodyPr/>
      <a:lstStyle/>
      <a:p>
        <a:r>
          <a:t>PROVENANCE v1</a:t>
        </a:r>
      </a:p>
      <a:p>
        <a:r>
          <a:t>id: stage1-completion-curves</a:t>
        </a:r>
      </a:p>
      <a:p>
        <a:r>
          <a:t>source: 画图/画图代码/stage1/calculate/图表追溯.md</a:t>
        </a:r>
      </a:p>
      <a:p>
        <a:r>
          <a:t/>
        </a:r>
      </a:p>
      <a:p>
        <a:r>
          <a:t>## stage1-completion-curves｜显式推荐 level 条件</a:t>
        </a:r>
      </a:p>
      <a:p>
        <a:r>
          <a:t/>
        </a:r>
      </a:p>
      <a:p>
        <a:r>
          <a:t>本图与`@@stage1-overall-performance`、`@@stage1-candidate-quality`、`@@stage1-strict-threshold`、`@@stage1-main-sixpanel-NO_LEVEL`、`@@ligandseek2-vs-ligandseek1`、`@@find-only-instance-completion-NO_LEVEL`、`@@stage3-predicted-region-head-to-head`、`@@supp-find-correct-match-build`、`@@e2e-find-build-direct-comparison`沿用元信息所列共享目录和用途；本图具体面板选择见下文。</a:t>
        </a:r>
      </a:p>
      <a:p>
        <a:r>
          <a:t/>
        </a:r>
      </a:p>
      <a:p>
        <a:r>
          <a:t>沿用原全配体／全部小分子六面板完整曲线。分母179／2502与94／821；从全部真实类别中以双向覆盖均至少0.3、几何均值最大确定候选唯一归属，之后再判断范围。保留背景、重复命中和零候选PDB；小分子忽略其他真实类别候选。100%／300%按每PDB真实实例数取整预算，均值为逐PDB等权。</a:t>
        </a:r>
      </a:p>
      <a:p>
        <a:r>
          <a:t/>
        </a:r>
      </a:p>
      <a:p>
        <a:r>
          <a:t>`plot.py::main`读取明确条件统计并调用`draw_panel`／`export_figure`；原`build_deck.mjs`装配可编辑原生PPT。`plot_data.json.cohorts`按PDB轴保存Dice、实例PRAUC与P/R，`completion_panels.json.panels`保存候选预算事件／分布。GT/CA2原绘图字段逐字典不变，原small P/R与PRAUC已逐PDB复现；small语义Dice复用原评价函数和94份GT稀疏mask，其原位置和SHA-256见source_receipt及gt_masks/sources.json。</a:t>
        </a:r>
      </a:p>
      <a:p>
        <a:r>
          <a:t/>
        </a:r>
      </a:p>
      <a:p>
        <a:r>
          <a:t>实际模型源码为Emap2lig `37b0d9e7ad2a1b18fa096d91f154619085cee907`，新科学根`/storage/penghongen/Emap2lig/contour_level_20261026/`；推荐值L显式交给官方入口，其实际阈值L/2。模型、冻结测试身份、原姿态排序与评价协议保持；本轮仅统计和绘图。新科学输入在`补充数据/Emap2lig_双条件/explicit_emdb_level/`，旧原件没有覆盖。</a:t>
        </a:r>
      </a:p>
      <a:p>
        <a:r>
          <a:t/>
        </a:r>
      </a:p>
      <a:p>
        <a:r>
          <a:t>完整重建：`python -X utf8 -B 转换工具/ops/rebuild_figures.py --figure stage1-completion-curves`。统一入口按本记录inputs显式绑定条件，屏蔽旧temp，科学输入位于上列长期目录；临时图稿、PPT和receipt写本次temp构建目录。当前作者PPT保存新页及最小双语备注，旧页使用`-NO_LEVEL`。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Type="http://schemas.openxmlformats.org/officeDocument/2006/relationships/slide" Target="../slides/slide21.xml" Id="R0a646651c35247a9"/><Relationship Type="http://schemas.openxmlformats.org/officeDocument/2006/relationships/notesMaster" Target="../notesMasters/notesMaster1.xml" Id="R5a552e08d7654a4b"/></Relationships>
</file>

<file path=ppt/notesSlides/_rels/notesSlide22.xml.rels><?xml version='1.0' encoding='UTF-8' standalone='yes'?>
<Relationships xmlns="http://schemas.openxmlformats.org/package/2006/relationships"><Relationship Type="http://schemas.openxmlformats.org/officeDocument/2006/relationships/slide" Target="../slides/slide22.xml" Id="Rd63a7556b8134021"/><Relationship Type="http://schemas.openxmlformats.org/officeDocument/2006/relationships/notesMaster" Target="../notesMasters/notesMaster1.xml" Id="R075759a9060c4d34"/></Relationships>
</file>

<file path=ppt/notesSlides/_rels/notesSlide23.xml.rels><?xml version='1.0' encoding='UTF-8' standalone='yes'?>
<Relationships xmlns="http://schemas.openxmlformats.org/package/2006/relationships"><Relationship Type="http://schemas.openxmlformats.org/officeDocument/2006/relationships/slide" Target="../slides/slide23.xml" Id="Rc52b8a9ee58645f4"/><Relationship Type="http://schemas.openxmlformats.org/officeDocument/2006/relationships/notesMaster" Target="../notesMasters/notesMaster1.xml" Id="R10c6d47ad9994fef"/></Relationships>
</file>

<file path=ppt/notesSlides/_rels/notesSlide24.xml.rels><?xml version='1.0' encoding='UTF-8' standalone='yes'?>
<Relationships xmlns="http://schemas.openxmlformats.org/package/2006/relationships"><Relationship Type="http://schemas.openxmlformats.org/officeDocument/2006/relationships/slide" Target="../slides/slide24.xml" Id="R10c733c740204e7d"/><Relationship Type="http://schemas.openxmlformats.org/officeDocument/2006/relationships/notesMaster" Target="../notesMasters/notesMaster1.xml" Id="Rcea1c6f6638842ba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全配体，test_0，n=179 个 </a:t>
            </a:r>
            <a:r>
              <a:rPr dirty="0" err="1"/>
              <a:t>PDB。Dice、one-to-one</a:t>
            </a:r>
            <a:r>
              <a:rPr dirty="0"/>
              <a:t> PRAUC@0.3 和 PRAUC@0.5；柱高为 PDB </a:t>
            </a:r>
            <a:r>
              <a:rPr dirty="0" err="1"/>
              <a:t>等权均值，点为逐</a:t>
            </a:r>
            <a:r>
              <a:rPr dirty="0"/>
              <a:t> PDB </a:t>
            </a:r>
            <a:r>
              <a:rPr dirty="0" err="1"/>
              <a:t>结果，误差线为</a:t>
            </a:r>
            <a:r>
              <a:rPr dirty="0"/>
              <a:t> 10,000 次 PDB bootstrap </a:t>
            </a:r>
            <a:r>
              <a:rPr dirty="0" err="1"/>
              <a:t>的均值</a:t>
            </a:r>
            <a:r>
              <a:rPr dirty="0"/>
              <a:t> 95% 区间。Ligandseek-Find </a:t>
            </a:r>
            <a:r>
              <a:rPr dirty="0" err="1"/>
              <a:t>均使用冻结的</a:t>
            </a:r>
            <a:r>
              <a:rPr dirty="0"/>
              <a:t> F2–F1 Gaussian 流程，Emap2lig-Find </a:t>
            </a:r>
            <a:r>
              <a:rPr dirty="0" err="1"/>
              <a:t>使用官方</a:t>
            </a:r>
            <a:r>
              <a:rPr dirty="0"/>
              <a:t> Find/Li </a:t>
            </a:r>
            <a:r>
              <a:rPr dirty="0" err="1"/>
              <a:t>流程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72078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PDB。Dice、one-to-one PRAUC@0.3 和 PRAUC@0.5；柱高为 PDB 等权均值，点为逐 PDB 结果，误差线为 10,000 次 PDB bootstrap 的均值 95% 区间。Ligandseek-Find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7003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PDB。横轴为 Emap2lig-Find，纵轴为 CryoAtom2 受体 Ligandseek-Find，虚线为等值线，点颜色为实验地图分辨率。Ligandseek-Find 较高、相等、Emap2lig-Find 较高分别为 112、40、27 个 PDB。Ligandseek-Find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84795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PDB。横轴为 Emap2lig-Find，纵轴为 CryoAtom2 受体 Ligandseek-Find，虚线为等值线，点颜色为实验地图分辨率。Ligandseek-Find 较高、相等、Emap2lig-Find 较高分别为 40、36、18 个 PDB。Ligandseek-Find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9654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全配体，test_0，n=179 个 PDB。仅展示 one-to-one@0.3 Precision/Recall。点为逐 PDB 结果，白点为中位数，粗线为四分位范围。Ligandseek-Find 均使用冻结的 F2–F1 Gaussian 流程，Emap2lig-Find 使用官方 Find/Li 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33156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小分子-only，test_0，n=94 个 PDB。仅展示 one-to-one@0.3 Precision/Recall。点为逐 PDB 结果，白点为中位数，粗线为四分位范围。Ligandseek-Find 均使用冻结的 F2–F1 Gaussian 流程，Emap2lig-Find 使用官方 Find/Li 流程。仅保留含小分子真实实例的 94 个 PDB；按固定归属规则忽略匹配非小分子的候选，未归属候选保留。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77512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CryoAtom2 / Gaussian, Emap2lig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160/7/12.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point is one matched PDB. No point jitter or filtering. x = official Emap2lig, y = Find_1 F2–F1–Gaussian with CryoAtom2 receptor. </a:t>
            </a:r>
            <a:r>
              <a:rPr dirty="0" err="1"/>
              <a:t>Colour</a:t>
            </a:r>
            <a:r>
              <a:rPr dirty="0"/>
              <a:t> is experimental map resolution in Å, not receptor model accuracy. Higher/equal/lower counts = 112/40/27.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Ten panels show all requested semantic, coverage and one-to-one Precision/Recall metrics. White </a:t>
            </a:r>
            <a:r>
              <a:rPr dirty="0" err="1"/>
              <a:t>centres</a:t>
            </a:r>
            <a:r>
              <a:rPr dirty="0"/>
              <a:t> indicate medians and thick lines indicate interquartile ranges. All 179 PDBs, including scores 0 and 1, remain visible. Violin contours use reflected Gaussian kernel density estimates clipped to [0,1].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Stage1 </a:t>
            </a:r>
            <a:r>
              <a:rPr lang="zh-CN" altLang="en-US"/>
              <a:t>配体区域检测示例。</a:t>
            </a:r>
            <a:r>
              <a:rPr lang="en-US" altLang="zh-CN"/>
              <a:t>a</a:t>
            </a:r>
            <a:r>
              <a:rPr lang="zh-CN" altLang="en-US"/>
              <a:t>，</a:t>
            </a:r>
            <a:r>
              <a:rPr lang="en-US" altLang="zh-CN"/>
              <a:t>9Z3D </a:t>
            </a:r>
            <a:r>
              <a:rPr lang="zh-CN" altLang="en-US"/>
              <a:t>的 </a:t>
            </a:r>
            <a:r>
              <a:rPr lang="en-US" altLang="zh-CN"/>
              <a:t>SAH</a:t>
            </a:r>
            <a:r>
              <a:rPr lang="zh-CN" altLang="en-US"/>
              <a:t>（</a:t>
            </a:r>
            <a:r>
              <a:rPr lang="en-US" altLang="zh-CN"/>
              <a:t>A:801</a:t>
            </a:r>
            <a:r>
              <a:rPr lang="zh-CN" altLang="en-US"/>
              <a:t>）；</a:t>
            </a:r>
            <a:r>
              <a:rPr lang="en-US" altLang="zh-CN"/>
              <a:t>b</a:t>
            </a:r>
            <a:r>
              <a:rPr lang="zh-CN" altLang="en-US"/>
              <a:t>，</a:t>
            </a:r>
            <a:r>
              <a:rPr lang="en-US" altLang="zh-CN"/>
              <a:t>9HJX </a:t>
            </a:r>
            <a:r>
              <a:rPr lang="zh-CN" altLang="en-US"/>
              <a:t>的 </a:t>
            </a:r>
            <a:r>
              <a:rPr lang="en-US" altLang="zh-CN"/>
              <a:t>NAP</a:t>
            </a:r>
            <a:r>
              <a:rPr lang="zh-CN" altLang="en-US"/>
              <a:t>（</a:t>
            </a:r>
            <a:r>
              <a:rPr lang="en-US" altLang="zh-CN"/>
              <a:t>B:500</a:t>
            </a:r>
            <a:r>
              <a:rPr lang="zh-CN" altLang="en-US"/>
              <a:t>）。从左至右为整体定位、真实配体参考、</a:t>
            </a:r>
            <a:r>
              <a:rPr lang="en-US" altLang="zh-CN"/>
              <a:t>Find_1 </a:t>
            </a:r>
            <a:r>
              <a:rPr lang="zh-CN" altLang="en-US"/>
              <a:t>真实受体、</a:t>
            </a:r>
            <a:r>
              <a:rPr lang="en-US" altLang="zh-CN"/>
              <a:t>Find_1 CryoAtom2 </a:t>
            </a:r>
            <a:r>
              <a:rPr lang="zh-CN" altLang="en-US"/>
              <a:t>受体和 </a:t>
            </a:r>
            <a:r>
              <a:rPr lang="en-US" altLang="zh-CN"/>
              <a:t>Emap2lig</a:t>
            </a:r>
            <a:r>
              <a:rPr lang="zh-CN" altLang="en-US"/>
              <a:t>。局部视图比较同一配体及其正式入选预测；其他入选候选保留在三维会话中。</a:t>
            </a:r>
            <a:r>
              <a:rPr lang="en-US" altLang="zh-CN"/>
              <a:t>Find_1 </a:t>
            </a:r>
            <a:r>
              <a:rPr lang="zh-CN" altLang="en-US"/>
              <a:t>使用 </a:t>
            </a:r>
            <a:r>
              <a:rPr lang="en-US" altLang="zh-CN"/>
              <a:t>F2–F1 Gaussian</a:t>
            </a:r>
            <a:r>
              <a:rPr lang="zh-CN" altLang="en-US"/>
              <a:t>。两例为选定的可视化示例，不代表总体性能。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</a:t>
            </a:r>
            <a:r>
              <a:rPr dirty="0" err="1"/>
              <a:t>IoU</a:t>
            </a:r>
            <a:r>
              <a:rPr dirty="0"/>
              <a:t>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  <a:p>
            <a:endParaRPr dirty="0"/>
          </a:p>
          <a:p>
            <a:r>
              <a:rPr dirty="0"/>
              <a:t>Source metrics (read-only server files):</a:t>
            </a:r>
          </a:p>
          <a:p>
            <a:r>
              <a:rPr dirty="0" err="1"/>
              <a:t>GT_gaussian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/artifacts/Find_1/held_out_test_0/evaluation/f2_centered_gaussian_macro_selected.metrics.json</a:t>
            </a:r>
          </a:p>
          <a:p>
            <a:r>
              <a:rPr dirty="0"/>
              <a:t>SHA256: f7ef612da12b62a14f2f92de37f966b2dc34807c3122a68084616743a0d73fd6</a:t>
            </a:r>
          </a:p>
          <a:p>
            <a:r>
              <a:rPr dirty="0" err="1"/>
              <a:t>GT_basic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/artifacts/Find_1/held_out_test_0/evaluation/f1_blobs_basic_macro_selected.metrics.json</a:t>
            </a:r>
          </a:p>
          <a:p>
            <a:r>
              <a:rPr dirty="0"/>
              <a:t>SHA256: 1288b47f69e2fc66fc217a47d13032343cef6ea92ea96a20888bfede9ff94b80</a:t>
            </a:r>
          </a:p>
          <a:p>
            <a:r>
              <a:rPr dirty="0" err="1"/>
              <a:t>Cryo_gaussian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/AdaLigand_stage1_inference/Find_1/CryoAtom2受体/artifacts/Find_1/held_out_test_0/evaluation/f2_centered_gaussian_macro_selected.metrics.json</a:t>
            </a:r>
          </a:p>
          <a:p>
            <a:r>
              <a:rPr dirty="0"/>
              <a:t>SHA256: 0a2c5878640d254efadfadd76e01852514d2200364169bd33f17604759f9b7f3</a:t>
            </a:r>
          </a:p>
          <a:p>
            <a:r>
              <a:rPr dirty="0" err="1"/>
              <a:t>Cryo_basic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/AdaLigand_stage1_inference/Find_1/CryoAtom2受体/artifacts/Find_1/held_out_test_0/evaluation/f1_blobs_basic_macro_selected.metrics.json</a:t>
            </a:r>
          </a:p>
          <a:p>
            <a:r>
              <a:rPr dirty="0"/>
              <a:t>SHA256: 3bc148c7035000d685850300ca113d506ca37d38d0f26fa5db47ba4ca31e6924</a:t>
            </a:r>
          </a:p>
          <a:p>
            <a:r>
              <a:rPr dirty="0"/>
              <a:t>unet_F1: /storage/</a:t>
            </a:r>
            <a:r>
              <a:rPr dirty="0" err="1"/>
              <a:t>penghongen</a:t>
            </a:r>
            <a:r>
              <a:rPr dirty="0"/>
              <a:t>/AdaLigand_stage1_inference/UNET/unet_c1_pdb_centric_v2/artifacts/unet_c1/held_out_test_0/evaluation/f1_blobs_basic_macro_selected.metrics.json</a:t>
            </a:r>
          </a:p>
          <a:p>
            <a:r>
              <a:rPr dirty="0"/>
              <a:t>SHA256: 4b216227a8b9d8b528afd8d610ddf48c4bafb95bfdaa71471ec647dedbaf765e</a:t>
            </a:r>
          </a:p>
          <a:p>
            <a:r>
              <a:rPr dirty="0"/>
              <a:t>Emap2lig: /storage/</a:t>
            </a:r>
            <a:r>
              <a:rPr dirty="0" err="1"/>
              <a:t>penghongen</a:t>
            </a:r>
            <a:r>
              <a:rPr dirty="0"/>
              <a:t>/AdaLigand_stage1_inference/Emap2lig/</a:t>
            </a:r>
            <a:r>
              <a:rPr dirty="0" err="1"/>
              <a:t>official_find_li</a:t>
            </a:r>
            <a:r>
              <a:rPr dirty="0"/>
              <a:t>/held_out_test_0/evaluation/</a:t>
            </a:r>
            <a:r>
              <a:rPr dirty="0" err="1"/>
              <a:t>official_find_li.metrics.json</a:t>
            </a:r>
            <a:endParaRPr dirty="0"/>
          </a:p>
          <a:p>
            <a:r>
              <a:rPr dirty="0"/>
              <a:t>SHA256: 19a0bca8380ea2ea708cc0eb1b1867b8d7b4c2c94e6c810bdeed6446a361d100</a:t>
            </a:r>
          </a:p>
          <a:p>
            <a:endParaRPr dirty="0"/>
          </a:p>
          <a:p>
            <a:r>
              <a:rPr dirty="0"/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GT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CryoAtom2 / Gaussian, Find_1 / CryoAtom2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LigandSeek-Find 的配体区域检出。LigandSeek-Find 使用真实受体或 CryoAtom2 重建受体结构，并与仅使用密度的基线 Emap2lig-Find 比较。左列展示全部配体（179 个 PDB，2,502 个实例），右列仅展示小分子（94 个 PDB，821 个实例）。</a:t>
            </a:r>
            <a:endParaRPr lang="zh-CN"/>
          </a:p>
          <a:p>
            <a:r>
              <a:rPr lang="zh-CN" dirty="0"/>
              <a:t>a, b, 各 PDB 的 Dice 分数，以及阈值为 0.3 和 0.5 时的 one-to-one PRAUC。误差条表示对 PDB 进行 10,000 次 bootstrap 重采样得到的均值的 95% 区间。</a:t>
            </a:r>
            <a:endParaRPr lang="zh-CN"/>
          </a:p>
          <a:p>
            <a:r>
              <a:rPr lang="zh-CN" dirty="0"/>
              <a:t>c, d, 使用 CryoAtom2 重建受体的 LigandSeek-Find 与 Emap2lig-Find 的直接比较。对于全部配体，LigandSeek-Find 表现更好、相当和更差的 PDB 数分别为 112/40/27；对于小分子，对应数量为 40/36/18。</a:t>
            </a:r>
            <a:endParaRPr lang="zh-CN"/>
          </a:p>
          <a:p>
            <a:r>
              <a:rPr lang="zh-CN" dirty="0"/>
              <a:t>e, f, 阈值为 0.3 时的一对一精确率和召回率。每个点代表一个 PDB，白色空心圆和粗线分别表示中位数和四分位距。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Ligand-region detection by </a:t>
            </a:r>
            <a:r>
              <a:rPr dirty="0" err="1"/>
              <a:t>LigandSeek</a:t>
            </a:r>
            <a:r>
              <a:rPr dirty="0"/>
              <a:t>-Find. </a:t>
            </a:r>
            <a:r>
              <a:rPr dirty="0" err="1"/>
              <a:t>LigandSeek</a:t>
            </a:r>
            <a:r>
              <a:rPr dirty="0"/>
              <a:t>-Find uses deposited or CryoAtom2-reconstructed receptor structures and is compared with the density-only baseline Emap2lig-Find. The left column shows all ligands (179 PDB entries, 2,502 instances); the right shows only small molecules (94 PDB entries, 821 instances).</a:t>
            </a:r>
          </a:p>
          <a:p>
            <a:r>
              <a:rPr dirty="0"/>
              <a:t>a, b, Per-PDB Dice scores and one-to-one PRAUC at thresholds of 0.3 and 0.5. Error bars show 95% intervals for the mean from 10,000 bootstrap resamples of PDB entries.</a:t>
            </a:r>
          </a:p>
          <a:p>
            <a:r>
              <a:rPr dirty="0"/>
              <a:t>c, d, Direct comparisons of </a:t>
            </a:r>
            <a:r>
              <a:rPr dirty="0" err="1"/>
              <a:t>LigandSeek</a:t>
            </a:r>
            <a:r>
              <a:rPr dirty="0"/>
              <a:t>-Find using CryoAtom2-reconstructed receptors with Emap2lig-Find. </a:t>
            </a:r>
            <a:r>
              <a:rPr dirty="0" err="1"/>
              <a:t>LigandSeek</a:t>
            </a:r>
            <a:r>
              <a:rPr dirty="0"/>
              <a:t>-Find performs better, comparably or worse on 112/40/27 PDB entries for all ligands and 40/36/18 for small molecules, respectively.</a:t>
            </a:r>
          </a:p>
          <a:p>
            <a:r>
              <a:rPr dirty="0"/>
              <a:t>e, f, One-to-one precision and recall at threshold of 0.3. Each point represents one PDB entry; open white circles and thick bars indicate the median and interquartile range, respectively.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226544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LigandSeek-Find</a:t>
            </a:r>
            <a:r>
              <a:rPr lang="zh-CN" altLang="en-US" dirty="0"/>
              <a:t>与</a:t>
            </a:r>
            <a:r>
              <a:rPr lang="en-US" dirty="0"/>
              <a:t>Emap2lig-Find</a:t>
            </a:r>
            <a:r>
              <a:rPr lang="zh-CN" altLang="en-US" dirty="0"/>
              <a:t>的配体实例检出比较。</a:t>
            </a:r>
            <a:r>
              <a:rPr lang="en-US" dirty="0"/>
              <a:t>a–c，</a:t>
            </a:r>
            <a:r>
              <a:rPr lang="zh-CN" altLang="en-US" dirty="0"/>
              <a:t>全配体，</a:t>
            </a:r>
            <a:r>
              <a:rPr lang="en-US" altLang="zh-CN" dirty="0"/>
              <a:t>179</a:t>
            </a:r>
            <a:r>
              <a:rPr lang="zh-CN" altLang="en-US" dirty="0"/>
              <a:t>个</a:t>
            </a:r>
            <a:r>
              <a:rPr lang="en-US" dirty="0"/>
              <a:t>PDB、2,502</a:t>
            </a:r>
            <a:r>
              <a:rPr lang="zh-CN" altLang="en-US" dirty="0"/>
              <a:t>个实例；</a:t>
            </a:r>
            <a:r>
              <a:rPr lang="en-US" dirty="0"/>
              <a:t>d–f，</a:t>
            </a:r>
            <a:r>
              <a:rPr lang="zh-CN" altLang="en-US" dirty="0"/>
              <a:t>全部小分子，</a:t>
            </a:r>
            <a:r>
              <a:rPr lang="en-US" altLang="zh-CN" dirty="0"/>
              <a:t>94</a:t>
            </a:r>
            <a:r>
              <a:rPr lang="zh-CN" altLang="en-US" dirty="0"/>
              <a:t>个</a:t>
            </a:r>
            <a:r>
              <a:rPr lang="en-US" dirty="0"/>
              <a:t>PDB、821</a:t>
            </a:r>
            <a:r>
              <a:rPr lang="zh-CN" altLang="en-US" dirty="0"/>
              <a:t>个实例。左、中列分别为</a:t>
            </a:r>
            <a:r>
              <a:rPr lang="en-US" dirty="0"/>
              <a:t>LigandSeek-Find</a:t>
            </a:r>
            <a:r>
              <a:rPr lang="zh-CN" altLang="en-US" dirty="0"/>
              <a:t>使用沉积受体</a:t>
            </a:r>
            <a:r>
              <a:rPr lang="en-US" altLang="zh-CN" dirty="0"/>
              <a:t>(</a:t>
            </a:r>
            <a:r>
              <a:rPr lang="en-US" dirty="0"/>
              <a:t>GT)</a:t>
            </a:r>
            <a:r>
              <a:rPr lang="zh-CN" altLang="en-US" dirty="0"/>
              <a:t>和</a:t>
            </a:r>
            <a:r>
              <a:rPr lang="en-US" dirty="0"/>
              <a:t>CryoAtom2</a:t>
            </a:r>
            <a:r>
              <a:rPr lang="zh-CN" altLang="en-US" dirty="0"/>
              <a:t>重建受体</a:t>
            </a:r>
            <a:r>
              <a:rPr lang="en-US" altLang="zh-CN" dirty="0"/>
              <a:t>(</a:t>
            </a:r>
            <a:r>
              <a:rPr lang="en-US" dirty="0"/>
              <a:t>CA2)，</a:t>
            </a:r>
            <a:r>
              <a:rPr lang="zh-CN" altLang="en-US" dirty="0"/>
              <a:t>右列为</a:t>
            </a:r>
            <a:r>
              <a:rPr lang="en-US" dirty="0"/>
              <a:t>Emap2lig-Find。</a:t>
            </a:r>
            <a:r>
              <a:rPr lang="zh-CN" altLang="en-US" dirty="0"/>
              <a:t>候选与真实实例的双向覆盖均不低于</a:t>
            </a:r>
            <a:r>
              <a:rPr lang="en-US" altLang="zh-CN" dirty="0"/>
              <a:t>$0.3$</a:t>
            </a:r>
            <a:r>
              <a:rPr lang="zh-CN" altLang="en-US" dirty="0"/>
              <a:t>，并取几何平均最大的对应。横轴为依序考察的候选数相对于该</a:t>
            </a:r>
            <a:r>
              <a:rPr lang="en-US" dirty="0"/>
              <a:t>PDB</a:t>
            </a:r>
            <a:r>
              <a:rPr lang="zh-CN" altLang="en-US" dirty="0"/>
              <a:t>真实实例数的比例；</a:t>
            </a:r>
            <a:r>
              <a:rPr lang="en-US" altLang="zh-CN" dirty="0"/>
              <a:t>$100\%$</a:t>
            </a:r>
            <a:r>
              <a:rPr lang="zh-CN" altLang="en-US" dirty="0"/>
              <a:t>表示两者数量相同。全配体考察全部候选；小分子仅排除对应范围外真实配体的候选，保留背景候选。纵轴为检出的不同实例比例。绿线与圆点、蓝线与菱形分别表示</a:t>
            </a:r>
            <a:r>
              <a:rPr lang="en-US" dirty="0"/>
              <a:t>PDB</a:t>
            </a:r>
            <a:r>
              <a:rPr lang="zh-CN" altLang="en-US" dirty="0"/>
              <a:t>等权均值和中位数；灰点和小提琴表示</a:t>
            </a:r>
            <a:r>
              <a:rPr lang="en-US" altLang="zh-CN" dirty="0"/>
              <a:t>$50\%$</a:t>
            </a:r>
            <a:r>
              <a:rPr lang="zh-CN" altLang="en-US" dirty="0"/>
              <a:t>、</a:t>
            </a:r>
            <a:r>
              <a:rPr lang="en-US" altLang="zh-CN" dirty="0"/>
              <a:t>$100\%$</a:t>
            </a:r>
            <a:r>
              <a:rPr lang="zh-CN" altLang="en-US" dirty="0"/>
              <a:t>、</a:t>
            </a:r>
            <a:r>
              <a:rPr lang="en-US" altLang="zh-CN" dirty="0"/>
              <a:t>$200\%$</a:t>
            </a:r>
            <a:r>
              <a:rPr lang="zh-CN" altLang="en-US" dirty="0"/>
              <a:t>及</a:t>
            </a:r>
            <a:r>
              <a:rPr lang="en-US" altLang="zh-CN" dirty="0"/>
              <a:t>$300\%$</a:t>
            </a:r>
            <a:r>
              <a:rPr lang="zh-CN" altLang="en-US" dirty="0"/>
              <a:t>候选数量下的</a:t>
            </a:r>
            <a:r>
              <a:rPr lang="en-US" dirty="0"/>
              <a:t>PDB</a:t>
            </a:r>
            <a:r>
              <a:rPr lang="zh-CN" altLang="en-US" dirty="0"/>
              <a:t>分布。</a:t>
            </a:r>
            <a:endParaRPr lang="en-US" altLang="zh-CN" dirty="0"/>
          </a:p>
          <a:p>
            <a:r>
              <a:rPr lang="zh-CN" altLang="en-US" dirty="0"/>
              <a:t>
</a:t>
            </a:r>
            <a:r>
              <a:rPr lang="en-US" dirty="0"/>
              <a:t>ENGLISH:
</a:t>
            </a:r>
            <a:r>
              <a:rPr lang="zh-CN" altLang="zh-CN" b="1" dirty="0"/>
              <a:t>Ligand-instance detection by LigandSeek-Find and Emap2lig-Find.</a:t>
            </a:r>
            <a:r>
              <a:rPr lang="zh-CN" altLang="zh-CN" dirty="0"/>
              <a:t> </a:t>
            </a:r>
            <a:r>
              <a:rPr lang="zh-CN" altLang="zh-CN" b="1" dirty="0"/>
              <a:t>a–c</a:t>
            </a:r>
            <a:r>
              <a:rPr lang="zh-CN" altLang="zh-CN" dirty="0"/>
              <a:t>, All ligands (179 PDBs, 2,502 instances). </a:t>
            </a:r>
            <a:r>
              <a:rPr lang="zh-CN" altLang="zh-CN" b="1" dirty="0"/>
              <a:t>d–f</a:t>
            </a:r>
            <a:r>
              <a:rPr lang="zh-CN" altLang="zh-CN" dirty="0"/>
              <a:t>, Small molecules only (94 PDBs, 821 instances). Left and middle, LigandSeek-Find with deposited receptors (GT) and CryoAtom2-reconstructed receptors (CA2), respectively. Right, Emap2lig-Find. The x-axis shows the number of candidates examined relative to the reference instance count per PDB; 100% denotes equal counts. The y-axis shows the percentage of distinct instances detected. Green lines and circles show the PDB-equal mean, and blue lines and diamonds show the median. Grey points and violins show PDB distributions at relative candidate counts of 50%, 100%, 200% and 300%.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02816708"/>
      </p:ext>
    </p:extLst>
  </p:cSld>
  <p:clrMapOvr>
    <a:masterClrMapping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配体区域检出的整体表现。LigandSeek-Find 使用沉积受体（GT）或 CryoAtom2 重建受体（CA2），与仅使用密度的 Emap2lig-Find 比较。全配体包含179个PDB、2,502个实例；小分子包含94个PDB、821个实例。</a:t>
            </a:r>
          </a:p>
          <a:p xmlns:a="http://schemas.openxmlformats.org/drawingml/2006/main">
            <a:r>
              <a:t>a, b，全配体和小分子的语义Dice，以及双向覆盖阈值0.3下的实例级PRAUC。柱高与横线为PDB等权均值，淡色点为逐PDB结果；误差条为10,000次PDB bootstrap的95%区间。</a:t>
            </a:r>
          </a:p>
          <a:p xmlns:a="http://schemas.openxmlformats.org/drawingml/2006/main">
            <a:r>
              <a:t>c, d，同一PDB上CA2条件的LigandSeek-Find与Emap2lig-Find的实例级PRAUC比较；虚线表示分数相等，点颜色表示实验密度图分辨率。较高、相等、较低的PDB数分别为112/40/27和40/36/18。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Overall performance of ligand-region detection.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 xmlns:a="http://schemas.openxmlformats.org/drawingml/2006/main">
            <a:r>
              <a:t>a, b, Semantic Dice, and instance-level PRAUC at a bidirectional coverage threshold of 0.3, for all ligands and small molecules, respectively. Bars and horizontal marks show PDB-equal means; faint points show individual PDB entries. Error bars show 95% intervals from 10,000 PDB bootstrap resamples.</a:t>
            </a:r>
          </a:p>
          <a:p xmlns:a="http://schemas.openxmlformats.org/drawingml/2006/main">
            <a:r>
              <a:t>c, d, Paired instance-level PRAUC comparisons between LigandSeek-Find (CA2) and Emap2lig-Find. Each point represents one PDB entry; colours indicate map resolution, and dashed lines indicate equal scores. Higher/equal/lower counts are 112/40/27 for all ligands and 40/36/18 for small molecules.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候选区域质量与有限候选数量下的配体检出。LigandSeek-Find 使用沉积受体（GT）或 CryoAtom2 重建受体（CA2），与仅使用密度的 Emap2lig-Find 比较。全配体包含179个PDB、2,502个实例；小分子包含94个PDB、821个实例。</a:t>
            </a:r>
          </a:p>
          <a:p xmlns:a="http://schemas.openxmlformats.org/drawingml/2006/main">
            <a:r>
              <a:t>a, b，双向覆盖阈值0.3下，全配体和小分子的实例级精确率与召回率。小提琴表示分布，淡色点为逐PDB结果，白色圆点与粗线为中位数和四分位范围。</a:t>
            </a:r>
          </a:p>
          <a:p xmlns:a="http://schemas.openxmlformats.org/drawingml/2006/main">
            <a:r>
              <a:t>c, d，全配体和小分子在100%及300%相对候选数量下的平均检出完成度。100%表示考察的候选数上限等于该PDB的真实实例数，300%为其三倍。候选与真实实例的双向覆盖均至少为0.3；候选归属覆盖率几何均值最大的真实实例，每个实例只累计首次检出。小分子视图忽略归属于非小分子的候选，保留背景与重复命中。柱高为PDB等权均值；误差条为10,000次PDB bootstrap的95%区间。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Candidate-region quality and ligand detection at limited candidate counts.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 xmlns:a="http://schemas.openxmlformats.org/drawingml/2006/main">
            <a:r>
              <a:t>a, b, Instance-level precision and recall for all ligands and small molecules, respectively, at a bidirectional coverage threshold of 0.3. Violins show distributions, faint points show individual PDB entries, and white circles and thick lines indicate medians and interquartile ranges.</a:t>
            </a:r>
          </a:p>
          <a:p xmlns:a="http://schemas.openxmlformats.org/drawingml/2006/main">
            <a:r>
              <a:t>c, d, Mean detection completion for all ligands and small molecules at relative candidate counts of 100% and 300%. These limits equal one and three times the ground-truth instance count per PDB, respectively. Candidates are assigned by maximal geometric-mean coverage among pairs satisfying bidirectional coverage of at least 0.3. Each instance contributes only its first detection. The small-molecule evaluation omits candidates assigned to other ligand classes but retains background candidates and repeated hits. Bars show PDB-equal means; error bars show 95% intervals from 10,000 PDB bootstrap resamples.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更严格覆盖阈值下的配体区域检出。LigandSeek-Find 使用沉积受体（GT）或 CryoAtom2 重建受体（CA2），与仅使用密度的 Emap2lig-Find 比较。全配体包含179个PDB、2,502个实例；小分子包含94个PDB、821个实例。</a:t>
            </a:r>
          </a:p>
          <a:p xmlns:a="http://schemas.openxmlformats.org/drawingml/2006/main">
            <a:r>
              <a:t>a, b，全配体和小分子在双向覆盖阈值0.5下的实例级PRAUC。柱高与横线表示PDB等权均值，淡色点表示各PDB结果；误差条为10,000次PDB bootstrap的95%区间。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Ligand-region detection at a stricter coverage threshold.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 xmlns:a="http://schemas.openxmlformats.org/drawingml/2006/main">
            <a:r>
              <a:t>a, b, Instance-level PRAUC for all ligands and small molecules, respectively, at a bidirectional coverage threshold of 0.5. Bars and horizontal marks show PDB-equal means; faint points show individual PDB entries. Error bars show 95% intervals from 10,000 PDB bootstrap resamples.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候选排序中的完整配体检出曲线。LigandSeek-Find 使用沉积受体（GT）或 CryoAtom2 重建受体（CA2），与仅使用密度的 Emap2lig-Find 比较。全配体包含179个PDB、2,502个实例；小分子包含94个PDB、821个实例。</a:t>
            </a:r>
          </a:p>
          <a:p xmlns:a="http://schemas.openxmlformats.org/drawingml/2006/main">
            <a:r>
              <a:t>a–c为全配体，d–f为小分子；左、中、右列分别为GT、CA2和Emap2lig。候选与真实实例的双向覆盖均至少为0.3，候选归属覆盖率几何均值最大的真实实例；每个实例只累计首次检出。横轴为候选数量相对于各PDB真实实例数的百分比，纵轴为检出的不同实例比例。小分子视图忽略归属于其他类别的候选，保留背景与重复命中。绿色圆点和实线表示PDB等权均值，蓝色菱形和实线表示中位数；灰点和小提琴表示50%、100%、200%、300%候选数量下的逐PDB分布。</a:t>
            </a:r>
          </a:p>
          <a:p xmlns:a="http://schemas.openxmlformats.org/drawingml/2006/main">
            <a:r>
              <a:t>ENGLISH:</a:t>
            </a:r>
          </a:p>
          <a:p xmlns:a="http://schemas.openxmlformats.org/drawingml/2006/main">
            <a:r>
              <a:t>Complete ligand-detection curves across ranked candidates.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 xmlns:a="http://schemas.openxmlformats.org/drawingml/2006/main">
            <a:r>
              <a:t>a–c, All ligands. d–f, Small molecules. Columns show GT, CA2 and Emap2lig, respectively. Candidates are assigned by maximal geometric-mean coverage among pairs satisfying bidirectional coverage of at least 0.3. Each instance contributes only its first detection. The x-axis shows candidate counts relative to each PDB's ground-truth instance count; the y-axis shows the percentage of distinct instances detected. The small-molecule evaluation omits candidates assigned to other classes but retains background candidates and repeated hits. Green circles and lines show PDB-equal means; blue diamonds and lines show medians. Grey points and violins show PDB distributions at relative candidate counts of 50%, 100%, 200% and 300%.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 xml:space="preserve">配体区域检出的整体表现。LigandSeek-Find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 xml:space="preserve">a, d，全配体和小分子的语义Dice，以及双向覆盖阈值0.3下的实例级PRAUC。柱高与横线为PDB等权均值，淡色点为逐PDB结果；误差条为10,000次PDB bootstrap的95%区间。</a:t>
            </a:r>
          </a:p>
          <a:p>
            <a:r>
              <a:t xml:space="preserve">b, e，同一PDB上CA2条件的LigandSeek-Find与Emap2lig-Find的语义Dice比较；虚线表示分数相等，点颜色表示实验密度图分辨率。较高、相等、较低的PDB数分别为141/15/23和68/7/19。</a:t>
            </a:r>
          </a:p>
          <a:p>
            <a:r>
              <a:t xml:space="preserve">c, f，双向覆盖阈值0.3下，全配体和小分子的实例级精确率与召回率。小提琴表示分布，淡色点为逐PDB结果，白色圆点与粗线为中位数和四分位范围。</a:t>
            </a:r>
          </a:p>
          <a:p>
            <a:r>
              <a:t xml:space="preserve">ENGLISH:</a:t>
            </a:r>
          </a:p>
          <a:p>
            <a:r>
              <a:t xml:space="preserve">Overall performance of ligand-region detection.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 xml:space="preserve">a, d, Semantic Dice, and instance-level PRAUC at a bidirectional coverage threshold of 0.3, for all ligands and small molecules, respectively. Bars and horizontal marks show PDB-equal means; faint points show individual PDB entries. Error bars show 95% intervals from 10,000 PDB bootstrap resamples.</a:t>
            </a:r>
          </a:p>
          <a:p>
            <a:r>
              <a:t xml:space="preserve">b, e, Paired semantic Dice comparisons between LigandSeek-Find (CA2) and Emap2lig-Find. Each point represents one PDB entry; colours indicate map resolution, and dashed lines indicate equal scores. Higher/equal/lower counts are 141/15/23 and 68/7/19 for all ligands and small molecules, respectively.</a:t>
            </a:r>
          </a:p>
          <a:p>
            <a:r>
              <a:t xml:space="preserve">c, f, Instance-level precision and recall for all ligands and small molecules, respectively, at a bidirectional coverage threshold of 0.3. Violins show distributions, faint points show individual PDB entries, and white circles and thick lines indicate medians and interquartile ranges.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492143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 xml:space="preserve">候选区域质量与有限候选数量下的配体检出。LigandSeek-Find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 xml:space="preserve">a, b，双向覆盖阈值0.3下，全配体和小分子的实例级精确率与召回率。小提琴表示分布，淡色点为逐PDB结果，白色圆点与粗线为中位数和四分位范围。</a:t>
            </a:r>
          </a:p>
          <a:p>
            <a:r>
              <a:t xml:space="preserve">c, d，全配体和小分子在100%及300%相对候选数量下的平均检出完成度。100%表示考察的候选数上限等于该PDB的真实实例数，300%为其三倍。候选与真实实例的双向覆盖均至少为0.3；候选归属覆盖率几何均值最大的真实实例，每个实例只累计首次检出。小分子视图忽略归属于非小分子的候选，保留背景与重复命中。柱高为PDB等权均值；误差条为10,000次PDB bootstrap的95%区间。</a:t>
            </a:r>
          </a:p>
          <a:p>
            <a:r>
              <a:t xml:space="preserve">ENGLISH:</a:t>
            </a:r>
          </a:p>
          <a:p>
            <a:r>
              <a:t xml:space="preserve">Candidate-region quality and ligand detection at limited candidate counts.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 xml:space="preserve">a, b, Instance-level precision and recall for all ligands and small molecules, respectively, at a bidirectional coverage threshold of 0.3. Violins show distributions, faint points show individual PDB entries, and white circles and thick lines indicate medians and interquartile ranges.</a:t>
            </a:r>
          </a:p>
          <a:p>
            <a:r>
              <a:t xml:space="preserve">c, d, Mean detection completion for all ligands and small molecules at relative candidate counts of 100% and 300%. These limits equal one and three times the ground-truth instance count per PDB, respectively. Candidates are assigned by maximal geometric-mean coverage among pairs satisfying bidirectional coverage of at least 0.3. Each instance contributes only its first detection. The small-molecule evaluation omits candidates assigned to other ligand classes but retains background candidates and repeated hits. Bars show PDB-equal means; error bars show 95% intervals from 10,000 PDB bootstrap resamples.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59095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 xml:space="preserve">更严格覆盖阈值下的配体区域检出。LigandSeek-Find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 xml:space="preserve">a, b，全配体和小分子在双向覆盖阈值0.5下的实例级PRAUC。柱高与横线表示PDB等权均值，淡色点表示各PDB结果；误差条为10,000次PDB bootstrap的95%区间。</a:t>
            </a:r>
          </a:p>
          <a:p>
            <a:r>
              <a:t xml:space="preserve">ENGLISH:</a:t>
            </a:r>
          </a:p>
          <a:p>
            <a:r>
              <a:t xml:space="preserve">Ligand-region detection at a stricter coverage threshold.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 xml:space="preserve">a, b, Instance-level PRAUC for all ligands and small molecules, respectively, at a bidirectional coverage threshold of 0.5. Bars and horizontal marks show PDB-equal means; faint points show individual PDB entries. Error bars show 95% intervals from 10,000 PDB bootstrap resamples.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9605293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 xml:space="preserve">候选排序中的完整配体检出曲线。LigandSeek-Find 使用沉积受体（GT）或 CryoAtom2 重建受体（CA2），与仅使用密度的 Emap2lig-Find 比较。全配体包含179个PDB、2,502个实例；小分子包含94个PDB、821个实例。</a:t>
            </a:r>
          </a:p>
          <a:p>
            <a:r>
              <a:t xml:space="preserve">a–c为全配体，d–f为小分子；左、中、右列分别为GT、CA2和Emap2lig。候选与真实实例的双向覆盖均至少为0.3，候选归属覆盖率几何均值最大的真实实例；每个实例只累计首次检出。横轴为候选数量相对于各PDB真实实例数的百分比，纵轴为检出的不同实例比例。小分子视图忽略归属于其他类别的候选，保留背景与重复命中。绿色圆点和实线表示PDB等权均值，蓝色菱形和实线表示中位数；灰点和小提琴表示50%、100%、200%、300%候选数量下的逐PDB分布。</a:t>
            </a:r>
          </a:p>
          <a:p>
            <a:r>
              <a:t xml:space="preserve">ENGLISH:</a:t>
            </a:r>
          </a:p>
          <a:p>
            <a:r>
              <a:t xml:space="preserve">Complete ligand-detection curves across ranked candidates. LigandSeek-Find uses deposited receptors (GT) or CryoAtom2-reconstructed receptors (CA2) and is compared with the density-only method Emap2lig-Find. All ligands comprise 179 PDB entries and 2,502 instances; small molecules comprise 94 PDB entries and 821 instances.</a:t>
            </a:r>
          </a:p>
          <a:p>
            <a:r>
              <a:t xml:space="preserve">a–c, All ligands. d–f, Small molecules. Columns show GT, CA2 and Emap2lig, respectively. Candidates are assigned by maximal geometric-mean coverage among pairs satisfying bidirectional coverage of at least 0.3. Each instance contributes only its first detection. The x-axis shows candidate counts relative to each PDB's ground-truth instance count; the y-axis shows the percentage of distinct instances detected. The small-molecule evaluation omits candidates assigned to other classes but retains background candidates and repeated hits. Green circles and lines show PDB-equal means; blue diamonds and lines show medians. Grey points and violins show PDB distributions at relative candidate counts of 50%, 100%, 200% and 300%.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86510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2.xml" Id="Rc672a6c37aa74652"/></Relationships>
</file>

<file path=ppt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2.xml" Id="Rfc5e2491e9df487b"/></Relationships>
</file>

<file path=ppt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2.xml" Id="R536c751a575044bf"/></Relationships>
</file>

<file path=ppt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2.xml" Id="R234ca302b7e7400b"/></Relationships>
</file>

<file path=ppt/slideLayouts/_rels/slideLayout7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2.xml" Id="R08ace70c7f564762"/></Relationships>
</file>

<file path=ppt/slideLayouts/_rels/slideLayout8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2.xml" Id="R8ab4bd84ef1e4187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6275171"/>
      </p:ext>
    </p:extLst>
  </p:cSld>
  <p:clrMapOvr>
    <a:masterClrMapping/>
  </p:clrMapOvr>
</p:sldLayout>
</file>

<file path=ppt/slideLayouts/slideLayout3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F0D971B-274E-4D05-913B-D58C0FA6BD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52500" y="3324860"/>
            <a:ext cx="7620000" cy="12712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5CE4691-4D14-46B8-AE61-F38D8A95776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428750" y="4840605"/>
            <a:ext cx="6667500" cy="97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5148E14-12E8-4D4E-8F62-15B22A42D1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52500" y="3667125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28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CAA4469-9B2A-4BD4-8E7E-6670D09A3D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35781" y="684530"/>
            <a:ext cx="8453438" cy="10756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DFAAD70-08C5-4503-9823-D147AE009C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35781" y="2444750"/>
            <a:ext cx="8453438" cy="5476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8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167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548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929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1310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692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6073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8454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83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83D3F5B-09A3-499A-B2D2-4A81C7299E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35781" y="684530"/>
            <a:ext cx="8453438" cy="10756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BD186A2-3318-4BE4-A34A-E214C6EC408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35781" y="2444750"/>
            <a:ext cx="3929063" cy="5476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8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167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548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929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1310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692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6073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8454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83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EDC1866-5D56-4149-B33F-28CBBC7F506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060156" y="2444750"/>
            <a:ext cx="3929063" cy="5476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8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167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548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929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1310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692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6073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8454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83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64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7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B63B082-3AF0-4F9B-9E5B-7606A3839D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35781" y="684530"/>
            <a:ext cx="8453438" cy="10756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57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145DF85-A078-4CF5-9678-30E69FA81C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35781" y="2444750"/>
            <a:ext cx="3929063" cy="5476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8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167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6548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8929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1310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36921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60734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1845469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083594" indent="-178594" algn="l">
              <a:lnSpc>
                <a:spcPct val="110000"/>
              </a:lnSpc>
              <a:spcBef>
                <a:spcPts val="0"/>
              </a:spcBef>
              <a:spcAft>
                <a:spcPts val="938"/>
              </a:spcAft>
              <a:buChar char="•"/>
              <a:defRPr sz="175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8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Type="http://schemas.openxmlformats.org/officeDocument/2006/relationships/theme" Target="theme/theme2.xml" Id="Re0eaf237377d4947"/><Relationship Type="http://schemas.openxmlformats.org/officeDocument/2006/relationships/slideLayout" Target="../slideLayouts/slideLayout3.xml" Id="Rc4b55c60bca64654"/><Relationship Type="http://schemas.openxmlformats.org/officeDocument/2006/relationships/slideLayout" Target="../slideLayouts/slideLayout4.xml" Id="Rfa534105519d4ebc"/><Relationship Type="http://schemas.openxmlformats.org/officeDocument/2006/relationships/slideLayout" Target="../slideLayouts/slideLayout5.xml" Id="R6a6f6344b48148e7"/><Relationship Type="http://schemas.openxmlformats.org/officeDocument/2006/relationships/slideLayout" Target="../slideLayouts/slideLayout6.xml" Id="R46a73384da204481"/><Relationship Type="http://schemas.openxmlformats.org/officeDocument/2006/relationships/slideLayout" Target="../slideLayouts/slideLayout7.xml" Id="Rf285a53990404d8e"/><Relationship Type="http://schemas.openxmlformats.org/officeDocument/2006/relationships/slideLayout" Target="../slideLayouts/slideLayout8.xml" Id="R251dc40303754062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90001" r:id="Rc4b55c60bca64654"/>
    <p:sldLayoutId xmlns:r="http://schemas.openxmlformats.org/officeDocument/2006/relationships" id="2147490002" r:id="Rfa534105519d4ebc"/>
    <p:sldLayoutId xmlns:r="http://schemas.openxmlformats.org/officeDocument/2006/relationships" id="2147490003" r:id="R6a6f6344b48148e7"/>
    <p:sldLayoutId xmlns:r="http://schemas.openxmlformats.org/officeDocument/2006/relationships" id="2147490004" r:id="R46a73384da204481"/>
    <p:sldLayoutId xmlns:r="http://schemas.openxmlformats.org/officeDocument/2006/relationships" id="2147490005" r:id="Rf285a53990404d8e"/>
    <p:sldLayoutId xmlns:r="http://schemas.openxmlformats.org/officeDocument/2006/relationships" id="2147490006" r:id="R251dc4030375406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5_E2E8D90D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6_888EC28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1BD9D02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1_84853549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2_7B2E89F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3_885B2A48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FC16D6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3533980A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29AA69E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6FAB5FBA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microsoft.com/office/2018/10/relationships/comments" Target="../comments/modernComment_10D_143D5EED.xm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7_601C228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8_FD483BD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8.xml" Id="Ra60aef2823104ff6"/><Relationship Type="http://schemas.openxmlformats.org/officeDocument/2006/relationships/notesSlide" Target="../notesSlides/notesSlide21.xml" Id="Rf8d7af637aef4542"/><Relationship Type="http://schemas.microsoft.com/office/2018/10/relationships/comments" Target="../comments/modernComment.xml" Id="R818da8d890884bd4"/></Relationships>
</file>

<file path=ppt/slides/_rels/slide22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8.xml" Id="Rcec9cc049a4e46fa"/><Relationship Type="http://schemas.openxmlformats.org/officeDocument/2006/relationships/notesSlide" Target="../notesSlides/notesSlide22.xml" Id="R9b407499bac3485f"/><Relationship Type="http://schemas.microsoft.com/office/2018/10/relationships/comments" Target="../comments/modernComment2.xml" Id="Rf42cbc63ffb94b8c"/></Relationships>
</file>

<file path=ppt/slides/_rels/slide23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8.xml" Id="Rfb0feae10b1f4805"/><Relationship Type="http://schemas.openxmlformats.org/officeDocument/2006/relationships/notesSlide" Target="../notesSlides/notesSlide23.xml" Id="R6e8a01c6b4334072"/><Relationship Type="http://schemas.microsoft.com/office/2018/10/relationships/comments" Target="../comments/modernComment3.xml" Id="R1c3b3cf829d346c9"/></Relationships>
</file>

<file path=ppt/slides/_rels/slide24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8.xml" Id="R0fe4a9db4fb241db"/><Relationship Type="http://schemas.openxmlformats.org/officeDocument/2006/relationships/notesSlide" Target="../notesSlides/notesSlide24.xml" Id="R11962fb652eb4fb8"/><Relationship Type="http://schemas.microsoft.com/office/2018/10/relationships/comments" Target="../comments/modernComment4.xml" Id="R2e2ac7da1602438d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D_24D69F6C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E_BB180686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F_99C1F4A8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0_1876B60E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5" name="a_full_bar_0">
            <a:extLst>
              <a:ext uri="{FF2B5EF4-FFF2-40B4-BE49-F238E27FC236}">
                <a16:creationId xmlns:a16="http://schemas.microsoft.com/office/drawing/2014/main" id="{2FFF6235-507D-4D95-9592-660B90FC6A70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_full_bar_1">
            <a:extLst>
              <a:ext uri="{FF2B5EF4-FFF2-40B4-BE49-F238E27FC236}">
                <a16:creationId xmlns:a16="http://schemas.microsoft.com/office/drawing/2014/main" id="{6A0C3C66-8C8F-452D-BBA4-C5BADB59502B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2">
            <a:extLst>
              <a:ext uri="{FF2B5EF4-FFF2-40B4-BE49-F238E27FC236}">
                <a16:creationId xmlns:a16="http://schemas.microsoft.com/office/drawing/2014/main" id="{02E98617-02C9-4EED-8614-583C7AD68F7C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2E33EB44-6F0D-4F23-AC81-7C3390176BCB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4">
            <a:extLst>
              <a:ext uri="{FF2B5EF4-FFF2-40B4-BE49-F238E27FC236}">
                <a16:creationId xmlns:a16="http://schemas.microsoft.com/office/drawing/2014/main" id="{8C34355F-05F5-4DAA-8747-90CB7FBDCF2D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7AB8512E-288D-4B1B-A2AF-EF486296E994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C576BC40-0FF6-46B0-AE7E-CA7DB2A440DC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129A376D-A03B-4B01-BAE9-787E9BF212E1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a_full_bar_8">
            <a:extLst>
              <a:ext uri="{FF2B5EF4-FFF2-40B4-BE49-F238E27FC236}">
                <a16:creationId xmlns:a16="http://schemas.microsoft.com/office/drawing/2014/main" id="{50DD69D2-5355-437E-9F3B-52229FEBA5D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a_full_bar_9">
            <a:extLst>
              <a:ext uri="{FF2B5EF4-FFF2-40B4-BE49-F238E27FC236}">
                <a16:creationId xmlns:a16="http://schemas.microsoft.com/office/drawing/2014/main" id="{87D7B715-793D-4B7B-9D60-0CAD1635BECC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9C4E8E9C-B365-40AE-A43D-F8E8DED4C46F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a_full_bar_11">
            <a:extLst>
              <a:ext uri="{FF2B5EF4-FFF2-40B4-BE49-F238E27FC236}">
                <a16:creationId xmlns:a16="http://schemas.microsoft.com/office/drawing/2014/main" id="{B10B7F3D-340E-4228-8CF1-E156A1997DE5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a_full_bar_12">
            <a:extLst>
              <a:ext uri="{FF2B5EF4-FFF2-40B4-BE49-F238E27FC236}">
                <a16:creationId xmlns:a16="http://schemas.microsoft.com/office/drawing/2014/main" id="{2B6F99FA-85F8-4407-9E65-A0A687E400AF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AE6F2591-4888-4A2F-BE9D-9F89E06D8489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a_full_bar_14">
            <a:extLst>
              <a:ext uri="{FF2B5EF4-FFF2-40B4-BE49-F238E27FC236}">
                <a16:creationId xmlns:a16="http://schemas.microsoft.com/office/drawing/2014/main" id="{537477E1-D1B3-40D0-93A7-5AC9DEC4CDC0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a_full_bar_15">
            <a:extLst>
              <a:ext uri="{FF2B5EF4-FFF2-40B4-BE49-F238E27FC236}">
                <a16:creationId xmlns:a16="http://schemas.microsoft.com/office/drawing/2014/main" id="{A6EE4A6E-4611-4DBF-BE4C-76B7021C96C2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D6E53561-ACD3-47F3-A62B-1ABAD34F3ED0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">
            <a:extLst>
              <a:ext uri="{FF2B5EF4-FFF2-40B4-BE49-F238E27FC236}">
                <a16:creationId xmlns:a16="http://schemas.microsoft.com/office/drawing/2014/main" id="{9BE62C87-B42A-4E19-AEF4-558441FD14DF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a_full_bar_18">
            <a:extLst>
              <a:ext uri="{FF2B5EF4-FFF2-40B4-BE49-F238E27FC236}">
                <a16:creationId xmlns:a16="http://schemas.microsoft.com/office/drawing/2014/main" id="{EE63C864-BDF5-4239-AD9A-1D8C9ADAB1AD}"/>
              </a:ext>
            </a:extLst>
          </p:cNvPr>
          <p:cNvSpPr>
            <a:spLocks noGrp="1"/>
          </p:cNvSpPr>
          <p:nvPr/>
        </p:nvSpPr>
        <p:spPr>
          <a:xfrm>
            <a:off x="2049831" y="3925640"/>
            <a:ext cx="494991" cy="2107926"/>
          </a:xfrm>
          <a:custGeom>
            <a:avLst/>
            <a:gdLst/>
            <a:ahLst/>
            <a:cxnLst/>
            <a:rect l="0" t="0" r="0" b="0"/>
            <a:pathLst>
              <a:path w="494991" h="2107926">
                <a:moveTo>
                  <a:pt x="0" y="2107926"/>
                </a:moveTo>
                <a:lnTo>
                  <a:pt x="494991" y="2107926"/>
                </a:lnTo>
                <a:lnTo>
                  <a:pt x="494991" y="0"/>
                </a:lnTo>
                <a:lnTo>
                  <a:pt x="0" y="0"/>
                </a:lnTo>
                <a:lnTo>
                  <a:pt x="0" y="210792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a_full_bar_19">
            <a:extLst>
              <a:ext uri="{FF2B5EF4-FFF2-40B4-BE49-F238E27FC236}">
                <a16:creationId xmlns:a16="http://schemas.microsoft.com/office/drawing/2014/main" id="{28A2EB08-E8B8-449E-9844-5A1B07A60067}"/>
              </a:ext>
            </a:extLst>
          </p:cNvPr>
          <p:cNvSpPr>
            <a:spLocks noGrp="1"/>
          </p:cNvSpPr>
          <p:nvPr/>
        </p:nvSpPr>
        <p:spPr>
          <a:xfrm>
            <a:off x="4495440" y="3641943"/>
            <a:ext cx="494991" cy="2391623"/>
          </a:xfrm>
          <a:custGeom>
            <a:avLst/>
            <a:gdLst/>
            <a:ahLst/>
            <a:cxnLst/>
            <a:rect l="0" t="0" r="0" b="0"/>
            <a:pathLst>
              <a:path w="494991" h="2391623">
                <a:moveTo>
                  <a:pt x="0" y="2391623"/>
                </a:moveTo>
                <a:lnTo>
                  <a:pt x="494991" y="2391623"/>
                </a:lnTo>
                <a:lnTo>
                  <a:pt x="494991" y="0"/>
                </a:lnTo>
                <a:lnTo>
                  <a:pt x="0" y="0"/>
                </a:lnTo>
                <a:lnTo>
                  <a:pt x="0" y="2391623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a_full_bar_20">
            <a:extLst>
              <a:ext uri="{FF2B5EF4-FFF2-40B4-BE49-F238E27FC236}">
                <a16:creationId xmlns:a16="http://schemas.microsoft.com/office/drawing/2014/main" id="{BD5A7C91-C3EC-45E6-8BF7-98336E38CDC6}"/>
              </a:ext>
            </a:extLst>
          </p:cNvPr>
          <p:cNvSpPr>
            <a:spLocks noGrp="1"/>
          </p:cNvSpPr>
          <p:nvPr/>
        </p:nvSpPr>
        <p:spPr>
          <a:xfrm>
            <a:off x="6941048" y="4022750"/>
            <a:ext cx="494991" cy="2010817"/>
          </a:xfrm>
          <a:custGeom>
            <a:avLst/>
            <a:gdLst/>
            <a:ahLst/>
            <a:cxnLst/>
            <a:rect l="0" t="0" r="0" b="0"/>
            <a:pathLst>
              <a:path w="494991" h="2010817">
                <a:moveTo>
                  <a:pt x="0" y="2010817"/>
                </a:moveTo>
                <a:lnTo>
                  <a:pt x="494991" y="2010817"/>
                </a:lnTo>
                <a:lnTo>
                  <a:pt x="494991" y="0"/>
                </a:lnTo>
                <a:lnTo>
                  <a:pt x="0" y="0"/>
                </a:lnTo>
                <a:lnTo>
                  <a:pt x="0" y="201081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a_full_bar_21">
            <a:extLst>
              <a:ext uri="{FF2B5EF4-FFF2-40B4-BE49-F238E27FC236}">
                <a16:creationId xmlns:a16="http://schemas.microsoft.com/office/drawing/2014/main" id="{09BDDE4B-0CC1-4F0A-990A-84FB3C9C426E}"/>
              </a:ext>
            </a:extLst>
          </p:cNvPr>
          <p:cNvSpPr>
            <a:spLocks noGrp="1"/>
          </p:cNvSpPr>
          <p:nvPr/>
        </p:nvSpPr>
        <p:spPr>
          <a:xfrm>
            <a:off x="2612321" y="4313764"/>
            <a:ext cx="494991" cy="1719802"/>
          </a:xfrm>
          <a:custGeom>
            <a:avLst/>
            <a:gdLst/>
            <a:ahLst/>
            <a:cxnLst/>
            <a:rect l="0" t="0" r="0" b="0"/>
            <a:pathLst>
              <a:path w="494991" h="1719802">
                <a:moveTo>
                  <a:pt x="0" y="1719802"/>
                </a:moveTo>
                <a:lnTo>
                  <a:pt x="494991" y="1719802"/>
                </a:lnTo>
                <a:lnTo>
                  <a:pt x="494991" y="0"/>
                </a:lnTo>
                <a:lnTo>
                  <a:pt x="0" y="0"/>
                </a:lnTo>
                <a:lnTo>
                  <a:pt x="0" y="171980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a_full_bar_22">
            <a:extLst>
              <a:ext uri="{FF2B5EF4-FFF2-40B4-BE49-F238E27FC236}">
                <a16:creationId xmlns:a16="http://schemas.microsoft.com/office/drawing/2014/main" id="{92F750D7-BDD6-42E0-B61C-817C4C7B7EA7}"/>
              </a:ext>
            </a:extLst>
          </p:cNvPr>
          <p:cNvSpPr>
            <a:spLocks noGrp="1"/>
          </p:cNvSpPr>
          <p:nvPr/>
        </p:nvSpPr>
        <p:spPr>
          <a:xfrm>
            <a:off x="5057929" y="4082933"/>
            <a:ext cx="494991" cy="1950633"/>
          </a:xfrm>
          <a:custGeom>
            <a:avLst/>
            <a:gdLst/>
            <a:ahLst/>
            <a:cxnLst/>
            <a:rect l="0" t="0" r="0" b="0"/>
            <a:pathLst>
              <a:path w="494991" h="1950633">
                <a:moveTo>
                  <a:pt x="0" y="1950633"/>
                </a:moveTo>
                <a:lnTo>
                  <a:pt x="494991" y="1950633"/>
                </a:lnTo>
                <a:lnTo>
                  <a:pt x="494991" y="0"/>
                </a:lnTo>
                <a:lnTo>
                  <a:pt x="0" y="0"/>
                </a:lnTo>
                <a:lnTo>
                  <a:pt x="0" y="1950633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a_full_bar_23">
            <a:extLst>
              <a:ext uri="{FF2B5EF4-FFF2-40B4-BE49-F238E27FC236}">
                <a16:creationId xmlns:a16="http://schemas.microsoft.com/office/drawing/2014/main" id="{4B4EC5CE-8F20-4842-A391-E01E546AA656}"/>
              </a:ext>
            </a:extLst>
          </p:cNvPr>
          <p:cNvSpPr>
            <a:spLocks noGrp="1"/>
          </p:cNvSpPr>
          <p:nvPr/>
        </p:nvSpPr>
        <p:spPr>
          <a:xfrm>
            <a:off x="7503538" y="4421466"/>
            <a:ext cx="494991" cy="1612101"/>
          </a:xfrm>
          <a:custGeom>
            <a:avLst/>
            <a:gdLst/>
            <a:ahLst/>
            <a:cxnLst/>
            <a:rect l="0" t="0" r="0" b="0"/>
            <a:pathLst>
              <a:path w="494991" h="1612101">
                <a:moveTo>
                  <a:pt x="0" y="1612101"/>
                </a:moveTo>
                <a:lnTo>
                  <a:pt x="494991" y="1612101"/>
                </a:lnTo>
                <a:lnTo>
                  <a:pt x="494991" y="0"/>
                </a:lnTo>
                <a:lnTo>
                  <a:pt x="0" y="0"/>
                </a:lnTo>
                <a:lnTo>
                  <a:pt x="0" y="1612101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a_full_bar_24">
            <a:extLst>
              <a:ext uri="{FF2B5EF4-FFF2-40B4-BE49-F238E27FC236}">
                <a16:creationId xmlns:a16="http://schemas.microsoft.com/office/drawing/2014/main" id="{4693A50D-0824-4E78-9DA0-3FE496220ECB}"/>
              </a:ext>
            </a:extLst>
          </p:cNvPr>
          <p:cNvSpPr>
            <a:spLocks noGrp="1"/>
          </p:cNvSpPr>
          <p:nvPr/>
        </p:nvSpPr>
        <p:spPr>
          <a:xfrm>
            <a:off x="3174811" y="5853769"/>
            <a:ext cx="494991" cy="179798"/>
          </a:xfrm>
          <a:custGeom>
            <a:avLst/>
            <a:gdLst/>
            <a:ahLst/>
            <a:cxnLst/>
            <a:rect l="0" t="0" r="0" b="0"/>
            <a:pathLst>
              <a:path w="494991" h="179798">
                <a:moveTo>
                  <a:pt x="0" y="179798"/>
                </a:moveTo>
                <a:lnTo>
                  <a:pt x="494991" y="179798"/>
                </a:lnTo>
                <a:lnTo>
                  <a:pt x="494991" y="0"/>
                </a:lnTo>
                <a:lnTo>
                  <a:pt x="0" y="0"/>
                </a:lnTo>
                <a:lnTo>
                  <a:pt x="0" y="17979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a_full_bar_25">
            <a:extLst>
              <a:ext uri="{FF2B5EF4-FFF2-40B4-BE49-F238E27FC236}">
                <a16:creationId xmlns:a16="http://schemas.microsoft.com/office/drawing/2014/main" id="{6D9EBF42-B56A-43F9-9FD4-8482A8363E4F}"/>
              </a:ext>
            </a:extLst>
          </p:cNvPr>
          <p:cNvSpPr>
            <a:spLocks noGrp="1"/>
          </p:cNvSpPr>
          <p:nvPr/>
        </p:nvSpPr>
        <p:spPr>
          <a:xfrm>
            <a:off x="5620419" y="5113159"/>
            <a:ext cx="494991" cy="920408"/>
          </a:xfrm>
          <a:custGeom>
            <a:avLst/>
            <a:gdLst/>
            <a:ahLst/>
            <a:cxnLst/>
            <a:rect l="0" t="0" r="0" b="0"/>
            <a:pathLst>
              <a:path w="494991" h="920408">
                <a:moveTo>
                  <a:pt x="0" y="920408"/>
                </a:moveTo>
                <a:lnTo>
                  <a:pt x="494991" y="920408"/>
                </a:lnTo>
                <a:lnTo>
                  <a:pt x="494991" y="0"/>
                </a:lnTo>
                <a:lnTo>
                  <a:pt x="0" y="0"/>
                </a:lnTo>
                <a:lnTo>
                  <a:pt x="0" y="920408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a_full_bar_26">
            <a:extLst>
              <a:ext uri="{FF2B5EF4-FFF2-40B4-BE49-F238E27FC236}">
                <a16:creationId xmlns:a16="http://schemas.microsoft.com/office/drawing/2014/main" id="{75F5461B-BFD7-4C48-97A3-FEB4E521F5DD}"/>
              </a:ext>
            </a:extLst>
          </p:cNvPr>
          <p:cNvSpPr>
            <a:spLocks noGrp="1"/>
          </p:cNvSpPr>
          <p:nvPr/>
        </p:nvSpPr>
        <p:spPr>
          <a:xfrm>
            <a:off x="8066027" y="5578540"/>
            <a:ext cx="494991" cy="455027"/>
          </a:xfrm>
          <a:custGeom>
            <a:avLst/>
            <a:gdLst/>
            <a:ahLst/>
            <a:cxnLst/>
            <a:rect l="0" t="0" r="0" b="0"/>
            <a:pathLst>
              <a:path w="494991" h="455027">
                <a:moveTo>
                  <a:pt x="0" y="455027"/>
                </a:moveTo>
                <a:lnTo>
                  <a:pt x="494991" y="455027"/>
                </a:lnTo>
                <a:lnTo>
                  <a:pt x="494991" y="0"/>
                </a:lnTo>
                <a:lnTo>
                  <a:pt x="0" y="0"/>
                </a:lnTo>
                <a:lnTo>
                  <a:pt x="0" y="45502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a_full_bar_27">
            <a:extLst>
              <a:ext uri="{FF2B5EF4-FFF2-40B4-BE49-F238E27FC236}">
                <a16:creationId xmlns:a16="http://schemas.microsoft.com/office/drawing/2014/main" id="{83FDD124-134E-4540-8D35-88D7B7D5D56D}"/>
              </a:ext>
            </a:extLst>
          </p:cNvPr>
          <p:cNvSpPr>
            <a:spLocks noGrp="1"/>
          </p:cNvSpPr>
          <p:nvPr/>
        </p:nvSpPr>
        <p:spPr>
          <a:xfrm>
            <a:off x="2151911" y="29667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a_full_bar_28">
            <a:extLst>
              <a:ext uri="{FF2B5EF4-FFF2-40B4-BE49-F238E27FC236}">
                <a16:creationId xmlns:a16="http://schemas.microsoft.com/office/drawing/2014/main" id="{65D5955D-A524-4FC3-BC66-09999737ADCF}"/>
              </a:ext>
            </a:extLst>
          </p:cNvPr>
          <p:cNvSpPr>
            <a:spLocks noGrp="1"/>
          </p:cNvSpPr>
          <p:nvPr/>
        </p:nvSpPr>
        <p:spPr>
          <a:xfrm>
            <a:off x="2096529" y="27480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a_full_bar_29">
            <a:extLst>
              <a:ext uri="{FF2B5EF4-FFF2-40B4-BE49-F238E27FC236}">
                <a16:creationId xmlns:a16="http://schemas.microsoft.com/office/drawing/2014/main" id="{FD585267-8CFC-4770-8CF7-1A89F15A5361}"/>
              </a:ext>
            </a:extLst>
          </p:cNvPr>
          <p:cNvSpPr>
            <a:spLocks noGrp="1"/>
          </p:cNvSpPr>
          <p:nvPr/>
        </p:nvSpPr>
        <p:spPr>
          <a:xfrm>
            <a:off x="2352812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a_full_bar_30">
            <a:extLst>
              <a:ext uri="{FF2B5EF4-FFF2-40B4-BE49-F238E27FC236}">
                <a16:creationId xmlns:a16="http://schemas.microsoft.com/office/drawing/2014/main" id="{7F217713-DD22-4A08-8861-469A619FEE3E}"/>
              </a:ext>
            </a:extLst>
          </p:cNvPr>
          <p:cNvSpPr>
            <a:spLocks noGrp="1"/>
          </p:cNvSpPr>
          <p:nvPr/>
        </p:nvSpPr>
        <p:spPr>
          <a:xfrm>
            <a:off x="2176752" y="5520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a_full_bar_31">
            <a:extLst>
              <a:ext uri="{FF2B5EF4-FFF2-40B4-BE49-F238E27FC236}">
                <a16:creationId xmlns:a16="http://schemas.microsoft.com/office/drawing/2014/main" id="{30C20A4D-0FD2-4685-9E55-3DAC8034C32C}"/>
              </a:ext>
            </a:extLst>
          </p:cNvPr>
          <p:cNvSpPr>
            <a:spLocks noGrp="1"/>
          </p:cNvSpPr>
          <p:nvPr/>
        </p:nvSpPr>
        <p:spPr>
          <a:xfrm>
            <a:off x="2438641" y="31921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a_full_bar_32">
            <a:extLst>
              <a:ext uri="{FF2B5EF4-FFF2-40B4-BE49-F238E27FC236}">
                <a16:creationId xmlns:a16="http://schemas.microsoft.com/office/drawing/2014/main" id="{C0E1A043-ED7C-43A9-AE30-3F94EED4E30E}"/>
              </a:ext>
            </a:extLst>
          </p:cNvPr>
          <p:cNvSpPr>
            <a:spLocks noGrp="1"/>
          </p:cNvSpPr>
          <p:nvPr/>
        </p:nvSpPr>
        <p:spPr>
          <a:xfrm>
            <a:off x="2068777" y="33519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a_full_bar_33">
            <a:extLst>
              <a:ext uri="{FF2B5EF4-FFF2-40B4-BE49-F238E27FC236}">
                <a16:creationId xmlns:a16="http://schemas.microsoft.com/office/drawing/2014/main" id="{23254FE8-78F6-4EC4-9F68-996642C5ADCC}"/>
              </a:ext>
            </a:extLst>
          </p:cNvPr>
          <p:cNvSpPr>
            <a:spLocks noGrp="1"/>
          </p:cNvSpPr>
          <p:nvPr/>
        </p:nvSpPr>
        <p:spPr>
          <a:xfrm>
            <a:off x="2431507" y="3006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a_full_bar_34">
            <a:extLst>
              <a:ext uri="{FF2B5EF4-FFF2-40B4-BE49-F238E27FC236}">
                <a16:creationId xmlns:a16="http://schemas.microsoft.com/office/drawing/2014/main" id="{63A5C6E2-1313-4BE9-A2A1-B93723900C44}"/>
              </a:ext>
            </a:extLst>
          </p:cNvPr>
          <p:cNvSpPr>
            <a:spLocks noGrp="1"/>
          </p:cNvSpPr>
          <p:nvPr/>
        </p:nvSpPr>
        <p:spPr>
          <a:xfrm>
            <a:off x="209753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a_full_bar_35">
            <a:extLst>
              <a:ext uri="{FF2B5EF4-FFF2-40B4-BE49-F238E27FC236}">
                <a16:creationId xmlns:a16="http://schemas.microsoft.com/office/drawing/2014/main" id="{638536D5-C49F-4A82-A5BB-2B269015DFF3}"/>
              </a:ext>
            </a:extLst>
          </p:cNvPr>
          <p:cNvSpPr>
            <a:spLocks noGrp="1"/>
          </p:cNvSpPr>
          <p:nvPr/>
        </p:nvSpPr>
        <p:spPr>
          <a:xfrm>
            <a:off x="2115973" y="4620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a_full_bar_36">
            <a:extLst>
              <a:ext uri="{FF2B5EF4-FFF2-40B4-BE49-F238E27FC236}">
                <a16:creationId xmlns:a16="http://schemas.microsoft.com/office/drawing/2014/main" id="{DBBE9F70-6EA5-4CB7-9E85-F76E7A1905A0}"/>
              </a:ext>
            </a:extLst>
          </p:cNvPr>
          <p:cNvSpPr>
            <a:spLocks noGrp="1"/>
          </p:cNvSpPr>
          <p:nvPr/>
        </p:nvSpPr>
        <p:spPr>
          <a:xfrm>
            <a:off x="2293974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a_full_bar_37">
            <a:extLst>
              <a:ext uri="{FF2B5EF4-FFF2-40B4-BE49-F238E27FC236}">
                <a16:creationId xmlns:a16="http://schemas.microsoft.com/office/drawing/2014/main" id="{3E736CA6-193A-4A36-9B84-C46F2ACA4F5B}"/>
              </a:ext>
            </a:extLst>
          </p:cNvPr>
          <p:cNvSpPr>
            <a:spLocks noGrp="1"/>
          </p:cNvSpPr>
          <p:nvPr/>
        </p:nvSpPr>
        <p:spPr>
          <a:xfrm>
            <a:off x="2064361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a_full_bar_38">
            <a:extLst>
              <a:ext uri="{FF2B5EF4-FFF2-40B4-BE49-F238E27FC236}">
                <a16:creationId xmlns:a16="http://schemas.microsoft.com/office/drawing/2014/main" id="{19C2E507-276A-41AC-95E1-9FF5DA739242}"/>
              </a:ext>
            </a:extLst>
          </p:cNvPr>
          <p:cNvSpPr>
            <a:spLocks noGrp="1"/>
          </p:cNvSpPr>
          <p:nvPr/>
        </p:nvSpPr>
        <p:spPr>
          <a:xfrm>
            <a:off x="2189576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a_full_bar_39">
            <a:extLst>
              <a:ext uri="{FF2B5EF4-FFF2-40B4-BE49-F238E27FC236}">
                <a16:creationId xmlns:a16="http://schemas.microsoft.com/office/drawing/2014/main" id="{6D4EA777-555B-454E-A4ED-FE4F5F892004}"/>
              </a:ext>
            </a:extLst>
          </p:cNvPr>
          <p:cNvSpPr>
            <a:spLocks noGrp="1"/>
          </p:cNvSpPr>
          <p:nvPr/>
        </p:nvSpPr>
        <p:spPr>
          <a:xfrm>
            <a:off x="2271927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a_full_bar_40">
            <a:extLst>
              <a:ext uri="{FF2B5EF4-FFF2-40B4-BE49-F238E27FC236}">
                <a16:creationId xmlns:a16="http://schemas.microsoft.com/office/drawing/2014/main" id="{F03A2C82-5F23-41EB-9274-38CC2C073545}"/>
              </a:ext>
            </a:extLst>
          </p:cNvPr>
          <p:cNvSpPr>
            <a:spLocks noGrp="1"/>
          </p:cNvSpPr>
          <p:nvPr/>
        </p:nvSpPr>
        <p:spPr>
          <a:xfrm>
            <a:off x="2268044" y="4209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a_full_bar_41">
            <a:extLst>
              <a:ext uri="{FF2B5EF4-FFF2-40B4-BE49-F238E27FC236}">
                <a16:creationId xmlns:a16="http://schemas.microsoft.com/office/drawing/2014/main" id="{EE7C5531-8EFF-4A16-AAA8-366AA0DBB14D}"/>
              </a:ext>
            </a:extLst>
          </p:cNvPr>
          <p:cNvSpPr>
            <a:spLocks noGrp="1"/>
          </p:cNvSpPr>
          <p:nvPr/>
        </p:nvSpPr>
        <p:spPr>
          <a:xfrm>
            <a:off x="2326062" y="31219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a_full_bar_42">
            <a:extLst>
              <a:ext uri="{FF2B5EF4-FFF2-40B4-BE49-F238E27FC236}">
                <a16:creationId xmlns:a16="http://schemas.microsoft.com/office/drawing/2014/main" id="{034DE519-6B34-49A7-93CE-F27D8860C099}"/>
              </a:ext>
            </a:extLst>
          </p:cNvPr>
          <p:cNvSpPr>
            <a:spLocks noGrp="1"/>
          </p:cNvSpPr>
          <p:nvPr/>
        </p:nvSpPr>
        <p:spPr>
          <a:xfrm>
            <a:off x="2064859" y="31334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a_full_bar_43">
            <a:extLst>
              <a:ext uri="{FF2B5EF4-FFF2-40B4-BE49-F238E27FC236}">
                <a16:creationId xmlns:a16="http://schemas.microsoft.com/office/drawing/2014/main" id="{84CF03A5-C83E-4F09-98F7-391E7E1E8277}"/>
              </a:ext>
            </a:extLst>
          </p:cNvPr>
          <p:cNvSpPr>
            <a:spLocks noGrp="1"/>
          </p:cNvSpPr>
          <p:nvPr/>
        </p:nvSpPr>
        <p:spPr>
          <a:xfrm>
            <a:off x="2237207" y="48036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a_full_bar_44">
            <a:extLst>
              <a:ext uri="{FF2B5EF4-FFF2-40B4-BE49-F238E27FC236}">
                <a16:creationId xmlns:a16="http://schemas.microsoft.com/office/drawing/2014/main" id="{7DBE5EA8-17EB-4A73-B131-E0BA40573112}"/>
              </a:ext>
            </a:extLst>
          </p:cNvPr>
          <p:cNvSpPr>
            <a:spLocks noGrp="1"/>
          </p:cNvSpPr>
          <p:nvPr/>
        </p:nvSpPr>
        <p:spPr>
          <a:xfrm>
            <a:off x="2100659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a_full_bar_45">
            <a:extLst>
              <a:ext uri="{FF2B5EF4-FFF2-40B4-BE49-F238E27FC236}">
                <a16:creationId xmlns:a16="http://schemas.microsoft.com/office/drawing/2014/main" id="{F17384BA-57E4-4873-B3FD-EF5E749B3A40}"/>
              </a:ext>
            </a:extLst>
          </p:cNvPr>
          <p:cNvSpPr>
            <a:spLocks noGrp="1"/>
          </p:cNvSpPr>
          <p:nvPr/>
        </p:nvSpPr>
        <p:spPr>
          <a:xfrm>
            <a:off x="2096932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a_full_bar_46">
            <a:extLst>
              <a:ext uri="{FF2B5EF4-FFF2-40B4-BE49-F238E27FC236}">
                <a16:creationId xmlns:a16="http://schemas.microsoft.com/office/drawing/2014/main" id="{5DB8F2A5-0628-45C5-B265-ADC0C105C139}"/>
              </a:ext>
            </a:extLst>
          </p:cNvPr>
          <p:cNvSpPr>
            <a:spLocks noGrp="1"/>
          </p:cNvSpPr>
          <p:nvPr/>
        </p:nvSpPr>
        <p:spPr>
          <a:xfrm>
            <a:off x="2270360" y="3503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a_full_bar_47">
            <a:extLst>
              <a:ext uri="{FF2B5EF4-FFF2-40B4-BE49-F238E27FC236}">
                <a16:creationId xmlns:a16="http://schemas.microsoft.com/office/drawing/2014/main" id="{9884D45D-C74D-4088-B16A-E35FB3E4678F}"/>
              </a:ext>
            </a:extLst>
          </p:cNvPr>
          <p:cNvSpPr>
            <a:spLocks noGrp="1"/>
          </p:cNvSpPr>
          <p:nvPr/>
        </p:nvSpPr>
        <p:spPr>
          <a:xfrm>
            <a:off x="2110116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a_full_bar_48">
            <a:extLst>
              <a:ext uri="{FF2B5EF4-FFF2-40B4-BE49-F238E27FC236}">
                <a16:creationId xmlns:a16="http://schemas.microsoft.com/office/drawing/2014/main" id="{EAB58E2B-30B5-4B16-9DF3-E38E2FBFD8F6}"/>
              </a:ext>
            </a:extLst>
          </p:cNvPr>
          <p:cNvSpPr>
            <a:spLocks noGrp="1"/>
          </p:cNvSpPr>
          <p:nvPr/>
        </p:nvSpPr>
        <p:spPr>
          <a:xfrm>
            <a:off x="2128576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a_full_bar_49">
            <a:extLst>
              <a:ext uri="{FF2B5EF4-FFF2-40B4-BE49-F238E27FC236}">
                <a16:creationId xmlns:a16="http://schemas.microsoft.com/office/drawing/2014/main" id="{3FF5604F-9713-4FB9-A3D1-A47581EBC950}"/>
              </a:ext>
            </a:extLst>
          </p:cNvPr>
          <p:cNvSpPr>
            <a:spLocks noGrp="1"/>
          </p:cNvSpPr>
          <p:nvPr/>
        </p:nvSpPr>
        <p:spPr>
          <a:xfrm>
            <a:off x="2304384" y="38690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a_full_bar_50">
            <a:extLst>
              <a:ext uri="{FF2B5EF4-FFF2-40B4-BE49-F238E27FC236}">
                <a16:creationId xmlns:a16="http://schemas.microsoft.com/office/drawing/2014/main" id="{BA39D421-DEBD-4651-8877-D75F79D73820}"/>
              </a:ext>
            </a:extLst>
          </p:cNvPr>
          <p:cNvSpPr>
            <a:spLocks noGrp="1"/>
          </p:cNvSpPr>
          <p:nvPr/>
        </p:nvSpPr>
        <p:spPr>
          <a:xfrm>
            <a:off x="2061414" y="29861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a_full_bar_51">
            <a:extLst>
              <a:ext uri="{FF2B5EF4-FFF2-40B4-BE49-F238E27FC236}">
                <a16:creationId xmlns:a16="http://schemas.microsoft.com/office/drawing/2014/main" id="{85AFA896-93BF-4F5D-A33A-4A44A1E1EE0D}"/>
              </a:ext>
            </a:extLst>
          </p:cNvPr>
          <p:cNvSpPr>
            <a:spLocks noGrp="1"/>
          </p:cNvSpPr>
          <p:nvPr/>
        </p:nvSpPr>
        <p:spPr>
          <a:xfrm>
            <a:off x="2261449" y="51405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a_full_bar_52">
            <a:extLst>
              <a:ext uri="{FF2B5EF4-FFF2-40B4-BE49-F238E27FC236}">
                <a16:creationId xmlns:a16="http://schemas.microsoft.com/office/drawing/2014/main" id="{04995A1B-FE4F-411B-AD72-78D7B83237C9}"/>
              </a:ext>
            </a:extLst>
          </p:cNvPr>
          <p:cNvSpPr>
            <a:spLocks noGrp="1"/>
          </p:cNvSpPr>
          <p:nvPr/>
        </p:nvSpPr>
        <p:spPr>
          <a:xfrm>
            <a:off x="23061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a_full_bar_53">
            <a:extLst>
              <a:ext uri="{FF2B5EF4-FFF2-40B4-BE49-F238E27FC236}">
                <a16:creationId xmlns:a16="http://schemas.microsoft.com/office/drawing/2014/main" id="{21CE1CBD-1061-42B7-9948-E225462ACB8D}"/>
              </a:ext>
            </a:extLst>
          </p:cNvPr>
          <p:cNvSpPr>
            <a:spLocks noGrp="1"/>
          </p:cNvSpPr>
          <p:nvPr/>
        </p:nvSpPr>
        <p:spPr>
          <a:xfrm>
            <a:off x="2073501" y="48008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a_full_bar_54">
            <a:extLst>
              <a:ext uri="{FF2B5EF4-FFF2-40B4-BE49-F238E27FC236}">
                <a16:creationId xmlns:a16="http://schemas.microsoft.com/office/drawing/2014/main" id="{FD53A3F2-C5AA-46AF-9809-4A823C7DDD17}"/>
              </a:ext>
            </a:extLst>
          </p:cNvPr>
          <p:cNvSpPr>
            <a:spLocks noGrp="1"/>
          </p:cNvSpPr>
          <p:nvPr/>
        </p:nvSpPr>
        <p:spPr>
          <a:xfrm>
            <a:off x="2092145" y="48509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a_full_bar_55">
            <a:extLst>
              <a:ext uri="{FF2B5EF4-FFF2-40B4-BE49-F238E27FC236}">
                <a16:creationId xmlns:a16="http://schemas.microsoft.com/office/drawing/2014/main" id="{DF87E2D6-18D3-45EC-A213-84447539540B}"/>
              </a:ext>
            </a:extLst>
          </p:cNvPr>
          <p:cNvSpPr>
            <a:spLocks noGrp="1"/>
          </p:cNvSpPr>
          <p:nvPr/>
        </p:nvSpPr>
        <p:spPr>
          <a:xfrm>
            <a:off x="2184270" y="29559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a_full_bar_56">
            <a:extLst>
              <a:ext uri="{FF2B5EF4-FFF2-40B4-BE49-F238E27FC236}">
                <a16:creationId xmlns:a16="http://schemas.microsoft.com/office/drawing/2014/main" id="{9CF24660-4009-47D9-B433-66793072DFA5}"/>
              </a:ext>
            </a:extLst>
          </p:cNvPr>
          <p:cNvSpPr>
            <a:spLocks noGrp="1"/>
          </p:cNvSpPr>
          <p:nvPr/>
        </p:nvSpPr>
        <p:spPr>
          <a:xfrm>
            <a:off x="2155472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a_full_bar_57">
            <a:extLst>
              <a:ext uri="{FF2B5EF4-FFF2-40B4-BE49-F238E27FC236}">
                <a16:creationId xmlns:a16="http://schemas.microsoft.com/office/drawing/2014/main" id="{9C1DDC34-2174-451E-BCAE-E1823BB7B35C}"/>
              </a:ext>
            </a:extLst>
          </p:cNvPr>
          <p:cNvSpPr>
            <a:spLocks noGrp="1"/>
          </p:cNvSpPr>
          <p:nvPr/>
        </p:nvSpPr>
        <p:spPr>
          <a:xfrm>
            <a:off x="2225673" y="46072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a_full_bar_58">
            <a:extLst>
              <a:ext uri="{FF2B5EF4-FFF2-40B4-BE49-F238E27FC236}">
                <a16:creationId xmlns:a16="http://schemas.microsoft.com/office/drawing/2014/main" id="{630AF151-622A-4208-BBCB-0268F9153E60}"/>
              </a:ext>
            </a:extLst>
          </p:cNvPr>
          <p:cNvSpPr>
            <a:spLocks noGrp="1"/>
          </p:cNvSpPr>
          <p:nvPr/>
        </p:nvSpPr>
        <p:spPr>
          <a:xfrm>
            <a:off x="2155496" y="38436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a_full_bar_59">
            <a:extLst>
              <a:ext uri="{FF2B5EF4-FFF2-40B4-BE49-F238E27FC236}">
                <a16:creationId xmlns:a16="http://schemas.microsoft.com/office/drawing/2014/main" id="{8114A07F-BA29-4BBB-9F57-DA6EB6E67020}"/>
              </a:ext>
            </a:extLst>
          </p:cNvPr>
          <p:cNvSpPr>
            <a:spLocks noGrp="1"/>
          </p:cNvSpPr>
          <p:nvPr/>
        </p:nvSpPr>
        <p:spPr>
          <a:xfrm>
            <a:off x="23767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a_full_bar_60">
            <a:extLst>
              <a:ext uri="{FF2B5EF4-FFF2-40B4-BE49-F238E27FC236}">
                <a16:creationId xmlns:a16="http://schemas.microsoft.com/office/drawing/2014/main" id="{D8FC0860-3198-4961-9367-829332C194AB}"/>
              </a:ext>
            </a:extLst>
          </p:cNvPr>
          <p:cNvSpPr>
            <a:spLocks noGrp="1"/>
          </p:cNvSpPr>
          <p:nvPr/>
        </p:nvSpPr>
        <p:spPr>
          <a:xfrm>
            <a:off x="2165718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a_full_bar_61">
            <a:extLst>
              <a:ext uri="{FF2B5EF4-FFF2-40B4-BE49-F238E27FC236}">
                <a16:creationId xmlns:a16="http://schemas.microsoft.com/office/drawing/2014/main" id="{BBDC52F3-F9C4-4F3D-B566-454C59FC1469}"/>
              </a:ext>
            </a:extLst>
          </p:cNvPr>
          <p:cNvSpPr>
            <a:spLocks noGrp="1"/>
          </p:cNvSpPr>
          <p:nvPr/>
        </p:nvSpPr>
        <p:spPr>
          <a:xfrm>
            <a:off x="2062542" y="26486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a_full_bar_62">
            <a:extLst>
              <a:ext uri="{FF2B5EF4-FFF2-40B4-BE49-F238E27FC236}">
                <a16:creationId xmlns:a16="http://schemas.microsoft.com/office/drawing/2014/main" id="{E72BB49E-E94C-45A0-97F2-128AB066F588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a_full_bar_63">
            <a:extLst>
              <a:ext uri="{FF2B5EF4-FFF2-40B4-BE49-F238E27FC236}">
                <a16:creationId xmlns:a16="http://schemas.microsoft.com/office/drawing/2014/main" id="{E25DA40C-12BE-4C79-BE2E-E03B468DFA04}"/>
              </a:ext>
            </a:extLst>
          </p:cNvPr>
          <p:cNvSpPr>
            <a:spLocks noGrp="1"/>
          </p:cNvSpPr>
          <p:nvPr/>
        </p:nvSpPr>
        <p:spPr>
          <a:xfrm>
            <a:off x="2138293" y="38016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a_full_bar_64">
            <a:extLst>
              <a:ext uri="{FF2B5EF4-FFF2-40B4-BE49-F238E27FC236}">
                <a16:creationId xmlns:a16="http://schemas.microsoft.com/office/drawing/2014/main" id="{4593D96D-FA79-4813-9B08-B5A8A66CDAF3}"/>
              </a:ext>
            </a:extLst>
          </p:cNvPr>
          <p:cNvSpPr>
            <a:spLocks noGrp="1"/>
          </p:cNvSpPr>
          <p:nvPr/>
        </p:nvSpPr>
        <p:spPr>
          <a:xfrm>
            <a:off x="2417356" y="40734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a_full_bar_65">
            <a:extLst>
              <a:ext uri="{FF2B5EF4-FFF2-40B4-BE49-F238E27FC236}">
                <a16:creationId xmlns:a16="http://schemas.microsoft.com/office/drawing/2014/main" id="{C3EC6F20-6A19-4293-A2DE-9BAC67B7C538}"/>
              </a:ext>
            </a:extLst>
          </p:cNvPr>
          <p:cNvSpPr>
            <a:spLocks noGrp="1"/>
          </p:cNvSpPr>
          <p:nvPr/>
        </p:nvSpPr>
        <p:spPr>
          <a:xfrm>
            <a:off x="2117846" y="27550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a_full_bar_66">
            <a:extLst>
              <a:ext uri="{FF2B5EF4-FFF2-40B4-BE49-F238E27FC236}">
                <a16:creationId xmlns:a16="http://schemas.microsoft.com/office/drawing/2014/main" id="{FCFDB267-0301-4C26-A355-750517A98FBE}"/>
              </a:ext>
            </a:extLst>
          </p:cNvPr>
          <p:cNvSpPr>
            <a:spLocks noGrp="1"/>
          </p:cNvSpPr>
          <p:nvPr/>
        </p:nvSpPr>
        <p:spPr>
          <a:xfrm>
            <a:off x="2070535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a_full_bar_67">
            <a:extLst>
              <a:ext uri="{FF2B5EF4-FFF2-40B4-BE49-F238E27FC236}">
                <a16:creationId xmlns:a16="http://schemas.microsoft.com/office/drawing/2014/main" id="{CBB676F8-7BFA-48E1-87A8-5CDABAC1D6F5}"/>
              </a:ext>
            </a:extLst>
          </p:cNvPr>
          <p:cNvSpPr>
            <a:spLocks noGrp="1"/>
          </p:cNvSpPr>
          <p:nvPr/>
        </p:nvSpPr>
        <p:spPr>
          <a:xfrm>
            <a:off x="2136245" y="3805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a_full_bar_68">
            <a:extLst>
              <a:ext uri="{FF2B5EF4-FFF2-40B4-BE49-F238E27FC236}">
                <a16:creationId xmlns:a16="http://schemas.microsoft.com/office/drawing/2014/main" id="{549EFEFC-D9E5-47E3-A8F2-224C6A2EF834}"/>
              </a:ext>
            </a:extLst>
          </p:cNvPr>
          <p:cNvSpPr>
            <a:spLocks noGrp="1"/>
          </p:cNvSpPr>
          <p:nvPr/>
        </p:nvSpPr>
        <p:spPr>
          <a:xfrm>
            <a:off x="2349294" y="30741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a_full_bar_69">
            <a:extLst>
              <a:ext uri="{FF2B5EF4-FFF2-40B4-BE49-F238E27FC236}">
                <a16:creationId xmlns:a16="http://schemas.microsoft.com/office/drawing/2014/main" id="{147BFC23-945A-4E3E-A541-8DDDF2B40433}"/>
              </a:ext>
            </a:extLst>
          </p:cNvPr>
          <p:cNvSpPr>
            <a:spLocks noGrp="1"/>
          </p:cNvSpPr>
          <p:nvPr/>
        </p:nvSpPr>
        <p:spPr>
          <a:xfrm>
            <a:off x="2437503" y="26455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a_full_bar_70">
            <a:extLst>
              <a:ext uri="{FF2B5EF4-FFF2-40B4-BE49-F238E27FC236}">
                <a16:creationId xmlns:a16="http://schemas.microsoft.com/office/drawing/2014/main" id="{61FD35EF-9042-4EA8-8D56-17818A4AE990}"/>
              </a:ext>
            </a:extLst>
          </p:cNvPr>
          <p:cNvSpPr>
            <a:spLocks noGrp="1"/>
          </p:cNvSpPr>
          <p:nvPr/>
        </p:nvSpPr>
        <p:spPr>
          <a:xfrm>
            <a:off x="2385260" y="2924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a_full_bar_71">
            <a:extLst>
              <a:ext uri="{FF2B5EF4-FFF2-40B4-BE49-F238E27FC236}">
                <a16:creationId xmlns:a16="http://schemas.microsoft.com/office/drawing/2014/main" id="{D6FD2061-888D-4BB6-8F5B-6A0689458332}"/>
              </a:ext>
            </a:extLst>
          </p:cNvPr>
          <p:cNvSpPr>
            <a:spLocks noGrp="1"/>
          </p:cNvSpPr>
          <p:nvPr/>
        </p:nvSpPr>
        <p:spPr>
          <a:xfrm>
            <a:off x="2067073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a_full_bar_72">
            <a:extLst>
              <a:ext uri="{FF2B5EF4-FFF2-40B4-BE49-F238E27FC236}">
                <a16:creationId xmlns:a16="http://schemas.microsoft.com/office/drawing/2014/main" id="{17580FCB-CD10-4D7B-BA70-2FEE23566746}"/>
              </a:ext>
            </a:extLst>
          </p:cNvPr>
          <p:cNvSpPr>
            <a:spLocks noGrp="1"/>
          </p:cNvSpPr>
          <p:nvPr/>
        </p:nvSpPr>
        <p:spPr>
          <a:xfrm>
            <a:off x="2180897" y="2826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a_full_bar_73">
            <a:extLst>
              <a:ext uri="{FF2B5EF4-FFF2-40B4-BE49-F238E27FC236}">
                <a16:creationId xmlns:a16="http://schemas.microsoft.com/office/drawing/2014/main" id="{15D9A347-0BFC-4964-AD52-833D77BFABBC}"/>
              </a:ext>
            </a:extLst>
          </p:cNvPr>
          <p:cNvSpPr>
            <a:spLocks noGrp="1"/>
          </p:cNvSpPr>
          <p:nvPr/>
        </p:nvSpPr>
        <p:spPr>
          <a:xfrm>
            <a:off x="236441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a_full_bar_74">
            <a:extLst>
              <a:ext uri="{FF2B5EF4-FFF2-40B4-BE49-F238E27FC236}">
                <a16:creationId xmlns:a16="http://schemas.microsoft.com/office/drawing/2014/main" id="{ECF840DD-757B-4913-9EEB-5664543C7AA1}"/>
              </a:ext>
            </a:extLst>
          </p:cNvPr>
          <p:cNvSpPr>
            <a:spLocks noGrp="1"/>
          </p:cNvSpPr>
          <p:nvPr/>
        </p:nvSpPr>
        <p:spPr>
          <a:xfrm>
            <a:off x="2271436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a_full_bar_75">
            <a:extLst>
              <a:ext uri="{FF2B5EF4-FFF2-40B4-BE49-F238E27FC236}">
                <a16:creationId xmlns:a16="http://schemas.microsoft.com/office/drawing/2014/main" id="{E6639DFF-ED9F-49ED-B31A-1D13734824DB}"/>
              </a:ext>
            </a:extLst>
          </p:cNvPr>
          <p:cNvSpPr>
            <a:spLocks noGrp="1"/>
          </p:cNvSpPr>
          <p:nvPr/>
        </p:nvSpPr>
        <p:spPr>
          <a:xfrm>
            <a:off x="2107417" y="38197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a_full_bar_76">
            <a:extLst>
              <a:ext uri="{FF2B5EF4-FFF2-40B4-BE49-F238E27FC236}">
                <a16:creationId xmlns:a16="http://schemas.microsoft.com/office/drawing/2014/main" id="{773AC80E-C44D-44FE-964D-5F4E747F7277}"/>
              </a:ext>
            </a:extLst>
          </p:cNvPr>
          <p:cNvSpPr>
            <a:spLocks noGrp="1"/>
          </p:cNvSpPr>
          <p:nvPr/>
        </p:nvSpPr>
        <p:spPr>
          <a:xfrm>
            <a:off x="2412393" y="30604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a_full_bar_77">
            <a:extLst>
              <a:ext uri="{FF2B5EF4-FFF2-40B4-BE49-F238E27FC236}">
                <a16:creationId xmlns:a16="http://schemas.microsoft.com/office/drawing/2014/main" id="{BB50D80E-EB29-4FC3-9FD0-E7BC763E7E35}"/>
              </a:ext>
            </a:extLst>
          </p:cNvPr>
          <p:cNvSpPr>
            <a:spLocks noGrp="1"/>
          </p:cNvSpPr>
          <p:nvPr/>
        </p:nvSpPr>
        <p:spPr>
          <a:xfrm>
            <a:off x="2123995" y="32671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a_full_bar_78">
            <a:extLst>
              <a:ext uri="{FF2B5EF4-FFF2-40B4-BE49-F238E27FC236}">
                <a16:creationId xmlns:a16="http://schemas.microsoft.com/office/drawing/2014/main" id="{2DA5FCDD-E14F-4068-BC90-D73F2895FF67}"/>
              </a:ext>
            </a:extLst>
          </p:cNvPr>
          <p:cNvSpPr>
            <a:spLocks noGrp="1"/>
          </p:cNvSpPr>
          <p:nvPr/>
        </p:nvSpPr>
        <p:spPr>
          <a:xfrm>
            <a:off x="2193959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a_full_bar_79">
            <a:extLst>
              <a:ext uri="{FF2B5EF4-FFF2-40B4-BE49-F238E27FC236}">
                <a16:creationId xmlns:a16="http://schemas.microsoft.com/office/drawing/2014/main" id="{8CA19258-89BB-4BD9-9E07-4895A7C71481}"/>
              </a:ext>
            </a:extLst>
          </p:cNvPr>
          <p:cNvSpPr>
            <a:spLocks noGrp="1"/>
          </p:cNvSpPr>
          <p:nvPr/>
        </p:nvSpPr>
        <p:spPr>
          <a:xfrm>
            <a:off x="2371516" y="392432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a_full_bar_80">
            <a:extLst>
              <a:ext uri="{FF2B5EF4-FFF2-40B4-BE49-F238E27FC236}">
                <a16:creationId xmlns:a16="http://schemas.microsoft.com/office/drawing/2014/main" id="{511AE26A-1E38-4A08-88A7-2D1CAAE1B0C2}"/>
              </a:ext>
            </a:extLst>
          </p:cNvPr>
          <p:cNvSpPr>
            <a:spLocks noGrp="1"/>
          </p:cNvSpPr>
          <p:nvPr/>
        </p:nvSpPr>
        <p:spPr>
          <a:xfrm>
            <a:off x="2229946" y="3967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a_full_bar_81">
            <a:extLst>
              <a:ext uri="{FF2B5EF4-FFF2-40B4-BE49-F238E27FC236}">
                <a16:creationId xmlns:a16="http://schemas.microsoft.com/office/drawing/2014/main" id="{29C20299-F42D-40D1-A7EE-7160DF5E1736}"/>
              </a:ext>
            </a:extLst>
          </p:cNvPr>
          <p:cNvSpPr>
            <a:spLocks noGrp="1"/>
          </p:cNvSpPr>
          <p:nvPr/>
        </p:nvSpPr>
        <p:spPr>
          <a:xfrm>
            <a:off x="2221594" y="39685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a_full_bar_82">
            <a:extLst>
              <a:ext uri="{FF2B5EF4-FFF2-40B4-BE49-F238E27FC236}">
                <a16:creationId xmlns:a16="http://schemas.microsoft.com/office/drawing/2014/main" id="{DC586747-AC5A-4A93-A51C-381A86964D82}"/>
              </a:ext>
            </a:extLst>
          </p:cNvPr>
          <p:cNvSpPr>
            <a:spLocks noGrp="1"/>
          </p:cNvSpPr>
          <p:nvPr/>
        </p:nvSpPr>
        <p:spPr>
          <a:xfrm>
            <a:off x="2424831" y="39467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a_full_bar_83">
            <a:extLst>
              <a:ext uri="{FF2B5EF4-FFF2-40B4-BE49-F238E27FC236}">
                <a16:creationId xmlns:a16="http://schemas.microsoft.com/office/drawing/2014/main" id="{735E6A57-7FD6-45B6-85E8-5043E8AAA19D}"/>
              </a:ext>
            </a:extLst>
          </p:cNvPr>
          <p:cNvSpPr>
            <a:spLocks noGrp="1"/>
          </p:cNvSpPr>
          <p:nvPr/>
        </p:nvSpPr>
        <p:spPr>
          <a:xfrm>
            <a:off x="2321531" y="47686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a_full_bar_84">
            <a:extLst>
              <a:ext uri="{FF2B5EF4-FFF2-40B4-BE49-F238E27FC236}">
                <a16:creationId xmlns:a16="http://schemas.microsoft.com/office/drawing/2014/main" id="{0B767B4A-E83E-4D40-93A9-4DC4AAC48311}"/>
              </a:ext>
            </a:extLst>
          </p:cNvPr>
          <p:cNvSpPr>
            <a:spLocks noGrp="1"/>
          </p:cNvSpPr>
          <p:nvPr/>
        </p:nvSpPr>
        <p:spPr>
          <a:xfrm>
            <a:off x="2452574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a_full_bar_85">
            <a:extLst>
              <a:ext uri="{FF2B5EF4-FFF2-40B4-BE49-F238E27FC236}">
                <a16:creationId xmlns:a16="http://schemas.microsoft.com/office/drawing/2014/main" id="{FB4D4815-0555-4ED2-A2C8-95E7154C2A7A}"/>
              </a:ext>
            </a:extLst>
          </p:cNvPr>
          <p:cNvSpPr>
            <a:spLocks noGrp="1"/>
          </p:cNvSpPr>
          <p:nvPr/>
        </p:nvSpPr>
        <p:spPr>
          <a:xfrm>
            <a:off x="2293567" y="32820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a_full_bar_86">
            <a:extLst>
              <a:ext uri="{FF2B5EF4-FFF2-40B4-BE49-F238E27FC236}">
                <a16:creationId xmlns:a16="http://schemas.microsoft.com/office/drawing/2014/main" id="{50A9FC97-A4B5-4662-AA11-9B01D10F709F}"/>
              </a:ext>
            </a:extLst>
          </p:cNvPr>
          <p:cNvSpPr>
            <a:spLocks noGrp="1"/>
          </p:cNvSpPr>
          <p:nvPr/>
        </p:nvSpPr>
        <p:spPr>
          <a:xfrm>
            <a:off x="2296447" y="30548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a_full_bar_87">
            <a:extLst>
              <a:ext uri="{FF2B5EF4-FFF2-40B4-BE49-F238E27FC236}">
                <a16:creationId xmlns:a16="http://schemas.microsoft.com/office/drawing/2014/main" id="{9ED8E46B-EF55-4CB7-81E6-0BC496EC4549}"/>
              </a:ext>
            </a:extLst>
          </p:cNvPr>
          <p:cNvSpPr>
            <a:spLocks noGrp="1"/>
          </p:cNvSpPr>
          <p:nvPr/>
        </p:nvSpPr>
        <p:spPr>
          <a:xfrm>
            <a:off x="2316393" y="42024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a_full_bar_88">
            <a:extLst>
              <a:ext uri="{FF2B5EF4-FFF2-40B4-BE49-F238E27FC236}">
                <a16:creationId xmlns:a16="http://schemas.microsoft.com/office/drawing/2014/main" id="{376BBC6E-DEC6-4BB7-A8FB-0975C36D3A89}"/>
              </a:ext>
            </a:extLst>
          </p:cNvPr>
          <p:cNvSpPr>
            <a:spLocks noGrp="1"/>
          </p:cNvSpPr>
          <p:nvPr/>
        </p:nvSpPr>
        <p:spPr>
          <a:xfrm>
            <a:off x="2446678" y="26517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a_full_bar_89">
            <a:extLst>
              <a:ext uri="{FF2B5EF4-FFF2-40B4-BE49-F238E27FC236}">
                <a16:creationId xmlns:a16="http://schemas.microsoft.com/office/drawing/2014/main" id="{5405AF86-D0F2-4139-A3AC-9C83787D2711}"/>
              </a:ext>
            </a:extLst>
          </p:cNvPr>
          <p:cNvSpPr>
            <a:spLocks noGrp="1"/>
          </p:cNvSpPr>
          <p:nvPr/>
        </p:nvSpPr>
        <p:spPr>
          <a:xfrm>
            <a:off x="2348101" y="25846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a_full_bar_90">
            <a:extLst>
              <a:ext uri="{FF2B5EF4-FFF2-40B4-BE49-F238E27FC236}">
                <a16:creationId xmlns:a16="http://schemas.microsoft.com/office/drawing/2014/main" id="{C8C96DFA-C0C2-4F63-8488-AAA60C3CBBCF}"/>
              </a:ext>
            </a:extLst>
          </p:cNvPr>
          <p:cNvSpPr>
            <a:spLocks noGrp="1"/>
          </p:cNvSpPr>
          <p:nvPr/>
        </p:nvSpPr>
        <p:spPr>
          <a:xfrm>
            <a:off x="2086260" y="28288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a_full_bar_91">
            <a:extLst>
              <a:ext uri="{FF2B5EF4-FFF2-40B4-BE49-F238E27FC236}">
                <a16:creationId xmlns:a16="http://schemas.microsoft.com/office/drawing/2014/main" id="{65254FFA-C8A3-4268-A5AB-3B6F63B224B2}"/>
              </a:ext>
            </a:extLst>
          </p:cNvPr>
          <p:cNvSpPr>
            <a:spLocks noGrp="1"/>
          </p:cNvSpPr>
          <p:nvPr/>
        </p:nvSpPr>
        <p:spPr>
          <a:xfrm>
            <a:off x="2372764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a_full_bar_92">
            <a:extLst>
              <a:ext uri="{FF2B5EF4-FFF2-40B4-BE49-F238E27FC236}">
                <a16:creationId xmlns:a16="http://schemas.microsoft.com/office/drawing/2014/main" id="{55C16513-907A-405B-8C40-FCE2A3F3A7F8}"/>
              </a:ext>
            </a:extLst>
          </p:cNvPr>
          <p:cNvSpPr>
            <a:spLocks noGrp="1"/>
          </p:cNvSpPr>
          <p:nvPr/>
        </p:nvSpPr>
        <p:spPr>
          <a:xfrm>
            <a:off x="2447161" y="39763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a_full_bar_93">
            <a:extLst>
              <a:ext uri="{FF2B5EF4-FFF2-40B4-BE49-F238E27FC236}">
                <a16:creationId xmlns:a16="http://schemas.microsoft.com/office/drawing/2014/main" id="{F1098F56-2513-4EED-A3AB-9532F2B09B59}"/>
              </a:ext>
            </a:extLst>
          </p:cNvPr>
          <p:cNvSpPr>
            <a:spLocks noGrp="1"/>
          </p:cNvSpPr>
          <p:nvPr/>
        </p:nvSpPr>
        <p:spPr>
          <a:xfrm>
            <a:off x="2405031" y="46933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a_full_bar_94">
            <a:extLst>
              <a:ext uri="{FF2B5EF4-FFF2-40B4-BE49-F238E27FC236}">
                <a16:creationId xmlns:a16="http://schemas.microsoft.com/office/drawing/2014/main" id="{363C7511-8AA1-42F9-9D50-69DA61649244}"/>
              </a:ext>
            </a:extLst>
          </p:cNvPr>
          <p:cNvSpPr>
            <a:spLocks noGrp="1"/>
          </p:cNvSpPr>
          <p:nvPr/>
        </p:nvSpPr>
        <p:spPr>
          <a:xfrm>
            <a:off x="2115783" y="39619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a_full_bar_95">
            <a:extLst>
              <a:ext uri="{FF2B5EF4-FFF2-40B4-BE49-F238E27FC236}">
                <a16:creationId xmlns:a16="http://schemas.microsoft.com/office/drawing/2014/main" id="{2909102F-74A0-486E-BFB9-DBED943D72E2}"/>
              </a:ext>
            </a:extLst>
          </p:cNvPr>
          <p:cNvSpPr>
            <a:spLocks noGrp="1"/>
          </p:cNvSpPr>
          <p:nvPr/>
        </p:nvSpPr>
        <p:spPr>
          <a:xfrm>
            <a:off x="2273094" y="35663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a_full_bar_96">
            <a:extLst>
              <a:ext uri="{FF2B5EF4-FFF2-40B4-BE49-F238E27FC236}">
                <a16:creationId xmlns:a16="http://schemas.microsoft.com/office/drawing/2014/main" id="{BD5C6E12-8FB1-455A-9CE5-04A95D19A291}"/>
              </a:ext>
            </a:extLst>
          </p:cNvPr>
          <p:cNvSpPr>
            <a:spLocks noGrp="1"/>
          </p:cNvSpPr>
          <p:nvPr/>
        </p:nvSpPr>
        <p:spPr>
          <a:xfrm>
            <a:off x="2444234" y="46207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a_full_bar_97">
            <a:extLst>
              <a:ext uri="{FF2B5EF4-FFF2-40B4-BE49-F238E27FC236}">
                <a16:creationId xmlns:a16="http://schemas.microsoft.com/office/drawing/2014/main" id="{EDABD1EE-9AFE-4BFF-917A-AC24EA19D3F1}"/>
              </a:ext>
            </a:extLst>
          </p:cNvPr>
          <p:cNvSpPr>
            <a:spLocks noGrp="1"/>
          </p:cNvSpPr>
          <p:nvPr/>
        </p:nvSpPr>
        <p:spPr>
          <a:xfrm>
            <a:off x="2349396" y="2852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a_full_bar_98">
            <a:extLst>
              <a:ext uri="{FF2B5EF4-FFF2-40B4-BE49-F238E27FC236}">
                <a16:creationId xmlns:a16="http://schemas.microsoft.com/office/drawing/2014/main" id="{A9535010-8ED0-48C6-B883-F25B0FEA322D}"/>
              </a:ext>
            </a:extLst>
          </p:cNvPr>
          <p:cNvSpPr>
            <a:spLocks noGrp="1"/>
          </p:cNvSpPr>
          <p:nvPr/>
        </p:nvSpPr>
        <p:spPr>
          <a:xfrm>
            <a:off x="2453158" y="4188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a_full_bar_99">
            <a:extLst>
              <a:ext uri="{FF2B5EF4-FFF2-40B4-BE49-F238E27FC236}">
                <a16:creationId xmlns:a16="http://schemas.microsoft.com/office/drawing/2014/main" id="{B9C22E03-87CA-4AD5-AA51-C779963A130F}"/>
              </a:ext>
            </a:extLst>
          </p:cNvPr>
          <p:cNvSpPr>
            <a:spLocks noGrp="1"/>
          </p:cNvSpPr>
          <p:nvPr/>
        </p:nvSpPr>
        <p:spPr>
          <a:xfrm>
            <a:off x="2379352" y="38220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a_full_bar_100">
            <a:extLst>
              <a:ext uri="{FF2B5EF4-FFF2-40B4-BE49-F238E27FC236}">
                <a16:creationId xmlns:a16="http://schemas.microsoft.com/office/drawing/2014/main" id="{042D3B49-326C-4F1F-8BAD-F9D083847C56}"/>
              </a:ext>
            </a:extLst>
          </p:cNvPr>
          <p:cNvSpPr>
            <a:spLocks noGrp="1"/>
          </p:cNvSpPr>
          <p:nvPr/>
        </p:nvSpPr>
        <p:spPr>
          <a:xfrm>
            <a:off x="2422610" y="28280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a_full_bar_101">
            <a:extLst>
              <a:ext uri="{FF2B5EF4-FFF2-40B4-BE49-F238E27FC236}">
                <a16:creationId xmlns:a16="http://schemas.microsoft.com/office/drawing/2014/main" id="{D3C0A2AF-C186-4C34-8E35-6A0073A5B9CB}"/>
              </a:ext>
            </a:extLst>
          </p:cNvPr>
          <p:cNvSpPr>
            <a:spLocks noGrp="1"/>
          </p:cNvSpPr>
          <p:nvPr/>
        </p:nvSpPr>
        <p:spPr>
          <a:xfrm>
            <a:off x="2124829" y="4596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a_full_bar_102">
            <a:extLst>
              <a:ext uri="{FF2B5EF4-FFF2-40B4-BE49-F238E27FC236}">
                <a16:creationId xmlns:a16="http://schemas.microsoft.com/office/drawing/2014/main" id="{4DD5A9AC-8D95-4CE4-86A2-8A7FBF087513}"/>
              </a:ext>
            </a:extLst>
          </p:cNvPr>
          <p:cNvSpPr>
            <a:spLocks noGrp="1"/>
          </p:cNvSpPr>
          <p:nvPr/>
        </p:nvSpPr>
        <p:spPr>
          <a:xfrm>
            <a:off x="2243367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a_full_bar_103">
            <a:extLst>
              <a:ext uri="{FF2B5EF4-FFF2-40B4-BE49-F238E27FC236}">
                <a16:creationId xmlns:a16="http://schemas.microsoft.com/office/drawing/2014/main" id="{C4C7C3CD-77C4-432C-92FF-C79DEE9C88BF}"/>
              </a:ext>
            </a:extLst>
          </p:cNvPr>
          <p:cNvSpPr>
            <a:spLocks noGrp="1"/>
          </p:cNvSpPr>
          <p:nvPr/>
        </p:nvSpPr>
        <p:spPr>
          <a:xfrm>
            <a:off x="227886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a_full_bar_104">
            <a:extLst>
              <a:ext uri="{FF2B5EF4-FFF2-40B4-BE49-F238E27FC236}">
                <a16:creationId xmlns:a16="http://schemas.microsoft.com/office/drawing/2014/main" id="{D0E3F9AD-2B50-4634-9E80-8A3919AD6BAE}"/>
              </a:ext>
            </a:extLst>
          </p:cNvPr>
          <p:cNvSpPr>
            <a:spLocks noGrp="1"/>
          </p:cNvSpPr>
          <p:nvPr/>
        </p:nvSpPr>
        <p:spPr>
          <a:xfrm>
            <a:off x="2225246" y="28165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a_full_bar_105">
            <a:extLst>
              <a:ext uri="{FF2B5EF4-FFF2-40B4-BE49-F238E27FC236}">
                <a16:creationId xmlns:a16="http://schemas.microsoft.com/office/drawing/2014/main" id="{38038F8B-4191-467F-9334-6ACCFBEF0F39}"/>
              </a:ext>
            </a:extLst>
          </p:cNvPr>
          <p:cNvSpPr>
            <a:spLocks noGrp="1"/>
          </p:cNvSpPr>
          <p:nvPr/>
        </p:nvSpPr>
        <p:spPr>
          <a:xfrm>
            <a:off x="2441742" y="3563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a_full_bar_106">
            <a:extLst>
              <a:ext uri="{FF2B5EF4-FFF2-40B4-BE49-F238E27FC236}">
                <a16:creationId xmlns:a16="http://schemas.microsoft.com/office/drawing/2014/main" id="{D99819BE-15AE-4BE7-A98A-BE0D490A191B}"/>
              </a:ext>
            </a:extLst>
          </p:cNvPr>
          <p:cNvSpPr>
            <a:spLocks noGrp="1"/>
          </p:cNvSpPr>
          <p:nvPr/>
        </p:nvSpPr>
        <p:spPr>
          <a:xfrm>
            <a:off x="2449719" y="34970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a_full_bar_107">
            <a:extLst>
              <a:ext uri="{FF2B5EF4-FFF2-40B4-BE49-F238E27FC236}">
                <a16:creationId xmlns:a16="http://schemas.microsoft.com/office/drawing/2014/main" id="{1CA590E6-C572-448E-AA78-824DCF0829B5}"/>
              </a:ext>
            </a:extLst>
          </p:cNvPr>
          <p:cNvSpPr>
            <a:spLocks noGrp="1"/>
          </p:cNvSpPr>
          <p:nvPr/>
        </p:nvSpPr>
        <p:spPr>
          <a:xfrm>
            <a:off x="2422572" y="2988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a_full_bar_108">
            <a:extLst>
              <a:ext uri="{FF2B5EF4-FFF2-40B4-BE49-F238E27FC236}">
                <a16:creationId xmlns:a16="http://schemas.microsoft.com/office/drawing/2014/main" id="{999DA51B-0C81-4C13-A495-4EDB982332BA}"/>
              </a:ext>
            </a:extLst>
          </p:cNvPr>
          <p:cNvSpPr>
            <a:spLocks noGrp="1"/>
          </p:cNvSpPr>
          <p:nvPr/>
        </p:nvSpPr>
        <p:spPr>
          <a:xfrm>
            <a:off x="2409612" y="42349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a_full_bar_109">
            <a:extLst>
              <a:ext uri="{FF2B5EF4-FFF2-40B4-BE49-F238E27FC236}">
                <a16:creationId xmlns:a16="http://schemas.microsoft.com/office/drawing/2014/main" id="{21CDF19B-D9BA-46E6-8FF3-88F180B4517D}"/>
              </a:ext>
            </a:extLst>
          </p:cNvPr>
          <p:cNvSpPr>
            <a:spLocks noGrp="1"/>
          </p:cNvSpPr>
          <p:nvPr/>
        </p:nvSpPr>
        <p:spPr>
          <a:xfrm>
            <a:off x="2142782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a_full_bar_110">
            <a:extLst>
              <a:ext uri="{FF2B5EF4-FFF2-40B4-BE49-F238E27FC236}">
                <a16:creationId xmlns:a16="http://schemas.microsoft.com/office/drawing/2014/main" id="{63CF66A5-8600-4A7D-897E-3C73140A6801}"/>
              </a:ext>
            </a:extLst>
          </p:cNvPr>
          <p:cNvSpPr>
            <a:spLocks noGrp="1"/>
          </p:cNvSpPr>
          <p:nvPr/>
        </p:nvSpPr>
        <p:spPr>
          <a:xfrm>
            <a:off x="233490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a_full_bar_111">
            <a:extLst>
              <a:ext uri="{FF2B5EF4-FFF2-40B4-BE49-F238E27FC236}">
                <a16:creationId xmlns:a16="http://schemas.microsoft.com/office/drawing/2014/main" id="{536D6594-D727-4482-89B2-849060569CF8}"/>
              </a:ext>
            </a:extLst>
          </p:cNvPr>
          <p:cNvSpPr>
            <a:spLocks noGrp="1"/>
          </p:cNvSpPr>
          <p:nvPr/>
        </p:nvSpPr>
        <p:spPr>
          <a:xfrm>
            <a:off x="2374901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a_full_bar_112">
            <a:extLst>
              <a:ext uri="{FF2B5EF4-FFF2-40B4-BE49-F238E27FC236}">
                <a16:creationId xmlns:a16="http://schemas.microsoft.com/office/drawing/2014/main" id="{854A85CE-8686-48FA-ABEB-4EE52C121EFA}"/>
              </a:ext>
            </a:extLst>
          </p:cNvPr>
          <p:cNvSpPr>
            <a:spLocks noGrp="1"/>
          </p:cNvSpPr>
          <p:nvPr/>
        </p:nvSpPr>
        <p:spPr>
          <a:xfrm>
            <a:off x="2128861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a_full_bar_113">
            <a:extLst>
              <a:ext uri="{FF2B5EF4-FFF2-40B4-BE49-F238E27FC236}">
                <a16:creationId xmlns:a16="http://schemas.microsoft.com/office/drawing/2014/main" id="{6937BA0A-D585-4261-B51F-04E4B1BA599C}"/>
              </a:ext>
            </a:extLst>
          </p:cNvPr>
          <p:cNvSpPr>
            <a:spLocks noGrp="1"/>
          </p:cNvSpPr>
          <p:nvPr/>
        </p:nvSpPr>
        <p:spPr>
          <a:xfrm>
            <a:off x="2208799" y="4185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a_full_bar_114">
            <a:extLst>
              <a:ext uri="{FF2B5EF4-FFF2-40B4-BE49-F238E27FC236}">
                <a16:creationId xmlns:a16="http://schemas.microsoft.com/office/drawing/2014/main" id="{AC9E057C-A506-45E1-9576-FFA27C4510FF}"/>
              </a:ext>
            </a:extLst>
          </p:cNvPr>
          <p:cNvSpPr>
            <a:spLocks noGrp="1"/>
          </p:cNvSpPr>
          <p:nvPr/>
        </p:nvSpPr>
        <p:spPr>
          <a:xfrm>
            <a:off x="2135848" y="2473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a_full_bar_115">
            <a:extLst>
              <a:ext uri="{FF2B5EF4-FFF2-40B4-BE49-F238E27FC236}">
                <a16:creationId xmlns:a16="http://schemas.microsoft.com/office/drawing/2014/main" id="{03F6F65B-4FDD-44BB-B1C4-8E1AC4BCFA5E}"/>
              </a:ext>
            </a:extLst>
          </p:cNvPr>
          <p:cNvSpPr>
            <a:spLocks noGrp="1"/>
          </p:cNvSpPr>
          <p:nvPr/>
        </p:nvSpPr>
        <p:spPr>
          <a:xfrm>
            <a:off x="23642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a_full_bar_116">
            <a:extLst>
              <a:ext uri="{FF2B5EF4-FFF2-40B4-BE49-F238E27FC236}">
                <a16:creationId xmlns:a16="http://schemas.microsoft.com/office/drawing/2014/main" id="{F67F2610-7D35-4456-93F1-4B602EBC1867}"/>
              </a:ext>
            </a:extLst>
          </p:cNvPr>
          <p:cNvSpPr>
            <a:spLocks noGrp="1"/>
          </p:cNvSpPr>
          <p:nvPr/>
        </p:nvSpPr>
        <p:spPr>
          <a:xfrm>
            <a:off x="2246368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a_full_bar_117">
            <a:extLst>
              <a:ext uri="{FF2B5EF4-FFF2-40B4-BE49-F238E27FC236}">
                <a16:creationId xmlns:a16="http://schemas.microsoft.com/office/drawing/2014/main" id="{C72EC6DB-9D74-4FC8-B2FC-F41ADA4AD2AB}"/>
              </a:ext>
            </a:extLst>
          </p:cNvPr>
          <p:cNvSpPr>
            <a:spLocks noGrp="1"/>
          </p:cNvSpPr>
          <p:nvPr/>
        </p:nvSpPr>
        <p:spPr>
          <a:xfrm>
            <a:off x="2398253" y="49349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a_full_bar_118">
            <a:extLst>
              <a:ext uri="{FF2B5EF4-FFF2-40B4-BE49-F238E27FC236}">
                <a16:creationId xmlns:a16="http://schemas.microsoft.com/office/drawing/2014/main" id="{90367AF8-1D07-4345-9CFC-0782DB6C1604}"/>
              </a:ext>
            </a:extLst>
          </p:cNvPr>
          <p:cNvSpPr>
            <a:spLocks noGrp="1"/>
          </p:cNvSpPr>
          <p:nvPr/>
        </p:nvSpPr>
        <p:spPr>
          <a:xfrm>
            <a:off x="2426603" y="5203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a_full_bar_119">
            <a:extLst>
              <a:ext uri="{FF2B5EF4-FFF2-40B4-BE49-F238E27FC236}">
                <a16:creationId xmlns:a16="http://schemas.microsoft.com/office/drawing/2014/main" id="{E1D2FDB9-38CA-49C3-9686-15BFB877F8F4}"/>
              </a:ext>
            </a:extLst>
          </p:cNvPr>
          <p:cNvSpPr>
            <a:spLocks noGrp="1"/>
          </p:cNvSpPr>
          <p:nvPr/>
        </p:nvSpPr>
        <p:spPr>
          <a:xfrm>
            <a:off x="2087552" y="25182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a_full_bar_120">
            <a:extLst>
              <a:ext uri="{FF2B5EF4-FFF2-40B4-BE49-F238E27FC236}">
                <a16:creationId xmlns:a16="http://schemas.microsoft.com/office/drawing/2014/main" id="{26CBDEF2-DD58-410F-B79F-74C1A9AA6F6D}"/>
              </a:ext>
            </a:extLst>
          </p:cNvPr>
          <p:cNvSpPr>
            <a:spLocks noGrp="1"/>
          </p:cNvSpPr>
          <p:nvPr/>
        </p:nvSpPr>
        <p:spPr>
          <a:xfrm>
            <a:off x="2443373" y="28927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a_full_bar_121">
            <a:extLst>
              <a:ext uri="{FF2B5EF4-FFF2-40B4-BE49-F238E27FC236}">
                <a16:creationId xmlns:a16="http://schemas.microsoft.com/office/drawing/2014/main" id="{52126096-7286-4C42-8A1F-532AD2D74FB3}"/>
              </a:ext>
            </a:extLst>
          </p:cNvPr>
          <p:cNvSpPr>
            <a:spLocks noGrp="1"/>
          </p:cNvSpPr>
          <p:nvPr/>
        </p:nvSpPr>
        <p:spPr>
          <a:xfrm>
            <a:off x="2149932" y="26324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a_full_bar_122">
            <a:extLst>
              <a:ext uri="{FF2B5EF4-FFF2-40B4-BE49-F238E27FC236}">
                <a16:creationId xmlns:a16="http://schemas.microsoft.com/office/drawing/2014/main" id="{80E965B7-E7FE-4A1C-8C26-19D1D6640011}"/>
              </a:ext>
            </a:extLst>
          </p:cNvPr>
          <p:cNvSpPr>
            <a:spLocks noGrp="1"/>
          </p:cNvSpPr>
          <p:nvPr/>
        </p:nvSpPr>
        <p:spPr>
          <a:xfrm>
            <a:off x="212540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a_full_bar_123">
            <a:extLst>
              <a:ext uri="{FF2B5EF4-FFF2-40B4-BE49-F238E27FC236}">
                <a16:creationId xmlns:a16="http://schemas.microsoft.com/office/drawing/2014/main" id="{1BAA1D39-DBF9-498B-9B33-3A6CD528F94E}"/>
              </a:ext>
            </a:extLst>
          </p:cNvPr>
          <p:cNvSpPr>
            <a:spLocks noGrp="1"/>
          </p:cNvSpPr>
          <p:nvPr/>
        </p:nvSpPr>
        <p:spPr>
          <a:xfrm>
            <a:off x="2078235" y="441773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a_full_bar_124">
            <a:extLst>
              <a:ext uri="{FF2B5EF4-FFF2-40B4-BE49-F238E27FC236}">
                <a16:creationId xmlns:a16="http://schemas.microsoft.com/office/drawing/2014/main" id="{775750E5-01A7-4FE1-8D2C-2BDE8F274961}"/>
              </a:ext>
            </a:extLst>
          </p:cNvPr>
          <p:cNvSpPr>
            <a:spLocks noGrp="1"/>
          </p:cNvSpPr>
          <p:nvPr/>
        </p:nvSpPr>
        <p:spPr>
          <a:xfrm>
            <a:off x="2251845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a_full_bar_125">
            <a:extLst>
              <a:ext uri="{FF2B5EF4-FFF2-40B4-BE49-F238E27FC236}">
                <a16:creationId xmlns:a16="http://schemas.microsoft.com/office/drawing/2014/main" id="{636B4077-6590-4FC5-97E7-1DE6B6DEA7A0}"/>
              </a:ext>
            </a:extLst>
          </p:cNvPr>
          <p:cNvSpPr>
            <a:spLocks noGrp="1"/>
          </p:cNvSpPr>
          <p:nvPr/>
        </p:nvSpPr>
        <p:spPr>
          <a:xfrm>
            <a:off x="2246749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a_full_bar_126">
            <a:extLst>
              <a:ext uri="{FF2B5EF4-FFF2-40B4-BE49-F238E27FC236}">
                <a16:creationId xmlns:a16="http://schemas.microsoft.com/office/drawing/2014/main" id="{D45B8FF7-DA33-4054-BE4E-DEBCE5386BE2}"/>
              </a:ext>
            </a:extLst>
          </p:cNvPr>
          <p:cNvSpPr>
            <a:spLocks noGrp="1"/>
          </p:cNvSpPr>
          <p:nvPr/>
        </p:nvSpPr>
        <p:spPr>
          <a:xfrm>
            <a:off x="2365025" y="35416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a_full_bar_127">
            <a:extLst>
              <a:ext uri="{FF2B5EF4-FFF2-40B4-BE49-F238E27FC236}">
                <a16:creationId xmlns:a16="http://schemas.microsoft.com/office/drawing/2014/main" id="{BC354F58-2674-4FB7-AFC8-A2941156CEFC}"/>
              </a:ext>
            </a:extLst>
          </p:cNvPr>
          <p:cNvSpPr>
            <a:spLocks noGrp="1"/>
          </p:cNvSpPr>
          <p:nvPr/>
        </p:nvSpPr>
        <p:spPr>
          <a:xfrm>
            <a:off x="2444797" y="29623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a_full_bar_128">
            <a:extLst>
              <a:ext uri="{FF2B5EF4-FFF2-40B4-BE49-F238E27FC236}">
                <a16:creationId xmlns:a16="http://schemas.microsoft.com/office/drawing/2014/main" id="{69B99283-19AF-4AC7-8B56-40533D7D66A9}"/>
              </a:ext>
            </a:extLst>
          </p:cNvPr>
          <p:cNvSpPr>
            <a:spLocks noGrp="1"/>
          </p:cNvSpPr>
          <p:nvPr/>
        </p:nvSpPr>
        <p:spPr>
          <a:xfrm>
            <a:off x="2454079" y="29122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a_full_bar_129">
            <a:extLst>
              <a:ext uri="{FF2B5EF4-FFF2-40B4-BE49-F238E27FC236}">
                <a16:creationId xmlns:a16="http://schemas.microsoft.com/office/drawing/2014/main" id="{93B076FB-2AED-44CD-9777-2C646B54412D}"/>
              </a:ext>
            </a:extLst>
          </p:cNvPr>
          <p:cNvSpPr>
            <a:spLocks noGrp="1"/>
          </p:cNvSpPr>
          <p:nvPr/>
        </p:nvSpPr>
        <p:spPr>
          <a:xfrm>
            <a:off x="2151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a_full_bar_130">
            <a:extLst>
              <a:ext uri="{FF2B5EF4-FFF2-40B4-BE49-F238E27FC236}">
                <a16:creationId xmlns:a16="http://schemas.microsoft.com/office/drawing/2014/main" id="{CC0708DE-DDEF-403F-9ECB-E4604CC7087E}"/>
              </a:ext>
            </a:extLst>
          </p:cNvPr>
          <p:cNvSpPr>
            <a:spLocks noGrp="1"/>
          </p:cNvSpPr>
          <p:nvPr/>
        </p:nvSpPr>
        <p:spPr>
          <a:xfrm>
            <a:off x="2249929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a_full_bar_131">
            <a:extLst>
              <a:ext uri="{FF2B5EF4-FFF2-40B4-BE49-F238E27FC236}">
                <a16:creationId xmlns:a16="http://schemas.microsoft.com/office/drawing/2014/main" id="{8707A4E0-B086-4F8E-B7C7-6D39D95DA99D}"/>
              </a:ext>
            </a:extLst>
          </p:cNvPr>
          <p:cNvSpPr>
            <a:spLocks noGrp="1"/>
          </p:cNvSpPr>
          <p:nvPr/>
        </p:nvSpPr>
        <p:spPr>
          <a:xfrm>
            <a:off x="2314281" y="51289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a_full_bar_132">
            <a:extLst>
              <a:ext uri="{FF2B5EF4-FFF2-40B4-BE49-F238E27FC236}">
                <a16:creationId xmlns:a16="http://schemas.microsoft.com/office/drawing/2014/main" id="{02048574-F14D-45D7-B3F2-B02DC4C13D90}"/>
              </a:ext>
            </a:extLst>
          </p:cNvPr>
          <p:cNvSpPr>
            <a:spLocks noGrp="1"/>
          </p:cNvSpPr>
          <p:nvPr/>
        </p:nvSpPr>
        <p:spPr>
          <a:xfrm>
            <a:off x="2232478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a_full_bar_133">
            <a:extLst>
              <a:ext uri="{FF2B5EF4-FFF2-40B4-BE49-F238E27FC236}">
                <a16:creationId xmlns:a16="http://schemas.microsoft.com/office/drawing/2014/main" id="{5D2AFA1B-5D79-440C-B425-9510AE352EE0}"/>
              </a:ext>
            </a:extLst>
          </p:cNvPr>
          <p:cNvSpPr>
            <a:spLocks noGrp="1"/>
          </p:cNvSpPr>
          <p:nvPr/>
        </p:nvSpPr>
        <p:spPr>
          <a:xfrm>
            <a:off x="2104655" y="28328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a_full_bar_134">
            <a:extLst>
              <a:ext uri="{FF2B5EF4-FFF2-40B4-BE49-F238E27FC236}">
                <a16:creationId xmlns:a16="http://schemas.microsoft.com/office/drawing/2014/main" id="{2B7704EB-A147-4DC7-8D4B-96454475D296}"/>
              </a:ext>
            </a:extLst>
          </p:cNvPr>
          <p:cNvSpPr>
            <a:spLocks noGrp="1"/>
          </p:cNvSpPr>
          <p:nvPr/>
        </p:nvSpPr>
        <p:spPr>
          <a:xfrm>
            <a:off x="2454489" y="31938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a_full_bar_135">
            <a:extLst>
              <a:ext uri="{FF2B5EF4-FFF2-40B4-BE49-F238E27FC236}">
                <a16:creationId xmlns:a16="http://schemas.microsoft.com/office/drawing/2014/main" id="{EBCDF991-FCA0-4560-A8CA-80692AEDA6AF}"/>
              </a:ext>
            </a:extLst>
          </p:cNvPr>
          <p:cNvSpPr>
            <a:spLocks noGrp="1"/>
          </p:cNvSpPr>
          <p:nvPr/>
        </p:nvSpPr>
        <p:spPr>
          <a:xfrm>
            <a:off x="2396126" y="47165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a_full_bar_136">
            <a:extLst>
              <a:ext uri="{FF2B5EF4-FFF2-40B4-BE49-F238E27FC236}">
                <a16:creationId xmlns:a16="http://schemas.microsoft.com/office/drawing/2014/main" id="{B1EA7678-9AF4-4857-A617-DC3958CF5E33}"/>
              </a:ext>
            </a:extLst>
          </p:cNvPr>
          <p:cNvSpPr>
            <a:spLocks noGrp="1"/>
          </p:cNvSpPr>
          <p:nvPr/>
        </p:nvSpPr>
        <p:spPr>
          <a:xfrm>
            <a:off x="2407444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a_full_bar_137">
            <a:extLst>
              <a:ext uri="{FF2B5EF4-FFF2-40B4-BE49-F238E27FC236}">
                <a16:creationId xmlns:a16="http://schemas.microsoft.com/office/drawing/2014/main" id="{3E44179F-46D8-4447-9CC9-DE96EEC909D5}"/>
              </a:ext>
            </a:extLst>
          </p:cNvPr>
          <p:cNvSpPr>
            <a:spLocks noGrp="1"/>
          </p:cNvSpPr>
          <p:nvPr/>
        </p:nvSpPr>
        <p:spPr>
          <a:xfrm>
            <a:off x="2433218" y="3701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a_full_bar_138">
            <a:extLst>
              <a:ext uri="{FF2B5EF4-FFF2-40B4-BE49-F238E27FC236}">
                <a16:creationId xmlns:a16="http://schemas.microsoft.com/office/drawing/2014/main" id="{EEC8C7D5-99F9-4677-8000-DA6AB7D47566}"/>
              </a:ext>
            </a:extLst>
          </p:cNvPr>
          <p:cNvSpPr>
            <a:spLocks noGrp="1"/>
          </p:cNvSpPr>
          <p:nvPr/>
        </p:nvSpPr>
        <p:spPr>
          <a:xfrm>
            <a:off x="2149995" y="42231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a_full_bar_139">
            <a:extLst>
              <a:ext uri="{FF2B5EF4-FFF2-40B4-BE49-F238E27FC236}">
                <a16:creationId xmlns:a16="http://schemas.microsoft.com/office/drawing/2014/main" id="{F3932810-8F7E-4B84-B044-08F36622CF4A}"/>
              </a:ext>
            </a:extLst>
          </p:cNvPr>
          <p:cNvSpPr>
            <a:spLocks noGrp="1"/>
          </p:cNvSpPr>
          <p:nvPr/>
        </p:nvSpPr>
        <p:spPr>
          <a:xfrm>
            <a:off x="2109868" y="375121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a_full_bar_140">
            <a:extLst>
              <a:ext uri="{FF2B5EF4-FFF2-40B4-BE49-F238E27FC236}">
                <a16:creationId xmlns:a16="http://schemas.microsoft.com/office/drawing/2014/main" id="{187C444F-6DF4-4D66-9BFE-8B7C82E19942}"/>
              </a:ext>
            </a:extLst>
          </p:cNvPr>
          <p:cNvSpPr>
            <a:spLocks noGrp="1"/>
          </p:cNvSpPr>
          <p:nvPr/>
        </p:nvSpPr>
        <p:spPr>
          <a:xfrm>
            <a:off x="2453662" y="329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a_full_bar_141">
            <a:extLst>
              <a:ext uri="{FF2B5EF4-FFF2-40B4-BE49-F238E27FC236}">
                <a16:creationId xmlns:a16="http://schemas.microsoft.com/office/drawing/2014/main" id="{3F14AF1E-8DFD-4C79-B6E6-6BD743850C46}"/>
              </a:ext>
            </a:extLst>
          </p:cNvPr>
          <p:cNvSpPr>
            <a:spLocks noGrp="1"/>
          </p:cNvSpPr>
          <p:nvPr/>
        </p:nvSpPr>
        <p:spPr>
          <a:xfrm>
            <a:off x="2273980" y="39501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a_full_bar_142">
            <a:extLst>
              <a:ext uri="{FF2B5EF4-FFF2-40B4-BE49-F238E27FC236}">
                <a16:creationId xmlns:a16="http://schemas.microsoft.com/office/drawing/2014/main" id="{5E015F75-D019-4770-A8F7-B07E7529EED5}"/>
              </a:ext>
            </a:extLst>
          </p:cNvPr>
          <p:cNvSpPr>
            <a:spLocks noGrp="1"/>
          </p:cNvSpPr>
          <p:nvPr/>
        </p:nvSpPr>
        <p:spPr>
          <a:xfrm>
            <a:off x="2131922" y="48580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a_full_bar_143">
            <a:extLst>
              <a:ext uri="{FF2B5EF4-FFF2-40B4-BE49-F238E27FC236}">
                <a16:creationId xmlns:a16="http://schemas.microsoft.com/office/drawing/2014/main" id="{EF56D4CB-1D2A-48FE-92D7-DB11B69FAB28}"/>
              </a:ext>
            </a:extLst>
          </p:cNvPr>
          <p:cNvSpPr>
            <a:spLocks noGrp="1"/>
          </p:cNvSpPr>
          <p:nvPr/>
        </p:nvSpPr>
        <p:spPr>
          <a:xfrm>
            <a:off x="2062571" y="52253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a_full_bar_144">
            <a:extLst>
              <a:ext uri="{FF2B5EF4-FFF2-40B4-BE49-F238E27FC236}">
                <a16:creationId xmlns:a16="http://schemas.microsoft.com/office/drawing/2014/main" id="{C177921F-5FBC-4E87-A3AD-D2B16F6EB689}"/>
              </a:ext>
            </a:extLst>
          </p:cNvPr>
          <p:cNvSpPr>
            <a:spLocks noGrp="1"/>
          </p:cNvSpPr>
          <p:nvPr/>
        </p:nvSpPr>
        <p:spPr>
          <a:xfrm>
            <a:off x="2301585" y="30243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a_full_bar_145">
            <a:extLst>
              <a:ext uri="{FF2B5EF4-FFF2-40B4-BE49-F238E27FC236}">
                <a16:creationId xmlns:a16="http://schemas.microsoft.com/office/drawing/2014/main" id="{40160A30-5CAF-44DE-9809-CCA9B2B6C1B8}"/>
              </a:ext>
            </a:extLst>
          </p:cNvPr>
          <p:cNvSpPr>
            <a:spLocks noGrp="1"/>
          </p:cNvSpPr>
          <p:nvPr/>
        </p:nvSpPr>
        <p:spPr>
          <a:xfrm>
            <a:off x="22632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a_full_bar_146">
            <a:extLst>
              <a:ext uri="{FF2B5EF4-FFF2-40B4-BE49-F238E27FC236}">
                <a16:creationId xmlns:a16="http://schemas.microsoft.com/office/drawing/2014/main" id="{A30BF102-AB30-482C-A445-DED6F5157A4A}"/>
              </a:ext>
            </a:extLst>
          </p:cNvPr>
          <p:cNvSpPr>
            <a:spLocks noGrp="1"/>
          </p:cNvSpPr>
          <p:nvPr/>
        </p:nvSpPr>
        <p:spPr>
          <a:xfrm>
            <a:off x="2154625" y="306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a_full_bar_147">
            <a:extLst>
              <a:ext uri="{FF2B5EF4-FFF2-40B4-BE49-F238E27FC236}">
                <a16:creationId xmlns:a16="http://schemas.microsoft.com/office/drawing/2014/main" id="{378E218E-2645-42F9-A2FC-4E3DE3B42B51}"/>
              </a:ext>
            </a:extLst>
          </p:cNvPr>
          <p:cNvSpPr>
            <a:spLocks noGrp="1"/>
          </p:cNvSpPr>
          <p:nvPr/>
        </p:nvSpPr>
        <p:spPr>
          <a:xfrm>
            <a:off x="24490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a_full_bar_148">
            <a:extLst>
              <a:ext uri="{FF2B5EF4-FFF2-40B4-BE49-F238E27FC236}">
                <a16:creationId xmlns:a16="http://schemas.microsoft.com/office/drawing/2014/main" id="{AF13527B-0408-46D3-B6B1-18514554D58C}"/>
              </a:ext>
            </a:extLst>
          </p:cNvPr>
          <p:cNvSpPr>
            <a:spLocks noGrp="1"/>
          </p:cNvSpPr>
          <p:nvPr/>
        </p:nvSpPr>
        <p:spPr>
          <a:xfrm>
            <a:off x="2146038" y="37744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a_full_bar_149">
            <a:extLst>
              <a:ext uri="{FF2B5EF4-FFF2-40B4-BE49-F238E27FC236}">
                <a16:creationId xmlns:a16="http://schemas.microsoft.com/office/drawing/2014/main" id="{4B2D6A5C-C81F-4A5F-AD02-D7F9E019111B}"/>
              </a:ext>
            </a:extLst>
          </p:cNvPr>
          <p:cNvSpPr>
            <a:spLocks noGrp="1"/>
          </p:cNvSpPr>
          <p:nvPr/>
        </p:nvSpPr>
        <p:spPr>
          <a:xfrm>
            <a:off x="2120908" y="447010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a_full_bar_150">
            <a:extLst>
              <a:ext uri="{FF2B5EF4-FFF2-40B4-BE49-F238E27FC236}">
                <a16:creationId xmlns:a16="http://schemas.microsoft.com/office/drawing/2014/main" id="{1D0A45F9-04D1-48FE-AEF9-8D2322E46A61}"/>
              </a:ext>
            </a:extLst>
          </p:cNvPr>
          <p:cNvSpPr>
            <a:spLocks noGrp="1"/>
          </p:cNvSpPr>
          <p:nvPr/>
        </p:nvSpPr>
        <p:spPr>
          <a:xfrm>
            <a:off x="2144624" y="40010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a_full_bar_151">
            <a:extLst>
              <a:ext uri="{FF2B5EF4-FFF2-40B4-BE49-F238E27FC236}">
                <a16:creationId xmlns:a16="http://schemas.microsoft.com/office/drawing/2014/main" id="{A0738684-C7CA-44FF-8109-E2FDC57966CB}"/>
              </a:ext>
            </a:extLst>
          </p:cNvPr>
          <p:cNvSpPr>
            <a:spLocks noGrp="1"/>
          </p:cNvSpPr>
          <p:nvPr/>
        </p:nvSpPr>
        <p:spPr>
          <a:xfrm>
            <a:off x="2323344" y="41111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a_full_bar_152">
            <a:extLst>
              <a:ext uri="{FF2B5EF4-FFF2-40B4-BE49-F238E27FC236}">
                <a16:creationId xmlns:a16="http://schemas.microsoft.com/office/drawing/2014/main" id="{189DD1F5-A071-4482-BB2A-7ABC65350652}"/>
              </a:ext>
            </a:extLst>
          </p:cNvPr>
          <p:cNvSpPr>
            <a:spLocks noGrp="1"/>
          </p:cNvSpPr>
          <p:nvPr/>
        </p:nvSpPr>
        <p:spPr>
          <a:xfrm>
            <a:off x="2143033" y="27886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a_full_bar_153">
            <a:extLst>
              <a:ext uri="{FF2B5EF4-FFF2-40B4-BE49-F238E27FC236}">
                <a16:creationId xmlns:a16="http://schemas.microsoft.com/office/drawing/2014/main" id="{F3F9C52E-54BC-4D0C-85BA-1E1796ED43AF}"/>
              </a:ext>
            </a:extLst>
          </p:cNvPr>
          <p:cNvSpPr>
            <a:spLocks noGrp="1"/>
          </p:cNvSpPr>
          <p:nvPr/>
        </p:nvSpPr>
        <p:spPr>
          <a:xfrm>
            <a:off x="2163410" y="27809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a_full_bar_154">
            <a:extLst>
              <a:ext uri="{FF2B5EF4-FFF2-40B4-BE49-F238E27FC236}">
                <a16:creationId xmlns:a16="http://schemas.microsoft.com/office/drawing/2014/main" id="{CA6D0045-6FE0-4604-9CBA-F44675509E47}"/>
              </a:ext>
            </a:extLst>
          </p:cNvPr>
          <p:cNvSpPr>
            <a:spLocks noGrp="1"/>
          </p:cNvSpPr>
          <p:nvPr/>
        </p:nvSpPr>
        <p:spPr>
          <a:xfrm>
            <a:off x="220241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a_full_bar_155">
            <a:extLst>
              <a:ext uri="{FF2B5EF4-FFF2-40B4-BE49-F238E27FC236}">
                <a16:creationId xmlns:a16="http://schemas.microsoft.com/office/drawing/2014/main" id="{0E130EEE-90E6-4600-8D55-02B7E1C968BD}"/>
              </a:ext>
            </a:extLst>
          </p:cNvPr>
          <p:cNvSpPr>
            <a:spLocks noGrp="1"/>
          </p:cNvSpPr>
          <p:nvPr/>
        </p:nvSpPr>
        <p:spPr>
          <a:xfrm>
            <a:off x="2292095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a_full_bar_156">
            <a:extLst>
              <a:ext uri="{FF2B5EF4-FFF2-40B4-BE49-F238E27FC236}">
                <a16:creationId xmlns:a16="http://schemas.microsoft.com/office/drawing/2014/main" id="{73B00931-5EDC-48F0-BEE5-A21BBAB0C83B}"/>
              </a:ext>
            </a:extLst>
          </p:cNvPr>
          <p:cNvSpPr>
            <a:spLocks noGrp="1"/>
          </p:cNvSpPr>
          <p:nvPr/>
        </p:nvSpPr>
        <p:spPr>
          <a:xfrm>
            <a:off x="2448506" y="29503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a_full_bar_157">
            <a:extLst>
              <a:ext uri="{FF2B5EF4-FFF2-40B4-BE49-F238E27FC236}">
                <a16:creationId xmlns:a16="http://schemas.microsoft.com/office/drawing/2014/main" id="{F23FC98F-F982-4CD7-9497-2B15AC7B2127}"/>
              </a:ext>
            </a:extLst>
          </p:cNvPr>
          <p:cNvSpPr>
            <a:spLocks noGrp="1"/>
          </p:cNvSpPr>
          <p:nvPr/>
        </p:nvSpPr>
        <p:spPr>
          <a:xfrm>
            <a:off x="2382795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a_full_bar_158">
            <a:extLst>
              <a:ext uri="{FF2B5EF4-FFF2-40B4-BE49-F238E27FC236}">
                <a16:creationId xmlns:a16="http://schemas.microsoft.com/office/drawing/2014/main" id="{09E27655-9E8D-42FA-A21D-8F7C881A905D}"/>
              </a:ext>
            </a:extLst>
          </p:cNvPr>
          <p:cNvSpPr>
            <a:spLocks noGrp="1"/>
          </p:cNvSpPr>
          <p:nvPr/>
        </p:nvSpPr>
        <p:spPr>
          <a:xfrm>
            <a:off x="2385445" y="38049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a_full_bar_159">
            <a:extLst>
              <a:ext uri="{FF2B5EF4-FFF2-40B4-BE49-F238E27FC236}">
                <a16:creationId xmlns:a16="http://schemas.microsoft.com/office/drawing/2014/main" id="{20577D69-0E85-4D4D-AE62-5B7D4B5238F8}"/>
              </a:ext>
            </a:extLst>
          </p:cNvPr>
          <p:cNvSpPr>
            <a:spLocks noGrp="1"/>
          </p:cNvSpPr>
          <p:nvPr/>
        </p:nvSpPr>
        <p:spPr>
          <a:xfrm>
            <a:off x="2360832" y="306547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a_full_bar_160">
            <a:extLst>
              <a:ext uri="{FF2B5EF4-FFF2-40B4-BE49-F238E27FC236}">
                <a16:creationId xmlns:a16="http://schemas.microsoft.com/office/drawing/2014/main" id="{EFBCF00C-D5A9-4CDB-8093-736C42600257}"/>
              </a:ext>
            </a:extLst>
          </p:cNvPr>
          <p:cNvSpPr>
            <a:spLocks noGrp="1"/>
          </p:cNvSpPr>
          <p:nvPr/>
        </p:nvSpPr>
        <p:spPr>
          <a:xfrm>
            <a:off x="2347583" y="31500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a_full_bar_161">
            <a:extLst>
              <a:ext uri="{FF2B5EF4-FFF2-40B4-BE49-F238E27FC236}">
                <a16:creationId xmlns:a16="http://schemas.microsoft.com/office/drawing/2014/main" id="{06C8FDDB-24CE-46D1-9218-4FB3FA2F0D44}"/>
              </a:ext>
            </a:extLst>
          </p:cNvPr>
          <p:cNvSpPr>
            <a:spLocks noGrp="1"/>
          </p:cNvSpPr>
          <p:nvPr/>
        </p:nvSpPr>
        <p:spPr>
          <a:xfrm>
            <a:off x="2407571" y="3972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a_full_bar_162">
            <a:extLst>
              <a:ext uri="{FF2B5EF4-FFF2-40B4-BE49-F238E27FC236}">
                <a16:creationId xmlns:a16="http://schemas.microsoft.com/office/drawing/2014/main" id="{D49CF432-5139-4195-9FAC-EE2DF3309CC6}"/>
              </a:ext>
            </a:extLst>
          </p:cNvPr>
          <p:cNvSpPr>
            <a:spLocks noGrp="1"/>
          </p:cNvSpPr>
          <p:nvPr/>
        </p:nvSpPr>
        <p:spPr>
          <a:xfrm>
            <a:off x="2414230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a_full_bar_163">
            <a:extLst>
              <a:ext uri="{FF2B5EF4-FFF2-40B4-BE49-F238E27FC236}">
                <a16:creationId xmlns:a16="http://schemas.microsoft.com/office/drawing/2014/main" id="{E1D67640-65E3-4F2F-B6DE-105B2BC6AE5F}"/>
              </a:ext>
            </a:extLst>
          </p:cNvPr>
          <p:cNvSpPr>
            <a:spLocks noGrp="1"/>
          </p:cNvSpPr>
          <p:nvPr/>
        </p:nvSpPr>
        <p:spPr>
          <a:xfrm>
            <a:off x="2063198" y="36468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a_full_bar_164">
            <a:extLst>
              <a:ext uri="{FF2B5EF4-FFF2-40B4-BE49-F238E27FC236}">
                <a16:creationId xmlns:a16="http://schemas.microsoft.com/office/drawing/2014/main" id="{B24A3344-1BCB-42A1-8A63-562B0CEFEF63}"/>
              </a:ext>
            </a:extLst>
          </p:cNvPr>
          <p:cNvSpPr>
            <a:spLocks noGrp="1"/>
          </p:cNvSpPr>
          <p:nvPr/>
        </p:nvSpPr>
        <p:spPr>
          <a:xfrm>
            <a:off x="2143228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a_full_bar_165">
            <a:extLst>
              <a:ext uri="{FF2B5EF4-FFF2-40B4-BE49-F238E27FC236}">
                <a16:creationId xmlns:a16="http://schemas.microsoft.com/office/drawing/2014/main" id="{B5F238E9-8EE4-49EE-8E72-197B15AEF0F0}"/>
              </a:ext>
            </a:extLst>
          </p:cNvPr>
          <p:cNvSpPr>
            <a:spLocks noGrp="1"/>
          </p:cNvSpPr>
          <p:nvPr/>
        </p:nvSpPr>
        <p:spPr>
          <a:xfrm>
            <a:off x="223003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a_full_bar_166">
            <a:extLst>
              <a:ext uri="{FF2B5EF4-FFF2-40B4-BE49-F238E27FC236}">
                <a16:creationId xmlns:a16="http://schemas.microsoft.com/office/drawing/2014/main" id="{67DF78A3-2CB8-4714-8E2B-26709B8C4C40}"/>
              </a:ext>
            </a:extLst>
          </p:cNvPr>
          <p:cNvSpPr>
            <a:spLocks noGrp="1"/>
          </p:cNvSpPr>
          <p:nvPr/>
        </p:nvSpPr>
        <p:spPr>
          <a:xfrm>
            <a:off x="2397122" y="35695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a_full_bar_167">
            <a:extLst>
              <a:ext uri="{FF2B5EF4-FFF2-40B4-BE49-F238E27FC236}">
                <a16:creationId xmlns:a16="http://schemas.microsoft.com/office/drawing/2014/main" id="{C90750DC-D245-4168-9DBF-07273B6DE06A}"/>
              </a:ext>
            </a:extLst>
          </p:cNvPr>
          <p:cNvSpPr>
            <a:spLocks noGrp="1"/>
          </p:cNvSpPr>
          <p:nvPr/>
        </p:nvSpPr>
        <p:spPr>
          <a:xfrm>
            <a:off x="2108034" y="30940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a_full_bar_168">
            <a:extLst>
              <a:ext uri="{FF2B5EF4-FFF2-40B4-BE49-F238E27FC236}">
                <a16:creationId xmlns:a16="http://schemas.microsoft.com/office/drawing/2014/main" id="{542BE1D1-34FD-41AA-A6B6-1ED4511441CB}"/>
              </a:ext>
            </a:extLst>
          </p:cNvPr>
          <p:cNvSpPr>
            <a:spLocks noGrp="1"/>
          </p:cNvSpPr>
          <p:nvPr/>
        </p:nvSpPr>
        <p:spPr>
          <a:xfrm>
            <a:off x="2263364" y="25682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a_full_bar_169">
            <a:extLst>
              <a:ext uri="{FF2B5EF4-FFF2-40B4-BE49-F238E27FC236}">
                <a16:creationId xmlns:a16="http://schemas.microsoft.com/office/drawing/2014/main" id="{A853494C-7E75-4C25-9BD3-BC456BC2355D}"/>
              </a:ext>
            </a:extLst>
          </p:cNvPr>
          <p:cNvSpPr>
            <a:spLocks noGrp="1"/>
          </p:cNvSpPr>
          <p:nvPr/>
        </p:nvSpPr>
        <p:spPr>
          <a:xfrm>
            <a:off x="2188252" y="41002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a_full_bar_170">
            <a:extLst>
              <a:ext uri="{FF2B5EF4-FFF2-40B4-BE49-F238E27FC236}">
                <a16:creationId xmlns:a16="http://schemas.microsoft.com/office/drawing/2014/main" id="{FC760216-925E-451F-90AB-77248EADFD6D}"/>
              </a:ext>
            </a:extLst>
          </p:cNvPr>
          <p:cNvSpPr>
            <a:spLocks noGrp="1"/>
          </p:cNvSpPr>
          <p:nvPr/>
        </p:nvSpPr>
        <p:spPr>
          <a:xfrm>
            <a:off x="214929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a_full_bar_171">
            <a:extLst>
              <a:ext uri="{FF2B5EF4-FFF2-40B4-BE49-F238E27FC236}">
                <a16:creationId xmlns:a16="http://schemas.microsoft.com/office/drawing/2014/main" id="{CE2FC4F7-8DFA-4014-A205-88C803967E70}"/>
              </a:ext>
            </a:extLst>
          </p:cNvPr>
          <p:cNvSpPr>
            <a:spLocks noGrp="1"/>
          </p:cNvSpPr>
          <p:nvPr/>
        </p:nvSpPr>
        <p:spPr>
          <a:xfrm>
            <a:off x="2114162" y="57104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a_full_bar_172">
            <a:extLst>
              <a:ext uri="{FF2B5EF4-FFF2-40B4-BE49-F238E27FC236}">
                <a16:creationId xmlns:a16="http://schemas.microsoft.com/office/drawing/2014/main" id="{02E37F64-DCCD-4142-9E43-702BB1993DD9}"/>
              </a:ext>
            </a:extLst>
          </p:cNvPr>
          <p:cNvSpPr>
            <a:spLocks noGrp="1"/>
          </p:cNvSpPr>
          <p:nvPr/>
        </p:nvSpPr>
        <p:spPr>
          <a:xfrm>
            <a:off x="2228978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a_full_bar_173">
            <a:extLst>
              <a:ext uri="{FF2B5EF4-FFF2-40B4-BE49-F238E27FC236}">
                <a16:creationId xmlns:a16="http://schemas.microsoft.com/office/drawing/2014/main" id="{A2C92560-35DF-4CB6-8454-DE55E52433AA}"/>
              </a:ext>
            </a:extLst>
          </p:cNvPr>
          <p:cNvSpPr>
            <a:spLocks noGrp="1"/>
          </p:cNvSpPr>
          <p:nvPr/>
        </p:nvSpPr>
        <p:spPr>
          <a:xfrm>
            <a:off x="2239052" y="35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a_full_bar_174">
            <a:extLst>
              <a:ext uri="{FF2B5EF4-FFF2-40B4-BE49-F238E27FC236}">
                <a16:creationId xmlns:a16="http://schemas.microsoft.com/office/drawing/2014/main" id="{4ACC174C-6532-4EA2-B69E-DBB165F95EE7}"/>
              </a:ext>
            </a:extLst>
          </p:cNvPr>
          <p:cNvSpPr>
            <a:spLocks noGrp="1"/>
          </p:cNvSpPr>
          <p:nvPr/>
        </p:nvSpPr>
        <p:spPr>
          <a:xfrm>
            <a:off x="2247247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a_full_bar_175">
            <a:extLst>
              <a:ext uri="{FF2B5EF4-FFF2-40B4-BE49-F238E27FC236}">
                <a16:creationId xmlns:a16="http://schemas.microsoft.com/office/drawing/2014/main" id="{5556D20C-6220-464D-9589-E4EC39150605}"/>
              </a:ext>
            </a:extLst>
          </p:cNvPr>
          <p:cNvSpPr>
            <a:spLocks noGrp="1"/>
          </p:cNvSpPr>
          <p:nvPr/>
        </p:nvSpPr>
        <p:spPr>
          <a:xfrm>
            <a:off x="2150754" y="34720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a_full_bar_176">
            <a:extLst>
              <a:ext uri="{FF2B5EF4-FFF2-40B4-BE49-F238E27FC236}">
                <a16:creationId xmlns:a16="http://schemas.microsoft.com/office/drawing/2014/main" id="{855453EF-4FA3-4FC5-AF7F-5AF7A7C754A2}"/>
              </a:ext>
            </a:extLst>
          </p:cNvPr>
          <p:cNvSpPr>
            <a:spLocks noGrp="1"/>
          </p:cNvSpPr>
          <p:nvPr/>
        </p:nvSpPr>
        <p:spPr>
          <a:xfrm>
            <a:off x="2353846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a_full_bar_177">
            <a:extLst>
              <a:ext uri="{FF2B5EF4-FFF2-40B4-BE49-F238E27FC236}">
                <a16:creationId xmlns:a16="http://schemas.microsoft.com/office/drawing/2014/main" id="{BCF79E0A-086E-4A45-B9E8-49A3781421FB}"/>
              </a:ext>
            </a:extLst>
          </p:cNvPr>
          <p:cNvSpPr>
            <a:spLocks noGrp="1"/>
          </p:cNvSpPr>
          <p:nvPr/>
        </p:nvSpPr>
        <p:spPr>
          <a:xfrm>
            <a:off x="2191500" y="27895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a_full_bar_178">
            <a:extLst>
              <a:ext uri="{FF2B5EF4-FFF2-40B4-BE49-F238E27FC236}">
                <a16:creationId xmlns:a16="http://schemas.microsoft.com/office/drawing/2014/main" id="{CBD30606-7EEA-4537-9E26-283EABD965C7}"/>
              </a:ext>
            </a:extLst>
          </p:cNvPr>
          <p:cNvSpPr>
            <a:spLocks noGrp="1"/>
          </p:cNvSpPr>
          <p:nvPr/>
        </p:nvSpPr>
        <p:spPr>
          <a:xfrm>
            <a:off x="2205210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a_full_bar_179">
            <a:extLst>
              <a:ext uri="{FF2B5EF4-FFF2-40B4-BE49-F238E27FC236}">
                <a16:creationId xmlns:a16="http://schemas.microsoft.com/office/drawing/2014/main" id="{BF17B3CE-78FA-4B28-A1B8-152FD33FF0B1}"/>
              </a:ext>
            </a:extLst>
          </p:cNvPr>
          <p:cNvSpPr>
            <a:spLocks noGrp="1"/>
          </p:cNvSpPr>
          <p:nvPr/>
        </p:nvSpPr>
        <p:spPr>
          <a:xfrm>
            <a:off x="2071779" y="493553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a_full_bar_180">
            <a:extLst>
              <a:ext uri="{FF2B5EF4-FFF2-40B4-BE49-F238E27FC236}">
                <a16:creationId xmlns:a16="http://schemas.microsoft.com/office/drawing/2014/main" id="{B27D09A4-6C12-4DEC-875A-662CB8D85FB8}"/>
              </a:ext>
            </a:extLst>
          </p:cNvPr>
          <p:cNvSpPr>
            <a:spLocks noGrp="1"/>
          </p:cNvSpPr>
          <p:nvPr/>
        </p:nvSpPr>
        <p:spPr>
          <a:xfrm>
            <a:off x="2273011" y="38054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a_full_bar_181">
            <a:extLst>
              <a:ext uri="{FF2B5EF4-FFF2-40B4-BE49-F238E27FC236}">
                <a16:creationId xmlns:a16="http://schemas.microsoft.com/office/drawing/2014/main" id="{26E0C252-7A9E-4947-A266-2796C2B3E711}"/>
              </a:ext>
            </a:extLst>
          </p:cNvPr>
          <p:cNvSpPr>
            <a:spLocks noGrp="1"/>
          </p:cNvSpPr>
          <p:nvPr/>
        </p:nvSpPr>
        <p:spPr>
          <a:xfrm>
            <a:off x="2405073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a_full_bar_182">
            <a:extLst>
              <a:ext uri="{FF2B5EF4-FFF2-40B4-BE49-F238E27FC236}">
                <a16:creationId xmlns:a16="http://schemas.microsoft.com/office/drawing/2014/main" id="{5C0D281C-5DC8-4AC5-850C-B63ABE217654}"/>
              </a:ext>
            </a:extLst>
          </p:cNvPr>
          <p:cNvSpPr>
            <a:spLocks noGrp="1"/>
          </p:cNvSpPr>
          <p:nvPr/>
        </p:nvSpPr>
        <p:spPr>
          <a:xfrm>
            <a:off x="2110130" y="4531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a_full_bar_183">
            <a:extLst>
              <a:ext uri="{FF2B5EF4-FFF2-40B4-BE49-F238E27FC236}">
                <a16:creationId xmlns:a16="http://schemas.microsoft.com/office/drawing/2014/main" id="{4129124E-B385-4330-BF89-1B3C827DE3F3}"/>
              </a:ext>
            </a:extLst>
          </p:cNvPr>
          <p:cNvSpPr>
            <a:spLocks noGrp="1"/>
          </p:cNvSpPr>
          <p:nvPr/>
        </p:nvSpPr>
        <p:spPr>
          <a:xfrm>
            <a:off x="2205238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a_full_bar_184">
            <a:extLst>
              <a:ext uri="{FF2B5EF4-FFF2-40B4-BE49-F238E27FC236}">
                <a16:creationId xmlns:a16="http://schemas.microsoft.com/office/drawing/2014/main" id="{92B35938-31F9-4C90-999B-5115EB39497E}"/>
              </a:ext>
            </a:extLst>
          </p:cNvPr>
          <p:cNvSpPr>
            <a:spLocks noGrp="1"/>
          </p:cNvSpPr>
          <p:nvPr/>
        </p:nvSpPr>
        <p:spPr>
          <a:xfrm>
            <a:off x="2327429" y="29961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a_full_bar_185">
            <a:extLst>
              <a:ext uri="{FF2B5EF4-FFF2-40B4-BE49-F238E27FC236}">
                <a16:creationId xmlns:a16="http://schemas.microsoft.com/office/drawing/2014/main" id="{8171B9A9-7785-4DAA-8855-EF36D3721FEF}"/>
              </a:ext>
            </a:extLst>
          </p:cNvPr>
          <p:cNvSpPr>
            <a:spLocks noGrp="1"/>
          </p:cNvSpPr>
          <p:nvPr/>
        </p:nvSpPr>
        <p:spPr>
          <a:xfrm>
            <a:off x="2164610" y="42063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a_full_bar_186">
            <a:extLst>
              <a:ext uri="{FF2B5EF4-FFF2-40B4-BE49-F238E27FC236}">
                <a16:creationId xmlns:a16="http://schemas.microsoft.com/office/drawing/2014/main" id="{BB332BB7-F2FF-4939-8820-DD1021423675}"/>
              </a:ext>
            </a:extLst>
          </p:cNvPr>
          <p:cNvSpPr>
            <a:spLocks noGrp="1"/>
          </p:cNvSpPr>
          <p:nvPr/>
        </p:nvSpPr>
        <p:spPr>
          <a:xfrm>
            <a:off x="2309883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a_full_bar_187">
            <a:extLst>
              <a:ext uri="{FF2B5EF4-FFF2-40B4-BE49-F238E27FC236}">
                <a16:creationId xmlns:a16="http://schemas.microsoft.com/office/drawing/2014/main" id="{8CC6E764-09A1-4E39-9BE6-97D2E0B7E72F}"/>
              </a:ext>
            </a:extLst>
          </p:cNvPr>
          <p:cNvSpPr>
            <a:spLocks noGrp="1"/>
          </p:cNvSpPr>
          <p:nvPr/>
        </p:nvSpPr>
        <p:spPr>
          <a:xfrm>
            <a:off x="2377449" y="54807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a_full_bar_188">
            <a:extLst>
              <a:ext uri="{FF2B5EF4-FFF2-40B4-BE49-F238E27FC236}">
                <a16:creationId xmlns:a16="http://schemas.microsoft.com/office/drawing/2014/main" id="{EE972FEB-3CA4-4AFB-A2A5-B55F8B36FBC2}"/>
              </a:ext>
            </a:extLst>
          </p:cNvPr>
          <p:cNvSpPr>
            <a:spLocks noGrp="1"/>
          </p:cNvSpPr>
          <p:nvPr/>
        </p:nvSpPr>
        <p:spPr>
          <a:xfrm>
            <a:off x="2249489" y="30260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a_full_bar_189">
            <a:extLst>
              <a:ext uri="{FF2B5EF4-FFF2-40B4-BE49-F238E27FC236}">
                <a16:creationId xmlns:a16="http://schemas.microsoft.com/office/drawing/2014/main" id="{80D40C23-B9D2-459B-9FD8-8960B8A424B6}"/>
              </a:ext>
            </a:extLst>
          </p:cNvPr>
          <p:cNvSpPr>
            <a:spLocks noGrp="1"/>
          </p:cNvSpPr>
          <p:nvPr/>
        </p:nvSpPr>
        <p:spPr>
          <a:xfrm>
            <a:off x="2094567" y="38064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a_full_bar_190">
            <a:extLst>
              <a:ext uri="{FF2B5EF4-FFF2-40B4-BE49-F238E27FC236}">
                <a16:creationId xmlns:a16="http://schemas.microsoft.com/office/drawing/2014/main" id="{2773F8C0-07EE-4B59-8708-8FA0DD8B6A88}"/>
              </a:ext>
            </a:extLst>
          </p:cNvPr>
          <p:cNvSpPr>
            <a:spLocks noGrp="1"/>
          </p:cNvSpPr>
          <p:nvPr/>
        </p:nvSpPr>
        <p:spPr>
          <a:xfrm>
            <a:off x="2391768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a_full_bar_191">
            <a:extLst>
              <a:ext uri="{FF2B5EF4-FFF2-40B4-BE49-F238E27FC236}">
                <a16:creationId xmlns:a16="http://schemas.microsoft.com/office/drawing/2014/main" id="{0194ED5D-75C7-4654-96AB-7B454C4A4707}"/>
              </a:ext>
            </a:extLst>
          </p:cNvPr>
          <p:cNvSpPr>
            <a:spLocks noGrp="1"/>
          </p:cNvSpPr>
          <p:nvPr/>
        </p:nvSpPr>
        <p:spPr>
          <a:xfrm>
            <a:off x="2410377" y="38328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a_full_bar_192">
            <a:extLst>
              <a:ext uri="{FF2B5EF4-FFF2-40B4-BE49-F238E27FC236}">
                <a16:creationId xmlns:a16="http://schemas.microsoft.com/office/drawing/2014/main" id="{533199B2-6B10-4C4F-B6BD-3463C85CA6D6}"/>
              </a:ext>
            </a:extLst>
          </p:cNvPr>
          <p:cNvSpPr>
            <a:spLocks noGrp="1"/>
          </p:cNvSpPr>
          <p:nvPr/>
        </p:nvSpPr>
        <p:spPr>
          <a:xfrm>
            <a:off x="2284389" y="35348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a_full_bar_193">
            <a:extLst>
              <a:ext uri="{FF2B5EF4-FFF2-40B4-BE49-F238E27FC236}">
                <a16:creationId xmlns:a16="http://schemas.microsoft.com/office/drawing/2014/main" id="{7494CFA3-3782-4606-A249-B0EE4CA75990}"/>
              </a:ext>
            </a:extLst>
          </p:cNvPr>
          <p:cNvSpPr>
            <a:spLocks noGrp="1"/>
          </p:cNvSpPr>
          <p:nvPr/>
        </p:nvSpPr>
        <p:spPr>
          <a:xfrm>
            <a:off x="2340257" y="432707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a_full_bar_194">
            <a:extLst>
              <a:ext uri="{FF2B5EF4-FFF2-40B4-BE49-F238E27FC236}">
                <a16:creationId xmlns:a16="http://schemas.microsoft.com/office/drawing/2014/main" id="{028ED731-B144-4524-ABAD-0DEE4BE648BB}"/>
              </a:ext>
            </a:extLst>
          </p:cNvPr>
          <p:cNvSpPr>
            <a:spLocks noGrp="1"/>
          </p:cNvSpPr>
          <p:nvPr/>
        </p:nvSpPr>
        <p:spPr>
          <a:xfrm>
            <a:off x="2136371" y="42028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a_full_bar_195">
            <a:extLst>
              <a:ext uri="{FF2B5EF4-FFF2-40B4-BE49-F238E27FC236}">
                <a16:creationId xmlns:a16="http://schemas.microsoft.com/office/drawing/2014/main" id="{DAF0E504-34FF-44B5-B408-29FF1E8FA0CB}"/>
              </a:ext>
            </a:extLst>
          </p:cNvPr>
          <p:cNvSpPr>
            <a:spLocks noGrp="1"/>
          </p:cNvSpPr>
          <p:nvPr/>
        </p:nvSpPr>
        <p:spPr>
          <a:xfrm>
            <a:off x="2201240" y="4053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a_full_bar_196">
            <a:extLst>
              <a:ext uri="{FF2B5EF4-FFF2-40B4-BE49-F238E27FC236}">
                <a16:creationId xmlns:a16="http://schemas.microsoft.com/office/drawing/2014/main" id="{FFE8AE81-E348-4616-800A-D8ECEB0974DB}"/>
              </a:ext>
            </a:extLst>
          </p:cNvPr>
          <p:cNvSpPr>
            <a:spLocks noGrp="1"/>
          </p:cNvSpPr>
          <p:nvPr/>
        </p:nvSpPr>
        <p:spPr>
          <a:xfrm>
            <a:off x="2448654" y="3505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a_full_bar_197">
            <a:extLst>
              <a:ext uri="{FF2B5EF4-FFF2-40B4-BE49-F238E27FC236}">
                <a16:creationId xmlns:a16="http://schemas.microsoft.com/office/drawing/2014/main" id="{DD819BE4-C4A3-4343-860A-92CDBFFBABDB}"/>
              </a:ext>
            </a:extLst>
          </p:cNvPr>
          <p:cNvSpPr>
            <a:spLocks noGrp="1"/>
          </p:cNvSpPr>
          <p:nvPr/>
        </p:nvSpPr>
        <p:spPr>
          <a:xfrm>
            <a:off x="2329241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a_full_bar_198">
            <a:extLst>
              <a:ext uri="{FF2B5EF4-FFF2-40B4-BE49-F238E27FC236}">
                <a16:creationId xmlns:a16="http://schemas.microsoft.com/office/drawing/2014/main" id="{C9815B54-C7D6-4943-A3A4-B04677516E77}"/>
              </a:ext>
            </a:extLst>
          </p:cNvPr>
          <p:cNvSpPr>
            <a:spLocks noGrp="1"/>
          </p:cNvSpPr>
          <p:nvPr/>
        </p:nvSpPr>
        <p:spPr>
          <a:xfrm>
            <a:off x="2355155" y="56018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a_full_bar_199">
            <a:extLst>
              <a:ext uri="{FF2B5EF4-FFF2-40B4-BE49-F238E27FC236}">
                <a16:creationId xmlns:a16="http://schemas.microsoft.com/office/drawing/2014/main" id="{4A7F4163-3E4A-47B4-8265-598EF3A86252}"/>
              </a:ext>
            </a:extLst>
          </p:cNvPr>
          <p:cNvSpPr>
            <a:spLocks noGrp="1"/>
          </p:cNvSpPr>
          <p:nvPr/>
        </p:nvSpPr>
        <p:spPr>
          <a:xfrm>
            <a:off x="2336068" y="3517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a_full_bar_200">
            <a:extLst>
              <a:ext uri="{FF2B5EF4-FFF2-40B4-BE49-F238E27FC236}">
                <a16:creationId xmlns:a16="http://schemas.microsoft.com/office/drawing/2014/main" id="{83472267-CD2C-4549-AF06-078C62F7DC39}"/>
              </a:ext>
            </a:extLst>
          </p:cNvPr>
          <p:cNvSpPr>
            <a:spLocks noGrp="1"/>
          </p:cNvSpPr>
          <p:nvPr/>
        </p:nvSpPr>
        <p:spPr>
          <a:xfrm>
            <a:off x="2387804" y="35440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a_full_bar_201">
            <a:extLst>
              <a:ext uri="{FF2B5EF4-FFF2-40B4-BE49-F238E27FC236}">
                <a16:creationId xmlns:a16="http://schemas.microsoft.com/office/drawing/2014/main" id="{3536C567-27C5-40C9-8A17-7DD292DAF994}"/>
              </a:ext>
            </a:extLst>
          </p:cNvPr>
          <p:cNvSpPr>
            <a:spLocks noGrp="1"/>
          </p:cNvSpPr>
          <p:nvPr/>
        </p:nvSpPr>
        <p:spPr>
          <a:xfrm>
            <a:off x="2108164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a_full_bar_202">
            <a:extLst>
              <a:ext uri="{FF2B5EF4-FFF2-40B4-BE49-F238E27FC236}">
                <a16:creationId xmlns:a16="http://schemas.microsoft.com/office/drawing/2014/main" id="{D1D0E4E0-B978-4896-B8C9-5482D83AFEBA}"/>
              </a:ext>
            </a:extLst>
          </p:cNvPr>
          <p:cNvSpPr>
            <a:spLocks noGrp="1"/>
          </p:cNvSpPr>
          <p:nvPr/>
        </p:nvSpPr>
        <p:spPr>
          <a:xfrm>
            <a:off x="2289404" y="3666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a_full_bar_203">
            <a:extLst>
              <a:ext uri="{FF2B5EF4-FFF2-40B4-BE49-F238E27FC236}">
                <a16:creationId xmlns:a16="http://schemas.microsoft.com/office/drawing/2014/main" id="{D49ED71D-CFF0-4DD2-996C-DF491AF9BA93}"/>
              </a:ext>
            </a:extLst>
          </p:cNvPr>
          <p:cNvSpPr>
            <a:spLocks noGrp="1"/>
          </p:cNvSpPr>
          <p:nvPr/>
        </p:nvSpPr>
        <p:spPr>
          <a:xfrm>
            <a:off x="2389909" y="597370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a_full_bar_204">
            <a:extLst>
              <a:ext uri="{FF2B5EF4-FFF2-40B4-BE49-F238E27FC236}">
                <a16:creationId xmlns:a16="http://schemas.microsoft.com/office/drawing/2014/main" id="{74340B8F-8E5E-4A5C-A02F-F3A53477CF45}"/>
              </a:ext>
            </a:extLst>
          </p:cNvPr>
          <p:cNvSpPr>
            <a:spLocks noGrp="1"/>
          </p:cNvSpPr>
          <p:nvPr/>
        </p:nvSpPr>
        <p:spPr>
          <a:xfrm>
            <a:off x="20992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a_full_bar_205">
            <a:extLst>
              <a:ext uri="{FF2B5EF4-FFF2-40B4-BE49-F238E27FC236}">
                <a16:creationId xmlns:a16="http://schemas.microsoft.com/office/drawing/2014/main" id="{A20B80DC-EB12-4365-A15A-30AC250696CB}"/>
              </a:ext>
            </a:extLst>
          </p:cNvPr>
          <p:cNvSpPr>
            <a:spLocks noGrp="1"/>
          </p:cNvSpPr>
          <p:nvPr/>
        </p:nvSpPr>
        <p:spPr>
          <a:xfrm>
            <a:off x="21609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a_full_bar_206">
            <a:extLst>
              <a:ext uri="{FF2B5EF4-FFF2-40B4-BE49-F238E27FC236}">
                <a16:creationId xmlns:a16="http://schemas.microsoft.com/office/drawing/2014/main" id="{3FEDB090-9B15-4EFC-94C1-AB9A452A1F76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a_full_bar_207">
            <a:extLst>
              <a:ext uri="{FF2B5EF4-FFF2-40B4-BE49-F238E27FC236}">
                <a16:creationId xmlns:a16="http://schemas.microsoft.com/office/drawing/2014/main" id="{42C0E4E6-51DD-40C8-8DEA-55D57B8D5004}"/>
              </a:ext>
            </a:extLst>
          </p:cNvPr>
          <p:cNvSpPr>
            <a:spLocks noGrp="1"/>
          </p:cNvSpPr>
          <p:nvPr/>
        </p:nvSpPr>
        <p:spPr>
          <a:xfrm>
            <a:off x="46274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a_full_bar_208">
            <a:extLst>
              <a:ext uri="{FF2B5EF4-FFF2-40B4-BE49-F238E27FC236}">
                <a16:creationId xmlns:a16="http://schemas.microsoft.com/office/drawing/2014/main" id="{3E32AF3F-3BBF-45BF-82A8-A2E0FB3634E7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a_full_bar_209">
            <a:extLst>
              <a:ext uri="{FF2B5EF4-FFF2-40B4-BE49-F238E27FC236}">
                <a16:creationId xmlns:a16="http://schemas.microsoft.com/office/drawing/2014/main" id="{E278843E-DA84-44FB-AFA8-549CA67ADF78}"/>
              </a:ext>
            </a:extLst>
          </p:cNvPr>
          <p:cNvSpPr>
            <a:spLocks noGrp="1"/>
          </p:cNvSpPr>
          <p:nvPr/>
        </p:nvSpPr>
        <p:spPr>
          <a:xfrm>
            <a:off x="4816564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a_full_bar_210">
            <a:extLst>
              <a:ext uri="{FF2B5EF4-FFF2-40B4-BE49-F238E27FC236}">
                <a16:creationId xmlns:a16="http://schemas.microsoft.com/office/drawing/2014/main" id="{4C162B39-5402-410A-AD87-A3DDDCFEF7F8}"/>
              </a:ext>
            </a:extLst>
          </p:cNvPr>
          <p:cNvSpPr>
            <a:spLocks noGrp="1"/>
          </p:cNvSpPr>
          <p:nvPr/>
        </p:nvSpPr>
        <p:spPr>
          <a:xfrm>
            <a:off x="4581114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a_full_bar_211">
            <a:extLst>
              <a:ext uri="{FF2B5EF4-FFF2-40B4-BE49-F238E27FC236}">
                <a16:creationId xmlns:a16="http://schemas.microsoft.com/office/drawing/2014/main" id="{8656CB3E-BA48-4947-8359-2A87ADC8872B}"/>
              </a:ext>
            </a:extLst>
          </p:cNvPr>
          <p:cNvSpPr>
            <a:spLocks noGrp="1"/>
          </p:cNvSpPr>
          <p:nvPr/>
        </p:nvSpPr>
        <p:spPr>
          <a:xfrm>
            <a:off x="456380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a_full_bar_212">
            <a:extLst>
              <a:ext uri="{FF2B5EF4-FFF2-40B4-BE49-F238E27FC236}">
                <a16:creationId xmlns:a16="http://schemas.microsoft.com/office/drawing/2014/main" id="{51CC85A5-A39D-44E0-8905-E7857A2C4F5F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a_full_bar_213">
            <a:extLst>
              <a:ext uri="{FF2B5EF4-FFF2-40B4-BE49-F238E27FC236}">
                <a16:creationId xmlns:a16="http://schemas.microsoft.com/office/drawing/2014/main" id="{2380ECE3-CCF0-4331-81B3-FF6B633B0B89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a_full_bar_214">
            <a:extLst>
              <a:ext uri="{FF2B5EF4-FFF2-40B4-BE49-F238E27FC236}">
                <a16:creationId xmlns:a16="http://schemas.microsoft.com/office/drawing/2014/main" id="{697C925C-1259-438B-8FD8-08A3497FB026}"/>
              </a:ext>
            </a:extLst>
          </p:cNvPr>
          <p:cNvSpPr>
            <a:spLocks noGrp="1"/>
          </p:cNvSpPr>
          <p:nvPr/>
        </p:nvSpPr>
        <p:spPr>
          <a:xfrm>
            <a:off x="4780580" y="53411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a_full_bar_215">
            <a:extLst>
              <a:ext uri="{FF2B5EF4-FFF2-40B4-BE49-F238E27FC236}">
                <a16:creationId xmlns:a16="http://schemas.microsoft.com/office/drawing/2014/main" id="{297FE65B-0C6F-41BE-8C7D-931280C1D391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a_full_bar_216">
            <a:extLst>
              <a:ext uri="{FF2B5EF4-FFF2-40B4-BE49-F238E27FC236}">
                <a16:creationId xmlns:a16="http://schemas.microsoft.com/office/drawing/2014/main" id="{1AADF368-13F9-46D6-8DB2-08EACFCB0743}"/>
              </a:ext>
            </a:extLst>
          </p:cNvPr>
          <p:cNvSpPr>
            <a:spLocks noGrp="1"/>
          </p:cNvSpPr>
          <p:nvPr/>
        </p:nvSpPr>
        <p:spPr>
          <a:xfrm>
            <a:off x="4517952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a_full_bar_217">
            <a:extLst>
              <a:ext uri="{FF2B5EF4-FFF2-40B4-BE49-F238E27FC236}">
                <a16:creationId xmlns:a16="http://schemas.microsoft.com/office/drawing/2014/main" id="{035EAAE8-50D9-4341-9DEE-F8D326ED7E2B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a_full_bar_218">
            <a:extLst>
              <a:ext uri="{FF2B5EF4-FFF2-40B4-BE49-F238E27FC236}">
                <a16:creationId xmlns:a16="http://schemas.microsoft.com/office/drawing/2014/main" id="{D265F39A-9F6C-4355-9704-F0964011952C}"/>
              </a:ext>
            </a:extLst>
          </p:cNvPr>
          <p:cNvSpPr>
            <a:spLocks noGrp="1"/>
          </p:cNvSpPr>
          <p:nvPr/>
        </p:nvSpPr>
        <p:spPr>
          <a:xfrm>
            <a:off x="47131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a_full_bar_219">
            <a:extLst>
              <a:ext uri="{FF2B5EF4-FFF2-40B4-BE49-F238E27FC236}">
                <a16:creationId xmlns:a16="http://schemas.microsoft.com/office/drawing/2014/main" id="{B88714F0-6FC7-45B4-BFC9-8BDFD57E1573}"/>
              </a:ext>
            </a:extLst>
          </p:cNvPr>
          <p:cNvSpPr>
            <a:spLocks noGrp="1"/>
          </p:cNvSpPr>
          <p:nvPr/>
        </p:nvSpPr>
        <p:spPr>
          <a:xfrm>
            <a:off x="4717846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a_full_bar_220">
            <a:extLst>
              <a:ext uri="{FF2B5EF4-FFF2-40B4-BE49-F238E27FC236}">
                <a16:creationId xmlns:a16="http://schemas.microsoft.com/office/drawing/2014/main" id="{4E7D276E-4127-4045-AB4E-3EF805432CAE}"/>
              </a:ext>
            </a:extLst>
          </p:cNvPr>
          <p:cNvSpPr>
            <a:spLocks noGrp="1"/>
          </p:cNvSpPr>
          <p:nvPr/>
        </p:nvSpPr>
        <p:spPr>
          <a:xfrm>
            <a:off x="463760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a_full_bar_221">
            <a:extLst>
              <a:ext uri="{FF2B5EF4-FFF2-40B4-BE49-F238E27FC236}">
                <a16:creationId xmlns:a16="http://schemas.microsoft.com/office/drawing/2014/main" id="{A6FA9ECD-7680-4D65-B5B9-F48C9A99A135}"/>
              </a:ext>
            </a:extLst>
          </p:cNvPr>
          <p:cNvSpPr>
            <a:spLocks noGrp="1"/>
          </p:cNvSpPr>
          <p:nvPr/>
        </p:nvSpPr>
        <p:spPr>
          <a:xfrm>
            <a:off x="487870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a_full_bar_222">
            <a:extLst>
              <a:ext uri="{FF2B5EF4-FFF2-40B4-BE49-F238E27FC236}">
                <a16:creationId xmlns:a16="http://schemas.microsoft.com/office/drawing/2014/main" id="{698044A6-8A30-469C-BF8A-0EABE5937FE7}"/>
              </a:ext>
            </a:extLst>
          </p:cNvPr>
          <p:cNvSpPr>
            <a:spLocks noGrp="1"/>
          </p:cNvSpPr>
          <p:nvPr/>
        </p:nvSpPr>
        <p:spPr>
          <a:xfrm>
            <a:off x="4805594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a_full_bar_223">
            <a:extLst>
              <a:ext uri="{FF2B5EF4-FFF2-40B4-BE49-F238E27FC236}">
                <a16:creationId xmlns:a16="http://schemas.microsoft.com/office/drawing/2014/main" id="{D808D411-A8F4-4B6D-975F-8328D01544E5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a_full_bar_224">
            <a:extLst>
              <a:ext uri="{FF2B5EF4-FFF2-40B4-BE49-F238E27FC236}">
                <a16:creationId xmlns:a16="http://schemas.microsoft.com/office/drawing/2014/main" id="{DE398479-5DA0-409B-90D9-6C83D2075265}"/>
              </a:ext>
            </a:extLst>
          </p:cNvPr>
          <p:cNvSpPr>
            <a:spLocks noGrp="1"/>
          </p:cNvSpPr>
          <p:nvPr/>
        </p:nvSpPr>
        <p:spPr>
          <a:xfrm>
            <a:off x="45448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a_full_bar_225">
            <a:extLst>
              <a:ext uri="{FF2B5EF4-FFF2-40B4-BE49-F238E27FC236}">
                <a16:creationId xmlns:a16="http://schemas.microsoft.com/office/drawing/2014/main" id="{0EA2ADF5-1D60-4164-B9B5-B51AAD709BA2}"/>
              </a:ext>
            </a:extLst>
          </p:cNvPr>
          <p:cNvSpPr>
            <a:spLocks noGrp="1"/>
          </p:cNvSpPr>
          <p:nvPr/>
        </p:nvSpPr>
        <p:spPr>
          <a:xfrm>
            <a:off x="45394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a_full_bar_226">
            <a:extLst>
              <a:ext uri="{FF2B5EF4-FFF2-40B4-BE49-F238E27FC236}">
                <a16:creationId xmlns:a16="http://schemas.microsoft.com/office/drawing/2014/main" id="{A08D93B5-0B94-4459-9B7C-DC1780000FD1}"/>
              </a:ext>
            </a:extLst>
          </p:cNvPr>
          <p:cNvSpPr>
            <a:spLocks noGrp="1"/>
          </p:cNvSpPr>
          <p:nvPr/>
        </p:nvSpPr>
        <p:spPr>
          <a:xfrm>
            <a:off x="4762879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a_full_bar_227">
            <a:extLst>
              <a:ext uri="{FF2B5EF4-FFF2-40B4-BE49-F238E27FC236}">
                <a16:creationId xmlns:a16="http://schemas.microsoft.com/office/drawing/2014/main" id="{072A6161-98A1-45C1-AD1C-DA18B547C618}"/>
              </a:ext>
            </a:extLst>
          </p:cNvPr>
          <p:cNvSpPr>
            <a:spLocks noGrp="1"/>
          </p:cNvSpPr>
          <p:nvPr/>
        </p:nvSpPr>
        <p:spPr>
          <a:xfrm>
            <a:off x="47359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a_full_bar_228">
            <a:extLst>
              <a:ext uri="{FF2B5EF4-FFF2-40B4-BE49-F238E27FC236}">
                <a16:creationId xmlns:a16="http://schemas.microsoft.com/office/drawing/2014/main" id="{5B2E472A-4AC1-4E5E-851F-CED2A15DB707}"/>
              </a:ext>
            </a:extLst>
          </p:cNvPr>
          <p:cNvSpPr>
            <a:spLocks noGrp="1"/>
          </p:cNvSpPr>
          <p:nvPr/>
        </p:nvSpPr>
        <p:spPr>
          <a:xfrm>
            <a:off x="4694126" y="3109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a_full_bar_229">
            <a:extLst>
              <a:ext uri="{FF2B5EF4-FFF2-40B4-BE49-F238E27FC236}">
                <a16:creationId xmlns:a16="http://schemas.microsoft.com/office/drawing/2014/main" id="{10F6BBBE-586D-49C1-8559-B384DEA8473C}"/>
              </a:ext>
            </a:extLst>
          </p:cNvPr>
          <p:cNvSpPr>
            <a:spLocks noGrp="1"/>
          </p:cNvSpPr>
          <p:nvPr/>
        </p:nvSpPr>
        <p:spPr>
          <a:xfrm>
            <a:off x="488914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a_full_bar_230">
            <a:extLst>
              <a:ext uri="{FF2B5EF4-FFF2-40B4-BE49-F238E27FC236}">
                <a16:creationId xmlns:a16="http://schemas.microsoft.com/office/drawing/2014/main" id="{A89B9FEB-BC45-4117-A5A9-03EFD22B6F84}"/>
              </a:ext>
            </a:extLst>
          </p:cNvPr>
          <p:cNvSpPr>
            <a:spLocks noGrp="1"/>
          </p:cNvSpPr>
          <p:nvPr/>
        </p:nvSpPr>
        <p:spPr>
          <a:xfrm>
            <a:off x="4821416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a_full_bar_231">
            <a:extLst>
              <a:ext uri="{FF2B5EF4-FFF2-40B4-BE49-F238E27FC236}">
                <a16:creationId xmlns:a16="http://schemas.microsoft.com/office/drawing/2014/main" id="{B4F2BCE1-9E42-419E-814D-B4DAF652B85C}"/>
              </a:ext>
            </a:extLst>
          </p:cNvPr>
          <p:cNvSpPr>
            <a:spLocks noGrp="1"/>
          </p:cNvSpPr>
          <p:nvPr/>
        </p:nvSpPr>
        <p:spPr>
          <a:xfrm>
            <a:off x="46230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a_full_bar_232">
            <a:extLst>
              <a:ext uri="{FF2B5EF4-FFF2-40B4-BE49-F238E27FC236}">
                <a16:creationId xmlns:a16="http://schemas.microsoft.com/office/drawing/2014/main" id="{C61A9F47-722E-439B-A7AB-26649096EE0E}"/>
              </a:ext>
            </a:extLst>
          </p:cNvPr>
          <p:cNvSpPr>
            <a:spLocks noGrp="1"/>
          </p:cNvSpPr>
          <p:nvPr/>
        </p:nvSpPr>
        <p:spPr>
          <a:xfrm>
            <a:off x="48009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a_full_bar_233">
            <a:extLst>
              <a:ext uri="{FF2B5EF4-FFF2-40B4-BE49-F238E27FC236}">
                <a16:creationId xmlns:a16="http://schemas.microsoft.com/office/drawing/2014/main" id="{7D39C8D8-45A1-42E8-AF5E-D9C35861A21B}"/>
              </a:ext>
            </a:extLst>
          </p:cNvPr>
          <p:cNvSpPr>
            <a:spLocks noGrp="1"/>
          </p:cNvSpPr>
          <p:nvPr/>
        </p:nvSpPr>
        <p:spPr>
          <a:xfrm>
            <a:off x="4591731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a_full_bar_234">
            <a:extLst>
              <a:ext uri="{FF2B5EF4-FFF2-40B4-BE49-F238E27FC236}">
                <a16:creationId xmlns:a16="http://schemas.microsoft.com/office/drawing/2014/main" id="{54DEEF56-3C76-405A-A11E-D9C621E62549}"/>
              </a:ext>
            </a:extLst>
          </p:cNvPr>
          <p:cNvSpPr>
            <a:spLocks noGrp="1"/>
          </p:cNvSpPr>
          <p:nvPr/>
        </p:nvSpPr>
        <p:spPr>
          <a:xfrm>
            <a:off x="4830183" y="49638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a_full_bar_235">
            <a:extLst>
              <a:ext uri="{FF2B5EF4-FFF2-40B4-BE49-F238E27FC236}">
                <a16:creationId xmlns:a16="http://schemas.microsoft.com/office/drawing/2014/main" id="{F7CABDDC-9308-444B-8A7B-FFA0A03A525B}"/>
              </a:ext>
            </a:extLst>
          </p:cNvPr>
          <p:cNvSpPr>
            <a:spLocks noGrp="1"/>
          </p:cNvSpPr>
          <p:nvPr/>
        </p:nvSpPr>
        <p:spPr>
          <a:xfrm>
            <a:off x="4522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a_full_bar_236">
            <a:extLst>
              <a:ext uri="{FF2B5EF4-FFF2-40B4-BE49-F238E27FC236}">
                <a16:creationId xmlns:a16="http://schemas.microsoft.com/office/drawing/2014/main" id="{CF79F623-9A61-43DD-B071-80F963AB4828}"/>
              </a:ext>
            </a:extLst>
          </p:cNvPr>
          <p:cNvSpPr>
            <a:spLocks noGrp="1"/>
          </p:cNvSpPr>
          <p:nvPr/>
        </p:nvSpPr>
        <p:spPr>
          <a:xfrm>
            <a:off x="48478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a_full_bar_237">
            <a:extLst>
              <a:ext uri="{FF2B5EF4-FFF2-40B4-BE49-F238E27FC236}">
                <a16:creationId xmlns:a16="http://schemas.microsoft.com/office/drawing/2014/main" id="{2E95B6A8-9586-45B2-BB54-883977C67616}"/>
              </a:ext>
            </a:extLst>
          </p:cNvPr>
          <p:cNvSpPr>
            <a:spLocks noGrp="1"/>
          </p:cNvSpPr>
          <p:nvPr/>
        </p:nvSpPr>
        <p:spPr>
          <a:xfrm>
            <a:off x="4791161" y="47030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a_full_bar_238">
            <a:extLst>
              <a:ext uri="{FF2B5EF4-FFF2-40B4-BE49-F238E27FC236}">
                <a16:creationId xmlns:a16="http://schemas.microsoft.com/office/drawing/2014/main" id="{F664C3E8-76F8-41A7-9D87-276F9F8626BE}"/>
              </a:ext>
            </a:extLst>
          </p:cNvPr>
          <p:cNvSpPr>
            <a:spLocks noGrp="1"/>
          </p:cNvSpPr>
          <p:nvPr/>
        </p:nvSpPr>
        <p:spPr>
          <a:xfrm>
            <a:off x="48573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a_full_bar_239">
            <a:extLst>
              <a:ext uri="{FF2B5EF4-FFF2-40B4-BE49-F238E27FC236}">
                <a16:creationId xmlns:a16="http://schemas.microsoft.com/office/drawing/2014/main" id="{4B08D39A-BBB9-4024-A6C1-9994B917097E}"/>
              </a:ext>
            </a:extLst>
          </p:cNvPr>
          <p:cNvSpPr>
            <a:spLocks noGrp="1"/>
          </p:cNvSpPr>
          <p:nvPr/>
        </p:nvSpPr>
        <p:spPr>
          <a:xfrm>
            <a:off x="461344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a_full_bar_240">
            <a:extLst>
              <a:ext uri="{FF2B5EF4-FFF2-40B4-BE49-F238E27FC236}">
                <a16:creationId xmlns:a16="http://schemas.microsoft.com/office/drawing/2014/main" id="{290986C8-8CEA-4D41-B6F0-7AE57B1C5CBF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a_full_bar_241">
            <a:extLst>
              <a:ext uri="{FF2B5EF4-FFF2-40B4-BE49-F238E27FC236}">
                <a16:creationId xmlns:a16="http://schemas.microsoft.com/office/drawing/2014/main" id="{31AA1C72-CA6C-4BD5-9A8D-9B23675B04D4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a_full_bar_242">
            <a:extLst>
              <a:ext uri="{FF2B5EF4-FFF2-40B4-BE49-F238E27FC236}">
                <a16:creationId xmlns:a16="http://schemas.microsoft.com/office/drawing/2014/main" id="{0284E0DA-0451-4A85-B24B-2CE075573CA4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a_full_bar_243">
            <a:extLst>
              <a:ext uri="{FF2B5EF4-FFF2-40B4-BE49-F238E27FC236}">
                <a16:creationId xmlns:a16="http://schemas.microsoft.com/office/drawing/2014/main" id="{9630D306-125D-417E-8699-E39E16810E05}"/>
              </a:ext>
            </a:extLst>
          </p:cNvPr>
          <p:cNvSpPr>
            <a:spLocks noGrp="1"/>
          </p:cNvSpPr>
          <p:nvPr/>
        </p:nvSpPr>
        <p:spPr>
          <a:xfrm>
            <a:off x="48766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a_full_bar_244">
            <a:extLst>
              <a:ext uri="{FF2B5EF4-FFF2-40B4-BE49-F238E27FC236}">
                <a16:creationId xmlns:a16="http://schemas.microsoft.com/office/drawing/2014/main" id="{E40C088A-46EC-4956-A484-2DEE78ECCE8A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a_full_bar_245">
            <a:extLst>
              <a:ext uri="{FF2B5EF4-FFF2-40B4-BE49-F238E27FC236}">
                <a16:creationId xmlns:a16="http://schemas.microsoft.com/office/drawing/2014/main" id="{F9CF6499-E4F0-4766-A094-391164020CCB}"/>
              </a:ext>
            </a:extLst>
          </p:cNvPr>
          <p:cNvSpPr>
            <a:spLocks noGrp="1"/>
          </p:cNvSpPr>
          <p:nvPr/>
        </p:nvSpPr>
        <p:spPr>
          <a:xfrm>
            <a:off x="46450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a_full_bar_246">
            <a:extLst>
              <a:ext uri="{FF2B5EF4-FFF2-40B4-BE49-F238E27FC236}">
                <a16:creationId xmlns:a16="http://schemas.microsoft.com/office/drawing/2014/main" id="{A17284CD-EF7F-441B-8994-356F90024389}"/>
              </a:ext>
            </a:extLst>
          </p:cNvPr>
          <p:cNvSpPr>
            <a:spLocks noGrp="1"/>
          </p:cNvSpPr>
          <p:nvPr/>
        </p:nvSpPr>
        <p:spPr>
          <a:xfrm>
            <a:off x="4543015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a_full_bar_247">
            <a:extLst>
              <a:ext uri="{FF2B5EF4-FFF2-40B4-BE49-F238E27FC236}">
                <a16:creationId xmlns:a16="http://schemas.microsoft.com/office/drawing/2014/main" id="{2BD79B29-D69D-4792-979A-4C44DEBF52AC}"/>
              </a:ext>
            </a:extLst>
          </p:cNvPr>
          <p:cNvSpPr>
            <a:spLocks noGrp="1"/>
          </p:cNvSpPr>
          <p:nvPr/>
        </p:nvSpPr>
        <p:spPr>
          <a:xfrm>
            <a:off x="45778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a_full_bar_248">
            <a:extLst>
              <a:ext uri="{FF2B5EF4-FFF2-40B4-BE49-F238E27FC236}">
                <a16:creationId xmlns:a16="http://schemas.microsoft.com/office/drawing/2014/main" id="{CC356759-E289-447B-B3CC-EFD787D8EAFF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a_full_bar_249">
            <a:extLst>
              <a:ext uri="{FF2B5EF4-FFF2-40B4-BE49-F238E27FC236}">
                <a16:creationId xmlns:a16="http://schemas.microsoft.com/office/drawing/2014/main" id="{A08CBDD8-D192-4B7A-9E85-78E46BFEE2C6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a_full_bar_250">
            <a:extLst>
              <a:ext uri="{FF2B5EF4-FFF2-40B4-BE49-F238E27FC236}">
                <a16:creationId xmlns:a16="http://schemas.microsoft.com/office/drawing/2014/main" id="{9D776283-5643-403A-9E77-6787B87089D8}"/>
              </a:ext>
            </a:extLst>
          </p:cNvPr>
          <p:cNvSpPr>
            <a:spLocks noGrp="1"/>
          </p:cNvSpPr>
          <p:nvPr/>
        </p:nvSpPr>
        <p:spPr>
          <a:xfrm>
            <a:off x="46184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a_full_bar_251">
            <a:extLst>
              <a:ext uri="{FF2B5EF4-FFF2-40B4-BE49-F238E27FC236}">
                <a16:creationId xmlns:a16="http://schemas.microsoft.com/office/drawing/2014/main" id="{1C184932-DB6B-4006-B389-DCF5BC0B8F88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a_full_bar_252">
            <a:extLst>
              <a:ext uri="{FF2B5EF4-FFF2-40B4-BE49-F238E27FC236}">
                <a16:creationId xmlns:a16="http://schemas.microsoft.com/office/drawing/2014/main" id="{91489959-BF0C-419F-B834-AB02D66032EA}"/>
              </a:ext>
            </a:extLst>
          </p:cNvPr>
          <p:cNvSpPr>
            <a:spLocks noGrp="1"/>
          </p:cNvSpPr>
          <p:nvPr/>
        </p:nvSpPr>
        <p:spPr>
          <a:xfrm>
            <a:off x="4770781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a_full_bar_253">
            <a:extLst>
              <a:ext uri="{FF2B5EF4-FFF2-40B4-BE49-F238E27FC236}">
                <a16:creationId xmlns:a16="http://schemas.microsoft.com/office/drawing/2014/main" id="{C4542C44-0D14-43E8-A4B9-21C79C6CD771}"/>
              </a:ext>
            </a:extLst>
          </p:cNvPr>
          <p:cNvSpPr>
            <a:spLocks noGrp="1"/>
          </p:cNvSpPr>
          <p:nvPr/>
        </p:nvSpPr>
        <p:spPr>
          <a:xfrm>
            <a:off x="46159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a_full_bar_254">
            <a:extLst>
              <a:ext uri="{FF2B5EF4-FFF2-40B4-BE49-F238E27FC236}">
                <a16:creationId xmlns:a16="http://schemas.microsoft.com/office/drawing/2014/main" id="{5D2D4FA6-34F9-4426-AB3A-319D6B878786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a_full_bar_255">
            <a:extLst>
              <a:ext uri="{FF2B5EF4-FFF2-40B4-BE49-F238E27FC236}">
                <a16:creationId xmlns:a16="http://schemas.microsoft.com/office/drawing/2014/main" id="{23B2C7EB-9801-474C-A472-4E10700B5383}"/>
              </a:ext>
            </a:extLst>
          </p:cNvPr>
          <p:cNvSpPr>
            <a:spLocks noGrp="1"/>
          </p:cNvSpPr>
          <p:nvPr/>
        </p:nvSpPr>
        <p:spPr>
          <a:xfrm>
            <a:off x="486188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a_full_bar_256">
            <a:extLst>
              <a:ext uri="{FF2B5EF4-FFF2-40B4-BE49-F238E27FC236}">
                <a16:creationId xmlns:a16="http://schemas.microsoft.com/office/drawing/2014/main" id="{1D9F5104-E737-4C2F-88AD-94F783937BC3}"/>
              </a:ext>
            </a:extLst>
          </p:cNvPr>
          <p:cNvSpPr>
            <a:spLocks noGrp="1"/>
          </p:cNvSpPr>
          <p:nvPr/>
        </p:nvSpPr>
        <p:spPr>
          <a:xfrm>
            <a:off x="457829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a_full_bar_257">
            <a:extLst>
              <a:ext uri="{FF2B5EF4-FFF2-40B4-BE49-F238E27FC236}">
                <a16:creationId xmlns:a16="http://schemas.microsoft.com/office/drawing/2014/main" id="{F2F43AEA-3339-4C48-A1B2-53224DA26CEF}"/>
              </a:ext>
            </a:extLst>
          </p:cNvPr>
          <p:cNvSpPr>
            <a:spLocks noGrp="1"/>
          </p:cNvSpPr>
          <p:nvPr/>
        </p:nvSpPr>
        <p:spPr>
          <a:xfrm>
            <a:off x="46036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a_full_bar_258">
            <a:extLst>
              <a:ext uri="{FF2B5EF4-FFF2-40B4-BE49-F238E27FC236}">
                <a16:creationId xmlns:a16="http://schemas.microsoft.com/office/drawing/2014/main" id="{97832B74-5628-427E-A28B-0112674B91ED}"/>
              </a:ext>
            </a:extLst>
          </p:cNvPr>
          <p:cNvSpPr>
            <a:spLocks noGrp="1"/>
          </p:cNvSpPr>
          <p:nvPr/>
        </p:nvSpPr>
        <p:spPr>
          <a:xfrm>
            <a:off x="456615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a_full_bar_259">
            <a:extLst>
              <a:ext uri="{FF2B5EF4-FFF2-40B4-BE49-F238E27FC236}">
                <a16:creationId xmlns:a16="http://schemas.microsoft.com/office/drawing/2014/main" id="{ABC929DA-C548-44A3-9D6C-EDB2C1CB6BD8}"/>
              </a:ext>
            </a:extLst>
          </p:cNvPr>
          <p:cNvSpPr>
            <a:spLocks noGrp="1"/>
          </p:cNvSpPr>
          <p:nvPr/>
        </p:nvSpPr>
        <p:spPr>
          <a:xfrm>
            <a:off x="4713926" y="34001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a_full_bar_260">
            <a:extLst>
              <a:ext uri="{FF2B5EF4-FFF2-40B4-BE49-F238E27FC236}">
                <a16:creationId xmlns:a16="http://schemas.microsoft.com/office/drawing/2014/main" id="{AB1CFB60-FB9F-49BE-929D-654E9DC3D4B7}"/>
              </a:ext>
            </a:extLst>
          </p:cNvPr>
          <p:cNvSpPr>
            <a:spLocks noGrp="1"/>
          </p:cNvSpPr>
          <p:nvPr/>
        </p:nvSpPr>
        <p:spPr>
          <a:xfrm>
            <a:off x="4527207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a_full_bar_261">
            <a:extLst>
              <a:ext uri="{FF2B5EF4-FFF2-40B4-BE49-F238E27FC236}">
                <a16:creationId xmlns:a16="http://schemas.microsoft.com/office/drawing/2014/main" id="{B5497CE3-0E2B-43D0-903B-609B722ACBB9}"/>
              </a:ext>
            </a:extLst>
          </p:cNvPr>
          <p:cNvSpPr>
            <a:spLocks noGrp="1"/>
          </p:cNvSpPr>
          <p:nvPr/>
        </p:nvSpPr>
        <p:spPr>
          <a:xfrm>
            <a:off x="4838511" y="38519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a_full_bar_262">
            <a:extLst>
              <a:ext uri="{FF2B5EF4-FFF2-40B4-BE49-F238E27FC236}">
                <a16:creationId xmlns:a16="http://schemas.microsoft.com/office/drawing/2014/main" id="{9248A07E-7E48-4B4A-A361-81ED644E6612}"/>
              </a:ext>
            </a:extLst>
          </p:cNvPr>
          <p:cNvSpPr>
            <a:spLocks noGrp="1"/>
          </p:cNvSpPr>
          <p:nvPr/>
        </p:nvSpPr>
        <p:spPr>
          <a:xfrm>
            <a:off x="4533459" y="3933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a_full_bar_263">
            <a:extLst>
              <a:ext uri="{FF2B5EF4-FFF2-40B4-BE49-F238E27FC236}">
                <a16:creationId xmlns:a16="http://schemas.microsoft.com/office/drawing/2014/main" id="{F93D6908-BCF6-46EC-886C-A18D5FE71C53}"/>
              </a:ext>
            </a:extLst>
          </p:cNvPr>
          <p:cNvSpPr>
            <a:spLocks noGrp="1"/>
          </p:cNvSpPr>
          <p:nvPr/>
        </p:nvSpPr>
        <p:spPr>
          <a:xfrm>
            <a:off x="460896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a_full_bar_264">
            <a:extLst>
              <a:ext uri="{FF2B5EF4-FFF2-40B4-BE49-F238E27FC236}">
                <a16:creationId xmlns:a16="http://schemas.microsoft.com/office/drawing/2014/main" id="{4462D5F7-6520-44EB-B7C8-CF09AD4E5EF6}"/>
              </a:ext>
            </a:extLst>
          </p:cNvPr>
          <p:cNvSpPr>
            <a:spLocks noGrp="1"/>
          </p:cNvSpPr>
          <p:nvPr/>
        </p:nvSpPr>
        <p:spPr>
          <a:xfrm>
            <a:off x="4884271" y="5898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a_full_bar_265">
            <a:extLst>
              <a:ext uri="{FF2B5EF4-FFF2-40B4-BE49-F238E27FC236}">
                <a16:creationId xmlns:a16="http://schemas.microsoft.com/office/drawing/2014/main" id="{D0540AE6-83BE-4D02-BCC7-31FB212F89AE}"/>
              </a:ext>
            </a:extLst>
          </p:cNvPr>
          <p:cNvSpPr>
            <a:spLocks noGrp="1"/>
          </p:cNvSpPr>
          <p:nvPr/>
        </p:nvSpPr>
        <p:spPr>
          <a:xfrm>
            <a:off x="460701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a_full_bar_266">
            <a:extLst>
              <a:ext uri="{FF2B5EF4-FFF2-40B4-BE49-F238E27FC236}">
                <a16:creationId xmlns:a16="http://schemas.microsoft.com/office/drawing/2014/main" id="{96377DB1-173E-431F-AEF8-58EEF72EF515}"/>
              </a:ext>
            </a:extLst>
          </p:cNvPr>
          <p:cNvSpPr>
            <a:spLocks noGrp="1"/>
          </p:cNvSpPr>
          <p:nvPr/>
        </p:nvSpPr>
        <p:spPr>
          <a:xfrm>
            <a:off x="4712054" y="36651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a_full_bar_267">
            <a:extLst>
              <a:ext uri="{FF2B5EF4-FFF2-40B4-BE49-F238E27FC236}">
                <a16:creationId xmlns:a16="http://schemas.microsoft.com/office/drawing/2014/main" id="{17714A01-932C-4F58-B74E-25363B384230}"/>
              </a:ext>
            </a:extLst>
          </p:cNvPr>
          <p:cNvSpPr>
            <a:spLocks noGrp="1"/>
          </p:cNvSpPr>
          <p:nvPr/>
        </p:nvSpPr>
        <p:spPr>
          <a:xfrm>
            <a:off x="48417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a_full_bar_268">
            <a:extLst>
              <a:ext uri="{FF2B5EF4-FFF2-40B4-BE49-F238E27FC236}">
                <a16:creationId xmlns:a16="http://schemas.microsoft.com/office/drawing/2014/main" id="{1C517636-3924-41AE-863F-99315E2697C1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a_full_bar_269">
            <a:extLst>
              <a:ext uri="{FF2B5EF4-FFF2-40B4-BE49-F238E27FC236}">
                <a16:creationId xmlns:a16="http://schemas.microsoft.com/office/drawing/2014/main" id="{C31711D8-D136-45ED-90F0-1548DB987FC4}"/>
              </a:ext>
            </a:extLst>
          </p:cNvPr>
          <p:cNvSpPr>
            <a:spLocks noGrp="1"/>
          </p:cNvSpPr>
          <p:nvPr/>
        </p:nvSpPr>
        <p:spPr>
          <a:xfrm>
            <a:off x="471042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a_full_bar_270">
            <a:extLst>
              <a:ext uri="{FF2B5EF4-FFF2-40B4-BE49-F238E27FC236}">
                <a16:creationId xmlns:a16="http://schemas.microsoft.com/office/drawing/2014/main" id="{C02B477D-5D7D-4C52-A910-4D2B2E3254E3}"/>
              </a:ext>
            </a:extLst>
          </p:cNvPr>
          <p:cNvSpPr>
            <a:spLocks noGrp="1"/>
          </p:cNvSpPr>
          <p:nvPr/>
        </p:nvSpPr>
        <p:spPr>
          <a:xfrm>
            <a:off x="45549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a_full_bar_271">
            <a:extLst>
              <a:ext uri="{FF2B5EF4-FFF2-40B4-BE49-F238E27FC236}">
                <a16:creationId xmlns:a16="http://schemas.microsoft.com/office/drawing/2014/main" id="{9ADD46E4-6E46-4CF9-A52F-9CD9ACE55CEF}"/>
              </a:ext>
            </a:extLst>
          </p:cNvPr>
          <p:cNvSpPr>
            <a:spLocks noGrp="1"/>
          </p:cNvSpPr>
          <p:nvPr/>
        </p:nvSpPr>
        <p:spPr>
          <a:xfrm>
            <a:off x="4519208" y="3860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a_full_bar_272">
            <a:extLst>
              <a:ext uri="{FF2B5EF4-FFF2-40B4-BE49-F238E27FC236}">
                <a16:creationId xmlns:a16="http://schemas.microsoft.com/office/drawing/2014/main" id="{C1F83A58-BDBC-4824-8264-78F4960436F6}"/>
              </a:ext>
            </a:extLst>
          </p:cNvPr>
          <p:cNvSpPr>
            <a:spLocks noGrp="1"/>
          </p:cNvSpPr>
          <p:nvPr/>
        </p:nvSpPr>
        <p:spPr>
          <a:xfrm>
            <a:off x="4703792" y="41653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a_full_bar_273">
            <a:extLst>
              <a:ext uri="{FF2B5EF4-FFF2-40B4-BE49-F238E27FC236}">
                <a16:creationId xmlns:a16="http://schemas.microsoft.com/office/drawing/2014/main" id="{D0E77488-6578-4E7A-AB47-964DA15DC565}"/>
              </a:ext>
            </a:extLst>
          </p:cNvPr>
          <p:cNvSpPr>
            <a:spLocks noGrp="1"/>
          </p:cNvSpPr>
          <p:nvPr/>
        </p:nvSpPr>
        <p:spPr>
          <a:xfrm>
            <a:off x="472589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a_full_bar_274">
            <a:extLst>
              <a:ext uri="{FF2B5EF4-FFF2-40B4-BE49-F238E27FC236}">
                <a16:creationId xmlns:a16="http://schemas.microsoft.com/office/drawing/2014/main" id="{A9192ED4-9959-4FC2-A1D1-6F0ECFE5AE16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a_full_bar_275">
            <a:extLst>
              <a:ext uri="{FF2B5EF4-FFF2-40B4-BE49-F238E27FC236}">
                <a16:creationId xmlns:a16="http://schemas.microsoft.com/office/drawing/2014/main" id="{578748F0-2231-4E18-92D8-97D7A99F4520}"/>
              </a:ext>
            </a:extLst>
          </p:cNvPr>
          <p:cNvSpPr>
            <a:spLocks noGrp="1"/>
          </p:cNvSpPr>
          <p:nvPr/>
        </p:nvSpPr>
        <p:spPr>
          <a:xfrm>
            <a:off x="482181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a_full_bar_276">
            <a:extLst>
              <a:ext uri="{FF2B5EF4-FFF2-40B4-BE49-F238E27FC236}">
                <a16:creationId xmlns:a16="http://schemas.microsoft.com/office/drawing/2014/main" id="{56F4AAD8-4F79-438F-AE95-7508BCC44DDD}"/>
              </a:ext>
            </a:extLst>
          </p:cNvPr>
          <p:cNvSpPr>
            <a:spLocks noGrp="1"/>
          </p:cNvSpPr>
          <p:nvPr/>
        </p:nvSpPr>
        <p:spPr>
          <a:xfrm>
            <a:off x="464211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a_full_bar_277">
            <a:extLst>
              <a:ext uri="{FF2B5EF4-FFF2-40B4-BE49-F238E27FC236}">
                <a16:creationId xmlns:a16="http://schemas.microsoft.com/office/drawing/2014/main" id="{EB8B5111-C692-4CE6-BDDE-F1742D6AE1A2}"/>
              </a:ext>
            </a:extLst>
          </p:cNvPr>
          <p:cNvSpPr>
            <a:spLocks noGrp="1"/>
          </p:cNvSpPr>
          <p:nvPr/>
        </p:nvSpPr>
        <p:spPr>
          <a:xfrm>
            <a:off x="4614780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a_full_bar_278">
            <a:extLst>
              <a:ext uri="{FF2B5EF4-FFF2-40B4-BE49-F238E27FC236}">
                <a16:creationId xmlns:a16="http://schemas.microsoft.com/office/drawing/2014/main" id="{C02D420B-C066-42E6-A3E9-D9F3409FAF2F}"/>
              </a:ext>
            </a:extLst>
          </p:cNvPr>
          <p:cNvSpPr>
            <a:spLocks noGrp="1"/>
          </p:cNvSpPr>
          <p:nvPr/>
        </p:nvSpPr>
        <p:spPr>
          <a:xfrm>
            <a:off x="4834093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a_full_bar_279">
            <a:extLst>
              <a:ext uri="{FF2B5EF4-FFF2-40B4-BE49-F238E27FC236}">
                <a16:creationId xmlns:a16="http://schemas.microsoft.com/office/drawing/2014/main" id="{9FB31567-17C2-4A5E-8268-1978452F0899}"/>
              </a:ext>
            </a:extLst>
          </p:cNvPr>
          <p:cNvSpPr>
            <a:spLocks noGrp="1"/>
          </p:cNvSpPr>
          <p:nvPr/>
        </p:nvSpPr>
        <p:spPr>
          <a:xfrm>
            <a:off x="462255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a_full_bar_280">
            <a:extLst>
              <a:ext uri="{FF2B5EF4-FFF2-40B4-BE49-F238E27FC236}">
                <a16:creationId xmlns:a16="http://schemas.microsoft.com/office/drawing/2014/main" id="{08234766-2FE0-446F-8281-706DADC04E3D}"/>
              </a:ext>
            </a:extLst>
          </p:cNvPr>
          <p:cNvSpPr>
            <a:spLocks noGrp="1"/>
          </p:cNvSpPr>
          <p:nvPr/>
        </p:nvSpPr>
        <p:spPr>
          <a:xfrm>
            <a:off x="4530489" y="478908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a_full_bar_281">
            <a:extLst>
              <a:ext uri="{FF2B5EF4-FFF2-40B4-BE49-F238E27FC236}">
                <a16:creationId xmlns:a16="http://schemas.microsoft.com/office/drawing/2014/main" id="{B6232F49-715F-40A5-9BB4-A610CC5A9850}"/>
              </a:ext>
            </a:extLst>
          </p:cNvPr>
          <p:cNvSpPr>
            <a:spLocks noGrp="1"/>
          </p:cNvSpPr>
          <p:nvPr/>
        </p:nvSpPr>
        <p:spPr>
          <a:xfrm>
            <a:off x="47511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a_full_bar_282">
            <a:extLst>
              <a:ext uri="{FF2B5EF4-FFF2-40B4-BE49-F238E27FC236}">
                <a16:creationId xmlns:a16="http://schemas.microsoft.com/office/drawing/2014/main" id="{BA9B3E14-7ED5-4979-8E12-36CC1605C505}"/>
              </a:ext>
            </a:extLst>
          </p:cNvPr>
          <p:cNvSpPr>
            <a:spLocks noGrp="1"/>
          </p:cNvSpPr>
          <p:nvPr/>
        </p:nvSpPr>
        <p:spPr>
          <a:xfrm>
            <a:off x="4584475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a_full_bar_283">
            <a:extLst>
              <a:ext uri="{FF2B5EF4-FFF2-40B4-BE49-F238E27FC236}">
                <a16:creationId xmlns:a16="http://schemas.microsoft.com/office/drawing/2014/main" id="{3BBC3417-5D68-45CA-975A-C49003442603}"/>
              </a:ext>
            </a:extLst>
          </p:cNvPr>
          <p:cNvSpPr>
            <a:spLocks noGrp="1"/>
          </p:cNvSpPr>
          <p:nvPr/>
        </p:nvSpPr>
        <p:spPr>
          <a:xfrm>
            <a:off x="454348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a_full_bar_284">
            <a:extLst>
              <a:ext uri="{FF2B5EF4-FFF2-40B4-BE49-F238E27FC236}">
                <a16:creationId xmlns:a16="http://schemas.microsoft.com/office/drawing/2014/main" id="{53756A0D-3C89-42EA-9071-EF7F75392AEB}"/>
              </a:ext>
            </a:extLst>
          </p:cNvPr>
          <p:cNvSpPr>
            <a:spLocks noGrp="1"/>
          </p:cNvSpPr>
          <p:nvPr/>
        </p:nvSpPr>
        <p:spPr>
          <a:xfrm>
            <a:off x="45198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a_full_bar_285">
            <a:extLst>
              <a:ext uri="{FF2B5EF4-FFF2-40B4-BE49-F238E27FC236}">
                <a16:creationId xmlns:a16="http://schemas.microsoft.com/office/drawing/2014/main" id="{6143021C-50DE-457F-AD55-19EA2E336FC2}"/>
              </a:ext>
            </a:extLst>
          </p:cNvPr>
          <p:cNvSpPr>
            <a:spLocks noGrp="1"/>
          </p:cNvSpPr>
          <p:nvPr/>
        </p:nvSpPr>
        <p:spPr>
          <a:xfrm>
            <a:off x="4773497" y="3364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a_full_bar_286">
            <a:extLst>
              <a:ext uri="{FF2B5EF4-FFF2-40B4-BE49-F238E27FC236}">
                <a16:creationId xmlns:a16="http://schemas.microsoft.com/office/drawing/2014/main" id="{082D24F4-AC50-4FA1-B849-4BC116EFF200}"/>
              </a:ext>
            </a:extLst>
          </p:cNvPr>
          <p:cNvSpPr>
            <a:spLocks noGrp="1"/>
          </p:cNvSpPr>
          <p:nvPr/>
        </p:nvSpPr>
        <p:spPr>
          <a:xfrm>
            <a:off x="454624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a_full_bar_287">
            <a:extLst>
              <a:ext uri="{FF2B5EF4-FFF2-40B4-BE49-F238E27FC236}">
                <a16:creationId xmlns:a16="http://schemas.microsoft.com/office/drawing/2014/main" id="{063B8E43-AFE9-4B00-800D-CE722911BC65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a_full_bar_288">
            <a:extLst>
              <a:ext uri="{FF2B5EF4-FFF2-40B4-BE49-F238E27FC236}">
                <a16:creationId xmlns:a16="http://schemas.microsoft.com/office/drawing/2014/main" id="{6D3ABA9D-3435-46D0-A6BB-4C16B5FCA6EF}"/>
              </a:ext>
            </a:extLst>
          </p:cNvPr>
          <p:cNvSpPr>
            <a:spLocks noGrp="1"/>
          </p:cNvSpPr>
          <p:nvPr/>
        </p:nvSpPr>
        <p:spPr>
          <a:xfrm>
            <a:off x="4637935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a_full_bar_289">
            <a:extLst>
              <a:ext uri="{FF2B5EF4-FFF2-40B4-BE49-F238E27FC236}">
                <a16:creationId xmlns:a16="http://schemas.microsoft.com/office/drawing/2014/main" id="{228E0364-60E9-4B56-B196-8FA0658F5129}"/>
              </a:ext>
            </a:extLst>
          </p:cNvPr>
          <p:cNvSpPr>
            <a:spLocks noGrp="1"/>
          </p:cNvSpPr>
          <p:nvPr/>
        </p:nvSpPr>
        <p:spPr>
          <a:xfrm>
            <a:off x="46382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a_full_bar_290">
            <a:extLst>
              <a:ext uri="{FF2B5EF4-FFF2-40B4-BE49-F238E27FC236}">
                <a16:creationId xmlns:a16="http://schemas.microsoft.com/office/drawing/2014/main" id="{5C5F2F51-F267-4678-B9D7-854629827983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a_full_bar_291">
            <a:extLst>
              <a:ext uri="{FF2B5EF4-FFF2-40B4-BE49-F238E27FC236}">
                <a16:creationId xmlns:a16="http://schemas.microsoft.com/office/drawing/2014/main" id="{98D31A91-750B-4FBD-AC36-989CB95A5237}"/>
              </a:ext>
            </a:extLst>
          </p:cNvPr>
          <p:cNvSpPr>
            <a:spLocks noGrp="1"/>
          </p:cNvSpPr>
          <p:nvPr/>
        </p:nvSpPr>
        <p:spPr>
          <a:xfrm>
            <a:off x="4670011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a_full_bar_292">
            <a:extLst>
              <a:ext uri="{FF2B5EF4-FFF2-40B4-BE49-F238E27FC236}">
                <a16:creationId xmlns:a16="http://schemas.microsoft.com/office/drawing/2014/main" id="{D285BA7D-9910-475D-944E-156E48E82A54}"/>
              </a:ext>
            </a:extLst>
          </p:cNvPr>
          <p:cNvSpPr>
            <a:spLocks noGrp="1"/>
          </p:cNvSpPr>
          <p:nvPr/>
        </p:nvSpPr>
        <p:spPr>
          <a:xfrm>
            <a:off x="468640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a_full_bar_293">
            <a:extLst>
              <a:ext uri="{FF2B5EF4-FFF2-40B4-BE49-F238E27FC236}">
                <a16:creationId xmlns:a16="http://schemas.microsoft.com/office/drawing/2014/main" id="{AAEFEAC5-F631-49BC-B846-E973BCCCD487}"/>
              </a:ext>
            </a:extLst>
          </p:cNvPr>
          <p:cNvSpPr>
            <a:spLocks noGrp="1"/>
          </p:cNvSpPr>
          <p:nvPr/>
        </p:nvSpPr>
        <p:spPr>
          <a:xfrm>
            <a:off x="46633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a_full_bar_294">
            <a:extLst>
              <a:ext uri="{FF2B5EF4-FFF2-40B4-BE49-F238E27FC236}">
                <a16:creationId xmlns:a16="http://schemas.microsoft.com/office/drawing/2014/main" id="{C420B18F-0282-45FE-A8B6-21770B85FA42}"/>
              </a:ext>
            </a:extLst>
          </p:cNvPr>
          <p:cNvSpPr>
            <a:spLocks noGrp="1"/>
          </p:cNvSpPr>
          <p:nvPr/>
        </p:nvSpPr>
        <p:spPr>
          <a:xfrm>
            <a:off x="452935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a_full_bar_295">
            <a:extLst>
              <a:ext uri="{FF2B5EF4-FFF2-40B4-BE49-F238E27FC236}">
                <a16:creationId xmlns:a16="http://schemas.microsoft.com/office/drawing/2014/main" id="{C4D42DE0-92F7-4739-B3FE-05593DF2FB2A}"/>
              </a:ext>
            </a:extLst>
          </p:cNvPr>
          <p:cNvSpPr>
            <a:spLocks noGrp="1"/>
          </p:cNvSpPr>
          <p:nvPr/>
        </p:nvSpPr>
        <p:spPr>
          <a:xfrm>
            <a:off x="46200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a_full_bar_296">
            <a:extLst>
              <a:ext uri="{FF2B5EF4-FFF2-40B4-BE49-F238E27FC236}">
                <a16:creationId xmlns:a16="http://schemas.microsoft.com/office/drawing/2014/main" id="{A37B594E-8F9F-455A-B7EF-0FEF878C4C83}"/>
              </a:ext>
            </a:extLst>
          </p:cNvPr>
          <p:cNvSpPr>
            <a:spLocks noGrp="1"/>
          </p:cNvSpPr>
          <p:nvPr/>
        </p:nvSpPr>
        <p:spPr>
          <a:xfrm>
            <a:off x="4728916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a_full_bar_297">
            <a:extLst>
              <a:ext uri="{FF2B5EF4-FFF2-40B4-BE49-F238E27FC236}">
                <a16:creationId xmlns:a16="http://schemas.microsoft.com/office/drawing/2014/main" id="{A0483E88-D6A1-4DFD-8584-DFDA740C6BA5}"/>
              </a:ext>
            </a:extLst>
          </p:cNvPr>
          <p:cNvSpPr>
            <a:spLocks noGrp="1"/>
          </p:cNvSpPr>
          <p:nvPr/>
        </p:nvSpPr>
        <p:spPr>
          <a:xfrm>
            <a:off x="47316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a_full_bar_298">
            <a:extLst>
              <a:ext uri="{FF2B5EF4-FFF2-40B4-BE49-F238E27FC236}">
                <a16:creationId xmlns:a16="http://schemas.microsoft.com/office/drawing/2014/main" id="{88F47930-7CCF-49CE-BB16-3740EBEEB482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a_full_bar_299">
            <a:extLst>
              <a:ext uri="{FF2B5EF4-FFF2-40B4-BE49-F238E27FC236}">
                <a16:creationId xmlns:a16="http://schemas.microsoft.com/office/drawing/2014/main" id="{7DF85027-13F9-49E1-9E41-2D42DFC225EA}"/>
              </a:ext>
            </a:extLst>
          </p:cNvPr>
          <p:cNvSpPr>
            <a:spLocks noGrp="1"/>
          </p:cNvSpPr>
          <p:nvPr/>
        </p:nvSpPr>
        <p:spPr>
          <a:xfrm>
            <a:off x="45804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a_full_bar_300">
            <a:extLst>
              <a:ext uri="{FF2B5EF4-FFF2-40B4-BE49-F238E27FC236}">
                <a16:creationId xmlns:a16="http://schemas.microsoft.com/office/drawing/2014/main" id="{7E16E14C-EBE8-40EF-AD56-3EDD3476C766}"/>
              </a:ext>
            </a:extLst>
          </p:cNvPr>
          <p:cNvSpPr>
            <a:spLocks noGrp="1"/>
          </p:cNvSpPr>
          <p:nvPr/>
        </p:nvSpPr>
        <p:spPr>
          <a:xfrm>
            <a:off x="48175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a_full_bar_301">
            <a:extLst>
              <a:ext uri="{FF2B5EF4-FFF2-40B4-BE49-F238E27FC236}">
                <a16:creationId xmlns:a16="http://schemas.microsoft.com/office/drawing/2014/main" id="{93D5F414-E8F4-4879-97B7-F5609C9262CB}"/>
              </a:ext>
            </a:extLst>
          </p:cNvPr>
          <p:cNvSpPr>
            <a:spLocks noGrp="1"/>
          </p:cNvSpPr>
          <p:nvPr/>
        </p:nvSpPr>
        <p:spPr>
          <a:xfrm>
            <a:off x="4650463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a_full_bar_302">
            <a:extLst>
              <a:ext uri="{FF2B5EF4-FFF2-40B4-BE49-F238E27FC236}">
                <a16:creationId xmlns:a16="http://schemas.microsoft.com/office/drawing/2014/main" id="{7037B305-8C8D-4B27-BC1C-9DCDC9328327}"/>
              </a:ext>
            </a:extLst>
          </p:cNvPr>
          <p:cNvSpPr>
            <a:spLocks noGrp="1"/>
          </p:cNvSpPr>
          <p:nvPr/>
        </p:nvSpPr>
        <p:spPr>
          <a:xfrm>
            <a:off x="45503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a_full_bar_303">
            <a:extLst>
              <a:ext uri="{FF2B5EF4-FFF2-40B4-BE49-F238E27FC236}">
                <a16:creationId xmlns:a16="http://schemas.microsoft.com/office/drawing/2014/main" id="{E9C3821E-2E47-4345-96E9-2F731AE11F7E}"/>
              </a:ext>
            </a:extLst>
          </p:cNvPr>
          <p:cNvSpPr>
            <a:spLocks noGrp="1"/>
          </p:cNvSpPr>
          <p:nvPr/>
        </p:nvSpPr>
        <p:spPr>
          <a:xfrm>
            <a:off x="459266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a_full_bar_304">
            <a:extLst>
              <a:ext uri="{FF2B5EF4-FFF2-40B4-BE49-F238E27FC236}">
                <a16:creationId xmlns:a16="http://schemas.microsoft.com/office/drawing/2014/main" id="{11BE41A7-5FD4-48AF-816C-B43C3CFC0895}"/>
              </a:ext>
            </a:extLst>
          </p:cNvPr>
          <p:cNvSpPr>
            <a:spLocks noGrp="1"/>
          </p:cNvSpPr>
          <p:nvPr/>
        </p:nvSpPr>
        <p:spPr>
          <a:xfrm>
            <a:off x="4692019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a_full_bar_305">
            <a:extLst>
              <a:ext uri="{FF2B5EF4-FFF2-40B4-BE49-F238E27FC236}">
                <a16:creationId xmlns:a16="http://schemas.microsoft.com/office/drawing/2014/main" id="{56BA9EED-4B8C-4339-982C-EBA77BC30829}"/>
              </a:ext>
            </a:extLst>
          </p:cNvPr>
          <p:cNvSpPr>
            <a:spLocks noGrp="1"/>
          </p:cNvSpPr>
          <p:nvPr/>
        </p:nvSpPr>
        <p:spPr>
          <a:xfrm>
            <a:off x="4691969" y="36102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a_full_bar_306">
            <a:extLst>
              <a:ext uri="{FF2B5EF4-FFF2-40B4-BE49-F238E27FC236}">
                <a16:creationId xmlns:a16="http://schemas.microsoft.com/office/drawing/2014/main" id="{16F3C5B0-33BB-4F77-8BEE-D91C6903AC11}"/>
              </a:ext>
            </a:extLst>
          </p:cNvPr>
          <p:cNvSpPr>
            <a:spLocks noGrp="1"/>
          </p:cNvSpPr>
          <p:nvPr/>
        </p:nvSpPr>
        <p:spPr>
          <a:xfrm>
            <a:off x="459101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a_full_bar_307">
            <a:extLst>
              <a:ext uri="{FF2B5EF4-FFF2-40B4-BE49-F238E27FC236}">
                <a16:creationId xmlns:a16="http://schemas.microsoft.com/office/drawing/2014/main" id="{89B7DA89-27B0-499C-AFC5-D5618D634F33}"/>
              </a:ext>
            </a:extLst>
          </p:cNvPr>
          <p:cNvSpPr>
            <a:spLocks noGrp="1"/>
          </p:cNvSpPr>
          <p:nvPr/>
        </p:nvSpPr>
        <p:spPr>
          <a:xfrm>
            <a:off x="48717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a_full_bar_308">
            <a:extLst>
              <a:ext uri="{FF2B5EF4-FFF2-40B4-BE49-F238E27FC236}">
                <a16:creationId xmlns:a16="http://schemas.microsoft.com/office/drawing/2014/main" id="{1828B0BB-6E41-4B00-B164-B9059ACB2A54}"/>
              </a:ext>
            </a:extLst>
          </p:cNvPr>
          <p:cNvSpPr>
            <a:spLocks noGrp="1"/>
          </p:cNvSpPr>
          <p:nvPr/>
        </p:nvSpPr>
        <p:spPr>
          <a:xfrm>
            <a:off x="472168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a_full_bar_309">
            <a:extLst>
              <a:ext uri="{FF2B5EF4-FFF2-40B4-BE49-F238E27FC236}">
                <a16:creationId xmlns:a16="http://schemas.microsoft.com/office/drawing/2014/main" id="{8F746DB2-B84D-4A67-8DF7-6C2B193E11C8}"/>
              </a:ext>
            </a:extLst>
          </p:cNvPr>
          <p:cNvSpPr>
            <a:spLocks noGrp="1"/>
          </p:cNvSpPr>
          <p:nvPr/>
        </p:nvSpPr>
        <p:spPr>
          <a:xfrm>
            <a:off x="4869345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a_full_bar_310">
            <a:extLst>
              <a:ext uri="{FF2B5EF4-FFF2-40B4-BE49-F238E27FC236}">
                <a16:creationId xmlns:a16="http://schemas.microsoft.com/office/drawing/2014/main" id="{00CFDF0A-141F-47D1-AC99-A033523A67EE}"/>
              </a:ext>
            </a:extLst>
          </p:cNvPr>
          <p:cNvSpPr>
            <a:spLocks noGrp="1"/>
          </p:cNvSpPr>
          <p:nvPr/>
        </p:nvSpPr>
        <p:spPr>
          <a:xfrm>
            <a:off x="4681808" y="27889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a_full_bar_311">
            <a:extLst>
              <a:ext uri="{FF2B5EF4-FFF2-40B4-BE49-F238E27FC236}">
                <a16:creationId xmlns:a16="http://schemas.microsoft.com/office/drawing/2014/main" id="{A5C70476-F465-4B00-95C7-A16611EDA83E}"/>
              </a:ext>
            </a:extLst>
          </p:cNvPr>
          <p:cNvSpPr>
            <a:spLocks noGrp="1"/>
          </p:cNvSpPr>
          <p:nvPr/>
        </p:nvSpPr>
        <p:spPr>
          <a:xfrm>
            <a:off x="4858770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a_full_bar_312">
            <a:extLst>
              <a:ext uri="{FF2B5EF4-FFF2-40B4-BE49-F238E27FC236}">
                <a16:creationId xmlns:a16="http://schemas.microsoft.com/office/drawing/2014/main" id="{20A5CA3D-58F9-43F3-B873-3DFBEDF54B35}"/>
              </a:ext>
            </a:extLst>
          </p:cNvPr>
          <p:cNvSpPr>
            <a:spLocks noGrp="1"/>
          </p:cNvSpPr>
          <p:nvPr/>
        </p:nvSpPr>
        <p:spPr>
          <a:xfrm>
            <a:off x="48452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a_full_bar_313">
            <a:extLst>
              <a:ext uri="{FF2B5EF4-FFF2-40B4-BE49-F238E27FC236}">
                <a16:creationId xmlns:a16="http://schemas.microsoft.com/office/drawing/2014/main" id="{B26AD56C-2BA9-4912-9273-9D11220809DE}"/>
              </a:ext>
            </a:extLst>
          </p:cNvPr>
          <p:cNvSpPr>
            <a:spLocks noGrp="1"/>
          </p:cNvSpPr>
          <p:nvPr/>
        </p:nvSpPr>
        <p:spPr>
          <a:xfrm>
            <a:off x="4619212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a_full_bar_314">
            <a:extLst>
              <a:ext uri="{FF2B5EF4-FFF2-40B4-BE49-F238E27FC236}">
                <a16:creationId xmlns:a16="http://schemas.microsoft.com/office/drawing/2014/main" id="{648D94B6-446F-48DD-B420-369164D0406D}"/>
              </a:ext>
            </a:extLst>
          </p:cNvPr>
          <p:cNvSpPr>
            <a:spLocks noGrp="1"/>
          </p:cNvSpPr>
          <p:nvPr/>
        </p:nvSpPr>
        <p:spPr>
          <a:xfrm>
            <a:off x="460238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a_full_bar_315">
            <a:extLst>
              <a:ext uri="{FF2B5EF4-FFF2-40B4-BE49-F238E27FC236}">
                <a16:creationId xmlns:a16="http://schemas.microsoft.com/office/drawing/2014/main" id="{6CAB9874-A1F6-4EC6-AC8E-A7C49D08D594}"/>
              </a:ext>
            </a:extLst>
          </p:cNvPr>
          <p:cNvSpPr>
            <a:spLocks noGrp="1"/>
          </p:cNvSpPr>
          <p:nvPr/>
        </p:nvSpPr>
        <p:spPr>
          <a:xfrm>
            <a:off x="47791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a_full_bar_316">
            <a:extLst>
              <a:ext uri="{FF2B5EF4-FFF2-40B4-BE49-F238E27FC236}">
                <a16:creationId xmlns:a16="http://schemas.microsoft.com/office/drawing/2014/main" id="{253486B0-0CA9-44E0-BED6-F51D54BD654E}"/>
              </a:ext>
            </a:extLst>
          </p:cNvPr>
          <p:cNvSpPr>
            <a:spLocks noGrp="1"/>
          </p:cNvSpPr>
          <p:nvPr/>
        </p:nvSpPr>
        <p:spPr>
          <a:xfrm>
            <a:off x="47138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a_full_bar_317">
            <a:extLst>
              <a:ext uri="{FF2B5EF4-FFF2-40B4-BE49-F238E27FC236}">
                <a16:creationId xmlns:a16="http://schemas.microsoft.com/office/drawing/2014/main" id="{59F51DD0-51A3-4F0C-A56F-E2CF3E1E4112}"/>
              </a:ext>
            </a:extLst>
          </p:cNvPr>
          <p:cNvSpPr>
            <a:spLocks noGrp="1"/>
          </p:cNvSpPr>
          <p:nvPr/>
        </p:nvSpPr>
        <p:spPr>
          <a:xfrm>
            <a:off x="45371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a_full_bar_318">
            <a:extLst>
              <a:ext uri="{FF2B5EF4-FFF2-40B4-BE49-F238E27FC236}">
                <a16:creationId xmlns:a16="http://schemas.microsoft.com/office/drawing/2014/main" id="{11C6006A-A82B-43AB-BC7B-C7E6B80E0A62}"/>
              </a:ext>
            </a:extLst>
          </p:cNvPr>
          <p:cNvSpPr>
            <a:spLocks noGrp="1"/>
          </p:cNvSpPr>
          <p:nvPr/>
        </p:nvSpPr>
        <p:spPr>
          <a:xfrm>
            <a:off x="4693875" y="32971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a_full_bar_319">
            <a:extLst>
              <a:ext uri="{FF2B5EF4-FFF2-40B4-BE49-F238E27FC236}">
                <a16:creationId xmlns:a16="http://schemas.microsoft.com/office/drawing/2014/main" id="{B5C547C9-B7A4-4449-96F3-14163F02F9D3}"/>
              </a:ext>
            </a:extLst>
          </p:cNvPr>
          <p:cNvSpPr>
            <a:spLocks noGrp="1"/>
          </p:cNvSpPr>
          <p:nvPr/>
        </p:nvSpPr>
        <p:spPr>
          <a:xfrm>
            <a:off x="483005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a_full_bar_320">
            <a:extLst>
              <a:ext uri="{FF2B5EF4-FFF2-40B4-BE49-F238E27FC236}">
                <a16:creationId xmlns:a16="http://schemas.microsoft.com/office/drawing/2014/main" id="{87F53B91-D120-4F00-B361-627789A87E4A}"/>
              </a:ext>
            </a:extLst>
          </p:cNvPr>
          <p:cNvSpPr>
            <a:spLocks noGrp="1"/>
          </p:cNvSpPr>
          <p:nvPr/>
        </p:nvSpPr>
        <p:spPr>
          <a:xfrm>
            <a:off x="472314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a_full_bar_321">
            <a:extLst>
              <a:ext uri="{FF2B5EF4-FFF2-40B4-BE49-F238E27FC236}">
                <a16:creationId xmlns:a16="http://schemas.microsoft.com/office/drawing/2014/main" id="{BEC1A807-2E06-426E-8E04-96593885398B}"/>
              </a:ext>
            </a:extLst>
          </p:cNvPr>
          <p:cNvSpPr>
            <a:spLocks noGrp="1"/>
          </p:cNvSpPr>
          <p:nvPr/>
        </p:nvSpPr>
        <p:spPr>
          <a:xfrm>
            <a:off x="467732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a_full_bar_322">
            <a:extLst>
              <a:ext uri="{FF2B5EF4-FFF2-40B4-BE49-F238E27FC236}">
                <a16:creationId xmlns:a16="http://schemas.microsoft.com/office/drawing/2014/main" id="{A999A2F2-189B-4ED3-AFF0-06E819F36954}"/>
              </a:ext>
            </a:extLst>
          </p:cNvPr>
          <p:cNvSpPr>
            <a:spLocks noGrp="1"/>
          </p:cNvSpPr>
          <p:nvPr/>
        </p:nvSpPr>
        <p:spPr>
          <a:xfrm>
            <a:off x="4556708" y="3585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a_full_bar_323">
            <a:extLst>
              <a:ext uri="{FF2B5EF4-FFF2-40B4-BE49-F238E27FC236}">
                <a16:creationId xmlns:a16="http://schemas.microsoft.com/office/drawing/2014/main" id="{B2E52914-86FA-451B-8172-469CF66441F6}"/>
              </a:ext>
            </a:extLst>
          </p:cNvPr>
          <p:cNvSpPr>
            <a:spLocks noGrp="1"/>
          </p:cNvSpPr>
          <p:nvPr/>
        </p:nvSpPr>
        <p:spPr>
          <a:xfrm>
            <a:off x="45915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a_full_bar_324">
            <a:extLst>
              <a:ext uri="{FF2B5EF4-FFF2-40B4-BE49-F238E27FC236}">
                <a16:creationId xmlns:a16="http://schemas.microsoft.com/office/drawing/2014/main" id="{1BD8C54B-3C94-432E-9E23-48C75ED72A85}"/>
              </a:ext>
            </a:extLst>
          </p:cNvPr>
          <p:cNvSpPr>
            <a:spLocks noGrp="1"/>
          </p:cNvSpPr>
          <p:nvPr/>
        </p:nvSpPr>
        <p:spPr>
          <a:xfrm>
            <a:off x="485083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a_full_bar_325">
            <a:extLst>
              <a:ext uri="{FF2B5EF4-FFF2-40B4-BE49-F238E27FC236}">
                <a16:creationId xmlns:a16="http://schemas.microsoft.com/office/drawing/2014/main" id="{03450943-FEEE-4294-B64F-03ACED4DB922}"/>
              </a:ext>
            </a:extLst>
          </p:cNvPr>
          <p:cNvSpPr>
            <a:spLocks noGrp="1"/>
          </p:cNvSpPr>
          <p:nvPr/>
        </p:nvSpPr>
        <p:spPr>
          <a:xfrm>
            <a:off x="488687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a_full_bar_326">
            <a:extLst>
              <a:ext uri="{FF2B5EF4-FFF2-40B4-BE49-F238E27FC236}">
                <a16:creationId xmlns:a16="http://schemas.microsoft.com/office/drawing/2014/main" id="{24C73E4B-2199-492A-9A97-91606AB49D1E}"/>
              </a:ext>
            </a:extLst>
          </p:cNvPr>
          <p:cNvSpPr>
            <a:spLocks noGrp="1"/>
          </p:cNvSpPr>
          <p:nvPr/>
        </p:nvSpPr>
        <p:spPr>
          <a:xfrm>
            <a:off x="488286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a_full_bar_327">
            <a:extLst>
              <a:ext uri="{FF2B5EF4-FFF2-40B4-BE49-F238E27FC236}">
                <a16:creationId xmlns:a16="http://schemas.microsoft.com/office/drawing/2014/main" id="{B79BABB5-7FA0-4CFB-ADA6-5A8A3F4A30DE}"/>
              </a:ext>
            </a:extLst>
          </p:cNvPr>
          <p:cNvSpPr>
            <a:spLocks noGrp="1"/>
          </p:cNvSpPr>
          <p:nvPr/>
        </p:nvSpPr>
        <p:spPr>
          <a:xfrm>
            <a:off x="4614435" y="39321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a_full_bar_328">
            <a:extLst>
              <a:ext uri="{FF2B5EF4-FFF2-40B4-BE49-F238E27FC236}">
                <a16:creationId xmlns:a16="http://schemas.microsoft.com/office/drawing/2014/main" id="{919295E5-D747-4586-9B37-99598CE32C55}"/>
              </a:ext>
            </a:extLst>
          </p:cNvPr>
          <p:cNvSpPr>
            <a:spLocks noGrp="1"/>
          </p:cNvSpPr>
          <p:nvPr/>
        </p:nvSpPr>
        <p:spPr>
          <a:xfrm>
            <a:off x="46879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a_full_bar_329">
            <a:extLst>
              <a:ext uri="{FF2B5EF4-FFF2-40B4-BE49-F238E27FC236}">
                <a16:creationId xmlns:a16="http://schemas.microsoft.com/office/drawing/2014/main" id="{531E10A8-CFCF-4DF7-9651-2434F62FF1C2}"/>
              </a:ext>
            </a:extLst>
          </p:cNvPr>
          <p:cNvSpPr>
            <a:spLocks noGrp="1"/>
          </p:cNvSpPr>
          <p:nvPr/>
        </p:nvSpPr>
        <p:spPr>
          <a:xfrm>
            <a:off x="4771299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a_full_bar_330">
            <a:extLst>
              <a:ext uri="{FF2B5EF4-FFF2-40B4-BE49-F238E27FC236}">
                <a16:creationId xmlns:a16="http://schemas.microsoft.com/office/drawing/2014/main" id="{77F4F871-8CD2-4F6D-9326-E39BFC97059E}"/>
              </a:ext>
            </a:extLst>
          </p:cNvPr>
          <p:cNvSpPr>
            <a:spLocks noGrp="1"/>
          </p:cNvSpPr>
          <p:nvPr/>
        </p:nvSpPr>
        <p:spPr>
          <a:xfrm>
            <a:off x="489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a_full_bar_331">
            <a:extLst>
              <a:ext uri="{FF2B5EF4-FFF2-40B4-BE49-F238E27FC236}">
                <a16:creationId xmlns:a16="http://schemas.microsoft.com/office/drawing/2014/main" id="{CC1CBA50-4593-40AB-9C86-B03DCD1D1CF6}"/>
              </a:ext>
            </a:extLst>
          </p:cNvPr>
          <p:cNvSpPr>
            <a:spLocks noGrp="1"/>
          </p:cNvSpPr>
          <p:nvPr/>
        </p:nvSpPr>
        <p:spPr>
          <a:xfrm>
            <a:off x="4670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a_full_bar_332">
            <a:extLst>
              <a:ext uri="{FF2B5EF4-FFF2-40B4-BE49-F238E27FC236}">
                <a16:creationId xmlns:a16="http://schemas.microsoft.com/office/drawing/2014/main" id="{C7717FDC-74CA-455D-B12D-AE28BCFD4A55}"/>
              </a:ext>
            </a:extLst>
          </p:cNvPr>
          <p:cNvSpPr>
            <a:spLocks noGrp="1"/>
          </p:cNvSpPr>
          <p:nvPr/>
        </p:nvSpPr>
        <p:spPr>
          <a:xfrm>
            <a:off x="4886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a_full_bar_333">
            <a:extLst>
              <a:ext uri="{FF2B5EF4-FFF2-40B4-BE49-F238E27FC236}">
                <a16:creationId xmlns:a16="http://schemas.microsoft.com/office/drawing/2014/main" id="{B1BD74F4-3F90-4B64-BBA8-C2B2C97FD301}"/>
              </a:ext>
            </a:extLst>
          </p:cNvPr>
          <p:cNvSpPr>
            <a:spLocks noGrp="1"/>
          </p:cNvSpPr>
          <p:nvPr/>
        </p:nvSpPr>
        <p:spPr>
          <a:xfrm>
            <a:off x="469058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a_full_bar_334">
            <a:extLst>
              <a:ext uri="{FF2B5EF4-FFF2-40B4-BE49-F238E27FC236}">
                <a16:creationId xmlns:a16="http://schemas.microsoft.com/office/drawing/2014/main" id="{E1C8CA58-176A-4444-9293-74BAF286E73D}"/>
              </a:ext>
            </a:extLst>
          </p:cNvPr>
          <p:cNvSpPr>
            <a:spLocks noGrp="1"/>
          </p:cNvSpPr>
          <p:nvPr/>
        </p:nvSpPr>
        <p:spPr>
          <a:xfrm>
            <a:off x="461233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a_full_bar_335">
            <a:extLst>
              <a:ext uri="{FF2B5EF4-FFF2-40B4-BE49-F238E27FC236}">
                <a16:creationId xmlns:a16="http://schemas.microsoft.com/office/drawing/2014/main" id="{739C7E17-4453-4D36-ABFA-7FBA22727DFD}"/>
              </a:ext>
            </a:extLst>
          </p:cNvPr>
          <p:cNvSpPr>
            <a:spLocks noGrp="1"/>
          </p:cNvSpPr>
          <p:nvPr/>
        </p:nvSpPr>
        <p:spPr>
          <a:xfrm>
            <a:off x="466499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a_full_bar_336">
            <a:extLst>
              <a:ext uri="{FF2B5EF4-FFF2-40B4-BE49-F238E27FC236}">
                <a16:creationId xmlns:a16="http://schemas.microsoft.com/office/drawing/2014/main" id="{330291BC-FF38-47FA-B624-117384FEA479}"/>
              </a:ext>
            </a:extLst>
          </p:cNvPr>
          <p:cNvSpPr>
            <a:spLocks noGrp="1"/>
          </p:cNvSpPr>
          <p:nvPr/>
        </p:nvSpPr>
        <p:spPr>
          <a:xfrm>
            <a:off x="4617376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a_full_bar_337">
            <a:extLst>
              <a:ext uri="{FF2B5EF4-FFF2-40B4-BE49-F238E27FC236}">
                <a16:creationId xmlns:a16="http://schemas.microsoft.com/office/drawing/2014/main" id="{0A68FE85-3175-41C4-8651-8C94A2A077E8}"/>
              </a:ext>
            </a:extLst>
          </p:cNvPr>
          <p:cNvSpPr>
            <a:spLocks noGrp="1"/>
          </p:cNvSpPr>
          <p:nvPr/>
        </p:nvSpPr>
        <p:spPr>
          <a:xfrm>
            <a:off x="469173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a_full_bar_338">
            <a:extLst>
              <a:ext uri="{FF2B5EF4-FFF2-40B4-BE49-F238E27FC236}">
                <a16:creationId xmlns:a16="http://schemas.microsoft.com/office/drawing/2014/main" id="{BABB93BE-E993-4878-99BB-A360F0AD4EC3}"/>
              </a:ext>
            </a:extLst>
          </p:cNvPr>
          <p:cNvSpPr>
            <a:spLocks noGrp="1"/>
          </p:cNvSpPr>
          <p:nvPr/>
        </p:nvSpPr>
        <p:spPr>
          <a:xfrm>
            <a:off x="46842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a_full_bar_339">
            <a:extLst>
              <a:ext uri="{FF2B5EF4-FFF2-40B4-BE49-F238E27FC236}">
                <a16:creationId xmlns:a16="http://schemas.microsoft.com/office/drawing/2014/main" id="{3DA2B5EB-5CF0-4BE9-85EA-C9846C7A2174}"/>
              </a:ext>
            </a:extLst>
          </p:cNvPr>
          <p:cNvSpPr>
            <a:spLocks noGrp="1"/>
          </p:cNvSpPr>
          <p:nvPr/>
        </p:nvSpPr>
        <p:spPr>
          <a:xfrm>
            <a:off x="473415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a_full_bar_340">
            <a:extLst>
              <a:ext uri="{FF2B5EF4-FFF2-40B4-BE49-F238E27FC236}">
                <a16:creationId xmlns:a16="http://schemas.microsoft.com/office/drawing/2014/main" id="{43F8FFC6-71D4-4D5E-8D93-2415C802A6FF}"/>
              </a:ext>
            </a:extLst>
          </p:cNvPr>
          <p:cNvSpPr>
            <a:spLocks noGrp="1"/>
          </p:cNvSpPr>
          <p:nvPr/>
        </p:nvSpPr>
        <p:spPr>
          <a:xfrm>
            <a:off x="4765120" y="45546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a_full_bar_341">
            <a:extLst>
              <a:ext uri="{FF2B5EF4-FFF2-40B4-BE49-F238E27FC236}">
                <a16:creationId xmlns:a16="http://schemas.microsoft.com/office/drawing/2014/main" id="{7BA219EE-4DF2-4C08-9DEE-F97814CAA738}"/>
              </a:ext>
            </a:extLst>
          </p:cNvPr>
          <p:cNvSpPr>
            <a:spLocks noGrp="1"/>
          </p:cNvSpPr>
          <p:nvPr/>
        </p:nvSpPr>
        <p:spPr>
          <a:xfrm>
            <a:off x="480772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a_full_bar_342">
            <a:extLst>
              <a:ext uri="{FF2B5EF4-FFF2-40B4-BE49-F238E27FC236}">
                <a16:creationId xmlns:a16="http://schemas.microsoft.com/office/drawing/2014/main" id="{B21B3F39-EB76-44CA-9298-F0F7C47D0F43}"/>
              </a:ext>
            </a:extLst>
          </p:cNvPr>
          <p:cNvSpPr>
            <a:spLocks noGrp="1"/>
          </p:cNvSpPr>
          <p:nvPr/>
        </p:nvSpPr>
        <p:spPr>
          <a:xfrm>
            <a:off x="4806352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a_full_bar_343">
            <a:extLst>
              <a:ext uri="{FF2B5EF4-FFF2-40B4-BE49-F238E27FC236}">
                <a16:creationId xmlns:a16="http://schemas.microsoft.com/office/drawing/2014/main" id="{01608AB6-C1F0-4320-BF08-DDF8FB6F61B9}"/>
              </a:ext>
            </a:extLst>
          </p:cNvPr>
          <p:cNvSpPr>
            <a:spLocks noGrp="1"/>
          </p:cNvSpPr>
          <p:nvPr/>
        </p:nvSpPr>
        <p:spPr>
          <a:xfrm>
            <a:off x="459773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a_full_bar_344">
            <a:extLst>
              <a:ext uri="{FF2B5EF4-FFF2-40B4-BE49-F238E27FC236}">
                <a16:creationId xmlns:a16="http://schemas.microsoft.com/office/drawing/2014/main" id="{245A27D5-6886-4E58-844C-850FC847E610}"/>
              </a:ext>
            </a:extLst>
          </p:cNvPr>
          <p:cNvSpPr>
            <a:spLocks noGrp="1"/>
          </p:cNvSpPr>
          <p:nvPr/>
        </p:nvSpPr>
        <p:spPr>
          <a:xfrm>
            <a:off x="4840538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a_full_bar_345">
            <a:extLst>
              <a:ext uri="{FF2B5EF4-FFF2-40B4-BE49-F238E27FC236}">
                <a16:creationId xmlns:a16="http://schemas.microsoft.com/office/drawing/2014/main" id="{D8E78FEB-C021-47E8-A40C-68A851CCA686}"/>
              </a:ext>
            </a:extLst>
          </p:cNvPr>
          <p:cNvSpPr>
            <a:spLocks noGrp="1"/>
          </p:cNvSpPr>
          <p:nvPr/>
        </p:nvSpPr>
        <p:spPr>
          <a:xfrm>
            <a:off x="464428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a_full_bar_346">
            <a:extLst>
              <a:ext uri="{FF2B5EF4-FFF2-40B4-BE49-F238E27FC236}">
                <a16:creationId xmlns:a16="http://schemas.microsoft.com/office/drawing/2014/main" id="{66895997-0430-4513-ABCC-2A172B7EA21A}"/>
              </a:ext>
            </a:extLst>
          </p:cNvPr>
          <p:cNvSpPr>
            <a:spLocks noGrp="1"/>
          </p:cNvSpPr>
          <p:nvPr/>
        </p:nvSpPr>
        <p:spPr>
          <a:xfrm>
            <a:off x="451854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a_full_bar_347">
            <a:extLst>
              <a:ext uri="{FF2B5EF4-FFF2-40B4-BE49-F238E27FC236}">
                <a16:creationId xmlns:a16="http://schemas.microsoft.com/office/drawing/2014/main" id="{2D7346AF-681D-4EEB-9915-BC49C9AFAC9D}"/>
              </a:ext>
            </a:extLst>
          </p:cNvPr>
          <p:cNvSpPr>
            <a:spLocks noGrp="1"/>
          </p:cNvSpPr>
          <p:nvPr/>
        </p:nvSpPr>
        <p:spPr>
          <a:xfrm>
            <a:off x="48613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a_full_bar_348">
            <a:extLst>
              <a:ext uri="{FF2B5EF4-FFF2-40B4-BE49-F238E27FC236}">
                <a16:creationId xmlns:a16="http://schemas.microsoft.com/office/drawing/2014/main" id="{E899A96B-C7ED-413B-ADAA-C888F289C8C3}"/>
              </a:ext>
            </a:extLst>
          </p:cNvPr>
          <p:cNvSpPr>
            <a:spLocks noGrp="1"/>
          </p:cNvSpPr>
          <p:nvPr/>
        </p:nvSpPr>
        <p:spPr>
          <a:xfrm>
            <a:off x="4661379" y="50735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a_full_bar_349">
            <a:extLst>
              <a:ext uri="{FF2B5EF4-FFF2-40B4-BE49-F238E27FC236}">
                <a16:creationId xmlns:a16="http://schemas.microsoft.com/office/drawing/2014/main" id="{1CA597D5-98E0-48ED-9CCF-B1291BFA44F8}"/>
              </a:ext>
            </a:extLst>
          </p:cNvPr>
          <p:cNvSpPr>
            <a:spLocks noGrp="1"/>
          </p:cNvSpPr>
          <p:nvPr/>
        </p:nvSpPr>
        <p:spPr>
          <a:xfrm>
            <a:off x="46875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a_full_bar_350">
            <a:extLst>
              <a:ext uri="{FF2B5EF4-FFF2-40B4-BE49-F238E27FC236}">
                <a16:creationId xmlns:a16="http://schemas.microsoft.com/office/drawing/2014/main" id="{59464A5A-D178-461F-9CEC-D2EE50B0FF53}"/>
              </a:ext>
            </a:extLst>
          </p:cNvPr>
          <p:cNvSpPr>
            <a:spLocks noGrp="1"/>
          </p:cNvSpPr>
          <p:nvPr/>
        </p:nvSpPr>
        <p:spPr>
          <a:xfrm>
            <a:off x="4674949" y="48769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a_full_bar_351">
            <a:extLst>
              <a:ext uri="{FF2B5EF4-FFF2-40B4-BE49-F238E27FC236}">
                <a16:creationId xmlns:a16="http://schemas.microsoft.com/office/drawing/2014/main" id="{E5DAD4F3-B4CC-49A6-8C1E-9ECAF3175D7B}"/>
              </a:ext>
            </a:extLst>
          </p:cNvPr>
          <p:cNvSpPr>
            <a:spLocks noGrp="1"/>
          </p:cNvSpPr>
          <p:nvPr/>
        </p:nvSpPr>
        <p:spPr>
          <a:xfrm>
            <a:off x="4547439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a_full_bar_352">
            <a:extLst>
              <a:ext uri="{FF2B5EF4-FFF2-40B4-BE49-F238E27FC236}">
                <a16:creationId xmlns:a16="http://schemas.microsoft.com/office/drawing/2014/main" id="{0149F8B1-CAD9-4229-AFAB-4F3A2D07BBD7}"/>
              </a:ext>
            </a:extLst>
          </p:cNvPr>
          <p:cNvSpPr>
            <a:spLocks noGrp="1"/>
          </p:cNvSpPr>
          <p:nvPr/>
        </p:nvSpPr>
        <p:spPr>
          <a:xfrm>
            <a:off x="4684081" y="39878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a_full_bar_353">
            <a:extLst>
              <a:ext uri="{FF2B5EF4-FFF2-40B4-BE49-F238E27FC236}">
                <a16:creationId xmlns:a16="http://schemas.microsoft.com/office/drawing/2014/main" id="{91D8F292-A99E-4854-A61D-3FAA6D114037}"/>
              </a:ext>
            </a:extLst>
          </p:cNvPr>
          <p:cNvSpPr>
            <a:spLocks noGrp="1"/>
          </p:cNvSpPr>
          <p:nvPr/>
        </p:nvSpPr>
        <p:spPr>
          <a:xfrm>
            <a:off x="482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a_full_bar_354">
            <a:extLst>
              <a:ext uri="{FF2B5EF4-FFF2-40B4-BE49-F238E27FC236}">
                <a16:creationId xmlns:a16="http://schemas.microsoft.com/office/drawing/2014/main" id="{E48AB4D3-275A-467B-8836-AA81EF7F4F70}"/>
              </a:ext>
            </a:extLst>
          </p:cNvPr>
          <p:cNvSpPr>
            <a:spLocks noGrp="1"/>
          </p:cNvSpPr>
          <p:nvPr/>
        </p:nvSpPr>
        <p:spPr>
          <a:xfrm>
            <a:off x="4875486" y="2463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a_full_bar_355">
            <a:extLst>
              <a:ext uri="{FF2B5EF4-FFF2-40B4-BE49-F238E27FC236}">
                <a16:creationId xmlns:a16="http://schemas.microsoft.com/office/drawing/2014/main" id="{43DC0C51-3444-4678-80DF-9383735472B6}"/>
              </a:ext>
            </a:extLst>
          </p:cNvPr>
          <p:cNvSpPr>
            <a:spLocks noGrp="1"/>
          </p:cNvSpPr>
          <p:nvPr/>
        </p:nvSpPr>
        <p:spPr>
          <a:xfrm>
            <a:off x="45102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a_full_bar_356">
            <a:extLst>
              <a:ext uri="{FF2B5EF4-FFF2-40B4-BE49-F238E27FC236}">
                <a16:creationId xmlns:a16="http://schemas.microsoft.com/office/drawing/2014/main" id="{9D64DA41-9D4C-4982-9B4A-57BAA94020C8}"/>
              </a:ext>
            </a:extLst>
          </p:cNvPr>
          <p:cNvSpPr>
            <a:spLocks noGrp="1"/>
          </p:cNvSpPr>
          <p:nvPr/>
        </p:nvSpPr>
        <p:spPr>
          <a:xfrm>
            <a:off x="4531943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a_full_bar_357">
            <a:extLst>
              <a:ext uri="{FF2B5EF4-FFF2-40B4-BE49-F238E27FC236}">
                <a16:creationId xmlns:a16="http://schemas.microsoft.com/office/drawing/2014/main" id="{20C07446-4BE3-4BB0-948C-BA5368137401}"/>
              </a:ext>
            </a:extLst>
          </p:cNvPr>
          <p:cNvSpPr>
            <a:spLocks noGrp="1"/>
          </p:cNvSpPr>
          <p:nvPr/>
        </p:nvSpPr>
        <p:spPr>
          <a:xfrm>
            <a:off x="4531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a_full_bar_358">
            <a:extLst>
              <a:ext uri="{FF2B5EF4-FFF2-40B4-BE49-F238E27FC236}">
                <a16:creationId xmlns:a16="http://schemas.microsoft.com/office/drawing/2014/main" id="{174C2CED-71F9-4BB4-A6B6-EDB2B957DACE}"/>
              </a:ext>
            </a:extLst>
          </p:cNvPr>
          <p:cNvSpPr>
            <a:spLocks noGrp="1"/>
          </p:cNvSpPr>
          <p:nvPr/>
        </p:nvSpPr>
        <p:spPr>
          <a:xfrm>
            <a:off x="4521015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a_full_bar_359">
            <a:extLst>
              <a:ext uri="{FF2B5EF4-FFF2-40B4-BE49-F238E27FC236}">
                <a16:creationId xmlns:a16="http://schemas.microsoft.com/office/drawing/2014/main" id="{E3E80721-FF53-474B-B270-344D4CF13AE2}"/>
              </a:ext>
            </a:extLst>
          </p:cNvPr>
          <p:cNvSpPr>
            <a:spLocks noGrp="1"/>
          </p:cNvSpPr>
          <p:nvPr/>
        </p:nvSpPr>
        <p:spPr>
          <a:xfrm>
            <a:off x="4899193" y="33163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a_full_bar_360">
            <a:extLst>
              <a:ext uri="{FF2B5EF4-FFF2-40B4-BE49-F238E27FC236}">
                <a16:creationId xmlns:a16="http://schemas.microsoft.com/office/drawing/2014/main" id="{6FAAEC65-BF7D-4DE5-B4B0-C4270A608736}"/>
              </a:ext>
            </a:extLst>
          </p:cNvPr>
          <p:cNvSpPr>
            <a:spLocks noGrp="1"/>
          </p:cNvSpPr>
          <p:nvPr/>
        </p:nvSpPr>
        <p:spPr>
          <a:xfrm>
            <a:off x="4700493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a_full_bar_361">
            <a:extLst>
              <a:ext uri="{FF2B5EF4-FFF2-40B4-BE49-F238E27FC236}">
                <a16:creationId xmlns:a16="http://schemas.microsoft.com/office/drawing/2014/main" id="{E1FAA4D4-A064-44CF-9A88-093A233FEDBD}"/>
              </a:ext>
            </a:extLst>
          </p:cNvPr>
          <p:cNvSpPr>
            <a:spLocks noGrp="1"/>
          </p:cNvSpPr>
          <p:nvPr/>
        </p:nvSpPr>
        <p:spPr>
          <a:xfrm>
            <a:off x="4672101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a_full_bar_362">
            <a:extLst>
              <a:ext uri="{FF2B5EF4-FFF2-40B4-BE49-F238E27FC236}">
                <a16:creationId xmlns:a16="http://schemas.microsoft.com/office/drawing/2014/main" id="{E98662B3-FF39-451A-A446-1565D0CE1048}"/>
              </a:ext>
            </a:extLst>
          </p:cNvPr>
          <p:cNvSpPr>
            <a:spLocks noGrp="1"/>
          </p:cNvSpPr>
          <p:nvPr/>
        </p:nvSpPr>
        <p:spPr>
          <a:xfrm>
            <a:off x="47273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a_full_bar_363">
            <a:extLst>
              <a:ext uri="{FF2B5EF4-FFF2-40B4-BE49-F238E27FC236}">
                <a16:creationId xmlns:a16="http://schemas.microsoft.com/office/drawing/2014/main" id="{331185AB-D119-4F85-9ABD-E2A050E6F816}"/>
              </a:ext>
            </a:extLst>
          </p:cNvPr>
          <p:cNvSpPr>
            <a:spLocks noGrp="1"/>
          </p:cNvSpPr>
          <p:nvPr/>
        </p:nvSpPr>
        <p:spPr>
          <a:xfrm>
            <a:off x="48266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a_full_bar_364">
            <a:extLst>
              <a:ext uri="{FF2B5EF4-FFF2-40B4-BE49-F238E27FC236}">
                <a16:creationId xmlns:a16="http://schemas.microsoft.com/office/drawing/2014/main" id="{9CE7CBF1-0061-4738-8D6A-9D34C23D3310}"/>
              </a:ext>
            </a:extLst>
          </p:cNvPr>
          <p:cNvSpPr>
            <a:spLocks noGrp="1"/>
          </p:cNvSpPr>
          <p:nvPr/>
        </p:nvSpPr>
        <p:spPr>
          <a:xfrm>
            <a:off x="464161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a_full_bar_365">
            <a:extLst>
              <a:ext uri="{FF2B5EF4-FFF2-40B4-BE49-F238E27FC236}">
                <a16:creationId xmlns:a16="http://schemas.microsoft.com/office/drawing/2014/main" id="{D58BEBFF-101E-41F8-8CCA-B4BCD3506E6F}"/>
              </a:ext>
            </a:extLst>
          </p:cNvPr>
          <p:cNvSpPr>
            <a:spLocks noGrp="1"/>
          </p:cNvSpPr>
          <p:nvPr/>
        </p:nvSpPr>
        <p:spPr>
          <a:xfrm>
            <a:off x="4838049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a_full_bar_366">
            <a:extLst>
              <a:ext uri="{FF2B5EF4-FFF2-40B4-BE49-F238E27FC236}">
                <a16:creationId xmlns:a16="http://schemas.microsoft.com/office/drawing/2014/main" id="{B18696C5-D958-4EC2-A271-2E52BD827B87}"/>
              </a:ext>
            </a:extLst>
          </p:cNvPr>
          <p:cNvSpPr>
            <a:spLocks noGrp="1"/>
          </p:cNvSpPr>
          <p:nvPr/>
        </p:nvSpPr>
        <p:spPr>
          <a:xfrm>
            <a:off x="4861610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a_full_bar_367">
            <a:extLst>
              <a:ext uri="{FF2B5EF4-FFF2-40B4-BE49-F238E27FC236}">
                <a16:creationId xmlns:a16="http://schemas.microsoft.com/office/drawing/2014/main" id="{36163FE6-B186-469C-838F-470E4258A1EA}"/>
              </a:ext>
            </a:extLst>
          </p:cNvPr>
          <p:cNvSpPr>
            <a:spLocks noGrp="1"/>
          </p:cNvSpPr>
          <p:nvPr/>
        </p:nvSpPr>
        <p:spPr>
          <a:xfrm>
            <a:off x="46820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a_full_bar_368">
            <a:extLst>
              <a:ext uri="{FF2B5EF4-FFF2-40B4-BE49-F238E27FC236}">
                <a16:creationId xmlns:a16="http://schemas.microsoft.com/office/drawing/2014/main" id="{194F3DFE-5176-429B-A42C-42F0CC69669A}"/>
              </a:ext>
            </a:extLst>
          </p:cNvPr>
          <p:cNvSpPr>
            <a:spLocks noGrp="1"/>
          </p:cNvSpPr>
          <p:nvPr/>
        </p:nvSpPr>
        <p:spPr>
          <a:xfrm>
            <a:off x="476822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a_full_bar_369">
            <a:extLst>
              <a:ext uri="{FF2B5EF4-FFF2-40B4-BE49-F238E27FC236}">
                <a16:creationId xmlns:a16="http://schemas.microsoft.com/office/drawing/2014/main" id="{46C09AC5-F4EC-44E8-AABE-F7D89D602A7D}"/>
              </a:ext>
            </a:extLst>
          </p:cNvPr>
          <p:cNvSpPr>
            <a:spLocks noGrp="1"/>
          </p:cNvSpPr>
          <p:nvPr/>
        </p:nvSpPr>
        <p:spPr>
          <a:xfrm>
            <a:off x="468656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a_full_bar_370">
            <a:extLst>
              <a:ext uri="{FF2B5EF4-FFF2-40B4-BE49-F238E27FC236}">
                <a16:creationId xmlns:a16="http://schemas.microsoft.com/office/drawing/2014/main" id="{8EDC65A5-2A16-448C-ACF3-465938255D4B}"/>
              </a:ext>
            </a:extLst>
          </p:cNvPr>
          <p:cNvSpPr>
            <a:spLocks noGrp="1"/>
          </p:cNvSpPr>
          <p:nvPr/>
        </p:nvSpPr>
        <p:spPr>
          <a:xfrm>
            <a:off x="46338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a_full_bar_371">
            <a:extLst>
              <a:ext uri="{FF2B5EF4-FFF2-40B4-BE49-F238E27FC236}">
                <a16:creationId xmlns:a16="http://schemas.microsoft.com/office/drawing/2014/main" id="{6162E90A-2C3E-471A-98AD-452E799AA0D9}"/>
              </a:ext>
            </a:extLst>
          </p:cNvPr>
          <p:cNvSpPr>
            <a:spLocks noGrp="1"/>
          </p:cNvSpPr>
          <p:nvPr/>
        </p:nvSpPr>
        <p:spPr>
          <a:xfrm>
            <a:off x="4650273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a_full_bar_372">
            <a:extLst>
              <a:ext uri="{FF2B5EF4-FFF2-40B4-BE49-F238E27FC236}">
                <a16:creationId xmlns:a16="http://schemas.microsoft.com/office/drawing/2014/main" id="{E83F58E2-819D-44CA-9AF3-C87179958273}"/>
              </a:ext>
            </a:extLst>
          </p:cNvPr>
          <p:cNvSpPr>
            <a:spLocks noGrp="1"/>
          </p:cNvSpPr>
          <p:nvPr/>
        </p:nvSpPr>
        <p:spPr>
          <a:xfrm>
            <a:off x="4715401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a_full_bar_373">
            <a:extLst>
              <a:ext uri="{FF2B5EF4-FFF2-40B4-BE49-F238E27FC236}">
                <a16:creationId xmlns:a16="http://schemas.microsoft.com/office/drawing/2014/main" id="{73B3F3C5-5206-494B-899A-173DD73D7EAF}"/>
              </a:ext>
            </a:extLst>
          </p:cNvPr>
          <p:cNvSpPr>
            <a:spLocks noGrp="1"/>
          </p:cNvSpPr>
          <p:nvPr/>
        </p:nvSpPr>
        <p:spPr>
          <a:xfrm>
            <a:off x="47058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a_full_bar_374">
            <a:extLst>
              <a:ext uri="{FF2B5EF4-FFF2-40B4-BE49-F238E27FC236}">
                <a16:creationId xmlns:a16="http://schemas.microsoft.com/office/drawing/2014/main" id="{7D890743-5EF0-434F-9478-A9CA1EED5015}"/>
              </a:ext>
            </a:extLst>
          </p:cNvPr>
          <p:cNvSpPr>
            <a:spLocks noGrp="1"/>
          </p:cNvSpPr>
          <p:nvPr/>
        </p:nvSpPr>
        <p:spPr>
          <a:xfrm>
            <a:off x="4589420" y="34897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a_full_bar_375">
            <a:extLst>
              <a:ext uri="{FF2B5EF4-FFF2-40B4-BE49-F238E27FC236}">
                <a16:creationId xmlns:a16="http://schemas.microsoft.com/office/drawing/2014/main" id="{180A132F-55FD-4B0C-9863-4695A1A7B2D8}"/>
              </a:ext>
            </a:extLst>
          </p:cNvPr>
          <p:cNvSpPr>
            <a:spLocks noGrp="1"/>
          </p:cNvSpPr>
          <p:nvPr/>
        </p:nvSpPr>
        <p:spPr>
          <a:xfrm>
            <a:off x="4614222" y="38304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a_full_bar_376">
            <a:extLst>
              <a:ext uri="{FF2B5EF4-FFF2-40B4-BE49-F238E27FC236}">
                <a16:creationId xmlns:a16="http://schemas.microsoft.com/office/drawing/2014/main" id="{D9A5C081-6724-48D0-9D58-0B36F089A321}"/>
              </a:ext>
            </a:extLst>
          </p:cNvPr>
          <p:cNvSpPr>
            <a:spLocks noGrp="1"/>
          </p:cNvSpPr>
          <p:nvPr/>
        </p:nvSpPr>
        <p:spPr>
          <a:xfrm>
            <a:off x="45410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a_full_bar_377">
            <a:extLst>
              <a:ext uri="{FF2B5EF4-FFF2-40B4-BE49-F238E27FC236}">
                <a16:creationId xmlns:a16="http://schemas.microsoft.com/office/drawing/2014/main" id="{0C89781C-5CDB-462D-BDB5-DBC971CE44D8}"/>
              </a:ext>
            </a:extLst>
          </p:cNvPr>
          <p:cNvSpPr>
            <a:spLocks noGrp="1"/>
          </p:cNvSpPr>
          <p:nvPr/>
        </p:nvSpPr>
        <p:spPr>
          <a:xfrm>
            <a:off x="4781979" y="522571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a_full_bar_378">
            <a:extLst>
              <a:ext uri="{FF2B5EF4-FFF2-40B4-BE49-F238E27FC236}">
                <a16:creationId xmlns:a16="http://schemas.microsoft.com/office/drawing/2014/main" id="{C0CCB661-E23A-4358-919D-FC8C73DB2EA6}"/>
              </a:ext>
            </a:extLst>
          </p:cNvPr>
          <p:cNvSpPr>
            <a:spLocks noGrp="1"/>
          </p:cNvSpPr>
          <p:nvPr/>
        </p:nvSpPr>
        <p:spPr>
          <a:xfrm>
            <a:off x="4815567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a_full_bar_379">
            <a:extLst>
              <a:ext uri="{FF2B5EF4-FFF2-40B4-BE49-F238E27FC236}">
                <a16:creationId xmlns:a16="http://schemas.microsoft.com/office/drawing/2014/main" id="{6628A904-7F91-4317-A1FA-30D26D691A87}"/>
              </a:ext>
            </a:extLst>
          </p:cNvPr>
          <p:cNvSpPr>
            <a:spLocks noGrp="1"/>
          </p:cNvSpPr>
          <p:nvPr/>
        </p:nvSpPr>
        <p:spPr>
          <a:xfrm>
            <a:off x="4878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a_full_bar_380">
            <a:extLst>
              <a:ext uri="{FF2B5EF4-FFF2-40B4-BE49-F238E27FC236}">
                <a16:creationId xmlns:a16="http://schemas.microsoft.com/office/drawing/2014/main" id="{ACC3E4DF-21A7-4EBE-9468-8C4077B3016D}"/>
              </a:ext>
            </a:extLst>
          </p:cNvPr>
          <p:cNvSpPr>
            <a:spLocks noGrp="1"/>
          </p:cNvSpPr>
          <p:nvPr/>
        </p:nvSpPr>
        <p:spPr>
          <a:xfrm>
            <a:off x="48226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a_full_bar_381">
            <a:extLst>
              <a:ext uri="{FF2B5EF4-FFF2-40B4-BE49-F238E27FC236}">
                <a16:creationId xmlns:a16="http://schemas.microsoft.com/office/drawing/2014/main" id="{EB63DFF3-1FE6-4AF2-B693-A86DF5DE62CA}"/>
              </a:ext>
            </a:extLst>
          </p:cNvPr>
          <p:cNvSpPr>
            <a:spLocks noGrp="1"/>
          </p:cNvSpPr>
          <p:nvPr/>
        </p:nvSpPr>
        <p:spPr>
          <a:xfrm>
            <a:off x="461239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a_full_bar_382">
            <a:extLst>
              <a:ext uri="{FF2B5EF4-FFF2-40B4-BE49-F238E27FC236}">
                <a16:creationId xmlns:a16="http://schemas.microsoft.com/office/drawing/2014/main" id="{9818DF95-DF7D-4768-98DD-F99EBD38938F}"/>
              </a:ext>
            </a:extLst>
          </p:cNvPr>
          <p:cNvSpPr>
            <a:spLocks noGrp="1"/>
          </p:cNvSpPr>
          <p:nvPr/>
        </p:nvSpPr>
        <p:spPr>
          <a:xfrm>
            <a:off x="4581360" y="50901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a_full_bar_383">
            <a:extLst>
              <a:ext uri="{FF2B5EF4-FFF2-40B4-BE49-F238E27FC236}">
                <a16:creationId xmlns:a16="http://schemas.microsoft.com/office/drawing/2014/main" id="{44337348-1C97-49EB-94A7-D8AA5DEF52AD}"/>
              </a:ext>
            </a:extLst>
          </p:cNvPr>
          <p:cNvSpPr>
            <a:spLocks noGrp="1"/>
          </p:cNvSpPr>
          <p:nvPr/>
        </p:nvSpPr>
        <p:spPr>
          <a:xfrm>
            <a:off x="472903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a_full_bar_384">
            <a:extLst>
              <a:ext uri="{FF2B5EF4-FFF2-40B4-BE49-F238E27FC236}">
                <a16:creationId xmlns:a16="http://schemas.microsoft.com/office/drawing/2014/main" id="{274191BD-3519-42B0-A3FC-B9800B2B7B12}"/>
              </a:ext>
            </a:extLst>
          </p:cNvPr>
          <p:cNvSpPr>
            <a:spLocks noGrp="1"/>
          </p:cNvSpPr>
          <p:nvPr/>
        </p:nvSpPr>
        <p:spPr>
          <a:xfrm>
            <a:off x="4886679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a_full_bar_385">
            <a:extLst>
              <a:ext uri="{FF2B5EF4-FFF2-40B4-BE49-F238E27FC236}">
                <a16:creationId xmlns:a16="http://schemas.microsoft.com/office/drawing/2014/main" id="{4F58A8BA-65E2-4B18-A237-382FEF72166E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a_full_bar_386">
            <a:extLst>
              <a:ext uri="{FF2B5EF4-FFF2-40B4-BE49-F238E27FC236}">
                <a16:creationId xmlns:a16="http://schemas.microsoft.com/office/drawing/2014/main" id="{3FA60963-1E67-421D-BEA3-8387F5AD2684}"/>
              </a:ext>
            </a:extLst>
          </p:cNvPr>
          <p:cNvSpPr>
            <a:spLocks noGrp="1"/>
          </p:cNvSpPr>
          <p:nvPr/>
        </p:nvSpPr>
        <p:spPr>
          <a:xfrm>
            <a:off x="70045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a_full_bar_387">
            <a:extLst>
              <a:ext uri="{FF2B5EF4-FFF2-40B4-BE49-F238E27FC236}">
                <a16:creationId xmlns:a16="http://schemas.microsoft.com/office/drawing/2014/main" id="{257CACEF-6F09-4CF0-AAC6-9E95B5ABE594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a_full_bar_388">
            <a:extLst>
              <a:ext uri="{FF2B5EF4-FFF2-40B4-BE49-F238E27FC236}">
                <a16:creationId xmlns:a16="http://schemas.microsoft.com/office/drawing/2014/main" id="{FC27297B-3241-4F3A-860C-7F4E423C4A4F}"/>
              </a:ext>
            </a:extLst>
          </p:cNvPr>
          <p:cNvSpPr>
            <a:spLocks noGrp="1"/>
          </p:cNvSpPr>
          <p:nvPr/>
        </p:nvSpPr>
        <p:spPr>
          <a:xfrm>
            <a:off x="7213516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a_full_bar_389">
            <a:extLst>
              <a:ext uri="{FF2B5EF4-FFF2-40B4-BE49-F238E27FC236}">
                <a16:creationId xmlns:a16="http://schemas.microsoft.com/office/drawing/2014/main" id="{B4E5AAAE-C601-4949-B82B-49FC3F5E45A7}"/>
              </a:ext>
            </a:extLst>
          </p:cNvPr>
          <p:cNvSpPr>
            <a:spLocks noGrp="1"/>
          </p:cNvSpPr>
          <p:nvPr/>
        </p:nvSpPr>
        <p:spPr>
          <a:xfrm>
            <a:off x="7198265" y="3922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a_full_bar_390">
            <a:extLst>
              <a:ext uri="{FF2B5EF4-FFF2-40B4-BE49-F238E27FC236}">
                <a16:creationId xmlns:a16="http://schemas.microsoft.com/office/drawing/2014/main" id="{569C3D09-9C56-4471-A0E9-23155DFE28ED}"/>
              </a:ext>
            </a:extLst>
          </p:cNvPr>
          <p:cNvSpPr>
            <a:spLocks noGrp="1"/>
          </p:cNvSpPr>
          <p:nvPr/>
        </p:nvSpPr>
        <p:spPr>
          <a:xfrm>
            <a:off x="70280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a_full_bar_391">
            <a:extLst>
              <a:ext uri="{FF2B5EF4-FFF2-40B4-BE49-F238E27FC236}">
                <a16:creationId xmlns:a16="http://schemas.microsoft.com/office/drawing/2014/main" id="{6CEA64D0-1BB3-4EA6-A671-6855A56E40E2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a_full_bar_392">
            <a:extLst>
              <a:ext uri="{FF2B5EF4-FFF2-40B4-BE49-F238E27FC236}">
                <a16:creationId xmlns:a16="http://schemas.microsoft.com/office/drawing/2014/main" id="{3B70087E-437B-4F65-8B0D-2D93D5F3486A}"/>
              </a:ext>
            </a:extLst>
          </p:cNvPr>
          <p:cNvSpPr>
            <a:spLocks noGrp="1"/>
          </p:cNvSpPr>
          <p:nvPr/>
        </p:nvSpPr>
        <p:spPr>
          <a:xfrm>
            <a:off x="71583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a_full_bar_393">
            <a:extLst>
              <a:ext uri="{FF2B5EF4-FFF2-40B4-BE49-F238E27FC236}">
                <a16:creationId xmlns:a16="http://schemas.microsoft.com/office/drawing/2014/main" id="{96F099EC-3D2A-40C6-AF60-C3151510F673}"/>
              </a:ext>
            </a:extLst>
          </p:cNvPr>
          <p:cNvSpPr>
            <a:spLocks noGrp="1"/>
          </p:cNvSpPr>
          <p:nvPr/>
        </p:nvSpPr>
        <p:spPr>
          <a:xfrm>
            <a:off x="7059447" y="59462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a_full_bar_394">
            <a:extLst>
              <a:ext uri="{FF2B5EF4-FFF2-40B4-BE49-F238E27FC236}">
                <a16:creationId xmlns:a16="http://schemas.microsoft.com/office/drawing/2014/main" id="{853007CF-0C7E-476C-BD08-0F78F2279497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a_full_bar_395">
            <a:extLst>
              <a:ext uri="{FF2B5EF4-FFF2-40B4-BE49-F238E27FC236}">
                <a16:creationId xmlns:a16="http://schemas.microsoft.com/office/drawing/2014/main" id="{87A1A997-5E48-41A7-9A61-6443F98B3738}"/>
              </a:ext>
            </a:extLst>
          </p:cNvPr>
          <p:cNvSpPr>
            <a:spLocks noGrp="1"/>
          </p:cNvSpPr>
          <p:nvPr/>
        </p:nvSpPr>
        <p:spPr>
          <a:xfrm>
            <a:off x="7193661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a_full_bar_396">
            <a:extLst>
              <a:ext uri="{FF2B5EF4-FFF2-40B4-BE49-F238E27FC236}">
                <a16:creationId xmlns:a16="http://schemas.microsoft.com/office/drawing/2014/main" id="{0F87B187-01A1-49DD-BA14-227C34803493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a_full_bar_397">
            <a:extLst>
              <a:ext uri="{FF2B5EF4-FFF2-40B4-BE49-F238E27FC236}">
                <a16:creationId xmlns:a16="http://schemas.microsoft.com/office/drawing/2014/main" id="{F38BF57A-49FF-484E-9BAC-EA64FCA3F153}"/>
              </a:ext>
            </a:extLst>
          </p:cNvPr>
          <p:cNvSpPr>
            <a:spLocks noGrp="1"/>
          </p:cNvSpPr>
          <p:nvPr/>
        </p:nvSpPr>
        <p:spPr>
          <a:xfrm>
            <a:off x="7075040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a_full_bar_398">
            <a:extLst>
              <a:ext uri="{FF2B5EF4-FFF2-40B4-BE49-F238E27FC236}">
                <a16:creationId xmlns:a16="http://schemas.microsoft.com/office/drawing/2014/main" id="{98362247-6927-4E87-BEB2-1E8DB9581A27}"/>
              </a:ext>
            </a:extLst>
          </p:cNvPr>
          <p:cNvSpPr>
            <a:spLocks noGrp="1"/>
          </p:cNvSpPr>
          <p:nvPr/>
        </p:nvSpPr>
        <p:spPr>
          <a:xfrm>
            <a:off x="7060120" y="33539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a_full_bar_399">
            <a:extLst>
              <a:ext uri="{FF2B5EF4-FFF2-40B4-BE49-F238E27FC236}">
                <a16:creationId xmlns:a16="http://schemas.microsoft.com/office/drawing/2014/main" id="{B959ADAA-953B-45AA-9E58-C28F73F944E6}"/>
              </a:ext>
            </a:extLst>
          </p:cNvPr>
          <p:cNvSpPr>
            <a:spLocks noGrp="1"/>
          </p:cNvSpPr>
          <p:nvPr/>
        </p:nvSpPr>
        <p:spPr>
          <a:xfrm>
            <a:off x="7097666" y="56937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a_full_bar_400">
            <a:extLst>
              <a:ext uri="{FF2B5EF4-FFF2-40B4-BE49-F238E27FC236}">
                <a16:creationId xmlns:a16="http://schemas.microsoft.com/office/drawing/2014/main" id="{5AB14889-BB26-49A1-8CDE-99344E77503B}"/>
              </a:ext>
            </a:extLst>
          </p:cNvPr>
          <p:cNvSpPr>
            <a:spLocks noGrp="1"/>
          </p:cNvSpPr>
          <p:nvPr/>
        </p:nvSpPr>
        <p:spPr>
          <a:xfrm>
            <a:off x="699765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a_full_bar_401">
            <a:extLst>
              <a:ext uri="{FF2B5EF4-FFF2-40B4-BE49-F238E27FC236}">
                <a16:creationId xmlns:a16="http://schemas.microsoft.com/office/drawing/2014/main" id="{00C3A797-A093-4C85-BC5B-5E809D6C85BC}"/>
              </a:ext>
            </a:extLst>
          </p:cNvPr>
          <p:cNvSpPr>
            <a:spLocks noGrp="1"/>
          </p:cNvSpPr>
          <p:nvPr/>
        </p:nvSpPr>
        <p:spPr>
          <a:xfrm>
            <a:off x="726100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a_full_bar_402">
            <a:extLst>
              <a:ext uri="{FF2B5EF4-FFF2-40B4-BE49-F238E27FC236}">
                <a16:creationId xmlns:a16="http://schemas.microsoft.com/office/drawing/2014/main" id="{96A82BBE-458E-45BF-8797-9A3A2B014899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a_full_bar_403">
            <a:extLst>
              <a:ext uri="{FF2B5EF4-FFF2-40B4-BE49-F238E27FC236}">
                <a16:creationId xmlns:a16="http://schemas.microsoft.com/office/drawing/2014/main" id="{19FE2684-1ED9-4CD3-91F6-DBD470825E76}"/>
              </a:ext>
            </a:extLst>
          </p:cNvPr>
          <p:cNvSpPr>
            <a:spLocks noGrp="1"/>
          </p:cNvSpPr>
          <p:nvPr/>
        </p:nvSpPr>
        <p:spPr>
          <a:xfrm>
            <a:off x="70954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a_full_bar_404">
            <a:extLst>
              <a:ext uri="{FF2B5EF4-FFF2-40B4-BE49-F238E27FC236}">
                <a16:creationId xmlns:a16="http://schemas.microsoft.com/office/drawing/2014/main" id="{D8F5600F-FF2A-4EE3-8869-C70BA8A7DFCB}"/>
              </a:ext>
            </a:extLst>
          </p:cNvPr>
          <p:cNvSpPr>
            <a:spLocks noGrp="1"/>
          </p:cNvSpPr>
          <p:nvPr/>
        </p:nvSpPr>
        <p:spPr>
          <a:xfrm>
            <a:off x="7052656" y="3237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a_full_bar_405">
            <a:extLst>
              <a:ext uri="{FF2B5EF4-FFF2-40B4-BE49-F238E27FC236}">
                <a16:creationId xmlns:a16="http://schemas.microsoft.com/office/drawing/2014/main" id="{49410E54-79EB-4AB1-8771-427C9130C207}"/>
              </a:ext>
            </a:extLst>
          </p:cNvPr>
          <p:cNvSpPr>
            <a:spLocks noGrp="1"/>
          </p:cNvSpPr>
          <p:nvPr/>
        </p:nvSpPr>
        <p:spPr>
          <a:xfrm>
            <a:off x="6954738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a_full_bar_406">
            <a:extLst>
              <a:ext uri="{FF2B5EF4-FFF2-40B4-BE49-F238E27FC236}">
                <a16:creationId xmlns:a16="http://schemas.microsoft.com/office/drawing/2014/main" id="{CBBE6A24-F790-456C-A528-341E48DB24AE}"/>
              </a:ext>
            </a:extLst>
          </p:cNvPr>
          <p:cNvSpPr>
            <a:spLocks noGrp="1"/>
          </p:cNvSpPr>
          <p:nvPr/>
        </p:nvSpPr>
        <p:spPr>
          <a:xfrm>
            <a:off x="71602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a_full_bar_407">
            <a:extLst>
              <a:ext uri="{FF2B5EF4-FFF2-40B4-BE49-F238E27FC236}">
                <a16:creationId xmlns:a16="http://schemas.microsoft.com/office/drawing/2014/main" id="{819070EA-65DA-4361-AEFF-811D9A1FA0CD}"/>
              </a:ext>
            </a:extLst>
          </p:cNvPr>
          <p:cNvSpPr>
            <a:spLocks noGrp="1"/>
          </p:cNvSpPr>
          <p:nvPr/>
        </p:nvSpPr>
        <p:spPr>
          <a:xfrm>
            <a:off x="71732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a_full_bar_408">
            <a:extLst>
              <a:ext uri="{FF2B5EF4-FFF2-40B4-BE49-F238E27FC236}">
                <a16:creationId xmlns:a16="http://schemas.microsoft.com/office/drawing/2014/main" id="{68107088-9BC9-436D-A4A3-BBE73C2E19F8}"/>
              </a:ext>
            </a:extLst>
          </p:cNvPr>
          <p:cNvSpPr>
            <a:spLocks noGrp="1"/>
          </p:cNvSpPr>
          <p:nvPr/>
        </p:nvSpPr>
        <p:spPr>
          <a:xfrm>
            <a:off x="7280920" y="3740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a_full_bar_409">
            <a:extLst>
              <a:ext uri="{FF2B5EF4-FFF2-40B4-BE49-F238E27FC236}">
                <a16:creationId xmlns:a16="http://schemas.microsoft.com/office/drawing/2014/main" id="{B6EE889E-51A8-4A76-91F9-9B2082270515}"/>
              </a:ext>
            </a:extLst>
          </p:cNvPr>
          <p:cNvSpPr>
            <a:spLocks noGrp="1"/>
          </p:cNvSpPr>
          <p:nvPr/>
        </p:nvSpPr>
        <p:spPr>
          <a:xfrm>
            <a:off x="7081032" y="45517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a_full_bar_410">
            <a:extLst>
              <a:ext uri="{FF2B5EF4-FFF2-40B4-BE49-F238E27FC236}">
                <a16:creationId xmlns:a16="http://schemas.microsoft.com/office/drawing/2014/main" id="{5B4C97BB-851F-4DCF-B556-CE42C94A1025}"/>
              </a:ext>
            </a:extLst>
          </p:cNvPr>
          <p:cNvSpPr>
            <a:spLocks noGrp="1"/>
          </p:cNvSpPr>
          <p:nvPr/>
        </p:nvSpPr>
        <p:spPr>
          <a:xfrm>
            <a:off x="71686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a_full_bar_411">
            <a:extLst>
              <a:ext uri="{FF2B5EF4-FFF2-40B4-BE49-F238E27FC236}">
                <a16:creationId xmlns:a16="http://schemas.microsoft.com/office/drawing/2014/main" id="{48CAEE62-BC65-4D5E-8F1B-997CB127BBF7}"/>
              </a:ext>
            </a:extLst>
          </p:cNvPr>
          <p:cNvSpPr>
            <a:spLocks noGrp="1"/>
          </p:cNvSpPr>
          <p:nvPr/>
        </p:nvSpPr>
        <p:spPr>
          <a:xfrm>
            <a:off x="7170380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a_full_bar_412">
            <a:extLst>
              <a:ext uri="{FF2B5EF4-FFF2-40B4-BE49-F238E27FC236}">
                <a16:creationId xmlns:a16="http://schemas.microsoft.com/office/drawing/2014/main" id="{B361D5ED-9005-49F1-ABF2-FAC5754DCFC1}"/>
              </a:ext>
            </a:extLst>
          </p:cNvPr>
          <p:cNvSpPr>
            <a:spLocks noGrp="1"/>
          </p:cNvSpPr>
          <p:nvPr/>
        </p:nvSpPr>
        <p:spPr>
          <a:xfrm>
            <a:off x="7299080" y="51800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a_full_bar_413">
            <a:extLst>
              <a:ext uri="{FF2B5EF4-FFF2-40B4-BE49-F238E27FC236}">
                <a16:creationId xmlns:a16="http://schemas.microsoft.com/office/drawing/2014/main" id="{EE6F3C35-DA9E-4E81-8922-ECF8FDDC7E26}"/>
              </a:ext>
            </a:extLst>
          </p:cNvPr>
          <p:cNvSpPr>
            <a:spLocks noGrp="1"/>
          </p:cNvSpPr>
          <p:nvPr/>
        </p:nvSpPr>
        <p:spPr>
          <a:xfrm>
            <a:off x="7311608" y="58060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a_full_bar_414">
            <a:extLst>
              <a:ext uri="{FF2B5EF4-FFF2-40B4-BE49-F238E27FC236}">
                <a16:creationId xmlns:a16="http://schemas.microsoft.com/office/drawing/2014/main" id="{F2443665-BC44-4E9D-92E7-F0AA7F063A74}"/>
              </a:ext>
            </a:extLst>
          </p:cNvPr>
          <p:cNvSpPr>
            <a:spLocks noGrp="1"/>
          </p:cNvSpPr>
          <p:nvPr/>
        </p:nvSpPr>
        <p:spPr>
          <a:xfrm>
            <a:off x="713039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a_full_bar_415">
            <a:extLst>
              <a:ext uri="{FF2B5EF4-FFF2-40B4-BE49-F238E27FC236}">
                <a16:creationId xmlns:a16="http://schemas.microsoft.com/office/drawing/2014/main" id="{85CDD476-9148-4C05-9B5C-AC5421B2C551}"/>
              </a:ext>
            </a:extLst>
          </p:cNvPr>
          <p:cNvSpPr>
            <a:spLocks noGrp="1"/>
          </p:cNvSpPr>
          <p:nvPr/>
        </p:nvSpPr>
        <p:spPr>
          <a:xfrm>
            <a:off x="732361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a_full_bar_416">
            <a:extLst>
              <a:ext uri="{FF2B5EF4-FFF2-40B4-BE49-F238E27FC236}">
                <a16:creationId xmlns:a16="http://schemas.microsoft.com/office/drawing/2014/main" id="{C5ECB5FB-327C-4256-B1B8-E3FA891E31A8}"/>
              </a:ext>
            </a:extLst>
          </p:cNvPr>
          <p:cNvSpPr>
            <a:spLocks noGrp="1"/>
          </p:cNvSpPr>
          <p:nvPr/>
        </p:nvSpPr>
        <p:spPr>
          <a:xfrm>
            <a:off x="7128330" y="509463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a_full_bar_417">
            <a:extLst>
              <a:ext uri="{FF2B5EF4-FFF2-40B4-BE49-F238E27FC236}">
                <a16:creationId xmlns:a16="http://schemas.microsoft.com/office/drawing/2014/main" id="{E85BB60A-055C-4F07-A598-19DD1F273202}"/>
              </a:ext>
            </a:extLst>
          </p:cNvPr>
          <p:cNvSpPr>
            <a:spLocks noGrp="1"/>
          </p:cNvSpPr>
          <p:nvPr/>
        </p:nvSpPr>
        <p:spPr>
          <a:xfrm>
            <a:off x="69648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a_full_bar_418">
            <a:extLst>
              <a:ext uri="{FF2B5EF4-FFF2-40B4-BE49-F238E27FC236}">
                <a16:creationId xmlns:a16="http://schemas.microsoft.com/office/drawing/2014/main" id="{EE4D0CC6-9928-41D7-9CEA-7EECAF9FD912}"/>
              </a:ext>
            </a:extLst>
          </p:cNvPr>
          <p:cNvSpPr>
            <a:spLocks noGrp="1"/>
          </p:cNvSpPr>
          <p:nvPr/>
        </p:nvSpPr>
        <p:spPr>
          <a:xfrm>
            <a:off x="7011440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a_full_bar_419">
            <a:extLst>
              <a:ext uri="{FF2B5EF4-FFF2-40B4-BE49-F238E27FC236}">
                <a16:creationId xmlns:a16="http://schemas.microsoft.com/office/drawing/2014/main" id="{CF6582F2-FFC9-491C-AEA9-09CD55F7BBE3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a_full_bar_420">
            <a:extLst>
              <a:ext uri="{FF2B5EF4-FFF2-40B4-BE49-F238E27FC236}">
                <a16:creationId xmlns:a16="http://schemas.microsoft.com/office/drawing/2014/main" id="{5E7DD975-B69C-4FF6-9193-5CF2164E523F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a_full_bar_421">
            <a:extLst>
              <a:ext uri="{FF2B5EF4-FFF2-40B4-BE49-F238E27FC236}">
                <a16:creationId xmlns:a16="http://schemas.microsoft.com/office/drawing/2014/main" id="{9DB71A8E-0499-403C-B37C-74D2B869F5D1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a_full_bar_422">
            <a:extLst>
              <a:ext uri="{FF2B5EF4-FFF2-40B4-BE49-F238E27FC236}">
                <a16:creationId xmlns:a16="http://schemas.microsoft.com/office/drawing/2014/main" id="{AE1A1E4A-736D-429A-9D9E-64028A8AB8DC}"/>
              </a:ext>
            </a:extLst>
          </p:cNvPr>
          <p:cNvSpPr>
            <a:spLocks noGrp="1"/>
          </p:cNvSpPr>
          <p:nvPr/>
        </p:nvSpPr>
        <p:spPr>
          <a:xfrm>
            <a:off x="73370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a_full_bar_423">
            <a:extLst>
              <a:ext uri="{FF2B5EF4-FFF2-40B4-BE49-F238E27FC236}">
                <a16:creationId xmlns:a16="http://schemas.microsoft.com/office/drawing/2014/main" id="{C75FFD42-909C-4F27-B277-2D9A17600A6E}"/>
              </a:ext>
            </a:extLst>
          </p:cNvPr>
          <p:cNvSpPr>
            <a:spLocks noGrp="1"/>
          </p:cNvSpPr>
          <p:nvPr/>
        </p:nvSpPr>
        <p:spPr>
          <a:xfrm>
            <a:off x="71257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a_full_bar_424">
            <a:extLst>
              <a:ext uri="{FF2B5EF4-FFF2-40B4-BE49-F238E27FC236}">
                <a16:creationId xmlns:a16="http://schemas.microsoft.com/office/drawing/2014/main" id="{46F91A03-B49F-4ECC-A9F2-F3122B9D6E83}"/>
              </a:ext>
            </a:extLst>
          </p:cNvPr>
          <p:cNvSpPr>
            <a:spLocks noGrp="1"/>
          </p:cNvSpPr>
          <p:nvPr/>
        </p:nvSpPr>
        <p:spPr>
          <a:xfrm>
            <a:off x="7156541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a_full_bar_425">
            <a:extLst>
              <a:ext uri="{FF2B5EF4-FFF2-40B4-BE49-F238E27FC236}">
                <a16:creationId xmlns:a16="http://schemas.microsoft.com/office/drawing/2014/main" id="{944D9903-0E20-4B11-847B-FD7B9B85BB6A}"/>
              </a:ext>
            </a:extLst>
          </p:cNvPr>
          <p:cNvSpPr>
            <a:spLocks noGrp="1"/>
          </p:cNvSpPr>
          <p:nvPr/>
        </p:nvSpPr>
        <p:spPr>
          <a:xfrm>
            <a:off x="7103311" y="3990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a_full_bar_426">
            <a:extLst>
              <a:ext uri="{FF2B5EF4-FFF2-40B4-BE49-F238E27FC236}">
                <a16:creationId xmlns:a16="http://schemas.microsoft.com/office/drawing/2014/main" id="{5E39D75A-EC76-4A7E-B874-CD5E977C5D3B}"/>
              </a:ext>
            </a:extLst>
          </p:cNvPr>
          <p:cNvSpPr>
            <a:spLocks noGrp="1"/>
          </p:cNvSpPr>
          <p:nvPr/>
        </p:nvSpPr>
        <p:spPr>
          <a:xfrm>
            <a:off x="7283560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a_full_bar_427">
            <a:extLst>
              <a:ext uri="{FF2B5EF4-FFF2-40B4-BE49-F238E27FC236}">
                <a16:creationId xmlns:a16="http://schemas.microsoft.com/office/drawing/2014/main" id="{E03F1C01-92CB-4CEA-9F26-5CB3E4D43E33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a_full_bar_428">
            <a:extLst>
              <a:ext uri="{FF2B5EF4-FFF2-40B4-BE49-F238E27FC236}">
                <a16:creationId xmlns:a16="http://schemas.microsoft.com/office/drawing/2014/main" id="{B6BA49DC-316A-4660-8F3D-DF50A8305D96}"/>
              </a:ext>
            </a:extLst>
          </p:cNvPr>
          <p:cNvSpPr>
            <a:spLocks noGrp="1"/>
          </p:cNvSpPr>
          <p:nvPr/>
        </p:nvSpPr>
        <p:spPr>
          <a:xfrm>
            <a:off x="72900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a_full_bar_429">
            <a:extLst>
              <a:ext uri="{FF2B5EF4-FFF2-40B4-BE49-F238E27FC236}">
                <a16:creationId xmlns:a16="http://schemas.microsoft.com/office/drawing/2014/main" id="{40B95572-8002-4B2B-A8F1-C043A5C3273D}"/>
              </a:ext>
            </a:extLst>
          </p:cNvPr>
          <p:cNvSpPr>
            <a:spLocks noGrp="1"/>
          </p:cNvSpPr>
          <p:nvPr/>
        </p:nvSpPr>
        <p:spPr>
          <a:xfrm>
            <a:off x="7286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a_full_bar_430">
            <a:extLst>
              <a:ext uri="{FF2B5EF4-FFF2-40B4-BE49-F238E27FC236}">
                <a16:creationId xmlns:a16="http://schemas.microsoft.com/office/drawing/2014/main" id="{2038EB19-D890-48F0-BB6A-071C06CDF23A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a_full_bar_431">
            <a:extLst>
              <a:ext uri="{FF2B5EF4-FFF2-40B4-BE49-F238E27FC236}">
                <a16:creationId xmlns:a16="http://schemas.microsoft.com/office/drawing/2014/main" id="{DADD00BF-8B4A-414C-82D3-87813F77B31D}"/>
              </a:ext>
            </a:extLst>
          </p:cNvPr>
          <p:cNvSpPr>
            <a:spLocks noGrp="1"/>
          </p:cNvSpPr>
          <p:nvPr/>
        </p:nvSpPr>
        <p:spPr>
          <a:xfrm>
            <a:off x="7076562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a_full_bar_432">
            <a:extLst>
              <a:ext uri="{FF2B5EF4-FFF2-40B4-BE49-F238E27FC236}">
                <a16:creationId xmlns:a16="http://schemas.microsoft.com/office/drawing/2014/main" id="{A21F3503-5F5D-401B-9051-88D4EB18F094}"/>
              </a:ext>
            </a:extLst>
          </p:cNvPr>
          <p:cNvSpPr>
            <a:spLocks noGrp="1"/>
          </p:cNvSpPr>
          <p:nvPr/>
        </p:nvSpPr>
        <p:spPr>
          <a:xfrm>
            <a:off x="7018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a_full_bar_433">
            <a:extLst>
              <a:ext uri="{FF2B5EF4-FFF2-40B4-BE49-F238E27FC236}">
                <a16:creationId xmlns:a16="http://schemas.microsoft.com/office/drawing/2014/main" id="{D1110BB5-4314-4E31-99CB-FF0FC6B5AAA1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a_full_bar_434">
            <a:extLst>
              <a:ext uri="{FF2B5EF4-FFF2-40B4-BE49-F238E27FC236}">
                <a16:creationId xmlns:a16="http://schemas.microsoft.com/office/drawing/2014/main" id="{052D5CA8-09ED-42CC-BB74-165D186DE564}"/>
              </a:ext>
            </a:extLst>
          </p:cNvPr>
          <p:cNvSpPr>
            <a:spLocks noGrp="1"/>
          </p:cNvSpPr>
          <p:nvPr/>
        </p:nvSpPr>
        <p:spPr>
          <a:xfrm>
            <a:off x="712434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a_full_bar_435">
            <a:extLst>
              <a:ext uri="{FF2B5EF4-FFF2-40B4-BE49-F238E27FC236}">
                <a16:creationId xmlns:a16="http://schemas.microsoft.com/office/drawing/2014/main" id="{8FD12B56-9E7E-46FA-BB45-B83757DC73B7}"/>
              </a:ext>
            </a:extLst>
          </p:cNvPr>
          <p:cNvSpPr>
            <a:spLocks noGrp="1"/>
          </p:cNvSpPr>
          <p:nvPr/>
        </p:nvSpPr>
        <p:spPr>
          <a:xfrm>
            <a:off x="702446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a_full_bar_436">
            <a:extLst>
              <a:ext uri="{FF2B5EF4-FFF2-40B4-BE49-F238E27FC236}">
                <a16:creationId xmlns:a16="http://schemas.microsoft.com/office/drawing/2014/main" id="{74F32861-4074-4026-B506-B00522B63805}"/>
              </a:ext>
            </a:extLst>
          </p:cNvPr>
          <p:cNvSpPr>
            <a:spLocks noGrp="1"/>
          </p:cNvSpPr>
          <p:nvPr/>
        </p:nvSpPr>
        <p:spPr>
          <a:xfrm>
            <a:off x="699150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a_full_bar_437">
            <a:extLst>
              <a:ext uri="{FF2B5EF4-FFF2-40B4-BE49-F238E27FC236}">
                <a16:creationId xmlns:a16="http://schemas.microsoft.com/office/drawing/2014/main" id="{F7777DF1-F6E3-407A-AB42-B87993FE6471}"/>
              </a:ext>
            </a:extLst>
          </p:cNvPr>
          <p:cNvSpPr>
            <a:spLocks noGrp="1"/>
          </p:cNvSpPr>
          <p:nvPr/>
        </p:nvSpPr>
        <p:spPr>
          <a:xfrm>
            <a:off x="7165674" y="26704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a_full_bar_438">
            <a:extLst>
              <a:ext uri="{FF2B5EF4-FFF2-40B4-BE49-F238E27FC236}">
                <a16:creationId xmlns:a16="http://schemas.microsoft.com/office/drawing/2014/main" id="{E171F239-0BAD-473D-88A6-C612AC88EBA8}"/>
              </a:ext>
            </a:extLst>
          </p:cNvPr>
          <p:cNvSpPr>
            <a:spLocks noGrp="1"/>
          </p:cNvSpPr>
          <p:nvPr/>
        </p:nvSpPr>
        <p:spPr>
          <a:xfrm>
            <a:off x="7175047" y="51747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a_full_bar_439">
            <a:extLst>
              <a:ext uri="{FF2B5EF4-FFF2-40B4-BE49-F238E27FC236}">
                <a16:creationId xmlns:a16="http://schemas.microsoft.com/office/drawing/2014/main" id="{A9F98AD3-5567-4CA3-B9EC-DAA7748C7727}"/>
              </a:ext>
            </a:extLst>
          </p:cNvPr>
          <p:cNvSpPr>
            <a:spLocks noGrp="1"/>
          </p:cNvSpPr>
          <p:nvPr/>
        </p:nvSpPr>
        <p:spPr>
          <a:xfrm>
            <a:off x="7322170" y="36568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a_full_bar_440">
            <a:extLst>
              <a:ext uri="{FF2B5EF4-FFF2-40B4-BE49-F238E27FC236}">
                <a16:creationId xmlns:a16="http://schemas.microsoft.com/office/drawing/2014/main" id="{D2EFC1FD-B642-4E3D-8C61-DDBB9AE7209F}"/>
              </a:ext>
            </a:extLst>
          </p:cNvPr>
          <p:cNvSpPr>
            <a:spLocks noGrp="1"/>
          </p:cNvSpPr>
          <p:nvPr/>
        </p:nvSpPr>
        <p:spPr>
          <a:xfrm>
            <a:off x="7090501" y="575816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a_full_bar_441">
            <a:extLst>
              <a:ext uri="{FF2B5EF4-FFF2-40B4-BE49-F238E27FC236}">
                <a16:creationId xmlns:a16="http://schemas.microsoft.com/office/drawing/2014/main" id="{CE6AA5EF-1C33-4ACE-8E6B-99FF85F8BE57}"/>
              </a:ext>
            </a:extLst>
          </p:cNvPr>
          <p:cNvSpPr>
            <a:spLocks noGrp="1"/>
          </p:cNvSpPr>
          <p:nvPr/>
        </p:nvSpPr>
        <p:spPr>
          <a:xfrm>
            <a:off x="7319047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a_full_bar_442">
            <a:extLst>
              <a:ext uri="{FF2B5EF4-FFF2-40B4-BE49-F238E27FC236}">
                <a16:creationId xmlns:a16="http://schemas.microsoft.com/office/drawing/2014/main" id="{72979866-8CF0-48DE-BDE0-F564E011658F}"/>
              </a:ext>
            </a:extLst>
          </p:cNvPr>
          <p:cNvSpPr>
            <a:spLocks noGrp="1"/>
          </p:cNvSpPr>
          <p:nvPr/>
        </p:nvSpPr>
        <p:spPr>
          <a:xfrm>
            <a:off x="695746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a_full_bar_443">
            <a:extLst>
              <a:ext uri="{FF2B5EF4-FFF2-40B4-BE49-F238E27FC236}">
                <a16:creationId xmlns:a16="http://schemas.microsoft.com/office/drawing/2014/main" id="{879B2AB2-A120-4130-A4BE-1E85F9041892}"/>
              </a:ext>
            </a:extLst>
          </p:cNvPr>
          <p:cNvSpPr>
            <a:spLocks noGrp="1"/>
          </p:cNvSpPr>
          <p:nvPr/>
        </p:nvSpPr>
        <p:spPr>
          <a:xfrm>
            <a:off x="6992634" y="593115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a_full_bar_444">
            <a:extLst>
              <a:ext uri="{FF2B5EF4-FFF2-40B4-BE49-F238E27FC236}">
                <a16:creationId xmlns:a16="http://schemas.microsoft.com/office/drawing/2014/main" id="{9BFB7831-9AA6-45DD-84FF-2801A569F1DD}"/>
              </a:ext>
            </a:extLst>
          </p:cNvPr>
          <p:cNvSpPr>
            <a:spLocks noGrp="1"/>
          </p:cNvSpPr>
          <p:nvPr/>
        </p:nvSpPr>
        <p:spPr>
          <a:xfrm>
            <a:off x="727032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a_full_bar_445">
            <a:extLst>
              <a:ext uri="{FF2B5EF4-FFF2-40B4-BE49-F238E27FC236}">
                <a16:creationId xmlns:a16="http://schemas.microsoft.com/office/drawing/2014/main" id="{AD713FBF-49BB-4BD3-ABAD-4F1E581C489D}"/>
              </a:ext>
            </a:extLst>
          </p:cNvPr>
          <p:cNvSpPr>
            <a:spLocks noGrp="1"/>
          </p:cNvSpPr>
          <p:nvPr/>
        </p:nvSpPr>
        <p:spPr>
          <a:xfrm>
            <a:off x="6962956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a_full_bar_446">
            <a:extLst>
              <a:ext uri="{FF2B5EF4-FFF2-40B4-BE49-F238E27FC236}">
                <a16:creationId xmlns:a16="http://schemas.microsoft.com/office/drawing/2014/main" id="{CB45928A-B6F0-45E9-BC03-7BB3A8202B84}"/>
              </a:ext>
            </a:extLst>
          </p:cNvPr>
          <p:cNvSpPr>
            <a:spLocks noGrp="1"/>
          </p:cNvSpPr>
          <p:nvPr/>
        </p:nvSpPr>
        <p:spPr>
          <a:xfrm>
            <a:off x="707720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a_full_bar_447">
            <a:extLst>
              <a:ext uri="{FF2B5EF4-FFF2-40B4-BE49-F238E27FC236}">
                <a16:creationId xmlns:a16="http://schemas.microsoft.com/office/drawing/2014/main" id="{4B1F04CC-9337-4079-88F9-B1FDF3CA2E7E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a_full_bar_448">
            <a:extLst>
              <a:ext uri="{FF2B5EF4-FFF2-40B4-BE49-F238E27FC236}">
                <a16:creationId xmlns:a16="http://schemas.microsoft.com/office/drawing/2014/main" id="{1376CCFD-32BC-4466-AC49-1AC1575AF731}"/>
              </a:ext>
            </a:extLst>
          </p:cNvPr>
          <p:cNvSpPr>
            <a:spLocks noGrp="1"/>
          </p:cNvSpPr>
          <p:nvPr/>
        </p:nvSpPr>
        <p:spPr>
          <a:xfrm>
            <a:off x="71795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a_full_bar_449">
            <a:extLst>
              <a:ext uri="{FF2B5EF4-FFF2-40B4-BE49-F238E27FC236}">
                <a16:creationId xmlns:a16="http://schemas.microsoft.com/office/drawing/2014/main" id="{89C89947-CD51-463D-807B-00D0A0450C72}"/>
              </a:ext>
            </a:extLst>
          </p:cNvPr>
          <p:cNvSpPr>
            <a:spLocks noGrp="1"/>
          </p:cNvSpPr>
          <p:nvPr/>
        </p:nvSpPr>
        <p:spPr>
          <a:xfrm>
            <a:off x="71115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a_full_bar_450">
            <a:extLst>
              <a:ext uri="{FF2B5EF4-FFF2-40B4-BE49-F238E27FC236}">
                <a16:creationId xmlns:a16="http://schemas.microsoft.com/office/drawing/2014/main" id="{6A29814E-AB14-4CFE-A7F3-7CD7CA669560}"/>
              </a:ext>
            </a:extLst>
          </p:cNvPr>
          <p:cNvSpPr>
            <a:spLocks noGrp="1"/>
          </p:cNvSpPr>
          <p:nvPr/>
        </p:nvSpPr>
        <p:spPr>
          <a:xfrm>
            <a:off x="7079573" y="45317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a_full_bar_451">
            <a:extLst>
              <a:ext uri="{FF2B5EF4-FFF2-40B4-BE49-F238E27FC236}">
                <a16:creationId xmlns:a16="http://schemas.microsoft.com/office/drawing/2014/main" id="{FF00D9C0-2684-4E2A-A1AE-664E3067B572}"/>
              </a:ext>
            </a:extLst>
          </p:cNvPr>
          <p:cNvSpPr>
            <a:spLocks noGrp="1"/>
          </p:cNvSpPr>
          <p:nvPr/>
        </p:nvSpPr>
        <p:spPr>
          <a:xfrm>
            <a:off x="7143853" y="56594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a_full_bar_452">
            <a:extLst>
              <a:ext uri="{FF2B5EF4-FFF2-40B4-BE49-F238E27FC236}">
                <a16:creationId xmlns:a16="http://schemas.microsoft.com/office/drawing/2014/main" id="{CDD18EA1-88B5-4F2E-80F6-606C925692AC}"/>
              </a:ext>
            </a:extLst>
          </p:cNvPr>
          <p:cNvSpPr>
            <a:spLocks noGrp="1"/>
          </p:cNvSpPr>
          <p:nvPr/>
        </p:nvSpPr>
        <p:spPr>
          <a:xfrm>
            <a:off x="727433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a_full_bar_453">
            <a:extLst>
              <a:ext uri="{FF2B5EF4-FFF2-40B4-BE49-F238E27FC236}">
                <a16:creationId xmlns:a16="http://schemas.microsoft.com/office/drawing/2014/main" id="{B10B9F49-2091-4F55-8BC4-50FD6702E289}"/>
              </a:ext>
            </a:extLst>
          </p:cNvPr>
          <p:cNvSpPr>
            <a:spLocks noGrp="1"/>
          </p:cNvSpPr>
          <p:nvPr/>
        </p:nvSpPr>
        <p:spPr>
          <a:xfrm>
            <a:off x="7238367" y="32313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a_full_bar_454">
            <a:extLst>
              <a:ext uri="{FF2B5EF4-FFF2-40B4-BE49-F238E27FC236}">
                <a16:creationId xmlns:a16="http://schemas.microsoft.com/office/drawing/2014/main" id="{CF88F6E9-F463-47B8-BBFD-802FC740B6B6}"/>
              </a:ext>
            </a:extLst>
          </p:cNvPr>
          <p:cNvSpPr>
            <a:spLocks noGrp="1"/>
          </p:cNvSpPr>
          <p:nvPr/>
        </p:nvSpPr>
        <p:spPr>
          <a:xfrm>
            <a:off x="7332744" y="48422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a_full_bar_455">
            <a:extLst>
              <a:ext uri="{FF2B5EF4-FFF2-40B4-BE49-F238E27FC236}">
                <a16:creationId xmlns:a16="http://schemas.microsoft.com/office/drawing/2014/main" id="{461B4F06-9F37-47AC-BB70-0DE658781ACB}"/>
              </a:ext>
            </a:extLst>
          </p:cNvPr>
          <p:cNvSpPr>
            <a:spLocks noGrp="1"/>
          </p:cNvSpPr>
          <p:nvPr/>
        </p:nvSpPr>
        <p:spPr>
          <a:xfrm>
            <a:off x="7018985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a_full_bar_456">
            <a:extLst>
              <a:ext uri="{FF2B5EF4-FFF2-40B4-BE49-F238E27FC236}">
                <a16:creationId xmlns:a16="http://schemas.microsoft.com/office/drawing/2014/main" id="{D0B81753-160B-4878-99F6-AFC8D57A2160}"/>
              </a:ext>
            </a:extLst>
          </p:cNvPr>
          <p:cNvSpPr>
            <a:spLocks noGrp="1"/>
          </p:cNvSpPr>
          <p:nvPr/>
        </p:nvSpPr>
        <p:spPr>
          <a:xfrm>
            <a:off x="7026421" y="27936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a_full_bar_457">
            <a:extLst>
              <a:ext uri="{FF2B5EF4-FFF2-40B4-BE49-F238E27FC236}">
                <a16:creationId xmlns:a16="http://schemas.microsoft.com/office/drawing/2014/main" id="{61CCA162-3558-450E-9B55-A2F2D6F6EAF8}"/>
              </a:ext>
            </a:extLst>
          </p:cNvPr>
          <p:cNvSpPr>
            <a:spLocks noGrp="1"/>
          </p:cNvSpPr>
          <p:nvPr/>
        </p:nvSpPr>
        <p:spPr>
          <a:xfrm>
            <a:off x="720946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a_full_bar_458">
            <a:extLst>
              <a:ext uri="{FF2B5EF4-FFF2-40B4-BE49-F238E27FC236}">
                <a16:creationId xmlns:a16="http://schemas.microsoft.com/office/drawing/2014/main" id="{362F1BE4-4001-4BB7-A18C-23C5FA35136A}"/>
              </a:ext>
            </a:extLst>
          </p:cNvPr>
          <p:cNvSpPr>
            <a:spLocks noGrp="1"/>
          </p:cNvSpPr>
          <p:nvPr/>
        </p:nvSpPr>
        <p:spPr>
          <a:xfrm>
            <a:off x="723910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a_full_bar_459">
            <a:extLst>
              <a:ext uri="{FF2B5EF4-FFF2-40B4-BE49-F238E27FC236}">
                <a16:creationId xmlns:a16="http://schemas.microsoft.com/office/drawing/2014/main" id="{A8AA36CF-A2C7-419A-B4E9-1FE054EDE7A3}"/>
              </a:ext>
            </a:extLst>
          </p:cNvPr>
          <p:cNvSpPr>
            <a:spLocks noGrp="1"/>
          </p:cNvSpPr>
          <p:nvPr/>
        </p:nvSpPr>
        <p:spPr>
          <a:xfrm>
            <a:off x="7241744" y="59427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a_full_bar_460">
            <a:extLst>
              <a:ext uri="{FF2B5EF4-FFF2-40B4-BE49-F238E27FC236}">
                <a16:creationId xmlns:a16="http://schemas.microsoft.com/office/drawing/2014/main" id="{8FF18011-5A1C-47DF-B9E4-F6E1C98FC59C}"/>
              </a:ext>
            </a:extLst>
          </p:cNvPr>
          <p:cNvSpPr>
            <a:spLocks noGrp="1"/>
          </p:cNvSpPr>
          <p:nvPr/>
        </p:nvSpPr>
        <p:spPr>
          <a:xfrm>
            <a:off x="7033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a_full_bar_461">
            <a:extLst>
              <a:ext uri="{FF2B5EF4-FFF2-40B4-BE49-F238E27FC236}">
                <a16:creationId xmlns:a16="http://schemas.microsoft.com/office/drawing/2014/main" id="{320ECD33-BD95-4DF3-9071-ECF7EC04E4A6}"/>
              </a:ext>
            </a:extLst>
          </p:cNvPr>
          <p:cNvSpPr>
            <a:spLocks noGrp="1"/>
          </p:cNvSpPr>
          <p:nvPr/>
        </p:nvSpPr>
        <p:spPr>
          <a:xfrm>
            <a:off x="7317406" y="44916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a_full_bar_462">
            <a:extLst>
              <a:ext uri="{FF2B5EF4-FFF2-40B4-BE49-F238E27FC236}">
                <a16:creationId xmlns:a16="http://schemas.microsoft.com/office/drawing/2014/main" id="{90634FF7-BFEB-42CA-8E78-ADC337BDF2FC}"/>
              </a:ext>
            </a:extLst>
          </p:cNvPr>
          <p:cNvSpPr>
            <a:spLocks noGrp="1"/>
          </p:cNvSpPr>
          <p:nvPr/>
        </p:nvSpPr>
        <p:spPr>
          <a:xfrm>
            <a:off x="705752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a_full_bar_463">
            <a:extLst>
              <a:ext uri="{FF2B5EF4-FFF2-40B4-BE49-F238E27FC236}">
                <a16:creationId xmlns:a16="http://schemas.microsoft.com/office/drawing/2014/main" id="{A3DF363C-08C3-4C7D-96EE-5C226F109B8B}"/>
              </a:ext>
            </a:extLst>
          </p:cNvPr>
          <p:cNvSpPr>
            <a:spLocks noGrp="1"/>
          </p:cNvSpPr>
          <p:nvPr/>
        </p:nvSpPr>
        <p:spPr>
          <a:xfrm>
            <a:off x="7152177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a_full_bar_464">
            <a:extLst>
              <a:ext uri="{FF2B5EF4-FFF2-40B4-BE49-F238E27FC236}">
                <a16:creationId xmlns:a16="http://schemas.microsoft.com/office/drawing/2014/main" id="{BFADC77C-A447-4C35-B981-A24391C58095}"/>
              </a:ext>
            </a:extLst>
          </p:cNvPr>
          <p:cNvSpPr>
            <a:spLocks noGrp="1"/>
          </p:cNvSpPr>
          <p:nvPr/>
        </p:nvSpPr>
        <p:spPr>
          <a:xfrm>
            <a:off x="7004998" y="37245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a_full_bar_465">
            <a:extLst>
              <a:ext uri="{FF2B5EF4-FFF2-40B4-BE49-F238E27FC236}">
                <a16:creationId xmlns:a16="http://schemas.microsoft.com/office/drawing/2014/main" id="{925315F8-7B3C-4993-9344-D3CE089B1D73}"/>
              </a:ext>
            </a:extLst>
          </p:cNvPr>
          <p:cNvSpPr>
            <a:spLocks noGrp="1"/>
          </p:cNvSpPr>
          <p:nvPr/>
        </p:nvSpPr>
        <p:spPr>
          <a:xfrm>
            <a:off x="73152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a_full_bar_466">
            <a:extLst>
              <a:ext uri="{FF2B5EF4-FFF2-40B4-BE49-F238E27FC236}">
                <a16:creationId xmlns:a16="http://schemas.microsoft.com/office/drawing/2014/main" id="{6C6ED07A-5D3E-49C6-95F3-9D0A3E040E81}"/>
              </a:ext>
            </a:extLst>
          </p:cNvPr>
          <p:cNvSpPr>
            <a:spLocks noGrp="1"/>
          </p:cNvSpPr>
          <p:nvPr/>
        </p:nvSpPr>
        <p:spPr>
          <a:xfrm>
            <a:off x="7165602" y="35149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a_full_bar_467">
            <a:extLst>
              <a:ext uri="{FF2B5EF4-FFF2-40B4-BE49-F238E27FC236}">
                <a16:creationId xmlns:a16="http://schemas.microsoft.com/office/drawing/2014/main" id="{C46A20AF-6ABA-473E-8FA9-EEC8481738E8}"/>
              </a:ext>
            </a:extLst>
          </p:cNvPr>
          <p:cNvSpPr>
            <a:spLocks noGrp="1"/>
          </p:cNvSpPr>
          <p:nvPr/>
        </p:nvSpPr>
        <p:spPr>
          <a:xfrm>
            <a:off x="7043743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a_full_bar_468">
            <a:extLst>
              <a:ext uri="{FF2B5EF4-FFF2-40B4-BE49-F238E27FC236}">
                <a16:creationId xmlns:a16="http://schemas.microsoft.com/office/drawing/2014/main" id="{13C3A775-B44E-40E0-B596-7D53E1B8989F}"/>
              </a:ext>
            </a:extLst>
          </p:cNvPr>
          <p:cNvSpPr>
            <a:spLocks noGrp="1"/>
          </p:cNvSpPr>
          <p:nvPr/>
        </p:nvSpPr>
        <p:spPr>
          <a:xfrm>
            <a:off x="714497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a_full_bar_469">
            <a:extLst>
              <a:ext uri="{FF2B5EF4-FFF2-40B4-BE49-F238E27FC236}">
                <a16:creationId xmlns:a16="http://schemas.microsoft.com/office/drawing/2014/main" id="{5511B55D-41D6-4678-BA77-21FA160CF9F8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a_full_bar_470">
            <a:extLst>
              <a:ext uri="{FF2B5EF4-FFF2-40B4-BE49-F238E27FC236}">
                <a16:creationId xmlns:a16="http://schemas.microsoft.com/office/drawing/2014/main" id="{C3D9BBA6-0596-46B5-BAB5-5A39C99E7A83}"/>
              </a:ext>
            </a:extLst>
          </p:cNvPr>
          <p:cNvSpPr>
            <a:spLocks noGrp="1"/>
          </p:cNvSpPr>
          <p:nvPr/>
        </p:nvSpPr>
        <p:spPr>
          <a:xfrm>
            <a:off x="7342663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a_full_bar_471">
            <a:extLst>
              <a:ext uri="{FF2B5EF4-FFF2-40B4-BE49-F238E27FC236}">
                <a16:creationId xmlns:a16="http://schemas.microsoft.com/office/drawing/2014/main" id="{9527D091-2237-4C7C-81F5-5C06F249D55D}"/>
              </a:ext>
            </a:extLst>
          </p:cNvPr>
          <p:cNvSpPr>
            <a:spLocks noGrp="1"/>
          </p:cNvSpPr>
          <p:nvPr/>
        </p:nvSpPr>
        <p:spPr>
          <a:xfrm>
            <a:off x="7069368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a_full_bar_472">
            <a:extLst>
              <a:ext uri="{FF2B5EF4-FFF2-40B4-BE49-F238E27FC236}">
                <a16:creationId xmlns:a16="http://schemas.microsoft.com/office/drawing/2014/main" id="{AC4DC951-6B59-4528-9107-2D14D06AF633}"/>
              </a:ext>
            </a:extLst>
          </p:cNvPr>
          <p:cNvSpPr>
            <a:spLocks noGrp="1"/>
          </p:cNvSpPr>
          <p:nvPr/>
        </p:nvSpPr>
        <p:spPr>
          <a:xfrm>
            <a:off x="70410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a_full_bar_473">
            <a:extLst>
              <a:ext uri="{FF2B5EF4-FFF2-40B4-BE49-F238E27FC236}">
                <a16:creationId xmlns:a16="http://schemas.microsoft.com/office/drawing/2014/main" id="{94DFF73A-8C46-4166-9B02-1CE5EB95BC3B}"/>
              </a:ext>
            </a:extLst>
          </p:cNvPr>
          <p:cNvSpPr>
            <a:spLocks noGrp="1"/>
          </p:cNvSpPr>
          <p:nvPr/>
        </p:nvSpPr>
        <p:spPr>
          <a:xfrm>
            <a:off x="719367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a_full_bar_474">
            <a:extLst>
              <a:ext uri="{FF2B5EF4-FFF2-40B4-BE49-F238E27FC236}">
                <a16:creationId xmlns:a16="http://schemas.microsoft.com/office/drawing/2014/main" id="{DB84CE6A-CFB6-4D9D-AB0A-7F2D905BD56A}"/>
              </a:ext>
            </a:extLst>
          </p:cNvPr>
          <p:cNvSpPr>
            <a:spLocks noGrp="1"/>
          </p:cNvSpPr>
          <p:nvPr/>
        </p:nvSpPr>
        <p:spPr>
          <a:xfrm>
            <a:off x="71550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a_full_bar_475">
            <a:extLst>
              <a:ext uri="{FF2B5EF4-FFF2-40B4-BE49-F238E27FC236}">
                <a16:creationId xmlns:a16="http://schemas.microsoft.com/office/drawing/2014/main" id="{E13845E8-0CC6-47A2-A1AC-66A7717F61F2}"/>
              </a:ext>
            </a:extLst>
          </p:cNvPr>
          <p:cNvSpPr>
            <a:spLocks noGrp="1"/>
          </p:cNvSpPr>
          <p:nvPr/>
        </p:nvSpPr>
        <p:spPr>
          <a:xfrm>
            <a:off x="7067104" y="51087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a_full_bar_476">
            <a:extLst>
              <a:ext uri="{FF2B5EF4-FFF2-40B4-BE49-F238E27FC236}">
                <a16:creationId xmlns:a16="http://schemas.microsoft.com/office/drawing/2014/main" id="{98A3D269-0FF6-4D8A-8E60-972AB7D59B47}"/>
              </a:ext>
            </a:extLst>
          </p:cNvPr>
          <p:cNvSpPr>
            <a:spLocks noGrp="1"/>
          </p:cNvSpPr>
          <p:nvPr/>
        </p:nvSpPr>
        <p:spPr>
          <a:xfrm>
            <a:off x="7339849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a_full_bar_477">
            <a:extLst>
              <a:ext uri="{FF2B5EF4-FFF2-40B4-BE49-F238E27FC236}">
                <a16:creationId xmlns:a16="http://schemas.microsoft.com/office/drawing/2014/main" id="{1AEB8DC3-C53E-43B6-B522-879FD5FA6635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a_full_bar_478">
            <a:extLst>
              <a:ext uri="{FF2B5EF4-FFF2-40B4-BE49-F238E27FC236}">
                <a16:creationId xmlns:a16="http://schemas.microsoft.com/office/drawing/2014/main" id="{90A2688C-7D69-4D73-9466-4153C6DFE0F8}"/>
              </a:ext>
            </a:extLst>
          </p:cNvPr>
          <p:cNvSpPr>
            <a:spLocks noGrp="1"/>
          </p:cNvSpPr>
          <p:nvPr/>
        </p:nvSpPr>
        <p:spPr>
          <a:xfrm>
            <a:off x="698491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a_full_bar_479">
            <a:extLst>
              <a:ext uri="{FF2B5EF4-FFF2-40B4-BE49-F238E27FC236}">
                <a16:creationId xmlns:a16="http://schemas.microsoft.com/office/drawing/2014/main" id="{35152386-7F0C-4AEF-B8B2-C8FBD67CB136}"/>
              </a:ext>
            </a:extLst>
          </p:cNvPr>
          <p:cNvSpPr>
            <a:spLocks noGrp="1"/>
          </p:cNvSpPr>
          <p:nvPr/>
        </p:nvSpPr>
        <p:spPr>
          <a:xfrm>
            <a:off x="69715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a_full_bar_480">
            <a:extLst>
              <a:ext uri="{FF2B5EF4-FFF2-40B4-BE49-F238E27FC236}">
                <a16:creationId xmlns:a16="http://schemas.microsoft.com/office/drawing/2014/main" id="{CB6DEE27-F47A-45A8-9CE8-AF3757DDCB44}"/>
              </a:ext>
            </a:extLst>
          </p:cNvPr>
          <p:cNvSpPr>
            <a:spLocks noGrp="1"/>
          </p:cNvSpPr>
          <p:nvPr/>
        </p:nvSpPr>
        <p:spPr>
          <a:xfrm>
            <a:off x="7008021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a_full_bar_481">
            <a:extLst>
              <a:ext uri="{FF2B5EF4-FFF2-40B4-BE49-F238E27FC236}">
                <a16:creationId xmlns:a16="http://schemas.microsoft.com/office/drawing/2014/main" id="{6177D993-48D3-4534-B99A-9EC6C126B12E}"/>
              </a:ext>
            </a:extLst>
          </p:cNvPr>
          <p:cNvSpPr>
            <a:spLocks noGrp="1"/>
          </p:cNvSpPr>
          <p:nvPr/>
        </p:nvSpPr>
        <p:spPr>
          <a:xfrm>
            <a:off x="7019248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a_full_bar_482">
            <a:extLst>
              <a:ext uri="{FF2B5EF4-FFF2-40B4-BE49-F238E27FC236}">
                <a16:creationId xmlns:a16="http://schemas.microsoft.com/office/drawing/2014/main" id="{1C8F0B42-9880-4988-A04F-4FC578F01303}"/>
              </a:ext>
            </a:extLst>
          </p:cNvPr>
          <p:cNvSpPr>
            <a:spLocks noGrp="1"/>
          </p:cNvSpPr>
          <p:nvPr/>
        </p:nvSpPr>
        <p:spPr>
          <a:xfrm>
            <a:off x="733388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a_full_bar_483">
            <a:extLst>
              <a:ext uri="{FF2B5EF4-FFF2-40B4-BE49-F238E27FC236}">
                <a16:creationId xmlns:a16="http://schemas.microsoft.com/office/drawing/2014/main" id="{18A3A318-E404-466C-A35A-6C5F6F5E9BE2}"/>
              </a:ext>
            </a:extLst>
          </p:cNvPr>
          <p:cNvSpPr>
            <a:spLocks noGrp="1"/>
          </p:cNvSpPr>
          <p:nvPr/>
        </p:nvSpPr>
        <p:spPr>
          <a:xfrm>
            <a:off x="698690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a_full_bar_484">
            <a:extLst>
              <a:ext uri="{FF2B5EF4-FFF2-40B4-BE49-F238E27FC236}">
                <a16:creationId xmlns:a16="http://schemas.microsoft.com/office/drawing/2014/main" id="{9CAE8A67-726C-45D8-8B0C-F7FF7E62B510}"/>
              </a:ext>
            </a:extLst>
          </p:cNvPr>
          <p:cNvSpPr>
            <a:spLocks noGrp="1"/>
          </p:cNvSpPr>
          <p:nvPr/>
        </p:nvSpPr>
        <p:spPr>
          <a:xfrm>
            <a:off x="7175045" y="42963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a_full_bar_485">
            <a:extLst>
              <a:ext uri="{FF2B5EF4-FFF2-40B4-BE49-F238E27FC236}">
                <a16:creationId xmlns:a16="http://schemas.microsoft.com/office/drawing/2014/main" id="{58D4A5F6-4D11-448D-925F-DD9BA99169B4}"/>
              </a:ext>
            </a:extLst>
          </p:cNvPr>
          <p:cNvSpPr>
            <a:spLocks noGrp="1"/>
          </p:cNvSpPr>
          <p:nvPr/>
        </p:nvSpPr>
        <p:spPr>
          <a:xfrm>
            <a:off x="7159943" y="457177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a_full_bar_486">
            <a:extLst>
              <a:ext uri="{FF2B5EF4-FFF2-40B4-BE49-F238E27FC236}">
                <a16:creationId xmlns:a16="http://schemas.microsoft.com/office/drawing/2014/main" id="{081C8738-6117-4D56-B1AB-773CDFD1BE09}"/>
              </a:ext>
            </a:extLst>
          </p:cNvPr>
          <p:cNvSpPr>
            <a:spLocks noGrp="1"/>
          </p:cNvSpPr>
          <p:nvPr/>
        </p:nvSpPr>
        <p:spPr>
          <a:xfrm>
            <a:off x="703397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a_full_bar_487">
            <a:extLst>
              <a:ext uri="{FF2B5EF4-FFF2-40B4-BE49-F238E27FC236}">
                <a16:creationId xmlns:a16="http://schemas.microsoft.com/office/drawing/2014/main" id="{E5DE6124-AC2F-4953-BCF1-58AE9DE55772}"/>
              </a:ext>
            </a:extLst>
          </p:cNvPr>
          <p:cNvSpPr>
            <a:spLocks noGrp="1"/>
          </p:cNvSpPr>
          <p:nvPr/>
        </p:nvSpPr>
        <p:spPr>
          <a:xfrm>
            <a:off x="72131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a_full_bar_488">
            <a:extLst>
              <a:ext uri="{FF2B5EF4-FFF2-40B4-BE49-F238E27FC236}">
                <a16:creationId xmlns:a16="http://schemas.microsoft.com/office/drawing/2014/main" id="{1827B01D-8D2A-4E5A-B845-B4B9C4BF37CE}"/>
              </a:ext>
            </a:extLst>
          </p:cNvPr>
          <p:cNvSpPr>
            <a:spLocks noGrp="1"/>
          </p:cNvSpPr>
          <p:nvPr/>
        </p:nvSpPr>
        <p:spPr>
          <a:xfrm>
            <a:off x="7014357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a_full_bar_489">
            <a:extLst>
              <a:ext uri="{FF2B5EF4-FFF2-40B4-BE49-F238E27FC236}">
                <a16:creationId xmlns:a16="http://schemas.microsoft.com/office/drawing/2014/main" id="{4FDC9B97-D32D-4D05-885C-5779040444D8}"/>
              </a:ext>
            </a:extLst>
          </p:cNvPr>
          <p:cNvSpPr>
            <a:spLocks noGrp="1"/>
          </p:cNvSpPr>
          <p:nvPr/>
        </p:nvSpPr>
        <p:spPr>
          <a:xfrm>
            <a:off x="69891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a_full_bar_490">
            <a:extLst>
              <a:ext uri="{FF2B5EF4-FFF2-40B4-BE49-F238E27FC236}">
                <a16:creationId xmlns:a16="http://schemas.microsoft.com/office/drawing/2014/main" id="{94779ED6-3AAB-4893-9D97-6E56663EB529}"/>
              </a:ext>
            </a:extLst>
          </p:cNvPr>
          <p:cNvSpPr>
            <a:spLocks noGrp="1"/>
          </p:cNvSpPr>
          <p:nvPr/>
        </p:nvSpPr>
        <p:spPr>
          <a:xfrm>
            <a:off x="7035065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a_full_bar_491">
            <a:extLst>
              <a:ext uri="{FF2B5EF4-FFF2-40B4-BE49-F238E27FC236}">
                <a16:creationId xmlns:a16="http://schemas.microsoft.com/office/drawing/2014/main" id="{ED1E5C7B-8D89-42B2-8EC2-43310093122B}"/>
              </a:ext>
            </a:extLst>
          </p:cNvPr>
          <p:cNvSpPr>
            <a:spLocks noGrp="1"/>
          </p:cNvSpPr>
          <p:nvPr/>
        </p:nvSpPr>
        <p:spPr>
          <a:xfrm>
            <a:off x="716288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a_full_bar_492">
            <a:extLst>
              <a:ext uri="{FF2B5EF4-FFF2-40B4-BE49-F238E27FC236}">
                <a16:creationId xmlns:a16="http://schemas.microsoft.com/office/drawing/2014/main" id="{8551EA2D-6B33-4F66-80DF-AE78C0A26A74}"/>
              </a:ext>
            </a:extLst>
          </p:cNvPr>
          <p:cNvSpPr>
            <a:spLocks noGrp="1"/>
          </p:cNvSpPr>
          <p:nvPr/>
        </p:nvSpPr>
        <p:spPr>
          <a:xfrm>
            <a:off x="6962766" y="40910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a_full_bar_493">
            <a:extLst>
              <a:ext uri="{FF2B5EF4-FFF2-40B4-BE49-F238E27FC236}">
                <a16:creationId xmlns:a16="http://schemas.microsoft.com/office/drawing/2014/main" id="{4131A119-DE57-4C3D-A8A7-50ABCEA847B7}"/>
              </a:ext>
            </a:extLst>
          </p:cNvPr>
          <p:cNvSpPr>
            <a:spLocks noGrp="1"/>
          </p:cNvSpPr>
          <p:nvPr/>
        </p:nvSpPr>
        <p:spPr>
          <a:xfrm>
            <a:off x="7287813" y="34698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a_full_bar_494">
            <a:extLst>
              <a:ext uri="{FF2B5EF4-FFF2-40B4-BE49-F238E27FC236}">
                <a16:creationId xmlns:a16="http://schemas.microsoft.com/office/drawing/2014/main" id="{1970F8E7-0B67-44D9-8A8A-3E997CDFBF5E}"/>
              </a:ext>
            </a:extLst>
          </p:cNvPr>
          <p:cNvSpPr>
            <a:spLocks noGrp="1"/>
          </p:cNvSpPr>
          <p:nvPr/>
        </p:nvSpPr>
        <p:spPr>
          <a:xfrm>
            <a:off x="71756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a_full_bar_495">
            <a:extLst>
              <a:ext uri="{FF2B5EF4-FFF2-40B4-BE49-F238E27FC236}">
                <a16:creationId xmlns:a16="http://schemas.microsoft.com/office/drawing/2014/main" id="{5B976126-63E9-4EB4-9292-9F7A4B40483A}"/>
              </a:ext>
            </a:extLst>
          </p:cNvPr>
          <p:cNvSpPr>
            <a:spLocks noGrp="1"/>
          </p:cNvSpPr>
          <p:nvPr/>
        </p:nvSpPr>
        <p:spPr>
          <a:xfrm>
            <a:off x="7130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a_full_bar_496">
            <a:extLst>
              <a:ext uri="{FF2B5EF4-FFF2-40B4-BE49-F238E27FC236}">
                <a16:creationId xmlns:a16="http://schemas.microsoft.com/office/drawing/2014/main" id="{4DC3C68F-8E90-4E37-B2FE-DCF7C70C75C0}"/>
              </a:ext>
            </a:extLst>
          </p:cNvPr>
          <p:cNvSpPr>
            <a:spLocks noGrp="1"/>
          </p:cNvSpPr>
          <p:nvPr/>
        </p:nvSpPr>
        <p:spPr>
          <a:xfrm>
            <a:off x="72535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a_full_bar_497">
            <a:extLst>
              <a:ext uri="{FF2B5EF4-FFF2-40B4-BE49-F238E27FC236}">
                <a16:creationId xmlns:a16="http://schemas.microsoft.com/office/drawing/2014/main" id="{11F14929-A0F0-4A6C-94E3-0778C656684C}"/>
              </a:ext>
            </a:extLst>
          </p:cNvPr>
          <p:cNvSpPr>
            <a:spLocks noGrp="1"/>
          </p:cNvSpPr>
          <p:nvPr/>
        </p:nvSpPr>
        <p:spPr>
          <a:xfrm>
            <a:off x="7201946" y="34174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a_full_bar_498">
            <a:extLst>
              <a:ext uri="{FF2B5EF4-FFF2-40B4-BE49-F238E27FC236}">
                <a16:creationId xmlns:a16="http://schemas.microsoft.com/office/drawing/2014/main" id="{CF035129-7C8B-4C75-B68C-4145C44109A9}"/>
              </a:ext>
            </a:extLst>
          </p:cNvPr>
          <p:cNvSpPr>
            <a:spLocks noGrp="1"/>
          </p:cNvSpPr>
          <p:nvPr/>
        </p:nvSpPr>
        <p:spPr>
          <a:xfrm>
            <a:off x="7146099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a_full_bar_499">
            <a:extLst>
              <a:ext uri="{FF2B5EF4-FFF2-40B4-BE49-F238E27FC236}">
                <a16:creationId xmlns:a16="http://schemas.microsoft.com/office/drawing/2014/main" id="{18E1F77C-C4C6-4061-9756-30ED03025E8D}"/>
              </a:ext>
            </a:extLst>
          </p:cNvPr>
          <p:cNvSpPr>
            <a:spLocks noGrp="1"/>
          </p:cNvSpPr>
          <p:nvPr/>
        </p:nvSpPr>
        <p:spPr>
          <a:xfrm>
            <a:off x="7072162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a_full_bar_500">
            <a:extLst>
              <a:ext uri="{FF2B5EF4-FFF2-40B4-BE49-F238E27FC236}">
                <a16:creationId xmlns:a16="http://schemas.microsoft.com/office/drawing/2014/main" id="{D69E9CCD-9276-401A-A015-A9EB77FC032F}"/>
              </a:ext>
            </a:extLst>
          </p:cNvPr>
          <p:cNvSpPr>
            <a:spLocks noGrp="1"/>
          </p:cNvSpPr>
          <p:nvPr/>
        </p:nvSpPr>
        <p:spPr>
          <a:xfrm>
            <a:off x="716654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a_full_bar_501">
            <a:extLst>
              <a:ext uri="{FF2B5EF4-FFF2-40B4-BE49-F238E27FC236}">
                <a16:creationId xmlns:a16="http://schemas.microsoft.com/office/drawing/2014/main" id="{2E29BAF0-5B32-422B-AB5D-75E7DE648353}"/>
              </a:ext>
            </a:extLst>
          </p:cNvPr>
          <p:cNvSpPr>
            <a:spLocks noGrp="1"/>
          </p:cNvSpPr>
          <p:nvPr/>
        </p:nvSpPr>
        <p:spPr>
          <a:xfrm>
            <a:off x="6973078" y="39773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a_full_bar_502">
            <a:extLst>
              <a:ext uri="{FF2B5EF4-FFF2-40B4-BE49-F238E27FC236}">
                <a16:creationId xmlns:a16="http://schemas.microsoft.com/office/drawing/2014/main" id="{9CDE6314-F84A-49A2-8494-22FF4191A52E}"/>
              </a:ext>
            </a:extLst>
          </p:cNvPr>
          <p:cNvSpPr>
            <a:spLocks noGrp="1"/>
          </p:cNvSpPr>
          <p:nvPr/>
        </p:nvSpPr>
        <p:spPr>
          <a:xfrm>
            <a:off x="70742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a_full_bar_503">
            <a:extLst>
              <a:ext uri="{FF2B5EF4-FFF2-40B4-BE49-F238E27FC236}">
                <a16:creationId xmlns:a16="http://schemas.microsoft.com/office/drawing/2014/main" id="{DB262E30-939A-4B7A-8BDC-9EB8FA232E02}"/>
              </a:ext>
            </a:extLst>
          </p:cNvPr>
          <p:cNvSpPr>
            <a:spLocks noGrp="1"/>
          </p:cNvSpPr>
          <p:nvPr/>
        </p:nvSpPr>
        <p:spPr>
          <a:xfrm>
            <a:off x="718023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a_full_bar_504">
            <a:extLst>
              <a:ext uri="{FF2B5EF4-FFF2-40B4-BE49-F238E27FC236}">
                <a16:creationId xmlns:a16="http://schemas.microsoft.com/office/drawing/2014/main" id="{9A783F4A-1253-4544-8BA3-201400E22A78}"/>
              </a:ext>
            </a:extLst>
          </p:cNvPr>
          <p:cNvSpPr>
            <a:spLocks noGrp="1"/>
          </p:cNvSpPr>
          <p:nvPr/>
        </p:nvSpPr>
        <p:spPr>
          <a:xfrm>
            <a:off x="730152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a_full_bar_505">
            <a:extLst>
              <a:ext uri="{FF2B5EF4-FFF2-40B4-BE49-F238E27FC236}">
                <a16:creationId xmlns:a16="http://schemas.microsoft.com/office/drawing/2014/main" id="{067361CF-B6B8-403D-BE8F-57C31CE1DB96}"/>
              </a:ext>
            </a:extLst>
          </p:cNvPr>
          <p:cNvSpPr>
            <a:spLocks noGrp="1"/>
          </p:cNvSpPr>
          <p:nvPr/>
        </p:nvSpPr>
        <p:spPr>
          <a:xfrm>
            <a:off x="727908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a_full_bar_506">
            <a:extLst>
              <a:ext uri="{FF2B5EF4-FFF2-40B4-BE49-F238E27FC236}">
                <a16:creationId xmlns:a16="http://schemas.microsoft.com/office/drawing/2014/main" id="{1AF689B0-5D9A-49D4-ABBB-87DB9FE8CF1E}"/>
              </a:ext>
            </a:extLst>
          </p:cNvPr>
          <p:cNvSpPr>
            <a:spLocks noGrp="1"/>
          </p:cNvSpPr>
          <p:nvPr/>
        </p:nvSpPr>
        <p:spPr>
          <a:xfrm>
            <a:off x="7238688" y="44927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a_full_bar_507">
            <a:extLst>
              <a:ext uri="{FF2B5EF4-FFF2-40B4-BE49-F238E27FC236}">
                <a16:creationId xmlns:a16="http://schemas.microsoft.com/office/drawing/2014/main" id="{DA8FC674-9947-4D50-81B1-C162DD99C157}"/>
              </a:ext>
            </a:extLst>
          </p:cNvPr>
          <p:cNvSpPr>
            <a:spLocks noGrp="1"/>
          </p:cNvSpPr>
          <p:nvPr/>
        </p:nvSpPr>
        <p:spPr>
          <a:xfrm>
            <a:off x="700232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a_full_bar_508">
            <a:extLst>
              <a:ext uri="{FF2B5EF4-FFF2-40B4-BE49-F238E27FC236}">
                <a16:creationId xmlns:a16="http://schemas.microsoft.com/office/drawing/2014/main" id="{DD82E040-4AA8-4ABA-9E71-A6311E327DDF}"/>
              </a:ext>
            </a:extLst>
          </p:cNvPr>
          <p:cNvSpPr>
            <a:spLocks noGrp="1"/>
          </p:cNvSpPr>
          <p:nvPr/>
        </p:nvSpPr>
        <p:spPr>
          <a:xfrm>
            <a:off x="7224653" y="534206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a_full_bar_509">
            <a:extLst>
              <a:ext uri="{FF2B5EF4-FFF2-40B4-BE49-F238E27FC236}">
                <a16:creationId xmlns:a16="http://schemas.microsoft.com/office/drawing/2014/main" id="{89CF3664-54D7-4C0C-A212-466155458276}"/>
              </a:ext>
            </a:extLst>
          </p:cNvPr>
          <p:cNvSpPr>
            <a:spLocks noGrp="1"/>
          </p:cNvSpPr>
          <p:nvPr/>
        </p:nvSpPr>
        <p:spPr>
          <a:xfrm>
            <a:off x="7232475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a_full_bar_510">
            <a:extLst>
              <a:ext uri="{FF2B5EF4-FFF2-40B4-BE49-F238E27FC236}">
                <a16:creationId xmlns:a16="http://schemas.microsoft.com/office/drawing/2014/main" id="{74B3B6ED-DBB7-4B26-A621-4BF96952F7E0}"/>
              </a:ext>
            </a:extLst>
          </p:cNvPr>
          <p:cNvSpPr>
            <a:spLocks noGrp="1"/>
          </p:cNvSpPr>
          <p:nvPr/>
        </p:nvSpPr>
        <p:spPr>
          <a:xfrm>
            <a:off x="72811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a_full_bar_511">
            <a:extLst>
              <a:ext uri="{FF2B5EF4-FFF2-40B4-BE49-F238E27FC236}">
                <a16:creationId xmlns:a16="http://schemas.microsoft.com/office/drawing/2014/main" id="{CFF70E32-3C6B-4251-82B7-118C74317F5D}"/>
              </a:ext>
            </a:extLst>
          </p:cNvPr>
          <p:cNvSpPr>
            <a:spLocks noGrp="1"/>
          </p:cNvSpPr>
          <p:nvPr/>
        </p:nvSpPr>
        <p:spPr>
          <a:xfrm>
            <a:off x="723007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a_full_bar_512">
            <a:extLst>
              <a:ext uri="{FF2B5EF4-FFF2-40B4-BE49-F238E27FC236}">
                <a16:creationId xmlns:a16="http://schemas.microsoft.com/office/drawing/2014/main" id="{9512ADAA-8681-4803-AD46-09DC1176116A}"/>
              </a:ext>
            </a:extLst>
          </p:cNvPr>
          <p:cNvSpPr>
            <a:spLocks noGrp="1"/>
          </p:cNvSpPr>
          <p:nvPr/>
        </p:nvSpPr>
        <p:spPr>
          <a:xfrm>
            <a:off x="722719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a_full_bar_513">
            <a:extLst>
              <a:ext uri="{FF2B5EF4-FFF2-40B4-BE49-F238E27FC236}">
                <a16:creationId xmlns:a16="http://schemas.microsoft.com/office/drawing/2014/main" id="{3785974D-9E7F-4F0D-8613-9499F9B561CC}"/>
              </a:ext>
            </a:extLst>
          </p:cNvPr>
          <p:cNvSpPr>
            <a:spLocks noGrp="1"/>
          </p:cNvSpPr>
          <p:nvPr/>
        </p:nvSpPr>
        <p:spPr>
          <a:xfrm>
            <a:off x="70732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a_full_bar_514">
            <a:extLst>
              <a:ext uri="{FF2B5EF4-FFF2-40B4-BE49-F238E27FC236}">
                <a16:creationId xmlns:a16="http://schemas.microsoft.com/office/drawing/2014/main" id="{5A054523-173E-40E2-AF77-ABD180C7BBBB}"/>
              </a:ext>
            </a:extLst>
          </p:cNvPr>
          <p:cNvSpPr>
            <a:spLocks noGrp="1"/>
          </p:cNvSpPr>
          <p:nvPr/>
        </p:nvSpPr>
        <p:spPr>
          <a:xfrm>
            <a:off x="7007427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a_full_bar_515">
            <a:extLst>
              <a:ext uri="{FF2B5EF4-FFF2-40B4-BE49-F238E27FC236}">
                <a16:creationId xmlns:a16="http://schemas.microsoft.com/office/drawing/2014/main" id="{014F14BE-948E-49D8-9FC7-09CD5DCE8FAC}"/>
              </a:ext>
            </a:extLst>
          </p:cNvPr>
          <p:cNvSpPr>
            <a:spLocks noGrp="1"/>
          </p:cNvSpPr>
          <p:nvPr/>
        </p:nvSpPr>
        <p:spPr>
          <a:xfrm>
            <a:off x="703589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a_full_bar_516">
            <a:extLst>
              <a:ext uri="{FF2B5EF4-FFF2-40B4-BE49-F238E27FC236}">
                <a16:creationId xmlns:a16="http://schemas.microsoft.com/office/drawing/2014/main" id="{1B429622-A614-4F36-AE05-8B4AE2735456}"/>
              </a:ext>
            </a:extLst>
          </p:cNvPr>
          <p:cNvSpPr>
            <a:spLocks noGrp="1"/>
          </p:cNvSpPr>
          <p:nvPr/>
        </p:nvSpPr>
        <p:spPr>
          <a:xfrm>
            <a:off x="7250666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a_full_bar_517">
            <a:extLst>
              <a:ext uri="{FF2B5EF4-FFF2-40B4-BE49-F238E27FC236}">
                <a16:creationId xmlns:a16="http://schemas.microsoft.com/office/drawing/2014/main" id="{08F29B4C-C6CF-45F2-8006-56D14AA22F62}"/>
              </a:ext>
            </a:extLst>
          </p:cNvPr>
          <p:cNvSpPr>
            <a:spLocks noGrp="1"/>
          </p:cNvSpPr>
          <p:nvPr/>
        </p:nvSpPr>
        <p:spPr>
          <a:xfrm>
            <a:off x="723268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a_full_bar_518">
            <a:extLst>
              <a:ext uri="{FF2B5EF4-FFF2-40B4-BE49-F238E27FC236}">
                <a16:creationId xmlns:a16="http://schemas.microsoft.com/office/drawing/2014/main" id="{3B3752C3-C628-4DEA-8D65-7DE24EEE9B41}"/>
              </a:ext>
            </a:extLst>
          </p:cNvPr>
          <p:cNvSpPr>
            <a:spLocks noGrp="1"/>
          </p:cNvSpPr>
          <p:nvPr/>
        </p:nvSpPr>
        <p:spPr>
          <a:xfrm>
            <a:off x="7110099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a_full_bar_519">
            <a:extLst>
              <a:ext uri="{FF2B5EF4-FFF2-40B4-BE49-F238E27FC236}">
                <a16:creationId xmlns:a16="http://schemas.microsoft.com/office/drawing/2014/main" id="{44A93767-E647-4166-A01F-1ECFAE99E930}"/>
              </a:ext>
            </a:extLst>
          </p:cNvPr>
          <p:cNvSpPr>
            <a:spLocks noGrp="1"/>
          </p:cNvSpPr>
          <p:nvPr/>
        </p:nvSpPr>
        <p:spPr>
          <a:xfrm>
            <a:off x="7230184" y="546377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a_full_bar_520">
            <a:extLst>
              <a:ext uri="{FF2B5EF4-FFF2-40B4-BE49-F238E27FC236}">
                <a16:creationId xmlns:a16="http://schemas.microsoft.com/office/drawing/2014/main" id="{88D55C53-5FEC-43DF-9886-AE9E3EBFACFC}"/>
              </a:ext>
            </a:extLst>
          </p:cNvPr>
          <p:cNvSpPr>
            <a:spLocks noGrp="1"/>
          </p:cNvSpPr>
          <p:nvPr/>
        </p:nvSpPr>
        <p:spPr>
          <a:xfrm>
            <a:off x="710789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a_full_bar_521">
            <a:extLst>
              <a:ext uri="{FF2B5EF4-FFF2-40B4-BE49-F238E27FC236}">
                <a16:creationId xmlns:a16="http://schemas.microsoft.com/office/drawing/2014/main" id="{C7CCA43D-8F3D-47E6-BD9E-14CAF7696725}"/>
              </a:ext>
            </a:extLst>
          </p:cNvPr>
          <p:cNvSpPr>
            <a:spLocks noGrp="1"/>
          </p:cNvSpPr>
          <p:nvPr/>
        </p:nvSpPr>
        <p:spPr>
          <a:xfrm>
            <a:off x="7035570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a_full_bar_522">
            <a:extLst>
              <a:ext uri="{FF2B5EF4-FFF2-40B4-BE49-F238E27FC236}">
                <a16:creationId xmlns:a16="http://schemas.microsoft.com/office/drawing/2014/main" id="{608B4B42-7114-4626-9397-EAB9E704D8C5}"/>
              </a:ext>
            </a:extLst>
          </p:cNvPr>
          <p:cNvSpPr>
            <a:spLocks noGrp="1"/>
          </p:cNvSpPr>
          <p:nvPr/>
        </p:nvSpPr>
        <p:spPr>
          <a:xfrm>
            <a:off x="703279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a_full_bar_523">
            <a:extLst>
              <a:ext uri="{FF2B5EF4-FFF2-40B4-BE49-F238E27FC236}">
                <a16:creationId xmlns:a16="http://schemas.microsoft.com/office/drawing/2014/main" id="{A69437D7-017B-4AE1-B1B9-650BD79A8F57}"/>
              </a:ext>
            </a:extLst>
          </p:cNvPr>
          <p:cNvSpPr>
            <a:spLocks noGrp="1"/>
          </p:cNvSpPr>
          <p:nvPr/>
        </p:nvSpPr>
        <p:spPr>
          <a:xfrm>
            <a:off x="7086972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a_full_bar_524">
            <a:extLst>
              <a:ext uri="{FF2B5EF4-FFF2-40B4-BE49-F238E27FC236}">
                <a16:creationId xmlns:a16="http://schemas.microsoft.com/office/drawing/2014/main" id="{EF9B4565-904E-45DF-B522-B070C4ADF9A7}"/>
              </a:ext>
            </a:extLst>
          </p:cNvPr>
          <p:cNvSpPr>
            <a:spLocks noGrp="1"/>
          </p:cNvSpPr>
          <p:nvPr/>
        </p:nvSpPr>
        <p:spPr>
          <a:xfrm>
            <a:off x="7004303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a_full_bar_525">
            <a:extLst>
              <a:ext uri="{FF2B5EF4-FFF2-40B4-BE49-F238E27FC236}">
                <a16:creationId xmlns:a16="http://schemas.microsoft.com/office/drawing/2014/main" id="{A573E2F2-465F-4233-BC90-1E325EA17CAA}"/>
              </a:ext>
            </a:extLst>
          </p:cNvPr>
          <p:cNvSpPr>
            <a:spLocks noGrp="1"/>
          </p:cNvSpPr>
          <p:nvPr/>
        </p:nvSpPr>
        <p:spPr>
          <a:xfrm>
            <a:off x="712097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a_full_bar_526">
            <a:extLst>
              <a:ext uri="{FF2B5EF4-FFF2-40B4-BE49-F238E27FC236}">
                <a16:creationId xmlns:a16="http://schemas.microsoft.com/office/drawing/2014/main" id="{8C2DA415-AAC2-4A1E-9BB0-ADF417FE13D2}"/>
              </a:ext>
            </a:extLst>
          </p:cNvPr>
          <p:cNvSpPr>
            <a:spLocks noGrp="1"/>
          </p:cNvSpPr>
          <p:nvPr/>
        </p:nvSpPr>
        <p:spPr>
          <a:xfrm>
            <a:off x="698557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a_full_bar_527">
            <a:extLst>
              <a:ext uri="{FF2B5EF4-FFF2-40B4-BE49-F238E27FC236}">
                <a16:creationId xmlns:a16="http://schemas.microsoft.com/office/drawing/2014/main" id="{9DC2AC96-BA86-448B-AE60-D9F8554CC8E0}"/>
              </a:ext>
            </a:extLst>
          </p:cNvPr>
          <p:cNvSpPr>
            <a:spLocks noGrp="1"/>
          </p:cNvSpPr>
          <p:nvPr/>
        </p:nvSpPr>
        <p:spPr>
          <a:xfrm>
            <a:off x="6981107" y="58343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a_full_bar_528">
            <a:extLst>
              <a:ext uri="{FF2B5EF4-FFF2-40B4-BE49-F238E27FC236}">
                <a16:creationId xmlns:a16="http://schemas.microsoft.com/office/drawing/2014/main" id="{9472BBFC-6A27-4FD5-80FE-E0171253520C}"/>
              </a:ext>
            </a:extLst>
          </p:cNvPr>
          <p:cNvSpPr>
            <a:spLocks noGrp="1"/>
          </p:cNvSpPr>
          <p:nvPr/>
        </p:nvSpPr>
        <p:spPr>
          <a:xfrm>
            <a:off x="717417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a_full_bar_529">
            <a:extLst>
              <a:ext uri="{FF2B5EF4-FFF2-40B4-BE49-F238E27FC236}">
                <a16:creationId xmlns:a16="http://schemas.microsoft.com/office/drawing/2014/main" id="{A7B647C1-3CFF-459F-BD77-35D5A5E9207F}"/>
              </a:ext>
            </a:extLst>
          </p:cNvPr>
          <p:cNvSpPr>
            <a:spLocks noGrp="1"/>
          </p:cNvSpPr>
          <p:nvPr/>
        </p:nvSpPr>
        <p:spPr>
          <a:xfrm>
            <a:off x="7043736" y="53782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a_full_bar_530">
            <a:extLst>
              <a:ext uri="{FF2B5EF4-FFF2-40B4-BE49-F238E27FC236}">
                <a16:creationId xmlns:a16="http://schemas.microsoft.com/office/drawing/2014/main" id="{33EEB924-D7D5-4CB7-BF1B-EEC876A8B2DF}"/>
              </a:ext>
            </a:extLst>
          </p:cNvPr>
          <p:cNvSpPr>
            <a:spLocks noGrp="1"/>
          </p:cNvSpPr>
          <p:nvPr/>
        </p:nvSpPr>
        <p:spPr>
          <a:xfrm>
            <a:off x="7028534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a_full_bar_531">
            <a:extLst>
              <a:ext uri="{FF2B5EF4-FFF2-40B4-BE49-F238E27FC236}">
                <a16:creationId xmlns:a16="http://schemas.microsoft.com/office/drawing/2014/main" id="{04A5E849-8D28-4E8E-8C48-C2E38BDDB255}"/>
              </a:ext>
            </a:extLst>
          </p:cNvPr>
          <p:cNvSpPr>
            <a:spLocks noGrp="1"/>
          </p:cNvSpPr>
          <p:nvPr/>
        </p:nvSpPr>
        <p:spPr>
          <a:xfrm>
            <a:off x="7334944" y="46092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a_full_bar_532">
            <a:extLst>
              <a:ext uri="{FF2B5EF4-FFF2-40B4-BE49-F238E27FC236}">
                <a16:creationId xmlns:a16="http://schemas.microsoft.com/office/drawing/2014/main" id="{BA9E2D9C-B07D-44FF-9EAF-E19A5813B625}"/>
              </a:ext>
            </a:extLst>
          </p:cNvPr>
          <p:cNvSpPr>
            <a:spLocks noGrp="1"/>
          </p:cNvSpPr>
          <p:nvPr/>
        </p:nvSpPr>
        <p:spPr>
          <a:xfrm>
            <a:off x="728829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a_full_bar_533">
            <a:extLst>
              <a:ext uri="{FF2B5EF4-FFF2-40B4-BE49-F238E27FC236}">
                <a16:creationId xmlns:a16="http://schemas.microsoft.com/office/drawing/2014/main" id="{FAD62B8D-D31B-4D38-BC2E-17300BD01D13}"/>
              </a:ext>
            </a:extLst>
          </p:cNvPr>
          <p:cNvSpPr>
            <a:spLocks noGrp="1"/>
          </p:cNvSpPr>
          <p:nvPr/>
        </p:nvSpPr>
        <p:spPr>
          <a:xfrm>
            <a:off x="7029251" y="27847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a_full_bar_534">
            <a:extLst>
              <a:ext uri="{FF2B5EF4-FFF2-40B4-BE49-F238E27FC236}">
                <a16:creationId xmlns:a16="http://schemas.microsoft.com/office/drawing/2014/main" id="{2E4E5C8A-F46F-4A02-9554-8F77716A28DE}"/>
              </a:ext>
            </a:extLst>
          </p:cNvPr>
          <p:cNvSpPr>
            <a:spLocks noGrp="1"/>
          </p:cNvSpPr>
          <p:nvPr/>
        </p:nvSpPr>
        <p:spPr>
          <a:xfrm>
            <a:off x="731831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a_full_bar_535">
            <a:extLst>
              <a:ext uri="{FF2B5EF4-FFF2-40B4-BE49-F238E27FC236}">
                <a16:creationId xmlns:a16="http://schemas.microsoft.com/office/drawing/2014/main" id="{83FA7B6C-1F9F-48A1-A811-3972123B1FE3}"/>
              </a:ext>
            </a:extLst>
          </p:cNvPr>
          <p:cNvSpPr>
            <a:spLocks noGrp="1"/>
          </p:cNvSpPr>
          <p:nvPr/>
        </p:nvSpPr>
        <p:spPr>
          <a:xfrm>
            <a:off x="728235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a_full_bar_536">
            <a:extLst>
              <a:ext uri="{FF2B5EF4-FFF2-40B4-BE49-F238E27FC236}">
                <a16:creationId xmlns:a16="http://schemas.microsoft.com/office/drawing/2014/main" id="{409DB3D7-81B4-4914-A5FD-8F71F8B0E2E8}"/>
              </a:ext>
            </a:extLst>
          </p:cNvPr>
          <p:cNvSpPr>
            <a:spLocks noGrp="1"/>
          </p:cNvSpPr>
          <p:nvPr/>
        </p:nvSpPr>
        <p:spPr>
          <a:xfrm>
            <a:off x="71989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a_full_bar_537">
            <a:extLst>
              <a:ext uri="{FF2B5EF4-FFF2-40B4-BE49-F238E27FC236}">
                <a16:creationId xmlns:a16="http://schemas.microsoft.com/office/drawing/2014/main" id="{D995B1FD-D719-48BD-A84F-ADFB51121B16}"/>
              </a:ext>
            </a:extLst>
          </p:cNvPr>
          <p:cNvSpPr>
            <a:spLocks noGrp="1"/>
          </p:cNvSpPr>
          <p:nvPr/>
        </p:nvSpPr>
        <p:spPr>
          <a:xfrm>
            <a:off x="7042782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a_full_bar_538">
            <a:extLst>
              <a:ext uri="{FF2B5EF4-FFF2-40B4-BE49-F238E27FC236}">
                <a16:creationId xmlns:a16="http://schemas.microsoft.com/office/drawing/2014/main" id="{8BEE80A7-DFB9-4670-809E-98B9D7C1DD33}"/>
              </a:ext>
            </a:extLst>
          </p:cNvPr>
          <p:cNvSpPr>
            <a:spLocks noGrp="1"/>
          </p:cNvSpPr>
          <p:nvPr/>
        </p:nvSpPr>
        <p:spPr>
          <a:xfrm>
            <a:off x="6975752" y="427159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a_full_bar_539">
            <a:extLst>
              <a:ext uri="{FF2B5EF4-FFF2-40B4-BE49-F238E27FC236}">
                <a16:creationId xmlns:a16="http://schemas.microsoft.com/office/drawing/2014/main" id="{70031A37-EA64-4AC5-A94A-19C5A98F3030}"/>
              </a:ext>
            </a:extLst>
          </p:cNvPr>
          <p:cNvSpPr>
            <a:spLocks noGrp="1"/>
          </p:cNvSpPr>
          <p:nvPr/>
        </p:nvSpPr>
        <p:spPr>
          <a:xfrm>
            <a:off x="730203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a_full_bar_540">
            <a:extLst>
              <a:ext uri="{FF2B5EF4-FFF2-40B4-BE49-F238E27FC236}">
                <a16:creationId xmlns:a16="http://schemas.microsoft.com/office/drawing/2014/main" id="{2E45C420-F2D8-43F1-8E38-E6B418D626C6}"/>
              </a:ext>
            </a:extLst>
          </p:cNvPr>
          <p:cNvSpPr>
            <a:spLocks noGrp="1"/>
          </p:cNvSpPr>
          <p:nvPr/>
        </p:nvSpPr>
        <p:spPr>
          <a:xfrm>
            <a:off x="7298703" y="37445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a_full_bar_541">
            <a:extLst>
              <a:ext uri="{FF2B5EF4-FFF2-40B4-BE49-F238E27FC236}">
                <a16:creationId xmlns:a16="http://schemas.microsoft.com/office/drawing/2014/main" id="{710F8E03-7CC6-4484-958D-499CDD29A644}"/>
              </a:ext>
            </a:extLst>
          </p:cNvPr>
          <p:cNvSpPr>
            <a:spLocks noGrp="1"/>
          </p:cNvSpPr>
          <p:nvPr/>
        </p:nvSpPr>
        <p:spPr>
          <a:xfrm>
            <a:off x="71180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a_full_bar_542">
            <a:extLst>
              <a:ext uri="{FF2B5EF4-FFF2-40B4-BE49-F238E27FC236}">
                <a16:creationId xmlns:a16="http://schemas.microsoft.com/office/drawing/2014/main" id="{67ED77A8-3F99-41F5-9F88-2E51DA32ADA5}"/>
              </a:ext>
            </a:extLst>
          </p:cNvPr>
          <p:cNvSpPr>
            <a:spLocks noGrp="1"/>
          </p:cNvSpPr>
          <p:nvPr/>
        </p:nvSpPr>
        <p:spPr>
          <a:xfrm>
            <a:off x="7218247" y="55434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a_full_bar_543">
            <a:extLst>
              <a:ext uri="{FF2B5EF4-FFF2-40B4-BE49-F238E27FC236}">
                <a16:creationId xmlns:a16="http://schemas.microsoft.com/office/drawing/2014/main" id="{55126B9F-A86D-4EC6-821A-DC6484E05360}"/>
              </a:ext>
            </a:extLst>
          </p:cNvPr>
          <p:cNvSpPr>
            <a:spLocks noGrp="1"/>
          </p:cNvSpPr>
          <p:nvPr/>
        </p:nvSpPr>
        <p:spPr>
          <a:xfrm>
            <a:off x="71892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a_full_bar_544">
            <a:extLst>
              <a:ext uri="{FF2B5EF4-FFF2-40B4-BE49-F238E27FC236}">
                <a16:creationId xmlns:a16="http://schemas.microsoft.com/office/drawing/2014/main" id="{9E363093-CBDD-4D62-8FA4-78F0D7A0881B}"/>
              </a:ext>
            </a:extLst>
          </p:cNvPr>
          <p:cNvSpPr>
            <a:spLocks noGrp="1"/>
          </p:cNvSpPr>
          <p:nvPr/>
        </p:nvSpPr>
        <p:spPr>
          <a:xfrm>
            <a:off x="7180176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a_full_bar_545">
            <a:extLst>
              <a:ext uri="{FF2B5EF4-FFF2-40B4-BE49-F238E27FC236}">
                <a16:creationId xmlns:a16="http://schemas.microsoft.com/office/drawing/2014/main" id="{509BDA44-C3E3-4724-82C5-FA78CB01FF14}"/>
              </a:ext>
            </a:extLst>
          </p:cNvPr>
          <p:cNvSpPr>
            <a:spLocks noGrp="1"/>
          </p:cNvSpPr>
          <p:nvPr/>
        </p:nvSpPr>
        <p:spPr>
          <a:xfrm>
            <a:off x="7228239" y="38905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a_full_bar_546">
            <a:extLst>
              <a:ext uri="{FF2B5EF4-FFF2-40B4-BE49-F238E27FC236}">
                <a16:creationId xmlns:a16="http://schemas.microsoft.com/office/drawing/2014/main" id="{B748DC54-11EE-4FBB-873A-DA763F774242}"/>
              </a:ext>
            </a:extLst>
          </p:cNvPr>
          <p:cNvSpPr>
            <a:spLocks noGrp="1"/>
          </p:cNvSpPr>
          <p:nvPr/>
        </p:nvSpPr>
        <p:spPr>
          <a:xfrm>
            <a:off x="707313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a_full_bar_547">
            <a:extLst>
              <a:ext uri="{FF2B5EF4-FFF2-40B4-BE49-F238E27FC236}">
                <a16:creationId xmlns:a16="http://schemas.microsoft.com/office/drawing/2014/main" id="{42946971-C411-4A86-BA4D-072833F5B27C}"/>
              </a:ext>
            </a:extLst>
          </p:cNvPr>
          <p:cNvSpPr>
            <a:spLocks noGrp="1"/>
          </p:cNvSpPr>
          <p:nvPr/>
        </p:nvSpPr>
        <p:spPr>
          <a:xfrm>
            <a:off x="7035985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a_full_bar_548">
            <a:extLst>
              <a:ext uri="{FF2B5EF4-FFF2-40B4-BE49-F238E27FC236}">
                <a16:creationId xmlns:a16="http://schemas.microsoft.com/office/drawing/2014/main" id="{6738CB1F-70E3-475C-9946-666E55F24D69}"/>
              </a:ext>
            </a:extLst>
          </p:cNvPr>
          <p:cNvSpPr>
            <a:spLocks noGrp="1"/>
          </p:cNvSpPr>
          <p:nvPr/>
        </p:nvSpPr>
        <p:spPr>
          <a:xfrm>
            <a:off x="72331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a_full_bar_549">
            <a:extLst>
              <a:ext uri="{FF2B5EF4-FFF2-40B4-BE49-F238E27FC236}">
                <a16:creationId xmlns:a16="http://schemas.microsoft.com/office/drawing/2014/main" id="{C61AF5C8-674E-4AC5-8FCF-8FA8E8C8CC7D}"/>
              </a:ext>
            </a:extLst>
          </p:cNvPr>
          <p:cNvSpPr>
            <a:spLocks noGrp="1"/>
          </p:cNvSpPr>
          <p:nvPr/>
        </p:nvSpPr>
        <p:spPr>
          <a:xfrm>
            <a:off x="721070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a_full_bar_550">
            <a:extLst>
              <a:ext uri="{FF2B5EF4-FFF2-40B4-BE49-F238E27FC236}">
                <a16:creationId xmlns:a16="http://schemas.microsoft.com/office/drawing/2014/main" id="{8BA89C92-BA93-4335-A5F9-0E18771CA4A7}"/>
              </a:ext>
            </a:extLst>
          </p:cNvPr>
          <p:cNvSpPr>
            <a:spLocks noGrp="1"/>
          </p:cNvSpPr>
          <p:nvPr/>
        </p:nvSpPr>
        <p:spPr>
          <a:xfrm>
            <a:off x="7015265" y="45130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a_full_bar_551">
            <a:extLst>
              <a:ext uri="{FF2B5EF4-FFF2-40B4-BE49-F238E27FC236}">
                <a16:creationId xmlns:a16="http://schemas.microsoft.com/office/drawing/2014/main" id="{6536666A-7B01-4645-9095-CCCACCA95D04}"/>
              </a:ext>
            </a:extLst>
          </p:cNvPr>
          <p:cNvSpPr>
            <a:spLocks noGrp="1"/>
          </p:cNvSpPr>
          <p:nvPr/>
        </p:nvSpPr>
        <p:spPr>
          <a:xfrm>
            <a:off x="7143153" y="39484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a_full_bar_552">
            <a:extLst>
              <a:ext uri="{FF2B5EF4-FFF2-40B4-BE49-F238E27FC236}">
                <a16:creationId xmlns:a16="http://schemas.microsoft.com/office/drawing/2014/main" id="{E6517486-8134-4E9C-9F80-ED2EE2CEA495}"/>
              </a:ext>
            </a:extLst>
          </p:cNvPr>
          <p:cNvSpPr>
            <a:spLocks noGrp="1"/>
          </p:cNvSpPr>
          <p:nvPr/>
        </p:nvSpPr>
        <p:spPr>
          <a:xfrm>
            <a:off x="711260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a_full_bar_553">
            <a:extLst>
              <a:ext uri="{FF2B5EF4-FFF2-40B4-BE49-F238E27FC236}">
                <a16:creationId xmlns:a16="http://schemas.microsoft.com/office/drawing/2014/main" id="{E8FCBFB1-010A-48AC-B774-BDE82526460E}"/>
              </a:ext>
            </a:extLst>
          </p:cNvPr>
          <p:cNvSpPr>
            <a:spLocks noGrp="1"/>
          </p:cNvSpPr>
          <p:nvPr/>
        </p:nvSpPr>
        <p:spPr>
          <a:xfrm>
            <a:off x="7058164" y="410032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a_full_bar_554">
            <a:extLst>
              <a:ext uri="{FF2B5EF4-FFF2-40B4-BE49-F238E27FC236}">
                <a16:creationId xmlns:a16="http://schemas.microsoft.com/office/drawing/2014/main" id="{ED9301B4-F4DF-40F4-903F-CE466F1B4A1E}"/>
              </a:ext>
            </a:extLst>
          </p:cNvPr>
          <p:cNvSpPr>
            <a:spLocks noGrp="1"/>
          </p:cNvSpPr>
          <p:nvPr/>
        </p:nvSpPr>
        <p:spPr>
          <a:xfrm>
            <a:off x="7164086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a_full_bar_555">
            <a:extLst>
              <a:ext uri="{FF2B5EF4-FFF2-40B4-BE49-F238E27FC236}">
                <a16:creationId xmlns:a16="http://schemas.microsoft.com/office/drawing/2014/main" id="{A6F0FEEE-BFD3-40AB-B63D-9BECF6F01DF4}"/>
              </a:ext>
            </a:extLst>
          </p:cNvPr>
          <p:cNvSpPr>
            <a:spLocks noGrp="1"/>
          </p:cNvSpPr>
          <p:nvPr/>
        </p:nvSpPr>
        <p:spPr>
          <a:xfrm>
            <a:off x="699342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a_full_bar_556">
            <a:extLst>
              <a:ext uri="{FF2B5EF4-FFF2-40B4-BE49-F238E27FC236}">
                <a16:creationId xmlns:a16="http://schemas.microsoft.com/office/drawing/2014/main" id="{3B8DB9A4-AC1D-4216-A10E-7F72A1BAF12B}"/>
              </a:ext>
            </a:extLst>
          </p:cNvPr>
          <p:cNvSpPr>
            <a:spLocks noGrp="1"/>
          </p:cNvSpPr>
          <p:nvPr/>
        </p:nvSpPr>
        <p:spPr>
          <a:xfrm>
            <a:off x="7126033" y="560936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a_full_bar_557">
            <a:extLst>
              <a:ext uri="{FF2B5EF4-FFF2-40B4-BE49-F238E27FC236}">
                <a16:creationId xmlns:a16="http://schemas.microsoft.com/office/drawing/2014/main" id="{2FD3D889-FEB5-499A-9580-8673AD747081}"/>
              </a:ext>
            </a:extLst>
          </p:cNvPr>
          <p:cNvSpPr>
            <a:spLocks noGrp="1"/>
          </p:cNvSpPr>
          <p:nvPr/>
        </p:nvSpPr>
        <p:spPr>
          <a:xfrm>
            <a:off x="7225972" y="47921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a_full_bar_558">
            <a:extLst>
              <a:ext uri="{FF2B5EF4-FFF2-40B4-BE49-F238E27FC236}">
                <a16:creationId xmlns:a16="http://schemas.microsoft.com/office/drawing/2014/main" id="{314BFCF8-3613-4B33-8596-87B7F7EBB83A}"/>
              </a:ext>
            </a:extLst>
          </p:cNvPr>
          <p:cNvSpPr>
            <a:spLocks noGrp="1"/>
          </p:cNvSpPr>
          <p:nvPr/>
        </p:nvSpPr>
        <p:spPr>
          <a:xfrm>
            <a:off x="70744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a_full_bar_559">
            <a:extLst>
              <a:ext uri="{FF2B5EF4-FFF2-40B4-BE49-F238E27FC236}">
                <a16:creationId xmlns:a16="http://schemas.microsoft.com/office/drawing/2014/main" id="{CB3FE0F9-A554-40D8-BAFD-05B1DF93B5D0}"/>
              </a:ext>
            </a:extLst>
          </p:cNvPr>
          <p:cNvSpPr>
            <a:spLocks noGrp="1"/>
          </p:cNvSpPr>
          <p:nvPr/>
        </p:nvSpPr>
        <p:spPr>
          <a:xfrm>
            <a:off x="7301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a_full_bar_560">
            <a:extLst>
              <a:ext uri="{FF2B5EF4-FFF2-40B4-BE49-F238E27FC236}">
                <a16:creationId xmlns:a16="http://schemas.microsoft.com/office/drawing/2014/main" id="{CC88276C-B253-4610-A9F5-BF79855AC6BF}"/>
              </a:ext>
            </a:extLst>
          </p:cNvPr>
          <p:cNvSpPr>
            <a:spLocks noGrp="1"/>
          </p:cNvSpPr>
          <p:nvPr/>
        </p:nvSpPr>
        <p:spPr>
          <a:xfrm>
            <a:off x="713935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a_full_bar_561">
            <a:extLst>
              <a:ext uri="{FF2B5EF4-FFF2-40B4-BE49-F238E27FC236}">
                <a16:creationId xmlns:a16="http://schemas.microsoft.com/office/drawing/2014/main" id="{3FCC6671-4367-421F-9C5E-00EAB273AD70}"/>
              </a:ext>
            </a:extLst>
          </p:cNvPr>
          <p:cNvSpPr>
            <a:spLocks noGrp="1"/>
          </p:cNvSpPr>
          <p:nvPr/>
        </p:nvSpPr>
        <p:spPr>
          <a:xfrm>
            <a:off x="7246590" y="53301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a_full_bar_562">
            <a:extLst>
              <a:ext uri="{FF2B5EF4-FFF2-40B4-BE49-F238E27FC236}">
                <a16:creationId xmlns:a16="http://schemas.microsoft.com/office/drawing/2014/main" id="{738CE676-B4BB-4DEA-829B-7895C5CA361E}"/>
              </a:ext>
            </a:extLst>
          </p:cNvPr>
          <p:cNvSpPr>
            <a:spLocks noGrp="1"/>
          </p:cNvSpPr>
          <p:nvPr/>
        </p:nvSpPr>
        <p:spPr>
          <a:xfrm>
            <a:off x="71241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a_full_bar_563">
            <a:extLst>
              <a:ext uri="{FF2B5EF4-FFF2-40B4-BE49-F238E27FC236}">
                <a16:creationId xmlns:a16="http://schemas.microsoft.com/office/drawing/2014/main" id="{206901FE-3314-4A58-BF30-1B7EB6058DE1}"/>
              </a:ext>
            </a:extLst>
          </p:cNvPr>
          <p:cNvSpPr>
            <a:spLocks noGrp="1"/>
          </p:cNvSpPr>
          <p:nvPr/>
        </p:nvSpPr>
        <p:spPr>
          <a:xfrm>
            <a:off x="7183281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a_full_bar_564">
            <a:extLst>
              <a:ext uri="{FF2B5EF4-FFF2-40B4-BE49-F238E27FC236}">
                <a16:creationId xmlns:a16="http://schemas.microsoft.com/office/drawing/2014/main" id="{2C96B345-CD73-4599-ADAE-29035342FEC7}"/>
              </a:ext>
            </a:extLst>
          </p:cNvPr>
          <p:cNvSpPr>
            <a:spLocks noGrp="1"/>
          </p:cNvSpPr>
          <p:nvPr/>
        </p:nvSpPr>
        <p:spPr>
          <a:xfrm>
            <a:off x="2727085" y="34892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a_full_bar_565">
            <a:extLst>
              <a:ext uri="{FF2B5EF4-FFF2-40B4-BE49-F238E27FC236}">
                <a16:creationId xmlns:a16="http://schemas.microsoft.com/office/drawing/2014/main" id="{261F2FD9-1210-4CDB-AA63-BF7101D78174}"/>
              </a:ext>
            </a:extLst>
          </p:cNvPr>
          <p:cNvSpPr>
            <a:spLocks noGrp="1"/>
          </p:cNvSpPr>
          <p:nvPr/>
        </p:nvSpPr>
        <p:spPr>
          <a:xfrm>
            <a:off x="2802802" y="29060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a_full_bar_566">
            <a:extLst>
              <a:ext uri="{FF2B5EF4-FFF2-40B4-BE49-F238E27FC236}">
                <a16:creationId xmlns:a16="http://schemas.microsoft.com/office/drawing/2014/main" id="{FB28AEDB-5FB7-4787-B52E-0C3182F86F40}"/>
              </a:ext>
            </a:extLst>
          </p:cNvPr>
          <p:cNvSpPr>
            <a:spLocks noGrp="1"/>
          </p:cNvSpPr>
          <p:nvPr/>
        </p:nvSpPr>
        <p:spPr>
          <a:xfrm>
            <a:off x="2697977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a_full_bar_567">
            <a:extLst>
              <a:ext uri="{FF2B5EF4-FFF2-40B4-BE49-F238E27FC236}">
                <a16:creationId xmlns:a16="http://schemas.microsoft.com/office/drawing/2014/main" id="{1A486283-A3CE-4204-A290-242B9A8EEA5C}"/>
              </a:ext>
            </a:extLst>
          </p:cNvPr>
          <p:cNvSpPr>
            <a:spLocks noGrp="1"/>
          </p:cNvSpPr>
          <p:nvPr/>
        </p:nvSpPr>
        <p:spPr>
          <a:xfrm>
            <a:off x="2934384" y="5617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a_full_bar_568">
            <a:extLst>
              <a:ext uri="{FF2B5EF4-FFF2-40B4-BE49-F238E27FC236}">
                <a16:creationId xmlns:a16="http://schemas.microsoft.com/office/drawing/2014/main" id="{022DD0E8-DFC8-4E3F-9195-D83DF865767C}"/>
              </a:ext>
            </a:extLst>
          </p:cNvPr>
          <p:cNvSpPr>
            <a:spLocks noGrp="1"/>
          </p:cNvSpPr>
          <p:nvPr/>
        </p:nvSpPr>
        <p:spPr>
          <a:xfrm>
            <a:off x="2790055" y="34892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a_full_bar_569">
            <a:extLst>
              <a:ext uri="{FF2B5EF4-FFF2-40B4-BE49-F238E27FC236}">
                <a16:creationId xmlns:a16="http://schemas.microsoft.com/office/drawing/2014/main" id="{BA186636-47E5-4F37-ADA1-7EF772563135}"/>
              </a:ext>
            </a:extLst>
          </p:cNvPr>
          <p:cNvSpPr>
            <a:spLocks noGrp="1"/>
          </p:cNvSpPr>
          <p:nvPr/>
        </p:nvSpPr>
        <p:spPr>
          <a:xfrm>
            <a:off x="2911851" y="3933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a_full_bar_570">
            <a:extLst>
              <a:ext uri="{FF2B5EF4-FFF2-40B4-BE49-F238E27FC236}">
                <a16:creationId xmlns:a16="http://schemas.microsoft.com/office/drawing/2014/main" id="{0B23C19B-5104-40FA-AD3C-55FBBECD87FB}"/>
              </a:ext>
            </a:extLst>
          </p:cNvPr>
          <p:cNvSpPr>
            <a:spLocks noGrp="1"/>
          </p:cNvSpPr>
          <p:nvPr/>
        </p:nvSpPr>
        <p:spPr>
          <a:xfrm>
            <a:off x="2941703" y="30533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a_full_bar_571">
            <a:extLst>
              <a:ext uri="{FF2B5EF4-FFF2-40B4-BE49-F238E27FC236}">
                <a16:creationId xmlns:a16="http://schemas.microsoft.com/office/drawing/2014/main" id="{5B4C98F2-A83C-4DFF-B218-9B711832E8AB}"/>
              </a:ext>
            </a:extLst>
          </p:cNvPr>
          <p:cNvSpPr>
            <a:spLocks noGrp="1"/>
          </p:cNvSpPr>
          <p:nvPr/>
        </p:nvSpPr>
        <p:spPr>
          <a:xfrm>
            <a:off x="2659413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a_full_bar_572">
            <a:extLst>
              <a:ext uri="{FF2B5EF4-FFF2-40B4-BE49-F238E27FC236}">
                <a16:creationId xmlns:a16="http://schemas.microsoft.com/office/drawing/2014/main" id="{5F1788D2-5841-4CE2-9DB4-AF2F0A69BD6B}"/>
              </a:ext>
            </a:extLst>
          </p:cNvPr>
          <p:cNvSpPr>
            <a:spLocks noGrp="1"/>
          </p:cNvSpPr>
          <p:nvPr/>
        </p:nvSpPr>
        <p:spPr>
          <a:xfrm>
            <a:off x="3012847" y="40260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a_full_bar_573">
            <a:extLst>
              <a:ext uri="{FF2B5EF4-FFF2-40B4-BE49-F238E27FC236}">
                <a16:creationId xmlns:a16="http://schemas.microsoft.com/office/drawing/2014/main" id="{18DFD90E-BE77-4BAB-98E0-FBCB51801152}"/>
              </a:ext>
            </a:extLst>
          </p:cNvPr>
          <p:cNvSpPr>
            <a:spLocks noGrp="1"/>
          </p:cNvSpPr>
          <p:nvPr/>
        </p:nvSpPr>
        <p:spPr>
          <a:xfrm>
            <a:off x="2808533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a_full_bar_574">
            <a:extLst>
              <a:ext uri="{FF2B5EF4-FFF2-40B4-BE49-F238E27FC236}">
                <a16:creationId xmlns:a16="http://schemas.microsoft.com/office/drawing/2014/main" id="{B870457B-1F61-446B-A465-39FF8D543FE5}"/>
              </a:ext>
            </a:extLst>
          </p:cNvPr>
          <p:cNvSpPr>
            <a:spLocks noGrp="1"/>
          </p:cNvSpPr>
          <p:nvPr/>
        </p:nvSpPr>
        <p:spPr>
          <a:xfrm>
            <a:off x="2635437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a_full_bar_575">
            <a:extLst>
              <a:ext uri="{FF2B5EF4-FFF2-40B4-BE49-F238E27FC236}">
                <a16:creationId xmlns:a16="http://schemas.microsoft.com/office/drawing/2014/main" id="{FC1E2178-2000-4834-BE7C-6FB7F7F959E0}"/>
              </a:ext>
            </a:extLst>
          </p:cNvPr>
          <p:cNvSpPr>
            <a:spLocks noGrp="1"/>
          </p:cNvSpPr>
          <p:nvPr/>
        </p:nvSpPr>
        <p:spPr>
          <a:xfrm>
            <a:off x="2817974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a_full_bar_576">
            <a:extLst>
              <a:ext uri="{FF2B5EF4-FFF2-40B4-BE49-F238E27FC236}">
                <a16:creationId xmlns:a16="http://schemas.microsoft.com/office/drawing/2014/main" id="{C76D739B-EC59-48DC-A93B-A2CAC147B590}"/>
              </a:ext>
            </a:extLst>
          </p:cNvPr>
          <p:cNvSpPr>
            <a:spLocks noGrp="1"/>
          </p:cNvSpPr>
          <p:nvPr/>
        </p:nvSpPr>
        <p:spPr>
          <a:xfrm>
            <a:off x="2830070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a_full_bar_577">
            <a:extLst>
              <a:ext uri="{FF2B5EF4-FFF2-40B4-BE49-F238E27FC236}">
                <a16:creationId xmlns:a16="http://schemas.microsoft.com/office/drawing/2014/main" id="{494BF150-DC2F-49C9-8EC9-9B53B41CCBBA}"/>
              </a:ext>
            </a:extLst>
          </p:cNvPr>
          <p:cNvSpPr>
            <a:spLocks noGrp="1"/>
          </p:cNvSpPr>
          <p:nvPr/>
        </p:nvSpPr>
        <p:spPr>
          <a:xfrm>
            <a:off x="2665975" y="3646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a_full_bar_578">
            <a:extLst>
              <a:ext uri="{FF2B5EF4-FFF2-40B4-BE49-F238E27FC236}">
                <a16:creationId xmlns:a16="http://schemas.microsoft.com/office/drawing/2014/main" id="{5FC51AB5-82B1-478E-B1B0-51C27E5D889A}"/>
              </a:ext>
            </a:extLst>
          </p:cNvPr>
          <p:cNvSpPr>
            <a:spLocks noGrp="1"/>
          </p:cNvSpPr>
          <p:nvPr/>
        </p:nvSpPr>
        <p:spPr>
          <a:xfrm>
            <a:off x="2635367" y="31062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a_full_bar_579">
            <a:extLst>
              <a:ext uri="{FF2B5EF4-FFF2-40B4-BE49-F238E27FC236}">
                <a16:creationId xmlns:a16="http://schemas.microsoft.com/office/drawing/2014/main" id="{F2A8FFA8-94A8-4720-88DD-CE42DF39FFEA}"/>
              </a:ext>
            </a:extLst>
          </p:cNvPr>
          <p:cNvSpPr>
            <a:spLocks noGrp="1"/>
          </p:cNvSpPr>
          <p:nvPr/>
        </p:nvSpPr>
        <p:spPr>
          <a:xfrm>
            <a:off x="2920327" y="31884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a_full_bar_580">
            <a:extLst>
              <a:ext uri="{FF2B5EF4-FFF2-40B4-BE49-F238E27FC236}">
                <a16:creationId xmlns:a16="http://schemas.microsoft.com/office/drawing/2014/main" id="{36BCAC5B-81C4-41C3-896A-85F9B9D07D51}"/>
              </a:ext>
            </a:extLst>
          </p:cNvPr>
          <p:cNvSpPr>
            <a:spLocks noGrp="1"/>
          </p:cNvSpPr>
          <p:nvPr/>
        </p:nvSpPr>
        <p:spPr>
          <a:xfrm>
            <a:off x="2914140" y="417812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a_full_bar_581">
            <a:extLst>
              <a:ext uri="{FF2B5EF4-FFF2-40B4-BE49-F238E27FC236}">
                <a16:creationId xmlns:a16="http://schemas.microsoft.com/office/drawing/2014/main" id="{7A0D4372-8DAF-4032-AA35-DF062DE522D6}"/>
              </a:ext>
            </a:extLst>
          </p:cNvPr>
          <p:cNvSpPr>
            <a:spLocks noGrp="1"/>
          </p:cNvSpPr>
          <p:nvPr/>
        </p:nvSpPr>
        <p:spPr>
          <a:xfrm>
            <a:off x="2784331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a_full_bar_582">
            <a:extLst>
              <a:ext uri="{FF2B5EF4-FFF2-40B4-BE49-F238E27FC236}">
                <a16:creationId xmlns:a16="http://schemas.microsoft.com/office/drawing/2014/main" id="{7E6D7A0C-35F6-4519-8DD5-FA18D063C87F}"/>
              </a:ext>
            </a:extLst>
          </p:cNvPr>
          <p:cNvSpPr>
            <a:spLocks noGrp="1"/>
          </p:cNvSpPr>
          <p:nvPr/>
        </p:nvSpPr>
        <p:spPr>
          <a:xfrm>
            <a:off x="2790431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a_full_bar_583">
            <a:extLst>
              <a:ext uri="{FF2B5EF4-FFF2-40B4-BE49-F238E27FC236}">
                <a16:creationId xmlns:a16="http://schemas.microsoft.com/office/drawing/2014/main" id="{20A966A4-BA5E-4435-AF02-04C16A3375F9}"/>
              </a:ext>
            </a:extLst>
          </p:cNvPr>
          <p:cNvSpPr>
            <a:spLocks noGrp="1"/>
          </p:cNvSpPr>
          <p:nvPr/>
        </p:nvSpPr>
        <p:spPr>
          <a:xfrm>
            <a:off x="3005434" y="38291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a_full_bar_584">
            <a:extLst>
              <a:ext uri="{FF2B5EF4-FFF2-40B4-BE49-F238E27FC236}">
                <a16:creationId xmlns:a16="http://schemas.microsoft.com/office/drawing/2014/main" id="{BBE052BC-4645-435E-9CF8-4964E4897543}"/>
              </a:ext>
            </a:extLst>
          </p:cNvPr>
          <p:cNvSpPr>
            <a:spLocks noGrp="1"/>
          </p:cNvSpPr>
          <p:nvPr/>
        </p:nvSpPr>
        <p:spPr>
          <a:xfrm>
            <a:off x="2731836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a_full_bar_585">
            <a:extLst>
              <a:ext uri="{FF2B5EF4-FFF2-40B4-BE49-F238E27FC236}">
                <a16:creationId xmlns:a16="http://schemas.microsoft.com/office/drawing/2014/main" id="{919982D8-F06C-4BD0-984A-1F275A6A9EB5}"/>
              </a:ext>
            </a:extLst>
          </p:cNvPr>
          <p:cNvSpPr>
            <a:spLocks noGrp="1"/>
          </p:cNvSpPr>
          <p:nvPr/>
        </p:nvSpPr>
        <p:spPr>
          <a:xfrm>
            <a:off x="289086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a_full_bar_586">
            <a:extLst>
              <a:ext uri="{FF2B5EF4-FFF2-40B4-BE49-F238E27FC236}">
                <a16:creationId xmlns:a16="http://schemas.microsoft.com/office/drawing/2014/main" id="{47666704-5AB6-48E9-94CD-D977C7AAC9B3}"/>
              </a:ext>
            </a:extLst>
          </p:cNvPr>
          <p:cNvSpPr>
            <a:spLocks noGrp="1"/>
          </p:cNvSpPr>
          <p:nvPr/>
        </p:nvSpPr>
        <p:spPr>
          <a:xfrm>
            <a:off x="2996967" y="40010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a_full_bar_587">
            <a:extLst>
              <a:ext uri="{FF2B5EF4-FFF2-40B4-BE49-F238E27FC236}">
                <a16:creationId xmlns:a16="http://schemas.microsoft.com/office/drawing/2014/main" id="{6013DF67-70F1-45C9-844F-3917B50D956A}"/>
              </a:ext>
            </a:extLst>
          </p:cNvPr>
          <p:cNvSpPr>
            <a:spLocks noGrp="1"/>
          </p:cNvSpPr>
          <p:nvPr/>
        </p:nvSpPr>
        <p:spPr>
          <a:xfrm>
            <a:off x="2752772" y="29985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a_full_bar_588">
            <a:extLst>
              <a:ext uri="{FF2B5EF4-FFF2-40B4-BE49-F238E27FC236}">
                <a16:creationId xmlns:a16="http://schemas.microsoft.com/office/drawing/2014/main" id="{74951691-44B2-4E64-B7E0-BAD01E4E366D}"/>
              </a:ext>
            </a:extLst>
          </p:cNvPr>
          <p:cNvSpPr>
            <a:spLocks noGrp="1"/>
          </p:cNvSpPr>
          <p:nvPr/>
        </p:nvSpPr>
        <p:spPr>
          <a:xfrm>
            <a:off x="2778507" y="5511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a_full_bar_589">
            <a:extLst>
              <a:ext uri="{FF2B5EF4-FFF2-40B4-BE49-F238E27FC236}">
                <a16:creationId xmlns:a16="http://schemas.microsoft.com/office/drawing/2014/main" id="{FCAC8C78-0055-44B6-A03B-B0333E866CCB}"/>
              </a:ext>
            </a:extLst>
          </p:cNvPr>
          <p:cNvSpPr>
            <a:spLocks noGrp="1"/>
          </p:cNvSpPr>
          <p:nvPr/>
        </p:nvSpPr>
        <p:spPr>
          <a:xfrm>
            <a:off x="2638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a_full_bar_590">
            <a:extLst>
              <a:ext uri="{FF2B5EF4-FFF2-40B4-BE49-F238E27FC236}">
                <a16:creationId xmlns:a16="http://schemas.microsoft.com/office/drawing/2014/main" id="{34977BDA-66E3-4683-89A1-FF61BEFA417E}"/>
              </a:ext>
            </a:extLst>
          </p:cNvPr>
          <p:cNvSpPr>
            <a:spLocks noGrp="1"/>
          </p:cNvSpPr>
          <p:nvPr/>
        </p:nvSpPr>
        <p:spPr>
          <a:xfrm>
            <a:off x="2809766" y="4769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a_full_bar_591">
            <a:extLst>
              <a:ext uri="{FF2B5EF4-FFF2-40B4-BE49-F238E27FC236}">
                <a16:creationId xmlns:a16="http://schemas.microsoft.com/office/drawing/2014/main" id="{B2E6D424-230D-4566-A79C-4E32C0A8BD12}"/>
              </a:ext>
            </a:extLst>
          </p:cNvPr>
          <p:cNvSpPr>
            <a:spLocks noGrp="1"/>
          </p:cNvSpPr>
          <p:nvPr/>
        </p:nvSpPr>
        <p:spPr>
          <a:xfrm>
            <a:off x="2990755" y="49986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a_full_bar_592">
            <a:extLst>
              <a:ext uri="{FF2B5EF4-FFF2-40B4-BE49-F238E27FC236}">
                <a16:creationId xmlns:a16="http://schemas.microsoft.com/office/drawing/2014/main" id="{2403F40C-70B1-4541-B306-0E1A284725F3}"/>
              </a:ext>
            </a:extLst>
          </p:cNvPr>
          <p:cNvSpPr>
            <a:spLocks noGrp="1"/>
          </p:cNvSpPr>
          <p:nvPr/>
        </p:nvSpPr>
        <p:spPr>
          <a:xfrm>
            <a:off x="2627138" y="29506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a_full_bar_593">
            <a:extLst>
              <a:ext uri="{FF2B5EF4-FFF2-40B4-BE49-F238E27FC236}">
                <a16:creationId xmlns:a16="http://schemas.microsoft.com/office/drawing/2014/main" id="{D1189A58-B03C-43C9-8114-C90C67679C3A}"/>
              </a:ext>
            </a:extLst>
          </p:cNvPr>
          <p:cNvSpPr>
            <a:spLocks noGrp="1"/>
          </p:cNvSpPr>
          <p:nvPr/>
        </p:nvSpPr>
        <p:spPr>
          <a:xfrm>
            <a:off x="2858754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a_full_bar_594">
            <a:extLst>
              <a:ext uri="{FF2B5EF4-FFF2-40B4-BE49-F238E27FC236}">
                <a16:creationId xmlns:a16="http://schemas.microsoft.com/office/drawing/2014/main" id="{6788F43E-FC5D-4EFA-894C-1B96C928DCD9}"/>
              </a:ext>
            </a:extLst>
          </p:cNvPr>
          <p:cNvSpPr>
            <a:spLocks noGrp="1"/>
          </p:cNvSpPr>
          <p:nvPr/>
        </p:nvSpPr>
        <p:spPr>
          <a:xfrm>
            <a:off x="301003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a_full_bar_595">
            <a:extLst>
              <a:ext uri="{FF2B5EF4-FFF2-40B4-BE49-F238E27FC236}">
                <a16:creationId xmlns:a16="http://schemas.microsoft.com/office/drawing/2014/main" id="{7CBF288C-11AE-469A-AEBA-00D9C3A5915C}"/>
              </a:ext>
            </a:extLst>
          </p:cNvPr>
          <p:cNvSpPr>
            <a:spLocks noGrp="1"/>
          </p:cNvSpPr>
          <p:nvPr/>
        </p:nvSpPr>
        <p:spPr>
          <a:xfrm>
            <a:off x="2978830" y="4209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a_full_bar_596">
            <a:extLst>
              <a:ext uri="{FF2B5EF4-FFF2-40B4-BE49-F238E27FC236}">
                <a16:creationId xmlns:a16="http://schemas.microsoft.com/office/drawing/2014/main" id="{9812EBA5-5142-4BB0-A6EC-5408ECECB561}"/>
              </a:ext>
            </a:extLst>
          </p:cNvPr>
          <p:cNvSpPr>
            <a:spLocks noGrp="1"/>
          </p:cNvSpPr>
          <p:nvPr/>
        </p:nvSpPr>
        <p:spPr>
          <a:xfrm>
            <a:off x="293500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a_full_bar_597">
            <a:extLst>
              <a:ext uri="{FF2B5EF4-FFF2-40B4-BE49-F238E27FC236}">
                <a16:creationId xmlns:a16="http://schemas.microsoft.com/office/drawing/2014/main" id="{C9D668EA-E44F-469F-9ED7-4EC76714D1F9}"/>
              </a:ext>
            </a:extLst>
          </p:cNvPr>
          <p:cNvSpPr>
            <a:spLocks noGrp="1"/>
          </p:cNvSpPr>
          <p:nvPr/>
        </p:nvSpPr>
        <p:spPr>
          <a:xfrm>
            <a:off x="2718048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a_full_bar_598">
            <a:extLst>
              <a:ext uri="{FF2B5EF4-FFF2-40B4-BE49-F238E27FC236}">
                <a16:creationId xmlns:a16="http://schemas.microsoft.com/office/drawing/2014/main" id="{BCA5A72E-117C-4428-9EF7-83AE4CAE03CB}"/>
              </a:ext>
            </a:extLst>
          </p:cNvPr>
          <p:cNvSpPr>
            <a:spLocks noGrp="1"/>
          </p:cNvSpPr>
          <p:nvPr/>
        </p:nvSpPr>
        <p:spPr>
          <a:xfrm>
            <a:off x="2991932" y="36790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a_full_bar_599">
            <a:extLst>
              <a:ext uri="{FF2B5EF4-FFF2-40B4-BE49-F238E27FC236}">
                <a16:creationId xmlns:a16="http://schemas.microsoft.com/office/drawing/2014/main" id="{CE3F5684-E21F-4961-91B2-2EA552793B07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a_full_bar_600">
            <a:extLst>
              <a:ext uri="{FF2B5EF4-FFF2-40B4-BE49-F238E27FC236}">
                <a16:creationId xmlns:a16="http://schemas.microsoft.com/office/drawing/2014/main" id="{0A003C64-B735-4A3F-A897-27B4D7269DDA}"/>
              </a:ext>
            </a:extLst>
          </p:cNvPr>
          <p:cNvSpPr>
            <a:spLocks noGrp="1"/>
          </p:cNvSpPr>
          <p:nvPr/>
        </p:nvSpPr>
        <p:spPr>
          <a:xfrm>
            <a:off x="2941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a_full_bar_601">
            <a:extLst>
              <a:ext uri="{FF2B5EF4-FFF2-40B4-BE49-F238E27FC236}">
                <a16:creationId xmlns:a16="http://schemas.microsoft.com/office/drawing/2014/main" id="{5882B381-2DA8-4BFD-8E80-D8A5AB6694E7}"/>
              </a:ext>
            </a:extLst>
          </p:cNvPr>
          <p:cNvSpPr>
            <a:spLocks noGrp="1"/>
          </p:cNvSpPr>
          <p:nvPr/>
        </p:nvSpPr>
        <p:spPr>
          <a:xfrm>
            <a:off x="2687814" y="42182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a_full_bar_602">
            <a:extLst>
              <a:ext uri="{FF2B5EF4-FFF2-40B4-BE49-F238E27FC236}">
                <a16:creationId xmlns:a16="http://schemas.microsoft.com/office/drawing/2014/main" id="{9341651A-627B-49E0-8252-750EC6F871D0}"/>
              </a:ext>
            </a:extLst>
          </p:cNvPr>
          <p:cNvSpPr>
            <a:spLocks noGrp="1"/>
          </p:cNvSpPr>
          <p:nvPr/>
        </p:nvSpPr>
        <p:spPr>
          <a:xfrm>
            <a:off x="2814975" y="28658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a_full_bar_603">
            <a:extLst>
              <a:ext uri="{FF2B5EF4-FFF2-40B4-BE49-F238E27FC236}">
                <a16:creationId xmlns:a16="http://schemas.microsoft.com/office/drawing/2014/main" id="{6BA0543C-A44B-4A1C-88AE-B71A99AB61F3}"/>
              </a:ext>
            </a:extLst>
          </p:cNvPr>
          <p:cNvSpPr>
            <a:spLocks noGrp="1"/>
          </p:cNvSpPr>
          <p:nvPr/>
        </p:nvSpPr>
        <p:spPr>
          <a:xfrm>
            <a:off x="2965349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a_full_bar_604">
            <a:extLst>
              <a:ext uri="{FF2B5EF4-FFF2-40B4-BE49-F238E27FC236}">
                <a16:creationId xmlns:a16="http://schemas.microsoft.com/office/drawing/2014/main" id="{D75593DF-2F05-4A02-B92F-83BF0FDB6E8E}"/>
              </a:ext>
            </a:extLst>
          </p:cNvPr>
          <p:cNvSpPr>
            <a:spLocks noGrp="1"/>
          </p:cNvSpPr>
          <p:nvPr/>
        </p:nvSpPr>
        <p:spPr>
          <a:xfrm>
            <a:off x="267014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a_full_bar_605">
            <a:extLst>
              <a:ext uri="{FF2B5EF4-FFF2-40B4-BE49-F238E27FC236}">
                <a16:creationId xmlns:a16="http://schemas.microsoft.com/office/drawing/2014/main" id="{75136829-61D8-4787-96AB-AA6DACB62999}"/>
              </a:ext>
            </a:extLst>
          </p:cNvPr>
          <p:cNvSpPr>
            <a:spLocks noGrp="1"/>
          </p:cNvSpPr>
          <p:nvPr/>
        </p:nvSpPr>
        <p:spPr>
          <a:xfrm>
            <a:off x="2686663" y="30468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a_full_bar_606">
            <a:extLst>
              <a:ext uri="{FF2B5EF4-FFF2-40B4-BE49-F238E27FC236}">
                <a16:creationId xmlns:a16="http://schemas.microsoft.com/office/drawing/2014/main" id="{18D4F481-C18C-4149-8C5F-BC80B69A1A25}"/>
              </a:ext>
            </a:extLst>
          </p:cNvPr>
          <p:cNvSpPr>
            <a:spLocks noGrp="1"/>
          </p:cNvSpPr>
          <p:nvPr/>
        </p:nvSpPr>
        <p:spPr>
          <a:xfrm>
            <a:off x="2749833" y="4559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a_full_bar_607">
            <a:extLst>
              <a:ext uri="{FF2B5EF4-FFF2-40B4-BE49-F238E27FC236}">
                <a16:creationId xmlns:a16="http://schemas.microsoft.com/office/drawing/2014/main" id="{5A8107A4-691C-4429-B734-30F9205EEC69}"/>
              </a:ext>
            </a:extLst>
          </p:cNvPr>
          <p:cNvSpPr>
            <a:spLocks noGrp="1"/>
          </p:cNvSpPr>
          <p:nvPr/>
        </p:nvSpPr>
        <p:spPr>
          <a:xfrm>
            <a:off x="2791211" y="33741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a_full_bar_608">
            <a:extLst>
              <a:ext uri="{FF2B5EF4-FFF2-40B4-BE49-F238E27FC236}">
                <a16:creationId xmlns:a16="http://schemas.microsoft.com/office/drawing/2014/main" id="{3BC72C44-DBFC-43F2-961D-79318C7FC4F2}"/>
              </a:ext>
            </a:extLst>
          </p:cNvPr>
          <p:cNvSpPr>
            <a:spLocks noGrp="1"/>
          </p:cNvSpPr>
          <p:nvPr/>
        </p:nvSpPr>
        <p:spPr>
          <a:xfrm>
            <a:off x="2787735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a_full_bar_609">
            <a:extLst>
              <a:ext uri="{FF2B5EF4-FFF2-40B4-BE49-F238E27FC236}">
                <a16:creationId xmlns:a16="http://schemas.microsoft.com/office/drawing/2014/main" id="{EB351F67-3522-48ED-9236-D64DF5D15351}"/>
              </a:ext>
            </a:extLst>
          </p:cNvPr>
          <p:cNvSpPr>
            <a:spLocks noGrp="1"/>
          </p:cNvSpPr>
          <p:nvPr/>
        </p:nvSpPr>
        <p:spPr>
          <a:xfrm>
            <a:off x="2672616" y="4626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a_full_bar_610">
            <a:extLst>
              <a:ext uri="{FF2B5EF4-FFF2-40B4-BE49-F238E27FC236}">
                <a16:creationId xmlns:a16="http://schemas.microsoft.com/office/drawing/2014/main" id="{18261083-A9BC-4A88-843A-9ECF2DA1C023}"/>
              </a:ext>
            </a:extLst>
          </p:cNvPr>
          <p:cNvSpPr>
            <a:spLocks noGrp="1"/>
          </p:cNvSpPr>
          <p:nvPr/>
        </p:nvSpPr>
        <p:spPr>
          <a:xfrm>
            <a:off x="2888255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a_full_bar_611">
            <a:extLst>
              <a:ext uri="{FF2B5EF4-FFF2-40B4-BE49-F238E27FC236}">
                <a16:creationId xmlns:a16="http://schemas.microsoft.com/office/drawing/2014/main" id="{A0F4B798-42A3-4E0C-BB15-B4C540C7D4E7}"/>
              </a:ext>
            </a:extLst>
          </p:cNvPr>
          <p:cNvSpPr>
            <a:spLocks noGrp="1"/>
          </p:cNvSpPr>
          <p:nvPr/>
        </p:nvSpPr>
        <p:spPr>
          <a:xfrm>
            <a:off x="2894838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a_full_bar_612">
            <a:extLst>
              <a:ext uri="{FF2B5EF4-FFF2-40B4-BE49-F238E27FC236}">
                <a16:creationId xmlns:a16="http://schemas.microsoft.com/office/drawing/2014/main" id="{5442C991-8BBF-40A1-A331-3EB57903AAB5}"/>
              </a:ext>
            </a:extLst>
          </p:cNvPr>
          <p:cNvSpPr>
            <a:spLocks noGrp="1"/>
          </p:cNvSpPr>
          <p:nvPr/>
        </p:nvSpPr>
        <p:spPr>
          <a:xfrm>
            <a:off x="2864996" y="43628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a_full_bar_613">
            <a:extLst>
              <a:ext uri="{FF2B5EF4-FFF2-40B4-BE49-F238E27FC236}">
                <a16:creationId xmlns:a16="http://schemas.microsoft.com/office/drawing/2014/main" id="{21B56CB9-3E2D-4B99-A8D9-F3ED30339C9F}"/>
              </a:ext>
            </a:extLst>
          </p:cNvPr>
          <p:cNvSpPr>
            <a:spLocks noGrp="1"/>
          </p:cNvSpPr>
          <p:nvPr/>
        </p:nvSpPr>
        <p:spPr>
          <a:xfrm>
            <a:off x="2746936" y="30669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a_full_bar_614">
            <a:extLst>
              <a:ext uri="{FF2B5EF4-FFF2-40B4-BE49-F238E27FC236}">
                <a16:creationId xmlns:a16="http://schemas.microsoft.com/office/drawing/2014/main" id="{28B72457-18B6-4E9F-8DB4-D8366F6E6E0E}"/>
              </a:ext>
            </a:extLst>
          </p:cNvPr>
          <p:cNvSpPr>
            <a:spLocks noGrp="1"/>
          </p:cNvSpPr>
          <p:nvPr/>
        </p:nvSpPr>
        <p:spPr>
          <a:xfrm>
            <a:off x="2800169" y="37500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a_full_bar_615">
            <a:extLst>
              <a:ext uri="{FF2B5EF4-FFF2-40B4-BE49-F238E27FC236}">
                <a16:creationId xmlns:a16="http://schemas.microsoft.com/office/drawing/2014/main" id="{6414EE2E-B7D9-4F7A-93FF-FCD6FF4AE765}"/>
              </a:ext>
            </a:extLst>
          </p:cNvPr>
          <p:cNvSpPr>
            <a:spLocks noGrp="1"/>
          </p:cNvSpPr>
          <p:nvPr/>
        </p:nvSpPr>
        <p:spPr>
          <a:xfrm>
            <a:off x="28238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a_full_bar_616">
            <a:extLst>
              <a:ext uri="{FF2B5EF4-FFF2-40B4-BE49-F238E27FC236}">
                <a16:creationId xmlns:a16="http://schemas.microsoft.com/office/drawing/2014/main" id="{38D15B59-D82C-423A-8D93-8214D3B0AE8D}"/>
              </a:ext>
            </a:extLst>
          </p:cNvPr>
          <p:cNvSpPr>
            <a:spLocks noGrp="1"/>
          </p:cNvSpPr>
          <p:nvPr/>
        </p:nvSpPr>
        <p:spPr>
          <a:xfrm>
            <a:off x="2924727" y="40487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a_full_bar_617">
            <a:extLst>
              <a:ext uri="{FF2B5EF4-FFF2-40B4-BE49-F238E27FC236}">
                <a16:creationId xmlns:a16="http://schemas.microsoft.com/office/drawing/2014/main" id="{4AADED0C-06EF-4432-8BB5-FA7913A57EF7}"/>
              </a:ext>
            </a:extLst>
          </p:cNvPr>
          <p:cNvSpPr>
            <a:spLocks noGrp="1"/>
          </p:cNvSpPr>
          <p:nvPr/>
        </p:nvSpPr>
        <p:spPr>
          <a:xfrm>
            <a:off x="2888597" y="4111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a_full_bar_618">
            <a:extLst>
              <a:ext uri="{FF2B5EF4-FFF2-40B4-BE49-F238E27FC236}">
                <a16:creationId xmlns:a16="http://schemas.microsoft.com/office/drawing/2014/main" id="{6BACE427-FC7E-4BCA-ABB0-07A1E74A5FCB}"/>
              </a:ext>
            </a:extLst>
          </p:cNvPr>
          <p:cNvSpPr>
            <a:spLocks noGrp="1"/>
          </p:cNvSpPr>
          <p:nvPr/>
        </p:nvSpPr>
        <p:spPr>
          <a:xfrm>
            <a:off x="2842753" y="37706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a_full_bar_619">
            <a:extLst>
              <a:ext uri="{FF2B5EF4-FFF2-40B4-BE49-F238E27FC236}">
                <a16:creationId xmlns:a16="http://schemas.microsoft.com/office/drawing/2014/main" id="{D2E1AA50-2208-4CD3-946A-48F9CFC6FDD3}"/>
              </a:ext>
            </a:extLst>
          </p:cNvPr>
          <p:cNvSpPr>
            <a:spLocks noGrp="1"/>
          </p:cNvSpPr>
          <p:nvPr/>
        </p:nvSpPr>
        <p:spPr>
          <a:xfrm>
            <a:off x="2973209" y="3957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a_full_bar_620">
            <a:extLst>
              <a:ext uri="{FF2B5EF4-FFF2-40B4-BE49-F238E27FC236}">
                <a16:creationId xmlns:a16="http://schemas.microsoft.com/office/drawing/2014/main" id="{62B1E56C-1694-4D08-8FC6-C024BB20C613}"/>
              </a:ext>
            </a:extLst>
          </p:cNvPr>
          <p:cNvSpPr>
            <a:spLocks noGrp="1"/>
          </p:cNvSpPr>
          <p:nvPr/>
        </p:nvSpPr>
        <p:spPr>
          <a:xfrm>
            <a:off x="2666631" y="5778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a_full_bar_621">
            <a:extLst>
              <a:ext uri="{FF2B5EF4-FFF2-40B4-BE49-F238E27FC236}">
                <a16:creationId xmlns:a16="http://schemas.microsoft.com/office/drawing/2014/main" id="{BBB9A3F2-BDC7-489E-B2B3-11668537C055}"/>
              </a:ext>
            </a:extLst>
          </p:cNvPr>
          <p:cNvSpPr>
            <a:spLocks noGrp="1"/>
          </p:cNvSpPr>
          <p:nvPr/>
        </p:nvSpPr>
        <p:spPr>
          <a:xfrm>
            <a:off x="288068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a_full_bar_622">
            <a:extLst>
              <a:ext uri="{FF2B5EF4-FFF2-40B4-BE49-F238E27FC236}">
                <a16:creationId xmlns:a16="http://schemas.microsoft.com/office/drawing/2014/main" id="{4C554C5E-C306-41C0-B85C-ABD824519F64}"/>
              </a:ext>
            </a:extLst>
          </p:cNvPr>
          <p:cNvSpPr>
            <a:spLocks noGrp="1"/>
          </p:cNvSpPr>
          <p:nvPr/>
        </p:nvSpPr>
        <p:spPr>
          <a:xfrm>
            <a:off x="2784761" y="33844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a_full_bar_623">
            <a:extLst>
              <a:ext uri="{FF2B5EF4-FFF2-40B4-BE49-F238E27FC236}">
                <a16:creationId xmlns:a16="http://schemas.microsoft.com/office/drawing/2014/main" id="{6AB2E46B-2F21-4114-81AE-4267436152DF}"/>
              </a:ext>
            </a:extLst>
          </p:cNvPr>
          <p:cNvSpPr>
            <a:spLocks noGrp="1"/>
          </p:cNvSpPr>
          <p:nvPr/>
        </p:nvSpPr>
        <p:spPr>
          <a:xfrm>
            <a:off x="2663262" y="31524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a_full_bar_624">
            <a:extLst>
              <a:ext uri="{FF2B5EF4-FFF2-40B4-BE49-F238E27FC236}">
                <a16:creationId xmlns:a16="http://schemas.microsoft.com/office/drawing/2014/main" id="{45DC7B2D-C007-4AAA-BFA1-239076EE4115}"/>
              </a:ext>
            </a:extLst>
          </p:cNvPr>
          <p:cNvSpPr>
            <a:spLocks noGrp="1"/>
          </p:cNvSpPr>
          <p:nvPr/>
        </p:nvSpPr>
        <p:spPr>
          <a:xfrm>
            <a:off x="2931693" y="39511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a_full_bar_625">
            <a:extLst>
              <a:ext uri="{FF2B5EF4-FFF2-40B4-BE49-F238E27FC236}">
                <a16:creationId xmlns:a16="http://schemas.microsoft.com/office/drawing/2014/main" id="{7535D6E6-0564-4A68-9C70-ED8A66CB0B42}"/>
              </a:ext>
            </a:extLst>
          </p:cNvPr>
          <p:cNvSpPr>
            <a:spLocks noGrp="1"/>
          </p:cNvSpPr>
          <p:nvPr/>
        </p:nvSpPr>
        <p:spPr>
          <a:xfrm>
            <a:off x="2960863" y="26701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a_full_bar_626">
            <a:extLst>
              <a:ext uri="{FF2B5EF4-FFF2-40B4-BE49-F238E27FC236}">
                <a16:creationId xmlns:a16="http://schemas.microsoft.com/office/drawing/2014/main" id="{E1B3C2D0-EF96-4E4A-8DCD-E0BB7DBF04E2}"/>
              </a:ext>
            </a:extLst>
          </p:cNvPr>
          <p:cNvSpPr>
            <a:spLocks noGrp="1"/>
          </p:cNvSpPr>
          <p:nvPr/>
        </p:nvSpPr>
        <p:spPr>
          <a:xfrm>
            <a:off x="2624382" y="39030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a_full_bar_627">
            <a:extLst>
              <a:ext uri="{FF2B5EF4-FFF2-40B4-BE49-F238E27FC236}">
                <a16:creationId xmlns:a16="http://schemas.microsoft.com/office/drawing/2014/main" id="{ABE776C6-1BF3-4743-B5D0-10ED85F90E57}"/>
              </a:ext>
            </a:extLst>
          </p:cNvPr>
          <p:cNvSpPr>
            <a:spLocks noGrp="1"/>
          </p:cNvSpPr>
          <p:nvPr/>
        </p:nvSpPr>
        <p:spPr>
          <a:xfrm>
            <a:off x="2805133" y="53350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a_full_bar_628">
            <a:extLst>
              <a:ext uri="{FF2B5EF4-FFF2-40B4-BE49-F238E27FC236}">
                <a16:creationId xmlns:a16="http://schemas.microsoft.com/office/drawing/2014/main" id="{330F9771-ED2F-499A-95BE-24A93A75C3D5}"/>
              </a:ext>
            </a:extLst>
          </p:cNvPr>
          <p:cNvSpPr>
            <a:spLocks noGrp="1"/>
          </p:cNvSpPr>
          <p:nvPr/>
        </p:nvSpPr>
        <p:spPr>
          <a:xfrm>
            <a:off x="2684360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a_full_bar_629">
            <a:extLst>
              <a:ext uri="{FF2B5EF4-FFF2-40B4-BE49-F238E27FC236}">
                <a16:creationId xmlns:a16="http://schemas.microsoft.com/office/drawing/2014/main" id="{00087487-67A2-42AF-A2B9-70A969B7C971}"/>
              </a:ext>
            </a:extLst>
          </p:cNvPr>
          <p:cNvSpPr>
            <a:spLocks noGrp="1"/>
          </p:cNvSpPr>
          <p:nvPr/>
        </p:nvSpPr>
        <p:spPr>
          <a:xfrm>
            <a:off x="2749361" y="44366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a_full_bar_630">
            <a:extLst>
              <a:ext uri="{FF2B5EF4-FFF2-40B4-BE49-F238E27FC236}">
                <a16:creationId xmlns:a16="http://schemas.microsoft.com/office/drawing/2014/main" id="{D1702B5B-B0E7-4871-9A1B-D91D3716D0A4}"/>
              </a:ext>
            </a:extLst>
          </p:cNvPr>
          <p:cNvSpPr>
            <a:spLocks noGrp="1"/>
          </p:cNvSpPr>
          <p:nvPr/>
        </p:nvSpPr>
        <p:spPr>
          <a:xfrm>
            <a:off x="2641063" y="49441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a_full_bar_631">
            <a:extLst>
              <a:ext uri="{FF2B5EF4-FFF2-40B4-BE49-F238E27FC236}">
                <a16:creationId xmlns:a16="http://schemas.microsoft.com/office/drawing/2014/main" id="{B564D667-BBDD-4551-BA37-05E62B023A03}"/>
              </a:ext>
            </a:extLst>
          </p:cNvPr>
          <p:cNvSpPr>
            <a:spLocks noGrp="1"/>
          </p:cNvSpPr>
          <p:nvPr/>
        </p:nvSpPr>
        <p:spPr>
          <a:xfrm>
            <a:off x="296685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a_full_bar_632">
            <a:extLst>
              <a:ext uri="{FF2B5EF4-FFF2-40B4-BE49-F238E27FC236}">
                <a16:creationId xmlns:a16="http://schemas.microsoft.com/office/drawing/2014/main" id="{B8A47116-5F75-4537-AE4E-A399DF23C7BD}"/>
              </a:ext>
            </a:extLst>
          </p:cNvPr>
          <p:cNvSpPr>
            <a:spLocks noGrp="1"/>
          </p:cNvSpPr>
          <p:nvPr/>
        </p:nvSpPr>
        <p:spPr>
          <a:xfrm>
            <a:off x="2910692" y="3602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a_full_bar_633">
            <a:extLst>
              <a:ext uri="{FF2B5EF4-FFF2-40B4-BE49-F238E27FC236}">
                <a16:creationId xmlns:a16="http://schemas.microsoft.com/office/drawing/2014/main" id="{8B74CDEC-E831-4316-B87D-37702AA6E284}"/>
              </a:ext>
            </a:extLst>
          </p:cNvPr>
          <p:cNvSpPr>
            <a:spLocks noGrp="1"/>
          </p:cNvSpPr>
          <p:nvPr/>
        </p:nvSpPr>
        <p:spPr>
          <a:xfrm>
            <a:off x="2694638" y="48541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a_full_bar_634">
            <a:extLst>
              <a:ext uri="{FF2B5EF4-FFF2-40B4-BE49-F238E27FC236}">
                <a16:creationId xmlns:a16="http://schemas.microsoft.com/office/drawing/2014/main" id="{F319CC14-42B5-4FDB-90A5-7466C200805F}"/>
              </a:ext>
            </a:extLst>
          </p:cNvPr>
          <p:cNvSpPr>
            <a:spLocks noGrp="1"/>
          </p:cNvSpPr>
          <p:nvPr/>
        </p:nvSpPr>
        <p:spPr>
          <a:xfrm>
            <a:off x="2756083" y="28694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a_full_bar_635">
            <a:extLst>
              <a:ext uri="{FF2B5EF4-FFF2-40B4-BE49-F238E27FC236}">
                <a16:creationId xmlns:a16="http://schemas.microsoft.com/office/drawing/2014/main" id="{B47CE2C4-215A-4CEC-AC03-C443AC81C0F7}"/>
              </a:ext>
            </a:extLst>
          </p:cNvPr>
          <p:cNvSpPr>
            <a:spLocks noGrp="1"/>
          </p:cNvSpPr>
          <p:nvPr/>
        </p:nvSpPr>
        <p:spPr>
          <a:xfrm>
            <a:off x="2632017" y="4589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a_full_bar_636">
            <a:extLst>
              <a:ext uri="{FF2B5EF4-FFF2-40B4-BE49-F238E27FC236}">
                <a16:creationId xmlns:a16="http://schemas.microsoft.com/office/drawing/2014/main" id="{147704F3-BAB7-4E30-83BF-FE0510079499}"/>
              </a:ext>
            </a:extLst>
          </p:cNvPr>
          <p:cNvSpPr>
            <a:spLocks noGrp="1"/>
          </p:cNvSpPr>
          <p:nvPr/>
        </p:nvSpPr>
        <p:spPr>
          <a:xfrm>
            <a:off x="2844363" y="40884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a_full_bar_637">
            <a:extLst>
              <a:ext uri="{FF2B5EF4-FFF2-40B4-BE49-F238E27FC236}">
                <a16:creationId xmlns:a16="http://schemas.microsoft.com/office/drawing/2014/main" id="{5EEEF4EF-BB89-456E-9E09-CC839E419393}"/>
              </a:ext>
            </a:extLst>
          </p:cNvPr>
          <p:cNvSpPr>
            <a:spLocks noGrp="1"/>
          </p:cNvSpPr>
          <p:nvPr/>
        </p:nvSpPr>
        <p:spPr>
          <a:xfrm>
            <a:off x="2925679" y="336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a_full_bar_638">
            <a:extLst>
              <a:ext uri="{FF2B5EF4-FFF2-40B4-BE49-F238E27FC236}">
                <a16:creationId xmlns:a16="http://schemas.microsoft.com/office/drawing/2014/main" id="{225A7CF3-3B9C-4BFD-88ED-396E928049F7}"/>
              </a:ext>
            </a:extLst>
          </p:cNvPr>
          <p:cNvSpPr>
            <a:spLocks noGrp="1"/>
          </p:cNvSpPr>
          <p:nvPr/>
        </p:nvSpPr>
        <p:spPr>
          <a:xfrm>
            <a:off x="2681635" y="49010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a_full_bar_639">
            <a:extLst>
              <a:ext uri="{FF2B5EF4-FFF2-40B4-BE49-F238E27FC236}">
                <a16:creationId xmlns:a16="http://schemas.microsoft.com/office/drawing/2014/main" id="{92C8BDF9-456C-40F0-A98F-D5D1D05F2C9B}"/>
              </a:ext>
            </a:extLst>
          </p:cNvPr>
          <p:cNvSpPr>
            <a:spLocks noGrp="1"/>
          </p:cNvSpPr>
          <p:nvPr/>
        </p:nvSpPr>
        <p:spPr>
          <a:xfrm>
            <a:off x="2901441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a_full_bar_640">
            <a:extLst>
              <a:ext uri="{FF2B5EF4-FFF2-40B4-BE49-F238E27FC236}">
                <a16:creationId xmlns:a16="http://schemas.microsoft.com/office/drawing/2014/main" id="{7B386279-E27C-4114-8972-DA6D58957F0E}"/>
              </a:ext>
            </a:extLst>
          </p:cNvPr>
          <p:cNvSpPr>
            <a:spLocks noGrp="1"/>
          </p:cNvSpPr>
          <p:nvPr/>
        </p:nvSpPr>
        <p:spPr>
          <a:xfrm>
            <a:off x="26552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a_full_bar_641">
            <a:extLst>
              <a:ext uri="{FF2B5EF4-FFF2-40B4-BE49-F238E27FC236}">
                <a16:creationId xmlns:a16="http://schemas.microsoft.com/office/drawing/2014/main" id="{7F855399-B978-4C6D-A543-9184923CBF3E}"/>
              </a:ext>
            </a:extLst>
          </p:cNvPr>
          <p:cNvSpPr>
            <a:spLocks noGrp="1"/>
          </p:cNvSpPr>
          <p:nvPr/>
        </p:nvSpPr>
        <p:spPr>
          <a:xfrm>
            <a:off x="2730332" y="31384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a_full_bar_642">
            <a:extLst>
              <a:ext uri="{FF2B5EF4-FFF2-40B4-BE49-F238E27FC236}">
                <a16:creationId xmlns:a16="http://schemas.microsoft.com/office/drawing/2014/main" id="{9CBCF0FB-0413-41A9-9EBF-614D5446B2F8}"/>
              </a:ext>
            </a:extLst>
          </p:cNvPr>
          <p:cNvSpPr>
            <a:spLocks noGrp="1"/>
          </p:cNvSpPr>
          <p:nvPr/>
        </p:nvSpPr>
        <p:spPr>
          <a:xfrm>
            <a:off x="2735363" y="35288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a_full_bar_643">
            <a:extLst>
              <a:ext uri="{FF2B5EF4-FFF2-40B4-BE49-F238E27FC236}">
                <a16:creationId xmlns:a16="http://schemas.microsoft.com/office/drawing/2014/main" id="{FAAB8B4B-D9E5-42F8-ACBE-BB962E2B7202}"/>
              </a:ext>
            </a:extLst>
          </p:cNvPr>
          <p:cNvSpPr>
            <a:spLocks noGrp="1"/>
          </p:cNvSpPr>
          <p:nvPr/>
        </p:nvSpPr>
        <p:spPr>
          <a:xfrm>
            <a:off x="2861556" y="32580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a_full_bar_644">
            <a:extLst>
              <a:ext uri="{FF2B5EF4-FFF2-40B4-BE49-F238E27FC236}">
                <a16:creationId xmlns:a16="http://schemas.microsoft.com/office/drawing/2014/main" id="{51169F31-7C0B-4AEC-9959-7E276A9F4CB2}"/>
              </a:ext>
            </a:extLst>
          </p:cNvPr>
          <p:cNvSpPr>
            <a:spLocks noGrp="1"/>
          </p:cNvSpPr>
          <p:nvPr/>
        </p:nvSpPr>
        <p:spPr>
          <a:xfrm>
            <a:off x="2878096" y="30105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a_full_bar_645">
            <a:extLst>
              <a:ext uri="{FF2B5EF4-FFF2-40B4-BE49-F238E27FC236}">
                <a16:creationId xmlns:a16="http://schemas.microsoft.com/office/drawing/2014/main" id="{444420AA-76AE-4493-BADF-A0BBC0D34533}"/>
              </a:ext>
            </a:extLst>
          </p:cNvPr>
          <p:cNvSpPr>
            <a:spLocks noGrp="1"/>
          </p:cNvSpPr>
          <p:nvPr/>
        </p:nvSpPr>
        <p:spPr>
          <a:xfrm>
            <a:off x="27845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a_full_bar_646">
            <a:extLst>
              <a:ext uri="{FF2B5EF4-FFF2-40B4-BE49-F238E27FC236}">
                <a16:creationId xmlns:a16="http://schemas.microsoft.com/office/drawing/2014/main" id="{078BDE51-3BEE-4968-A388-56F7F350A2FD}"/>
              </a:ext>
            </a:extLst>
          </p:cNvPr>
          <p:cNvSpPr>
            <a:spLocks noGrp="1"/>
          </p:cNvSpPr>
          <p:nvPr/>
        </p:nvSpPr>
        <p:spPr>
          <a:xfrm>
            <a:off x="2831856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a_full_bar_647">
            <a:extLst>
              <a:ext uri="{FF2B5EF4-FFF2-40B4-BE49-F238E27FC236}">
                <a16:creationId xmlns:a16="http://schemas.microsoft.com/office/drawing/2014/main" id="{5205F84B-9A98-441A-B210-E67E32559769}"/>
              </a:ext>
            </a:extLst>
          </p:cNvPr>
          <p:cNvSpPr>
            <a:spLocks noGrp="1"/>
          </p:cNvSpPr>
          <p:nvPr/>
        </p:nvSpPr>
        <p:spPr>
          <a:xfrm>
            <a:off x="2802504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a_full_bar_648">
            <a:extLst>
              <a:ext uri="{FF2B5EF4-FFF2-40B4-BE49-F238E27FC236}">
                <a16:creationId xmlns:a16="http://schemas.microsoft.com/office/drawing/2014/main" id="{9F1335B7-816D-49A2-B82A-BED475E7608A}"/>
              </a:ext>
            </a:extLst>
          </p:cNvPr>
          <p:cNvSpPr>
            <a:spLocks noGrp="1"/>
          </p:cNvSpPr>
          <p:nvPr/>
        </p:nvSpPr>
        <p:spPr>
          <a:xfrm>
            <a:off x="2780474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a_full_bar_649">
            <a:extLst>
              <a:ext uri="{FF2B5EF4-FFF2-40B4-BE49-F238E27FC236}">
                <a16:creationId xmlns:a16="http://schemas.microsoft.com/office/drawing/2014/main" id="{FEA0E814-8313-494E-9EAB-052AC9B07931}"/>
              </a:ext>
            </a:extLst>
          </p:cNvPr>
          <p:cNvSpPr>
            <a:spLocks noGrp="1"/>
          </p:cNvSpPr>
          <p:nvPr/>
        </p:nvSpPr>
        <p:spPr>
          <a:xfrm>
            <a:off x="2692869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a_full_bar_650">
            <a:extLst>
              <a:ext uri="{FF2B5EF4-FFF2-40B4-BE49-F238E27FC236}">
                <a16:creationId xmlns:a16="http://schemas.microsoft.com/office/drawing/2014/main" id="{A303C6EB-605F-46D7-B453-494F00AC27DA}"/>
              </a:ext>
            </a:extLst>
          </p:cNvPr>
          <p:cNvSpPr>
            <a:spLocks noGrp="1"/>
          </p:cNvSpPr>
          <p:nvPr/>
        </p:nvSpPr>
        <p:spPr>
          <a:xfrm>
            <a:off x="2653144" y="42391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a_full_bar_651">
            <a:extLst>
              <a:ext uri="{FF2B5EF4-FFF2-40B4-BE49-F238E27FC236}">
                <a16:creationId xmlns:a16="http://schemas.microsoft.com/office/drawing/2014/main" id="{6B7A83A9-EB9B-44B6-84D7-5BF2DA29400B}"/>
              </a:ext>
            </a:extLst>
          </p:cNvPr>
          <p:cNvSpPr>
            <a:spLocks noGrp="1"/>
          </p:cNvSpPr>
          <p:nvPr/>
        </p:nvSpPr>
        <p:spPr>
          <a:xfrm>
            <a:off x="2740541" y="26000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a_full_bar_652">
            <a:extLst>
              <a:ext uri="{FF2B5EF4-FFF2-40B4-BE49-F238E27FC236}">
                <a16:creationId xmlns:a16="http://schemas.microsoft.com/office/drawing/2014/main" id="{E3D31788-E89D-43EC-A910-BD5BBBA1D44F}"/>
              </a:ext>
            </a:extLst>
          </p:cNvPr>
          <p:cNvSpPr>
            <a:spLocks noGrp="1"/>
          </p:cNvSpPr>
          <p:nvPr/>
        </p:nvSpPr>
        <p:spPr>
          <a:xfrm>
            <a:off x="2667060" y="54922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a_full_bar_653">
            <a:extLst>
              <a:ext uri="{FF2B5EF4-FFF2-40B4-BE49-F238E27FC236}">
                <a16:creationId xmlns:a16="http://schemas.microsoft.com/office/drawing/2014/main" id="{691417D2-092C-4F5B-8588-554282274C3F}"/>
              </a:ext>
            </a:extLst>
          </p:cNvPr>
          <p:cNvSpPr>
            <a:spLocks noGrp="1"/>
          </p:cNvSpPr>
          <p:nvPr/>
        </p:nvSpPr>
        <p:spPr>
          <a:xfrm>
            <a:off x="2772301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a_full_bar_654">
            <a:extLst>
              <a:ext uri="{FF2B5EF4-FFF2-40B4-BE49-F238E27FC236}">
                <a16:creationId xmlns:a16="http://schemas.microsoft.com/office/drawing/2014/main" id="{07E92942-8BB5-4993-8239-204AF0991CEB}"/>
              </a:ext>
            </a:extLst>
          </p:cNvPr>
          <p:cNvSpPr>
            <a:spLocks noGrp="1"/>
          </p:cNvSpPr>
          <p:nvPr/>
        </p:nvSpPr>
        <p:spPr>
          <a:xfrm>
            <a:off x="2723008" y="46996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a_full_bar_655">
            <a:extLst>
              <a:ext uri="{FF2B5EF4-FFF2-40B4-BE49-F238E27FC236}">
                <a16:creationId xmlns:a16="http://schemas.microsoft.com/office/drawing/2014/main" id="{54BC640D-81F4-4BE2-976F-32FEEF3A3414}"/>
              </a:ext>
            </a:extLst>
          </p:cNvPr>
          <p:cNvSpPr>
            <a:spLocks noGrp="1"/>
          </p:cNvSpPr>
          <p:nvPr/>
        </p:nvSpPr>
        <p:spPr>
          <a:xfrm>
            <a:off x="2739426" y="52832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a_full_bar_656">
            <a:extLst>
              <a:ext uri="{FF2B5EF4-FFF2-40B4-BE49-F238E27FC236}">
                <a16:creationId xmlns:a16="http://schemas.microsoft.com/office/drawing/2014/main" id="{A46E99AC-8FBF-4072-87FB-6018D00A984D}"/>
              </a:ext>
            </a:extLst>
          </p:cNvPr>
          <p:cNvSpPr>
            <a:spLocks noGrp="1"/>
          </p:cNvSpPr>
          <p:nvPr/>
        </p:nvSpPr>
        <p:spPr>
          <a:xfrm>
            <a:off x="2869246" y="26583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a_full_bar_657">
            <a:extLst>
              <a:ext uri="{FF2B5EF4-FFF2-40B4-BE49-F238E27FC236}">
                <a16:creationId xmlns:a16="http://schemas.microsoft.com/office/drawing/2014/main" id="{804E7B50-20F1-45FF-AAA1-11CED21EF0CA}"/>
              </a:ext>
            </a:extLst>
          </p:cNvPr>
          <p:cNvSpPr>
            <a:spLocks noGrp="1"/>
          </p:cNvSpPr>
          <p:nvPr/>
        </p:nvSpPr>
        <p:spPr>
          <a:xfrm>
            <a:off x="2969853" y="31679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a_full_bar_658">
            <a:extLst>
              <a:ext uri="{FF2B5EF4-FFF2-40B4-BE49-F238E27FC236}">
                <a16:creationId xmlns:a16="http://schemas.microsoft.com/office/drawing/2014/main" id="{853EF4F1-DEC6-49B6-938D-802DCB2F95A6}"/>
              </a:ext>
            </a:extLst>
          </p:cNvPr>
          <p:cNvSpPr>
            <a:spLocks noGrp="1"/>
          </p:cNvSpPr>
          <p:nvPr/>
        </p:nvSpPr>
        <p:spPr>
          <a:xfrm>
            <a:off x="263542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a_full_bar_659">
            <a:extLst>
              <a:ext uri="{FF2B5EF4-FFF2-40B4-BE49-F238E27FC236}">
                <a16:creationId xmlns:a16="http://schemas.microsoft.com/office/drawing/2014/main" id="{513EA158-8346-48A7-A5F4-C739108CED6B}"/>
              </a:ext>
            </a:extLst>
          </p:cNvPr>
          <p:cNvSpPr>
            <a:spLocks noGrp="1"/>
          </p:cNvSpPr>
          <p:nvPr/>
        </p:nvSpPr>
        <p:spPr>
          <a:xfrm>
            <a:off x="2930419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a_full_bar_660">
            <a:extLst>
              <a:ext uri="{FF2B5EF4-FFF2-40B4-BE49-F238E27FC236}">
                <a16:creationId xmlns:a16="http://schemas.microsoft.com/office/drawing/2014/main" id="{60A660A6-F3FE-40DC-8F34-7BD8CA1E2F96}"/>
              </a:ext>
            </a:extLst>
          </p:cNvPr>
          <p:cNvSpPr>
            <a:spLocks noGrp="1"/>
          </p:cNvSpPr>
          <p:nvPr/>
        </p:nvSpPr>
        <p:spPr>
          <a:xfrm>
            <a:off x="3001872" y="44369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a_full_bar_661">
            <a:extLst>
              <a:ext uri="{FF2B5EF4-FFF2-40B4-BE49-F238E27FC236}">
                <a16:creationId xmlns:a16="http://schemas.microsoft.com/office/drawing/2014/main" id="{52FFB004-97FB-4B3A-B33E-7F27F47B9538}"/>
              </a:ext>
            </a:extLst>
          </p:cNvPr>
          <p:cNvSpPr>
            <a:spLocks noGrp="1"/>
          </p:cNvSpPr>
          <p:nvPr/>
        </p:nvSpPr>
        <p:spPr>
          <a:xfrm>
            <a:off x="2894426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a_full_bar_662">
            <a:extLst>
              <a:ext uri="{FF2B5EF4-FFF2-40B4-BE49-F238E27FC236}">
                <a16:creationId xmlns:a16="http://schemas.microsoft.com/office/drawing/2014/main" id="{51997F12-E73A-4EDF-B1C3-190527D319A7}"/>
              </a:ext>
            </a:extLst>
          </p:cNvPr>
          <p:cNvSpPr>
            <a:spLocks noGrp="1"/>
          </p:cNvSpPr>
          <p:nvPr/>
        </p:nvSpPr>
        <p:spPr>
          <a:xfrm>
            <a:off x="281466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a_full_bar_663">
            <a:extLst>
              <a:ext uri="{FF2B5EF4-FFF2-40B4-BE49-F238E27FC236}">
                <a16:creationId xmlns:a16="http://schemas.microsoft.com/office/drawing/2014/main" id="{7D9EA7C9-6D96-487B-923E-1B7E04272EFF}"/>
              </a:ext>
            </a:extLst>
          </p:cNvPr>
          <p:cNvSpPr>
            <a:spLocks noGrp="1"/>
          </p:cNvSpPr>
          <p:nvPr/>
        </p:nvSpPr>
        <p:spPr>
          <a:xfrm>
            <a:off x="3001124" y="39382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a_full_bar_664">
            <a:extLst>
              <a:ext uri="{FF2B5EF4-FFF2-40B4-BE49-F238E27FC236}">
                <a16:creationId xmlns:a16="http://schemas.microsoft.com/office/drawing/2014/main" id="{566FB223-4B81-424A-B7AD-2BA50C4F6E77}"/>
              </a:ext>
            </a:extLst>
          </p:cNvPr>
          <p:cNvSpPr>
            <a:spLocks noGrp="1"/>
          </p:cNvSpPr>
          <p:nvPr/>
        </p:nvSpPr>
        <p:spPr>
          <a:xfrm>
            <a:off x="2913345" y="29880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a_full_bar_665">
            <a:extLst>
              <a:ext uri="{FF2B5EF4-FFF2-40B4-BE49-F238E27FC236}">
                <a16:creationId xmlns:a16="http://schemas.microsoft.com/office/drawing/2014/main" id="{61D84AA6-9420-42C1-B825-F5AC52BFCAD7}"/>
              </a:ext>
            </a:extLst>
          </p:cNvPr>
          <p:cNvSpPr>
            <a:spLocks noGrp="1"/>
          </p:cNvSpPr>
          <p:nvPr/>
        </p:nvSpPr>
        <p:spPr>
          <a:xfrm>
            <a:off x="2726682" y="53917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a_full_bar_666">
            <a:extLst>
              <a:ext uri="{FF2B5EF4-FFF2-40B4-BE49-F238E27FC236}">
                <a16:creationId xmlns:a16="http://schemas.microsoft.com/office/drawing/2014/main" id="{5C3A5B06-BBF0-495F-AB3E-3D003CABF308}"/>
              </a:ext>
            </a:extLst>
          </p:cNvPr>
          <p:cNvSpPr>
            <a:spLocks noGrp="1"/>
          </p:cNvSpPr>
          <p:nvPr/>
        </p:nvSpPr>
        <p:spPr>
          <a:xfrm>
            <a:off x="28140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a_full_bar_667">
            <a:extLst>
              <a:ext uri="{FF2B5EF4-FFF2-40B4-BE49-F238E27FC236}">
                <a16:creationId xmlns:a16="http://schemas.microsoft.com/office/drawing/2014/main" id="{50A3D6BF-B7C9-4124-B69B-2E7395B6F96D}"/>
              </a:ext>
            </a:extLst>
          </p:cNvPr>
          <p:cNvSpPr>
            <a:spLocks noGrp="1"/>
          </p:cNvSpPr>
          <p:nvPr/>
        </p:nvSpPr>
        <p:spPr>
          <a:xfrm>
            <a:off x="266780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a_full_bar_668">
            <a:extLst>
              <a:ext uri="{FF2B5EF4-FFF2-40B4-BE49-F238E27FC236}">
                <a16:creationId xmlns:a16="http://schemas.microsoft.com/office/drawing/2014/main" id="{F15EF139-5748-40BE-83CC-9908D6F651E1}"/>
              </a:ext>
            </a:extLst>
          </p:cNvPr>
          <p:cNvSpPr>
            <a:spLocks noGrp="1"/>
          </p:cNvSpPr>
          <p:nvPr/>
        </p:nvSpPr>
        <p:spPr>
          <a:xfrm>
            <a:off x="2701131" y="48157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a_full_bar_669">
            <a:extLst>
              <a:ext uri="{FF2B5EF4-FFF2-40B4-BE49-F238E27FC236}">
                <a16:creationId xmlns:a16="http://schemas.microsoft.com/office/drawing/2014/main" id="{6AC39CEF-D275-4FC4-A25F-A5FF4CC108C0}"/>
              </a:ext>
            </a:extLst>
          </p:cNvPr>
          <p:cNvSpPr>
            <a:spLocks noGrp="1"/>
          </p:cNvSpPr>
          <p:nvPr/>
        </p:nvSpPr>
        <p:spPr>
          <a:xfrm>
            <a:off x="2950960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a_full_bar_670">
            <a:extLst>
              <a:ext uri="{FF2B5EF4-FFF2-40B4-BE49-F238E27FC236}">
                <a16:creationId xmlns:a16="http://schemas.microsoft.com/office/drawing/2014/main" id="{57B79867-2E50-4FA4-8B66-ACFF572F8D6A}"/>
              </a:ext>
            </a:extLst>
          </p:cNvPr>
          <p:cNvSpPr>
            <a:spLocks noGrp="1"/>
          </p:cNvSpPr>
          <p:nvPr/>
        </p:nvSpPr>
        <p:spPr>
          <a:xfrm>
            <a:off x="2915529" y="28539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a_full_bar_671">
            <a:extLst>
              <a:ext uri="{FF2B5EF4-FFF2-40B4-BE49-F238E27FC236}">
                <a16:creationId xmlns:a16="http://schemas.microsoft.com/office/drawing/2014/main" id="{27FEC6AD-A11A-4462-9410-07318AB3EF92}"/>
              </a:ext>
            </a:extLst>
          </p:cNvPr>
          <p:cNvSpPr>
            <a:spLocks noGrp="1"/>
          </p:cNvSpPr>
          <p:nvPr/>
        </p:nvSpPr>
        <p:spPr>
          <a:xfrm>
            <a:off x="2967990" y="3572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a_full_bar_672">
            <a:extLst>
              <a:ext uri="{FF2B5EF4-FFF2-40B4-BE49-F238E27FC236}">
                <a16:creationId xmlns:a16="http://schemas.microsoft.com/office/drawing/2014/main" id="{F57EDC60-D1C4-4A11-9BFE-8EA33F4729CB}"/>
              </a:ext>
            </a:extLst>
          </p:cNvPr>
          <p:cNvSpPr>
            <a:spLocks noGrp="1"/>
          </p:cNvSpPr>
          <p:nvPr/>
        </p:nvSpPr>
        <p:spPr>
          <a:xfrm>
            <a:off x="2647812" y="46052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a_full_bar_673">
            <a:extLst>
              <a:ext uri="{FF2B5EF4-FFF2-40B4-BE49-F238E27FC236}">
                <a16:creationId xmlns:a16="http://schemas.microsoft.com/office/drawing/2014/main" id="{6BFA59D5-118B-46B3-B108-7CB3D38FBF62}"/>
              </a:ext>
            </a:extLst>
          </p:cNvPr>
          <p:cNvSpPr>
            <a:spLocks noGrp="1"/>
          </p:cNvSpPr>
          <p:nvPr/>
        </p:nvSpPr>
        <p:spPr>
          <a:xfrm>
            <a:off x="2779860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a_full_bar_674">
            <a:extLst>
              <a:ext uri="{FF2B5EF4-FFF2-40B4-BE49-F238E27FC236}">
                <a16:creationId xmlns:a16="http://schemas.microsoft.com/office/drawing/2014/main" id="{E727844C-57C2-4DAF-84A0-45AB5767F6E9}"/>
              </a:ext>
            </a:extLst>
          </p:cNvPr>
          <p:cNvSpPr>
            <a:spLocks noGrp="1"/>
          </p:cNvSpPr>
          <p:nvPr/>
        </p:nvSpPr>
        <p:spPr>
          <a:xfrm>
            <a:off x="2843601" y="48986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a_full_bar_675">
            <a:extLst>
              <a:ext uri="{FF2B5EF4-FFF2-40B4-BE49-F238E27FC236}">
                <a16:creationId xmlns:a16="http://schemas.microsoft.com/office/drawing/2014/main" id="{411F1B1D-41DF-4C33-A44E-FC83563D1C08}"/>
              </a:ext>
            </a:extLst>
          </p:cNvPr>
          <p:cNvSpPr>
            <a:spLocks noGrp="1"/>
          </p:cNvSpPr>
          <p:nvPr/>
        </p:nvSpPr>
        <p:spPr>
          <a:xfrm>
            <a:off x="2828783" y="410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a_full_bar_676">
            <a:extLst>
              <a:ext uri="{FF2B5EF4-FFF2-40B4-BE49-F238E27FC236}">
                <a16:creationId xmlns:a16="http://schemas.microsoft.com/office/drawing/2014/main" id="{E59D4EF8-679D-40CD-8833-C3C5CB19F4EE}"/>
              </a:ext>
            </a:extLst>
          </p:cNvPr>
          <p:cNvSpPr>
            <a:spLocks noGrp="1"/>
          </p:cNvSpPr>
          <p:nvPr/>
        </p:nvSpPr>
        <p:spPr>
          <a:xfrm>
            <a:off x="2662058" y="38577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a_full_bar_677">
            <a:extLst>
              <a:ext uri="{FF2B5EF4-FFF2-40B4-BE49-F238E27FC236}">
                <a16:creationId xmlns:a16="http://schemas.microsoft.com/office/drawing/2014/main" id="{C3FB8B3C-B544-4F0C-80E5-AB8F231C7417}"/>
              </a:ext>
            </a:extLst>
          </p:cNvPr>
          <p:cNvSpPr>
            <a:spLocks noGrp="1"/>
          </p:cNvSpPr>
          <p:nvPr/>
        </p:nvSpPr>
        <p:spPr>
          <a:xfrm>
            <a:off x="2693969" y="33039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a_full_bar_678">
            <a:extLst>
              <a:ext uri="{FF2B5EF4-FFF2-40B4-BE49-F238E27FC236}">
                <a16:creationId xmlns:a16="http://schemas.microsoft.com/office/drawing/2014/main" id="{A548AD15-238B-4167-B989-B77B4E52FC40}"/>
              </a:ext>
            </a:extLst>
          </p:cNvPr>
          <p:cNvSpPr>
            <a:spLocks noGrp="1"/>
          </p:cNvSpPr>
          <p:nvPr/>
        </p:nvSpPr>
        <p:spPr>
          <a:xfrm>
            <a:off x="2654386" y="3992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a_full_bar_679">
            <a:extLst>
              <a:ext uri="{FF2B5EF4-FFF2-40B4-BE49-F238E27FC236}">
                <a16:creationId xmlns:a16="http://schemas.microsoft.com/office/drawing/2014/main" id="{89B9C38F-8813-4F3F-86F5-DF10E3DBC5E5}"/>
              </a:ext>
            </a:extLst>
          </p:cNvPr>
          <p:cNvSpPr>
            <a:spLocks noGrp="1"/>
          </p:cNvSpPr>
          <p:nvPr/>
        </p:nvSpPr>
        <p:spPr>
          <a:xfrm>
            <a:off x="2789679" y="48655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a_full_bar_680">
            <a:extLst>
              <a:ext uri="{FF2B5EF4-FFF2-40B4-BE49-F238E27FC236}">
                <a16:creationId xmlns:a16="http://schemas.microsoft.com/office/drawing/2014/main" id="{B99A688F-F812-4A1C-9A75-2F1B9FE6E4AD}"/>
              </a:ext>
            </a:extLst>
          </p:cNvPr>
          <p:cNvSpPr>
            <a:spLocks noGrp="1"/>
          </p:cNvSpPr>
          <p:nvPr/>
        </p:nvSpPr>
        <p:spPr>
          <a:xfrm>
            <a:off x="2983966" y="536166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a_full_bar_681">
            <a:extLst>
              <a:ext uri="{FF2B5EF4-FFF2-40B4-BE49-F238E27FC236}">
                <a16:creationId xmlns:a16="http://schemas.microsoft.com/office/drawing/2014/main" id="{7F798A94-C109-4D87-B492-290BD25650B3}"/>
              </a:ext>
            </a:extLst>
          </p:cNvPr>
          <p:cNvSpPr>
            <a:spLocks noGrp="1"/>
          </p:cNvSpPr>
          <p:nvPr/>
        </p:nvSpPr>
        <p:spPr>
          <a:xfrm>
            <a:off x="2713806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a_full_bar_682">
            <a:extLst>
              <a:ext uri="{FF2B5EF4-FFF2-40B4-BE49-F238E27FC236}">
                <a16:creationId xmlns:a16="http://schemas.microsoft.com/office/drawing/2014/main" id="{BA3668C0-46F1-477F-93B9-F923845AB4DC}"/>
              </a:ext>
            </a:extLst>
          </p:cNvPr>
          <p:cNvSpPr>
            <a:spLocks noGrp="1"/>
          </p:cNvSpPr>
          <p:nvPr/>
        </p:nvSpPr>
        <p:spPr>
          <a:xfrm>
            <a:off x="28739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a_full_bar_683">
            <a:extLst>
              <a:ext uri="{FF2B5EF4-FFF2-40B4-BE49-F238E27FC236}">
                <a16:creationId xmlns:a16="http://schemas.microsoft.com/office/drawing/2014/main" id="{8340C19E-BCD1-46B5-89BC-38E05FA69FA3}"/>
              </a:ext>
            </a:extLst>
          </p:cNvPr>
          <p:cNvSpPr>
            <a:spLocks noGrp="1"/>
          </p:cNvSpPr>
          <p:nvPr/>
        </p:nvSpPr>
        <p:spPr>
          <a:xfrm>
            <a:off x="2978674" y="305508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a_full_bar_684">
            <a:extLst>
              <a:ext uri="{FF2B5EF4-FFF2-40B4-BE49-F238E27FC236}">
                <a16:creationId xmlns:a16="http://schemas.microsoft.com/office/drawing/2014/main" id="{0929E0D0-656A-4CB4-AD09-3CCAC8A40301}"/>
              </a:ext>
            </a:extLst>
          </p:cNvPr>
          <p:cNvSpPr>
            <a:spLocks noGrp="1"/>
          </p:cNvSpPr>
          <p:nvPr/>
        </p:nvSpPr>
        <p:spPr>
          <a:xfrm>
            <a:off x="268234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a_full_bar_685">
            <a:extLst>
              <a:ext uri="{FF2B5EF4-FFF2-40B4-BE49-F238E27FC236}">
                <a16:creationId xmlns:a16="http://schemas.microsoft.com/office/drawing/2014/main" id="{77B7B6F0-C8DB-48F7-8136-BB4FA6CCDB35}"/>
              </a:ext>
            </a:extLst>
          </p:cNvPr>
          <p:cNvSpPr>
            <a:spLocks noGrp="1"/>
          </p:cNvSpPr>
          <p:nvPr/>
        </p:nvSpPr>
        <p:spPr>
          <a:xfrm>
            <a:off x="2623750" y="38168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a_full_bar_686">
            <a:extLst>
              <a:ext uri="{FF2B5EF4-FFF2-40B4-BE49-F238E27FC236}">
                <a16:creationId xmlns:a16="http://schemas.microsoft.com/office/drawing/2014/main" id="{985821FF-741C-4A15-B90B-EBACAE15686B}"/>
              </a:ext>
            </a:extLst>
          </p:cNvPr>
          <p:cNvSpPr>
            <a:spLocks noGrp="1"/>
          </p:cNvSpPr>
          <p:nvPr/>
        </p:nvSpPr>
        <p:spPr>
          <a:xfrm>
            <a:off x="2625310" y="49674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a_full_bar_687">
            <a:extLst>
              <a:ext uri="{FF2B5EF4-FFF2-40B4-BE49-F238E27FC236}">
                <a16:creationId xmlns:a16="http://schemas.microsoft.com/office/drawing/2014/main" id="{0A1746EC-CD9F-415F-897F-29271CB0B4EA}"/>
              </a:ext>
            </a:extLst>
          </p:cNvPr>
          <p:cNvSpPr>
            <a:spLocks noGrp="1"/>
          </p:cNvSpPr>
          <p:nvPr/>
        </p:nvSpPr>
        <p:spPr>
          <a:xfrm>
            <a:off x="2646904" y="52470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a_full_bar_688">
            <a:extLst>
              <a:ext uri="{FF2B5EF4-FFF2-40B4-BE49-F238E27FC236}">
                <a16:creationId xmlns:a16="http://schemas.microsoft.com/office/drawing/2014/main" id="{9724837E-7F33-46F6-AD6B-ED2DEF098D39}"/>
              </a:ext>
            </a:extLst>
          </p:cNvPr>
          <p:cNvSpPr>
            <a:spLocks noGrp="1"/>
          </p:cNvSpPr>
          <p:nvPr/>
        </p:nvSpPr>
        <p:spPr>
          <a:xfrm>
            <a:off x="2984876" y="31569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a_full_bar_689">
            <a:extLst>
              <a:ext uri="{FF2B5EF4-FFF2-40B4-BE49-F238E27FC236}">
                <a16:creationId xmlns:a16="http://schemas.microsoft.com/office/drawing/2014/main" id="{11EA1280-A5BA-46A3-9890-818A8B0D7D2F}"/>
              </a:ext>
            </a:extLst>
          </p:cNvPr>
          <p:cNvSpPr>
            <a:spLocks noGrp="1"/>
          </p:cNvSpPr>
          <p:nvPr/>
        </p:nvSpPr>
        <p:spPr>
          <a:xfrm>
            <a:off x="2682832" y="28238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a_full_bar_690">
            <a:extLst>
              <a:ext uri="{FF2B5EF4-FFF2-40B4-BE49-F238E27FC236}">
                <a16:creationId xmlns:a16="http://schemas.microsoft.com/office/drawing/2014/main" id="{9BE09E39-BE56-46A4-B6A9-565F88049735}"/>
              </a:ext>
            </a:extLst>
          </p:cNvPr>
          <p:cNvSpPr>
            <a:spLocks noGrp="1"/>
          </p:cNvSpPr>
          <p:nvPr/>
        </p:nvSpPr>
        <p:spPr>
          <a:xfrm>
            <a:off x="2896036" y="509090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a_full_bar_691">
            <a:extLst>
              <a:ext uri="{FF2B5EF4-FFF2-40B4-BE49-F238E27FC236}">
                <a16:creationId xmlns:a16="http://schemas.microsoft.com/office/drawing/2014/main" id="{B92164A2-6484-4BC7-A4BC-888034E0AB0D}"/>
              </a:ext>
            </a:extLst>
          </p:cNvPr>
          <p:cNvSpPr>
            <a:spLocks noGrp="1"/>
          </p:cNvSpPr>
          <p:nvPr/>
        </p:nvSpPr>
        <p:spPr>
          <a:xfrm>
            <a:off x="29003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a_full_bar_692">
            <a:extLst>
              <a:ext uri="{FF2B5EF4-FFF2-40B4-BE49-F238E27FC236}">
                <a16:creationId xmlns:a16="http://schemas.microsoft.com/office/drawing/2014/main" id="{BC23F4C1-37D2-438E-9E27-C91956C4690E}"/>
              </a:ext>
            </a:extLst>
          </p:cNvPr>
          <p:cNvSpPr>
            <a:spLocks noGrp="1"/>
          </p:cNvSpPr>
          <p:nvPr/>
        </p:nvSpPr>
        <p:spPr>
          <a:xfrm>
            <a:off x="2740682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a_full_bar_693">
            <a:extLst>
              <a:ext uri="{FF2B5EF4-FFF2-40B4-BE49-F238E27FC236}">
                <a16:creationId xmlns:a16="http://schemas.microsoft.com/office/drawing/2014/main" id="{AA5AA8A5-CEE2-4080-97E9-B19D7AC714DE}"/>
              </a:ext>
            </a:extLst>
          </p:cNvPr>
          <p:cNvSpPr>
            <a:spLocks noGrp="1"/>
          </p:cNvSpPr>
          <p:nvPr/>
        </p:nvSpPr>
        <p:spPr>
          <a:xfrm>
            <a:off x="2871288" y="2979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a_full_bar_694">
            <a:extLst>
              <a:ext uri="{FF2B5EF4-FFF2-40B4-BE49-F238E27FC236}">
                <a16:creationId xmlns:a16="http://schemas.microsoft.com/office/drawing/2014/main" id="{339890F8-D843-4D2A-BE62-0F56B9F40CD7}"/>
              </a:ext>
            </a:extLst>
          </p:cNvPr>
          <p:cNvSpPr>
            <a:spLocks noGrp="1"/>
          </p:cNvSpPr>
          <p:nvPr/>
        </p:nvSpPr>
        <p:spPr>
          <a:xfrm>
            <a:off x="2754401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a_full_bar_695">
            <a:extLst>
              <a:ext uri="{FF2B5EF4-FFF2-40B4-BE49-F238E27FC236}">
                <a16:creationId xmlns:a16="http://schemas.microsoft.com/office/drawing/2014/main" id="{790BCF1B-0CF5-4090-AAF6-6858F4E2967C}"/>
              </a:ext>
            </a:extLst>
          </p:cNvPr>
          <p:cNvSpPr>
            <a:spLocks noGrp="1"/>
          </p:cNvSpPr>
          <p:nvPr/>
        </p:nvSpPr>
        <p:spPr>
          <a:xfrm>
            <a:off x="2913814" y="39277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a_full_bar_696">
            <a:extLst>
              <a:ext uri="{FF2B5EF4-FFF2-40B4-BE49-F238E27FC236}">
                <a16:creationId xmlns:a16="http://schemas.microsoft.com/office/drawing/2014/main" id="{B9EAFB90-4CBA-4B50-9EC6-1240DEDE9DC1}"/>
              </a:ext>
            </a:extLst>
          </p:cNvPr>
          <p:cNvSpPr>
            <a:spLocks noGrp="1"/>
          </p:cNvSpPr>
          <p:nvPr/>
        </p:nvSpPr>
        <p:spPr>
          <a:xfrm>
            <a:off x="2725188" y="3082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a_full_bar_697">
            <a:extLst>
              <a:ext uri="{FF2B5EF4-FFF2-40B4-BE49-F238E27FC236}">
                <a16:creationId xmlns:a16="http://schemas.microsoft.com/office/drawing/2014/main" id="{E2914898-5C24-4E97-B3E2-083094FEF378}"/>
              </a:ext>
            </a:extLst>
          </p:cNvPr>
          <p:cNvSpPr>
            <a:spLocks noGrp="1"/>
          </p:cNvSpPr>
          <p:nvPr/>
        </p:nvSpPr>
        <p:spPr>
          <a:xfrm>
            <a:off x="2646116" y="3139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a_full_bar_698">
            <a:extLst>
              <a:ext uri="{FF2B5EF4-FFF2-40B4-BE49-F238E27FC236}">
                <a16:creationId xmlns:a16="http://schemas.microsoft.com/office/drawing/2014/main" id="{1179B666-6FD0-45F3-AA4B-1B4C4A6BDFA6}"/>
              </a:ext>
            </a:extLst>
          </p:cNvPr>
          <p:cNvSpPr>
            <a:spLocks noGrp="1"/>
          </p:cNvSpPr>
          <p:nvPr/>
        </p:nvSpPr>
        <p:spPr>
          <a:xfrm>
            <a:off x="2983032" y="4033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a_full_bar_699">
            <a:extLst>
              <a:ext uri="{FF2B5EF4-FFF2-40B4-BE49-F238E27FC236}">
                <a16:creationId xmlns:a16="http://schemas.microsoft.com/office/drawing/2014/main" id="{42AE7CAC-6210-43E1-A60C-BEEE142C53BE}"/>
              </a:ext>
            </a:extLst>
          </p:cNvPr>
          <p:cNvSpPr>
            <a:spLocks noGrp="1"/>
          </p:cNvSpPr>
          <p:nvPr/>
        </p:nvSpPr>
        <p:spPr>
          <a:xfrm>
            <a:off x="2837668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a_full_bar_700">
            <a:extLst>
              <a:ext uri="{FF2B5EF4-FFF2-40B4-BE49-F238E27FC236}">
                <a16:creationId xmlns:a16="http://schemas.microsoft.com/office/drawing/2014/main" id="{CDDBDD55-3937-439D-B947-554A9BA8302B}"/>
              </a:ext>
            </a:extLst>
          </p:cNvPr>
          <p:cNvSpPr>
            <a:spLocks noGrp="1"/>
          </p:cNvSpPr>
          <p:nvPr/>
        </p:nvSpPr>
        <p:spPr>
          <a:xfrm>
            <a:off x="2715721" y="43006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a_full_bar_701">
            <a:extLst>
              <a:ext uri="{FF2B5EF4-FFF2-40B4-BE49-F238E27FC236}">
                <a16:creationId xmlns:a16="http://schemas.microsoft.com/office/drawing/2014/main" id="{3156E787-0C61-4F4C-A82F-D91B118DB92D}"/>
              </a:ext>
            </a:extLst>
          </p:cNvPr>
          <p:cNvSpPr>
            <a:spLocks noGrp="1"/>
          </p:cNvSpPr>
          <p:nvPr/>
        </p:nvSpPr>
        <p:spPr>
          <a:xfrm>
            <a:off x="2836711" y="33117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a_full_bar_702">
            <a:extLst>
              <a:ext uri="{FF2B5EF4-FFF2-40B4-BE49-F238E27FC236}">
                <a16:creationId xmlns:a16="http://schemas.microsoft.com/office/drawing/2014/main" id="{7D0A646A-B9EB-4438-A9A9-404926D7D8DB}"/>
              </a:ext>
            </a:extLst>
          </p:cNvPr>
          <p:cNvSpPr>
            <a:spLocks noGrp="1"/>
          </p:cNvSpPr>
          <p:nvPr/>
        </p:nvSpPr>
        <p:spPr>
          <a:xfrm>
            <a:off x="28109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a_full_bar_703">
            <a:extLst>
              <a:ext uri="{FF2B5EF4-FFF2-40B4-BE49-F238E27FC236}">
                <a16:creationId xmlns:a16="http://schemas.microsoft.com/office/drawing/2014/main" id="{428A9CDC-DAF3-401B-BEBC-EE8151816423}"/>
              </a:ext>
            </a:extLst>
          </p:cNvPr>
          <p:cNvSpPr>
            <a:spLocks noGrp="1"/>
          </p:cNvSpPr>
          <p:nvPr/>
        </p:nvSpPr>
        <p:spPr>
          <a:xfrm>
            <a:off x="2999471" y="39981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a_full_bar_704">
            <a:extLst>
              <a:ext uri="{FF2B5EF4-FFF2-40B4-BE49-F238E27FC236}">
                <a16:creationId xmlns:a16="http://schemas.microsoft.com/office/drawing/2014/main" id="{3ADAB346-BBE0-4DBA-AED2-2A29B83CD93C}"/>
              </a:ext>
            </a:extLst>
          </p:cNvPr>
          <p:cNvSpPr>
            <a:spLocks noGrp="1"/>
          </p:cNvSpPr>
          <p:nvPr/>
        </p:nvSpPr>
        <p:spPr>
          <a:xfrm>
            <a:off x="2683647" y="31536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a_full_bar_705">
            <a:extLst>
              <a:ext uri="{FF2B5EF4-FFF2-40B4-BE49-F238E27FC236}">
                <a16:creationId xmlns:a16="http://schemas.microsoft.com/office/drawing/2014/main" id="{4D10F6A5-35E0-4356-819D-CB60D4365D1E}"/>
              </a:ext>
            </a:extLst>
          </p:cNvPr>
          <p:cNvSpPr>
            <a:spLocks noGrp="1"/>
          </p:cNvSpPr>
          <p:nvPr/>
        </p:nvSpPr>
        <p:spPr>
          <a:xfrm>
            <a:off x="26695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a_full_bar_706">
            <a:extLst>
              <a:ext uri="{FF2B5EF4-FFF2-40B4-BE49-F238E27FC236}">
                <a16:creationId xmlns:a16="http://schemas.microsoft.com/office/drawing/2014/main" id="{74EE1D6B-F4A4-4F3F-A329-0A596190C75F}"/>
              </a:ext>
            </a:extLst>
          </p:cNvPr>
          <p:cNvSpPr>
            <a:spLocks noGrp="1"/>
          </p:cNvSpPr>
          <p:nvPr/>
        </p:nvSpPr>
        <p:spPr>
          <a:xfrm>
            <a:off x="2876243" y="39077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a_full_bar_707">
            <a:extLst>
              <a:ext uri="{FF2B5EF4-FFF2-40B4-BE49-F238E27FC236}">
                <a16:creationId xmlns:a16="http://schemas.microsoft.com/office/drawing/2014/main" id="{E76D9340-F126-4EE4-BCA4-723C0D8BEFAC}"/>
              </a:ext>
            </a:extLst>
          </p:cNvPr>
          <p:cNvSpPr>
            <a:spLocks noGrp="1"/>
          </p:cNvSpPr>
          <p:nvPr/>
        </p:nvSpPr>
        <p:spPr>
          <a:xfrm>
            <a:off x="281374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a_full_bar_708">
            <a:extLst>
              <a:ext uri="{FF2B5EF4-FFF2-40B4-BE49-F238E27FC236}">
                <a16:creationId xmlns:a16="http://schemas.microsoft.com/office/drawing/2014/main" id="{489E3ECA-AAAA-4E0A-9DD4-F135B92FCB76}"/>
              </a:ext>
            </a:extLst>
          </p:cNvPr>
          <p:cNvSpPr>
            <a:spLocks noGrp="1"/>
          </p:cNvSpPr>
          <p:nvPr/>
        </p:nvSpPr>
        <p:spPr>
          <a:xfrm>
            <a:off x="28098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a_full_bar_709">
            <a:extLst>
              <a:ext uri="{FF2B5EF4-FFF2-40B4-BE49-F238E27FC236}">
                <a16:creationId xmlns:a16="http://schemas.microsoft.com/office/drawing/2014/main" id="{CE998FF3-40D2-4C28-9042-9FC5BB89CA5D}"/>
              </a:ext>
            </a:extLst>
          </p:cNvPr>
          <p:cNvSpPr>
            <a:spLocks noGrp="1"/>
          </p:cNvSpPr>
          <p:nvPr/>
        </p:nvSpPr>
        <p:spPr>
          <a:xfrm>
            <a:off x="287398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a_full_bar_710">
            <a:extLst>
              <a:ext uri="{FF2B5EF4-FFF2-40B4-BE49-F238E27FC236}">
                <a16:creationId xmlns:a16="http://schemas.microsoft.com/office/drawing/2014/main" id="{F9CF1D4B-1CF8-485B-A8F6-B24C09DE9326}"/>
              </a:ext>
            </a:extLst>
          </p:cNvPr>
          <p:cNvSpPr>
            <a:spLocks noGrp="1"/>
          </p:cNvSpPr>
          <p:nvPr/>
        </p:nvSpPr>
        <p:spPr>
          <a:xfrm>
            <a:off x="2746167" y="4111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a_full_bar_711">
            <a:extLst>
              <a:ext uri="{FF2B5EF4-FFF2-40B4-BE49-F238E27FC236}">
                <a16:creationId xmlns:a16="http://schemas.microsoft.com/office/drawing/2014/main" id="{D0256E5A-A14B-46FB-A999-7BDA4EFC33F4}"/>
              </a:ext>
            </a:extLst>
          </p:cNvPr>
          <p:cNvSpPr>
            <a:spLocks noGrp="1"/>
          </p:cNvSpPr>
          <p:nvPr/>
        </p:nvSpPr>
        <p:spPr>
          <a:xfrm>
            <a:off x="3014009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a_full_bar_712">
            <a:extLst>
              <a:ext uri="{FF2B5EF4-FFF2-40B4-BE49-F238E27FC236}">
                <a16:creationId xmlns:a16="http://schemas.microsoft.com/office/drawing/2014/main" id="{B864563E-CBAF-4B83-A594-5A8E367E0B38}"/>
              </a:ext>
            </a:extLst>
          </p:cNvPr>
          <p:cNvSpPr>
            <a:spLocks noGrp="1"/>
          </p:cNvSpPr>
          <p:nvPr/>
        </p:nvSpPr>
        <p:spPr>
          <a:xfrm>
            <a:off x="2843462" y="37256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a_full_bar_713">
            <a:extLst>
              <a:ext uri="{FF2B5EF4-FFF2-40B4-BE49-F238E27FC236}">
                <a16:creationId xmlns:a16="http://schemas.microsoft.com/office/drawing/2014/main" id="{8742B3E4-BA99-4450-AA9E-00A785DFC014}"/>
              </a:ext>
            </a:extLst>
          </p:cNvPr>
          <p:cNvSpPr>
            <a:spLocks noGrp="1"/>
          </p:cNvSpPr>
          <p:nvPr/>
        </p:nvSpPr>
        <p:spPr>
          <a:xfrm>
            <a:off x="2831415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a_full_bar_714">
            <a:extLst>
              <a:ext uri="{FF2B5EF4-FFF2-40B4-BE49-F238E27FC236}">
                <a16:creationId xmlns:a16="http://schemas.microsoft.com/office/drawing/2014/main" id="{9518498B-ADCD-4686-9D37-70CE1DA321DA}"/>
              </a:ext>
            </a:extLst>
          </p:cNvPr>
          <p:cNvSpPr>
            <a:spLocks noGrp="1"/>
          </p:cNvSpPr>
          <p:nvPr/>
        </p:nvSpPr>
        <p:spPr>
          <a:xfrm>
            <a:off x="2812312" y="48334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a_full_bar_715">
            <a:extLst>
              <a:ext uri="{FF2B5EF4-FFF2-40B4-BE49-F238E27FC236}">
                <a16:creationId xmlns:a16="http://schemas.microsoft.com/office/drawing/2014/main" id="{4A48FC0F-45D2-4D9C-B300-771B945326C1}"/>
              </a:ext>
            </a:extLst>
          </p:cNvPr>
          <p:cNvSpPr>
            <a:spLocks noGrp="1"/>
          </p:cNvSpPr>
          <p:nvPr/>
        </p:nvSpPr>
        <p:spPr>
          <a:xfrm>
            <a:off x="2951181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a_full_bar_716">
            <a:extLst>
              <a:ext uri="{FF2B5EF4-FFF2-40B4-BE49-F238E27FC236}">
                <a16:creationId xmlns:a16="http://schemas.microsoft.com/office/drawing/2014/main" id="{802D118D-CEB6-4C7A-B0A9-9FD389631543}"/>
              </a:ext>
            </a:extLst>
          </p:cNvPr>
          <p:cNvSpPr>
            <a:spLocks noGrp="1"/>
          </p:cNvSpPr>
          <p:nvPr/>
        </p:nvSpPr>
        <p:spPr>
          <a:xfrm>
            <a:off x="2707492" y="49831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a_full_bar_717">
            <a:extLst>
              <a:ext uri="{FF2B5EF4-FFF2-40B4-BE49-F238E27FC236}">
                <a16:creationId xmlns:a16="http://schemas.microsoft.com/office/drawing/2014/main" id="{11F3E312-5AE7-4DAD-85A1-C6BB120B614B}"/>
              </a:ext>
            </a:extLst>
          </p:cNvPr>
          <p:cNvSpPr>
            <a:spLocks noGrp="1"/>
          </p:cNvSpPr>
          <p:nvPr/>
        </p:nvSpPr>
        <p:spPr>
          <a:xfrm>
            <a:off x="2652608" y="39359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a_full_bar_718">
            <a:extLst>
              <a:ext uri="{FF2B5EF4-FFF2-40B4-BE49-F238E27FC236}">
                <a16:creationId xmlns:a16="http://schemas.microsoft.com/office/drawing/2014/main" id="{9C4EC7F1-5752-4BF5-9103-538EA3B7C1F8}"/>
              </a:ext>
            </a:extLst>
          </p:cNvPr>
          <p:cNvSpPr>
            <a:spLocks noGrp="1"/>
          </p:cNvSpPr>
          <p:nvPr/>
        </p:nvSpPr>
        <p:spPr>
          <a:xfrm>
            <a:off x="2634622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a_full_bar_719">
            <a:extLst>
              <a:ext uri="{FF2B5EF4-FFF2-40B4-BE49-F238E27FC236}">
                <a16:creationId xmlns:a16="http://schemas.microsoft.com/office/drawing/2014/main" id="{1A5E5462-1A75-40C9-B24B-261D821F74C1}"/>
              </a:ext>
            </a:extLst>
          </p:cNvPr>
          <p:cNvSpPr>
            <a:spLocks noGrp="1"/>
          </p:cNvSpPr>
          <p:nvPr/>
        </p:nvSpPr>
        <p:spPr>
          <a:xfrm>
            <a:off x="2949184" y="43059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a_full_bar_720">
            <a:extLst>
              <a:ext uri="{FF2B5EF4-FFF2-40B4-BE49-F238E27FC236}">
                <a16:creationId xmlns:a16="http://schemas.microsoft.com/office/drawing/2014/main" id="{42673CB5-D32A-41F7-81EF-E8423634F12D}"/>
              </a:ext>
            </a:extLst>
          </p:cNvPr>
          <p:cNvSpPr>
            <a:spLocks noGrp="1"/>
          </p:cNvSpPr>
          <p:nvPr/>
        </p:nvSpPr>
        <p:spPr>
          <a:xfrm>
            <a:off x="3001477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a_full_bar_721">
            <a:extLst>
              <a:ext uri="{FF2B5EF4-FFF2-40B4-BE49-F238E27FC236}">
                <a16:creationId xmlns:a16="http://schemas.microsoft.com/office/drawing/2014/main" id="{FECDE321-ED1A-4DCA-AF90-D65ACF2DC5EC}"/>
              </a:ext>
            </a:extLst>
          </p:cNvPr>
          <p:cNvSpPr>
            <a:spLocks noGrp="1"/>
          </p:cNvSpPr>
          <p:nvPr/>
        </p:nvSpPr>
        <p:spPr>
          <a:xfrm>
            <a:off x="2976190" y="31993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a_full_bar_722">
            <a:extLst>
              <a:ext uri="{FF2B5EF4-FFF2-40B4-BE49-F238E27FC236}">
                <a16:creationId xmlns:a16="http://schemas.microsoft.com/office/drawing/2014/main" id="{9F484781-B2A6-445A-8B3A-DFECA26DAAFA}"/>
              </a:ext>
            </a:extLst>
          </p:cNvPr>
          <p:cNvSpPr>
            <a:spLocks noGrp="1"/>
          </p:cNvSpPr>
          <p:nvPr/>
        </p:nvSpPr>
        <p:spPr>
          <a:xfrm>
            <a:off x="3011894" y="491326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a_full_bar_723">
            <a:extLst>
              <a:ext uri="{FF2B5EF4-FFF2-40B4-BE49-F238E27FC236}">
                <a16:creationId xmlns:a16="http://schemas.microsoft.com/office/drawing/2014/main" id="{013AD01B-F4F2-4A1B-9D9A-42F62C7EF5C0}"/>
              </a:ext>
            </a:extLst>
          </p:cNvPr>
          <p:cNvSpPr>
            <a:spLocks noGrp="1"/>
          </p:cNvSpPr>
          <p:nvPr/>
        </p:nvSpPr>
        <p:spPr>
          <a:xfrm>
            <a:off x="2985038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a_full_bar_724">
            <a:extLst>
              <a:ext uri="{FF2B5EF4-FFF2-40B4-BE49-F238E27FC236}">
                <a16:creationId xmlns:a16="http://schemas.microsoft.com/office/drawing/2014/main" id="{03A34752-4B36-4990-A7AC-4F5ACBD4ECC3}"/>
              </a:ext>
            </a:extLst>
          </p:cNvPr>
          <p:cNvSpPr>
            <a:spLocks noGrp="1"/>
          </p:cNvSpPr>
          <p:nvPr/>
        </p:nvSpPr>
        <p:spPr>
          <a:xfrm>
            <a:off x="2840767" y="54664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a_full_bar_725">
            <a:extLst>
              <a:ext uri="{FF2B5EF4-FFF2-40B4-BE49-F238E27FC236}">
                <a16:creationId xmlns:a16="http://schemas.microsoft.com/office/drawing/2014/main" id="{07AC1DD7-007E-4A5D-B07B-55231B3C3E3B}"/>
              </a:ext>
            </a:extLst>
          </p:cNvPr>
          <p:cNvSpPr>
            <a:spLocks noGrp="1"/>
          </p:cNvSpPr>
          <p:nvPr/>
        </p:nvSpPr>
        <p:spPr>
          <a:xfrm>
            <a:off x="2953909" y="31061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a_full_bar_726">
            <a:extLst>
              <a:ext uri="{FF2B5EF4-FFF2-40B4-BE49-F238E27FC236}">
                <a16:creationId xmlns:a16="http://schemas.microsoft.com/office/drawing/2014/main" id="{F6DD9643-E7B0-4513-A320-5A7F6B2C2837}"/>
              </a:ext>
            </a:extLst>
          </p:cNvPr>
          <p:cNvSpPr>
            <a:spLocks noGrp="1"/>
          </p:cNvSpPr>
          <p:nvPr/>
        </p:nvSpPr>
        <p:spPr>
          <a:xfrm>
            <a:off x="2749160" y="3754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a_full_bar_727">
            <a:extLst>
              <a:ext uri="{FF2B5EF4-FFF2-40B4-BE49-F238E27FC236}">
                <a16:creationId xmlns:a16="http://schemas.microsoft.com/office/drawing/2014/main" id="{BB8DAFD7-4E26-4762-97DB-6207E299A793}"/>
              </a:ext>
            </a:extLst>
          </p:cNvPr>
          <p:cNvSpPr>
            <a:spLocks noGrp="1"/>
          </p:cNvSpPr>
          <p:nvPr/>
        </p:nvSpPr>
        <p:spPr>
          <a:xfrm>
            <a:off x="296951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a_full_bar_728">
            <a:extLst>
              <a:ext uri="{FF2B5EF4-FFF2-40B4-BE49-F238E27FC236}">
                <a16:creationId xmlns:a16="http://schemas.microsoft.com/office/drawing/2014/main" id="{E0876F7E-F380-4091-927C-00F8F8DAA6AB}"/>
              </a:ext>
            </a:extLst>
          </p:cNvPr>
          <p:cNvSpPr>
            <a:spLocks noGrp="1"/>
          </p:cNvSpPr>
          <p:nvPr/>
        </p:nvSpPr>
        <p:spPr>
          <a:xfrm>
            <a:off x="2741910" y="51160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a_full_bar_729">
            <a:extLst>
              <a:ext uri="{FF2B5EF4-FFF2-40B4-BE49-F238E27FC236}">
                <a16:creationId xmlns:a16="http://schemas.microsoft.com/office/drawing/2014/main" id="{66274ACA-8530-4299-9353-97CE8A04631E}"/>
              </a:ext>
            </a:extLst>
          </p:cNvPr>
          <p:cNvSpPr>
            <a:spLocks noGrp="1"/>
          </p:cNvSpPr>
          <p:nvPr/>
        </p:nvSpPr>
        <p:spPr>
          <a:xfrm>
            <a:off x="2791453" y="35537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a_full_bar_730">
            <a:extLst>
              <a:ext uri="{FF2B5EF4-FFF2-40B4-BE49-F238E27FC236}">
                <a16:creationId xmlns:a16="http://schemas.microsoft.com/office/drawing/2014/main" id="{2039E045-1A2F-42DC-A4F2-93AA2654A564}"/>
              </a:ext>
            </a:extLst>
          </p:cNvPr>
          <p:cNvSpPr>
            <a:spLocks noGrp="1"/>
          </p:cNvSpPr>
          <p:nvPr/>
        </p:nvSpPr>
        <p:spPr>
          <a:xfrm>
            <a:off x="2766963" y="43727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a_full_bar_731">
            <a:extLst>
              <a:ext uri="{FF2B5EF4-FFF2-40B4-BE49-F238E27FC236}">
                <a16:creationId xmlns:a16="http://schemas.microsoft.com/office/drawing/2014/main" id="{0A920D53-B137-44CB-8E16-480D31C92954}"/>
              </a:ext>
            </a:extLst>
          </p:cNvPr>
          <p:cNvSpPr>
            <a:spLocks noGrp="1"/>
          </p:cNvSpPr>
          <p:nvPr/>
        </p:nvSpPr>
        <p:spPr>
          <a:xfrm>
            <a:off x="2629095" y="4380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a_full_bar_732">
            <a:extLst>
              <a:ext uri="{FF2B5EF4-FFF2-40B4-BE49-F238E27FC236}">
                <a16:creationId xmlns:a16="http://schemas.microsoft.com/office/drawing/2014/main" id="{EA0B9D07-9346-4661-B9DE-7F3819F7756E}"/>
              </a:ext>
            </a:extLst>
          </p:cNvPr>
          <p:cNvSpPr>
            <a:spLocks noGrp="1"/>
          </p:cNvSpPr>
          <p:nvPr/>
        </p:nvSpPr>
        <p:spPr>
          <a:xfrm>
            <a:off x="2867687" y="4389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a_full_bar_733">
            <a:extLst>
              <a:ext uri="{FF2B5EF4-FFF2-40B4-BE49-F238E27FC236}">
                <a16:creationId xmlns:a16="http://schemas.microsoft.com/office/drawing/2014/main" id="{1AEB3AAE-74C0-440B-B0D3-E3387512EBF0}"/>
              </a:ext>
            </a:extLst>
          </p:cNvPr>
          <p:cNvSpPr>
            <a:spLocks noGrp="1"/>
          </p:cNvSpPr>
          <p:nvPr/>
        </p:nvSpPr>
        <p:spPr>
          <a:xfrm>
            <a:off x="2737311" y="43134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a_full_bar_734">
            <a:extLst>
              <a:ext uri="{FF2B5EF4-FFF2-40B4-BE49-F238E27FC236}">
                <a16:creationId xmlns:a16="http://schemas.microsoft.com/office/drawing/2014/main" id="{78B83717-13AF-416F-934F-037F6E3693F6}"/>
              </a:ext>
            </a:extLst>
          </p:cNvPr>
          <p:cNvSpPr>
            <a:spLocks noGrp="1"/>
          </p:cNvSpPr>
          <p:nvPr/>
        </p:nvSpPr>
        <p:spPr>
          <a:xfrm>
            <a:off x="2950617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a_full_bar_735">
            <a:extLst>
              <a:ext uri="{FF2B5EF4-FFF2-40B4-BE49-F238E27FC236}">
                <a16:creationId xmlns:a16="http://schemas.microsoft.com/office/drawing/2014/main" id="{8CC6B217-EFBF-4968-BC10-141749C8D0E8}"/>
              </a:ext>
            </a:extLst>
          </p:cNvPr>
          <p:cNvSpPr>
            <a:spLocks noGrp="1"/>
          </p:cNvSpPr>
          <p:nvPr/>
        </p:nvSpPr>
        <p:spPr>
          <a:xfrm>
            <a:off x="2730101" y="577011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a_full_bar_736">
            <a:extLst>
              <a:ext uri="{FF2B5EF4-FFF2-40B4-BE49-F238E27FC236}">
                <a16:creationId xmlns:a16="http://schemas.microsoft.com/office/drawing/2014/main" id="{F64F3A19-05B6-4495-BC06-85770ED1BE48}"/>
              </a:ext>
            </a:extLst>
          </p:cNvPr>
          <p:cNvSpPr>
            <a:spLocks noGrp="1"/>
          </p:cNvSpPr>
          <p:nvPr/>
        </p:nvSpPr>
        <p:spPr>
          <a:xfrm>
            <a:off x="2935513" y="450736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a_full_bar_737">
            <a:extLst>
              <a:ext uri="{FF2B5EF4-FFF2-40B4-BE49-F238E27FC236}">
                <a16:creationId xmlns:a16="http://schemas.microsoft.com/office/drawing/2014/main" id="{B8839BE2-494F-4AFF-8328-CC715229AD02}"/>
              </a:ext>
            </a:extLst>
          </p:cNvPr>
          <p:cNvSpPr>
            <a:spLocks noGrp="1"/>
          </p:cNvSpPr>
          <p:nvPr/>
        </p:nvSpPr>
        <p:spPr>
          <a:xfrm>
            <a:off x="2892175" y="368779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a_full_bar_738">
            <a:extLst>
              <a:ext uri="{FF2B5EF4-FFF2-40B4-BE49-F238E27FC236}">
                <a16:creationId xmlns:a16="http://schemas.microsoft.com/office/drawing/2014/main" id="{19A2767B-ED48-451F-888C-18E10744C5A9}"/>
              </a:ext>
            </a:extLst>
          </p:cNvPr>
          <p:cNvSpPr>
            <a:spLocks noGrp="1"/>
          </p:cNvSpPr>
          <p:nvPr/>
        </p:nvSpPr>
        <p:spPr>
          <a:xfrm>
            <a:off x="2784470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a_full_bar_739">
            <a:extLst>
              <a:ext uri="{FF2B5EF4-FFF2-40B4-BE49-F238E27FC236}">
                <a16:creationId xmlns:a16="http://schemas.microsoft.com/office/drawing/2014/main" id="{D5C3818F-A618-46F5-8E69-9EF571821DA0}"/>
              </a:ext>
            </a:extLst>
          </p:cNvPr>
          <p:cNvSpPr>
            <a:spLocks noGrp="1"/>
          </p:cNvSpPr>
          <p:nvPr/>
        </p:nvSpPr>
        <p:spPr>
          <a:xfrm>
            <a:off x="28235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a_full_bar_740">
            <a:extLst>
              <a:ext uri="{FF2B5EF4-FFF2-40B4-BE49-F238E27FC236}">
                <a16:creationId xmlns:a16="http://schemas.microsoft.com/office/drawing/2014/main" id="{4FB68B96-4328-4F1E-8831-C4757D84235E}"/>
              </a:ext>
            </a:extLst>
          </p:cNvPr>
          <p:cNvSpPr>
            <a:spLocks noGrp="1"/>
          </p:cNvSpPr>
          <p:nvPr/>
        </p:nvSpPr>
        <p:spPr>
          <a:xfrm>
            <a:off x="2633575" y="529726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a_full_bar_741">
            <a:extLst>
              <a:ext uri="{FF2B5EF4-FFF2-40B4-BE49-F238E27FC236}">
                <a16:creationId xmlns:a16="http://schemas.microsoft.com/office/drawing/2014/main" id="{B158B485-4351-4047-8BFE-46BDFE29ED95}"/>
              </a:ext>
            </a:extLst>
          </p:cNvPr>
          <p:cNvSpPr>
            <a:spLocks noGrp="1"/>
          </p:cNvSpPr>
          <p:nvPr/>
        </p:nvSpPr>
        <p:spPr>
          <a:xfrm>
            <a:off x="28031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a_full_bar_742">
            <a:extLst>
              <a:ext uri="{FF2B5EF4-FFF2-40B4-BE49-F238E27FC236}">
                <a16:creationId xmlns:a16="http://schemas.microsoft.com/office/drawing/2014/main" id="{78E990F9-3CB2-4D35-8E33-BF344278F4D3}"/>
              </a:ext>
            </a:extLst>
          </p:cNvPr>
          <p:cNvSpPr>
            <a:spLocks noGrp="1"/>
          </p:cNvSpPr>
          <p:nvPr/>
        </p:nvSpPr>
        <p:spPr>
          <a:xfrm>
            <a:off x="264682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a_full_bar_743">
            <a:extLst>
              <a:ext uri="{FF2B5EF4-FFF2-40B4-BE49-F238E27FC236}">
                <a16:creationId xmlns:a16="http://schemas.microsoft.com/office/drawing/2014/main" id="{4C2A7B40-1329-4137-9D96-FF1B37748F5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a_full_bar_744">
            <a:extLst>
              <a:ext uri="{FF2B5EF4-FFF2-40B4-BE49-F238E27FC236}">
                <a16:creationId xmlns:a16="http://schemas.microsoft.com/office/drawing/2014/main" id="{3324077F-8D40-47C3-9FE6-6302B6A2C8DC}"/>
              </a:ext>
            </a:extLst>
          </p:cNvPr>
          <p:cNvSpPr>
            <a:spLocks noGrp="1"/>
          </p:cNvSpPr>
          <p:nvPr/>
        </p:nvSpPr>
        <p:spPr>
          <a:xfrm>
            <a:off x="5413376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a_full_bar_745">
            <a:extLst>
              <a:ext uri="{FF2B5EF4-FFF2-40B4-BE49-F238E27FC236}">
                <a16:creationId xmlns:a16="http://schemas.microsoft.com/office/drawing/2014/main" id="{A25B7B17-ADE7-4CDC-8AE9-57AE3F406DF0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a_full_bar_746">
            <a:extLst>
              <a:ext uri="{FF2B5EF4-FFF2-40B4-BE49-F238E27FC236}">
                <a16:creationId xmlns:a16="http://schemas.microsoft.com/office/drawing/2014/main" id="{6407C600-7663-46BF-810E-67601149D9F6}"/>
              </a:ext>
            </a:extLst>
          </p:cNvPr>
          <p:cNvSpPr>
            <a:spLocks noGrp="1"/>
          </p:cNvSpPr>
          <p:nvPr/>
        </p:nvSpPr>
        <p:spPr>
          <a:xfrm>
            <a:off x="526611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a_full_bar_747">
            <a:extLst>
              <a:ext uri="{FF2B5EF4-FFF2-40B4-BE49-F238E27FC236}">
                <a16:creationId xmlns:a16="http://schemas.microsoft.com/office/drawing/2014/main" id="{2EB6B50B-0CAD-4472-A786-47F3C9A94E1E}"/>
              </a:ext>
            </a:extLst>
          </p:cNvPr>
          <p:cNvSpPr>
            <a:spLocks noGrp="1"/>
          </p:cNvSpPr>
          <p:nvPr/>
        </p:nvSpPr>
        <p:spPr>
          <a:xfrm>
            <a:off x="5417086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a_full_bar_748">
            <a:extLst>
              <a:ext uri="{FF2B5EF4-FFF2-40B4-BE49-F238E27FC236}">
                <a16:creationId xmlns:a16="http://schemas.microsoft.com/office/drawing/2014/main" id="{E75F4D10-99CF-46FA-A1E2-7D461D30BE52}"/>
              </a:ext>
            </a:extLst>
          </p:cNvPr>
          <p:cNvSpPr>
            <a:spLocks noGrp="1"/>
          </p:cNvSpPr>
          <p:nvPr/>
        </p:nvSpPr>
        <p:spPr>
          <a:xfrm>
            <a:off x="513546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a_full_bar_749">
            <a:extLst>
              <a:ext uri="{FF2B5EF4-FFF2-40B4-BE49-F238E27FC236}">
                <a16:creationId xmlns:a16="http://schemas.microsoft.com/office/drawing/2014/main" id="{E764AAD0-0DE6-4667-B568-3ED78A98FA91}"/>
              </a:ext>
            </a:extLst>
          </p:cNvPr>
          <p:cNvSpPr>
            <a:spLocks noGrp="1"/>
          </p:cNvSpPr>
          <p:nvPr/>
        </p:nvSpPr>
        <p:spPr>
          <a:xfrm>
            <a:off x="52887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a_full_bar_750">
            <a:extLst>
              <a:ext uri="{FF2B5EF4-FFF2-40B4-BE49-F238E27FC236}">
                <a16:creationId xmlns:a16="http://schemas.microsoft.com/office/drawing/2014/main" id="{0CA4F315-C92E-4506-ACE1-AF70BE9457A2}"/>
              </a:ext>
            </a:extLst>
          </p:cNvPr>
          <p:cNvSpPr>
            <a:spLocks noGrp="1"/>
          </p:cNvSpPr>
          <p:nvPr/>
        </p:nvSpPr>
        <p:spPr>
          <a:xfrm>
            <a:off x="51048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a_full_bar_751">
            <a:extLst>
              <a:ext uri="{FF2B5EF4-FFF2-40B4-BE49-F238E27FC236}">
                <a16:creationId xmlns:a16="http://schemas.microsoft.com/office/drawing/2014/main" id="{E0727755-76AD-4C2D-9035-9DE788EED4C7}"/>
              </a:ext>
            </a:extLst>
          </p:cNvPr>
          <p:cNvSpPr>
            <a:spLocks noGrp="1"/>
          </p:cNvSpPr>
          <p:nvPr/>
        </p:nvSpPr>
        <p:spPr>
          <a:xfrm>
            <a:off x="5217431" y="5032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a_full_bar_752">
            <a:extLst>
              <a:ext uri="{FF2B5EF4-FFF2-40B4-BE49-F238E27FC236}">
                <a16:creationId xmlns:a16="http://schemas.microsoft.com/office/drawing/2014/main" id="{894B5FD7-6587-485A-A47C-181212A92578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a_full_bar_753">
            <a:extLst>
              <a:ext uri="{FF2B5EF4-FFF2-40B4-BE49-F238E27FC236}">
                <a16:creationId xmlns:a16="http://schemas.microsoft.com/office/drawing/2014/main" id="{EB92BACD-4044-4850-A947-E5E1B8FAECF0}"/>
              </a:ext>
            </a:extLst>
          </p:cNvPr>
          <p:cNvSpPr>
            <a:spLocks noGrp="1"/>
          </p:cNvSpPr>
          <p:nvPr/>
        </p:nvSpPr>
        <p:spPr>
          <a:xfrm>
            <a:off x="5422771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a_full_bar_754">
            <a:extLst>
              <a:ext uri="{FF2B5EF4-FFF2-40B4-BE49-F238E27FC236}">
                <a16:creationId xmlns:a16="http://schemas.microsoft.com/office/drawing/2014/main" id="{2452A62C-1D1E-4DB7-A3F5-6D1AAFAA81F0}"/>
              </a:ext>
            </a:extLst>
          </p:cNvPr>
          <p:cNvSpPr>
            <a:spLocks noGrp="1"/>
          </p:cNvSpPr>
          <p:nvPr/>
        </p:nvSpPr>
        <p:spPr>
          <a:xfrm>
            <a:off x="5364829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a_full_bar_755">
            <a:extLst>
              <a:ext uri="{FF2B5EF4-FFF2-40B4-BE49-F238E27FC236}">
                <a16:creationId xmlns:a16="http://schemas.microsoft.com/office/drawing/2014/main" id="{DF5A91C8-E9F6-41C1-8334-3BBE0124499D}"/>
              </a:ext>
            </a:extLst>
          </p:cNvPr>
          <p:cNvSpPr>
            <a:spLocks noGrp="1"/>
          </p:cNvSpPr>
          <p:nvPr/>
        </p:nvSpPr>
        <p:spPr>
          <a:xfrm>
            <a:off x="5085436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a_full_bar_756">
            <a:extLst>
              <a:ext uri="{FF2B5EF4-FFF2-40B4-BE49-F238E27FC236}">
                <a16:creationId xmlns:a16="http://schemas.microsoft.com/office/drawing/2014/main" id="{AE91BAC6-79C2-4CDB-A62F-FE66D4B095B4}"/>
              </a:ext>
            </a:extLst>
          </p:cNvPr>
          <p:cNvSpPr>
            <a:spLocks noGrp="1"/>
          </p:cNvSpPr>
          <p:nvPr/>
        </p:nvSpPr>
        <p:spPr>
          <a:xfrm>
            <a:off x="5080138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a_full_bar_757">
            <a:extLst>
              <a:ext uri="{FF2B5EF4-FFF2-40B4-BE49-F238E27FC236}">
                <a16:creationId xmlns:a16="http://schemas.microsoft.com/office/drawing/2014/main" id="{E49BDDB8-73F0-4D69-B085-C81AA5D551E6}"/>
              </a:ext>
            </a:extLst>
          </p:cNvPr>
          <p:cNvSpPr>
            <a:spLocks noGrp="1"/>
          </p:cNvSpPr>
          <p:nvPr/>
        </p:nvSpPr>
        <p:spPr>
          <a:xfrm>
            <a:off x="533738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a_full_bar_758">
            <a:extLst>
              <a:ext uri="{FF2B5EF4-FFF2-40B4-BE49-F238E27FC236}">
                <a16:creationId xmlns:a16="http://schemas.microsoft.com/office/drawing/2014/main" id="{510D8C6C-55BE-443B-A51E-A5866D5ADB0E}"/>
              </a:ext>
            </a:extLst>
          </p:cNvPr>
          <p:cNvSpPr>
            <a:spLocks noGrp="1"/>
          </p:cNvSpPr>
          <p:nvPr/>
        </p:nvSpPr>
        <p:spPr>
          <a:xfrm>
            <a:off x="507862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a_full_bar_759">
            <a:extLst>
              <a:ext uri="{FF2B5EF4-FFF2-40B4-BE49-F238E27FC236}">
                <a16:creationId xmlns:a16="http://schemas.microsoft.com/office/drawing/2014/main" id="{154CBE8A-6511-45FD-881D-E1C37EFE16AE}"/>
              </a:ext>
            </a:extLst>
          </p:cNvPr>
          <p:cNvSpPr>
            <a:spLocks noGrp="1"/>
          </p:cNvSpPr>
          <p:nvPr/>
        </p:nvSpPr>
        <p:spPr>
          <a:xfrm>
            <a:off x="537554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a_full_bar_760">
            <a:extLst>
              <a:ext uri="{FF2B5EF4-FFF2-40B4-BE49-F238E27FC236}">
                <a16:creationId xmlns:a16="http://schemas.microsoft.com/office/drawing/2014/main" id="{F4E0B21D-F775-402B-9123-42BC13E26DBC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a_full_bar_761">
            <a:extLst>
              <a:ext uri="{FF2B5EF4-FFF2-40B4-BE49-F238E27FC236}">
                <a16:creationId xmlns:a16="http://schemas.microsoft.com/office/drawing/2014/main" id="{6AD0C1EA-1E46-4DC0-BBB6-5FCEE9B56DE4}"/>
              </a:ext>
            </a:extLst>
          </p:cNvPr>
          <p:cNvSpPr>
            <a:spLocks noGrp="1"/>
          </p:cNvSpPr>
          <p:nvPr/>
        </p:nvSpPr>
        <p:spPr>
          <a:xfrm>
            <a:off x="54244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a_full_bar_762">
            <a:extLst>
              <a:ext uri="{FF2B5EF4-FFF2-40B4-BE49-F238E27FC236}">
                <a16:creationId xmlns:a16="http://schemas.microsoft.com/office/drawing/2014/main" id="{2BF9D6A7-8B2D-4058-B113-F9B488B84B7C}"/>
              </a:ext>
            </a:extLst>
          </p:cNvPr>
          <p:cNvSpPr>
            <a:spLocks noGrp="1"/>
          </p:cNvSpPr>
          <p:nvPr/>
        </p:nvSpPr>
        <p:spPr>
          <a:xfrm>
            <a:off x="535371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a_full_bar_763">
            <a:extLst>
              <a:ext uri="{FF2B5EF4-FFF2-40B4-BE49-F238E27FC236}">
                <a16:creationId xmlns:a16="http://schemas.microsoft.com/office/drawing/2014/main" id="{5731242A-D6CC-450F-9EC3-B971BA3218DC}"/>
              </a:ext>
            </a:extLst>
          </p:cNvPr>
          <p:cNvSpPr>
            <a:spLocks noGrp="1"/>
          </p:cNvSpPr>
          <p:nvPr/>
        </p:nvSpPr>
        <p:spPr>
          <a:xfrm>
            <a:off x="5398498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a_full_bar_764">
            <a:extLst>
              <a:ext uri="{FF2B5EF4-FFF2-40B4-BE49-F238E27FC236}">
                <a16:creationId xmlns:a16="http://schemas.microsoft.com/office/drawing/2014/main" id="{C6CCF412-E308-4388-A42B-E9E95537B438}"/>
              </a:ext>
            </a:extLst>
          </p:cNvPr>
          <p:cNvSpPr>
            <a:spLocks noGrp="1"/>
          </p:cNvSpPr>
          <p:nvPr/>
        </p:nvSpPr>
        <p:spPr>
          <a:xfrm>
            <a:off x="512095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a_full_bar_765">
            <a:extLst>
              <a:ext uri="{FF2B5EF4-FFF2-40B4-BE49-F238E27FC236}">
                <a16:creationId xmlns:a16="http://schemas.microsoft.com/office/drawing/2014/main" id="{31150201-B6CA-4D7D-A926-D69DC43CB7DE}"/>
              </a:ext>
            </a:extLst>
          </p:cNvPr>
          <p:cNvSpPr>
            <a:spLocks noGrp="1"/>
          </p:cNvSpPr>
          <p:nvPr/>
        </p:nvSpPr>
        <p:spPr>
          <a:xfrm>
            <a:off x="5412922" y="31091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a_full_bar_766">
            <a:extLst>
              <a:ext uri="{FF2B5EF4-FFF2-40B4-BE49-F238E27FC236}">
                <a16:creationId xmlns:a16="http://schemas.microsoft.com/office/drawing/2014/main" id="{E93CD331-3F93-43C0-A889-CEA77E98DFDC}"/>
              </a:ext>
            </a:extLst>
          </p:cNvPr>
          <p:cNvSpPr>
            <a:spLocks noGrp="1"/>
          </p:cNvSpPr>
          <p:nvPr/>
        </p:nvSpPr>
        <p:spPr>
          <a:xfrm>
            <a:off x="535931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a_full_bar_767">
            <a:extLst>
              <a:ext uri="{FF2B5EF4-FFF2-40B4-BE49-F238E27FC236}">
                <a16:creationId xmlns:a16="http://schemas.microsoft.com/office/drawing/2014/main" id="{400534B6-BB7D-4353-B7C1-B54BA6702566}"/>
              </a:ext>
            </a:extLst>
          </p:cNvPr>
          <p:cNvSpPr>
            <a:spLocks noGrp="1"/>
          </p:cNvSpPr>
          <p:nvPr/>
        </p:nvSpPr>
        <p:spPr>
          <a:xfrm>
            <a:off x="5210193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a_full_bar_768">
            <a:extLst>
              <a:ext uri="{FF2B5EF4-FFF2-40B4-BE49-F238E27FC236}">
                <a16:creationId xmlns:a16="http://schemas.microsoft.com/office/drawing/2014/main" id="{B54C1A7B-15E4-4189-A3CD-3D39084E01BF}"/>
              </a:ext>
            </a:extLst>
          </p:cNvPr>
          <p:cNvSpPr>
            <a:spLocks noGrp="1"/>
          </p:cNvSpPr>
          <p:nvPr/>
        </p:nvSpPr>
        <p:spPr>
          <a:xfrm>
            <a:off x="51269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a_full_bar_769">
            <a:extLst>
              <a:ext uri="{FF2B5EF4-FFF2-40B4-BE49-F238E27FC236}">
                <a16:creationId xmlns:a16="http://schemas.microsoft.com/office/drawing/2014/main" id="{01573E77-51A4-410E-9F66-4421D5E97D52}"/>
              </a:ext>
            </a:extLst>
          </p:cNvPr>
          <p:cNvSpPr>
            <a:spLocks noGrp="1"/>
          </p:cNvSpPr>
          <p:nvPr/>
        </p:nvSpPr>
        <p:spPr>
          <a:xfrm>
            <a:off x="5170499" y="44315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a_full_bar_770">
            <a:extLst>
              <a:ext uri="{FF2B5EF4-FFF2-40B4-BE49-F238E27FC236}">
                <a16:creationId xmlns:a16="http://schemas.microsoft.com/office/drawing/2014/main" id="{5797421C-CA92-4271-857A-E51446543E3D}"/>
              </a:ext>
            </a:extLst>
          </p:cNvPr>
          <p:cNvSpPr>
            <a:spLocks noGrp="1"/>
          </p:cNvSpPr>
          <p:nvPr/>
        </p:nvSpPr>
        <p:spPr>
          <a:xfrm>
            <a:off x="5387743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a_full_bar_771">
            <a:extLst>
              <a:ext uri="{FF2B5EF4-FFF2-40B4-BE49-F238E27FC236}">
                <a16:creationId xmlns:a16="http://schemas.microsoft.com/office/drawing/2014/main" id="{4FC2D4EF-DEAD-4896-AAA5-7EE38BA622C0}"/>
              </a:ext>
            </a:extLst>
          </p:cNvPr>
          <p:cNvSpPr>
            <a:spLocks noGrp="1"/>
          </p:cNvSpPr>
          <p:nvPr/>
        </p:nvSpPr>
        <p:spPr>
          <a:xfrm>
            <a:off x="5415426" y="49638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a_full_bar_772">
            <a:extLst>
              <a:ext uri="{FF2B5EF4-FFF2-40B4-BE49-F238E27FC236}">
                <a16:creationId xmlns:a16="http://schemas.microsoft.com/office/drawing/2014/main" id="{E90F1151-5F42-4FF7-8DE8-788B34AD78B2}"/>
              </a:ext>
            </a:extLst>
          </p:cNvPr>
          <p:cNvSpPr>
            <a:spLocks noGrp="1"/>
          </p:cNvSpPr>
          <p:nvPr/>
        </p:nvSpPr>
        <p:spPr>
          <a:xfrm>
            <a:off x="531180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a_full_bar_773">
            <a:extLst>
              <a:ext uri="{FF2B5EF4-FFF2-40B4-BE49-F238E27FC236}">
                <a16:creationId xmlns:a16="http://schemas.microsoft.com/office/drawing/2014/main" id="{B1303365-D0B5-4C16-9ABD-6002E4E7F074}"/>
              </a:ext>
            </a:extLst>
          </p:cNvPr>
          <p:cNvSpPr>
            <a:spLocks noGrp="1"/>
          </p:cNvSpPr>
          <p:nvPr/>
        </p:nvSpPr>
        <p:spPr>
          <a:xfrm>
            <a:off x="53573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a_full_bar_774">
            <a:extLst>
              <a:ext uri="{FF2B5EF4-FFF2-40B4-BE49-F238E27FC236}">
                <a16:creationId xmlns:a16="http://schemas.microsoft.com/office/drawing/2014/main" id="{7F453F75-E013-4CD7-B3B0-1FC1D9E10A47}"/>
              </a:ext>
            </a:extLst>
          </p:cNvPr>
          <p:cNvSpPr>
            <a:spLocks noGrp="1"/>
          </p:cNvSpPr>
          <p:nvPr/>
        </p:nvSpPr>
        <p:spPr>
          <a:xfrm>
            <a:off x="5275731" y="50945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a_full_bar_775">
            <a:extLst>
              <a:ext uri="{FF2B5EF4-FFF2-40B4-BE49-F238E27FC236}">
                <a16:creationId xmlns:a16="http://schemas.microsoft.com/office/drawing/2014/main" id="{B92EEE6A-6F0F-4691-AB00-964D8F750F85}"/>
              </a:ext>
            </a:extLst>
          </p:cNvPr>
          <p:cNvSpPr>
            <a:spLocks noGrp="1"/>
          </p:cNvSpPr>
          <p:nvPr/>
        </p:nvSpPr>
        <p:spPr>
          <a:xfrm>
            <a:off x="5369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a_full_bar_776">
            <a:extLst>
              <a:ext uri="{FF2B5EF4-FFF2-40B4-BE49-F238E27FC236}">
                <a16:creationId xmlns:a16="http://schemas.microsoft.com/office/drawing/2014/main" id="{6E67F7F2-2360-4736-82A0-689D6CD49C7A}"/>
              </a:ext>
            </a:extLst>
          </p:cNvPr>
          <p:cNvSpPr>
            <a:spLocks noGrp="1"/>
          </p:cNvSpPr>
          <p:nvPr/>
        </p:nvSpPr>
        <p:spPr>
          <a:xfrm>
            <a:off x="5423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a_full_bar_777">
            <a:extLst>
              <a:ext uri="{FF2B5EF4-FFF2-40B4-BE49-F238E27FC236}">
                <a16:creationId xmlns:a16="http://schemas.microsoft.com/office/drawing/2014/main" id="{A208C88E-B0FC-42BC-9D78-69C737B2851A}"/>
              </a:ext>
            </a:extLst>
          </p:cNvPr>
          <p:cNvSpPr>
            <a:spLocks noGrp="1"/>
          </p:cNvSpPr>
          <p:nvPr/>
        </p:nvSpPr>
        <p:spPr>
          <a:xfrm>
            <a:off x="54098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a_full_bar_778">
            <a:extLst>
              <a:ext uri="{FF2B5EF4-FFF2-40B4-BE49-F238E27FC236}">
                <a16:creationId xmlns:a16="http://schemas.microsoft.com/office/drawing/2014/main" id="{D0BEA095-B248-4114-AC36-FA69114C3708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a_full_bar_779">
            <a:extLst>
              <a:ext uri="{FF2B5EF4-FFF2-40B4-BE49-F238E27FC236}">
                <a16:creationId xmlns:a16="http://schemas.microsoft.com/office/drawing/2014/main" id="{4AA77130-8A25-439B-B267-C2F799F0D2A9}"/>
              </a:ext>
            </a:extLst>
          </p:cNvPr>
          <p:cNvSpPr>
            <a:spLocks noGrp="1"/>
          </p:cNvSpPr>
          <p:nvPr/>
        </p:nvSpPr>
        <p:spPr>
          <a:xfrm>
            <a:off x="530725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a_full_bar_780">
            <a:extLst>
              <a:ext uri="{FF2B5EF4-FFF2-40B4-BE49-F238E27FC236}">
                <a16:creationId xmlns:a16="http://schemas.microsoft.com/office/drawing/2014/main" id="{F31E4282-8986-4E32-BB94-F2E8567ECAA0}"/>
              </a:ext>
            </a:extLst>
          </p:cNvPr>
          <p:cNvSpPr>
            <a:spLocks noGrp="1"/>
          </p:cNvSpPr>
          <p:nvPr/>
        </p:nvSpPr>
        <p:spPr>
          <a:xfrm>
            <a:off x="53544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a_full_bar_781">
            <a:extLst>
              <a:ext uri="{FF2B5EF4-FFF2-40B4-BE49-F238E27FC236}">
                <a16:creationId xmlns:a16="http://schemas.microsoft.com/office/drawing/2014/main" id="{2F7EC64B-FC2D-4325-9EBA-DCA20537BBD2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a_full_bar_782">
            <a:extLst>
              <a:ext uri="{FF2B5EF4-FFF2-40B4-BE49-F238E27FC236}">
                <a16:creationId xmlns:a16="http://schemas.microsoft.com/office/drawing/2014/main" id="{A82C504B-CDE5-4CCD-9B44-67BF3BB9C9AA}"/>
              </a:ext>
            </a:extLst>
          </p:cNvPr>
          <p:cNvSpPr>
            <a:spLocks noGrp="1"/>
          </p:cNvSpPr>
          <p:nvPr/>
        </p:nvSpPr>
        <p:spPr>
          <a:xfrm>
            <a:off x="5307171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a_full_bar_783">
            <a:extLst>
              <a:ext uri="{FF2B5EF4-FFF2-40B4-BE49-F238E27FC236}">
                <a16:creationId xmlns:a16="http://schemas.microsoft.com/office/drawing/2014/main" id="{C4F6933E-6C5D-4850-BF3E-67FBE5EC42D9}"/>
              </a:ext>
            </a:extLst>
          </p:cNvPr>
          <p:cNvSpPr>
            <a:spLocks noGrp="1"/>
          </p:cNvSpPr>
          <p:nvPr/>
        </p:nvSpPr>
        <p:spPr>
          <a:xfrm>
            <a:off x="5161502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a_full_bar_784">
            <a:extLst>
              <a:ext uri="{FF2B5EF4-FFF2-40B4-BE49-F238E27FC236}">
                <a16:creationId xmlns:a16="http://schemas.microsoft.com/office/drawing/2014/main" id="{99938569-1CC9-4406-9105-8082285C8B07}"/>
              </a:ext>
            </a:extLst>
          </p:cNvPr>
          <p:cNvSpPr>
            <a:spLocks noGrp="1"/>
          </p:cNvSpPr>
          <p:nvPr/>
        </p:nvSpPr>
        <p:spPr>
          <a:xfrm>
            <a:off x="517659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a_full_bar_785">
            <a:extLst>
              <a:ext uri="{FF2B5EF4-FFF2-40B4-BE49-F238E27FC236}">
                <a16:creationId xmlns:a16="http://schemas.microsoft.com/office/drawing/2014/main" id="{B0A0318C-4D3D-471D-8F5F-DB17730AFEFC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a_full_bar_786">
            <a:extLst>
              <a:ext uri="{FF2B5EF4-FFF2-40B4-BE49-F238E27FC236}">
                <a16:creationId xmlns:a16="http://schemas.microsoft.com/office/drawing/2014/main" id="{B96129FE-DD56-4CA8-A62D-4D36C1B3495F}"/>
              </a:ext>
            </a:extLst>
          </p:cNvPr>
          <p:cNvSpPr>
            <a:spLocks noGrp="1"/>
          </p:cNvSpPr>
          <p:nvPr/>
        </p:nvSpPr>
        <p:spPr>
          <a:xfrm>
            <a:off x="5085278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a_full_bar_787">
            <a:extLst>
              <a:ext uri="{FF2B5EF4-FFF2-40B4-BE49-F238E27FC236}">
                <a16:creationId xmlns:a16="http://schemas.microsoft.com/office/drawing/2014/main" id="{433D2C49-DA9F-4101-BB78-DB4775BC0EF8}"/>
              </a:ext>
            </a:extLst>
          </p:cNvPr>
          <p:cNvSpPr>
            <a:spLocks noGrp="1"/>
          </p:cNvSpPr>
          <p:nvPr/>
        </p:nvSpPr>
        <p:spPr>
          <a:xfrm>
            <a:off x="54121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a_full_bar_788">
            <a:extLst>
              <a:ext uri="{FF2B5EF4-FFF2-40B4-BE49-F238E27FC236}">
                <a16:creationId xmlns:a16="http://schemas.microsoft.com/office/drawing/2014/main" id="{F02AC5D9-1204-4830-B8D2-ED2929F73CFA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a_full_bar_789">
            <a:extLst>
              <a:ext uri="{FF2B5EF4-FFF2-40B4-BE49-F238E27FC236}">
                <a16:creationId xmlns:a16="http://schemas.microsoft.com/office/drawing/2014/main" id="{2E8748BC-53E2-48E0-82F0-A820468391ED}"/>
              </a:ext>
            </a:extLst>
          </p:cNvPr>
          <p:cNvSpPr>
            <a:spLocks noGrp="1"/>
          </p:cNvSpPr>
          <p:nvPr/>
        </p:nvSpPr>
        <p:spPr>
          <a:xfrm>
            <a:off x="5292326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a_full_bar_790">
            <a:extLst>
              <a:ext uri="{FF2B5EF4-FFF2-40B4-BE49-F238E27FC236}">
                <a16:creationId xmlns:a16="http://schemas.microsoft.com/office/drawing/2014/main" id="{663A436C-5EBA-4595-9758-01F9052508BA}"/>
              </a:ext>
            </a:extLst>
          </p:cNvPr>
          <p:cNvSpPr>
            <a:spLocks noGrp="1"/>
          </p:cNvSpPr>
          <p:nvPr/>
        </p:nvSpPr>
        <p:spPr>
          <a:xfrm>
            <a:off x="53741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a_full_bar_791">
            <a:extLst>
              <a:ext uri="{FF2B5EF4-FFF2-40B4-BE49-F238E27FC236}">
                <a16:creationId xmlns:a16="http://schemas.microsoft.com/office/drawing/2014/main" id="{71E79312-E56B-4A4A-8739-6DC9AEA2DB02}"/>
              </a:ext>
            </a:extLst>
          </p:cNvPr>
          <p:cNvSpPr>
            <a:spLocks noGrp="1"/>
          </p:cNvSpPr>
          <p:nvPr/>
        </p:nvSpPr>
        <p:spPr>
          <a:xfrm>
            <a:off x="528992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a_full_bar_792">
            <a:extLst>
              <a:ext uri="{FF2B5EF4-FFF2-40B4-BE49-F238E27FC236}">
                <a16:creationId xmlns:a16="http://schemas.microsoft.com/office/drawing/2014/main" id="{419388EA-C006-410C-BEE7-D5427AC9517E}"/>
              </a:ext>
            </a:extLst>
          </p:cNvPr>
          <p:cNvSpPr>
            <a:spLocks noGrp="1"/>
          </p:cNvSpPr>
          <p:nvPr/>
        </p:nvSpPr>
        <p:spPr>
          <a:xfrm>
            <a:off x="5223204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a_full_bar_793">
            <a:extLst>
              <a:ext uri="{FF2B5EF4-FFF2-40B4-BE49-F238E27FC236}">
                <a16:creationId xmlns:a16="http://schemas.microsoft.com/office/drawing/2014/main" id="{FC4A189A-D35E-415D-B543-4F38E6C61941}"/>
              </a:ext>
            </a:extLst>
          </p:cNvPr>
          <p:cNvSpPr>
            <a:spLocks noGrp="1"/>
          </p:cNvSpPr>
          <p:nvPr/>
        </p:nvSpPr>
        <p:spPr>
          <a:xfrm>
            <a:off x="5284075" y="5006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a_full_bar_794">
            <a:extLst>
              <a:ext uri="{FF2B5EF4-FFF2-40B4-BE49-F238E27FC236}">
                <a16:creationId xmlns:a16="http://schemas.microsoft.com/office/drawing/2014/main" id="{95FF568C-D645-45B3-AC69-3978EFDB8D38}"/>
              </a:ext>
            </a:extLst>
          </p:cNvPr>
          <p:cNvSpPr>
            <a:spLocks noGrp="1"/>
          </p:cNvSpPr>
          <p:nvPr/>
        </p:nvSpPr>
        <p:spPr>
          <a:xfrm>
            <a:off x="51088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a_full_bar_795">
            <a:extLst>
              <a:ext uri="{FF2B5EF4-FFF2-40B4-BE49-F238E27FC236}">
                <a16:creationId xmlns:a16="http://schemas.microsoft.com/office/drawing/2014/main" id="{4C0020BC-D64F-40D9-8BD5-88610CF3EE73}"/>
              </a:ext>
            </a:extLst>
          </p:cNvPr>
          <p:cNvSpPr>
            <a:spLocks noGrp="1"/>
          </p:cNvSpPr>
          <p:nvPr/>
        </p:nvSpPr>
        <p:spPr>
          <a:xfrm>
            <a:off x="5106061" y="339081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a_full_bar_796">
            <a:extLst>
              <a:ext uri="{FF2B5EF4-FFF2-40B4-BE49-F238E27FC236}">
                <a16:creationId xmlns:a16="http://schemas.microsoft.com/office/drawing/2014/main" id="{C68237C0-441A-4BDF-9E22-4351C72EACDA}"/>
              </a:ext>
            </a:extLst>
          </p:cNvPr>
          <p:cNvSpPr>
            <a:spLocks noGrp="1"/>
          </p:cNvSpPr>
          <p:nvPr/>
        </p:nvSpPr>
        <p:spPr>
          <a:xfrm>
            <a:off x="5370326" y="35647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a_full_bar_797">
            <a:extLst>
              <a:ext uri="{FF2B5EF4-FFF2-40B4-BE49-F238E27FC236}">
                <a16:creationId xmlns:a16="http://schemas.microsoft.com/office/drawing/2014/main" id="{D8D25195-820D-452D-AA83-2D54A0E1BDA1}"/>
              </a:ext>
            </a:extLst>
          </p:cNvPr>
          <p:cNvSpPr>
            <a:spLocks noGrp="1"/>
          </p:cNvSpPr>
          <p:nvPr/>
        </p:nvSpPr>
        <p:spPr>
          <a:xfrm>
            <a:off x="5139617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a_full_bar_798">
            <a:extLst>
              <a:ext uri="{FF2B5EF4-FFF2-40B4-BE49-F238E27FC236}">
                <a16:creationId xmlns:a16="http://schemas.microsoft.com/office/drawing/2014/main" id="{597B6D0D-8474-4B88-9210-AEC0DF924450}"/>
              </a:ext>
            </a:extLst>
          </p:cNvPr>
          <p:cNvSpPr>
            <a:spLocks noGrp="1"/>
          </p:cNvSpPr>
          <p:nvPr/>
        </p:nvSpPr>
        <p:spPr>
          <a:xfrm>
            <a:off x="5139865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a_full_bar_799">
            <a:extLst>
              <a:ext uri="{FF2B5EF4-FFF2-40B4-BE49-F238E27FC236}">
                <a16:creationId xmlns:a16="http://schemas.microsoft.com/office/drawing/2014/main" id="{60B9F773-587F-4564-9C13-5136332C990A}"/>
              </a:ext>
            </a:extLst>
          </p:cNvPr>
          <p:cNvSpPr>
            <a:spLocks noGrp="1"/>
          </p:cNvSpPr>
          <p:nvPr/>
        </p:nvSpPr>
        <p:spPr>
          <a:xfrm>
            <a:off x="5176513" y="44486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a_full_bar_800">
            <a:extLst>
              <a:ext uri="{FF2B5EF4-FFF2-40B4-BE49-F238E27FC236}">
                <a16:creationId xmlns:a16="http://schemas.microsoft.com/office/drawing/2014/main" id="{0FF003C1-E931-407E-9664-5798041280F7}"/>
              </a:ext>
            </a:extLst>
          </p:cNvPr>
          <p:cNvSpPr>
            <a:spLocks noGrp="1"/>
          </p:cNvSpPr>
          <p:nvPr/>
        </p:nvSpPr>
        <p:spPr>
          <a:xfrm>
            <a:off x="542971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a_full_bar_801">
            <a:extLst>
              <a:ext uri="{FF2B5EF4-FFF2-40B4-BE49-F238E27FC236}">
                <a16:creationId xmlns:a16="http://schemas.microsoft.com/office/drawing/2014/main" id="{C76A5ABD-FFE6-4736-AA1E-C4F9681F0052}"/>
              </a:ext>
            </a:extLst>
          </p:cNvPr>
          <p:cNvSpPr>
            <a:spLocks noGrp="1"/>
          </p:cNvSpPr>
          <p:nvPr/>
        </p:nvSpPr>
        <p:spPr>
          <a:xfrm>
            <a:off x="5205897" y="5911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a_full_bar_802">
            <a:extLst>
              <a:ext uri="{FF2B5EF4-FFF2-40B4-BE49-F238E27FC236}">
                <a16:creationId xmlns:a16="http://schemas.microsoft.com/office/drawing/2014/main" id="{DE5F5774-A0CC-4637-ACED-9464118D20FF}"/>
              </a:ext>
            </a:extLst>
          </p:cNvPr>
          <p:cNvSpPr>
            <a:spLocks noGrp="1"/>
          </p:cNvSpPr>
          <p:nvPr/>
        </p:nvSpPr>
        <p:spPr>
          <a:xfrm>
            <a:off x="5113695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a_full_bar_803">
            <a:extLst>
              <a:ext uri="{FF2B5EF4-FFF2-40B4-BE49-F238E27FC236}">
                <a16:creationId xmlns:a16="http://schemas.microsoft.com/office/drawing/2014/main" id="{9D60CB37-AD67-4620-BC6B-36E3B33B836C}"/>
              </a:ext>
            </a:extLst>
          </p:cNvPr>
          <p:cNvSpPr>
            <a:spLocks noGrp="1"/>
          </p:cNvSpPr>
          <p:nvPr/>
        </p:nvSpPr>
        <p:spPr>
          <a:xfrm>
            <a:off x="5093432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a_full_bar_804">
            <a:extLst>
              <a:ext uri="{FF2B5EF4-FFF2-40B4-BE49-F238E27FC236}">
                <a16:creationId xmlns:a16="http://schemas.microsoft.com/office/drawing/2014/main" id="{84BDE100-059A-42DC-9F50-CF4AA3A62A60}"/>
              </a:ext>
            </a:extLst>
          </p:cNvPr>
          <p:cNvSpPr>
            <a:spLocks noGrp="1"/>
          </p:cNvSpPr>
          <p:nvPr/>
        </p:nvSpPr>
        <p:spPr>
          <a:xfrm>
            <a:off x="51120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a_full_bar_805">
            <a:extLst>
              <a:ext uri="{FF2B5EF4-FFF2-40B4-BE49-F238E27FC236}">
                <a16:creationId xmlns:a16="http://schemas.microsoft.com/office/drawing/2014/main" id="{7729CD41-8D29-4A7C-B6E1-F82338C7803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a_full_bar_806">
            <a:extLst>
              <a:ext uri="{FF2B5EF4-FFF2-40B4-BE49-F238E27FC236}">
                <a16:creationId xmlns:a16="http://schemas.microsoft.com/office/drawing/2014/main" id="{28C2F695-87E7-4017-9A1C-34B6A0166C1C}"/>
              </a:ext>
            </a:extLst>
          </p:cNvPr>
          <p:cNvSpPr>
            <a:spLocks noGrp="1"/>
          </p:cNvSpPr>
          <p:nvPr/>
        </p:nvSpPr>
        <p:spPr>
          <a:xfrm>
            <a:off x="537985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a_full_bar_807">
            <a:extLst>
              <a:ext uri="{FF2B5EF4-FFF2-40B4-BE49-F238E27FC236}">
                <a16:creationId xmlns:a16="http://schemas.microsoft.com/office/drawing/2014/main" id="{91FBB366-F029-4872-A0EB-49AA08D5D048}"/>
              </a:ext>
            </a:extLst>
          </p:cNvPr>
          <p:cNvSpPr>
            <a:spLocks noGrp="1"/>
          </p:cNvSpPr>
          <p:nvPr/>
        </p:nvSpPr>
        <p:spPr>
          <a:xfrm>
            <a:off x="52146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a_full_bar_808">
            <a:extLst>
              <a:ext uri="{FF2B5EF4-FFF2-40B4-BE49-F238E27FC236}">
                <a16:creationId xmlns:a16="http://schemas.microsoft.com/office/drawing/2014/main" id="{EE7DCB5C-8207-4DCD-B3CB-F739F71B13F5}"/>
              </a:ext>
            </a:extLst>
          </p:cNvPr>
          <p:cNvSpPr>
            <a:spLocks noGrp="1"/>
          </p:cNvSpPr>
          <p:nvPr/>
        </p:nvSpPr>
        <p:spPr>
          <a:xfrm>
            <a:off x="5387203" y="43342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a_full_bar_809">
            <a:extLst>
              <a:ext uri="{FF2B5EF4-FFF2-40B4-BE49-F238E27FC236}">
                <a16:creationId xmlns:a16="http://schemas.microsoft.com/office/drawing/2014/main" id="{5C40FC2F-6738-4667-AC01-99A88627FA27}"/>
              </a:ext>
            </a:extLst>
          </p:cNvPr>
          <p:cNvSpPr>
            <a:spLocks noGrp="1"/>
          </p:cNvSpPr>
          <p:nvPr/>
        </p:nvSpPr>
        <p:spPr>
          <a:xfrm>
            <a:off x="5286592" y="35655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a_full_bar_810">
            <a:extLst>
              <a:ext uri="{FF2B5EF4-FFF2-40B4-BE49-F238E27FC236}">
                <a16:creationId xmlns:a16="http://schemas.microsoft.com/office/drawing/2014/main" id="{0269F38E-F0E0-4A70-AF62-9CD67A0267CA}"/>
              </a:ext>
            </a:extLst>
          </p:cNvPr>
          <p:cNvSpPr>
            <a:spLocks noGrp="1"/>
          </p:cNvSpPr>
          <p:nvPr/>
        </p:nvSpPr>
        <p:spPr>
          <a:xfrm>
            <a:off x="50774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a_full_bar_811">
            <a:extLst>
              <a:ext uri="{FF2B5EF4-FFF2-40B4-BE49-F238E27FC236}">
                <a16:creationId xmlns:a16="http://schemas.microsoft.com/office/drawing/2014/main" id="{54DA740D-D3E3-4DEC-9947-887EA81A5709}"/>
              </a:ext>
            </a:extLst>
          </p:cNvPr>
          <p:cNvSpPr>
            <a:spLocks noGrp="1"/>
          </p:cNvSpPr>
          <p:nvPr/>
        </p:nvSpPr>
        <p:spPr>
          <a:xfrm>
            <a:off x="524358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a_full_bar_812">
            <a:extLst>
              <a:ext uri="{FF2B5EF4-FFF2-40B4-BE49-F238E27FC236}">
                <a16:creationId xmlns:a16="http://schemas.microsoft.com/office/drawing/2014/main" id="{923FD20F-6867-4E50-B998-3D476DE0E1F0}"/>
              </a:ext>
            </a:extLst>
          </p:cNvPr>
          <p:cNvSpPr>
            <a:spLocks noGrp="1"/>
          </p:cNvSpPr>
          <p:nvPr/>
        </p:nvSpPr>
        <p:spPr>
          <a:xfrm>
            <a:off x="5305170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a_full_bar_813">
            <a:extLst>
              <a:ext uri="{FF2B5EF4-FFF2-40B4-BE49-F238E27FC236}">
                <a16:creationId xmlns:a16="http://schemas.microsoft.com/office/drawing/2014/main" id="{993D978C-DE9E-4262-B025-48F021E2A3B4}"/>
              </a:ext>
            </a:extLst>
          </p:cNvPr>
          <p:cNvSpPr>
            <a:spLocks noGrp="1"/>
          </p:cNvSpPr>
          <p:nvPr/>
        </p:nvSpPr>
        <p:spPr>
          <a:xfrm>
            <a:off x="524225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a_full_bar_814">
            <a:extLst>
              <a:ext uri="{FF2B5EF4-FFF2-40B4-BE49-F238E27FC236}">
                <a16:creationId xmlns:a16="http://schemas.microsoft.com/office/drawing/2014/main" id="{0E444F03-28E3-44A6-8CC3-699EADFB2E37}"/>
              </a:ext>
            </a:extLst>
          </p:cNvPr>
          <p:cNvSpPr>
            <a:spLocks noGrp="1"/>
          </p:cNvSpPr>
          <p:nvPr/>
        </p:nvSpPr>
        <p:spPr>
          <a:xfrm>
            <a:off x="5135432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a_full_bar_815">
            <a:extLst>
              <a:ext uri="{FF2B5EF4-FFF2-40B4-BE49-F238E27FC236}">
                <a16:creationId xmlns:a16="http://schemas.microsoft.com/office/drawing/2014/main" id="{B9B2EEBE-473E-4FC3-B1B9-3C1AC2607C59}"/>
              </a:ext>
            </a:extLst>
          </p:cNvPr>
          <p:cNvSpPr>
            <a:spLocks noGrp="1"/>
          </p:cNvSpPr>
          <p:nvPr/>
        </p:nvSpPr>
        <p:spPr>
          <a:xfrm>
            <a:off x="524817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a_full_bar_816">
            <a:extLst>
              <a:ext uri="{FF2B5EF4-FFF2-40B4-BE49-F238E27FC236}">
                <a16:creationId xmlns:a16="http://schemas.microsoft.com/office/drawing/2014/main" id="{22050AAA-803D-4B23-8661-BFE28B68F85A}"/>
              </a:ext>
            </a:extLst>
          </p:cNvPr>
          <p:cNvSpPr>
            <a:spLocks noGrp="1"/>
          </p:cNvSpPr>
          <p:nvPr/>
        </p:nvSpPr>
        <p:spPr>
          <a:xfrm>
            <a:off x="533428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a_full_bar_817">
            <a:extLst>
              <a:ext uri="{FF2B5EF4-FFF2-40B4-BE49-F238E27FC236}">
                <a16:creationId xmlns:a16="http://schemas.microsoft.com/office/drawing/2014/main" id="{0ACF3075-2463-4A46-8DC3-CCB091C56711}"/>
              </a:ext>
            </a:extLst>
          </p:cNvPr>
          <p:cNvSpPr>
            <a:spLocks noGrp="1"/>
          </p:cNvSpPr>
          <p:nvPr/>
        </p:nvSpPr>
        <p:spPr>
          <a:xfrm>
            <a:off x="5223108" y="55993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a_full_bar_818">
            <a:extLst>
              <a:ext uri="{FF2B5EF4-FFF2-40B4-BE49-F238E27FC236}">
                <a16:creationId xmlns:a16="http://schemas.microsoft.com/office/drawing/2014/main" id="{24EC59B0-489C-4011-AC3A-77FD14B13B31}"/>
              </a:ext>
            </a:extLst>
          </p:cNvPr>
          <p:cNvSpPr>
            <a:spLocks noGrp="1"/>
          </p:cNvSpPr>
          <p:nvPr/>
        </p:nvSpPr>
        <p:spPr>
          <a:xfrm>
            <a:off x="5100959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a_full_bar_819">
            <a:extLst>
              <a:ext uri="{FF2B5EF4-FFF2-40B4-BE49-F238E27FC236}">
                <a16:creationId xmlns:a16="http://schemas.microsoft.com/office/drawing/2014/main" id="{B445AE13-2FD0-4C43-9EC9-58042120985A}"/>
              </a:ext>
            </a:extLst>
          </p:cNvPr>
          <p:cNvSpPr>
            <a:spLocks noGrp="1"/>
          </p:cNvSpPr>
          <p:nvPr/>
        </p:nvSpPr>
        <p:spPr>
          <a:xfrm>
            <a:off x="507233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a_full_bar_820">
            <a:extLst>
              <a:ext uri="{FF2B5EF4-FFF2-40B4-BE49-F238E27FC236}">
                <a16:creationId xmlns:a16="http://schemas.microsoft.com/office/drawing/2014/main" id="{B6FFC1DC-7DF7-4F4F-8020-40E7144D04EA}"/>
              </a:ext>
            </a:extLst>
          </p:cNvPr>
          <p:cNvSpPr>
            <a:spLocks noGrp="1"/>
          </p:cNvSpPr>
          <p:nvPr/>
        </p:nvSpPr>
        <p:spPr>
          <a:xfrm>
            <a:off x="5099558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a_full_bar_821">
            <a:extLst>
              <a:ext uri="{FF2B5EF4-FFF2-40B4-BE49-F238E27FC236}">
                <a16:creationId xmlns:a16="http://schemas.microsoft.com/office/drawing/2014/main" id="{3D417C76-8230-4E6D-9D67-392961B0BB3E}"/>
              </a:ext>
            </a:extLst>
          </p:cNvPr>
          <p:cNvSpPr>
            <a:spLocks noGrp="1"/>
          </p:cNvSpPr>
          <p:nvPr/>
        </p:nvSpPr>
        <p:spPr>
          <a:xfrm>
            <a:off x="542714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a_full_bar_822">
            <a:extLst>
              <a:ext uri="{FF2B5EF4-FFF2-40B4-BE49-F238E27FC236}">
                <a16:creationId xmlns:a16="http://schemas.microsoft.com/office/drawing/2014/main" id="{AC83472F-9CB4-4ABB-9244-F729F4FB985D}"/>
              </a:ext>
            </a:extLst>
          </p:cNvPr>
          <p:cNvSpPr>
            <a:spLocks noGrp="1"/>
          </p:cNvSpPr>
          <p:nvPr/>
        </p:nvSpPr>
        <p:spPr>
          <a:xfrm>
            <a:off x="5225333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a_full_bar_823">
            <a:extLst>
              <a:ext uri="{FF2B5EF4-FFF2-40B4-BE49-F238E27FC236}">
                <a16:creationId xmlns:a16="http://schemas.microsoft.com/office/drawing/2014/main" id="{5A6D516B-2982-4E15-BE4F-495A58EB978F}"/>
              </a:ext>
            </a:extLst>
          </p:cNvPr>
          <p:cNvSpPr>
            <a:spLocks noGrp="1"/>
          </p:cNvSpPr>
          <p:nvPr/>
        </p:nvSpPr>
        <p:spPr>
          <a:xfrm>
            <a:off x="508463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a_full_bar_824">
            <a:extLst>
              <a:ext uri="{FF2B5EF4-FFF2-40B4-BE49-F238E27FC236}">
                <a16:creationId xmlns:a16="http://schemas.microsoft.com/office/drawing/2014/main" id="{3CD47428-FA31-4E35-BB10-74C77C69BEE8}"/>
              </a:ext>
            </a:extLst>
          </p:cNvPr>
          <p:cNvSpPr>
            <a:spLocks noGrp="1"/>
          </p:cNvSpPr>
          <p:nvPr/>
        </p:nvSpPr>
        <p:spPr>
          <a:xfrm>
            <a:off x="5214548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a_full_bar_825">
            <a:extLst>
              <a:ext uri="{FF2B5EF4-FFF2-40B4-BE49-F238E27FC236}">
                <a16:creationId xmlns:a16="http://schemas.microsoft.com/office/drawing/2014/main" id="{77DDF292-CD07-4032-AC01-DBF6069D052F}"/>
              </a:ext>
            </a:extLst>
          </p:cNvPr>
          <p:cNvSpPr>
            <a:spLocks noGrp="1"/>
          </p:cNvSpPr>
          <p:nvPr/>
        </p:nvSpPr>
        <p:spPr>
          <a:xfrm>
            <a:off x="5454819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a_full_bar_826">
            <a:extLst>
              <a:ext uri="{FF2B5EF4-FFF2-40B4-BE49-F238E27FC236}">
                <a16:creationId xmlns:a16="http://schemas.microsoft.com/office/drawing/2014/main" id="{8BE971CF-2719-49E5-9C1C-04FD4D3981E7}"/>
              </a:ext>
            </a:extLst>
          </p:cNvPr>
          <p:cNvSpPr>
            <a:spLocks noGrp="1"/>
          </p:cNvSpPr>
          <p:nvPr/>
        </p:nvSpPr>
        <p:spPr>
          <a:xfrm>
            <a:off x="52025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a_full_bar_827">
            <a:extLst>
              <a:ext uri="{FF2B5EF4-FFF2-40B4-BE49-F238E27FC236}">
                <a16:creationId xmlns:a16="http://schemas.microsoft.com/office/drawing/2014/main" id="{6A2CD6EC-B060-49E9-9FD9-505F10E33FDD}"/>
              </a:ext>
            </a:extLst>
          </p:cNvPr>
          <p:cNvSpPr>
            <a:spLocks noGrp="1"/>
          </p:cNvSpPr>
          <p:nvPr/>
        </p:nvSpPr>
        <p:spPr>
          <a:xfrm>
            <a:off x="51455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a_full_bar_828">
            <a:extLst>
              <a:ext uri="{FF2B5EF4-FFF2-40B4-BE49-F238E27FC236}">
                <a16:creationId xmlns:a16="http://schemas.microsoft.com/office/drawing/2014/main" id="{0A54E325-F039-4FD0-83E9-9E715865FBC9}"/>
              </a:ext>
            </a:extLst>
          </p:cNvPr>
          <p:cNvSpPr>
            <a:spLocks noGrp="1"/>
          </p:cNvSpPr>
          <p:nvPr/>
        </p:nvSpPr>
        <p:spPr>
          <a:xfrm>
            <a:off x="5130798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a_full_bar_829">
            <a:extLst>
              <a:ext uri="{FF2B5EF4-FFF2-40B4-BE49-F238E27FC236}">
                <a16:creationId xmlns:a16="http://schemas.microsoft.com/office/drawing/2014/main" id="{148B87CF-AFF2-4C31-949A-0542E9105D48}"/>
              </a:ext>
            </a:extLst>
          </p:cNvPr>
          <p:cNvSpPr>
            <a:spLocks noGrp="1"/>
          </p:cNvSpPr>
          <p:nvPr/>
        </p:nvSpPr>
        <p:spPr>
          <a:xfrm>
            <a:off x="5191717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a_full_bar_830">
            <a:extLst>
              <a:ext uri="{FF2B5EF4-FFF2-40B4-BE49-F238E27FC236}">
                <a16:creationId xmlns:a16="http://schemas.microsoft.com/office/drawing/2014/main" id="{47E49535-3CB8-49EA-B9A7-996BB66A227E}"/>
              </a:ext>
            </a:extLst>
          </p:cNvPr>
          <p:cNvSpPr>
            <a:spLocks noGrp="1"/>
          </p:cNvSpPr>
          <p:nvPr/>
        </p:nvSpPr>
        <p:spPr>
          <a:xfrm>
            <a:off x="516317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a_full_bar_831">
            <a:extLst>
              <a:ext uri="{FF2B5EF4-FFF2-40B4-BE49-F238E27FC236}">
                <a16:creationId xmlns:a16="http://schemas.microsoft.com/office/drawing/2014/main" id="{798B0BCA-E8A9-4649-99EC-173339D9553B}"/>
              </a:ext>
            </a:extLst>
          </p:cNvPr>
          <p:cNvSpPr>
            <a:spLocks noGrp="1"/>
          </p:cNvSpPr>
          <p:nvPr/>
        </p:nvSpPr>
        <p:spPr>
          <a:xfrm>
            <a:off x="5354814" y="44817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a_full_bar_832">
            <a:extLst>
              <a:ext uri="{FF2B5EF4-FFF2-40B4-BE49-F238E27FC236}">
                <a16:creationId xmlns:a16="http://schemas.microsoft.com/office/drawing/2014/main" id="{B41765D3-BE3A-411C-89BF-75E30E579900}"/>
              </a:ext>
            </a:extLst>
          </p:cNvPr>
          <p:cNvSpPr>
            <a:spLocks noGrp="1"/>
          </p:cNvSpPr>
          <p:nvPr/>
        </p:nvSpPr>
        <p:spPr>
          <a:xfrm>
            <a:off x="5353258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a_full_bar_833">
            <a:extLst>
              <a:ext uri="{FF2B5EF4-FFF2-40B4-BE49-F238E27FC236}">
                <a16:creationId xmlns:a16="http://schemas.microsoft.com/office/drawing/2014/main" id="{7EEF09A0-6B9C-4481-AFA6-5A30A814E3B4}"/>
              </a:ext>
            </a:extLst>
          </p:cNvPr>
          <p:cNvSpPr>
            <a:spLocks noGrp="1"/>
          </p:cNvSpPr>
          <p:nvPr/>
        </p:nvSpPr>
        <p:spPr>
          <a:xfrm>
            <a:off x="508570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a_full_bar_834">
            <a:extLst>
              <a:ext uri="{FF2B5EF4-FFF2-40B4-BE49-F238E27FC236}">
                <a16:creationId xmlns:a16="http://schemas.microsoft.com/office/drawing/2014/main" id="{A872E518-5047-4D98-A7A6-E8B38ACC4DCE}"/>
              </a:ext>
            </a:extLst>
          </p:cNvPr>
          <p:cNvSpPr>
            <a:spLocks noGrp="1"/>
          </p:cNvSpPr>
          <p:nvPr/>
        </p:nvSpPr>
        <p:spPr>
          <a:xfrm>
            <a:off x="518885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a_full_bar_835">
            <a:extLst>
              <a:ext uri="{FF2B5EF4-FFF2-40B4-BE49-F238E27FC236}">
                <a16:creationId xmlns:a16="http://schemas.microsoft.com/office/drawing/2014/main" id="{59B34EB2-A87E-4348-B086-3509DAA5A1B7}"/>
              </a:ext>
            </a:extLst>
          </p:cNvPr>
          <p:cNvSpPr>
            <a:spLocks noGrp="1"/>
          </p:cNvSpPr>
          <p:nvPr/>
        </p:nvSpPr>
        <p:spPr>
          <a:xfrm>
            <a:off x="51449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a_full_bar_836">
            <a:extLst>
              <a:ext uri="{FF2B5EF4-FFF2-40B4-BE49-F238E27FC236}">
                <a16:creationId xmlns:a16="http://schemas.microsoft.com/office/drawing/2014/main" id="{004456B7-FE09-4A18-95AA-325F25226B57}"/>
              </a:ext>
            </a:extLst>
          </p:cNvPr>
          <p:cNvSpPr>
            <a:spLocks noGrp="1"/>
          </p:cNvSpPr>
          <p:nvPr/>
        </p:nvSpPr>
        <p:spPr>
          <a:xfrm>
            <a:off x="5407327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a_full_bar_837">
            <a:extLst>
              <a:ext uri="{FF2B5EF4-FFF2-40B4-BE49-F238E27FC236}">
                <a16:creationId xmlns:a16="http://schemas.microsoft.com/office/drawing/2014/main" id="{37961934-95B0-47A1-9552-AA2B853574C4}"/>
              </a:ext>
            </a:extLst>
          </p:cNvPr>
          <p:cNvSpPr>
            <a:spLocks noGrp="1"/>
          </p:cNvSpPr>
          <p:nvPr/>
        </p:nvSpPr>
        <p:spPr>
          <a:xfrm>
            <a:off x="538708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a_full_bar_838">
            <a:extLst>
              <a:ext uri="{FF2B5EF4-FFF2-40B4-BE49-F238E27FC236}">
                <a16:creationId xmlns:a16="http://schemas.microsoft.com/office/drawing/2014/main" id="{5FA7205D-305A-4C16-9E6F-516F37D03989}"/>
              </a:ext>
            </a:extLst>
          </p:cNvPr>
          <p:cNvSpPr>
            <a:spLocks noGrp="1"/>
          </p:cNvSpPr>
          <p:nvPr/>
        </p:nvSpPr>
        <p:spPr>
          <a:xfrm>
            <a:off x="5336663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a_full_bar_839">
            <a:extLst>
              <a:ext uri="{FF2B5EF4-FFF2-40B4-BE49-F238E27FC236}">
                <a16:creationId xmlns:a16="http://schemas.microsoft.com/office/drawing/2014/main" id="{3DF613D1-792E-46C2-A84B-2A85DB6D2C32}"/>
              </a:ext>
            </a:extLst>
          </p:cNvPr>
          <p:cNvSpPr>
            <a:spLocks noGrp="1"/>
          </p:cNvSpPr>
          <p:nvPr/>
        </p:nvSpPr>
        <p:spPr>
          <a:xfrm>
            <a:off x="526002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a_full_bar_840">
            <a:extLst>
              <a:ext uri="{FF2B5EF4-FFF2-40B4-BE49-F238E27FC236}">
                <a16:creationId xmlns:a16="http://schemas.microsoft.com/office/drawing/2014/main" id="{64399AA8-F9D1-4BE5-BA2E-96199EED13C3}"/>
              </a:ext>
            </a:extLst>
          </p:cNvPr>
          <p:cNvSpPr>
            <a:spLocks noGrp="1"/>
          </p:cNvSpPr>
          <p:nvPr/>
        </p:nvSpPr>
        <p:spPr>
          <a:xfrm>
            <a:off x="514424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a_full_bar_841">
            <a:extLst>
              <a:ext uri="{FF2B5EF4-FFF2-40B4-BE49-F238E27FC236}">
                <a16:creationId xmlns:a16="http://schemas.microsoft.com/office/drawing/2014/main" id="{EC6ABDEB-5E3A-4284-85A8-1971A52CE90C}"/>
              </a:ext>
            </a:extLst>
          </p:cNvPr>
          <p:cNvSpPr>
            <a:spLocks noGrp="1"/>
          </p:cNvSpPr>
          <p:nvPr/>
        </p:nvSpPr>
        <p:spPr>
          <a:xfrm>
            <a:off x="529403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a_full_bar_842">
            <a:extLst>
              <a:ext uri="{FF2B5EF4-FFF2-40B4-BE49-F238E27FC236}">
                <a16:creationId xmlns:a16="http://schemas.microsoft.com/office/drawing/2014/main" id="{6B6FD9FE-59D6-4E3E-AB9E-F76E982B1FF5}"/>
              </a:ext>
            </a:extLst>
          </p:cNvPr>
          <p:cNvSpPr>
            <a:spLocks noGrp="1"/>
          </p:cNvSpPr>
          <p:nvPr/>
        </p:nvSpPr>
        <p:spPr>
          <a:xfrm>
            <a:off x="5414946" y="4268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a_full_bar_843">
            <a:extLst>
              <a:ext uri="{FF2B5EF4-FFF2-40B4-BE49-F238E27FC236}">
                <a16:creationId xmlns:a16="http://schemas.microsoft.com/office/drawing/2014/main" id="{56AA22FE-CB54-4C7E-B886-A911DE988F95}"/>
              </a:ext>
            </a:extLst>
          </p:cNvPr>
          <p:cNvSpPr>
            <a:spLocks noGrp="1"/>
          </p:cNvSpPr>
          <p:nvPr/>
        </p:nvSpPr>
        <p:spPr>
          <a:xfrm>
            <a:off x="510466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a_full_bar_844">
            <a:extLst>
              <a:ext uri="{FF2B5EF4-FFF2-40B4-BE49-F238E27FC236}">
                <a16:creationId xmlns:a16="http://schemas.microsoft.com/office/drawing/2014/main" id="{3034AC20-BE0F-4F0E-A7AA-38B67260445D}"/>
              </a:ext>
            </a:extLst>
          </p:cNvPr>
          <p:cNvSpPr>
            <a:spLocks noGrp="1"/>
          </p:cNvSpPr>
          <p:nvPr/>
        </p:nvSpPr>
        <p:spPr>
          <a:xfrm>
            <a:off x="540617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a_full_bar_845">
            <a:extLst>
              <a:ext uri="{FF2B5EF4-FFF2-40B4-BE49-F238E27FC236}">
                <a16:creationId xmlns:a16="http://schemas.microsoft.com/office/drawing/2014/main" id="{9AA76193-94C5-42F6-852F-C8B8522280A2}"/>
              </a:ext>
            </a:extLst>
          </p:cNvPr>
          <p:cNvSpPr>
            <a:spLocks noGrp="1"/>
          </p:cNvSpPr>
          <p:nvPr/>
        </p:nvSpPr>
        <p:spPr>
          <a:xfrm>
            <a:off x="537176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a_full_bar_846">
            <a:extLst>
              <a:ext uri="{FF2B5EF4-FFF2-40B4-BE49-F238E27FC236}">
                <a16:creationId xmlns:a16="http://schemas.microsoft.com/office/drawing/2014/main" id="{AF72020F-E3E7-477D-9FF1-000E85D6D5D0}"/>
              </a:ext>
            </a:extLst>
          </p:cNvPr>
          <p:cNvSpPr>
            <a:spLocks noGrp="1"/>
          </p:cNvSpPr>
          <p:nvPr/>
        </p:nvSpPr>
        <p:spPr>
          <a:xfrm>
            <a:off x="51664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a_full_bar_847">
            <a:extLst>
              <a:ext uri="{FF2B5EF4-FFF2-40B4-BE49-F238E27FC236}">
                <a16:creationId xmlns:a16="http://schemas.microsoft.com/office/drawing/2014/main" id="{0245BE60-B81F-4735-9F50-E73C472DF988}"/>
              </a:ext>
            </a:extLst>
          </p:cNvPr>
          <p:cNvSpPr>
            <a:spLocks noGrp="1"/>
          </p:cNvSpPr>
          <p:nvPr/>
        </p:nvSpPr>
        <p:spPr>
          <a:xfrm>
            <a:off x="5397334" y="326198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a_full_bar_848">
            <a:extLst>
              <a:ext uri="{FF2B5EF4-FFF2-40B4-BE49-F238E27FC236}">
                <a16:creationId xmlns:a16="http://schemas.microsoft.com/office/drawing/2014/main" id="{05AB2940-CFC3-4652-8C77-CE9D5C326D73}"/>
              </a:ext>
            </a:extLst>
          </p:cNvPr>
          <p:cNvSpPr>
            <a:spLocks noGrp="1"/>
          </p:cNvSpPr>
          <p:nvPr/>
        </p:nvSpPr>
        <p:spPr>
          <a:xfrm>
            <a:off x="5074230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a_full_bar_849">
            <a:extLst>
              <a:ext uri="{FF2B5EF4-FFF2-40B4-BE49-F238E27FC236}">
                <a16:creationId xmlns:a16="http://schemas.microsoft.com/office/drawing/2014/main" id="{7A8A8E70-E583-42E5-BFE5-FF88E85F4F79}"/>
              </a:ext>
            </a:extLst>
          </p:cNvPr>
          <p:cNvSpPr>
            <a:spLocks noGrp="1"/>
          </p:cNvSpPr>
          <p:nvPr/>
        </p:nvSpPr>
        <p:spPr>
          <a:xfrm>
            <a:off x="515264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a_full_bar_850">
            <a:extLst>
              <a:ext uri="{FF2B5EF4-FFF2-40B4-BE49-F238E27FC236}">
                <a16:creationId xmlns:a16="http://schemas.microsoft.com/office/drawing/2014/main" id="{3402C4AF-5699-47C2-8F9F-BE8590519F65}"/>
              </a:ext>
            </a:extLst>
          </p:cNvPr>
          <p:cNvSpPr>
            <a:spLocks noGrp="1"/>
          </p:cNvSpPr>
          <p:nvPr/>
        </p:nvSpPr>
        <p:spPr>
          <a:xfrm>
            <a:off x="5222694" y="49166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a_full_bar_851">
            <a:extLst>
              <a:ext uri="{FF2B5EF4-FFF2-40B4-BE49-F238E27FC236}">
                <a16:creationId xmlns:a16="http://schemas.microsoft.com/office/drawing/2014/main" id="{9AFB8827-D6ED-4AEA-9F08-9450EF2ABEAE}"/>
              </a:ext>
            </a:extLst>
          </p:cNvPr>
          <p:cNvSpPr>
            <a:spLocks noGrp="1"/>
          </p:cNvSpPr>
          <p:nvPr/>
        </p:nvSpPr>
        <p:spPr>
          <a:xfrm>
            <a:off x="5092911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a_full_bar_852">
            <a:extLst>
              <a:ext uri="{FF2B5EF4-FFF2-40B4-BE49-F238E27FC236}">
                <a16:creationId xmlns:a16="http://schemas.microsoft.com/office/drawing/2014/main" id="{54C7DFFB-E947-490A-81B3-A350A34824C2}"/>
              </a:ext>
            </a:extLst>
          </p:cNvPr>
          <p:cNvSpPr>
            <a:spLocks noGrp="1"/>
          </p:cNvSpPr>
          <p:nvPr/>
        </p:nvSpPr>
        <p:spPr>
          <a:xfrm>
            <a:off x="5462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a_full_bar_853">
            <a:extLst>
              <a:ext uri="{FF2B5EF4-FFF2-40B4-BE49-F238E27FC236}">
                <a16:creationId xmlns:a16="http://schemas.microsoft.com/office/drawing/2014/main" id="{A282E606-7FE0-4514-BCFB-1018B5CFD64F}"/>
              </a:ext>
            </a:extLst>
          </p:cNvPr>
          <p:cNvSpPr>
            <a:spLocks noGrp="1"/>
          </p:cNvSpPr>
          <p:nvPr/>
        </p:nvSpPr>
        <p:spPr>
          <a:xfrm>
            <a:off x="5421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a_full_bar_854">
            <a:extLst>
              <a:ext uri="{FF2B5EF4-FFF2-40B4-BE49-F238E27FC236}">
                <a16:creationId xmlns:a16="http://schemas.microsoft.com/office/drawing/2014/main" id="{C0172286-0B50-40AD-A2EB-CE1DA6687089}"/>
              </a:ext>
            </a:extLst>
          </p:cNvPr>
          <p:cNvSpPr>
            <a:spLocks noGrp="1"/>
          </p:cNvSpPr>
          <p:nvPr/>
        </p:nvSpPr>
        <p:spPr>
          <a:xfrm>
            <a:off x="5293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a_full_bar_855">
            <a:extLst>
              <a:ext uri="{FF2B5EF4-FFF2-40B4-BE49-F238E27FC236}">
                <a16:creationId xmlns:a16="http://schemas.microsoft.com/office/drawing/2014/main" id="{E4DDC50C-6A91-4A52-9AD9-D85C99E41561}"/>
              </a:ext>
            </a:extLst>
          </p:cNvPr>
          <p:cNvSpPr>
            <a:spLocks noGrp="1"/>
          </p:cNvSpPr>
          <p:nvPr/>
        </p:nvSpPr>
        <p:spPr>
          <a:xfrm>
            <a:off x="5157628" y="34763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a_full_bar_856">
            <a:extLst>
              <a:ext uri="{FF2B5EF4-FFF2-40B4-BE49-F238E27FC236}">
                <a16:creationId xmlns:a16="http://schemas.microsoft.com/office/drawing/2014/main" id="{0C2D1A58-2BDF-469C-9E13-629AA5ABE719}"/>
              </a:ext>
            </a:extLst>
          </p:cNvPr>
          <p:cNvSpPr>
            <a:spLocks noGrp="1"/>
          </p:cNvSpPr>
          <p:nvPr/>
        </p:nvSpPr>
        <p:spPr>
          <a:xfrm>
            <a:off x="528049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a_full_bar_857">
            <a:extLst>
              <a:ext uri="{FF2B5EF4-FFF2-40B4-BE49-F238E27FC236}">
                <a16:creationId xmlns:a16="http://schemas.microsoft.com/office/drawing/2014/main" id="{FE45354E-855D-40BE-9CB1-27CD006915BA}"/>
              </a:ext>
            </a:extLst>
          </p:cNvPr>
          <p:cNvSpPr>
            <a:spLocks noGrp="1"/>
          </p:cNvSpPr>
          <p:nvPr/>
        </p:nvSpPr>
        <p:spPr>
          <a:xfrm>
            <a:off x="5434959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a_full_bar_858">
            <a:extLst>
              <a:ext uri="{FF2B5EF4-FFF2-40B4-BE49-F238E27FC236}">
                <a16:creationId xmlns:a16="http://schemas.microsoft.com/office/drawing/2014/main" id="{0F52B471-51FF-4353-A7AE-12F1AB7617A9}"/>
              </a:ext>
            </a:extLst>
          </p:cNvPr>
          <p:cNvSpPr>
            <a:spLocks noGrp="1"/>
          </p:cNvSpPr>
          <p:nvPr/>
        </p:nvSpPr>
        <p:spPr>
          <a:xfrm>
            <a:off x="52945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a_full_bar_859">
            <a:extLst>
              <a:ext uri="{FF2B5EF4-FFF2-40B4-BE49-F238E27FC236}">
                <a16:creationId xmlns:a16="http://schemas.microsoft.com/office/drawing/2014/main" id="{21D647FE-46E3-4ED4-9B89-0FD3F96A06D2}"/>
              </a:ext>
            </a:extLst>
          </p:cNvPr>
          <p:cNvSpPr>
            <a:spLocks noGrp="1"/>
          </p:cNvSpPr>
          <p:nvPr/>
        </p:nvSpPr>
        <p:spPr>
          <a:xfrm>
            <a:off x="5267041" y="45693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a_full_bar_860">
            <a:extLst>
              <a:ext uri="{FF2B5EF4-FFF2-40B4-BE49-F238E27FC236}">
                <a16:creationId xmlns:a16="http://schemas.microsoft.com/office/drawing/2014/main" id="{6294D338-FBFE-4C1F-8C5F-026348808AD9}"/>
              </a:ext>
            </a:extLst>
          </p:cNvPr>
          <p:cNvSpPr>
            <a:spLocks noGrp="1"/>
          </p:cNvSpPr>
          <p:nvPr/>
        </p:nvSpPr>
        <p:spPr>
          <a:xfrm>
            <a:off x="51871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a_full_bar_861">
            <a:extLst>
              <a:ext uri="{FF2B5EF4-FFF2-40B4-BE49-F238E27FC236}">
                <a16:creationId xmlns:a16="http://schemas.microsoft.com/office/drawing/2014/main" id="{C8B6FAE4-83E2-443F-BFC8-37D71A95ADA5}"/>
              </a:ext>
            </a:extLst>
          </p:cNvPr>
          <p:cNvSpPr>
            <a:spLocks noGrp="1"/>
          </p:cNvSpPr>
          <p:nvPr/>
        </p:nvSpPr>
        <p:spPr>
          <a:xfrm>
            <a:off x="53232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a_full_bar_862">
            <a:extLst>
              <a:ext uri="{FF2B5EF4-FFF2-40B4-BE49-F238E27FC236}">
                <a16:creationId xmlns:a16="http://schemas.microsoft.com/office/drawing/2014/main" id="{99268B9E-8027-4F01-9541-B58C715CB739}"/>
              </a:ext>
            </a:extLst>
          </p:cNvPr>
          <p:cNvSpPr>
            <a:spLocks noGrp="1"/>
          </p:cNvSpPr>
          <p:nvPr/>
        </p:nvSpPr>
        <p:spPr>
          <a:xfrm>
            <a:off x="53169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a_full_bar_863">
            <a:extLst>
              <a:ext uri="{FF2B5EF4-FFF2-40B4-BE49-F238E27FC236}">
                <a16:creationId xmlns:a16="http://schemas.microsoft.com/office/drawing/2014/main" id="{4975C57A-A43C-4CB1-AAC8-0AD0B6A23E93}"/>
              </a:ext>
            </a:extLst>
          </p:cNvPr>
          <p:cNvSpPr>
            <a:spLocks noGrp="1"/>
          </p:cNvSpPr>
          <p:nvPr/>
        </p:nvSpPr>
        <p:spPr>
          <a:xfrm>
            <a:off x="54619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a_full_bar_864">
            <a:extLst>
              <a:ext uri="{FF2B5EF4-FFF2-40B4-BE49-F238E27FC236}">
                <a16:creationId xmlns:a16="http://schemas.microsoft.com/office/drawing/2014/main" id="{53E6216C-1B86-41B5-932D-48ABD0BDFDED}"/>
              </a:ext>
            </a:extLst>
          </p:cNvPr>
          <p:cNvSpPr>
            <a:spLocks noGrp="1"/>
          </p:cNvSpPr>
          <p:nvPr/>
        </p:nvSpPr>
        <p:spPr>
          <a:xfrm>
            <a:off x="5304499" y="3986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a_full_bar_865">
            <a:extLst>
              <a:ext uri="{FF2B5EF4-FFF2-40B4-BE49-F238E27FC236}">
                <a16:creationId xmlns:a16="http://schemas.microsoft.com/office/drawing/2014/main" id="{F0E7693C-DFED-4D82-943D-87F714808CA5}"/>
              </a:ext>
            </a:extLst>
          </p:cNvPr>
          <p:cNvSpPr>
            <a:spLocks noGrp="1"/>
          </p:cNvSpPr>
          <p:nvPr/>
        </p:nvSpPr>
        <p:spPr>
          <a:xfrm>
            <a:off x="5098536" y="25739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a_full_bar_866">
            <a:extLst>
              <a:ext uri="{FF2B5EF4-FFF2-40B4-BE49-F238E27FC236}">
                <a16:creationId xmlns:a16="http://schemas.microsoft.com/office/drawing/2014/main" id="{40E1A675-259A-40C9-A640-A09A8C9841C7}"/>
              </a:ext>
            </a:extLst>
          </p:cNvPr>
          <p:cNvSpPr>
            <a:spLocks noGrp="1"/>
          </p:cNvSpPr>
          <p:nvPr/>
        </p:nvSpPr>
        <p:spPr>
          <a:xfrm>
            <a:off x="5361015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a_full_bar_867">
            <a:extLst>
              <a:ext uri="{FF2B5EF4-FFF2-40B4-BE49-F238E27FC236}">
                <a16:creationId xmlns:a16="http://schemas.microsoft.com/office/drawing/2014/main" id="{CB8DC312-CD58-415E-BF23-FEAC95E7EDD3}"/>
              </a:ext>
            </a:extLst>
          </p:cNvPr>
          <p:cNvSpPr>
            <a:spLocks noGrp="1"/>
          </p:cNvSpPr>
          <p:nvPr/>
        </p:nvSpPr>
        <p:spPr>
          <a:xfrm>
            <a:off x="53521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a_full_bar_868">
            <a:extLst>
              <a:ext uri="{FF2B5EF4-FFF2-40B4-BE49-F238E27FC236}">
                <a16:creationId xmlns:a16="http://schemas.microsoft.com/office/drawing/2014/main" id="{6CFF5946-A1D5-4B32-8C95-7DAE91A33E80}"/>
              </a:ext>
            </a:extLst>
          </p:cNvPr>
          <p:cNvSpPr>
            <a:spLocks noGrp="1"/>
          </p:cNvSpPr>
          <p:nvPr/>
        </p:nvSpPr>
        <p:spPr>
          <a:xfrm>
            <a:off x="531458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a_full_bar_869">
            <a:extLst>
              <a:ext uri="{FF2B5EF4-FFF2-40B4-BE49-F238E27FC236}">
                <a16:creationId xmlns:a16="http://schemas.microsoft.com/office/drawing/2014/main" id="{746987A7-B1CC-4E7F-80EF-0B08AF9B2A73}"/>
              </a:ext>
            </a:extLst>
          </p:cNvPr>
          <p:cNvSpPr>
            <a:spLocks noGrp="1"/>
          </p:cNvSpPr>
          <p:nvPr/>
        </p:nvSpPr>
        <p:spPr>
          <a:xfrm>
            <a:off x="5089020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a_full_bar_870">
            <a:extLst>
              <a:ext uri="{FF2B5EF4-FFF2-40B4-BE49-F238E27FC236}">
                <a16:creationId xmlns:a16="http://schemas.microsoft.com/office/drawing/2014/main" id="{7D7A206B-AE0E-45CF-8377-8672F90B95DE}"/>
              </a:ext>
            </a:extLst>
          </p:cNvPr>
          <p:cNvSpPr>
            <a:spLocks noGrp="1"/>
          </p:cNvSpPr>
          <p:nvPr/>
        </p:nvSpPr>
        <p:spPr>
          <a:xfrm>
            <a:off x="53856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a_full_bar_871">
            <a:extLst>
              <a:ext uri="{FF2B5EF4-FFF2-40B4-BE49-F238E27FC236}">
                <a16:creationId xmlns:a16="http://schemas.microsoft.com/office/drawing/2014/main" id="{176709DB-48EE-49C5-865D-650720A5D053}"/>
              </a:ext>
            </a:extLst>
          </p:cNvPr>
          <p:cNvSpPr>
            <a:spLocks noGrp="1"/>
          </p:cNvSpPr>
          <p:nvPr/>
        </p:nvSpPr>
        <p:spPr>
          <a:xfrm>
            <a:off x="522665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a_full_bar_872">
            <a:extLst>
              <a:ext uri="{FF2B5EF4-FFF2-40B4-BE49-F238E27FC236}">
                <a16:creationId xmlns:a16="http://schemas.microsoft.com/office/drawing/2014/main" id="{6FD84405-E396-4319-A07C-F3CD8C780E48}"/>
              </a:ext>
            </a:extLst>
          </p:cNvPr>
          <p:cNvSpPr>
            <a:spLocks noGrp="1"/>
          </p:cNvSpPr>
          <p:nvPr/>
        </p:nvSpPr>
        <p:spPr>
          <a:xfrm>
            <a:off x="5168212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a_full_bar_873">
            <a:extLst>
              <a:ext uri="{FF2B5EF4-FFF2-40B4-BE49-F238E27FC236}">
                <a16:creationId xmlns:a16="http://schemas.microsoft.com/office/drawing/2014/main" id="{6DF9133F-EDFF-45DC-ADBC-C296C90D2CF8}"/>
              </a:ext>
            </a:extLst>
          </p:cNvPr>
          <p:cNvSpPr>
            <a:spLocks noGrp="1"/>
          </p:cNvSpPr>
          <p:nvPr/>
        </p:nvSpPr>
        <p:spPr>
          <a:xfrm>
            <a:off x="527586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a_full_bar_874">
            <a:extLst>
              <a:ext uri="{FF2B5EF4-FFF2-40B4-BE49-F238E27FC236}">
                <a16:creationId xmlns:a16="http://schemas.microsoft.com/office/drawing/2014/main" id="{ED11FE12-316A-4F3E-905A-06F1220B4122}"/>
              </a:ext>
            </a:extLst>
          </p:cNvPr>
          <p:cNvSpPr>
            <a:spLocks noGrp="1"/>
          </p:cNvSpPr>
          <p:nvPr/>
        </p:nvSpPr>
        <p:spPr>
          <a:xfrm>
            <a:off x="533598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a_full_bar_875">
            <a:extLst>
              <a:ext uri="{FF2B5EF4-FFF2-40B4-BE49-F238E27FC236}">
                <a16:creationId xmlns:a16="http://schemas.microsoft.com/office/drawing/2014/main" id="{1D25FCE2-40BE-4A24-B4D7-E28DAE6D3C29}"/>
              </a:ext>
            </a:extLst>
          </p:cNvPr>
          <p:cNvSpPr>
            <a:spLocks noGrp="1"/>
          </p:cNvSpPr>
          <p:nvPr/>
        </p:nvSpPr>
        <p:spPr>
          <a:xfrm>
            <a:off x="50740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a_full_bar_876">
            <a:extLst>
              <a:ext uri="{FF2B5EF4-FFF2-40B4-BE49-F238E27FC236}">
                <a16:creationId xmlns:a16="http://schemas.microsoft.com/office/drawing/2014/main" id="{3194EC80-CB6C-40A3-8061-CA4064C02722}"/>
              </a:ext>
            </a:extLst>
          </p:cNvPr>
          <p:cNvSpPr>
            <a:spLocks noGrp="1"/>
          </p:cNvSpPr>
          <p:nvPr/>
        </p:nvSpPr>
        <p:spPr>
          <a:xfrm>
            <a:off x="539936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a_full_bar_877">
            <a:extLst>
              <a:ext uri="{FF2B5EF4-FFF2-40B4-BE49-F238E27FC236}">
                <a16:creationId xmlns:a16="http://schemas.microsoft.com/office/drawing/2014/main" id="{A6EFFDC0-AB96-40A7-9EF4-BEF6E3D9075F}"/>
              </a:ext>
            </a:extLst>
          </p:cNvPr>
          <p:cNvSpPr>
            <a:spLocks noGrp="1"/>
          </p:cNvSpPr>
          <p:nvPr/>
        </p:nvSpPr>
        <p:spPr>
          <a:xfrm>
            <a:off x="5241645" y="44959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a_full_bar_878">
            <a:extLst>
              <a:ext uri="{FF2B5EF4-FFF2-40B4-BE49-F238E27FC236}">
                <a16:creationId xmlns:a16="http://schemas.microsoft.com/office/drawing/2014/main" id="{B0D463C6-09D9-42F1-A258-747665F183B3}"/>
              </a:ext>
            </a:extLst>
          </p:cNvPr>
          <p:cNvSpPr>
            <a:spLocks noGrp="1"/>
          </p:cNvSpPr>
          <p:nvPr/>
        </p:nvSpPr>
        <p:spPr>
          <a:xfrm>
            <a:off x="54176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a_full_bar_879">
            <a:extLst>
              <a:ext uri="{FF2B5EF4-FFF2-40B4-BE49-F238E27FC236}">
                <a16:creationId xmlns:a16="http://schemas.microsoft.com/office/drawing/2014/main" id="{1DEBCC76-5CF1-483F-91B7-838A85C7A115}"/>
              </a:ext>
            </a:extLst>
          </p:cNvPr>
          <p:cNvSpPr>
            <a:spLocks noGrp="1"/>
          </p:cNvSpPr>
          <p:nvPr/>
        </p:nvSpPr>
        <p:spPr>
          <a:xfrm>
            <a:off x="5078532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a_full_bar_880">
            <a:extLst>
              <a:ext uri="{FF2B5EF4-FFF2-40B4-BE49-F238E27FC236}">
                <a16:creationId xmlns:a16="http://schemas.microsoft.com/office/drawing/2014/main" id="{1C2FD485-EF14-45AF-A5C8-94B798738876}"/>
              </a:ext>
            </a:extLst>
          </p:cNvPr>
          <p:cNvSpPr>
            <a:spLocks noGrp="1"/>
          </p:cNvSpPr>
          <p:nvPr/>
        </p:nvSpPr>
        <p:spPr>
          <a:xfrm>
            <a:off x="5249557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a_full_bar_881">
            <a:extLst>
              <a:ext uri="{FF2B5EF4-FFF2-40B4-BE49-F238E27FC236}">
                <a16:creationId xmlns:a16="http://schemas.microsoft.com/office/drawing/2014/main" id="{33638B1E-6CBD-4F9F-AA3B-B3D5779D2059}"/>
              </a:ext>
            </a:extLst>
          </p:cNvPr>
          <p:cNvSpPr>
            <a:spLocks noGrp="1"/>
          </p:cNvSpPr>
          <p:nvPr/>
        </p:nvSpPr>
        <p:spPr>
          <a:xfrm>
            <a:off x="527016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a_full_bar_882">
            <a:extLst>
              <a:ext uri="{FF2B5EF4-FFF2-40B4-BE49-F238E27FC236}">
                <a16:creationId xmlns:a16="http://schemas.microsoft.com/office/drawing/2014/main" id="{898BAEA2-1972-495B-B3E2-33A2D81531DE}"/>
              </a:ext>
            </a:extLst>
          </p:cNvPr>
          <p:cNvSpPr>
            <a:spLocks noGrp="1"/>
          </p:cNvSpPr>
          <p:nvPr/>
        </p:nvSpPr>
        <p:spPr>
          <a:xfrm>
            <a:off x="538133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a_full_bar_883">
            <a:extLst>
              <a:ext uri="{FF2B5EF4-FFF2-40B4-BE49-F238E27FC236}">
                <a16:creationId xmlns:a16="http://schemas.microsoft.com/office/drawing/2014/main" id="{7D9A553D-7CD9-41A9-84E4-E659D014EBCF}"/>
              </a:ext>
            </a:extLst>
          </p:cNvPr>
          <p:cNvSpPr>
            <a:spLocks noGrp="1"/>
          </p:cNvSpPr>
          <p:nvPr/>
        </p:nvSpPr>
        <p:spPr>
          <a:xfrm>
            <a:off x="5303982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a_full_bar_884">
            <a:extLst>
              <a:ext uri="{FF2B5EF4-FFF2-40B4-BE49-F238E27FC236}">
                <a16:creationId xmlns:a16="http://schemas.microsoft.com/office/drawing/2014/main" id="{DEC8B763-C1D2-44DC-BE64-EFE27B3B3E75}"/>
              </a:ext>
            </a:extLst>
          </p:cNvPr>
          <p:cNvSpPr>
            <a:spLocks noGrp="1"/>
          </p:cNvSpPr>
          <p:nvPr/>
        </p:nvSpPr>
        <p:spPr>
          <a:xfrm>
            <a:off x="532418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a_full_bar_885">
            <a:extLst>
              <a:ext uri="{FF2B5EF4-FFF2-40B4-BE49-F238E27FC236}">
                <a16:creationId xmlns:a16="http://schemas.microsoft.com/office/drawing/2014/main" id="{09E76FE9-9C5D-4872-AC8E-B071F6D758CB}"/>
              </a:ext>
            </a:extLst>
          </p:cNvPr>
          <p:cNvSpPr>
            <a:spLocks noGrp="1"/>
          </p:cNvSpPr>
          <p:nvPr/>
        </p:nvSpPr>
        <p:spPr>
          <a:xfrm>
            <a:off x="5074834" y="48572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a_full_bar_886">
            <a:extLst>
              <a:ext uri="{FF2B5EF4-FFF2-40B4-BE49-F238E27FC236}">
                <a16:creationId xmlns:a16="http://schemas.microsoft.com/office/drawing/2014/main" id="{79B5A758-D45A-473F-B5DA-8031D237250D}"/>
              </a:ext>
            </a:extLst>
          </p:cNvPr>
          <p:cNvSpPr>
            <a:spLocks noGrp="1"/>
          </p:cNvSpPr>
          <p:nvPr/>
        </p:nvSpPr>
        <p:spPr>
          <a:xfrm>
            <a:off x="51274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a_full_bar_887">
            <a:extLst>
              <a:ext uri="{FF2B5EF4-FFF2-40B4-BE49-F238E27FC236}">
                <a16:creationId xmlns:a16="http://schemas.microsoft.com/office/drawing/2014/main" id="{D62DF282-DA21-4095-865F-E4138BB9D039}"/>
              </a:ext>
            </a:extLst>
          </p:cNvPr>
          <p:cNvSpPr>
            <a:spLocks noGrp="1"/>
          </p:cNvSpPr>
          <p:nvPr/>
        </p:nvSpPr>
        <p:spPr>
          <a:xfrm>
            <a:off x="5222395" y="4872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a_full_bar_888">
            <a:extLst>
              <a:ext uri="{FF2B5EF4-FFF2-40B4-BE49-F238E27FC236}">
                <a16:creationId xmlns:a16="http://schemas.microsoft.com/office/drawing/2014/main" id="{0234ACA6-494A-463D-B7B4-FC65DCAE5274}"/>
              </a:ext>
            </a:extLst>
          </p:cNvPr>
          <p:cNvSpPr>
            <a:spLocks noGrp="1"/>
          </p:cNvSpPr>
          <p:nvPr/>
        </p:nvSpPr>
        <p:spPr>
          <a:xfrm>
            <a:off x="5341916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a_full_bar_889">
            <a:extLst>
              <a:ext uri="{FF2B5EF4-FFF2-40B4-BE49-F238E27FC236}">
                <a16:creationId xmlns:a16="http://schemas.microsoft.com/office/drawing/2014/main" id="{2FE1E8C6-4300-40AB-B29B-C85A478EC121}"/>
              </a:ext>
            </a:extLst>
          </p:cNvPr>
          <p:cNvSpPr>
            <a:spLocks noGrp="1"/>
          </p:cNvSpPr>
          <p:nvPr/>
        </p:nvSpPr>
        <p:spPr>
          <a:xfrm>
            <a:off x="5302105" y="36081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a_full_bar_890">
            <a:extLst>
              <a:ext uri="{FF2B5EF4-FFF2-40B4-BE49-F238E27FC236}">
                <a16:creationId xmlns:a16="http://schemas.microsoft.com/office/drawing/2014/main" id="{BF30606E-D12C-421B-A073-80DFD2E4C2EB}"/>
              </a:ext>
            </a:extLst>
          </p:cNvPr>
          <p:cNvSpPr>
            <a:spLocks noGrp="1"/>
          </p:cNvSpPr>
          <p:nvPr/>
        </p:nvSpPr>
        <p:spPr>
          <a:xfrm>
            <a:off x="5252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a_full_bar_891">
            <a:extLst>
              <a:ext uri="{FF2B5EF4-FFF2-40B4-BE49-F238E27FC236}">
                <a16:creationId xmlns:a16="http://schemas.microsoft.com/office/drawing/2014/main" id="{4AE2DBAA-918F-444D-8E70-01793D62AB54}"/>
              </a:ext>
            </a:extLst>
          </p:cNvPr>
          <p:cNvSpPr>
            <a:spLocks noGrp="1"/>
          </p:cNvSpPr>
          <p:nvPr/>
        </p:nvSpPr>
        <p:spPr>
          <a:xfrm>
            <a:off x="510899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a_full_bar_892">
            <a:extLst>
              <a:ext uri="{FF2B5EF4-FFF2-40B4-BE49-F238E27FC236}">
                <a16:creationId xmlns:a16="http://schemas.microsoft.com/office/drawing/2014/main" id="{1B62EE34-AFCD-45A0-A517-377969F3535C}"/>
              </a:ext>
            </a:extLst>
          </p:cNvPr>
          <p:cNvSpPr>
            <a:spLocks noGrp="1"/>
          </p:cNvSpPr>
          <p:nvPr/>
        </p:nvSpPr>
        <p:spPr>
          <a:xfrm>
            <a:off x="533092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a_full_bar_893">
            <a:extLst>
              <a:ext uri="{FF2B5EF4-FFF2-40B4-BE49-F238E27FC236}">
                <a16:creationId xmlns:a16="http://schemas.microsoft.com/office/drawing/2014/main" id="{7F28EACC-A7C3-4277-A7CF-E6AED43DC5C7}"/>
              </a:ext>
            </a:extLst>
          </p:cNvPr>
          <p:cNvSpPr>
            <a:spLocks noGrp="1"/>
          </p:cNvSpPr>
          <p:nvPr/>
        </p:nvSpPr>
        <p:spPr>
          <a:xfrm>
            <a:off x="5348480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a_full_bar_894">
            <a:extLst>
              <a:ext uri="{FF2B5EF4-FFF2-40B4-BE49-F238E27FC236}">
                <a16:creationId xmlns:a16="http://schemas.microsoft.com/office/drawing/2014/main" id="{76DB4BBB-E126-4B78-B90E-41A06C1A4487}"/>
              </a:ext>
            </a:extLst>
          </p:cNvPr>
          <p:cNvSpPr>
            <a:spLocks noGrp="1"/>
          </p:cNvSpPr>
          <p:nvPr/>
        </p:nvSpPr>
        <p:spPr>
          <a:xfrm>
            <a:off x="52718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a_full_bar_895">
            <a:extLst>
              <a:ext uri="{FF2B5EF4-FFF2-40B4-BE49-F238E27FC236}">
                <a16:creationId xmlns:a16="http://schemas.microsoft.com/office/drawing/2014/main" id="{1671A860-5467-4CB7-A30A-D06DC6F40C5B}"/>
              </a:ext>
            </a:extLst>
          </p:cNvPr>
          <p:cNvSpPr>
            <a:spLocks noGrp="1"/>
          </p:cNvSpPr>
          <p:nvPr/>
        </p:nvSpPr>
        <p:spPr>
          <a:xfrm>
            <a:off x="532931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a_full_bar_896">
            <a:extLst>
              <a:ext uri="{FF2B5EF4-FFF2-40B4-BE49-F238E27FC236}">
                <a16:creationId xmlns:a16="http://schemas.microsoft.com/office/drawing/2014/main" id="{E20D2263-7967-4CAC-8F28-E13D01650266}"/>
              </a:ext>
            </a:extLst>
          </p:cNvPr>
          <p:cNvSpPr>
            <a:spLocks noGrp="1"/>
          </p:cNvSpPr>
          <p:nvPr/>
        </p:nvSpPr>
        <p:spPr>
          <a:xfrm>
            <a:off x="5290634" y="34859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a_full_bar_897">
            <a:extLst>
              <a:ext uri="{FF2B5EF4-FFF2-40B4-BE49-F238E27FC236}">
                <a16:creationId xmlns:a16="http://schemas.microsoft.com/office/drawing/2014/main" id="{C6534939-60DD-4196-8368-11D6E16577A5}"/>
              </a:ext>
            </a:extLst>
          </p:cNvPr>
          <p:cNvSpPr>
            <a:spLocks noGrp="1"/>
          </p:cNvSpPr>
          <p:nvPr/>
        </p:nvSpPr>
        <p:spPr>
          <a:xfrm>
            <a:off x="5241589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a_full_bar_898">
            <a:extLst>
              <a:ext uri="{FF2B5EF4-FFF2-40B4-BE49-F238E27FC236}">
                <a16:creationId xmlns:a16="http://schemas.microsoft.com/office/drawing/2014/main" id="{AC501D2C-194E-4966-987A-BAFDD1B47AC9}"/>
              </a:ext>
            </a:extLst>
          </p:cNvPr>
          <p:cNvSpPr>
            <a:spLocks noGrp="1"/>
          </p:cNvSpPr>
          <p:nvPr/>
        </p:nvSpPr>
        <p:spPr>
          <a:xfrm>
            <a:off x="5131615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a_full_bar_899">
            <a:extLst>
              <a:ext uri="{FF2B5EF4-FFF2-40B4-BE49-F238E27FC236}">
                <a16:creationId xmlns:a16="http://schemas.microsoft.com/office/drawing/2014/main" id="{4A5F945D-6211-473D-8F57-DFBB0FA4CB6A}"/>
              </a:ext>
            </a:extLst>
          </p:cNvPr>
          <p:cNvSpPr>
            <a:spLocks noGrp="1"/>
          </p:cNvSpPr>
          <p:nvPr/>
        </p:nvSpPr>
        <p:spPr>
          <a:xfrm>
            <a:off x="5325472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a_full_bar_900">
            <a:extLst>
              <a:ext uri="{FF2B5EF4-FFF2-40B4-BE49-F238E27FC236}">
                <a16:creationId xmlns:a16="http://schemas.microsoft.com/office/drawing/2014/main" id="{879D2036-9281-4D8E-AA1E-756AC88D552E}"/>
              </a:ext>
            </a:extLst>
          </p:cNvPr>
          <p:cNvSpPr>
            <a:spLocks noGrp="1"/>
          </p:cNvSpPr>
          <p:nvPr/>
        </p:nvSpPr>
        <p:spPr>
          <a:xfrm>
            <a:off x="527655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a_full_bar_901">
            <a:extLst>
              <a:ext uri="{FF2B5EF4-FFF2-40B4-BE49-F238E27FC236}">
                <a16:creationId xmlns:a16="http://schemas.microsoft.com/office/drawing/2014/main" id="{FED762AF-18FF-4A12-BF94-B2BD44C1E236}"/>
              </a:ext>
            </a:extLst>
          </p:cNvPr>
          <p:cNvSpPr>
            <a:spLocks noGrp="1"/>
          </p:cNvSpPr>
          <p:nvPr/>
        </p:nvSpPr>
        <p:spPr>
          <a:xfrm>
            <a:off x="5447586" y="49123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a_full_bar_902">
            <a:extLst>
              <a:ext uri="{FF2B5EF4-FFF2-40B4-BE49-F238E27FC236}">
                <a16:creationId xmlns:a16="http://schemas.microsoft.com/office/drawing/2014/main" id="{35269ADF-CDCD-4693-9806-62DF38D8F1AE}"/>
              </a:ext>
            </a:extLst>
          </p:cNvPr>
          <p:cNvSpPr>
            <a:spLocks noGrp="1"/>
          </p:cNvSpPr>
          <p:nvPr/>
        </p:nvSpPr>
        <p:spPr>
          <a:xfrm>
            <a:off x="5392642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a_full_bar_903">
            <a:extLst>
              <a:ext uri="{FF2B5EF4-FFF2-40B4-BE49-F238E27FC236}">
                <a16:creationId xmlns:a16="http://schemas.microsoft.com/office/drawing/2014/main" id="{6186DBEE-6ECA-49CC-AA52-A945EB20B43E}"/>
              </a:ext>
            </a:extLst>
          </p:cNvPr>
          <p:cNvSpPr>
            <a:spLocks noGrp="1"/>
          </p:cNvSpPr>
          <p:nvPr/>
        </p:nvSpPr>
        <p:spPr>
          <a:xfrm>
            <a:off x="51491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a_full_bar_904">
            <a:extLst>
              <a:ext uri="{FF2B5EF4-FFF2-40B4-BE49-F238E27FC236}">
                <a16:creationId xmlns:a16="http://schemas.microsoft.com/office/drawing/2014/main" id="{4FC498DC-DBD9-4E0C-8830-554C986763FF}"/>
              </a:ext>
            </a:extLst>
          </p:cNvPr>
          <p:cNvSpPr>
            <a:spLocks noGrp="1"/>
          </p:cNvSpPr>
          <p:nvPr/>
        </p:nvSpPr>
        <p:spPr>
          <a:xfrm>
            <a:off x="53173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a_full_bar_905">
            <a:extLst>
              <a:ext uri="{FF2B5EF4-FFF2-40B4-BE49-F238E27FC236}">
                <a16:creationId xmlns:a16="http://schemas.microsoft.com/office/drawing/2014/main" id="{80C9A016-D2B7-4B60-B78F-091C7128F9C2}"/>
              </a:ext>
            </a:extLst>
          </p:cNvPr>
          <p:cNvSpPr>
            <a:spLocks noGrp="1"/>
          </p:cNvSpPr>
          <p:nvPr/>
        </p:nvSpPr>
        <p:spPr>
          <a:xfrm>
            <a:off x="5091139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a_full_bar_906">
            <a:extLst>
              <a:ext uri="{FF2B5EF4-FFF2-40B4-BE49-F238E27FC236}">
                <a16:creationId xmlns:a16="http://schemas.microsoft.com/office/drawing/2014/main" id="{504D4D9E-EC65-470C-BB15-FE27E3BFA067}"/>
              </a:ext>
            </a:extLst>
          </p:cNvPr>
          <p:cNvSpPr>
            <a:spLocks noGrp="1"/>
          </p:cNvSpPr>
          <p:nvPr/>
        </p:nvSpPr>
        <p:spPr>
          <a:xfrm>
            <a:off x="52115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a_full_bar_907">
            <a:extLst>
              <a:ext uri="{FF2B5EF4-FFF2-40B4-BE49-F238E27FC236}">
                <a16:creationId xmlns:a16="http://schemas.microsoft.com/office/drawing/2014/main" id="{4323BD86-8E14-4892-A74A-4065B6B0C448}"/>
              </a:ext>
            </a:extLst>
          </p:cNvPr>
          <p:cNvSpPr>
            <a:spLocks noGrp="1"/>
          </p:cNvSpPr>
          <p:nvPr/>
        </p:nvSpPr>
        <p:spPr>
          <a:xfrm>
            <a:off x="5378111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a_full_bar_908">
            <a:extLst>
              <a:ext uri="{FF2B5EF4-FFF2-40B4-BE49-F238E27FC236}">
                <a16:creationId xmlns:a16="http://schemas.microsoft.com/office/drawing/2014/main" id="{0769368D-745F-4322-94B3-13369D532072}"/>
              </a:ext>
            </a:extLst>
          </p:cNvPr>
          <p:cNvSpPr>
            <a:spLocks noGrp="1"/>
          </p:cNvSpPr>
          <p:nvPr/>
        </p:nvSpPr>
        <p:spPr>
          <a:xfrm>
            <a:off x="5080804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a_full_bar_909">
            <a:extLst>
              <a:ext uri="{FF2B5EF4-FFF2-40B4-BE49-F238E27FC236}">
                <a16:creationId xmlns:a16="http://schemas.microsoft.com/office/drawing/2014/main" id="{A2567406-7273-4D41-82F8-4E0090D8ECD5}"/>
              </a:ext>
            </a:extLst>
          </p:cNvPr>
          <p:cNvSpPr>
            <a:spLocks noGrp="1"/>
          </p:cNvSpPr>
          <p:nvPr/>
        </p:nvSpPr>
        <p:spPr>
          <a:xfrm>
            <a:off x="510711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a_full_bar_910">
            <a:extLst>
              <a:ext uri="{FF2B5EF4-FFF2-40B4-BE49-F238E27FC236}">
                <a16:creationId xmlns:a16="http://schemas.microsoft.com/office/drawing/2014/main" id="{09B0D436-0172-4D97-B01E-827E406D7932}"/>
              </a:ext>
            </a:extLst>
          </p:cNvPr>
          <p:cNvSpPr>
            <a:spLocks noGrp="1"/>
          </p:cNvSpPr>
          <p:nvPr/>
        </p:nvSpPr>
        <p:spPr>
          <a:xfrm>
            <a:off x="54079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a_full_bar_911">
            <a:extLst>
              <a:ext uri="{FF2B5EF4-FFF2-40B4-BE49-F238E27FC236}">
                <a16:creationId xmlns:a16="http://schemas.microsoft.com/office/drawing/2014/main" id="{76EA80AF-3606-463E-9F9C-F525286E009E}"/>
              </a:ext>
            </a:extLst>
          </p:cNvPr>
          <p:cNvSpPr>
            <a:spLocks noGrp="1"/>
          </p:cNvSpPr>
          <p:nvPr/>
        </p:nvSpPr>
        <p:spPr>
          <a:xfrm>
            <a:off x="5439941" y="43320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a_full_bar_912">
            <a:extLst>
              <a:ext uri="{FF2B5EF4-FFF2-40B4-BE49-F238E27FC236}">
                <a16:creationId xmlns:a16="http://schemas.microsoft.com/office/drawing/2014/main" id="{9130E5C9-CACE-4BB5-B359-FEE1182DA5A0}"/>
              </a:ext>
            </a:extLst>
          </p:cNvPr>
          <p:cNvSpPr>
            <a:spLocks noGrp="1"/>
          </p:cNvSpPr>
          <p:nvPr/>
        </p:nvSpPr>
        <p:spPr>
          <a:xfrm>
            <a:off x="5151344" y="4551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a_full_bar_913">
            <a:extLst>
              <a:ext uri="{FF2B5EF4-FFF2-40B4-BE49-F238E27FC236}">
                <a16:creationId xmlns:a16="http://schemas.microsoft.com/office/drawing/2014/main" id="{E8F4DF2A-EB34-44FC-9510-14B5C30A415C}"/>
              </a:ext>
            </a:extLst>
          </p:cNvPr>
          <p:cNvSpPr>
            <a:spLocks noGrp="1"/>
          </p:cNvSpPr>
          <p:nvPr/>
        </p:nvSpPr>
        <p:spPr>
          <a:xfrm>
            <a:off x="537354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a_full_bar_914">
            <a:extLst>
              <a:ext uri="{FF2B5EF4-FFF2-40B4-BE49-F238E27FC236}">
                <a16:creationId xmlns:a16="http://schemas.microsoft.com/office/drawing/2014/main" id="{90BBB9D4-A454-43CD-B014-56F359CCCD3E}"/>
              </a:ext>
            </a:extLst>
          </p:cNvPr>
          <p:cNvSpPr>
            <a:spLocks noGrp="1"/>
          </p:cNvSpPr>
          <p:nvPr/>
        </p:nvSpPr>
        <p:spPr>
          <a:xfrm>
            <a:off x="5323915" y="52257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a_full_bar_915">
            <a:extLst>
              <a:ext uri="{FF2B5EF4-FFF2-40B4-BE49-F238E27FC236}">
                <a16:creationId xmlns:a16="http://schemas.microsoft.com/office/drawing/2014/main" id="{EFB7DF1C-2630-4D34-81B4-7FAA101D2C4E}"/>
              </a:ext>
            </a:extLst>
          </p:cNvPr>
          <p:cNvSpPr>
            <a:spLocks noGrp="1"/>
          </p:cNvSpPr>
          <p:nvPr/>
        </p:nvSpPr>
        <p:spPr>
          <a:xfrm>
            <a:off x="5407030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a_full_bar_916">
            <a:extLst>
              <a:ext uri="{FF2B5EF4-FFF2-40B4-BE49-F238E27FC236}">
                <a16:creationId xmlns:a16="http://schemas.microsoft.com/office/drawing/2014/main" id="{0DEC5A03-43D4-4BE2-AD8F-D544D40BE3ED}"/>
              </a:ext>
            </a:extLst>
          </p:cNvPr>
          <p:cNvSpPr>
            <a:spLocks noGrp="1"/>
          </p:cNvSpPr>
          <p:nvPr/>
        </p:nvSpPr>
        <p:spPr>
          <a:xfrm>
            <a:off x="51372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a_full_bar_917">
            <a:extLst>
              <a:ext uri="{FF2B5EF4-FFF2-40B4-BE49-F238E27FC236}">
                <a16:creationId xmlns:a16="http://schemas.microsoft.com/office/drawing/2014/main" id="{4B32ECDD-9720-4F48-9AD1-8D0C70E91312}"/>
              </a:ext>
            </a:extLst>
          </p:cNvPr>
          <p:cNvSpPr>
            <a:spLocks noGrp="1"/>
          </p:cNvSpPr>
          <p:nvPr/>
        </p:nvSpPr>
        <p:spPr>
          <a:xfrm>
            <a:off x="518229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a_full_bar_918">
            <a:extLst>
              <a:ext uri="{FF2B5EF4-FFF2-40B4-BE49-F238E27FC236}">
                <a16:creationId xmlns:a16="http://schemas.microsoft.com/office/drawing/2014/main" id="{93AD2558-9AD8-47A1-9A01-4E2D2E441660}"/>
              </a:ext>
            </a:extLst>
          </p:cNvPr>
          <p:cNvSpPr>
            <a:spLocks noGrp="1"/>
          </p:cNvSpPr>
          <p:nvPr/>
        </p:nvSpPr>
        <p:spPr>
          <a:xfrm>
            <a:off x="52860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a_full_bar_919">
            <a:extLst>
              <a:ext uri="{FF2B5EF4-FFF2-40B4-BE49-F238E27FC236}">
                <a16:creationId xmlns:a16="http://schemas.microsoft.com/office/drawing/2014/main" id="{13BB0097-2D83-464D-AB59-A1B139B735F1}"/>
              </a:ext>
            </a:extLst>
          </p:cNvPr>
          <p:cNvSpPr>
            <a:spLocks noGrp="1"/>
          </p:cNvSpPr>
          <p:nvPr/>
        </p:nvSpPr>
        <p:spPr>
          <a:xfrm>
            <a:off x="5192681" y="45863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a_full_bar_920">
            <a:extLst>
              <a:ext uri="{FF2B5EF4-FFF2-40B4-BE49-F238E27FC236}">
                <a16:creationId xmlns:a16="http://schemas.microsoft.com/office/drawing/2014/main" id="{E78B3BB4-A237-4BAB-B7DB-4B6EAEFA17F0}"/>
              </a:ext>
            </a:extLst>
          </p:cNvPr>
          <p:cNvSpPr>
            <a:spLocks noGrp="1"/>
          </p:cNvSpPr>
          <p:nvPr/>
        </p:nvSpPr>
        <p:spPr>
          <a:xfrm>
            <a:off x="532537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a_full_bar_921">
            <a:extLst>
              <a:ext uri="{FF2B5EF4-FFF2-40B4-BE49-F238E27FC236}">
                <a16:creationId xmlns:a16="http://schemas.microsoft.com/office/drawing/2014/main" id="{CD0F49FC-5674-47B8-87F2-E3E29561B484}"/>
              </a:ext>
            </a:extLst>
          </p:cNvPr>
          <p:cNvSpPr>
            <a:spLocks noGrp="1"/>
          </p:cNvSpPr>
          <p:nvPr/>
        </p:nvSpPr>
        <p:spPr>
          <a:xfrm>
            <a:off x="531311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a_full_bar_922">
            <a:extLst>
              <a:ext uri="{FF2B5EF4-FFF2-40B4-BE49-F238E27FC236}">
                <a16:creationId xmlns:a16="http://schemas.microsoft.com/office/drawing/2014/main" id="{EF024B72-D2D7-48A2-811E-DA0F4FF97163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a_full_bar_923">
            <a:extLst>
              <a:ext uri="{FF2B5EF4-FFF2-40B4-BE49-F238E27FC236}">
                <a16:creationId xmlns:a16="http://schemas.microsoft.com/office/drawing/2014/main" id="{313996C8-02CF-4B49-80FF-7A6903CB9BAF}"/>
              </a:ext>
            </a:extLst>
          </p:cNvPr>
          <p:cNvSpPr>
            <a:spLocks noGrp="1"/>
          </p:cNvSpPr>
          <p:nvPr/>
        </p:nvSpPr>
        <p:spPr>
          <a:xfrm>
            <a:off x="7857238" y="3345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a_full_bar_924">
            <a:extLst>
              <a:ext uri="{FF2B5EF4-FFF2-40B4-BE49-F238E27FC236}">
                <a16:creationId xmlns:a16="http://schemas.microsoft.com/office/drawing/2014/main" id="{D28850F9-7D08-4050-B078-ACBD6D70E880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a_full_bar_925">
            <a:extLst>
              <a:ext uri="{FF2B5EF4-FFF2-40B4-BE49-F238E27FC236}">
                <a16:creationId xmlns:a16="http://schemas.microsoft.com/office/drawing/2014/main" id="{58246302-E882-40FE-8509-0D22BD45838B}"/>
              </a:ext>
            </a:extLst>
          </p:cNvPr>
          <p:cNvSpPr>
            <a:spLocks noGrp="1"/>
          </p:cNvSpPr>
          <p:nvPr/>
        </p:nvSpPr>
        <p:spPr>
          <a:xfrm>
            <a:off x="784849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a_full_bar_926">
            <a:extLst>
              <a:ext uri="{FF2B5EF4-FFF2-40B4-BE49-F238E27FC236}">
                <a16:creationId xmlns:a16="http://schemas.microsoft.com/office/drawing/2014/main" id="{DCEDFF4D-291A-45D3-9088-7BAD0FBE98A1}"/>
              </a:ext>
            </a:extLst>
          </p:cNvPr>
          <p:cNvSpPr>
            <a:spLocks noGrp="1"/>
          </p:cNvSpPr>
          <p:nvPr/>
        </p:nvSpPr>
        <p:spPr>
          <a:xfrm>
            <a:off x="7705669" y="39394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a_full_bar_927">
            <a:extLst>
              <a:ext uri="{FF2B5EF4-FFF2-40B4-BE49-F238E27FC236}">
                <a16:creationId xmlns:a16="http://schemas.microsoft.com/office/drawing/2014/main" id="{4064BFCC-9EB3-409B-A20E-2E65E575C097}"/>
              </a:ext>
            </a:extLst>
          </p:cNvPr>
          <p:cNvSpPr>
            <a:spLocks noGrp="1"/>
          </p:cNvSpPr>
          <p:nvPr/>
        </p:nvSpPr>
        <p:spPr>
          <a:xfrm>
            <a:off x="783715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a_full_bar_928">
            <a:extLst>
              <a:ext uri="{FF2B5EF4-FFF2-40B4-BE49-F238E27FC236}">
                <a16:creationId xmlns:a16="http://schemas.microsoft.com/office/drawing/2014/main" id="{791E298F-C216-4BC7-8D8A-99ADBB89EF95}"/>
              </a:ext>
            </a:extLst>
          </p:cNvPr>
          <p:cNvSpPr>
            <a:spLocks noGrp="1"/>
          </p:cNvSpPr>
          <p:nvPr/>
        </p:nvSpPr>
        <p:spPr>
          <a:xfrm>
            <a:off x="77704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a_full_bar_929">
            <a:extLst>
              <a:ext uri="{FF2B5EF4-FFF2-40B4-BE49-F238E27FC236}">
                <a16:creationId xmlns:a16="http://schemas.microsoft.com/office/drawing/2014/main" id="{08B8EA15-3C76-4808-9801-BCD248A341CD}"/>
              </a:ext>
            </a:extLst>
          </p:cNvPr>
          <p:cNvSpPr>
            <a:spLocks noGrp="1"/>
          </p:cNvSpPr>
          <p:nvPr/>
        </p:nvSpPr>
        <p:spPr>
          <a:xfrm>
            <a:off x="77881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a_full_bar_930">
            <a:extLst>
              <a:ext uri="{FF2B5EF4-FFF2-40B4-BE49-F238E27FC236}">
                <a16:creationId xmlns:a16="http://schemas.microsoft.com/office/drawing/2014/main" id="{F25B68C1-047D-4D86-AC18-1614AF0EA159}"/>
              </a:ext>
            </a:extLst>
          </p:cNvPr>
          <p:cNvSpPr>
            <a:spLocks noGrp="1"/>
          </p:cNvSpPr>
          <p:nvPr/>
        </p:nvSpPr>
        <p:spPr>
          <a:xfrm>
            <a:off x="7730730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a_full_bar_931">
            <a:extLst>
              <a:ext uri="{FF2B5EF4-FFF2-40B4-BE49-F238E27FC236}">
                <a16:creationId xmlns:a16="http://schemas.microsoft.com/office/drawing/2014/main" id="{246DDBFF-F249-4122-9330-CD64D5223F34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a_full_bar_932">
            <a:extLst>
              <a:ext uri="{FF2B5EF4-FFF2-40B4-BE49-F238E27FC236}">
                <a16:creationId xmlns:a16="http://schemas.microsoft.com/office/drawing/2014/main" id="{82AEA296-5367-48A0-8C26-29F75DB514E8}"/>
              </a:ext>
            </a:extLst>
          </p:cNvPr>
          <p:cNvSpPr>
            <a:spLocks noGrp="1"/>
          </p:cNvSpPr>
          <p:nvPr/>
        </p:nvSpPr>
        <p:spPr>
          <a:xfrm>
            <a:off x="7851368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a_full_bar_933">
            <a:extLst>
              <a:ext uri="{FF2B5EF4-FFF2-40B4-BE49-F238E27FC236}">
                <a16:creationId xmlns:a16="http://schemas.microsoft.com/office/drawing/2014/main" id="{2DA0BC2B-1EE6-4756-B57F-A83E9929D6B8}"/>
              </a:ext>
            </a:extLst>
          </p:cNvPr>
          <p:cNvSpPr>
            <a:spLocks noGrp="1"/>
          </p:cNvSpPr>
          <p:nvPr/>
        </p:nvSpPr>
        <p:spPr>
          <a:xfrm>
            <a:off x="7737746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a_full_bar_934">
            <a:extLst>
              <a:ext uri="{FF2B5EF4-FFF2-40B4-BE49-F238E27FC236}">
                <a16:creationId xmlns:a16="http://schemas.microsoft.com/office/drawing/2014/main" id="{E4F87B6A-9A13-47FD-9B06-4A6A6881A392}"/>
              </a:ext>
            </a:extLst>
          </p:cNvPr>
          <p:cNvSpPr>
            <a:spLocks noGrp="1"/>
          </p:cNvSpPr>
          <p:nvPr/>
        </p:nvSpPr>
        <p:spPr>
          <a:xfrm>
            <a:off x="7871282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a_full_bar_935">
            <a:extLst>
              <a:ext uri="{FF2B5EF4-FFF2-40B4-BE49-F238E27FC236}">
                <a16:creationId xmlns:a16="http://schemas.microsoft.com/office/drawing/2014/main" id="{450438F2-673C-4281-B044-C37D2D6B9742}"/>
              </a:ext>
            </a:extLst>
          </p:cNvPr>
          <p:cNvSpPr>
            <a:spLocks noGrp="1"/>
          </p:cNvSpPr>
          <p:nvPr/>
        </p:nvSpPr>
        <p:spPr>
          <a:xfrm>
            <a:off x="7579804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a_full_bar_936">
            <a:extLst>
              <a:ext uri="{FF2B5EF4-FFF2-40B4-BE49-F238E27FC236}">
                <a16:creationId xmlns:a16="http://schemas.microsoft.com/office/drawing/2014/main" id="{83DA139C-170A-41AC-86F4-E929C0103AB7}"/>
              </a:ext>
            </a:extLst>
          </p:cNvPr>
          <p:cNvSpPr>
            <a:spLocks noGrp="1"/>
          </p:cNvSpPr>
          <p:nvPr/>
        </p:nvSpPr>
        <p:spPr>
          <a:xfrm>
            <a:off x="77709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a_full_bar_937">
            <a:extLst>
              <a:ext uri="{FF2B5EF4-FFF2-40B4-BE49-F238E27FC236}">
                <a16:creationId xmlns:a16="http://schemas.microsoft.com/office/drawing/2014/main" id="{1D957183-D75A-4131-A40E-36ECF007F4A4}"/>
              </a:ext>
            </a:extLst>
          </p:cNvPr>
          <p:cNvSpPr>
            <a:spLocks noGrp="1"/>
          </p:cNvSpPr>
          <p:nvPr/>
        </p:nvSpPr>
        <p:spPr>
          <a:xfrm>
            <a:off x="773068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a_full_bar_938">
            <a:extLst>
              <a:ext uri="{FF2B5EF4-FFF2-40B4-BE49-F238E27FC236}">
                <a16:creationId xmlns:a16="http://schemas.microsoft.com/office/drawing/2014/main" id="{9FA8E6C1-EFE9-4407-B34D-03A83FE449D5}"/>
              </a:ext>
            </a:extLst>
          </p:cNvPr>
          <p:cNvSpPr>
            <a:spLocks noGrp="1"/>
          </p:cNvSpPr>
          <p:nvPr/>
        </p:nvSpPr>
        <p:spPr>
          <a:xfrm>
            <a:off x="767032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a_full_bar_939">
            <a:extLst>
              <a:ext uri="{FF2B5EF4-FFF2-40B4-BE49-F238E27FC236}">
                <a16:creationId xmlns:a16="http://schemas.microsoft.com/office/drawing/2014/main" id="{1B4CB86C-1509-42A3-BDAF-588AD72B7BAA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a_full_bar_940">
            <a:extLst>
              <a:ext uri="{FF2B5EF4-FFF2-40B4-BE49-F238E27FC236}">
                <a16:creationId xmlns:a16="http://schemas.microsoft.com/office/drawing/2014/main" id="{20E1018A-A632-4C87-97B4-5B092806DDF7}"/>
              </a:ext>
            </a:extLst>
          </p:cNvPr>
          <p:cNvSpPr>
            <a:spLocks noGrp="1"/>
          </p:cNvSpPr>
          <p:nvPr/>
        </p:nvSpPr>
        <p:spPr>
          <a:xfrm>
            <a:off x="759265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a_full_bar_941">
            <a:extLst>
              <a:ext uri="{FF2B5EF4-FFF2-40B4-BE49-F238E27FC236}">
                <a16:creationId xmlns:a16="http://schemas.microsoft.com/office/drawing/2014/main" id="{B9DB3D54-CA37-4F43-8677-A86F64D35E65}"/>
              </a:ext>
            </a:extLst>
          </p:cNvPr>
          <p:cNvSpPr>
            <a:spLocks noGrp="1"/>
          </p:cNvSpPr>
          <p:nvPr/>
        </p:nvSpPr>
        <p:spPr>
          <a:xfrm>
            <a:off x="7853372" y="39055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a_full_bar_942">
            <a:extLst>
              <a:ext uri="{FF2B5EF4-FFF2-40B4-BE49-F238E27FC236}">
                <a16:creationId xmlns:a16="http://schemas.microsoft.com/office/drawing/2014/main" id="{43B8F90E-02DD-4EBE-AC2D-4FB452F28021}"/>
              </a:ext>
            </a:extLst>
          </p:cNvPr>
          <p:cNvSpPr>
            <a:spLocks noGrp="1"/>
          </p:cNvSpPr>
          <p:nvPr/>
        </p:nvSpPr>
        <p:spPr>
          <a:xfrm>
            <a:off x="7847403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a_full_bar_943">
            <a:extLst>
              <a:ext uri="{FF2B5EF4-FFF2-40B4-BE49-F238E27FC236}">
                <a16:creationId xmlns:a16="http://schemas.microsoft.com/office/drawing/2014/main" id="{02E97F77-B2A9-4B43-B840-AFFFBBFF00FB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a_full_bar_944">
            <a:extLst>
              <a:ext uri="{FF2B5EF4-FFF2-40B4-BE49-F238E27FC236}">
                <a16:creationId xmlns:a16="http://schemas.microsoft.com/office/drawing/2014/main" id="{7C3604EB-9202-402E-B6DB-080612DC6881}"/>
              </a:ext>
            </a:extLst>
          </p:cNvPr>
          <p:cNvSpPr>
            <a:spLocks noGrp="1"/>
          </p:cNvSpPr>
          <p:nvPr/>
        </p:nvSpPr>
        <p:spPr>
          <a:xfrm>
            <a:off x="789646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a_full_bar_945">
            <a:extLst>
              <a:ext uri="{FF2B5EF4-FFF2-40B4-BE49-F238E27FC236}">
                <a16:creationId xmlns:a16="http://schemas.microsoft.com/office/drawing/2014/main" id="{D533FBA7-3D54-4B46-8285-48765E3B4BB8}"/>
              </a:ext>
            </a:extLst>
          </p:cNvPr>
          <p:cNvSpPr>
            <a:spLocks noGrp="1"/>
          </p:cNvSpPr>
          <p:nvPr/>
        </p:nvSpPr>
        <p:spPr>
          <a:xfrm>
            <a:off x="7853753" y="37403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a_full_bar_946">
            <a:extLst>
              <a:ext uri="{FF2B5EF4-FFF2-40B4-BE49-F238E27FC236}">
                <a16:creationId xmlns:a16="http://schemas.microsoft.com/office/drawing/2014/main" id="{DD401FEC-F58A-491D-B715-0D7999C15C77}"/>
              </a:ext>
            </a:extLst>
          </p:cNvPr>
          <p:cNvSpPr>
            <a:spLocks noGrp="1"/>
          </p:cNvSpPr>
          <p:nvPr/>
        </p:nvSpPr>
        <p:spPr>
          <a:xfrm>
            <a:off x="7871639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a_full_bar_947">
            <a:extLst>
              <a:ext uri="{FF2B5EF4-FFF2-40B4-BE49-F238E27FC236}">
                <a16:creationId xmlns:a16="http://schemas.microsoft.com/office/drawing/2014/main" id="{FEFD4656-BCD2-487E-AB0F-792280558629}"/>
              </a:ext>
            </a:extLst>
          </p:cNvPr>
          <p:cNvSpPr>
            <a:spLocks noGrp="1"/>
          </p:cNvSpPr>
          <p:nvPr/>
        </p:nvSpPr>
        <p:spPr>
          <a:xfrm>
            <a:off x="75635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a_full_bar_948">
            <a:extLst>
              <a:ext uri="{FF2B5EF4-FFF2-40B4-BE49-F238E27FC236}">
                <a16:creationId xmlns:a16="http://schemas.microsoft.com/office/drawing/2014/main" id="{53C5EFFB-0ADC-4F42-A358-D13934C27AFB}"/>
              </a:ext>
            </a:extLst>
          </p:cNvPr>
          <p:cNvSpPr>
            <a:spLocks noGrp="1"/>
          </p:cNvSpPr>
          <p:nvPr/>
        </p:nvSpPr>
        <p:spPr>
          <a:xfrm>
            <a:off x="7640030" y="58740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a_full_bar_949">
            <a:extLst>
              <a:ext uri="{FF2B5EF4-FFF2-40B4-BE49-F238E27FC236}">
                <a16:creationId xmlns:a16="http://schemas.microsoft.com/office/drawing/2014/main" id="{EFE9B22C-8F04-4F12-95EA-D175E4379055}"/>
              </a:ext>
            </a:extLst>
          </p:cNvPr>
          <p:cNvSpPr>
            <a:spLocks noGrp="1"/>
          </p:cNvSpPr>
          <p:nvPr/>
        </p:nvSpPr>
        <p:spPr>
          <a:xfrm>
            <a:off x="7613244" y="52368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a_full_bar_950">
            <a:extLst>
              <a:ext uri="{FF2B5EF4-FFF2-40B4-BE49-F238E27FC236}">
                <a16:creationId xmlns:a16="http://schemas.microsoft.com/office/drawing/2014/main" id="{C64F4AA0-6EFB-47B0-9AD0-0AF28E7B3EDA}"/>
              </a:ext>
            </a:extLst>
          </p:cNvPr>
          <p:cNvSpPr>
            <a:spLocks noGrp="1"/>
          </p:cNvSpPr>
          <p:nvPr/>
        </p:nvSpPr>
        <p:spPr>
          <a:xfrm>
            <a:off x="7569022" y="58060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a_full_bar_951">
            <a:extLst>
              <a:ext uri="{FF2B5EF4-FFF2-40B4-BE49-F238E27FC236}">
                <a16:creationId xmlns:a16="http://schemas.microsoft.com/office/drawing/2014/main" id="{8034B136-56B7-4FD9-A18A-19C6E8FDC28C}"/>
              </a:ext>
            </a:extLst>
          </p:cNvPr>
          <p:cNvSpPr>
            <a:spLocks noGrp="1"/>
          </p:cNvSpPr>
          <p:nvPr/>
        </p:nvSpPr>
        <p:spPr>
          <a:xfrm>
            <a:off x="76184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a_full_bar_952">
            <a:extLst>
              <a:ext uri="{FF2B5EF4-FFF2-40B4-BE49-F238E27FC236}">
                <a16:creationId xmlns:a16="http://schemas.microsoft.com/office/drawing/2014/main" id="{59386BAE-69CA-4993-B484-074268CD79B6}"/>
              </a:ext>
            </a:extLst>
          </p:cNvPr>
          <p:cNvSpPr>
            <a:spLocks noGrp="1"/>
          </p:cNvSpPr>
          <p:nvPr/>
        </p:nvSpPr>
        <p:spPr>
          <a:xfrm>
            <a:off x="770567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a_full_bar_953">
            <a:extLst>
              <a:ext uri="{FF2B5EF4-FFF2-40B4-BE49-F238E27FC236}">
                <a16:creationId xmlns:a16="http://schemas.microsoft.com/office/drawing/2014/main" id="{B8120F7D-ACF1-44CA-9E13-F4035A47BD51}"/>
              </a:ext>
            </a:extLst>
          </p:cNvPr>
          <p:cNvSpPr>
            <a:spLocks noGrp="1"/>
          </p:cNvSpPr>
          <p:nvPr/>
        </p:nvSpPr>
        <p:spPr>
          <a:xfrm>
            <a:off x="7864240" y="5343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a_full_bar_954">
            <a:extLst>
              <a:ext uri="{FF2B5EF4-FFF2-40B4-BE49-F238E27FC236}">
                <a16:creationId xmlns:a16="http://schemas.microsoft.com/office/drawing/2014/main" id="{CC79CAD7-5324-46FC-9328-3F2B0824EFCC}"/>
              </a:ext>
            </a:extLst>
          </p:cNvPr>
          <p:cNvSpPr>
            <a:spLocks noGrp="1"/>
          </p:cNvSpPr>
          <p:nvPr/>
        </p:nvSpPr>
        <p:spPr>
          <a:xfrm>
            <a:off x="76245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a_full_bar_955">
            <a:extLst>
              <a:ext uri="{FF2B5EF4-FFF2-40B4-BE49-F238E27FC236}">
                <a16:creationId xmlns:a16="http://schemas.microsoft.com/office/drawing/2014/main" id="{FDA3267B-6305-4BC1-AC7D-14595748B5AB}"/>
              </a:ext>
            </a:extLst>
          </p:cNvPr>
          <p:cNvSpPr>
            <a:spLocks noGrp="1"/>
          </p:cNvSpPr>
          <p:nvPr/>
        </p:nvSpPr>
        <p:spPr>
          <a:xfrm>
            <a:off x="781693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a_full_bar_956">
            <a:extLst>
              <a:ext uri="{FF2B5EF4-FFF2-40B4-BE49-F238E27FC236}">
                <a16:creationId xmlns:a16="http://schemas.microsoft.com/office/drawing/2014/main" id="{C50E4A06-9EAA-4A72-8225-8102E4E7D8B2}"/>
              </a:ext>
            </a:extLst>
          </p:cNvPr>
          <p:cNvSpPr>
            <a:spLocks noGrp="1"/>
          </p:cNvSpPr>
          <p:nvPr/>
        </p:nvSpPr>
        <p:spPr>
          <a:xfrm>
            <a:off x="7761361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a_full_bar_957">
            <a:extLst>
              <a:ext uri="{FF2B5EF4-FFF2-40B4-BE49-F238E27FC236}">
                <a16:creationId xmlns:a16="http://schemas.microsoft.com/office/drawing/2014/main" id="{90DF18C0-1E21-4C8A-9FE5-8041711CD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a_full_bar_958">
            <a:extLst>
              <a:ext uri="{FF2B5EF4-FFF2-40B4-BE49-F238E27FC236}">
                <a16:creationId xmlns:a16="http://schemas.microsoft.com/office/drawing/2014/main" id="{829AB766-0510-48A6-A412-EC633072F402}"/>
              </a:ext>
            </a:extLst>
          </p:cNvPr>
          <p:cNvSpPr>
            <a:spLocks noGrp="1"/>
          </p:cNvSpPr>
          <p:nvPr/>
        </p:nvSpPr>
        <p:spPr>
          <a:xfrm>
            <a:off x="77433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a_full_bar_959">
            <a:extLst>
              <a:ext uri="{FF2B5EF4-FFF2-40B4-BE49-F238E27FC236}">
                <a16:creationId xmlns:a16="http://schemas.microsoft.com/office/drawing/2014/main" id="{A45D2B2A-13B1-481E-91B3-113638C603BB}"/>
              </a:ext>
            </a:extLst>
          </p:cNvPr>
          <p:cNvSpPr>
            <a:spLocks noGrp="1"/>
          </p:cNvSpPr>
          <p:nvPr/>
        </p:nvSpPr>
        <p:spPr>
          <a:xfrm>
            <a:off x="76770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a_full_bar_960">
            <a:extLst>
              <a:ext uri="{FF2B5EF4-FFF2-40B4-BE49-F238E27FC236}">
                <a16:creationId xmlns:a16="http://schemas.microsoft.com/office/drawing/2014/main" id="{DC6E164F-7EC3-4C66-B814-51F65209D8B6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a_full_bar_961">
            <a:extLst>
              <a:ext uri="{FF2B5EF4-FFF2-40B4-BE49-F238E27FC236}">
                <a16:creationId xmlns:a16="http://schemas.microsoft.com/office/drawing/2014/main" id="{BF5CC4B7-64AB-43FD-AE1F-9E286FA10A0A}"/>
              </a:ext>
            </a:extLst>
          </p:cNvPr>
          <p:cNvSpPr>
            <a:spLocks noGrp="1"/>
          </p:cNvSpPr>
          <p:nvPr/>
        </p:nvSpPr>
        <p:spPr>
          <a:xfrm>
            <a:off x="7636003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a_full_bar_962">
            <a:extLst>
              <a:ext uri="{FF2B5EF4-FFF2-40B4-BE49-F238E27FC236}">
                <a16:creationId xmlns:a16="http://schemas.microsoft.com/office/drawing/2014/main" id="{77889386-5C96-41BA-9F76-65D052F83671}"/>
              </a:ext>
            </a:extLst>
          </p:cNvPr>
          <p:cNvSpPr>
            <a:spLocks noGrp="1"/>
          </p:cNvSpPr>
          <p:nvPr/>
        </p:nvSpPr>
        <p:spPr>
          <a:xfrm>
            <a:off x="7861083" y="55935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a_full_bar_963">
            <a:extLst>
              <a:ext uri="{FF2B5EF4-FFF2-40B4-BE49-F238E27FC236}">
                <a16:creationId xmlns:a16="http://schemas.microsoft.com/office/drawing/2014/main" id="{579D4CA8-229E-4F25-BE33-A625609E42E8}"/>
              </a:ext>
            </a:extLst>
          </p:cNvPr>
          <p:cNvSpPr>
            <a:spLocks noGrp="1"/>
          </p:cNvSpPr>
          <p:nvPr/>
        </p:nvSpPr>
        <p:spPr>
          <a:xfrm>
            <a:off x="768453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a_full_bar_964">
            <a:extLst>
              <a:ext uri="{FF2B5EF4-FFF2-40B4-BE49-F238E27FC236}">
                <a16:creationId xmlns:a16="http://schemas.microsoft.com/office/drawing/2014/main" id="{4E661917-5167-4649-B60A-E6F9A98D9AF4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a_full_bar_965">
            <a:extLst>
              <a:ext uri="{FF2B5EF4-FFF2-40B4-BE49-F238E27FC236}">
                <a16:creationId xmlns:a16="http://schemas.microsoft.com/office/drawing/2014/main" id="{75AC0D59-B805-4317-B95C-74CAFB9914C1}"/>
              </a:ext>
            </a:extLst>
          </p:cNvPr>
          <p:cNvSpPr>
            <a:spLocks noGrp="1"/>
          </p:cNvSpPr>
          <p:nvPr/>
        </p:nvSpPr>
        <p:spPr>
          <a:xfrm>
            <a:off x="7664285" y="31727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a_full_bar_966">
            <a:extLst>
              <a:ext uri="{FF2B5EF4-FFF2-40B4-BE49-F238E27FC236}">
                <a16:creationId xmlns:a16="http://schemas.microsoft.com/office/drawing/2014/main" id="{125D9A9E-1503-43E4-8A01-AA31C6D0B550}"/>
              </a:ext>
            </a:extLst>
          </p:cNvPr>
          <p:cNvSpPr>
            <a:spLocks noGrp="1"/>
          </p:cNvSpPr>
          <p:nvPr/>
        </p:nvSpPr>
        <p:spPr>
          <a:xfrm>
            <a:off x="76652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a_full_bar_967">
            <a:extLst>
              <a:ext uri="{FF2B5EF4-FFF2-40B4-BE49-F238E27FC236}">
                <a16:creationId xmlns:a16="http://schemas.microsoft.com/office/drawing/2014/main" id="{7FB59686-832E-438D-9D6E-3E4069C0C53D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a_full_bar_968">
            <a:extLst>
              <a:ext uri="{FF2B5EF4-FFF2-40B4-BE49-F238E27FC236}">
                <a16:creationId xmlns:a16="http://schemas.microsoft.com/office/drawing/2014/main" id="{ABB483B5-2263-4765-A4D0-8F14EB075DF7}"/>
              </a:ext>
            </a:extLst>
          </p:cNvPr>
          <p:cNvSpPr>
            <a:spLocks noGrp="1"/>
          </p:cNvSpPr>
          <p:nvPr/>
        </p:nvSpPr>
        <p:spPr>
          <a:xfrm>
            <a:off x="789578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a_full_bar_969">
            <a:extLst>
              <a:ext uri="{FF2B5EF4-FFF2-40B4-BE49-F238E27FC236}">
                <a16:creationId xmlns:a16="http://schemas.microsoft.com/office/drawing/2014/main" id="{0202BF61-A2E6-463A-AF6B-D3D3B92AFA24}"/>
              </a:ext>
            </a:extLst>
          </p:cNvPr>
          <p:cNvSpPr>
            <a:spLocks noGrp="1"/>
          </p:cNvSpPr>
          <p:nvPr/>
        </p:nvSpPr>
        <p:spPr>
          <a:xfrm>
            <a:off x="7758285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a_full_bar_970">
            <a:extLst>
              <a:ext uri="{FF2B5EF4-FFF2-40B4-BE49-F238E27FC236}">
                <a16:creationId xmlns:a16="http://schemas.microsoft.com/office/drawing/2014/main" id="{12C17CC6-35E1-41E3-9F89-400E052369ED}"/>
              </a:ext>
            </a:extLst>
          </p:cNvPr>
          <p:cNvSpPr>
            <a:spLocks noGrp="1"/>
          </p:cNvSpPr>
          <p:nvPr/>
        </p:nvSpPr>
        <p:spPr>
          <a:xfrm>
            <a:off x="755490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a_full_bar_971">
            <a:extLst>
              <a:ext uri="{FF2B5EF4-FFF2-40B4-BE49-F238E27FC236}">
                <a16:creationId xmlns:a16="http://schemas.microsoft.com/office/drawing/2014/main" id="{9E2B05AC-B8EA-406E-8486-9D7A757A7EF3}"/>
              </a:ext>
            </a:extLst>
          </p:cNvPr>
          <p:cNvSpPr>
            <a:spLocks noGrp="1"/>
          </p:cNvSpPr>
          <p:nvPr/>
        </p:nvSpPr>
        <p:spPr>
          <a:xfrm>
            <a:off x="7906755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a_full_bar_972">
            <a:extLst>
              <a:ext uri="{FF2B5EF4-FFF2-40B4-BE49-F238E27FC236}">
                <a16:creationId xmlns:a16="http://schemas.microsoft.com/office/drawing/2014/main" id="{ADD1675D-CC02-456D-B8AB-6E89B374766C}"/>
              </a:ext>
            </a:extLst>
          </p:cNvPr>
          <p:cNvSpPr>
            <a:spLocks noGrp="1"/>
          </p:cNvSpPr>
          <p:nvPr/>
        </p:nvSpPr>
        <p:spPr>
          <a:xfrm>
            <a:off x="754383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a_full_bar_973">
            <a:extLst>
              <a:ext uri="{FF2B5EF4-FFF2-40B4-BE49-F238E27FC236}">
                <a16:creationId xmlns:a16="http://schemas.microsoft.com/office/drawing/2014/main" id="{9A620CFE-080F-48FE-A3DE-A52690DEABA7}"/>
              </a:ext>
            </a:extLst>
          </p:cNvPr>
          <p:cNvSpPr>
            <a:spLocks noGrp="1"/>
          </p:cNvSpPr>
          <p:nvPr/>
        </p:nvSpPr>
        <p:spPr>
          <a:xfrm>
            <a:off x="783948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a_full_bar_974">
            <a:extLst>
              <a:ext uri="{FF2B5EF4-FFF2-40B4-BE49-F238E27FC236}">
                <a16:creationId xmlns:a16="http://schemas.microsoft.com/office/drawing/2014/main" id="{F0E4187B-6C65-4F70-8C62-E4537E6F0E74}"/>
              </a:ext>
            </a:extLst>
          </p:cNvPr>
          <p:cNvSpPr>
            <a:spLocks noGrp="1"/>
          </p:cNvSpPr>
          <p:nvPr/>
        </p:nvSpPr>
        <p:spPr>
          <a:xfrm>
            <a:off x="7634780" y="39560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a_full_bar_975">
            <a:extLst>
              <a:ext uri="{FF2B5EF4-FFF2-40B4-BE49-F238E27FC236}">
                <a16:creationId xmlns:a16="http://schemas.microsoft.com/office/drawing/2014/main" id="{97F98049-C9E7-4116-89EE-7C3E31561A00}"/>
              </a:ext>
            </a:extLst>
          </p:cNvPr>
          <p:cNvSpPr>
            <a:spLocks noGrp="1"/>
          </p:cNvSpPr>
          <p:nvPr/>
        </p:nvSpPr>
        <p:spPr>
          <a:xfrm>
            <a:off x="7636493" y="53349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a_full_bar_976">
            <a:extLst>
              <a:ext uri="{FF2B5EF4-FFF2-40B4-BE49-F238E27FC236}">
                <a16:creationId xmlns:a16="http://schemas.microsoft.com/office/drawing/2014/main" id="{2F4DA157-A462-42FD-80FF-C0E1B94F1EA5}"/>
              </a:ext>
            </a:extLst>
          </p:cNvPr>
          <p:cNvSpPr>
            <a:spLocks noGrp="1"/>
          </p:cNvSpPr>
          <p:nvPr/>
        </p:nvSpPr>
        <p:spPr>
          <a:xfrm>
            <a:off x="7852748" y="37872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a_full_bar_977">
            <a:extLst>
              <a:ext uri="{FF2B5EF4-FFF2-40B4-BE49-F238E27FC236}">
                <a16:creationId xmlns:a16="http://schemas.microsoft.com/office/drawing/2014/main" id="{8A8A29EB-4CC6-4F70-AED6-1884BCFA3076}"/>
              </a:ext>
            </a:extLst>
          </p:cNvPr>
          <p:cNvSpPr>
            <a:spLocks noGrp="1"/>
          </p:cNvSpPr>
          <p:nvPr/>
        </p:nvSpPr>
        <p:spPr>
          <a:xfrm>
            <a:off x="7587094" y="572238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a_full_bar_978">
            <a:extLst>
              <a:ext uri="{FF2B5EF4-FFF2-40B4-BE49-F238E27FC236}">
                <a16:creationId xmlns:a16="http://schemas.microsoft.com/office/drawing/2014/main" id="{D1F705F8-C286-4FFB-9145-0A812B0AF614}"/>
              </a:ext>
            </a:extLst>
          </p:cNvPr>
          <p:cNvSpPr>
            <a:spLocks noGrp="1"/>
          </p:cNvSpPr>
          <p:nvPr/>
        </p:nvSpPr>
        <p:spPr>
          <a:xfrm>
            <a:off x="7824346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a_full_bar_979">
            <a:extLst>
              <a:ext uri="{FF2B5EF4-FFF2-40B4-BE49-F238E27FC236}">
                <a16:creationId xmlns:a16="http://schemas.microsoft.com/office/drawing/2014/main" id="{92F4CFD4-2DBE-4310-BF58-7E4A416FA8CA}"/>
              </a:ext>
            </a:extLst>
          </p:cNvPr>
          <p:cNvSpPr>
            <a:spLocks noGrp="1"/>
          </p:cNvSpPr>
          <p:nvPr/>
        </p:nvSpPr>
        <p:spPr>
          <a:xfrm>
            <a:off x="782051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a_full_bar_980">
            <a:extLst>
              <a:ext uri="{FF2B5EF4-FFF2-40B4-BE49-F238E27FC236}">
                <a16:creationId xmlns:a16="http://schemas.microsoft.com/office/drawing/2014/main" id="{E3D87DFC-090C-4AE4-9103-6339EBCE82EE}"/>
              </a:ext>
            </a:extLst>
          </p:cNvPr>
          <p:cNvSpPr>
            <a:spLocks noGrp="1"/>
          </p:cNvSpPr>
          <p:nvPr/>
        </p:nvSpPr>
        <p:spPr>
          <a:xfrm>
            <a:off x="7832430" y="5942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a_full_bar_981">
            <a:extLst>
              <a:ext uri="{FF2B5EF4-FFF2-40B4-BE49-F238E27FC236}">
                <a16:creationId xmlns:a16="http://schemas.microsoft.com/office/drawing/2014/main" id="{34250232-CF49-4318-874E-F32674A93056}"/>
              </a:ext>
            </a:extLst>
          </p:cNvPr>
          <p:cNvSpPr>
            <a:spLocks noGrp="1"/>
          </p:cNvSpPr>
          <p:nvPr/>
        </p:nvSpPr>
        <p:spPr>
          <a:xfrm>
            <a:off x="7560404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a_full_bar_982">
            <a:extLst>
              <a:ext uri="{FF2B5EF4-FFF2-40B4-BE49-F238E27FC236}">
                <a16:creationId xmlns:a16="http://schemas.microsoft.com/office/drawing/2014/main" id="{34344BF0-EF4D-4389-A874-7C1551AC03AF}"/>
              </a:ext>
            </a:extLst>
          </p:cNvPr>
          <p:cNvSpPr>
            <a:spLocks noGrp="1"/>
          </p:cNvSpPr>
          <p:nvPr/>
        </p:nvSpPr>
        <p:spPr>
          <a:xfrm>
            <a:off x="7623407" y="4942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a_full_bar_983">
            <a:extLst>
              <a:ext uri="{FF2B5EF4-FFF2-40B4-BE49-F238E27FC236}">
                <a16:creationId xmlns:a16="http://schemas.microsoft.com/office/drawing/2014/main" id="{1D344E74-6EBA-4A4D-827C-D6D35F2AE219}"/>
              </a:ext>
            </a:extLst>
          </p:cNvPr>
          <p:cNvSpPr>
            <a:spLocks noGrp="1"/>
          </p:cNvSpPr>
          <p:nvPr/>
        </p:nvSpPr>
        <p:spPr>
          <a:xfrm>
            <a:off x="76773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a_full_bar_984">
            <a:extLst>
              <a:ext uri="{FF2B5EF4-FFF2-40B4-BE49-F238E27FC236}">
                <a16:creationId xmlns:a16="http://schemas.microsoft.com/office/drawing/2014/main" id="{F611666A-C156-43F2-86E0-068997A61C81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a_full_bar_985">
            <a:extLst>
              <a:ext uri="{FF2B5EF4-FFF2-40B4-BE49-F238E27FC236}">
                <a16:creationId xmlns:a16="http://schemas.microsoft.com/office/drawing/2014/main" id="{5034424C-6823-4064-8784-C2A7C4FC11FB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a_full_bar_986">
            <a:extLst>
              <a:ext uri="{FF2B5EF4-FFF2-40B4-BE49-F238E27FC236}">
                <a16:creationId xmlns:a16="http://schemas.microsoft.com/office/drawing/2014/main" id="{BC62D396-4048-4DCF-A19D-10F0B90A5816}"/>
              </a:ext>
            </a:extLst>
          </p:cNvPr>
          <p:cNvSpPr>
            <a:spLocks noGrp="1"/>
          </p:cNvSpPr>
          <p:nvPr/>
        </p:nvSpPr>
        <p:spPr>
          <a:xfrm>
            <a:off x="77471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a_full_bar_987">
            <a:extLst>
              <a:ext uri="{FF2B5EF4-FFF2-40B4-BE49-F238E27FC236}">
                <a16:creationId xmlns:a16="http://schemas.microsoft.com/office/drawing/2014/main" id="{5F54A793-22C3-4E57-97BB-FA9A69F39F9F}"/>
              </a:ext>
            </a:extLst>
          </p:cNvPr>
          <p:cNvSpPr>
            <a:spLocks noGrp="1"/>
          </p:cNvSpPr>
          <p:nvPr/>
        </p:nvSpPr>
        <p:spPr>
          <a:xfrm>
            <a:off x="7886378" y="463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a_full_bar_988">
            <a:extLst>
              <a:ext uri="{FF2B5EF4-FFF2-40B4-BE49-F238E27FC236}">
                <a16:creationId xmlns:a16="http://schemas.microsoft.com/office/drawing/2014/main" id="{7CC1391C-29E7-4FBD-910B-5006EA0274A1}"/>
              </a:ext>
            </a:extLst>
          </p:cNvPr>
          <p:cNvSpPr>
            <a:spLocks noGrp="1"/>
          </p:cNvSpPr>
          <p:nvPr/>
        </p:nvSpPr>
        <p:spPr>
          <a:xfrm>
            <a:off x="7760640" y="471243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a_full_bar_989">
            <a:extLst>
              <a:ext uri="{FF2B5EF4-FFF2-40B4-BE49-F238E27FC236}">
                <a16:creationId xmlns:a16="http://schemas.microsoft.com/office/drawing/2014/main" id="{70CFCA7B-68EB-41CF-86CB-B4A03EC6B884}"/>
              </a:ext>
            </a:extLst>
          </p:cNvPr>
          <p:cNvSpPr>
            <a:spLocks noGrp="1"/>
          </p:cNvSpPr>
          <p:nvPr/>
        </p:nvSpPr>
        <p:spPr>
          <a:xfrm>
            <a:off x="76770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a_full_bar_990">
            <a:extLst>
              <a:ext uri="{FF2B5EF4-FFF2-40B4-BE49-F238E27FC236}">
                <a16:creationId xmlns:a16="http://schemas.microsoft.com/office/drawing/2014/main" id="{347BBCB9-D6E5-4F3E-A5E9-EDC3FE231A40}"/>
              </a:ext>
            </a:extLst>
          </p:cNvPr>
          <p:cNvSpPr>
            <a:spLocks noGrp="1"/>
          </p:cNvSpPr>
          <p:nvPr/>
        </p:nvSpPr>
        <p:spPr>
          <a:xfrm>
            <a:off x="7896547" y="35917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a_full_bar_991">
            <a:extLst>
              <a:ext uri="{FF2B5EF4-FFF2-40B4-BE49-F238E27FC236}">
                <a16:creationId xmlns:a16="http://schemas.microsoft.com/office/drawing/2014/main" id="{6F749512-2512-4A5D-8B20-C4E60C0754D3}"/>
              </a:ext>
            </a:extLst>
          </p:cNvPr>
          <p:cNvSpPr>
            <a:spLocks noGrp="1"/>
          </p:cNvSpPr>
          <p:nvPr/>
        </p:nvSpPr>
        <p:spPr>
          <a:xfrm>
            <a:off x="7676886" y="39098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a_full_bar_992">
            <a:extLst>
              <a:ext uri="{FF2B5EF4-FFF2-40B4-BE49-F238E27FC236}">
                <a16:creationId xmlns:a16="http://schemas.microsoft.com/office/drawing/2014/main" id="{988D1DAF-DA4F-4A1D-9E78-E2953E19EC9F}"/>
              </a:ext>
            </a:extLst>
          </p:cNvPr>
          <p:cNvSpPr>
            <a:spLocks noGrp="1"/>
          </p:cNvSpPr>
          <p:nvPr/>
        </p:nvSpPr>
        <p:spPr>
          <a:xfrm>
            <a:off x="773793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a_full_bar_993">
            <a:extLst>
              <a:ext uri="{FF2B5EF4-FFF2-40B4-BE49-F238E27FC236}">
                <a16:creationId xmlns:a16="http://schemas.microsoft.com/office/drawing/2014/main" id="{DF9CDCA0-9EC9-4322-B40C-04621AD8C848}"/>
              </a:ext>
            </a:extLst>
          </p:cNvPr>
          <p:cNvSpPr>
            <a:spLocks noGrp="1"/>
          </p:cNvSpPr>
          <p:nvPr/>
        </p:nvSpPr>
        <p:spPr>
          <a:xfrm>
            <a:off x="7870651" y="25682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a_full_bar_994">
            <a:extLst>
              <a:ext uri="{FF2B5EF4-FFF2-40B4-BE49-F238E27FC236}">
                <a16:creationId xmlns:a16="http://schemas.microsoft.com/office/drawing/2014/main" id="{09BA24F1-5A0C-4DD2-8191-1E9A82CC72D8}"/>
              </a:ext>
            </a:extLst>
          </p:cNvPr>
          <p:cNvSpPr>
            <a:spLocks noGrp="1"/>
          </p:cNvSpPr>
          <p:nvPr/>
        </p:nvSpPr>
        <p:spPr>
          <a:xfrm>
            <a:off x="7730546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a_full_bar_995">
            <a:extLst>
              <a:ext uri="{FF2B5EF4-FFF2-40B4-BE49-F238E27FC236}">
                <a16:creationId xmlns:a16="http://schemas.microsoft.com/office/drawing/2014/main" id="{6569CEB5-63F8-4A76-975B-A123338F44CD}"/>
              </a:ext>
            </a:extLst>
          </p:cNvPr>
          <p:cNvSpPr>
            <a:spLocks noGrp="1"/>
          </p:cNvSpPr>
          <p:nvPr/>
        </p:nvSpPr>
        <p:spPr>
          <a:xfrm>
            <a:off x="780001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a_full_bar_996">
            <a:extLst>
              <a:ext uri="{FF2B5EF4-FFF2-40B4-BE49-F238E27FC236}">
                <a16:creationId xmlns:a16="http://schemas.microsoft.com/office/drawing/2014/main" id="{44029941-BDED-4EDC-9D84-6694925CE90B}"/>
              </a:ext>
            </a:extLst>
          </p:cNvPr>
          <p:cNvSpPr>
            <a:spLocks noGrp="1"/>
          </p:cNvSpPr>
          <p:nvPr/>
        </p:nvSpPr>
        <p:spPr>
          <a:xfrm>
            <a:off x="751666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a_full_bar_997">
            <a:extLst>
              <a:ext uri="{FF2B5EF4-FFF2-40B4-BE49-F238E27FC236}">
                <a16:creationId xmlns:a16="http://schemas.microsoft.com/office/drawing/2014/main" id="{24D80CE6-E0A4-4F05-B5DC-44EC382A1501}"/>
              </a:ext>
            </a:extLst>
          </p:cNvPr>
          <p:cNvSpPr>
            <a:spLocks noGrp="1"/>
          </p:cNvSpPr>
          <p:nvPr/>
        </p:nvSpPr>
        <p:spPr>
          <a:xfrm>
            <a:off x="7888001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a_full_bar_998">
            <a:extLst>
              <a:ext uri="{FF2B5EF4-FFF2-40B4-BE49-F238E27FC236}">
                <a16:creationId xmlns:a16="http://schemas.microsoft.com/office/drawing/2014/main" id="{250184A5-5BB2-4AA5-89DE-516A68C40B21}"/>
              </a:ext>
            </a:extLst>
          </p:cNvPr>
          <p:cNvSpPr>
            <a:spLocks noGrp="1"/>
          </p:cNvSpPr>
          <p:nvPr/>
        </p:nvSpPr>
        <p:spPr>
          <a:xfrm>
            <a:off x="763017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a_full_bar_999">
            <a:extLst>
              <a:ext uri="{FF2B5EF4-FFF2-40B4-BE49-F238E27FC236}">
                <a16:creationId xmlns:a16="http://schemas.microsoft.com/office/drawing/2014/main" id="{19976541-D222-4391-B92C-03F5F594C496}"/>
              </a:ext>
            </a:extLst>
          </p:cNvPr>
          <p:cNvSpPr>
            <a:spLocks noGrp="1"/>
          </p:cNvSpPr>
          <p:nvPr/>
        </p:nvSpPr>
        <p:spPr>
          <a:xfrm>
            <a:off x="760232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a_full_bar_1000">
            <a:extLst>
              <a:ext uri="{FF2B5EF4-FFF2-40B4-BE49-F238E27FC236}">
                <a16:creationId xmlns:a16="http://schemas.microsoft.com/office/drawing/2014/main" id="{735EC27B-EBF5-454B-A494-1108DE99A84E}"/>
              </a:ext>
            </a:extLst>
          </p:cNvPr>
          <p:cNvSpPr>
            <a:spLocks noGrp="1"/>
          </p:cNvSpPr>
          <p:nvPr/>
        </p:nvSpPr>
        <p:spPr>
          <a:xfrm>
            <a:off x="78287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a_full_bar_1001">
            <a:extLst>
              <a:ext uri="{FF2B5EF4-FFF2-40B4-BE49-F238E27FC236}">
                <a16:creationId xmlns:a16="http://schemas.microsoft.com/office/drawing/2014/main" id="{05921894-7CAF-4AF6-9825-D7FEF34D22D6}"/>
              </a:ext>
            </a:extLst>
          </p:cNvPr>
          <p:cNvSpPr>
            <a:spLocks noGrp="1"/>
          </p:cNvSpPr>
          <p:nvPr/>
        </p:nvSpPr>
        <p:spPr>
          <a:xfrm>
            <a:off x="7868969" y="28621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a_full_bar_1002">
            <a:extLst>
              <a:ext uri="{FF2B5EF4-FFF2-40B4-BE49-F238E27FC236}">
                <a16:creationId xmlns:a16="http://schemas.microsoft.com/office/drawing/2014/main" id="{F00CE8E1-AFB1-4D03-9CE0-3CDB8AE427E7}"/>
              </a:ext>
            </a:extLst>
          </p:cNvPr>
          <p:cNvSpPr>
            <a:spLocks noGrp="1"/>
          </p:cNvSpPr>
          <p:nvPr/>
        </p:nvSpPr>
        <p:spPr>
          <a:xfrm>
            <a:off x="787747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a_full_bar_1003">
            <a:extLst>
              <a:ext uri="{FF2B5EF4-FFF2-40B4-BE49-F238E27FC236}">
                <a16:creationId xmlns:a16="http://schemas.microsoft.com/office/drawing/2014/main" id="{CF2BC389-393C-45FF-974E-9ED0A199F921}"/>
              </a:ext>
            </a:extLst>
          </p:cNvPr>
          <p:cNvSpPr>
            <a:spLocks noGrp="1"/>
          </p:cNvSpPr>
          <p:nvPr/>
        </p:nvSpPr>
        <p:spPr>
          <a:xfrm>
            <a:off x="7726386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a_full_bar_1004">
            <a:extLst>
              <a:ext uri="{FF2B5EF4-FFF2-40B4-BE49-F238E27FC236}">
                <a16:creationId xmlns:a16="http://schemas.microsoft.com/office/drawing/2014/main" id="{C45B921C-1159-419E-AEBB-4488B196814D}"/>
              </a:ext>
            </a:extLst>
          </p:cNvPr>
          <p:cNvSpPr>
            <a:spLocks noGrp="1"/>
          </p:cNvSpPr>
          <p:nvPr/>
        </p:nvSpPr>
        <p:spPr>
          <a:xfrm>
            <a:off x="7699131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a_full_bar_1005">
            <a:extLst>
              <a:ext uri="{FF2B5EF4-FFF2-40B4-BE49-F238E27FC236}">
                <a16:creationId xmlns:a16="http://schemas.microsoft.com/office/drawing/2014/main" id="{B27649BC-BCBD-418E-A85C-599DA3F9DCD6}"/>
              </a:ext>
            </a:extLst>
          </p:cNvPr>
          <p:cNvSpPr>
            <a:spLocks noGrp="1"/>
          </p:cNvSpPr>
          <p:nvPr/>
        </p:nvSpPr>
        <p:spPr>
          <a:xfrm>
            <a:off x="7534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a_full_bar_1006">
            <a:extLst>
              <a:ext uri="{FF2B5EF4-FFF2-40B4-BE49-F238E27FC236}">
                <a16:creationId xmlns:a16="http://schemas.microsoft.com/office/drawing/2014/main" id="{024FBAC1-973A-4F31-A433-7E1A686C53E2}"/>
              </a:ext>
            </a:extLst>
          </p:cNvPr>
          <p:cNvSpPr>
            <a:spLocks noGrp="1"/>
          </p:cNvSpPr>
          <p:nvPr/>
        </p:nvSpPr>
        <p:spPr>
          <a:xfrm>
            <a:off x="78087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a_full_bar_1007">
            <a:extLst>
              <a:ext uri="{FF2B5EF4-FFF2-40B4-BE49-F238E27FC236}">
                <a16:creationId xmlns:a16="http://schemas.microsoft.com/office/drawing/2014/main" id="{EA5A4DC3-B5A9-4459-96BE-00AA882D2674}"/>
              </a:ext>
            </a:extLst>
          </p:cNvPr>
          <p:cNvSpPr>
            <a:spLocks noGrp="1"/>
          </p:cNvSpPr>
          <p:nvPr/>
        </p:nvSpPr>
        <p:spPr>
          <a:xfrm>
            <a:off x="7668573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a_full_bar_1008">
            <a:extLst>
              <a:ext uri="{FF2B5EF4-FFF2-40B4-BE49-F238E27FC236}">
                <a16:creationId xmlns:a16="http://schemas.microsoft.com/office/drawing/2014/main" id="{CFF77503-B4AA-4F7F-9392-AD32530C082F}"/>
              </a:ext>
            </a:extLst>
          </p:cNvPr>
          <p:cNvSpPr>
            <a:spLocks noGrp="1"/>
          </p:cNvSpPr>
          <p:nvPr/>
        </p:nvSpPr>
        <p:spPr>
          <a:xfrm>
            <a:off x="7654908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a_full_bar_1009">
            <a:extLst>
              <a:ext uri="{FF2B5EF4-FFF2-40B4-BE49-F238E27FC236}">
                <a16:creationId xmlns:a16="http://schemas.microsoft.com/office/drawing/2014/main" id="{36B398BB-8F80-49E2-AD9E-AC0F861F9A13}"/>
              </a:ext>
            </a:extLst>
          </p:cNvPr>
          <p:cNvSpPr>
            <a:spLocks noGrp="1"/>
          </p:cNvSpPr>
          <p:nvPr/>
        </p:nvSpPr>
        <p:spPr>
          <a:xfrm>
            <a:off x="7668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a_full_bar_1010">
            <a:extLst>
              <a:ext uri="{FF2B5EF4-FFF2-40B4-BE49-F238E27FC236}">
                <a16:creationId xmlns:a16="http://schemas.microsoft.com/office/drawing/2014/main" id="{9A9E4314-6747-4A5B-9AE2-3E6D3D0DF2B8}"/>
              </a:ext>
            </a:extLst>
          </p:cNvPr>
          <p:cNvSpPr>
            <a:spLocks noGrp="1"/>
          </p:cNvSpPr>
          <p:nvPr/>
        </p:nvSpPr>
        <p:spPr>
          <a:xfrm>
            <a:off x="7843240" y="51427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a_full_bar_1011">
            <a:extLst>
              <a:ext uri="{FF2B5EF4-FFF2-40B4-BE49-F238E27FC236}">
                <a16:creationId xmlns:a16="http://schemas.microsoft.com/office/drawing/2014/main" id="{7B209206-5940-44C0-B98C-26E1523D2147}"/>
              </a:ext>
            </a:extLst>
          </p:cNvPr>
          <p:cNvSpPr>
            <a:spLocks noGrp="1"/>
          </p:cNvSpPr>
          <p:nvPr/>
        </p:nvSpPr>
        <p:spPr>
          <a:xfrm>
            <a:off x="7546923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a_full_bar_1012">
            <a:extLst>
              <a:ext uri="{FF2B5EF4-FFF2-40B4-BE49-F238E27FC236}">
                <a16:creationId xmlns:a16="http://schemas.microsoft.com/office/drawing/2014/main" id="{C2FA4A19-39CD-439A-AF8D-08A0471EDAB4}"/>
              </a:ext>
            </a:extLst>
          </p:cNvPr>
          <p:cNvSpPr>
            <a:spLocks noGrp="1"/>
          </p:cNvSpPr>
          <p:nvPr/>
        </p:nvSpPr>
        <p:spPr>
          <a:xfrm>
            <a:off x="769711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a_full_bar_1013">
            <a:extLst>
              <a:ext uri="{FF2B5EF4-FFF2-40B4-BE49-F238E27FC236}">
                <a16:creationId xmlns:a16="http://schemas.microsoft.com/office/drawing/2014/main" id="{05EF81D7-32C2-4EE1-81B3-5F672A64DEBA}"/>
              </a:ext>
            </a:extLst>
          </p:cNvPr>
          <p:cNvSpPr>
            <a:spLocks noGrp="1"/>
          </p:cNvSpPr>
          <p:nvPr/>
        </p:nvSpPr>
        <p:spPr>
          <a:xfrm>
            <a:off x="784694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a_full_bar_1014">
            <a:extLst>
              <a:ext uri="{FF2B5EF4-FFF2-40B4-BE49-F238E27FC236}">
                <a16:creationId xmlns:a16="http://schemas.microsoft.com/office/drawing/2014/main" id="{E204B29D-A681-48E9-A791-B89ACCD3BFEF}"/>
              </a:ext>
            </a:extLst>
          </p:cNvPr>
          <p:cNvSpPr>
            <a:spLocks noGrp="1"/>
          </p:cNvSpPr>
          <p:nvPr/>
        </p:nvSpPr>
        <p:spPr>
          <a:xfrm>
            <a:off x="755459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a_full_bar_1015">
            <a:extLst>
              <a:ext uri="{FF2B5EF4-FFF2-40B4-BE49-F238E27FC236}">
                <a16:creationId xmlns:a16="http://schemas.microsoft.com/office/drawing/2014/main" id="{F9E5187E-4344-4774-913D-20BACAFE8902}"/>
              </a:ext>
            </a:extLst>
          </p:cNvPr>
          <p:cNvSpPr>
            <a:spLocks noGrp="1"/>
          </p:cNvSpPr>
          <p:nvPr/>
        </p:nvSpPr>
        <p:spPr>
          <a:xfrm>
            <a:off x="7792762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a_full_bar_1016">
            <a:extLst>
              <a:ext uri="{FF2B5EF4-FFF2-40B4-BE49-F238E27FC236}">
                <a16:creationId xmlns:a16="http://schemas.microsoft.com/office/drawing/2014/main" id="{75FDCEB7-8B9B-40AA-8F55-EAA870A74214}"/>
              </a:ext>
            </a:extLst>
          </p:cNvPr>
          <p:cNvSpPr>
            <a:spLocks noGrp="1"/>
          </p:cNvSpPr>
          <p:nvPr/>
        </p:nvSpPr>
        <p:spPr>
          <a:xfrm>
            <a:off x="75259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a_full_bar_1017">
            <a:extLst>
              <a:ext uri="{FF2B5EF4-FFF2-40B4-BE49-F238E27FC236}">
                <a16:creationId xmlns:a16="http://schemas.microsoft.com/office/drawing/2014/main" id="{BEFA46F7-1DD3-47D5-81FE-84D6A7989CE2}"/>
              </a:ext>
            </a:extLst>
          </p:cNvPr>
          <p:cNvSpPr>
            <a:spLocks noGrp="1"/>
          </p:cNvSpPr>
          <p:nvPr/>
        </p:nvSpPr>
        <p:spPr>
          <a:xfrm>
            <a:off x="7549451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a_full_bar_1018">
            <a:extLst>
              <a:ext uri="{FF2B5EF4-FFF2-40B4-BE49-F238E27FC236}">
                <a16:creationId xmlns:a16="http://schemas.microsoft.com/office/drawing/2014/main" id="{04A72874-998D-4EE7-BDB4-12BF1118B7B2}"/>
              </a:ext>
            </a:extLst>
          </p:cNvPr>
          <p:cNvSpPr>
            <a:spLocks noGrp="1"/>
          </p:cNvSpPr>
          <p:nvPr/>
        </p:nvSpPr>
        <p:spPr>
          <a:xfrm>
            <a:off x="777655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a_full_bar_1019">
            <a:extLst>
              <a:ext uri="{FF2B5EF4-FFF2-40B4-BE49-F238E27FC236}">
                <a16:creationId xmlns:a16="http://schemas.microsoft.com/office/drawing/2014/main" id="{E8A8148E-8319-4FF8-B9DB-5A106AED7513}"/>
              </a:ext>
            </a:extLst>
          </p:cNvPr>
          <p:cNvSpPr>
            <a:spLocks noGrp="1"/>
          </p:cNvSpPr>
          <p:nvPr/>
        </p:nvSpPr>
        <p:spPr>
          <a:xfrm>
            <a:off x="753104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a_full_bar_1020">
            <a:extLst>
              <a:ext uri="{FF2B5EF4-FFF2-40B4-BE49-F238E27FC236}">
                <a16:creationId xmlns:a16="http://schemas.microsoft.com/office/drawing/2014/main" id="{65E6BE78-AC0F-4976-BF6A-8FEF88E5BA30}"/>
              </a:ext>
            </a:extLst>
          </p:cNvPr>
          <p:cNvSpPr>
            <a:spLocks noGrp="1"/>
          </p:cNvSpPr>
          <p:nvPr/>
        </p:nvSpPr>
        <p:spPr>
          <a:xfrm>
            <a:off x="7604909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a_full_bar_1021">
            <a:extLst>
              <a:ext uri="{FF2B5EF4-FFF2-40B4-BE49-F238E27FC236}">
                <a16:creationId xmlns:a16="http://schemas.microsoft.com/office/drawing/2014/main" id="{5D10307F-8CDA-49D7-AC09-AB54BE983433}"/>
              </a:ext>
            </a:extLst>
          </p:cNvPr>
          <p:cNvSpPr>
            <a:spLocks noGrp="1"/>
          </p:cNvSpPr>
          <p:nvPr/>
        </p:nvSpPr>
        <p:spPr>
          <a:xfrm>
            <a:off x="7763569" y="47502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a_full_bar_1022">
            <a:extLst>
              <a:ext uri="{FF2B5EF4-FFF2-40B4-BE49-F238E27FC236}">
                <a16:creationId xmlns:a16="http://schemas.microsoft.com/office/drawing/2014/main" id="{E4EF6D7B-89B7-415B-9CDB-CCA4F651C2EA}"/>
              </a:ext>
            </a:extLst>
          </p:cNvPr>
          <p:cNvSpPr>
            <a:spLocks noGrp="1"/>
          </p:cNvSpPr>
          <p:nvPr/>
        </p:nvSpPr>
        <p:spPr>
          <a:xfrm>
            <a:off x="7760003" y="45717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a_full_bar_1023">
            <a:extLst>
              <a:ext uri="{FF2B5EF4-FFF2-40B4-BE49-F238E27FC236}">
                <a16:creationId xmlns:a16="http://schemas.microsoft.com/office/drawing/2014/main" id="{733CA96D-CCF0-4682-A099-06F2B69580CB}"/>
              </a:ext>
            </a:extLst>
          </p:cNvPr>
          <p:cNvSpPr>
            <a:spLocks noGrp="1"/>
          </p:cNvSpPr>
          <p:nvPr/>
        </p:nvSpPr>
        <p:spPr>
          <a:xfrm>
            <a:off x="7753676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a_full_bar_1024">
            <a:extLst>
              <a:ext uri="{FF2B5EF4-FFF2-40B4-BE49-F238E27FC236}">
                <a16:creationId xmlns:a16="http://schemas.microsoft.com/office/drawing/2014/main" id="{AABEF192-C457-4521-A93E-05E38ABF3B96}"/>
              </a:ext>
            </a:extLst>
          </p:cNvPr>
          <p:cNvSpPr>
            <a:spLocks noGrp="1"/>
          </p:cNvSpPr>
          <p:nvPr/>
        </p:nvSpPr>
        <p:spPr>
          <a:xfrm>
            <a:off x="754900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a_full_bar_1025">
            <a:extLst>
              <a:ext uri="{FF2B5EF4-FFF2-40B4-BE49-F238E27FC236}">
                <a16:creationId xmlns:a16="http://schemas.microsoft.com/office/drawing/2014/main" id="{8D127206-56EE-4D2C-B045-BD4DFB9868FB}"/>
              </a:ext>
            </a:extLst>
          </p:cNvPr>
          <p:cNvSpPr>
            <a:spLocks noGrp="1"/>
          </p:cNvSpPr>
          <p:nvPr/>
        </p:nvSpPr>
        <p:spPr>
          <a:xfrm>
            <a:off x="758454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a_full_bar_1026">
            <a:extLst>
              <a:ext uri="{FF2B5EF4-FFF2-40B4-BE49-F238E27FC236}">
                <a16:creationId xmlns:a16="http://schemas.microsoft.com/office/drawing/2014/main" id="{413EB78C-401B-4E52-885B-28F077D3A876}"/>
              </a:ext>
            </a:extLst>
          </p:cNvPr>
          <p:cNvSpPr>
            <a:spLocks noGrp="1"/>
          </p:cNvSpPr>
          <p:nvPr/>
        </p:nvSpPr>
        <p:spPr>
          <a:xfrm>
            <a:off x="7706614" y="59804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a_full_bar_1027">
            <a:extLst>
              <a:ext uri="{FF2B5EF4-FFF2-40B4-BE49-F238E27FC236}">
                <a16:creationId xmlns:a16="http://schemas.microsoft.com/office/drawing/2014/main" id="{2160DE21-784C-4E9E-83EC-AE2C104DAA5A}"/>
              </a:ext>
            </a:extLst>
          </p:cNvPr>
          <p:cNvSpPr>
            <a:spLocks noGrp="1"/>
          </p:cNvSpPr>
          <p:nvPr/>
        </p:nvSpPr>
        <p:spPr>
          <a:xfrm>
            <a:off x="7894067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a_full_bar_1028">
            <a:extLst>
              <a:ext uri="{FF2B5EF4-FFF2-40B4-BE49-F238E27FC236}">
                <a16:creationId xmlns:a16="http://schemas.microsoft.com/office/drawing/2014/main" id="{38C13772-03D1-4087-A9D6-FF9021E096FE}"/>
              </a:ext>
            </a:extLst>
          </p:cNvPr>
          <p:cNvSpPr>
            <a:spLocks noGrp="1"/>
          </p:cNvSpPr>
          <p:nvPr/>
        </p:nvSpPr>
        <p:spPr>
          <a:xfrm>
            <a:off x="7678266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a_full_bar_1029">
            <a:extLst>
              <a:ext uri="{FF2B5EF4-FFF2-40B4-BE49-F238E27FC236}">
                <a16:creationId xmlns:a16="http://schemas.microsoft.com/office/drawing/2014/main" id="{4CCBEB6F-C3F1-4F83-974D-0B77D4D2598E}"/>
              </a:ext>
            </a:extLst>
          </p:cNvPr>
          <p:cNvSpPr>
            <a:spLocks noGrp="1"/>
          </p:cNvSpPr>
          <p:nvPr/>
        </p:nvSpPr>
        <p:spPr>
          <a:xfrm>
            <a:off x="7831016" y="5047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a_full_bar_1030">
            <a:extLst>
              <a:ext uri="{FF2B5EF4-FFF2-40B4-BE49-F238E27FC236}">
                <a16:creationId xmlns:a16="http://schemas.microsoft.com/office/drawing/2014/main" id="{C51FBB35-D52A-497D-B834-0A615DB4422E}"/>
              </a:ext>
            </a:extLst>
          </p:cNvPr>
          <p:cNvSpPr>
            <a:spLocks noGrp="1"/>
          </p:cNvSpPr>
          <p:nvPr/>
        </p:nvSpPr>
        <p:spPr>
          <a:xfrm>
            <a:off x="7611628" y="34698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a_full_bar_1031">
            <a:extLst>
              <a:ext uri="{FF2B5EF4-FFF2-40B4-BE49-F238E27FC236}">
                <a16:creationId xmlns:a16="http://schemas.microsoft.com/office/drawing/2014/main" id="{14A4EA28-281D-43B6-8589-30F185C0B96A}"/>
              </a:ext>
            </a:extLst>
          </p:cNvPr>
          <p:cNvSpPr>
            <a:spLocks noGrp="1"/>
          </p:cNvSpPr>
          <p:nvPr/>
        </p:nvSpPr>
        <p:spPr>
          <a:xfrm>
            <a:off x="77776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a_full_bar_1032">
            <a:extLst>
              <a:ext uri="{FF2B5EF4-FFF2-40B4-BE49-F238E27FC236}">
                <a16:creationId xmlns:a16="http://schemas.microsoft.com/office/drawing/2014/main" id="{A8A64E59-C99E-4B74-9CD2-5DA0BC4AF273}"/>
              </a:ext>
            </a:extLst>
          </p:cNvPr>
          <p:cNvSpPr>
            <a:spLocks noGrp="1"/>
          </p:cNvSpPr>
          <p:nvPr/>
        </p:nvSpPr>
        <p:spPr>
          <a:xfrm>
            <a:off x="7590543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a_full_bar_1033">
            <a:extLst>
              <a:ext uri="{FF2B5EF4-FFF2-40B4-BE49-F238E27FC236}">
                <a16:creationId xmlns:a16="http://schemas.microsoft.com/office/drawing/2014/main" id="{CC0334CD-09F7-4AB5-90A7-C6203AD8DE89}"/>
              </a:ext>
            </a:extLst>
          </p:cNvPr>
          <p:cNvSpPr>
            <a:spLocks noGrp="1"/>
          </p:cNvSpPr>
          <p:nvPr/>
        </p:nvSpPr>
        <p:spPr>
          <a:xfrm>
            <a:off x="76881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a_full_bar_1034">
            <a:extLst>
              <a:ext uri="{FF2B5EF4-FFF2-40B4-BE49-F238E27FC236}">
                <a16:creationId xmlns:a16="http://schemas.microsoft.com/office/drawing/2014/main" id="{D905D011-7614-4C93-9C74-28E81A1230E4}"/>
              </a:ext>
            </a:extLst>
          </p:cNvPr>
          <p:cNvSpPr>
            <a:spLocks noGrp="1"/>
          </p:cNvSpPr>
          <p:nvPr/>
        </p:nvSpPr>
        <p:spPr>
          <a:xfrm>
            <a:off x="7711020" y="360219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a_full_bar_1035">
            <a:extLst>
              <a:ext uri="{FF2B5EF4-FFF2-40B4-BE49-F238E27FC236}">
                <a16:creationId xmlns:a16="http://schemas.microsoft.com/office/drawing/2014/main" id="{CB8C8B6D-9D77-4575-B8EA-DDA56A2DC015}"/>
              </a:ext>
            </a:extLst>
          </p:cNvPr>
          <p:cNvSpPr>
            <a:spLocks noGrp="1"/>
          </p:cNvSpPr>
          <p:nvPr/>
        </p:nvSpPr>
        <p:spPr>
          <a:xfrm>
            <a:off x="7579012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a_full_bar_1036">
            <a:extLst>
              <a:ext uri="{FF2B5EF4-FFF2-40B4-BE49-F238E27FC236}">
                <a16:creationId xmlns:a16="http://schemas.microsoft.com/office/drawing/2014/main" id="{AFD1C71B-9122-4D5C-A961-0EE1280D3361}"/>
              </a:ext>
            </a:extLst>
          </p:cNvPr>
          <p:cNvSpPr>
            <a:spLocks noGrp="1"/>
          </p:cNvSpPr>
          <p:nvPr/>
        </p:nvSpPr>
        <p:spPr>
          <a:xfrm>
            <a:off x="784837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a_full_bar_1037">
            <a:extLst>
              <a:ext uri="{FF2B5EF4-FFF2-40B4-BE49-F238E27FC236}">
                <a16:creationId xmlns:a16="http://schemas.microsoft.com/office/drawing/2014/main" id="{43BB4D3F-B83D-42AC-A91C-85C07DEA1859}"/>
              </a:ext>
            </a:extLst>
          </p:cNvPr>
          <p:cNvSpPr>
            <a:spLocks noGrp="1"/>
          </p:cNvSpPr>
          <p:nvPr/>
        </p:nvSpPr>
        <p:spPr>
          <a:xfrm>
            <a:off x="77039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a_full_bar_1038">
            <a:extLst>
              <a:ext uri="{FF2B5EF4-FFF2-40B4-BE49-F238E27FC236}">
                <a16:creationId xmlns:a16="http://schemas.microsoft.com/office/drawing/2014/main" id="{BB90F10B-F114-4F5E-958D-8AA20297EDBF}"/>
              </a:ext>
            </a:extLst>
          </p:cNvPr>
          <p:cNvSpPr>
            <a:spLocks noGrp="1"/>
          </p:cNvSpPr>
          <p:nvPr/>
        </p:nvSpPr>
        <p:spPr>
          <a:xfrm>
            <a:off x="7777548" y="48392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a_full_bar_1039">
            <a:extLst>
              <a:ext uri="{FF2B5EF4-FFF2-40B4-BE49-F238E27FC236}">
                <a16:creationId xmlns:a16="http://schemas.microsoft.com/office/drawing/2014/main" id="{5940AB11-2C75-4CB0-8485-E8E11EA10F36}"/>
              </a:ext>
            </a:extLst>
          </p:cNvPr>
          <p:cNvSpPr>
            <a:spLocks noGrp="1"/>
          </p:cNvSpPr>
          <p:nvPr/>
        </p:nvSpPr>
        <p:spPr>
          <a:xfrm>
            <a:off x="77186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a_full_bar_1040">
            <a:extLst>
              <a:ext uri="{FF2B5EF4-FFF2-40B4-BE49-F238E27FC236}">
                <a16:creationId xmlns:a16="http://schemas.microsoft.com/office/drawing/2014/main" id="{AC09E543-BF06-4BFA-8CB7-2A0FA805C8A2}"/>
              </a:ext>
            </a:extLst>
          </p:cNvPr>
          <p:cNvSpPr>
            <a:spLocks noGrp="1"/>
          </p:cNvSpPr>
          <p:nvPr/>
        </p:nvSpPr>
        <p:spPr>
          <a:xfrm>
            <a:off x="788199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a_full_bar_1041">
            <a:extLst>
              <a:ext uri="{FF2B5EF4-FFF2-40B4-BE49-F238E27FC236}">
                <a16:creationId xmlns:a16="http://schemas.microsoft.com/office/drawing/2014/main" id="{0D56AC3B-9149-41FD-87A4-589C7D59A828}"/>
              </a:ext>
            </a:extLst>
          </p:cNvPr>
          <p:cNvSpPr>
            <a:spLocks noGrp="1"/>
          </p:cNvSpPr>
          <p:nvPr/>
        </p:nvSpPr>
        <p:spPr>
          <a:xfrm>
            <a:off x="7807729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a_full_bar_1042">
            <a:extLst>
              <a:ext uri="{FF2B5EF4-FFF2-40B4-BE49-F238E27FC236}">
                <a16:creationId xmlns:a16="http://schemas.microsoft.com/office/drawing/2014/main" id="{F873E5AD-DA1B-4BD9-82C5-6D5EDFBDE5DF}"/>
              </a:ext>
            </a:extLst>
          </p:cNvPr>
          <p:cNvSpPr>
            <a:spLocks noGrp="1"/>
          </p:cNvSpPr>
          <p:nvPr/>
        </p:nvSpPr>
        <p:spPr>
          <a:xfrm>
            <a:off x="780785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a_full_bar_1043">
            <a:extLst>
              <a:ext uri="{FF2B5EF4-FFF2-40B4-BE49-F238E27FC236}">
                <a16:creationId xmlns:a16="http://schemas.microsoft.com/office/drawing/2014/main" id="{4DAB4DDB-28E8-4296-AAE0-6B4B2FFC7BDC}"/>
              </a:ext>
            </a:extLst>
          </p:cNvPr>
          <p:cNvSpPr>
            <a:spLocks noGrp="1"/>
          </p:cNvSpPr>
          <p:nvPr/>
        </p:nvSpPr>
        <p:spPr>
          <a:xfrm>
            <a:off x="7737186" y="4507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a_full_bar_1044">
            <a:extLst>
              <a:ext uri="{FF2B5EF4-FFF2-40B4-BE49-F238E27FC236}">
                <a16:creationId xmlns:a16="http://schemas.microsoft.com/office/drawing/2014/main" id="{01106147-7CD6-4C83-B1E0-1AAF09AD75DB}"/>
              </a:ext>
            </a:extLst>
          </p:cNvPr>
          <p:cNvSpPr>
            <a:spLocks noGrp="1"/>
          </p:cNvSpPr>
          <p:nvPr/>
        </p:nvSpPr>
        <p:spPr>
          <a:xfrm>
            <a:off x="757238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a_full_bar_1045">
            <a:extLst>
              <a:ext uri="{FF2B5EF4-FFF2-40B4-BE49-F238E27FC236}">
                <a16:creationId xmlns:a16="http://schemas.microsoft.com/office/drawing/2014/main" id="{C058F901-77AB-4672-B0C8-45537F060122}"/>
              </a:ext>
            </a:extLst>
          </p:cNvPr>
          <p:cNvSpPr>
            <a:spLocks noGrp="1"/>
          </p:cNvSpPr>
          <p:nvPr/>
        </p:nvSpPr>
        <p:spPr>
          <a:xfrm>
            <a:off x="7593660" y="5261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a_full_bar_1046">
            <a:extLst>
              <a:ext uri="{FF2B5EF4-FFF2-40B4-BE49-F238E27FC236}">
                <a16:creationId xmlns:a16="http://schemas.microsoft.com/office/drawing/2014/main" id="{42EBB962-C836-452C-B3BE-2F79CB13AC78}"/>
              </a:ext>
            </a:extLst>
          </p:cNvPr>
          <p:cNvSpPr>
            <a:spLocks noGrp="1"/>
          </p:cNvSpPr>
          <p:nvPr/>
        </p:nvSpPr>
        <p:spPr>
          <a:xfrm>
            <a:off x="760726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a_full_bar_1047">
            <a:extLst>
              <a:ext uri="{FF2B5EF4-FFF2-40B4-BE49-F238E27FC236}">
                <a16:creationId xmlns:a16="http://schemas.microsoft.com/office/drawing/2014/main" id="{A1DA021B-9913-4504-AFB6-9A50C9C76245}"/>
              </a:ext>
            </a:extLst>
          </p:cNvPr>
          <p:cNvSpPr>
            <a:spLocks noGrp="1"/>
          </p:cNvSpPr>
          <p:nvPr/>
        </p:nvSpPr>
        <p:spPr>
          <a:xfrm>
            <a:off x="78226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a_full_bar_1048">
            <a:extLst>
              <a:ext uri="{FF2B5EF4-FFF2-40B4-BE49-F238E27FC236}">
                <a16:creationId xmlns:a16="http://schemas.microsoft.com/office/drawing/2014/main" id="{91D78E00-8810-4575-AC87-0B56E22E6CC5}"/>
              </a:ext>
            </a:extLst>
          </p:cNvPr>
          <p:cNvSpPr>
            <a:spLocks noGrp="1"/>
          </p:cNvSpPr>
          <p:nvPr/>
        </p:nvSpPr>
        <p:spPr>
          <a:xfrm>
            <a:off x="7762044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a_full_bar_1049">
            <a:extLst>
              <a:ext uri="{FF2B5EF4-FFF2-40B4-BE49-F238E27FC236}">
                <a16:creationId xmlns:a16="http://schemas.microsoft.com/office/drawing/2014/main" id="{B79D1DCE-7E14-44E7-B136-7752D7DE23B1}"/>
              </a:ext>
            </a:extLst>
          </p:cNvPr>
          <p:cNvSpPr>
            <a:spLocks noGrp="1"/>
          </p:cNvSpPr>
          <p:nvPr/>
        </p:nvSpPr>
        <p:spPr>
          <a:xfrm>
            <a:off x="758139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a_full_bar_1050">
            <a:extLst>
              <a:ext uri="{FF2B5EF4-FFF2-40B4-BE49-F238E27FC236}">
                <a16:creationId xmlns:a16="http://schemas.microsoft.com/office/drawing/2014/main" id="{0AD6E875-92BF-4045-9C9E-D6EAB00C9DCB}"/>
              </a:ext>
            </a:extLst>
          </p:cNvPr>
          <p:cNvSpPr>
            <a:spLocks noGrp="1"/>
          </p:cNvSpPr>
          <p:nvPr/>
        </p:nvSpPr>
        <p:spPr>
          <a:xfrm>
            <a:off x="76933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a_full_bar_1051">
            <a:extLst>
              <a:ext uri="{FF2B5EF4-FFF2-40B4-BE49-F238E27FC236}">
                <a16:creationId xmlns:a16="http://schemas.microsoft.com/office/drawing/2014/main" id="{EC5E6CFF-B36D-4D72-A143-4740E4DCDA72}"/>
              </a:ext>
            </a:extLst>
          </p:cNvPr>
          <p:cNvSpPr>
            <a:spLocks noGrp="1"/>
          </p:cNvSpPr>
          <p:nvPr/>
        </p:nvSpPr>
        <p:spPr>
          <a:xfrm>
            <a:off x="7578050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a_full_bar_1052">
            <a:extLst>
              <a:ext uri="{FF2B5EF4-FFF2-40B4-BE49-F238E27FC236}">
                <a16:creationId xmlns:a16="http://schemas.microsoft.com/office/drawing/2014/main" id="{9C74A9CA-0235-417B-838F-FCABF8D84516}"/>
              </a:ext>
            </a:extLst>
          </p:cNvPr>
          <p:cNvSpPr>
            <a:spLocks noGrp="1"/>
          </p:cNvSpPr>
          <p:nvPr/>
        </p:nvSpPr>
        <p:spPr>
          <a:xfrm>
            <a:off x="777505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a_full_bar_1053">
            <a:extLst>
              <a:ext uri="{FF2B5EF4-FFF2-40B4-BE49-F238E27FC236}">
                <a16:creationId xmlns:a16="http://schemas.microsoft.com/office/drawing/2014/main" id="{69478580-BC91-4772-B09D-420DAA12C0F8}"/>
              </a:ext>
            </a:extLst>
          </p:cNvPr>
          <p:cNvSpPr>
            <a:spLocks noGrp="1"/>
          </p:cNvSpPr>
          <p:nvPr/>
        </p:nvSpPr>
        <p:spPr>
          <a:xfrm>
            <a:off x="7520794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a_full_bar_1054">
            <a:extLst>
              <a:ext uri="{FF2B5EF4-FFF2-40B4-BE49-F238E27FC236}">
                <a16:creationId xmlns:a16="http://schemas.microsoft.com/office/drawing/2014/main" id="{FB7DFAA2-2C41-4ABE-AEB8-748C6B4C4B48}"/>
              </a:ext>
            </a:extLst>
          </p:cNvPr>
          <p:cNvSpPr>
            <a:spLocks noGrp="1"/>
          </p:cNvSpPr>
          <p:nvPr/>
        </p:nvSpPr>
        <p:spPr>
          <a:xfrm>
            <a:off x="786934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a_full_bar_1055">
            <a:extLst>
              <a:ext uri="{FF2B5EF4-FFF2-40B4-BE49-F238E27FC236}">
                <a16:creationId xmlns:a16="http://schemas.microsoft.com/office/drawing/2014/main" id="{9AB049A4-2C85-4F33-AF9B-9F42F9250E0D}"/>
              </a:ext>
            </a:extLst>
          </p:cNvPr>
          <p:cNvSpPr>
            <a:spLocks noGrp="1"/>
          </p:cNvSpPr>
          <p:nvPr/>
        </p:nvSpPr>
        <p:spPr>
          <a:xfrm>
            <a:off x="775135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a_full_bar_1056">
            <a:extLst>
              <a:ext uri="{FF2B5EF4-FFF2-40B4-BE49-F238E27FC236}">
                <a16:creationId xmlns:a16="http://schemas.microsoft.com/office/drawing/2014/main" id="{6E61CB6A-0E61-4708-8474-9F27FD326806}"/>
              </a:ext>
            </a:extLst>
          </p:cNvPr>
          <p:cNvSpPr>
            <a:spLocks noGrp="1"/>
          </p:cNvSpPr>
          <p:nvPr/>
        </p:nvSpPr>
        <p:spPr>
          <a:xfrm>
            <a:off x="7744825" y="54419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a_full_bar_1057">
            <a:extLst>
              <a:ext uri="{FF2B5EF4-FFF2-40B4-BE49-F238E27FC236}">
                <a16:creationId xmlns:a16="http://schemas.microsoft.com/office/drawing/2014/main" id="{EC5E162A-860C-4E68-B315-5902DDFE6EDE}"/>
              </a:ext>
            </a:extLst>
          </p:cNvPr>
          <p:cNvSpPr>
            <a:spLocks noGrp="1"/>
          </p:cNvSpPr>
          <p:nvPr/>
        </p:nvSpPr>
        <p:spPr>
          <a:xfrm>
            <a:off x="781509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a_full_bar_1058">
            <a:extLst>
              <a:ext uri="{FF2B5EF4-FFF2-40B4-BE49-F238E27FC236}">
                <a16:creationId xmlns:a16="http://schemas.microsoft.com/office/drawing/2014/main" id="{0644129C-E582-445B-8C04-B3979096C8A8}"/>
              </a:ext>
            </a:extLst>
          </p:cNvPr>
          <p:cNvSpPr>
            <a:spLocks noGrp="1"/>
          </p:cNvSpPr>
          <p:nvPr/>
        </p:nvSpPr>
        <p:spPr>
          <a:xfrm>
            <a:off x="7688765" y="43614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a_full_bar_1059">
            <a:extLst>
              <a:ext uri="{FF2B5EF4-FFF2-40B4-BE49-F238E27FC236}">
                <a16:creationId xmlns:a16="http://schemas.microsoft.com/office/drawing/2014/main" id="{420B6EA0-51E9-47A3-B3AF-C8FE5A6E5C42}"/>
              </a:ext>
            </a:extLst>
          </p:cNvPr>
          <p:cNvSpPr>
            <a:spLocks noGrp="1"/>
          </p:cNvSpPr>
          <p:nvPr/>
        </p:nvSpPr>
        <p:spPr>
          <a:xfrm>
            <a:off x="764802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a_full_bar_1060">
            <a:extLst>
              <a:ext uri="{FF2B5EF4-FFF2-40B4-BE49-F238E27FC236}">
                <a16:creationId xmlns:a16="http://schemas.microsoft.com/office/drawing/2014/main" id="{EE1D2500-FA3C-48C5-94C2-6C447701C67C}"/>
              </a:ext>
            </a:extLst>
          </p:cNvPr>
          <p:cNvSpPr>
            <a:spLocks noGrp="1"/>
          </p:cNvSpPr>
          <p:nvPr/>
        </p:nvSpPr>
        <p:spPr>
          <a:xfrm>
            <a:off x="769713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a_full_bar_1061">
            <a:extLst>
              <a:ext uri="{FF2B5EF4-FFF2-40B4-BE49-F238E27FC236}">
                <a16:creationId xmlns:a16="http://schemas.microsoft.com/office/drawing/2014/main" id="{E5AA0446-749D-472E-B5C5-40222451FC63}"/>
              </a:ext>
            </a:extLst>
          </p:cNvPr>
          <p:cNvSpPr>
            <a:spLocks noGrp="1"/>
          </p:cNvSpPr>
          <p:nvPr/>
        </p:nvSpPr>
        <p:spPr>
          <a:xfrm>
            <a:off x="7602250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a_full_bar_1062">
            <a:extLst>
              <a:ext uri="{FF2B5EF4-FFF2-40B4-BE49-F238E27FC236}">
                <a16:creationId xmlns:a16="http://schemas.microsoft.com/office/drawing/2014/main" id="{821514AC-B286-4C57-83A4-67EA76F371BD}"/>
              </a:ext>
            </a:extLst>
          </p:cNvPr>
          <p:cNvSpPr>
            <a:spLocks noGrp="1"/>
          </p:cNvSpPr>
          <p:nvPr/>
        </p:nvSpPr>
        <p:spPr>
          <a:xfrm>
            <a:off x="78092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a_full_bar_1063">
            <a:extLst>
              <a:ext uri="{FF2B5EF4-FFF2-40B4-BE49-F238E27FC236}">
                <a16:creationId xmlns:a16="http://schemas.microsoft.com/office/drawing/2014/main" id="{A32FC31E-14C4-49E5-A760-3098CDA72473}"/>
              </a:ext>
            </a:extLst>
          </p:cNvPr>
          <p:cNvSpPr>
            <a:spLocks noGrp="1"/>
          </p:cNvSpPr>
          <p:nvPr/>
        </p:nvSpPr>
        <p:spPr>
          <a:xfrm>
            <a:off x="77862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a_full_bar_1064">
            <a:extLst>
              <a:ext uri="{FF2B5EF4-FFF2-40B4-BE49-F238E27FC236}">
                <a16:creationId xmlns:a16="http://schemas.microsoft.com/office/drawing/2014/main" id="{6300B38E-64D3-423C-9FF3-FCCC1666BA7A}"/>
              </a:ext>
            </a:extLst>
          </p:cNvPr>
          <p:cNvSpPr>
            <a:spLocks noGrp="1"/>
          </p:cNvSpPr>
          <p:nvPr/>
        </p:nvSpPr>
        <p:spPr>
          <a:xfrm>
            <a:off x="7560668" y="573550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a_full_bar_1065">
            <a:extLst>
              <a:ext uri="{FF2B5EF4-FFF2-40B4-BE49-F238E27FC236}">
                <a16:creationId xmlns:a16="http://schemas.microsoft.com/office/drawing/2014/main" id="{DF8F402E-1F43-4FE5-BF2F-B198ACF6962F}"/>
              </a:ext>
            </a:extLst>
          </p:cNvPr>
          <p:cNvSpPr>
            <a:spLocks noGrp="1"/>
          </p:cNvSpPr>
          <p:nvPr/>
        </p:nvSpPr>
        <p:spPr>
          <a:xfrm>
            <a:off x="786610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a_full_bar_1066">
            <a:extLst>
              <a:ext uri="{FF2B5EF4-FFF2-40B4-BE49-F238E27FC236}">
                <a16:creationId xmlns:a16="http://schemas.microsoft.com/office/drawing/2014/main" id="{314A8FA8-E503-45E0-B68C-0AF46521FD34}"/>
              </a:ext>
            </a:extLst>
          </p:cNvPr>
          <p:cNvSpPr>
            <a:spLocks noGrp="1"/>
          </p:cNvSpPr>
          <p:nvPr/>
        </p:nvSpPr>
        <p:spPr>
          <a:xfrm>
            <a:off x="7676783" y="51603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a_full_bar_1067">
            <a:extLst>
              <a:ext uri="{FF2B5EF4-FFF2-40B4-BE49-F238E27FC236}">
                <a16:creationId xmlns:a16="http://schemas.microsoft.com/office/drawing/2014/main" id="{1BA4CEA0-3331-49D4-8E81-1F220FED288F}"/>
              </a:ext>
            </a:extLst>
          </p:cNvPr>
          <p:cNvSpPr>
            <a:spLocks noGrp="1"/>
          </p:cNvSpPr>
          <p:nvPr/>
        </p:nvSpPr>
        <p:spPr>
          <a:xfrm>
            <a:off x="7618469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a_full_bar_1068">
            <a:extLst>
              <a:ext uri="{FF2B5EF4-FFF2-40B4-BE49-F238E27FC236}">
                <a16:creationId xmlns:a16="http://schemas.microsoft.com/office/drawing/2014/main" id="{F43359AC-BFF5-47E2-9CF2-B9F01674E3B7}"/>
              </a:ext>
            </a:extLst>
          </p:cNvPr>
          <p:cNvSpPr>
            <a:spLocks noGrp="1"/>
          </p:cNvSpPr>
          <p:nvPr/>
        </p:nvSpPr>
        <p:spPr>
          <a:xfrm>
            <a:off x="7635603" y="39665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a_full_bar_1069">
            <a:extLst>
              <a:ext uri="{FF2B5EF4-FFF2-40B4-BE49-F238E27FC236}">
                <a16:creationId xmlns:a16="http://schemas.microsoft.com/office/drawing/2014/main" id="{C9173644-0D6A-4488-B7DE-3E2CC86BD609}"/>
              </a:ext>
            </a:extLst>
          </p:cNvPr>
          <p:cNvSpPr>
            <a:spLocks noGrp="1"/>
          </p:cNvSpPr>
          <p:nvPr/>
        </p:nvSpPr>
        <p:spPr>
          <a:xfrm>
            <a:off x="784454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a_full_bar_1070">
            <a:extLst>
              <a:ext uri="{FF2B5EF4-FFF2-40B4-BE49-F238E27FC236}">
                <a16:creationId xmlns:a16="http://schemas.microsoft.com/office/drawing/2014/main" id="{F9BECA6F-B909-48D0-8337-3EB074C19936}"/>
              </a:ext>
            </a:extLst>
          </p:cNvPr>
          <p:cNvSpPr>
            <a:spLocks noGrp="1"/>
          </p:cNvSpPr>
          <p:nvPr/>
        </p:nvSpPr>
        <p:spPr>
          <a:xfrm>
            <a:off x="7727387" y="3773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a_full_bar_1071">
            <a:extLst>
              <a:ext uri="{FF2B5EF4-FFF2-40B4-BE49-F238E27FC236}">
                <a16:creationId xmlns:a16="http://schemas.microsoft.com/office/drawing/2014/main" id="{E06B776D-47C0-40D2-B1F8-56E889679950}"/>
              </a:ext>
            </a:extLst>
          </p:cNvPr>
          <p:cNvSpPr>
            <a:spLocks noGrp="1"/>
          </p:cNvSpPr>
          <p:nvPr/>
        </p:nvSpPr>
        <p:spPr>
          <a:xfrm>
            <a:off x="75663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a_full_bar_1072">
            <a:extLst>
              <a:ext uri="{FF2B5EF4-FFF2-40B4-BE49-F238E27FC236}">
                <a16:creationId xmlns:a16="http://schemas.microsoft.com/office/drawing/2014/main" id="{F8D14348-E30B-4432-BA52-6F31675CB0C1}"/>
              </a:ext>
            </a:extLst>
          </p:cNvPr>
          <p:cNvSpPr>
            <a:spLocks noGrp="1"/>
          </p:cNvSpPr>
          <p:nvPr/>
        </p:nvSpPr>
        <p:spPr>
          <a:xfrm>
            <a:off x="752386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a_full_bar_1073">
            <a:extLst>
              <a:ext uri="{FF2B5EF4-FFF2-40B4-BE49-F238E27FC236}">
                <a16:creationId xmlns:a16="http://schemas.microsoft.com/office/drawing/2014/main" id="{AC02E62C-CA32-4831-B107-03CFB4DA71C8}"/>
              </a:ext>
            </a:extLst>
          </p:cNvPr>
          <p:cNvSpPr>
            <a:spLocks noGrp="1"/>
          </p:cNvSpPr>
          <p:nvPr/>
        </p:nvSpPr>
        <p:spPr>
          <a:xfrm>
            <a:off x="78970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a_full_bar_1074">
            <a:extLst>
              <a:ext uri="{FF2B5EF4-FFF2-40B4-BE49-F238E27FC236}">
                <a16:creationId xmlns:a16="http://schemas.microsoft.com/office/drawing/2014/main" id="{EAD41C12-4E9E-4B9B-95B5-75866799BFDD}"/>
              </a:ext>
            </a:extLst>
          </p:cNvPr>
          <p:cNvSpPr>
            <a:spLocks noGrp="1"/>
          </p:cNvSpPr>
          <p:nvPr/>
        </p:nvSpPr>
        <p:spPr>
          <a:xfrm>
            <a:off x="7860614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a_full_bar_1075">
            <a:extLst>
              <a:ext uri="{FF2B5EF4-FFF2-40B4-BE49-F238E27FC236}">
                <a16:creationId xmlns:a16="http://schemas.microsoft.com/office/drawing/2014/main" id="{7B834FE6-6C36-40C3-AFB5-A7E970A92751}"/>
              </a:ext>
            </a:extLst>
          </p:cNvPr>
          <p:cNvSpPr>
            <a:spLocks noGrp="1"/>
          </p:cNvSpPr>
          <p:nvPr/>
        </p:nvSpPr>
        <p:spPr>
          <a:xfrm>
            <a:off x="7660202" y="483187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a_full_bar_1076">
            <a:extLst>
              <a:ext uri="{FF2B5EF4-FFF2-40B4-BE49-F238E27FC236}">
                <a16:creationId xmlns:a16="http://schemas.microsoft.com/office/drawing/2014/main" id="{BCFD897E-3F3F-4AC8-BFFD-ECF6729C6FB8}"/>
              </a:ext>
            </a:extLst>
          </p:cNvPr>
          <p:cNvSpPr>
            <a:spLocks noGrp="1"/>
          </p:cNvSpPr>
          <p:nvPr/>
        </p:nvSpPr>
        <p:spPr>
          <a:xfrm>
            <a:off x="780141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a_full_bar_1077">
            <a:extLst>
              <a:ext uri="{FF2B5EF4-FFF2-40B4-BE49-F238E27FC236}">
                <a16:creationId xmlns:a16="http://schemas.microsoft.com/office/drawing/2014/main" id="{B742070B-8E49-4DF8-9B86-D357753B9D5E}"/>
              </a:ext>
            </a:extLst>
          </p:cNvPr>
          <p:cNvSpPr>
            <a:spLocks noGrp="1"/>
          </p:cNvSpPr>
          <p:nvPr/>
        </p:nvSpPr>
        <p:spPr>
          <a:xfrm>
            <a:off x="7798146" y="3552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a_full_bar_1078">
            <a:extLst>
              <a:ext uri="{FF2B5EF4-FFF2-40B4-BE49-F238E27FC236}">
                <a16:creationId xmlns:a16="http://schemas.microsoft.com/office/drawing/2014/main" id="{F3CBBCEA-ABEE-492C-9F66-9E410AEB1CE6}"/>
              </a:ext>
            </a:extLst>
          </p:cNvPr>
          <p:cNvSpPr>
            <a:spLocks noGrp="1"/>
          </p:cNvSpPr>
          <p:nvPr/>
        </p:nvSpPr>
        <p:spPr>
          <a:xfrm>
            <a:off x="7907873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a_full_bar_1079">
            <a:extLst>
              <a:ext uri="{FF2B5EF4-FFF2-40B4-BE49-F238E27FC236}">
                <a16:creationId xmlns:a16="http://schemas.microsoft.com/office/drawing/2014/main" id="{FAE8D753-943B-4DB5-B038-A01E34EE02B6}"/>
              </a:ext>
            </a:extLst>
          </p:cNvPr>
          <p:cNvSpPr>
            <a:spLocks noGrp="1"/>
          </p:cNvSpPr>
          <p:nvPr/>
        </p:nvSpPr>
        <p:spPr>
          <a:xfrm>
            <a:off x="7518175" y="55434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a_full_bar_1080">
            <a:extLst>
              <a:ext uri="{FF2B5EF4-FFF2-40B4-BE49-F238E27FC236}">
                <a16:creationId xmlns:a16="http://schemas.microsoft.com/office/drawing/2014/main" id="{2E576220-ACCA-4913-812A-E54A25F9ABEF}"/>
              </a:ext>
            </a:extLst>
          </p:cNvPr>
          <p:cNvSpPr>
            <a:spLocks noGrp="1"/>
          </p:cNvSpPr>
          <p:nvPr/>
        </p:nvSpPr>
        <p:spPr>
          <a:xfrm>
            <a:off x="764205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a_full_bar_1081">
            <a:extLst>
              <a:ext uri="{FF2B5EF4-FFF2-40B4-BE49-F238E27FC236}">
                <a16:creationId xmlns:a16="http://schemas.microsoft.com/office/drawing/2014/main" id="{338D5A71-E5DB-4183-9F71-F4BEAB13BA11}"/>
              </a:ext>
            </a:extLst>
          </p:cNvPr>
          <p:cNvSpPr>
            <a:spLocks noGrp="1"/>
          </p:cNvSpPr>
          <p:nvPr/>
        </p:nvSpPr>
        <p:spPr>
          <a:xfrm>
            <a:off x="7582455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a_full_bar_1082">
            <a:extLst>
              <a:ext uri="{FF2B5EF4-FFF2-40B4-BE49-F238E27FC236}">
                <a16:creationId xmlns:a16="http://schemas.microsoft.com/office/drawing/2014/main" id="{6DDEB773-A1C7-41D9-8FB9-EC91F109055F}"/>
              </a:ext>
            </a:extLst>
          </p:cNvPr>
          <p:cNvSpPr>
            <a:spLocks noGrp="1"/>
          </p:cNvSpPr>
          <p:nvPr/>
        </p:nvSpPr>
        <p:spPr>
          <a:xfrm>
            <a:off x="75150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a_full_bar_1083">
            <a:extLst>
              <a:ext uri="{FF2B5EF4-FFF2-40B4-BE49-F238E27FC236}">
                <a16:creationId xmlns:a16="http://schemas.microsoft.com/office/drawing/2014/main" id="{F00B9122-0C9B-477A-A3CE-3B0DDB8FEDCE}"/>
              </a:ext>
            </a:extLst>
          </p:cNvPr>
          <p:cNvSpPr>
            <a:spLocks noGrp="1"/>
          </p:cNvSpPr>
          <p:nvPr/>
        </p:nvSpPr>
        <p:spPr>
          <a:xfrm>
            <a:off x="763945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a_full_bar_1084">
            <a:extLst>
              <a:ext uri="{FF2B5EF4-FFF2-40B4-BE49-F238E27FC236}">
                <a16:creationId xmlns:a16="http://schemas.microsoft.com/office/drawing/2014/main" id="{1A9A84C4-20A0-40F7-8716-236B95A8B107}"/>
              </a:ext>
            </a:extLst>
          </p:cNvPr>
          <p:cNvSpPr>
            <a:spLocks noGrp="1"/>
          </p:cNvSpPr>
          <p:nvPr/>
        </p:nvSpPr>
        <p:spPr>
          <a:xfrm>
            <a:off x="7755291" y="39907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a_full_bar_1085">
            <a:extLst>
              <a:ext uri="{FF2B5EF4-FFF2-40B4-BE49-F238E27FC236}">
                <a16:creationId xmlns:a16="http://schemas.microsoft.com/office/drawing/2014/main" id="{74B5E84A-115D-4127-B16D-FE97294BB745}"/>
              </a:ext>
            </a:extLst>
          </p:cNvPr>
          <p:cNvSpPr>
            <a:spLocks noGrp="1"/>
          </p:cNvSpPr>
          <p:nvPr/>
        </p:nvSpPr>
        <p:spPr>
          <a:xfrm>
            <a:off x="761958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a_full_bar_1086">
            <a:extLst>
              <a:ext uri="{FF2B5EF4-FFF2-40B4-BE49-F238E27FC236}">
                <a16:creationId xmlns:a16="http://schemas.microsoft.com/office/drawing/2014/main" id="{4ADBE43C-5DF2-47E8-B7AA-235EAC14A27E}"/>
              </a:ext>
            </a:extLst>
          </p:cNvPr>
          <p:cNvSpPr>
            <a:spLocks noGrp="1"/>
          </p:cNvSpPr>
          <p:nvPr/>
        </p:nvSpPr>
        <p:spPr>
          <a:xfrm>
            <a:off x="7808074" y="298897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a_full_bar_1087">
            <a:extLst>
              <a:ext uri="{FF2B5EF4-FFF2-40B4-BE49-F238E27FC236}">
                <a16:creationId xmlns:a16="http://schemas.microsoft.com/office/drawing/2014/main" id="{794C7414-726B-4D4E-AA7B-53748DA2F2B7}"/>
              </a:ext>
            </a:extLst>
          </p:cNvPr>
          <p:cNvSpPr>
            <a:spLocks noGrp="1"/>
          </p:cNvSpPr>
          <p:nvPr/>
        </p:nvSpPr>
        <p:spPr>
          <a:xfrm>
            <a:off x="7763906" y="507613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a_full_bar_1088">
            <a:extLst>
              <a:ext uri="{FF2B5EF4-FFF2-40B4-BE49-F238E27FC236}">
                <a16:creationId xmlns:a16="http://schemas.microsoft.com/office/drawing/2014/main" id="{3FC02F79-BDF5-48EF-87BD-0D9810C2594E}"/>
              </a:ext>
            </a:extLst>
          </p:cNvPr>
          <p:cNvSpPr>
            <a:spLocks noGrp="1"/>
          </p:cNvSpPr>
          <p:nvPr/>
        </p:nvSpPr>
        <p:spPr>
          <a:xfrm>
            <a:off x="7879552" y="445167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a_full_bar_1089">
            <a:extLst>
              <a:ext uri="{FF2B5EF4-FFF2-40B4-BE49-F238E27FC236}">
                <a16:creationId xmlns:a16="http://schemas.microsoft.com/office/drawing/2014/main" id="{462A176A-859C-4DD4-B0D3-30E6C657634B}"/>
              </a:ext>
            </a:extLst>
          </p:cNvPr>
          <p:cNvSpPr>
            <a:spLocks noGrp="1"/>
          </p:cNvSpPr>
          <p:nvPr/>
        </p:nvSpPr>
        <p:spPr>
          <a:xfrm>
            <a:off x="756267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a_full_bar_1090">
            <a:extLst>
              <a:ext uri="{FF2B5EF4-FFF2-40B4-BE49-F238E27FC236}">
                <a16:creationId xmlns:a16="http://schemas.microsoft.com/office/drawing/2014/main" id="{86C693D5-456F-41B7-85DB-396028B75725}"/>
              </a:ext>
            </a:extLst>
          </p:cNvPr>
          <p:cNvSpPr>
            <a:spLocks noGrp="1"/>
          </p:cNvSpPr>
          <p:nvPr/>
        </p:nvSpPr>
        <p:spPr>
          <a:xfrm>
            <a:off x="7766730" y="457509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a_full_bar_1091">
            <a:extLst>
              <a:ext uri="{FF2B5EF4-FFF2-40B4-BE49-F238E27FC236}">
                <a16:creationId xmlns:a16="http://schemas.microsoft.com/office/drawing/2014/main" id="{4D80C3EE-EC07-4CCE-9E20-7AFF757C66E6}"/>
              </a:ext>
            </a:extLst>
          </p:cNvPr>
          <p:cNvSpPr>
            <a:spLocks noGrp="1"/>
          </p:cNvSpPr>
          <p:nvPr/>
        </p:nvSpPr>
        <p:spPr>
          <a:xfrm>
            <a:off x="7897770" y="52730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a_full_bar_1092">
            <a:extLst>
              <a:ext uri="{FF2B5EF4-FFF2-40B4-BE49-F238E27FC236}">
                <a16:creationId xmlns:a16="http://schemas.microsoft.com/office/drawing/2014/main" id="{CE6FCDC2-4DE0-44FA-9473-B42EF42E7148}"/>
              </a:ext>
            </a:extLst>
          </p:cNvPr>
          <p:cNvSpPr>
            <a:spLocks noGrp="1"/>
          </p:cNvSpPr>
          <p:nvPr/>
        </p:nvSpPr>
        <p:spPr>
          <a:xfrm>
            <a:off x="776679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a_full_bar_1093">
            <a:extLst>
              <a:ext uri="{FF2B5EF4-FFF2-40B4-BE49-F238E27FC236}">
                <a16:creationId xmlns:a16="http://schemas.microsoft.com/office/drawing/2014/main" id="{034BADC0-E386-490B-898A-91A4634001A5}"/>
              </a:ext>
            </a:extLst>
          </p:cNvPr>
          <p:cNvSpPr>
            <a:spLocks noGrp="1"/>
          </p:cNvSpPr>
          <p:nvPr/>
        </p:nvSpPr>
        <p:spPr>
          <a:xfrm>
            <a:off x="7718134" y="558658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a_full_bar_1094">
            <a:extLst>
              <a:ext uri="{FF2B5EF4-FFF2-40B4-BE49-F238E27FC236}">
                <a16:creationId xmlns:a16="http://schemas.microsoft.com/office/drawing/2014/main" id="{14CAEA47-C0DB-4D53-A9A9-F47EAA5F7F71}"/>
              </a:ext>
            </a:extLst>
          </p:cNvPr>
          <p:cNvSpPr>
            <a:spLocks noGrp="1"/>
          </p:cNvSpPr>
          <p:nvPr/>
        </p:nvSpPr>
        <p:spPr>
          <a:xfrm>
            <a:off x="7659248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a_full_bar_1095">
            <a:extLst>
              <a:ext uri="{FF2B5EF4-FFF2-40B4-BE49-F238E27FC236}">
                <a16:creationId xmlns:a16="http://schemas.microsoft.com/office/drawing/2014/main" id="{7643ADA0-5468-452A-BB5D-5EF4526DE7DC}"/>
              </a:ext>
            </a:extLst>
          </p:cNvPr>
          <p:cNvSpPr>
            <a:spLocks noGrp="1"/>
          </p:cNvSpPr>
          <p:nvPr/>
        </p:nvSpPr>
        <p:spPr>
          <a:xfrm>
            <a:off x="753788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a_full_bar_1096">
            <a:extLst>
              <a:ext uri="{FF2B5EF4-FFF2-40B4-BE49-F238E27FC236}">
                <a16:creationId xmlns:a16="http://schemas.microsoft.com/office/drawing/2014/main" id="{7DC1E212-7C62-4C1C-B895-35D778A170FD}"/>
              </a:ext>
            </a:extLst>
          </p:cNvPr>
          <p:cNvSpPr>
            <a:spLocks noGrp="1"/>
          </p:cNvSpPr>
          <p:nvPr/>
        </p:nvSpPr>
        <p:spPr>
          <a:xfrm>
            <a:off x="7566677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a_full_bar_1097">
            <a:extLst>
              <a:ext uri="{FF2B5EF4-FFF2-40B4-BE49-F238E27FC236}">
                <a16:creationId xmlns:a16="http://schemas.microsoft.com/office/drawing/2014/main" id="{2BF87FAC-A3A8-430C-A880-2C6BFB3C7875}"/>
              </a:ext>
            </a:extLst>
          </p:cNvPr>
          <p:cNvSpPr>
            <a:spLocks noGrp="1"/>
          </p:cNvSpPr>
          <p:nvPr/>
        </p:nvSpPr>
        <p:spPr>
          <a:xfrm>
            <a:off x="7716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a_full_bar_1098">
            <a:extLst>
              <a:ext uri="{FF2B5EF4-FFF2-40B4-BE49-F238E27FC236}">
                <a16:creationId xmlns:a16="http://schemas.microsoft.com/office/drawing/2014/main" id="{686594C1-15DA-4B4D-B2B9-F0FAB5D6FE72}"/>
              </a:ext>
            </a:extLst>
          </p:cNvPr>
          <p:cNvSpPr>
            <a:spLocks noGrp="1"/>
          </p:cNvSpPr>
          <p:nvPr/>
        </p:nvSpPr>
        <p:spPr>
          <a:xfrm>
            <a:off x="7802205" y="532214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a_full_bar_1099">
            <a:extLst>
              <a:ext uri="{FF2B5EF4-FFF2-40B4-BE49-F238E27FC236}">
                <a16:creationId xmlns:a16="http://schemas.microsoft.com/office/drawing/2014/main" id="{9504381C-811A-4343-A998-B76075C5D147}"/>
              </a:ext>
            </a:extLst>
          </p:cNvPr>
          <p:cNvSpPr>
            <a:spLocks noGrp="1"/>
          </p:cNvSpPr>
          <p:nvPr/>
        </p:nvSpPr>
        <p:spPr>
          <a:xfrm>
            <a:off x="7824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a_full_bar_1100">
            <a:extLst>
              <a:ext uri="{FF2B5EF4-FFF2-40B4-BE49-F238E27FC236}">
                <a16:creationId xmlns:a16="http://schemas.microsoft.com/office/drawing/2014/main" id="{4EBB1F3E-69D1-4935-AFCA-BE091FD10976}"/>
              </a:ext>
            </a:extLst>
          </p:cNvPr>
          <p:cNvSpPr>
            <a:spLocks noGrp="1"/>
          </p:cNvSpPr>
          <p:nvPr/>
        </p:nvSpPr>
        <p:spPr>
          <a:xfrm>
            <a:off x="7579633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a_full_bar_1101">
            <a:extLst>
              <a:ext uri="{FF2B5EF4-FFF2-40B4-BE49-F238E27FC236}">
                <a16:creationId xmlns:a16="http://schemas.microsoft.com/office/drawing/2014/main" id="{906CF843-0655-43E2-AE75-60EE30BBF592}"/>
              </a:ext>
            </a:extLst>
          </p:cNvPr>
          <p:cNvSpPr>
            <a:spLocks noGrp="1"/>
          </p:cNvSpPr>
          <p:nvPr/>
        </p:nvSpPr>
        <p:spPr>
          <a:xfrm>
            <a:off x="34529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a_full_bar_1102">
            <a:extLst>
              <a:ext uri="{FF2B5EF4-FFF2-40B4-BE49-F238E27FC236}">
                <a16:creationId xmlns:a16="http://schemas.microsoft.com/office/drawing/2014/main" id="{59C238A4-F9AD-4690-9AFA-07BD9BA245FB}"/>
              </a:ext>
            </a:extLst>
          </p:cNvPr>
          <p:cNvSpPr>
            <a:spLocks noGrp="1"/>
          </p:cNvSpPr>
          <p:nvPr/>
        </p:nvSpPr>
        <p:spPr>
          <a:xfrm>
            <a:off x="33162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a_full_bar_1103">
            <a:extLst>
              <a:ext uri="{FF2B5EF4-FFF2-40B4-BE49-F238E27FC236}">
                <a16:creationId xmlns:a16="http://schemas.microsoft.com/office/drawing/2014/main" id="{96D59CE1-B3BA-41B3-83C7-14C4C9C61D0E}"/>
              </a:ext>
            </a:extLst>
          </p:cNvPr>
          <p:cNvSpPr>
            <a:spLocks noGrp="1"/>
          </p:cNvSpPr>
          <p:nvPr/>
        </p:nvSpPr>
        <p:spPr>
          <a:xfrm>
            <a:off x="3430279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a_full_bar_1104">
            <a:extLst>
              <a:ext uri="{FF2B5EF4-FFF2-40B4-BE49-F238E27FC236}">
                <a16:creationId xmlns:a16="http://schemas.microsoft.com/office/drawing/2014/main" id="{EFD0C440-F49B-477E-9ACF-90FAFE9A8EE9}"/>
              </a:ext>
            </a:extLst>
          </p:cNvPr>
          <p:cNvSpPr>
            <a:spLocks noGrp="1"/>
          </p:cNvSpPr>
          <p:nvPr/>
        </p:nvSpPr>
        <p:spPr>
          <a:xfrm>
            <a:off x="3531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a_full_bar_1105">
            <a:extLst>
              <a:ext uri="{FF2B5EF4-FFF2-40B4-BE49-F238E27FC236}">
                <a16:creationId xmlns:a16="http://schemas.microsoft.com/office/drawing/2014/main" id="{19900F95-5323-4C5E-B34D-ED6C13E6DCA9}"/>
              </a:ext>
            </a:extLst>
          </p:cNvPr>
          <p:cNvSpPr>
            <a:spLocks noGrp="1"/>
          </p:cNvSpPr>
          <p:nvPr/>
        </p:nvSpPr>
        <p:spPr>
          <a:xfrm>
            <a:off x="3351396" y="58928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a_full_bar_1106">
            <a:extLst>
              <a:ext uri="{FF2B5EF4-FFF2-40B4-BE49-F238E27FC236}">
                <a16:creationId xmlns:a16="http://schemas.microsoft.com/office/drawing/2014/main" id="{A006B61B-9316-4ACC-B69B-72490618B344}"/>
              </a:ext>
            </a:extLst>
          </p:cNvPr>
          <p:cNvSpPr>
            <a:spLocks noGrp="1"/>
          </p:cNvSpPr>
          <p:nvPr/>
        </p:nvSpPr>
        <p:spPr>
          <a:xfrm>
            <a:off x="3353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a_full_bar_1107">
            <a:extLst>
              <a:ext uri="{FF2B5EF4-FFF2-40B4-BE49-F238E27FC236}">
                <a16:creationId xmlns:a16="http://schemas.microsoft.com/office/drawing/2014/main" id="{DA2FDEFF-5F36-4B37-BDE0-5F2B37D6B6AA}"/>
              </a:ext>
            </a:extLst>
          </p:cNvPr>
          <p:cNvSpPr>
            <a:spLocks noGrp="1"/>
          </p:cNvSpPr>
          <p:nvPr/>
        </p:nvSpPr>
        <p:spPr>
          <a:xfrm>
            <a:off x="33193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a_full_bar_1108">
            <a:extLst>
              <a:ext uri="{FF2B5EF4-FFF2-40B4-BE49-F238E27FC236}">
                <a16:creationId xmlns:a16="http://schemas.microsoft.com/office/drawing/2014/main" id="{939EC7E7-D7EB-4170-8DBC-C91CEAC9DA07}"/>
              </a:ext>
            </a:extLst>
          </p:cNvPr>
          <p:cNvSpPr>
            <a:spLocks noGrp="1"/>
          </p:cNvSpPr>
          <p:nvPr/>
        </p:nvSpPr>
        <p:spPr>
          <a:xfrm>
            <a:off x="3222785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a_full_bar_1109">
            <a:extLst>
              <a:ext uri="{FF2B5EF4-FFF2-40B4-BE49-F238E27FC236}">
                <a16:creationId xmlns:a16="http://schemas.microsoft.com/office/drawing/2014/main" id="{16060B77-AD47-4933-8FCE-EF307E0E48ED}"/>
              </a:ext>
            </a:extLst>
          </p:cNvPr>
          <p:cNvSpPr>
            <a:spLocks noGrp="1"/>
          </p:cNvSpPr>
          <p:nvPr/>
        </p:nvSpPr>
        <p:spPr>
          <a:xfrm>
            <a:off x="34758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a_full_bar_1110">
            <a:extLst>
              <a:ext uri="{FF2B5EF4-FFF2-40B4-BE49-F238E27FC236}">
                <a16:creationId xmlns:a16="http://schemas.microsoft.com/office/drawing/2014/main" id="{70BBA90E-B17A-4E3F-9C0E-985BFDFA9454}"/>
              </a:ext>
            </a:extLst>
          </p:cNvPr>
          <p:cNvSpPr>
            <a:spLocks noGrp="1"/>
          </p:cNvSpPr>
          <p:nvPr/>
        </p:nvSpPr>
        <p:spPr>
          <a:xfrm>
            <a:off x="3407470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a_full_bar_1111">
            <a:extLst>
              <a:ext uri="{FF2B5EF4-FFF2-40B4-BE49-F238E27FC236}">
                <a16:creationId xmlns:a16="http://schemas.microsoft.com/office/drawing/2014/main" id="{D969BB39-92E3-450F-9F1B-6D5F5BA5A0C7}"/>
              </a:ext>
            </a:extLst>
          </p:cNvPr>
          <p:cNvSpPr>
            <a:spLocks noGrp="1"/>
          </p:cNvSpPr>
          <p:nvPr/>
        </p:nvSpPr>
        <p:spPr>
          <a:xfrm>
            <a:off x="3380048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a_full_bar_1112">
            <a:extLst>
              <a:ext uri="{FF2B5EF4-FFF2-40B4-BE49-F238E27FC236}">
                <a16:creationId xmlns:a16="http://schemas.microsoft.com/office/drawing/2014/main" id="{DA6085E8-FA2C-4894-897E-CEBC32E8A6F8}"/>
              </a:ext>
            </a:extLst>
          </p:cNvPr>
          <p:cNvSpPr>
            <a:spLocks noGrp="1"/>
          </p:cNvSpPr>
          <p:nvPr/>
        </p:nvSpPr>
        <p:spPr>
          <a:xfrm>
            <a:off x="321434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a_full_bar_1113">
            <a:extLst>
              <a:ext uri="{FF2B5EF4-FFF2-40B4-BE49-F238E27FC236}">
                <a16:creationId xmlns:a16="http://schemas.microsoft.com/office/drawing/2014/main" id="{3E35873D-B3BC-44C3-B017-D0A866F58A1D}"/>
              </a:ext>
            </a:extLst>
          </p:cNvPr>
          <p:cNvSpPr>
            <a:spLocks noGrp="1"/>
          </p:cNvSpPr>
          <p:nvPr/>
        </p:nvSpPr>
        <p:spPr>
          <a:xfrm>
            <a:off x="3539560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a_full_bar_1114">
            <a:extLst>
              <a:ext uri="{FF2B5EF4-FFF2-40B4-BE49-F238E27FC236}">
                <a16:creationId xmlns:a16="http://schemas.microsoft.com/office/drawing/2014/main" id="{CAEEB4D1-5914-436B-8DD1-BE99092F1D2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a_full_bar_1115">
            <a:extLst>
              <a:ext uri="{FF2B5EF4-FFF2-40B4-BE49-F238E27FC236}">
                <a16:creationId xmlns:a16="http://schemas.microsoft.com/office/drawing/2014/main" id="{7AECE0FA-1A0B-46A5-A55A-059F7DD69546}"/>
              </a:ext>
            </a:extLst>
          </p:cNvPr>
          <p:cNvSpPr>
            <a:spLocks noGrp="1"/>
          </p:cNvSpPr>
          <p:nvPr/>
        </p:nvSpPr>
        <p:spPr>
          <a:xfrm>
            <a:off x="3245610" y="52414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a_full_bar_1116">
            <a:extLst>
              <a:ext uri="{FF2B5EF4-FFF2-40B4-BE49-F238E27FC236}">
                <a16:creationId xmlns:a16="http://schemas.microsoft.com/office/drawing/2014/main" id="{F1BBDCEF-4327-462F-B4A8-ED4CF7AE129D}"/>
              </a:ext>
            </a:extLst>
          </p:cNvPr>
          <p:cNvSpPr>
            <a:spLocks noGrp="1"/>
          </p:cNvSpPr>
          <p:nvPr/>
        </p:nvSpPr>
        <p:spPr>
          <a:xfrm>
            <a:off x="3192707" y="59575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a_full_bar_1117">
            <a:extLst>
              <a:ext uri="{FF2B5EF4-FFF2-40B4-BE49-F238E27FC236}">
                <a16:creationId xmlns:a16="http://schemas.microsoft.com/office/drawing/2014/main" id="{2A34256B-7BD7-43E3-86FD-7C6389EE6AA8}"/>
              </a:ext>
            </a:extLst>
          </p:cNvPr>
          <p:cNvSpPr>
            <a:spLocks noGrp="1"/>
          </p:cNvSpPr>
          <p:nvPr/>
        </p:nvSpPr>
        <p:spPr>
          <a:xfrm>
            <a:off x="35405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a_full_bar_1118">
            <a:extLst>
              <a:ext uri="{FF2B5EF4-FFF2-40B4-BE49-F238E27FC236}">
                <a16:creationId xmlns:a16="http://schemas.microsoft.com/office/drawing/2014/main" id="{2836866F-8858-4463-B52A-2629C87EB046}"/>
              </a:ext>
            </a:extLst>
          </p:cNvPr>
          <p:cNvSpPr>
            <a:spLocks noGrp="1"/>
          </p:cNvSpPr>
          <p:nvPr/>
        </p:nvSpPr>
        <p:spPr>
          <a:xfrm>
            <a:off x="328782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a_full_bar_1119">
            <a:extLst>
              <a:ext uri="{FF2B5EF4-FFF2-40B4-BE49-F238E27FC236}">
                <a16:creationId xmlns:a16="http://schemas.microsoft.com/office/drawing/2014/main" id="{388D07FE-F527-4C38-A367-05CECA025BCA}"/>
              </a:ext>
            </a:extLst>
          </p:cNvPr>
          <p:cNvSpPr>
            <a:spLocks noGrp="1"/>
          </p:cNvSpPr>
          <p:nvPr/>
        </p:nvSpPr>
        <p:spPr>
          <a:xfrm>
            <a:off x="3284984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a_full_bar_1120">
            <a:extLst>
              <a:ext uri="{FF2B5EF4-FFF2-40B4-BE49-F238E27FC236}">
                <a16:creationId xmlns:a16="http://schemas.microsoft.com/office/drawing/2014/main" id="{01294817-499D-4F43-98A0-603F8FE0F0D8}"/>
              </a:ext>
            </a:extLst>
          </p:cNvPr>
          <p:cNvSpPr>
            <a:spLocks noGrp="1"/>
          </p:cNvSpPr>
          <p:nvPr/>
        </p:nvSpPr>
        <p:spPr>
          <a:xfrm>
            <a:off x="3418371" y="59424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a_full_bar_1121">
            <a:extLst>
              <a:ext uri="{FF2B5EF4-FFF2-40B4-BE49-F238E27FC236}">
                <a16:creationId xmlns:a16="http://schemas.microsoft.com/office/drawing/2014/main" id="{720AA53E-F0D1-4E93-A8B2-6186E94ACC7E}"/>
              </a:ext>
            </a:extLst>
          </p:cNvPr>
          <p:cNvSpPr>
            <a:spLocks noGrp="1"/>
          </p:cNvSpPr>
          <p:nvPr/>
        </p:nvSpPr>
        <p:spPr>
          <a:xfrm>
            <a:off x="3442865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a_full_bar_1122">
            <a:extLst>
              <a:ext uri="{FF2B5EF4-FFF2-40B4-BE49-F238E27FC236}">
                <a16:creationId xmlns:a16="http://schemas.microsoft.com/office/drawing/2014/main" id="{0EDCA667-F5AC-463C-83BF-6A54432481D9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a_full_bar_1123">
            <a:extLst>
              <a:ext uri="{FF2B5EF4-FFF2-40B4-BE49-F238E27FC236}">
                <a16:creationId xmlns:a16="http://schemas.microsoft.com/office/drawing/2014/main" id="{C2C7E331-6754-4161-80F4-89B5966F9B68}"/>
              </a:ext>
            </a:extLst>
          </p:cNvPr>
          <p:cNvSpPr>
            <a:spLocks noGrp="1"/>
          </p:cNvSpPr>
          <p:nvPr/>
        </p:nvSpPr>
        <p:spPr>
          <a:xfrm>
            <a:off x="3383377" y="530281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a_full_bar_1124">
            <a:extLst>
              <a:ext uri="{FF2B5EF4-FFF2-40B4-BE49-F238E27FC236}">
                <a16:creationId xmlns:a16="http://schemas.microsoft.com/office/drawing/2014/main" id="{9FD8CAB9-AEBE-47BC-823C-C72E9DF08BD9}"/>
              </a:ext>
            </a:extLst>
          </p:cNvPr>
          <p:cNvSpPr>
            <a:spLocks noGrp="1"/>
          </p:cNvSpPr>
          <p:nvPr/>
        </p:nvSpPr>
        <p:spPr>
          <a:xfrm>
            <a:off x="3427047" y="47790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a_full_bar_1125">
            <a:extLst>
              <a:ext uri="{FF2B5EF4-FFF2-40B4-BE49-F238E27FC236}">
                <a16:creationId xmlns:a16="http://schemas.microsoft.com/office/drawing/2014/main" id="{3836E536-1F57-4769-9DD9-88D40BB8DB2B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a_full_bar_1126">
            <a:extLst>
              <a:ext uri="{FF2B5EF4-FFF2-40B4-BE49-F238E27FC236}">
                <a16:creationId xmlns:a16="http://schemas.microsoft.com/office/drawing/2014/main" id="{39217AB9-EF9A-4181-A1B2-8CC72C92D9EA}"/>
              </a:ext>
            </a:extLst>
          </p:cNvPr>
          <p:cNvSpPr>
            <a:spLocks noGrp="1"/>
          </p:cNvSpPr>
          <p:nvPr/>
        </p:nvSpPr>
        <p:spPr>
          <a:xfrm>
            <a:off x="32256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a_full_bar_1127">
            <a:extLst>
              <a:ext uri="{FF2B5EF4-FFF2-40B4-BE49-F238E27FC236}">
                <a16:creationId xmlns:a16="http://schemas.microsoft.com/office/drawing/2014/main" id="{04C6BD16-B376-4EA3-AF12-A8A0704CE477}"/>
              </a:ext>
            </a:extLst>
          </p:cNvPr>
          <p:cNvSpPr>
            <a:spLocks noGrp="1"/>
          </p:cNvSpPr>
          <p:nvPr/>
        </p:nvSpPr>
        <p:spPr>
          <a:xfrm>
            <a:off x="3227123" y="59751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a_full_bar_1128">
            <a:extLst>
              <a:ext uri="{FF2B5EF4-FFF2-40B4-BE49-F238E27FC236}">
                <a16:creationId xmlns:a16="http://schemas.microsoft.com/office/drawing/2014/main" id="{125E9CC2-0F5A-405A-8635-2D2CD1275267}"/>
              </a:ext>
            </a:extLst>
          </p:cNvPr>
          <p:cNvSpPr>
            <a:spLocks noGrp="1"/>
          </p:cNvSpPr>
          <p:nvPr/>
        </p:nvSpPr>
        <p:spPr>
          <a:xfrm>
            <a:off x="33186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a_full_bar_1129">
            <a:extLst>
              <a:ext uri="{FF2B5EF4-FFF2-40B4-BE49-F238E27FC236}">
                <a16:creationId xmlns:a16="http://schemas.microsoft.com/office/drawing/2014/main" id="{68AFC90D-23BF-43C6-A0A6-8DAD22337393}"/>
              </a:ext>
            </a:extLst>
          </p:cNvPr>
          <p:cNvSpPr>
            <a:spLocks noGrp="1"/>
          </p:cNvSpPr>
          <p:nvPr/>
        </p:nvSpPr>
        <p:spPr>
          <a:xfrm>
            <a:off x="3217562" y="58965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a_full_bar_1130">
            <a:extLst>
              <a:ext uri="{FF2B5EF4-FFF2-40B4-BE49-F238E27FC236}">
                <a16:creationId xmlns:a16="http://schemas.microsoft.com/office/drawing/2014/main" id="{E9F88F52-7FD3-4327-8A9D-ED0DB7CC0E4A}"/>
              </a:ext>
            </a:extLst>
          </p:cNvPr>
          <p:cNvSpPr>
            <a:spLocks noGrp="1"/>
          </p:cNvSpPr>
          <p:nvPr/>
        </p:nvSpPr>
        <p:spPr>
          <a:xfrm>
            <a:off x="3276719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a_full_bar_1131">
            <a:extLst>
              <a:ext uri="{FF2B5EF4-FFF2-40B4-BE49-F238E27FC236}">
                <a16:creationId xmlns:a16="http://schemas.microsoft.com/office/drawing/2014/main" id="{1AE33099-5C24-4523-8877-CE266E54E205}"/>
              </a:ext>
            </a:extLst>
          </p:cNvPr>
          <p:cNvSpPr>
            <a:spLocks noGrp="1"/>
          </p:cNvSpPr>
          <p:nvPr/>
        </p:nvSpPr>
        <p:spPr>
          <a:xfrm>
            <a:off x="35081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a_full_bar_1132">
            <a:extLst>
              <a:ext uri="{FF2B5EF4-FFF2-40B4-BE49-F238E27FC236}">
                <a16:creationId xmlns:a16="http://schemas.microsoft.com/office/drawing/2014/main" id="{595E298A-1847-4457-8F14-1D5A81194DEB}"/>
              </a:ext>
            </a:extLst>
          </p:cNvPr>
          <p:cNvSpPr>
            <a:spLocks noGrp="1"/>
          </p:cNvSpPr>
          <p:nvPr/>
        </p:nvSpPr>
        <p:spPr>
          <a:xfrm>
            <a:off x="3369464" y="5021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a_full_bar_1133">
            <a:extLst>
              <a:ext uri="{FF2B5EF4-FFF2-40B4-BE49-F238E27FC236}">
                <a16:creationId xmlns:a16="http://schemas.microsoft.com/office/drawing/2014/main" id="{7D645AFE-2066-402B-BB28-24C21653E5FC}"/>
              </a:ext>
            </a:extLst>
          </p:cNvPr>
          <p:cNvSpPr>
            <a:spLocks noGrp="1"/>
          </p:cNvSpPr>
          <p:nvPr/>
        </p:nvSpPr>
        <p:spPr>
          <a:xfrm>
            <a:off x="34175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a_full_bar_1134">
            <a:extLst>
              <a:ext uri="{FF2B5EF4-FFF2-40B4-BE49-F238E27FC236}">
                <a16:creationId xmlns:a16="http://schemas.microsoft.com/office/drawing/2014/main" id="{39FDA983-6503-440E-BD80-374808492575}"/>
              </a:ext>
            </a:extLst>
          </p:cNvPr>
          <p:cNvSpPr>
            <a:spLocks noGrp="1"/>
          </p:cNvSpPr>
          <p:nvPr/>
        </p:nvSpPr>
        <p:spPr>
          <a:xfrm>
            <a:off x="348755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a_full_bar_1135">
            <a:extLst>
              <a:ext uri="{FF2B5EF4-FFF2-40B4-BE49-F238E27FC236}">
                <a16:creationId xmlns:a16="http://schemas.microsoft.com/office/drawing/2014/main" id="{38AE9BE5-1BAE-4F65-A1FE-79FD30BA3CE3}"/>
              </a:ext>
            </a:extLst>
          </p:cNvPr>
          <p:cNvSpPr>
            <a:spLocks noGrp="1"/>
          </p:cNvSpPr>
          <p:nvPr/>
        </p:nvSpPr>
        <p:spPr>
          <a:xfrm>
            <a:off x="33283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a_full_bar_1136">
            <a:extLst>
              <a:ext uri="{FF2B5EF4-FFF2-40B4-BE49-F238E27FC236}">
                <a16:creationId xmlns:a16="http://schemas.microsoft.com/office/drawing/2014/main" id="{49EB25FF-EB97-41F1-84E3-183CF0EE82AC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a_full_bar_1137">
            <a:extLst>
              <a:ext uri="{FF2B5EF4-FFF2-40B4-BE49-F238E27FC236}">
                <a16:creationId xmlns:a16="http://schemas.microsoft.com/office/drawing/2014/main" id="{EBB54ADE-B38E-40E7-AC2C-5E41476BF047}"/>
              </a:ext>
            </a:extLst>
          </p:cNvPr>
          <p:cNvSpPr>
            <a:spLocks noGrp="1"/>
          </p:cNvSpPr>
          <p:nvPr/>
        </p:nvSpPr>
        <p:spPr>
          <a:xfrm>
            <a:off x="34545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a_full_bar_1138">
            <a:extLst>
              <a:ext uri="{FF2B5EF4-FFF2-40B4-BE49-F238E27FC236}">
                <a16:creationId xmlns:a16="http://schemas.microsoft.com/office/drawing/2014/main" id="{FAA4B45A-8423-4A1D-8863-8319BDF78CE8}"/>
              </a:ext>
            </a:extLst>
          </p:cNvPr>
          <p:cNvSpPr>
            <a:spLocks noGrp="1"/>
          </p:cNvSpPr>
          <p:nvPr/>
        </p:nvSpPr>
        <p:spPr>
          <a:xfrm>
            <a:off x="3313516" y="59881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a_full_bar_1139">
            <a:extLst>
              <a:ext uri="{FF2B5EF4-FFF2-40B4-BE49-F238E27FC236}">
                <a16:creationId xmlns:a16="http://schemas.microsoft.com/office/drawing/2014/main" id="{043FB0D3-D549-4036-81D7-CB55AE2C0A93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a_full_bar_1140">
            <a:extLst>
              <a:ext uri="{FF2B5EF4-FFF2-40B4-BE49-F238E27FC236}">
                <a16:creationId xmlns:a16="http://schemas.microsoft.com/office/drawing/2014/main" id="{DB90EA36-91E2-43EB-821F-E24A16FE9492}"/>
              </a:ext>
            </a:extLst>
          </p:cNvPr>
          <p:cNvSpPr>
            <a:spLocks noGrp="1"/>
          </p:cNvSpPr>
          <p:nvPr/>
        </p:nvSpPr>
        <p:spPr>
          <a:xfrm>
            <a:off x="3512488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a_full_bar_1141">
            <a:extLst>
              <a:ext uri="{FF2B5EF4-FFF2-40B4-BE49-F238E27FC236}">
                <a16:creationId xmlns:a16="http://schemas.microsoft.com/office/drawing/2014/main" id="{1051AA71-B8C9-4731-B709-7C68D413BDE3}"/>
              </a:ext>
            </a:extLst>
          </p:cNvPr>
          <p:cNvSpPr>
            <a:spLocks noGrp="1"/>
          </p:cNvSpPr>
          <p:nvPr/>
        </p:nvSpPr>
        <p:spPr>
          <a:xfrm>
            <a:off x="32676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a_full_bar_1142">
            <a:extLst>
              <a:ext uri="{FF2B5EF4-FFF2-40B4-BE49-F238E27FC236}">
                <a16:creationId xmlns:a16="http://schemas.microsoft.com/office/drawing/2014/main" id="{889B789D-1932-4FBD-B0F5-F890713D3FBB}"/>
              </a:ext>
            </a:extLst>
          </p:cNvPr>
          <p:cNvSpPr>
            <a:spLocks noGrp="1"/>
          </p:cNvSpPr>
          <p:nvPr/>
        </p:nvSpPr>
        <p:spPr>
          <a:xfrm>
            <a:off x="3388969" y="3720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a_full_bar_1143">
            <a:extLst>
              <a:ext uri="{FF2B5EF4-FFF2-40B4-BE49-F238E27FC236}">
                <a16:creationId xmlns:a16="http://schemas.microsoft.com/office/drawing/2014/main" id="{1F3E2434-0897-4BCE-BF27-C90309724D93}"/>
              </a:ext>
            </a:extLst>
          </p:cNvPr>
          <p:cNvSpPr>
            <a:spLocks noGrp="1"/>
          </p:cNvSpPr>
          <p:nvPr/>
        </p:nvSpPr>
        <p:spPr>
          <a:xfrm>
            <a:off x="323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a_full_bar_1144">
            <a:extLst>
              <a:ext uri="{FF2B5EF4-FFF2-40B4-BE49-F238E27FC236}">
                <a16:creationId xmlns:a16="http://schemas.microsoft.com/office/drawing/2014/main" id="{1782318F-A521-4D04-A3A8-28E79D21A8DE}"/>
              </a:ext>
            </a:extLst>
          </p:cNvPr>
          <p:cNvSpPr>
            <a:spLocks noGrp="1"/>
          </p:cNvSpPr>
          <p:nvPr/>
        </p:nvSpPr>
        <p:spPr>
          <a:xfrm>
            <a:off x="3248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a_full_bar_1145">
            <a:extLst>
              <a:ext uri="{FF2B5EF4-FFF2-40B4-BE49-F238E27FC236}">
                <a16:creationId xmlns:a16="http://schemas.microsoft.com/office/drawing/2014/main" id="{41946F67-7B0A-4FF6-8680-5C56D3AF4FE7}"/>
              </a:ext>
            </a:extLst>
          </p:cNvPr>
          <p:cNvSpPr>
            <a:spLocks noGrp="1"/>
          </p:cNvSpPr>
          <p:nvPr/>
        </p:nvSpPr>
        <p:spPr>
          <a:xfrm>
            <a:off x="3271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a_full_bar_1146">
            <a:extLst>
              <a:ext uri="{FF2B5EF4-FFF2-40B4-BE49-F238E27FC236}">
                <a16:creationId xmlns:a16="http://schemas.microsoft.com/office/drawing/2014/main" id="{242BD41D-D72E-4C6C-9D3C-44588A7FC20F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a_full_bar_1147">
            <a:extLst>
              <a:ext uri="{FF2B5EF4-FFF2-40B4-BE49-F238E27FC236}">
                <a16:creationId xmlns:a16="http://schemas.microsoft.com/office/drawing/2014/main" id="{E09ABEA3-75CA-44CC-A636-32815B472913}"/>
              </a:ext>
            </a:extLst>
          </p:cNvPr>
          <p:cNvSpPr>
            <a:spLocks noGrp="1"/>
          </p:cNvSpPr>
          <p:nvPr/>
        </p:nvSpPr>
        <p:spPr>
          <a:xfrm>
            <a:off x="3550312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a_full_bar_1148">
            <a:extLst>
              <a:ext uri="{FF2B5EF4-FFF2-40B4-BE49-F238E27FC236}">
                <a16:creationId xmlns:a16="http://schemas.microsoft.com/office/drawing/2014/main" id="{F593DDF8-8061-4563-B209-2AA5DED9FEA1}"/>
              </a:ext>
            </a:extLst>
          </p:cNvPr>
          <p:cNvSpPr>
            <a:spLocks noGrp="1"/>
          </p:cNvSpPr>
          <p:nvPr/>
        </p:nvSpPr>
        <p:spPr>
          <a:xfrm>
            <a:off x="32157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a_full_bar_1149">
            <a:extLst>
              <a:ext uri="{FF2B5EF4-FFF2-40B4-BE49-F238E27FC236}">
                <a16:creationId xmlns:a16="http://schemas.microsoft.com/office/drawing/2014/main" id="{7D0E1C0D-A978-46EC-9611-6C931B475F91}"/>
              </a:ext>
            </a:extLst>
          </p:cNvPr>
          <p:cNvSpPr>
            <a:spLocks noGrp="1"/>
          </p:cNvSpPr>
          <p:nvPr/>
        </p:nvSpPr>
        <p:spPr>
          <a:xfrm>
            <a:off x="3224750" y="5972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a_full_bar_1150">
            <a:extLst>
              <a:ext uri="{FF2B5EF4-FFF2-40B4-BE49-F238E27FC236}">
                <a16:creationId xmlns:a16="http://schemas.microsoft.com/office/drawing/2014/main" id="{9601E8B6-B8EB-4C38-A13C-A71E513CECCE}"/>
              </a:ext>
            </a:extLst>
          </p:cNvPr>
          <p:cNvSpPr>
            <a:spLocks noGrp="1"/>
          </p:cNvSpPr>
          <p:nvPr/>
        </p:nvSpPr>
        <p:spPr>
          <a:xfrm>
            <a:off x="3545667" y="40020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a_full_bar_1151">
            <a:extLst>
              <a:ext uri="{FF2B5EF4-FFF2-40B4-BE49-F238E27FC236}">
                <a16:creationId xmlns:a16="http://schemas.microsoft.com/office/drawing/2014/main" id="{EDC9149F-FBE2-49A9-8D17-C3E7B58B7F14}"/>
              </a:ext>
            </a:extLst>
          </p:cNvPr>
          <p:cNvSpPr>
            <a:spLocks noGrp="1"/>
          </p:cNvSpPr>
          <p:nvPr/>
        </p:nvSpPr>
        <p:spPr>
          <a:xfrm>
            <a:off x="3402234" y="598852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a_full_bar_1152">
            <a:extLst>
              <a:ext uri="{FF2B5EF4-FFF2-40B4-BE49-F238E27FC236}">
                <a16:creationId xmlns:a16="http://schemas.microsoft.com/office/drawing/2014/main" id="{4E760DA4-C574-49BE-AA34-1390F83E4066}"/>
              </a:ext>
            </a:extLst>
          </p:cNvPr>
          <p:cNvSpPr>
            <a:spLocks noGrp="1"/>
          </p:cNvSpPr>
          <p:nvPr/>
        </p:nvSpPr>
        <p:spPr>
          <a:xfrm>
            <a:off x="34253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a_full_bar_1153">
            <a:extLst>
              <a:ext uri="{FF2B5EF4-FFF2-40B4-BE49-F238E27FC236}">
                <a16:creationId xmlns:a16="http://schemas.microsoft.com/office/drawing/2014/main" id="{357B032B-5219-456F-9882-8A8AEC8935DA}"/>
              </a:ext>
            </a:extLst>
          </p:cNvPr>
          <p:cNvSpPr>
            <a:spLocks noGrp="1"/>
          </p:cNvSpPr>
          <p:nvPr/>
        </p:nvSpPr>
        <p:spPr>
          <a:xfrm>
            <a:off x="3357948" y="57831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a_full_bar_1154">
            <a:extLst>
              <a:ext uri="{FF2B5EF4-FFF2-40B4-BE49-F238E27FC236}">
                <a16:creationId xmlns:a16="http://schemas.microsoft.com/office/drawing/2014/main" id="{060AC321-5A56-4BB3-AFB3-700EED05CB2A}"/>
              </a:ext>
            </a:extLst>
          </p:cNvPr>
          <p:cNvSpPr>
            <a:spLocks noGrp="1"/>
          </p:cNvSpPr>
          <p:nvPr/>
        </p:nvSpPr>
        <p:spPr>
          <a:xfrm>
            <a:off x="3326517" y="41030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a_full_bar_1155">
            <a:extLst>
              <a:ext uri="{FF2B5EF4-FFF2-40B4-BE49-F238E27FC236}">
                <a16:creationId xmlns:a16="http://schemas.microsoft.com/office/drawing/2014/main" id="{DFA93D13-8523-4107-9992-BB848BE2CED3}"/>
              </a:ext>
            </a:extLst>
          </p:cNvPr>
          <p:cNvSpPr>
            <a:spLocks noGrp="1"/>
          </p:cNvSpPr>
          <p:nvPr/>
        </p:nvSpPr>
        <p:spPr>
          <a:xfrm>
            <a:off x="32552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a_full_bar_1156">
            <a:extLst>
              <a:ext uri="{FF2B5EF4-FFF2-40B4-BE49-F238E27FC236}">
                <a16:creationId xmlns:a16="http://schemas.microsoft.com/office/drawing/2014/main" id="{4151F6B2-6706-406B-B410-0C3103991369}"/>
              </a:ext>
            </a:extLst>
          </p:cNvPr>
          <p:cNvSpPr>
            <a:spLocks noGrp="1"/>
          </p:cNvSpPr>
          <p:nvPr/>
        </p:nvSpPr>
        <p:spPr>
          <a:xfrm>
            <a:off x="3324169" y="59692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a_full_bar_1157">
            <a:extLst>
              <a:ext uri="{FF2B5EF4-FFF2-40B4-BE49-F238E27FC236}">
                <a16:creationId xmlns:a16="http://schemas.microsoft.com/office/drawing/2014/main" id="{D6AF4BB4-4BF9-42EA-8FC8-E3FDF2F1B378}"/>
              </a:ext>
            </a:extLst>
          </p:cNvPr>
          <p:cNvSpPr>
            <a:spLocks noGrp="1"/>
          </p:cNvSpPr>
          <p:nvPr/>
        </p:nvSpPr>
        <p:spPr>
          <a:xfrm>
            <a:off x="3399284" y="57105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a_full_bar_1158">
            <a:extLst>
              <a:ext uri="{FF2B5EF4-FFF2-40B4-BE49-F238E27FC236}">
                <a16:creationId xmlns:a16="http://schemas.microsoft.com/office/drawing/2014/main" id="{E9F9A608-38FD-43F1-B9C1-C75D2A40459D}"/>
              </a:ext>
            </a:extLst>
          </p:cNvPr>
          <p:cNvSpPr>
            <a:spLocks noGrp="1"/>
          </p:cNvSpPr>
          <p:nvPr/>
        </p:nvSpPr>
        <p:spPr>
          <a:xfrm>
            <a:off x="3444896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a_full_bar_1159">
            <a:extLst>
              <a:ext uri="{FF2B5EF4-FFF2-40B4-BE49-F238E27FC236}">
                <a16:creationId xmlns:a16="http://schemas.microsoft.com/office/drawing/2014/main" id="{8DC553D1-04E2-4154-9E62-8FD4CF2339FE}"/>
              </a:ext>
            </a:extLst>
          </p:cNvPr>
          <p:cNvSpPr>
            <a:spLocks noGrp="1"/>
          </p:cNvSpPr>
          <p:nvPr/>
        </p:nvSpPr>
        <p:spPr>
          <a:xfrm>
            <a:off x="3246208" y="3718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a_full_bar_1160">
            <a:extLst>
              <a:ext uri="{FF2B5EF4-FFF2-40B4-BE49-F238E27FC236}">
                <a16:creationId xmlns:a16="http://schemas.microsoft.com/office/drawing/2014/main" id="{CB104B56-6121-42A4-9475-6AC2D93427C3}"/>
              </a:ext>
            </a:extLst>
          </p:cNvPr>
          <p:cNvSpPr>
            <a:spLocks noGrp="1"/>
          </p:cNvSpPr>
          <p:nvPr/>
        </p:nvSpPr>
        <p:spPr>
          <a:xfrm>
            <a:off x="3519969" y="59779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a_full_bar_1161">
            <a:extLst>
              <a:ext uri="{FF2B5EF4-FFF2-40B4-BE49-F238E27FC236}">
                <a16:creationId xmlns:a16="http://schemas.microsoft.com/office/drawing/2014/main" id="{1F3BB97B-D91F-4DA1-A374-9C284449EBBE}"/>
              </a:ext>
            </a:extLst>
          </p:cNvPr>
          <p:cNvSpPr>
            <a:spLocks noGrp="1"/>
          </p:cNvSpPr>
          <p:nvPr/>
        </p:nvSpPr>
        <p:spPr>
          <a:xfrm>
            <a:off x="3460983" y="58951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a_full_bar_1162">
            <a:extLst>
              <a:ext uri="{FF2B5EF4-FFF2-40B4-BE49-F238E27FC236}">
                <a16:creationId xmlns:a16="http://schemas.microsoft.com/office/drawing/2014/main" id="{568CA47D-FA94-45A8-BEBB-808CDC60D014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a_full_bar_1163">
            <a:extLst>
              <a:ext uri="{FF2B5EF4-FFF2-40B4-BE49-F238E27FC236}">
                <a16:creationId xmlns:a16="http://schemas.microsoft.com/office/drawing/2014/main" id="{EDB64374-DE2B-4F4B-851D-D218AFEE5DFF}"/>
              </a:ext>
            </a:extLst>
          </p:cNvPr>
          <p:cNvSpPr>
            <a:spLocks noGrp="1"/>
          </p:cNvSpPr>
          <p:nvPr/>
        </p:nvSpPr>
        <p:spPr>
          <a:xfrm>
            <a:off x="33500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a_full_bar_1164">
            <a:extLst>
              <a:ext uri="{FF2B5EF4-FFF2-40B4-BE49-F238E27FC236}">
                <a16:creationId xmlns:a16="http://schemas.microsoft.com/office/drawing/2014/main" id="{4B388543-7D2E-4E5D-94FE-6B155A28D68D}"/>
              </a:ext>
            </a:extLst>
          </p:cNvPr>
          <p:cNvSpPr>
            <a:spLocks noGrp="1"/>
          </p:cNvSpPr>
          <p:nvPr/>
        </p:nvSpPr>
        <p:spPr>
          <a:xfrm>
            <a:off x="33700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a_full_bar_1165">
            <a:extLst>
              <a:ext uri="{FF2B5EF4-FFF2-40B4-BE49-F238E27FC236}">
                <a16:creationId xmlns:a16="http://schemas.microsoft.com/office/drawing/2014/main" id="{AFF798C0-DD46-4377-A454-1740EE3EE604}"/>
              </a:ext>
            </a:extLst>
          </p:cNvPr>
          <p:cNvSpPr>
            <a:spLocks noGrp="1"/>
          </p:cNvSpPr>
          <p:nvPr/>
        </p:nvSpPr>
        <p:spPr>
          <a:xfrm>
            <a:off x="3498290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a_full_bar_1166">
            <a:extLst>
              <a:ext uri="{FF2B5EF4-FFF2-40B4-BE49-F238E27FC236}">
                <a16:creationId xmlns:a16="http://schemas.microsoft.com/office/drawing/2014/main" id="{DB792E89-AE69-4E61-822C-F8E260A7BA3E}"/>
              </a:ext>
            </a:extLst>
          </p:cNvPr>
          <p:cNvSpPr>
            <a:spLocks noGrp="1"/>
          </p:cNvSpPr>
          <p:nvPr/>
        </p:nvSpPr>
        <p:spPr>
          <a:xfrm>
            <a:off x="339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a_full_bar_1167">
            <a:extLst>
              <a:ext uri="{FF2B5EF4-FFF2-40B4-BE49-F238E27FC236}">
                <a16:creationId xmlns:a16="http://schemas.microsoft.com/office/drawing/2014/main" id="{51707372-6439-41A4-8395-2FE6E7E7054D}"/>
              </a:ext>
            </a:extLst>
          </p:cNvPr>
          <p:cNvSpPr>
            <a:spLocks noGrp="1"/>
          </p:cNvSpPr>
          <p:nvPr/>
        </p:nvSpPr>
        <p:spPr>
          <a:xfrm>
            <a:off x="32044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a_full_bar_1168">
            <a:extLst>
              <a:ext uri="{FF2B5EF4-FFF2-40B4-BE49-F238E27FC236}">
                <a16:creationId xmlns:a16="http://schemas.microsoft.com/office/drawing/2014/main" id="{5080CFBD-7C06-41DA-94B5-084DFFDB81E1}"/>
              </a:ext>
            </a:extLst>
          </p:cNvPr>
          <p:cNvSpPr>
            <a:spLocks noGrp="1"/>
          </p:cNvSpPr>
          <p:nvPr/>
        </p:nvSpPr>
        <p:spPr>
          <a:xfrm>
            <a:off x="34034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a_full_bar_1169">
            <a:extLst>
              <a:ext uri="{FF2B5EF4-FFF2-40B4-BE49-F238E27FC236}">
                <a16:creationId xmlns:a16="http://schemas.microsoft.com/office/drawing/2014/main" id="{83299C58-D808-475F-A6A9-95FF44C73765}"/>
              </a:ext>
            </a:extLst>
          </p:cNvPr>
          <p:cNvSpPr>
            <a:spLocks noGrp="1"/>
          </p:cNvSpPr>
          <p:nvPr/>
        </p:nvSpPr>
        <p:spPr>
          <a:xfrm>
            <a:off x="3518572" y="582048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a_full_bar_1170">
            <a:extLst>
              <a:ext uri="{FF2B5EF4-FFF2-40B4-BE49-F238E27FC236}">
                <a16:creationId xmlns:a16="http://schemas.microsoft.com/office/drawing/2014/main" id="{D2C1F86B-7B7A-4BC4-8481-10838FCD95A1}"/>
              </a:ext>
            </a:extLst>
          </p:cNvPr>
          <p:cNvSpPr>
            <a:spLocks noGrp="1"/>
          </p:cNvSpPr>
          <p:nvPr/>
        </p:nvSpPr>
        <p:spPr>
          <a:xfrm>
            <a:off x="32102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a_full_bar_1171">
            <a:extLst>
              <a:ext uri="{FF2B5EF4-FFF2-40B4-BE49-F238E27FC236}">
                <a16:creationId xmlns:a16="http://schemas.microsoft.com/office/drawing/2014/main" id="{417E04C1-BCD6-462D-BFB2-62FFBC58C8E4}"/>
              </a:ext>
            </a:extLst>
          </p:cNvPr>
          <p:cNvSpPr>
            <a:spLocks noGrp="1"/>
          </p:cNvSpPr>
          <p:nvPr/>
        </p:nvSpPr>
        <p:spPr>
          <a:xfrm>
            <a:off x="3451490" y="59864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a_full_bar_1172">
            <a:extLst>
              <a:ext uri="{FF2B5EF4-FFF2-40B4-BE49-F238E27FC236}">
                <a16:creationId xmlns:a16="http://schemas.microsoft.com/office/drawing/2014/main" id="{5D3BD5CD-9361-4FC1-8CE1-B695DF9C382E}"/>
              </a:ext>
            </a:extLst>
          </p:cNvPr>
          <p:cNvSpPr>
            <a:spLocks noGrp="1"/>
          </p:cNvSpPr>
          <p:nvPr/>
        </p:nvSpPr>
        <p:spPr>
          <a:xfrm>
            <a:off x="3309303" y="59538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a_full_bar_1173">
            <a:extLst>
              <a:ext uri="{FF2B5EF4-FFF2-40B4-BE49-F238E27FC236}">
                <a16:creationId xmlns:a16="http://schemas.microsoft.com/office/drawing/2014/main" id="{A04FEB08-D1D6-47B2-9654-9C3062E54EB5}"/>
              </a:ext>
            </a:extLst>
          </p:cNvPr>
          <p:cNvSpPr>
            <a:spLocks noGrp="1"/>
          </p:cNvSpPr>
          <p:nvPr/>
        </p:nvSpPr>
        <p:spPr>
          <a:xfrm>
            <a:off x="3490098" y="5980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a_full_bar_1174">
            <a:extLst>
              <a:ext uri="{FF2B5EF4-FFF2-40B4-BE49-F238E27FC236}">
                <a16:creationId xmlns:a16="http://schemas.microsoft.com/office/drawing/2014/main" id="{E960ED20-B300-4204-9444-80347B9B8999}"/>
              </a:ext>
            </a:extLst>
          </p:cNvPr>
          <p:cNvSpPr>
            <a:spLocks noGrp="1"/>
          </p:cNvSpPr>
          <p:nvPr/>
        </p:nvSpPr>
        <p:spPr>
          <a:xfrm>
            <a:off x="3467742" y="59864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a_full_bar_1175">
            <a:extLst>
              <a:ext uri="{FF2B5EF4-FFF2-40B4-BE49-F238E27FC236}">
                <a16:creationId xmlns:a16="http://schemas.microsoft.com/office/drawing/2014/main" id="{BC94054E-8BB3-47AF-B20A-90CF740C4FAC}"/>
              </a:ext>
            </a:extLst>
          </p:cNvPr>
          <p:cNvSpPr>
            <a:spLocks noGrp="1"/>
          </p:cNvSpPr>
          <p:nvPr/>
        </p:nvSpPr>
        <p:spPr>
          <a:xfrm>
            <a:off x="3241647" y="59735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a_full_bar_1176">
            <a:extLst>
              <a:ext uri="{FF2B5EF4-FFF2-40B4-BE49-F238E27FC236}">
                <a16:creationId xmlns:a16="http://schemas.microsoft.com/office/drawing/2014/main" id="{BE23C47E-E069-4061-8C52-6F2268ABEA7E}"/>
              </a:ext>
            </a:extLst>
          </p:cNvPr>
          <p:cNvSpPr>
            <a:spLocks noGrp="1"/>
          </p:cNvSpPr>
          <p:nvPr/>
        </p:nvSpPr>
        <p:spPr>
          <a:xfrm>
            <a:off x="346826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a_full_bar_1177">
            <a:extLst>
              <a:ext uri="{FF2B5EF4-FFF2-40B4-BE49-F238E27FC236}">
                <a16:creationId xmlns:a16="http://schemas.microsoft.com/office/drawing/2014/main" id="{4C40AC09-95C6-4622-AF8D-0E9E3897D775}"/>
              </a:ext>
            </a:extLst>
          </p:cNvPr>
          <p:cNvSpPr>
            <a:spLocks noGrp="1"/>
          </p:cNvSpPr>
          <p:nvPr/>
        </p:nvSpPr>
        <p:spPr>
          <a:xfrm>
            <a:off x="31915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a_full_bar_1178">
            <a:extLst>
              <a:ext uri="{FF2B5EF4-FFF2-40B4-BE49-F238E27FC236}">
                <a16:creationId xmlns:a16="http://schemas.microsoft.com/office/drawing/2014/main" id="{D8434C15-EA94-468B-89B4-B4EEC7E2D25C}"/>
              </a:ext>
            </a:extLst>
          </p:cNvPr>
          <p:cNvSpPr>
            <a:spLocks noGrp="1"/>
          </p:cNvSpPr>
          <p:nvPr/>
        </p:nvSpPr>
        <p:spPr>
          <a:xfrm>
            <a:off x="3275346" y="58903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a_full_bar_1179">
            <a:extLst>
              <a:ext uri="{FF2B5EF4-FFF2-40B4-BE49-F238E27FC236}">
                <a16:creationId xmlns:a16="http://schemas.microsoft.com/office/drawing/2014/main" id="{93FA7C48-CACE-4C06-A29F-F120F22F852F}"/>
              </a:ext>
            </a:extLst>
          </p:cNvPr>
          <p:cNvSpPr>
            <a:spLocks noGrp="1"/>
          </p:cNvSpPr>
          <p:nvPr/>
        </p:nvSpPr>
        <p:spPr>
          <a:xfrm>
            <a:off x="3511250" y="599366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a_full_bar_1180">
            <a:extLst>
              <a:ext uri="{FF2B5EF4-FFF2-40B4-BE49-F238E27FC236}">
                <a16:creationId xmlns:a16="http://schemas.microsoft.com/office/drawing/2014/main" id="{A07CF5B1-A88F-4266-9D7C-E08828F75E88}"/>
              </a:ext>
            </a:extLst>
          </p:cNvPr>
          <p:cNvSpPr>
            <a:spLocks noGrp="1"/>
          </p:cNvSpPr>
          <p:nvPr/>
        </p:nvSpPr>
        <p:spPr>
          <a:xfrm>
            <a:off x="3283123" y="59920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a_full_bar_1181">
            <a:extLst>
              <a:ext uri="{FF2B5EF4-FFF2-40B4-BE49-F238E27FC236}">
                <a16:creationId xmlns:a16="http://schemas.microsoft.com/office/drawing/2014/main" id="{2F45F0CF-6E22-4606-B24F-8A7B3179221C}"/>
              </a:ext>
            </a:extLst>
          </p:cNvPr>
          <p:cNvSpPr>
            <a:spLocks noGrp="1"/>
          </p:cNvSpPr>
          <p:nvPr/>
        </p:nvSpPr>
        <p:spPr>
          <a:xfrm>
            <a:off x="3246947" y="5834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a_full_bar_1182">
            <a:extLst>
              <a:ext uri="{FF2B5EF4-FFF2-40B4-BE49-F238E27FC236}">
                <a16:creationId xmlns:a16="http://schemas.microsoft.com/office/drawing/2014/main" id="{CB023B15-8CAB-4005-9345-56ECFAACFAB8}"/>
              </a:ext>
            </a:extLst>
          </p:cNvPr>
          <p:cNvSpPr>
            <a:spLocks noGrp="1"/>
          </p:cNvSpPr>
          <p:nvPr/>
        </p:nvSpPr>
        <p:spPr>
          <a:xfrm>
            <a:off x="3543895" y="5961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a_full_bar_1183">
            <a:extLst>
              <a:ext uri="{FF2B5EF4-FFF2-40B4-BE49-F238E27FC236}">
                <a16:creationId xmlns:a16="http://schemas.microsoft.com/office/drawing/2014/main" id="{634DCFC4-0530-40BF-801F-541B11A58EDF}"/>
              </a:ext>
            </a:extLst>
          </p:cNvPr>
          <p:cNvSpPr>
            <a:spLocks noGrp="1"/>
          </p:cNvSpPr>
          <p:nvPr/>
        </p:nvSpPr>
        <p:spPr>
          <a:xfrm>
            <a:off x="3512065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a_full_bar_1184">
            <a:extLst>
              <a:ext uri="{FF2B5EF4-FFF2-40B4-BE49-F238E27FC236}">
                <a16:creationId xmlns:a16="http://schemas.microsoft.com/office/drawing/2014/main" id="{BD7F796E-8124-4AF7-9420-C7EF4DCC3771}"/>
              </a:ext>
            </a:extLst>
          </p:cNvPr>
          <p:cNvSpPr>
            <a:spLocks noGrp="1"/>
          </p:cNvSpPr>
          <p:nvPr/>
        </p:nvSpPr>
        <p:spPr>
          <a:xfrm>
            <a:off x="3487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a_full_bar_1185">
            <a:extLst>
              <a:ext uri="{FF2B5EF4-FFF2-40B4-BE49-F238E27FC236}">
                <a16:creationId xmlns:a16="http://schemas.microsoft.com/office/drawing/2014/main" id="{453F1B12-DBFA-49CE-8032-95AB5F602D89}"/>
              </a:ext>
            </a:extLst>
          </p:cNvPr>
          <p:cNvSpPr>
            <a:spLocks noGrp="1"/>
          </p:cNvSpPr>
          <p:nvPr/>
        </p:nvSpPr>
        <p:spPr>
          <a:xfrm>
            <a:off x="3291208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a_full_bar_1186">
            <a:extLst>
              <a:ext uri="{FF2B5EF4-FFF2-40B4-BE49-F238E27FC236}">
                <a16:creationId xmlns:a16="http://schemas.microsoft.com/office/drawing/2014/main" id="{A886651D-4301-4A84-B84E-5FE1D3A41FC7}"/>
              </a:ext>
            </a:extLst>
          </p:cNvPr>
          <p:cNvSpPr>
            <a:spLocks noGrp="1"/>
          </p:cNvSpPr>
          <p:nvPr/>
        </p:nvSpPr>
        <p:spPr>
          <a:xfrm>
            <a:off x="3247100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a_full_bar_1187">
            <a:extLst>
              <a:ext uri="{FF2B5EF4-FFF2-40B4-BE49-F238E27FC236}">
                <a16:creationId xmlns:a16="http://schemas.microsoft.com/office/drawing/2014/main" id="{D26C2481-DB64-4528-91CE-A249D190F495}"/>
              </a:ext>
            </a:extLst>
          </p:cNvPr>
          <p:cNvSpPr>
            <a:spLocks noGrp="1"/>
          </p:cNvSpPr>
          <p:nvPr/>
        </p:nvSpPr>
        <p:spPr>
          <a:xfrm>
            <a:off x="3384553" y="59711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a_full_bar_1188">
            <a:extLst>
              <a:ext uri="{FF2B5EF4-FFF2-40B4-BE49-F238E27FC236}">
                <a16:creationId xmlns:a16="http://schemas.microsoft.com/office/drawing/2014/main" id="{2BF31DD1-2676-468A-AFAB-83A4883D2F47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a_full_bar_1189">
            <a:extLst>
              <a:ext uri="{FF2B5EF4-FFF2-40B4-BE49-F238E27FC236}">
                <a16:creationId xmlns:a16="http://schemas.microsoft.com/office/drawing/2014/main" id="{FCD11905-4B9E-4255-8636-313B834F528D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a_full_bar_1190">
            <a:extLst>
              <a:ext uri="{FF2B5EF4-FFF2-40B4-BE49-F238E27FC236}">
                <a16:creationId xmlns:a16="http://schemas.microsoft.com/office/drawing/2014/main" id="{D617FDC5-A074-4A8C-9E87-632C17CEEA1E}"/>
              </a:ext>
            </a:extLst>
          </p:cNvPr>
          <p:cNvSpPr>
            <a:spLocks noGrp="1"/>
          </p:cNvSpPr>
          <p:nvPr/>
        </p:nvSpPr>
        <p:spPr>
          <a:xfrm>
            <a:off x="3488232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a_full_bar_1191">
            <a:extLst>
              <a:ext uri="{FF2B5EF4-FFF2-40B4-BE49-F238E27FC236}">
                <a16:creationId xmlns:a16="http://schemas.microsoft.com/office/drawing/2014/main" id="{0A018F10-17F5-43E5-89BB-3975B1F19438}"/>
              </a:ext>
            </a:extLst>
          </p:cNvPr>
          <p:cNvSpPr>
            <a:spLocks noGrp="1"/>
          </p:cNvSpPr>
          <p:nvPr/>
        </p:nvSpPr>
        <p:spPr>
          <a:xfrm>
            <a:off x="32892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a_full_bar_1192">
            <a:extLst>
              <a:ext uri="{FF2B5EF4-FFF2-40B4-BE49-F238E27FC236}">
                <a16:creationId xmlns:a16="http://schemas.microsoft.com/office/drawing/2014/main" id="{49D3BD0B-C4F2-491F-81B6-B69C8F4A1F0D}"/>
              </a:ext>
            </a:extLst>
          </p:cNvPr>
          <p:cNvSpPr>
            <a:spLocks noGrp="1"/>
          </p:cNvSpPr>
          <p:nvPr/>
        </p:nvSpPr>
        <p:spPr>
          <a:xfrm>
            <a:off x="3419073" y="59666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a_full_bar_1193">
            <a:extLst>
              <a:ext uri="{FF2B5EF4-FFF2-40B4-BE49-F238E27FC236}">
                <a16:creationId xmlns:a16="http://schemas.microsoft.com/office/drawing/2014/main" id="{FF37C704-2C3B-4DEC-B8EF-427718754E8B}"/>
              </a:ext>
            </a:extLst>
          </p:cNvPr>
          <p:cNvSpPr>
            <a:spLocks noGrp="1"/>
          </p:cNvSpPr>
          <p:nvPr/>
        </p:nvSpPr>
        <p:spPr>
          <a:xfrm>
            <a:off x="33190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a_full_bar_1194">
            <a:extLst>
              <a:ext uri="{FF2B5EF4-FFF2-40B4-BE49-F238E27FC236}">
                <a16:creationId xmlns:a16="http://schemas.microsoft.com/office/drawing/2014/main" id="{5936C38F-9C66-4BE0-826F-F52DE66B5517}"/>
              </a:ext>
            </a:extLst>
          </p:cNvPr>
          <p:cNvSpPr>
            <a:spLocks noGrp="1"/>
          </p:cNvSpPr>
          <p:nvPr/>
        </p:nvSpPr>
        <p:spPr>
          <a:xfrm>
            <a:off x="3424972" y="59894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a_full_bar_1195">
            <a:extLst>
              <a:ext uri="{FF2B5EF4-FFF2-40B4-BE49-F238E27FC236}">
                <a16:creationId xmlns:a16="http://schemas.microsoft.com/office/drawing/2014/main" id="{6CFF30D3-42CD-40C0-8776-85923A8279C2}"/>
              </a:ext>
            </a:extLst>
          </p:cNvPr>
          <p:cNvSpPr>
            <a:spLocks noGrp="1"/>
          </p:cNvSpPr>
          <p:nvPr/>
        </p:nvSpPr>
        <p:spPr>
          <a:xfrm>
            <a:off x="33217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a_full_bar_1196">
            <a:extLst>
              <a:ext uri="{FF2B5EF4-FFF2-40B4-BE49-F238E27FC236}">
                <a16:creationId xmlns:a16="http://schemas.microsoft.com/office/drawing/2014/main" id="{C6ADE17B-4898-4B1F-A7D7-909C37314ACF}"/>
              </a:ext>
            </a:extLst>
          </p:cNvPr>
          <p:cNvSpPr>
            <a:spLocks noGrp="1"/>
          </p:cNvSpPr>
          <p:nvPr/>
        </p:nvSpPr>
        <p:spPr>
          <a:xfrm>
            <a:off x="3392428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a_full_bar_1197">
            <a:extLst>
              <a:ext uri="{FF2B5EF4-FFF2-40B4-BE49-F238E27FC236}">
                <a16:creationId xmlns:a16="http://schemas.microsoft.com/office/drawing/2014/main" id="{CFAA76E5-B556-45F3-BA77-F2E20C850501}"/>
              </a:ext>
            </a:extLst>
          </p:cNvPr>
          <p:cNvSpPr>
            <a:spLocks noGrp="1"/>
          </p:cNvSpPr>
          <p:nvPr/>
        </p:nvSpPr>
        <p:spPr>
          <a:xfrm>
            <a:off x="3364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a_full_bar_1198">
            <a:extLst>
              <a:ext uri="{FF2B5EF4-FFF2-40B4-BE49-F238E27FC236}">
                <a16:creationId xmlns:a16="http://schemas.microsoft.com/office/drawing/2014/main" id="{7C1A58FC-389D-4EF7-A3E2-548B2E65765E}"/>
              </a:ext>
            </a:extLst>
          </p:cNvPr>
          <p:cNvSpPr>
            <a:spLocks noGrp="1"/>
          </p:cNvSpPr>
          <p:nvPr/>
        </p:nvSpPr>
        <p:spPr>
          <a:xfrm>
            <a:off x="3200593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a_full_bar_1199">
            <a:extLst>
              <a:ext uri="{FF2B5EF4-FFF2-40B4-BE49-F238E27FC236}">
                <a16:creationId xmlns:a16="http://schemas.microsoft.com/office/drawing/2014/main" id="{A5D3D6E9-0F6B-4DAB-8A35-CDE7D5D6A2A3}"/>
              </a:ext>
            </a:extLst>
          </p:cNvPr>
          <p:cNvSpPr>
            <a:spLocks noGrp="1"/>
          </p:cNvSpPr>
          <p:nvPr/>
        </p:nvSpPr>
        <p:spPr>
          <a:xfrm>
            <a:off x="3513430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a_full_bar_1200">
            <a:extLst>
              <a:ext uri="{FF2B5EF4-FFF2-40B4-BE49-F238E27FC236}">
                <a16:creationId xmlns:a16="http://schemas.microsoft.com/office/drawing/2014/main" id="{4E58C51C-5750-49C8-85D5-74B0B118D8C4}"/>
              </a:ext>
            </a:extLst>
          </p:cNvPr>
          <p:cNvSpPr>
            <a:spLocks noGrp="1"/>
          </p:cNvSpPr>
          <p:nvPr/>
        </p:nvSpPr>
        <p:spPr>
          <a:xfrm>
            <a:off x="3499678" y="46996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a_full_bar_1201">
            <a:extLst>
              <a:ext uri="{FF2B5EF4-FFF2-40B4-BE49-F238E27FC236}">
                <a16:creationId xmlns:a16="http://schemas.microsoft.com/office/drawing/2014/main" id="{196B7A22-5775-4961-BA0C-B53CCBA164F3}"/>
              </a:ext>
            </a:extLst>
          </p:cNvPr>
          <p:cNvSpPr>
            <a:spLocks noGrp="1"/>
          </p:cNvSpPr>
          <p:nvPr/>
        </p:nvSpPr>
        <p:spPr>
          <a:xfrm>
            <a:off x="3450772" y="54302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a_full_bar_1202">
            <a:extLst>
              <a:ext uri="{FF2B5EF4-FFF2-40B4-BE49-F238E27FC236}">
                <a16:creationId xmlns:a16="http://schemas.microsoft.com/office/drawing/2014/main" id="{A6C39F3D-C860-46E3-A609-B164793A838B}"/>
              </a:ext>
            </a:extLst>
          </p:cNvPr>
          <p:cNvSpPr>
            <a:spLocks noGrp="1"/>
          </p:cNvSpPr>
          <p:nvPr/>
        </p:nvSpPr>
        <p:spPr>
          <a:xfrm>
            <a:off x="3485683" y="59938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a_full_bar_1203">
            <a:extLst>
              <a:ext uri="{FF2B5EF4-FFF2-40B4-BE49-F238E27FC236}">
                <a16:creationId xmlns:a16="http://schemas.microsoft.com/office/drawing/2014/main" id="{6A2E6DC5-4984-4916-A07F-6015A25F264D}"/>
              </a:ext>
            </a:extLst>
          </p:cNvPr>
          <p:cNvSpPr>
            <a:spLocks noGrp="1"/>
          </p:cNvSpPr>
          <p:nvPr/>
        </p:nvSpPr>
        <p:spPr>
          <a:xfrm>
            <a:off x="35128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a_full_bar_1204">
            <a:extLst>
              <a:ext uri="{FF2B5EF4-FFF2-40B4-BE49-F238E27FC236}">
                <a16:creationId xmlns:a16="http://schemas.microsoft.com/office/drawing/2014/main" id="{417EFF2A-AE5C-4971-A57B-0DBFA4FB1E6E}"/>
              </a:ext>
            </a:extLst>
          </p:cNvPr>
          <p:cNvSpPr>
            <a:spLocks noGrp="1"/>
          </p:cNvSpPr>
          <p:nvPr/>
        </p:nvSpPr>
        <p:spPr>
          <a:xfrm>
            <a:off x="324474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a_full_bar_1205">
            <a:extLst>
              <a:ext uri="{FF2B5EF4-FFF2-40B4-BE49-F238E27FC236}">
                <a16:creationId xmlns:a16="http://schemas.microsoft.com/office/drawing/2014/main" id="{86A7FDD5-B68A-4B74-8716-8E27069F35C7}"/>
              </a:ext>
            </a:extLst>
          </p:cNvPr>
          <p:cNvSpPr>
            <a:spLocks noGrp="1"/>
          </p:cNvSpPr>
          <p:nvPr/>
        </p:nvSpPr>
        <p:spPr>
          <a:xfrm>
            <a:off x="3561824" y="572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a_full_bar_1206">
            <a:extLst>
              <a:ext uri="{FF2B5EF4-FFF2-40B4-BE49-F238E27FC236}">
                <a16:creationId xmlns:a16="http://schemas.microsoft.com/office/drawing/2014/main" id="{132E518A-37CF-4F21-8013-EC524AB8A60C}"/>
              </a:ext>
            </a:extLst>
          </p:cNvPr>
          <p:cNvSpPr>
            <a:spLocks noGrp="1"/>
          </p:cNvSpPr>
          <p:nvPr/>
        </p:nvSpPr>
        <p:spPr>
          <a:xfrm>
            <a:off x="3368952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a_full_bar_1207">
            <a:extLst>
              <a:ext uri="{FF2B5EF4-FFF2-40B4-BE49-F238E27FC236}">
                <a16:creationId xmlns:a16="http://schemas.microsoft.com/office/drawing/2014/main" id="{913A7A0A-8605-4FFA-93B6-6E57C2E2B445}"/>
              </a:ext>
            </a:extLst>
          </p:cNvPr>
          <p:cNvSpPr>
            <a:spLocks noGrp="1"/>
          </p:cNvSpPr>
          <p:nvPr/>
        </p:nvSpPr>
        <p:spPr>
          <a:xfrm>
            <a:off x="3266986" y="58194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a_full_bar_1208">
            <a:extLst>
              <a:ext uri="{FF2B5EF4-FFF2-40B4-BE49-F238E27FC236}">
                <a16:creationId xmlns:a16="http://schemas.microsoft.com/office/drawing/2014/main" id="{4626DC21-A3B0-47DF-AE83-5061BDD247B4}"/>
              </a:ext>
            </a:extLst>
          </p:cNvPr>
          <p:cNvSpPr>
            <a:spLocks noGrp="1"/>
          </p:cNvSpPr>
          <p:nvPr/>
        </p:nvSpPr>
        <p:spPr>
          <a:xfrm>
            <a:off x="3280442" y="57422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a_full_bar_1209">
            <a:extLst>
              <a:ext uri="{FF2B5EF4-FFF2-40B4-BE49-F238E27FC236}">
                <a16:creationId xmlns:a16="http://schemas.microsoft.com/office/drawing/2014/main" id="{EC1920B2-90EC-4947-A0A5-65EB23226F1E}"/>
              </a:ext>
            </a:extLst>
          </p:cNvPr>
          <p:cNvSpPr>
            <a:spLocks noGrp="1"/>
          </p:cNvSpPr>
          <p:nvPr/>
        </p:nvSpPr>
        <p:spPr>
          <a:xfrm>
            <a:off x="3491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a_full_bar_1210">
            <a:extLst>
              <a:ext uri="{FF2B5EF4-FFF2-40B4-BE49-F238E27FC236}">
                <a16:creationId xmlns:a16="http://schemas.microsoft.com/office/drawing/2014/main" id="{C407E8EA-B5E4-40A4-980B-BF60403EDC4D}"/>
              </a:ext>
            </a:extLst>
          </p:cNvPr>
          <p:cNvSpPr>
            <a:spLocks noGrp="1"/>
          </p:cNvSpPr>
          <p:nvPr/>
        </p:nvSpPr>
        <p:spPr>
          <a:xfrm>
            <a:off x="3526250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a_full_bar_1211">
            <a:extLst>
              <a:ext uri="{FF2B5EF4-FFF2-40B4-BE49-F238E27FC236}">
                <a16:creationId xmlns:a16="http://schemas.microsoft.com/office/drawing/2014/main" id="{9F4E81A7-F2D1-45EC-A711-1BD8200D06EB}"/>
              </a:ext>
            </a:extLst>
          </p:cNvPr>
          <p:cNvSpPr>
            <a:spLocks noGrp="1"/>
          </p:cNvSpPr>
          <p:nvPr/>
        </p:nvSpPr>
        <p:spPr>
          <a:xfrm>
            <a:off x="3245658" y="59338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a_full_bar_1212">
            <a:extLst>
              <a:ext uri="{FF2B5EF4-FFF2-40B4-BE49-F238E27FC236}">
                <a16:creationId xmlns:a16="http://schemas.microsoft.com/office/drawing/2014/main" id="{62502341-EEA4-462F-B417-EFE9FCB9A302}"/>
              </a:ext>
            </a:extLst>
          </p:cNvPr>
          <p:cNvSpPr>
            <a:spLocks noGrp="1"/>
          </p:cNvSpPr>
          <p:nvPr/>
        </p:nvSpPr>
        <p:spPr>
          <a:xfrm>
            <a:off x="3459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a_full_bar_1213">
            <a:extLst>
              <a:ext uri="{FF2B5EF4-FFF2-40B4-BE49-F238E27FC236}">
                <a16:creationId xmlns:a16="http://schemas.microsoft.com/office/drawing/2014/main" id="{D1F8FF42-08FC-4927-BC49-8C252F57C718}"/>
              </a:ext>
            </a:extLst>
          </p:cNvPr>
          <p:cNvSpPr>
            <a:spLocks noGrp="1"/>
          </p:cNvSpPr>
          <p:nvPr/>
        </p:nvSpPr>
        <p:spPr>
          <a:xfrm>
            <a:off x="339211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a_full_bar_1214">
            <a:extLst>
              <a:ext uri="{FF2B5EF4-FFF2-40B4-BE49-F238E27FC236}">
                <a16:creationId xmlns:a16="http://schemas.microsoft.com/office/drawing/2014/main" id="{F04B285F-9399-4069-BF3E-16D201A65987}"/>
              </a:ext>
            </a:extLst>
          </p:cNvPr>
          <p:cNvSpPr>
            <a:spLocks noGrp="1"/>
          </p:cNvSpPr>
          <p:nvPr/>
        </p:nvSpPr>
        <p:spPr>
          <a:xfrm>
            <a:off x="3440097" y="567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a_full_bar_1215">
            <a:extLst>
              <a:ext uri="{FF2B5EF4-FFF2-40B4-BE49-F238E27FC236}">
                <a16:creationId xmlns:a16="http://schemas.microsoft.com/office/drawing/2014/main" id="{C7317B92-E801-4E7A-AF29-6915907CBB3D}"/>
              </a:ext>
            </a:extLst>
          </p:cNvPr>
          <p:cNvSpPr>
            <a:spLocks noGrp="1"/>
          </p:cNvSpPr>
          <p:nvPr/>
        </p:nvSpPr>
        <p:spPr>
          <a:xfrm>
            <a:off x="33599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a_full_bar_1216">
            <a:extLst>
              <a:ext uri="{FF2B5EF4-FFF2-40B4-BE49-F238E27FC236}">
                <a16:creationId xmlns:a16="http://schemas.microsoft.com/office/drawing/2014/main" id="{8A2925ED-F6A1-4AA5-93C5-AE30DB2BF1E5}"/>
              </a:ext>
            </a:extLst>
          </p:cNvPr>
          <p:cNvSpPr>
            <a:spLocks noGrp="1"/>
          </p:cNvSpPr>
          <p:nvPr/>
        </p:nvSpPr>
        <p:spPr>
          <a:xfrm>
            <a:off x="35082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a_full_bar_1217">
            <a:extLst>
              <a:ext uri="{FF2B5EF4-FFF2-40B4-BE49-F238E27FC236}">
                <a16:creationId xmlns:a16="http://schemas.microsoft.com/office/drawing/2014/main" id="{8D9BE8D5-1B68-46C0-84E4-E033B563FAF2}"/>
              </a:ext>
            </a:extLst>
          </p:cNvPr>
          <p:cNvSpPr>
            <a:spLocks noGrp="1"/>
          </p:cNvSpPr>
          <p:nvPr/>
        </p:nvSpPr>
        <p:spPr>
          <a:xfrm>
            <a:off x="3420069" y="54881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a_full_bar_1218">
            <a:extLst>
              <a:ext uri="{FF2B5EF4-FFF2-40B4-BE49-F238E27FC236}">
                <a16:creationId xmlns:a16="http://schemas.microsoft.com/office/drawing/2014/main" id="{B4B451B4-B38F-452A-9BF6-5AFF1D87B763}"/>
              </a:ext>
            </a:extLst>
          </p:cNvPr>
          <p:cNvSpPr>
            <a:spLocks noGrp="1"/>
          </p:cNvSpPr>
          <p:nvPr/>
        </p:nvSpPr>
        <p:spPr>
          <a:xfrm>
            <a:off x="3399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a_full_bar_1219">
            <a:extLst>
              <a:ext uri="{FF2B5EF4-FFF2-40B4-BE49-F238E27FC236}">
                <a16:creationId xmlns:a16="http://schemas.microsoft.com/office/drawing/2014/main" id="{D0755449-F7A6-42FB-A9D7-FAF4A6DDD9DD}"/>
              </a:ext>
            </a:extLst>
          </p:cNvPr>
          <p:cNvSpPr>
            <a:spLocks noGrp="1"/>
          </p:cNvSpPr>
          <p:nvPr/>
        </p:nvSpPr>
        <p:spPr>
          <a:xfrm>
            <a:off x="35210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a_full_bar_1220">
            <a:extLst>
              <a:ext uri="{FF2B5EF4-FFF2-40B4-BE49-F238E27FC236}">
                <a16:creationId xmlns:a16="http://schemas.microsoft.com/office/drawing/2014/main" id="{319FA7E9-2E05-4A39-B2E2-C7178C34862B}"/>
              </a:ext>
            </a:extLst>
          </p:cNvPr>
          <p:cNvSpPr>
            <a:spLocks noGrp="1"/>
          </p:cNvSpPr>
          <p:nvPr/>
        </p:nvSpPr>
        <p:spPr>
          <a:xfrm>
            <a:off x="3467193" y="5962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a_full_bar_1221">
            <a:extLst>
              <a:ext uri="{FF2B5EF4-FFF2-40B4-BE49-F238E27FC236}">
                <a16:creationId xmlns:a16="http://schemas.microsoft.com/office/drawing/2014/main" id="{4D9E8FA4-21F6-4B87-9BB7-04DC671CE5E4}"/>
              </a:ext>
            </a:extLst>
          </p:cNvPr>
          <p:cNvSpPr>
            <a:spLocks noGrp="1"/>
          </p:cNvSpPr>
          <p:nvPr/>
        </p:nvSpPr>
        <p:spPr>
          <a:xfrm>
            <a:off x="3246194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a_full_bar_1222">
            <a:extLst>
              <a:ext uri="{FF2B5EF4-FFF2-40B4-BE49-F238E27FC236}">
                <a16:creationId xmlns:a16="http://schemas.microsoft.com/office/drawing/2014/main" id="{97C09E82-4E31-423C-8AB8-1A92A9A77273}"/>
              </a:ext>
            </a:extLst>
          </p:cNvPr>
          <p:cNvSpPr>
            <a:spLocks noGrp="1"/>
          </p:cNvSpPr>
          <p:nvPr/>
        </p:nvSpPr>
        <p:spPr>
          <a:xfrm>
            <a:off x="3216184" y="59929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a_full_bar_1223">
            <a:extLst>
              <a:ext uri="{FF2B5EF4-FFF2-40B4-BE49-F238E27FC236}">
                <a16:creationId xmlns:a16="http://schemas.microsoft.com/office/drawing/2014/main" id="{AE5ECDCF-614B-4873-BA6A-5411914DE9CE}"/>
              </a:ext>
            </a:extLst>
          </p:cNvPr>
          <p:cNvSpPr>
            <a:spLocks noGrp="1"/>
          </p:cNvSpPr>
          <p:nvPr/>
        </p:nvSpPr>
        <p:spPr>
          <a:xfrm>
            <a:off x="3301926" y="5988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a_full_bar_1224">
            <a:extLst>
              <a:ext uri="{FF2B5EF4-FFF2-40B4-BE49-F238E27FC236}">
                <a16:creationId xmlns:a16="http://schemas.microsoft.com/office/drawing/2014/main" id="{027F9EC7-6482-4B9A-865A-B23100ACF98B}"/>
              </a:ext>
            </a:extLst>
          </p:cNvPr>
          <p:cNvSpPr>
            <a:spLocks noGrp="1"/>
          </p:cNvSpPr>
          <p:nvPr/>
        </p:nvSpPr>
        <p:spPr>
          <a:xfrm>
            <a:off x="3378566" y="57797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a_full_bar_1225">
            <a:extLst>
              <a:ext uri="{FF2B5EF4-FFF2-40B4-BE49-F238E27FC236}">
                <a16:creationId xmlns:a16="http://schemas.microsoft.com/office/drawing/2014/main" id="{9AC74D38-8FB2-44D4-9208-DE518E414E78}"/>
              </a:ext>
            </a:extLst>
          </p:cNvPr>
          <p:cNvSpPr>
            <a:spLocks noGrp="1"/>
          </p:cNvSpPr>
          <p:nvPr/>
        </p:nvSpPr>
        <p:spPr>
          <a:xfrm>
            <a:off x="3374073" y="59644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a_full_bar_1226">
            <a:extLst>
              <a:ext uri="{FF2B5EF4-FFF2-40B4-BE49-F238E27FC236}">
                <a16:creationId xmlns:a16="http://schemas.microsoft.com/office/drawing/2014/main" id="{D225D9ED-CDC3-457A-8FF0-C8A9194099CF}"/>
              </a:ext>
            </a:extLst>
          </p:cNvPr>
          <p:cNvSpPr>
            <a:spLocks noGrp="1"/>
          </p:cNvSpPr>
          <p:nvPr/>
        </p:nvSpPr>
        <p:spPr>
          <a:xfrm>
            <a:off x="3509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a_full_bar_1227">
            <a:extLst>
              <a:ext uri="{FF2B5EF4-FFF2-40B4-BE49-F238E27FC236}">
                <a16:creationId xmlns:a16="http://schemas.microsoft.com/office/drawing/2014/main" id="{902714F9-75D5-42F4-9B45-5C98222CB065}"/>
              </a:ext>
            </a:extLst>
          </p:cNvPr>
          <p:cNvSpPr>
            <a:spLocks noGrp="1"/>
          </p:cNvSpPr>
          <p:nvPr/>
        </p:nvSpPr>
        <p:spPr>
          <a:xfrm>
            <a:off x="34919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a_full_bar_1228">
            <a:extLst>
              <a:ext uri="{FF2B5EF4-FFF2-40B4-BE49-F238E27FC236}">
                <a16:creationId xmlns:a16="http://schemas.microsoft.com/office/drawing/2014/main" id="{B770A58C-1553-44BE-B14E-9F77B480B050}"/>
              </a:ext>
            </a:extLst>
          </p:cNvPr>
          <p:cNvSpPr>
            <a:spLocks noGrp="1"/>
          </p:cNvSpPr>
          <p:nvPr/>
        </p:nvSpPr>
        <p:spPr>
          <a:xfrm>
            <a:off x="33158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a_full_bar_1229">
            <a:extLst>
              <a:ext uri="{FF2B5EF4-FFF2-40B4-BE49-F238E27FC236}">
                <a16:creationId xmlns:a16="http://schemas.microsoft.com/office/drawing/2014/main" id="{E6051215-8F74-40B5-9DB1-43DCE525462B}"/>
              </a:ext>
            </a:extLst>
          </p:cNvPr>
          <p:cNvSpPr>
            <a:spLocks noGrp="1"/>
          </p:cNvSpPr>
          <p:nvPr/>
        </p:nvSpPr>
        <p:spPr>
          <a:xfrm>
            <a:off x="3382323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a_full_bar_1230">
            <a:extLst>
              <a:ext uri="{FF2B5EF4-FFF2-40B4-BE49-F238E27FC236}">
                <a16:creationId xmlns:a16="http://schemas.microsoft.com/office/drawing/2014/main" id="{EBB817DB-45DA-461B-835A-C37ED77F5BCC}"/>
              </a:ext>
            </a:extLst>
          </p:cNvPr>
          <p:cNvSpPr>
            <a:spLocks noGrp="1"/>
          </p:cNvSpPr>
          <p:nvPr/>
        </p:nvSpPr>
        <p:spPr>
          <a:xfrm>
            <a:off x="3195307" y="598017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a_full_bar_1231">
            <a:extLst>
              <a:ext uri="{FF2B5EF4-FFF2-40B4-BE49-F238E27FC236}">
                <a16:creationId xmlns:a16="http://schemas.microsoft.com/office/drawing/2014/main" id="{10D56BBD-01CB-4931-8F00-B176D5627FAA}"/>
              </a:ext>
            </a:extLst>
          </p:cNvPr>
          <p:cNvSpPr>
            <a:spLocks noGrp="1"/>
          </p:cNvSpPr>
          <p:nvPr/>
        </p:nvSpPr>
        <p:spPr>
          <a:xfrm>
            <a:off x="3260910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a_full_bar_1232">
            <a:extLst>
              <a:ext uri="{FF2B5EF4-FFF2-40B4-BE49-F238E27FC236}">
                <a16:creationId xmlns:a16="http://schemas.microsoft.com/office/drawing/2014/main" id="{DBD09549-E681-459F-8B65-5CAFD2224857}"/>
              </a:ext>
            </a:extLst>
          </p:cNvPr>
          <p:cNvSpPr>
            <a:spLocks noGrp="1"/>
          </p:cNvSpPr>
          <p:nvPr/>
        </p:nvSpPr>
        <p:spPr>
          <a:xfrm>
            <a:off x="3460588" y="59736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a_full_bar_1233">
            <a:extLst>
              <a:ext uri="{FF2B5EF4-FFF2-40B4-BE49-F238E27FC236}">
                <a16:creationId xmlns:a16="http://schemas.microsoft.com/office/drawing/2014/main" id="{F7E0DDAC-5B23-45F2-8852-5D653DA48D9F}"/>
              </a:ext>
            </a:extLst>
          </p:cNvPr>
          <p:cNvSpPr>
            <a:spLocks noGrp="1"/>
          </p:cNvSpPr>
          <p:nvPr/>
        </p:nvSpPr>
        <p:spPr>
          <a:xfrm>
            <a:off x="3418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a_full_bar_1234">
            <a:extLst>
              <a:ext uri="{FF2B5EF4-FFF2-40B4-BE49-F238E27FC236}">
                <a16:creationId xmlns:a16="http://schemas.microsoft.com/office/drawing/2014/main" id="{F86BC92D-5A4F-4742-8638-42E8C14AE492}"/>
              </a:ext>
            </a:extLst>
          </p:cNvPr>
          <p:cNvSpPr>
            <a:spLocks noGrp="1"/>
          </p:cNvSpPr>
          <p:nvPr/>
        </p:nvSpPr>
        <p:spPr>
          <a:xfrm>
            <a:off x="3306508" y="58982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a_full_bar_1235">
            <a:extLst>
              <a:ext uri="{FF2B5EF4-FFF2-40B4-BE49-F238E27FC236}">
                <a16:creationId xmlns:a16="http://schemas.microsoft.com/office/drawing/2014/main" id="{4B9CF3FC-E41C-4455-A51C-F54CD9E85F9A}"/>
              </a:ext>
            </a:extLst>
          </p:cNvPr>
          <p:cNvSpPr>
            <a:spLocks noGrp="1"/>
          </p:cNvSpPr>
          <p:nvPr/>
        </p:nvSpPr>
        <p:spPr>
          <a:xfrm>
            <a:off x="3351669" y="57720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a_full_bar_1236">
            <a:extLst>
              <a:ext uri="{FF2B5EF4-FFF2-40B4-BE49-F238E27FC236}">
                <a16:creationId xmlns:a16="http://schemas.microsoft.com/office/drawing/2014/main" id="{E1EFB8B3-17E4-4BCB-A803-3177A5BAFAD5}"/>
              </a:ext>
            </a:extLst>
          </p:cNvPr>
          <p:cNvSpPr>
            <a:spLocks noGrp="1"/>
          </p:cNvSpPr>
          <p:nvPr/>
        </p:nvSpPr>
        <p:spPr>
          <a:xfrm>
            <a:off x="3450532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a_full_bar_1237">
            <a:extLst>
              <a:ext uri="{FF2B5EF4-FFF2-40B4-BE49-F238E27FC236}">
                <a16:creationId xmlns:a16="http://schemas.microsoft.com/office/drawing/2014/main" id="{AC5FDEBD-D155-4691-868A-5810BE546C13}"/>
              </a:ext>
            </a:extLst>
          </p:cNvPr>
          <p:cNvSpPr>
            <a:spLocks noGrp="1"/>
          </p:cNvSpPr>
          <p:nvPr/>
        </p:nvSpPr>
        <p:spPr>
          <a:xfrm>
            <a:off x="3243467" y="5974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a_full_bar_1238">
            <a:extLst>
              <a:ext uri="{FF2B5EF4-FFF2-40B4-BE49-F238E27FC236}">
                <a16:creationId xmlns:a16="http://schemas.microsoft.com/office/drawing/2014/main" id="{656466EC-7008-4689-8B6D-421FDE4E8758}"/>
              </a:ext>
            </a:extLst>
          </p:cNvPr>
          <p:cNvSpPr>
            <a:spLocks noGrp="1"/>
          </p:cNvSpPr>
          <p:nvPr/>
        </p:nvSpPr>
        <p:spPr>
          <a:xfrm>
            <a:off x="3437116" y="59798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a_full_bar_1239">
            <a:extLst>
              <a:ext uri="{FF2B5EF4-FFF2-40B4-BE49-F238E27FC236}">
                <a16:creationId xmlns:a16="http://schemas.microsoft.com/office/drawing/2014/main" id="{4D3E4FB3-53E5-4834-9C76-D1DBE64DA519}"/>
              </a:ext>
            </a:extLst>
          </p:cNvPr>
          <p:cNvSpPr>
            <a:spLocks noGrp="1"/>
          </p:cNvSpPr>
          <p:nvPr/>
        </p:nvSpPr>
        <p:spPr>
          <a:xfrm>
            <a:off x="329212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a_full_bar_1240">
            <a:extLst>
              <a:ext uri="{FF2B5EF4-FFF2-40B4-BE49-F238E27FC236}">
                <a16:creationId xmlns:a16="http://schemas.microsoft.com/office/drawing/2014/main" id="{455C9B0E-690C-4214-83FF-97D5C6F81E73}"/>
              </a:ext>
            </a:extLst>
          </p:cNvPr>
          <p:cNvSpPr>
            <a:spLocks noGrp="1"/>
          </p:cNvSpPr>
          <p:nvPr/>
        </p:nvSpPr>
        <p:spPr>
          <a:xfrm>
            <a:off x="332229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a_full_bar_1241">
            <a:extLst>
              <a:ext uri="{FF2B5EF4-FFF2-40B4-BE49-F238E27FC236}">
                <a16:creationId xmlns:a16="http://schemas.microsoft.com/office/drawing/2014/main" id="{8995BCE0-1979-4E3A-8C0D-763052029413}"/>
              </a:ext>
            </a:extLst>
          </p:cNvPr>
          <p:cNvSpPr>
            <a:spLocks noGrp="1"/>
          </p:cNvSpPr>
          <p:nvPr/>
        </p:nvSpPr>
        <p:spPr>
          <a:xfrm>
            <a:off x="3416792" y="570640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a_full_bar_1242">
            <a:extLst>
              <a:ext uri="{FF2B5EF4-FFF2-40B4-BE49-F238E27FC236}">
                <a16:creationId xmlns:a16="http://schemas.microsoft.com/office/drawing/2014/main" id="{73FD02D1-0065-4303-8A52-4487FB9B660C}"/>
              </a:ext>
            </a:extLst>
          </p:cNvPr>
          <p:cNvSpPr>
            <a:spLocks noGrp="1"/>
          </p:cNvSpPr>
          <p:nvPr/>
        </p:nvSpPr>
        <p:spPr>
          <a:xfrm>
            <a:off x="33029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a_full_bar_1243">
            <a:extLst>
              <a:ext uri="{FF2B5EF4-FFF2-40B4-BE49-F238E27FC236}">
                <a16:creationId xmlns:a16="http://schemas.microsoft.com/office/drawing/2014/main" id="{B5DC089D-97ED-4239-A0AA-7AA2B444AD70}"/>
              </a:ext>
            </a:extLst>
          </p:cNvPr>
          <p:cNvSpPr>
            <a:spLocks noGrp="1"/>
          </p:cNvSpPr>
          <p:nvPr/>
        </p:nvSpPr>
        <p:spPr>
          <a:xfrm>
            <a:off x="3276892" y="5942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a_full_bar_1244">
            <a:extLst>
              <a:ext uri="{FF2B5EF4-FFF2-40B4-BE49-F238E27FC236}">
                <a16:creationId xmlns:a16="http://schemas.microsoft.com/office/drawing/2014/main" id="{5E1EEEB4-A84E-482F-902D-3F99CB811A7A}"/>
              </a:ext>
            </a:extLst>
          </p:cNvPr>
          <p:cNvSpPr>
            <a:spLocks noGrp="1"/>
          </p:cNvSpPr>
          <p:nvPr/>
        </p:nvSpPr>
        <p:spPr>
          <a:xfrm>
            <a:off x="32211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a_full_bar_1245">
            <a:extLst>
              <a:ext uri="{FF2B5EF4-FFF2-40B4-BE49-F238E27FC236}">
                <a16:creationId xmlns:a16="http://schemas.microsoft.com/office/drawing/2014/main" id="{8F9715B1-5E1F-46DD-9740-847089AC430A}"/>
              </a:ext>
            </a:extLst>
          </p:cNvPr>
          <p:cNvSpPr>
            <a:spLocks noGrp="1"/>
          </p:cNvSpPr>
          <p:nvPr/>
        </p:nvSpPr>
        <p:spPr>
          <a:xfrm>
            <a:off x="3265024" y="59019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a_full_bar_1246">
            <a:extLst>
              <a:ext uri="{FF2B5EF4-FFF2-40B4-BE49-F238E27FC236}">
                <a16:creationId xmlns:a16="http://schemas.microsoft.com/office/drawing/2014/main" id="{894ADF97-C607-47F5-87B6-F60B089D3F01}"/>
              </a:ext>
            </a:extLst>
          </p:cNvPr>
          <p:cNvSpPr>
            <a:spLocks noGrp="1"/>
          </p:cNvSpPr>
          <p:nvPr/>
        </p:nvSpPr>
        <p:spPr>
          <a:xfrm>
            <a:off x="3536205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a_full_bar_1247">
            <a:extLst>
              <a:ext uri="{FF2B5EF4-FFF2-40B4-BE49-F238E27FC236}">
                <a16:creationId xmlns:a16="http://schemas.microsoft.com/office/drawing/2014/main" id="{D91E86A6-5C6E-45DC-85AD-44FC13713037}"/>
              </a:ext>
            </a:extLst>
          </p:cNvPr>
          <p:cNvSpPr>
            <a:spLocks noGrp="1"/>
          </p:cNvSpPr>
          <p:nvPr/>
        </p:nvSpPr>
        <p:spPr>
          <a:xfrm>
            <a:off x="3429324" y="5832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a_full_bar_1248">
            <a:extLst>
              <a:ext uri="{FF2B5EF4-FFF2-40B4-BE49-F238E27FC236}">
                <a16:creationId xmlns:a16="http://schemas.microsoft.com/office/drawing/2014/main" id="{494518B1-C408-492C-A218-5590EE1FE156}"/>
              </a:ext>
            </a:extLst>
          </p:cNvPr>
          <p:cNvSpPr>
            <a:spLocks noGrp="1"/>
          </p:cNvSpPr>
          <p:nvPr/>
        </p:nvSpPr>
        <p:spPr>
          <a:xfrm>
            <a:off x="3552853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a_full_bar_1249">
            <a:extLst>
              <a:ext uri="{FF2B5EF4-FFF2-40B4-BE49-F238E27FC236}">
                <a16:creationId xmlns:a16="http://schemas.microsoft.com/office/drawing/2014/main" id="{9D43063F-FB6B-44F7-9A3D-C6F1690682DE}"/>
              </a:ext>
            </a:extLst>
          </p:cNvPr>
          <p:cNvSpPr>
            <a:spLocks noGrp="1"/>
          </p:cNvSpPr>
          <p:nvPr/>
        </p:nvSpPr>
        <p:spPr>
          <a:xfrm>
            <a:off x="3432219" y="59848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a_full_bar_1250">
            <a:extLst>
              <a:ext uri="{FF2B5EF4-FFF2-40B4-BE49-F238E27FC236}">
                <a16:creationId xmlns:a16="http://schemas.microsoft.com/office/drawing/2014/main" id="{72051067-9FB7-41D9-99AE-5035CD5222ED}"/>
              </a:ext>
            </a:extLst>
          </p:cNvPr>
          <p:cNvSpPr>
            <a:spLocks noGrp="1"/>
          </p:cNvSpPr>
          <p:nvPr/>
        </p:nvSpPr>
        <p:spPr>
          <a:xfrm>
            <a:off x="3388665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a_full_bar_1251">
            <a:extLst>
              <a:ext uri="{FF2B5EF4-FFF2-40B4-BE49-F238E27FC236}">
                <a16:creationId xmlns:a16="http://schemas.microsoft.com/office/drawing/2014/main" id="{67104F2A-86C5-4220-8E5F-6360CE4ED064}"/>
              </a:ext>
            </a:extLst>
          </p:cNvPr>
          <p:cNvSpPr>
            <a:spLocks noGrp="1"/>
          </p:cNvSpPr>
          <p:nvPr/>
        </p:nvSpPr>
        <p:spPr>
          <a:xfrm>
            <a:off x="3536595" y="59393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a_full_bar_1252">
            <a:extLst>
              <a:ext uri="{FF2B5EF4-FFF2-40B4-BE49-F238E27FC236}">
                <a16:creationId xmlns:a16="http://schemas.microsoft.com/office/drawing/2014/main" id="{C79F800D-9F78-49AB-A283-E9751754FE97}"/>
              </a:ext>
            </a:extLst>
          </p:cNvPr>
          <p:cNvSpPr>
            <a:spLocks noGrp="1"/>
          </p:cNvSpPr>
          <p:nvPr/>
        </p:nvSpPr>
        <p:spPr>
          <a:xfrm>
            <a:off x="32155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a_full_bar_1253">
            <a:extLst>
              <a:ext uri="{FF2B5EF4-FFF2-40B4-BE49-F238E27FC236}">
                <a16:creationId xmlns:a16="http://schemas.microsoft.com/office/drawing/2014/main" id="{E3CE1633-4CB5-4231-AF8F-B52BABF190AC}"/>
              </a:ext>
            </a:extLst>
          </p:cNvPr>
          <p:cNvSpPr>
            <a:spLocks noGrp="1"/>
          </p:cNvSpPr>
          <p:nvPr/>
        </p:nvSpPr>
        <p:spPr>
          <a:xfrm>
            <a:off x="33098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a_full_bar_1254">
            <a:extLst>
              <a:ext uri="{FF2B5EF4-FFF2-40B4-BE49-F238E27FC236}">
                <a16:creationId xmlns:a16="http://schemas.microsoft.com/office/drawing/2014/main" id="{753A5BA6-328A-4815-B035-68B1CB5789FD}"/>
              </a:ext>
            </a:extLst>
          </p:cNvPr>
          <p:cNvSpPr>
            <a:spLocks noGrp="1"/>
          </p:cNvSpPr>
          <p:nvPr/>
        </p:nvSpPr>
        <p:spPr>
          <a:xfrm>
            <a:off x="3562164" y="59461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a_full_bar_1255">
            <a:extLst>
              <a:ext uri="{FF2B5EF4-FFF2-40B4-BE49-F238E27FC236}">
                <a16:creationId xmlns:a16="http://schemas.microsoft.com/office/drawing/2014/main" id="{7E0D8CEE-B7C1-4911-B529-A989D1354EB0}"/>
              </a:ext>
            </a:extLst>
          </p:cNvPr>
          <p:cNvSpPr>
            <a:spLocks noGrp="1"/>
          </p:cNvSpPr>
          <p:nvPr/>
        </p:nvSpPr>
        <p:spPr>
          <a:xfrm>
            <a:off x="3299379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a_full_bar_1256">
            <a:extLst>
              <a:ext uri="{FF2B5EF4-FFF2-40B4-BE49-F238E27FC236}">
                <a16:creationId xmlns:a16="http://schemas.microsoft.com/office/drawing/2014/main" id="{AEB8C45B-A041-4D11-BF3A-F4A395C84B34}"/>
              </a:ext>
            </a:extLst>
          </p:cNvPr>
          <p:cNvSpPr>
            <a:spLocks noGrp="1"/>
          </p:cNvSpPr>
          <p:nvPr/>
        </p:nvSpPr>
        <p:spPr>
          <a:xfrm>
            <a:off x="33937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a_full_bar_1257">
            <a:extLst>
              <a:ext uri="{FF2B5EF4-FFF2-40B4-BE49-F238E27FC236}">
                <a16:creationId xmlns:a16="http://schemas.microsoft.com/office/drawing/2014/main" id="{5CA9A203-E451-4E60-A3B8-D8EA354EEB68}"/>
              </a:ext>
            </a:extLst>
          </p:cNvPr>
          <p:cNvSpPr>
            <a:spLocks noGrp="1"/>
          </p:cNvSpPr>
          <p:nvPr/>
        </p:nvSpPr>
        <p:spPr>
          <a:xfrm>
            <a:off x="3335139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a_full_bar_1258">
            <a:extLst>
              <a:ext uri="{FF2B5EF4-FFF2-40B4-BE49-F238E27FC236}">
                <a16:creationId xmlns:a16="http://schemas.microsoft.com/office/drawing/2014/main" id="{FD49D6C4-809C-41AF-AD0F-29C2146126DF}"/>
              </a:ext>
            </a:extLst>
          </p:cNvPr>
          <p:cNvSpPr>
            <a:spLocks noGrp="1"/>
          </p:cNvSpPr>
          <p:nvPr/>
        </p:nvSpPr>
        <p:spPr>
          <a:xfrm>
            <a:off x="3471444" y="5920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a_full_bar_1259">
            <a:extLst>
              <a:ext uri="{FF2B5EF4-FFF2-40B4-BE49-F238E27FC236}">
                <a16:creationId xmlns:a16="http://schemas.microsoft.com/office/drawing/2014/main" id="{37DABB1E-1E32-4D5B-95A2-C232EDF705BB}"/>
              </a:ext>
            </a:extLst>
          </p:cNvPr>
          <p:cNvSpPr>
            <a:spLocks noGrp="1"/>
          </p:cNvSpPr>
          <p:nvPr/>
        </p:nvSpPr>
        <p:spPr>
          <a:xfrm>
            <a:off x="33180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a_full_bar_1260">
            <a:extLst>
              <a:ext uri="{FF2B5EF4-FFF2-40B4-BE49-F238E27FC236}">
                <a16:creationId xmlns:a16="http://schemas.microsoft.com/office/drawing/2014/main" id="{5A0811FE-66C1-4BA9-9071-3143722497C7}"/>
              </a:ext>
            </a:extLst>
          </p:cNvPr>
          <p:cNvSpPr>
            <a:spLocks noGrp="1"/>
          </p:cNvSpPr>
          <p:nvPr/>
        </p:nvSpPr>
        <p:spPr>
          <a:xfrm>
            <a:off x="3468596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a_full_bar_1261">
            <a:extLst>
              <a:ext uri="{FF2B5EF4-FFF2-40B4-BE49-F238E27FC236}">
                <a16:creationId xmlns:a16="http://schemas.microsoft.com/office/drawing/2014/main" id="{B6113D14-DF9F-46B7-BA3A-C78B99638881}"/>
              </a:ext>
            </a:extLst>
          </p:cNvPr>
          <p:cNvSpPr>
            <a:spLocks noGrp="1"/>
          </p:cNvSpPr>
          <p:nvPr/>
        </p:nvSpPr>
        <p:spPr>
          <a:xfrm>
            <a:off x="3240794" y="59532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a_full_bar_1262">
            <a:extLst>
              <a:ext uri="{FF2B5EF4-FFF2-40B4-BE49-F238E27FC236}">
                <a16:creationId xmlns:a16="http://schemas.microsoft.com/office/drawing/2014/main" id="{27E5A400-8E60-4419-BC18-28F727EB7EC0}"/>
              </a:ext>
            </a:extLst>
          </p:cNvPr>
          <p:cNvSpPr>
            <a:spLocks noGrp="1"/>
          </p:cNvSpPr>
          <p:nvPr/>
        </p:nvSpPr>
        <p:spPr>
          <a:xfrm>
            <a:off x="31867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a_full_bar_1263">
            <a:extLst>
              <a:ext uri="{FF2B5EF4-FFF2-40B4-BE49-F238E27FC236}">
                <a16:creationId xmlns:a16="http://schemas.microsoft.com/office/drawing/2014/main" id="{B6789EA8-5875-4B1D-A19B-CC48DC1B09DC}"/>
              </a:ext>
            </a:extLst>
          </p:cNvPr>
          <p:cNvSpPr>
            <a:spLocks noGrp="1"/>
          </p:cNvSpPr>
          <p:nvPr/>
        </p:nvSpPr>
        <p:spPr>
          <a:xfrm>
            <a:off x="333584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a_full_bar_1264">
            <a:extLst>
              <a:ext uri="{FF2B5EF4-FFF2-40B4-BE49-F238E27FC236}">
                <a16:creationId xmlns:a16="http://schemas.microsoft.com/office/drawing/2014/main" id="{21532387-7697-440D-9DD3-ECDF8F500139}"/>
              </a:ext>
            </a:extLst>
          </p:cNvPr>
          <p:cNvSpPr>
            <a:spLocks noGrp="1"/>
          </p:cNvSpPr>
          <p:nvPr/>
        </p:nvSpPr>
        <p:spPr>
          <a:xfrm>
            <a:off x="34115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a_full_bar_1265">
            <a:extLst>
              <a:ext uri="{FF2B5EF4-FFF2-40B4-BE49-F238E27FC236}">
                <a16:creationId xmlns:a16="http://schemas.microsoft.com/office/drawing/2014/main" id="{8A46B819-740B-4C0E-B6E2-5AA92D58202C}"/>
              </a:ext>
            </a:extLst>
          </p:cNvPr>
          <p:cNvSpPr>
            <a:spLocks noGrp="1"/>
          </p:cNvSpPr>
          <p:nvPr/>
        </p:nvSpPr>
        <p:spPr>
          <a:xfrm>
            <a:off x="3547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a_full_bar_1266">
            <a:extLst>
              <a:ext uri="{FF2B5EF4-FFF2-40B4-BE49-F238E27FC236}">
                <a16:creationId xmlns:a16="http://schemas.microsoft.com/office/drawing/2014/main" id="{15E1A2B9-7637-4B56-AF4A-E4DD5EA8C2B0}"/>
              </a:ext>
            </a:extLst>
          </p:cNvPr>
          <p:cNvSpPr>
            <a:spLocks noGrp="1"/>
          </p:cNvSpPr>
          <p:nvPr/>
        </p:nvSpPr>
        <p:spPr>
          <a:xfrm>
            <a:off x="3556015" y="59110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a_full_bar_1267">
            <a:extLst>
              <a:ext uri="{FF2B5EF4-FFF2-40B4-BE49-F238E27FC236}">
                <a16:creationId xmlns:a16="http://schemas.microsoft.com/office/drawing/2014/main" id="{E6B67313-9273-444D-9883-27379D2427D1}"/>
              </a:ext>
            </a:extLst>
          </p:cNvPr>
          <p:cNvSpPr>
            <a:spLocks noGrp="1"/>
          </p:cNvSpPr>
          <p:nvPr/>
        </p:nvSpPr>
        <p:spPr>
          <a:xfrm>
            <a:off x="32329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a_full_bar_1268">
            <a:extLst>
              <a:ext uri="{FF2B5EF4-FFF2-40B4-BE49-F238E27FC236}">
                <a16:creationId xmlns:a16="http://schemas.microsoft.com/office/drawing/2014/main" id="{27248012-1F36-4A0D-98D0-98C1447EA53A}"/>
              </a:ext>
            </a:extLst>
          </p:cNvPr>
          <p:cNvSpPr>
            <a:spLocks noGrp="1"/>
          </p:cNvSpPr>
          <p:nvPr/>
        </p:nvSpPr>
        <p:spPr>
          <a:xfrm>
            <a:off x="3577047" y="58614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a_full_bar_1269">
            <a:extLst>
              <a:ext uri="{FF2B5EF4-FFF2-40B4-BE49-F238E27FC236}">
                <a16:creationId xmlns:a16="http://schemas.microsoft.com/office/drawing/2014/main" id="{D681812B-1865-4E7B-954A-0038736C6BA5}"/>
              </a:ext>
            </a:extLst>
          </p:cNvPr>
          <p:cNvSpPr>
            <a:spLocks noGrp="1"/>
          </p:cNvSpPr>
          <p:nvPr/>
        </p:nvSpPr>
        <p:spPr>
          <a:xfrm>
            <a:off x="3275234" y="59518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a_full_bar_1270">
            <a:extLst>
              <a:ext uri="{FF2B5EF4-FFF2-40B4-BE49-F238E27FC236}">
                <a16:creationId xmlns:a16="http://schemas.microsoft.com/office/drawing/2014/main" id="{FC1CC3FD-56AE-4AD2-A58E-0CE27DD562C5}"/>
              </a:ext>
            </a:extLst>
          </p:cNvPr>
          <p:cNvSpPr>
            <a:spLocks noGrp="1"/>
          </p:cNvSpPr>
          <p:nvPr/>
        </p:nvSpPr>
        <p:spPr>
          <a:xfrm>
            <a:off x="3381131" y="58847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a_full_bar_1271">
            <a:extLst>
              <a:ext uri="{FF2B5EF4-FFF2-40B4-BE49-F238E27FC236}">
                <a16:creationId xmlns:a16="http://schemas.microsoft.com/office/drawing/2014/main" id="{DF8D62A9-4025-4EB8-B6FA-4B18CF42132D}"/>
              </a:ext>
            </a:extLst>
          </p:cNvPr>
          <p:cNvSpPr>
            <a:spLocks noGrp="1"/>
          </p:cNvSpPr>
          <p:nvPr/>
        </p:nvSpPr>
        <p:spPr>
          <a:xfrm>
            <a:off x="3525661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a_full_bar_1272">
            <a:extLst>
              <a:ext uri="{FF2B5EF4-FFF2-40B4-BE49-F238E27FC236}">
                <a16:creationId xmlns:a16="http://schemas.microsoft.com/office/drawing/2014/main" id="{577D9BC9-334A-4D0D-8A59-582CE770BAB8}"/>
              </a:ext>
            </a:extLst>
          </p:cNvPr>
          <p:cNvSpPr>
            <a:spLocks noGrp="1"/>
          </p:cNvSpPr>
          <p:nvPr/>
        </p:nvSpPr>
        <p:spPr>
          <a:xfrm>
            <a:off x="3276594" y="507879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a_full_bar_1273">
            <a:extLst>
              <a:ext uri="{FF2B5EF4-FFF2-40B4-BE49-F238E27FC236}">
                <a16:creationId xmlns:a16="http://schemas.microsoft.com/office/drawing/2014/main" id="{87D751A3-96A0-41A4-B2DE-B632D76D30BD}"/>
              </a:ext>
            </a:extLst>
          </p:cNvPr>
          <p:cNvSpPr>
            <a:spLocks noGrp="1"/>
          </p:cNvSpPr>
          <p:nvPr/>
        </p:nvSpPr>
        <p:spPr>
          <a:xfrm>
            <a:off x="3341589" y="5963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a_full_bar_1274">
            <a:extLst>
              <a:ext uri="{FF2B5EF4-FFF2-40B4-BE49-F238E27FC236}">
                <a16:creationId xmlns:a16="http://schemas.microsoft.com/office/drawing/2014/main" id="{FCAA9572-32E6-486D-ADA2-CF3215D62436}"/>
              </a:ext>
            </a:extLst>
          </p:cNvPr>
          <p:cNvSpPr>
            <a:spLocks noGrp="1"/>
          </p:cNvSpPr>
          <p:nvPr/>
        </p:nvSpPr>
        <p:spPr>
          <a:xfrm>
            <a:off x="32901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a_full_bar_1275">
            <a:extLst>
              <a:ext uri="{FF2B5EF4-FFF2-40B4-BE49-F238E27FC236}">
                <a16:creationId xmlns:a16="http://schemas.microsoft.com/office/drawing/2014/main" id="{DB20F8A9-3BF8-42E8-97E6-025EE48C3F9B}"/>
              </a:ext>
            </a:extLst>
          </p:cNvPr>
          <p:cNvSpPr>
            <a:spLocks noGrp="1"/>
          </p:cNvSpPr>
          <p:nvPr/>
        </p:nvSpPr>
        <p:spPr>
          <a:xfrm>
            <a:off x="3190354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a_full_bar_1276">
            <a:extLst>
              <a:ext uri="{FF2B5EF4-FFF2-40B4-BE49-F238E27FC236}">
                <a16:creationId xmlns:a16="http://schemas.microsoft.com/office/drawing/2014/main" id="{0FE7A6D8-0608-4CFF-BFE6-F112ABFD842D}"/>
              </a:ext>
            </a:extLst>
          </p:cNvPr>
          <p:cNvSpPr>
            <a:spLocks noGrp="1"/>
          </p:cNvSpPr>
          <p:nvPr/>
        </p:nvSpPr>
        <p:spPr>
          <a:xfrm>
            <a:off x="3548783" y="59910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a_full_bar_1277">
            <a:extLst>
              <a:ext uri="{FF2B5EF4-FFF2-40B4-BE49-F238E27FC236}">
                <a16:creationId xmlns:a16="http://schemas.microsoft.com/office/drawing/2014/main" id="{ADCA30DC-0FE6-4FEE-A199-719C4C50974D}"/>
              </a:ext>
            </a:extLst>
          </p:cNvPr>
          <p:cNvSpPr>
            <a:spLocks noGrp="1"/>
          </p:cNvSpPr>
          <p:nvPr/>
        </p:nvSpPr>
        <p:spPr>
          <a:xfrm>
            <a:off x="3322462" y="56060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a_full_bar_1278">
            <a:extLst>
              <a:ext uri="{FF2B5EF4-FFF2-40B4-BE49-F238E27FC236}">
                <a16:creationId xmlns:a16="http://schemas.microsoft.com/office/drawing/2014/main" id="{C29DD656-60FC-45CE-ABFA-4718523CF34E}"/>
              </a:ext>
            </a:extLst>
          </p:cNvPr>
          <p:cNvSpPr>
            <a:spLocks noGrp="1"/>
          </p:cNvSpPr>
          <p:nvPr/>
        </p:nvSpPr>
        <p:spPr>
          <a:xfrm>
            <a:off x="34183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a_full_bar_1279">
            <a:extLst>
              <a:ext uri="{FF2B5EF4-FFF2-40B4-BE49-F238E27FC236}">
                <a16:creationId xmlns:a16="http://schemas.microsoft.com/office/drawing/2014/main" id="{6117A859-207B-403B-BA94-3BDCBE7245E8}"/>
              </a:ext>
            </a:extLst>
          </p:cNvPr>
          <p:cNvSpPr>
            <a:spLocks noGrp="1"/>
          </p:cNvSpPr>
          <p:nvPr/>
        </p:nvSpPr>
        <p:spPr>
          <a:xfrm>
            <a:off x="3286334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a_full_bar_1280">
            <a:extLst>
              <a:ext uri="{FF2B5EF4-FFF2-40B4-BE49-F238E27FC236}">
                <a16:creationId xmlns:a16="http://schemas.microsoft.com/office/drawing/2014/main" id="{567D3F6B-B814-4530-860A-B34293F29A02}"/>
              </a:ext>
            </a:extLst>
          </p:cNvPr>
          <p:cNvSpPr>
            <a:spLocks noGrp="1"/>
          </p:cNvSpPr>
          <p:nvPr/>
        </p:nvSpPr>
        <p:spPr>
          <a:xfrm>
            <a:off x="5776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a_full_bar_1281">
            <a:extLst>
              <a:ext uri="{FF2B5EF4-FFF2-40B4-BE49-F238E27FC236}">
                <a16:creationId xmlns:a16="http://schemas.microsoft.com/office/drawing/2014/main" id="{BC366586-2933-4AF2-ACE4-DA3F532C116F}"/>
              </a:ext>
            </a:extLst>
          </p:cNvPr>
          <p:cNvSpPr>
            <a:spLocks noGrp="1"/>
          </p:cNvSpPr>
          <p:nvPr/>
        </p:nvSpPr>
        <p:spPr>
          <a:xfrm>
            <a:off x="56916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a_full_bar_1282">
            <a:extLst>
              <a:ext uri="{FF2B5EF4-FFF2-40B4-BE49-F238E27FC236}">
                <a16:creationId xmlns:a16="http://schemas.microsoft.com/office/drawing/2014/main" id="{FF88298A-577B-430A-AA49-65C03851148F}"/>
              </a:ext>
            </a:extLst>
          </p:cNvPr>
          <p:cNvSpPr>
            <a:spLocks noGrp="1"/>
          </p:cNvSpPr>
          <p:nvPr/>
        </p:nvSpPr>
        <p:spPr>
          <a:xfrm>
            <a:off x="58001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a_full_bar_1283">
            <a:extLst>
              <a:ext uri="{FF2B5EF4-FFF2-40B4-BE49-F238E27FC236}">
                <a16:creationId xmlns:a16="http://schemas.microsoft.com/office/drawing/2014/main" id="{530674C2-F6CF-4EE7-AA5F-B2FD1EEE01A7}"/>
              </a:ext>
            </a:extLst>
          </p:cNvPr>
          <p:cNvSpPr>
            <a:spLocks noGrp="1"/>
          </p:cNvSpPr>
          <p:nvPr/>
        </p:nvSpPr>
        <p:spPr>
          <a:xfrm>
            <a:off x="59776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a_full_bar_1284">
            <a:extLst>
              <a:ext uri="{FF2B5EF4-FFF2-40B4-BE49-F238E27FC236}">
                <a16:creationId xmlns:a16="http://schemas.microsoft.com/office/drawing/2014/main" id="{A3CF98AD-A798-4438-8D16-EFF0D332D171}"/>
              </a:ext>
            </a:extLst>
          </p:cNvPr>
          <p:cNvSpPr>
            <a:spLocks noGrp="1"/>
          </p:cNvSpPr>
          <p:nvPr/>
        </p:nvSpPr>
        <p:spPr>
          <a:xfrm>
            <a:off x="5774777" y="42903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a_full_bar_1285">
            <a:extLst>
              <a:ext uri="{FF2B5EF4-FFF2-40B4-BE49-F238E27FC236}">
                <a16:creationId xmlns:a16="http://schemas.microsoft.com/office/drawing/2014/main" id="{8ADD0A66-7037-4DA3-BA35-6191436B0518}"/>
              </a:ext>
            </a:extLst>
          </p:cNvPr>
          <p:cNvSpPr>
            <a:spLocks noGrp="1"/>
          </p:cNvSpPr>
          <p:nvPr/>
        </p:nvSpPr>
        <p:spPr>
          <a:xfrm>
            <a:off x="59675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a_full_bar_1286">
            <a:extLst>
              <a:ext uri="{FF2B5EF4-FFF2-40B4-BE49-F238E27FC236}">
                <a16:creationId xmlns:a16="http://schemas.microsoft.com/office/drawing/2014/main" id="{5F634E7D-FA27-4494-A23E-2194A6F51100}"/>
              </a:ext>
            </a:extLst>
          </p:cNvPr>
          <p:cNvSpPr>
            <a:spLocks noGrp="1"/>
          </p:cNvSpPr>
          <p:nvPr/>
        </p:nvSpPr>
        <p:spPr>
          <a:xfrm>
            <a:off x="5699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a_full_bar_1287">
            <a:extLst>
              <a:ext uri="{FF2B5EF4-FFF2-40B4-BE49-F238E27FC236}">
                <a16:creationId xmlns:a16="http://schemas.microsoft.com/office/drawing/2014/main" id="{2A8CAB62-D091-458D-9C75-C951E318B745}"/>
              </a:ext>
            </a:extLst>
          </p:cNvPr>
          <p:cNvSpPr>
            <a:spLocks noGrp="1"/>
          </p:cNvSpPr>
          <p:nvPr/>
        </p:nvSpPr>
        <p:spPr>
          <a:xfrm>
            <a:off x="572437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a_full_bar_1288">
            <a:extLst>
              <a:ext uri="{FF2B5EF4-FFF2-40B4-BE49-F238E27FC236}">
                <a16:creationId xmlns:a16="http://schemas.microsoft.com/office/drawing/2014/main" id="{5EEED19D-B0F5-457E-9B6F-CB9422509C46}"/>
              </a:ext>
            </a:extLst>
          </p:cNvPr>
          <p:cNvSpPr>
            <a:spLocks noGrp="1"/>
          </p:cNvSpPr>
          <p:nvPr/>
        </p:nvSpPr>
        <p:spPr>
          <a:xfrm>
            <a:off x="59368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a_full_bar_1289">
            <a:extLst>
              <a:ext uri="{FF2B5EF4-FFF2-40B4-BE49-F238E27FC236}">
                <a16:creationId xmlns:a16="http://schemas.microsoft.com/office/drawing/2014/main" id="{A336FA2E-37AD-4CDF-8F9F-37D699CE6DEE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a_full_bar_1290">
            <a:extLst>
              <a:ext uri="{FF2B5EF4-FFF2-40B4-BE49-F238E27FC236}">
                <a16:creationId xmlns:a16="http://schemas.microsoft.com/office/drawing/2014/main" id="{0EE73722-F172-4287-A538-5159322E3054}"/>
              </a:ext>
            </a:extLst>
          </p:cNvPr>
          <p:cNvSpPr>
            <a:spLocks noGrp="1"/>
          </p:cNvSpPr>
          <p:nvPr/>
        </p:nvSpPr>
        <p:spPr>
          <a:xfrm>
            <a:off x="5840897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a_full_bar_1291">
            <a:extLst>
              <a:ext uri="{FF2B5EF4-FFF2-40B4-BE49-F238E27FC236}">
                <a16:creationId xmlns:a16="http://schemas.microsoft.com/office/drawing/2014/main" id="{6569B6AC-9CC1-4C8C-A420-92F1FC55CE0F}"/>
              </a:ext>
            </a:extLst>
          </p:cNvPr>
          <p:cNvSpPr>
            <a:spLocks noGrp="1"/>
          </p:cNvSpPr>
          <p:nvPr/>
        </p:nvSpPr>
        <p:spPr>
          <a:xfrm>
            <a:off x="5792054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a_full_bar_1292">
            <a:extLst>
              <a:ext uri="{FF2B5EF4-FFF2-40B4-BE49-F238E27FC236}">
                <a16:creationId xmlns:a16="http://schemas.microsoft.com/office/drawing/2014/main" id="{A54736C3-FA87-43BA-B610-E594E8F07AC6}"/>
              </a:ext>
            </a:extLst>
          </p:cNvPr>
          <p:cNvSpPr>
            <a:spLocks noGrp="1"/>
          </p:cNvSpPr>
          <p:nvPr/>
        </p:nvSpPr>
        <p:spPr>
          <a:xfrm>
            <a:off x="5877759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a_full_bar_1293">
            <a:extLst>
              <a:ext uri="{FF2B5EF4-FFF2-40B4-BE49-F238E27FC236}">
                <a16:creationId xmlns:a16="http://schemas.microsoft.com/office/drawing/2014/main" id="{63999A03-3B99-47B6-B284-8C12A073531F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a_full_bar_1294">
            <a:extLst>
              <a:ext uri="{FF2B5EF4-FFF2-40B4-BE49-F238E27FC236}">
                <a16:creationId xmlns:a16="http://schemas.microsoft.com/office/drawing/2014/main" id="{3C73FFFA-E220-498B-BE65-38E2F1C3057E}"/>
              </a:ext>
            </a:extLst>
          </p:cNvPr>
          <p:cNvSpPr>
            <a:spLocks noGrp="1"/>
          </p:cNvSpPr>
          <p:nvPr/>
        </p:nvSpPr>
        <p:spPr>
          <a:xfrm>
            <a:off x="5803235" y="51928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a_full_bar_1295">
            <a:extLst>
              <a:ext uri="{FF2B5EF4-FFF2-40B4-BE49-F238E27FC236}">
                <a16:creationId xmlns:a16="http://schemas.microsoft.com/office/drawing/2014/main" id="{88B8AF9E-9951-4FD2-9902-E100BE21AC22}"/>
              </a:ext>
            </a:extLst>
          </p:cNvPr>
          <p:cNvSpPr>
            <a:spLocks noGrp="1"/>
          </p:cNvSpPr>
          <p:nvPr/>
        </p:nvSpPr>
        <p:spPr>
          <a:xfrm>
            <a:off x="590296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a_full_bar_1296">
            <a:extLst>
              <a:ext uri="{FF2B5EF4-FFF2-40B4-BE49-F238E27FC236}">
                <a16:creationId xmlns:a16="http://schemas.microsoft.com/office/drawing/2014/main" id="{84E0F07D-09C6-418A-B982-F6D5E642CE98}"/>
              </a:ext>
            </a:extLst>
          </p:cNvPr>
          <p:cNvSpPr>
            <a:spLocks noGrp="1"/>
          </p:cNvSpPr>
          <p:nvPr/>
        </p:nvSpPr>
        <p:spPr>
          <a:xfrm>
            <a:off x="58117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a_full_bar_1297">
            <a:extLst>
              <a:ext uri="{FF2B5EF4-FFF2-40B4-BE49-F238E27FC236}">
                <a16:creationId xmlns:a16="http://schemas.microsoft.com/office/drawing/2014/main" id="{8EB05340-1BCF-4E70-A6D1-E3B51A1B4948}"/>
              </a:ext>
            </a:extLst>
          </p:cNvPr>
          <p:cNvSpPr>
            <a:spLocks noGrp="1"/>
          </p:cNvSpPr>
          <p:nvPr/>
        </p:nvSpPr>
        <p:spPr>
          <a:xfrm>
            <a:off x="5858062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a_full_bar_1298">
            <a:extLst>
              <a:ext uri="{FF2B5EF4-FFF2-40B4-BE49-F238E27FC236}">
                <a16:creationId xmlns:a16="http://schemas.microsoft.com/office/drawing/2014/main" id="{0CB195F3-AE1F-4814-BB4D-FC4BB66683FC}"/>
              </a:ext>
            </a:extLst>
          </p:cNvPr>
          <p:cNvSpPr>
            <a:spLocks noGrp="1"/>
          </p:cNvSpPr>
          <p:nvPr/>
        </p:nvSpPr>
        <p:spPr>
          <a:xfrm>
            <a:off x="5672039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a_full_bar_1299">
            <a:extLst>
              <a:ext uri="{FF2B5EF4-FFF2-40B4-BE49-F238E27FC236}">
                <a16:creationId xmlns:a16="http://schemas.microsoft.com/office/drawing/2014/main" id="{58D1EE01-3686-4D3B-AB1C-D74437087EDC}"/>
              </a:ext>
            </a:extLst>
          </p:cNvPr>
          <p:cNvSpPr>
            <a:spLocks noGrp="1"/>
          </p:cNvSpPr>
          <p:nvPr/>
        </p:nvSpPr>
        <p:spPr>
          <a:xfrm>
            <a:off x="5974484" y="34857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a_full_bar_1300">
            <a:extLst>
              <a:ext uri="{FF2B5EF4-FFF2-40B4-BE49-F238E27FC236}">
                <a16:creationId xmlns:a16="http://schemas.microsoft.com/office/drawing/2014/main" id="{44B42668-775F-4992-B9AD-C8EA15707C70}"/>
              </a:ext>
            </a:extLst>
          </p:cNvPr>
          <p:cNvSpPr>
            <a:spLocks noGrp="1"/>
          </p:cNvSpPr>
          <p:nvPr/>
        </p:nvSpPr>
        <p:spPr>
          <a:xfrm>
            <a:off x="581490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a_full_bar_1301">
            <a:extLst>
              <a:ext uri="{FF2B5EF4-FFF2-40B4-BE49-F238E27FC236}">
                <a16:creationId xmlns:a16="http://schemas.microsoft.com/office/drawing/2014/main" id="{FB3BBBF5-BA40-443F-BBBA-7A0F8FD2754A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a_full_bar_1302">
            <a:extLst>
              <a:ext uri="{FF2B5EF4-FFF2-40B4-BE49-F238E27FC236}">
                <a16:creationId xmlns:a16="http://schemas.microsoft.com/office/drawing/2014/main" id="{412B64E0-D2F9-4798-8791-5510BC88D2B7}"/>
              </a:ext>
            </a:extLst>
          </p:cNvPr>
          <p:cNvSpPr>
            <a:spLocks noGrp="1"/>
          </p:cNvSpPr>
          <p:nvPr/>
        </p:nvSpPr>
        <p:spPr>
          <a:xfrm>
            <a:off x="5779744" y="36381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a_full_bar_1303">
            <a:extLst>
              <a:ext uri="{FF2B5EF4-FFF2-40B4-BE49-F238E27FC236}">
                <a16:creationId xmlns:a16="http://schemas.microsoft.com/office/drawing/2014/main" id="{2406B1B1-B566-47D9-B8E1-2B61A2D72F2E}"/>
              </a:ext>
            </a:extLst>
          </p:cNvPr>
          <p:cNvSpPr>
            <a:spLocks noGrp="1"/>
          </p:cNvSpPr>
          <p:nvPr/>
        </p:nvSpPr>
        <p:spPr>
          <a:xfrm>
            <a:off x="6001449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a_full_bar_1304">
            <a:extLst>
              <a:ext uri="{FF2B5EF4-FFF2-40B4-BE49-F238E27FC236}">
                <a16:creationId xmlns:a16="http://schemas.microsoft.com/office/drawing/2014/main" id="{E49B34F0-0D32-43FD-A205-96F2490242EB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a_full_bar_1305">
            <a:extLst>
              <a:ext uri="{FF2B5EF4-FFF2-40B4-BE49-F238E27FC236}">
                <a16:creationId xmlns:a16="http://schemas.microsoft.com/office/drawing/2014/main" id="{F801667C-F7F9-482A-BC03-EB7D4075A63F}"/>
              </a:ext>
            </a:extLst>
          </p:cNvPr>
          <p:cNvSpPr>
            <a:spLocks noGrp="1"/>
          </p:cNvSpPr>
          <p:nvPr/>
        </p:nvSpPr>
        <p:spPr>
          <a:xfrm>
            <a:off x="56597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a_full_bar_1306">
            <a:extLst>
              <a:ext uri="{FF2B5EF4-FFF2-40B4-BE49-F238E27FC236}">
                <a16:creationId xmlns:a16="http://schemas.microsoft.com/office/drawing/2014/main" id="{C7A9A6DD-4E97-4A99-8D1F-68D480EFEED7}"/>
              </a:ext>
            </a:extLst>
          </p:cNvPr>
          <p:cNvSpPr>
            <a:spLocks noGrp="1"/>
          </p:cNvSpPr>
          <p:nvPr/>
        </p:nvSpPr>
        <p:spPr>
          <a:xfrm>
            <a:off x="5680833" y="52930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a_full_bar_1307">
            <a:extLst>
              <a:ext uri="{FF2B5EF4-FFF2-40B4-BE49-F238E27FC236}">
                <a16:creationId xmlns:a16="http://schemas.microsoft.com/office/drawing/2014/main" id="{4BCFE26C-8273-41FF-9E8A-3C3894B220F2}"/>
              </a:ext>
            </a:extLst>
          </p:cNvPr>
          <p:cNvSpPr>
            <a:spLocks noGrp="1"/>
          </p:cNvSpPr>
          <p:nvPr/>
        </p:nvSpPr>
        <p:spPr>
          <a:xfrm>
            <a:off x="58711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a_full_bar_1308">
            <a:extLst>
              <a:ext uri="{FF2B5EF4-FFF2-40B4-BE49-F238E27FC236}">
                <a16:creationId xmlns:a16="http://schemas.microsoft.com/office/drawing/2014/main" id="{9E87F1B2-EBE1-4AC6-9094-B717833FEAB3}"/>
              </a:ext>
            </a:extLst>
          </p:cNvPr>
          <p:cNvSpPr>
            <a:spLocks noGrp="1"/>
          </p:cNvSpPr>
          <p:nvPr/>
        </p:nvSpPr>
        <p:spPr>
          <a:xfrm>
            <a:off x="5990465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a_full_bar_1309">
            <a:extLst>
              <a:ext uri="{FF2B5EF4-FFF2-40B4-BE49-F238E27FC236}">
                <a16:creationId xmlns:a16="http://schemas.microsoft.com/office/drawing/2014/main" id="{1885EB74-7975-482F-98F0-90E4E95CAE83}"/>
              </a:ext>
            </a:extLst>
          </p:cNvPr>
          <p:cNvSpPr>
            <a:spLocks noGrp="1"/>
          </p:cNvSpPr>
          <p:nvPr/>
        </p:nvSpPr>
        <p:spPr>
          <a:xfrm>
            <a:off x="57293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a_full_bar_1310">
            <a:extLst>
              <a:ext uri="{FF2B5EF4-FFF2-40B4-BE49-F238E27FC236}">
                <a16:creationId xmlns:a16="http://schemas.microsoft.com/office/drawing/2014/main" id="{88104304-88A7-4F33-856C-962213FE5922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a_full_bar_1311">
            <a:extLst>
              <a:ext uri="{FF2B5EF4-FFF2-40B4-BE49-F238E27FC236}">
                <a16:creationId xmlns:a16="http://schemas.microsoft.com/office/drawing/2014/main" id="{B877AAB8-FB10-45B9-9A8C-5564FB282508}"/>
              </a:ext>
            </a:extLst>
          </p:cNvPr>
          <p:cNvSpPr>
            <a:spLocks noGrp="1"/>
          </p:cNvSpPr>
          <p:nvPr/>
        </p:nvSpPr>
        <p:spPr>
          <a:xfrm>
            <a:off x="5709767" y="54857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a_full_bar_1312">
            <a:extLst>
              <a:ext uri="{FF2B5EF4-FFF2-40B4-BE49-F238E27FC236}">
                <a16:creationId xmlns:a16="http://schemas.microsoft.com/office/drawing/2014/main" id="{BA14D2FA-2BC4-4FEA-938A-6FEFE4FE1A99}"/>
              </a:ext>
            </a:extLst>
          </p:cNvPr>
          <p:cNvSpPr>
            <a:spLocks noGrp="1"/>
          </p:cNvSpPr>
          <p:nvPr/>
        </p:nvSpPr>
        <p:spPr>
          <a:xfrm>
            <a:off x="58093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a_full_bar_1313">
            <a:extLst>
              <a:ext uri="{FF2B5EF4-FFF2-40B4-BE49-F238E27FC236}">
                <a16:creationId xmlns:a16="http://schemas.microsoft.com/office/drawing/2014/main" id="{DCA47D97-B625-4860-BFF3-482FF612FAA7}"/>
              </a:ext>
            </a:extLst>
          </p:cNvPr>
          <p:cNvSpPr>
            <a:spLocks noGrp="1"/>
          </p:cNvSpPr>
          <p:nvPr/>
        </p:nvSpPr>
        <p:spPr>
          <a:xfrm>
            <a:off x="595282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a_full_bar_1314">
            <a:extLst>
              <a:ext uri="{FF2B5EF4-FFF2-40B4-BE49-F238E27FC236}">
                <a16:creationId xmlns:a16="http://schemas.microsoft.com/office/drawing/2014/main" id="{25A48A1F-112B-45F8-8D7F-D0ED83974763}"/>
              </a:ext>
            </a:extLst>
          </p:cNvPr>
          <p:cNvSpPr>
            <a:spLocks noGrp="1"/>
          </p:cNvSpPr>
          <p:nvPr/>
        </p:nvSpPr>
        <p:spPr>
          <a:xfrm>
            <a:off x="57424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a_full_bar_1315">
            <a:extLst>
              <a:ext uri="{FF2B5EF4-FFF2-40B4-BE49-F238E27FC236}">
                <a16:creationId xmlns:a16="http://schemas.microsoft.com/office/drawing/2014/main" id="{A9F04764-77D2-4FF1-9D79-B95D3AA72524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a_full_bar_1316">
            <a:extLst>
              <a:ext uri="{FF2B5EF4-FFF2-40B4-BE49-F238E27FC236}">
                <a16:creationId xmlns:a16="http://schemas.microsoft.com/office/drawing/2014/main" id="{95FC7083-91E0-4EF5-88B8-4E2B28C2D085}"/>
              </a:ext>
            </a:extLst>
          </p:cNvPr>
          <p:cNvSpPr>
            <a:spLocks noGrp="1"/>
          </p:cNvSpPr>
          <p:nvPr/>
        </p:nvSpPr>
        <p:spPr>
          <a:xfrm>
            <a:off x="581723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a_full_bar_1317">
            <a:extLst>
              <a:ext uri="{FF2B5EF4-FFF2-40B4-BE49-F238E27FC236}">
                <a16:creationId xmlns:a16="http://schemas.microsoft.com/office/drawing/2014/main" id="{94B49AD9-8B3D-4DEF-8342-A6735B0DA877}"/>
              </a:ext>
            </a:extLst>
          </p:cNvPr>
          <p:cNvSpPr>
            <a:spLocks noGrp="1"/>
          </p:cNvSpPr>
          <p:nvPr/>
        </p:nvSpPr>
        <p:spPr>
          <a:xfrm>
            <a:off x="572011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a_full_bar_1318">
            <a:extLst>
              <a:ext uri="{FF2B5EF4-FFF2-40B4-BE49-F238E27FC236}">
                <a16:creationId xmlns:a16="http://schemas.microsoft.com/office/drawing/2014/main" id="{8C348F58-A230-47AC-BCF8-478883618234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a_full_bar_1319">
            <a:extLst>
              <a:ext uri="{FF2B5EF4-FFF2-40B4-BE49-F238E27FC236}">
                <a16:creationId xmlns:a16="http://schemas.microsoft.com/office/drawing/2014/main" id="{33774867-3536-4883-999E-48B9ADD581FF}"/>
              </a:ext>
            </a:extLst>
          </p:cNvPr>
          <p:cNvSpPr>
            <a:spLocks noGrp="1"/>
          </p:cNvSpPr>
          <p:nvPr/>
        </p:nvSpPr>
        <p:spPr>
          <a:xfrm>
            <a:off x="5675432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a_full_bar_1320">
            <a:extLst>
              <a:ext uri="{FF2B5EF4-FFF2-40B4-BE49-F238E27FC236}">
                <a16:creationId xmlns:a16="http://schemas.microsoft.com/office/drawing/2014/main" id="{7052B0B8-8CF5-49D8-81A2-26BEB3413897}"/>
              </a:ext>
            </a:extLst>
          </p:cNvPr>
          <p:cNvSpPr>
            <a:spLocks noGrp="1"/>
          </p:cNvSpPr>
          <p:nvPr/>
        </p:nvSpPr>
        <p:spPr>
          <a:xfrm>
            <a:off x="56462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a_full_bar_1321">
            <a:extLst>
              <a:ext uri="{FF2B5EF4-FFF2-40B4-BE49-F238E27FC236}">
                <a16:creationId xmlns:a16="http://schemas.microsoft.com/office/drawing/2014/main" id="{E963B4C3-BF25-44AB-8C45-B465A801BD80}"/>
              </a:ext>
            </a:extLst>
          </p:cNvPr>
          <p:cNvSpPr>
            <a:spLocks noGrp="1"/>
          </p:cNvSpPr>
          <p:nvPr/>
        </p:nvSpPr>
        <p:spPr>
          <a:xfrm>
            <a:off x="57516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a_full_bar_1322">
            <a:extLst>
              <a:ext uri="{FF2B5EF4-FFF2-40B4-BE49-F238E27FC236}">
                <a16:creationId xmlns:a16="http://schemas.microsoft.com/office/drawing/2014/main" id="{D67FDF4F-C990-4BDD-AC61-948920113702}"/>
              </a:ext>
            </a:extLst>
          </p:cNvPr>
          <p:cNvSpPr>
            <a:spLocks noGrp="1"/>
          </p:cNvSpPr>
          <p:nvPr/>
        </p:nvSpPr>
        <p:spPr>
          <a:xfrm>
            <a:off x="57815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a_full_bar_1323">
            <a:extLst>
              <a:ext uri="{FF2B5EF4-FFF2-40B4-BE49-F238E27FC236}">
                <a16:creationId xmlns:a16="http://schemas.microsoft.com/office/drawing/2014/main" id="{72462A0D-D4F8-4F33-AC02-D5536A63C85F}"/>
              </a:ext>
            </a:extLst>
          </p:cNvPr>
          <p:cNvSpPr>
            <a:spLocks noGrp="1"/>
          </p:cNvSpPr>
          <p:nvPr/>
        </p:nvSpPr>
        <p:spPr>
          <a:xfrm>
            <a:off x="57211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a_full_bar_1324">
            <a:extLst>
              <a:ext uri="{FF2B5EF4-FFF2-40B4-BE49-F238E27FC236}">
                <a16:creationId xmlns:a16="http://schemas.microsoft.com/office/drawing/2014/main" id="{7F59AC1B-B4FE-4C33-9BBF-30F088388327}"/>
              </a:ext>
            </a:extLst>
          </p:cNvPr>
          <p:cNvSpPr>
            <a:spLocks noGrp="1"/>
          </p:cNvSpPr>
          <p:nvPr/>
        </p:nvSpPr>
        <p:spPr>
          <a:xfrm>
            <a:off x="59134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a_full_bar_1325">
            <a:extLst>
              <a:ext uri="{FF2B5EF4-FFF2-40B4-BE49-F238E27FC236}">
                <a16:creationId xmlns:a16="http://schemas.microsoft.com/office/drawing/2014/main" id="{6E5E7A62-A178-4CB0-8E4A-ED41C4571CA2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a_full_bar_1326">
            <a:extLst>
              <a:ext uri="{FF2B5EF4-FFF2-40B4-BE49-F238E27FC236}">
                <a16:creationId xmlns:a16="http://schemas.microsoft.com/office/drawing/2014/main" id="{EF2EB4E4-2E65-4A15-8ACF-BA07D77C1B9E}"/>
              </a:ext>
            </a:extLst>
          </p:cNvPr>
          <p:cNvSpPr>
            <a:spLocks noGrp="1"/>
          </p:cNvSpPr>
          <p:nvPr/>
        </p:nvSpPr>
        <p:spPr>
          <a:xfrm>
            <a:off x="5891005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a_full_bar_1327">
            <a:extLst>
              <a:ext uri="{FF2B5EF4-FFF2-40B4-BE49-F238E27FC236}">
                <a16:creationId xmlns:a16="http://schemas.microsoft.com/office/drawing/2014/main" id="{BB92C32A-F5F2-470F-88FC-3EF1C48CF1D9}"/>
              </a:ext>
            </a:extLst>
          </p:cNvPr>
          <p:cNvSpPr>
            <a:spLocks noGrp="1"/>
          </p:cNvSpPr>
          <p:nvPr/>
        </p:nvSpPr>
        <p:spPr>
          <a:xfrm>
            <a:off x="59993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a_full_bar_1328">
            <a:extLst>
              <a:ext uri="{FF2B5EF4-FFF2-40B4-BE49-F238E27FC236}">
                <a16:creationId xmlns:a16="http://schemas.microsoft.com/office/drawing/2014/main" id="{3CF49F05-FD9F-4F45-849A-4AD65A2740A9}"/>
              </a:ext>
            </a:extLst>
          </p:cNvPr>
          <p:cNvSpPr>
            <a:spLocks noGrp="1"/>
          </p:cNvSpPr>
          <p:nvPr/>
        </p:nvSpPr>
        <p:spPr>
          <a:xfrm>
            <a:off x="5979188" y="39506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a_full_bar_1329">
            <a:extLst>
              <a:ext uri="{FF2B5EF4-FFF2-40B4-BE49-F238E27FC236}">
                <a16:creationId xmlns:a16="http://schemas.microsoft.com/office/drawing/2014/main" id="{567B7F37-96D3-4EE6-8378-F770B9433B57}"/>
              </a:ext>
            </a:extLst>
          </p:cNvPr>
          <p:cNvSpPr>
            <a:spLocks noGrp="1"/>
          </p:cNvSpPr>
          <p:nvPr/>
        </p:nvSpPr>
        <p:spPr>
          <a:xfrm>
            <a:off x="5687290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a_full_bar_1330">
            <a:extLst>
              <a:ext uri="{FF2B5EF4-FFF2-40B4-BE49-F238E27FC236}">
                <a16:creationId xmlns:a16="http://schemas.microsoft.com/office/drawing/2014/main" id="{8AF50231-2395-4B9B-A93D-AEA90715DC00}"/>
              </a:ext>
            </a:extLst>
          </p:cNvPr>
          <p:cNvSpPr>
            <a:spLocks noGrp="1"/>
          </p:cNvSpPr>
          <p:nvPr/>
        </p:nvSpPr>
        <p:spPr>
          <a:xfrm>
            <a:off x="5892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a_full_bar_1331">
            <a:extLst>
              <a:ext uri="{FF2B5EF4-FFF2-40B4-BE49-F238E27FC236}">
                <a16:creationId xmlns:a16="http://schemas.microsoft.com/office/drawing/2014/main" id="{5E7A3426-9450-4D3D-A10D-E1DF39258D2C}"/>
              </a:ext>
            </a:extLst>
          </p:cNvPr>
          <p:cNvSpPr>
            <a:spLocks noGrp="1"/>
          </p:cNvSpPr>
          <p:nvPr/>
        </p:nvSpPr>
        <p:spPr>
          <a:xfrm>
            <a:off x="57026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a_full_bar_1332">
            <a:extLst>
              <a:ext uri="{FF2B5EF4-FFF2-40B4-BE49-F238E27FC236}">
                <a16:creationId xmlns:a16="http://schemas.microsoft.com/office/drawing/2014/main" id="{5B7CB68F-C15E-4538-9464-F6551A89156B}"/>
              </a:ext>
            </a:extLst>
          </p:cNvPr>
          <p:cNvSpPr>
            <a:spLocks noGrp="1"/>
          </p:cNvSpPr>
          <p:nvPr/>
        </p:nvSpPr>
        <p:spPr>
          <a:xfrm>
            <a:off x="57340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a_full_bar_1333">
            <a:extLst>
              <a:ext uri="{FF2B5EF4-FFF2-40B4-BE49-F238E27FC236}">
                <a16:creationId xmlns:a16="http://schemas.microsoft.com/office/drawing/2014/main" id="{3E33AECC-AF7F-4FC1-A386-E0C564DC5D47}"/>
              </a:ext>
            </a:extLst>
          </p:cNvPr>
          <p:cNvSpPr>
            <a:spLocks noGrp="1"/>
          </p:cNvSpPr>
          <p:nvPr/>
        </p:nvSpPr>
        <p:spPr>
          <a:xfrm>
            <a:off x="5938507" y="32392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a_full_bar_1334">
            <a:extLst>
              <a:ext uri="{FF2B5EF4-FFF2-40B4-BE49-F238E27FC236}">
                <a16:creationId xmlns:a16="http://schemas.microsoft.com/office/drawing/2014/main" id="{F499B624-E055-4820-B55D-51DF825A667C}"/>
              </a:ext>
            </a:extLst>
          </p:cNvPr>
          <p:cNvSpPr>
            <a:spLocks noGrp="1"/>
          </p:cNvSpPr>
          <p:nvPr/>
        </p:nvSpPr>
        <p:spPr>
          <a:xfrm>
            <a:off x="582049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a_full_bar_1335">
            <a:extLst>
              <a:ext uri="{FF2B5EF4-FFF2-40B4-BE49-F238E27FC236}">
                <a16:creationId xmlns:a16="http://schemas.microsoft.com/office/drawing/2014/main" id="{E74AB081-99B1-4978-8EF8-C1DF5633507F}"/>
              </a:ext>
            </a:extLst>
          </p:cNvPr>
          <p:cNvSpPr>
            <a:spLocks noGrp="1"/>
          </p:cNvSpPr>
          <p:nvPr/>
        </p:nvSpPr>
        <p:spPr>
          <a:xfrm>
            <a:off x="5779039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a_full_bar_1336">
            <a:extLst>
              <a:ext uri="{FF2B5EF4-FFF2-40B4-BE49-F238E27FC236}">
                <a16:creationId xmlns:a16="http://schemas.microsoft.com/office/drawing/2014/main" id="{8AB5062B-2800-423A-AEB9-7B86994D195E}"/>
              </a:ext>
            </a:extLst>
          </p:cNvPr>
          <p:cNvSpPr>
            <a:spLocks noGrp="1"/>
          </p:cNvSpPr>
          <p:nvPr/>
        </p:nvSpPr>
        <p:spPr>
          <a:xfrm>
            <a:off x="58627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a_full_bar_1337">
            <a:extLst>
              <a:ext uri="{FF2B5EF4-FFF2-40B4-BE49-F238E27FC236}">
                <a16:creationId xmlns:a16="http://schemas.microsoft.com/office/drawing/2014/main" id="{1E497F22-19A2-462F-A495-F3166B521ADD}"/>
              </a:ext>
            </a:extLst>
          </p:cNvPr>
          <p:cNvSpPr>
            <a:spLocks noGrp="1"/>
          </p:cNvSpPr>
          <p:nvPr/>
        </p:nvSpPr>
        <p:spPr>
          <a:xfrm>
            <a:off x="58953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a_full_bar_1338">
            <a:extLst>
              <a:ext uri="{FF2B5EF4-FFF2-40B4-BE49-F238E27FC236}">
                <a16:creationId xmlns:a16="http://schemas.microsoft.com/office/drawing/2014/main" id="{14A757ED-1FA2-4047-9F5F-42C8099F33D1}"/>
              </a:ext>
            </a:extLst>
          </p:cNvPr>
          <p:cNvSpPr>
            <a:spLocks noGrp="1"/>
          </p:cNvSpPr>
          <p:nvPr/>
        </p:nvSpPr>
        <p:spPr>
          <a:xfrm>
            <a:off x="5754983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a_full_bar_1339">
            <a:extLst>
              <a:ext uri="{FF2B5EF4-FFF2-40B4-BE49-F238E27FC236}">
                <a16:creationId xmlns:a16="http://schemas.microsoft.com/office/drawing/2014/main" id="{A0B7CFEB-46E9-4CDE-91C5-730D7FA1125D}"/>
              </a:ext>
            </a:extLst>
          </p:cNvPr>
          <p:cNvSpPr>
            <a:spLocks noGrp="1"/>
          </p:cNvSpPr>
          <p:nvPr/>
        </p:nvSpPr>
        <p:spPr>
          <a:xfrm>
            <a:off x="5647051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a_full_bar_1340">
            <a:extLst>
              <a:ext uri="{FF2B5EF4-FFF2-40B4-BE49-F238E27FC236}">
                <a16:creationId xmlns:a16="http://schemas.microsoft.com/office/drawing/2014/main" id="{9DDDEBC7-559D-41DF-8ADD-4D0DD08E9FE9}"/>
              </a:ext>
            </a:extLst>
          </p:cNvPr>
          <p:cNvSpPr>
            <a:spLocks noGrp="1"/>
          </p:cNvSpPr>
          <p:nvPr/>
        </p:nvSpPr>
        <p:spPr>
          <a:xfrm>
            <a:off x="5908774" y="49424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a_full_bar_1341">
            <a:extLst>
              <a:ext uri="{FF2B5EF4-FFF2-40B4-BE49-F238E27FC236}">
                <a16:creationId xmlns:a16="http://schemas.microsoft.com/office/drawing/2014/main" id="{A2430397-EB44-4B53-A291-D9EBB649C77C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a_full_bar_1342">
            <a:extLst>
              <a:ext uri="{FF2B5EF4-FFF2-40B4-BE49-F238E27FC236}">
                <a16:creationId xmlns:a16="http://schemas.microsoft.com/office/drawing/2014/main" id="{2E7AA6EF-68E8-4F49-8C51-79495C8F3CEE}"/>
              </a:ext>
            </a:extLst>
          </p:cNvPr>
          <p:cNvSpPr>
            <a:spLocks noGrp="1"/>
          </p:cNvSpPr>
          <p:nvPr/>
        </p:nvSpPr>
        <p:spPr>
          <a:xfrm>
            <a:off x="56352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a_full_bar_1343">
            <a:extLst>
              <a:ext uri="{FF2B5EF4-FFF2-40B4-BE49-F238E27FC236}">
                <a16:creationId xmlns:a16="http://schemas.microsoft.com/office/drawing/2014/main" id="{C08340DA-8031-4F60-B6D2-54CEC9CAFB5D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a_full_bar_1344">
            <a:extLst>
              <a:ext uri="{FF2B5EF4-FFF2-40B4-BE49-F238E27FC236}">
                <a16:creationId xmlns:a16="http://schemas.microsoft.com/office/drawing/2014/main" id="{5FFA497B-BAC7-4D6D-A929-A9448AEE1826}"/>
              </a:ext>
            </a:extLst>
          </p:cNvPr>
          <p:cNvSpPr>
            <a:spLocks noGrp="1"/>
          </p:cNvSpPr>
          <p:nvPr/>
        </p:nvSpPr>
        <p:spPr>
          <a:xfrm>
            <a:off x="571986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a_full_bar_1345">
            <a:extLst>
              <a:ext uri="{FF2B5EF4-FFF2-40B4-BE49-F238E27FC236}">
                <a16:creationId xmlns:a16="http://schemas.microsoft.com/office/drawing/2014/main" id="{887770FA-777B-4A10-BB6B-037E4F77DD1F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a_full_bar_1346">
            <a:extLst>
              <a:ext uri="{FF2B5EF4-FFF2-40B4-BE49-F238E27FC236}">
                <a16:creationId xmlns:a16="http://schemas.microsoft.com/office/drawing/2014/main" id="{523AEFE4-D757-47B6-9BBF-038596624378}"/>
              </a:ext>
            </a:extLst>
          </p:cNvPr>
          <p:cNvSpPr>
            <a:spLocks noGrp="1"/>
          </p:cNvSpPr>
          <p:nvPr/>
        </p:nvSpPr>
        <p:spPr>
          <a:xfrm>
            <a:off x="574366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a_full_bar_1347">
            <a:extLst>
              <a:ext uri="{FF2B5EF4-FFF2-40B4-BE49-F238E27FC236}">
                <a16:creationId xmlns:a16="http://schemas.microsoft.com/office/drawing/2014/main" id="{A0059FD8-54A9-464F-B41A-E8B3E7A43FA2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a_full_bar_1348">
            <a:extLst>
              <a:ext uri="{FF2B5EF4-FFF2-40B4-BE49-F238E27FC236}">
                <a16:creationId xmlns:a16="http://schemas.microsoft.com/office/drawing/2014/main" id="{9142F80C-73A9-4AD4-8FC8-EB00BDE9C56A}"/>
              </a:ext>
            </a:extLst>
          </p:cNvPr>
          <p:cNvSpPr>
            <a:spLocks noGrp="1"/>
          </p:cNvSpPr>
          <p:nvPr/>
        </p:nvSpPr>
        <p:spPr>
          <a:xfrm>
            <a:off x="5841334" y="457995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a_full_bar_1349">
            <a:extLst>
              <a:ext uri="{FF2B5EF4-FFF2-40B4-BE49-F238E27FC236}">
                <a16:creationId xmlns:a16="http://schemas.microsoft.com/office/drawing/2014/main" id="{DF169399-5267-4B85-9509-C4B5DAA72FFE}"/>
              </a:ext>
            </a:extLst>
          </p:cNvPr>
          <p:cNvSpPr>
            <a:spLocks noGrp="1"/>
          </p:cNvSpPr>
          <p:nvPr/>
        </p:nvSpPr>
        <p:spPr>
          <a:xfrm>
            <a:off x="58369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a_full_bar_1350">
            <a:extLst>
              <a:ext uri="{FF2B5EF4-FFF2-40B4-BE49-F238E27FC236}">
                <a16:creationId xmlns:a16="http://schemas.microsoft.com/office/drawing/2014/main" id="{FC84D683-6289-4DEB-A0D9-2978DFACC044}"/>
              </a:ext>
            </a:extLst>
          </p:cNvPr>
          <p:cNvSpPr>
            <a:spLocks noGrp="1"/>
          </p:cNvSpPr>
          <p:nvPr/>
        </p:nvSpPr>
        <p:spPr>
          <a:xfrm>
            <a:off x="587339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a_full_bar_1351">
            <a:extLst>
              <a:ext uri="{FF2B5EF4-FFF2-40B4-BE49-F238E27FC236}">
                <a16:creationId xmlns:a16="http://schemas.microsoft.com/office/drawing/2014/main" id="{82B5EBA9-9882-4129-952B-709944EF61F8}"/>
              </a:ext>
            </a:extLst>
          </p:cNvPr>
          <p:cNvSpPr>
            <a:spLocks noGrp="1"/>
          </p:cNvSpPr>
          <p:nvPr/>
        </p:nvSpPr>
        <p:spPr>
          <a:xfrm>
            <a:off x="5643109" y="3804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a_full_bar_1352">
            <a:extLst>
              <a:ext uri="{FF2B5EF4-FFF2-40B4-BE49-F238E27FC236}">
                <a16:creationId xmlns:a16="http://schemas.microsoft.com/office/drawing/2014/main" id="{D3F206E4-C626-4776-8A29-BB11B73D4ACE}"/>
              </a:ext>
            </a:extLst>
          </p:cNvPr>
          <p:cNvSpPr>
            <a:spLocks noGrp="1"/>
          </p:cNvSpPr>
          <p:nvPr/>
        </p:nvSpPr>
        <p:spPr>
          <a:xfrm>
            <a:off x="59928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a_full_bar_1353">
            <a:extLst>
              <a:ext uri="{FF2B5EF4-FFF2-40B4-BE49-F238E27FC236}">
                <a16:creationId xmlns:a16="http://schemas.microsoft.com/office/drawing/2014/main" id="{E9263093-8FB9-43F5-AFBA-133E33CE90C6}"/>
              </a:ext>
            </a:extLst>
          </p:cNvPr>
          <p:cNvSpPr>
            <a:spLocks noGrp="1"/>
          </p:cNvSpPr>
          <p:nvPr/>
        </p:nvSpPr>
        <p:spPr>
          <a:xfrm>
            <a:off x="5875788" y="556853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a_full_bar_1354">
            <a:extLst>
              <a:ext uri="{FF2B5EF4-FFF2-40B4-BE49-F238E27FC236}">
                <a16:creationId xmlns:a16="http://schemas.microsoft.com/office/drawing/2014/main" id="{4329B444-BB55-4FAE-AA5D-1252C774DD64}"/>
              </a:ext>
            </a:extLst>
          </p:cNvPr>
          <p:cNvSpPr>
            <a:spLocks noGrp="1"/>
          </p:cNvSpPr>
          <p:nvPr/>
        </p:nvSpPr>
        <p:spPr>
          <a:xfrm>
            <a:off x="5680035" y="48823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a_full_bar_1355">
            <a:extLst>
              <a:ext uri="{FF2B5EF4-FFF2-40B4-BE49-F238E27FC236}">
                <a16:creationId xmlns:a16="http://schemas.microsoft.com/office/drawing/2014/main" id="{F8C19075-A01B-48F7-966F-945E5A193492}"/>
              </a:ext>
            </a:extLst>
          </p:cNvPr>
          <p:cNvSpPr>
            <a:spLocks noGrp="1"/>
          </p:cNvSpPr>
          <p:nvPr/>
        </p:nvSpPr>
        <p:spPr>
          <a:xfrm>
            <a:off x="569417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a_full_bar_1356">
            <a:extLst>
              <a:ext uri="{FF2B5EF4-FFF2-40B4-BE49-F238E27FC236}">
                <a16:creationId xmlns:a16="http://schemas.microsoft.com/office/drawing/2014/main" id="{D0FE1BD0-02B0-4AAA-BBFB-770D3FC64696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a_full_bar_1357">
            <a:extLst>
              <a:ext uri="{FF2B5EF4-FFF2-40B4-BE49-F238E27FC236}">
                <a16:creationId xmlns:a16="http://schemas.microsoft.com/office/drawing/2014/main" id="{99D640FA-ACA1-4454-A97D-F99F23D7A25A}"/>
              </a:ext>
            </a:extLst>
          </p:cNvPr>
          <p:cNvSpPr>
            <a:spLocks noGrp="1"/>
          </p:cNvSpPr>
          <p:nvPr/>
        </p:nvSpPr>
        <p:spPr>
          <a:xfrm>
            <a:off x="577747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a_full_bar_1358">
            <a:extLst>
              <a:ext uri="{FF2B5EF4-FFF2-40B4-BE49-F238E27FC236}">
                <a16:creationId xmlns:a16="http://schemas.microsoft.com/office/drawing/2014/main" id="{8F4291D4-39C5-41E0-B8EC-2ED74A935F61}"/>
              </a:ext>
            </a:extLst>
          </p:cNvPr>
          <p:cNvSpPr>
            <a:spLocks noGrp="1"/>
          </p:cNvSpPr>
          <p:nvPr/>
        </p:nvSpPr>
        <p:spPr>
          <a:xfrm>
            <a:off x="58401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a_full_bar_1359">
            <a:extLst>
              <a:ext uri="{FF2B5EF4-FFF2-40B4-BE49-F238E27FC236}">
                <a16:creationId xmlns:a16="http://schemas.microsoft.com/office/drawing/2014/main" id="{4FC6D025-2A80-4289-8DEC-31E481D5267D}"/>
              </a:ext>
            </a:extLst>
          </p:cNvPr>
          <p:cNvSpPr>
            <a:spLocks noGrp="1"/>
          </p:cNvSpPr>
          <p:nvPr/>
        </p:nvSpPr>
        <p:spPr>
          <a:xfrm>
            <a:off x="579868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a_full_bar_1360">
            <a:extLst>
              <a:ext uri="{FF2B5EF4-FFF2-40B4-BE49-F238E27FC236}">
                <a16:creationId xmlns:a16="http://schemas.microsoft.com/office/drawing/2014/main" id="{7CBF0490-32D5-42C7-87A7-F16E4DE98ECF}"/>
              </a:ext>
            </a:extLst>
          </p:cNvPr>
          <p:cNvSpPr>
            <a:spLocks noGrp="1"/>
          </p:cNvSpPr>
          <p:nvPr/>
        </p:nvSpPr>
        <p:spPr>
          <a:xfrm>
            <a:off x="565259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a_full_bar_1361">
            <a:extLst>
              <a:ext uri="{FF2B5EF4-FFF2-40B4-BE49-F238E27FC236}">
                <a16:creationId xmlns:a16="http://schemas.microsoft.com/office/drawing/2014/main" id="{68E3F408-EB9C-4D6D-94AE-29B194D8B4DD}"/>
              </a:ext>
            </a:extLst>
          </p:cNvPr>
          <p:cNvSpPr>
            <a:spLocks noGrp="1"/>
          </p:cNvSpPr>
          <p:nvPr/>
        </p:nvSpPr>
        <p:spPr>
          <a:xfrm>
            <a:off x="569691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a_full_bar_1362">
            <a:extLst>
              <a:ext uri="{FF2B5EF4-FFF2-40B4-BE49-F238E27FC236}">
                <a16:creationId xmlns:a16="http://schemas.microsoft.com/office/drawing/2014/main" id="{5B5920B4-7B56-4BBA-A23E-6C594E7ADFF3}"/>
              </a:ext>
            </a:extLst>
          </p:cNvPr>
          <p:cNvSpPr>
            <a:spLocks noGrp="1"/>
          </p:cNvSpPr>
          <p:nvPr/>
        </p:nvSpPr>
        <p:spPr>
          <a:xfrm>
            <a:off x="5813990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a_full_bar_1363">
            <a:extLst>
              <a:ext uri="{FF2B5EF4-FFF2-40B4-BE49-F238E27FC236}">
                <a16:creationId xmlns:a16="http://schemas.microsoft.com/office/drawing/2014/main" id="{C2CADB7A-C5DC-4254-B848-B3682E552597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a_full_bar_1364">
            <a:extLst>
              <a:ext uri="{FF2B5EF4-FFF2-40B4-BE49-F238E27FC236}">
                <a16:creationId xmlns:a16="http://schemas.microsoft.com/office/drawing/2014/main" id="{324D8422-1743-4FC3-B846-DC4873A4473D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a_full_bar_1365">
            <a:extLst>
              <a:ext uri="{FF2B5EF4-FFF2-40B4-BE49-F238E27FC236}">
                <a16:creationId xmlns:a16="http://schemas.microsoft.com/office/drawing/2014/main" id="{627092B6-30A3-4915-95DE-5F4029451D78}"/>
              </a:ext>
            </a:extLst>
          </p:cNvPr>
          <p:cNvSpPr>
            <a:spLocks noGrp="1"/>
          </p:cNvSpPr>
          <p:nvPr/>
        </p:nvSpPr>
        <p:spPr>
          <a:xfrm>
            <a:off x="5779954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a_full_bar_1366">
            <a:extLst>
              <a:ext uri="{FF2B5EF4-FFF2-40B4-BE49-F238E27FC236}">
                <a16:creationId xmlns:a16="http://schemas.microsoft.com/office/drawing/2014/main" id="{7FA6FD82-65CF-48F7-B504-7DCD774B513D}"/>
              </a:ext>
            </a:extLst>
          </p:cNvPr>
          <p:cNvSpPr>
            <a:spLocks noGrp="1"/>
          </p:cNvSpPr>
          <p:nvPr/>
        </p:nvSpPr>
        <p:spPr>
          <a:xfrm>
            <a:off x="57216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a_full_bar_1367">
            <a:extLst>
              <a:ext uri="{FF2B5EF4-FFF2-40B4-BE49-F238E27FC236}">
                <a16:creationId xmlns:a16="http://schemas.microsoft.com/office/drawing/2014/main" id="{9FA98A30-9462-4842-8AE4-97E231E8CB35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a_full_bar_1368">
            <a:extLst>
              <a:ext uri="{FF2B5EF4-FFF2-40B4-BE49-F238E27FC236}">
                <a16:creationId xmlns:a16="http://schemas.microsoft.com/office/drawing/2014/main" id="{3604FDF1-916F-4A73-B631-74D8EAFD6D8B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a_full_bar_1369">
            <a:extLst>
              <a:ext uri="{FF2B5EF4-FFF2-40B4-BE49-F238E27FC236}">
                <a16:creationId xmlns:a16="http://schemas.microsoft.com/office/drawing/2014/main" id="{2D2CF091-7518-4DE7-9549-12A668F0D344}"/>
              </a:ext>
            </a:extLst>
          </p:cNvPr>
          <p:cNvSpPr>
            <a:spLocks noGrp="1"/>
          </p:cNvSpPr>
          <p:nvPr/>
        </p:nvSpPr>
        <p:spPr>
          <a:xfrm>
            <a:off x="5666745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a_full_bar_1370">
            <a:extLst>
              <a:ext uri="{FF2B5EF4-FFF2-40B4-BE49-F238E27FC236}">
                <a16:creationId xmlns:a16="http://schemas.microsoft.com/office/drawing/2014/main" id="{19B11C18-C6C4-4882-8F20-ED4B9891B9F7}"/>
              </a:ext>
            </a:extLst>
          </p:cNvPr>
          <p:cNvSpPr>
            <a:spLocks noGrp="1"/>
          </p:cNvSpPr>
          <p:nvPr/>
        </p:nvSpPr>
        <p:spPr>
          <a:xfrm>
            <a:off x="60040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a_full_bar_1371">
            <a:extLst>
              <a:ext uri="{FF2B5EF4-FFF2-40B4-BE49-F238E27FC236}">
                <a16:creationId xmlns:a16="http://schemas.microsoft.com/office/drawing/2014/main" id="{89E244B6-41CB-4B48-9183-883B7E7966ED}"/>
              </a:ext>
            </a:extLst>
          </p:cNvPr>
          <p:cNvSpPr>
            <a:spLocks noGrp="1"/>
          </p:cNvSpPr>
          <p:nvPr/>
        </p:nvSpPr>
        <p:spPr>
          <a:xfrm>
            <a:off x="5652910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a_full_bar_1372">
            <a:extLst>
              <a:ext uri="{FF2B5EF4-FFF2-40B4-BE49-F238E27FC236}">
                <a16:creationId xmlns:a16="http://schemas.microsoft.com/office/drawing/2014/main" id="{A85E8FCE-A653-4B3F-A4EF-9043BF48800E}"/>
              </a:ext>
            </a:extLst>
          </p:cNvPr>
          <p:cNvSpPr>
            <a:spLocks noGrp="1"/>
          </p:cNvSpPr>
          <p:nvPr/>
        </p:nvSpPr>
        <p:spPr>
          <a:xfrm>
            <a:off x="58996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a_full_bar_1373">
            <a:extLst>
              <a:ext uri="{FF2B5EF4-FFF2-40B4-BE49-F238E27FC236}">
                <a16:creationId xmlns:a16="http://schemas.microsoft.com/office/drawing/2014/main" id="{FA33F38E-9813-4FFD-BB7F-62C64F49507E}"/>
              </a:ext>
            </a:extLst>
          </p:cNvPr>
          <p:cNvSpPr>
            <a:spLocks noGrp="1"/>
          </p:cNvSpPr>
          <p:nvPr/>
        </p:nvSpPr>
        <p:spPr>
          <a:xfrm>
            <a:off x="5639691" y="552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a_full_bar_1374">
            <a:extLst>
              <a:ext uri="{FF2B5EF4-FFF2-40B4-BE49-F238E27FC236}">
                <a16:creationId xmlns:a16="http://schemas.microsoft.com/office/drawing/2014/main" id="{56EB65E3-8F66-4426-BF70-7FF423FDA2C8}"/>
              </a:ext>
            </a:extLst>
          </p:cNvPr>
          <p:cNvSpPr>
            <a:spLocks noGrp="1"/>
          </p:cNvSpPr>
          <p:nvPr/>
        </p:nvSpPr>
        <p:spPr>
          <a:xfrm>
            <a:off x="57622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a_full_bar_1375">
            <a:extLst>
              <a:ext uri="{FF2B5EF4-FFF2-40B4-BE49-F238E27FC236}">
                <a16:creationId xmlns:a16="http://schemas.microsoft.com/office/drawing/2014/main" id="{4AB20FD2-6BFB-45D4-BB7A-AA3B7B38E83B}"/>
              </a:ext>
            </a:extLst>
          </p:cNvPr>
          <p:cNvSpPr>
            <a:spLocks noGrp="1"/>
          </p:cNvSpPr>
          <p:nvPr/>
        </p:nvSpPr>
        <p:spPr>
          <a:xfrm>
            <a:off x="5915192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a_full_bar_1376">
            <a:extLst>
              <a:ext uri="{FF2B5EF4-FFF2-40B4-BE49-F238E27FC236}">
                <a16:creationId xmlns:a16="http://schemas.microsoft.com/office/drawing/2014/main" id="{C5E50357-17F7-48FA-AC88-5F02D5F32688}"/>
              </a:ext>
            </a:extLst>
          </p:cNvPr>
          <p:cNvSpPr>
            <a:spLocks noGrp="1"/>
          </p:cNvSpPr>
          <p:nvPr/>
        </p:nvSpPr>
        <p:spPr>
          <a:xfrm>
            <a:off x="5678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a_full_bar_1377">
            <a:extLst>
              <a:ext uri="{FF2B5EF4-FFF2-40B4-BE49-F238E27FC236}">
                <a16:creationId xmlns:a16="http://schemas.microsoft.com/office/drawing/2014/main" id="{0CD918BB-3860-456C-A89B-EBAB11B2069E}"/>
              </a:ext>
            </a:extLst>
          </p:cNvPr>
          <p:cNvSpPr>
            <a:spLocks noGrp="1"/>
          </p:cNvSpPr>
          <p:nvPr/>
        </p:nvSpPr>
        <p:spPr>
          <a:xfrm>
            <a:off x="5920612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a_full_bar_1378">
            <a:extLst>
              <a:ext uri="{FF2B5EF4-FFF2-40B4-BE49-F238E27FC236}">
                <a16:creationId xmlns:a16="http://schemas.microsoft.com/office/drawing/2014/main" id="{4784DB1F-9FD6-4614-8DA7-931E3AF6FF15}"/>
              </a:ext>
            </a:extLst>
          </p:cNvPr>
          <p:cNvSpPr>
            <a:spLocks noGrp="1"/>
          </p:cNvSpPr>
          <p:nvPr/>
        </p:nvSpPr>
        <p:spPr>
          <a:xfrm>
            <a:off x="57911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a_full_bar_1379">
            <a:extLst>
              <a:ext uri="{FF2B5EF4-FFF2-40B4-BE49-F238E27FC236}">
                <a16:creationId xmlns:a16="http://schemas.microsoft.com/office/drawing/2014/main" id="{054C8604-CDA7-4040-8F36-827D6F13871C}"/>
              </a:ext>
            </a:extLst>
          </p:cNvPr>
          <p:cNvSpPr>
            <a:spLocks noGrp="1"/>
          </p:cNvSpPr>
          <p:nvPr/>
        </p:nvSpPr>
        <p:spPr>
          <a:xfrm>
            <a:off x="5646042" y="43983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a_full_bar_1380">
            <a:extLst>
              <a:ext uri="{FF2B5EF4-FFF2-40B4-BE49-F238E27FC236}">
                <a16:creationId xmlns:a16="http://schemas.microsoft.com/office/drawing/2014/main" id="{B9E57E9B-61D3-4F5A-B099-5164ABDFE5CB}"/>
              </a:ext>
            </a:extLst>
          </p:cNvPr>
          <p:cNvSpPr>
            <a:spLocks noGrp="1"/>
          </p:cNvSpPr>
          <p:nvPr/>
        </p:nvSpPr>
        <p:spPr>
          <a:xfrm>
            <a:off x="5792742" y="35900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a_full_bar_1381">
            <a:extLst>
              <a:ext uri="{FF2B5EF4-FFF2-40B4-BE49-F238E27FC236}">
                <a16:creationId xmlns:a16="http://schemas.microsoft.com/office/drawing/2014/main" id="{BECD261A-7BE6-4703-88C4-348F0FFE7C0F}"/>
              </a:ext>
            </a:extLst>
          </p:cNvPr>
          <p:cNvSpPr>
            <a:spLocks noGrp="1"/>
          </p:cNvSpPr>
          <p:nvPr/>
        </p:nvSpPr>
        <p:spPr>
          <a:xfrm>
            <a:off x="57730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a_full_bar_1382">
            <a:extLst>
              <a:ext uri="{FF2B5EF4-FFF2-40B4-BE49-F238E27FC236}">
                <a16:creationId xmlns:a16="http://schemas.microsoft.com/office/drawing/2014/main" id="{CE4CA6EE-465C-48E8-AC69-82566D87494E}"/>
              </a:ext>
            </a:extLst>
          </p:cNvPr>
          <p:cNvSpPr>
            <a:spLocks noGrp="1"/>
          </p:cNvSpPr>
          <p:nvPr/>
        </p:nvSpPr>
        <p:spPr>
          <a:xfrm>
            <a:off x="5757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a_full_bar_1383">
            <a:extLst>
              <a:ext uri="{FF2B5EF4-FFF2-40B4-BE49-F238E27FC236}">
                <a16:creationId xmlns:a16="http://schemas.microsoft.com/office/drawing/2014/main" id="{CF91C769-BE2A-4D5B-BB5C-07F08E1CEC99}"/>
              </a:ext>
            </a:extLst>
          </p:cNvPr>
          <p:cNvSpPr>
            <a:spLocks noGrp="1"/>
          </p:cNvSpPr>
          <p:nvPr/>
        </p:nvSpPr>
        <p:spPr>
          <a:xfrm>
            <a:off x="563955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a_full_bar_1384">
            <a:extLst>
              <a:ext uri="{FF2B5EF4-FFF2-40B4-BE49-F238E27FC236}">
                <a16:creationId xmlns:a16="http://schemas.microsoft.com/office/drawing/2014/main" id="{8E86098A-20E3-4395-A4BC-B33149ED6B16}"/>
              </a:ext>
            </a:extLst>
          </p:cNvPr>
          <p:cNvSpPr>
            <a:spLocks noGrp="1"/>
          </p:cNvSpPr>
          <p:nvPr/>
        </p:nvSpPr>
        <p:spPr>
          <a:xfrm>
            <a:off x="5716850" y="31492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a_full_bar_1385">
            <a:extLst>
              <a:ext uri="{FF2B5EF4-FFF2-40B4-BE49-F238E27FC236}">
                <a16:creationId xmlns:a16="http://schemas.microsoft.com/office/drawing/2014/main" id="{25095F54-F72C-48C9-8F42-3AC19DE9530C}"/>
              </a:ext>
            </a:extLst>
          </p:cNvPr>
          <p:cNvSpPr>
            <a:spLocks noGrp="1"/>
          </p:cNvSpPr>
          <p:nvPr/>
        </p:nvSpPr>
        <p:spPr>
          <a:xfrm>
            <a:off x="563239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a_full_bar_1386">
            <a:extLst>
              <a:ext uri="{FF2B5EF4-FFF2-40B4-BE49-F238E27FC236}">
                <a16:creationId xmlns:a16="http://schemas.microsoft.com/office/drawing/2014/main" id="{CBFB844A-F127-491C-89CF-FA9925B72FDE}"/>
              </a:ext>
            </a:extLst>
          </p:cNvPr>
          <p:cNvSpPr>
            <a:spLocks noGrp="1"/>
          </p:cNvSpPr>
          <p:nvPr/>
        </p:nvSpPr>
        <p:spPr>
          <a:xfrm>
            <a:off x="5994396" y="4268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a_full_bar_1387">
            <a:extLst>
              <a:ext uri="{FF2B5EF4-FFF2-40B4-BE49-F238E27FC236}">
                <a16:creationId xmlns:a16="http://schemas.microsoft.com/office/drawing/2014/main" id="{CCF77A0C-7FF9-4936-83F0-A4C79561A2FE}"/>
              </a:ext>
            </a:extLst>
          </p:cNvPr>
          <p:cNvSpPr>
            <a:spLocks noGrp="1"/>
          </p:cNvSpPr>
          <p:nvPr/>
        </p:nvSpPr>
        <p:spPr>
          <a:xfrm>
            <a:off x="5793489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a_full_bar_1388">
            <a:extLst>
              <a:ext uri="{FF2B5EF4-FFF2-40B4-BE49-F238E27FC236}">
                <a16:creationId xmlns:a16="http://schemas.microsoft.com/office/drawing/2014/main" id="{DDB794ED-D175-46C0-8308-87691002F102}"/>
              </a:ext>
            </a:extLst>
          </p:cNvPr>
          <p:cNvSpPr>
            <a:spLocks noGrp="1"/>
          </p:cNvSpPr>
          <p:nvPr/>
        </p:nvSpPr>
        <p:spPr>
          <a:xfrm>
            <a:off x="56818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a_full_bar_1389">
            <a:extLst>
              <a:ext uri="{FF2B5EF4-FFF2-40B4-BE49-F238E27FC236}">
                <a16:creationId xmlns:a16="http://schemas.microsoft.com/office/drawing/2014/main" id="{2C84E183-55F1-4829-9CF0-6FD746FF85D9}"/>
              </a:ext>
            </a:extLst>
          </p:cNvPr>
          <p:cNvSpPr>
            <a:spLocks noGrp="1"/>
          </p:cNvSpPr>
          <p:nvPr/>
        </p:nvSpPr>
        <p:spPr>
          <a:xfrm>
            <a:off x="58543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a_full_bar_1390">
            <a:extLst>
              <a:ext uri="{FF2B5EF4-FFF2-40B4-BE49-F238E27FC236}">
                <a16:creationId xmlns:a16="http://schemas.microsoft.com/office/drawing/2014/main" id="{E389D5DE-5056-4C42-B425-309CA08AF622}"/>
              </a:ext>
            </a:extLst>
          </p:cNvPr>
          <p:cNvSpPr>
            <a:spLocks noGrp="1"/>
          </p:cNvSpPr>
          <p:nvPr/>
        </p:nvSpPr>
        <p:spPr>
          <a:xfrm>
            <a:off x="598413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a_full_bar_1391">
            <a:extLst>
              <a:ext uri="{FF2B5EF4-FFF2-40B4-BE49-F238E27FC236}">
                <a16:creationId xmlns:a16="http://schemas.microsoft.com/office/drawing/2014/main" id="{9880225F-8C85-4835-AD03-DB1263C1CE23}"/>
              </a:ext>
            </a:extLst>
          </p:cNvPr>
          <p:cNvSpPr>
            <a:spLocks noGrp="1"/>
          </p:cNvSpPr>
          <p:nvPr/>
        </p:nvSpPr>
        <p:spPr>
          <a:xfrm>
            <a:off x="56319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a_full_bar_1392">
            <a:extLst>
              <a:ext uri="{FF2B5EF4-FFF2-40B4-BE49-F238E27FC236}">
                <a16:creationId xmlns:a16="http://schemas.microsoft.com/office/drawing/2014/main" id="{17D070A2-D580-4565-9C05-C6B5921760BA}"/>
              </a:ext>
            </a:extLst>
          </p:cNvPr>
          <p:cNvSpPr>
            <a:spLocks noGrp="1"/>
          </p:cNvSpPr>
          <p:nvPr/>
        </p:nvSpPr>
        <p:spPr>
          <a:xfrm>
            <a:off x="56365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a_full_bar_1393">
            <a:extLst>
              <a:ext uri="{FF2B5EF4-FFF2-40B4-BE49-F238E27FC236}">
                <a16:creationId xmlns:a16="http://schemas.microsoft.com/office/drawing/2014/main" id="{68FBC1E2-4110-4CBA-ABB3-F2A295A4DA81}"/>
              </a:ext>
            </a:extLst>
          </p:cNvPr>
          <p:cNvSpPr>
            <a:spLocks noGrp="1"/>
          </p:cNvSpPr>
          <p:nvPr/>
        </p:nvSpPr>
        <p:spPr>
          <a:xfrm>
            <a:off x="5638837" y="46794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a_full_bar_1394">
            <a:extLst>
              <a:ext uri="{FF2B5EF4-FFF2-40B4-BE49-F238E27FC236}">
                <a16:creationId xmlns:a16="http://schemas.microsoft.com/office/drawing/2014/main" id="{89259868-BB3E-4430-A611-BDBF93EE7A3A}"/>
              </a:ext>
            </a:extLst>
          </p:cNvPr>
          <p:cNvSpPr>
            <a:spLocks noGrp="1"/>
          </p:cNvSpPr>
          <p:nvPr/>
        </p:nvSpPr>
        <p:spPr>
          <a:xfrm>
            <a:off x="57943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a_full_bar_1395">
            <a:extLst>
              <a:ext uri="{FF2B5EF4-FFF2-40B4-BE49-F238E27FC236}">
                <a16:creationId xmlns:a16="http://schemas.microsoft.com/office/drawing/2014/main" id="{4DCD2728-8DCE-4A9F-B23A-BFD05C6C22EE}"/>
              </a:ext>
            </a:extLst>
          </p:cNvPr>
          <p:cNvSpPr>
            <a:spLocks noGrp="1"/>
          </p:cNvSpPr>
          <p:nvPr/>
        </p:nvSpPr>
        <p:spPr>
          <a:xfrm>
            <a:off x="563356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a_full_bar_1396">
            <a:extLst>
              <a:ext uri="{FF2B5EF4-FFF2-40B4-BE49-F238E27FC236}">
                <a16:creationId xmlns:a16="http://schemas.microsoft.com/office/drawing/2014/main" id="{4ABF3CFD-66F9-4B08-9088-63ADCE262C96}"/>
              </a:ext>
            </a:extLst>
          </p:cNvPr>
          <p:cNvSpPr>
            <a:spLocks noGrp="1"/>
          </p:cNvSpPr>
          <p:nvPr/>
        </p:nvSpPr>
        <p:spPr>
          <a:xfrm>
            <a:off x="5999910" y="58484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a_full_bar_1397">
            <a:extLst>
              <a:ext uri="{FF2B5EF4-FFF2-40B4-BE49-F238E27FC236}">
                <a16:creationId xmlns:a16="http://schemas.microsoft.com/office/drawing/2014/main" id="{876C65F8-679E-4485-BBF4-8FA6EF7019A2}"/>
              </a:ext>
            </a:extLst>
          </p:cNvPr>
          <p:cNvSpPr>
            <a:spLocks noGrp="1"/>
          </p:cNvSpPr>
          <p:nvPr/>
        </p:nvSpPr>
        <p:spPr>
          <a:xfrm>
            <a:off x="59419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a_full_bar_1398">
            <a:extLst>
              <a:ext uri="{FF2B5EF4-FFF2-40B4-BE49-F238E27FC236}">
                <a16:creationId xmlns:a16="http://schemas.microsoft.com/office/drawing/2014/main" id="{1688F3B4-6B23-48F1-89B0-1DC1BA21761B}"/>
              </a:ext>
            </a:extLst>
          </p:cNvPr>
          <p:cNvSpPr>
            <a:spLocks noGrp="1"/>
          </p:cNvSpPr>
          <p:nvPr/>
        </p:nvSpPr>
        <p:spPr>
          <a:xfrm>
            <a:off x="56954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a_full_bar_1399">
            <a:extLst>
              <a:ext uri="{FF2B5EF4-FFF2-40B4-BE49-F238E27FC236}">
                <a16:creationId xmlns:a16="http://schemas.microsoft.com/office/drawing/2014/main" id="{D0434350-55EF-4058-A168-DE53CC23F8C2}"/>
              </a:ext>
            </a:extLst>
          </p:cNvPr>
          <p:cNvSpPr>
            <a:spLocks noGrp="1"/>
          </p:cNvSpPr>
          <p:nvPr/>
        </p:nvSpPr>
        <p:spPr>
          <a:xfrm>
            <a:off x="591050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a_full_bar_1400">
            <a:extLst>
              <a:ext uri="{FF2B5EF4-FFF2-40B4-BE49-F238E27FC236}">
                <a16:creationId xmlns:a16="http://schemas.microsoft.com/office/drawing/2014/main" id="{A6F205CD-4F18-44C5-AFD6-01C699C2436E}"/>
              </a:ext>
            </a:extLst>
          </p:cNvPr>
          <p:cNvSpPr>
            <a:spLocks noGrp="1"/>
          </p:cNvSpPr>
          <p:nvPr/>
        </p:nvSpPr>
        <p:spPr>
          <a:xfrm>
            <a:off x="57703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a_full_bar_1401">
            <a:extLst>
              <a:ext uri="{FF2B5EF4-FFF2-40B4-BE49-F238E27FC236}">
                <a16:creationId xmlns:a16="http://schemas.microsoft.com/office/drawing/2014/main" id="{3FE2B677-0E1E-4451-99FD-7968D9070585}"/>
              </a:ext>
            </a:extLst>
          </p:cNvPr>
          <p:cNvSpPr>
            <a:spLocks noGrp="1"/>
          </p:cNvSpPr>
          <p:nvPr/>
        </p:nvSpPr>
        <p:spPr>
          <a:xfrm>
            <a:off x="576582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a_full_bar_1402">
            <a:extLst>
              <a:ext uri="{FF2B5EF4-FFF2-40B4-BE49-F238E27FC236}">
                <a16:creationId xmlns:a16="http://schemas.microsoft.com/office/drawing/2014/main" id="{C8FDBB13-16EE-471C-B182-F0211A18A7AD}"/>
              </a:ext>
            </a:extLst>
          </p:cNvPr>
          <p:cNvSpPr>
            <a:spLocks noGrp="1"/>
          </p:cNvSpPr>
          <p:nvPr/>
        </p:nvSpPr>
        <p:spPr>
          <a:xfrm>
            <a:off x="56448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a_full_bar_1403">
            <a:extLst>
              <a:ext uri="{FF2B5EF4-FFF2-40B4-BE49-F238E27FC236}">
                <a16:creationId xmlns:a16="http://schemas.microsoft.com/office/drawing/2014/main" id="{6E792C6F-F236-474A-BE11-28F25085F95E}"/>
              </a:ext>
            </a:extLst>
          </p:cNvPr>
          <p:cNvSpPr>
            <a:spLocks noGrp="1"/>
          </p:cNvSpPr>
          <p:nvPr/>
        </p:nvSpPr>
        <p:spPr>
          <a:xfrm>
            <a:off x="5759008" y="48125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a_full_bar_1404">
            <a:extLst>
              <a:ext uri="{FF2B5EF4-FFF2-40B4-BE49-F238E27FC236}">
                <a16:creationId xmlns:a16="http://schemas.microsoft.com/office/drawing/2014/main" id="{CE7F7B85-B332-44A7-9641-27B27956FB96}"/>
              </a:ext>
            </a:extLst>
          </p:cNvPr>
          <p:cNvSpPr>
            <a:spLocks noGrp="1"/>
          </p:cNvSpPr>
          <p:nvPr/>
        </p:nvSpPr>
        <p:spPr>
          <a:xfrm>
            <a:off x="564404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a_full_bar_1405">
            <a:extLst>
              <a:ext uri="{FF2B5EF4-FFF2-40B4-BE49-F238E27FC236}">
                <a16:creationId xmlns:a16="http://schemas.microsoft.com/office/drawing/2014/main" id="{0679DA85-AF47-4640-9187-1F32CDB522ED}"/>
              </a:ext>
            </a:extLst>
          </p:cNvPr>
          <p:cNvSpPr>
            <a:spLocks noGrp="1"/>
          </p:cNvSpPr>
          <p:nvPr/>
        </p:nvSpPr>
        <p:spPr>
          <a:xfrm>
            <a:off x="5957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a_full_bar_1406">
            <a:extLst>
              <a:ext uri="{FF2B5EF4-FFF2-40B4-BE49-F238E27FC236}">
                <a16:creationId xmlns:a16="http://schemas.microsoft.com/office/drawing/2014/main" id="{4E7D97E8-4D8E-4452-9DD3-96BA7D245425}"/>
              </a:ext>
            </a:extLst>
          </p:cNvPr>
          <p:cNvSpPr>
            <a:spLocks noGrp="1"/>
          </p:cNvSpPr>
          <p:nvPr/>
        </p:nvSpPr>
        <p:spPr>
          <a:xfrm>
            <a:off x="58241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a_full_bar_1407">
            <a:extLst>
              <a:ext uri="{FF2B5EF4-FFF2-40B4-BE49-F238E27FC236}">
                <a16:creationId xmlns:a16="http://schemas.microsoft.com/office/drawing/2014/main" id="{B8503171-AC0F-444D-BC0B-26D8DC3708D2}"/>
              </a:ext>
            </a:extLst>
          </p:cNvPr>
          <p:cNvSpPr>
            <a:spLocks noGrp="1"/>
          </p:cNvSpPr>
          <p:nvPr/>
        </p:nvSpPr>
        <p:spPr>
          <a:xfrm>
            <a:off x="56481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a_full_bar_1408">
            <a:extLst>
              <a:ext uri="{FF2B5EF4-FFF2-40B4-BE49-F238E27FC236}">
                <a16:creationId xmlns:a16="http://schemas.microsoft.com/office/drawing/2014/main" id="{85F7A615-F874-4936-9DF5-216E216CC4EB}"/>
              </a:ext>
            </a:extLst>
          </p:cNvPr>
          <p:cNvSpPr>
            <a:spLocks noGrp="1"/>
          </p:cNvSpPr>
          <p:nvPr/>
        </p:nvSpPr>
        <p:spPr>
          <a:xfrm>
            <a:off x="58045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a_full_bar_1409">
            <a:extLst>
              <a:ext uri="{FF2B5EF4-FFF2-40B4-BE49-F238E27FC236}">
                <a16:creationId xmlns:a16="http://schemas.microsoft.com/office/drawing/2014/main" id="{4824EA0D-F2FB-44CB-81C8-28DE91592264}"/>
              </a:ext>
            </a:extLst>
          </p:cNvPr>
          <p:cNvSpPr>
            <a:spLocks noGrp="1"/>
          </p:cNvSpPr>
          <p:nvPr/>
        </p:nvSpPr>
        <p:spPr>
          <a:xfrm>
            <a:off x="5719661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a_full_bar_1410">
            <a:extLst>
              <a:ext uri="{FF2B5EF4-FFF2-40B4-BE49-F238E27FC236}">
                <a16:creationId xmlns:a16="http://schemas.microsoft.com/office/drawing/2014/main" id="{889F47B5-F2C4-41CD-B37F-100B97661376}"/>
              </a:ext>
            </a:extLst>
          </p:cNvPr>
          <p:cNvSpPr>
            <a:spLocks noGrp="1"/>
          </p:cNvSpPr>
          <p:nvPr/>
        </p:nvSpPr>
        <p:spPr>
          <a:xfrm>
            <a:off x="58166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a_full_bar_1411">
            <a:extLst>
              <a:ext uri="{FF2B5EF4-FFF2-40B4-BE49-F238E27FC236}">
                <a16:creationId xmlns:a16="http://schemas.microsoft.com/office/drawing/2014/main" id="{1E55722D-ECB0-4AC4-878E-6FEE06DDCA95}"/>
              </a:ext>
            </a:extLst>
          </p:cNvPr>
          <p:cNvSpPr>
            <a:spLocks noGrp="1"/>
          </p:cNvSpPr>
          <p:nvPr/>
        </p:nvSpPr>
        <p:spPr>
          <a:xfrm>
            <a:off x="569464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a_full_bar_1412">
            <a:extLst>
              <a:ext uri="{FF2B5EF4-FFF2-40B4-BE49-F238E27FC236}">
                <a16:creationId xmlns:a16="http://schemas.microsoft.com/office/drawing/2014/main" id="{C3EC74E4-2DA2-48D9-83BA-D5C298EE86C9}"/>
              </a:ext>
            </a:extLst>
          </p:cNvPr>
          <p:cNvSpPr>
            <a:spLocks noGrp="1"/>
          </p:cNvSpPr>
          <p:nvPr/>
        </p:nvSpPr>
        <p:spPr>
          <a:xfrm>
            <a:off x="57653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a_full_bar_1413">
            <a:extLst>
              <a:ext uri="{FF2B5EF4-FFF2-40B4-BE49-F238E27FC236}">
                <a16:creationId xmlns:a16="http://schemas.microsoft.com/office/drawing/2014/main" id="{9285A4BA-8D7D-4B0D-9DFE-51B25297F7BE}"/>
              </a:ext>
            </a:extLst>
          </p:cNvPr>
          <p:cNvSpPr>
            <a:spLocks noGrp="1"/>
          </p:cNvSpPr>
          <p:nvPr/>
        </p:nvSpPr>
        <p:spPr>
          <a:xfrm>
            <a:off x="5788074" y="42340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a_full_bar_1414">
            <a:extLst>
              <a:ext uri="{FF2B5EF4-FFF2-40B4-BE49-F238E27FC236}">
                <a16:creationId xmlns:a16="http://schemas.microsoft.com/office/drawing/2014/main" id="{B0D1F4FC-4C24-440F-BE20-DE905BFAB7E6}"/>
              </a:ext>
            </a:extLst>
          </p:cNvPr>
          <p:cNvSpPr>
            <a:spLocks noGrp="1"/>
          </p:cNvSpPr>
          <p:nvPr/>
        </p:nvSpPr>
        <p:spPr>
          <a:xfrm>
            <a:off x="579552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a_full_bar_1415">
            <a:extLst>
              <a:ext uri="{FF2B5EF4-FFF2-40B4-BE49-F238E27FC236}">
                <a16:creationId xmlns:a16="http://schemas.microsoft.com/office/drawing/2014/main" id="{6FC13EC1-2C03-4FEC-94AA-4419643730AA}"/>
              </a:ext>
            </a:extLst>
          </p:cNvPr>
          <p:cNvSpPr>
            <a:spLocks noGrp="1"/>
          </p:cNvSpPr>
          <p:nvPr/>
        </p:nvSpPr>
        <p:spPr>
          <a:xfrm>
            <a:off x="594434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a_full_bar_1416">
            <a:extLst>
              <a:ext uri="{FF2B5EF4-FFF2-40B4-BE49-F238E27FC236}">
                <a16:creationId xmlns:a16="http://schemas.microsoft.com/office/drawing/2014/main" id="{8AFFC763-9097-48A2-9322-0880EC5840E5}"/>
              </a:ext>
            </a:extLst>
          </p:cNvPr>
          <p:cNvSpPr>
            <a:spLocks noGrp="1"/>
          </p:cNvSpPr>
          <p:nvPr/>
        </p:nvSpPr>
        <p:spPr>
          <a:xfrm>
            <a:off x="600544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a_full_bar_1417">
            <a:extLst>
              <a:ext uri="{FF2B5EF4-FFF2-40B4-BE49-F238E27FC236}">
                <a16:creationId xmlns:a16="http://schemas.microsoft.com/office/drawing/2014/main" id="{B0839A02-813E-48CA-A582-F73A42868583}"/>
              </a:ext>
            </a:extLst>
          </p:cNvPr>
          <p:cNvSpPr>
            <a:spLocks noGrp="1"/>
          </p:cNvSpPr>
          <p:nvPr/>
        </p:nvSpPr>
        <p:spPr>
          <a:xfrm>
            <a:off x="586685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a_full_bar_1418">
            <a:extLst>
              <a:ext uri="{FF2B5EF4-FFF2-40B4-BE49-F238E27FC236}">
                <a16:creationId xmlns:a16="http://schemas.microsoft.com/office/drawing/2014/main" id="{C9DD3D89-5CB1-4A0E-AA6C-64371018C30D}"/>
              </a:ext>
            </a:extLst>
          </p:cNvPr>
          <p:cNvSpPr>
            <a:spLocks noGrp="1"/>
          </p:cNvSpPr>
          <p:nvPr/>
        </p:nvSpPr>
        <p:spPr>
          <a:xfrm>
            <a:off x="5847050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a_full_bar_1419">
            <a:extLst>
              <a:ext uri="{FF2B5EF4-FFF2-40B4-BE49-F238E27FC236}">
                <a16:creationId xmlns:a16="http://schemas.microsoft.com/office/drawing/2014/main" id="{AB58A672-9B3C-45A8-9D14-F92FEF01DD0D}"/>
              </a:ext>
            </a:extLst>
          </p:cNvPr>
          <p:cNvSpPr>
            <a:spLocks noGrp="1"/>
          </p:cNvSpPr>
          <p:nvPr/>
        </p:nvSpPr>
        <p:spPr>
          <a:xfrm>
            <a:off x="59524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a_full_bar_1420">
            <a:extLst>
              <a:ext uri="{FF2B5EF4-FFF2-40B4-BE49-F238E27FC236}">
                <a16:creationId xmlns:a16="http://schemas.microsoft.com/office/drawing/2014/main" id="{BD64B400-51A8-44DB-B01C-4965D16FE182}"/>
              </a:ext>
            </a:extLst>
          </p:cNvPr>
          <p:cNvSpPr>
            <a:spLocks noGrp="1"/>
          </p:cNvSpPr>
          <p:nvPr/>
        </p:nvSpPr>
        <p:spPr>
          <a:xfrm>
            <a:off x="592429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a_full_bar_1421">
            <a:extLst>
              <a:ext uri="{FF2B5EF4-FFF2-40B4-BE49-F238E27FC236}">
                <a16:creationId xmlns:a16="http://schemas.microsoft.com/office/drawing/2014/main" id="{EE0CDDD6-B566-44FC-BC8D-AA140A950E43}"/>
              </a:ext>
            </a:extLst>
          </p:cNvPr>
          <p:cNvSpPr>
            <a:spLocks noGrp="1"/>
          </p:cNvSpPr>
          <p:nvPr/>
        </p:nvSpPr>
        <p:spPr>
          <a:xfrm>
            <a:off x="56556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a_full_bar_1422">
            <a:extLst>
              <a:ext uri="{FF2B5EF4-FFF2-40B4-BE49-F238E27FC236}">
                <a16:creationId xmlns:a16="http://schemas.microsoft.com/office/drawing/2014/main" id="{D01805C2-6D0D-467C-AD0D-9C6F7E6365DC}"/>
              </a:ext>
            </a:extLst>
          </p:cNvPr>
          <p:cNvSpPr>
            <a:spLocks noGrp="1"/>
          </p:cNvSpPr>
          <p:nvPr/>
        </p:nvSpPr>
        <p:spPr>
          <a:xfrm>
            <a:off x="5802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a_full_bar_1423">
            <a:extLst>
              <a:ext uri="{FF2B5EF4-FFF2-40B4-BE49-F238E27FC236}">
                <a16:creationId xmlns:a16="http://schemas.microsoft.com/office/drawing/2014/main" id="{FAE08FD7-15A0-479A-9AE2-465019D13A79}"/>
              </a:ext>
            </a:extLst>
          </p:cNvPr>
          <p:cNvSpPr>
            <a:spLocks noGrp="1"/>
          </p:cNvSpPr>
          <p:nvPr/>
        </p:nvSpPr>
        <p:spPr>
          <a:xfrm>
            <a:off x="59771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a_full_bar_1424">
            <a:extLst>
              <a:ext uri="{FF2B5EF4-FFF2-40B4-BE49-F238E27FC236}">
                <a16:creationId xmlns:a16="http://schemas.microsoft.com/office/drawing/2014/main" id="{AFFC7829-9EA0-48EE-AC2D-0FC268515D61}"/>
              </a:ext>
            </a:extLst>
          </p:cNvPr>
          <p:cNvSpPr>
            <a:spLocks noGrp="1"/>
          </p:cNvSpPr>
          <p:nvPr/>
        </p:nvSpPr>
        <p:spPr>
          <a:xfrm>
            <a:off x="5946870" y="52253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a_full_bar_1425">
            <a:extLst>
              <a:ext uri="{FF2B5EF4-FFF2-40B4-BE49-F238E27FC236}">
                <a16:creationId xmlns:a16="http://schemas.microsoft.com/office/drawing/2014/main" id="{A1013463-3144-4CC2-84D0-C2B00656CF3D}"/>
              </a:ext>
            </a:extLst>
          </p:cNvPr>
          <p:cNvSpPr>
            <a:spLocks noGrp="1"/>
          </p:cNvSpPr>
          <p:nvPr/>
        </p:nvSpPr>
        <p:spPr>
          <a:xfrm>
            <a:off x="5692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a_full_bar_1426">
            <a:extLst>
              <a:ext uri="{FF2B5EF4-FFF2-40B4-BE49-F238E27FC236}">
                <a16:creationId xmlns:a16="http://schemas.microsoft.com/office/drawing/2014/main" id="{316DBA99-265D-4E99-8315-00CD958F410A}"/>
              </a:ext>
            </a:extLst>
          </p:cNvPr>
          <p:cNvSpPr>
            <a:spLocks noGrp="1"/>
          </p:cNvSpPr>
          <p:nvPr/>
        </p:nvSpPr>
        <p:spPr>
          <a:xfrm>
            <a:off x="5681742" y="39481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a_full_bar_1427">
            <a:extLst>
              <a:ext uri="{FF2B5EF4-FFF2-40B4-BE49-F238E27FC236}">
                <a16:creationId xmlns:a16="http://schemas.microsoft.com/office/drawing/2014/main" id="{BBFB0045-43FB-4278-AE4F-E265C61717EB}"/>
              </a:ext>
            </a:extLst>
          </p:cNvPr>
          <p:cNvSpPr>
            <a:spLocks noGrp="1"/>
          </p:cNvSpPr>
          <p:nvPr/>
        </p:nvSpPr>
        <p:spPr>
          <a:xfrm>
            <a:off x="582108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a_full_bar_1428">
            <a:extLst>
              <a:ext uri="{FF2B5EF4-FFF2-40B4-BE49-F238E27FC236}">
                <a16:creationId xmlns:a16="http://schemas.microsoft.com/office/drawing/2014/main" id="{AFD6955B-4C2E-4023-8E3C-79EF3E5A602B}"/>
              </a:ext>
            </a:extLst>
          </p:cNvPr>
          <p:cNvSpPr>
            <a:spLocks noGrp="1"/>
          </p:cNvSpPr>
          <p:nvPr/>
        </p:nvSpPr>
        <p:spPr>
          <a:xfrm>
            <a:off x="5894243" y="420304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a_full_bar_1429">
            <a:extLst>
              <a:ext uri="{FF2B5EF4-FFF2-40B4-BE49-F238E27FC236}">
                <a16:creationId xmlns:a16="http://schemas.microsoft.com/office/drawing/2014/main" id="{298E6C86-39C0-4AD8-9E2E-6C5A82518B24}"/>
              </a:ext>
            </a:extLst>
          </p:cNvPr>
          <p:cNvSpPr>
            <a:spLocks noGrp="1"/>
          </p:cNvSpPr>
          <p:nvPr/>
        </p:nvSpPr>
        <p:spPr>
          <a:xfrm>
            <a:off x="5681026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a_full_bar_1430">
            <a:extLst>
              <a:ext uri="{FF2B5EF4-FFF2-40B4-BE49-F238E27FC236}">
                <a16:creationId xmlns:a16="http://schemas.microsoft.com/office/drawing/2014/main" id="{CF8D52AE-D271-4D54-9376-E0DDD63B9080}"/>
              </a:ext>
            </a:extLst>
          </p:cNvPr>
          <p:cNvSpPr>
            <a:spLocks noGrp="1"/>
          </p:cNvSpPr>
          <p:nvPr/>
        </p:nvSpPr>
        <p:spPr>
          <a:xfrm>
            <a:off x="5743058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a_full_bar_1431">
            <a:extLst>
              <a:ext uri="{FF2B5EF4-FFF2-40B4-BE49-F238E27FC236}">
                <a16:creationId xmlns:a16="http://schemas.microsoft.com/office/drawing/2014/main" id="{936058CA-829E-4E11-9719-DD1C1BC25AA6}"/>
              </a:ext>
            </a:extLst>
          </p:cNvPr>
          <p:cNvSpPr>
            <a:spLocks noGrp="1"/>
          </p:cNvSpPr>
          <p:nvPr/>
        </p:nvSpPr>
        <p:spPr>
          <a:xfrm>
            <a:off x="5898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a_full_bar_1432">
            <a:extLst>
              <a:ext uri="{FF2B5EF4-FFF2-40B4-BE49-F238E27FC236}">
                <a16:creationId xmlns:a16="http://schemas.microsoft.com/office/drawing/2014/main" id="{705836CD-E914-49C4-85D1-9FCFD5D6A86D}"/>
              </a:ext>
            </a:extLst>
          </p:cNvPr>
          <p:cNvSpPr>
            <a:spLocks noGrp="1"/>
          </p:cNvSpPr>
          <p:nvPr/>
        </p:nvSpPr>
        <p:spPr>
          <a:xfrm>
            <a:off x="56704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a_full_bar_1433">
            <a:extLst>
              <a:ext uri="{FF2B5EF4-FFF2-40B4-BE49-F238E27FC236}">
                <a16:creationId xmlns:a16="http://schemas.microsoft.com/office/drawing/2014/main" id="{681D8FBB-66D9-4DCF-9CF9-A24B14DFF2D7}"/>
              </a:ext>
            </a:extLst>
          </p:cNvPr>
          <p:cNvSpPr>
            <a:spLocks noGrp="1"/>
          </p:cNvSpPr>
          <p:nvPr/>
        </p:nvSpPr>
        <p:spPr>
          <a:xfrm>
            <a:off x="5654172" y="44423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a_full_bar_1434">
            <a:extLst>
              <a:ext uri="{FF2B5EF4-FFF2-40B4-BE49-F238E27FC236}">
                <a16:creationId xmlns:a16="http://schemas.microsoft.com/office/drawing/2014/main" id="{FA9D1CAA-FB59-49FD-A7B6-141C9F96643C}"/>
              </a:ext>
            </a:extLst>
          </p:cNvPr>
          <p:cNvSpPr>
            <a:spLocks noGrp="1"/>
          </p:cNvSpPr>
          <p:nvPr/>
        </p:nvSpPr>
        <p:spPr>
          <a:xfrm>
            <a:off x="58641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a_full_bar_1435">
            <a:extLst>
              <a:ext uri="{FF2B5EF4-FFF2-40B4-BE49-F238E27FC236}">
                <a16:creationId xmlns:a16="http://schemas.microsoft.com/office/drawing/2014/main" id="{F396A67A-AC2B-4578-8CCC-7CF0978B03B9}"/>
              </a:ext>
            </a:extLst>
          </p:cNvPr>
          <p:cNvSpPr>
            <a:spLocks noGrp="1"/>
          </p:cNvSpPr>
          <p:nvPr/>
        </p:nvSpPr>
        <p:spPr>
          <a:xfrm>
            <a:off x="58833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a_full_bar_1436">
            <a:extLst>
              <a:ext uri="{FF2B5EF4-FFF2-40B4-BE49-F238E27FC236}">
                <a16:creationId xmlns:a16="http://schemas.microsoft.com/office/drawing/2014/main" id="{C00D253C-07F9-4EE4-A646-43AE590520D4}"/>
              </a:ext>
            </a:extLst>
          </p:cNvPr>
          <p:cNvSpPr>
            <a:spLocks noGrp="1"/>
          </p:cNvSpPr>
          <p:nvPr/>
        </p:nvSpPr>
        <p:spPr>
          <a:xfrm>
            <a:off x="574010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a_full_bar_1437">
            <a:extLst>
              <a:ext uri="{FF2B5EF4-FFF2-40B4-BE49-F238E27FC236}">
                <a16:creationId xmlns:a16="http://schemas.microsoft.com/office/drawing/2014/main" id="{B6F554BE-A558-49E8-A013-8F3FF5C1B390}"/>
              </a:ext>
            </a:extLst>
          </p:cNvPr>
          <p:cNvSpPr>
            <a:spLocks noGrp="1"/>
          </p:cNvSpPr>
          <p:nvPr/>
        </p:nvSpPr>
        <p:spPr>
          <a:xfrm>
            <a:off x="5972420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a_full_bar_1438">
            <a:extLst>
              <a:ext uri="{FF2B5EF4-FFF2-40B4-BE49-F238E27FC236}">
                <a16:creationId xmlns:a16="http://schemas.microsoft.com/office/drawing/2014/main" id="{FBAD1790-D80F-44E2-8397-AE05DC345E95}"/>
              </a:ext>
            </a:extLst>
          </p:cNvPr>
          <p:cNvSpPr>
            <a:spLocks noGrp="1"/>
          </p:cNvSpPr>
          <p:nvPr/>
        </p:nvSpPr>
        <p:spPr>
          <a:xfrm>
            <a:off x="60091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a_full_bar_1439">
            <a:extLst>
              <a:ext uri="{FF2B5EF4-FFF2-40B4-BE49-F238E27FC236}">
                <a16:creationId xmlns:a16="http://schemas.microsoft.com/office/drawing/2014/main" id="{1452355A-1ED5-43B5-8DA4-E6CEBC3C6FDD}"/>
              </a:ext>
            </a:extLst>
          </p:cNvPr>
          <p:cNvSpPr>
            <a:spLocks noGrp="1"/>
          </p:cNvSpPr>
          <p:nvPr/>
        </p:nvSpPr>
        <p:spPr>
          <a:xfrm>
            <a:off x="5899745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a_full_bar_1440">
            <a:extLst>
              <a:ext uri="{FF2B5EF4-FFF2-40B4-BE49-F238E27FC236}">
                <a16:creationId xmlns:a16="http://schemas.microsoft.com/office/drawing/2014/main" id="{9B9E077C-5FBE-4F8B-ADC5-2565FAA91BC8}"/>
              </a:ext>
            </a:extLst>
          </p:cNvPr>
          <p:cNvSpPr>
            <a:spLocks noGrp="1"/>
          </p:cNvSpPr>
          <p:nvPr/>
        </p:nvSpPr>
        <p:spPr>
          <a:xfrm>
            <a:off x="5945499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a_full_bar_1441">
            <a:extLst>
              <a:ext uri="{FF2B5EF4-FFF2-40B4-BE49-F238E27FC236}">
                <a16:creationId xmlns:a16="http://schemas.microsoft.com/office/drawing/2014/main" id="{3C30E8B1-4B95-43B5-841F-E98B9592DEC8}"/>
              </a:ext>
            </a:extLst>
          </p:cNvPr>
          <p:cNvSpPr>
            <a:spLocks noGrp="1"/>
          </p:cNvSpPr>
          <p:nvPr/>
        </p:nvSpPr>
        <p:spPr>
          <a:xfrm>
            <a:off x="59440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a_full_bar_1442">
            <a:extLst>
              <a:ext uri="{FF2B5EF4-FFF2-40B4-BE49-F238E27FC236}">
                <a16:creationId xmlns:a16="http://schemas.microsoft.com/office/drawing/2014/main" id="{591E130A-41A5-4DA0-AFEC-D134F874D7F2}"/>
              </a:ext>
            </a:extLst>
          </p:cNvPr>
          <p:cNvSpPr>
            <a:spLocks noGrp="1"/>
          </p:cNvSpPr>
          <p:nvPr/>
        </p:nvSpPr>
        <p:spPr>
          <a:xfrm>
            <a:off x="580470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a_full_bar_1443">
            <a:extLst>
              <a:ext uri="{FF2B5EF4-FFF2-40B4-BE49-F238E27FC236}">
                <a16:creationId xmlns:a16="http://schemas.microsoft.com/office/drawing/2014/main" id="{B266DCC4-72FD-45E3-B4C8-9D36588FEE28}"/>
              </a:ext>
            </a:extLst>
          </p:cNvPr>
          <p:cNvSpPr>
            <a:spLocks noGrp="1"/>
          </p:cNvSpPr>
          <p:nvPr/>
        </p:nvSpPr>
        <p:spPr>
          <a:xfrm>
            <a:off x="58981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a_full_bar_1444">
            <a:extLst>
              <a:ext uri="{FF2B5EF4-FFF2-40B4-BE49-F238E27FC236}">
                <a16:creationId xmlns:a16="http://schemas.microsoft.com/office/drawing/2014/main" id="{60394D9B-7156-4F61-ACF8-F0C5D9051364}"/>
              </a:ext>
            </a:extLst>
          </p:cNvPr>
          <p:cNvSpPr>
            <a:spLocks noGrp="1"/>
          </p:cNvSpPr>
          <p:nvPr/>
        </p:nvSpPr>
        <p:spPr>
          <a:xfrm>
            <a:off x="56436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a_full_bar_1445">
            <a:extLst>
              <a:ext uri="{FF2B5EF4-FFF2-40B4-BE49-F238E27FC236}">
                <a16:creationId xmlns:a16="http://schemas.microsoft.com/office/drawing/2014/main" id="{AA165AF9-B252-4A95-AEF2-DF666F1CD81A}"/>
              </a:ext>
            </a:extLst>
          </p:cNvPr>
          <p:cNvSpPr>
            <a:spLocks noGrp="1"/>
          </p:cNvSpPr>
          <p:nvPr/>
        </p:nvSpPr>
        <p:spPr>
          <a:xfrm>
            <a:off x="5767137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a_full_bar_1446">
            <a:extLst>
              <a:ext uri="{FF2B5EF4-FFF2-40B4-BE49-F238E27FC236}">
                <a16:creationId xmlns:a16="http://schemas.microsoft.com/office/drawing/2014/main" id="{F56B9419-0D1F-4E9E-AFC9-4A1953BD45A5}"/>
              </a:ext>
            </a:extLst>
          </p:cNvPr>
          <p:cNvSpPr>
            <a:spLocks noGrp="1"/>
          </p:cNvSpPr>
          <p:nvPr/>
        </p:nvSpPr>
        <p:spPr>
          <a:xfrm>
            <a:off x="5812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a_full_bar_1447">
            <a:extLst>
              <a:ext uri="{FF2B5EF4-FFF2-40B4-BE49-F238E27FC236}">
                <a16:creationId xmlns:a16="http://schemas.microsoft.com/office/drawing/2014/main" id="{FD3947A8-AAD3-457F-8D2E-3A26D7B36CBE}"/>
              </a:ext>
            </a:extLst>
          </p:cNvPr>
          <p:cNvSpPr>
            <a:spLocks noGrp="1"/>
          </p:cNvSpPr>
          <p:nvPr/>
        </p:nvSpPr>
        <p:spPr>
          <a:xfrm>
            <a:off x="601651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a_full_bar_1448">
            <a:extLst>
              <a:ext uri="{FF2B5EF4-FFF2-40B4-BE49-F238E27FC236}">
                <a16:creationId xmlns:a16="http://schemas.microsoft.com/office/drawing/2014/main" id="{DC49A915-2742-494F-A7C1-DE9486D870B3}"/>
              </a:ext>
            </a:extLst>
          </p:cNvPr>
          <p:cNvSpPr>
            <a:spLocks noGrp="1"/>
          </p:cNvSpPr>
          <p:nvPr/>
        </p:nvSpPr>
        <p:spPr>
          <a:xfrm>
            <a:off x="5641533" y="57236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a_full_bar_1449">
            <a:extLst>
              <a:ext uri="{FF2B5EF4-FFF2-40B4-BE49-F238E27FC236}">
                <a16:creationId xmlns:a16="http://schemas.microsoft.com/office/drawing/2014/main" id="{BB829CCB-1BDE-4CFC-A05E-BE485DEE3C75}"/>
              </a:ext>
            </a:extLst>
          </p:cNvPr>
          <p:cNvSpPr>
            <a:spLocks noGrp="1"/>
          </p:cNvSpPr>
          <p:nvPr/>
        </p:nvSpPr>
        <p:spPr>
          <a:xfrm>
            <a:off x="5943289" y="44830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a_full_bar_1450">
            <a:extLst>
              <a:ext uri="{FF2B5EF4-FFF2-40B4-BE49-F238E27FC236}">
                <a16:creationId xmlns:a16="http://schemas.microsoft.com/office/drawing/2014/main" id="{6593E2C4-7932-48CF-8C00-EB6BEC304784}"/>
              </a:ext>
            </a:extLst>
          </p:cNvPr>
          <p:cNvSpPr>
            <a:spLocks noGrp="1"/>
          </p:cNvSpPr>
          <p:nvPr/>
        </p:nvSpPr>
        <p:spPr>
          <a:xfrm>
            <a:off x="591693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a_full_bar_1451">
            <a:extLst>
              <a:ext uri="{FF2B5EF4-FFF2-40B4-BE49-F238E27FC236}">
                <a16:creationId xmlns:a16="http://schemas.microsoft.com/office/drawing/2014/main" id="{1A54E448-C6B3-4F29-95FA-6D5E0A02CA99}"/>
              </a:ext>
            </a:extLst>
          </p:cNvPr>
          <p:cNvSpPr>
            <a:spLocks noGrp="1"/>
          </p:cNvSpPr>
          <p:nvPr/>
        </p:nvSpPr>
        <p:spPr>
          <a:xfrm>
            <a:off x="6009672" y="59130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a_full_bar_1452">
            <a:extLst>
              <a:ext uri="{FF2B5EF4-FFF2-40B4-BE49-F238E27FC236}">
                <a16:creationId xmlns:a16="http://schemas.microsoft.com/office/drawing/2014/main" id="{0E43B2EF-72D4-4568-8692-AA26AE49088C}"/>
              </a:ext>
            </a:extLst>
          </p:cNvPr>
          <p:cNvSpPr>
            <a:spLocks noGrp="1"/>
          </p:cNvSpPr>
          <p:nvPr/>
        </p:nvSpPr>
        <p:spPr>
          <a:xfrm>
            <a:off x="5925550" y="59849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a_full_bar_1453">
            <a:extLst>
              <a:ext uri="{FF2B5EF4-FFF2-40B4-BE49-F238E27FC236}">
                <a16:creationId xmlns:a16="http://schemas.microsoft.com/office/drawing/2014/main" id="{C3BE773D-5B2F-4A6E-9572-86BED319FC21}"/>
              </a:ext>
            </a:extLst>
          </p:cNvPr>
          <p:cNvSpPr>
            <a:spLocks noGrp="1"/>
          </p:cNvSpPr>
          <p:nvPr/>
        </p:nvSpPr>
        <p:spPr>
          <a:xfrm>
            <a:off x="580235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a_full_bar_1454">
            <a:extLst>
              <a:ext uri="{FF2B5EF4-FFF2-40B4-BE49-F238E27FC236}">
                <a16:creationId xmlns:a16="http://schemas.microsoft.com/office/drawing/2014/main" id="{B5C944D3-BC81-4C1A-8E92-982D3C13FF44}"/>
              </a:ext>
            </a:extLst>
          </p:cNvPr>
          <p:cNvSpPr>
            <a:spLocks noGrp="1"/>
          </p:cNvSpPr>
          <p:nvPr/>
        </p:nvSpPr>
        <p:spPr>
          <a:xfrm>
            <a:off x="587572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a_full_bar_1455">
            <a:extLst>
              <a:ext uri="{FF2B5EF4-FFF2-40B4-BE49-F238E27FC236}">
                <a16:creationId xmlns:a16="http://schemas.microsoft.com/office/drawing/2014/main" id="{8A7BA88F-B2F6-435D-906A-25291687C158}"/>
              </a:ext>
            </a:extLst>
          </p:cNvPr>
          <p:cNvSpPr>
            <a:spLocks noGrp="1"/>
          </p:cNvSpPr>
          <p:nvPr/>
        </p:nvSpPr>
        <p:spPr>
          <a:xfrm>
            <a:off x="57876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a_full_bar_1456">
            <a:extLst>
              <a:ext uri="{FF2B5EF4-FFF2-40B4-BE49-F238E27FC236}">
                <a16:creationId xmlns:a16="http://schemas.microsoft.com/office/drawing/2014/main" id="{1DD79F5F-9350-4D62-812F-E4F868FC7542}"/>
              </a:ext>
            </a:extLst>
          </p:cNvPr>
          <p:cNvSpPr>
            <a:spLocks noGrp="1"/>
          </p:cNvSpPr>
          <p:nvPr/>
        </p:nvSpPr>
        <p:spPr>
          <a:xfrm>
            <a:off x="5801496" y="449585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a_full_bar_1457">
            <a:extLst>
              <a:ext uri="{FF2B5EF4-FFF2-40B4-BE49-F238E27FC236}">
                <a16:creationId xmlns:a16="http://schemas.microsoft.com/office/drawing/2014/main" id="{1AAA1EC6-7C8B-4086-B616-72BB5A1A399C}"/>
              </a:ext>
            </a:extLst>
          </p:cNvPr>
          <p:cNvSpPr>
            <a:spLocks noGrp="1"/>
          </p:cNvSpPr>
          <p:nvPr/>
        </p:nvSpPr>
        <p:spPr>
          <a:xfrm>
            <a:off x="58426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a_full_bar_1458">
            <a:extLst>
              <a:ext uri="{FF2B5EF4-FFF2-40B4-BE49-F238E27FC236}">
                <a16:creationId xmlns:a16="http://schemas.microsoft.com/office/drawing/2014/main" id="{004F9438-D781-4735-BF71-1107CF8D2905}"/>
              </a:ext>
            </a:extLst>
          </p:cNvPr>
          <p:cNvSpPr>
            <a:spLocks noGrp="1"/>
          </p:cNvSpPr>
          <p:nvPr/>
        </p:nvSpPr>
        <p:spPr>
          <a:xfrm>
            <a:off x="5999476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a_full_bar_1459">
            <a:extLst>
              <a:ext uri="{FF2B5EF4-FFF2-40B4-BE49-F238E27FC236}">
                <a16:creationId xmlns:a16="http://schemas.microsoft.com/office/drawing/2014/main" id="{5D04F3E3-91BD-4F6F-B173-5153007B74DB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a_full_bar_1460">
            <a:extLst>
              <a:ext uri="{FF2B5EF4-FFF2-40B4-BE49-F238E27FC236}">
                <a16:creationId xmlns:a16="http://schemas.microsoft.com/office/drawing/2014/main" id="{31ADBCDC-BA0C-4B0D-ACCF-AB4ED1644253}"/>
              </a:ext>
            </a:extLst>
          </p:cNvPr>
          <p:cNvSpPr>
            <a:spLocks noGrp="1"/>
          </p:cNvSpPr>
          <p:nvPr/>
        </p:nvSpPr>
        <p:spPr>
          <a:xfrm>
            <a:off x="83107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a_full_bar_1461">
            <a:extLst>
              <a:ext uri="{FF2B5EF4-FFF2-40B4-BE49-F238E27FC236}">
                <a16:creationId xmlns:a16="http://schemas.microsoft.com/office/drawing/2014/main" id="{BCFEDD39-8D82-4BD8-80AC-37B113A95FFA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a_full_bar_1462">
            <a:extLst>
              <a:ext uri="{FF2B5EF4-FFF2-40B4-BE49-F238E27FC236}">
                <a16:creationId xmlns:a16="http://schemas.microsoft.com/office/drawing/2014/main" id="{3FCD7765-4198-4D37-A813-A012F9CC6427}"/>
              </a:ext>
            </a:extLst>
          </p:cNvPr>
          <p:cNvSpPr>
            <a:spLocks noGrp="1"/>
          </p:cNvSpPr>
          <p:nvPr/>
        </p:nvSpPr>
        <p:spPr>
          <a:xfrm>
            <a:off x="84570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a_full_bar_1463">
            <a:extLst>
              <a:ext uri="{FF2B5EF4-FFF2-40B4-BE49-F238E27FC236}">
                <a16:creationId xmlns:a16="http://schemas.microsoft.com/office/drawing/2014/main" id="{3407C551-E484-4E6E-81C5-C08F7E55C972}"/>
              </a:ext>
            </a:extLst>
          </p:cNvPr>
          <p:cNvSpPr>
            <a:spLocks noGrp="1"/>
          </p:cNvSpPr>
          <p:nvPr/>
        </p:nvSpPr>
        <p:spPr>
          <a:xfrm>
            <a:off x="8105967" y="4665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a_full_bar_1464">
            <a:extLst>
              <a:ext uri="{FF2B5EF4-FFF2-40B4-BE49-F238E27FC236}">
                <a16:creationId xmlns:a16="http://schemas.microsoft.com/office/drawing/2014/main" id="{94F4287E-EFF6-49DE-A24E-305716438DB0}"/>
              </a:ext>
            </a:extLst>
          </p:cNvPr>
          <p:cNvSpPr>
            <a:spLocks noGrp="1"/>
          </p:cNvSpPr>
          <p:nvPr/>
        </p:nvSpPr>
        <p:spPr>
          <a:xfrm>
            <a:off x="81189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a_full_bar_1465">
            <a:extLst>
              <a:ext uri="{FF2B5EF4-FFF2-40B4-BE49-F238E27FC236}">
                <a16:creationId xmlns:a16="http://schemas.microsoft.com/office/drawing/2014/main" id="{C62B0FC8-A495-452A-B627-893E1BD8B10D}"/>
              </a:ext>
            </a:extLst>
          </p:cNvPr>
          <p:cNvSpPr>
            <a:spLocks noGrp="1"/>
          </p:cNvSpPr>
          <p:nvPr/>
        </p:nvSpPr>
        <p:spPr>
          <a:xfrm>
            <a:off x="84055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a_full_bar_1466">
            <a:extLst>
              <a:ext uri="{FF2B5EF4-FFF2-40B4-BE49-F238E27FC236}">
                <a16:creationId xmlns:a16="http://schemas.microsoft.com/office/drawing/2014/main" id="{C76A484D-BBAB-477C-9CE4-7E33FB4A5CEE}"/>
              </a:ext>
            </a:extLst>
          </p:cNvPr>
          <p:cNvSpPr>
            <a:spLocks noGrp="1"/>
          </p:cNvSpPr>
          <p:nvPr/>
        </p:nvSpPr>
        <p:spPr>
          <a:xfrm>
            <a:off x="8463796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a_full_bar_1467">
            <a:extLst>
              <a:ext uri="{FF2B5EF4-FFF2-40B4-BE49-F238E27FC236}">
                <a16:creationId xmlns:a16="http://schemas.microsoft.com/office/drawing/2014/main" id="{C85D5E4D-2442-45B7-9012-298F78374C14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a_full_bar_1468">
            <a:extLst>
              <a:ext uri="{FF2B5EF4-FFF2-40B4-BE49-F238E27FC236}">
                <a16:creationId xmlns:a16="http://schemas.microsoft.com/office/drawing/2014/main" id="{ACD27354-F7FD-40CB-9A5D-8C3D5940635B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a_full_bar_1469">
            <a:extLst>
              <a:ext uri="{FF2B5EF4-FFF2-40B4-BE49-F238E27FC236}">
                <a16:creationId xmlns:a16="http://schemas.microsoft.com/office/drawing/2014/main" id="{91765AFA-18D1-47A2-9EDF-7FADAB138198}"/>
              </a:ext>
            </a:extLst>
          </p:cNvPr>
          <p:cNvSpPr>
            <a:spLocks noGrp="1"/>
          </p:cNvSpPr>
          <p:nvPr/>
        </p:nvSpPr>
        <p:spPr>
          <a:xfrm>
            <a:off x="8424240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a_full_bar_1470">
            <a:extLst>
              <a:ext uri="{FF2B5EF4-FFF2-40B4-BE49-F238E27FC236}">
                <a16:creationId xmlns:a16="http://schemas.microsoft.com/office/drawing/2014/main" id="{2EF5FBD3-3DF3-42AC-B84D-58357B6972CF}"/>
              </a:ext>
            </a:extLst>
          </p:cNvPr>
          <p:cNvSpPr>
            <a:spLocks noGrp="1"/>
          </p:cNvSpPr>
          <p:nvPr/>
        </p:nvSpPr>
        <p:spPr>
          <a:xfrm>
            <a:off x="8354456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a_full_bar_1471">
            <a:extLst>
              <a:ext uri="{FF2B5EF4-FFF2-40B4-BE49-F238E27FC236}">
                <a16:creationId xmlns:a16="http://schemas.microsoft.com/office/drawing/2014/main" id="{067A06FA-5731-4E45-BC88-3BC2B4FE079E}"/>
              </a:ext>
            </a:extLst>
          </p:cNvPr>
          <p:cNvSpPr>
            <a:spLocks noGrp="1"/>
          </p:cNvSpPr>
          <p:nvPr/>
        </p:nvSpPr>
        <p:spPr>
          <a:xfrm>
            <a:off x="8387892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a_full_bar_1472">
            <a:extLst>
              <a:ext uri="{FF2B5EF4-FFF2-40B4-BE49-F238E27FC236}">
                <a16:creationId xmlns:a16="http://schemas.microsoft.com/office/drawing/2014/main" id="{B1409327-9861-442C-82F8-1F7834FAB935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a_full_bar_1473">
            <a:extLst>
              <a:ext uri="{FF2B5EF4-FFF2-40B4-BE49-F238E27FC236}">
                <a16:creationId xmlns:a16="http://schemas.microsoft.com/office/drawing/2014/main" id="{8D3F5EFA-5DC4-42EF-92B3-72ABF55A622E}"/>
              </a:ext>
            </a:extLst>
          </p:cNvPr>
          <p:cNvSpPr>
            <a:spLocks noGrp="1"/>
          </p:cNvSpPr>
          <p:nvPr/>
        </p:nvSpPr>
        <p:spPr>
          <a:xfrm>
            <a:off x="82562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a_full_bar_1474">
            <a:extLst>
              <a:ext uri="{FF2B5EF4-FFF2-40B4-BE49-F238E27FC236}">
                <a16:creationId xmlns:a16="http://schemas.microsoft.com/office/drawing/2014/main" id="{9B5D50BC-25F7-400D-B7F3-80ECB5534D54}"/>
              </a:ext>
            </a:extLst>
          </p:cNvPr>
          <p:cNvSpPr>
            <a:spLocks noGrp="1"/>
          </p:cNvSpPr>
          <p:nvPr/>
        </p:nvSpPr>
        <p:spPr>
          <a:xfrm>
            <a:off x="84665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a_full_bar_1475">
            <a:extLst>
              <a:ext uri="{FF2B5EF4-FFF2-40B4-BE49-F238E27FC236}">
                <a16:creationId xmlns:a16="http://schemas.microsoft.com/office/drawing/2014/main" id="{D45C9CBE-11D5-4A10-8B01-A95C48F5025C}"/>
              </a:ext>
            </a:extLst>
          </p:cNvPr>
          <p:cNvSpPr>
            <a:spLocks noGrp="1"/>
          </p:cNvSpPr>
          <p:nvPr/>
        </p:nvSpPr>
        <p:spPr>
          <a:xfrm>
            <a:off x="83181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a_full_bar_1476">
            <a:extLst>
              <a:ext uri="{FF2B5EF4-FFF2-40B4-BE49-F238E27FC236}">
                <a16:creationId xmlns:a16="http://schemas.microsoft.com/office/drawing/2014/main" id="{EBD2F85B-C38A-4F8A-B1FB-7FCE44A48873}"/>
              </a:ext>
            </a:extLst>
          </p:cNvPr>
          <p:cNvSpPr>
            <a:spLocks noGrp="1"/>
          </p:cNvSpPr>
          <p:nvPr/>
        </p:nvSpPr>
        <p:spPr>
          <a:xfrm>
            <a:off x="81599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a_full_bar_1477">
            <a:extLst>
              <a:ext uri="{FF2B5EF4-FFF2-40B4-BE49-F238E27FC236}">
                <a16:creationId xmlns:a16="http://schemas.microsoft.com/office/drawing/2014/main" id="{9D7F95DF-D865-4B9D-A675-5C7D0A5C2B19}"/>
              </a:ext>
            </a:extLst>
          </p:cNvPr>
          <p:cNvSpPr>
            <a:spLocks noGrp="1"/>
          </p:cNvSpPr>
          <p:nvPr/>
        </p:nvSpPr>
        <p:spPr>
          <a:xfrm>
            <a:off x="8236062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a_full_bar_1478">
            <a:extLst>
              <a:ext uri="{FF2B5EF4-FFF2-40B4-BE49-F238E27FC236}">
                <a16:creationId xmlns:a16="http://schemas.microsoft.com/office/drawing/2014/main" id="{5C566995-23B0-4864-982E-F084BC648B73}"/>
              </a:ext>
            </a:extLst>
          </p:cNvPr>
          <p:cNvSpPr>
            <a:spLocks noGrp="1"/>
          </p:cNvSpPr>
          <p:nvPr/>
        </p:nvSpPr>
        <p:spPr>
          <a:xfrm>
            <a:off x="8329611" y="4615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a_full_bar_1479">
            <a:extLst>
              <a:ext uri="{FF2B5EF4-FFF2-40B4-BE49-F238E27FC236}">
                <a16:creationId xmlns:a16="http://schemas.microsoft.com/office/drawing/2014/main" id="{3470FD99-E559-4A1A-94B0-BCC3DD7C01EA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a_full_bar_1480">
            <a:extLst>
              <a:ext uri="{FF2B5EF4-FFF2-40B4-BE49-F238E27FC236}">
                <a16:creationId xmlns:a16="http://schemas.microsoft.com/office/drawing/2014/main" id="{8023DBA2-0C27-4F41-A836-27EADFDDCC3E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a_full_bar_1481">
            <a:extLst>
              <a:ext uri="{FF2B5EF4-FFF2-40B4-BE49-F238E27FC236}">
                <a16:creationId xmlns:a16="http://schemas.microsoft.com/office/drawing/2014/main" id="{428FF8CC-1744-4BD8-A1C0-542356F25EF3}"/>
              </a:ext>
            </a:extLst>
          </p:cNvPr>
          <p:cNvSpPr>
            <a:spLocks noGrp="1"/>
          </p:cNvSpPr>
          <p:nvPr/>
        </p:nvSpPr>
        <p:spPr>
          <a:xfrm>
            <a:off x="8198336" y="52730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a_full_bar_1482">
            <a:extLst>
              <a:ext uri="{FF2B5EF4-FFF2-40B4-BE49-F238E27FC236}">
                <a16:creationId xmlns:a16="http://schemas.microsoft.com/office/drawing/2014/main" id="{9762DFE4-30FA-4833-9A16-88C09EF26E8D}"/>
              </a:ext>
            </a:extLst>
          </p:cNvPr>
          <p:cNvSpPr>
            <a:spLocks noGrp="1"/>
          </p:cNvSpPr>
          <p:nvPr/>
        </p:nvSpPr>
        <p:spPr>
          <a:xfrm>
            <a:off x="8131096" y="37403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a_full_bar_1483">
            <a:extLst>
              <a:ext uri="{FF2B5EF4-FFF2-40B4-BE49-F238E27FC236}">
                <a16:creationId xmlns:a16="http://schemas.microsoft.com/office/drawing/2014/main" id="{CE18F764-701B-4024-AC57-20F61D5E0FF1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a_full_bar_1484">
            <a:extLst>
              <a:ext uri="{FF2B5EF4-FFF2-40B4-BE49-F238E27FC236}">
                <a16:creationId xmlns:a16="http://schemas.microsoft.com/office/drawing/2014/main" id="{1535C67A-1DF8-4489-B7B9-1C21A7D41BF7}"/>
              </a:ext>
            </a:extLst>
          </p:cNvPr>
          <p:cNvSpPr>
            <a:spLocks noGrp="1"/>
          </p:cNvSpPr>
          <p:nvPr/>
        </p:nvSpPr>
        <p:spPr>
          <a:xfrm>
            <a:off x="84306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a_full_bar_1485">
            <a:extLst>
              <a:ext uri="{FF2B5EF4-FFF2-40B4-BE49-F238E27FC236}">
                <a16:creationId xmlns:a16="http://schemas.microsoft.com/office/drawing/2014/main" id="{894EA592-3915-4BD4-957E-9A65A6C1344A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a_full_bar_1486">
            <a:extLst>
              <a:ext uri="{FF2B5EF4-FFF2-40B4-BE49-F238E27FC236}">
                <a16:creationId xmlns:a16="http://schemas.microsoft.com/office/drawing/2014/main" id="{EB979423-4086-4204-8741-275CCF8B0666}"/>
              </a:ext>
            </a:extLst>
          </p:cNvPr>
          <p:cNvSpPr>
            <a:spLocks noGrp="1"/>
          </p:cNvSpPr>
          <p:nvPr/>
        </p:nvSpPr>
        <p:spPr>
          <a:xfrm>
            <a:off x="838025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a_full_bar_1487">
            <a:extLst>
              <a:ext uri="{FF2B5EF4-FFF2-40B4-BE49-F238E27FC236}">
                <a16:creationId xmlns:a16="http://schemas.microsoft.com/office/drawing/2014/main" id="{BF5F78B8-AA0F-41E3-9DFC-906D37ED3865}"/>
              </a:ext>
            </a:extLst>
          </p:cNvPr>
          <p:cNvSpPr>
            <a:spLocks noGrp="1"/>
          </p:cNvSpPr>
          <p:nvPr/>
        </p:nvSpPr>
        <p:spPr>
          <a:xfrm>
            <a:off x="8400943" y="54790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a_full_bar_1488">
            <a:extLst>
              <a:ext uri="{FF2B5EF4-FFF2-40B4-BE49-F238E27FC236}">
                <a16:creationId xmlns:a16="http://schemas.microsoft.com/office/drawing/2014/main" id="{9AB16EA2-09C1-4462-B148-5D508F0B2F8B}"/>
              </a:ext>
            </a:extLst>
          </p:cNvPr>
          <p:cNvSpPr>
            <a:spLocks noGrp="1"/>
          </p:cNvSpPr>
          <p:nvPr/>
        </p:nvSpPr>
        <p:spPr>
          <a:xfrm>
            <a:off x="832618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a_full_bar_1489">
            <a:extLst>
              <a:ext uri="{FF2B5EF4-FFF2-40B4-BE49-F238E27FC236}">
                <a16:creationId xmlns:a16="http://schemas.microsoft.com/office/drawing/2014/main" id="{AC957E1F-08A8-41A7-ABE4-59C14994F6FE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a_full_bar_1490">
            <a:extLst>
              <a:ext uri="{FF2B5EF4-FFF2-40B4-BE49-F238E27FC236}">
                <a16:creationId xmlns:a16="http://schemas.microsoft.com/office/drawing/2014/main" id="{98000F5B-7369-4DE1-8983-023D38D9C4FA}"/>
              </a:ext>
            </a:extLst>
          </p:cNvPr>
          <p:cNvSpPr>
            <a:spLocks noGrp="1"/>
          </p:cNvSpPr>
          <p:nvPr/>
        </p:nvSpPr>
        <p:spPr>
          <a:xfrm>
            <a:off x="8380004" y="583246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a_full_bar_1491">
            <a:extLst>
              <a:ext uri="{FF2B5EF4-FFF2-40B4-BE49-F238E27FC236}">
                <a16:creationId xmlns:a16="http://schemas.microsoft.com/office/drawing/2014/main" id="{99E20609-6173-43E3-9C98-1811940AEFB0}"/>
              </a:ext>
            </a:extLst>
          </p:cNvPr>
          <p:cNvSpPr>
            <a:spLocks noGrp="1"/>
          </p:cNvSpPr>
          <p:nvPr/>
        </p:nvSpPr>
        <p:spPr>
          <a:xfrm>
            <a:off x="81330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a_full_bar_1492">
            <a:extLst>
              <a:ext uri="{FF2B5EF4-FFF2-40B4-BE49-F238E27FC236}">
                <a16:creationId xmlns:a16="http://schemas.microsoft.com/office/drawing/2014/main" id="{C0426568-8631-40CE-801C-418E7833E411}"/>
              </a:ext>
            </a:extLst>
          </p:cNvPr>
          <p:cNvSpPr>
            <a:spLocks noGrp="1"/>
          </p:cNvSpPr>
          <p:nvPr/>
        </p:nvSpPr>
        <p:spPr>
          <a:xfrm>
            <a:off x="81931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a_full_bar_1493">
            <a:extLst>
              <a:ext uri="{FF2B5EF4-FFF2-40B4-BE49-F238E27FC236}">
                <a16:creationId xmlns:a16="http://schemas.microsoft.com/office/drawing/2014/main" id="{DF412BBF-3D6B-46D3-A1FF-4D1F01FBEEFB}"/>
              </a:ext>
            </a:extLst>
          </p:cNvPr>
          <p:cNvSpPr>
            <a:spLocks noGrp="1"/>
          </p:cNvSpPr>
          <p:nvPr/>
        </p:nvSpPr>
        <p:spPr>
          <a:xfrm>
            <a:off x="838245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a_full_bar_1494">
            <a:extLst>
              <a:ext uri="{FF2B5EF4-FFF2-40B4-BE49-F238E27FC236}">
                <a16:creationId xmlns:a16="http://schemas.microsoft.com/office/drawing/2014/main" id="{0EC55152-F574-4412-9DA6-B18221ABDFF5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a_full_bar_1495">
            <a:extLst>
              <a:ext uri="{FF2B5EF4-FFF2-40B4-BE49-F238E27FC236}">
                <a16:creationId xmlns:a16="http://schemas.microsoft.com/office/drawing/2014/main" id="{58BD4ECB-BA26-41D5-8F8C-CCC0BA250CBD}"/>
              </a:ext>
            </a:extLst>
          </p:cNvPr>
          <p:cNvSpPr>
            <a:spLocks noGrp="1"/>
          </p:cNvSpPr>
          <p:nvPr/>
        </p:nvSpPr>
        <p:spPr>
          <a:xfrm>
            <a:off x="81565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a_full_bar_1496">
            <a:extLst>
              <a:ext uri="{FF2B5EF4-FFF2-40B4-BE49-F238E27FC236}">
                <a16:creationId xmlns:a16="http://schemas.microsoft.com/office/drawing/2014/main" id="{0B2F2398-2F39-42F3-8326-895D18D68F04}"/>
              </a:ext>
            </a:extLst>
          </p:cNvPr>
          <p:cNvSpPr>
            <a:spLocks noGrp="1"/>
          </p:cNvSpPr>
          <p:nvPr/>
        </p:nvSpPr>
        <p:spPr>
          <a:xfrm>
            <a:off x="80939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a_full_bar_1497">
            <a:extLst>
              <a:ext uri="{FF2B5EF4-FFF2-40B4-BE49-F238E27FC236}">
                <a16:creationId xmlns:a16="http://schemas.microsoft.com/office/drawing/2014/main" id="{DB5B7782-219E-4B9D-9155-5F0E631C8F89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a_full_bar_1498">
            <a:extLst>
              <a:ext uri="{FF2B5EF4-FFF2-40B4-BE49-F238E27FC236}">
                <a16:creationId xmlns:a16="http://schemas.microsoft.com/office/drawing/2014/main" id="{BFD639AD-6FB1-4666-AF56-6E92C33B2EA6}"/>
              </a:ext>
            </a:extLst>
          </p:cNvPr>
          <p:cNvSpPr>
            <a:spLocks noGrp="1"/>
          </p:cNvSpPr>
          <p:nvPr/>
        </p:nvSpPr>
        <p:spPr>
          <a:xfrm>
            <a:off x="8107327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a_full_bar_1499">
            <a:extLst>
              <a:ext uri="{FF2B5EF4-FFF2-40B4-BE49-F238E27FC236}">
                <a16:creationId xmlns:a16="http://schemas.microsoft.com/office/drawing/2014/main" id="{5F34C412-6D1A-4539-93CF-E42C240AC5E2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a_full_bar_1500">
            <a:extLst>
              <a:ext uri="{FF2B5EF4-FFF2-40B4-BE49-F238E27FC236}">
                <a16:creationId xmlns:a16="http://schemas.microsoft.com/office/drawing/2014/main" id="{29A24576-A4C9-4D99-8C8A-EB9F58CA5897}"/>
              </a:ext>
            </a:extLst>
          </p:cNvPr>
          <p:cNvSpPr>
            <a:spLocks noGrp="1"/>
          </p:cNvSpPr>
          <p:nvPr/>
        </p:nvSpPr>
        <p:spPr>
          <a:xfrm>
            <a:off x="82287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a_full_bar_1501">
            <a:extLst>
              <a:ext uri="{FF2B5EF4-FFF2-40B4-BE49-F238E27FC236}">
                <a16:creationId xmlns:a16="http://schemas.microsoft.com/office/drawing/2014/main" id="{4A05C28A-9127-4465-A49E-3267AD6FC6C2}"/>
              </a:ext>
            </a:extLst>
          </p:cNvPr>
          <p:cNvSpPr>
            <a:spLocks noGrp="1"/>
          </p:cNvSpPr>
          <p:nvPr/>
        </p:nvSpPr>
        <p:spPr>
          <a:xfrm>
            <a:off x="820052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a_full_bar_1502">
            <a:extLst>
              <a:ext uri="{FF2B5EF4-FFF2-40B4-BE49-F238E27FC236}">
                <a16:creationId xmlns:a16="http://schemas.microsoft.com/office/drawing/2014/main" id="{6959B212-C108-4CC7-863B-DBCB00B13B07}"/>
              </a:ext>
            </a:extLst>
          </p:cNvPr>
          <p:cNvSpPr>
            <a:spLocks noGrp="1"/>
          </p:cNvSpPr>
          <p:nvPr/>
        </p:nvSpPr>
        <p:spPr>
          <a:xfrm>
            <a:off x="81578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a_full_bar_1503">
            <a:extLst>
              <a:ext uri="{FF2B5EF4-FFF2-40B4-BE49-F238E27FC236}">
                <a16:creationId xmlns:a16="http://schemas.microsoft.com/office/drawing/2014/main" id="{29F4DD37-112C-4D6E-A52E-6E9241EAFEA1}"/>
              </a:ext>
            </a:extLst>
          </p:cNvPr>
          <p:cNvSpPr>
            <a:spLocks noGrp="1"/>
          </p:cNvSpPr>
          <p:nvPr/>
        </p:nvSpPr>
        <p:spPr>
          <a:xfrm>
            <a:off x="82586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a_full_bar_1504">
            <a:extLst>
              <a:ext uri="{FF2B5EF4-FFF2-40B4-BE49-F238E27FC236}">
                <a16:creationId xmlns:a16="http://schemas.microsoft.com/office/drawing/2014/main" id="{49AFCA67-DAF1-43CD-A153-8EB436E1AF8A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a_full_bar_1505">
            <a:extLst>
              <a:ext uri="{FF2B5EF4-FFF2-40B4-BE49-F238E27FC236}">
                <a16:creationId xmlns:a16="http://schemas.microsoft.com/office/drawing/2014/main" id="{ECF99E7E-2156-4DC5-AA9D-BF36E4983F67}"/>
              </a:ext>
            </a:extLst>
          </p:cNvPr>
          <p:cNvSpPr>
            <a:spLocks noGrp="1"/>
          </p:cNvSpPr>
          <p:nvPr/>
        </p:nvSpPr>
        <p:spPr>
          <a:xfrm>
            <a:off x="8394060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a_full_bar_1506">
            <a:extLst>
              <a:ext uri="{FF2B5EF4-FFF2-40B4-BE49-F238E27FC236}">
                <a16:creationId xmlns:a16="http://schemas.microsoft.com/office/drawing/2014/main" id="{3AAE3BC9-EDE5-4151-B314-5BF666E1F7E3}"/>
              </a:ext>
            </a:extLst>
          </p:cNvPr>
          <p:cNvSpPr>
            <a:spLocks noGrp="1"/>
          </p:cNvSpPr>
          <p:nvPr/>
        </p:nvSpPr>
        <p:spPr>
          <a:xfrm>
            <a:off x="83530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a_full_bar_1507">
            <a:extLst>
              <a:ext uri="{FF2B5EF4-FFF2-40B4-BE49-F238E27FC236}">
                <a16:creationId xmlns:a16="http://schemas.microsoft.com/office/drawing/2014/main" id="{B27C4F92-C19D-4CD9-B055-F6243AF74A9C}"/>
              </a:ext>
            </a:extLst>
          </p:cNvPr>
          <p:cNvSpPr>
            <a:spLocks noGrp="1"/>
          </p:cNvSpPr>
          <p:nvPr/>
        </p:nvSpPr>
        <p:spPr>
          <a:xfrm>
            <a:off x="843163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a_full_bar_1508">
            <a:extLst>
              <a:ext uri="{FF2B5EF4-FFF2-40B4-BE49-F238E27FC236}">
                <a16:creationId xmlns:a16="http://schemas.microsoft.com/office/drawing/2014/main" id="{50D242F4-1D8C-4BA9-99AC-49D044F745E1}"/>
              </a:ext>
            </a:extLst>
          </p:cNvPr>
          <p:cNvSpPr>
            <a:spLocks noGrp="1"/>
          </p:cNvSpPr>
          <p:nvPr/>
        </p:nvSpPr>
        <p:spPr>
          <a:xfrm>
            <a:off x="8106103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a_full_bar_1509">
            <a:extLst>
              <a:ext uri="{FF2B5EF4-FFF2-40B4-BE49-F238E27FC236}">
                <a16:creationId xmlns:a16="http://schemas.microsoft.com/office/drawing/2014/main" id="{64CD52DB-7FEC-4C74-86D2-DC5DDBF2E947}"/>
              </a:ext>
            </a:extLst>
          </p:cNvPr>
          <p:cNvSpPr>
            <a:spLocks noGrp="1"/>
          </p:cNvSpPr>
          <p:nvPr/>
        </p:nvSpPr>
        <p:spPr>
          <a:xfrm>
            <a:off x="82786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a_full_bar_1510">
            <a:extLst>
              <a:ext uri="{FF2B5EF4-FFF2-40B4-BE49-F238E27FC236}">
                <a16:creationId xmlns:a16="http://schemas.microsoft.com/office/drawing/2014/main" id="{4B98A6DE-0EF4-4289-AC3F-5B371199F508}"/>
              </a:ext>
            </a:extLst>
          </p:cNvPr>
          <p:cNvSpPr>
            <a:spLocks noGrp="1"/>
          </p:cNvSpPr>
          <p:nvPr/>
        </p:nvSpPr>
        <p:spPr>
          <a:xfrm>
            <a:off x="8248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a_full_bar_1511">
            <a:extLst>
              <a:ext uri="{FF2B5EF4-FFF2-40B4-BE49-F238E27FC236}">
                <a16:creationId xmlns:a16="http://schemas.microsoft.com/office/drawing/2014/main" id="{49025F17-BE44-45F6-AF0E-FD46BD2C19ED}"/>
              </a:ext>
            </a:extLst>
          </p:cNvPr>
          <p:cNvSpPr>
            <a:spLocks noGrp="1"/>
          </p:cNvSpPr>
          <p:nvPr/>
        </p:nvSpPr>
        <p:spPr>
          <a:xfrm>
            <a:off x="84377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a_full_bar_1512">
            <a:extLst>
              <a:ext uri="{FF2B5EF4-FFF2-40B4-BE49-F238E27FC236}">
                <a16:creationId xmlns:a16="http://schemas.microsoft.com/office/drawing/2014/main" id="{33BB4AA1-BC71-47F0-809B-1893B949ED89}"/>
              </a:ext>
            </a:extLst>
          </p:cNvPr>
          <p:cNvSpPr>
            <a:spLocks noGrp="1"/>
          </p:cNvSpPr>
          <p:nvPr/>
        </p:nvSpPr>
        <p:spPr>
          <a:xfrm>
            <a:off x="8081781" y="51441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a_full_bar_1513">
            <a:extLst>
              <a:ext uri="{FF2B5EF4-FFF2-40B4-BE49-F238E27FC236}">
                <a16:creationId xmlns:a16="http://schemas.microsoft.com/office/drawing/2014/main" id="{5C4FB43A-5886-482A-8286-D42DE496CCED}"/>
              </a:ext>
            </a:extLst>
          </p:cNvPr>
          <p:cNvSpPr>
            <a:spLocks noGrp="1"/>
          </p:cNvSpPr>
          <p:nvPr/>
        </p:nvSpPr>
        <p:spPr>
          <a:xfrm>
            <a:off x="82992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a_full_bar_1514">
            <a:extLst>
              <a:ext uri="{FF2B5EF4-FFF2-40B4-BE49-F238E27FC236}">
                <a16:creationId xmlns:a16="http://schemas.microsoft.com/office/drawing/2014/main" id="{229DF0B9-3228-4BCA-8A20-95267841DF4D}"/>
              </a:ext>
            </a:extLst>
          </p:cNvPr>
          <p:cNvSpPr>
            <a:spLocks noGrp="1"/>
          </p:cNvSpPr>
          <p:nvPr/>
        </p:nvSpPr>
        <p:spPr>
          <a:xfrm>
            <a:off x="8282300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a_full_bar_1515">
            <a:extLst>
              <a:ext uri="{FF2B5EF4-FFF2-40B4-BE49-F238E27FC236}">
                <a16:creationId xmlns:a16="http://schemas.microsoft.com/office/drawing/2014/main" id="{39A24048-8E48-4BAD-8895-A404C4D9DC54}"/>
              </a:ext>
            </a:extLst>
          </p:cNvPr>
          <p:cNvSpPr>
            <a:spLocks noGrp="1"/>
          </p:cNvSpPr>
          <p:nvPr/>
        </p:nvSpPr>
        <p:spPr>
          <a:xfrm>
            <a:off x="826968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a_full_bar_1516">
            <a:extLst>
              <a:ext uri="{FF2B5EF4-FFF2-40B4-BE49-F238E27FC236}">
                <a16:creationId xmlns:a16="http://schemas.microsoft.com/office/drawing/2014/main" id="{6C704F28-8F38-4B4A-AECF-DC41FDDA5A61}"/>
              </a:ext>
            </a:extLst>
          </p:cNvPr>
          <p:cNvSpPr>
            <a:spLocks noGrp="1"/>
          </p:cNvSpPr>
          <p:nvPr/>
        </p:nvSpPr>
        <p:spPr>
          <a:xfrm>
            <a:off x="8286505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a_full_bar_1517">
            <a:extLst>
              <a:ext uri="{FF2B5EF4-FFF2-40B4-BE49-F238E27FC236}">
                <a16:creationId xmlns:a16="http://schemas.microsoft.com/office/drawing/2014/main" id="{EA09036C-F719-4A1A-A4A3-6AF809090BE8}"/>
              </a:ext>
            </a:extLst>
          </p:cNvPr>
          <p:cNvSpPr>
            <a:spLocks noGrp="1"/>
          </p:cNvSpPr>
          <p:nvPr/>
        </p:nvSpPr>
        <p:spPr>
          <a:xfrm>
            <a:off x="8387425" y="592488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a_full_bar_1518">
            <a:extLst>
              <a:ext uri="{FF2B5EF4-FFF2-40B4-BE49-F238E27FC236}">
                <a16:creationId xmlns:a16="http://schemas.microsoft.com/office/drawing/2014/main" id="{140F708D-3EB1-4106-8B61-7A54D82C2D77}"/>
              </a:ext>
            </a:extLst>
          </p:cNvPr>
          <p:cNvSpPr>
            <a:spLocks noGrp="1"/>
          </p:cNvSpPr>
          <p:nvPr/>
        </p:nvSpPr>
        <p:spPr>
          <a:xfrm>
            <a:off x="8353683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a_full_bar_1519">
            <a:extLst>
              <a:ext uri="{FF2B5EF4-FFF2-40B4-BE49-F238E27FC236}">
                <a16:creationId xmlns:a16="http://schemas.microsoft.com/office/drawing/2014/main" id="{6DC304FA-2BE4-4194-8FB9-F160FB90FFB5}"/>
              </a:ext>
            </a:extLst>
          </p:cNvPr>
          <p:cNvSpPr>
            <a:spLocks noGrp="1"/>
          </p:cNvSpPr>
          <p:nvPr/>
        </p:nvSpPr>
        <p:spPr>
          <a:xfrm>
            <a:off x="8152754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a_full_bar_1520">
            <a:extLst>
              <a:ext uri="{FF2B5EF4-FFF2-40B4-BE49-F238E27FC236}">
                <a16:creationId xmlns:a16="http://schemas.microsoft.com/office/drawing/2014/main" id="{BC0004D7-B6D3-474D-9D5F-6AB06C5CF2B1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a_full_bar_1521">
            <a:extLst>
              <a:ext uri="{FF2B5EF4-FFF2-40B4-BE49-F238E27FC236}">
                <a16:creationId xmlns:a16="http://schemas.microsoft.com/office/drawing/2014/main" id="{683F163E-3048-483B-B21D-25CAA511CED7}"/>
              </a:ext>
            </a:extLst>
          </p:cNvPr>
          <p:cNvSpPr>
            <a:spLocks noGrp="1"/>
          </p:cNvSpPr>
          <p:nvPr/>
        </p:nvSpPr>
        <p:spPr>
          <a:xfrm>
            <a:off x="826019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a_full_bar_1522">
            <a:extLst>
              <a:ext uri="{FF2B5EF4-FFF2-40B4-BE49-F238E27FC236}">
                <a16:creationId xmlns:a16="http://schemas.microsoft.com/office/drawing/2014/main" id="{E5014ADC-C5A9-4438-B911-E72FF2A1F0E3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a_full_bar_1523">
            <a:extLst>
              <a:ext uri="{FF2B5EF4-FFF2-40B4-BE49-F238E27FC236}">
                <a16:creationId xmlns:a16="http://schemas.microsoft.com/office/drawing/2014/main" id="{2CAABA80-4025-442C-8E14-72C899048FBF}"/>
              </a:ext>
            </a:extLst>
          </p:cNvPr>
          <p:cNvSpPr>
            <a:spLocks noGrp="1"/>
          </p:cNvSpPr>
          <p:nvPr/>
        </p:nvSpPr>
        <p:spPr>
          <a:xfrm>
            <a:off x="8284032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a_full_bar_1524">
            <a:extLst>
              <a:ext uri="{FF2B5EF4-FFF2-40B4-BE49-F238E27FC236}">
                <a16:creationId xmlns:a16="http://schemas.microsoft.com/office/drawing/2014/main" id="{1890A6E0-7B37-475E-9E62-1C758CE038C9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a_full_bar_1525">
            <a:extLst>
              <a:ext uri="{FF2B5EF4-FFF2-40B4-BE49-F238E27FC236}">
                <a16:creationId xmlns:a16="http://schemas.microsoft.com/office/drawing/2014/main" id="{4AEEB67C-0D44-4FD8-81D1-1E2E39B31702}"/>
              </a:ext>
            </a:extLst>
          </p:cNvPr>
          <p:cNvSpPr>
            <a:spLocks noGrp="1"/>
          </p:cNvSpPr>
          <p:nvPr/>
        </p:nvSpPr>
        <p:spPr>
          <a:xfrm>
            <a:off x="81867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a_full_bar_1526">
            <a:extLst>
              <a:ext uri="{FF2B5EF4-FFF2-40B4-BE49-F238E27FC236}">
                <a16:creationId xmlns:a16="http://schemas.microsoft.com/office/drawing/2014/main" id="{1479A408-629A-4962-9305-70885246347E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a_full_bar_1527">
            <a:extLst>
              <a:ext uri="{FF2B5EF4-FFF2-40B4-BE49-F238E27FC236}">
                <a16:creationId xmlns:a16="http://schemas.microsoft.com/office/drawing/2014/main" id="{6487298B-8078-456A-B455-902F1B024E93}"/>
              </a:ext>
            </a:extLst>
          </p:cNvPr>
          <p:cNvSpPr>
            <a:spLocks noGrp="1"/>
          </p:cNvSpPr>
          <p:nvPr/>
        </p:nvSpPr>
        <p:spPr>
          <a:xfrm>
            <a:off x="8242461" y="556496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a_full_bar_1528">
            <a:extLst>
              <a:ext uri="{FF2B5EF4-FFF2-40B4-BE49-F238E27FC236}">
                <a16:creationId xmlns:a16="http://schemas.microsoft.com/office/drawing/2014/main" id="{D7D32E2C-8A2D-4A68-AB21-A617328CB21A}"/>
              </a:ext>
            </a:extLst>
          </p:cNvPr>
          <p:cNvSpPr>
            <a:spLocks noGrp="1"/>
          </p:cNvSpPr>
          <p:nvPr/>
        </p:nvSpPr>
        <p:spPr>
          <a:xfrm>
            <a:off x="82280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a_full_bar_1529">
            <a:extLst>
              <a:ext uri="{FF2B5EF4-FFF2-40B4-BE49-F238E27FC236}">
                <a16:creationId xmlns:a16="http://schemas.microsoft.com/office/drawing/2014/main" id="{BC63436E-31DA-45F2-A6AB-6D8DF00D9F34}"/>
              </a:ext>
            </a:extLst>
          </p:cNvPr>
          <p:cNvSpPr>
            <a:spLocks noGrp="1"/>
          </p:cNvSpPr>
          <p:nvPr/>
        </p:nvSpPr>
        <p:spPr>
          <a:xfrm>
            <a:off x="8093345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a_full_bar_1530">
            <a:extLst>
              <a:ext uri="{FF2B5EF4-FFF2-40B4-BE49-F238E27FC236}">
                <a16:creationId xmlns:a16="http://schemas.microsoft.com/office/drawing/2014/main" id="{66A1C0FA-ECEE-49D5-8311-0A391E0A7AAA}"/>
              </a:ext>
            </a:extLst>
          </p:cNvPr>
          <p:cNvSpPr>
            <a:spLocks noGrp="1"/>
          </p:cNvSpPr>
          <p:nvPr/>
        </p:nvSpPr>
        <p:spPr>
          <a:xfrm>
            <a:off x="8458823" y="58654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a_full_bar_1531">
            <a:extLst>
              <a:ext uri="{FF2B5EF4-FFF2-40B4-BE49-F238E27FC236}">
                <a16:creationId xmlns:a16="http://schemas.microsoft.com/office/drawing/2014/main" id="{121B98ED-875F-4D4E-8129-631E14034571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a_full_bar_1532">
            <a:extLst>
              <a:ext uri="{FF2B5EF4-FFF2-40B4-BE49-F238E27FC236}">
                <a16:creationId xmlns:a16="http://schemas.microsoft.com/office/drawing/2014/main" id="{64A72258-72B8-4CFD-A6C2-637236E47E8B}"/>
              </a:ext>
            </a:extLst>
          </p:cNvPr>
          <p:cNvSpPr>
            <a:spLocks noGrp="1"/>
          </p:cNvSpPr>
          <p:nvPr/>
        </p:nvSpPr>
        <p:spPr>
          <a:xfrm>
            <a:off x="8464258" y="5894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a_full_bar_1533">
            <a:extLst>
              <a:ext uri="{FF2B5EF4-FFF2-40B4-BE49-F238E27FC236}">
                <a16:creationId xmlns:a16="http://schemas.microsoft.com/office/drawing/2014/main" id="{69CA829B-7D63-4088-BAFF-FD84CC788BBF}"/>
              </a:ext>
            </a:extLst>
          </p:cNvPr>
          <p:cNvSpPr>
            <a:spLocks noGrp="1"/>
          </p:cNvSpPr>
          <p:nvPr/>
        </p:nvSpPr>
        <p:spPr>
          <a:xfrm>
            <a:off x="8379416" y="551344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a_full_bar_1534">
            <a:extLst>
              <a:ext uri="{FF2B5EF4-FFF2-40B4-BE49-F238E27FC236}">
                <a16:creationId xmlns:a16="http://schemas.microsoft.com/office/drawing/2014/main" id="{FFB66617-1D75-46D2-B127-47302B085DDA}"/>
              </a:ext>
            </a:extLst>
          </p:cNvPr>
          <p:cNvSpPr>
            <a:spLocks noGrp="1"/>
          </p:cNvSpPr>
          <p:nvPr/>
        </p:nvSpPr>
        <p:spPr>
          <a:xfrm>
            <a:off x="8099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a_full_bar_1535">
            <a:extLst>
              <a:ext uri="{FF2B5EF4-FFF2-40B4-BE49-F238E27FC236}">
                <a16:creationId xmlns:a16="http://schemas.microsoft.com/office/drawing/2014/main" id="{B1A13999-533D-4738-9319-B412B7998503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a_full_bar_1536">
            <a:extLst>
              <a:ext uri="{FF2B5EF4-FFF2-40B4-BE49-F238E27FC236}">
                <a16:creationId xmlns:a16="http://schemas.microsoft.com/office/drawing/2014/main" id="{1D2BF137-36FF-4981-BE69-F4102E8EDEAB}"/>
              </a:ext>
            </a:extLst>
          </p:cNvPr>
          <p:cNvSpPr>
            <a:spLocks noGrp="1"/>
          </p:cNvSpPr>
          <p:nvPr/>
        </p:nvSpPr>
        <p:spPr>
          <a:xfrm>
            <a:off x="816759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a_full_bar_1537">
            <a:extLst>
              <a:ext uri="{FF2B5EF4-FFF2-40B4-BE49-F238E27FC236}">
                <a16:creationId xmlns:a16="http://schemas.microsoft.com/office/drawing/2014/main" id="{B313C3CE-7C9C-435C-A608-F6451BAE51FD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a_full_bar_1538">
            <a:extLst>
              <a:ext uri="{FF2B5EF4-FFF2-40B4-BE49-F238E27FC236}">
                <a16:creationId xmlns:a16="http://schemas.microsoft.com/office/drawing/2014/main" id="{0F66AE23-3E88-476C-B238-BE9E9783F987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a_full_bar_1539">
            <a:extLst>
              <a:ext uri="{FF2B5EF4-FFF2-40B4-BE49-F238E27FC236}">
                <a16:creationId xmlns:a16="http://schemas.microsoft.com/office/drawing/2014/main" id="{1EF84248-44EC-4A32-A915-D42608B1254A}"/>
              </a:ext>
            </a:extLst>
          </p:cNvPr>
          <p:cNvSpPr>
            <a:spLocks noGrp="1"/>
          </p:cNvSpPr>
          <p:nvPr/>
        </p:nvSpPr>
        <p:spPr>
          <a:xfrm>
            <a:off x="8436192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a_full_bar_1540">
            <a:extLst>
              <a:ext uri="{FF2B5EF4-FFF2-40B4-BE49-F238E27FC236}">
                <a16:creationId xmlns:a16="http://schemas.microsoft.com/office/drawing/2014/main" id="{2D97730C-FF8F-4E25-B83A-DA30650FF6DE}"/>
              </a:ext>
            </a:extLst>
          </p:cNvPr>
          <p:cNvSpPr>
            <a:spLocks noGrp="1"/>
          </p:cNvSpPr>
          <p:nvPr/>
        </p:nvSpPr>
        <p:spPr>
          <a:xfrm>
            <a:off x="8350443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a_full_bar_1541">
            <a:extLst>
              <a:ext uri="{FF2B5EF4-FFF2-40B4-BE49-F238E27FC236}">
                <a16:creationId xmlns:a16="http://schemas.microsoft.com/office/drawing/2014/main" id="{35F60D65-2BE8-4D4B-91E8-14D86097BFD9}"/>
              </a:ext>
            </a:extLst>
          </p:cNvPr>
          <p:cNvSpPr>
            <a:spLocks noGrp="1"/>
          </p:cNvSpPr>
          <p:nvPr/>
        </p:nvSpPr>
        <p:spPr>
          <a:xfrm>
            <a:off x="840737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a_full_bar_1542">
            <a:extLst>
              <a:ext uri="{FF2B5EF4-FFF2-40B4-BE49-F238E27FC236}">
                <a16:creationId xmlns:a16="http://schemas.microsoft.com/office/drawing/2014/main" id="{82089AAD-A326-4507-AF96-15A459CE525E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a_full_bar_1543">
            <a:extLst>
              <a:ext uri="{FF2B5EF4-FFF2-40B4-BE49-F238E27FC236}">
                <a16:creationId xmlns:a16="http://schemas.microsoft.com/office/drawing/2014/main" id="{49714E4A-3710-45C1-AFE9-6468E74416F5}"/>
              </a:ext>
            </a:extLst>
          </p:cNvPr>
          <p:cNvSpPr>
            <a:spLocks noGrp="1"/>
          </p:cNvSpPr>
          <p:nvPr/>
        </p:nvSpPr>
        <p:spPr>
          <a:xfrm>
            <a:off x="844439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a_full_bar_1544">
            <a:extLst>
              <a:ext uri="{FF2B5EF4-FFF2-40B4-BE49-F238E27FC236}">
                <a16:creationId xmlns:a16="http://schemas.microsoft.com/office/drawing/2014/main" id="{BDA0D6D5-719F-484E-91E3-072BB495AC5F}"/>
              </a:ext>
            </a:extLst>
          </p:cNvPr>
          <p:cNvSpPr>
            <a:spLocks noGrp="1"/>
          </p:cNvSpPr>
          <p:nvPr/>
        </p:nvSpPr>
        <p:spPr>
          <a:xfrm>
            <a:off x="8229901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a_full_bar_1545">
            <a:extLst>
              <a:ext uri="{FF2B5EF4-FFF2-40B4-BE49-F238E27FC236}">
                <a16:creationId xmlns:a16="http://schemas.microsoft.com/office/drawing/2014/main" id="{90BF715E-DD06-4897-BFE4-9AEEA357D8B3}"/>
              </a:ext>
            </a:extLst>
          </p:cNvPr>
          <p:cNvSpPr>
            <a:spLocks noGrp="1"/>
          </p:cNvSpPr>
          <p:nvPr/>
        </p:nvSpPr>
        <p:spPr>
          <a:xfrm>
            <a:off x="818710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a_full_bar_1546">
            <a:extLst>
              <a:ext uri="{FF2B5EF4-FFF2-40B4-BE49-F238E27FC236}">
                <a16:creationId xmlns:a16="http://schemas.microsoft.com/office/drawing/2014/main" id="{936AD9C1-2FD3-4451-9146-6A09CB5C6302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a_full_bar_1547">
            <a:extLst>
              <a:ext uri="{FF2B5EF4-FFF2-40B4-BE49-F238E27FC236}">
                <a16:creationId xmlns:a16="http://schemas.microsoft.com/office/drawing/2014/main" id="{F7CF0DF3-4146-49BC-9D51-48447401FB5E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a_full_bar_1548">
            <a:extLst>
              <a:ext uri="{FF2B5EF4-FFF2-40B4-BE49-F238E27FC236}">
                <a16:creationId xmlns:a16="http://schemas.microsoft.com/office/drawing/2014/main" id="{EB6D32B5-85F6-4D5C-80ED-584228E39D3E}"/>
              </a:ext>
            </a:extLst>
          </p:cNvPr>
          <p:cNvSpPr>
            <a:spLocks noGrp="1"/>
          </p:cNvSpPr>
          <p:nvPr/>
        </p:nvSpPr>
        <p:spPr>
          <a:xfrm>
            <a:off x="8274803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a_full_bar_1549">
            <a:extLst>
              <a:ext uri="{FF2B5EF4-FFF2-40B4-BE49-F238E27FC236}">
                <a16:creationId xmlns:a16="http://schemas.microsoft.com/office/drawing/2014/main" id="{69CBD03C-1F85-41D8-9F1C-9F8A01BC98E2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a_full_bar_1550">
            <a:extLst>
              <a:ext uri="{FF2B5EF4-FFF2-40B4-BE49-F238E27FC236}">
                <a16:creationId xmlns:a16="http://schemas.microsoft.com/office/drawing/2014/main" id="{609A84A7-FFF8-4B7E-8F3F-FC0F9B43524E}"/>
              </a:ext>
            </a:extLst>
          </p:cNvPr>
          <p:cNvSpPr>
            <a:spLocks noGrp="1"/>
          </p:cNvSpPr>
          <p:nvPr/>
        </p:nvSpPr>
        <p:spPr>
          <a:xfrm>
            <a:off x="8343411" y="59921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a_full_bar_1551">
            <a:extLst>
              <a:ext uri="{FF2B5EF4-FFF2-40B4-BE49-F238E27FC236}">
                <a16:creationId xmlns:a16="http://schemas.microsoft.com/office/drawing/2014/main" id="{2139529C-1DD9-46F8-9E70-983BE4A59F6D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a_full_bar_1552">
            <a:extLst>
              <a:ext uri="{FF2B5EF4-FFF2-40B4-BE49-F238E27FC236}">
                <a16:creationId xmlns:a16="http://schemas.microsoft.com/office/drawing/2014/main" id="{7072073A-CC0F-42F3-B194-411721439F91}"/>
              </a:ext>
            </a:extLst>
          </p:cNvPr>
          <p:cNvSpPr>
            <a:spLocks noGrp="1"/>
          </p:cNvSpPr>
          <p:nvPr/>
        </p:nvSpPr>
        <p:spPr>
          <a:xfrm>
            <a:off x="82254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a_full_bar_1553">
            <a:extLst>
              <a:ext uri="{FF2B5EF4-FFF2-40B4-BE49-F238E27FC236}">
                <a16:creationId xmlns:a16="http://schemas.microsoft.com/office/drawing/2014/main" id="{7B906981-903D-445D-8256-F4189EB38BDF}"/>
              </a:ext>
            </a:extLst>
          </p:cNvPr>
          <p:cNvSpPr>
            <a:spLocks noGrp="1"/>
          </p:cNvSpPr>
          <p:nvPr/>
        </p:nvSpPr>
        <p:spPr>
          <a:xfrm>
            <a:off x="82681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a_full_bar_1554">
            <a:extLst>
              <a:ext uri="{FF2B5EF4-FFF2-40B4-BE49-F238E27FC236}">
                <a16:creationId xmlns:a16="http://schemas.microsoft.com/office/drawing/2014/main" id="{6269F771-2F90-4464-87B2-FD5E16D18DA5}"/>
              </a:ext>
            </a:extLst>
          </p:cNvPr>
          <p:cNvSpPr>
            <a:spLocks noGrp="1"/>
          </p:cNvSpPr>
          <p:nvPr/>
        </p:nvSpPr>
        <p:spPr>
          <a:xfrm>
            <a:off x="8129048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a_full_bar_1555">
            <a:extLst>
              <a:ext uri="{FF2B5EF4-FFF2-40B4-BE49-F238E27FC236}">
                <a16:creationId xmlns:a16="http://schemas.microsoft.com/office/drawing/2014/main" id="{89E6D6B7-1A79-46AC-BA98-BD8BD5C33AA3}"/>
              </a:ext>
            </a:extLst>
          </p:cNvPr>
          <p:cNvSpPr>
            <a:spLocks noGrp="1"/>
          </p:cNvSpPr>
          <p:nvPr/>
        </p:nvSpPr>
        <p:spPr>
          <a:xfrm>
            <a:off x="83780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a_full_bar_1556">
            <a:extLst>
              <a:ext uri="{FF2B5EF4-FFF2-40B4-BE49-F238E27FC236}">
                <a16:creationId xmlns:a16="http://schemas.microsoft.com/office/drawing/2014/main" id="{0F864555-B73D-44B0-89D8-E519704C4D2B}"/>
              </a:ext>
            </a:extLst>
          </p:cNvPr>
          <p:cNvSpPr>
            <a:spLocks noGrp="1"/>
          </p:cNvSpPr>
          <p:nvPr/>
        </p:nvSpPr>
        <p:spPr>
          <a:xfrm>
            <a:off x="8277415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a_full_bar_1557">
            <a:extLst>
              <a:ext uri="{FF2B5EF4-FFF2-40B4-BE49-F238E27FC236}">
                <a16:creationId xmlns:a16="http://schemas.microsoft.com/office/drawing/2014/main" id="{1FD4891A-E2A1-4121-B0AC-6E338E5164F8}"/>
              </a:ext>
            </a:extLst>
          </p:cNvPr>
          <p:cNvSpPr>
            <a:spLocks noGrp="1"/>
          </p:cNvSpPr>
          <p:nvPr/>
        </p:nvSpPr>
        <p:spPr>
          <a:xfrm>
            <a:off x="84305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a_full_bar_1558">
            <a:extLst>
              <a:ext uri="{FF2B5EF4-FFF2-40B4-BE49-F238E27FC236}">
                <a16:creationId xmlns:a16="http://schemas.microsoft.com/office/drawing/2014/main" id="{61B59FB8-DB9B-4014-88D6-C5574D28CC93}"/>
              </a:ext>
            </a:extLst>
          </p:cNvPr>
          <p:cNvSpPr>
            <a:spLocks noGrp="1"/>
          </p:cNvSpPr>
          <p:nvPr/>
        </p:nvSpPr>
        <p:spPr>
          <a:xfrm>
            <a:off x="8461361" y="59578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a_full_bar_1559">
            <a:extLst>
              <a:ext uri="{FF2B5EF4-FFF2-40B4-BE49-F238E27FC236}">
                <a16:creationId xmlns:a16="http://schemas.microsoft.com/office/drawing/2014/main" id="{11A4237F-273F-4408-9649-07862C460C4F}"/>
              </a:ext>
            </a:extLst>
          </p:cNvPr>
          <p:cNvSpPr>
            <a:spLocks noGrp="1"/>
          </p:cNvSpPr>
          <p:nvPr/>
        </p:nvSpPr>
        <p:spPr>
          <a:xfrm>
            <a:off x="8291100" y="423784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a_full_bar_1560">
            <a:extLst>
              <a:ext uri="{FF2B5EF4-FFF2-40B4-BE49-F238E27FC236}">
                <a16:creationId xmlns:a16="http://schemas.microsoft.com/office/drawing/2014/main" id="{ED7DCDEC-8FF8-4D29-AC04-F6BB022523E9}"/>
              </a:ext>
            </a:extLst>
          </p:cNvPr>
          <p:cNvSpPr>
            <a:spLocks noGrp="1"/>
          </p:cNvSpPr>
          <p:nvPr/>
        </p:nvSpPr>
        <p:spPr>
          <a:xfrm>
            <a:off x="83140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a_full_bar_1561">
            <a:extLst>
              <a:ext uri="{FF2B5EF4-FFF2-40B4-BE49-F238E27FC236}">
                <a16:creationId xmlns:a16="http://schemas.microsoft.com/office/drawing/2014/main" id="{BD83C051-3A41-4D73-9B52-D4FAF1090953}"/>
              </a:ext>
            </a:extLst>
          </p:cNvPr>
          <p:cNvSpPr>
            <a:spLocks noGrp="1"/>
          </p:cNvSpPr>
          <p:nvPr/>
        </p:nvSpPr>
        <p:spPr>
          <a:xfrm>
            <a:off x="810271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a_full_bar_1562">
            <a:extLst>
              <a:ext uri="{FF2B5EF4-FFF2-40B4-BE49-F238E27FC236}">
                <a16:creationId xmlns:a16="http://schemas.microsoft.com/office/drawing/2014/main" id="{C62D196D-3433-483A-8C75-C55DB2C8A711}"/>
              </a:ext>
            </a:extLst>
          </p:cNvPr>
          <p:cNvSpPr>
            <a:spLocks noGrp="1"/>
          </p:cNvSpPr>
          <p:nvPr/>
        </p:nvSpPr>
        <p:spPr>
          <a:xfrm>
            <a:off x="84288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a_full_bar_1563">
            <a:extLst>
              <a:ext uri="{FF2B5EF4-FFF2-40B4-BE49-F238E27FC236}">
                <a16:creationId xmlns:a16="http://schemas.microsoft.com/office/drawing/2014/main" id="{2831A4B3-8DBC-4BCD-AC17-DD6F49B4C5AD}"/>
              </a:ext>
            </a:extLst>
          </p:cNvPr>
          <p:cNvSpPr>
            <a:spLocks noGrp="1"/>
          </p:cNvSpPr>
          <p:nvPr/>
        </p:nvSpPr>
        <p:spPr>
          <a:xfrm>
            <a:off x="8211211" y="56948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a_full_bar_1564">
            <a:extLst>
              <a:ext uri="{FF2B5EF4-FFF2-40B4-BE49-F238E27FC236}">
                <a16:creationId xmlns:a16="http://schemas.microsoft.com/office/drawing/2014/main" id="{C8115291-F208-4335-863B-FA480A514B78}"/>
              </a:ext>
            </a:extLst>
          </p:cNvPr>
          <p:cNvSpPr>
            <a:spLocks noGrp="1"/>
          </p:cNvSpPr>
          <p:nvPr/>
        </p:nvSpPr>
        <p:spPr>
          <a:xfrm>
            <a:off x="838483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a_full_bar_1565">
            <a:extLst>
              <a:ext uri="{FF2B5EF4-FFF2-40B4-BE49-F238E27FC236}">
                <a16:creationId xmlns:a16="http://schemas.microsoft.com/office/drawing/2014/main" id="{22546FB4-EB96-4B31-BBBC-478A6D349090}"/>
              </a:ext>
            </a:extLst>
          </p:cNvPr>
          <p:cNvSpPr>
            <a:spLocks noGrp="1"/>
          </p:cNvSpPr>
          <p:nvPr/>
        </p:nvSpPr>
        <p:spPr>
          <a:xfrm>
            <a:off x="8118954" y="49088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a_full_bar_1566">
            <a:extLst>
              <a:ext uri="{FF2B5EF4-FFF2-40B4-BE49-F238E27FC236}">
                <a16:creationId xmlns:a16="http://schemas.microsoft.com/office/drawing/2014/main" id="{AD14F4AB-1667-4226-9001-166F5D0A253E}"/>
              </a:ext>
            </a:extLst>
          </p:cNvPr>
          <p:cNvSpPr>
            <a:spLocks noGrp="1"/>
          </p:cNvSpPr>
          <p:nvPr/>
        </p:nvSpPr>
        <p:spPr>
          <a:xfrm>
            <a:off x="8142517" y="47320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a_full_bar_1567">
            <a:extLst>
              <a:ext uri="{FF2B5EF4-FFF2-40B4-BE49-F238E27FC236}">
                <a16:creationId xmlns:a16="http://schemas.microsoft.com/office/drawing/2014/main" id="{93E22DF2-A71E-44DB-B95E-A47190BD70F6}"/>
              </a:ext>
            </a:extLst>
          </p:cNvPr>
          <p:cNvSpPr>
            <a:spLocks noGrp="1"/>
          </p:cNvSpPr>
          <p:nvPr/>
        </p:nvSpPr>
        <p:spPr>
          <a:xfrm>
            <a:off x="831931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a_full_bar_1568">
            <a:extLst>
              <a:ext uri="{FF2B5EF4-FFF2-40B4-BE49-F238E27FC236}">
                <a16:creationId xmlns:a16="http://schemas.microsoft.com/office/drawing/2014/main" id="{6C2C0A8A-ED7D-4C9F-9702-1213A54B3244}"/>
              </a:ext>
            </a:extLst>
          </p:cNvPr>
          <p:cNvSpPr>
            <a:spLocks noGrp="1"/>
          </p:cNvSpPr>
          <p:nvPr/>
        </p:nvSpPr>
        <p:spPr>
          <a:xfrm>
            <a:off x="84472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a_full_bar_1569">
            <a:extLst>
              <a:ext uri="{FF2B5EF4-FFF2-40B4-BE49-F238E27FC236}">
                <a16:creationId xmlns:a16="http://schemas.microsoft.com/office/drawing/2014/main" id="{A3BCB69C-4A23-48C6-8E3E-6817E06A7999}"/>
              </a:ext>
            </a:extLst>
          </p:cNvPr>
          <p:cNvSpPr>
            <a:spLocks noGrp="1"/>
          </p:cNvSpPr>
          <p:nvPr/>
        </p:nvSpPr>
        <p:spPr>
          <a:xfrm>
            <a:off x="8107736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a_full_bar_1570">
            <a:extLst>
              <a:ext uri="{FF2B5EF4-FFF2-40B4-BE49-F238E27FC236}">
                <a16:creationId xmlns:a16="http://schemas.microsoft.com/office/drawing/2014/main" id="{27401159-7688-4D1A-984D-28639EB61177}"/>
              </a:ext>
            </a:extLst>
          </p:cNvPr>
          <p:cNvSpPr>
            <a:spLocks noGrp="1"/>
          </p:cNvSpPr>
          <p:nvPr/>
        </p:nvSpPr>
        <p:spPr>
          <a:xfrm>
            <a:off x="84652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a_full_bar_1571">
            <a:extLst>
              <a:ext uri="{FF2B5EF4-FFF2-40B4-BE49-F238E27FC236}">
                <a16:creationId xmlns:a16="http://schemas.microsoft.com/office/drawing/2014/main" id="{1C0B8576-BDD3-44A8-B0B3-44ACBF7212C9}"/>
              </a:ext>
            </a:extLst>
          </p:cNvPr>
          <p:cNvSpPr>
            <a:spLocks noGrp="1"/>
          </p:cNvSpPr>
          <p:nvPr/>
        </p:nvSpPr>
        <p:spPr>
          <a:xfrm>
            <a:off x="821294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a_full_bar_1572">
            <a:extLst>
              <a:ext uri="{FF2B5EF4-FFF2-40B4-BE49-F238E27FC236}">
                <a16:creationId xmlns:a16="http://schemas.microsoft.com/office/drawing/2014/main" id="{D3150907-C021-4FF1-B79D-95C46ABCA025}"/>
              </a:ext>
            </a:extLst>
          </p:cNvPr>
          <p:cNvSpPr>
            <a:spLocks noGrp="1"/>
          </p:cNvSpPr>
          <p:nvPr/>
        </p:nvSpPr>
        <p:spPr>
          <a:xfrm>
            <a:off x="8223750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a_full_bar_1573">
            <a:extLst>
              <a:ext uri="{FF2B5EF4-FFF2-40B4-BE49-F238E27FC236}">
                <a16:creationId xmlns:a16="http://schemas.microsoft.com/office/drawing/2014/main" id="{5A10AD41-A1F2-449D-A4A6-4EE36B503E25}"/>
              </a:ext>
            </a:extLst>
          </p:cNvPr>
          <p:cNvSpPr>
            <a:spLocks noGrp="1"/>
          </p:cNvSpPr>
          <p:nvPr/>
        </p:nvSpPr>
        <p:spPr>
          <a:xfrm>
            <a:off x="8447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a_full_bar_1574">
            <a:extLst>
              <a:ext uri="{FF2B5EF4-FFF2-40B4-BE49-F238E27FC236}">
                <a16:creationId xmlns:a16="http://schemas.microsoft.com/office/drawing/2014/main" id="{9411D509-0635-418E-BBC4-E3F3F3E85223}"/>
              </a:ext>
            </a:extLst>
          </p:cNvPr>
          <p:cNvSpPr>
            <a:spLocks noGrp="1"/>
          </p:cNvSpPr>
          <p:nvPr/>
        </p:nvSpPr>
        <p:spPr>
          <a:xfrm>
            <a:off x="80922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a_full_bar_1575">
            <a:extLst>
              <a:ext uri="{FF2B5EF4-FFF2-40B4-BE49-F238E27FC236}">
                <a16:creationId xmlns:a16="http://schemas.microsoft.com/office/drawing/2014/main" id="{50F67B5F-697D-46A8-B69F-210DEADE8FF5}"/>
              </a:ext>
            </a:extLst>
          </p:cNvPr>
          <p:cNvSpPr>
            <a:spLocks noGrp="1"/>
          </p:cNvSpPr>
          <p:nvPr/>
        </p:nvSpPr>
        <p:spPr>
          <a:xfrm>
            <a:off x="8444832" y="59534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a_full_bar_1576">
            <a:extLst>
              <a:ext uri="{FF2B5EF4-FFF2-40B4-BE49-F238E27FC236}">
                <a16:creationId xmlns:a16="http://schemas.microsoft.com/office/drawing/2014/main" id="{CCEBA877-40ED-404B-9307-C57C6CD0F3E7}"/>
              </a:ext>
            </a:extLst>
          </p:cNvPr>
          <p:cNvSpPr>
            <a:spLocks noGrp="1"/>
          </p:cNvSpPr>
          <p:nvPr/>
        </p:nvSpPr>
        <p:spPr>
          <a:xfrm>
            <a:off x="8209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a_full_bar_1577">
            <a:extLst>
              <a:ext uri="{FF2B5EF4-FFF2-40B4-BE49-F238E27FC236}">
                <a16:creationId xmlns:a16="http://schemas.microsoft.com/office/drawing/2014/main" id="{71F6504B-43FF-49CB-B6DA-E7953798A181}"/>
              </a:ext>
            </a:extLst>
          </p:cNvPr>
          <p:cNvSpPr>
            <a:spLocks noGrp="1"/>
          </p:cNvSpPr>
          <p:nvPr/>
        </p:nvSpPr>
        <p:spPr>
          <a:xfrm>
            <a:off x="81567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a_full_bar_1578">
            <a:extLst>
              <a:ext uri="{FF2B5EF4-FFF2-40B4-BE49-F238E27FC236}">
                <a16:creationId xmlns:a16="http://schemas.microsoft.com/office/drawing/2014/main" id="{8A16033E-8A2F-4A19-AA5C-0F55D5740D97}"/>
              </a:ext>
            </a:extLst>
          </p:cNvPr>
          <p:cNvSpPr>
            <a:spLocks noGrp="1"/>
          </p:cNvSpPr>
          <p:nvPr/>
        </p:nvSpPr>
        <p:spPr>
          <a:xfrm>
            <a:off x="822757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a_full_bar_1579">
            <a:extLst>
              <a:ext uri="{FF2B5EF4-FFF2-40B4-BE49-F238E27FC236}">
                <a16:creationId xmlns:a16="http://schemas.microsoft.com/office/drawing/2014/main" id="{AE5B2808-A6BB-49F9-A958-BA3BB160EEDE}"/>
              </a:ext>
            </a:extLst>
          </p:cNvPr>
          <p:cNvSpPr>
            <a:spLocks noGrp="1"/>
          </p:cNvSpPr>
          <p:nvPr/>
        </p:nvSpPr>
        <p:spPr>
          <a:xfrm>
            <a:off x="821586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a_full_bar_1580">
            <a:extLst>
              <a:ext uri="{FF2B5EF4-FFF2-40B4-BE49-F238E27FC236}">
                <a16:creationId xmlns:a16="http://schemas.microsoft.com/office/drawing/2014/main" id="{B3D8AFD8-4FAC-4624-AE1C-49BDF4BBB791}"/>
              </a:ext>
            </a:extLst>
          </p:cNvPr>
          <p:cNvSpPr>
            <a:spLocks noGrp="1"/>
          </p:cNvSpPr>
          <p:nvPr/>
        </p:nvSpPr>
        <p:spPr>
          <a:xfrm>
            <a:off x="841121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a_full_bar_1581">
            <a:extLst>
              <a:ext uri="{FF2B5EF4-FFF2-40B4-BE49-F238E27FC236}">
                <a16:creationId xmlns:a16="http://schemas.microsoft.com/office/drawing/2014/main" id="{B13DC24D-F171-4038-B274-A15F428C674E}"/>
              </a:ext>
            </a:extLst>
          </p:cNvPr>
          <p:cNvSpPr>
            <a:spLocks noGrp="1"/>
          </p:cNvSpPr>
          <p:nvPr/>
        </p:nvSpPr>
        <p:spPr>
          <a:xfrm>
            <a:off x="836022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a_full_bar_1582">
            <a:extLst>
              <a:ext uri="{FF2B5EF4-FFF2-40B4-BE49-F238E27FC236}">
                <a16:creationId xmlns:a16="http://schemas.microsoft.com/office/drawing/2014/main" id="{1DEBCD96-50F2-4022-B32F-ED9E71B647DD}"/>
              </a:ext>
            </a:extLst>
          </p:cNvPr>
          <p:cNvSpPr>
            <a:spLocks noGrp="1"/>
          </p:cNvSpPr>
          <p:nvPr/>
        </p:nvSpPr>
        <p:spPr>
          <a:xfrm>
            <a:off x="8304223" y="55341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a_full_bar_1583">
            <a:extLst>
              <a:ext uri="{FF2B5EF4-FFF2-40B4-BE49-F238E27FC236}">
                <a16:creationId xmlns:a16="http://schemas.microsoft.com/office/drawing/2014/main" id="{F8843A06-2285-464D-B85A-B1F8C9CE1926}"/>
              </a:ext>
            </a:extLst>
          </p:cNvPr>
          <p:cNvSpPr>
            <a:spLocks noGrp="1"/>
          </p:cNvSpPr>
          <p:nvPr/>
        </p:nvSpPr>
        <p:spPr>
          <a:xfrm>
            <a:off x="83360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a_full_bar_1584">
            <a:extLst>
              <a:ext uri="{FF2B5EF4-FFF2-40B4-BE49-F238E27FC236}">
                <a16:creationId xmlns:a16="http://schemas.microsoft.com/office/drawing/2014/main" id="{2ADB55A6-9AD5-4D96-8DE9-E48698955637}"/>
              </a:ext>
            </a:extLst>
          </p:cNvPr>
          <p:cNvSpPr>
            <a:spLocks noGrp="1"/>
          </p:cNvSpPr>
          <p:nvPr/>
        </p:nvSpPr>
        <p:spPr>
          <a:xfrm>
            <a:off x="81412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a_full_bar_1585">
            <a:extLst>
              <a:ext uri="{FF2B5EF4-FFF2-40B4-BE49-F238E27FC236}">
                <a16:creationId xmlns:a16="http://schemas.microsoft.com/office/drawing/2014/main" id="{C90EC78D-D6AE-4784-A503-F28C1F88F6C6}"/>
              </a:ext>
            </a:extLst>
          </p:cNvPr>
          <p:cNvSpPr>
            <a:spLocks noGrp="1"/>
          </p:cNvSpPr>
          <p:nvPr/>
        </p:nvSpPr>
        <p:spPr>
          <a:xfrm>
            <a:off x="82581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a_full_bar_1586">
            <a:extLst>
              <a:ext uri="{FF2B5EF4-FFF2-40B4-BE49-F238E27FC236}">
                <a16:creationId xmlns:a16="http://schemas.microsoft.com/office/drawing/2014/main" id="{04754C47-57CF-48F4-9A85-404A056D99EF}"/>
              </a:ext>
            </a:extLst>
          </p:cNvPr>
          <p:cNvSpPr>
            <a:spLocks noGrp="1"/>
          </p:cNvSpPr>
          <p:nvPr/>
        </p:nvSpPr>
        <p:spPr>
          <a:xfrm>
            <a:off x="84297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a_full_bar_1587">
            <a:extLst>
              <a:ext uri="{FF2B5EF4-FFF2-40B4-BE49-F238E27FC236}">
                <a16:creationId xmlns:a16="http://schemas.microsoft.com/office/drawing/2014/main" id="{60CB2395-9632-4F36-8B2E-B6D9030432C6}"/>
              </a:ext>
            </a:extLst>
          </p:cNvPr>
          <p:cNvSpPr>
            <a:spLocks noGrp="1"/>
          </p:cNvSpPr>
          <p:nvPr/>
        </p:nvSpPr>
        <p:spPr>
          <a:xfrm>
            <a:off x="82296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a_full_bar_1588">
            <a:extLst>
              <a:ext uri="{FF2B5EF4-FFF2-40B4-BE49-F238E27FC236}">
                <a16:creationId xmlns:a16="http://schemas.microsoft.com/office/drawing/2014/main" id="{BE5EE178-7AAB-43B0-BA1B-FD9F13F142E4}"/>
              </a:ext>
            </a:extLst>
          </p:cNvPr>
          <p:cNvSpPr>
            <a:spLocks noGrp="1"/>
          </p:cNvSpPr>
          <p:nvPr/>
        </p:nvSpPr>
        <p:spPr>
          <a:xfrm>
            <a:off x="840946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a_full_bar_1589">
            <a:extLst>
              <a:ext uri="{FF2B5EF4-FFF2-40B4-BE49-F238E27FC236}">
                <a16:creationId xmlns:a16="http://schemas.microsoft.com/office/drawing/2014/main" id="{1F24A6E6-56D3-4A65-BCE7-92AE86A51E86}"/>
              </a:ext>
            </a:extLst>
          </p:cNvPr>
          <p:cNvSpPr>
            <a:spLocks noGrp="1"/>
          </p:cNvSpPr>
          <p:nvPr/>
        </p:nvSpPr>
        <p:spPr>
          <a:xfrm>
            <a:off x="80954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a_full_bar_1590">
            <a:extLst>
              <a:ext uri="{FF2B5EF4-FFF2-40B4-BE49-F238E27FC236}">
                <a16:creationId xmlns:a16="http://schemas.microsoft.com/office/drawing/2014/main" id="{46BA661D-E5A3-4DA5-AD5D-51FAE8EBD79A}"/>
              </a:ext>
            </a:extLst>
          </p:cNvPr>
          <p:cNvSpPr>
            <a:spLocks noGrp="1"/>
          </p:cNvSpPr>
          <p:nvPr/>
        </p:nvSpPr>
        <p:spPr>
          <a:xfrm>
            <a:off x="808804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a_full_bar_1591">
            <a:extLst>
              <a:ext uri="{FF2B5EF4-FFF2-40B4-BE49-F238E27FC236}">
                <a16:creationId xmlns:a16="http://schemas.microsoft.com/office/drawing/2014/main" id="{B9EA7E9C-BBFB-4C81-93B1-C6DE8690AE47}"/>
              </a:ext>
            </a:extLst>
          </p:cNvPr>
          <p:cNvSpPr>
            <a:spLocks noGrp="1"/>
          </p:cNvSpPr>
          <p:nvPr/>
        </p:nvSpPr>
        <p:spPr>
          <a:xfrm>
            <a:off x="83221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a_full_bar_1592">
            <a:extLst>
              <a:ext uri="{FF2B5EF4-FFF2-40B4-BE49-F238E27FC236}">
                <a16:creationId xmlns:a16="http://schemas.microsoft.com/office/drawing/2014/main" id="{EA5FEDC1-EF86-4B17-AB30-DC485893F4F2}"/>
              </a:ext>
            </a:extLst>
          </p:cNvPr>
          <p:cNvSpPr>
            <a:spLocks noGrp="1"/>
          </p:cNvSpPr>
          <p:nvPr/>
        </p:nvSpPr>
        <p:spPr>
          <a:xfrm>
            <a:off x="8330031" y="47127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a_full_bar_1593">
            <a:extLst>
              <a:ext uri="{FF2B5EF4-FFF2-40B4-BE49-F238E27FC236}">
                <a16:creationId xmlns:a16="http://schemas.microsoft.com/office/drawing/2014/main" id="{2A5669A5-052F-4DDA-AA27-C67C4E43D235}"/>
              </a:ext>
            </a:extLst>
          </p:cNvPr>
          <p:cNvSpPr>
            <a:spLocks noGrp="1"/>
          </p:cNvSpPr>
          <p:nvPr/>
        </p:nvSpPr>
        <p:spPr>
          <a:xfrm>
            <a:off x="8170358" y="52429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a_full_bar_1594">
            <a:extLst>
              <a:ext uri="{FF2B5EF4-FFF2-40B4-BE49-F238E27FC236}">
                <a16:creationId xmlns:a16="http://schemas.microsoft.com/office/drawing/2014/main" id="{D0B84D4F-AD99-4A66-9A0B-2F7390CC2365}"/>
              </a:ext>
            </a:extLst>
          </p:cNvPr>
          <p:cNvSpPr>
            <a:spLocks noGrp="1"/>
          </p:cNvSpPr>
          <p:nvPr/>
        </p:nvSpPr>
        <p:spPr>
          <a:xfrm>
            <a:off x="82678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a_full_bar_1595">
            <a:extLst>
              <a:ext uri="{FF2B5EF4-FFF2-40B4-BE49-F238E27FC236}">
                <a16:creationId xmlns:a16="http://schemas.microsoft.com/office/drawing/2014/main" id="{42E5468D-1F67-4B68-8EC8-E47782EC2D83}"/>
              </a:ext>
            </a:extLst>
          </p:cNvPr>
          <p:cNvSpPr>
            <a:spLocks noGrp="1"/>
          </p:cNvSpPr>
          <p:nvPr/>
        </p:nvSpPr>
        <p:spPr>
          <a:xfrm>
            <a:off x="823817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a_full_bar_1596">
            <a:extLst>
              <a:ext uri="{FF2B5EF4-FFF2-40B4-BE49-F238E27FC236}">
                <a16:creationId xmlns:a16="http://schemas.microsoft.com/office/drawing/2014/main" id="{A2171DD4-9B01-43EC-A52A-66B2D85AC4B7}"/>
              </a:ext>
            </a:extLst>
          </p:cNvPr>
          <p:cNvSpPr>
            <a:spLocks noGrp="1"/>
          </p:cNvSpPr>
          <p:nvPr/>
        </p:nvSpPr>
        <p:spPr>
          <a:xfrm>
            <a:off x="8276196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a_full_bar_1597">
            <a:extLst>
              <a:ext uri="{FF2B5EF4-FFF2-40B4-BE49-F238E27FC236}">
                <a16:creationId xmlns:a16="http://schemas.microsoft.com/office/drawing/2014/main" id="{E593561C-ABC4-4690-8C34-DCFACC1C49B5}"/>
              </a:ext>
            </a:extLst>
          </p:cNvPr>
          <p:cNvSpPr>
            <a:spLocks noGrp="1"/>
          </p:cNvSpPr>
          <p:nvPr/>
        </p:nvSpPr>
        <p:spPr>
          <a:xfrm>
            <a:off x="82668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a_full_bar_1598">
            <a:extLst>
              <a:ext uri="{FF2B5EF4-FFF2-40B4-BE49-F238E27FC236}">
                <a16:creationId xmlns:a16="http://schemas.microsoft.com/office/drawing/2014/main" id="{CAD2F5C8-F1FA-418C-9F8B-1FE3E35AD19C}"/>
              </a:ext>
            </a:extLst>
          </p:cNvPr>
          <p:cNvSpPr>
            <a:spLocks noGrp="1"/>
          </p:cNvSpPr>
          <p:nvPr/>
        </p:nvSpPr>
        <p:spPr>
          <a:xfrm>
            <a:off x="81385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a_full_bar_1599">
            <a:extLst>
              <a:ext uri="{FF2B5EF4-FFF2-40B4-BE49-F238E27FC236}">
                <a16:creationId xmlns:a16="http://schemas.microsoft.com/office/drawing/2014/main" id="{F1C41789-E8BD-42D4-9089-A9D2FEFE926A}"/>
              </a:ext>
            </a:extLst>
          </p:cNvPr>
          <p:cNvSpPr>
            <a:spLocks noGrp="1"/>
          </p:cNvSpPr>
          <p:nvPr/>
        </p:nvSpPr>
        <p:spPr>
          <a:xfrm>
            <a:off x="826175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a_full_bar_1600">
            <a:extLst>
              <a:ext uri="{FF2B5EF4-FFF2-40B4-BE49-F238E27FC236}">
                <a16:creationId xmlns:a16="http://schemas.microsoft.com/office/drawing/2014/main" id="{C630ABE5-D8E9-487D-836C-9CD134465E8F}"/>
              </a:ext>
            </a:extLst>
          </p:cNvPr>
          <p:cNvSpPr>
            <a:spLocks noGrp="1"/>
          </p:cNvSpPr>
          <p:nvPr/>
        </p:nvSpPr>
        <p:spPr>
          <a:xfrm>
            <a:off x="82999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a_full_bar_1601">
            <a:extLst>
              <a:ext uri="{FF2B5EF4-FFF2-40B4-BE49-F238E27FC236}">
                <a16:creationId xmlns:a16="http://schemas.microsoft.com/office/drawing/2014/main" id="{FFAAE471-CCC6-4395-B0DF-7D39597F2215}"/>
              </a:ext>
            </a:extLst>
          </p:cNvPr>
          <p:cNvSpPr>
            <a:spLocks noGrp="1"/>
          </p:cNvSpPr>
          <p:nvPr/>
        </p:nvSpPr>
        <p:spPr>
          <a:xfrm>
            <a:off x="8146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a_full_bar_1602">
            <a:extLst>
              <a:ext uri="{FF2B5EF4-FFF2-40B4-BE49-F238E27FC236}">
                <a16:creationId xmlns:a16="http://schemas.microsoft.com/office/drawing/2014/main" id="{0DF0BCFF-A4DB-4AB7-848C-0F4262FFA27F}"/>
              </a:ext>
            </a:extLst>
          </p:cNvPr>
          <p:cNvSpPr>
            <a:spLocks noGrp="1"/>
          </p:cNvSpPr>
          <p:nvPr/>
        </p:nvSpPr>
        <p:spPr>
          <a:xfrm>
            <a:off x="84254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a_full_bar_1603">
            <a:extLst>
              <a:ext uri="{FF2B5EF4-FFF2-40B4-BE49-F238E27FC236}">
                <a16:creationId xmlns:a16="http://schemas.microsoft.com/office/drawing/2014/main" id="{F6435D36-9A96-4637-983D-2EE1DE47BE08}"/>
              </a:ext>
            </a:extLst>
          </p:cNvPr>
          <p:cNvSpPr>
            <a:spLocks noGrp="1"/>
          </p:cNvSpPr>
          <p:nvPr/>
        </p:nvSpPr>
        <p:spPr>
          <a:xfrm>
            <a:off x="8255323" y="574184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a_full_bar_1604">
            <a:extLst>
              <a:ext uri="{FF2B5EF4-FFF2-40B4-BE49-F238E27FC236}">
                <a16:creationId xmlns:a16="http://schemas.microsoft.com/office/drawing/2014/main" id="{A9F229FE-1D0A-4F41-8060-1F16CCE528C8}"/>
              </a:ext>
            </a:extLst>
          </p:cNvPr>
          <p:cNvSpPr>
            <a:spLocks noGrp="1"/>
          </p:cNvSpPr>
          <p:nvPr/>
        </p:nvSpPr>
        <p:spPr>
          <a:xfrm>
            <a:off x="82117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a_full_bar_1605">
            <a:extLst>
              <a:ext uri="{FF2B5EF4-FFF2-40B4-BE49-F238E27FC236}">
                <a16:creationId xmlns:a16="http://schemas.microsoft.com/office/drawing/2014/main" id="{5B356CD5-C58F-416E-9CD4-161962332F00}"/>
              </a:ext>
            </a:extLst>
          </p:cNvPr>
          <p:cNvSpPr>
            <a:spLocks noGrp="1"/>
          </p:cNvSpPr>
          <p:nvPr/>
        </p:nvSpPr>
        <p:spPr>
          <a:xfrm>
            <a:off x="8195042" y="5742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a_full_bar_1606">
            <a:extLst>
              <a:ext uri="{FF2B5EF4-FFF2-40B4-BE49-F238E27FC236}">
                <a16:creationId xmlns:a16="http://schemas.microsoft.com/office/drawing/2014/main" id="{06E40599-D79F-4F25-BBD6-644EB4586B01}"/>
              </a:ext>
            </a:extLst>
          </p:cNvPr>
          <p:cNvSpPr>
            <a:spLocks noGrp="1"/>
          </p:cNvSpPr>
          <p:nvPr/>
        </p:nvSpPr>
        <p:spPr>
          <a:xfrm>
            <a:off x="845380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a_full_bar_1607">
            <a:extLst>
              <a:ext uri="{FF2B5EF4-FFF2-40B4-BE49-F238E27FC236}">
                <a16:creationId xmlns:a16="http://schemas.microsoft.com/office/drawing/2014/main" id="{9F0DEA8B-0F30-4691-B043-E62B4FD424BD}"/>
              </a:ext>
            </a:extLst>
          </p:cNvPr>
          <p:cNvSpPr>
            <a:spLocks noGrp="1"/>
          </p:cNvSpPr>
          <p:nvPr/>
        </p:nvSpPr>
        <p:spPr>
          <a:xfrm>
            <a:off x="816038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a_full_bar_1608">
            <a:extLst>
              <a:ext uri="{FF2B5EF4-FFF2-40B4-BE49-F238E27FC236}">
                <a16:creationId xmlns:a16="http://schemas.microsoft.com/office/drawing/2014/main" id="{7400F1B7-7629-40E0-8E66-395D1CF8B1DB}"/>
              </a:ext>
            </a:extLst>
          </p:cNvPr>
          <p:cNvSpPr>
            <a:spLocks noGrp="1"/>
          </p:cNvSpPr>
          <p:nvPr/>
        </p:nvSpPr>
        <p:spPr>
          <a:xfrm>
            <a:off x="83627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a_full_bar_1609">
            <a:extLst>
              <a:ext uri="{FF2B5EF4-FFF2-40B4-BE49-F238E27FC236}">
                <a16:creationId xmlns:a16="http://schemas.microsoft.com/office/drawing/2014/main" id="{8D63FA36-7AB1-4C72-A74F-9C35A36C126A}"/>
              </a:ext>
            </a:extLst>
          </p:cNvPr>
          <p:cNvSpPr>
            <a:spLocks noGrp="1"/>
          </p:cNvSpPr>
          <p:nvPr/>
        </p:nvSpPr>
        <p:spPr>
          <a:xfrm>
            <a:off x="834684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a_full_bar_1610">
            <a:extLst>
              <a:ext uri="{FF2B5EF4-FFF2-40B4-BE49-F238E27FC236}">
                <a16:creationId xmlns:a16="http://schemas.microsoft.com/office/drawing/2014/main" id="{150E6E1D-B2CD-42E9-9DD2-86332C95F5D6}"/>
              </a:ext>
            </a:extLst>
          </p:cNvPr>
          <p:cNvSpPr>
            <a:spLocks noGrp="1"/>
          </p:cNvSpPr>
          <p:nvPr/>
        </p:nvSpPr>
        <p:spPr>
          <a:xfrm>
            <a:off x="80916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a_full_bar_1611">
            <a:extLst>
              <a:ext uri="{FF2B5EF4-FFF2-40B4-BE49-F238E27FC236}">
                <a16:creationId xmlns:a16="http://schemas.microsoft.com/office/drawing/2014/main" id="{D248015F-65C6-4E4E-AA09-1D5A3CD72911}"/>
              </a:ext>
            </a:extLst>
          </p:cNvPr>
          <p:cNvSpPr>
            <a:spLocks noGrp="1"/>
          </p:cNvSpPr>
          <p:nvPr/>
        </p:nvSpPr>
        <p:spPr>
          <a:xfrm>
            <a:off x="84214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a_full_bar_1612">
            <a:extLst>
              <a:ext uri="{FF2B5EF4-FFF2-40B4-BE49-F238E27FC236}">
                <a16:creationId xmlns:a16="http://schemas.microsoft.com/office/drawing/2014/main" id="{1D6F275D-46FC-4976-8374-368DEA6834C8}"/>
              </a:ext>
            </a:extLst>
          </p:cNvPr>
          <p:cNvSpPr>
            <a:spLocks noGrp="1"/>
          </p:cNvSpPr>
          <p:nvPr/>
        </p:nvSpPr>
        <p:spPr>
          <a:xfrm>
            <a:off x="8220279" y="59298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a_full_bar_1613">
            <a:extLst>
              <a:ext uri="{FF2B5EF4-FFF2-40B4-BE49-F238E27FC236}">
                <a16:creationId xmlns:a16="http://schemas.microsoft.com/office/drawing/2014/main" id="{42CE9D7A-14CE-40B1-81BC-F9B8BAE18D96}"/>
              </a:ext>
            </a:extLst>
          </p:cNvPr>
          <p:cNvSpPr>
            <a:spLocks noGrp="1"/>
          </p:cNvSpPr>
          <p:nvPr/>
        </p:nvSpPr>
        <p:spPr>
          <a:xfrm>
            <a:off x="8260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a_full_bar_1614">
            <a:extLst>
              <a:ext uri="{FF2B5EF4-FFF2-40B4-BE49-F238E27FC236}">
                <a16:creationId xmlns:a16="http://schemas.microsoft.com/office/drawing/2014/main" id="{59406735-92B5-49DC-80F6-5D639AE1429C}"/>
              </a:ext>
            </a:extLst>
          </p:cNvPr>
          <p:cNvSpPr>
            <a:spLocks noGrp="1"/>
          </p:cNvSpPr>
          <p:nvPr/>
        </p:nvSpPr>
        <p:spPr>
          <a:xfrm>
            <a:off x="82632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a_full_bar_1615">
            <a:extLst>
              <a:ext uri="{FF2B5EF4-FFF2-40B4-BE49-F238E27FC236}">
                <a16:creationId xmlns:a16="http://schemas.microsoft.com/office/drawing/2014/main" id="{061CE717-D4B7-44E8-9ECC-F95C7253B745}"/>
              </a:ext>
            </a:extLst>
          </p:cNvPr>
          <p:cNvSpPr>
            <a:spLocks noGrp="1"/>
          </p:cNvSpPr>
          <p:nvPr/>
        </p:nvSpPr>
        <p:spPr>
          <a:xfrm>
            <a:off x="8425484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a_full_bar_1616">
            <a:extLst>
              <a:ext uri="{FF2B5EF4-FFF2-40B4-BE49-F238E27FC236}">
                <a16:creationId xmlns:a16="http://schemas.microsoft.com/office/drawing/2014/main" id="{1760FD3E-1AC5-46BF-AF72-F24EB84950E2}"/>
              </a:ext>
            </a:extLst>
          </p:cNvPr>
          <p:cNvSpPr>
            <a:spLocks noGrp="1"/>
          </p:cNvSpPr>
          <p:nvPr/>
        </p:nvSpPr>
        <p:spPr>
          <a:xfrm>
            <a:off x="820730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a_full_bar_1617">
            <a:extLst>
              <a:ext uri="{FF2B5EF4-FFF2-40B4-BE49-F238E27FC236}">
                <a16:creationId xmlns:a16="http://schemas.microsoft.com/office/drawing/2014/main" id="{FC1F4344-C180-48F2-8284-79BBC7AC21DF}"/>
              </a:ext>
            </a:extLst>
          </p:cNvPr>
          <p:cNvSpPr>
            <a:spLocks noGrp="1"/>
          </p:cNvSpPr>
          <p:nvPr/>
        </p:nvSpPr>
        <p:spPr>
          <a:xfrm>
            <a:off x="84429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a_full_bar_1618">
            <a:extLst>
              <a:ext uri="{FF2B5EF4-FFF2-40B4-BE49-F238E27FC236}">
                <a16:creationId xmlns:a16="http://schemas.microsoft.com/office/drawing/2014/main" id="{D72BD2CD-8803-4AE0-8DD7-FE45A2321FE4}"/>
              </a:ext>
            </a:extLst>
          </p:cNvPr>
          <p:cNvSpPr>
            <a:spLocks noGrp="1"/>
          </p:cNvSpPr>
          <p:nvPr/>
        </p:nvSpPr>
        <p:spPr>
          <a:xfrm>
            <a:off x="8336238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a_full_bar_1619">
            <a:extLst>
              <a:ext uri="{FF2B5EF4-FFF2-40B4-BE49-F238E27FC236}">
                <a16:creationId xmlns:a16="http://schemas.microsoft.com/office/drawing/2014/main" id="{EDC06411-30AC-424F-9F28-E510B77CAC77}"/>
              </a:ext>
            </a:extLst>
          </p:cNvPr>
          <p:cNvSpPr>
            <a:spLocks noGrp="1"/>
          </p:cNvSpPr>
          <p:nvPr/>
        </p:nvSpPr>
        <p:spPr>
          <a:xfrm>
            <a:off x="8294748" y="29889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a_full_bar_1620">
            <a:extLst>
              <a:ext uri="{FF2B5EF4-FFF2-40B4-BE49-F238E27FC236}">
                <a16:creationId xmlns:a16="http://schemas.microsoft.com/office/drawing/2014/main" id="{E9055902-92F6-4AF1-B07F-E1722C7AD45E}"/>
              </a:ext>
            </a:extLst>
          </p:cNvPr>
          <p:cNvSpPr>
            <a:spLocks noGrp="1"/>
          </p:cNvSpPr>
          <p:nvPr/>
        </p:nvSpPr>
        <p:spPr>
          <a:xfrm>
            <a:off x="809129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a_full_bar_1621">
            <a:extLst>
              <a:ext uri="{FF2B5EF4-FFF2-40B4-BE49-F238E27FC236}">
                <a16:creationId xmlns:a16="http://schemas.microsoft.com/office/drawing/2014/main" id="{B951E2E9-967F-4B3E-B682-503EDB6D96A6}"/>
              </a:ext>
            </a:extLst>
          </p:cNvPr>
          <p:cNvSpPr>
            <a:spLocks noGrp="1"/>
          </p:cNvSpPr>
          <p:nvPr/>
        </p:nvSpPr>
        <p:spPr>
          <a:xfrm>
            <a:off x="84110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a_full_bar_1622">
            <a:extLst>
              <a:ext uri="{FF2B5EF4-FFF2-40B4-BE49-F238E27FC236}">
                <a16:creationId xmlns:a16="http://schemas.microsoft.com/office/drawing/2014/main" id="{B897D0E6-DF69-4EEB-A75F-C7DAA15F57D3}"/>
              </a:ext>
            </a:extLst>
          </p:cNvPr>
          <p:cNvSpPr>
            <a:spLocks noGrp="1"/>
          </p:cNvSpPr>
          <p:nvPr/>
        </p:nvSpPr>
        <p:spPr>
          <a:xfrm>
            <a:off x="81954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a_full_bar_1623">
            <a:extLst>
              <a:ext uri="{FF2B5EF4-FFF2-40B4-BE49-F238E27FC236}">
                <a16:creationId xmlns:a16="http://schemas.microsoft.com/office/drawing/2014/main" id="{8A72FC80-99B4-4596-9C8B-04754618F803}"/>
              </a:ext>
            </a:extLst>
          </p:cNvPr>
          <p:cNvSpPr>
            <a:spLocks noGrp="1"/>
          </p:cNvSpPr>
          <p:nvPr/>
        </p:nvSpPr>
        <p:spPr>
          <a:xfrm>
            <a:off x="827090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a_full_bar_1624">
            <a:extLst>
              <a:ext uri="{FF2B5EF4-FFF2-40B4-BE49-F238E27FC236}">
                <a16:creationId xmlns:a16="http://schemas.microsoft.com/office/drawing/2014/main" id="{95FF0C24-94EE-4DEF-A650-95DB612DC3A2}"/>
              </a:ext>
            </a:extLst>
          </p:cNvPr>
          <p:cNvSpPr>
            <a:spLocks noGrp="1"/>
          </p:cNvSpPr>
          <p:nvPr/>
        </p:nvSpPr>
        <p:spPr>
          <a:xfrm>
            <a:off x="8407604" y="44854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a_full_bar_1625">
            <a:extLst>
              <a:ext uri="{FF2B5EF4-FFF2-40B4-BE49-F238E27FC236}">
                <a16:creationId xmlns:a16="http://schemas.microsoft.com/office/drawing/2014/main" id="{40BA796B-24D6-465D-B1F3-604FD86240F0}"/>
              </a:ext>
            </a:extLst>
          </p:cNvPr>
          <p:cNvSpPr>
            <a:spLocks noGrp="1"/>
          </p:cNvSpPr>
          <p:nvPr/>
        </p:nvSpPr>
        <p:spPr>
          <a:xfrm>
            <a:off x="844348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a_full_bar_1626">
            <a:extLst>
              <a:ext uri="{FF2B5EF4-FFF2-40B4-BE49-F238E27FC236}">
                <a16:creationId xmlns:a16="http://schemas.microsoft.com/office/drawing/2014/main" id="{13BD646A-BE83-4F0E-825D-CBC407646E55}"/>
              </a:ext>
            </a:extLst>
          </p:cNvPr>
          <p:cNvSpPr>
            <a:spLocks noGrp="1"/>
          </p:cNvSpPr>
          <p:nvPr/>
        </p:nvSpPr>
        <p:spPr>
          <a:xfrm>
            <a:off x="8348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a_full_bar_1627">
            <a:extLst>
              <a:ext uri="{FF2B5EF4-FFF2-40B4-BE49-F238E27FC236}">
                <a16:creationId xmlns:a16="http://schemas.microsoft.com/office/drawing/2014/main" id="{9BF49956-BCB8-40DC-8CE7-06186F34AEE8}"/>
              </a:ext>
            </a:extLst>
          </p:cNvPr>
          <p:cNvSpPr>
            <a:spLocks noGrp="1"/>
          </p:cNvSpPr>
          <p:nvPr/>
        </p:nvSpPr>
        <p:spPr>
          <a:xfrm>
            <a:off x="817550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a_full_bar_1628">
            <a:extLst>
              <a:ext uri="{FF2B5EF4-FFF2-40B4-BE49-F238E27FC236}">
                <a16:creationId xmlns:a16="http://schemas.microsoft.com/office/drawing/2014/main" id="{3ECCDCAD-2747-42D5-846E-AC61B7EA7ED2}"/>
              </a:ext>
            </a:extLst>
          </p:cNvPr>
          <p:cNvSpPr>
            <a:spLocks noGrp="1"/>
          </p:cNvSpPr>
          <p:nvPr/>
        </p:nvSpPr>
        <p:spPr>
          <a:xfrm>
            <a:off x="8218783" y="554778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a_full_bar_1629">
            <a:extLst>
              <a:ext uri="{FF2B5EF4-FFF2-40B4-BE49-F238E27FC236}">
                <a16:creationId xmlns:a16="http://schemas.microsoft.com/office/drawing/2014/main" id="{1A37B9EA-6664-43FB-B869-05471CB9B98E}"/>
              </a:ext>
            </a:extLst>
          </p:cNvPr>
          <p:cNvSpPr>
            <a:spLocks noGrp="1"/>
          </p:cNvSpPr>
          <p:nvPr/>
        </p:nvSpPr>
        <p:spPr>
          <a:xfrm>
            <a:off x="840185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a_full_bar_1630">
            <a:extLst>
              <a:ext uri="{FF2B5EF4-FFF2-40B4-BE49-F238E27FC236}">
                <a16:creationId xmlns:a16="http://schemas.microsoft.com/office/drawing/2014/main" id="{2C22C1C1-1169-47D2-AA71-0207A688A911}"/>
              </a:ext>
            </a:extLst>
          </p:cNvPr>
          <p:cNvSpPr>
            <a:spLocks noGrp="1"/>
          </p:cNvSpPr>
          <p:nvPr/>
        </p:nvSpPr>
        <p:spPr>
          <a:xfrm>
            <a:off x="8104650" y="59919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a_full_bar_1631">
            <a:extLst>
              <a:ext uri="{FF2B5EF4-FFF2-40B4-BE49-F238E27FC236}">
                <a16:creationId xmlns:a16="http://schemas.microsoft.com/office/drawing/2014/main" id="{35C4089A-224C-4224-ABC9-A3CD8E0C3336}"/>
              </a:ext>
            </a:extLst>
          </p:cNvPr>
          <p:cNvSpPr>
            <a:spLocks noGrp="1"/>
          </p:cNvSpPr>
          <p:nvPr/>
        </p:nvSpPr>
        <p:spPr>
          <a:xfrm>
            <a:off x="82551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a_full_bar_1632">
            <a:extLst>
              <a:ext uri="{FF2B5EF4-FFF2-40B4-BE49-F238E27FC236}">
                <a16:creationId xmlns:a16="http://schemas.microsoft.com/office/drawing/2014/main" id="{1319B1A0-F0C4-40FF-920A-F1AA6735A3DD}"/>
              </a:ext>
            </a:extLst>
          </p:cNvPr>
          <p:cNvSpPr>
            <a:spLocks noGrp="1"/>
          </p:cNvSpPr>
          <p:nvPr/>
        </p:nvSpPr>
        <p:spPr>
          <a:xfrm>
            <a:off x="814062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a_full_bar_1633">
            <a:extLst>
              <a:ext uri="{FF2B5EF4-FFF2-40B4-BE49-F238E27FC236}">
                <a16:creationId xmlns:a16="http://schemas.microsoft.com/office/drawing/2014/main" id="{213B5E2B-8FB5-43B0-80F5-CF551C42FD82}"/>
              </a:ext>
            </a:extLst>
          </p:cNvPr>
          <p:cNvSpPr>
            <a:spLocks noGrp="1"/>
          </p:cNvSpPr>
          <p:nvPr/>
        </p:nvSpPr>
        <p:spPr>
          <a:xfrm>
            <a:off x="8228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a_full_bar_1634">
            <a:extLst>
              <a:ext uri="{FF2B5EF4-FFF2-40B4-BE49-F238E27FC236}">
                <a16:creationId xmlns:a16="http://schemas.microsoft.com/office/drawing/2014/main" id="{F9940265-1E85-4946-BE01-5089194DE74F}"/>
              </a:ext>
            </a:extLst>
          </p:cNvPr>
          <p:cNvSpPr>
            <a:spLocks noGrp="1"/>
          </p:cNvSpPr>
          <p:nvPr/>
        </p:nvSpPr>
        <p:spPr>
          <a:xfrm>
            <a:off x="816525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a_full_bar_1635">
            <a:extLst>
              <a:ext uri="{FF2B5EF4-FFF2-40B4-BE49-F238E27FC236}">
                <a16:creationId xmlns:a16="http://schemas.microsoft.com/office/drawing/2014/main" id="{294653D0-1288-4367-9DF9-B636A6D7B25B}"/>
              </a:ext>
            </a:extLst>
          </p:cNvPr>
          <p:cNvSpPr>
            <a:spLocks noGrp="1"/>
          </p:cNvSpPr>
          <p:nvPr/>
        </p:nvSpPr>
        <p:spPr>
          <a:xfrm>
            <a:off x="8282713" y="5894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a_full_bar_1636">
            <a:extLst>
              <a:ext uri="{FF2B5EF4-FFF2-40B4-BE49-F238E27FC236}">
                <a16:creationId xmlns:a16="http://schemas.microsoft.com/office/drawing/2014/main" id="{10AEDCB2-3C9D-4E6B-9531-6CDA71827600}"/>
              </a:ext>
            </a:extLst>
          </p:cNvPr>
          <p:cNvSpPr>
            <a:spLocks noGrp="1"/>
          </p:cNvSpPr>
          <p:nvPr/>
        </p:nvSpPr>
        <p:spPr>
          <a:xfrm>
            <a:off x="84095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a_full_bar_1637">
            <a:extLst>
              <a:ext uri="{FF2B5EF4-FFF2-40B4-BE49-F238E27FC236}">
                <a16:creationId xmlns:a16="http://schemas.microsoft.com/office/drawing/2014/main" id="{2E6A7776-FE44-4D5B-818D-D4C2D9DD7F1C}"/>
              </a:ext>
            </a:extLst>
          </p:cNvPr>
          <p:cNvSpPr>
            <a:spLocks noGrp="1"/>
          </p:cNvSpPr>
          <p:nvPr/>
        </p:nvSpPr>
        <p:spPr>
          <a:xfrm>
            <a:off x="828682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a_full_bar_1638">
            <a:extLst>
              <a:ext uri="{FF2B5EF4-FFF2-40B4-BE49-F238E27FC236}">
                <a16:creationId xmlns:a16="http://schemas.microsoft.com/office/drawing/2014/main" id="{283BB778-7BE9-498C-984C-C694C515BF31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0" name="a_full_bar_1639">
            <a:extLst>
              <a:ext uri="{FF2B5EF4-FFF2-40B4-BE49-F238E27FC236}">
                <a16:creationId xmlns:a16="http://schemas.microsoft.com/office/drawing/2014/main" id="{FF9CA127-831B-4081-AC45-A3327BB5CE35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641" name="a_full_bar_1640">
            <a:extLst>
              <a:ext uri="{FF2B5EF4-FFF2-40B4-BE49-F238E27FC236}">
                <a16:creationId xmlns:a16="http://schemas.microsoft.com/office/drawing/2014/main" id="{B333F43E-004D-4675-A8C6-EB15C20CE17B}"/>
              </a:ext>
            </a:extLst>
          </p:cNvPr>
          <p:cNvSpPr>
            <a:spLocks noGrp="1"/>
          </p:cNvSpPr>
          <p:nvPr/>
        </p:nvSpPr>
        <p:spPr>
          <a:xfrm>
            <a:off x="2297327" y="3785020"/>
            <a:ext cx="191" cy="283950"/>
          </a:xfrm>
          <a:custGeom>
            <a:avLst/>
            <a:gdLst/>
            <a:ahLst/>
            <a:cxnLst/>
            <a:rect l="0" t="0" r="0" b="0"/>
            <a:pathLst>
              <a:path w="191" h="283950">
                <a:moveTo>
                  <a:pt x="0" y="28395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2" name="a_full_bar_1641">
            <a:extLst>
              <a:ext uri="{FF2B5EF4-FFF2-40B4-BE49-F238E27FC236}">
                <a16:creationId xmlns:a16="http://schemas.microsoft.com/office/drawing/2014/main" id="{460B64B9-A8B7-4CFD-95D3-987460EB7A0F}"/>
              </a:ext>
            </a:extLst>
          </p:cNvPr>
          <p:cNvSpPr>
            <a:spLocks noGrp="1"/>
          </p:cNvSpPr>
          <p:nvPr/>
        </p:nvSpPr>
        <p:spPr>
          <a:xfrm>
            <a:off x="2162819" y="40689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3" name="a_full_bar_1642">
            <a:extLst>
              <a:ext uri="{FF2B5EF4-FFF2-40B4-BE49-F238E27FC236}">
                <a16:creationId xmlns:a16="http://schemas.microsoft.com/office/drawing/2014/main" id="{81356010-D7B7-46FA-9E94-BB8FFC028B60}"/>
              </a:ext>
            </a:extLst>
          </p:cNvPr>
          <p:cNvSpPr>
            <a:spLocks noGrp="1"/>
          </p:cNvSpPr>
          <p:nvPr/>
        </p:nvSpPr>
        <p:spPr>
          <a:xfrm>
            <a:off x="2162819" y="3785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4" name="a_full_bar_1643">
            <a:extLst>
              <a:ext uri="{FF2B5EF4-FFF2-40B4-BE49-F238E27FC236}">
                <a16:creationId xmlns:a16="http://schemas.microsoft.com/office/drawing/2014/main" id="{D723DCB4-8F29-4B7B-9863-9F22FCD5FA3D}"/>
              </a:ext>
            </a:extLst>
          </p:cNvPr>
          <p:cNvSpPr>
            <a:spLocks noGrp="1"/>
          </p:cNvSpPr>
          <p:nvPr/>
        </p:nvSpPr>
        <p:spPr>
          <a:xfrm>
            <a:off x="4742935" y="3473124"/>
            <a:ext cx="191" cy="342464"/>
          </a:xfrm>
          <a:custGeom>
            <a:avLst/>
            <a:gdLst/>
            <a:ahLst/>
            <a:cxnLst/>
            <a:rect l="0" t="0" r="0" b="0"/>
            <a:pathLst>
              <a:path w="191" h="342464">
                <a:moveTo>
                  <a:pt x="0" y="34246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5" name="a_full_bar_1644">
            <a:extLst>
              <a:ext uri="{FF2B5EF4-FFF2-40B4-BE49-F238E27FC236}">
                <a16:creationId xmlns:a16="http://schemas.microsoft.com/office/drawing/2014/main" id="{6A2F441A-B230-41F7-8A45-28562767BE6F}"/>
              </a:ext>
            </a:extLst>
          </p:cNvPr>
          <p:cNvSpPr>
            <a:spLocks noGrp="1"/>
          </p:cNvSpPr>
          <p:nvPr/>
        </p:nvSpPr>
        <p:spPr>
          <a:xfrm>
            <a:off x="4608427" y="381558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6" name="a_full_bar_1645">
            <a:extLst>
              <a:ext uri="{FF2B5EF4-FFF2-40B4-BE49-F238E27FC236}">
                <a16:creationId xmlns:a16="http://schemas.microsoft.com/office/drawing/2014/main" id="{46CFEE7A-38ED-4967-86D9-058C13B78AFD}"/>
              </a:ext>
            </a:extLst>
          </p:cNvPr>
          <p:cNvSpPr>
            <a:spLocks noGrp="1"/>
          </p:cNvSpPr>
          <p:nvPr/>
        </p:nvSpPr>
        <p:spPr>
          <a:xfrm>
            <a:off x="4608427" y="347312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7" name="a_full_bar_1646">
            <a:extLst>
              <a:ext uri="{FF2B5EF4-FFF2-40B4-BE49-F238E27FC236}">
                <a16:creationId xmlns:a16="http://schemas.microsoft.com/office/drawing/2014/main" id="{8E6935D4-EC9A-4351-970B-239F5547CFB0}"/>
              </a:ext>
            </a:extLst>
          </p:cNvPr>
          <p:cNvSpPr>
            <a:spLocks noGrp="1"/>
          </p:cNvSpPr>
          <p:nvPr/>
        </p:nvSpPr>
        <p:spPr>
          <a:xfrm>
            <a:off x="7188543" y="3821808"/>
            <a:ext cx="191" cy="401908"/>
          </a:xfrm>
          <a:custGeom>
            <a:avLst/>
            <a:gdLst/>
            <a:ahLst/>
            <a:cxnLst/>
            <a:rect l="0" t="0" r="0" b="0"/>
            <a:pathLst>
              <a:path w="191" h="401908">
                <a:moveTo>
                  <a:pt x="0" y="40190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8" name="a_full_bar_1647">
            <a:extLst>
              <a:ext uri="{FF2B5EF4-FFF2-40B4-BE49-F238E27FC236}">
                <a16:creationId xmlns:a16="http://schemas.microsoft.com/office/drawing/2014/main" id="{32326003-872E-481C-BFE0-333286C26AD3}"/>
              </a:ext>
            </a:extLst>
          </p:cNvPr>
          <p:cNvSpPr>
            <a:spLocks noGrp="1"/>
          </p:cNvSpPr>
          <p:nvPr/>
        </p:nvSpPr>
        <p:spPr>
          <a:xfrm>
            <a:off x="7054035" y="422371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49" name="a_full_bar_1648">
            <a:extLst>
              <a:ext uri="{FF2B5EF4-FFF2-40B4-BE49-F238E27FC236}">
                <a16:creationId xmlns:a16="http://schemas.microsoft.com/office/drawing/2014/main" id="{7805A2FC-4A48-41C5-9EB0-366A7C947E56}"/>
              </a:ext>
            </a:extLst>
          </p:cNvPr>
          <p:cNvSpPr>
            <a:spLocks noGrp="1"/>
          </p:cNvSpPr>
          <p:nvPr/>
        </p:nvSpPr>
        <p:spPr>
          <a:xfrm>
            <a:off x="7054035" y="382180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1650" name="a_full_bar_1649">
            <a:extLst>
              <a:ext uri="{FF2B5EF4-FFF2-40B4-BE49-F238E27FC236}">
                <a16:creationId xmlns:a16="http://schemas.microsoft.com/office/drawing/2014/main" id="{D6393F35-EE3B-4BA5-81E0-0A4B850DC2E1}"/>
              </a:ext>
            </a:extLst>
          </p:cNvPr>
          <p:cNvSpPr>
            <a:spLocks noGrp="1"/>
          </p:cNvSpPr>
          <p:nvPr/>
        </p:nvSpPr>
        <p:spPr>
          <a:xfrm>
            <a:off x="2859817" y="4166546"/>
            <a:ext cx="191" cy="298611"/>
          </a:xfrm>
          <a:custGeom>
            <a:avLst/>
            <a:gdLst/>
            <a:ahLst/>
            <a:cxnLst/>
            <a:rect l="0" t="0" r="0" b="0"/>
            <a:pathLst>
              <a:path w="191" h="298611">
                <a:moveTo>
                  <a:pt x="0" y="29861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1" name="a_full_bar_1650">
            <a:extLst>
              <a:ext uri="{FF2B5EF4-FFF2-40B4-BE49-F238E27FC236}">
                <a16:creationId xmlns:a16="http://schemas.microsoft.com/office/drawing/2014/main" id="{09968EAD-A48F-4FC1-AB0E-759AEDAC784A}"/>
              </a:ext>
            </a:extLst>
          </p:cNvPr>
          <p:cNvSpPr>
            <a:spLocks noGrp="1"/>
          </p:cNvSpPr>
          <p:nvPr/>
        </p:nvSpPr>
        <p:spPr>
          <a:xfrm>
            <a:off x="2725308" y="446515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2" name="a_full_bar_1651">
            <a:extLst>
              <a:ext uri="{FF2B5EF4-FFF2-40B4-BE49-F238E27FC236}">
                <a16:creationId xmlns:a16="http://schemas.microsoft.com/office/drawing/2014/main" id="{2D6BF24C-711A-414D-AC71-DE52D386008E}"/>
              </a:ext>
            </a:extLst>
          </p:cNvPr>
          <p:cNvSpPr>
            <a:spLocks noGrp="1"/>
          </p:cNvSpPr>
          <p:nvPr/>
        </p:nvSpPr>
        <p:spPr>
          <a:xfrm>
            <a:off x="2725308" y="416654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3" name="a_full_bar_1652">
            <a:extLst>
              <a:ext uri="{FF2B5EF4-FFF2-40B4-BE49-F238E27FC236}">
                <a16:creationId xmlns:a16="http://schemas.microsoft.com/office/drawing/2014/main" id="{60AF3D66-B0D4-4831-AE87-FA7DAACAE86A}"/>
              </a:ext>
            </a:extLst>
          </p:cNvPr>
          <p:cNvSpPr>
            <a:spLocks noGrp="1"/>
          </p:cNvSpPr>
          <p:nvPr/>
        </p:nvSpPr>
        <p:spPr>
          <a:xfrm>
            <a:off x="5305425" y="3909305"/>
            <a:ext cx="191" cy="349898"/>
          </a:xfrm>
          <a:custGeom>
            <a:avLst/>
            <a:gdLst/>
            <a:ahLst/>
            <a:cxnLst/>
            <a:rect l="0" t="0" r="0" b="0"/>
            <a:pathLst>
              <a:path w="191" h="349898">
                <a:moveTo>
                  <a:pt x="0" y="349898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4" name="a_full_bar_1653">
            <a:extLst>
              <a:ext uri="{FF2B5EF4-FFF2-40B4-BE49-F238E27FC236}">
                <a16:creationId xmlns:a16="http://schemas.microsoft.com/office/drawing/2014/main" id="{EDC5A25F-D925-4642-9882-39CC0420DFDD}"/>
              </a:ext>
            </a:extLst>
          </p:cNvPr>
          <p:cNvSpPr>
            <a:spLocks noGrp="1"/>
          </p:cNvSpPr>
          <p:nvPr/>
        </p:nvSpPr>
        <p:spPr>
          <a:xfrm>
            <a:off x="5170917" y="42592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5" name="a_full_bar_1654">
            <a:extLst>
              <a:ext uri="{FF2B5EF4-FFF2-40B4-BE49-F238E27FC236}">
                <a16:creationId xmlns:a16="http://schemas.microsoft.com/office/drawing/2014/main" id="{E885FB56-8A1E-44F9-9914-72497F08F637}"/>
              </a:ext>
            </a:extLst>
          </p:cNvPr>
          <p:cNvSpPr>
            <a:spLocks noGrp="1"/>
          </p:cNvSpPr>
          <p:nvPr/>
        </p:nvSpPr>
        <p:spPr>
          <a:xfrm>
            <a:off x="5170917" y="390930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6" name="a_full_bar_1655">
            <a:extLst>
              <a:ext uri="{FF2B5EF4-FFF2-40B4-BE49-F238E27FC236}">
                <a16:creationId xmlns:a16="http://schemas.microsoft.com/office/drawing/2014/main" id="{A832D301-D5CE-47AB-9F84-000C08AB0F23}"/>
              </a:ext>
            </a:extLst>
          </p:cNvPr>
          <p:cNvSpPr>
            <a:spLocks noGrp="1"/>
          </p:cNvSpPr>
          <p:nvPr/>
        </p:nvSpPr>
        <p:spPr>
          <a:xfrm>
            <a:off x="7751033" y="4230327"/>
            <a:ext cx="191" cy="380449"/>
          </a:xfrm>
          <a:custGeom>
            <a:avLst/>
            <a:gdLst/>
            <a:ahLst/>
            <a:cxnLst/>
            <a:rect l="0" t="0" r="0" b="0"/>
            <a:pathLst>
              <a:path w="191" h="380449">
                <a:moveTo>
                  <a:pt x="0" y="38044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7" name="a_full_bar_1656">
            <a:extLst>
              <a:ext uri="{FF2B5EF4-FFF2-40B4-BE49-F238E27FC236}">
                <a16:creationId xmlns:a16="http://schemas.microsoft.com/office/drawing/2014/main" id="{2D0DDC25-044F-452E-8BC1-E62F26612853}"/>
              </a:ext>
            </a:extLst>
          </p:cNvPr>
          <p:cNvSpPr>
            <a:spLocks noGrp="1"/>
          </p:cNvSpPr>
          <p:nvPr/>
        </p:nvSpPr>
        <p:spPr>
          <a:xfrm>
            <a:off x="7616525" y="461077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8" name="a_full_bar_1657">
            <a:extLst>
              <a:ext uri="{FF2B5EF4-FFF2-40B4-BE49-F238E27FC236}">
                <a16:creationId xmlns:a16="http://schemas.microsoft.com/office/drawing/2014/main" id="{89884892-7424-4E3B-980C-81C42739B213}"/>
              </a:ext>
            </a:extLst>
          </p:cNvPr>
          <p:cNvSpPr>
            <a:spLocks noGrp="1"/>
          </p:cNvSpPr>
          <p:nvPr/>
        </p:nvSpPr>
        <p:spPr>
          <a:xfrm>
            <a:off x="7616525" y="423032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1659" name="a_full_bar_1658">
            <a:extLst>
              <a:ext uri="{FF2B5EF4-FFF2-40B4-BE49-F238E27FC236}">
                <a16:creationId xmlns:a16="http://schemas.microsoft.com/office/drawing/2014/main" id="{82B93500-5166-4BC4-80D0-8FD1941394B1}"/>
              </a:ext>
            </a:extLst>
          </p:cNvPr>
          <p:cNvSpPr>
            <a:spLocks noGrp="1"/>
          </p:cNvSpPr>
          <p:nvPr/>
        </p:nvSpPr>
        <p:spPr>
          <a:xfrm>
            <a:off x="3422307" y="5791141"/>
            <a:ext cx="191" cy="117876"/>
          </a:xfrm>
          <a:custGeom>
            <a:avLst/>
            <a:gdLst/>
            <a:ahLst/>
            <a:cxnLst/>
            <a:rect l="0" t="0" r="0" b="0"/>
            <a:pathLst>
              <a:path w="191" h="117876">
                <a:moveTo>
                  <a:pt x="0" y="1178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0" name="a_full_bar_1659">
            <a:extLst>
              <a:ext uri="{FF2B5EF4-FFF2-40B4-BE49-F238E27FC236}">
                <a16:creationId xmlns:a16="http://schemas.microsoft.com/office/drawing/2014/main" id="{6ED946E9-A07E-43CA-8148-2CCDAAB77ACB}"/>
              </a:ext>
            </a:extLst>
          </p:cNvPr>
          <p:cNvSpPr>
            <a:spLocks noGrp="1"/>
          </p:cNvSpPr>
          <p:nvPr/>
        </p:nvSpPr>
        <p:spPr>
          <a:xfrm>
            <a:off x="3287798" y="590901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1" name="a_full_bar_1660">
            <a:extLst>
              <a:ext uri="{FF2B5EF4-FFF2-40B4-BE49-F238E27FC236}">
                <a16:creationId xmlns:a16="http://schemas.microsoft.com/office/drawing/2014/main" id="{C7038BB6-DED3-48D8-A7B8-8850F42232AB}"/>
              </a:ext>
            </a:extLst>
          </p:cNvPr>
          <p:cNvSpPr>
            <a:spLocks noGrp="1"/>
          </p:cNvSpPr>
          <p:nvPr/>
        </p:nvSpPr>
        <p:spPr>
          <a:xfrm>
            <a:off x="3287798" y="579114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2" name="a_full_bar_1661">
            <a:extLst>
              <a:ext uri="{FF2B5EF4-FFF2-40B4-BE49-F238E27FC236}">
                <a16:creationId xmlns:a16="http://schemas.microsoft.com/office/drawing/2014/main" id="{CD9D37FE-C824-47E2-B016-FBE6AE10F231}"/>
              </a:ext>
            </a:extLst>
          </p:cNvPr>
          <p:cNvSpPr>
            <a:spLocks noGrp="1"/>
          </p:cNvSpPr>
          <p:nvPr/>
        </p:nvSpPr>
        <p:spPr>
          <a:xfrm>
            <a:off x="5867915" y="4937830"/>
            <a:ext cx="191" cy="342889"/>
          </a:xfrm>
          <a:custGeom>
            <a:avLst/>
            <a:gdLst/>
            <a:ahLst/>
            <a:cxnLst/>
            <a:rect l="0" t="0" r="0" b="0"/>
            <a:pathLst>
              <a:path w="191" h="342889">
                <a:moveTo>
                  <a:pt x="0" y="342889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3" name="a_full_bar_1662">
            <a:extLst>
              <a:ext uri="{FF2B5EF4-FFF2-40B4-BE49-F238E27FC236}">
                <a16:creationId xmlns:a16="http://schemas.microsoft.com/office/drawing/2014/main" id="{BF3B39F3-599A-44C7-8FF8-5CF76028BCC2}"/>
              </a:ext>
            </a:extLst>
          </p:cNvPr>
          <p:cNvSpPr>
            <a:spLocks noGrp="1"/>
          </p:cNvSpPr>
          <p:nvPr/>
        </p:nvSpPr>
        <p:spPr>
          <a:xfrm>
            <a:off x="5733406" y="528071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4" name="a_full_bar_1663">
            <a:extLst>
              <a:ext uri="{FF2B5EF4-FFF2-40B4-BE49-F238E27FC236}">
                <a16:creationId xmlns:a16="http://schemas.microsoft.com/office/drawing/2014/main" id="{076B2EA3-5EBB-4FA6-8239-5166EEB36F67}"/>
              </a:ext>
            </a:extLst>
          </p:cNvPr>
          <p:cNvSpPr>
            <a:spLocks noGrp="1"/>
          </p:cNvSpPr>
          <p:nvPr/>
        </p:nvSpPr>
        <p:spPr>
          <a:xfrm>
            <a:off x="5733406" y="493783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5" name="a_full_bar_1664">
            <a:extLst>
              <a:ext uri="{FF2B5EF4-FFF2-40B4-BE49-F238E27FC236}">
                <a16:creationId xmlns:a16="http://schemas.microsoft.com/office/drawing/2014/main" id="{A339155F-4731-4668-9C94-DC7DF97255BE}"/>
              </a:ext>
            </a:extLst>
          </p:cNvPr>
          <p:cNvSpPr>
            <a:spLocks noGrp="1"/>
          </p:cNvSpPr>
          <p:nvPr/>
        </p:nvSpPr>
        <p:spPr>
          <a:xfrm>
            <a:off x="8313523" y="5452603"/>
            <a:ext cx="191" cy="242621"/>
          </a:xfrm>
          <a:custGeom>
            <a:avLst/>
            <a:gdLst/>
            <a:ahLst/>
            <a:cxnLst/>
            <a:rect l="0" t="0" r="0" b="0"/>
            <a:pathLst>
              <a:path w="191" h="242621">
                <a:moveTo>
                  <a:pt x="0" y="24262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6" name="a_full_bar_1665">
            <a:extLst>
              <a:ext uri="{FF2B5EF4-FFF2-40B4-BE49-F238E27FC236}">
                <a16:creationId xmlns:a16="http://schemas.microsoft.com/office/drawing/2014/main" id="{D0149224-87EE-4D92-87B3-C48E351858A2}"/>
              </a:ext>
            </a:extLst>
          </p:cNvPr>
          <p:cNvSpPr>
            <a:spLocks noGrp="1"/>
          </p:cNvSpPr>
          <p:nvPr/>
        </p:nvSpPr>
        <p:spPr>
          <a:xfrm>
            <a:off x="8179015" y="569522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7" name="a_full_bar_1666">
            <a:extLst>
              <a:ext uri="{FF2B5EF4-FFF2-40B4-BE49-F238E27FC236}">
                <a16:creationId xmlns:a16="http://schemas.microsoft.com/office/drawing/2014/main" id="{5C79A100-6BD6-44B8-91BF-F6C955D4C666}"/>
              </a:ext>
            </a:extLst>
          </p:cNvPr>
          <p:cNvSpPr>
            <a:spLocks noGrp="1"/>
          </p:cNvSpPr>
          <p:nvPr/>
        </p:nvSpPr>
        <p:spPr>
          <a:xfrm>
            <a:off x="8179015" y="545260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1668" name="a_full_bar_1667">
            <a:extLst>
              <a:ext uri="{FF2B5EF4-FFF2-40B4-BE49-F238E27FC236}">
                <a16:creationId xmlns:a16="http://schemas.microsoft.com/office/drawing/2014/main" id="{EB2B6365-2E10-4BE7-8CB0-B0522F236D8E}"/>
              </a:ext>
            </a:extLst>
          </p:cNvPr>
          <p:cNvSpPr>
            <a:spLocks noGrp="1"/>
          </p:cNvSpPr>
          <p:nvPr/>
        </p:nvSpPr>
        <p:spPr>
          <a:xfrm>
            <a:off x="2087005" y="39256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69" name="a_full_bar_1668">
            <a:extLst>
              <a:ext uri="{FF2B5EF4-FFF2-40B4-BE49-F238E27FC236}">
                <a16:creationId xmlns:a16="http://schemas.microsoft.com/office/drawing/2014/main" id="{6A559B2E-CDA9-464A-83CF-F13FDFADD1EE}"/>
              </a:ext>
            </a:extLst>
          </p:cNvPr>
          <p:cNvSpPr>
            <a:spLocks noGrp="1"/>
          </p:cNvSpPr>
          <p:nvPr/>
        </p:nvSpPr>
        <p:spPr>
          <a:xfrm>
            <a:off x="4532613" y="364194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0" name="a_full_bar_1669">
            <a:extLst>
              <a:ext uri="{FF2B5EF4-FFF2-40B4-BE49-F238E27FC236}">
                <a16:creationId xmlns:a16="http://schemas.microsoft.com/office/drawing/2014/main" id="{86A3C1C9-52F4-4A21-9DDE-4080C76F7CE2}"/>
              </a:ext>
            </a:extLst>
          </p:cNvPr>
          <p:cNvSpPr>
            <a:spLocks noGrp="1"/>
          </p:cNvSpPr>
          <p:nvPr/>
        </p:nvSpPr>
        <p:spPr>
          <a:xfrm>
            <a:off x="6978221" y="402275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1671" name="a_full_bar_1670">
            <a:extLst>
              <a:ext uri="{FF2B5EF4-FFF2-40B4-BE49-F238E27FC236}">
                <a16:creationId xmlns:a16="http://schemas.microsoft.com/office/drawing/2014/main" id="{54BEAFDE-443E-4139-9869-4BE2F6660758}"/>
              </a:ext>
            </a:extLst>
          </p:cNvPr>
          <p:cNvSpPr>
            <a:spLocks noGrp="1"/>
          </p:cNvSpPr>
          <p:nvPr/>
        </p:nvSpPr>
        <p:spPr>
          <a:xfrm>
            <a:off x="2649495" y="431376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2" name="a_full_bar_1671">
            <a:extLst>
              <a:ext uri="{FF2B5EF4-FFF2-40B4-BE49-F238E27FC236}">
                <a16:creationId xmlns:a16="http://schemas.microsoft.com/office/drawing/2014/main" id="{E8BE4489-30A0-4F9A-B147-506F451400B8}"/>
              </a:ext>
            </a:extLst>
          </p:cNvPr>
          <p:cNvSpPr>
            <a:spLocks noGrp="1"/>
          </p:cNvSpPr>
          <p:nvPr/>
        </p:nvSpPr>
        <p:spPr>
          <a:xfrm>
            <a:off x="5095103" y="408293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3" name="a_full_bar_1672">
            <a:extLst>
              <a:ext uri="{FF2B5EF4-FFF2-40B4-BE49-F238E27FC236}">
                <a16:creationId xmlns:a16="http://schemas.microsoft.com/office/drawing/2014/main" id="{A38C92C7-FC77-4926-AA89-4E54340FEBE2}"/>
              </a:ext>
            </a:extLst>
          </p:cNvPr>
          <p:cNvSpPr>
            <a:spLocks noGrp="1"/>
          </p:cNvSpPr>
          <p:nvPr/>
        </p:nvSpPr>
        <p:spPr>
          <a:xfrm>
            <a:off x="7540711" y="442146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1674" name="a_full_bar_1673">
            <a:extLst>
              <a:ext uri="{FF2B5EF4-FFF2-40B4-BE49-F238E27FC236}">
                <a16:creationId xmlns:a16="http://schemas.microsoft.com/office/drawing/2014/main" id="{50BFD5AD-2851-4371-97BF-681536B0C832}"/>
              </a:ext>
            </a:extLst>
          </p:cNvPr>
          <p:cNvSpPr>
            <a:spLocks noGrp="1"/>
          </p:cNvSpPr>
          <p:nvPr/>
        </p:nvSpPr>
        <p:spPr>
          <a:xfrm>
            <a:off x="3211984" y="585376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5" name="a_full_bar_1674">
            <a:extLst>
              <a:ext uri="{FF2B5EF4-FFF2-40B4-BE49-F238E27FC236}">
                <a16:creationId xmlns:a16="http://schemas.microsoft.com/office/drawing/2014/main" id="{EB2B7B12-F459-41A7-85F6-D726A6D0EE7D}"/>
              </a:ext>
            </a:extLst>
          </p:cNvPr>
          <p:cNvSpPr>
            <a:spLocks noGrp="1"/>
          </p:cNvSpPr>
          <p:nvPr/>
        </p:nvSpPr>
        <p:spPr>
          <a:xfrm>
            <a:off x="5657593" y="5113159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6" name="a_full_bar_1675">
            <a:extLst>
              <a:ext uri="{FF2B5EF4-FFF2-40B4-BE49-F238E27FC236}">
                <a16:creationId xmlns:a16="http://schemas.microsoft.com/office/drawing/2014/main" id="{49A424D2-6F8C-450C-B88D-9FD25DBD173B}"/>
              </a:ext>
            </a:extLst>
          </p:cNvPr>
          <p:cNvSpPr>
            <a:spLocks noGrp="1"/>
          </p:cNvSpPr>
          <p:nvPr/>
        </p:nvSpPr>
        <p:spPr>
          <a:xfrm>
            <a:off x="8103201" y="5578540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1677" name="text_1676">
            <a:extLst>
              <a:ext uri="{FF2B5EF4-FFF2-40B4-BE49-F238E27FC236}">
                <a16:creationId xmlns:a16="http://schemas.microsoft.com/office/drawing/2014/main" id="{089E55BC-CF69-468A-9670-D056DA5D9BB4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1678" name="text_1677">
            <a:extLst>
              <a:ext uri="{FF2B5EF4-FFF2-40B4-BE49-F238E27FC236}">
                <a16:creationId xmlns:a16="http://schemas.microsoft.com/office/drawing/2014/main" id="{B78943D7-D946-449F-ABAA-6D35100EE2F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679" name="a_full_bar_1678">
            <a:extLst>
              <a:ext uri="{FF2B5EF4-FFF2-40B4-BE49-F238E27FC236}">
                <a16:creationId xmlns:a16="http://schemas.microsoft.com/office/drawing/2014/main" id="{2A263633-6124-4F22-8BBD-7F251D4D217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680" name="text_1679">
            <a:extLst>
              <a:ext uri="{FF2B5EF4-FFF2-40B4-BE49-F238E27FC236}">
                <a16:creationId xmlns:a16="http://schemas.microsoft.com/office/drawing/2014/main" id="{F0CDCD9E-77CB-48BA-821C-B397C5AEB78D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681" name="a_full_bar_1680">
            <a:extLst>
              <a:ext uri="{FF2B5EF4-FFF2-40B4-BE49-F238E27FC236}">
                <a16:creationId xmlns:a16="http://schemas.microsoft.com/office/drawing/2014/main" id="{C01C0698-4E92-4CED-9040-92A08D19A910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682" name="text_1681">
            <a:extLst>
              <a:ext uri="{FF2B5EF4-FFF2-40B4-BE49-F238E27FC236}">
                <a16:creationId xmlns:a16="http://schemas.microsoft.com/office/drawing/2014/main" id="{8E5D0714-1F6E-4813-9BA9-0B1B08C72CA1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683" name="a_full_bar_1682">
            <a:extLst>
              <a:ext uri="{FF2B5EF4-FFF2-40B4-BE49-F238E27FC236}">
                <a16:creationId xmlns:a16="http://schemas.microsoft.com/office/drawing/2014/main" id="{43D71D67-8E92-4800-BBE3-0424EA993745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684" name="text_1683">
            <a:extLst>
              <a:ext uri="{FF2B5EF4-FFF2-40B4-BE49-F238E27FC236}">
                <a16:creationId xmlns:a16="http://schemas.microsoft.com/office/drawing/2014/main" id="{CB89BFBF-F311-4A87-B47D-2676B1623EBC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380691073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b_small_bar_1684">
            <a:extLst>
              <a:ext uri="{FF2B5EF4-FFF2-40B4-BE49-F238E27FC236}">
                <a16:creationId xmlns:a16="http://schemas.microsoft.com/office/drawing/2014/main" id="{BE50AA35-0981-458C-9F49-2AEFE0D232CC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b_small_bar_1685">
            <a:extLst>
              <a:ext uri="{FF2B5EF4-FFF2-40B4-BE49-F238E27FC236}">
                <a16:creationId xmlns:a16="http://schemas.microsoft.com/office/drawing/2014/main" id="{D6703F13-E6D4-475C-896A-BEFA87D07DA4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7239000" cy="3732609"/>
          </a:xfrm>
          <a:custGeom>
            <a:avLst/>
            <a:gdLst/>
            <a:ahLst/>
            <a:cxnLst/>
            <a:rect l="0" t="0" r="0" b="0"/>
            <a:pathLst>
              <a:path w="7239000" h="3732609">
                <a:moveTo>
                  <a:pt x="0" y="3732609"/>
                </a:moveTo>
                <a:lnTo>
                  <a:pt x="7239000" y="3732609"/>
                </a:lnTo>
                <a:lnTo>
                  <a:pt x="7239000" y="0"/>
                </a:lnTo>
                <a:lnTo>
                  <a:pt x="0" y="0"/>
                </a:lnTo>
                <a:lnTo>
                  <a:pt x="0" y="373260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1686">
            <a:extLst>
              <a:ext uri="{FF2B5EF4-FFF2-40B4-BE49-F238E27FC236}">
                <a16:creationId xmlns:a16="http://schemas.microsoft.com/office/drawing/2014/main" id="{B1FA257D-EC4F-4215-98AC-AF68F3F8CE1F}"/>
              </a:ext>
            </a:extLst>
          </p:cNvPr>
          <p:cNvSpPr>
            <a:spLocks noGrp="1"/>
          </p:cNvSpPr>
          <p:nvPr/>
        </p:nvSpPr>
        <p:spPr>
          <a:xfrm>
            <a:off x="2286848" y="6209533"/>
            <a:ext cx="1165498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1687">
            <a:extLst>
              <a:ext uri="{FF2B5EF4-FFF2-40B4-BE49-F238E27FC236}">
                <a16:creationId xmlns:a16="http://schemas.microsoft.com/office/drawing/2014/main" id="{EC52A212-9043-4399-8C77-40D2E6EC31CE}"/>
              </a:ext>
            </a:extLst>
          </p:cNvPr>
          <p:cNvSpPr>
            <a:spLocks noGrp="1"/>
          </p:cNvSpPr>
          <p:nvPr/>
        </p:nvSpPr>
        <p:spPr>
          <a:xfrm>
            <a:off x="2584834" y="6500311"/>
            <a:ext cx="5694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1688">
            <a:extLst>
              <a:ext uri="{FF2B5EF4-FFF2-40B4-BE49-F238E27FC236}">
                <a16:creationId xmlns:a16="http://schemas.microsoft.com/office/drawing/2014/main" id="{F0C84BFE-6A08-4D11-B52C-D20BCA16A27B}"/>
              </a:ext>
            </a:extLst>
          </p:cNvPr>
          <p:cNvSpPr>
            <a:spLocks noGrp="1"/>
          </p:cNvSpPr>
          <p:nvPr/>
        </p:nvSpPr>
        <p:spPr>
          <a:xfrm>
            <a:off x="4610139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1689">
            <a:extLst>
              <a:ext uri="{FF2B5EF4-FFF2-40B4-BE49-F238E27FC236}">
                <a16:creationId xmlns:a16="http://schemas.microsoft.com/office/drawing/2014/main" id="{627E69D1-A343-4CDB-8722-B6ED25D8371C}"/>
              </a:ext>
            </a:extLst>
          </p:cNvPr>
          <p:cNvSpPr>
            <a:spLocks noGrp="1"/>
          </p:cNvSpPr>
          <p:nvPr/>
        </p:nvSpPr>
        <p:spPr>
          <a:xfrm>
            <a:off x="4345830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7" name="text_1690">
            <a:extLst>
              <a:ext uri="{FF2B5EF4-FFF2-40B4-BE49-F238E27FC236}">
                <a16:creationId xmlns:a16="http://schemas.microsoft.com/office/drawing/2014/main" id="{F20CCA7D-D0EE-4C27-B84A-D0E878E02345}"/>
              </a:ext>
            </a:extLst>
          </p:cNvPr>
          <p:cNvSpPr>
            <a:spLocks noGrp="1"/>
          </p:cNvSpPr>
          <p:nvPr/>
        </p:nvSpPr>
        <p:spPr>
          <a:xfrm>
            <a:off x="7055747" y="6209533"/>
            <a:ext cx="1410175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1691">
            <a:extLst>
              <a:ext uri="{FF2B5EF4-FFF2-40B4-BE49-F238E27FC236}">
                <a16:creationId xmlns:a16="http://schemas.microsoft.com/office/drawing/2014/main" id="{63E2CADE-FF93-45FC-9605-33477DC8C53E}"/>
              </a:ext>
            </a:extLst>
          </p:cNvPr>
          <p:cNvSpPr>
            <a:spLocks noGrp="1"/>
          </p:cNvSpPr>
          <p:nvPr/>
        </p:nvSpPr>
        <p:spPr>
          <a:xfrm>
            <a:off x="6791438" y="6500311"/>
            <a:ext cx="193884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0.5</a:t>
            </a:r>
          </a:p>
        </p:txBody>
      </p:sp>
      <p:sp>
        <p:nvSpPr>
          <p:cNvPr id="9" name="b_small_bar_1692">
            <a:extLst>
              <a:ext uri="{FF2B5EF4-FFF2-40B4-BE49-F238E27FC236}">
                <a16:creationId xmlns:a16="http://schemas.microsoft.com/office/drawing/2014/main" id="{C751303C-652A-48BF-BEB9-6058DE2F0AEA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0" name="b_small_bar_1693">
            <a:extLst>
              <a:ext uri="{FF2B5EF4-FFF2-40B4-BE49-F238E27FC236}">
                <a16:creationId xmlns:a16="http://schemas.microsoft.com/office/drawing/2014/main" id="{8C45DA2B-AD03-467E-8FE4-8F1BBD411FBE}"/>
              </a:ext>
            </a:extLst>
          </p:cNvPr>
          <p:cNvSpPr>
            <a:spLocks noGrp="1"/>
          </p:cNvSpPr>
          <p:nvPr/>
        </p:nvSpPr>
        <p:spPr>
          <a:xfrm>
            <a:off x="1595595" y="603356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" name="text_1694">
            <a:extLst>
              <a:ext uri="{FF2B5EF4-FFF2-40B4-BE49-F238E27FC236}">
                <a16:creationId xmlns:a16="http://schemas.microsoft.com/office/drawing/2014/main" id="{E4DBBB84-1A20-4CEB-ABA8-29313968B0F0}"/>
              </a:ext>
            </a:extLst>
          </p:cNvPr>
          <p:cNvSpPr>
            <a:spLocks noGrp="1"/>
          </p:cNvSpPr>
          <p:nvPr/>
        </p:nvSpPr>
        <p:spPr>
          <a:xfrm>
            <a:off x="1075998" y="591477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b_small_bar_1695">
            <a:extLst>
              <a:ext uri="{FF2B5EF4-FFF2-40B4-BE49-F238E27FC236}">
                <a16:creationId xmlns:a16="http://schemas.microsoft.com/office/drawing/2014/main" id="{0236CA80-00A1-4001-AEC5-3EF91C92896F}"/>
              </a:ext>
            </a:extLst>
          </p:cNvPr>
          <p:cNvSpPr>
            <a:spLocks noGrp="1"/>
          </p:cNvSpPr>
          <p:nvPr/>
        </p:nvSpPr>
        <p:spPr>
          <a:xfrm>
            <a:off x="1685925" y="4230374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3" name="b_small_bar_1696">
            <a:extLst>
              <a:ext uri="{FF2B5EF4-FFF2-40B4-BE49-F238E27FC236}">
                <a16:creationId xmlns:a16="http://schemas.microsoft.com/office/drawing/2014/main" id="{3D40ED30-2C5D-4677-93D6-33836D8829F5}"/>
              </a:ext>
            </a:extLst>
          </p:cNvPr>
          <p:cNvSpPr>
            <a:spLocks noGrp="1"/>
          </p:cNvSpPr>
          <p:nvPr/>
        </p:nvSpPr>
        <p:spPr>
          <a:xfrm>
            <a:off x="1595595" y="423037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4" name="text_1697">
            <a:extLst>
              <a:ext uri="{FF2B5EF4-FFF2-40B4-BE49-F238E27FC236}">
                <a16:creationId xmlns:a16="http://schemas.microsoft.com/office/drawing/2014/main" id="{8A555162-6DC1-4575-9A5A-39E985B0DCC2}"/>
              </a:ext>
            </a:extLst>
          </p:cNvPr>
          <p:cNvSpPr>
            <a:spLocks noGrp="1"/>
          </p:cNvSpPr>
          <p:nvPr/>
        </p:nvSpPr>
        <p:spPr>
          <a:xfrm>
            <a:off x="1075998" y="411157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b_small_bar_1698">
            <a:extLst>
              <a:ext uri="{FF2B5EF4-FFF2-40B4-BE49-F238E27FC236}">
                <a16:creationId xmlns:a16="http://schemas.microsoft.com/office/drawing/2014/main" id="{15FD4FA5-D8ED-4E97-A17F-0BA4D9201115}"/>
              </a:ext>
            </a:extLst>
          </p:cNvPr>
          <p:cNvSpPr>
            <a:spLocks noGrp="1"/>
          </p:cNvSpPr>
          <p:nvPr/>
        </p:nvSpPr>
        <p:spPr>
          <a:xfrm>
            <a:off x="1685925" y="242718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6" name="b_small_bar_1699">
            <a:extLst>
              <a:ext uri="{FF2B5EF4-FFF2-40B4-BE49-F238E27FC236}">
                <a16:creationId xmlns:a16="http://schemas.microsoft.com/office/drawing/2014/main" id="{CAA66D3F-5691-473B-80CF-EBA3800E3D0B}"/>
              </a:ext>
            </a:extLst>
          </p:cNvPr>
          <p:cNvSpPr>
            <a:spLocks noGrp="1"/>
          </p:cNvSpPr>
          <p:nvPr/>
        </p:nvSpPr>
        <p:spPr>
          <a:xfrm>
            <a:off x="1595595" y="242718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7" name="text_1700">
            <a:extLst>
              <a:ext uri="{FF2B5EF4-FFF2-40B4-BE49-F238E27FC236}">
                <a16:creationId xmlns:a16="http://schemas.microsoft.com/office/drawing/2014/main" id="{940ADF7C-4734-4B25-A745-B62876CCD0B3}"/>
              </a:ext>
            </a:extLst>
          </p:cNvPr>
          <p:cNvSpPr>
            <a:spLocks noGrp="1"/>
          </p:cNvSpPr>
          <p:nvPr/>
        </p:nvSpPr>
        <p:spPr>
          <a:xfrm>
            <a:off x="1075998" y="230838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1701">
            <a:extLst>
              <a:ext uri="{FF2B5EF4-FFF2-40B4-BE49-F238E27FC236}">
                <a16:creationId xmlns:a16="http://schemas.microsoft.com/office/drawing/2014/main" id="{9A5D8F10-DF48-40DB-A864-312C336DE273}"/>
              </a:ext>
            </a:extLst>
          </p:cNvPr>
          <p:cNvSpPr>
            <a:spLocks noGrp="1"/>
          </p:cNvSpPr>
          <p:nvPr/>
        </p:nvSpPr>
        <p:spPr>
          <a:xfrm rot="-5400000">
            <a:off x="407394" y="3975801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b_small_bar_1702">
            <a:extLst>
              <a:ext uri="{FF2B5EF4-FFF2-40B4-BE49-F238E27FC236}">
                <a16:creationId xmlns:a16="http://schemas.microsoft.com/office/drawing/2014/main" id="{0DAE594D-E35C-43E3-ADDA-7C6892BB9CD0}"/>
              </a:ext>
            </a:extLst>
          </p:cNvPr>
          <p:cNvSpPr>
            <a:spLocks noGrp="1"/>
          </p:cNvSpPr>
          <p:nvPr/>
        </p:nvSpPr>
        <p:spPr>
          <a:xfrm>
            <a:off x="2049831" y="3955515"/>
            <a:ext cx="494991" cy="2078052"/>
          </a:xfrm>
          <a:custGeom>
            <a:avLst/>
            <a:gdLst/>
            <a:ahLst/>
            <a:cxnLst/>
            <a:rect l="0" t="0" r="0" b="0"/>
            <a:pathLst>
              <a:path w="494991" h="2078052">
                <a:moveTo>
                  <a:pt x="0" y="2078052"/>
                </a:moveTo>
                <a:lnTo>
                  <a:pt x="494991" y="2078052"/>
                </a:lnTo>
                <a:lnTo>
                  <a:pt x="494991" y="0"/>
                </a:lnTo>
                <a:lnTo>
                  <a:pt x="0" y="0"/>
                </a:lnTo>
                <a:lnTo>
                  <a:pt x="0" y="207805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b_small_bar_1703">
            <a:extLst>
              <a:ext uri="{FF2B5EF4-FFF2-40B4-BE49-F238E27FC236}">
                <a16:creationId xmlns:a16="http://schemas.microsoft.com/office/drawing/2014/main" id="{6B531FAE-994C-487C-A9C8-7726A52BE81E}"/>
              </a:ext>
            </a:extLst>
          </p:cNvPr>
          <p:cNvSpPr>
            <a:spLocks noGrp="1"/>
          </p:cNvSpPr>
          <p:nvPr/>
        </p:nvSpPr>
        <p:spPr>
          <a:xfrm>
            <a:off x="4495440" y="3504972"/>
            <a:ext cx="494991" cy="2528594"/>
          </a:xfrm>
          <a:custGeom>
            <a:avLst/>
            <a:gdLst/>
            <a:ahLst/>
            <a:cxnLst/>
            <a:rect l="0" t="0" r="0" b="0"/>
            <a:pathLst>
              <a:path w="494991" h="2528594">
                <a:moveTo>
                  <a:pt x="0" y="2528594"/>
                </a:moveTo>
                <a:lnTo>
                  <a:pt x="494991" y="2528594"/>
                </a:lnTo>
                <a:lnTo>
                  <a:pt x="494991" y="0"/>
                </a:lnTo>
                <a:lnTo>
                  <a:pt x="0" y="0"/>
                </a:lnTo>
                <a:lnTo>
                  <a:pt x="0" y="2528594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b_small_bar_1704">
            <a:extLst>
              <a:ext uri="{FF2B5EF4-FFF2-40B4-BE49-F238E27FC236}">
                <a16:creationId xmlns:a16="http://schemas.microsoft.com/office/drawing/2014/main" id="{DDED9CA0-C725-4B1B-A237-E358AE6F0F8C}"/>
              </a:ext>
            </a:extLst>
          </p:cNvPr>
          <p:cNvSpPr>
            <a:spLocks noGrp="1"/>
          </p:cNvSpPr>
          <p:nvPr/>
        </p:nvSpPr>
        <p:spPr>
          <a:xfrm>
            <a:off x="6941048" y="3852215"/>
            <a:ext cx="494991" cy="2181351"/>
          </a:xfrm>
          <a:custGeom>
            <a:avLst/>
            <a:gdLst/>
            <a:ahLst/>
            <a:cxnLst/>
            <a:rect l="0" t="0" r="0" b="0"/>
            <a:pathLst>
              <a:path w="494991" h="2181351">
                <a:moveTo>
                  <a:pt x="0" y="2181351"/>
                </a:moveTo>
                <a:lnTo>
                  <a:pt x="494991" y="2181351"/>
                </a:lnTo>
                <a:lnTo>
                  <a:pt x="494991" y="0"/>
                </a:lnTo>
                <a:lnTo>
                  <a:pt x="0" y="0"/>
                </a:lnTo>
                <a:lnTo>
                  <a:pt x="0" y="218135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b_small_bar_1705">
            <a:extLst>
              <a:ext uri="{FF2B5EF4-FFF2-40B4-BE49-F238E27FC236}">
                <a16:creationId xmlns:a16="http://schemas.microsoft.com/office/drawing/2014/main" id="{21A05175-A857-4381-B35C-16ECA4ABE5AC}"/>
              </a:ext>
            </a:extLst>
          </p:cNvPr>
          <p:cNvSpPr>
            <a:spLocks noGrp="1"/>
          </p:cNvSpPr>
          <p:nvPr/>
        </p:nvSpPr>
        <p:spPr>
          <a:xfrm>
            <a:off x="2612321" y="4297078"/>
            <a:ext cx="494991" cy="1736488"/>
          </a:xfrm>
          <a:custGeom>
            <a:avLst/>
            <a:gdLst/>
            <a:ahLst/>
            <a:cxnLst/>
            <a:rect l="0" t="0" r="0" b="0"/>
            <a:pathLst>
              <a:path w="494991" h="1736488">
                <a:moveTo>
                  <a:pt x="0" y="1736488"/>
                </a:moveTo>
                <a:lnTo>
                  <a:pt x="494991" y="1736488"/>
                </a:lnTo>
                <a:lnTo>
                  <a:pt x="494991" y="0"/>
                </a:lnTo>
                <a:lnTo>
                  <a:pt x="0" y="0"/>
                </a:lnTo>
                <a:lnTo>
                  <a:pt x="0" y="1736488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b_small_bar_1706">
            <a:extLst>
              <a:ext uri="{FF2B5EF4-FFF2-40B4-BE49-F238E27FC236}">
                <a16:creationId xmlns:a16="http://schemas.microsoft.com/office/drawing/2014/main" id="{EAAA32AE-4F26-4247-AD46-6E781EB40CAF}"/>
              </a:ext>
            </a:extLst>
          </p:cNvPr>
          <p:cNvSpPr>
            <a:spLocks noGrp="1"/>
          </p:cNvSpPr>
          <p:nvPr/>
        </p:nvSpPr>
        <p:spPr>
          <a:xfrm>
            <a:off x="5057929" y="3968494"/>
            <a:ext cx="494991" cy="2065072"/>
          </a:xfrm>
          <a:custGeom>
            <a:avLst/>
            <a:gdLst/>
            <a:ahLst/>
            <a:cxnLst/>
            <a:rect l="0" t="0" r="0" b="0"/>
            <a:pathLst>
              <a:path w="494991" h="2065072">
                <a:moveTo>
                  <a:pt x="0" y="2065072"/>
                </a:moveTo>
                <a:lnTo>
                  <a:pt x="494991" y="2065072"/>
                </a:lnTo>
                <a:lnTo>
                  <a:pt x="494991" y="0"/>
                </a:lnTo>
                <a:lnTo>
                  <a:pt x="0" y="0"/>
                </a:lnTo>
                <a:lnTo>
                  <a:pt x="0" y="206507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b_small_bar_1707">
            <a:extLst>
              <a:ext uri="{FF2B5EF4-FFF2-40B4-BE49-F238E27FC236}">
                <a16:creationId xmlns:a16="http://schemas.microsoft.com/office/drawing/2014/main" id="{544E6322-6278-47FD-A527-00BCE8597DA1}"/>
              </a:ext>
            </a:extLst>
          </p:cNvPr>
          <p:cNvSpPr>
            <a:spLocks noGrp="1"/>
          </p:cNvSpPr>
          <p:nvPr/>
        </p:nvSpPr>
        <p:spPr>
          <a:xfrm>
            <a:off x="7503538" y="4232921"/>
            <a:ext cx="494991" cy="1800646"/>
          </a:xfrm>
          <a:custGeom>
            <a:avLst/>
            <a:gdLst/>
            <a:ahLst/>
            <a:cxnLst/>
            <a:rect l="0" t="0" r="0" b="0"/>
            <a:pathLst>
              <a:path w="494991" h="1800646">
                <a:moveTo>
                  <a:pt x="0" y="1800646"/>
                </a:moveTo>
                <a:lnTo>
                  <a:pt x="494991" y="1800646"/>
                </a:lnTo>
                <a:lnTo>
                  <a:pt x="494991" y="0"/>
                </a:lnTo>
                <a:lnTo>
                  <a:pt x="0" y="0"/>
                </a:lnTo>
                <a:lnTo>
                  <a:pt x="0" y="180064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b_small_bar_1708">
            <a:extLst>
              <a:ext uri="{FF2B5EF4-FFF2-40B4-BE49-F238E27FC236}">
                <a16:creationId xmlns:a16="http://schemas.microsoft.com/office/drawing/2014/main" id="{BF0D7923-E76F-41EE-B456-6DECE3406979}"/>
              </a:ext>
            </a:extLst>
          </p:cNvPr>
          <p:cNvSpPr>
            <a:spLocks noGrp="1"/>
          </p:cNvSpPr>
          <p:nvPr/>
        </p:nvSpPr>
        <p:spPr>
          <a:xfrm>
            <a:off x="3174811" y="5771722"/>
            <a:ext cx="494991" cy="261845"/>
          </a:xfrm>
          <a:custGeom>
            <a:avLst/>
            <a:gdLst/>
            <a:ahLst/>
            <a:cxnLst/>
            <a:rect l="0" t="0" r="0" b="0"/>
            <a:pathLst>
              <a:path w="494991" h="261845">
                <a:moveTo>
                  <a:pt x="0" y="261845"/>
                </a:moveTo>
                <a:lnTo>
                  <a:pt x="494991" y="261845"/>
                </a:lnTo>
                <a:lnTo>
                  <a:pt x="494991" y="0"/>
                </a:lnTo>
                <a:lnTo>
                  <a:pt x="0" y="0"/>
                </a:lnTo>
                <a:lnTo>
                  <a:pt x="0" y="26184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b_small_bar_1709">
            <a:extLst>
              <a:ext uri="{FF2B5EF4-FFF2-40B4-BE49-F238E27FC236}">
                <a16:creationId xmlns:a16="http://schemas.microsoft.com/office/drawing/2014/main" id="{7E0A378C-8B1A-499C-A7AB-285CD73E1325}"/>
              </a:ext>
            </a:extLst>
          </p:cNvPr>
          <p:cNvSpPr>
            <a:spLocks noGrp="1"/>
          </p:cNvSpPr>
          <p:nvPr/>
        </p:nvSpPr>
        <p:spPr>
          <a:xfrm>
            <a:off x="5620419" y="4367296"/>
            <a:ext cx="494991" cy="1666271"/>
          </a:xfrm>
          <a:custGeom>
            <a:avLst/>
            <a:gdLst/>
            <a:ahLst/>
            <a:cxnLst/>
            <a:rect l="0" t="0" r="0" b="0"/>
            <a:pathLst>
              <a:path w="494991" h="1666271">
                <a:moveTo>
                  <a:pt x="0" y="1666271"/>
                </a:moveTo>
                <a:lnTo>
                  <a:pt x="494991" y="1666271"/>
                </a:lnTo>
                <a:lnTo>
                  <a:pt x="494991" y="0"/>
                </a:lnTo>
                <a:lnTo>
                  <a:pt x="0" y="0"/>
                </a:lnTo>
                <a:lnTo>
                  <a:pt x="0" y="1666271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b_small_bar_1710">
            <a:extLst>
              <a:ext uri="{FF2B5EF4-FFF2-40B4-BE49-F238E27FC236}">
                <a16:creationId xmlns:a16="http://schemas.microsoft.com/office/drawing/2014/main" id="{724526C0-A6AC-4A18-B747-28C51EF44475}"/>
              </a:ext>
            </a:extLst>
          </p:cNvPr>
          <p:cNvSpPr>
            <a:spLocks noGrp="1"/>
          </p:cNvSpPr>
          <p:nvPr/>
        </p:nvSpPr>
        <p:spPr>
          <a:xfrm>
            <a:off x="8066027" y="4976123"/>
            <a:ext cx="494991" cy="1057444"/>
          </a:xfrm>
          <a:custGeom>
            <a:avLst/>
            <a:gdLst/>
            <a:ahLst/>
            <a:cxnLst/>
            <a:rect l="0" t="0" r="0" b="0"/>
            <a:pathLst>
              <a:path w="494991" h="1057444">
                <a:moveTo>
                  <a:pt x="0" y="1057444"/>
                </a:moveTo>
                <a:lnTo>
                  <a:pt x="494991" y="1057444"/>
                </a:lnTo>
                <a:lnTo>
                  <a:pt x="494991" y="0"/>
                </a:lnTo>
                <a:lnTo>
                  <a:pt x="0" y="0"/>
                </a:lnTo>
                <a:lnTo>
                  <a:pt x="0" y="1057444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b_small_bar_1711">
            <a:extLst>
              <a:ext uri="{FF2B5EF4-FFF2-40B4-BE49-F238E27FC236}">
                <a16:creationId xmlns:a16="http://schemas.microsoft.com/office/drawing/2014/main" id="{81C2F158-AB0C-4FE0-8B36-9EF350A1BD16}"/>
              </a:ext>
            </a:extLst>
          </p:cNvPr>
          <p:cNvSpPr>
            <a:spLocks noGrp="1"/>
          </p:cNvSpPr>
          <p:nvPr/>
        </p:nvSpPr>
        <p:spPr>
          <a:xfrm>
            <a:off x="2151911" y="29490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b_small_bar_1712">
            <a:extLst>
              <a:ext uri="{FF2B5EF4-FFF2-40B4-BE49-F238E27FC236}">
                <a16:creationId xmlns:a16="http://schemas.microsoft.com/office/drawing/2014/main" id="{E4DDADDE-29F5-443B-9F6E-0C089EFB2619}"/>
              </a:ext>
            </a:extLst>
          </p:cNvPr>
          <p:cNvSpPr>
            <a:spLocks noGrp="1"/>
          </p:cNvSpPr>
          <p:nvPr/>
        </p:nvSpPr>
        <p:spPr>
          <a:xfrm>
            <a:off x="2096529" y="33419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b_small_bar_1713">
            <a:extLst>
              <a:ext uri="{FF2B5EF4-FFF2-40B4-BE49-F238E27FC236}">
                <a16:creationId xmlns:a16="http://schemas.microsoft.com/office/drawing/2014/main" id="{9597E32F-3019-4F4F-9AD2-7C383F7EFD5B}"/>
              </a:ext>
            </a:extLst>
          </p:cNvPr>
          <p:cNvSpPr>
            <a:spLocks noGrp="1"/>
          </p:cNvSpPr>
          <p:nvPr/>
        </p:nvSpPr>
        <p:spPr>
          <a:xfrm>
            <a:off x="2352812" y="30062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b_small_bar_1714">
            <a:extLst>
              <a:ext uri="{FF2B5EF4-FFF2-40B4-BE49-F238E27FC236}">
                <a16:creationId xmlns:a16="http://schemas.microsoft.com/office/drawing/2014/main" id="{DE4329A6-FCED-463C-BA5C-1123CA28A06D}"/>
              </a:ext>
            </a:extLst>
          </p:cNvPr>
          <p:cNvSpPr>
            <a:spLocks noGrp="1"/>
          </p:cNvSpPr>
          <p:nvPr/>
        </p:nvSpPr>
        <p:spPr>
          <a:xfrm>
            <a:off x="2176752" y="31143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b_small_bar_1715">
            <a:extLst>
              <a:ext uri="{FF2B5EF4-FFF2-40B4-BE49-F238E27FC236}">
                <a16:creationId xmlns:a16="http://schemas.microsoft.com/office/drawing/2014/main" id="{5537651E-6681-420B-9A98-45FB339F04E9}"/>
              </a:ext>
            </a:extLst>
          </p:cNvPr>
          <p:cNvSpPr>
            <a:spLocks noGrp="1"/>
          </p:cNvSpPr>
          <p:nvPr/>
        </p:nvSpPr>
        <p:spPr>
          <a:xfrm>
            <a:off x="2438641" y="44707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b_small_bar_1716">
            <a:extLst>
              <a:ext uri="{FF2B5EF4-FFF2-40B4-BE49-F238E27FC236}">
                <a16:creationId xmlns:a16="http://schemas.microsoft.com/office/drawing/2014/main" id="{5FDAD768-EDCD-4562-BA4F-685C54B962BD}"/>
              </a:ext>
            </a:extLst>
          </p:cNvPr>
          <p:cNvSpPr>
            <a:spLocks noGrp="1"/>
          </p:cNvSpPr>
          <p:nvPr/>
        </p:nvSpPr>
        <p:spPr>
          <a:xfrm>
            <a:off x="2068777" y="45446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b_small_bar_1717">
            <a:extLst>
              <a:ext uri="{FF2B5EF4-FFF2-40B4-BE49-F238E27FC236}">
                <a16:creationId xmlns:a16="http://schemas.microsoft.com/office/drawing/2014/main" id="{78F9EF22-06A3-4823-8C4E-C1A9DFAD0E12}"/>
              </a:ext>
            </a:extLst>
          </p:cNvPr>
          <p:cNvSpPr>
            <a:spLocks noGrp="1"/>
          </p:cNvSpPr>
          <p:nvPr/>
        </p:nvSpPr>
        <p:spPr>
          <a:xfrm>
            <a:off x="2431507" y="303368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b_small_bar_1718">
            <a:extLst>
              <a:ext uri="{FF2B5EF4-FFF2-40B4-BE49-F238E27FC236}">
                <a16:creationId xmlns:a16="http://schemas.microsoft.com/office/drawing/2014/main" id="{DA572CC4-EB68-4EB6-BBA9-9C8D76D4C2D8}"/>
              </a:ext>
            </a:extLst>
          </p:cNvPr>
          <p:cNvSpPr>
            <a:spLocks noGrp="1"/>
          </p:cNvSpPr>
          <p:nvPr/>
        </p:nvSpPr>
        <p:spPr>
          <a:xfrm>
            <a:off x="2097532" y="34674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b_small_bar_1719">
            <a:extLst>
              <a:ext uri="{FF2B5EF4-FFF2-40B4-BE49-F238E27FC236}">
                <a16:creationId xmlns:a16="http://schemas.microsoft.com/office/drawing/2014/main" id="{CAC587A4-924D-4E97-BE05-7DC812D94A1A}"/>
              </a:ext>
            </a:extLst>
          </p:cNvPr>
          <p:cNvSpPr>
            <a:spLocks noGrp="1"/>
          </p:cNvSpPr>
          <p:nvPr/>
        </p:nvSpPr>
        <p:spPr>
          <a:xfrm>
            <a:off x="2115973" y="33618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b_small_bar_1720">
            <a:extLst>
              <a:ext uri="{FF2B5EF4-FFF2-40B4-BE49-F238E27FC236}">
                <a16:creationId xmlns:a16="http://schemas.microsoft.com/office/drawing/2014/main" id="{E2A0FF84-7F6B-4913-A3F5-AE61A69B08E5}"/>
              </a:ext>
            </a:extLst>
          </p:cNvPr>
          <p:cNvSpPr>
            <a:spLocks noGrp="1"/>
          </p:cNvSpPr>
          <p:nvPr/>
        </p:nvSpPr>
        <p:spPr>
          <a:xfrm>
            <a:off x="2293974" y="31974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b_small_bar_1721">
            <a:extLst>
              <a:ext uri="{FF2B5EF4-FFF2-40B4-BE49-F238E27FC236}">
                <a16:creationId xmlns:a16="http://schemas.microsoft.com/office/drawing/2014/main" id="{E54F76B7-2307-402C-BDA4-86EDBFDCBF36}"/>
              </a:ext>
            </a:extLst>
          </p:cNvPr>
          <p:cNvSpPr>
            <a:spLocks noGrp="1"/>
          </p:cNvSpPr>
          <p:nvPr/>
        </p:nvSpPr>
        <p:spPr>
          <a:xfrm>
            <a:off x="2064361" y="32919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b_small_bar_1722">
            <a:extLst>
              <a:ext uri="{FF2B5EF4-FFF2-40B4-BE49-F238E27FC236}">
                <a16:creationId xmlns:a16="http://schemas.microsoft.com/office/drawing/2014/main" id="{4F8C9FA9-FDCE-41C8-A6FC-91BECE189D05}"/>
              </a:ext>
            </a:extLst>
          </p:cNvPr>
          <p:cNvSpPr>
            <a:spLocks noGrp="1"/>
          </p:cNvSpPr>
          <p:nvPr/>
        </p:nvSpPr>
        <p:spPr>
          <a:xfrm>
            <a:off x="2189576" y="339572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b_small_bar_1723">
            <a:extLst>
              <a:ext uri="{FF2B5EF4-FFF2-40B4-BE49-F238E27FC236}">
                <a16:creationId xmlns:a16="http://schemas.microsoft.com/office/drawing/2014/main" id="{00737C00-9B90-41A6-9166-F85B206B2AA5}"/>
              </a:ext>
            </a:extLst>
          </p:cNvPr>
          <p:cNvSpPr>
            <a:spLocks noGrp="1"/>
          </p:cNvSpPr>
          <p:nvPr/>
        </p:nvSpPr>
        <p:spPr>
          <a:xfrm>
            <a:off x="2271927" y="433548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b_small_bar_1724">
            <a:extLst>
              <a:ext uri="{FF2B5EF4-FFF2-40B4-BE49-F238E27FC236}">
                <a16:creationId xmlns:a16="http://schemas.microsoft.com/office/drawing/2014/main" id="{1ACEC9A5-9DE9-4A97-A66B-77F6D0077D4C}"/>
              </a:ext>
            </a:extLst>
          </p:cNvPr>
          <p:cNvSpPr>
            <a:spLocks noGrp="1"/>
          </p:cNvSpPr>
          <p:nvPr/>
        </p:nvSpPr>
        <p:spPr>
          <a:xfrm>
            <a:off x="2268044" y="3446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b_small_bar_1725">
            <a:extLst>
              <a:ext uri="{FF2B5EF4-FFF2-40B4-BE49-F238E27FC236}">
                <a16:creationId xmlns:a16="http://schemas.microsoft.com/office/drawing/2014/main" id="{3C62D70D-3FF8-4491-8E40-5EA265A04058}"/>
              </a:ext>
            </a:extLst>
          </p:cNvPr>
          <p:cNvSpPr>
            <a:spLocks noGrp="1"/>
          </p:cNvSpPr>
          <p:nvPr/>
        </p:nvSpPr>
        <p:spPr>
          <a:xfrm>
            <a:off x="2326062" y="307923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b_small_bar_1726">
            <a:extLst>
              <a:ext uri="{FF2B5EF4-FFF2-40B4-BE49-F238E27FC236}">
                <a16:creationId xmlns:a16="http://schemas.microsoft.com/office/drawing/2014/main" id="{D915C51C-B998-468F-99F0-2B9B24C22F13}"/>
              </a:ext>
            </a:extLst>
          </p:cNvPr>
          <p:cNvSpPr>
            <a:spLocks noGrp="1"/>
          </p:cNvSpPr>
          <p:nvPr/>
        </p:nvSpPr>
        <p:spPr>
          <a:xfrm>
            <a:off x="20648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b_small_bar_1727">
            <a:extLst>
              <a:ext uri="{FF2B5EF4-FFF2-40B4-BE49-F238E27FC236}">
                <a16:creationId xmlns:a16="http://schemas.microsoft.com/office/drawing/2014/main" id="{395AE83D-14BD-4BA3-A9CB-E1871153AD46}"/>
              </a:ext>
            </a:extLst>
          </p:cNvPr>
          <p:cNvSpPr>
            <a:spLocks noGrp="1"/>
          </p:cNvSpPr>
          <p:nvPr/>
        </p:nvSpPr>
        <p:spPr>
          <a:xfrm>
            <a:off x="2237207" y="30614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b_small_bar_1728">
            <a:extLst>
              <a:ext uri="{FF2B5EF4-FFF2-40B4-BE49-F238E27FC236}">
                <a16:creationId xmlns:a16="http://schemas.microsoft.com/office/drawing/2014/main" id="{CB4C9267-3CB7-4ACE-A37F-584E23FFF3F2}"/>
              </a:ext>
            </a:extLst>
          </p:cNvPr>
          <p:cNvSpPr>
            <a:spLocks noGrp="1"/>
          </p:cNvSpPr>
          <p:nvPr/>
        </p:nvSpPr>
        <p:spPr>
          <a:xfrm>
            <a:off x="2100659" y="293670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b_small_bar_1729">
            <a:extLst>
              <a:ext uri="{FF2B5EF4-FFF2-40B4-BE49-F238E27FC236}">
                <a16:creationId xmlns:a16="http://schemas.microsoft.com/office/drawing/2014/main" id="{71582C9B-712A-44EE-86C8-01FD48DA8779}"/>
              </a:ext>
            </a:extLst>
          </p:cNvPr>
          <p:cNvSpPr>
            <a:spLocks noGrp="1"/>
          </p:cNvSpPr>
          <p:nvPr/>
        </p:nvSpPr>
        <p:spPr>
          <a:xfrm>
            <a:off x="2096932" y="38289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b_small_bar_1730">
            <a:extLst>
              <a:ext uri="{FF2B5EF4-FFF2-40B4-BE49-F238E27FC236}">
                <a16:creationId xmlns:a16="http://schemas.microsoft.com/office/drawing/2014/main" id="{5D2DA934-B80B-454D-9ACD-330F62F8B320}"/>
              </a:ext>
            </a:extLst>
          </p:cNvPr>
          <p:cNvSpPr>
            <a:spLocks noGrp="1"/>
          </p:cNvSpPr>
          <p:nvPr/>
        </p:nvSpPr>
        <p:spPr>
          <a:xfrm>
            <a:off x="22703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b_small_bar_1731">
            <a:extLst>
              <a:ext uri="{FF2B5EF4-FFF2-40B4-BE49-F238E27FC236}">
                <a16:creationId xmlns:a16="http://schemas.microsoft.com/office/drawing/2014/main" id="{03511AFA-A99D-40E5-B1BE-352F77E4293F}"/>
              </a:ext>
            </a:extLst>
          </p:cNvPr>
          <p:cNvSpPr>
            <a:spLocks noGrp="1"/>
          </p:cNvSpPr>
          <p:nvPr/>
        </p:nvSpPr>
        <p:spPr>
          <a:xfrm>
            <a:off x="2110116" y="48313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b_small_bar_1732">
            <a:extLst>
              <a:ext uri="{FF2B5EF4-FFF2-40B4-BE49-F238E27FC236}">
                <a16:creationId xmlns:a16="http://schemas.microsoft.com/office/drawing/2014/main" id="{EA0968BA-4D26-4718-86BB-24ECE7AC289C}"/>
              </a:ext>
            </a:extLst>
          </p:cNvPr>
          <p:cNvSpPr>
            <a:spLocks noGrp="1"/>
          </p:cNvSpPr>
          <p:nvPr/>
        </p:nvSpPr>
        <p:spPr>
          <a:xfrm>
            <a:off x="21285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b_small_bar_1733">
            <a:extLst>
              <a:ext uri="{FF2B5EF4-FFF2-40B4-BE49-F238E27FC236}">
                <a16:creationId xmlns:a16="http://schemas.microsoft.com/office/drawing/2014/main" id="{335F49C9-A168-4193-A7C3-43749AE5CFC7}"/>
              </a:ext>
            </a:extLst>
          </p:cNvPr>
          <p:cNvSpPr>
            <a:spLocks noGrp="1"/>
          </p:cNvSpPr>
          <p:nvPr/>
        </p:nvSpPr>
        <p:spPr>
          <a:xfrm>
            <a:off x="2304384" y="29805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b_small_bar_1734">
            <a:extLst>
              <a:ext uri="{FF2B5EF4-FFF2-40B4-BE49-F238E27FC236}">
                <a16:creationId xmlns:a16="http://schemas.microsoft.com/office/drawing/2014/main" id="{CB207478-C53F-4BA4-8A28-474D93C560E3}"/>
              </a:ext>
            </a:extLst>
          </p:cNvPr>
          <p:cNvSpPr>
            <a:spLocks noGrp="1"/>
          </p:cNvSpPr>
          <p:nvPr/>
        </p:nvSpPr>
        <p:spPr>
          <a:xfrm>
            <a:off x="2061414" y="3219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b_small_bar_1735">
            <a:extLst>
              <a:ext uri="{FF2B5EF4-FFF2-40B4-BE49-F238E27FC236}">
                <a16:creationId xmlns:a16="http://schemas.microsoft.com/office/drawing/2014/main" id="{A30C6BD5-E8AC-4D25-9DF5-44514A3D218E}"/>
              </a:ext>
            </a:extLst>
          </p:cNvPr>
          <p:cNvSpPr>
            <a:spLocks noGrp="1"/>
          </p:cNvSpPr>
          <p:nvPr/>
        </p:nvSpPr>
        <p:spPr>
          <a:xfrm>
            <a:off x="2261449" y="335885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b_small_bar_1736">
            <a:extLst>
              <a:ext uri="{FF2B5EF4-FFF2-40B4-BE49-F238E27FC236}">
                <a16:creationId xmlns:a16="http://schemas.microsoft.com/office/drawing/2014/main" id="{686EBC8C-836A-406A-9C06-835040CC870C}"/>
              </a:ext>
            </a:extLst>
          </p:cNvPr>
          <p:cNvSpPr>
            <a:spLocks noGrp="1"/>
          </p:cNvSpPr>
          <p:nvPr/>
        </p:nvSpPr>
        <p:spPr>
          <a:xfrm>
            <a:off x="2306150" y="41756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b_small_bar_1737">
            <a:extLst>
              <a:ext uri="{FF2B5EF4-FFF2-40B4-BE49-F238E27FC236}">
                <a16:creationId xmlns:a16="http://schemas.microsoft.com/office/drawing/2014/main" id="{D63BF60A-DAF4-4032-827D-7468FEC3F452}"/>
              </a:ext>
            </a:extLst>
          </p:cNvPr>
          <p:cNvSpPr>
            <a:spLocks noGrp="1"/>
          </p:cNvSpPr>
          <p:nvPr/>
        </p:nvSpPr>
        <p:spPr>
          <a:xfrm>
            <a:off x="2073501" y="31909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b_small_bar_1738">
            <a:extLst>
              <a:ext uri="{FF2B5EF4-FFF2-40B4-BE49-F238E27FC236}">
                <a16:creationId xmlns:a16="http://schemas.microsoft.com/office/drawing/2014/main" id="{2E29711A-5EF5-4AED-B54C-71EC7D37B0A5}"/>
              </a:ext>
            </a:extLst>
          </p:cNvPr>
          <p:cNvSpPr>
            <a:spLocks noGrp="1"/>
          </p:cNvSpPr>
          <p:nvPr/>
        </p:nvSpPr>
        <p:spPr>
          <a:xfrm>
            <a:off x="2092145" y="32901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b_small_bar_1739">
            <a:extLst>
              <a:ext uri="{FF2B5EF4-FFF2-40B4-BE49-F238E27FC236}">
                <a16:creationId xmlns:a16="http://schemas.microsoft.com/office/drawing/2014/main" id="{FF3A5E0D-1190-45F0-8FB9-69BC65896C53}"/>
              </a:ext>
            </a:extLst>
          </p:cNvPr>
          <p:cNvSpPr>
            <a:spLocks noGrp="1"/>
          </p:cNvSpPr>
          <p:nvPr/>
        </p:nvSpPr>
        <p:spPr>
          <a:xfrm>
            <a:off x="2184270" y="36491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b_small_bar_1740">
            <a:extLst>
              <a:ext uri="{FF2B5EF4-FFF2-40B4-BE49-F238E27FC236}">
                <a16:creationId xmlns:a16="http://schemas.microsoft.com/office/drawing/2014/main" id="{7ABECCFA-8300-4AA2-8BAF-A2A74380A328}"/>
              </a:ext>
            </a:extLst>
          </p:cNvPr>
          <p:cNvSpPr>
            <a:spLocks noGrp="1"/>
          </p:cNvSpPr>
          <p:nvPr/>
        </p:nvSpPr>
        <p:spPr>
          <a:xfrm>
            <a:off x="2155472" y="422264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b_small_bar_1741">
            <a:extLst>
              <a:ext uri="{FF2B5EF4-FFF2-40B4-BE49-F238E27FC236}">
                <a16:creationId xmlns:a16="http://schemas.microsoft.com/office/drawing/2014/main" id="{156B1D4D-3165-43AA-A5B0-DE9D884FD835}"/>
              </a:ext>
            </a:extLst>
          </p:cNvPr>
          <p:cNvSpPr>
            <a:spLocks noGrp="1"/>
          </p:cNvSpPr>
          <p:nvPr/>
        </p:nvSpPr>
        <p:spPr>
          <a:xfrm>
            <a:off x="2225673" y="491455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b_small_bar_1742">
            <a:extLst>
              <a:ext uri="{FF2B5EF4-FFF2-40B4-BE49-F238E27FC236}">
                <a16:creationId xmlns:a16="http://schemas.microsoft.com/office/drawing/2014/main" id="{F93D788F-1CB8-47B6-8D45-41C30D14D1B4}"/>
              </a:ext>
            </a:extLst>
          </p:cNvPr>
          <p:cNvSpPr>
            <a:spLocks noGrp="1"/>
          </p:cNvSpPr>
          <p:nvPr/>
        </p:nvSpPr>
        <p:spPr>
          <a:xfrm>
            <a:off x="2155496" y="285643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b_small_bar_1743">
            <a:extLst>
              <a:ext uri="{FF2B5EF4-FFF2-40B4-BE49-F238E27FC236}">
                <a16:creationId xmlns:a16="http://schemas.microsoft.com/office/drawing/2014/main" id="{51F1950E-F2E4-42D1-8D7B-1495958DFC33}"/>
              </a:ext>
            </a:extLst>
          </p:cNvPr>
          <p:cNvSpPr>
            <a:spLocks noGrp="1"/>
          </p:cNvSpPr>
          <p:nvPr/>
        </p:nvSpPr>
        <p:spPr>
          <a:xfrm>
            <a:off x="2376710" y="3164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b_small_bar_1744">
            <a:extLst>
              <a:ext uri="{FF2B5EF4-FFF2-40B4-BE49-F238E27FC236}">
                <a16:creationId xmlns:a16="http://schemas.microsoft.com/office/drawing/2014/main" id="{1FBE1CEE-96AD-43EF-A631-B6F581CA5E07}"/>
              </a:ext>
            </a:extLst>
          </p:cNvPr>
          <p:cNvSpPr>
            <a:spLocks noGrp="1"/>
          </p:cNvSpPr>
          <p:nvPr/>
        </p:nvSpPr>
        <p:spPr>
          <a:xfrm>
            <a:off x="2165718" y="30354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b_small_bar_1745">
            <a:extLst>
              <a:ext uri="{FF2B5EF4-FFF2-40B4-BE49-F238E27FC236}">
                <a16:creationId xmlns:a16="http://schemas.microsoft.com/office/drawing/2014/main" id="{A05192A3-0839-4C6B-88C9-AF85668E1CC0}"/>
              </a:ext>
            </a:extLst>
          </p:cNvPr>
          <p:cNvSpPr>
            <a:spLocks noGrp="1"/>
          </p:cNvSpPr>
          <p:nvPr/>
        </p:nvSpPr>
        <p:spPr>
          <a:xfrm>
            <a:off x="2062542" y="31586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b_small_bar_1746">
            <a:extLst>
              <a:ext uri="{FF2B5EF4-FFF2-40B4-BE49-F238E27FC236}">
                <a16:creationId xmlns:a16="http://schemas.microsoft.com/office/drawing/2014/main" id="{EDBB43D2-7598-4CA7-A10E-3ECD9DE21163}"/>
              </a:ext>
            </a:extLst>
          </p:cNvPr>
          <p:cNvSpPr>
            <a:spLocks noGrp="1"/>
          </p:cNvSpPr>
          <p:nvPr/>
        </p:nvSpPr>
        <p:spPr>
          <a:xfrm>
            <a:off x="234872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b_small_bar_1747">
            <a:extLst>
              <a:ext uri="{FF2B5EF4-FFF2-40B4-BE49-F238E27FC236}">
                <a16:creationId xmlns:a16="http://schemas.microsoft.com/office/drawing/2014/main" id="{8EB52069-D0CB-4B5A-ADAB-8C31770EB895}"/>
              </a:ext>
            </a:extLst>
          </p:cNvPr>
          <p:cNvSpPr>
            <a:spLocks noGrp="1"/>
          </p:cNvSpPr>
          <p:nvPr/>
        </p:nvSpPr>
        <p:spPr>
          <a:xfrm>
            <a:off x="2138293" y="3051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b_small_bar_1748">
            <a:extLst>
              <a:ext uri="{FF2B5EF4-FFF2-40B4-BE49-F238E27FC236}">
                <a16:creationId xmlns:a16="http://schemas.microsoft.com/office/drawing/2014/main" id="{81ECB458-7C40-4ABF-AB35-219864E80753}"/>
              </a:ext>
            </a:extLst>
          </p:cNvPr>
          <p:cNvSpPr>
            <a:spLocks noGrp="1"/>
          </p:cNvSpPr>
          <p:nvPr/>
        </p:nvSpPr>
        <p:spPr>
          <a:xfrm>
            <a:off x="2417356" y="42101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b_small_bar_1749">
            <a:extLst>
              <a:ext uri="{FF2B5EF4-FFF2-40B4-BE49-F238E27FC236}">
                <a16:creationId xmlns:a16="http://schemas.microsoft.com/office/drawing/2014/main" id="{AE147C57-72A2-4AA3-A721-10352C29E78E}"/>
              </a:ext>
            </a:extLst>
          </p:cNvPr>
          <p:cNvSpPr>
            <a:spLocks noGrp="1"/>
          </p:cNvSpPr>
          <p:nvPr/>
        </p:nvSpPr>
        <p:spPr>
          <a:xfrm>
            <a:off x="2117846" y="39873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b_small_bar_1750">
            <a:extLst>
              <a:ext uri="{FF2B5EF4-FFF2-40B4-BE49-F238E27FC236}">
                <a16:creationId xmlns:a16="http://schemas.microsoft.com/office/drawing/2014/main" id="{CE426DF5-6685-4AEB-8AAA-3EE463DAF137}"/>
              </a:ext>
            </a:extLst>
          </p:cNvPr>
          <p:cNvSpPr>
            <a:spLocks noGrp="1"/>
          </p:cNvSpPr>
          <p:nvPr/>
        </p:nvSpPr>
        <p:spPr>
          <a:xfrm>
            <a:off x="2070535" y="351042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b_small_bar_1751">
            <a:extLst>
              <a:ext uri="{FF2B5EF4-FFF2-40B4-BE49-F238E27FC236}">
                <a16:creationId xmlns:a16="http://schemas.microsoft.com/office/drawing/2014/main" id="{B5FE72B2-5F72-4436-80AF-8667C53DDE5E}"/>
              </a:ext>
            </a:extLst>
          </p:cNvPr>
          <p:cNvSpPr>
            <a:spLocks noGrp="1"/>
          </p:cNvSpPr>
          <p:nvPr/>
        </p:nvSpPr>
        <p:spPr>
          <a:xfrm>
            <a:off x="2136245" y="38972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b_small_bar_1752">
            <a:extLst>
              <a:ext uri="{FF2B5EF4-FFF2-40B4-BE49-F238E27FC236}">
                <a16:creationId xmlns:a16="http://schemas.microsoft.com/office/drawing/2014/main" id="{7361B444-92A9-41B6-9279-4C5B05A6DCE2}"/>
              </a:ext>
            </a:extLst>
          </p:cNvPr>
          <p:cNvSpPr>
            <a:spLocks noGrp="1"/>
          </p:cNvSpPr>
          <p:nvPr/>
        </p:nvSpPr>
        <p:spPr>
          <a:xfrm>
            <a:off x="2349294" y="31186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b_small_bar_1753">
            <a:extLst>
              <a:ext uri="{FF2B5EF4-FFF2-40B4-BE49-F238E27FC236}">
                <a16:creationId xmlns:a16="http://schemas.microsoft.com/office/drawing/2014/main" id="{259903CF-24E9-4347-A35F-88D8D0BA9B31}"/>
              </a:ext>
            </a:extLst>
          </p:cNvPr>
          <p:cNvSpPr>
            <a:spLocks noGrp="1"/>
          </p:cNvSpPr>
          <p:nvPr/>
        </p:nvSpPr>
        <p:spPr>
          <a:xfrm>
            <a:off x="2437503" y="312675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b_small_bar_1754">
            <a:extLst>
              <a:ext uri="{FF2B5EF4-FFF2-40B4-BE49-F238E27FC236}">
                <a16:creationId xmlns:a16="http://schemas.microsoft.com/office/drawing/2014/main" id="{7A591295-A6F5-4F5E-B17B-1C916F60B59E}"/>
              </a:ext>
            </a:extLst>
          </p:cNvPr>
          <p:cNvSpPr>
            <a:spLocks noGrp="1"/>
          </p:cNvSpPr>
          <p:nvPr/>
        </p:nvSpPr>
        <p:spPr>
          <a:xfrm>
            <a:off x="2385260" y="438974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b_small_bar_1755">
            <a:extLst>
              <a:ext uri="{FF2B5EF4-FFF2-40B4-BE49-F238E27FC236}">
                <a16:creationId xmlns:a16="http://schemas.microsoft.com/office/drawing/2014/main" id="{3E3BB997-AC94-4B14-A50C-0675E8AFBF7C}"/>
              </a:ext>
            </a:extLst>
          </p:cNvPr>
          <p:cNvSpPr>
            <a:spLocks noGrp="1"/>
          </p:cNvSpPr>
          <p:nvPr/>
        </p:nvSpPr>
        <p:spPr>
          <a:xfrm>
            <a:off x="2067073" y="32546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b_small_bar_1756">
            <a:extLst>
              <a:ext uri="{FF2B5EF4-FFF2-40B4-BE49-F238E27FC236}">
                <a16:creationId xmlns:a16="http://schemas.microsoft.com/office/drawing/2014/main" id="{863A2771-69F0-4380-AE12-E6024DEFFA41}"/>
              </a:ext>
            </a:extLst>
          </p:cNvPr>
          <p:cNvSpPr>
            <a:spLocks noGrp="1"/>
          </p:cNvSpPr>
          <p:nvPr/>
        </p:nvSpPr>
        <p:spPr>
          <a:xfrm>
            <a:off x="2180897" y="345945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b_small_bar_1757">
            <a:extLst>
              <a:ext uri="{FF2B5EF4-FFF2-40B4-BE49-F238E27FC236}">
                <a16:creationId xmlns:a16="http://schemas.microsoft.com/office/drawing/2014/main" id="{3BBD7FCB-B20A-4E00-ACBD-09733A81D104}"/>
              </a:ext>
            </a:extLst>
          </p:cNvPr>
          <p:cNvSpPr>
            <a:spLocks noGrp="1"/>
          </p:cNvSpPr>
          <p:nvPr/>
        </p:nvSpPr>
        <p:spPr>
          <a:xfrm>
            <a:off x="2364410" y="284177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b_small_bar_1758">
            <a:extLst>
              <a:ext uri="{FF2B5EF4-FFF2-40B4-BE49-F238E27FC236}">
                <a16:creationId xmlns:a16="http://schemas.microsoft.com/office/drawing/2014/main" id="{FA569271-32EE-447D-9A9F-AD77BF4BD7AE}"/>
              </a:ext>
            </a:extLst>
          </p:cNvPr>
          <p:cNvSpPr>
            <a:spLocks noGrp="1"/>
          </p:cNvSpPr>
          <p:nvPr/>
        </p:nvSpPr>
        <p:spPr>
          <a:xfrm>
            <a:off x="2271436" y="488552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b_small_bar_1759">
            <a:extLst>
              <a:ext uri="{FF2B5EF4-FFF2-40B4-BE49-F238E27FC236}">
                <a16:creationId xmlns:a16="http://schemas.microsoft.com/office/drawing/2014/main" id="{DDD85D23-D985-47ED-87BB-0539D1153EED}"/>
              </a:ext>
            </a:extLst>
          </p:cNvPr>
          <p:cNvSpPr>
            <a:spLocks noGrp="1"/>
          </p:cNvSpPr>
          <p:nvPr/>
        </p:nvSpPr>
        <p:spPr>
          <a:xfrm>
            <a:off x="2107417" y="292915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b_small_bar_1760">
            <a:extLst>
              <a:ext uri="{FF2B5EF4-FFF2-40B4-BE49-F238E27FC236}">
                <a16:creationId xmlns:a16="http://schemas.microsoft.com/office/drawing/2014/main" id="{6FDEE5C3-B9FB-4A63-8B3A-CEF89319FDD8}"/>
              </a:ext>
            </a:extLst>
          </p:cNvPr>
          <p:cNvSpPr>
            <a:spLocks noGrp="1"/>
          </p:cNvSpPr>
          <p:nvPr/>
        </p:nvSpPr>
        <p:spPr>
          <a:xfrm>
            <a:off x="241239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b_small_bar_1761">
            <a:extLst>
              <a:ext uri="{FF2B5EF4-FFF2-40B4-BE49-F238E27FC236}">
                <a16:creationId xmlns:a16="http://schemas.microsoft.com/office/drawing/2014/main" id="{0A9C66CE-2DC7-41DE-B7EA-AA1825E9D973}"/>
              </a:ext>
            </a:extLst>
          </p:cNvPr>
          <p:cNvSpPr>
            <a:spLocks noGrp="1"/>
          </p:cNvSpPr>
          <p:nvPr/>
        </p:nvSpPr>
        <p:spPr>
          <a:xfrm>
            <a:off x="2123995" y="541412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b_small_bar_1762">
            <a:extLst>
              <a:ext uri="{FF2B5EF4-FFF2-40B4-BE49-F238E27FC236}">
                <a16:creationId xmlns:a16="http://schemas.microsoft.com/office/drawing/2014/main" id="{391B6558-5868-40D8-B6F0-B95DB053A065}"/>
              </a:ext>
            </a:extLst>
          </p:cNvPr>
          <p:cNvSpPr>
            <a:spLocks noGrp="1"/>
          </p:cNvSpPr>
          <p:nvPr/>
        </p:nvSpPr>
        <p:spPr>
          <a:xfrm>
            <a:off x="219395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b_small_bar_1763">
            <a:extLst>
              <a:ext uri="{FF2B5EF4-FFF2-40B4-BE49-F238E27FC236}">
                <a16:creationId xmlns:a16="http://schemas.microsoft.com/office/drawing/2014/main" id="{A4704C7C-F4AA-4CEA-A8DD-81E36061A58E}"/>
              </a:ext>
            </a:extLst>
          </p:cNvPr>
          <p:cNvSpPr>
            <a:spLocks noGrp="1"/>
          </p:cNvSpPr>
          <p:nvPr/>
        </p:nvSpPr>
        <p:spPr>
          <a:xfrm>
            <a:off x="2371516" y="463992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b_small_bar_1764">
            <a:extLst>
              <a:ext uri="{FF2B5EF4-FFF2-40B4-BE49-F238E27FC236}">
                <a16:creationId xmlns:a16="http://schemas.microsoft.com/office/drawing/2014/main" id="{27E5B749-0274-40D0-B767-1E8C46E6112B}"/>
              </a:ext>
            </a:extLst>
          </p:cNvPr>
          <p:cNvSpPr>
            <a:spLocks noGrp="1"/>
          </p:cNvSpPr>
          <p:nvPr/>
        </p:nvSpPr>
        <p:spPr>
          <a:xfrm>
            <a:off x="2229946" y="50999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b_small_bar_1765">
            <a:extLst>
              <a:ext uri="{FF2B5EF4-FFF2-40B4-BE49-F238E27FC236}">
                <a16:creationId xmlns:a16="http://schemas.microsoft.com/office/drawing/2014/main" id="{A2DE8AAD-C0BD-45BD-A92A-5081D64ADC85}"/>
              </a:ext>
            </a:extLst>
          </p:cNvPr>
          <p:cNvSpPr>
            <a:spLocks noGrp="1"/>
          </p:cNvSpPr>
          <p:nvPr/>
        </p:nvSpPr>
        <p:spPr>
          <a:xfrm>
            <a:off x="2221594" y="297791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b_small_bar_1766">
            <a:extLst>
              <a:ext uri="{FF2B5EF4-FFF2-40B4-BE49-F238E27FC236}">
                <a16:creationId xmlns:a16="http://schemas.microsoft.com/office/drawing/2014/main" id="{48EDEE01-C4F0-4580-A3EC-7B133D4636E3}"/>
              </a:ext>
            </a:extLst>
          </p:cNvPr>
          <p:cNvSpPr>
            <a:spLocks noGrp="1"/>
          </p:cNvSpPr>
          <p:nvPr/>
        </p:nvSpPr>
        <p:spPr>
          <a:xfrm>
            <a:off x="2424831" y="344392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b_small_bar_1767">
            <a:extLst>
              <a:ext uri="{FF2B5EF4-FFF2-40B4-BE49-F238E27FC236}">
                <a16:creationId xmlns:a16="http://schemas.microsoft.com/office/drawing/2014/main" id="{C563CAFA-E0D5-4AD3-B046-034FF27FB80C}"/>
              </a:ext>
            </a:extLst>
          </p:cNvPr>
          <p:cNvSpPr>
            <a:spLocks noGrp="1"/>
          </p:cNvSpPr>
          <p:nvPr/>
        </p:nvSpPr>
        <p:spPr>
          <a:xfrm>
            <a:off x="2321531" y="39609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b_small_bar_1768">
            <a:extLst>
              <a:ext uri="{FF2B5EF4-FFF2-40B4-BE49-F238E27FC236}">
                <a16:creationId xmlns:a16="http://schemas.microsoft.com/office/drawing/2014/main" id="{E1B9C9A5-55EE-4BF6-988A-53E3609F582D}"/>
              </a:ext>
            </a:extLst>
          </p:cNvPr>
          <p:cNvSpPr>
            <a:spLocks noGrp="1"/>
          </p:cNvSpPr>
          <p:nvPr/>
        </p:nvSpPr>
        <p:spPr>
          <a:xfrm>
            <a:off x="2452574" y="303069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b_small_bar_1769">
            <a:extLst>
              <a:ext uri="{FF2B5EF4-FFF2-40B4-BE49-F238E27FC236}">
                <a16:creationId xmlns:a16="http://schemas.microsoft.com/office/drawing/2014/main" id="{C8A49139-73B3-47D4-B529-FDE4F2A43313}"/>
              </a:ext>
            </a:extLst>
          </p:cNvPr>
          <p:cNvSpPr>
            <a:spLocks noGrp="1"/>
          </p:cNvSpPr>
          <p:nvPr/>
        </p:nvSpPr>
        <p:spPr>
          <a:xfrm>
            <a:off x="2293567" y="326698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b_small_bar_1770">
            <a:extLst>
              <a:ext uri="{FF2B5EF4-FFF2-40B4-BE49-F238E27FC236}">
                <a16:creationId xmlns:a16="http://schemas.microsoft.com/office/drawing/2014/main" id="{3954FA12-CE76-4B2E-9C28-67767C26239C}"/>
              </a:ext>
            </a:extLst>
          </p:cNvPr>
          <p:cNvSpPr>
            <a:spLocks noGrp="1"/>
          </p:cNvSpPr>
          <p:nvPr/>
        </p:nvSpPr>
        <p:spPr>
          <a:xfrm>
            <a:off x="2296447" y="422291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b_small_bar_1771">
            <a:extLst>
              <a:ext uri="{FF2B5EF4-FFF2-40B4-BE49-F238E27FC236}">
                <a16:creationId xmlns:a16="http://schemas.microsoft.com/office/drawing/2014/main" id="{90BCFC2B-CE7B-436D-BECC-3E557B6EBAF7}"/>
              </a:ext>
            </a:extLst>
          </p:cNvPr>
          <p:cNvSpPr>
            <a:spLocks noGrp="1"/>
          </p:cNvSpPr>
          <p:nvPr/>
        </p:nvSpPr>
        <p:spPr>
          <a:xfrm>
            <a:off x="2316393" y="336864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b_small_bar_1772">
            <a:extLst>
              <a:ext uri="{FF2B5EF4-FFF2-40B4-BE49-F238E27FC236}">
                <a16:creationId xmlns:a16="http://schemas.microsoft.com/office/drawing/2014/main" id="{92C40C35-8DB7-4193-B598-27FF01AC4200}"/>
              </a:ext>
            </a:extLst>
          </p:cNvPr>
          <p:cNvSpPr>
            <a:spLocks noGrp="1"/>
          </p:cNvSpPr>
          <p:nvPr/>
        </p:nvSpPr>
        <p:spPr>
          <a:xfrm>
            <a:off x="24466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b_small_bar_1773">
            <a:extLst>
              <a:ext uri="{FF2B5EF4-FFF2-40B4-BE49-F238E27FC236}">
                <a16:creationId xmlns:a16="http://schemas.microsoft.com/office/drawing/2014/main" id="{1FDE4291-70DF-4008-9752-A1F5DB90E5AE}"/>
              </a:ext>
            </a:extLst>
          </p:cNvPr>
          <p:cNvSpPr>
            <a:spLocks noGrp="1"/>
          </p:cNvSpPr>
          <p:nvPr/>
        </p:nvSpPr>
        <p:spPr>
          <a:xfrm>
            <a:off x="2348101" y="328244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b_small_bar_1774">
            <a:extLst>
              <a:ext uri="{FF2B5EF4-FFF2-40B4-BE49-F238E27FC236}">
                <a16:creationId xmlns:a16="http://schemas.microsoft.com/office/drawing/2014/main" id="{819C7212-FE31-4743-8DE6-1CC6E9A42F92}"/>
              </a:ext>
            </a:extLst>
          </p:cNvPr>
          <p:cNvSpPr>
            <a:spLocks noGrp="1"/>
          </p:cNvSpPr>
          <p:nvPr/>
        </p:nvSpPr>
        <p:spPr>
          <a:xfrm>
            <a:off x="208626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b_small_bar_1775">
            <a:extLst>
              <a:ext uri="{FF2B5EF4-FFF2-40B4-BE49-F238E27FC236}">
                <a16:creationId xmlns:a16="http://schemas.microsoft.com/office/drawing/2014/main" id="{BD071F79-5D06-4C61-8CA5-6EADFED57DBF}"/>
              </a:ext>
            </a:extLst>
          </p:cNvPr>
          <p:cNvSpPr>
            <a:spLocks noGrp="1"/>
          </p:cNvSpPr>
          <p:nvPr/>
        </p:nvSpPr>
        <p:spPr>
          <a:xfrm>
            <a:off x="2372764" y="4246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b_small_bar_1776">
            <a:extLst>
              <a:ext uri="{FF2B5EF4-FFF2-40B4-BE49-F238E27FC236}">
                <a16:creationId xmlns:a16="http://schemas.microsoft.com/office/drawing/2014/main" id="{A290B7BC-1307-4D67-980E-6198862408B5}"/>
              </a:ext>
            </a:extLst>
          </p:cNvPr>
          <p:cNvSpPr>
            <a:spLocks noGrp="1"/>
          </p:cNvSpPr>
          <p:nvPr/>
        </p:nvSpPr>
        <p:spPr>
          <a:xfrm>
            <a:off x="2447161" y="349756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b_small_bar_1777">
            <a:extLst>
              <a:ext uri="{FF2B5EF4-FFF2-40B4-BE49-F238E27FC236}">
                <a16:creationId xmlns:a16="http://schemas.microsoft.com/office/drawing/2014/main" id="{299EE3B7-3CA6-43DB-9C29-0C72A36C34B4}"/>
              </a:ext>
            </a:extLst>
          </p:cNvPr>
          <p:cNvSpPr>
            <a:spLocks noGrp="1"/>
          </p:cNvSpPr>
          <p:nvPr/>
        </p:nvSpPr>
        <p:spPr>
          <a:xfrm>
            <a:off x="2405031" y="315501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b_small_bar_1778">
            <a:extLst>
              <a:ext uri="{FF2B5EF4-FFF2-40B4-BE49-F238E27FC236}">
                <a16:creationId xmlns:a16="http://schemas.microsoft.com/office/drawing/2014/main" id="{769D2461-60C9-44E7-8070-26E7775738AE}"/>
              </a:ext>
            </a:extLst>
          </p:cNvPr>
          <p:cNvSpPr>
            <a:spLocks noGrp="1"/>
          </p:cNvSpPr>
          <p:nvPr/>
        </p:nvSpPr>
        <p:spPr>
          <a:xfrm>
            <a:off x="2115783" y="39178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b_small_bar_1779">
            <a:extLst>
              <a:ext uri="{FF2B5EF4-FFF2-40B4-BE49-F238E27FC236}">
                <a16:creationId xmlns:a16="http://schemas.microsoft.com/office/drawing/2014/main" id="{94660B80-3E18-4C25-8A63-EAC0B9F6EBD2}"/>
              </a:ext>
            </a:extLst>
          </p:cNvPr>
          <p:cNvSpPr>
            <a:spLocks noGrp="1"/>
          </p:cNvSpPr>
          <p:nvPr/>
        </p:nvSpPr>
        <p:spPr>
          <a:xfrm>
            <a:off x="2273094" y="367509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b_small_bar_1780">
            <a:extLst>
              <a:ext uri="{FF2B5EF4-FFF2-40B4-BE49-F238E27FC236}">
                <a16:creationId xmlns:a16="http://schemas.microsoft.com/office/drawing/2014/main" id="{C63B7768-2F09-4989-87EE-D47CC1716DB5}"/>
              </a:ext>
            </a:extLst>
          </p:cNvPr>
          <p:cNvSpPr>
            <a:spLocks noGrp="1"/>
          </p:cNvSpPr>
          <p:nvPr/>
        </p:nvSpPr>
        <p:spPr>
          <a:xfrm>
            <a:off x="2444234" y="328521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b_small_bar_1781">
            <a:extLst>
              <a:ext uri="{FF2B5EF4-FFF2-40B4-BE49-F238E27FC236}">
                <a16:creationId xmlns:a16="http://schemas.microsoft.com/office/drawing/2014/main" id="{965927F1-C8BA-46C6-A4D1-871038BCDA5C}"/>
              </a:ext>
            </a:extLst>
          </p:cNvPr>
          <p:cNvSpPr>
            <a:spLocks noGrp="1"/>
          </p:cNvSpPr>
          <p:nvPr/>
        </p:nvSpPr>
        <p:spPr>
          <a:xfrm>
            <a:off x="2349396" y="28028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b_small_bar_1782">
            <a:extLst>
              <a:ext uri="{FF2B5EF4-FFF2-40B4-BE49-F238E27FC236}">
                <a16:creationId xmlns:a16="http://schemas.microsoft.com/office/drawing/2014/main" id="{A8AB9AE0-3062-4526-9BFB-E3F3EE7CB5DF}"/>
              </a:ext>
            </a:extLst>
          </p:cNvPr>
          <p:cNvSpPr>
            <a:spLocks noGrp="1"/>
          </p:cNvSpPr>
          <p:nvPr/>
        </p:nvSpPr>
        <p:spPr>
          <a:xfrm>
            <a:off x="2453158" y="35754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b_small_bar_1783">
            <a:extLst>
              <a:ext uri="{FF2B5EF4-FFF2-40B4-BE49-F238E27FC236}">
                <a16:creationId xmlns:a16="http://schemas.microsoft.com/office/drawing/2014/main" id="{CB30F558-8146-4070-ACA4-CBE7FB3C72C9}"/>
              </a:ext>
            </a:extLst>
          </p:cNvPr>
          <p:cNvSpPr>
            <a:spLocks noGrp="1"/>
          </p:cNvSpPr>
          <p:nvPr/>
        </p:nvSpPr>
        <p:spPr>
          <a:xfrm>
            <a:off x="237935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b_small_bar_1784">
            <a:extLst>
              <a:ext uri="{FF2B5EF4-FFF2-40B4-BE49-F238E27FC236}">
                <a16:creationId xmlns:a16="http://schemas.microsoft.com/office/drawing/2014/main" id="{0FF1B732-90CF-46E4-A587-287C8EF2BC22}"/>
              </a:ext>
            </a:extLst>
          </p:cNvPr>
          <p:cNvSpPr>
            <a:spLocks noGrp="1"/>
          </p:cNvSpPr>
          <p:nvPr/>
        </p:nvSpPr>
        <p:spPr>
          <a:xfrm>
            <a:off x="2422610" y="34088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b_small_bar_1785">
            <a:extLst>
              <a:ext uri="{FF2B5EF4-FFF2-40B4-BE49-F238E27FC236}">
                <a16:creationId xmlns:a16="http://schemas.microsoft.com/office/drawing/2014/main" id="{56DE2864-733E-4377-A64D-239C282B2624}"/>
              </a:ext>
            </a:extLst>
          </p:cNvPr>
          <p:cNvSpPr>
            <a:spLocks noGrp="1"/>
          </p:cNvSpPr>
          <p:nvPr/>
        </p:nvSpPr>
        <p:spPr>
          <a:xfrm>
            <a:off x="2124829" y="42180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b_small_bar_1786">
            <a:extLst>
              <a:ext uri="{FF2B5EF4-FFF2-40B4-BE49-F238E27FC236}">
                <a16:creationId xmlns:a16="http://schemas.microsoft.com/office/drawing/2014/main" id="{CB9EFC7F-68AB-4593-A5B6-54E2A42366AF}"/>
              </a:ext>
            </a:extLst>
          </p:cNvPr>
          <p:cNvSpPr>
            <a:spLocks noGrp="1"/>
          </p:cNvSpPr>
          <p:nvPr/>
        </p:nvSpPr>
        <p:spPr>
          <a:xfrm>
            <a:off x="2243367" y="57065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b_small_bar_1787">
            <a:extLst>
              <a:ext uri="{FF2B5EF4-FFF2-40B4-BE49-F238E27FC236}">
                <a16:creationId xmlns:a16="http://schemas.microsoft.com/office/drawing/2014/main" id="{FD53A716-B7A8-4712-AED0-4210110A8098}"/>
              </a:ext>
            </a:extLst>
          </p:cNvPr>
          <p:cNvSpPr>
            <a:spLocks noGrp="1"/>
          </p:cNvSpPr>
          <p:nvPr/>
        </p:nvSpPr>
        <p:spPr>
          <a:xfrm>
            <a:off x="2278865" y="408530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b_small_bar_1788">
            <a:extLst>
              <a:ext uri="{FF2B5EF4-FFF2-40B4-BE49-F238E27FC236}">
                <a16:creationId xmlns:a16="http://schemas.microsoft.com/office/drawing/2014/main" id="{FFE2A3BA-081F-4FC4-B0B9-0A937AE06D49}"/>
              </a:ext>
            </a:extLst>
          </p:cNvPr>
          <p:cNvSpPr>
            <a:spLocks noGrp="1"/>
          </p:cNvSpPr>
          <p:nvPr/>
        </p:nvSpPr>
        <p:spPr>
          <a:xfrm>
            <a:off x="2225246" y="4666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b_small_bar_1789">
            <a:extLst>
              <a:ext uri="{FF2B5EF4-FFF2-40B4-BE49-F238E27FC236}">
                <a16:creationId xmlns:a16="http://schemas.microsoft.com/office/drawing/2014/main" id="{42B3E769-DDD3-410B-A1E8-130D587A66E1}"/>
              </a:ext>
            </a:extLst>
          </p:cNvPr>
          <p:cNvSpPr>
            <a:spLocks noGrp="1"/>
          </p:cNvSpPr>
          <p:nvPr/>
        </p:nvSpPr>
        <p:spPr>
          <a:xfrm>
            <a:off x="2441742" y="555556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b_small_bar_1790">
            <a:extLst>
              <a:ext uri="{FF2B5EF4-FFF2-40B4-BE49-F238E27FC236}">
                <a16:creationId xmlns:a16="http://schemas.microsoft.com/office/drawing/2014/main" id="{D4E796D1-B2CC-46F0-9CC8-B702FEDEE857}"/>
              </a:ext>
            </a:extLst>
          </p:cNvPr>
          <p:cNvSpPr>
            <a:spLocks noGrp="1"/>
          </p:cNvSpPr>
          <p:nvPr/>
        </p:nvSpPr>
        <p:spPr>
          <a:xfrm>
            <a:off x="2449719" y="319775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b_small_bar_1791">
            <a:extLst>
              <a:ext uri="{FF2B5EF4-FFF2-40B4-BE49-F238E27FC236}">
                <a16:creationId xmlns:a16="http://schemas.microsoft.com/office/drawing/2014/main" id="{B796D7E4-7AFA-4821-A816-74B7D75DE64F}"/>
              </a:ext>
            </a:extLst>
          </p:cNvPr>
          <p:cNvSpPr>
            <a:spLocks noGrp="1"/>
          </p:cNvSpPr>
          <p:nvPr/>
        </p:nvSpPr>
        <p:spPr>
          <a:xfrm>
            <a:off x="2422572" y="2981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b_small_bar_1792">
            <a:extLst>
              <a:ext uri="{FF2B5EF4-FFF2-40B4-BE49-F238E27FC236}">
                <a16:creationId xmlns:a16="http://schemas.microsoft.com/office/drawing/2014/main" id="{46194D23-9DBD-4DDC-BF99-D87CFADCDB6E}"/>
              </a:ext>
            </a:extLst>
          </p:cNvPr>
          <p:cNvSpPr>
            <a:spLocks noGrp="1"/>
          </p:cNvSpPr>
          <p:nvPr/>
        </p:nvSpPr>
        <p:spPr>
          <a:xfrm>
            <a:off x="2409612" y="306851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b_small_bar_1793">
            <a:extLst>
              <a:ext uri="{FF2B5EF4-FFF2-40B4-BE49-F238E27FC236}">
                <a16:creationId xmlns:a16="http://schemas.microsoft.com/office/drawing/2014/main" id="{F0C281AA-CA41-40A1-9C9D-AE47E1D2ABA1}"/>
              </a:ext>
            </a:extLst>
          </p:cNvPr>
          <p:cNvSpPr>
            <a:spLocks noGrp="1"/>
          </p:cNvSpPr>
          <p:nvPr/>
        </p:nvSpPr>
        <p:spPr>
          <a:xfrm>
            <a:off x="2142782" y="431979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b_small_bar_1794">
            <a:extLst>
              <a:ext uri="{FF2B5EF4-FFF2-40B4-BE49-F238E27FC236}">
                <a16:creationId xmlns:a16="http://schemas.microsoft.com/office/drawing/2014/main" id="{08B27FA3-64D6-41E4-AAAC-C1B3BA1DFCBF}"/>
              </a:ext>
            </a:extLst>
          </p:cNvPr>
          <p:cNvSpPr>
            <a:spLocks noGrp="1"/>
          </p:cNvSpPr>
          <p:nvPr/>
        </p:nvSpPr>
        <p:spPr>
          <a:xfrm>
            <a:off x="2334907" y="52577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b_small_bar_1795">
            <a:extLst>
              <a:ext uri="{FF2B5EF4-FFF2-40B4-BE49-F238E27FC236}">
                <a16:creationId xmlns:a16="http://schemas.microsoft.com/office/drawing/2014/main" id="{F37E4F15-07B6-4C89-BEBB-2A93379F895D}"/>
              </a:ext>
            </a:extLst>
          </p:cNvPr>
          <p:cNvSpPr>
            <a:spLocks noGrp="1"/>
          </p:cNvSpPr>
          <p:nvPr/>
        </p:nvSpPr>
        <p:spPr>
          <a:xfrm>
            <a:off x="2374901" y="362176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b_small_bar_1796">
            <a:extLst>
              <a:ext uri="{FF2B5EF4-FFF2-40B4-BE49-F238E27FC236}">
                <a16:creationId xmlns:a16="http://schemas.microsoft.com/office/drawing/2014/main" id="{FBAF6902-A642-4600-84FE-0CAB5FFE96AA}"/>
              </a:ext>
            </a:extLst>
          </p:cNvPr>
          <p:cNvSpPr>
            <a:spLocks noGrp="1"/>
          </p:cNvSpPr>
          <p:nvPr/>
        </p:nvSpPr>
        <p:spPr>
          <a:xfrm>
            <a:off x="2128861" y="30339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b_small_bar_1797">
            <a:extLst>
              <a:ext uri="{FF2B5EF4-FFF2-40B4-BE49-F238E27FC236}">
                <a16:creationId xmlns:a16="http://schemas.microsoft.com/office/drawing/2014/main" id="{4F8415C1-F4D9-405D-B019-88520AB842C7}"/>
              </a:ext>
            </a:extLst>
          </p:cNvPr>
          <p:cNvSpPr>
            <a:spLocks noGrp="1"/>
          </p:cNvSpPr>
          <p:nvPr/>
        </p:nvSpPr>
        <p:spPr>
          <a:xfrm>
            <a:off x="2208799" y="320551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b_small_bar_1798">
            <a:extLst>
              <a:ext uri="{FF2B5EF4-FFF2-40B4-BE49-F238E27FC236}">
                <a16:creationId xmlns:a16="http://schemas.microsoft.com/office/drawing/2014/main" id="{C78FF488-F883-474B-B703-5555B7253A16}"/>
              </a:ext>
            </a:extLst>
          </p:cNvPr>
          <p:cNvSpPr>
            <a:spLocks noGrp="1"/>
          </p:cNvSpPr>
          <p:nvPr/>
        </p:nvSpPr>
        <p:spPr>
          <a:xfrm>
            <a:off x="213584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b_small_bar_1799">
            <a:extLst>
              <a:ext uri="{FF2B5EF4-FFF2-40B4-BE49-F238E27FC236}">
                <a16:creationId xmlns:a16="http://schemas.microsoft.com/office/drawing/2014/main" id="{F8DF375E-BC0F-446F-B388-A9BB1C8C81C8}"/>
              </a:ext>
            </a:extLst>
          </p:cNvPr>
          <p:cNvSpPr>
            <a:spLocks noGrp="1"/>
          </p:cNvSpPr>
          <p:nvPr/>
        </p:nvSpPr>
        <p:spPr>
          <a:xfrm>
            <a:off x="2364284" y="302631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b_small_bar_1800">
            <a:extLst>
              <a:ext uri="{FF2B5EF4-FFF2-40B4-BE49-F238E27FC236}">
                <a16:creationId xmlns:a16="http://schemas.microsoft.com/office/drawing/2014/main" id="{B4CC6937-7C3C-450F-812E-AE2E8E9910F0}"/>
              </a:ext>
            </a:extLst>
          </p:cNvPr>
          <p:cNvSpPr>
            <a:spLocks noGrp="1"/>
          </p:cNvSpPr>
          <p:nvPr/>
        </p:nvSpPr>
        <p:spPr>
          <a:xfrm>
            <a:off x="2246368" y="367348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b_small_bar_1801">
            <a:extLst>
              <a:ext uri="{FF2B5EF4-FFF2-40B4-BE49-F238E27FC236}">
                <a16:creationId xmlns:a16="http://schemas.microsoft.com/office/drawing/2014/main" id="{67C7765C-D108-45CF-BEF6-6F7DF9F47768}"/>
              </a:ext>
            </a:extLst>
          </p:cNvPr>
          <p:cNvSpPr>
            <a:spLocks noGrp="1"/>
          </p:cNvSpPr>
          <p:nvPr/>
        </p:nvSpPr>
        <p:spPr>
          <a:xfrm>
            <a:off x="2398253" y="29952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b_small_bar_1802">
            <a:extLst>
              <a:ext uri="{FF2B5EF4-FFF2-40B4-BE49-F238E27FC236}">
                <a16:creationId xmlns:a16="http://schemas.microsoft.com/office/drawing/2014/main" id="{36DBE48F-6440-4AE6-8467-8195281A4F72}"/>
              </a:ext>
            </a:extLst>
          </p:cNvPr>
          <p:cNvSpPr>
            <a:spLocks noGrp="1"/>
          </p:cNvSpPr>
          <p:nvPr/>
        </p:nvSpPr>
        <p:spPr>
          <a:xfrm>
            <a:off x="2426603" y="325659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b_small_bar_1803">
            <a:extLst>
              <a:ext uri="{FF2B5EF4-FFF2-40B4-BE49-F238E27FC236}">
                <a16:creationId xmlns:a16="http://schemas.microsoft.com/office/drawing/2014/main" id="{E8189F68-A239-4026-B941-33A3D0533B05}"/>
              </a:ext>
            </a:extLst>
          </p:cNvPr>
          <p:cNvSpPr>
            <a:spLocks noGrp="1"/>
          </p:cNvSpPr>
          <p:nvPr/>
        </p:nvSpPr>
        <p:spPr>
          <a:xfrm>
            <a:off x="2087552" y="34708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b_small_bar_1804">
            <a:extLst>
              <a:ext uri="{FF2B5EF4-FFF2-40B4-BE49-F238E27FC236}">
                <a16:creationId xmlns:a16="http://schemas.microsoft.com/office/drawing/2014/main" id="{D669D09A-9152-4B7F-B0A7-85C4ED4D8585}"/>
              </a:ext>
            </a:extLst>
          </p:cNvPr>
          <p:cNvSpPr>
            <a:spLocks noGrp="1"/>
          </p:cNvSpPr>
          <p:nvPr/>
        </p:nvSpPr>
        <p:spPr>
          <a:xfrm>
            <a:off x="244337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b_small_bar_1805">
            <a:extLst>
              <a:ext uri="{FF2B5EF4-FFF2-40B4-BE49-F238E27FC236}">
                <a16:creationId xmlns:a16="http://schemas.microsoft.com/office/drawing/2014/main" id="{DD2F7D5F-75E4-428C-8935-4B50D849F589}"/>
              </a:ext>
            </a:extLst>
          </p:cNvPr>
          <p:cNvSpPr>
            <a:spLocks noGrp="1"/>
          </p:cNvSpPr>
          <p:nvPr/>
        </p:nvSpPr>
        <p:spPr>
          <a:xfrm>
            <a:off x="47111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b_small_bar_1806">
            <a:extLst>
              <a:ext uri="{FF2B5EF4-FFF2-40B4-BE49-F238E27FC236}">
                <a16:creationId xmlns:a16="http://schemas.microsoft.com/office/drawing/2014/main" id="{63C91BE3-A3E7-4FC3-8E07-AF205D7E6A46}"/>
              </a:ext>
            </a:extLst>
          </p:cNvPr>
          <p:cNvSpPr>
            <a:spLocks noGrp="1"/>
          </p:cNvSpPr>
          <p:nvPr/>
        </p:nvSpPr>
        <p:spPr>
          <a:xfrm>
            <a:off x="4627415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b_small_bar_1807">
            <a:extLst>
              <a:ext uri="{FF2B5EF4-FFF2-40B4-BE49-F238E27FC236}">
                <a16:creationId xmlns:a16="http://schemas.microsoft.com/office/drawing/2014/main" id="{67CB155B-B85C-4445-A7F0-114305D1BEA5}"/>
              </a:ext>
            </a:extLst>
          </p:cNvPr>
          <p:cNvSpPr>
            <a:spLocks noGrp="1"/>
          </p:cNvSpPr>
          <p:nvPr/>
        </p:nvSpPr>
        <p:spPr>
          <a:xfrm>
            <a:off x="48743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b_small_bar_1808">
            <a:extLst>
              <a:ext uri="{FF2B5EF4-FFF2-40B4-BE49-F238E27FC236}">
                <a16:creationId xmlns:a16="http://schemas.microsoft.com/office/drawing/2014/main" id="{23A12C32-54C8-4A0C-9931-B6F0C6BAB013}"/>
              </a:ext>
            </a:extLst>
          </p:cNvPr>
          <p:cNvSpPr>
            <a:spLocks noGrp="1"/>
          </p:cNvSpPr>
          <p:nvPr/>
        </p:nvSpPr>
        <p:spPr>
          <a:xfrm>
            <a:off x="481656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b_small_bar_1809">
            <a:extLst>
              <a:ext uri="{FF2B5EF4-FFF2-40B4-BE49-F238E27FC236}">
                <a16:creationId xmlns:a16="http://schemas.microsoft.com/office/drawing/2014/main" id="{0F6B709F-B849-49C4-AF09-CE6E398CE7F2}"/>
              </a:ext>
            </a:extLst>
          </p:cNvPr>
          <p:cNvSpPr>
            <a:spLocks noGrp="1"/>
          </p:cNvSpPr>
          <p:nvPr/>
        </p:nvSpPr>
        <p:spPr>
          <a:xfrm>
            <a:off x="458111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b_small_bar_1810">
            <a:extLst>
              <a:ext uri="{FF2B5EF4-FFF2-40B4-BE49-F238E27FC236}">
                <a16:creationId xmlns:a16="http://schemas.microsoft.com/office/drawing/2014/main" id="{3B2128D5-E995-490E-A50A-B986FCAF81EA}"/>
              </a:ext>
            </a:extLst>
          </p:cNvPr>
          <p:cNvSpPr>
            <a:spLocks noGrp="1"/>
          </p:cNvSpPr>
          <p:nvPr/>
        </p:nvSpPr>
        <p:spPr>
          <a:xfrm>
            <a:off x="4563809" y="39744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b_small_bar_1811">
            <a:extLst>
              <a:ext uri="{FF2B5EF4-FFF2-40B4-BE49-F238E27FC236}">
                <a16:creationId xmlns:a16="http://schemas.microsoft.com/office/drawing/2014/main" id="{C583BD82-C30D-405B-BA03-057014AE2CBA}"/>
              </a:ext>
            </a:extLst>
          </p:cNvPr>
          <p:cNvSpPr>
            <a:spLocks noGrp="1"/>
          </p:cNvSpPr>
          <p:nvPr/>
        </p:nvSpPr>
        <p:spPr>
          <a:xfrm>
            <a:off x="467753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b_small_bar_1812">
            <a:extLst>
              <a:ext uri="{FF2B5EF4-FFF2-40B4-BE49-F238E27FC236}">
                <a16:creationId xmlns:a16="http://schemas.microsoft.com/office/drawing/2014/main" id="{89FF99DB-C5F6-4086-B61E-0F8DCC7C11DB}"/>
              </a:ext>
            </a:extLst>
          </p:cNvPr>
          <p:cNvSpPr>
            <a:spLocks noGrp="1"/>
          </p:cNvSpPr>
          <p:nvPr/>
        </p:nvSpPr>
        <p:spPr>
          <a:xfrm>
            <a:off x="47227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b_small_bar_1813">
            <a:extLst>
              <a:ext uri="{FF2B5EF4-FFF2-40B4-BE49-F238E27FC236}">
                <a16:creationId xmlns:a16="http://schemas.microsoft.com/office/drawing/2014/main" id="{098E442C-81C0-4F39-A02E-CEDAA18E1F0E}"/>
              </a:ext>
            </a:extLst>
          </p:cNvPr>
          <p:cNvSpPr>
            <a:spLocks noGrp="1"/>
          </p:cNvSpPr>
          <p:nvPr/>
        </p:nvSpPr>
        <p:spPr>
          <a:xfrm>
            <a:off x="4780580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b_small_bar_1814">
            <a:extLst>
              <a:ext uri="{FF2B5EF4-FFF2-40B4-BE49-F238E27FC236}">
                <a16:creationId xmlns:a16="http://schemas.microsoft.com/office/drawing/2014/main" id="{1E03787D-2D8C-454C-84F0-FE7EE4BF84BD}"/>
              </a:ext>
            </a:extLst>
          </p:cNvPr>
          <p:cNvSpPr>
            <a:spLocks noGrp="1"/>
          </p:cNvSpPr>
          <p:nvPr/>
        </p:nvSpPr>
        <p:spPr>
          <a:xfrm>
            <a:off x="45344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b_small_bar_1815">
            <a:extLst>
              <a:ext uri="{FF2B5EF4-FFF2-40B4-BE49-F238E27FC236}">
                <a16:creationId xmlns:a16="http://schemas.microsoft.com/office/drawing/2014/main" id="{759A353A-8DED-4F95-BF19-402AAC0973C0}"/>
              </a:ext>
            </a:extLst>
          </p:cNvPr>
          <p:cNvSpPr>
            <a:spLocks noGrp="1"/>
          </p:cNvSpPr>
          <p:nvPr/>
        </p:nvSpPr>
        <p:spPr>
          <a:xfrm>
            <a:off x="451795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b_small_bar_1816">
            <a:extLst>
              <a:ext uri="{FF2B5EF4-FFF2-40B4-BE49-F238E27FC236}">
                <a16:creationId xmlns:a16="http://schemas.microsoft.com/office/drawing/2014/main" id="{02B7FBF4-94FD-44D9-8DAE-5102BAD9BDDA}"/>
              </a:ext>
            </a:extLst>
          </p:cNvPr>
          <p:cNvSpPr>
            <a:spLocks noGrp="1"/>
          </p:cNvSpPr>
          <p:nvPr/>
        </p:nvSpPr>
        <p:spPr>
          <a:xfrm>
            <a:off x="45380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b_small_bar_1817">
            <a:extLst>
              <a:ext uri="{FF2B5EF4-FFF2-40B4-BE49-F238E27FC236}">
                <a16:creationId xmlns:a16="http://schemas.microsoft.com/office/drawing/2014/main" id="{70EA71FA-CBD5-47B3-8B8A-FA950BC26645}"/>
              </a:ext>
            </a:extLst>
          </p:cNvPr>
          <p:cNvSpPr>
            <a:spLocks noGrp="1"/>
          </p:cNvSpPr>
          <p:nvPr/>
        </p:nvSpPr>
        <p:spPr>
          <a:xfrm>
            <a:off x="4713110" y="379039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b_small_bar_1818">
            <a:extLst>
              <a:ext uri="{FF2B5EF4-FFF2-40B4-BE49-F238E27FC236}">
                <a16:creationId xmlns:a16="http://schemas.microsoft.com/office/drawing/2014/main" id="{1FDEAFCA-5E5F-4FA5-908D-20119B6EF1EC}"/>
              </a:ext>
            </a:extLst>
          </p:cNvPr>
          <p:cNvSpPr>
            <a:spLocks noGrp="1"/>
          </p:cNvSpPr>
          <p:nvPr/>
        </p:nvSpPr>
        <p:spPr>
          <a:xfrm>
            <a:off x="471784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b_small_bar_1819">
            <a:extLst>
              <a:ext uri="{FF2B5EF4-FFF2-40B4-BE49-F238E27FC236}">
                <a16:creationId xmlns:a16="http://schemas.microsoft.com/office/drawing/2014/main" id="{AB0EFA9B-A1D3-4B40-ACC1-49BC402B0F18}"/>
              </a:ext>
            </a:extLst>
          </p:cNvPr>
          <p:cNvSpPr>
            <a:spLocks noGrp="1"/>
          </p:cNvSpPr>
          <p:nvPr/>
        </p:nvSpPr>
        <p:spPr>
          <a:xfrm>
            <a:off x="4637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b_small_bar_1820">
            <a:extLst>
              <a:ext uri="{FF2B5EF4-FFF2-40B4-BE49-F238E27FC236}">
                <a16:creationId xmlns:a16="http://schemas.microsoft.com/office/drawing/2014/main" id="{027559A8-246E-474C-9336-3D98C2127F76}"/>
              </a:ext>
            </a:extLst>
          </p:cNvPr>
          <p:cNvSpPr>
            <a:spLocks noGrp="1"/>
          </p:cNvSpPr>
          <p:nvPr/>
        </p:nvSpPr>
        <p:spPr>
          <a:xfrm>
            <a:off x="4878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b_small_bar_1821">
            <a:extLst>
              <a:ext uri="{FF2B5EF4-FFF2-40B4-BE49-F238E27FC236}">
                <a16:creationId xmlns:a16="http://schemas.microsoft.com/office/drawing/2014/main" id="{4171078E-C842-4B56-9BD1-A6F085FC0C42}"/>
              </a:ext>
            </a:extLst>
          </p:cNvPr>
          <p:cNvSpPr>
            <a:spLocks noGrp="1"/>
          </p:cNvSpPr>
          <p:nvPr/>
        </p:nvSpPr>
        <p:spPr>
          <a:xfrm>
            <a:off x="4805594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b_small_bar_1822">
            <a:extLst>
              <a:ext uri="{FF2B5EF4-FFF2-40B4-BE49-F238E27FC236}">
                <a16:creationId xmlns:a16="http://schemas.microsoft.com/office/drawing/2014/main" id="{11482BE2-DDA4-4D26-AC51-1B767F02E6E4}"/>
              </a:ext>
            </a:extLst>
          </p:cNvPr>
          <p:cNvSpPr>
            <a:spLocks noGrp="1"/>
          </p:cNvSpPr>
          <p:nvPr/>
        </p:nvSpPr>
        <p:spPr>
          <a:xfrm>
            <a:off x="48419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b_small_bar_1823">
            <a:extLst>
              <a:ext uri="{FF2B5EF4-FFF2-40B4-BE49-F238E27FC236}">
                <a16:creationId xmlns:a16="http://schemas.microsoft.com/office/drawing/2014/main" id="{637AE163-58D9-4EB6-AA52-1740736FF586}"/>
              </a:ext>
            </a:extLst>
          </p:cNvPr>
          <p:cNvSpPr>
            <a:spLocks noGrp="1"/>
          </p:cNvSpPr>
          <p:nvPr/>
        </p:nvSpPr>
        <p:spPr>
          <a:xfrm>
            <a:off x="4544820" y="478083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b_small_bar_1824">
            <a:extLst>
              <a:ext uri="{FF2B5EF4-FFF2-40B4-BE49-F238E27FC236}">
                <a16:creationId xmlns:a16="http://schemas.microsoft.com/office/drawing/2014/main" id="{391BBF51-DEFE-4A37-8B57-B659978ECB46}"/>
              </a:ext>
            </a:extLst>
          </p:cNvPr>
          <p:cNvSpPr>
            <a:spLocks noGrp="1"/>
          </p:cNvSpPr>
          <p:nvPr/>
        </p:nvSpPr>
        <p:spPr>
          <a:xfrm>
            <a:off x="453947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b_small_bar_1825">
            <a:extLst>
              <a:ext uri="{FF2B5EF4-FFF2-40B4-BE49-F238E27FC236}">
                <a16:creationId xmlns:a16="http://schemas.microsoft.com/office/drawing/2014/main" id="{22FC402F-B8C8-4870-AD0D-88E6623389D9}"/>
              </a:ext>
            </a:extLst>
          </p:cNvPr>
          <p:cNvSpPr>
            <a:spLocks noGrp="1"/>
          </p:cNvSpPr>
          <p:nvPr/>
        </p:nvSpPr>
        <p:spPr>
          <a:xfrm>
            <a:off x="476287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b_small_bar_1826">
            <a:extLst>
              <a:ext uri="{FF2B5EF4-FFF2-40B4-BE49-F238E27FC236}">
                <a16:creationId xmlns:a16="http://schemas.microsoft.com/office/drawing/2014/main" id="{D024C0B4-32F8-4CF1-9EA7-66981EAB8D24}"/>
              </a:ext>
            </a:extLst>
          </p:cNvPr>
          <p:cNvSpPr>
            <a:spLocks noGrp="1"/>
          </p:cNvSpPr>
          <p:nvPr/>
        </p:nvSpPr>
        <p:spPr>
          <a:xfrm>
            <a:off x="473591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b_small_bar_1827">
            <a:extLst>
              <a:ext uri="{FF2B5EF4-FFF2-40B4-BE49-F238E27FC236}">
                <a16:creationId xmlns:a16="http://schemas.microsoft.com/office/drawing/2014/main" id="{3CB75630-C781-4560-86EA-026682DF6BD4}"/>
              </a:ext>
            </a:extLst>
          </p:cNvPr>
          <p:cNvSpPr>
            <a:spLocks noGrp="1"/>
          </p:cNvSpPr>
          <p:nvPr/>
        </p:nvSpPr>
        <p:spPr>
          <a:xfrm>
            <a:off x="4694126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b_small_bar_1828">
            <a:extLst>
              <a:ext uri="{FF2B5EF4-FFF2-40B4-BE49-F238E27FC236}">
                <a16:creationId xmlns:a16="http://schemas.microsoft.com/office/drawing/2014/main" id="{29B6B6EB-43A7-4A36-A4DC-DAAE56BEA630}"/>
              </a:ext>
            </a:extLst>
          </p:cNvPr>
          <p:cNvSpPr>
            <a:spLocks noGrp="1"/>
          </p:cNvSpPr>
          <p:nvPr/>
        </p:nvSpPr>
        <p:spPr>
          <a:xfrm>
            <a:off x="48891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b_small_bar_1829">
            <a:extLst>
              <a:ext uri="{FF2B5EF4-FFF2-40B4-BE49-F238E27FC236}">
                <a16:creationId xmlns:a16="http://schemas.microsoft.com/office/drawing/2014/main" id="{30384ECA-AC11-4CB3-8EC0-4A49496D170F}"/>
              </a:ext>
            </a:extLst>
          </p:cNvPr>
          <p:cNvSpPr>
            <a:spLocks noGrp="1"/>
          </p:cNvSpPr>
          <p:nvPr/>
        </p:nvSpPr>
        <p:spPr>
          <a:xfrm>
            <a:off x="48214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b_small_bar_1830">
            <a:extLst>
              <a:ext uri="{FF2B5EF4-FFF2-40B4-BE49-F238E27FC236}">
                <a16:creationId xmlns:a16="http://schemas.microsoft.com/office/drawing/2014/main" id="{F3D2EDDF-BD1D-4FF7-93E5-3715E3619A88}"/>
              </a:ext>
            </a:extLst>
          </p:cNvPr>
          <p:cNvSpPr>
            <a:spLocks noGrp="1"/>
          </p:cNvSpPr>
          <p:nvPr/>
        </p:nvSpPr>
        <p:spPr>
          <a:xfrm>
            <a:off x="4623087" y="313494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b_small_bar_1831">
            <a:extLst>
              <a:ext uri="{FF2B5EF4-FFF2-40B4-BE49-F238E27FC236}">
                <a16:creationId xmlns:a16="http://schemas.microsoft.com/office/drawing/2014/main" id="{81EF37C6-8184-413D-AD15-B8AB95C03172}"/>
              </a:ext>
            </a:extLst>
          </p:cNvPr>
          <p:cNvSpPr>
            <a:spLocks noGrp="1"/>
          </p:cNvSpPr>
          <p:nvPr/>
        </p:nvSpPr>
        <p:spPr>
          <a:xfrm>
            <a:off x="48009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b_small_bar_1832">
            <a:extLst>
              <a:ext uri="{FF2B5EF4-FFF2-40B4-BE49-F238E27FC236}">
                <a16:creationId xmlns:a16="http://schemas.microsoft.com/office/drawing/2014/main" id="{BBCDE7F5-48BC-414F-91A9-E6993472A60D}"/>
              </a:ext>
            </a:extLst>
          </p:cNvPr>
          <p:cNvSpPr>
            <a:spLocks noGrp="1"/>
          </p:cNvSpPr>
          <p:nvPr/>
        </p:nvSpPr>
        <p:spPr>
          <a:xfrm>
            <a:off x="459173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b_small_bar_1833">
            <a:extLst>
              <a:ext uri="{FF2B5EF4-FFF2-40B4-BE49-F238E27FC236}">
                <a16:creationId xmlns:a16="http://schemas.microsoft.com/office/drawing/2014/main" id="{18C5F6F9-410B-436E-B9EA-27250F4C8576}"/>
              </a:ext>
            </a:extLst>
          </p:cNvPr>
          <p:cNvSpPr>
            <a:spLocks noGrp="1"/>
          </p:cNvSpPr>
          <p:nvPr/>
        </p:nvSpPr>
        <p:spPr>
          <a:xfrm>
            <a:off x="48301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b_small_bar_1834">
            <a:extLst>
              <a:ext uri="{FF2B5EF4-FFF2-40B4-BE49-F238E27FC236}">
                <a16:creationId xmlns:a16="http://schemas.microsoft.com/office/drawing/2014/main" id="{B97B2A20-6810-4D3A-B23E-6AC4151223F8}"/>
              </a:ext>
            </a:extLst>
          </p:cNvPr>
          <p:cNvSpPr>
            <a:spLocks noGrp="1"/>
          </p:cNvSpPr>
          <p:nvPr/>
        </p:nvSpPr>
        <p:spPr>
          <a:xfrm>
            <a:off x="452292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b_small_bar_1835">
            <a:extLst>
              <a:ext uri="{FF2B5EF4-FFF2-40B4-BE49-F238E27FC236}">
                <a16:creationId xmlns:a16="http://schemas.microsoft.com/office/drawing/2014/main" id="{04AEDD8F-FA2F-4FEA-83E6-BE064443CB87}"/>
              </a:ext>
            </a:extLst>
          </p:cNvPr>
          <p:cNvSpPr>
            <a:spLocks noGrp="1"/>
          </p:cNvSpPr>
          <p:nvPr/>
        </p:nvSpPr>
        <p:spPr>
          <a:xfrm>
            <a:off x="4847868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b_small_bar_1836">
            <a:extLst>
              <a:ext uri="{FF2B5EF4-FFF2-40B4-BE49-F238E27FC236}">
                <a16:creationId xmlns:a16="http://schemas.microsoft.com/office/drawing/2014/main" id="{1FB6EC43-0F40-4DCB-9D38-C90A54A881D6}"/>
              </a:ext>
            </a:extLst>
          </p:cNvPr>
          <p:cNvSpPr>
            <a:spLocks noGrp="1"/>
          </p:cNvSpPr>
          <p:nvPr/>
        </p:nvSpPr>
        <p:spPr>
          <a:xfrm>
            <a:off x="4791161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b_small_bar_1837">
            <a:extLst>
              <a:ext uri="{FF2B5EF4-FFF2-40B4-BE49-F238E27FC236}">
                <a16:creationId xmlns:a16="http://schemas.microsoft.com/office/drawing/2014/main" id="{4D753327-A192-421E-B57D-401B76B3EA7C}"/>
              </a:ext>
            </a:extLst>
          </p:cNvPr>
          <p:cNvSpPr>
            <a:spLocks noGrp="1"/>
          </p:cNvSpPr>
          <p:nvPr/>
        </p:nvSpPr>
        <p:spPr>
          <a:xfrm>
            <a:off x="4857338" y="591777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b_small_bar_1838">
            <a:extLst>
              <a:ext uri="{FF2B5EF4-FFF2-40B4-BE49-F238E27FC236}">
                <a16:creationId xmlns:a16="http://schemas.microsoft.com/office/drawing/2014/main" id="{B8751F29-0FC5-48D9-9AFB-91FF600E8F23}"/>
              </a:ext>
            </a:extLst>
          </p:cNvPr>
          <p:cNvSpPr>
            <a:spLocks noGrp="1"/>
          </p:cNvSpPr>
          <p:nvPr/>
        </p:nvSpPr>
        <p:spPr>
          <a:xfrm>
            <a:off x="461344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b_small_bar_1839">
            <a:extLst>
              <a:ext uri="{FF2B5EF4-FFF2-40B4-BE49-F238E27FC236}">
                <a16:creationId xmlns:a16="http://schemas.microsoft.com/office/drawing/2014/main" id="{32B0ACA8-2131-41E1-867D-304EBE2EF73D}"/>
              </a:ext>
            </a:extLst>
          </p:cNvPr>
          <p:cNvSpPr>
            <a:spLocks noGrp="1"/>
          </p:cNvSpPr>
          <p:nvPr/>
        </p:nvSpPr>
        <p:spPr>
          <a:xfrm>
            <a:off x="47154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b_small_bar_1840">
            <a:extLst>
              <a:ext uri="{FF2B5EF4-FFF2-40B4-BE49-F238E27FC236}">
                <a16:creationId xmlns:a16="http://schemas.microsoft.com/office/drawing/2014/main" id="{A73774E1-1E28-4B4C-9106-9D23B5423092}"/>
              </a:ext>
            </a:extLst>
          </p:cNvPr>
          <p:cNvSpPr>
            <a:spLocks noGrp="1"/>
          </p:cNvSpPr>
          <p:nvPr/>
        </p:nvSpPr>
        <p:spPr>
          <a:xfrm>
            <a:off x="48180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b_small_bar_1841">
            <a:extLst>
              <a:ext uri="{FF2B5EF4-FFF2-40B4-BE49-F238E27FC236}">
                <a16:creationId xmlns:a16="http://schemas.microsoft.com/office/drawing/2014/main" id="{1D26259D-F15E-459E-926A-DFCF01CC53DF}"/>
              </a:ext>
            </a:extLst>
          </p:cNvPr>
          <p:cNvSpPr>
            <a:spLocks noGrp="1"/>
          </p:cNvSpPr>
          <p:nvPr/>
        </p:nvSpPr>
        <p:spPr>
          <a:xfrm>
            <a:off x="45080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b_small_bar_1842">
            <a:extLst>
              <a:ext uri="{FF2B5EF4-FFF2-40B4-BE49-F238E27FC236}">
                <a16:creationId xmlns:a16="http://schemas.microsoft.com/office/drawing/2014/main" id="{418F4858-6709-4AF0-AF9F-70C227534342}"/>
              </a:ext>
            </a:extLst>
          </p:cNvPr>
          <p:cNvSpPr>
            <a:spLocks noGrp="1"/>
          </p:cNvSpPr>
          <p:nvPr/>
        </p:nvSpPr>
        <p:spPr>
          <a:xfrm>
            <a:off x="4876621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b_small_bar_1843">
            <a:extLst>
              <a:ext uri="{FF2B5EF4-FFF2-40B4-BE49-F238E27FC236}">
                <a16:creationId xmlns:a16="http://schemas.microsoft.com/office/drawing/2014/main" id="{1F6FBECE-1661-483A-AF8F-81909954B8AF}"/>
              </a:ext>
            </a:extLst>
          </p:cNvPr>
          <p:cNvSpPr>
            <a:spLocks noGrp="1"/>
          </p:cNvSpPr>
          <p:nvPr/>
        </p:nvSpPr>
        <p:spPr>
          <a:xfrm>
            <a:off x="470179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b_small_bar_1844">
            <a:extLst>
              <a:ext uri="{FF2B5EF4-FFF2-40B4-BE49-F238E27FC236}">
                <a16:creationId xmlns:a16="http://schemas.microsoft.com/office/drawing/2014/main" id="{3493A4D2-18EA-432D-82DF-F2DDF2D46F9A}"/>
              </a:ext>
            </a:extLst>
          </p:cNvPr>
          <p:cNvSpPr>
            <a:spLocks noGrp="1"/>
          </p:cNvSpPr>
          <p:nvPr/>
        </p:nvSpPr>
        <p:spPr>
          <a:xfrm>
            <a:off x="4645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b_small_bar_1845">
            <a:extLst>
              <a:ext uri="{FF2B5EF4-FFF2-40B4-BE49-F238E27FC236}">
                <a16:creationId xmlns:a16="http://schemas.microsoft.com/office/drawing/2014/main" id="{F6F72232-428D-4F2B-90BF-AAD031D53439}"/>
              </a:ext>
            </a:extLst>
          </p:cNvPr>
          <p:cNvSpPr>
            <a:spLocks noGrp="1"/>
          </p:cNvSpPr>
          <p:nvPr/>
        </p:nvSpPr>
        <p:spPr>
          <a:xfrm>
            <a:off x="4543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b_small_bar_1846">
            <a:extLst>
              <a:ext uri="{FF2B5EF4-FFF2-40B4-BE49-F238E27FC236}">
                <a16:creationId xmlns:a16="http://schemas.microsoft.com/office/drawing/2014/main" id="{9C200031-A455-4858-9280-276BAE96EBB4}"/>
              </a:ext>
            </a:extLst>
          </p:cNvPr>
          <p:cNvSpPr>
            <a:spLocks noGrp="1"/>
          </p:cNvSpPr>
          <p:nvPr/>
        </p:nvSpPr>
        <p:spPr>
          <a:xfrm>
            <a:off x="45778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b_small_bar_1847">
            <a:extLst>
              <a:ext uri="{FF2B5EF4-FFF2-40B4-BE49-F238E27FC236}">
                <a16:creationId xmlns:a16="http://schemas.microsoft.com/office/drawing/2014/main" id="{1880689B-2FEA-4B80-8F5B-189BC5168DE1}"/>
              </a:ext>
            </a:extLst>
          </p:cNvPr>
          <p:cNvSpPr>
            <a:spLocks noGrp="1"/>
          </p:cNvSpPr>
          <p:nvPr/>
        </p:nvSpPr>
        <p:spPr>
          <a:xfrm>
            <a:off x="49004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b_small_bar_1848">
            <a:extLst>
              <a:ext uri="{FF2B5EF4-FFF2-40B4-BE49-F238E27FC236}">
                <a16:creationId xmlns:a16="http://schemas.microsoft.com/office/drawing/2014/main" id="{413BEE44-10FF-42BC-800A-44C1224812B3}"/>
              </a:ext>
            </a:extLst>
          </p:cNvPr>
          <p:cNvSpPr>
            <a:spLocks noGrp="1"/>
          </p:cNvSpPr>
          <p:nvPr/>
        </p:nvSpPr>
        <p:spPr>
          <a:xfrm>
            <a:off x="46781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b_small_bar_1849">
            <a:extLst>
              <a:ext uri="{FF2B5EF4-FFF2-40B4-BE49-F238E27FC236}">
                <a16:creationId xmlns:a16="http://schemas.microsoft.com/office/drawing/2014/main" id="{E547445C-AD8C-4F15-8796-1EDE58DD022B}"/>
              </a:ext>
            </a:extLst>
          </p:cNvPr>
          <p:cNvSpPr>
            <a:spLocks noGrp="1"/>
          </p:cNvSpPr>
          <p:nvPr/>
        </p:nvSpPr>
        <p:spPr>
          <a:xfrm>
            <a:off x="4618410" y="34183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b_small_bar_1850">
            <a:extLst>
              <a:ext uri="{FF2B5EF4-FFF2-40B4-BE49-F238E27FC236}">
                <a16:creationId xmlns:a16="http://schemas.microsoft.com/office/drawing/2014/main" id="{9CB814FF-37E1-4BE9-BC5F-A659F31760C7}"/>
              </a:ext>
            </a:extLst>
          </p:cNvPr>
          <p:cNvSpPr>
            <a:spLocks noGrp="1"/>
          </p:cNvSpPr>
          <p:nvPr/>
        </p:nvSpPr>
        <p:spPr>
          <a:xfrm>
            <a:off x="466228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b_small_bar_1851">
            <a:extLst>
              <a:ext uri="{FF2B5EF4-FFF2-40B4-BE49-F238E27FC236}">
                <a16:creationId xmlns:a16="http://schemas.microsoft.com/office/drawing/2014/main" id="{9BA1A8EE-A695-4A75-8F72-05332AE687CB}"/>
              </a:ext>
            </a:extLst>
          </p:cNvPr>
          <p:cNvSpPr>
            <a:spLocks noGrp="1"/>
          </p:cNvSpPr>
          <p:nvPr/>
        </p:nvSpPr>
        <p:spPr>
          <a:xfrm>
            <a:off x="477078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b_small_bar_1852">
            <a:extLst>
              <a:ext uri="{FF2B5EF4-FFF2-40B4-BE49-F238E27FC236}">
                <a16:creationId xmlns:a16="http://schemas.microsoft.com/office/drawing/2014/main" id="{52249DF7-5670-428F-9DE4-A65DB12D7D88}"/>
              </a:ext>
            </a:extLst>
          </p:cNvPr>
          <p:cNvSpPr>
            <a:spLocks noGrp="1"/>
          </p:cNvSpPr>
          <p:nvPr/>
        </p:nvSpPr>
        <p:spPr>
          <a:xfrm>
            <a:off x="4615959" y="41874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b_small_bar_1853">
            <a:extLst>
              <a:ext uri="{FF2B5EF4-FFF2-40B4-BE49-F238E27FC236}">
                <a16:creationId xmlns:a16="http://schemas.microsoft.com/office/drawing/2014/main" id="{1483B9BF-0FC7-4A0D-A0A7-FA6730C679D4}"/>
              </a:ext>
            </a:extLst>
          </p:cNvPr>
          <p:cNvSpPr>
            <a:spLocks noGrp="1"/>
          </p:cNvSpPr>
          <p:nvPr/>
        </p:nvSpPr>
        <p:spPr>
          <a:xfrm>
            <a:off x="475198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b_small_bar_1854">
            <a:extLst>
              <a:ext uri="{FF2B5EF4-FFF2-40B4-BE49-F238E27FC236}">
                <a16:creationId xmlns:a16="http://schemas.microsoft.com/office/drawing/2014/main" id="{2D599210-BD80-4742-85F6-FEAD14E91456}"/>
              </a:ext>
            </a:extLst>
          </p:cNvPr>
          <p:cNvSpPr>
            <a:spLocks noGrp="1"/>
          </p:cNvSpPr>
          <p:nvPr/>
        </p:nvSpPr>
        <p:spPr>
          <a:xfrm>
            <a:off x="486188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b_small_bar_1855">
            <a:extLst>
              <a:ext uri="{FF2B5EF4-FFF2-40B4-BE49-F238E27FC236}">
                <a16:creationId xmlns:a16="http://schemas.microsoft.com/office/drawing/2014/main" id="{65719BF4-69E1-489A-99A2-DAD18A015A7D}"/>
              </a:ext>
            </a:extLst>
          </p:cNvPr>
          <p:cNvSpPr>
            <a:spLocks noGrp="1"/>
          </p:cNvSpPr>
          <p:nvPr/>
        </p:nvSpPr>
        <p:spPr>
          <a:xfrm>
            <a:off x="457829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b_small_bar_1856">
            <a:extLst>
              <a:ext uri="{FF2B5EF4-FFF2-40B4-BE49-F238E27FC236}">
                <a16:creationId xmlns:a16="http://schemas.microsoft.com/office/drawing/2014/main" id="{3ABCDD4C-AECB-426D-8D3D-8F97B776FE11}"/>
              </a:ext>
            </a:extLst>
          </p:cNvPr>
          <p:cNvSpPr>
            <a:spLocks noGrp="1"/>
          </p:cNvSpPr>
          <p:nvPr/>
        </p:nvSpPr>
        <p:spPr>
          <a:xfrm>
            <a:off x="4603627" y="45918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b_small_bar_1857">
            <a:extLst>
              <a:ext uri="{FF2B5EF4-FFF2-40B4-BE49-F238E27FC236}">
                <a16:creationId xmlns:a16="http://schemas.microsoft.com/office/drawing/2014/main" id="{8BDF8BA5-B5FD-400B-ABDA-955179452EA2}"/>
              </a:ext>
            </a:extLst>
          </p:cNvPr>
          <p:cNvSpPr>
            <a:spLocks noGrp="1"/>
          </p:cNvSpPr>
          <p:nvPr/>
        </p:nvSpPr>
        <p:spPr>
          <a:xfrm>
            <a:off x="45661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b_small_bar_1858">
            <a:extLst>
              <a:ext uri="{FF2B5EF4-FFF2-40B4-BE49-F238E27FC236}">
                <a16:creationId xmlns:a16="http://schemas.microsoft.com/office/drawing/2014/main" id="{87394D24-4C72-42AB-B47A-DFD821394B0B}"/>
              </a:ext>
            </a:extLst>
          </p:cNvPr>
          <p:cNvSpPr>
            <a:spLocks noGrp="1"/>
          </p:cNvSpPr>
          <p:nvPr/>
        </p:nvSpPr>
        <p:spPr>
          <a:xfrm>
            <a:off x="4713926" y="547909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b_small_bar_1859">
            <a:extLst>
              <a:ext uri="{FF2B5EF4-FFF2-40B4-BE49-F238E27FC236}">
                <a16:creationId xmlns:a16="http://schemas.microsoft.com/office/drawing/2014/main" id="{74B5090E-009C-4F9C-8C48-CBA680088C65}"/>
              </a:ext>
            </a:extLst>
          </p:cNvPr>
          <p:cNvSpPr>
            <a:spLocks noGrp="1"/>
          </p:cNvSpPr>
          <p:nvPr/>
        </p:nvSpPr>
        <p:spPr>
          <a:xfrm>
            <a:off x="4527207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b_small_bar_1860">
            <a:extLst>
              <a:ext uri="{FF2B5EF4-FFF2-40B4-BE49-F238E27FC236}">
                <a16:creationId xmlns:a16="http://schemas.microsoft.com/office/drawing/2014/main" id="{FAE897E5-E489-4D87-840E-601C9BEBFA1D}"/>
              </a:ext>
            </a:extLst>
          </p:cNvPr>
          <p:cNvSpPr>
            <a:spLocks noGrp="1"/>
          </p:cNvSpPr>
          <p:nvPr/>
        </p:nvSpPr>
        <p:spPr>
          <a:xfrm>
            <a:off x="483851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b_small_bar_1861">
            <a:extLst>
              <a:ext uri="{FF2B5EF4-FFF2-40B4-BE49-F238E27FC236}">
                <a16:creationId xmlns:a16="http://schemas.microsoft.com/office/drawing/2014/main" id="{98659899-9FED-419F-A1CC-80B7FFC8FC99}"/>
              </a:ext>
            </a:extLst>
          </p:cNvPr>
          <p:cNvSpPr>
            <a:spLocks noGrp="1"/>
          </p:cNvSpPr>
          <p:nvPr/>
        </p:nvSpPr>
        <p:spPr>
          <a:xfrm>
            <a:off x="4533459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b_small_bar_1862">
            <a:extLst>
              <a:ext uri="{FF2B5EF4-FFF2-40B4-BE49-F238E27FC236}">
                <a16:creationId xmlns:a16="http://schemas.microsoft.com/office/drawing/2014/main" id="{5280F738-30BE-4840-9EF9-6CA63FA9EC78}"/>
              </a:ext>
            </a:extLst>
          </p:cNvPr>
          <p:cNvSpPr>
            <a:spLocks noGrp="1"/>
          </p:cNvSpPr>
          <p:nvPr/>
        </p:nvSpPr>
        <p:spPr>
          <a:xfrm>
            <a:off x="46089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b_small_bar_1863">
            <a:extLst>
              <a:ext uri="{FF2B5EF4-FFF2-40B4-BE49-F238E27FC236}">
                <a16:creationId xmlns:a16="http://schemas.microsoft.com/office/drawing/2014/main" id="{684FBE2C-3452-4E3F-AABE-94E4AF093139}"/>
              </a:ext>
            </a:extLst>
          </p:cNvPr>
          <p:cNvSpPr>
            <a:spLocks noGrp="1"/>
          </p:cNvSpPr>
          <p:nvPr/>
        </p:nvSpPr>
        <p:spPr>
          <a:xfrm>
            <a:off x="488427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b_small_bar_1864">
            <a:extLst>
              <a:ext uri="{FF2B5EF4-FFF2-40B4-BE49-F238E27FC236}">
                <a16:creationId xmlns:a16="http://schemas.microsoft.com/office/drawing/2014/main" id="{B28DE169-938E-490D-9C87-13E473BE4A23}"/>
              </a:ext>
            </a:extLst>
          </p:cNvPr>
          <p:cNvSpPr>
            <a:spLocks noGrp="1"/>
          </p:cNvSpPr>
          <p:nvPr/>
        </p:nvSpPr>
        <p:spPr>
          <a:xfrm>
            <a:off x="46070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b_small_bar_1865">
            <a:extLst>
              <a:ext uri="{FF2B5EF4-FFF2-40B4-BE49-F238E27FC236}">
                <a16:creationId xmlns:a16="http://schemas.microsoft.com/office/drawing/2014/main" id="{87A044E3-67C8-48C7-B696-7C65E0E74562}"/>
              </a:ext>
            </a:extLst>
          </p:cNvPr>
          <p:cNvSpPr>
            <a:spLocks noGrp="1"/>
          </p:cNvSpPr>
          <p:nvPr/>
        </p:nvSpPr>
        <p:spPr>
          <a:xfrm>
            <a:off x="4712054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b_small_bar_1866">
            <a:extLst>
              <a:ext uri="{FF2B5EF4-FFF2-40B4-BE49-F238E27FC236}">
                <a16:creationId xmlns:a16="http://schemas.microsoft.com/office/drawing/2014/main" id="{BB02081E-7A71-4BF5-B857-DC2FFFB56112}"/>
              </a:ext>
            </a:extLst>
          </p:cNvPr>
          <p:cNvSpPr>
            <a:spLocks noGrp="1"/>
          </p:cNvSpPr>
          <p:nvPr/>
        </p:nvSpPr>
        <p:spPr>
          <a:xfrm>
            <a:off x="484177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b_small_bar_1867">
            <a:extLst>
              <a:ext uri="{FF2B5EF4-FFF2-40B4-BE49-F238E27FC236}">
                <a16:creationId xmlns:a16="http://schemas.microsoft.com/office/drawing/2014/main" id="{879E65F0-7FEB-4EDE-8A86-271312E39935}"/>
              </a:ext>
            </a:extLst>
          </p:cNvPr>
          <p:cNvSpPr>
            <a:spLocks noGrp="1"/>
          </p:cNvSpPr>
          <p:nvPr/>
        </p:nvSpPr>
        <p:spPr>
          <a:xfrm>
            <a:off x="454960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b_small_bar_1868">
            <a:extLst>
              <a:ext uri="{FF2B5EF4-FFF2-40B4-BE49-F238E27FC236}">
                <a16:creationId xmlns:a16="http://schemas.microsoft.com/office/drawing/2014/main" id="{D453FD6C-1106-4671-ABCA-BDB35D60DE85}"/>
              </a:ext>
            </a:extLst>
          </p:cNvPr>
          <p:cNvSpPr>
            <a:spLocks noGrp="1"/>
          </p:cNvSpPr>
          <p:nvPr/>
        </p:nvSpPr>
        <p:spPr>
          <a:xfrm>
            <a:off x="4710423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b_small_bar_1869">
            <a:extLst>
              <a:ext uri="{FF2B5EF4-FFF2-40B4-BE49-F238E27FC236}">
                <a16:creationId xmlns:a16="http://schemas.microsoft.com/office/drawing/2014/main" id="{7F07CB7B-B0BF-4877-8C70-8432693A34BE}"/>
              </a:ext>
            </a:extLst>
          </p:cNvPr>
          <p:cNvSpPr>
            <a:spLocks noGrp="1"/>
          </p:cNvSpPr>
          <p:nvPr/>
        </p:nvSpPr>
        <p:spPr>
          <a:xfrm>
            <a:off x="4554973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b_small_bar_1870">
            <a:extLst>
              <a:ext uri="{FF2B5EF4-FFF2-40B4-BE49-F238E27FC236}">
                <a16:creationId xmlns:a16="http://schemas.microsoft.com/office/drawing/2014/main" id="{B2672079-C367-424B-8511-B882F8359971}"/>
              </a:ext>
            </a:extLst>
          </p:cNvPr>
          <p:cNvSpPr>
            <a:spLocks noGrp="1"/>
          </p:cNvSpPr>
          <p:nvPr/>
        </p:nvSpPr>
        <p:spPr>
          <a:xfrm>
            <a:off x="45192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b_small_bar_1871">
            <a:extLst>
              <a:ext uri="{FF2B5EF4-FFF2-40B4-BE49-F238E27FC236}">
                <a16:creationId xmlns:a16="http://schemas.microsoft.com/office/drawing/2014/main" id="{207EF426-FD50-498B-A13F-FFCC05B99E53}"/>
              </a:ext>
            </a:extLst>
          </p:cNvPr>
          <p:cNvSpPr>
            <a:spLocks noGrp="1"/>
          </p:cNvSpPr>
          <p:nvPr/>
        </p:nvSpPr>
        <p:spPr>
          <a:xfrm>
            <a:off x="470379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b_small_bar_1872">
            <a:extLst>
              <a:ext uri="{FF2B5EF4-FFF2-40B4-BE49-F238E27FC236}">
                <a16:creationId xmlns:a16="http://schemas.microsoft.com/office/drawing/2014/main" id="{8CEBDF7F-427B-4881-9DA3-95BFCC20AAEB}"/>
              </a:ext>
            </a:extLst>
          </p:cNvPr>
          <p:cNvSpPr>
            <a:spLocks noGrp="1"/>
          </p:cNvSpPr>
          <p:nvPr/>
        </p:nvSpPr>
        <p:spPr>
          <a:xfrm>
            <a:off x="4725897" y="5788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b_small_bar_1873">
            <a:extLst>
              <a:ext uri="{FF2B5EF4-FFF2-40B4-BE49-F238E27FC236}">
                <a16:creationId xmlns:a16="http://schemas.microsoft.com/office/drawing/2014/main" id="{04CDFE65-2B3E-4B9F-8CB1-CA8B4DE88445}"/>
              </a:ext>
            </a:extLst>
          </p:cNvPr>
          <p:cNvSpPr>
            <a:spLocks noGrp="1"/>
          </p:cNvSpPr>
          <p:nvPr/>
        </p:nvSpPr>
        <p:spPr>
          <a:xfrm>
            <a:off x="455962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b_small_bar_1874">
            <a:extLst>
              <a:ext uri="{FF2B5EF4-FFF2-40B4-BE49-F238E27FC236}">
                <a16:creationId xmlns:a16="http://schemas.microsoft.com/office/drawing/2014/main" id="{2E05C82E-661A-4191-ACEC-769C80047235}"/>
              </a:ext>
            </a:extLst>
          </p:cNvPr>
          <p:cNvSpPr>
            <a:spLocks noGrp="1"/>
          </p:cNvSpPr>
          <p:nvPr/>
        </p:nvSpPr>
        <p:spPr>
          <a:xfrm>
            <a:off x="48218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b_small_bar_1875">
            <a:extLst>
              <a:ext uri="{FF2B5EF4-FFF2-40B4-BE49-F238E27FC236}">
                <a16:creationId xmlns:a16="http://schemas.microsoft.com/office/drawing/2014/main" id="{F02F3924-6A93-458B-A7B0-852BAE593F12}"/>
              </a:ext>
            </a:extLst>
          </p:cNvPr>
          <p:cNvSpPr>
            <a:spLocks noGrp="1"/>
          </p:cNvSpPr>
          <p:nvPr/>
        </p:nvSpPr>
        <p:spPr>
          <a:xfrm>
            <a:off x="46421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b_small_bar_1876">
            <a:extLst>
              <a:ext uri="{FF2B5EF4-FFF2-40B4-BE49-F238E27FC236}">
                <a16:creationId xmlns:a16="http://schemas.microsoft.com/office/drawing/2014/main" id="{21D7E0FF-BBDE-4EB1-BAA1-603638855DFA}"/>
              </a:ext>
            </a:extLst>
          </p:cNvPr>
          <p:cNvSpPr>
            <a:spLocks noGrp="1"/>
          </p:cNvSpPr>
          <p:nvPr/>
        </p:nvSpPr>
        <p:spPr>
          <a:xfrm>
            <a:off x="46147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b_small_bar_1877">
            <a:extLst>
              <a:ext uri="{FF2B5EF4-FFF2-40B4-BE49-F238E27FC236}">
                <a16:creationId xmlns:a16="http://schemas.microsoft.com/office/drawing/2014/main" id="{658F8AFB-1E10-4DA9-B482-9E339BAC7D33}"/>
              </a:ext>
            </a:extLst>
          </p:cNvPr>
          <p:cNvSpPr>
            <a:spLocks noGrp="1"/>
          </p:cNvSpPr>
          <p:nvPr/>
        </p:nvSpPr>
        <p:spPr>
          <a:xfrm>
            <a:off x="4834093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b_small_bar_1878">
            <a:extLst>
              <a:ext uri="{FF2B5EF4-FFF2-40B4-BE49-F238E27FC236}">
                <a16:creationId xmlns:a16="http://schemas.microsoft.com/office/drawing/2014/main" id="{7A634904-7E87-4D6E-9686-2FCC53FA74CE}"/>
              </a:ext>
            </a:extLst>
          </p:cNvPr>
          <p:cNvSpPr>
            <a:spLocks noGrp="1"/>
          </p:cNvSpPr>
          <p:nvPr/>
        </p:nvSpPr>
        <p:spPr>
          <a:xfrm>
            <a:off x="462255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b_small_bar_1879">
            <a:extLst>
              <a:ext uri="{FF2B5EF4-FFF2-40B4-BE49-F238E27FC236}">
                <a16:creationId xmlns:a16="http://schemas.microsoft.com/office/drawing/2014/main" id="{6527C59C-1CD1-4005-B1F9-EE6C7AD3BECD}"/>
              </a:ext>
            </a:extLst>
          </p:cNvPr>
          <p:cNvSpPr>
            <a:spLocks noGrp="1"/>
          </p:cNvSpPr>
          <p:nvPr/>
        </p:nvSpPr>
        <p:spPr>
          <a:xfrm>
            <a:off x="4530489" y="511273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b_small_bar_1880">
            <a:extLst>
              <a:ext uri="{FF2B5EF4-FFF2-40B4-BE49-F238E27FC236}">
                <a16:creationId xmlns:a16="http://schemas.microsoft.com/office/drawing/2014/main" id="{879E3A65-7578-43A5-8BD0-89DD132D95B5}"/>
              </a:ext>
            </a:extLst>
          </p:cNvPr>
          <p:cNvSpPr>
            <a:spLocks noGrp="1"/>
          </p:cNvSpPr>
          <p:nvPr/>
        </p:nvSpPr>
        <p:spPr>
          <a:xfrm>
            <a:off x="4751116" y="475282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b_small_bar_1881">
            <a:extLst>
              <a:ext uri="{FF2B5EF4-FFF2-40B4-BE49-F238E27FC236}">
                <a16:creationId xmlns:a16="http://schemas.microsoft.com/office/drawing/2014/main" id="{194C1851-BEA9-4A4E-8F32-EBA6977DE6C7}"/>
              </a:ext>
            </a:extLst>
          </p:cNvPr>
          <p:cNvSpPr>
            <a:spLocks noGrp="1"/>
          </p:cNvSpPr>
          <p:nvPr/>
        </p:nvSpPr>
        <p:spPr>
          <a:xfrm>
            <a:off x="4584475" y="491237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b_small_bar_1882">
            <a:extLst>
              <a:ext uri="{FF2B5EF4-FFF2-40B4-BE49-F238E27FC236}">
                <a16:creationId xmlns:a16="http://schemas.microsoft.com/office/drawing/2014/main" id="{6A37F1FD-D549-49E8-AB52-F303304655DD}"/>
              </a:ext>
            </a:extLst>
          </p:cNvPr>
          <p:cNvSpPr>
            <a:spLocks noGrp="1"/>
          </p:cNvSpPr>
          <p:nvPr/>
        </p:nvSpPr>
        <p:spPr>
          <a:xfrm>
            <a:off x="4543489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b_small_bar_1883">
            <a:extLst>
              <a:ext uri="{FF2B5EF4-FFF2-40B4-BE49-F238E27FC236}">
                <a16:creationId xmlns:a16="http://schemas.microsoft.com/office/drawing/2014/main" id="{5E015C74-CC4E-477B-9623-0F8FA68029A5}"/>
              </a:ext>
            </a:extLst>
          </p:cNvPr>
          <p:cNvSpPr>
            <a:spLocks noGrp="1"/>
          </p:cNvSpPr>
          <p:nvPr/>
        </p:nvSpPr>
        <p:spPr>
          <a:xfrm>
            <a:off x="451981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b_small_bar_1884">
            <a:extLst>
              <a:ext uri="{FF2B5EF4-FFF2-40B4-BE49-F238E27FC236}">
                <a16:creationId xmlns:a16="http://schemas.microsoft.com/office/drawing/2014/main" id="{21C6EB1A-1345-41F7-8F07-A8C2A3523017}"/>
              </a:ext>
            </a:extLst>
          </p:cNvPr>
          <p:cNvSpPr>
            <a:spLocks noGrp="1"/>
          </p:cNvSpPr>
          <p:nvPr/>
        </p:nvSpPr>
        <p:spPr>
          <a:xfrm>
            <a:off x="477349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b_small_bar_1885">
            <a:extLst>
              <a:ext uri="{FF2B5EF4-FFF2-40B4-BE49-F238E27FC236}">
                <a16:creationId xmlns:a16="http://schemas.microsoft.com/office/drawing/2014/main" id="{862B8BB5-6590-4DE0-94DB-7F2991B88182}"/>
              </a:ext>
            </a:extLst>
          </p:cNvPr>
          <p:cNvSpPr>
            <a:spLocks noGrp="1"/>
          </p:cNvSpPr>
          <p:nvPr/>
        </p:nvSpPr>
        <p:spPr>
          <a:xfrm>
            <a:off x="45462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b_small_bar_1886">
            <a:extLst>
              <a:ext uri="{FF2B5EF4-FFF2-40B4-BE49-F238E27FC236}">
                <a16:creationId xmlns:a16="http://schemas.microsoft.com/office/drawing/2014/main" id="{6FE74FE0-BC14-4287-A250-FCE498AFD706}"/>
              </a:ext>
            </a:extLst>
          </p:cNvPr>
          <p:cNvSpPr>
            <a:spLocks noGrp="1"/>
          </p:cNvSpPr>
          <p:nvPr/>
        </p:nvSpPr>
        <p:spPr>
          <a:xfrm>
            <a:off x="46121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b_small_bar_1887">
            <a:extLst>
              <a:ext uri="{FF2B5EF4-FFF2-40B4-BE49-F238E27FC236}">
                <a16:creationId xmlns:a16="http://schemas.microsoft.com/office/drawing/2014/main" id="{B15FF0A4-C60F-4120-B711-075F5848888E}"/>
              </a:ext>
            </a:extLst>
          </p:cNvPr>
          <p:cNvSpPr>
            <a:spLocks noGrp="1"/>
          </p:cNvSpPr>
          <p:nvPr/>
        </p:nvSpPr>
        <p:spPr>
          <a:xfrm>
            <a:off x="46379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b_small_bar_1888">
            <a:extLst>
              <a:ext uri="{FF2B5EF4-FFF2-40B4-BE49-F238E27FC236}">
                <a16:creationId xmlns:a16="http://schemas.microsoft.com/office/drawing/2014/main" id="{34490B3B-B1C6-41A5-8567-BB239405B9C7}"/>
              </a:ext>
            </a:extLst>
          </p:cNvPr>
          <p:cNvSpPr>
            <a:spLocks noGrp="1"/>
          </p:cNvSpPr>
          <p:nvPr/>
        </p:nvSpPr>
        <p:spPr>
          <a:xfrm>
            <a:off x="4638297" y="53288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b_small_bar_1889">
            <a:extLst>
              <a:ext uri="{FF2B5EF4-FFF2-40B4-BE49-F238E27FC236}">
                <a16:creationId xmlns:a16="http://schemas.microsoft.com/office/drawing/2014/main" id="{30978C60-9BFA-4EC8-BFA8-5481A1B2DB1A}"/>
              </a:ext>
            </a:extLst>
          </p:cNvPr>
          <p:cNvSpPr>
            <a:spLocks noGrp="1"/>
          </p:cNvSpPr>
          <p:nvPr/>
        </p:nvSpPr>
        <p:spPr>
          <a:xfrm>
            <a:off x="459266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b_small_bar_1890">
            <a:extLst>
              <a:ext uri="{FF2B5EF4-FFF2-40B4-BE49-F238E27FC236}">
                <a16:creationId xmlns:a16="http://schemas.microsoft.com/office/drawing/2014/main" id="{243D0FB8-C6F7-4894-BF8A-9A1326E030F5}"/>
              </a:ext>
            </a:extLst>
          </p:cNvPr>
          <p:cNvSpPr>
            <a:spLocks noGrp="1"/>
          </p:cNvSpPr>
          <p:nvPr/>
        </p:nvSpPr>
        <p:spPr>
          <a:xfrm>
            <a:off x="4670011" y="359003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b_small_bar_1891">
            <a:extLst>
              <a:ext uri="{FF2B5EF4-FFF2-40B4-BE49-F238E27FC236}">
                <a16:creationId xmlns:a16="http://schemas.microsoft.com/office/drawing/2014/main" id="{ECE83CC0-322B-431F-A8C2-66765AF08D41}"/>
              </a:ext>
            </a:extLst>
          </p:cNvPr>
          <p:cNvSpPr>
            <a:spLocks noGrp="1"/>
          </p:cNvSpPr>
          <p:nvPr/>
        </p:nvSpPr>
        <p:spPr>
          <a:xfrm>
            <a:off x="4686400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b_small_bar_1892">
            <a:extLst>
              <a:ext uri="{FF2B5EF4-FFF2-40B4-BE49-F238E27FC236}">
                <a16:creationId xmlns:a16="http://schemas.microsoft.com/office/drawing/2014/main" id="{B3EDC810-A6AE-4667-B117-5A6F575DCEF0}"/>
              </a:ext>
            </a:extLst>
          </p:cNvPr>
          <p:cNvSpPr>
            <a:spLocks noGrp="1"/>
          </p:cNvSpPr>
          <p:nvPr/>
        </p:nvSpPr>
        <p:spPr>
          <a:xfrm>
            <a:off x="4663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b_small_bar_1893">
            <a:extLst>
              <a:ext uri="{FF2B5EF4-FFF2-40B4-BE49-F238E27FC236}">
                <a16:creationId xmlns:a16="http://schemas.microsoft.com/office/drawing/2014/main" id="{610E75AB-3C3B-4F57-927F-D52F9933CB40}"/>
              </a:ext>
            </a:extLst>
          </p:cNvPr>
          <p:cNvSpPr>
            <a:spLocks noGrp="1"/>
          </p:cNvSpPr>
          <p:nvPr/>
        </p:nvSpPr>
        <p:spPr>
          <a:xfrm>
            <a:off x="452935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b_small_bar_1894">
            <a:extLst>
              <a:ext uri="{FF2B5EF4-FFF2-40B4-BE49-F238E27FC236}">
                <a16:creationId xmlns:a16="http://schemas.microsoft.com/office/drawing/2014/main" id="{481F1FFC-8554-44B1-949E-D9A869392121}"/>
              </a:ext>
            </a:extLst>
          </p:cNvPr>
          <p:cNvSpPr>
            <a:spLocks noGrp="1"/>
          </p:cNvSpPr>
          <p:nvPr/>
        </p:nvSpPr>
        <p:spPr>
          <a:xfrm>
            <a:off x="4620018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b_small_bar_1895">
            <a:extLst>
              <a:ext uri="{FF2B5EF4-FFF2-40B4-BE49-F238E27FC236}">
                <a16:creationId xmlns:a16="http://schemas.microsoft.com/office/drawing/2014/main" id="{118085BE-6C87-417A-82C9-52FA26DF80D7}"/>
              </a:ext>
            </a:extLst>
          </p:cNvPr>
          <p:cNvSpPr>
            <a:spLocks noGrp="1"/>
          </p:cNvSpPr>
          <p:nvPr/>
        </p:nvSpPr>
        <p:spPr>
          <a:xfrm>
            <a:off x="47289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b_small_bar_1896">
            <a:extLst>
              <a:ext uri="{FF2B5EF4-FFF2-40B4-BE49-F238E27FC236}">
                <a16:creationId xmlns:a16="http://schemas.microsoft.com/office/drawing/2014/main" id="{9E031A4B-6759-41CC-8D13-F2E6D6FB9F32}"/>
              </a:ext>
            </a:extLst>
          </p:cNvPr>
          <p:cNvSpPr>
            <a:spLocks noGrp="1"/>
          </p:cNvSpPr>
          <p:nvPr/>
        </p:nvSpPr>
        <p:spPr>
          <a:xfrm>
            <a:off x="473162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b_small_bar_1897">
            <a:extLst>
              <a:ext uri="{FF2B5EF4-FFF2-40B4-BE49-F238E27FC236}">
                <a16:creationId xmlns:a16="http://schemas.microsoft.com/office/drawing/2014/main" id="{DE232185-F0DB-49E2-9122-A0BE589D46DB}"/>
              </a:ext>
            </a:extLst>
          </p:cNvPr>
          <p:cNvSpPr>
            <a:spLocks noGrp="1"/>
          </p:cNvSpPr>
          <p:nvPr/>
        </p:nvSpPr>
        <p:spPr>
          <a:xfrm>
            <a:off x="459683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b_small_bar_1898">
            <a:extLst>
              <a:ext uri="{FF2B5EF4-FFF2-40B4-BE49-F238E27FC236}">
                <a16:creationId xmlns:a16="http://schemas.microsoft.com/office/drawing/2014/main" id="{B75EF6E0-A7C9-404D-835B-8423452CEA68}"/>
              </a:ext>
            </a:extLst>
          </p:cNvPr>
          <p:cNvSpPr>
            <a:spLocks noGrp="1"/>
          </p:cNvSpPr>
          <p:nvPr/>
        </p:nvSpPr>
        <p:spPr>
          <a:xfrm>
            <a:off x="4580411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b_small_bar_1899">
            <a:extLst>
              <a:ext uri="{FF2B5EF4-FFF2-40B4-BE49-F238E27FC236}">
                <a16:creationId xmlns:a16="http://schemas.microsoft.com/office/drawing/2014/main" id="{4B4849EA-5804-4D0D-B18C-12906D10B95C}"/>
              </a:ext>
            </a:extLst>
          </p:cNvPr>
          <p:cNvSpPr>
            <a:spLocks noGrp="1"/>
          </p:cNvSpPr>
          <p:nvPr/>
        </p:nvSpPr>
        <p:spPr>
          <a:xfrm>
            <a:off x="709855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b_small_bar_1900">
            <a:extLst>
              <a:ext uri="{FF2B5EF4-FFF2-40B4-BE49-F238E27FC236}">
                <a16:creationId xmlns:a16="http://schemas.microsoft.com/office/drawing/2014/main" id="{9396E5F5-1AE8-4FCF-9810-B205F0215962}"/>
              </a:ext>
            </a:extLst>
          </p:cNvPr>
          <p:cNvSpPr>
            <a:spLocks noGrp="1"/>
          </p:cNvSpPr>
          <p:nvPr/>
        </p:nvSpPr>
        <p:spPr>
          <a:xfrm>
            <a:off x="7004589" y="2415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b_small_bar_1901">
            <a:extLst>
              <a:ext uri="{FF2B5EF4-FFF2-40B4-BE49-F238E27FC236}">
                <a16:creationId xmlns:a16="http://schemas.microsoft.com/office/drawing/2014/main" id="{E7A85F2A-8EBD-405A-8101-71E579DCDF8C}"/>
              </a:ext>
            </a:extLst>
          </p:cNvPr>
          <p:cNvSpPr>
            <a:spLocks noGrp="1"/>
          </p:cNvSpPr>
          <p:nvPr/>
        </p:nvSpPr>
        <p:spPr>
          <a:xfrm>
            <a:off x="706825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b_small_bar_1902">
            <a:extLst>
              <a:ext uri="{FF2B5EF4-FFF2-40B4-BE49-F238E27FC236}">
                <a16:creationId xmlns:a16="http://schemas.microsoft.com/office/drawing/2014/main" id="{EA32EB32-F088-458B-8495-47146CEBCF12}"/>
              </a:ext>
            </a:extLst>
          </p:cNvPr>
          <p:cNvSpPr>
            <a:spLocks noGrp="1"/>
          </p:cNvSpPr>
          <p:nvPr/>
        </p:nvSpPr>
        <p:spPr>
          <a:xfrm>
            <a:off x="721351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b_small_bar_1903">
            <a:extLst>
              <a:ext uri="{FF2B5EF4-FFF2-40B4-BE49-F238E27FC236}">
                <a16:creationId xmlns:a16="http://schemas.microsoft.com/office/drawing/2014/main" id="{3BDBF84D-56A1-4B47-A5F9-B8A0E783E458}"/>
              </a:ext>
            </a:extLst>
          </p:cNvPr>
          <p:cNvSpPr>
            <a:spLocks noGrp="1"/>
          </p:cNvSpPr>
          <p:nvPr/>
        </p:nvSpPr>
        <p:spPr>
          <a:xfrm>
            <a:off x="719826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b_small_bar_1904">
            <a:extLst>
              <a:ext uri="{FF2B5EF4-FFF2-40B4-BE49-F238E27FC236}">
                <a16:creationId xmlns:a16="http://schemas.microsoft.com/office/drawing/2014/main" id="{B8571B5D-7766-4D9C-A09A-73AD91E7E421}"/>
              </a:ext>
            </a:extLst>
          </p:cNvPr>
          <p:cNvSpPr>
            <a:spLocks noGrp="1"/>
          </p:cNvSpPr>
          <p:nvPr/>
        </p:nvSpPr>
        <p:spPr>
          <a:xfrm>
            <a:off x="7028028" y="400353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b_small_bar_1905">
            <a:extLst>
              <a:ext uri="{FF2B5EF4-FFF2-40B4-BE49-F238E27FC236}">
                <a16:creationId xmlns:a16="http://schemas.microsoft.com/office/drawing/2014/main" id="{C425005B-08DC-4A6F-A515-1DD4E46036AF}"/>
              </a:ext>
            </a:extLst>
          </p:cNvPr>
          <p:cNvSpPr>
            <a:spLocks noGrp="1"/>
          </p:cNvSpPr>
          <p:nvPr/>
        </p:nvSpPr>
        <p:spPr>
          <a:xfrm>
            <a:off x="701743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b_small_bar_1906">
            <a:extLst>
              <a:ext uri="{FF2B5EF4-FFF2-40B4-BE49-F238E27FC236}">
                <a16:creationId xmlns:a16="http://schemas.microsoft.com/office/drawing/2014/main" id="{699641A8-9ECA-428B-95AB-510C767B61D6}"/>
              </a:ext>
            </a:extLst>
          </p:cNvPr>
          <p:cNvSpPr>
            <a:spLocks noGrp="1"/>
          </p:cNvSpPr>
          <p:nvPr/>
        </p:nvSpPr>
        <p:spPr>
          <a:xfrm>
            <a:off x="7158368" y="367418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b_small_bar_1907">
            <a:extLst>
              <a:ext uri="{FF2B5EF4-FFF2-40B4-BE49-F238E27FC236}">
                <a16:creationId xmlns:a16="http://schemas.microsoft.com/office/drawing/2014/main" id="{2DA54CEE-28F8-4F90-86FE-A959BE6A2878}"/>
              </a:ext>
            </a:extLst>
          </p:cNvPr>
          <p:cNvSpPr>
            <a:spLocks noGrp="1"/>
          </p:cNvSpPr>
          <p:nvPr/>
        </p:nvSpPr>
        <p:spPr>
          <a:xfrm>
            <a:off x="7059447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b_small_bar_1908">
            <a:extLst>
              <a:ext uri="{FF2B5EF4-FFF2-40B4-BE49-F238E27FC236}">
                <a16:creationId xmlns:a16="http://schemas.microsoft.com/office/drawing/2014/main" id="{1D467DE3-08FD-40B1-9491-D349FC4F8028}"/>
              </a:ext>
            </a:extLst>
          </p:cNvPr>
          <p:cNvSpPr>
            <a:spLocks noGrp="1"/>
          </p:cNvSpPr>
          <p:nvPr/>
        </p:nvSpPr>
        <p:spPr>
          <a:xfrm>
            <a:off x="730798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b_small_bar_1909">
            <a:extLst>
              <a:ext uri="{FF2B5EF4-FFF2-40B4-BE49-F238E27FC236}">
                <a16:creationId xmlns:a16="http://schemas.microsoft.com/office/drawing/2014/main" id="{F2772874-32EC-4200-A50D-5773A0DDF3D6}"/>
              </a:ext>
            </a:extLst>
          </p:cNvPr>
          <p:cNvSpPr>
            <a:spLocks noGrp="1"/>
          </p:cNvSpPr>
          <p:nvPr/>
        </p:nvSpPr>
        <p:spPr>
          <a:xfrm>
            <a:off x="719366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b_small_bar_1910">
            <a:extLst>
              <a:ext uri="{FF2B5EF4-FFF2-40B4-BE49-F238E27FC236}">
                <a16:creationId xmlns:a16="http://schemas.microsoft.com/office/drawing/2014/main" id="{BD5E38FA-CEE4-4570-9252-469D3EE72F20}"/>
              </a:ext>
            </a:extLst>
          </p:cNvPr>
          <p:cNvSpPr>
            <a:spLocks noGrp="1"/>
          </p:cNvSpPr>
          <p:nvPr/>
        </p:nvSpPr>
        <p:spPr>
          <a:xfrm>
            <a:off x="731539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b_small_bar_1911">
            <a:extLst>
              <a:ext uri="{FF2B5EF4-FFF2-40B4-BE49-F238E27FC236}">
                <a16:creationId xmlns:a16="http://schemas.microsoft.com/office/drawing/2014/main" id="{52F77FCA-3FD2-4616-910D-8222DCCA23C1}"/>
              </a:ext>
            </a:extLst>
          </p:cNvPr>
          <p:cNvSpPr>
            <a:spLocks noGrp="1"/>
          </p:cNvSpPr>
          <p:nvPr/>
        </p:nvSpPr>
        <p:spPr>
          <a:xfrm>
            <a:off x="7075040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b_small_bar_1912">
            <a:extLst>
              <a:ext uri="{FF2B5EF4-FFF2-40B4-BE49-F238E27FC236}">
                <a16:creationId xmlns:a16="http://schemas.microsoft.com/office/drawing/2014/main" id="{20F00D1B-4077-4708-BE29-D0B77F4007C1}"/>
              </a:ext>
            </a:extLst>
          </p:cNvPr>
          <p:cNvSpPr>
            <a:spLocks noGrp="1"/>
          </p:cNvSpPr>
          <p:nvPr/>
        </p:nvSpPr>
        <p:spPr>
          <a:xfrm>
            <a:off x="70601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b_small_bar_1913">
            <a:extLst>
              <a:ext uri="{FF2B5EF4-FFF2-40B4-BE49-F238E27FC236}">
                <a16:creationId xmlns:a16="http://schemas.microsoft.com/office/drawing/2014/main" id="{5BB1D153-4432-4A5A-A9AA-3AD5B265D428}"/>
              </a:ext>
            </a:extLst>
          </p:cNvPr>
          <p:cNvSpPr>
            <a:spLocks noGrp="1"/>
          </p:cNvSpPr>
          <p:nvPr/>
        </p:nvSpPr>
        <p:spPr>
          <a:xfrm>
            <a:off x="7097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b_small_bar_1914">
            <a:extLst>
              <a:ext uri="{FF2B5EF4-FFF2-40B4-BE49-F238E27FC236}">
                <a16:creationId xmlns:a16="http://schemas.microsoft.com/office/drawing/2014/main" id="{499979FC-EE4C-4FEE-AC07-CB541FDA81C8}"/>
              </a:ext>
            </a:extLst>
          </p:cNvPr>
          <p:cNvSpPr>
            <a:spLocks noGrp="1"/>
          </p:cNvSpPr>
          <p:nvPr/>
        </p:nvSpPr>
        <p:spPr>
          <a:xfrm>
            <a:off x="699765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b_small_bar_1915">
            <a:extLst>
              <a:ext uri="{FF2B5EF4-FFF2-40B4-BE49-F238E27FC236}">
                <a16:creationId xmlns:a16="http://schemas.microsoft.com/office/drawing/2014/main" id="{1C010AB3-AE39-4479-AA27-0F02245EC258}"/>
              </a:ext>
            </a:extLst>
          </p:cNvPr>
          <p:cNvSpPr>
            <a:spLocks noGrp="1"/>
          </p:cNvSpPr>
          <p:nvPr/>
        </p:nvSpPr>
        <p:spPr>
          <a:xfrm>
            <a:off x="7261009" y="55549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b_small_bar_1916">
            <a:extLst>
              <a:ext uri="{FF2B5EF4-FFF2-40B4-BE49-F238E27FC236}">
                <a16:creationId xmlns:a16="http://schemas.microsoft.com/office/drawing/2014/main" id="{1964A385-4A1D-4C00-971B-F11A1987ABCA}"/>
              </a:ext>
            </a:extLst>
          </p:cNvPr>
          <p:cNvSpPr>
            <a:spLocks noGrp="1"/>
          </p:cNvSpPr>
          <p:nvPr/>
        </p:nvSpPr>
        <p:spPr>
          <a:xfrm>
            <a:off x="709901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b_small_bar_1917">
            <a:extLst>
              <a:ext uri="{FF2B5EF4-FFF2-40B4-BE49-F238E27FC236}">
                <a16:creationId xmlns:a16="http://schemas.microsoft.com/office/drawing/2014/main" id="{A52E6A85-AD64-4E08-B49B-3399E9B25A89}"/>
              </a:ext>
            </a:extLst>
          </p:cNvPr>
          <p:cNvSpPr>
            <a:spLocks noGrp="1"/>
          </p:cNvSpPr>
          <p:nvPr/>
        </p:nvSpPr>
        <p:spPr>
          <a:xfrm>
            <a:off x="7095487" y="505374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b_small_bar_1918">
            <a:extLst>
              <a:ext uri="{FF2B5EF4-FFF2-40B4-BE49-F238E27FC236}">
                <a16:creationId xmlns:a16="http://schemas.microsoft.com/office/drawing/2014/main" id="{58C8C15C-C5BE-48FD-BBD8-8B01C7BAE55A}"/>
              </a:ext>
            </a:extLst>
          </p:cNvPr>
          <p:cNvSpPr>
            <a:spLocks noGrp="1"/>
          </p:cNvSpPr>
          <p:nvPr/>
        </p:nvSpPr>
        <p:spPr>
          <a:xfrm>
            <a:off x="705265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b_small_bar_1919">
            <a:extLst>
              <a:ext uri="{FF2B5EF4-FFF2-40B4-BE49-F238E27FC236}">
                <a16:creationId xmlns:a16="http://schemas.microsoft.com/office/drawing/2014/main" id="{4EC7AEE9-E943-4513-AB67-36FE7BD902AC}"/>
              </a:ext>
            </a:extLst>
          </p:cNvPr>
          <p:cNvSpPr>
            <a:spLocks noGrp="1"/>
          </p:cNvSpPr>
          <p:nvPr/>
        </p:nvSpPr>
        <p:spPr>
          <a:xfrm>
            <a:off x="6954738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b_small_bar_1920">
            <a:extLst>
              <a:ext uri="{FF2B5EF4-FFF2-40B4-BE49-F238E27FC236}">
                <a16:creationId xmlns:a16="http://schemas.microsoft.com/office/drawing/2014/main" id="{96356BBC-9400-4D57-BCEB-749F150770B3}"/>
              </a:ext>
            </a:extLst>
          </p:cNvPr>
          <p:cNvSpPr>
            <a:spLocks noGrp="1"/>
          </p:cNvSpPr>
          <p:nvPr/>
        </p:nvSpPr>
        <p:spPr>
          <a:xfrm>
            <a:off x="716024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b_small_bar_1921">
            <a:extLst>
              <a:ext uri="{FF2B5EF4-FFF2-40B4-BE49-F238E27FC236}">
                <a16:creationId xmlns:a16="http://schemas.microsoft.com/office/drawing/2014/main" id="{DAC31587-AAED-49A4-8116-4C72367F8D27}"/>
              </a:ext>
            </a:extLst>
          </p:cNvPr>
          <p:cNvSpPr>
            <a:spLocks noGrp="1"/>
          </p:cNvSpPr>
          <p:nvPr/>
        </p:nvSpPr>
        <p:spPr>
          <a:xfrm>
            <a:off x="7173232" y="283870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b_small_bar_1922">
            <a:extLst>
              <a:ext uri="{FF2B5EF4-FFF2-40B4-BE49-F238E27FC236}">
                <a16:creationId xmlns:a16="http://schemas.microsoft.com/office/drawing/2014/main" id="{DA906843-5A77-4997-B960-6E8E5905C8FE}"/>
              </a:ext>
            </a:extLst>
          </p:cNvPr>
          <p:cNvSpPr>
            <a:spLocks noGrp="1"/>
          </p:cNvSpPr>
          <p:nvPr/>
        </p:nvSpPr>
        <p:spPr>
          <a:xfrm>
            <a:off x="728092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b_small_bar_1923">
            <a:extLst>
              <a:ext uri="{FF2B5EF4-FFF2-40B4-BE49-F238E27FC236}">
                <a16:creationId xmlns:a16="http://schemas.microsoft.com/office/drawing/2014/main" id="{AAAC35AC-BF1B-498A-9EA2-BC8A46941283}"/>
              </a:ext>
            </a:extLst>
          </p:cNvPr>
          <p:cNvSpPr>
            <a:spLocks noGrp="1"/>
          </p:cNvSpPr>
          <p:nvPr/>
        </p:nvSpPr>
        <p:spPr>
          <a:xfrm>
            <a:off x="708103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b_small_bar_1924">
            <a:extLst>
              <a:ext uri="{FF2B5EF4-FFF2-40B4-BE49-F238E27FC236}">
                <a16:creationId xmlns:a16="http://schemas.microsoft.com/office/drawing/2014/main" id="{19C9E394-FF99-4750-963D-F7EAF080B32B}"/>
              </a:ext>
            </a:extLst>
          </p:cNvPr>
          <p:cNvSpPr>
            <a:spLocks noGrp="1"/>
          </p:cNvSpPr>
          <p:nvPr/>
        </p:nvSpPr>
        <p:spPr>
          <a:xfrm>
            <a:off x="7168691" y="365014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b_small_bar_1925">
            <a:extLst>
              <a:ext uri="{FF2B5EF4-FFF2-40B4-BE49-F238E27FC236}">
                <a16:creationId xmlns:a16="http://schemas.microsoft.com/office/drawing/2014/main" id="{2FBCCAD9-B3DE-4EDF-AC9D-E619F664B346}"/>
              </a:ext>
            </a:extLst>
          </p:cNvPr>
          <p:cNvSpPr>
            <a:spLocks noGrp="1"/>
          </p:cNvSpPr>
          <p:nvPr/>
        </p:nvSpPr>
        <p:spPr>
          <a:xfrm>
            <a:off x="71703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b_small_bar_1926">
            <a:extLst>
              <a:ext uri="{FF2B5EF4-FFF2-40B4-BE49-F238E27FC236}">
                <a16:creationId xmlns:a16="http://schemas.microsoft.com/office/drawing/2014/main" id="{7F9B6CD6-6B5C-4808-BB78-DF0E56F53FF5}"/>
              </a:ext>
            </a:extLst>
          </p:cNvPr>
          <p:cNvSpPr>
            <a:spLocks noGrp="1"/>
          </p:cNvSpPr>
          <p:nvPr/>
        </p:nvSpPr>
        <p:spPr>
          <a:xfrm>
            <a:off x="729908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b_small_bar_1927">
            <a:extLst>
              <a:ext uri="{FF2B5EF4-FFF2-40B4-BE49-F238E27FC236}">
                <a16:creationId xmlns:a16="http://schemas.microsoft.com/office/drawing/2014/main" id="{9A4A0D15-EE9F-4ECC-BBB0-FCB94E4E9749}"/>
              </a:ext>
            </a:extLst>
          </p:cNvPr>
          <p:cNvSpPr>
            <a:spLocks noGrp="1"/>
          </p:cNvSpPr>
          <p:nvPr/>
        </p:nvSpPr>
        <p:spPr>
          <a:xfrm>
            <a:off x="731160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b_small_bar_1928">
            <a:extLst>
              <a:ext uri="{FF2B5EF4-FFF2-40B4-BE49-F238E27FC236}">
                <a16:creationId xmlns:a16="http://schemas.microsoft.com/office/drawing/2014/main" id="{BED030E6-84BB-4729-9DE9-FE03AF649A92}"/>
              </a:ext>
            </a:extLst>
          </p:cNvPr>
          <p:cNvSpPr>
            <a:spLocks noGrp="1"/>
          </p:cNvSpPr>
          <p:nvPr/>
        </p:nvSpPr>
        <p:spPr>
          <a:xfrm>
            <a:off x="7130396" y="440576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b_small_bar_1929">
            <a:extLst>
              <a:ext uri="{FF2B5EF4-FFF2-40B4-BE49-F238E27FC236}">
                <a16:creationId xmlns:a16="http://schemas.microsoft.com/office/drawing/2014/main" id="{3427BE79-A0A0-4B85-8A08-176966109469}"/>
              </a:ext>
            </a:extLst>
          </p:cNvPr>
          <p:cNvSpPr>
            <a:spLocks noGrp="1"/>
          </p:cNvSpPr>
          <p:nvPr/>
        </p:nvSpPr>
        <p:spPr>
          <a:xfrm>
            <a:off x="7323615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b_small_bar_1930">
            <a:extLst>
              <a:ext uri="{FF2B5EF4-FFF2-40B4-BE49-F238E27FC236}">
                <a16:creationId xmlns:a16="http://schemas.microsoft.com/office/drawing/2014/main" id="{95B5C3F1-5BA0-4268-9047-232CE5805026}"/>
              </a:ext>
            </a:extLst>
          </p:cNvPr>
          <p:cNvSpPr>
            <a:spLocks noGrp="1"/>
          </p:cNvSpPr>
          <p:nvPr/>
        </p:nvSpPr>
        <p:spPr>
          <a:xfrm>
            <a:off x="712833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b_small_bar_1931">
            <a:extLst>
              <a:ext uri="{FF2B5EF4-FFF2-40B4-BE49-F238E27FC236}">
                <a16:creationId xmlns:a16="http://schemas.microsoft.com/office/drawing/2014/main" id="{E2399308-47D0-4D50-81A8-E4DBA8027CB0}"/>
              </a:ext>
            </a:extLst>
          </p:cNvPr>
          <p:cNvSpPr>
            <a:spLocks noGrp="1"/>
          </p:cNvSpPr>
          <p:nvPr/>
        </p:nvSpPr>
        <p:spPr>
          <a:xfrm>
            <a:off x="6964860" y="594921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b_small_bar_1932">
            <a:extLst>
              <a:ext uri="{FF2B5EF4-FFF2-40B4-BE49-F238E27FC236}">
                <a16:creationId xmlns:a16="http://schemas.microsoft.com/office/drawing/2014/main" id="{C40542D0-B4E5-47A7-B887-9C68AAAE605F}"/>
              </a:ext>
            </a:extLst>
          </p:cNvPr>
          <p:cNvSpPr>
            <a:spLocks noGrp="1"/>
          </p:cNvSpPr>
          <p:nvPr/>
        </p:nvSpPr>
        <p:spPr>
          <a:xfrm>
            <a:off x="701144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b_small_bar_1933">
            <a:extLst>
              <a:ext uri="{FF2B5EF4-FFF2-40B4-BE49-F238E27FC236}">
                <a16:creationId xmlns:a16="http://schemas.microsoft.com/office/drawing/2014/main" id="{C69C690C-8EDF-41AE-8F2D-6481A8DB6106}"/>
              </a:ext>
            </a:extLst>
          </p:cNvPr>
          <p:cNvSpPr>
            <a:spLocks noGrp="1"/>
          </p:cNvSpPr>
          <p:nvPr/>
        </p:nvSpPr>
        <p:spPr>
          <a:xfrm>
            <a:off x="724708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b_small_bar_1934">
            <a:extLst>
              <a:ext uri="{FF2B5EF4-FFF2-40B4-BE49-F238E27FC236}">
                <a16:creationId xmlns:a16="http://schemas.microsoft.com/office/drawing/2014/main" id="{AC6C40AC-C310-41CB-8AFB-7C9E3F6B502C}"/>
              </a:ext>
            </a:extLst>
          </p:cNvPr>
          <p:cNvSpPr>
            <a:spLocks noGrp="1"/>
          </p:cNvSpPr>
          <p:nvPr/>
        </p:nvSpPr>
        <p:spPr>
          <a:xfrm>
            <a:off x="7139550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b_small_bar_1935">
            <a:extLst>
              <a:ext uri="{FF2B5EF4-FFF2-40B4-BE49-F238E27FC236}">
                <a16:creationId xmlns:a16="http://schemas.microsoft.com/office/drawing/2014/main" id="{2CECF140-6046-4E33-87F9-8EC92D91F277}"/>
              </a:ext>
            </a:extLst>
          </p:cNvPr>
          <p:cNvSpPr>
            <a:spLocks noGrp="1"/>
          </p:cNvSpPr>
          <p:nvPr/>
        </p:nvSpPr>
        <p:spPr>
          <a:xfrm>
            <a:off x="705667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b_small_bar_1936">
            <a:extLst>
              <a:ext uri="{FF2B5EF4-FFF2-40B4-BE49-F238E27FC236}">
                <a16:creationId xmlns:a16="http://schemas.microsoft.com/office/drawing/2014/main" id="{80E126E6-48C6-4239-B183-814AE1AA08AE}"/>
              </a:ext>
            </a:extLst>
          </p:cNvPr>
          <p:cNvSpPr>
            <a:spLocks noGrp="1"/>
          </p:cNvSpPr>
          <p:nvPr/>
        </p:nvSpPr>
        <p:spPr>
          <a:xfrm>
            <a:off x="7337082" y="308914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b_small_bar_1937">
            <a:extLst>
              <a:ext uri="{FF2B5EF4-FFF2-40B4-BE49-F238E27FC236}">
                <a16:creationId xmlns:a16="http://schemas.microsoft.com/office/drawing/2014/main" id="{5E3DAA55-7B95-43C3-90A7-86962C1783D4}"/>
              </a:ext>
            </a:extLst>
          </p:cNvPr>
          <p:cNvSpPr>
            <a:spLocks noGrp="1"/>
          </p:cNvSpPr>
          <p:nvPr/>
        </p:nvSpPr>
        <p:spPr>
          <a:xfrm>
            <a:off x="712570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b_small_bar_1938">
            <a:extLst>
              <a:ext uri="{FF2B5EF4-FFF2-40B4-BE49-F238E27FC236}">
                <a16:creationId xmlns:a16="http://schemas.microsoft.com/office/drawing/2014/main" id="{660C4BF9-453C-4DE3-9A2F-64FF80E83F98}"/>
              </a:ext>
            </a:extLst>
          </p:cNvPr>
          <p:cNvSpPr>
            <a:spLocks noGrp="1"/>
          </p:cNvSpPr>
          <p:nvPr/>
        </p:nvSpPr>
        <p:spPr>
          <a:xfrm>
            <a:off x="715654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b_small_bar_1939">
            <a:extLst>
              <a:ext uri="{FF2B5EF4-FFF2-40B4-BE49-F238E27FC236}">
                <a16:creationId xmlns:a16="http://schemas.microsoft.com/office/drawing/2014/main" id="{1CD42A9A-2140-4439-8E28-52792C8DC81F}"/>
              </a:ext>
            </a:extLst>
          </p:cNvPr>
          <p:cNvSpPr>
            <a:spLocks noGrp="1"/>
          </p:cNvSpPr>
          <p:nvPr/>
        </p:nvSpPr>
        <p:spPr>
          <a:xfrm>
            <a:off x="710331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b_small_bar_1940">
            <a:extLst>
              <a:ext uri="{FF2B5EF4-FFF2-40B4-BE49-F238E27FC236}">
                <a16:creationId xmlns:a16="http://schemas.microsoft.com/office/drawing/2014/main" id="{4233A558-43D5-41F4-98F3-00E36AD87881}"/>
              </a:ext>
            </a:extLst>
          </p:cNvPr>
          <p:cNvSpPr>
            <a:spLocks noGrp="1"/>
          </p:cNvSpPr>
          <p:nvPr/>
        </p:nvSpPr>
        <p:spPr>
          <a:xfrm>
            <a:off x="7283560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b_small_bar_1941">
            <a:extLst>
              <a:ext uri="{FF2B5EF4-FFF2-40B4-BE49-F238E27FC236}">
                <a16:creationId xmlns:a16="http://schemas.microsoft.com/office/drawing/2014/main" id="{FA29CCB5-78E2-47E9-9C6B-83A00289FAA8}"/>
              </a:ext>
            </a:extLst>
          </p:cNvPr>
          <p:cNvSpPr>
            <a:spLocks noGrp="1"/>
          </p:cNvSpPr>
          <p:nvPr/>
        </p:nvSpPr>
        <p:spPr>
          <a:xfrm>
            <a:off x="725166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b_small_bar_1942">
            <a:extLst>
              <a:ext uri="{FF2B5EF4-FFF2-40B4-BE49-F238E27FC236}">
                <a16:creationId xmlns:a16="http://schemas.microsoft.com/office/drawing/2014/main" id="{38F78D0C-7A82-49C5-98FB-7C88041F89D1}"/>
              </a:ext>
            </a:extLst>
          </p:cNvPr>
          <p:cNvSpPr>
            <a:spLocks noGrp="1"/>
          </p:cNvSpPr>
          <p:nvPr/>
        </p:nvSpPr>
        <p:spPr>
          <a:xfrm>
            <a:off x="7290041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b_small_bar_1943">
            <a:extLst>
              <a:ext uri="{FF2B5EF4-FFF2-40B4-BE49-F238E27FC236}">
                <a16:creationId xmlns:a16="http://schemas.microsoft.com/office/drawing/2014/main" id="{5748A881-D7DA-4A0B-AD55-3D13B5830120}"/>
              </a:ext>
            </a:extLst>
          </p:cNvPr>
          <p:cNvSpPr>
            <a:spLocks noGrp="1"/>
          </p:cNvSpPr>
          <p:nvPr/>
        </p:nvSpPr>
        <p:spPr>
          <a:xfrm>
            <a:off x="7286192" y="556496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b_small_bar_1944">
            <a:extLst>
              <a:ext uri="{FF2B5EF4-FFF2-40B4-BE49-F238E27FC236}">
                <a16:creationId xmlns:a16="http://schemas.microsoft.com/office/drawing/2014/main" id="{410BB776-8C38-4EC1-929D-DDD9B0084415}"/>
              </a:ext>
            </a:extLst>
          </p:cNvPr>
          <p:cNvSpPr>
            <a:spLocks noGrp="1"/>
          </p:cNvSpPr>
          <p:nvPr/>
        </p:nvSpPr>
        <p:spPr>
          <a:xfrm>
            <a:off x="69581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b_small_bar_1945">
            <a:extLst>
              <a:ext uri="{FF2B5EF4-FFF2-40B4-BE49-F238E27FC236}">
                <a16:creationId xmlns:a16="http://schemas.microsoft.com/office/drawing/2014/main" id="{6016575F-7B16-4257-8E61-5E7BCBAF6616}"/>
              </a:ext>
            </a:extLst>
          </p:cNvPr>
          <p:cNvSpPr>
            <a:spLocks noGrp="1"/>
          </p:cNvSpPr>
          <p:nvPr/>
        </p:nvSpPr>
        <p:spPr>
          <a:xfrm>
            <a:off x="70765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b_small_bar_1946">
            <a:extLst>
              <a:ext uri="{FF2B5EF4-FFF2-40B4-BE49-F238E27FC236}">
                <a16:creationId xmlns:a16="http://schemas.microsoft.com/office/drawing/2014/main" id="{B1C1A960-7E28-40FD-9421-31AD3D21E096}"/>
              </a:ext>
            </a:extLst>
          </p:cNvPr>
          <p:cNvSpPr>
            <a:spLocks noGrp="1"/>
          </p:cNvSpPr>
          <p:nvPr/>
        </p:nvSpPr>
        <p:spPr>
          <a:xfrm>
            <a:off x="7018460" y="556664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b_small_bar_1947">
            <a:extLst>
              <a:ext uri="{FF2B5EF4-FFF2-40B4-BE49-F238E27FC236}">
                <a16:creationId xmlns:a16="http://schemas.microsoft.com/office/drawing/2014/main" id="{F63C93C1-912F-440E-BE37-02E57E72FB12}"/>
              </a:ext>
            </a:extLst>
          </p:cNvPr>
          <p:cNvSpPr>
            <a:spLocks noGrp="1"/>
          </p:cNvSpPr>
          <p:nvPr/>
        </p:nvSpPr>
        <p:spPr>
          <a:xfrm>
            <a:off x="7262626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b_small_bar_1948">
            <a:extLst>
              <a:ext uri="{FF2B5EF4-FFF2-40B4-BE49-F238E27FC236}">
                <a16:creationId xmlns:a16="http://schemas.microsoft.com/office/drawing/2014/main" id="{EF92DF37-A608-4A23-9E88-62A7E06BE325}"/>
              </a:ext>
            </a:extLst>
          </p:cNvPr>
          <p:cNvSpPr>
            <a:spLocks noGrp="1"/>
          </p:cNvSpPr>
          <p:nvPr/>
        </p:nvSpPr>
        <p:spPr>
          <a:xfrm>
            <a:off x="7124344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b_small_bar_1949">
            <a:extLst>
              <a:ext uri="{FF2B5EF4-FFF2-40B4-BE49-F238E27FC236}">
                <a16:creationId xmlns:a16="http://schemas.microsoft.com/office/drawing/2014/main" id="{B41D2853-8910-4859-B7B9-2D6C63C9D62A}"/>
              </a:ext>
            </a:extLst>
          </p:cNvPr>
          <p:cNvSpPr>
            <a:spLocks noGrp="1"/>
          </p:cNvSpPr>
          <p:nvPr/>
        </p:nvSpPr>
        <p:spPr>
          <a:xfrm>
            <a:off x="7024469" y="509269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b_small_bar_1950">
            <a:extLst>
              <a:ext uri="{FF2B5EF4-FFF2-40B4-BE49-F238E27FC236}">
                <a16:creationId xmlns:a16="http://schemas.microsoft.com/office/drawing/2014/main" id="{3FB38484-6209-44B8-8752-87DB76ABAFDE}"/>
              </a:ext>
            </a:extLst>
          </p:cNvPr>
          <p:cNvSpPr>
            <a:spLocks noGrp="1"/>
          </p:cNvSpPr>
          <p:nvPr/>
        </p:nvSpPr>
        <p:spPr>
          <a:xfrm>
            <a:off x="6991503" y="559358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b_small_bar_1951">
            <a:extLst>
              <a:ext uri="{FF2B5EF4-FFF2-40B4-BE49-F238E27FC236}">
                <a16:creationId xmlns:a16="http://schemas.microsoft.com/office/drawing/2014/main" id="{99D2C1D0-231C-4DE0-8C73-482EF9260B1A}"/>
              </a:ext>
            </a:extLst>
          </p:cNvPr>
          <p:cNvSpPr>
            <a:spLocks noGrp="1"/>
          </p:cNvSpPr>
          <p:nvPr/>
        </p:nvSpPr>
        <p:spPr>
          <a:xfrm>
            <a:off x="7165674" y="4191100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b_small_bar_1952">
            <a:extLst>
              <a:ext uri="{FF2B5EF4-FFF2-40B4-BE49-F238E27FC236}">
                <a16:creationId xmlns:a16="http://schemas.microsoft.com/office/drawing/2014/main" id="{4A9FD22F-5F08-4DC9-B28C-A512381F1E8E}"/>
              </a:ext>
            </a:extLst>
          </p:cNvPr>
          <p:cNvSpPr>
            <a:spLocks noGrp="1"/>
          </p:cNvSpPr>
          <p:nvPr/>
        </p:nvSpPr>
        <p:spPr>
          <a:xfrm>
            <a:off x="717504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b_small_bar_1953">
            <a:extLst>
              <a:ext uri="{FF2B5EF4-FFF2-40B4-BE49-F238E27FC236}">
                <a16:creationId xmlns:a16="http://schemas.microsoft.com/office/drawing/2014/main" id="{A394C7E0-19B2-45E2-A383-B02D9582EF90}"/>
              </a:ext>
            </a:extLst>
          </p:cNvPr>
          <p:cNvSpPr>
            <a:spLocks noGrp="1"/>
          </p:cNvSpPr>
          <p:nvPr/>
        </p:nvSpPr>
        <p:spPr>
          <a:xfrm>
            <a:off x="7322170" y="439395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b_small_bar_1954">
            <a:extLst>
              <a:ext uri="{FF2B5EF4-FFF2-40B4-BE49-F238E27FC236}">
                <a16:creationId xmlns:a16="http://schemas.microsoft.com/office/drawing/2014/main" id="{37DEAEC7-DC89-4462-B05B-7F783CCFCDE7}"/>
              </a:ext>
            </a:extLst>
          </p:cNvPr>
          <p:cNvSpPr>
            <a:spLocks noGrp="1"/>
          </p:cNvSpPr>
          <p:nvPr/>
        </p:nvSpPr>
        <p:spPr>
          <a:xfrm>
            <a:off x="7090501" y="2988971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b_small_bar_1955">
            <a:extLst>
              <a:ext uri="{FF2B5EF4-FFF2-40B4-BE49-F238E27FC236}">
                <a16:creationId xmlns:a16="http://schemas.microsoft.com/office/drawing/2014/main" id="{64389DFC-2D15-4C54-9C48-675097FE5E98}"/>
              </a:ext>
            </a:extLst>
          </p:cNvPr>
          <p:cNvSpPr>
            <a:spLocks noGrp="1"/>
          </p:cNvSpPr>
          <p:nvPr/>
        </p:nvSpPr>
        <p:spPr>
          <a:xfrm>
            <a:off x="7319047" y="3544955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b_small_bar_1956">
            <a:extLst>
              <a:ext uri="{FF2B5EF4-FFF2-40B4-BE49-F238E27FC236}">
                <a16:creationId xmlns:a16="http://schemas.microsoft.com/office/drawing/2014/main" id="{D0B9923A-7883-48FF-BF61-84D820FB7E27}"/>
              </a:ext>
            </a:extLst>
          </p:cNvPr>
          <p:cNvSpPr>
            <a:spLocks noGrp="1"/>
          </p:cNvSpPr>
          <p:nvPr/>
        </p:nvSpPr>
        <p:spPr>
          <a:xfrm>
            <a:off x="695746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b_small_bar_1957">
            <a:extLst>
              <a:ext uri="{FF2B5EF4-FFF2-40B4-BE49-F238E27FC236}">
                <a16:creationId xmlns:a16="http://schemas.microsoft.com/office/drawing/2014/main" id="{BCE2C88E-BA6F-4187-8F2C-74F204F75714}"/>
              </a:ext>
            </a:extLst>
          </p:cNvPr>
          <p:cNvSpPr>
            <a:spLocks noGrp="1"/>
          </p:cNvSpPr>
          <p:nvPr/>
        </p:nvSpPr>
        <p:spPr>
          <a:xfrm>
            <a:off x="699263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b_small_bar_1958">
            <a:extLst>
              <a:ext uri="{FF2B5EF4-FFF2-40B4-BE49-F238E27FC236}">
                <a16:creationId xmlns:a16="http://schemas.microsoft.com/office/drawing/2014/main" id="{E95FFDF7-0B48-4822-9162-34CCBC5CADE7}"/>
              </a:ext>
            </a:extLst>
          </p:cNvPr>
          <p:cNvSpPr>
            <a:spLocks noGrp="1"/>
          </p:cNvSpPr>
          <p:nvPr/>
        </p:nvSpPr>
        <p:spPr>
          <a:xfrm>
            <a:off x="727032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b_small_bar_1959">
            <a:extLst>
              <a:ext uri="{FF2B5EF4-FFF2-40B4-BE49-F238E27FC236}">
                <a16:creationId xmlns:a16="http://schemas.microsoft.com/office/drawing/2014/main" id="{1B136503-A8FA-4B02-95C1-4CB05891CB96}"/>
              </a:ext>
            </a:extLst>
          </p:cNvPr>
          <p:cNvSpPr>
            <a:spLocks noGrp="1"/>
          </p:cNvSpPr>
          <p:nvPr/>
        </p:nvSpPr>
        <p:spPr>
          <a:xfrm>
            <a:off x="6962956" y="328950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b_small_bar_1960">
            <a:extLst>
              <a:ext uri="{FF2B5EF4-FFF2-40B4-BE49-F238E27FC236}">
                <a16:creationId xmlns:a16="http://schemas.microsoft.com/office/drawing/2014/main" id="{8A0017C0-01E2-4D13-BC27-5B566385632E}"/>
              </a:ext>
            </a:extLst>
          </p:cNvPr>
          <p:cNvSpPr>
            <a:spLocks noGrp="1"/>
          </p:cNvSpPr>
          <p:nvPr/>
        </p:nvSpPr>
        <p:spPr>
          <a:xfrm>
            <a:off x="7077201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b_small_bar_1961">
            <a:extLst>
              <a:ext uri="{FF2B5EF4-FFF2-40B4-BE49-F238E27FC236}">
                <a16:creationId xmlns:a16="http://schemas.microsoft.com/office/drawing/2014/main" id="{0F4E2B43-D14A-4C4A-B7FD-DEE56EC97DE1}"/>
              </a:ext>
            </a:extLst>
          </p:cNvPr>
          <p:cNvSpPr>
            <a:spLocks noGrp="1"/>
          </p:cNvSpPr>
          <p:nvPr/>
        </p:nvSpPr>
        <p:spPr>
          <a:xfrm>
            <a:off x="731621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b_small_bar_1962">
            <a:extLst>
              <a:ext uri="{FF2B5EF4-FFF2-40B4-BE49-F238E27FC236}">
                <a16:creationId xmlns:a16="http://schemas.microsoft.com/office/drawing/2014/main" id="{ED0D5618-894E-4E7D-9908-D72A9B9F2484}"/>
              </a:ext>
            </a:extLst>
          </p:cNvPr>
          <p:cNvSpPr>
            <a:spLocks noGrp="1"/>
          </p:cNvSpPr>
          <p:nvPr/>
        </p:nvSpPr>
        <p:spPr>
          <a:xfrm>
            <a:off x="7179542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b_small_bar_1963">
            <a:extLst>
              <a:ext uri="{FF2B5EF4-FFF2-40B4-BE49-F238E27FC236}">
                <a16:creationId xmlns:a16="http://schemas.microsoft.com/office/drawing/2014/main" id="{9C135507-BCF9-4E50-A536-EA02CCC889E2}"/>
              </a:ext>
            </a:extLst>
          </p:cNvPr>
          <p:cNvSpPr>
            <a:spLocks noGrp="1"/>
          </p:cNvSpPr>
          <p:nvPr/>
        </p:nvSpPr>
        <p:spPr>
          <a:xfrm>
            <a:off x="7111502" y="5934186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b_small_bar_1964">
            <a:extLst>
              <a:ext uri="{FF2B5EF4-FFF2-40B4-BE49-F238E27FC236}">
                <a16:creationId xmlns:a16="http://schemas.microsoft.com/office/drawing/2014/main" id="{73C9CF0B-3C0F-4029-99CB-A28D5B2BD430}"/>
              </a:ext>
            </a:extLst>
          </p:cNvPr>
          <p:cNvSpPr>
            <a:spLocks noGrp="1"/>
          </p:cNvSpPr>
          <p:nvPr/>
        </p:nvSpPr>
        <p:spPr>
          <a:xfrm>
            <a:off x="707957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b_small_bar_1965">
            <a:extLst>
              <a:ext uri="{FF2B5EF4-FFF2-40B4-BE49-F238E27FC236}">
                <a16:creationId xmlns:a16="http://schemas.microsoft.com/office/drawing/2014/main" id="{7472D4F4-84DF-4CCE-A234-064534542A7C}"/>
              </a:ext>
            </a:extLst>
          </p:cNvPr>
          <p:cNvSpPr>
            <a:spLocks noGrp="1"/>
          </p:cNvSpPr>
          <p:nvPr/>
        </p:nvSpPr>
        <p:spPr>
          <a:xfrm>
            <a:off x="714385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b_small_bar_1966">
            <a:extLst>
              <a:ext uri="{FF2B5EF4-FFF2-40B4-BE49-F238E27FC236}">
                <a16:creationId xmlns:a16="http://schemas.microsoft.com/office/drawing/2014/main" id="{8F382554-8E94-4318-A30C-D4031BA0A65E}"/>
              </a:ext>
            </a:extLst>
          </p:cNvPr>
          <p:cNvSpPr>
            <a:spLocks noGrp="1"/>
          </p:cNvSpPr>
          <p:nvPr/>
        </p:nvSpPr>
        <p:spPr>
          <a:xfrm>
            <a:off x="727433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b_small_bar_1967">
            <a:extLst>
              <a:ext uri="{FF2B5EF4-FFF2-40B4-BE49-F238E27FC236}">
                <a16:creationId xmlns:a16="http://schemas.microsoft.com/office/drawing/2014/main" id="{47A36197-96F6-4252-A00C-081040E09189}"/>
              </a:ext>
            </a:extLst>
          </p:cNvPr>
          <p:cNvSpPr>
            <a:spLocks noGrp="1"/>
          </p:cNvSpPr>
          <p:nvPr/>
        </p:nvSpPr>
        <p:spPr>
          <a:xfrm>
            <a:off x="723836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b_small_bar_1968">
            <a:extLst>
              <a:ext uri="{FF2B5EF4-FFF2-40B4-BE49-F238E27FC236}">
                <a16:creationId xmlns:a16="http://schemas.microsoft.com/office/drawing/2014/main" id="{E030DD75-AF58-4E12-8F89-BB1BA18F8D73}"/>
              </a:ext>
            </a:extLst>
          </p:cNvPr>
          <p:cNvSpPr>
            <a:spLocks noGrp="1"/>
          </p:cNvSpPr>
          <p:nvPr/>
        </p:nvSpPr>
        <p:spPr>
          <a:xfrm>
            <a:off x="733274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b_small_bar_1969">
            <a:extLst>
              <a:ext uri="{FF2B5EF4-FFF2-40B4-BE49-F238E27FC236}">
                <a16:creationId xmlns:a16="http://schemas.microsoft.com/office/drawing/2014/main" id="{A2E14195-F697-413C-9C80-817EFE88DC8F}"/>
              </a:ext>
            </a:extLst>
          </p:cNvPr>
          <p:cNvSpPr>
            <a:spLocks noGrp="1"/>
          </p:cNvSpPr>
          <p:nvPr/>
        </p:nvSpPr>
        <p:spPr>
          <a:xfrm>
            <a:off x="7018985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b_small_bar_1970">
            <a:extLst>
              <a:ext uri="{FF2B5EF4-FFF2-40B4-BE49-F238E27FC236}">
                <a16:creationId xmlns:a16="http://schemas.microsoft.com/office/drawing/2014/main" id="{A4B26424-71A0-444D-B8D4-62399334ECA7}"/>
              </a:ext>
            </a:extLst>
          </p:cNvPr>
          <p:cNvSpPr>
            <a:spLocks noGrp="1"/>
          </p:cNvSpPr>
          <p:nvPr/>
        </p:nvSpPr>
        <p:spPr>
          <a:xfrm>
            <a:off x="7026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b_small_bar_1971">
            <a:extLst>
              <a:ext uri="{FF2B5EF4-FFF2-40B4-BE49-F238E27FC236}">
                <a16:creationId xmlns:a16="http://schemas.microsoft.com/office/drawing/2014/main" id="{E081DC5C-2B65-4334-8A84-33E1DE1E4BE4}"/>
              </a:ext>
            </a:extLst>
          </p:cNvPr>
          <p:cNvSpPr>
            <a:spLocks noGrp="1"/>
          </p:cNvSpPr>
          <p:nvPr/>
        </p:nvSpPr>
        <p:spPr>
          <a:xfrm>
            <a:off x="7209464" y="597550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b_small_bar_1972">
            <a:extLst>
              <a:ext uri="{FF2B5EF4-FFF2-40B4-BE49-F238E27FC236}">
                <a16:creationId xmlns:a16="http://schemas.microsoft.com/office/drawing/2014/main" id="{52EEB359-7EAC-4D1D-A804-877DC6671098}"/>
              </a:ext>
            </a:extLst>
          </p:cNvPr>
          <p:cNvSpPr>
            <a:spLocks noGrp="1"/>
          </p:cNvSpPr>
          <p:nvPr/>
        </p:nvSpPr>
        <p:spPr>
          <a:xfrm>
            <a:off x="7239107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b_small_bar_1973">
            <a:extLst>
              <a:ext uri="{FF2B5EF4-FFF2-40B4-BE49-F238E27FC236}">
                <a16:creationId xmlns:a16="http://schemas.microsoft.com/office/drawing/2014/main" id="{89A32799-0756-4DBD-A15C-E4818B63D77D}"/>
              </a:ext>
            </a:extLst>
          </p:cNvPr>
          <p:cNvSpPr>
            <a:spLocks noGrp="1"/>
          </p:cNvSpPr>
          <p:nvPr/>
        </p:nvSpPr>
        <p:spPr>
          <a:xfrm>
            <a:off x="7241744" y="5964239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b_small_bar_1974">
            <a:extLst>
              <a:ext uri="{FF2B5EF4-FFF2-40B4-BE49-F238E27FC236}">
                <a16:creationId xmlns:a16="http://schemas.microsoft.com/office/drawing/2014/main" id="{3C2FEEF0-336F-4E80-B6F9-1CE414B39B5F}"/>
              </a:ext>
            </a:extLst>
          </p:cNvPr>
          <p:cNvSpPr>
            <a:spLocks noGrp="1"/>
          </p:cNvSpPr>
          <p:nvPr/>
        </p:nvSpPr>
        <p:spPr>
          <a:xfrm>
            <a:off x="7033910" y="530974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b_small_bar_1975">
            <a:extLst>
              <a:ext uri="{FF2B5EF4-FFF2-40B4-BE49-F238E27FC236}">
                <a16:creationId xmlns:a16="http://schemas.microsoft.com/office/drawing/2014/main" id="{53A5BDFA-3507-4A39-BBA1-8B09F78D51A8}"/>
              </a:ext>
            </a:extLst>
          </p:cNvPr>
          <p:cNvSpPr>
            <a:spLocks noGrp="1"/>
          </p:cNvSpPr>
          <p:nvPr/>
        </p:nvSpPr>
        <p:spPr>
          <a:xfrm>
            <a:off x="7317406" y="582136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b_small_bar_1976">
            <a:extLst>
              <a:ext uri="{FF2B5EF4-FFF2-40B4-BE49-F238E27FC236}">
                <a16:creationId xmlns:a16="http://schemas.microsoft.com/office/drawing/2014/main" id="{CFBACF19-345E-4BA5-8776-435C9583A9BA}"/>
              </a:ext>
            </a:extLst>
          </p:cNvPr>
          <p:cNvSpPr>
            <a:spLocks noGrp="1"/>
          </p:cNvSpPr>
          <p:nvPr/>
        </p:nvSpPr>
        <p:spPr>
          <a:xfrm>
            <a:off x="7057528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b_small_bar_1977">
            <a:extLst>
              <a:ext uri="{FF2B5EF4-FFF2-40B4-BE49-F238E27FC236}">
                <a16:creationId xmlns:a16="http://schemas.microsoft.com/office/drawing/2014/main" id="{AE9B81C3-6C06-48CB-B914-801D6D667A5F}"/>
              </a:ext>
            </a:extLst>
          </p:cNvPr>
          <p:cNvSpPr>
            <a:spLocks noGrp="1"/>
          </p:cNvSpPr>
          <p:nvPr/>
        </p:nvSpPr>
        <p:spPr>
          <a:xfrm>
            <a:off x="715217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b_small_bar_1978">
            <a:extLst>
              <a:ext uri="{FF2B5EF4-FFF2-40B4-BE49-F238E27FC236}">
                <a16:creationId xmlns:a16="http://schemas.microsoft.com/office/drawing/2014/main" id="{5EAB6268-6D4A-4D5E-81C8-6A7106415311}"/>
              </a:ext>
            </a:extLst>
          </p:cNvPr>
          <p:cNvSpPr>
            <a:spLocks noGrp="1"/>
          </p:cNvSpPr>
          <p:nvPr/>
        </p:nvSpPr>
        <p:spPr>
          <a:xfrm>
            <a:off x="700499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b_small_bar_1979">
            <a:extLst>
              <a:ext uri="{FF2B5EF4-FFF2-40B4-BE49-F238E27FC236}">
                <a16:creationId xmlns:a16="http://schemas.microsoft.com/office/drawing/2014/main" id="{55E67E12-89FB-4C2C-B804-CA8650189E0B}"/>
              </a:ext>
            </a:extLst>
          </p:cNvPr>
          <p:cNvSpPr>
            <a:spLocks noGrp="1"/>
          </p:cNvSpPr>
          <p:nvPr/>
        </p:nvSpPr>
        <p:spPr>
          <a:xfrm>
            <a:off x="731529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b_small_bar_1980">
            <a:extLst>
              <a:ext uri="{FF2B5EF4-FFF2-40B4-BE49-F238E27FC236}">
                <a16:creationId xmlns:a16="http://schemas.microsoft.com/office/drawing/2014/main" id="{E48CF834-9155-4304-BBF4-434E0233C399}"/>
              </a:ext>
            </a:extLst>
          </p:cNvPr>
          <p:cNvSpPr>
            <a:spLocks noGrp="1"/>
          </p:cNvSpPr>
          <p:nvPr/>
        </p:nvSpPr>
        <p:spPr>
          <a:xfrm>
            <a:off x="7165602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b_small_bar_1981">
            <a:extLst>
              <a:ext uri="{FF2B5EF4-FFF2-40B4-BE49-F238E27FC236}">
                <a16:creationId xmlns:a16="http://schemas.microsoft.com/office/drawing/2014/main" id="{E2B51AFD-ACB9-4639-A2C1-E42E9991894D}"/>
              </a:ext>
            </a:extLst>
          </p:cNvPr>
          <p:cNvSpPr>
            <a:spLocks noGrp="1"/>
          </p:cNvSpPr>
          <p:nvPr/>
        </p:nvSpPr>
        <p:spPr>
          <a:xfrm>
            <a:off x="7043743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b_small_bar_1982">
            <a:extLst>
              <a:ext uri="{FF2B5EF4-FFF2-40B4-BE49-F238E27FC236}">
                <a16:creationId xmlns:a16="http://schemas.microsoft.com/office/drawing/2014/main" id="{6002C139-5B97-4EEC-9FCD-A543D852F075}"/>
              </a:ext>
            </a:extLst>
          </p:cNvPr>
          <p:cNvSpPr>
            <a:spLocks noGrp="1"/>
          </p:cNvSpPr>
          <p:nvPr/>
        </p:nvSpPr>
        <p:spPr>
          <a:xfrm>
            <a:off x="7144976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b_small_bar_1983">
            <a:extLst>
              <a:ext uri="{FF2B5EF4-FFF2-40B4-BE49-F238E27FC236}">
                <a16:creationId xmlns:a16="http://schemas.microsoft.com/office/drawing/2014/main" id="{B822D0CD-13F4-4E46-B5CF-568BD8731599}"/>
              </a:ext>
            </a:extLst>
          </p:cNvPr>
          <p:cNvSpPr>
            <a:spLocks noGrp="1"/>
          </p:cNvSpPr>
          <p:nvPr/>
        </p:nvSpPr>
        <p:spPr>
          <a:xfrm>
            <a:off x="7035421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b_small_bar_1984">
            <a:extLst>
              <a:ext uri="{FF2B5EF4-FFF2-40B4-BE49-F238E27FC236}">
                <a16:creationId xmlns:a16="http://schemas.microsoft.com/office/drawing/2014/main" id="{F6BE1170-F8AC-4985-BCF3-C39C3CF220D0}"/>
              </a:ext>
            </a:extLst>
          </p:cNvPr>
          <p:cNvSpPr>
            <a:spLocks noGrp="1"/>
          </p:cNvSpPr>
          <p:nvPr/>
        </p:nvSpPr>
        <p:spPr>
          <a:xfrm>
            <a:off x="7342663" y="5393228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b_small_bar_1985">
            <a:extLst>
              <a:ext uri="{FF2B5EF4-FFF2-40B4-BE49-F238E27FC236}">
                <a16:creationId xmlns:a16="http://schemas.microsoft.com/office/drawing/2014/main" id="{C345C779-1633-4592-B830-B504C55B18EE}"/>
              </a:ext>
            </a:extLst>
          </p:cNvPr>
          <p:cNvSpPr>
            <a:spLocks noGrp="1"/>
          </p:cNvSpPr>
          <p:nvPr/>
        </p:nvSpPr>
        <p:spPr>
          <a:xfrm>
            <a:off x="7069368" y="5152802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b_small_bar_1986">
            <a:extLst>
              <a:ext uri="{FF2B5EF4-FFF2-40B4-BE49-F238E27FC236}">
                <a16:creationId xmlns:a16="http://schemas.microsoft.com/office/drawing/2014/main" id="{0A6C745E-D85B-4CB9-B85E-D0B2883CAA29}"/>
              </a:ext>
            </a:extLst>
          </p:cNvPr>
          <p:cNvSpPr>
            <a:spLocks noGrp="1"/>
          </p:cNvSpPr>
          <p:nvPr/>
        </p:nvSpPr>
        <p:spPr>
          <a:xfrm>
            <a:off x="7041067" y="599429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b_small_bar_1987">
            <a:extLst>
              <a:ext uri="{FF2B5EF4-FFF2-40B4-BE49-F238E27FC236}">
                <a16:creationId xmlns:a16="http://schemas.microsoft.com/office/drawing/2014/main" id="{DA6C4B88-74C9-4C3A-ADAB-B11735F9391A}"/>
              </a:ext>
            </a:extLst>
          </p:cNvPr>
          <p:cNvSpPr>
            <a:spLocks noGrp="1"/>
          </p:cNvSpPr>
          <p:nvPr/>
        </p:nvSpPr>
        <p:spPr>
          <a:xfrm>
            <a:off x="719367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b_small_bar_1988">
            <a:extLst>
              <a:ext uri="{FF2B5EF4-FFF2-40B4-BE49-F238E27FC236}">
                <a16:creationId xmlns:a16="http://schemas.microsoft.com/office/drawing/2014/main" id="{F0C4AE9B-211C-489B-BB2E-5A6B2E646B01}"/>
              </a:ext>
            </a:extLst>
          </p:cNvPr>
          <p:cNvSpPr>
            <a:spLocks noGrp="1"/>
          </p:cNvSpPr>
          <p:nvPr/>
        </p:nvSpPr>
        <p:spPr>
          <a:xfrm>
            <a:off x="7155022" y="2538173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b_small_bar_1989">
            <a:extLst>
              <a:ext uri="{FF2B5EF4-FFF2-40B4-BE49-F238E27FC236}">
                <a16:creationId xmlns:a16="http://schemas.microsoft.com/office/drawing/2014/main" id="{A853C91B-03E2-4335-B930-9E06EF7BC104}"/>
              </a:ext>
            </a:extLst>
          </p:cNvPr>
          <p:cNvSpPr>
            <a:spLocks noGrp="1"/>
          </p:cNvSpPr>
          <p:nvPr/>
        </p:nvSpPr>
        <p:spPr>
          <a:xfrm>
            <a:off x="7067104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b_small_bar_1990">
            <a:extLst>
              <a:ext uri="{FF2B5EF4-FFF2-40B4-BE49-F238E27FC236}">
                <a16:creationId xmlns:a16="http://schemas.microsoft.com/office/drawing/2014/main" id="{DCF59C27-BCB5-48AD-8564-BC2EB103600E}"/>
              </a:ext>
            </a:extLst>
          </p:cNvPr>
          <p:cNvSpPr>
            <a:spLocks noGrp="1"/>
          </p:cNvSpPr>
          <p:nvPr/>
        </p:nvSpPr>
        <p:spPr>
          <a:xfrm>
            <a:off x="7339849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b_small_bar_1991">
            <a:extLst>
              <a:ext uri="{FF2B5EF4-FFF2-40B4-BE49-F238E27FC236}">
                <a16:creationId xmlns:a16="http://schemas.microsoft.com/office/drawing/2014/main" id="{E5D6C8D7-1E2B-49F4-81F7-E9EEB6494741}"/>
              </a:ext>
            </a:extLst>
          </p:cNvPr>
          <p:cNvSpPr>
            <a:spLocks noGrp="1"/>
          </p:cNvSpPr>
          <p:nvPr/>
        </p:nvSpPr>
        <p:spPr>
          <a:xfrm>
            <a:off x="6997568" y="2387907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b_small_bar_1992">
            <a:extLst>
              <a:ext uri="{FF2B5EF4-FFF2-40B4-BE49-F238E27FC236}">
                <a16:creationId xmlns:a16="http://schemas.microsoft.com/office/drawing/2014/main" id="{24CEAD98-9F40-42FE-B539-426A977A07DE}"/>
              </a:ext>
            </a:extLst>
          </p:cNvPr>
          <p:cNvSpPr>
            <a:spLocks noGrp="1"/>
          </p:cNvSpPr>
          <p:nvPr/>
        </p:nvSpPr>
        <p:spPr>
          <a:xfrm>
            <a:off x="6984910" y="5736694"/>
            <a:ext cx="78548" cy="78548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b_small_bar_1993">
            <a:extLst>
              <a:ext uri="{FF2B5EF4-FFF2-40B4-BE49-F238E27FC236}">
                <a16:creationId xmlns:a16="http://schemas.microsoft.com/office/drawing/2014/main" id="{2A04E34C-BBEA-4FD2-9A9B-4C3F2F8F92B6}"/>
              </a:ext>
            </a:extLst>
          </p:cNvPr>
          <p:cNvSpPr>
            <a:spLocks noGrp="1"/>
          </p:cNvSpPr>
          <p:nvPr/>
        </p:nvSpPr>
        <p:spPr>
          <a:xfrm>
            <a:off x="2727085" y="3275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b_small_bar_1994">
            <a:extLst>
              <a:ext uri="{FF2B5EF4-FFF2-40B4-BE49-F238E27FC236}">
                <a16:creationId xmlns:a16="http://schemas.microsoft.com/office/drawing/2014/main" id="{A9986E75-4AB3-4F3D-86D6-DF8D4E2BF508}"/>
              </a:ext>
            </a:extLst>
          </p:cNvPr>
          <p:cNvSpPr>
            <a:spLocks noGrp="1"/>
          </p:cNvSpPr>
          <p:nvPr/>
        </p:nvSpPr>
        <p:spPr>
          <a:xfrm>
            <a:off x="2802802" y="36285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b_small_bar_1995">
            <a:extLst>
              <a:ext uri="{FF2B5EF4-FFF2-40B4-BE49-F238E27FC236}">
                <a16:creationId xmlns:a16="http://schemas.microsoft.com/office/drawing/2014/main" id="{686DDE14-3EFD-41C9-B22C-7B9EC5091342}"/>
              </a:ext>
            </a:extLst>
          </p:cNvPr>
          <p:cNvSpPr>
            <a:spLocks noGrp="1"/>
          </p:cNvSpPr>
          <p:nvPr/>
        </p:nvSpPr>
        <p:spPr>
          <a:xfrm>
            <a:off x="2697977" y="30475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b_small_bar_1996">
            <a:extLst>
              <a:ext uri="{FF2B5EF4-FFF2-40B4-BE49-F238E27FC236}">
                <a16:creationId xmlns:a16="http://schemas.microsoft.com/office/drawing/2014/main" id="{96B0C331-A59D-40C3-8017-E88452925F67}"/>
              </a:ext>
            </a:extLst>
          </p:cNvPr>
          <p:cNvSpPr>
            <a:spLocks noGrp="1"/>
          </p:cNvSpPr>
          <p:nvPr/>
        </p:nvSpPr>
        <p:spPr>
          <a:xfrm>
            <a:off x="2934384" y="3120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b_small_bar_1997">
            <a:extLst>
              <a:ext uri="{FF2B5EF4-FFF2-40B4-BE49-F238E27FC236}">
                <a16:creationId xmlns:a16="http://schemas.microsoft.com/office/drawing/2014/main" id="{5DAD5C60-8202-4492-8ACF-410A8E643D35}"/>
              </a:ext>
            </a:extLst>
          </p:cNvPr>
          <p:cNvSpPr>
            <a:spLocks noGrp="1"/>
          </p:cNvSpPr>
          <p:nvPr/>
        </p:nvSpPr>
        <p:spPr>
          <a:xfrm>
            <a:off x="2790055" y="29389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b_small_bar_1998">
            <a:extLst>
              <a:ext uri="{FF2B5EF4-FFF2-40B4-BE49-F238E27FC236}">
                <a16:creationId xmlns:a16="http://schemas.microsoft.com/office/drawing/2014/main" id="{F921C9AA-F1B6-467E-BC4C-1B4FD89B9D48}"/>
              </a:ext>
            </a:extLst>
          </p:cNvPr>
          <p:cNvSpPr>
            <a:spLocks noGrp="1"/>
          </p:cNvSpPr>
          <p:nvPr/>
        </p:nvSpPr>
        <p:spPr>
          <a:xfrm>
            <a:off x="2911851" y="44313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b_small_bar_1999">
            <a:extLst>
              <a:ext uri="{FF2B5EF4-FFF2-40B4-BE49-F238E27FC236}">
                <a16:creationId xmlns:a16="http://schemas.microsoft.com/office/drawing/2014/main" id="{A1C999ED-711E-47BD-8DDE-9ED6EF88E5D0}"/>
              </a:ext>
            </a:extLst>
          </p:cNvPr>
          <p:cNvSpPr>
            <a:spLocks noGrp="1"/>
          </p:cNvSpPr>
          <p:nvPr/>
        </p:nvSpPr>
        <p:spPr>
          <a:xfrm>
            <a:off x="2941703" y="396399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b_small_bar_2000">
            <a:extLst>
              <a:ext uri="{FF2B5EF4-FFF2-40B4-BE49-F238E27FC236}">
                <a16:creationId xmlns:a16="http://schemas.microsoft.com/office/drawing/2014/main" id="{0A3CD1F0-F1FE-4BEE-B24E-72B41A34E4E1}"/>
              </a:ext>
            </a:extLst>
          </p:cNvPr>
          <p:cNvSpPr>
            <a:spLocks noGrp="1"/>
          </p:cNvSpPr>
          <p:nvPr/>
        </p:nvSpPr>
        <p:spPr>
          <a:xfrm>
            <a:off x="2659413" y="415931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b_small_bar_2001">
            <a:extLst>
              <a:ext uri="{FF2B5EF4-FFF2-40B4-BE49-F238E27FC236}">
                <a16:creationId xmlns:a16="http://schemas.microsoft.com/office/drawing/2014/main" id="{7D28524A-1800-44B2-BF3A-0448BA7BE50F}"/>
              </a:ext>
            </a:extLst>
          </p:cNvPr>
          <p:cNvSpPr>
            <a:spLocks noGrp="1"/>
          </p:cNvSpPr>
          <p:nvPr/>
        </p:nvSpPr>
        <p:spPr>
          <a:xfrm>
            <a:off x="3012847" y="33679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b_small_bar_2002">
            <a:extLst>
              <a:ext uri="{FF2B5EF4-FFF2-40B4-BE49-F238E27FC236}">
                <a16:creationId xmlns:a16="http://schemas.microsoft.com/office/drawing/2014/main" id="{B5015CF1-8B95-4FC3-B892-136A10C0CC98}"/>
              </a:ext>
            </a:extLst>
          </p:cNvPr>
          <p:cNvSpPr>
            <a:spLocks noGrp="1"/>
          </p:cNvSpPr>
          <p:nvPr/>
        </p:nvSpPr>
        <p:spPr>
          <a:xfrm>
            <a:off x="2808533" y="3252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b_small_bar_2003">
            <a:extLst>
              <a:ext uri="{FF2B5EF4-FFF2-40B4-BE49-F238E27FC236}">
                <a16:creationId xmlns:a16="http://schemas.microsoft.com/office/drawing/2014/main" id="{0D6C96FF-EFB2-4511-BB6A-A7247657E1FC}"/>
              </a:ext>
            </a:extLst>
          </p:cNvPr>
          <p:cNvSpPr>
            <a:spLocks noGrp="1"/>
          </p:cNvSpPr>
          <p:nvPr/>
        </p:nvSpPr>
        <p:spPr>
          <a:xfrm>
            <a:off x="2635437" y="421542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b_small_bar_2004">
            <a:extLst>
              <a:ext uri="{FF2B5EF4-FFF2-40B4-BE49-F238E27FC236}">
                <a16:creationId xmlns:a16="http://schemas.microsoft.com/office/drawing/2014/main" id="{A5EE266A-724E-4E74-956C-63F73C4F7D6C}"/>
              </a:ext>
            </a:extLst>
          </p:cNvPr>
          <p:cNvSpPr>
            <a:spLocks noGrp="1"/>
          </p:cNvSpPr>
          <p:nvPr/>
        </p:nvSpPr>
        <p:spPr>
          <a:xfrm>
            <a:off x="2817974" y="39944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b_small_bar_2005">
            <a:extLst>
              <a:ext uri="{FF2B5EF4-FFF2-40B4-BE49-F238E27FC236}">
                <a16:creationId xmlns:a16="http://schemas.microsoft.com/office/drawing/2014/main" id="{73537320-0D0C-441D-8E3D-18AE8ECE7997}"/>
              </a:ext>
            </a:extLst>
          </p:cNvPr>
          <p:cNvSpPr>
            <a:spLocks noGrp="1"/>
          </p:cNvSpPr>
          <p:nvPr/>
        </p:nvSpPr>
        <p:spPr>
          <a:xfrm>
            <a:off x="2830070" y="5148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b_small_bar_2006">
            <a:extLst>
              <a:ext uri="{FF2B5EF4-FFF2-40B4-BE49-F238E27FC236}">
                <a16:creationId xmlns:a16="http://schemas.microsoft.com/office/drawing/2014/main" id="{F621649C-3F03-464C-A2AF-6F63E5ACB545}"/>
              </a:ext>
            </a:extLst>
          </p:cNvPr>
          <p:cNvSpPr>
            <a:spLocks noGrp="1"/>
          </p:cNvSpPr>
          <p:nvPr/>
        </p:nvSpPr>
        <p:spPr>
          <a:xfrm>
            <a:off x="2665975" y="438991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b_small_bar_2007">
            <a:extLst>
              <a:ext uri="{FF2B5EF4-FFF2-40B4-BE49-F238E27FC236}">
                <a16:creationId xmlns:a16="http://schemas.microsoft.com/office/drawing/2014/main" id="{36182269-B340-4701-AFF1-7F5919521494}"/>
              </a:ext>
            </a:extLst>
          </p:cNvPr>
          <p:cNvSpPr>
            <a:spLocks noGrp="1"/>
          </p:cNvSpPr>
          <p:nvPr/>
        </p:nvSpPr>
        <p:spPr>
          <a:xfrm>
            <a:off x="2635367" y="30802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b_small_bar_2008">
            <a:extLst>
              <a:ext uri="{FF2B5EF4-FFF2-40B4-BE49-F238E27FC236}">
                <a16:creationId xmlns:a16="http://schemas.microsoft.com/office/drawing/2014/main" id="{7F59187A-BB26-4893-A653-BF30278F2F6F}"/>
              </a:ext>
            </a:extLst>
          </p:cNvPr>
          <p:cNvSpPr>
            <a:spLocks noGrp="1"/>
          </p:cNvSpPr>
          <p:nvPr/>
        </p:nvSpPr>
        <p:spPr>
          <a:xfrm>
            <a:off x="29203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b_small_bar_2009">
            <a:extLst>
              <a:ext uri="{FF2B5EF4-FFF2-40B4-BE49-F238E27FC236}">
                <a16:creationId xmlns:a16="http://schemas.microsoft.com/office/drawing/2014/main" id="{10B80BAA-A105-4021-A4B6-6C9D7AE4DCF8}"/>
              </a:ext>
            </a:extLst>
          </p:cNvPr>
          <p:cNvSpPr>
            <a:spLocks noGrp="1"/>
          </p:cNvSpPr>
          <p:nvPr/>
        </p:nvSpPr>
        <p:spPr>
          <a:xfrm>
            <a:off x="2914140" y="305912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b_small_bar_2010">
            <a:extLst>
              <a:ext uri="{FF2B5EF4-FFF2-40B4-BE49-F238E27FC236}">
                <a16:creationId xmlns:a16="http://schemas.microsoft.com/office/drawing/2014/main" id="{128B1B9F-49B2-4BDA-906A-F2BC0C7A17E7}"/>
              </a:ext>
            </a:extLst>
          </p:cNvPr>
          <p:cNvSpPr>
            <a:spLocks noGrp="1"/>
          </p:cNvSpPr>
          <p:nvPr/>
        </p:nvSpPr>
        <p:spPr>
          <a:xfrm>
            <a:off x="2784331" y="29484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b_small_bar_2011">
            <a:extLst>
              <a:ext uri="{FF2B5EF4-FFF2-40B4-BE49-F238E27FC236}">
                <a16:creationId xmlns:a16="http://schemas.microsoft.com/office/drawing/2014/main" id="{020DFE29-F912-4A17-B386-118081BE4D48}"/>
              </a:ext>
            </a:extLst>
          </p:cNvPr>
          <p:cNvSpPr>
            <a:spLocks noGrp="1"/>
          </p:cNvSpPr>
          <p:nvPr/>
        </p:nvSpPr>
        <p:spPr>
          <a:xfrm>
            <a:off x="2790431" y="41713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b_small_bar_2012">
            <a:extLst>
              <a:ext uri="{FF2B5EF4-FFF2-40B4-BE49-F238E27FC236}">
                <a16:creationId xmlns:a16="http://schemas.microsoft.com/office/drawing/2014/main" id="{9DE208F8-B101-4A9C-9D08-CE55AA056B57}"/>
              </a:ext>
            </a:extLst>
          </p:cNvPr>
          <p:cNvSpPr>
            <a:spLocks noGrp="1"/>
          </p:cNvSpPr>
          <p:nvPr/>
        </p:nvSpPr>
        <p:spPr>
          <a:xfrm>
            <a:off x="300543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b_small_bar_2013">
            <a:extLst>
              <a:ext uri="{FF2B5EF4-FFF2-40B4-BE49-F238E27FC236}">
                <a16:creationId xmlns:a16="http://schemas.microsoft.com/office/drawing/2014/main" id="{6C6E5D64-1235-4CE7-A201-DB94ADE58345}"/>
              </a:ext>
            </a:extLst>
          </p:cNvPr>
          <p:cNvSpPr>
            <a:spLocks noGrp="1"/>
          </p:cNvSpPr>
          <p:nvPr/>
        </p:nvSpPr>
        <p:spPr>
          <a:xfrm>
            <a:off x="2731836" y="439786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b_small_bar_2014">
            <a:extLst>
              <a:ext uri="{FF2B5EF4-FFF2-40B4-BE49-F238E27FC236}">
                <a16:creationId xmlns:a16="http://schemas.microsoft.com/office/drawing/2014/main" id="{EF7A15B2-0930-437D-91C0-9E4A7840CB31}"/>
              </a:ext>
            </a:extLst>
          </p:cNvPr>
          <p:cNvSpPr>
            <a:spLocks noGrp="1"/>
          </p:cNvSpPr>
          <p:nvPr/>
        </p:nvSpPr>
        <p:spPr>
          <a:xfrm>
            <a:off x="289086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b_small_bar_2015">
            <a:extLst>
              <a:ext uri="{FF2B5EF4-FFF2-40B4-BE49-F238E27FC236}">
                <a16:creationId xmlns:a16="http://schemas.microsoft.com/office/drawing/2014/main" id="{ABC95054-DAC7-4BAD-A045-CA6E331260A4}"/>
              </a:ext>
            </a:extLst>
          </p:cNvPr>
          <p:cNvSpPr>
            <a:spLocks noGrp="1"/>
          </p:cNvSpPr>
          <p:nvPr/>
        </p:nvSpPr>
        <p:spPr>
          <a:xfrm>
            <a:off x="2996967" y="29805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b_small_bar_2016">
            <a:extLst>
              <a:ext uri="{FF2B5EF4-FFF2-40B4-BE49-F238E27FC236}">
                <a16:creationId xmlns:a16="http://schemas.microsoft.com/office/drawing/2014/main" id="{8A53544A-641A-40C6-A25A-5A0E51B33975}"/>
              </a:ext>
            </a:extLst>
          </p:cNvPr>
          <p:cNvSpPr>
            <a:spLocks noGrp="1"/>
          </p:cNvSpPr>
          <p:nvPr/>
        </p:nvSpPr>
        <p:spPr>
          <a:xfrm>
            <a:off x="2752772" y="32478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b_small_bar_2017">
            <a:extLst>
              <a:ext uri="{FF2B5EF4-FFF2-40B4-BE49-F238E27FC236}">
                <a16:creationId xmlns:a16="http://schemas.microsoft.com/office/drawing/2014/main" id="{AE1EC7DB-3F41-46D1-B308-6723EE0999EC}"/>
              </a:ext>
            </a:extLst>
          </p:cNvPr>
          <p:cNvSpPr>
            <a:spLocks noGrp="1"/>
          </p:cNvSpPr>
          <p:nvPr/>
        </p:nvSpPr>
        <p:spPr>
          <a:xfrm>
            <a:off x="2778507" y="35213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b_small_bar_2018">
            <a:extLst>
              <a:ext uri="{FF2B5EF4-FFF2-40B4-BE49-F238E27FC236}">
                <a16:creationId xmlns:a16="http://schemas.microsoft.com/office/drawing/2014/main" id="{C99C1BD6-43D5-4597-9244-A244E695AD4A}"/>
              </a:ext>
            </a:extLst>
          </p:cNvPr>
          <p:cNvSpPr>
            <a:spLocks noGrp="1"/>
          </p:cNvSpPr>
          <p:nvPr/>
        </p:nvSpPr>
        <p:spPr>
          <a:xfrm>
            <a:off x="2638363" y="454023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b_small_bar_2019">
            <a:extLst>
              <a:ext uri="{FF2B5EF4-FFF2-40B4-BE49-F238E27FC236}">
                <a16:creationId xmlns:a16="http://schemas.microsoft.com/office/drawing/2014/main" id="{5BB7FFCD-B5E4-4575-BE37-5399FD56DD18}"/>
              </a:ext>
            </a:extLst>
          </p:cNvPr>
          <p:cNvSpPr>
            <a:spLocks noGrp="1"/>
          </p:cNvSpPr>
          <p:nvPr/>
        </p:nvSpPr>
        <p:spPr>
          <a:xfrm>
            <a:off x="2809766" y="572384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b_small_bar_2020">
            <a:extLst>
              <a:ext uri="{FF2B5EF4-FFF2-40B4-BE49-F238E27FC236}">
                <a16:creationId xmlns:a16="http://schemas.microsoft.com/office/drawing/2014/main" id="{940D6518-A210-43F5-A635-E775197626CA}"/>
              </a:ext>
            </a:extLst>
          </p:cNvPr>
          <p:cNvSpPr>
            <a:spLocks noGrp="1"/>
          </p:cNvSpPr>
          <p:nvPr/>
        </p:nvSpPr>
        <p:spPr>
          <a:xfrm>
            <a:off x="2990755" y="33015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b_small_bar_2021">
            <a:extLst>
              <a:ext uri="{FF2B5EF4-FFF2-40B4-BE49-F238E27FC236}">
                <a16:creationId xmlns:a16="http://schemas.microsoft.com/office/drawing/2014/main" id="{93622FAF-44C6-444A-965D-495B25A56CEB}"/>
              </a:ext>
            </a:extLst>
          </p:cNvPr>
          <p:cNvSpPr>
            <a:spLocks noGrp="1"/>
          </p:cNvSpPr>
          <p:nvPr/>
        </p:nvSpPr>
        <p:spPr>
          <a:xfrm>
            <a:off x="262713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b_small_bar_2022">
            <a:extLst>
              <a:ext uri="{FF2B5EF4-FFF2-40B4-BE49-F238E27FC236}">
                <a16:creationId xmlns:a16="http://schemas.microsoft.com/office/drawing/2014/main" id="{CD3006BD-A7AD-4A8E-9BEC-9C4DB4081412}"/>
              </a:ext>
            </a:extLst>
          </p:cNvPr>
          <p:cNvSpPr>
            <a:spLocks noGrp="1"/>
          </p:cNvSpPr>
          <p:nvPr/>
        </p:nvSpPr>
        <p:spPr>
          <a:xfrm>
            <a:off x="2858754" y="4294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b_small_bar_2023">
            <a:extLst>
              <a:ext uri="{FF2B5EF4-FFF2-40B4-BE49-F238E27FC236}">
                <a16:creationId xmlns:a16="http://schemas.microsoft.com/office/drawing/2014/main" id="{78487C85-3D3A-4F89-8B4C-D3FE9D17FAF2}"/>
              </a:ext>
            </a:extLst>
          </p:cNvPr>
          <p:cNvSpPr>
            <a:spLocks noGrp="1"/>
          </p:cNvSpPr>
          <p:nvPr/>
        </p:nvSpPr>
        <p:spPr>
          <a:xfrm>
            <a:off x="3010031" y="58727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b_small_bar_2024">
            <a:extLst>
              <a:ext uri="{FF2B5EF4-FFF2-40B4-BE49-F238E27FC236}">
                <a16:creationId xmlns:a16="http://schemas.microsoft.com/office/drawing/2014/main" id="{114F85CB-DBB5-43CD-BF5C-6399B69D2056}"/>
              </a:ext>
            </a:extLst>
          </p:cNvPr>
          <p:cNvSpPr>
            <a:spLocks noGrp="1"/>
          </p:cNvSpPr>
          <p:nvPr/>
        </p:nvSpPr>
        <p:spPr>
          <a:xfrm>
            <a:off x="2978830" y="285703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b_small_bar_2025">
            <a:extLst>
              <a:ext uri="{FF2B5EF4-FFF2-40B4-BE49-F238E27FC236}">
                <a16:creationId xmlns:a16="http://schemas.microsoft.com/office/drawing/2014/main" id="{6697B4EA-D286-47F7-B0CA-F8497D7D713D}"/>
              </a:ext>
            </a:extLst>
          </p:cNvPr>
          <p:cNvSpPr>
            <a:spLocks noGrp="1"/>
          </p:cNvSpPr>
          <p:nvPr/>
        </p:nvSpPr>
        <p:spPr>
          <a:xfrm>
            <a:off x="2935006" y="32695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b_small_bar_2026">
            <a:extLst>
              <a:ext uri="{FF2B5EF4-FFF2-40B4-BE49-F238E27FC236}">
                <a16:creationId xmlns:a16="http://schemas.microsoft.com/office/drawing/2014/main" id="{55A0939F-B1DC-4AEB-B619-8DDBBCD03ED4}"/>
              </a:ext>
            </a:extLst>
          </p:cNvPr>
          <p:cNvSpPr>
            <a:spLocks noGrp="1"/>
          </p:cNvSpPr>
          <p:nvPr/>
        </p:nvSpPr>
        <p:spPr>
          <a:xfrm>
            <a:off x="2718048" y="31402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b_small_bar_2027">
            <a:extLst>
              <a:ext uri="{FF2B5EF4-FFF2-40B4-BE49-F238E27FC236}">
                <a16:creationId xmlns:a16="http://schemas.microsoft.com/office/drawing/2014/main" id="{8F801476-FB3B-4D08-8FFA-3B6D4BA29B96}"/>
              </a:ext>
            </a:extLst>
          </p:cNvPr>
          <p:cNvSpPr>
            <a:spLocks noGrp="1"/>
          </p:cNvSpPr>
          <p:nvPr/>
        </p:nvSpPr>
        <p:spPr>
          <a:xfrm>
            <a:off x="2991932" y="53947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b_small_bar_2028">
            <a:extLst>
              <a:ext uri="{FF2B5EF4-FFF2-40B4-BE49-F238E27FC236}">
                <a16:creationId xmlns:a16="http://schemas.microsoft.com/office/drawing/2014/main" id="{FCE15A0D-1216-4971-844F-CFB74FA3D28D}"/>
              </a:ext>
            </a:extLst>
          </p:cNvPr>
          <p:cNvSpPr>
            <a:spLocks noGrp="1"/>
          </p:cNvSpPr>
          <p:nvPr/>
        </p:nvSpPr>
        <p:spPr>
          <a:xfrm>
            <a:off x="29464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b_small_bar_2029">
            <a:extLst>
              <a:ext uri="{FF2B5EF4-FFF2-40B4-BE49-F238E27FC236}">
                <a16:creationId xmlns:a16="http://schemas.microsoft.com/office/drawing/2014/main" id="{6DFFEDD3-A2D3-4F55-BF05-6D8B22421BAF}"/>
              </a:ext>
            </a:extLst>
          </p:cNvPr>
          <p:cNvSpPr>
            <a:spLocks noGrp="1"/>
          </p:cNvSpPr>
          <p:nvPr/>
        </p:nvSpPr>
        <p:spPr>
          <a:xfrm>
            <a:off x="2941487" y="305538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b_small_bar_2030">
            <a:extLst>
              <a:ext uri="{FF2B5EF4-FFF2-40B4-BE49-F238E27FC236}">
                <a16:creationId xmlns:a16="http://schemas.microsoft.com/office/drawing/2014/main" id="{8BDFB43C-F721-453C-9B5C-55ED872D864B}"/>
              </a:ext>
            </a:extLst>
          </p:cNvPr>
          <p:cNvSpPr>
            <a:spLocks noGrp="1"/>
          </p:cNvSpPr>
          <p:nvPr/>
        </p:nvSpPr>
        <p:spPr>
          <a:xfrm>
            <a:off x="2687814" y="461920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b_small_bar_2031">
            <a:extLst>
              <a:ext uri="{FF2B5EF4-FFF2-40B4-BE49-F238E27FC236}">
                <a16:creationId xmlns:a16="http://schemas.microsoft.com/office/drawing/2014/main" id="{B2FD7AA3-EBCF-4B1B-9249-E834FA7ACDF0}"/>
              </a:ext>
            </a:extLst>
          </p:cNvPr>
          <p:cNvSpPr>
            <a:spLocks noGrp="1"/>
          </p:cNvSpPr>
          <p:nvPr/>
        </p:nvSpPr>
        <p:spPr>
          <a:xfrm>
            <a:off x="2814975" y="44456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b_small_bar_2032">
            <a:extLst>
              <a:ext uri="{FF2B5EF4-FFF2-40B4-BE49-F238E27FC236}">
                <a16:creationId xmlns:a16="http://schemas.microsoft.com/office/drawing/2014/main" id="{AD18949D-5B2D-4A61-826A-06893BBF0F84}"/>
              </a:ext>
            </a:extLst>
          </p:cNvPr>
          <p:cNvSpPr>
            <a:spLocks noGrp="1"/>
          </p:cNvSpPr>
          <p:nvPr/>
        </p:nvSpPr>
        <p:spPr>
          <a:xfrm>
            <a:off x="2965349" y="41676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b_small_bar_2033">
            <a:extLst>
              <a:ext uri="{FF2B5EF4-FFF2-40B4-BE49-F238E27FC236}">
                <a16:creationId xmlns:a16="http://schemas.microsoft.com/office/drawing/2014/main" id="{4CA9B279-A0A2-47D0-925B-EC2CF50E9876}"/>
              </a:ext>
            </a:extLst>
          </p:cNvPr>
          <p:cNvSpPr>
            <a:spLocks noGrp="1"/>
          </p:cNvSpPr>
          <p:nvPr/>
        </p:nvSpPr>
        <p:spPr>
          <a:xfrm>
            <a:off x="2670147" y="50981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b_small_bar_2034">
            <a:extLst>
              <a:ext uri="{FF2B5EF4-FFF2-40B4-BE49-F238E27FC236}">
                <a16:creationId xmlns:a16="http://schemas.microsoft.com/office/drawing/2014/main" id="{E604BF1C-0511-4AE5-B8E1-E99CD1E777B3}"/>
              </a:ext>
            </a:extLst>
          </p:cNvPr>
          <p:cNvSpPr>
            <a:spLocks noGrp="1"/>
          </p:cNvSpPr>
          <p:nvPr/>
        </p:nvSpPr>
        <p:spPr>
          <a:xfrm>
            <a:off x="2686663" y="34461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b_small_bar_2035">
            <a:extLst>
              <a:ext uri="{FF2B5EF4-FFF2-40B4-BE49-F238E27FC236}">
                <a16:creationId xmlns:a16="http://schemas.microsoft.com/office/drawing/2014/main" id="{72502FF3-7CC9-4BB5-8A23-16A09BEED6DD}"/>
              </a:ext>
            </a:extLst>
          </p:cNvPr>
          <p:cNvSpPr>
            <a:spLocks noGrp="1"/>
          </p:cNvSpPr>
          <p:nvPr/>
        </p:nvSpPr>
        <p:spPr>
          <a:xfrm>
            <a:off x="2749833" y="31304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b_small_bar_2036">
            <a:extLst>
              <a:ext uri="{FF2B5EF4-FFF2-40B4-BE49-F238E27FC236}">
                <a16:creationId xmlns:a16="http://schemas.microsoft.com/office/drawing/2014/main" id="{87A93F28-E914-4714-B6F5-87B8DD0E758C}"/>
              </a:ext>
            </a:extLst>
          </p:cNvPr>
          <p:cNvSpPr>
            <a:spLocks noGrp="1"/>
          </p:cNvSpPr>
          <p:nvPr/>
        </p:nvSpPr>
        <p:spPr>
          <a:xfrm>
            <a:off x="279121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b_small_bar_2037">
            <a:extLst>
              <a:ext uri="{FF2B5EF4-FFF2-40B4-BE49-F238E27FC236}">
                <a16:creationId xmlns:a16="http://schemas.microsoft.com/office/drawing/2014/main" id="{4D0D5CB0-DD6E-4457-A9C3-E00B69920C9F}"/>
              </a:ext>
            </a:extLst>
          </p:cNvPr>
          <p:cNvSpPr>
            <a:spLocks noGrp="1"/>
          </p:cNvSpPr>
          <p:nvPr/>
        </p:nvSpPr>
        <p:spPr>
          <a:xfrm>
            <a:off x="2787735" y="32698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b_small_bar_2038">
            <a:extLst>
              <a:ext uri="{FF2B5EF4-FFF2-40B4-BE49-F238E27FC236}">
                <a16:creationId xmlns:a16="http://schemas.microsoft.com/office/drawing/2014/main" id="{B34A2446-3ADB-4CAB-A592-B50D377564D2}"/>
              </a:ext>
            </a:extLst>
          </p:cNvPr>
          <p:cNvSpPr>
            <a:spLocks noGrp="1"/>
          </p:cNvSpPr>
          <p:nvPr/>
        </p:nvSpPr>
        <p:spPr>
          <a:xfrm>
            <a:off x="2672616" y="346391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b_small_bar_2039">
            <a:extLst>
              <a:ext uri="{FF2B5EF4-FFF2-40B4-BE49-F238E27FC236}">
                <a16:creationId xmlns:a16="http://schemas.microsoft.com/office/drawing/2014/main" id="{E296CF24-BF39-4068-B034-86337D4AC05B}"/>
              </a:ext>
            </a:extLst>
          </p:cNvPr>
          <p:cNvSpPr>
            <a:spLocks noGrp="1"/>
          </p:cNvSpPr>
          <p:nvPr/>
        </p:nvSpPr>
        <p:spPr>
          <a:xfrm>
            <a:off x="2888255" y="28457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b_small_bar_2040">
            <a:extLst>
              <a:ext uri="{FF2B5EF4-FFF2-40B4-BE49-F238E27FC236}">
                <a16:creationId xmlns:a16="http://schemas.microsoft.com/office/drawing/2014/main" id="{963EFBCD-70E8-4859-A81D-CE37C9BBE5CB}"/>
              </a:ext>
            </a:extLst>
          </p:cNvPr>
          <p:cNvSpPr>
            <a:spLocks noGrp="1"/>
          </p:cNvSpPr>
          <p:nvPr/>
        </p:nvSpPr>
        <p:spPr>
          <a:xfrm>
            <a:off x="2894838" y="498407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b_small_bar_2041">
            <a:extLst>
              <a:ext uri="{FF2B5EF4-FFF2-40B4-BE49-F238E27FC236}">
                <a16:creationId xmlns:a16="http://schemas.microsoft.com/office/drawing/2014/main" id="{9D2537D1-DF6A-4CF1-AFAB-81F4BA55CD0F}"/>
              </a:ext>
            </a:extLst>
          </p:cNvPr>
          <p:cNvSpPr>
            <a:spLocks noGrp="1"/>
          </p:cNvSpPr>
          <p:nvPr/>
        </p:nvSpPr>
        <p:spPr>
          <a:xfrm>
            <a:off x="2864996" y="295968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b_small_bar_2042">
            <a:extLst>
              <a:ext uri="{FF2B5EF4-FFF2-40B4-BE49-F238E27FC236}">
                <a16:creationId xmlns:a16="http://schemas.microsoft.com/office/drawing/2014/main" id="{E08406ED-E532-40B7-8D46-C86758F0F9EE}"/>
              </a:ext>
            </a:extLst>
          </p:cNvPr>
          <p:cNvSpPr>
            <a:spLocks noGrp="1"/>
          </p:cNvSpPr>
          <p:nvPr/>
        </p:nvSpPr>
        <p:spPr>
          <a:xfrm>
            <a:off x="274693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b_small_bar_2043">
            <a:extLst>
              <a:ext uri="{FF2B5EF4-FFF2-40B4-BE49-F238E27FC236}">
                <a16:creationId xmlns:a16="http://schemas.microsoft.com/office/drawing/2014/main" id="{1E5F1E8B-BCF9-4E78-BF27-C1E11D41A449}"/>
              </a:ext>
            </a:extLst>
          </p:cNvPr>
          <p:cNvSpPr>
            <a:spLocks noGrp="1"/>
          </p:cNvSpPr>
          <p:nvPr/>
        </p:nvSpPr>
        <p:spPr>
          <a:xfrm>
            <a:off x="2800169" y="545356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b_small_bar_2044">
            <a:extLst>
              <a:ext uri="{FF2B5EF4-FFF2-40B4-BE49-F238E27FC236}">
                <a16:creationId xmlns:a16="http://schemas.microsoft.com/office/drawing/2014/main" id="{E762B05D-B704-46B0-B2EF-5A9C501D7F58}"/>
              </a:ext>
            </a:extLst>
          </p:cNvPr>
          <p:cNvSpPr>
            <a:spLocks noGrp="1"/>
          </p:cNvSpPr>
          <p:nvPr/>
        </p:nvSpPr>
        <p:spPr>
          <a:xfrm>
            <a:off x="2823820" y="460872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b_small_bar_2045">
            <a:extLst>
              <a:ext uri="{FF2B5EF4-FFF2-40B4-BE49-F238E27FC236}">
                <a16:creationId xmlns:a16="http://schemas.microsoft.com/office/drawing/2014/main" id="{0882F41A-533A-4B0C-9222-942148665B67}"/>
              </a:ext>
            </a:extLst>
          </p:cNvPr>
          <p:cNvSpPr>
            <a:spLocks noGrp="1"/>
          </p:cNvSpPr>
          <p:nvPr/>
        </p:nvSpPr>
        <p:spPr>
          <a:xfrm>
            <a:off x="2924727" y="46668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b_small_bar_2046">
            <a:extLst>
              <a:ext uri="{FF2B5EF4-FFF2-40B4-BE49-F238E27FC236}">
                <a16:creationId xmlns:a16="http://schemas.microsoft.com/office/drawing/2014/main" id="{73F2D3AC-C4D4-4E82-8951-BC48A39AEBED}"/>
              </a:ext>
            </a:extLst>
          </p:cNvPr>
          <p:cNvSpPr>
            <a:spLocks noGrp="1"/>
          </p:cNvSpPr>
          <p:nvPr/>
        </p:nvSpPr>
        <p:spPr>
          <a:xfrm>
            <a:off x="288859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b_small_bar_2047">
            <a:extLst>
              <a:ext uri="{FF2B5EF4-FFF2-40B4-BE49-F238E27FC236}">
                <a16:creationId xmlns:a16="http://schemas.microsoft.com/office/drawing/2014/main" id="{C635E834-C624-4A7F-96D7-E729056C8E5C}"/>
              </a:ext>
            </a:extLst>
          </p:cNvPr>
          <p:cNvSpPr>
            <a:spLocks noGrp="1"/>
          </p:cNvSpPr>
          <p:nvPr/>
        </p:nvSpPr>
        <p:spPr>
          <a:xfrm>
            <a:off x="2842753" y="300394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b_small_bar_2048">
            <a:extLst>
              <a:ext uri="{FF2B5EF4-FFF2-40B4-BE49-F238E27FC236}">
                <a16:creationId xmlns:a16="http://schemas.microsoft.com/office/drawing/2014/main" id="{28CB0BB8-F2E6-4D2D-8996-CFE3806D868C}"/>
              </a:ext>
            </a:extLst>
          </p:cNvPr>
          <p:cNvSpPr>
            <a:spLocks noGrp="1"/>
          </p:cNvSpPr>
          <p:nvPr/>
        </p:nvSpPr>
        <p:spPr>
          <a:xfrm>
            <a:off x="297320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b_small_bar_2049">
            <a:extLst>
              <a:ext uri="{FF2B5EF4-FFF2-40B4-BE49-F238E27FC236}">
                <a16:creationId xmlns:a16="http://schemas.microsoft.com/office/drawing/2014/main" id="{114453AC-0397-4FA9-8B83-5E9346AB14AA}"/>
              </a:ext>
            </a:extLst>
          </p:cNvPr>
          <p:cNvSpPr>
            <a:spLocks noGrp="1"/>
          </p:cNvSpPr>
          <p:nvPr/>
        </p:nvSpPr>
        <p:spPr>
          <a:xfrm>
            <a:off x="2666631" y="49631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b_small_bar_2050">
            <a:extLst>
              <a:ext uri="{FF2B5EF4-FFF2-40B4-BE49-F238E27FC236}">
                <a16:creationId xmlns:a16="http://schemas.microsoft.com/office/drawing/2014/main" id="{67C9D884-F50C-495E-9766-606C7E391F27}"/>
              </a:ext>
            </a:extLst>
          </p:cNvPr>
          <p:cNvSpPr>
            <a:spLocks noGrp="1"/>
          </p:cNvSpPr>
          <p:nvPr/>
        </p:nvSpPr>
        <p:spPr>
          <a:xfrm>
            <a:off x="2880680" y="303762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b_small_bar_2051">
            <a:extLst>
              <a:ext uri="{FF2B5EF4-FFF2-40B4-BE49-F238E27FC236}">
                <a16:creationId xmlns:a16="http://schemas.microsoft.com/office/drawing/2014/main" id="{C282AD0E-08AE-4F25-9664-E70FFF1A6574}"/>
              </a:ext>
            </a:extLst>
          </p:cNvPr>
          <p:cNvSpPr>
            <a:spLocks noGrp="1"/>
          </p:cNvSpPr>
          <p:nvPr/>
        </p:nvSpPr>
        <p:spPr>
          <a:xfrm>
            <a:off x="2784761" y="36469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b_small_bar_2052">
            <a:extLst>
              <a:ext uri="{FF2B5EF4-FFF2-40B4-BE49-F238E27FC236}">
                <a16:creationId xmlns:a16="http://schemas.microsoft.com/office/drawing/2014/main" id="{36FB8D5F-F3FE-482D-B568-A4E5D9E909FB}"/>
              </a:ext>
            </a:extLst>
          </p:cNvPr>
          <p:cNvSpPr>
            <a:spLocks noGrp="1"/>
          </p:cNvSpPr>
          <p:nvPr/>
        </p:nvSpPr>
        <p:spPr>
          <a:xfrm>
            <a:off x="2663262" y="44183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b_small_bar_2053">
            <a:extLst>
              <a:ext uri="{FF2B5EF4-FFF2-40B4-BE49-F238E27FC236}">
                <a16:creationId xmlns:a16="http://schemas.microsoft.com/office/drawing/2014/main" id="{DBC9AA9C-7BA4-4BC1-9E36-00F0284A1398}"/>
              </a:ext>
            </a:extLst>
          </p:cNvPr>
          <p:cNvSpPr>
            <a:spLocks noGrp="1"/>
          </p:cNvSpPr>
          <p:nvPr/>
        </p:nvSpPr>
        <p:spPr>
          <a:xfrm>
            <a:off x="2931693" y="336943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b_small_bar_2054">
            <a:extLst>
              <a:ext uri="{FF2B5EF4-FFF2-40B4-BE49-F238E27FC236}">
                <a16:creationId xmlns:a16="http://schemas.microsoft.com/office/drawing/2014/main" id="{D8379571-CE0A-412A-BE1B-0A4A52B48CD4}"/>
              </a:ext>
            </a:extLst>
          </p:cNvPr>
          <p:cNvSpPr>
            <a:spLocks noGrp="1"/>
          </p:cNvSpPr>
          <p:nvPr/>
        </p:nvSpPr>
        <p:spPr>
          <a:xfrm>
            <a:off x="29608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b_small_bar_2055">
            <a:extLst>
              <a:ext uri="{FF2B5EF4-FFF2-40B4-BE49-F238E27FC236}">
                <a16:creationId xmlns:a16="http://schemas.microsoft.com/office/drawing/2014/main" id="{0AB22DAC-9FDE-40B0-AB6D-757BDD21175B}"/>
              </a:ext>
            </a:extLst>
          </p:cNvPr>
          <p:cNvSpPr>
            <a:spLocks noGrp="1"/>
          </p:cNvSpPr>
          <p:nvPr/>
        </p:nvSpPr>
        <p:spPr>
          <a:xfrm>
            <a:off x="2624382" y="32728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b_small_bar_2056">
            <a:extLst>
              <a:ext uri="{FF2B5EF4-FFF2-40B4-BE49-F238E27FC236}">
                <a16:creationId xmlns:a16="http://schemas.microsoft.com/office/drawing/2014/main" id="{276F28C4-E147-45F5-BC16-C0BFDAEB31E6}"/>
              </a:ext>
            </a:extLst>
          </p:cNvPr>
          <p:cNvSpPr>
            <a:spLocks noGrp="1"/>
          </p:cNvSpPr>
          <p:nvPr/>
        </p:nvSpPr>
        <p:spPr>
          <a:xfrm>
            <a:off x="280513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b_small_bar_2057">
            <a:extLst>
              <a:ext uri="{FF2B5EF4-FFF2-40B4-BE49-F238E27FC236}">
                <a16:creationId xmlns:a16="http://schemas.microsoft.com/office/drawing/2014/main" id="{3BEAFD29-8507-47BF-B95B-106DC148E279}"/>
              </a:ext>
            </a:extLst>
          </p:cNvPr>
          <p:cNvSpPr>
            <a:spLocks noGrp="1"/>
          </p:cNvSpPr>
          <p:nvPr/>
        </p:nvSpPr>
        <p:spPr>
          <a:xfrm>
            <a:off x="268436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b_small_bar_2058">
            <a:extLst>
              <a:ext uri="{FF2B5EF4-FFF2-40B4-BE49-F238E27FC236}">
                <a16:creationId xmlns:a16="http://schemas.microsoft.com/office/drawing/2014/main" id="{8ECE89D5-85FC-4793-AB13-8E0DF92EE5C5}"/>
              </a:ext>
            </a:extLst>
          </p:cNvPr>
          <p:cNvSpPr>
            <a:spLocks noGrp="1"/>
          </p:cNvSpPr>
          <p:nvPr/>
        </p:nvSpPr>
        <p:spPr>
          <a:xfrm>
            <a:off x="2749361" y="401697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b_small_bar_2059">
            <a:extLst>
              <a:ext uri="{FF2B5EF4-FFF2-40B4-BE49-F238E27FC236}">
                <a16:creationId xmlns:a16="http://schemas.microsoft.com/office/drawing/2014/main" id="{BCEF4CD0-6711-4CEE-BA58-52F73BE85D41}"/>
              </a:ext>
            </a:extLst>
          </p:cNvPr>
          <p:cNvSpPr>
            <a:spLocks noGrp="1"/>
          </p:cNvSpPr>
          <p:nvPr/>
        </p:nvSpPr>
        <p:spPr>
          <a:xfrm>
            <a:off x="2641063" y="3187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b_small_bar_2060">
            <a:extLst>
              <a:ext uri="{FF2B5EF4-FFF2-40B4-BE49-F238E27FC236}">
                <a16:creationId xmlns:a16="http://schemas.microsoft.com/office/drawing/2014/main" id="{CB89CE54-8279-4DBF-8539-5886CE0CDC08}"/>
              </a:ext>
            </a:extLst>
          </p:cNvPr>
          <p:cNvSpPr>
            <a:spLocks noGrp="1"/>
          </p:cNvSpPr>
          <p:nvPr/>
        </p:nvSpPr>
        <p:spPr>
          <a:xfrm>
            <a:off x="2966850" y="37036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b_small_bar_2061">
            <a:extLst>
              <a:ext uri="{FF2B5EF4-FFF2-40B4-BE49-F238E27FC236}">
                <a16:creationId xmlns:a16="http://schemas.microsoft.com/office/drawing/2014/main" id="{B0952D59-2AB2-42CF-9804-F324572AD86D}"/>
              </a:ext>
            </a:extLst>
          </p:cNvPr>
          <p:cNvSpPr>
            <a:spLocks noGrp="1"/>
          </p:cNvSpPr>
          <p:nvPr/>
        </p:nvSpPr>
        <p:spPr>
          <a:xfrm>
            <a:off x="2910692" y="38120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b_small_bar_2062">
            <a:extLst>
              <a:ext uri="{FF2B5EF4-FFF2-40B4-BE49-F238E27FC236}">
                <a16:creationId xmlns:a16="http://schemas.microsoft.com/office/drawing/2014/main" id="{73FAF2A6-974E-45DD-8488-6F016CBA2B83}"/>
              </a:ext>
            </a:extLst>
          </p:cNvPr>
          <p:cNvSpPr>
            <a:spLocks noGrp="1"/>
          </p:cNvSpPr>
          <p:nvPr/>
        </p:nvSpPr>
        <p:spPr>
          <a:xfrm>
            <a:off x="2694638" y="32802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b_small_bar_2063">
            <a:extLst>
              <a:ext uri="{FF2B5EF4-FFF2-40B4-BE49-F238E27FC236}">
                <a16:creationId xmlns:a16="http://schemas.microsoft.com/office/drawing/2014/main" id="{C4638FEC-E435-424C-BACD-A2B7325649A6}"/>
              </a:ext>
            </a:extLst>
          </p:cNvPr>
          <p:cNvSpPr>
            <a:spLocks noGrp="1"/>
          </p:cNvSpPr>
          <p:nvPr/>
        </p:nvSpPr>
        <p:spPr>
          <a:xfrm>
            <a:off x="2756083" y="354745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b_small_bar_2064">
            <a:extLst>
              <a:ext uri="{FF2B5EF4-FFF2-40B4-BE49-F238E27FC236}">
                <a16:creationId xmlns:a16="http://schemas.microsoft.com/office/drawing/2014/main" id="{A10800DA-075C-4DE8-A987-494D2BD7B33B}"/>
              </a:ext>
            </a:extLst>
          </p:cNvPr>
          <p:cNvSpPr>
            <a:spLocks noGrp="1"/>
          </p:cNvSpPr>
          <p:nvPr/>
        </p:nvSpPr>
        <p:spPr>
          <a:xfrm>
            <a:off x="2632017" y="35605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b_small_bar_2065">
            <a:extLst>
              <a:ext uri="{FF2B5EF4-FFF2-40B4-BE49-F238E27FC236}">
                <a16:creationId xmlns:a16="http://schemas.microsoft.com/office/drawing/2014/main" id="{CBD79B80-10C1-4C0D-9417-5A0D580B474E}"/>
              </a:ext>
            </a:extLst>
          </p:cNvPr>
          <p:cNvSpPr>
            <a:spLocks noGrp="1"/>
          </p:cNvSpPr>
          <p:nvPr/>
        </p:nvSpPr>
        <p:spPr>
          <a:xfrm>
            <a:off x="284436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b_small_bar_2066">
            <a:extLst>
              <a:ext uri="{FF2B5EF4-FFF2-40B4-BE49-F238E27FC236}">
                <a16:creationId xmlns:a16="http://schemas.microsoft.com/office/drawing/2014/main" id="{4A7503A2-C9E7-4BCE-992F-E9EC43E16201}"/>
              </a:ext>
            </a:extLst>
          </p:cNvPr>
          <p:cNvSpPr>
            <a:spLocks noGrp="1"/>
          </p:cNvSpPr>
          <p:nvPr/>
        </p:nvSpPr>
        <p:spPr>
          <a:xfrm>
            <a:off x="2925679" y="34504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b_small_bar_2067">
            <a:extLst>
              <a:ext uri="{FF2B5EF4-FFF2-40B4-BE49-F238E27FC236}">
                <a16:creationId xmlns:a16="http://schemas.microsoft.com/office/drawing/2014/main" id="{0A4A71C4-07B1-46D0-B04E-6E18A9F6F395}"/>
              </a:ext>
            </a:extLst>
          </p:cNvPr>
          <p:cNvSpPr>
            <a:spLocks noGrp="1"/>
          </p:cNvSpPr>
          <p:nvPr/>
        </p:nvSpPr>
        <p:spPr>
          <a:xfrm>
            <a:off x="2681635" y="406370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b_small_bar_2068">
            <a:extLst>
              <a:ext uri="{FF2B5EF4-FFF2-40B4-BE49-F238E27FC236}">
                <a16:creationId xmlns:a16="http://schemas.microsoft.com/office/drawing/2014/main" id="{D115A452-A206-4B18-8FAB-5773700A7ACB}"/>
              </a:ext>
            </a:extLst>
          </p:cNvPr>
          <p:cNvSpPr>
            <a:spLocks noGrp="1"/>
          </p:cNvSpPr>
          <p:nvPr/>
        </p:nvSpPr>
        <p:spPr>
          <a:xfrm>
            <a:off x="29014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b_small_bar_2069">
            <a:extLst>
              <a:ext uri="{FF2B5EF4-FFF2-40B4-BE49-F238E27FC236}">
                <a16:creationId xmlns:a16="http://schemas.microsoft.com/office/drawing/2014/main" id="{172AF022-C060-4EB7-B10C-51F542B9BF36}"/>
              </a:ext>
            </a:extLst>
          </p:cNvPr>
          <p:cNvSpPr>
            <a:spLocks noGrp="1"/>
          </p:cNvSpPr>
          <p:nvPr/>
        </p:nvSpPr>
        <p:spPr>
          <a:xfrm>
            <a:off x="2655266" y="560305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b_small_bar_2070">
            <a:extLst>
              <a:ext uri="{FF2B5EF4-FFF2-40B4-BE49-F238E27FC236}">
                <a16:creationId xmlns:a16="http://schemas.microsoft.com/office/drawing/2014/main" id="{5212544A-DAA4-4BA2-8DE2-A93661276E05}"/>
              </a:ext>
            </a:extLst>
          </p:cNvPr>
          <p:cNvSpPr>
            <a:spLocks noGrp="1"/>
          </p:cNvSpPr>
          <p:nvPr/>
        </p:nvSpPr>
        <p:spPr>
          <a:xfrm>
            <a:off x="2730332" y="55556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b_small_bar_2071">
            <a:extLst>
              <a:ext uri="{FF2B5EF4-FFF2-40B4-BE49-F238E27FC236}">
                <a16:creationId xmlns:a16="http://schemas.microsoft.com/office/drawing/2014/main" id="{3FCF16E6-19EA-43C8-B2E0-5572BD65F13B}"/>
              </a:ext>
            </a:extLst>
          </p:cNvPr>
          <p:cNvSpPr>
            <a:spLocks noGrp="1"/>
          </p:cNvSpPr>
          <p:nvPr/>
        </p:nvSpPr>
        <p:spPr>
          <a:xfrm>
            <a:off x="2735363" y="55260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b_small_bar_2072">
            <a:extLst>
              <a:ext uri="{FF2B5EF4-FFF2-40B4-BE49-F238E27FC236}">
                <a16:creationId xmlns:a16="http://schemas.microsoft.com/office/drawing/2014/main" id="{BFF161EF-3C96-4516-A72C-CBE593CBE44B}"/>
              </a:ext>
            </a:extLst>
          </p:cNvPr>
          <p:cNvSpPr>
            <a:spLocks noGrp="1"/>
          </p:cNvSpPr>
          <p:nvPr/>
        </p:nvSpPr>
        <p:spPr>
          <a:xfrm>
            <a:off x="2861556" y="308867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b_small_bar_2073">
            <a:extLst>
              <a:ext uri="{FF2B5EF4-FFF2-40B4-BE49-F238E27FC236}">
                <a16:creationId xmlns:a16="http://schemas.microsoft.com/office/drawing/2014/main" id="{912DFE52-6489-4C26-8F61-15C8B07E4120}"/>
              </a:ext>
            </a:extLst>
          </p:cNvPr>
          <p:cNvSpPr>
            <a:spLocks noGrp="1"/>
          </p:cNvSpPr>
          <p:nvPr/>
        </p:nvSpPr>
        <p:spPr>
          <a:xfrm>
            <a:off x="2878096" y="500418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b_small_bar_2074">
            <a:extLst>
              <a:ext uri="{FF2B5EF4-FFF2-40B4-BE49-F238E27FC236}">
                <a16:creationId xmlns:a16="http://schemas.microsoft.com/office/drawing/2014/main" id="{1DF4C3A6-CC98-4529-8FCC-963A74152F40}"/>
              </a:ext>
            </a:extLst>
          </p:cNvPr>
          <p:cNvSpPr>
            <a:spLocks noGrp="1"/>
          </p:cNvSpPr>
          <p:nvPr/>
        </p:nvSpPr>
        <p:spPr>
          <a:xfrm>
            <a:off x="2784553" y="326411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b_small_bar_2075">
            <a:extLst>
              <a:ext uri="{FF2B5EF4-FFF2-40B4-BE49-F238E27FC236}">
                <a16:creationId xmlns:a16="http://schemas.microsoft.com/office/drawing/2014/main" id="{72AF35DA-B784-4DC4-96B0-9E963CCBF20D}"/>
              </a:ext>
            </a:extLst>
          </p:cNvPr>
          <p:cNvSpPr>
            <a:spLocks noGrp="1"/>
          </p:cNvSpPr>
          <p:nvPr/>
        </p:nvSpPr>
        <p:spPr>
          <a:xfrm>
            <a:off x="2831856" y="454581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b_small_bar_2076">
            <a:extLst>
              <a:ext uri="{FF2B5EF4-FFF2-40B4-BE49-F238E27FC236}">
                <a16:creationId xmlns:a16="http://schemas.microsoft.com/office/drawing/2014/main" id="{9CB44362-783A-418D-9C9A-5A335AADAFF3}"/>
              </a:ext>
            </a:extLst>
          </p:cNvPr>
          <p:cNvSpPr>
            <a:spLocks noGrp="1"/>
          </p:cNvSpPr>
          <p:nvPr/>
        </p:nvSpPr>
        <p:spPr>
          <a:xfrm>
            <a:off x="2802504" y="526373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b_small_bar_2077">
            <a:extLst>
              <a:ext uri="{FF2B5EF4-FFF2-40B4-BE49-F238E27FC236}">
                <a16:creationId xmlns:a16="http://schemas.microsoft.com/office/drawing/2014/main" id="{81609CD5-6966-4F07-97B1-EB21EF873D0D}"/>
              </a:ext>
            </a:extLst>
          </p:cNvPr>
          <p:cNvSpPr>
            <a:spLocks noGrp="1"/>
          </p:cNvSpPr>
          <p:nvPr/>
        </p:nvSpPr>
        <p:spPr>
          <a:xfrm>
            <a:off x="2780474" y="35478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b_small_bar_2078">
            <a:extLst>
              <a:ext uri="{FF2B5EF4-FFF2-40B4-BE49-F238E27FC236}">
                <a16:creationId xmlns:a16="http://schemas.microsoft.com/office/drawing/2014/main" id="{24D525C4-39FC-4BCD-9E79-218B4BE31A15}"/>
              </a:ext>
            </a:extLst>
          </p:cNvPr>
          <p:cNvSpPr>
            <a:spLocks noGrp="1"/>
          </p:cNvSpPr>
          <p:nvPr/>
        </p:nvSpPr>
        <p:spPr>
          <a:xfrm>
            <a:off x="2692869" y="32281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b_small_bar_2079">
            <a:extLst>
              <a:ext uri="{FF2B5EF4-FFF2-40B4-BE49-F238E27FC236}">
                <a16:creationId xmlns:a16="http://schemas.microsoft.com/office/drawing/2014/main" id="{25EA97F3-BE37-4590-A9ED-47E55BB8778C}"/>
              </a:ext>
            </a:extLst>
          </p:cNvPr>
          <p:cNvSpPr>
            <a:spLocks noGrp="1"/>
          </p:cNvSpPr>
          <p:nvPr/>
        </p:nvSpPr>
        <p:spPr>
          <a:xfrm>
            <a:off x="2653144" y="32025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b_small_bar_2080">
            <a:extLst>
              <a:ext uri="{FF2B5EF4-FFF2-40B4-BE49-F238E27FC236}">
                <a16:creationId xmlns:a16="http://schemas.microsoft.com/office/drawing/2014/main" id="{A357B400-8F2A-4D54-B205-FFB4B9850DEB}"/>
              </a:ext>
            </a:extLst>
          </p:cNvPr>
          <p:cNvSpPr>
            <a:spLocks noGrp="1"/>
          </p:cNvSpPr>
          <p:nvPr/>
        </p:nvSpPr>
        <p:spPr>
          <a:xfrm>
            <a:off x="27405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b_small_bar_2081">
            <a:extLst>
              <a:ext uri="{FF2B5EF4-FFF2-40B4-BE49-F238E27FC236}">
                <a16:creationId xmlns:a16="http://schemas.microsoft.com/office/drawing/2014/main" id="{81C249FE-0EDC-4B21-BBE8-6149D8935876}"/>
              </a:ext>
            </a:extLst>
          </p:cNvPr>
          <p:cNvSpPr>
            <a:spLocks noGrp="1"/>
          </p:cNvSpPr>
          <p:nvPr/>
        </p:nvSpPr>
        <p:spPr>
          <a:xfrm>
            <a:off x="2667060" y="30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b_small_bar_2082">
            <a:extLst>
              <a:ext uri="{FF2B5EF4-FFF2-40B4-BE49-F238E27FC236}">
                <a16:creationId xmlns:a16="http://schemas.microsoft.com/office/drawing/2014/main" id="{5A9A1444-4723-44AB-81D8-C913070A6866}"/>
              </a:ext>
            </a:extLst>
          </p:cNvPr>
          <p:cNvSpPr>
            <a:spLocks noGrp="1"/>
          </p:cNvSpPr>
          <p:nvPr/>
        </p:nvSpPr>
        <p:spPr>
          <a:xfrm>
            <a:off x="2772301" y="3687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b_small_bar_2083">
            <a:extLst>
              <a:ext uri="{FF2B5EF4-FFF2-40B4-BE49-F238E27FC236}">
                <a16:creationId xmlns:a16="http://schemas.microsoft.com/office/drawing/2014/main" id="{50ACF02F-583F-47BF-983C-F816E59F1C14}"/>
              </a:ext>
            </a:extLst>
          </p:cNvPr>
          <p:cNvSpPr>
            <a:spLocks noGrp="1"/>
          </p:cNvSpPr>
          <p:nvPr/>
        </p:nvSpPr>
        <p:spPr>
          <a:xfrm>
            <a:off x="2723008" y="33142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b_small_bar_2084">
            <a:extLst>
              <a:ext uri="{FF2B5EF4-FFF2-40B4-BE49-F238E27FC236}">
                <a16:creationId xmlns:a16="http://schemas.microsoft.com/office/drawing/2014/main" id="{167F8EAA-F1AB-4BE6-965C-A28D92E4D40B}"/>
              </a:ext>
            </a:extLst>
          </p:cNvPr>
          <p:cNvSpPr>
            <a:spLocks noGrp="1"/>
          </p:cNvSpPr>
          <p:nvPr/>
        </p:nvSpPr>
        <p:spPr>
          <a:xfrm>
            <a:off x="2739426" y="44447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b_small_bar_2085">
            <a:extLst>
              <a:ext uri="{FF2B5EF4-FFF2-40B4-BE49-F238E27FC236}">
                <a16:creationId xmlns:a16="http://schemas.microsoft.com/office/drawing/2014/main" id="{DE260A2E-6060-464E-A604-C18A93E7E615}"/>
              </a:ext>
            </a:extLst>
          </p:cNvPr>
          <p:cNvSpPr>
            <a:spLocks noGrp="1"/>
          </p:cNvSpPr>
          <p:nvPr/>
        </p:nvSpPr>
        <p:spPr>
          <a:xfrm>
            <a:off x="2869246" y="46665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b_small_bar_2086">
            <a:extLst>
              <a:ext uri="{FF2B5EF4-FFF2-40B4-BE49-F238E27FC236}">
                <a16:creationId xmlns:a16="http://schemas.microsoft.com/office/drawing/2014/main" id="{9FF3E03A-7C55-4884-9C15-F1E0781AB2CC}"/>
              </a:ext>
            </a:extLst>
          </p:cNvPr>
          <p:cNvSpPr>
            <a:spLocks noGrp="1"/>
          </p:cNvSpPr>
          <p:nvPr/>
        </p:nvSpPr>
        <p:spPr>
          <a:xfrm>
            <a:off x="296985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b_small_bar_2087">
            <a:extLst>
              <a:ext uri="{FF2B5EF4-FFF2-40B4-BE49-F238E27FC236}">
                <a16:creationId xmlns:a16="http://schemas.microsoft.com/office/drawing/2014/main" id="{7A893EAA-F448-4BE2-9962-AB78FEB14067}"/>
              </a:ext>
            </a:extLst>
          </p:cNvPr>
          <p:cNvSpPr>
            <a:spLocks noGrp="1"/>
          </p:cNvSpPr>
          <p:nvPr/>
        </p:nvSpPr>
        <p:spPr>
          <a:xfrm>
            <a:off x="510552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b_small_bar_2088">
            <a:extLst>
              <a:ext uri="{FF2B5EF4-FFF2-40B4-BE49-F238E27FC236}">
                <a16:creationId xmlns:a16="http://schemas.microsoft.com/office/drawing/2014/main" id="{68BC1924-20D9-4F0D-B2E6-B41D72E4BD8A}"/>
              </a:ext>
            </a:extLst>
          </p:cNvPr>
          <p:cNvSpPr>
            <a:spLocks noGrp="1"/>
          </p:cNvSpPr>
          <p:nvPr/>
        </p:nvSpPr>
        <p:spPr>
          <a:xfrm>
            <a:off x="5413376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b_small_bar_2089">
            <a:extLst>
              <a:ext uri="{FF2B5EF4-FFF2-40B4-BE49-F238E27FC236}">
                <a16:creationId xmlns:a16="http://schemas.microsoft.com/office/drawing/2014/main" id="{A3E2DA76-6AC0-4702-B48D-17EE58FED809}"/>
              </a:ext>
            </a:extLst>
          </p:cNvPr>
          <p:cNvSpPr>
            <a:spLocks noGrp="1"/>
          </p:cNvSpPr>
          <p:nvPr/>
        </p:nvSpPr>
        <p:spPr>
          <a:xfrm>
            <a:off x="532346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b_small_bar_2090">
            <a:extLst>
              <a:ext uri="{FF2B5EF4-FFF2-40B4-BE49-F238E27FC236}">
                <a16:creationId xmlns:a16="http://schemas.microsoft.com/office/drawing/2014/main" id="{FCE3FDBD-91B5-4547-ACE8-8D0F7B766D45}"/>
              </a:ext>
            </a:extLst>
          </p:cNvPr>
          <p:cNvSpPr>
            <a:spLocks noGrp="1"/>
          </p:cNvSpPr>
          <p:nvPr/>
        </p:nvSpPr>
        <p:spPr>
          <a:xfrm>
            <a:off x="5266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b_small_bar_2091">
            <a:extLst>
              <a:ext uri="{FF2B5EF4-FFF2-40B4-BE49-F238E27FC236}">
                <a16:creationId xmlns:a16="http://schemas.microsoft.com/office/drawing/2014/main" id="{3972521D-FCE7-4CC5-8BD9-F9EA6F694FF5}"/>
              </a:ext>
            </a:extLst>
          </p:cNvPr>
          <p:cNvSpPr>
            <a:spLocks noGrp="1"/>
          </p:cNvSpPr>
          <p:nvPr/>
        </p:nvSpPr>
        <p:spPr>
          <a:xfrm>
            <a:off x="54170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b_small_bar_2092">
            <a:extLst>
              <a:ext uri="{FF2B5EF4-FFF2-40B4-BE49-F238E27FC236}">
                <a16:creationId xmlns:a16="http://schemas.microsoft.com/office/drawing/2014/main" id="{430AAD21-F93B-4541-AFCF-751FE9DEF517}"/>
              </a:ext>
            </a:extLst>
          </p:cNvPr>
          <p:cNvSpPr>
            <a:spLocks noGrp="1"/>
          </p:cNvSpPr>
          <p:nvPr/>
        </p:nvSpPr>
        <p:spPr>
          <a:xfrm>
            <a:off x="5135467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b_small_bar_2093">
            <a:extLst>
              <a:ext uri="{FF2B5EF4-FFF2-40B4-BE49-F238E27FC236}">
                <a16:creationId xmlns:a16="http://schemas.microsoft.com/office/drawing/2014/main" id="{8A58E3C3-98B6-40F5-9AA8-CEFEC460F3EE}"/>
              </a:ext>
            </a:extLst>
          </p:cNvPr>
          <p:cNvSpPr>
            <a:spLocks noGrp="1"/>
          </p:cNvSpPr>
          <p:nvPr/>
        </p:nvSpPr>
        <p:spPr>
          <a:xfrm>
            <a:off x="5288770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b_small_bar_2094">
            <a:extLst>
              <a:ext uri="{FF2B5EF4-FFF2-40B4-BE49-F238E27FC236}">
                <a16:creationId xmlns:a16="http://schemas.microsoft.com/office/drawing/2014/main" id="{CB32D13E-5AFD-4309-BB1A-A6D76ABB98CF}"/>
              </a:ext>
            </a:extLst>
          </p:cNvPr>
          <p:cNvSpPr>
            <a:spLocks noGrp="1"/>
          </p:cNvSpPr>
          <p:nvPr/>
        </p:nvSpPr>
        <p:spPr>
          <a:xfrm>
            <a:off x="5104881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b_small_bar_2095">
            <a:extLst>
              <a:ext uri="{FF2B5EF4-FFF2-40B4-BE49-F238E27FC236}">
                <a16:creationId xmlns:a16="http://schemas.microsoft.com/office/drawing/2014/main" id="{FED60B1B-D203-4547-AB64-BAAF95B49A34}"/>
              </a:ext>
            </a:extLst>
          </p:cNvPr>
          <p:cNvSpPr>
            <a:spLocks noGrp="1"/>
          </p:cNvSpPr>
          <p:nvPr/>
        </p:nvSpPr>
        <p:spPr>
          <a:xfrm>
            <a:off x="5217431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b_small_bar_2096">
            <a:extLst>
              <a:ext uri="{FF2B5EF4-FFF2-40B4-BE49-F238E27FC236}">
                <a16:creationId xmlns:a16="http://schemas.microsoft.com/office/drawing/2014/main" id="{3ACAB12E-BDB7-49AA-8D8D-8AEBEF57F42D}"/>
              </a:ext>
            </a:extLst>
          </p:cNvPr>
          <p:cNvSpPr>
            <a:spLocks noGrp="1"/>
          </p:cNvSpPr>
          <p:nvPr/>
        </p:nvSpPr>
        <p:spPr>
          <a:xfrm>
            <a:off x="545371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b_small_bar_2097">
            <a:extLst>
              <a:ext uri="{FF2B5EF4-FFF2-40B4-BE49-F238E27FC236}">
                <a16:creationId xmlns:a16="http://schemas.microsoft.com/office/drawing/2014/main" id="{2559B4D1-9760-4A56-A6F0-55FBE93C67A9}"/>
              </a:ext>
            </a:extLst>
          </p:cNvPr>
          <p:cNvSpPr>
            <a:spLocks noGrp="1"/>
          </p:cNvSpPr>
          <p:nvPr/>
        </p:nvSpPr>
        <p:spPr>
          <a:xfrm>
            <a:off x="542277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b_small_bar_2098">
            <a:extLst>
              <a:ext uri="{FF2B5EF4-FFF2-40B4-BE49-F238E27FC236}">
                <a16:creationId xmlns:a16="http://schemas.microsoft.com/office/drawing/2014/main" id="{58902063-681E-4897-8EA6-80E7BCDC7473}"/>
              </a:ext>
            </a:extLst>
          </p:cNvPr>
          <p:cNvSpPr>
            <a:spLocks noGrp="1"/>
          </p:cNvSpPr>
          <p:nvPr/>
        </p:nvSpPr>
        <p:spPr>
          <a:xfrm>
            <a:off x="5364829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b_small_bar_2099">
            <a:extLst>
              <a:ext uri="{FF2B5EF4-FFF2-40B4-BE49-F238E27FC236}">
                <a16:creationId xmlns:a16="http://schemas.microsoft.com/office/drawing/2014/main" id="{66146664-1132-4FF7-AEE8-559A952D08F3}"/>
              </a:ext>
            </a:extLst>
          </p:cNvPr>
          <p:cNvSpPr>
            <a:spLocks noGrp="1"/>
          </p:cNvSpPr>
          <p:nvPr/>
        </p:nvSpPr>
        <p:spPr>
          <a:xfrm>
            <a:off x="5085436" y="434035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b_small_bar_2100">
            <a:extLst>
              <a:ext uri="{FF2B5EF4-FFF2-40B4-BE49-F238E27FC236}">
                <a16:creationId xmlns:a16="http://schemas.microsoft.com/office/drawing/2014/main" id="{747391AA-C380-4ACF-BD38-A24EDA796691}"/>
              </a:ext>
            </a:extLst>
          </p:cNvPr>
          <p:cNvSpPr>
            <a:spLocks noGrp="1"/>
          </p:cNvSpPr>
          <p:nvPr/>
        </p:nvSpPr>
        <p:spPr>
          <a:xfrm>
            <a:off x="508013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b_small_bar_2101">
            <a:extLst>
              <a:ext uri="{FF2B5EF4-FFF2-40B4-BE49-F238E27FC236}">
                <a16:creationId xmlns:a16="http://schemas.microsoft.com/office/drawing/2014/main" id="{188742FF-FDDB-4302-99A6-8FF788ED884D}"/>
              </a:ext>
            </a:extLst>
          </p:cNvPr>
          <p:cNvSpPr>
            <a:spLocks noGrp="1"/>
          </p:cNvSpPr>
          <p:nvPr/>
        </p:nvSpPr>
        <p:spPr>
          <a:xfrm>
            <a:off x="5337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b_small_bar_2102">
            <a:extLst>
              <a:ext uri="{FF2B5EF4-FFF2-40B4-BE49-F238E27FC236}">
                <a16:creationId xmlns:a16="http://schemas.microsoft.com/office/drawing/2014/main" id="{BF7CE57A-4D99-4D13-B51A-C7CC9B0576B6}"/>
              </a:ext>
            </a:extLst>
          </p:cNvPr>
          <p:cNvSpPr>
            <a:spLocks noGrp="1"/>
          </p:cNvSpPr>
          <p:nvPr/>
        </p:nvSpPr>
        <p:spPr>
          <a:xfrm>
            <a:off x="50786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b_small_bar_2103">
            <a:extLst>
              <a:ext uri="{FF2B5EF4-FFF2-40B4-BE49-F238E27FC236}">
                <a16:creationId xmlns:a16="http://schemas.microsoft.com/office/drawing/2014/main" id="{9FCE3405-479D-4B52-9590-72BDF3A93A66}"/>
              </a:ext>
            </a:extLst>
          </p:cNvPr>
          <p:cNvSpPr>
            <a:spLocks noGrp="1"/>
          </p:cNvSpPr>
          <p:nvPr/>
        </p:nvSpPr>
        <p:spPr>
          <a:xfrm>
            <a:off x="537554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b_small_bar_2104">
            <a:extLst>
              <a:ext uri="{FF2B5EF4-FFF2-40B4-BE49-F238E27FC236}">
                <a16:creationId xmlns:a16="http://schemas.microsoft.com/office/drawing/2014/main" id="{01A973F2-36C2-4C46-9581-41BCCF234116}"/>
              </a:ext>
            </a:extLst>
          </p:cNvPr>
          <p:cNvSpPr>
            <a:spLocks noGrp="1"/>
          </p:cNvSpPr>
          <p:nvPr/>
        </p:nvSpPr>
        <p:spPr>
          <a:xfrm>
            <a:off x="546234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b_small_bar_2105">
            <a:extLst>
              <a:ext uri="{FF2B5EF4-FFF2-40B4-BE49-F238E27FC236}">
                <a16:creationId xmlns:a16="http://schemas.microsoft.com/office/drawing/2014/main" id="{EDE99FC1-AE4C-4988-AEBB-FA5D89183EDA}"/>
              </a:ext>
            </a:extLst>
          </p:cNvPr>
          <p:cNvSpPr>
            <a:spLocks noGrp="1"/>
          </p:cNvSpPr>
          <p:nvPr/>
        </p:nvSpPr>
        <p:spPr>
          <a:xfrm>
            <a:off x="5424446" y="482459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b_small_bar_2106">
            <a:extLst>
              <a:ext uri="{FF2B5EF4-FFF2-40B4-BE49-F238E27FC236}">
                <a16:creationId xmlns:a16="http://schemas.microsoft.com/office/drawing/2014/main" id="{31463053-E239-44CD-BC8F-C79D71850E4D}"/>
              </a:ext>
            </a:extLst>
          </p:cNvPr>
          <p:cNvSpPr>
            <a:spLocks noGrp="1"/>
          </p:cNvSpPr>
          <p:nvPr/>
        </p:nvSpPr>
        <p:spPr>
          <a:xfrm>
            <a:off x="535371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b_small_bar_2107">
            <a:extLst>
              <a:ext uri="{FF2B5EF4-FFF2-40B4-BE49-F238E27FC236}">
                <a16:creationId xmlns:a16="http://schemas.microsoft.com/office/drawing/2014/main" id="{5A0CF69B-631A-497D-99F5-8AB844D19490}"/>
              </a:ext>
            </a:extLst>
          </p:cNvPr>
          <p:cNvSpPr>
            <a:spLocks noGrp="1"/>
          </p:cNvSpPr>
          <p:nvPr/>
        </p:nvSpPr>
        <p:spPr>
          <a:xfrm>
            <a:off x="5398498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b_small_bar_2108">
            <a:extLst>
              <a:ext uri="{FF2B5EF4-FFF2-40B4-BE49-F238E27FC236}">
                <a16:creationId xmlns:a16="http://schemas.microsoft.com/office/drawing/2014/main" id="{8B88E4CD-5C2C-45BD-A14A-3E90DF9C9715}"/>
              </a:ext>
            </a:extLst>
          </p:cNvPr>
          <p:cNvSpPr>
            <a:spLocks noGrp="1"/>
          </p:cNvSpPr>
          <p:nvPr/>
        </p:nvSpPr>
        <p:spPr>
          <a:xfrm>
            <a:off x="51209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b_small_bar_2109">
            <a:extLst>
              <a:ext uri="{FF2B5EF4-FFF2-40B4-BE49-F238E27FC236}">
                <a16:creationId xmlns:a16="http://schemas.microsoft.com/office/drawing/2014/main" id="{0F62A4F6-F633-41B1-9FDF-6AB9A8585FA5}"/>
              </a:ext>
            </a:extLst>
          </p:cNvPr>
          <p:cNvSpPr>
            <a:spLocks noGrp="1"/>
          </p:cNvSpPr>
          <p:nvPr/>
        </p:nvSpPr>
        <p:spPr>
          <a:xfrm>
            <a:off x="5412922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b_small_bar_2110">
            <a:extLst>
              <a:ext uri="{FF2B5EF4-FFF2-40B4-BE49-F238E27FC236}">
                <a16:creationId xmlns:a16="http://schemas.microsoft.com/office/drawing/2014/main" id="{3B6C60FF-A9FA-42EF-B848-6895D6C583C4}"/>
              </a:ext>
            </a:extLst>
          </p:cNvPr>
          <p:cNvSpPr>
            <a:spLocks noGrp="1"/>
          </p:cNvSpPr>
          <p:nvPr/>
        </p:nvSpPr>
        <p:spPr>
          <a:xfrm>
            <a:off x="53593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b_small_bar_2111">
            <a:extLst>
              <a:ext uri="{FF2B5EF4-FFF2-40B4-BE49-F238E27FC236}">
                <a16:creationId xmlns:a16="http://schemas.microsoft.com/office/drawing/2014/main" id="{BBBF168C-C756-44AF-B122-4D60BE27CC28}"/>
              </a:ext>
            </a:extLst>
          </p:cNvPr>
          <p:cNvSpPr>
            <a:spLocks noGrp="1"/>
          </p:cNvSpPr>
          <p:nvPr/>
        </p:nvSpPr>
        <p:spPr>
          <a:xfrm>
            <a:off x="52101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b_small_bar_2112">
            <a:extLst>
              <a:ext uri="{FF2B5EF4-FFF2-40B4-BE49-F238E27FC236}">
                <a16:creationId xmlns:a16="http://schemas.microsoft.com/office/drawing/2014/main" id="{F480C87B-C22E-430F-8F45-C58FCD2B1F6F}"/>
              </a:ext>
            </a:extLst>
          </p:cNvPr>
          <p:cNvSpPr>
            <a:spLocks noGrp="1"/>
          </p:cNvSpPr>
          <p:nvPr/>
        </p:nvSpPr>
        <p:spPr>
          <a:xfrm>
            <a:off x="5126922" y="488505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b_small_bar_2113">
            <a:extLst>
              <a:ext uri="{FF2B5EF4-FFF2-40B4-BE49-F238E27FC236}">
                <a16:creationId xmlns:a16="http://schemas.microsoft.com/office/drawing/2014/main" id="{757A86DD-2037-4632-AC4D-5293C8095357}"/>
              </a:ext>
            </a:extLst>
          </p:cNvPr>
          <p:cNvSpPr>
            <a:spLocks noGrp="1"/>
          </p:cNvSpPr>
          <p:nvPr/>
        </p:nvSpPr>
        <p:spPr>
          <a:xfrm>
            <a:off x="517049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b_small_bar_2114">
            <a:extLst>
              <a:ext uri="{FF2B5EF4-FFF2-40B4-BE49-F238E27FC236}">
                <a16:creationId xmlns:a16="http://schemas.microsoft.com/office/drawing/2014/main" id="{49D73AFE-BB6D-4FFF-A1AD-934E68A9EDF6}"/>
              </a:ext>
            </a:extLst>
          </p:cNvPr>
          <p:cNvSpPr>
            <a:spLocks noGrp="1"/>
          </p:cNvSpPr>
          <p:nvPr/>
        </p:nvSpPr>
        <p:spPr>
          <a:xfrm>
            <a:off x="53877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b_small_bar_2115">
            <a:extLst>
              <a:ext uri="{FF2B5EF4-FFF2-40B4-BE49-F238E27FC236}">
                <a16:creationId xmlns:a16="http://schemas.microsoft.com/office/drawing/2014/main" id="{6326D188-B81C-428C-AD1C-B44E9F995DF0}"/>
              </a:ext>
            </a:extLst>
          </p:cNvPr>
          <p:cNvSpPr>
            <a:spLocks noGrp="1"/>
          </p:cNvSpPr>
          <p:nvPr/>
        </p:nvSpPr>
        <p:spPr>
          <a:xfrm>
            <a:off x="541542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b_small_bar_2116">
            <a:extLst>
              <a:ext uri="{FF2B5EF4-FFF2-40B4-BE49-F238E27FC236}">
                <a16:creationId xmlns:a16="http://schemas.microsoft.com/office/drawing/2014/main" id="{E47E6477-24A4-44ED-8BA7-59F907505D13}"/>
              </a:ext>
            </a:extLst>
          </p:cNvPr>
          <p:cNvSpPr>
            <a:spLocks noGrp="1"/>
          </p:cNvSpPr>
          <p:nvPr/>
        </p:nvSpPr>
        <p:spPr>
          <a:xfrm>
            <a:off x="5311804" y="516737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b_small_bar_2117">
            <a:extLst>
              <a:ext uri="{FF2B5EF4-FFF2-40B4-BE49-F238E27FC236}">
                <a16:creationId xmlns:a16="http://schemas.microsoft.com/office/drawing/2014/main" id="{BE0A7B70-199C-4B95-A29E-E92D1FD67534}"/>
              </a:ext>
            </a:extLst>
          </p:cNvPr>
          <p:cNvSpPr>
            <a:spLocks noGrp="1"/>
          </p:cNvSpPr>
          <p:nvPr/>
        </p:nvSpPr>
        <p:spPr>
          <a:xfrm>
            <a:off x="535730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b_small_bar_2118">
            <a:extLst>
              <a:ext uri="{FF2B5EF4-FFF2-40B4-BE49-F238E27FC236}">
                <a16:creationId xmlns:a16="http://schemas.microsoft.com/office/drawing/2014/main" id="{37EB782A-3DE4-4490-B728-C67D5A15F0D6}"/>
              </a:ext>
            </a:extLst>
          </p:cNvPr>
          <p:cNvSpPr>
            <a:spLocks noGrp="1"/>
          </p:cNvSpPr>
          <p:nvPr/>
        </p:nvSpPr>
        <p:spPr>
          <a:xfrm>
            <a:off x="527573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b_small_bar_2119">
            <a:extLst>
              <a:ext uri="{FF2B5EF4-FFF2-40B4-BE49-F238E27FC236}">
                <a16:creationId xmlns:a16="http://schemas.microsoft.com/office/drawing/2014/main" id="{21EB3E3A-AE96-4B7F-9850-A63B0F9A17B9}"/>
              </a:ext>
            </a:extLst>
          </p:cNvPr>
          <p:cNvSpPr>
            <a:spLocks noGrp="1"/>
          </p:cNvSpPr>
          <p:nvPr/>
        </p:nvSpPr>
        <p:spPr>
          <a:xfrm>
            <a:off x="5369677" y="59357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b_small_bar_2120">
            <a:extLst>
              <a:ext uri="{FF2B5EF4-FFF2-40B4-BE49-F238E27FC236}">
                <a16:creationId xmlns:a16="http://schemas.microsoft.com/office/drawing/2014/main" id="{51A44871-5C41-4EF1-927F-BA125502DB1B}"/>
              </a:ext>
            </a:extLst>
          </p:cNvPr>
          <p:cNvSpPr>
            <a:spLocks noGrp="1"/>
          </p:cNvSpPr>
          <p:nvPr/>
        </p:nvSpPr>
        <p:spPr>
          <a:xfrm>
            <a:off x="5423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b_small_bar_2121">
            <a:extLst>
              <a:ext uri="{FF2B5EF4-FFF2-40B4-BE49-F238E27FC236}">
                <a16:creationId xmlns:a16="http://schemas.microsoft.com/office/drawing/2014/main" id="{FEA1AC07-76AB-46B4-A5AC-D1B6153FB47F}"/>
              </a:ext>
            </a:extLst>
          </p:cNvPr>
          <p:cNvSpPr>
            <a:spLocks noGrp="1"/>
          </p:cNvSpPr>
          <p:nvPr/>
        </p:nvSpPr>
        <p:spPr>
          <a:xfrm>
            <a:off x="540981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b_small_bar_2122">
            <a:extLst>
              <a:ext uri="{FF2B5EF4-FFF2-40B4-BE49-F238E27FC236}">
                <a16:creationId xmlns:a16="http://schemas.microsoft.com/office/drawing/2014/main" id="{3EAE0404-4B05-4EDF-B2E8-FEC1D8B67A03}"/>
              </a:ext>
            </a:extLst>
          </p:cNvPr>
          <p:cNvSpPr>
            <a:spLocks noGrp="1"/>
          </p:cNvSpPr>
          <p:nvPr/>
        </p:nvSpPr>
        <p:spPr>
          <a:xfrm>
            <a:off x="542399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b_small_bar_2123">
            <a:extLst>
              <a:ext uri="{FF2B5EF4-FFF2-40B4-BE49-F238E27FC236}">
                <a16:creationId xmlns:a16="http://schemas.microsoft.com/office/drawing/2014/main" id="{BC295EB7-C3EB-4608-9605-4D5870716ACB}"/>
              </a:ext>
            </a:extLst>
          </p:cNvPr>
          <p:cNvSpPr>
            <a:spLocks noGrp="1"/>
          </p:cNvSpPr>
          <p:nvPr/>
        </p:nvSpPr>
        <p:spPr>
          <a:xfrm>
            <a:off x="53072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b_small_bar_2124">
            <a:extLst>
              <a:ext uri="{FF2B5EF4-FFF2-40B4-BE49-F238E27FC236}">
                <a16:creationId xmlns:a16="http://schemas.microsoft.com/office/drawing/2014/main" id="{2912CF51-0E7A-45B0-9BAD-A1649B7B5DE7}"/>
              </a:ext>
            </a:extLst>
          </p:cNvPr>
          <p:cNvSpPr>
            <a:spLocks noGrp="1"/>
          </p:cNvSpPr>
          <p:nvPr/>
        </p:nvSpPr>
        <p:spPr>
          <a:xfrm>
            <a:off x="5354459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b_small_bar_2125">
            <a:extLst>
              <a:ext uri="{FF2B5EF4-FFF2-40B4-BE49-F238E27FC236}">
                <a16:creationId xmlns:a16="http://schemas.microsoft.com/office/drawing/2014/main" id="{34423A82-AD9F-4447-B1F4-474A382EDFAA}"/>
              </a:ext>
            </a:extLst>
          </p:cNvPr>
          <p:cNvSpPr>
            <a:spLocks noGrp="1"/>
          </p:cNvSpPr>
          <p:nvPr/>
        </p:nvSpPr>
        <p:spPr>
          <a:xfrm>
            <a:off x="53895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b_small_bar_2126">
            <a:extLst>
              <a:ext uri="{FF2B5EF4-FFF2-40B4-BE49-F238E27FC236}">
                <a16:creationId xmlns:a16="http://schemas.microsoft.com/office/drawing/2014/main" id="{85962BEA-812A-4298-8CD3-354FC53C5089}"/>
              </a:ext>
            </a:extLst>
          </p:cNvPr>
          <p:cNvSpPr>
            <a:spLocks noGrp="1"/>
          </p:cNvSpPr>
          <p:nvPr/>
        </p:nvSpPr>
        <p:spPr>
          <a:xfrm>
            <a:off x="530717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b_small_bar_2127">
            <a:extLst>
              <a:ext uri="{FF2B5EF4-FFF2-40B4-BE49-F238E27FC236}">
                <a16:creationId xmlns:a16="http://schemas.microsoft.com/office/drawing/2014/main" id="{128EF931-A879-481C-9779-89FBF24E5912}"/>
              </a:ext>
            </a:extLst>
          </p:cNvPr>
          <p:cNvSpPr>
            <a:spLocks noGrp="1"/>
          </p:cNvSpPr>
          <p:nvPr/>
        </p:nvSpPr>
        <p:spPr>
          <a:xfrm>
            <a:off x="5161502" y="395568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b_small_bar_2128">
            <a:extLst>
              <a:ext uri="{FF2B5EF4-FFF2-40B4-BE49-F238E27FC236}">
                <a16:creationId xmlns:a16="http://schemas.microsoft.com/office/drawing/2014/main" id="{3DB04AAD-3EFE-41B9-8C54-7BF56A94B77C}"/>
              </a:ext>
            </a:extLst>
          </p:cNvPr>
          <p:cNvSpPr>
            <a:spLocks noGrp="1"/>
          </p:cNvSpPr>
          <p:nvPr/>
        </p:nvSpPr>
        <p:spPr>
          <a:xfrm>
            <a:off x="517659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b_small_bar_2129">
            <a:extLst>
              <a:ext uri="{FF2B5EF4-FFF2-40B4-BE49-F238E27FC236}">
                <a16:creationId xmlns:a16="http://schemas.microsoft.com/office/drawing/2014/main" id="{455406DB-0AE4-4376-9ADD-FDB10FEC9EDA}"/>
              </a:ext>
            </a:extLst>
          </p:cNvPr>
          <p:cNvSpPr>
            <a:spLocks noGrp="1"/>
          </p:cNvSpPr>
          <p:nvPr/>
        </p:nvSpPr>
        <p:spPr>
          <a:xfrm>
            <a:off x="510101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b_small_bar_2130">
            <a:extLst>
              <a:ext uri="{FF2B5EF4-FFF2-40B4-BE49-F238E27FC236}">
                <a16:creationId xmlns:a16="http://schemas.microsoft.com/office/drawing/2014/main" id="{8662CE92-EC45-4E40-B4CE-43FABD373D8F}"/>
              </a:ext>
            </a:extLst>
          </p:cNvPr>
          <p:cNvSpPr>
            <a:spLocks noGrp="1"/>
          </p:cNvSpPr>
          <p:nvPr/>
        </p:nvSpPr>
        <p:spPr>
          <a:xfrm>
            <a:off x="508527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b_small_bar_2131">
            <a:extLst>
              <a:ext uri="{FF2B5EF4-FFF2-40B4-BE49-F238E27FC236}">
                <a16:creationId xmlns:a16="http://schemas.microsoft.com/office/drawing/2014/main" id="{4A73BEE3-D266-4211-8602-9035B1410C87}"/>
              </a:ext>
            </a:extLst>
          </p:cNvPr>
          <p:cNvSpPr>
            <a:spLocks noGrp="1"/>
          </p:cNvSpPr>
          <p:nvPr/>
        </p:nvSpPr>
        <p:spPr>
          <a:xfrm>
            <a:off x="5412120" y="34183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b_small_bar_2132">
            <a:extLst>
              <a:ext uri="{FF2B5EF4-FFF2-40B4-BE49-F238E27FC236}">
                <a16:creationId xmlns:a16="http://schemas.microsoft.com/office/drawing/2014/main" id="{3F1EBB42-8EF6-48B5-BE35-7915927C24E3}"/>
              </a:ext>
            </a:extLst>
          </p:cNvPr>
          <p:cNvSpPr>
            <a:spLocks noGrp="1"/>
          </p:cNvSpPr>
          <p:nvPr/>
        </p:nvSpPr>
        <p:spPr>
          <a:xfrm>
            <a:off x="526412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b_small_bar_2133">
            <a:extLst>
              <a:ext uri="{FF2B5EF4-FFF2-40B4-BE49-F238E27FC236}">
                <a16:creationId xmlns:a16="http://schemas.microsoft.com/office/drawing/2014/main" id="{271E6ACF-8B85-4723-B11B-FC25659509F6}"/>
              </a:ext>
            </a:extLst>
          </p:cNvPr>
          <p:cNvSpPr>
            <a:spLocks noGrp="1"/>
          </p:cNvSpPr>
          <p:nvPr/>
        </p:nvSpPr>
        <p:spPr>
          <a:xfrm>
            <a:off x="529232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b_small_bar_2134">
            <a:extLst>
              <a:ext uri="{FF2B5EF4-FFF2-40B4-BE49-F238E27FC236}">
                <a16:creationId xmlns:a16="http://schemas.microsoft.com/office/drawing/2014/main" id="{AF6633B5-41D0-4A8F-BF30-5B04916BF37A}"/>
              </a:ext>
            </a:extLst>
          </p:cNvPr>
          <p:cNvSpPr>
            <a:spLocks noGrp="1"/>
          </p:cNvSpPr>
          <p:nvPr/>
        </p:nvSpPr>
        <p:spPr>
          <a:xfrm>
            <a:off x="5374169" y="490264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b_small_bar_2135">
            <a:extLst>
              <a:ext uri="{FF2B5EF4-FFF2-40B4-BE49-F238E27FC236}">
                <a16:creationId xmlns:a16="http://schemas.microsoft.com/office/drawing/2014/main" id="{6443134D-5729-4F7E-B5CE-CA55865D3324}"/>
              </a:ext>
            </a:extLst>
          </p:cNvPr>
          <p:cNvSpPr>
            <a:spLocks noGrp="1"/>
          </p:cNvSpPr>
          <p:nvPr/>
        </p:nvSpPr>
        <p:spPr>
          <a:xfrm>
            <a:off x="5289922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b_small_bar_2136">
            <a:extLst>
              <a:ext uri="{FF2B5EF4-FFF2-40B4-BE49-F238E27FC236}">
                <a16:creationId xmlns:a16="http://schemas.microsoft.com/office/drawing/2014/main" id="{0FE1A674-1F3D-4496-A1C1-2345C8E724A1}"/>
              </a:ext>
            </a:extLst>
          </p:cNvPr>
          <p:cNvSpPr>
            <a:spLocks noGrp="1"/>
          </p:cNvSpPr>
          <p:nvPr/>
        </p:nvSpPr>
        <p:spPr>
          <a:xfrm>
            <a:off x="52232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b_small_bar_2137">
            <a:extLst>
              <a:ext uri="{FF2B5EF4-FFF2-40B4-BE49-F238E27FC236}">
                <a16:creationId xmlns:a16="http://schemas.microsoft.com/office/drawing/2014/main" id="{765E5625-15E8-4C8C-B72A-AA531AF34031}"/>
              </a:ext>
            </a:extLst>
          </p:cNvPr>
          <p:cNvSpPr>
            <a:spLocks noGrp="1"/>
          </p:cNvSpPr>
          <p:nvPr/>
        </p:nvSpPr>
        <p:spPr>
          <a:xfrm>
            <a:off x="528407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b_small_bar_2138">
            <a:extLst>
              <a:ext uri="{FF2B5EF4-FFF2-40B4-BE49-F238E27FC236}">
                <a16:creationId xmlns:a16="http://schemas.microsoft.com/office/drawing/2014/main" id="{A51A0A5D-69E7-4161-BC8E-0477D538947A}"/>
              </a:ext>
            </a:extLst>
          </p:cNvPr>
          <p:cNvSpPr>
            <a:spLocks noGrp="1"/>
          </p:cNvSpPr>
          <p:nvPr/>
        </p:nvSpPr>
        <p:spPr>
          <a:xfrm>
            <a:off x="5108810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b_small_bar_2139">
            <a:extLst>
              <a:ext uri="{FF2B5EF4-FFF2-40B4-BE49-F238E27FC236}">
                <a16:creationId xmlns:a16="http://schemas.microsoft.com/office/drawing/2014/main" id="{F0E31A8C-BAAC-4D05-B532-2A74A02A4AE7}"/>
              </a:ext>
            </a:extLst>
          </p:cNvPr>
          <p:cNvSpPr>
            <a:spLocks noGrp="1"/>
          </p:cNvSpPr>
          <p:nvPr/>
        </p:nvSpPr>
        <p:spPr>
          <a:xfrm>
            <a:off x="5106061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b_small_bar_2140">
            <a:extLst>
              <a:ext uri="{FF2B5EF4-FFF2-40B4-BE49-F238E27FC236}">
                <a16:creationId xmlns:a16="http://schemas.microsoft.com/office/drawing/2014/main" id="{041E007B-F60A-43A9-90C9-2AA6C8176EC2}"/>
              </a:ext>
            </a:extLst>
          </p:cNvPr>
          <p:cNvSpPr>
            <a:spLocks noGrp="1"/>
          </p:cNvSpPr>
          <p:nvPr/>
        </p:nvSpPr>
        <p:spPr>
          <a:xfrm>
            <a:off x="537032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b_small_bar_2141">
            <a:extLst>
              <a:ext uri="{FF2B5EF4-FFF2-40B4-BE49-F238E27FC236}">
                <a16:creationId xmlns:a16="http://schemas.microsoft.com/office/drawing/2014/main" id="{AA77E92A-E028-457D-B9BD-0B4F22BF3B84}"/>
              </a:ext>
            </a:extLst>
          </p:cNvPr>
          <p:cNvSpPr>
            <a:spLocks noGrp="1"/>
          </p:cNvSpPr>
          <p:nvPr/>
        </p:nvSpPr>
        <p:spPr>
          <a:xfrm>
            <a:off x="513961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b_small_bar_2142">
            <a:extLst>
              <a:ext uri="{FF2B5EF4-FFF2-40B4-BE49-F238E27FC236}">
                <a16:creationId xmlns:a16="http://schemas.microsoft.com/office/drawing/2014/main" id="{A2C0F654-E7A7-486A-A664-8192ACBA7065}"/>
              </a:ext>
            </a:extLst>
          </p:cNvPr>
          <p:cNvSpPr>
            <a:spLocks noGrp="1"/>
          </p:cNvSpPr>
          <p:nvPr/>
        </p:nvSpPr>
        <p:spPr>
          <a:xfrm>
            <a:off x="513986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b_small_bar_2143">
            <a:extLst>
              <a:ext uri="{FF2B5EF4-FFF2-40B4-BE49-F238E27FC236}">
                <a16:creationId xmlns:a16="http://schemas.microsoft.com/office/drawing/2014/main" id="{DC23DF25-6C05-49B0-B04C-2454FE709008}"/>
              </a:ext>
            </a:extLst>
          </p:cNvPr>
          <p:cNvSpPr>
            <a:spLocks noGrp="1"/>
          </p:cNvSpPr>
          <p:nvPr/>
        </p:nvSpPr>
        <p:spPr>
          <a:xfrm>
            <a:off x="5176513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b_small_bar_2144">
            <a:extLst>
              <a:ext uri="{FF2B5EF4-FFF2-40B4-BE49-F238E27FC236}">
                <a16:creationId xmlns:a16="http://schemas.microsoft.com/office/drawing/2014/main" id="{12999FF7-71B9-4135-8E45-2AB91AD43892}"/>
              </a:ext>
            </a:extLst>
          </p:cNvPr>
          <p:cNvSpPr>
            <a:spLocks noGrp="1"/>
          </p:cNvSpPr>
          <p:nvPr/>
        </p:nvSpPr>
        <p:spPr>
          <a:xfrm>
            <a:off x="542971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b_small_bar_2145">
            <a:extLst>
              <a:ext uri="{FF2B5EF4-FFF2-40B4-BE49-F238E27FC236}">
                <a16:creationId xmlns:a16="http://schemas.microsoft.com/office/drawing/2014/main" id="{5C0C9DDC-A9BA-432A-888A-BC1367B7DBCA}"/>
              </a:ext>
            </a:extLst>
          </p:cNvPr>
          <p:cNvSpPr>
            <a:spLocks noGrp="1"/>
          </p:cNvSpPr>
          <p:nvPr/>
        </p:nvSpPr>
        <p:spPr>
          <a:xfrm>
            <a:off x="5205897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b_small_bar_2146">
            <a:extLst>
              <a:ext uri="{FF2B5EF4-FFF2-40B4-BE49-F238E27FC236}">
                <a16:creationId xmlns:a16="http://schemas.microsoft.com/office/drawing/2014/main" id="{5FCC9D75-A0FD-4947-838B-9BE83A1E64BC}"/>
              </a:ext>
            </a:extLst>
          </p:cNvPr>
          <p:cNvSpPr>
            <a:spLocks noGrp="1"/>
          </p:cNvSpPr>
          <p:nvPr/>
        </p:nvSpPr>
        <p:spPr>
          <a:xfrm>
            <a:off x="51136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b_small_bar_2147">
            <a:extLst>
              <a:ext uri="{FF2B5EF4-FFF2-40B4-BE49-F238E27FC236}">
                <a16:creationId xmlns:a16="http://schemas.microsoft.com/office/drawing/2014/main" id="{A8C96734-8887-4F23-8DEB-C690F89D1C24}"/>
              </a:ext>
            </a:extLst>
          </p:cNvPr>
          <p:cNvSpPr>
            <a:spLocks noGrp="1"/>
          </p:cNvSpPr>
          <p:nvPr/>
        </p:nvSpPr>
        <p:spPr>
          <a:xfrm>
            <a:off x="5093432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b_small_bar_2148">
            <a:extLst>
              <a:ext uri="{FF2B5EF4-FFF2-40B4-BE49-F238E27FC236}">
                <a16:creationId xmlns:a16="http://schemas.microsoft.com/office/drawing/2014/main" id="{4F32A0A0-8029-4494-9930-B1E0CE969DCD}"/>
              </a:ext>
            </a:extLst>
          </p:cNvPr>
          <p:cNvSpPr>
            <a:spLocks noGrp="1"/>
          </p:cNvSpPr>
          <p:nvPr/>
        </p:nvSpPr>
        <p:spPr>
          <a:xfrm>
            <a:off x="51120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b_small_bar_2149">
            <a:extLst>
              <a:ext uri="{FF2B5EF4-FFF2-40B4-BE49-F238E27FC236}">
                <a16:creationId xmlns:a16="http://schemas.microsoft.com/office/drawing/2014/main" id="{E4225257-63D8-4E11-8F85-D72792A99788}"/>
              </a:ext>
            </a:extLst>
          </p:cNvPr>
          <p:cNvSpPr>
            <a:spLocks noGrp="1"/>
          </p:cNvSpPr>
          <p:nvPr/>
        </p:nvSpPr>
        <p:spPr>
          <a:xfrm>
            <a:off x="542300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b_small_bar_2150">
            <a:extLst>
              <a:ext uri="{FF2B5EF4-FFF2-40B4-BE49-F238E27FC236}">
                <a16:creationId xmlns:a16="http://schemas.microsoft.com/office/drawing/2014/main" id="{E181E0C7-322E-4274-997F-6441AF84F351}"/>
              </a:ext>
            </a:extLst>
          </p:cNvPr>
          <p:cNvSpPr>
            <a:spLocks noGrp="1"/>
          </p:cNvSpPr>
          <p:nvPr/>
        </p:nvSpPr>
        <p:spPr>
          <a:xfrm>
            <a:off x="537985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b_small_bar_2151">
            <a:extLst>
              <a:ext uri="{FF2B5EF4-FFF2-40B4-BE49-F238E27FC236}">
                <a16:creationId xmlns:a16="http://schemas.microsoft.com/office/drawing/2014/main" id="{B05A51A9-F839-4375-B686-053DD9A2C803}"/>
              </a:ext>
            </a:extLst>
          </p:cNvPr>
          <p:cNvSpPr>
            <a:spLocks noGrp="1"/>
          </p:cNvSpPr>
          <p:nvPr/>
        </p:nvSpPr>
        <p:spPr>
          <a:xfrm>
            <a:off x="5214641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b_small_bar_2152">
            <a:extLst>
              <a:ext uri="{FF2B5EF4-FFF2-40B4-BE49-F238E27FC236}">
                <a16:creationId xmlns:a16="http://schemas.microsoft.com/office/drawing/2014/main" id="{5FDFE5EE-605D-4475-9D7C-29F812E641EB}"/>
              </a:ext>
            </a:extLst>
          </p:cNvPr>
          <p:cNvSpPr>
            <a:spLocks noGrp="1"/>
          </p:cNvSpPr>
          <p:nvPr/>
        </p:nvSpPr>
        <p:spPr>
          <a:xfrm>
            <a:off x="538720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b_small_bar_2153">
            <a:extLst>
              <a:ext uri="{FF2B5EF4-FFF2-40B4-BE49-F238E27FC236}">
                <a16:creationId xmlns:a16="http://schemas.microsoft.com/office/drawing/2014/main" id="{17E9270F-8B94-4B0F-9766-227914BCAC62}"/>
              </a:ext>
            </a:extLst>
          </p:cNvPr>
          <p:cNvSpPr>
            <a:spLocks noGrp="1"/>
          </p:cNvSpPr>
          <p:nvPr/>
        </p:nvSpPr>
        <p:spPr>
          <a:xfrm>
            <a:off x="528659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b_small_bar_2154">
            <a:extLst>
              <a:ext uri="{FF2B5EF4-FFF2-40B4-BE49-F238E27FC236}">
                <a16:creationId xmlns:a16="http://schemas.microsoft.com/office/drawing/2014/main" id="{FF736E12-AD4D-4A41-B7ED-818111B16E03}"/>
              </a:ext>
            </a:extLst>
          </p:cNvPr>
          <p:cNvSpPr>
            <a:spLocks noGrp="1"/>
          </p:cNvSpPr>
          <p:nvPr/>
        </p:nvSpPr>
        <p:spPr>
          <a:xfrm>
            <a:off x="5077436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b_small_bar_2155">
            <a:extLst>
              <a:ext uri="{FF2B5EF4-FFF2-40B4-BE49-F238E27FC236}">
                <a16:creationId xmlns:a16="http://schemas.microsoft.com/office/drawing/2014/main" id="{5E0542C3-FF1F-4D94-8FBD-551E386506A4}"/>
              </a:ext>
            </a:extLst>
          </p:cNvPr>
          <p:cNvSpPr>
            <a:spLocks noGrp="1"/>
          </p:cNvSpPr>
          <p:nvPr/>
        </p:nvSpPr>
        <p:spPr>
          <a:xfrm>
            <a:off x="5243581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b_small_bar_2156">
            <a:extLst>
              <a:ext uri="{FF2B5EF4-FFF2-40B4-BE49-F238E27FC236}">
                <a16:creationId xmlns:a16="http://schemas.microsoft.com/office/drawing/2014/main" id="{077B2924-841C-47F3-B82E-1103B3DAE7A4}"/>
              </a:ext>
            </a:extLst>
          </p:cNvPr>
          <p:cNvSpPr>
            <a:spLocks noGrp="1"/>
          </p:cNvSpPr>
          <p:nvPr/>
        </p:nvSpPr>
        <p:spPr>
          <a:xfrm>
            <a:off x="53051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b_small_bar_2157">
            <a:extLst>
              <a:ext uri="{FF2B5EF4-FFF2-40B4-BE49-F238E27FC236}">
                <a16:creationId xmlns:a16="http://schemas.microsoft.com/office/drawing/2014/main" id="{6B57950B-5D30-4C51-BE2D-2EA36948DDA7}"/>
              </a:ext>
            </a:extLst>
          </p:cNvPr>
          <p:cNvSpPr>
            <a:spLocks noGrp="1"/>
          </p:cNvSpPr>
          <p:nvPr/>
        </p:nvSpPr>
        <p:spPr>
          <a:xfrm>
            <a:off x="524225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b_small_bar_2158">
            <a:extLst>
              <a:ext uri="{FF2B5EF4-FFF2-40B4-BE49-F238E27FC236}">
                <a16:creationId xmlns:a16="http://schemas.microsoft.com/office/drawing/2014/main" id="{5B0DD37E-E861-4996-BD43-16F8F5D613CA}"/>
              </a:ext>
            </a:extLst>
          </p:cNvPr>
          <p:cNvSpPr>
            <a:spLocks noGrp="1"/>
          </p:cNvSpPr>
          <p:nvPr/>
        </p:nvSpPr>
        <p:spPr>
          <a:xfrm>
            <a:off x="513543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b_small_bar_2159">
            <a:extLst>
              <a:ext uri="{FF2B5EF4-FFF2-40B4-BE49-F238E27FC236}">
                <a16:creationId xmlns:a16="http://schemas.microsoft.com/office/drawing/2014/main" id="{BD6D7250-4FA6-478E-B63C-9A624C7C9023}"/>
              </a:ext>
            </a:extLst>
          </p:cNvPr>
          <p:cNvSpPr>
            <a:spLocks noGrp="1"/>
          </p:cNvSpPr>
          <p:nvPr/>
        </p:nvSpPr>
        <p:spPr>
          <a:xfrm>
            <a:off x="524817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b_small_bar_2160">
            <a:extLst>
              <a:ext uri="{FF2B5EF4-FFF2-40B4-BE49-F238E27FC236}">
                <a16:creationId xmlns:a16="http://schemas.microsoft.com/office/drawing/2014/main" id="{13BA514C-E2B3-4579-8DC1-119685BB4C18}"/>
              </a:ext>
            </a:extLst>
          </p:cNvPr>
          <p:cNvSpPr>
            <a:spLocks noGrp="1"/>
          </p:cNvSpPr>
          <p:nvPr/>
        </p:nvSpPr>
        <p:spPr>
          <a:xfrm>
            <a:off x="533428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b_small_bar_2161">
            <a:extLst>
              <a:ext uri="{FF2B5EF4-FFF2-40B4-BE49-F238E27FC236}">
                <a16:creationId xmlns:a16="http://schemas.microsoft.com/office/drawing/2014/main" id="{485396DD-F36A-40E1-86DD-F922FFF122F1}"/>
              </a:ext>
            </a:extLst>
          </p:cNvPr>
          <p:cNvSpPr>
            <a:spLocks noGrp="1"/>
          </p:cNvSpPr>
          <p:nvPr/>
        </p:nvSpPr>
        <p:spPr>
          <a:xfrm>
            <a:off x="5223108" y="499585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b_small_bar_2162">
            <a:extLst>
              <a:ext uri="{FF2B5EF4-FFF2-40B4-BE49-F238E27FC236}">
                <a16:creationId xmlns:a16="http://schemas.microsoft.com/office/drawing/2014/main" id="{771AF669-091D-48CC-BD1B-8555656EF5C4}"/>
              </a:ext>
            </a:extLst>
          </p:cNvPr>
          <p:cNvSpPr>
            <a:spLocks noGrp="1"/>
          </p:cNvSpPr>
          <p:nvPr/>
        </p:nvSpPr>
        <p:spPr>
          <a:xfrm>
            <a:off x="5100959" y="474814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b_small_bar_2163">
            <a:extLst>
              <a:ext uri="{FF2B5EF4-FFF2-40B4-BE49-F238E27FC236}">
                <a16:creationId xmlns:a16="http://schemas.microsoft.com/office/drawing/2014/main" id="{E330FC34-0A05-4F31-AAE5-7EF277CFA932}"/>
              </a:ext>
            </a:extLst>
          </p:cNvPr>
          <p:cNvSpPr>
            <a:spLocks noGrp="1"/>
          </p:cNvSpPr>
          <p:nvPr/>
        </p:nvSpPr>
        <p:spPr>
          <a:xfrm>
            <a:off x="5072332" y="574184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b_small_bar_2164">
            <a:extLst>
              <a:ext uri="{FF2B5EF4-FFF2-40B4-BE49-F238E27FC236}">
                <a16:creationId xmlns:a16="http://schemas.microsoft.com/office/drawing/2014/main" id="{B0FB0163-240F-48BE-9C16-4F506784360E}"/>
              </a:ext>
            </a:extLst>
          </p:cNvPr>
          <p:cNvSpPr>
            <a:spLocks noGrp="1"/>
          </p:cNvSpPr>
          <p:nvPr/>
        </p:nvSpPr>
        <p:spPr>
          <a:xfrm>
            <a:off x="509955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b_small_bar_2165">
            <a:extLst>
              <a:ext uri="{FF2B5EF4-FFF2-40B4-BE49-F238E27FC236}">
                <a16:creationId xmlns:a16="http://schemas.microsoft.com/office/drawing/2014/main" id="{07D9E20B-D146-41D3-8DC4-AA843D442E5A}"/>
              </a:ext>
            </a:extLst>
          </p:cNvPr>
          <p:cNvSpPr>
            <a:spLocks noGrp="1"/>
          </p:cNvSpPr>
          <p:nvPr/>
        </p:nvSpPr>
        <p:spPr>
          <a:xfrm>
            <a:off x="542714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b_small_bar_2166">
            <a:extLst>
              <a:ext uri="{FF2B5EF4-FFF2-40B4-BE49-F238E27FC236}">
                <a16:creationId xmlns:a16="http://schemas.microsoft.com/office/drawing/2014/main" id="{7AE66E60-94A9-4884-9EB4-1976D22F6342}"/>
              </a:ext>
            </a:extLst>
          </p:cNvPr>
          <p:cNvSpPr>
            <a:spLocks noGrp="1"/>
          </p:cNvSpPr>
          <p:nvPr/>
        </p:nvSpPr>
        <p:spPr>
          <a:xfrm>
            <a:off x="52253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b_small_bar_2167">
            <a:extLst>
              <a:ext uri="{FF2B5EF4-FFF2-40B4-BE49-F238E27FC236}">
                <a16:creationId xmlns:a16="http://schemas.microsoft.com/office/drawing/2014/main" id="{79456528-D218-4F42-80BC-29408C627E8D}"/>
              </a:ext>
            </a:extLst>
          </p:cNvPr>
          <p:cNvSpPr>
            <a:spLocks noGrp="1"/>
          </p:cNvSpPr>
          <p:nvPr/>
        </p:nvSpPr>
        <p:spPr>
          <a:xfrm>
            <a:off x="508463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b_small_bar_2168">
            <a:extLst>
              <a:ext uri="{FF2B5EF4-FFF2-40B4-BE49-F238E27FC236}">
                <a16:creationId xmlns:a16="http://schemas.microsoft.com/office/drawing/2014/main" id="{5DA91021-DF22-4D72-94F3-4D156B4F7EE4}"/>
              </a:ext>
            </a:extLst>
          </p:cNvPr>
          <p:cNvSpPr>
            <a:spLocks noGrp="1"/>
          </p:cNvSpPr>
          <p:nvPr/>
        </p:nvSpPr>
        <p:spPr>
          <a:xfrm>
            <a:off x="521454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b_small_bar_2169">
            <a:extLst>
              <a:ext uri="{FF2B5EF4-FFF2-40B4-BE49-F238E27FC236}">
                <a16:creationId xmlns:a16="http://schemas.microsoft.com/office/drawing/2014/main" id="{6A4BF950-0D57-463F-9747-432B61717047}"/>
              </a:ext>
            </a:extLst>
          </p:cNvPr>
          <p:cNvSpPr>
            <a:spLocks noGrp="1"/>
          </p:cNvSpPr>
          <p:nvPr/>
        </p:nvSpPr>
        <p:spPr>
          <a:xfrm>
            <a:off x="5454819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b_small_bar_2170">
            <a:extLst>
              <a:ext uri="{FF2B5EF4-FFF2-40B4-BE49-F238E27FC236}">
                <a16:creationId xmlns:a16="http://schemas.microsoft.com/office/drawing/2014/main" id="{F30ADE70-C622-4483-A451-537630EB8BDC}"/>
              </a:ext>
            </a:extLst>
          </p:cNvPr>
          <p:cNvSpPr>
            <a:spLocks noGrp="1"/>
          </p:cNvSpPr>
          <p:nvPr/>
        </p:nvSpPr>
        <p:spPr>
          <a:xfrm>
            <a:off x="5202554" y="523294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b_small_bar_2171">
            <a:extLst>
              <a:ext uri="{FF2B5EF4-FFF2-40B4-BE49-F238E27FC236}">
                <a16:creationId xmlns:a16="http://schemas.microsoft.com/office/drawing/2014/main" id="{2669C182-FAAD-4B4B-8AFD-4413F2D11929}"/>
              </a:ext>
            </a:extLst>
          </p:cNvPr>
          <p:cNvSpPr>
            <a:spLocks noGrp="1"/>
          </p:cNvSpPr>
          <p:nvPr/>
        </p:nvSpPr>
        <p:spPr>
          <a:xfrm>
            <a:off x="5145546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b_small_bar_2172">
            <a:extLst>
              <a:ext uri="{FF2B5EF4-FFF2-40B4-BE49-F238E27FC236}">
                <a16:creationId xmlns:a16="http://schemas.microsoft.com/office/drawing/2014/main" id="{7A076BCB-D6EB-4EDF-ADAC-6F2B0C915E1A}"/>
              </a:ext>
            </a:extLst>
          </p:cNvPr>
          <p:cNvSpPr>
            <a:spLocks noGrp="1"/>
          </p:cNvSpPr>
          <p:nvPr/>
        </p:nvSpPr>
        <p:spPr>
          <a:xfrm>
            <a:off x="5130798" y="359003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b_small_bar_2173">
            <a:extLst>
              <a:ext uri="{FF2B5EF4-FFF2-40B4-BE49-F238E27FC236}">
                <a16:creationId xmlns:a16="http://schemas.microsoft.com/office/drawing/2014/main" id="{D4E7004F-403C-4DCD-B39A-D4E6CB40AD0F}"/>
              </a:ext>
            </a:extLst>
          </p:cNvPr>
          <p:cNvSpPr>
            <a:spLocks noGrp="1"/>
          </p:cNvSpPr>
          <p:nvPr/>
        </p:nvSpPr>
        <p:spPr>
          <a:xfrm>
            <a:off x="5191717" y="383046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b_small_bar_2174">
            <a:extLst>
              <a:ext uri="{FF2B5EF4-FFF2-40B4-BE49-F238E27FC236}">
                <a16:creationId xmlns:a16="http://schemas.microsoft.com/office/drawing/2014/main" id="{C95D6B6B-5A5C-4B45-BF7C-2C523B0DB569}"/>
              </a:ext>
            </a:extLst>
          </p:cNvPr>
          <p:cNvSpPr>
            <a:spLocks noGrp="1"/>
          </p:cNvSpPr>
          <p:nvPr/>
        </p:nvSpPr>
        <p:spPr>
          <a:xfrm>
            <a:off x="516317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b_small_bar_2175">
            <a:extLst>
              <a:ext uri="{FF2B5EF4-FFF2-40B4-BE49-F238E27FC236}">
                <a16:creationId xmlns:a16="http://schemas.microsoft.com/office/drawing/2014/main" id="{180FBE11-1AF5-48CF-9C62-2437EE76203F}"/>
              </a:ext>
            </a:extLst>
          </p:cNvPr>
          <p:cNvSpPr>
            <a:spLocks noGrp="1"/>
          </p:cNvSpPr>
          <p:nvPr/>
        </p:nvSpPr>
        <p:spPr>
          <a:xfrm>
            <a:off x="53548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b_small_bar_2176">
            <a:extLst>
              <a:ext uri="{FF2B5EF4-FFF2-40B4-BE49-F238E27FC236}">
                <a16:creationId xmlns:a16="http://schemas.microsoft.com/office/drawing/2014/main" id="{ACD75861-B51C-457A-90BF-B1B9067CFD8D}"/>
              </a:ext>
            </a:extLst>
          </p:cNvPr>
          <p:cNvSpPr>
            <a:spLocks noGrp="1"/>
          </p:cNvSpPr>
          <p:nvPr/>
        </p:nvSpPr>
        <p:spPr>
          <a:xfrm>
            <a:off x="5353258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b_small_bar_2177">
            <a:extLst>
              <a:ext uri="{FF2B5EF4-FFF2-40B4-BE49-F238E27FC236}">
                <a16:creationId xmlns:a16="http://schemas.microsoft.com/office/drawing/2014/main" id="{369ABAA7-AA77-4541-85FF-EA66F0B4FABE}"/>
              </a:ext>
            </a:extLst>
          </p:cNvPr>
          <p:cNvSpPr>
            <a:spLocks noGrp="1"/>
          </p:cNvSpPr>
          <p:nvPr/>
        </p:nvSpPr>
        <p:spPr>
          <a:xfrm>
            <a:off x="508570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b_small_bar_2178">
            <a:extLst>
              <a:ext uri="{FF2B5EF4-FFF2-40B4-BE49-F238E27FC236}">
                <a16:creationId xmlns:a16="http://schemas.microsoft.com/office/drawing/2014/main" id="{3FE7860A-9289-4C58-A7EC-B94066385670}"/>
              </a:ext>
            </a:extLst>
          </p:cNvPr>
          <p:cNvSpPr>
            <a:spLocks noGrp="1"/>
          </p:cNvSpPr>
          <p:nvPr/>
        </p:nvSpPr>
        <p:spPr>
          <a:xfrm>
            <a:off x="5188857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b_small_bar_2179">
            <a:extLst>
              <a:ext uri="{FF2B5EF4-FFF2-40B4-BE49-F238E27FC236}">
                <a16:creationId xmlns:a16="http://schemas.microsoft.com/office/drawing/2014/main" id="{9E1622B7-FD14-492E-A5CC-8D7A16AA7DDE}"/>
              </a:ext>
            </a:extLst>
          </p:cNvPr>
          <p:cNvSpPr>
            <a:spLocks noGrp="1"/>
          </p:cNvSpPr>
          <p:nvPr/>
        </p:nvSpPr>
        <p:spPr>
          <a:xfrm>
            <a:off x="514494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b_small_bar_2180">
            <a:extLst>
              <a:ext uri="{FF2B5EF4-FFF2-40B4-BE49-F238E27FC236}">
                <a16:creationId xmlns:a16="http://schemas.microsoft.com/office/drawing/2014/main" id="{A0D054B8-D71B-4374-9347-721246EE5420}"/>
              </a:ext>
            </a:extLst>
          </p:cNvPr>
          <p:cNvSpPr>
            <a:spLocks noGrp="1"/>
          </p:cNvSpPr>
          <p:nvPr/>
        </p:nvSpPr>
        <p:spPr>
          <a:xfrm>
            <a:off x="5407327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b_small_bar_2181">
            <a:extLst>
              <a:ext uri="{FF2B5EF4-FFF2-40B4-BE49-F238E27FC236}">
                <a16:creationId xmlns:a16="http://schemas.microsoft.com/office/drawing/2014/main" id="{B36117E4-9734-463D-B7C2-C3F1B0CA2182}"/>
              </a:ext>
            </a:extLst>
          </p:cNvPr>
          <p:cNvSpPr>
            <a:spLocks noGrp="1"/>
          </p:cNvSpPr>
          <p:nvPr/>
        </p:nvSpPr>
        <p:spPr>
          <a:xfrm>
            <a:off x="773938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b_small_bar_2182">
            <a:extLst>
              <a:ext uri="{FF2B5EF4-FFF2-40B4-BE49-F238E27FC236}">
                <a16:creationId xmlns:a16="http://schemas.microsoft.com/office/drawing/2014/main" id="{CC0313E3-7316-46AF-A1DA-F1DFD4BC40C8}"/>
              </a:ext>
            </a:extLst>
          </p:cNvPr>
          <p:cNvSpPr>
            <a:spLocks noGrp="1"/>
          </p:cNvSpPr>
          <p:nvPr/>
        </p:nvSpPr>
        <p:spPr>
          <a:xfrm>
            <a:off x="7857238" y="244503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b_small_bar_2183">
            <a:extLst>
              <a:ext uri="{FF2B5EF4-FFF2-40B4-BE49-F238E27FC236}">
                <a16:creationId xmlns:a16="http://schemas.microsoft.com/office/drawing/2014/main" id="{22F245AB-0767-4A75-8FF3-DDEC19B208FD}"/>
              </a:ext>
            </a:extLst>
          </p:cNvPr>
          <p:cNvSpPr>
            <a:spLocks noGrp="1"/>
          </p:cNvSpPr>
          <p:nvPr/>
        </p:nvSpPr>
        <p:spPr>
          <a:xfrm>
            <a:off x="758804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b_small_bar_2184">
            <a:extLst>
              <a:ext uri="{FF2B5EF4-FFF2-40B4-BE49-F238E27FC236}">
                <a16:creationId xmlns:a16="http://schemas.microsoft.com/office/drawing/2014/main" id="{D2C0BC17-7886-411B-AD68-4BAB26A1D296}"/>
              </a:ext>
            </a:extLst>
          </p:cNvPr>
          <p:cNvSpPr>
            <a:spLocks noGrp="1"/>
          </p:cNvSpPr>
          <p:nvPr/>
        </p:nvSpPr>
        <p:spPr>
          <a:xfrm>
            <a:off x="784849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b_small_bar_2185">
            <a:extLst>
              <a:ext uri="{FF2B5EF4-FFF2-40B4-BE49-F238E27FC236}">
                <a16:creationId xmlns:a16="http://schemas.microsoft.com/office/drawing/2014/main" id="{C9604527-2EA5-422E-A670-FB6A3786BC7A}"/>
              </a:ext>
            </a:extLst>
          </p:cNvPr>
          <p:cNvSpPr>
            <a:spLocks noGrp="1"/>
          </p:cNvSpPr>
          <p:nvPr/>
        </p:nvSpPr>
        <p:spPr>
          <a:xfrm>
            <a:off x="77056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b_small_bar_2186">
            <a:extLst>
              <a:ext uri="{FF2B5EF4-FFF2-40B4-BE49-F238E27FC236}">
                <a16:creationId xmlns:a16="http://schemas.microsoft.com/office/drawing/2014/main" id="{208E9310-B909-4C1C-8B40-4C884E207F40}"/>
              </a:ext>
            </a:extLst>
          </p:cNvPr>
          <p:cNvSpPr>
            <a:spLocks noGrp="1"/>
          </p:cNvSpPr>
          <p:nvPr/>
        </p:nvSpPr>
        <p:spPr>
          <a:xfrm>
            <a:off x="7837159" y="425644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b_small_bar_2187">
            <a:extLst>
              <a:ext uri="{FF2B5EF4-FFF2-40B4-BE49-F238E27FC236}">
                <a16:creationId xmlns:a16="http://schemas.microsoft.com/office/drawing/2014/main" id="{B2F1FB98-1963-4EB9-827A-7951D920BD6C}"/>
              </a:ext>
            </a:extLst>
          </p:cNvPr>
          <p:cNvSpPr>
            <a:spLocks noGrp="1"/>
          </p:cNvSpPr>
          <p:nvPr/>
        </p:nvSpPr>
        <p:spPr>
          <a:xfrm>
            <a:off x="7770422" y="381424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b_small_bar_2188">
            <a:extLst>
              <a:ext uri="{FF2B5EF4-FFF2-40B4-BE49-F238E27FC236}">
                <a16:creationId xmlns:a16="http://schemas.microsoft.com/office/drawing/2014/main" id="{2E7B3BD9-7A25-48B9-82C0-07899C5B608E}"/>
              </a:ext>
            </a:extLst>
          </p:cNvPr>
          <p:cNvSpPr>
            <a:spLocks noGrp="1"/>
          </p:cNvSpPr>
          <p:nvPr/>
        </p:nvSpPr>
        <p:spPr>
          <a:xfrm>
            <a:off x="7788140" y="434409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b_small_bar_2189">
            <a:extLst>
              <a:ext uri="{FF2B5EF4-FFF2-40B4-BE49-F238E27FC236}">
                <a16:creationId xmlns:a16="http://schemas.microsoft.com/office/drawing/2014/main" id="{0AF160DD-1EAE-473B-92B9-6F6BABE96317}"/>
              </a:ext>
            </a:extLst>
          </p:cNvPr>
          <p:cNvSpPr>
            <a:spLocks noGrp="1"/>
          </p:cNvSpPr>
          <p:nvPr/>
        </p:nvSpPr>
        <p:spPr>
          <a:xfrm>
            <a:off x="7730730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b_small_bar_2190">
            <a:extLst>
              <a:ext uri="{FF2B5EF4-FFF2-40B4-BE49-F238E27FC236}">
                <a16:creationId xmlns:a16="http://schemas.microsoft.com/office/drawing/2014/main" id="{65B6734A-6E26-4C2F-B801-0646DB54F4CA}"/>
              </a:ext>
            </a:extLst>
          </p:cNvPr>
          <p:cNvSpPr>
            <a:spLocks noGrp="1"/>
          </p:cNvSpPr>
          <p:nvPr/>
        </p:nvSpPr>
        <p:spPr>
          <a:xfrm>
            <a:off x="782845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b_small_bar_2191">
            <a:extLst>
              <a:ext uri="{FF2B5EF4-FFF2-40B4-BE49-F238E27FC236}">
                <a16:creationId xmlns:a16="http://schemas.microsoft.com/office/drawing/2014/main" id="{4181E8A1-CE34-4141-954C-A16832126D32}"/>
              </a:ext>
            </a:extLst>
          </p:cNvPr>
          <p:cNvSpPr>
            <a:spLocks noGrp="1"/>
          </p:cNvSpPr>
          <p:nvPr/>
        </p:nvSpPr>
        <p:spPr>
          <a:xfrm>
            <a:off x="785136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b_small_bar_2192">
            <a:extLst>
              <a:ext uri="{FF2B5EF4-FFF2-40B4-BE49-F238E27FC236}">
                <a16:creationId xmlns:a16="http://schemas.microsoft.com/office/drawing/2014/main" id="{ECBFAA12-0DED-4400-97B2-248E1963105D}"/>
              </a:ext>
            </a:extLst>
          </p:cNvPr>
          <p:cNvSpPr>
            <a:spLocks noGrp="1"/>
          </p:cNvSpPr>
          <p:nvPr/>
        </p:nvSpPr>
        <p:spPr>
          <a:xfrm>
            <a:off x="7737746" y="253792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b_small_bar_2193">
            <a:extLst>
              <a:ext uri="{FF2B5EF4-FFF2-40B4-BE49-F238E27FC236}">
                <a16:creationId xmlns:a16="http://schemas.microsoft.com/office/drawing/2014/main" id="{E9A15FC3-045E-440C-8BB8-273C3DE2A114}"/>
              </a:ext>
            </a:extLst>
          </p:cNvPr>
          <p:cNvSpPr>
            <a:spLocks noGrp="1"/>
          </p:cNvSpPr>
          <p:nvPr/>
        </p:nvSpPr>
        <p:spPr>
          <a:xfrm>
            <a:off x="7871282" y="54043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b_small_bar_2194">
            <a:extLst>
              <a:ext uri="{FF2B5EF4-FFF2-40B4-BE49-F238E27FC236}">
                <a16:creationId xmlns:a16="http://schemas.microsoft.com/office/drawing/2014/main" id="{4584CB34-3324-4B90-A6EE-1AD283E14577}"/>
              </a:ext>
            </a:extLst>
          </p:cNvPr>
          <p:cNvSpPr>
            <a:spLocks noGrp="1"/>
          </p:cNvSpPr>
          <p:nvPr/>
        </p:nvSpPr>
        <p:spPr>
          <a:xfrm>
            <a:off x="75798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b_small_bar_2195">
            <a:extLst>
              <a:ext uri="{FF2B5EF4-FFF2-40B4-BE49-F238E27FC236}">
                <a16:creationId xmlns:a16="http://schemas.microsoft.com/office/drawing/2014/main" id="{BC26A61D-58FA-4FB3-97BB-6A597CD0FDB9}"/>
              </a:ext>
            </a:extLst>
          </p:cNvPr>
          <p:cNvSpPr>
            <a:spLocks noGrp="1"/>
          </p:cNvSpPr>
          <p:nvPr/>
        </p:nvSpPr>
        <p:spPr>
          <a:xfrm>
            <a:off x="777097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b_small_bar_2196">
            <a:extLst>
              <a:ext uri="{FF2B5EF4-FFF2-40B4-BE49-F238E27FC236}">
                <a16:creationId xmlns:a16="http://schemas.microsoft.com/office/drawing/2014/main" id="{49E5138F-BF65-479E-AFD8-532A53514F26}"/>
              </a:ext>
            </a:extLst>
          </p:cNvPr>
          <p:cNvSpPr>
            <a:spLocks noGrp="1"/>
          </p:cNvSpPr>
          <p:nvPr/>
        </p:nvSpPr>
        <p:spPr>
          <a:xfrm>
            <a:off x="7730683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b_small_bar_2197">
            <a:extLst>
              <a:ext uri="{FF2B5EF4-FFF2-40B4-BE49-F238E27FC236}">
                <a16:creationId xmlns:a16="http://schemas.microsoft.com/office/drawing/2014/main" id="{F0F0744E-5AB2-4DE6-A812-AC3E64B4EFCF}"/>
              </a:ext>
            </a:extLst>
          </p:cNvPr>
          <p:cNvSpPr>
            <a:spLocks noGrp="1"/>
          </p:cNvSpPr>
          <p:nvPr/>
        </p:nvSpPr>
        <p:spPr>
          <a:xfrm>
            <a:off x="7670324" y="555494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b_small_bar_2198">
            <a:extLst>
              <a:ext uri="{FF2B5EF4-FFF2-40B4-BE49-F238E27FC236}">
                <a16:creationId xmlns:a16="http://schemas.microsoft.com/office/drawing/2014/main" id="{F2BD2DF4-8486-46F0-96E3-FBE2324F5193}"/>
              </a:ext>
            </a:extLst>
          </p:cNvPr>
          <p:cNvSpPr>
            <a:spLocks noGrp="1"/>
          </p:cNvSpPr>
          <p:nvPr/>
        </p:nvSpPr>
        <p:spPr>
          <a:xfrm>
            <a:off x="7744985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b_small_bar_2199">
            <a:extLst>
              <a:ext uri="{FF2B5EF4-FFF2-40B4-BE49-F238E27FC236}">
                <a16:creationId xmlns:a16="http://schemas.microsoft.com/office/drawing/2014/main" id="{F3B3496C-98B2-403E-BD27-B3A562E72271}"/>
              </a:ext>
            </a:extLst>
          </p:cNvPr>
          <p:cNvSpPr>
            <a:spLocks noGrp="1"/>
          </p:cNvSpPr>
          <p:nvPr/>
        </p:nvSpPr>
        <p:spPr>
          <a:xfrm>
            <a:off x="7592656" y="514837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b_small_bar_2200">
            <a:extLst>
              <a:ext uri="{FF2B5EF4-FFF2-40B4-BE49-F238E27FC236}">
                <a16:creationId xmlns:a16="http://schemas.microsoft.com/office/drawing/2014/main" id="{57EB9B29-D891-4D7D-9706-169BE2D98BDC}"/>
              </a:ext>
            </a:extLst>
          </p:cNvPr>
          <p:cNvSpPr>
            <a:spLocks noGrp="1"/>
          </p:cNvSpPr>
          <p:nvPr/>
        </p:nvSpPr>
        <p:spPr>
          <a:xfrm>
            <a:off x="785337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b_small_bar_2201">
            <a:extLst>
              <a:ext uri="{FF2B5EF4-FFF2-40B4-BE49-F238E27FC236}">
                <a16:creationId xmlns:a16="http://schemas.microsoft.com/office/drawing/2014/main" id="{AC75DE19-FF5B-480E-81E6-843335546C7A}"/>
              </a:ext>
            </a:extLst>
          </p:cNvPr>
          <p:cNvSpPr>
            <a:spLocks noGrp="1"/>
          </p:cNvSpPr>
          <p:nvPr/>
        </p:nvSpPr>
        <p:spPr>
          <a:xfrm>
            <a:off x="784740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b_small_bar_2202">
            <a:extLst>
              <a:ext uri="{FF2B5EF4-FFF2-40B4-BE49-F238E27FC236}">
                <a16:creationId xmlns:a16="http://schemas.microsoft.com/office/drawing/2014/main" id="{5A7AEEDC-0F00-44B7-A076-DE7DFC3A2690}"/>
              </a:ext>
            </a:extLst>
          </p:cNvPr>
          <p:cNvSpPr>
            <a:spLocks noGrp="1"/>
          </p:cNvSpPr>
          <p:nvPr/>
        </p:nvSpPr>
        <p:spPr>
          <a:xfrm>
            <a:off x="7566869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b_small_bar_2203">
            <a:extLst>
              <a:ext uri="{FF2B5EF4-FFF2-40B4-BE49-F238E27FC236}">
                <a16:creationId xmlns:a16="http://schemas.microsoft.com/office/drawing/2014/main" id="{50C3E920-75AC-4066-A9F4-511F89A147FA}"/>
              </a:ext>
            </a:extLst>
          </p:cNvPr>
          <p:cNvSpPr>
            <a:spLocks noGrp="1"/>
          </p:cNvSpPr>
          <p:nvPr/>
        </p:nvSpPr>
        <p:spPr>
          <a:xfrm>
            <a:off x="7896469" y="283870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b_small_bar_2204">
            <a:extLst>
              <a:ext uri="{FF2B5EF4-FFF2-40B4-BE49-F238E27FC236}">
                <a16:creationId xmlns:a16="http://schemas.microsoft.com/office/drawing/2014/main" id="{02C5AA45-8697-4631-85ED-6DACFD0C72AA}"/>
              </a:ext>
            </a:extLst>
          </p:cNvPr>
          <p:cNvSpPr>
            <a:spLocks noGrp="1"/>
          </p:cNvSpPr>
          <p:nvPr/>
        </p:nvSpPr>
        <p:spPr>
          <a:xfrm>
            <a:off x="785375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b_small_bar_2205">
            <a:extLst>
              <a:ext uri="{FF2B5EF4-FFF2-40B4-BE49-F238E27FC236}">
                <a16:creationId xmlns:a16="http://schemas.microsoft.com/office/drawing/2014/main" id="{DE83EBA5-B1AC-4AB6-8FA7-6362D158F459}"/>
              </a:ext>
            </a:extLst>
          </p:cNvPr>
          <p:cNvSpPr>
            <a:spLocks noGrp="1"/>
          </p:cNvSpPr>
          <p:nvPr/>
        </p:nvSpPr>
        <p:spPr>
          <a:xfrm>
            <a:off x="78716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b_small_bar_2206">
            <a:extLst>
              <a:ext uri="{FF2B5EF4-FFF2-40B4-BE49-F238E27FC236}">
                <a16:creationId xmlns:a16="http://schemas.microsoft.com/office/drawing/2014/main" id="{F06A4CDB-4EEF-49B3-98D3-CBEE0D2ECCFC}"/>
              </a:ext>
            </a:extLst>
          </p:cNvPr>
          <p:cNvSpPr>
            <a:spLocks noGrp="1"/>
          </p:cNvSpPr>
          <p:nvPr/>
        </p:nvSpPr>
        <p:spPr>
          <a:xfrm>
            <a:off x="7563504" y="5267551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b_small_bar_2207">
            <a:extLst>
              <a:ext uri="{FF2B5EF4-FFF2-40B4-BE49-F238E27FC236}">
                <a16:creationId xmlns:a16="http://schemas.microsoft.com/office/drawing/2014/main" id="{17CD59D6-1045-4560-BA40-F973B931B841}"/>
              </a:ext>
            </a:extLst>
          </p:cNvPr>
          <p:cNvSpPr>
            <a:spLocks noGrp="1"/>
          </p:cNvSpPr>
          <p:nvPr/>
        </p:nvSpPr>
        <p:spPr>
          <a:xfrm>
            <a:off x="7640030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b_small_bar_2208">
            <a:extLst>
              <a:ext uri="{FF2B5EF4-FFF2-40B4-BE49-F238E27FC236}">
                <a16:creationId xmlns:a16="http://schemas.microsoft.com/office/drawing/2014/main" id="{291E86C0-3EC3-4900-8FC9-47BD5B97EA9B}"/>
              </a:ext>
            </a:extLst>
          </p:cNvPr>
          <p:cNvSpPr>
            <a:spLocks noGrp="1"/>
          </p:cNvSpPr>
          <p:nvPr/>
        </p:nvSpPr>
        <p:spPr>
          <a:xfrm>
            <a:off x="761324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b_small_bar_2209">
            <a:extLst>
              <a:ext uri="{FF2B5EF4-FFF2-40B4-BE49-F238E27FC236}">
                <a16:creationId xmlns:a16="http://schemas.microsoft.com/office/drawing/2014/main" id="{2188E69C-D8AE-4322-AEBB-16B5870ACC93}"/>
              </a:ext>
            </a:extLst>
          </p:cNvPr>
          <p:cNvSpPr>
            <a:spLocks noGrp="1"/>
          </p:cNvSpPr>
          <p:nvPr/>
        </p:nvSpPr>
        <p:spPr>
          <a:xfrm>
            <a:off x="7569022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b_small_bar_2210">
            <a:extLst>
              <a:ext uri="{FF2B5EF4-FFF2-40B4-BE49-F238E27FC236}">
                <a16:creationId xmlns:a16="http://schemas.microsoft.com/office/drawing/2014/main" id="{84AC5672-943E-4A46-AD26-CBFC518F88CA}"/>
              </a:ext>
            </a:extLst>
          </p:cNvPr>
          <p:cNvSpPr>
            <a:spLocks noGrp="1"/>
          </p:cNvSpPr>
          <p:nvPr/>
        </p:nvSpPr>
        <p:spPr>
          <a:xfrm>
            <a:off x="761848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b_small_bar_2211">
            <a:extLst>
              <a:ext uri="{FF2B5EF4-FFF2-40B4-BE49-F238E27FC236}">
                <a16:creationId xmlns:a16="http://schemas.microsoft.com/office/drawing/2014/main" id="{2C30685A-F814-4CB6-9A5E-6C9549E82DA1}"/>
              </a:ext>
            </a:extLst>
          </p:cNvPr>
          <p:cNvSpPr>
            <a:spLocks noGrp="1"/>
          </p:cNvSpPr>
          <p:nvPr/>
        </p:nvSpPr>
        <p:spPr>
          <a:xfrm>
            <a:off x="7705673" y="569376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b_small_bar_2212">
            <a:extLst>
              <a:ext uri="{FF2B5EF4-FFF2-40B4-BE49-F238E27FC236}">
                <a16:creationId xmlns:a16="http://schemas.microsoft.com/office/drawing/2014/main" id="{887B5C8F-00C0-4D72-AC12-2F01635AD1C3}"/>
              </a:ext>
            </a:extLst>
          </p:cNvPr>
          <p:cNvSpPr>
            <a:spLocks noGrp="1"/>
          </p:cNvSpPr>
          <p:nvPr/>
        </p:nvSpPr>
        <p:spPr>
          <a:xfrm>
            <a:off x="786424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b_small_bar_2213">
            <a:extLst>
              <a:ext uri="{FF2B5EF4-FFF2-40B4-BE49-F238E27FC236}">
                <a16:creationId xmlns:a16="http://schemas.microsoft.com/office/drawing/2014/main" id="{3250BF59-EE65-4219-A910-1A38F069C47A}"/>
              </a:ext>
            </a:extLst>
          </p:cNvPr>
          <p:cNvSpPr>
            <a:spLocks noGrp="1"/>
          </p:cNvSpPr>
          <p:nvPr/>
        </p:nvSpPr>
        <p:spPr>
          <a:xfrm>
            <a:off x="7624596" y="594921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b_small_bar_2214">
            <a:extLst>
              <a:ext uri="{FF2B5EF4-FFF2-40B4-BE49-F238E27FC236}">
                <a16:creationId xmlns:a16="http://schemas.microsoft.com/office/drawing/2014/main" id="{30126B07-3D32-41D3-97C4-F1E038EEE966}"/>
              </a:ext>
            </a:extLst>
          </p:cNvPr>
          <p:cNvSpPr>
            <a:spLocks noGrp="1"/>
          </p:cNvSpPr>
          <p:nvPr/>
        </p:nvSpPr>
        <p:spPr>
          <a:xfrm>
            <a:off x="781693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b_small_bar_2215">
            <a:extLst>
              <a:ext uri="{FF2B5EF4-FFF2-40B4-BE49-F238E27FC236}">
                <a16:creationId xmlns:a16="http://schemas.microsoft.com/office/drawing/2014/main" id="{E132A930-B147-47F9-95D6-4EA631EC79CC}"/>
              </a:ext>
            </a:extLst>
          </p:cNvPr>
          <p:cNvSpPr>
            <a:spLocks noGrp="1"/>
          </p:cNvSpPr>
          <p:nvPr/>
        </p:nvSpPr>
        <p:spPr>
          <a:xfrm>
            <a:off x="7761361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b_small_bar_2216">
            <a:extLst>
              <a:ext uri="{FF2B5EF4-FFF2-40B4-BE49-F238E27FC236}">
                <a16:creationId xmlns:a16="http://schemas.microsoft.com/office/drawing/2014/main" id="{C14BBA01-6BF9-4E2B-BF16-5D971BD0314A}"/>
              </a:ext>
            </a:extLst>
          </p:cNvPr>
          <p:cNvSpPr>
            <a:spLocks noGrp="1"/>
          </p:cNvSpPr>
          <p:nvPr/>
        </p:nvSpPr>
        <p:spPr>
          <a:xfrm>
            <a:off x="758475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b_small_bar_2217">
            <a:extLst>
              <a:ext uri="{FF2B5EF4-FFF2-40B4-BE49-F238E27FC236}">
                <a16:creationId xmlns:a16="http://schemas.microsoft.com/office/drawing/2014/main" id="{9E02B61B-366C-428B-9A0F-19D8F581D4ED}"/>
              </a:ext>
            </a:extLst>
          </p:cNvPr>
          <p:cNvSpPr>
            <a:spLocks noGrp="1"/>
          </p:cNvSpPr>
          <p:nvPr/>
        </p:nvSpPr>
        <p:spPr>
          <a:xfrm>
            <a:off x="77433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b_small_bar_2218">
            <a:extLst>
              <a:ext uri="{FF2B5EF4-FFF2-40B4-BE49-F238E27FC236}">
                <a16:creationId xmlns:a16="http://schemas.microsoft.com/office/drawing/2014/main" id="{DCB0B4F7-15A8-4B60-BFDC-C8021E7411DD}"/>
              </a:ext>
            </a:extLst>
          </p:cNvPr>
          <p:cNvSpPr>
            <a:spLocks noGrp="1"/>
          </p:cNvSpPr>
          <p:nvPr/>
        </p:nvSpPr>
        <p:spPr>
          <a:xfrm>
            <a:off x="7677093" y="268843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b_small_bar_2219">
            <a:extLst>
              <a:ext uri="{FF2B5EF4-FFF2-40B4-BE49-F238E27FC236}">
                <a16:creationId xmlns:a16="http://schemas.microsoft.com/office/drawing/2014/main" id="{F90CBBF4-17B2-418B-B0C2-7B3C1DA41DDA}"/>
              </a:ext>
            </a:extLst>
          </p:cNvPr>
          <p:cNvSpPr>
            <a:spLocks noGrp="1"/>
          </p:cNvSpPr>
          <p:nvPr/>
        </p:nvSpPr>
        <p:spPr>
          <a:xfrm>
            <a:off x="7712027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b_small_bar_2220">
            <a:extLst>
              <a:ext uri="{FF2B5EF4-FFF2-40B4-BE49-F238E27FC236}">
                <a16:creationId xmlns:a16="http://schemas.microsoft.com/office/drawing/2014/main" id="{1A1E18DC-AA58-4F62-8AB4-974204E0CBAE}"/>
              </a:ext>
            </a:extLst>
          </p:cNvPr>
          <p:cNvSpPr>
            <a:spLocks noGrp="1"/>
          </p:cNvSpPr>
          <p:nvPr/>
        </p:nvSpPr>
        <p:spPr>
          <a:xfrm>
            <a:off x="7636003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b_small_bar_2221">
            <a:extLst>
              <a:ext uri="{FF2B5EF4-FFF2-40B4-BE49-F238E27FC236}">
                <a16:creationId xmlns:a16="http://schemas.microsoft.com/office/drawing/2014/main" id="{B89D18F9-D539-4684-AF0E-1E5C0A76F16D}"/>
              </a:ext>
            </a:extLst>
          </p:cNvPr>
          <p:cNvSpPr>
            <a:spLocks noGrp="1"/>
          </p:cNvSpPr>
          <p:nvPr/>
        </p:nvSpPr>
        <p:spPr>
          <a:xfrm>
            <a:off x="7861083" y="53782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b_small_bar_2222">
            <a:extLst>
              <a:ext uri="{FF2B5EF4-FFF2-40B4-BE49-F238E27FC236}">
                <a16:creationId xmlns:a16="http://schemas.microsoft.com/office/drawing/2014/main" id="{A080B785-F259-494D-927A-573F60F2422C}"/>
              </a:ext>
            </a:extLst>
          </p:cNvPr>
          <p:cNvSpPr>
            <a:spLocks noGrp="1"/>
          </p:cNvSpPr>
          <p:nvPr/>
        </p:nvSpPr>
        <p:spPr>
          <a:xfrm>
            <a:off x="768453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b_small_bar_2223">
            <a:extLst>
              <a:ext uri="{FF2B5EF4-FFF2-40B4-BE49-F238E27FC236}">
                <a16:creationId xmlns:a16="http://schemas.microsoft.com/office/drawing/2014/main" id="{9C8271C5-5E4F-4703-8A45-71FC35116BB0}"/>
              </a:ext>
            </a:extLst>
          </p:cNvPr>
          <p:cNvSpPr>
            <a:spLocks noGrp="1"/>
          </p:cNvSpPr>
          <p:nvPr/>
        </p:nvSpPr>
        <p:spPr>
          <a:xfrm>
            <a:off x="75720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b_small_bar_2224">
            <a:extLst>
              <a:ext uri="{FF2B5EF4-FFF2-40B4-BE49-F238E27FC236}">
                <a16:creationId xmlns:a16="http://schemas.microsoft.com/office/drawing/2014/main" id="{F37D2EB7-1274-4559-8D0F-C7C94699AEFD}"/>
              </a:ext>
            </a:extLst>
          </p:cNvPr>
          <p:cNvSpPr>
            <a:spLocks noGrp="1"/>
          </p:cNvSpPr>
          <p:nvPr/>
        </p:nvSpPr>
        <p:spPr>
          <a:xfrm>
            <a:off x="7664285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b_small_bar_2225">
            <a:extLst>
              <a:ext uri="{FF2B5EF4-FFF2-40B4-BE49-F238E27FC236}">
                <a16:creationId xmlns:a16="http://schemas.microsoft.com/office/drawing/2014/main" id="{DD868F94-A00B-4342-877D-27DFA3EC8A3A}"/>
              </a:ext>
            </a:extLst>
          </p:cNvPr>
          <p:cNvSpPr>
            <a:spLocks noGrp="1"/>
          </p:cNvSpPr>
          <p:nvPr/>
        </p:nvSpPr>
        <p:spPr>
          <a:xfrm>
            <a:off x="7665216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b_small_bar_2226">
            <a:extLst>
              <a:ext uri="{FF2B5EF4-FFF2-40B4-BE49-F238E27FC236}">
                <a16:creationId xmlns:a16="http://schemas.microsoft.com/office/drawing/2014/main" id="{7AB88D6F-09C9-47C2-AE95-A18CDE524CD1}"/>
              </a:ext>
            </a:extLst>
          </p:cNvPr>
          <p:cNvSpPr>
            <a:spLocks noGrp="1"/>
          </p:cNvSpPr>
          <p:nvPr/>
        </p:nvSpPr>
        <p:spPr>
          <a:xfrm>
            <a:off x="759464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b_small_bar_2227">
            <a:extLst>
              <a:ext uri="{FF2B5EF4-FFF2-40B4-BE49-F238E27FC236}">
                <a16:creationId xmlns:a16="http://schemas.microsoft.com/office/drawing/2014/main" id="{F85476C0-0327-489C-B465-4E4D0BE7E12F}"/>
              </a:ext>
            </a:extLst>
          </p:cNvPr>
          <p:cNvSpPr>
            <a:spLocks noGrp="1"/>
          </p:cNvSpPr>
          <p:nvPr/>
        </p:nvSpPr>
        <p:spPr>
          <a:xfrm>
            <a:off x="789578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b_small_bar_2228">
            <a:extLst>
              <a:ext uri="{FF2B5EF4-FFF2-40B4-BE49-F238E27FC236}">
                <a16:creationId xmlns:a16="http://schemas.microsoft.com/office/drawing/2014/main" id="{6D32B3A1-2E11-44F6-9525-DADCE644476C}"/>
              </a:ext>
            </a:extLst>
          </p:cNvPr>
          <p:cNvSpPr>
            <a:spLocks noGrp="1"/>
          </p:cNvSpPr>
          <p:nvPr/>
        </p:nvSpPr>
        <p:spPr>
          <a:xfrm>
            <a:off x="7758285" y="561865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b_small_bar_2229">
            <a:extLst>
              <a:ext uri="{FF2B5EF4-FFF2-40B4-BE49-F238E27FC236}">
                <a16:creationId xmlns:a16="http://schemas.microsoft.com/office/drawing/2014/main" id="{9C7AD6D5-4C4C-45D5-B92D-9998B6D4BFCE}"/>
              </a:ext>
            </a:extLst>
          </p:cNvPr>
          <p:cNvSpPr>
            <a:spLocks noGrp="1"/>
          </p:cNvSpPr>
          <p:nvPr/>
        </p:nvSpPr>
        <p:spPr>
          <a:xfrm>
            <a:off x="7554907" y="257067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b_small_bar_2230">
            <a:extLst>
              <a:ext uri="{FF2B5EF4-FFF2-40B4-BE49-F238E27FC236}">
                <a16:creationId xmlns:a16="http://schemas.microsoft.com/office/drawing/2014/main" id="{16006975-FD37-41BA-B900-54F43729A62C}"/>
              </a:ext>
            </a:extLst>
          </p:cNvPr>
          <p:cNvSpPr>
            <a:spLocks noGrp="1"/>
          </p:cNvSpPr>
          <p:nvPr/>
        </p:nvSpPr>
        <p:spPr>
          <a:xfrm>
            <a:off x="7906755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b_small_bar_2231">
            <a:extLst>
              <a:ext uri="{FF2B5EF4-FFF2-40B4-BE49-F238E27FC236}">
                <a16:creationId xmlns:a16="http://schemas.microsoft.com/office/drawing/2014/main" id="{EA446C3B-5EF7-4BDA-87D2-EA9F62DA693E}"/>
              </a:ext>
            </a:extLst>
          </p:cNvPr>
          <p:cNvSpPr>
            <a:spLocks noGrp="1"/>
          </p:cNvSpPr>
          <p:nvPr/>
        </p:nvSpPr>
        <p:spPr>
          <a:xfrm>
            <a:off x="7543835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b_small_bar_2232">
            <a:extLst>
              <a:ext uri="{FF2B5EF4-FFF2-40B4-BE49-F238E27FC236}">
                <a16:creationId xmlns:a16="http://schemas.microsoft.com/office/drawing/2014/main" id="{8556F229-112B-4BA5-8CA8-6DA3DFD3221E}"/>
              </a:ext>
            </a:extLst>
          </p:cNvPr>
          <p:cNvSpPr>
            <a:spLocks noGrp="1"/>
          </p:cNvSpPr>
          <p:nvPr/>
        </p:nvSpPr>
        <p:spPr>
          <a:xfrm>
            <a:off x="7839489" y="499251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b_small_bar_2233">
            <a:extLst>
              <a:ext uri="{FF2B5EF4-FFF2-40B4-BE49-F238E27FC236}">
                <a16:creationId xmlns:a16="http://schemas.microsoft.com/office/drawing/2014/main" id="{7E1381FD-E484-4FBA-A924-6A41016C79BA}"/>
              </a:ext>
            </a:extLst>
          </p:cNvPr>
          <p:cNvSpPr>
            <a:spLocks noGrp="1"/>
          </p:cNvSpPr>
          <p:nvPr/>
        </p:nvSpPr>
        <p:spPr>
          <a:xfrm>
            <a:off x="763478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b_small_bar_2234">
            <a:extLst>
              <a:ext uri="{FF2B5EF4-FFF2-40B4-BE49-F238E27FC236}">
                <a16:creationId xmlns:a16="http://schemas.microsoft.com/office/drawing/2014/main" id="{43CF07AD-D573-4321-A6DA-E5D035D3AF0E}"/>
              </a:ext>
            </a:extLst>
          </p:cNvPr>
          <p:cNvSpPr>
            <a:spLocks noGrp="1"/>
          </p:cNvSpPr>
          <p:nvPr/>
        </p:nvSpPr>
        <p:spPr>
          <a:xfrm>
            <a:off x="7636493" y="547909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b_small_bar_2235">
            <a:extLst>
              <a:ext uri="{FF2B5EF4-FFF2-40B4-BE49-F238E27FC236}">
                <a16:creationId xmlns:a16="http://schemas.microsoft.com/office/drawing/2014/main" id="{45C14E46-6DAC-4F87-9240-BE18241FF005}"/>
              </a:ext>
            </a:extLst>
          </p:cNvPr>
          <p:cNvSpPr>
            <a:spLocks noGrp="1"/>
          </p:cNvSpPr>
          <p:nvPr/>
        </p:nvSpPr>
        <p:spPr>
          <a:xfrm>
            <a:off x="7852748" y="439395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b_small_bar_2236">
            <a:extLst>
              <a:ext uri="{FF2B5EF4-FFF2-40B4-BE49-F238E27FC236}">
                <a16:creationId xmlns:a16="http://schemas.microsoft.com/office/drawing/2014/main" id="{CE4A108C-9DC9-4D08-A179-FC6F98417720}"/>
              </a:ext>
            </a:extLst>
          </p:cNvPr>
          <p:cNvSpPr>
            <a:spLocks noGrp="1"/>
          </p:cNvSpPr>
          <p:nvPr/>
        </p:nvSpPr>
        <p:spPr>
          <a:xfrm>
            <a:off x="7587094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b_small_bar_2237">
            <a:extLst>
              <a:ext uri="{FF2B5EF4-FFF2-40B4-BE49-F238E27FC236}">
                <a16:creationId xmlns:a16="http://schemas.microsoft.com/office/drawing/2014/main" id="{4071CFC3-FC22-456F-A4AA-F63CDE12951E}"/>
              </a:ext>
            </a:extLst>
          </p:cNvPr>
          <p:cNvSpPr>
            <a:spLocks noGrp="1"/>
          </p:cNvSpPr>
          <p:nvPr/>
        </p:nvSpPr>
        <p:spPr>
          <a:xfrm>
            <a:off x="7824346" y="3544955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b_small_bar_2238">
            <a:extLst>
              <a:ext uri="{FF2B5EF4-FFF2-40B4-BE49-F238E27FC236}">
                <a16:creationId xmlns:a16="http://schemas.microsoft.com/office/drawing/2014/main" id="{12E59579-2957-43B8-A333-281523A22CAA}"/>
              </a:ext>
            </a:extLst>
          </p:cNvPr>
          <p:cNvSpPr>
            <a:spLocks noGrp="1"/>
          </p:cNvSpPr>
          <p:nvPr/>
        </p:nvSpPr>
        <p:spPr>
          <a:xfrm>
            <a:off x="782051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b_small_bar_2239">
            <a:extLst>
              <a:ext uri="{FF2B5EF4-FFF2-40B4-BE49-F238E27FC236}">
                <a16:creationId xmlns:a16="http://schemas.microsoft.com/office/drawing/2014/main" id="{04567CF7-70B9-4563-8DE0-A68BE4354228}"/>
              </a:ext>
            </a:extLst>
          </p:cNvPr>
          <p:cNvSpPr>
            <a:spLocks noGrp="1"/>
          </p:cNvSpPr>
          <p:nvPr/>
        </p:nvSpPr>
        <p:spPr>
          <a:xfrm>
            <a:off x="7832430" y="429216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b_small_bar_2240">
            <a:extLst>
              <a:ext uri="{FF2B5EF4-FFF2-40B4-BE49-F238E27FC236}">
                <a16:creationId xmlns:a16="http://schemas.microsoft.com/office/drawing/2014/main" id="{1A7BBC05-39CE-438B-85DA-BE94892BC247}"/>
              </a:ext>
            </a:extLst>
          </p:cNvPr>
          <p:cNvSpPr>
            <a:spLocks noGrp="1"/>
          </p:cNvSpPr>
          <p:nvPr/>
        </p:nvSpPr>
        <p:spPr>
          <a:xfrm>
            <a:off x="7560404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b_small_bar_2241">
            <a:extLst>
              <a:ext uri="{FF2B5EF4-FFF2-40B4-BE49-F238E27FC236}">
                <a16:creationId xmlns:a16="http://schemas.microsoft.com/office/drawing/2014/main" id="{EB8BC96B-7FD0-4CAD-BC41-BC91B70F5E4F}"/>
              </a:ext>
            </a:extLst>
          </p:cNvPr>
          <p:cNvSpPr>
            <a:spLocks noGrp="1"/>
          </p:cNvSpPr>
          <p:nvPr/>
        </p:nvSpPr>
        <p:spPr>
          <a:xfrm>
            <a:off x="7623407" y="328950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b_small_bar_2242">
            <a:extLst>
              <a:ext uri="{FF2B5EF4-FFF2-40B4-BE49-F238E27FC236}">
                <a16:creationId xmlns:a16="http://schemas.microsoft.com/office/drawing/2014/main" id="{525B4D34-74C5-464F-AD42-0438FCE3AD1A}"/>
              </a:ext>
            </a:extLst>
          </p:cNvPr>
          <p:cNvSpPr>
            <a:spLocks noGrp="1"/>
          </p:cNvSpPr>
          <p:nvPr/>
        </p:nvSpPr>
        <p:spPr>
          <a:xfrm>
            <a:off x="76773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b_small_bar_2243">
            <a:extLst>
              <a:ext uri="{FF2B5EF4-FFF2-40B4-BE49-F238E27FC236}">
                <a16:creationId xmlns:a16="http://schemas.microsoft.com/office/drawing/2014/main" id="{BC6BD3DE-E822-4F70-8309-12BCFC542EC4}"/>
              </a:ext>
            </a:extLst>
          </p:cNvPr>
          <p:cNvSpPr>
            <a:spLocks noGrp="1"/>
          </p:cNvSpPr>
          <p:nvPr/>
        </p:nvSpPr>
        <p:spPr>
          <a:xfrm>
            <a:off x="7854852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b_small_bar_2244">
            <a:extLst>
              <a:ext uri="{FF2B5EF4-FFF2-40B4-BE49-F238E27FC236}">
                <a16:creationId xmlns:a16="http://schemas.microsoft.com/office/drawing/2014/main" id="{B840DAE7-1E4C-4CEB-A798-D5ECAB69DCDC}"/>
              </a:ext>
            </a:extLst>
          </p:cNvPr>
          <p:cNvSpPr>
            <a:spLocks noGrp="1"/>
          </p:cNvSpPr>
          <p:nvPr/>
        </p:nvSpPr>
        <p:spPr>
          <a:xfrm>
            <a:off x="780831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b_small_bar_2245">
            <a:extLst>
              <a:ext uri="{FF2B5EF4-FFF2-40B4-BE49-F238E27FC236}">
                <a16:creationId xmlns:a16="http://schemas.microsoft.com/office/drawing/2014/main" id="{DC264A10-440F-4F3F-883B-98AAD1FA8E59}"/>
              </a:ext>
            </a:extLst>
          </p:cNvPr>
          <p:cNvSpPr>
            <a:spLocks noGrp="1"/>
          </p:cNvSpPr>
          <p:nvPr/>
        </p:nvSpPr>
        <p:spPr>
          <a:xfrm>
            <a:off x="7747168" y="593418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b_small_bar_2246">
            <a:extLst>
              <a:ext uri="{FF2B5EF4-FFF2-40B4-BE49-F238E27FC236}">
                <a16:creationId xmlns:a16="http://schemas.microsoft.com/office/drawing/2014/main" id="{50382FBF-E739-42D8-9E57-D02DE2AF149E}"/>
              </a:ext>
            </a:extLst>
          </p:cNvPr>
          <p:cNvSpPr>
            <a:spLocks noGrp="1"/>
          </p:cNvSpPr>
          <p:nvPr/>
        </p:nvSpPr>
        <p:spPr>
          <a:xfrm>
            <a:off x="788637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b_small_bar_2247">
            <a:extLst>
              <a:ext uri="{FF2B5EF4-FFF2-40B4-BE49-F238E27FC236}">
                <a16:creationId xmlns:a16="http://schemas.microsoft.com/office/drawing/2014/main" id="{4CB5F4B1-A69D-406E-AE6B-767B8CA073A5}"/>
              </a:ext>
            </a:extLst>
          </p:cNvPr>
          <p:cNvSpPr>
            <a:spLocks noGrp="1"/>
          </p:cNvSpPr>
          <p:nvPr/>
        </p:nvSpPr>
        <p:spPr>
          <a:xfrm>
            <a:off x="77606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b_small_bar_2248">
            <a:extLst>
              <a:ext uri="{FF2B5EF4-FFF2-40B4-BE49-F238E27FC236}">
                <a16:creationId xmlns:a16="http://schemas.microsoft.com/office/drawing/2014/main" id="{4567D788-2A01-4C95-9CD5-B71E2E4D9619}"/>
              </a:ext>
            </a:extLst>
          </p:cNvPr>
          <p:cNvSpPr>
            <a:spLocks noGrp="1"/>
          </p:cNvSpPr>
          <p:nvPr/>
        </p:nvSpPr>
        <p:spPr>
          <a:xfrm>
            <a:off x="7677040" y="597282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b_small_bar_2249">
            <a:extLst>
              <a:ext uri="{FF2B5EF4-FFF2-40B4-BE49-F238E27FC236}">
                <a16:creationId xmlns:a16="http://schemas.microsoft.com/office/drawing/2014/main" id="{7922D66C-6D64-4D20-ACD7-E4BC4C21CDE1}"/>
              </a:ext>
            </a:extLst>
          </p:cNvPr>
          <p:cNvSpPr>
            <a:spLocks noGrp="1"/>
          </p:cNvSpPr>
          <p:nvPr/>
        </p:nvSpPr>
        <p:spPr>
          <a:xfrm>
            <a:off x="7896547" y="479216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b_small_bar_2250">
            <a:extLst>
              <a:ext uri="{FF2B5EF4-FFF2-40B4-BE49-F238E27FC236}">
                <a16:creationId xmlns:a16="http://schemas.microsoft.com/office/drawing/2014/main" id="{525AC835-2E53-49AD-88FC-881747AC5EFB}"/>
              </a:ext>
            </a:extLst>
          </p:cNvPr>
          <p:cNvSpPr>
            <a:spLocks noGrp="1"/>
          </p:cNvSpPr>
          <p:nvPr/>
        </p:nvSpPr>
        <p:spPr>
          <a:xfrm>
            <a:off x="76768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b_small_bar_2251">
            <a:extLst>
              <a:ext uri="{FF2B5EF4-FFF2-40B4-BE49-F238E27FC236}">
                <a16:creationId xmlns:a16="http://schemas.microsoft.com/office/drawing/2014/main" id="{A5D3DB60-EC62-4365-8BD6-20F341FF54A3}"/>
              </a:ext>
            </a:extLst>
          </p:cNvPr>
          <p:cNvSpPr>
            <a:spLocks noGrp="1"/>
          </p:cNvSpPr>
          <p:nvPr/>
        </p:nvSpPr>
        <p:spPr>
          <a:xfrm>
            <a:off x="7737933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b_small_bar_2252">
            <a:extLst>
              <a:ext uri="{FF2B5EF4-FFF2-40B4-BE49-F238E27FC236}">
                <a16:creationId xmlns:a16="http://schemas.microsoft.com/office/drawing/2014/main" id="{2B93909D-3078-4C85-A058-A2605F66FE0E}"/>
              </a:ext>
            </a:extLst>
          </p:cNvPr>
          <p:cNvSpPr>
            <a:spLocks noGrp="1"/>
          </p:cNvSpPr>
          <p:nvPr/>
        </p:nvSpPr>
        <p:spPr>
          <a:xfrm>
            <a:off x="7870651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b_small_bar_2253">
            <a:extLst>
              <a:ext uri="{FF2B5EF4-FFF2-40B4-BE49-F238E27FC236}">
                <a16:creationId xmlns:a16="http://schemas.microsoft.com/office/drawing/2014/main" id="{745EE6C5-F5A8-4D89-95F3-C09D9DCDB97C}"/>
              </a:ext>
            </a:extLst>
          </p:cNvPr>
          <p:cNvSpPr>
            <a:spLocks noGrp="1"/>
          </p:cNvSpPr>
          <p:nvPr/>
        </p:nvSpPr>
        <p:spPr>
          <a:xfrm>
            <a:off x="7730546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b_small_bar_2254">
            <a:extLst>
              <a:ext uri="{FF2B5EF4-FFF2-40B4-BE49-F238E27FC236}">
                <a16:creationId xmlns:a16="http://schemas.microsoft.com/office/drawing/2014/main" id="{B0E7FF44-1628-4529-BF45-0466C488598F}"/>
              </a:ext>
            </a:extLst>
          </p:cNvPr>
          <p:cNvSpPr>
            <a:spLocks noGrp="1"/>
          </p:cNvSpPr>
          <p:nvPr/>
        </p:nvSpPr>
        <p:spPr>
          <a:xfrm>
            <a:off x="7800018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b_small_bar_2255">
            <a:extLst>
              <a:ext uri="{FF2B5EF4-FFF2-40B4-BE49-F238E27FC236}">
                <a16:creationId xmlns:a16="http://schemas.microsoft.com/office/drawing/2014/main" id="{8E2883F6-2A1E-455D-812A-FA19B32CA665}"/>
              </a:ext>
            </a:extLst>
          </p:cNvPr>
          <p:cNvSpPr>
            <a:spLocks noGrp="1"/>
          </p:cNvSpPr>
          <p:nvPr/>
        </p:nvSpPr>
        <p:spPr>
          <a:xfrm>
            <a:off x="7516668" y="59609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b_small_bar_2256">
            <a:extLst>
              <a:ext uri="{FF2B5EF4-FFF2-40B4-BE49-F238E27FC236}">
                <a16:creationId xmlns:a16="http://schemas.microsoft.com/office/drawing/2014/main" id="{43596C39-7B82-4A61-B012-0268B0D3EDB7}"/>
              </a:ext>
            </a:extLst>
          </p:cNvPr>
          <p:cNvSpPr>
            <a:spLocks noGrp="1"/>
          </p:cNvSpPr>
          <p:nvPr/>
        </p:nvSpPr>
        <p:spPr>
          <a:xfrm>
            <a:off x="7888001" y="506765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b_small_bar_2257">
            <a:extLst>
              <a:ext uri="{FF2B5EF4-FFF2-40B4-BE49-F238E27FC236}">
                <a16:creationId xmlns:a16="http://schemas.microsoft.com/office/drawing/2014/main" id="{53B3FF9F-D8AB-4401-898F-F6E32BE9E3D4}"/>
              </a:ext>
            </a:extLst>
          </p:cNvPr>
          <p:cNvSpPr>
            <a:spLocks noGrp="1"/>
          </p:cNvSpPr>
          <p:nvPr/>
        </p:nvSpPr>
        <p:spPr>
          <a:xfrm>
            <a:off x="7630171" y="5930179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b_small_bar_2258">
            <a:extLst>
              <a:ext uri="{FF2B5EF4-FFF2-40B4-BE49-F238E27FC236}">
                <a16:creationId xmlns:a16="http://schemas.microsoft.com/office/drawing/2014/main" id="{E6DC8A0C-6BF5-4FE3-8371-7DD75CD0DED0}"/>
              </a:ext>
            </a:extLst>
          </p:cNvPr>
          <p:cNvSpPr>
            <a:spLocks noGrp="1"/>
          </p:cNvSpPr>
          <p:nvPr/>
        </p:nvSpPr>
        <p:spPr>
          <a:xfrm>
            <a:off x="760232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b_small_bar_2259">
            <a:extLst>
              <a:ext uri="{FF2B5EF4-FFF2-40B4-BE49-F238E27FC236}">
                <a16:creationId xmlns:a16="http://schemas.microsoft.com/office/drawing/2014/main" id="{13CC73CA-5CF7-400E-B169-5E97E327E38E}"/>
              </a:ext>
            </a:extLst>
          </p:cNvPr>
          <p:cNvSpPr>
            <a:spLocks noGrp="1"/>
          </p:cNvSpPr>
          <p:nvPr/>
        </p:nvSpPr>
        <p:spPr>
          <a:xfrm>
            <a:off x="7828748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b_small_bar_2260">
            <a:extLst>
              <a:ext uri="{FF2B5EF4-FFF2-40B4-BE49-F238E27FC236}">
                <a16:creationId xmlns:a16="http://schemas.microsoft.com/office/drawing/2014/main" id="{74D9BD8D-EB88-422E-9728-AA7F40EA3A0A}"/>
              </a:ext>
            </a:extLst>
          </p:cNvPr>
          <p:cNvSpPr>
            <a:spLocks noGrp="1"/>
          </p:cNvSpPr>
          <p:nvPr/>
        </p:nvSpPr>
        <p:spPr>
          <a:xfrm>
            <a:off x="7868969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b_small_bar_2261">
            <a:extLst>
              <a:ext uri="{FF2B5EF4-FFF2-40B4-BE49-F238E27FC236}">
                <a16:creationId xmlns:a16="http://schemas.microsoft.com/office/drawing/2014/main" id="{6EB6D3B7-24E1-44C5-8349-8BB5A90710E8}"/>
              </a:ext>
            </a:extLst>
          </p:cNvPr>
          <p:cNvSpPr>
            <a:spLocks noGrp="1"/>
          </p:cNvSpPr>
          <p:nvPr/>
        </p:nvSpPr>
        <p:spPr>
          <a:xfrm>
            <a:off x="787747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b_small_bar_2262">
            <a:extLst>
              <a:ext uri="{FF2B5EF4-FFF2-40B4-BE49-F238E27FC236}">
                <a16:creationId xmlns:a16="http://schemas.microsoft.com/office/drawing/2014/main" id="{AB261CE9-AA6E-4C75-BC07-3538027D7C6F}"/>
              </a:ext>
            </a:extLst>
          </p:cNvPr>
          <p:cNvSpPr>
            <a:spLocks noGrp="1"/>
          </p:cNvSpPr>
          <p:nvPr/>
        </p:nvSpPr>
        <p:spPr>
          <a:xfrm>
            <a:off x="7726386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b_small_bar_2263">
            <a:extLst>
              <a:ext uri="{FF2B5EF4-FFF2-40B4-BE49-F238E27FC236}">
                <a16:creationId xmlns:a16="http://schemas.microsoft.com/office/drawing/2014/main" id="{A24EFBC6-8A58-41C7-AF4F-F19FD54AD003}"/>
              </a:ext>
            </a:extLst>
          </p:cNvPr>
          <p:cNvSpPr>
            <a:spLocks noGrp="1"/>
          </p:cNvSpPr>
          <p:nvPr/>
        </p:nvSpPr>
        <p:spPr>
          <a:xfrm>
            <a:off x="7699131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b_small_bar_2264">
            <a:extLst>
              <a:ext uri="{FF2B5EF4-FFF2-40B4-BE49-F238E27FC236}">
                <a16:creationId xmlns:a16="http://schemas.microsoft.com/office/drawing/2014/main" id="{B27C48C4-E5F2-471B-8665-4B89C1A9F4D0}"/>
              </a:ext>
            </a:extLst>
          </p:cNvPr>
          <p:cNvSpPr>
            <a:spLocks noGrp="1"/>
          </p:cNvSpPr>
          <p:nvPr/>
        </p:nvSpPr>
        <p:spPr>
          <a:xfrm>
            <a:off x="7534027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b_small_bar_2265">
            <a:extLst>
              <a:ext uri="{FF2B5EF4-FFF2-40B4-BE49-F238E27FC236}">
                <a16:creationId xmlns:a16="http://schemas.microsoft.com/office/drawing/2014/main" id="{31CB80C9-95FB-422C-B2E3-D17D944E8B8B}"/>
              </a:ext>
            </a:extLst>
          </p:cNvPr>
          <p:cNvSpPr>
            <a:spLocks noGrp="1"/>
          </p:cNvSpPr>
          <p:nvPr/>
        </p:nvSpPr>
        <p:spPr>
          <a:xfrm>
            <a:off x="7808787" y="449163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b_small_bar_2266">
            <a:extLst>
              <a:ext uri="{FF2B5EF4-FFF2-40B4-BE49-F238E27FC236}">
                <a16:creationId xmlns:a16="http://schemas.microsoft.com/office/drawing/2014/main" id="{7F8AA0B5-2F9E-4A11-954B-B164AC561903}"/>
              </a:ext>
            </a:extLst>
          </p:cNvPr>
          <p:cNvSpPr>
            <a:spLocks noGrp="1"/>
          </p:cNvSpPr>
          <p:nvPr/>
        </p:nvSpPr>
        <p:spPr>
          <a:xfrm>
            <a:off x="7668573" y="53932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b_small_bar_2267">
            <a:extLst>
              <a:ext uri="{FF2B5EF4-FFF2-40B4-BE49-F238E27FC236}">
                <a16:creationId xmlns:a16="http://schemas.microsoft.com/office/drawing/2014/main" id="{27EF6C14-5EBB-4E24-BCF3-41F77FAC486E}"/>
              </a:ext>
            </a:extLst>
          </p:cNvPr>
          <p:cNvSpPr>
            <a:spLocks noGrp="1"/>
          </p:cNvSpPr>
          <p:nvPr/>
        </p:nvSpPr>
        <p:spPr>
          <a:xfrm>
            <a:off x="7654908" y="5152802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b_small_bar_2268">
            <a:extLst>
              <a:ext uri="{FF2B5EF4-FFF2-40B4-BE49-F238E27FC236}">
                <a16:creationId xmlns:a16="http://schemas.microsoft.com/office/drawing/2014/main" id="{7C79C513-3E96-450B-879F-2C6A038C8BE1}"/>
              </a:ext>
            </a:extLst>
          </p:cNvPr>
          <p:cNvSpPr>
            <a:spLocks noGrp="1"/>
          </p:cNvSpPr>
          <p:nvPr/>
        </p:nvSpPr>
        <p:spPr>
          <a:xfrm>
            <a:off x="7668580" y="5994293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b_small_bar_2269">
            <a:extLst>
              <a:ext uri="{FF2B5EF4-FFF2-40B4-BE49-F238E27FC236}">
                <a16:creationId xmlns:a16="http://schemas.microsoft.com/office/drawing/2014/main" id="{F8D24D28-D44B-4CF6-AB7B-769E05E36EC4}"/>
              </a:ext>
            </a:extLst>
          </p:cNvPr>
          <p:cNvSpPr>
            <a:spLocks noGrp="1"/>
          </p:cNvSpPr>
          <p:nvPr/>
        </p:nvSpPr>
        <p:spPr>
          <a:xfrm>
            <a:off x="7843240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b_small_bar_2270">
            <a:extLst>
              <a:ext uri="{FF2B5EF4-FFF2-40B4-BE49-F238E27FC236}">
                <a16:creationId xmlns:a16="http://schemas.microsoft.com/office/drawing/2014/main" id="{267EAA1A-0B58-4572-8ED8-9477C94EA919}"/>
              </a:ext>
            </a:extLst>
          </p:cNvPr>
          <p:cNvSpPr>
            <a:spLocks noGrp="1"/>
          </p:cNvSpPr>
          <p:nvPr/>
        </p:nvSpPr>
        <p:spPr>
          <a:xfrm>
            <a:off x="7546923" y="3851928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b_small_bar_2271">
            <a:extLst>
              <a:ext uri="{FF2B5EF4-FFF2-40B4-BE49-F238E27FC236}">
                <a16:creationId xmlns:a16="http://schemas.microsoft.com/office/drawing/2014/main" id="{1EB9B153-5F49-43C3-8D95-9843A1D7CA4C}"/>
              </a:ext>
            </a:extLst>
          </p:cNvPr>
          <p:cNvSpPr>
            <a:spLocks noGrp="1"/>
          </p:cNvSpPr>
          <p:nvPr/>
        </p:nvSpPr>
        <p:spPr>
          <a:xfrm>
            <a:off x="7697114" y="2387907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b_small_bar_2272">
            <a:extLst>
              <a:ext uri="{FF2B5EF4-FFF2-40B4-BE49-F238E27FC236}">
                <a16:creationId xmlns:a16="http://schemas.microsoft.com/office/drawing/2014/main" id="{4B0847F1-20F7-4A87-B080-BD54DFA7807D}"/>
              </a:ext>
            </a:extLst>
          </p:cNvPr>
          <p:cNvSpPr>
            <a:spLocks noGrp="1"/>
          </p:cNvSpPr>
          <p:nvPr/>
        </p:nvSpPr>
        <p:spPr>
          <a:xfrm>
            <a:off x="7846940" y="5092696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b_small_bar_2273">
            <a:extLst>
              <a:ext uri="{FF2B5EF4-FFF2-40B4-BE49-F238E27FC236}">
                <a16:creationId xmlns:a16="http://schemas.microsoft.com/office/drawing/2014/main" id="{67F54002-35C7-4FCF-874B-E0CE5AEB7016}"/>
              </a:ext>
            </a:extLst>
          </p:cNvPr>
          <p:cNvSpPr>
            <a:spLocks noGrp="1"/>
          </p:cNvSpPr>
          <p:nvPr/>
        </p:nvSpPr>
        <p:spPr>
          <a:xfrm>
            <a:off x="7554598" y="4191100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b_small_bar_2274">
            <a:extLst>
              <a:ext uri="{FF2B5EF4-FFF2-40B4-BE49-F238E27FC236}">
                <a16:creationId xmlns:a16="http://schemas.microsoft.com/office/drawing/2014/main" id="{1958B5B9-7B0A-4ACD-A754-4D93B78B126F}"/>
              </a:ext>
            </a:extLst>
          </p:cNvPr>
          <p:cNvSpPr>
            <a:spLocks noGrp="1"/>
          </p:cNvSpPr>
          <p:nvPr/>
        </p:nvSpPr>
        <p:spPr>
          <a:xfrm>
            <a:off x="7792762" y="5736694"/>
            <a:ext cx="78548" cy="78548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b_small_bar_2275">
            <a:extLst>
              <a:ext uri="{FF2B5EF4-FFF2-40B4-BE49-F238E27FC236}">
                <a16:creationId xmlns:a16="http://schemas.microsoft.com/office/drawing/2014/main" id="{76862E73-078D-4C78-A7BC-91C03F832E35}"/>
              </a:ext>
            </a:extLst>
          </p:cNvPr>
          <p:cNvSpPr>
            <a:spLocks noGrp="1"/>
          </p:cNvSpPr>
          <p:nvPr/>
        </p:nvSpPr>
        <p:spPr>
          <a:xfrm>
            <a:off x="3452963" y="59739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b_small_bar_2276">
            <a:extLst>
              <a:ext uri="{FF2B5EF4-FFF2-40B4-BE49-F238E27FC236}">
                <a16:creationId xmlns:a16="http://schemas.microsoft.com/office/drawing/2014/main" id="{6217E106-A873-4E0D-95E1-334B4238445D}"/>
              </a:ext>
            </a:extLst>
          </p:cNvPr>
          <p:cNvSpPr>
            <a:spLocks noGrp="1"/>
          </p:cNvSpPr>
          <p:nvPr/>
        </p:nvSpPr>
        <p:spPr>
          <a:xfrm>
            <a:off x="3316254" y="589562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b_small_bar_2277">
            <a:extLst>
              <a:ext uri="{FF2B5EF4-FFF2-40B4-BE49-F238E27FC236}">
                <a16:creationId xmlns:a16="http://schemas.microsoft.com/office/drawing/2014/main" id="{DBAE0B63-0C2F-4BAC-90EB-0C34DC82695B}"/>
              </a:ext>
            </a:extLst>
          </p:cNvPr>
          <p:cNvSpPr>
            <a:spLocks noGrp="1"/>
          </p:cNvSpPr>
          <p:nvPr/>
        </p:nvSpPr>
        <p:spPr>
          <a:xfrm>
            <a:off x="343027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b_small_bar_2278">
            <a:extLst>
              <a:ext uri="{FF2B5EF4-FFF2-40B4-BE49-F238E27FC236}">
                <a16:creationId xmlns:a16="http://schemas.microsoft.com/office/drawing/2014/main" id="{15024340-F1C9-456D-AA1B-C080240CE399}"/>
              </a:ext>
            </a:extLst>
          </p:cNvPr>
          <p:cNvSpPr>
            <a:spLocks noGrp="1"/>
          </p:cNvSpPr>
          <p:nvPr/>
        </p:nvSpPr>
        <p:spPr>
          <a:xfrm>
            <a:off x="3531194" y="59340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b_small_bar_2279">
            <a:extLst>
              <a:ext uri="{FF2B5EF4-FFF2-40B4-BE49-F238E27FC236}">
                <a16:creationId xmlns:a16="http://schemas.microsoft.com/office/drawing/2014/main" id="{1029E583-1081-4723-8B44-B3D428A575C7}"/>
              </a:ext>
            </a:extLst>
          </p:cNvPr>
          <p:cNvSpPr>
            <a:spLocks noGrp="1"/>
          </p:cNvSpPr>
          <p:nvPr/>
        </p:nvSpPr>
        <p:spPr>
          <a:xfrm>
            <a:off x="3351396" y="59750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b_small_bar_2280">
            <a:extLst>
              <a:ext uri="{FF2B5EF4-FFF2-40B4-BE49-F238E27FC236}">
                <a16:creationId xmlns:a16="http://schemas.microsoft.com/office/drawing/2014/main" id="{FF83DC5F-7A66-494C-A40E-12E9B2144032}"/>
              </a:ext>
            </a:extLst>
          </p:cNvPr>
          <p:cNvSpPr>
            <a:spLocks noGrp="1"/>
          </p:cNvSpPr>
          <p:nvPr/>
        </p:nvSpPr>
        <p:spPr>
          <a:xfrm>
            <a:off x="3353756" y="4802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b_small_bar_2281">
            <a:extLst>
              <a:ext uri="{FF2B5EF4-FFF2-40B4-BE49-F238E27FC236}">
                <a16:creationId xmlns:a16="http://schemas.microsoft.com/office/drawing/2014/main" id="{04423E59-C312-4942-82F1-9533C069A497}"/>
              </a:ext>
            </a:extLst>
          </p:cNvPr>
          <p:cNvSpPr>
            <a:spLocks noGrp="1"/>
          </p:cNvSpPr>
          <p:nvPr/>
        </p:nvSpPr>
        <p:spPr>
          <a:xfrm>
            <a:off x="3319390" y="55382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b_small_bar_2282">
            <a:extLst>
              <a:ext uri="{FF2B5EF4-FFF2-40B4-BE49-F238E27FC236}">
                <a16:creationId xmlns:a16="http://schemas.microsoft.com/office/drawing/2014/main" id="{21EBEA45-28A8-4E10-B740-E2FAE5E67C57}"/>
              </a:ext>
            </a:extLst>
          </p:cNvPr>
          <p:cNvSpPr>
            <a:spLocks noGrp="1"/>
          </p:cNvSpPr>
          <p:nvPr/>
        </p:nvSpPr>
        <p:spPr>
          <a:xfrm>
            <a:off x="3222785" y="59732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b_small_bar_2283">
            <a:extLst>
              <a:ext uri="{FF2B5EF4-FFF2-40B4-BE49-F238E27FC236}">
                <a16:creationId xmlns:a16="http://schemas.microsoft.com/office/drawing/2014/main" id="{13C21A30-C6DF-47F9-B82F-3C8DCB929845}"/>
              </a:ext>
            </a:extLst>
          </p:cNvPr>
          <p:cNvSpPr>
            <a:spLocks noGrp="1"/>
          </p:cNvSpPr>
          <p:nvPr/>
        </p:nvSpPr>
        <p:spPr>
          <a:xfrm>
            <a:off x="3475831" y="53795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b_small_bar_2284">
            <a:extLst>
              <a:ext uri="{FF2B5EF4-FFF2-40B4-BE49-F238E27FC236}">
                <a16:creationId xmlns:a16="http://schemas.microsoft.com/office/drawing/2014/main" id="{AD0D6F24-D0DE-49D3-AA2C-93B61AA047B6}"/>
              </a:ext>
            </a:extLst>
          </p:cNvPr>
          <p:cNvSpPr>
            <a:spLocks noGrp="1"/>
          </p:cNvSpPr>
          <p:nvPr/>
        </p:nvSpPr>
        <p:spPr>
          <a:xfrm>
            <a:off x="3407470" y="59592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b_small_bar_2285">
            <a:extLst>
              <a:ext uri="{FF2B5EF4-FFF2-40B4-BE49-F238E27FC236}">
                <a16:creationId xmlns:a16="http://schemas.microsoft.com/office/drawing/2014/main" id="{D1CC038F-E131-42E7-BFC3-CFB99F4912D9}"/>
              </a:ext>
            </a:extLst>
          </p:cNvPr>
          <p:cNvSpPr>
            <a:spLocks noGrp="1"/>
          </p:cNvSpPr>
          <p:nvPr/>
        </p:nvSpPr>
        <p:spPr>
          <a:xfrm>
            <a:off x="3380048" y="527571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b_small_bar_2286">
            <a:extLst>
              <a:ext uri="{FF2B5EF4-FFF2-40B4-BE49-F238E27FC236}">
                <a16:creationId xmlns:a16="http://schemas.microsoft.com/office/drawing/2014/main" id="{3899F9F4-3634-4357-9718-0201E1CCC3D5}"/>
              </a:ext>
            </a:extLst>
          </p:cNvPr>
          <p:cNvSpPr>
            <a:spLocks noGrp="1"/>
          </p:cNvSpPr>
          <p:nvPr/>
        </p:nvSpPr>
        <p:spPr>
          <a:xfrm>
            <a:off x="3214340" y="5813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b_small_bar_2287">
            <a:extLst>
              <a:ext uri="{FF2B5EF4-FFF2-40B4-BE49-F238E27FC236}">
                <a16:creationId xmlns:a16="http://schemas.microsoft.com/office/drawing/2014/main" id="{3B002A4D-9D60-4853-A93F-E04C747DB1DC}"/>
              </a:ext>
            </a:extLst>
          </p:cNvPr>
          <p:cNvSpPr>
            <a:spLocks noGrp="1"/>
          </p:cNvSpPr>
          <p:nvPr/>
        </p:nvSpPr>
        <p:spPr>
          <a:xfrm>
            <a:off x="3539560" y="58612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b_small_bar_2288">
            <a:extLst>
              <a:ext uri="{FF2B5EF4-FFF2-40B4-BE49-F238E27FC236}">
                <a16:creationId xmlns:a16="http://schemas.microsoft.com/office/drawing/2014/main" id="{4693E34B-069D-47B0-82A1-A77FD833CBED}"/>
              </a:ext>
            </a:extLst>
          </p:cNvPr>
          <p:cNvSpPr>
            <a:spLocks noGrp="1"/>
          </p:cNvSpPr>
          <p:nvPr/>
        </p:nvSpPr>
        <p:spPr>
          <a:xfrm>
            <a:off x="35731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b_small_bar_2289">
            <a:extLst>
              <a:ext uri="{FF2B5EF4-FFF2-40B4-BE49-F238E27FC236}">
                <a16:creationId xmlns:a16="http://schemas.microsoft.com/office/drawing/2014/main" id="{AB4D0E7E-6928-4204-9528-D75C7A15407E}"/>
              </a:ext>
            </a:extLst>
          </p:cNvPr>
          <p:cNvSpPr>
            <a:spLocks noGrp="1"/>
          </p:cNvSpPr>
          <p:nvPr/>
        </p:nvSpPr>
        <p:spPr>
          <a:xfrm>
            <a:off x="3245610" y="47891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b_small_bar_2290">
            <a:extLst>
              <a:ext uri="{FF2B5EF4-FFF2-40B4-BE49-F238E27FC236}">
                <a16:creationId xmlns:a16="http://schemas.microsoft.com/office/drawing/2014/main" id="{52524EB9-692E-4D04-9DBE-65032FE8091D}"/>
              </a:ext>
            </a:extLst>
          </p:cNvPr>
          <p:cNvSpPr>
            <a:spLocks noGrp="1"/>
          </p:cNvSpPr>
          <p:nvPr/>
        </p:nvSpPr>
        <p:spPr>
          <a:xfrm>
            <a:off x="3192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b_small_bar_2291">
            <a:extLst>
              <a:ext uri="{FF2B5EF4-FFF2-40B4-BE49-F238E27FC236}">
                <a16:creationId xmlns:a16="http://schemas.microsoft.com/office/drawing/2014/main" id="{0A8DF684-1326-45AC-BBBB-1ABA184EAFA6}"/>
              </a:ext>
            </a:extLst>
          </p:cNvPr>
          <p:cNvSpPr>
            <a:spLocks noGrp="1"/>
          </p:cNvSpPr>
          <p:nvPr/>
        </p:nvSpPr>
        <p:spPr>
          <a:xfrm>
            <a:off x="3540515" y="59057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b_small_bar_2292">
            <a:extLst>
              <a:ext uri="{FF2B5EF4-FFF2-40B4-BE49-F238E27FC236}">
                <a16:creationId xmlns:a16="http://schemas.microsoft.com/office/drawing/2014/main" id="{96D26CA1-D6F0-43D2-A32F-077C4D17C126}"/>
              </a:ext>
            </a:extLst>
          </p:cNvPr>
          <p:cNvSpPr>
            <a:spLocks noGrp="1"/>
          </p:cNvSpPr>
          <p:nvPr/>
        </p:nvSpPr>
        <p:spPr>
          <a:xfrm>
            <a:off x="3287828" y="54978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b_small_bar_2293">
            <a:extLst>
              <a:ext uri="{FF2B5EF4-FFF2-40B4-BE49-F238E27FC236}">
                <a16:creationId xmlns:a16="http://schemas.microsoft.com/office/drawing/2014/main" id="{B1B9FF8B-FADC-4F2B-8931-435282E196B0}"/>
              </a:ext>
            </a:extLst>
          </p:cNvPr>
          <p:cNvSpPr>
            <a:spLocks noGrp="1"/>
          </p:cNvSpPr>
          <p:nvPr/>
        </p:nvSpPr>
        <p:spPr>
          <a:xfrm>
            <a:off x="3284984" y="50121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b_small_bar_2294">
            <a:extLst>
              <a:ext uri="{FF2B5EF4-FFF2-40B4-BE49-F238E27FC236}">
                <a16:creationId xmlns:a16="http://schemas.microsoft.com/office/drawing/2014/main" id="{55B8E4F8-7CD3-4693-A8EC-42B75B2C15C3}"/>
              </a:ext>
            </a:extLst>
          </p:cNvPr>
          <p:cNvSpPr>
            <a:spLocks noGrp="1"/>
          </p:cNvSpPr>
          <p:nvPr/>
        </p:nvSpPr>
        <p:spPr>
          <a:xfrm>
            <a:off x="34183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b_small_bar_2295">
            <a:extLst>
              <a:ext uri="{FF2B5EF4-FFF2-40B4-BE49-F238E27FC236}">
                <a16:creationId xmlns:a16="http://schemas.microsoft.com/office/drawing/2014/main" id="{8BEC68FC-B7CC-4BAF-A002-8EDE975579BF}"/>
              </a:ext>
            </a:extLst>
          </p:cNvPr>
          <p:cNvSpPr>
            <a:spLocks noGrp="1"/>
          </p:cNvSpPr>
          <p:nvPr/>
        </p:nvSpPr>
        <p:spPr>
          <a:xfrm>
            <a:off x="3442865" y="59917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b_small_bar_2296">
            <a:extLst>
              <a:ext uri="{FF2B5EF4-FFF2-40B4-BE49-F238E27FC236}">
                <a16:creationId xmlns:a16="http://schemas.microsoft.com/office/drawing/2014/main" id="{71BC59B8-46A5-4BA5-B426-F1ED6B44FF4B}"/>
              </a:ext>
            </a:extLst>
          </p:cNvPr>
          <p:cNvSpPr>
            <a:spLocks noGrp="1"/>
          </p:cNvSpPr>
          <p:nvPr/>
        </p:nvSpPr>
        <p:spPr>
          <a:xfrm>
            <a:off x="357935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b_small_bar_2297">
            <a:extLst>
              <a:ext uri="{FF2B5EF4-FFF2-40B4-BE49-F238E27FC236}">
                <a16:creationId xmlns:a16="http://schemas.microsoft.com/office/drawing/2014/main" id="{899D46BB-4F60-4A6B-A732-F7F6C9F314C2}"/>
              </a:ext>
            </a:extLst>
          </p:cNvPr>
          <p:cNvSpPr>
            <a:spLocks noGrp="1"/>
          </p:cNvSpPr>
          <p:nvPr/>
        </p:nvSpPr>
        <p:spPr>
          <a:xfrm>
            <a:off x="3383377" y="57018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b_small_bar_2298">
            <a:extLst>
              <a:ext uri="{FF2B5EF4-FFF2-40B4-BE49-F238E27FC236}">
                <a16:creationId xmlns:a16="http://schemas.microsoft.com/office/drawing/2014/main" id="{9F543A57-5986-4051-AB76-40EB63C6C6D2}"/>
              </a:ext>
            </a:extLst>
          </p:cNvPr>
          <p:cNvSpPr>
            <a:spLocks noGrp="1"/>
          </p:cNvSpPr>
          <p:nvPr/>
        </p:nvSpPr>
        <p:spPr>
          <a:xfrm>
            <a:off x="3427047" y="38105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b_small_bar_2299">
            <a:extLst>
              <a:ext uri="{FF2B5EF4-FFF2-40B4-BE49-F238E27FC236}">
                <a16:creationId xmlns:a16="http://schemas.microsoft.com/office/drawing/2014/main" id="{956E2909-4928-430C-939A-D152C2E45266}"/>
              </a:ext>
            </a:extLst>
          </p:cNvPr>
          <p:cNvSpPr>
            <a:spLocks noGrp="1"/>
          </p:cNvSpPr>
          <p:nvPr/>
        </p:nvSpPr>
        <p:spPr>
          <a:xfrm>
            <a:off x="335660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b_small_bar_2300">
            <a:extLst>
              <a:ext uri="{FF2B5EF4-FFF2-40B4-BE49-F238E27FC236}">
                <a16:creationId xmlns:a16="http://schemas.microsoft.com/office/drawing/2014/main" id="{8C4E95F3-DDB5-49FE-89BE-240BA4F1D74E}"/>
              </a:ext>
            </a:extLst>
          </p:cNvPr>
          <p:cNvSpPr>
            <a:spLocks noGrp="1"/>
          </p:cNvSpPr>
          <p:nvPr/>
        </p:nvSpPr>
        <p:spPr>
          <a:xfrm>
            <a:off x="3225671" y="596586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b_small_bar_2301">
            <a:extLst>
              <a:ext uri="{FF2B5EF4-FFF2-40B4-BE49-F238E27FC236}">
                <a16:creationId xmlns:a16="http://schemas.microsoft.com/office/drawing/2014/main" id="{B29491CC-7022-497C-A3F7-3F2663CA76C6}"/>
              </a:ext>
            </a:extLst>
          </p:cNvPr>
          <p:cNvSpPr>
            <a:spLocks noGrp="1"/>
          </p:cNvSpPr>
          <p:nvPr/>
        </p:nvSpPr>
        <p:spPr>
          <a:xfrm>
            <a:off x="322712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b_small_bar_2302">
            <a:extLst>
              <a:ext uri="{FF2B5EF4-FFF2-40B4-BE49-F238E27FC236}">
                <a16:creationId xmlns:a16="http://schemas.microsoft.com/office/drawing/2014/main" id="{F93A2958-3AA1-41DA-834C-51CAD4DF063D}"/>
              </a:ext>
            </a:extLst>
          </p:cNvPr>
          <p:cNvSpPr>
            <a:spLocks noGrp="1"/>
          </p:cNvSpPr>
          <p:nvPr/>
        </p:nvSpPr>
        <p:spPr>
          <a:xfrm>
            <a:off x="3318695" y="3789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b_small_bar_2303">
            <a:extLst>
              <a:ext uri="{FF2B5EF4-FFF2-40B4-BE49-F238E27FC236}">
                <a16:creationId xmlns:a16="http://schemas.microsoft.com/office/drawing/2014/main" id="{AD235411-6BB8-48B4-8543-E4669729F271}"/>
              </a:ext>
            </a:extLst>
          </p:cNvPr>
          <p:cNvSpPr>
            <a:spLocks noGrp="1"/>
          </p:cNvSpPr>
          <p:nvPr/>
        </p:nvSpPr>
        <p:spPr>
          <a:xfrm>
            <a:off x="3217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b_small_bar_2304">
            <a:extLst>
              <a:ext uri="{FF2B5EF4-FFF2-40B4-BE49-F238E27FC236}">
                <a16:creationId xmlns:a16="http://schemas.microsoft.com/office/drawing/2014/main" id="{F0A9EAFC-E8D4-4671-8117-A00ADD063954}"/>
              </a:ext>
            </a:extLst>
          </p:cNvPr>
          <p:cNvSpPr>
            <a:spLocks noGrp="1"/>
          </p:cNvSpPr>
          <p:nvPr/>
        </p:nvSpPr>
        <p:spPr>
          <a:xfrm>
            <a:off x="3276719" y="578026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b_small_bar_2305">
            <a:extLst>
              <a:ext uri="{FF2B5EF4-FFF2-40B4-BE49-F238E27FC236}">
                <a16:creationId xmlns:a16="http://schemas.microsoft.com/office/drawing/2014/main" id="{A6889656-6F50-4962-A4E4-D361957B2B0F}"/>
              </a:ext>
            </a:extLst>
          </p:cNvPr>
          <p:cNvSpPr>
            <a:spLocks noGrp="1"/>
          </p:cNvSpPr>
          <p:nvPr/>
        </p:nvSpPr>
        <p:spPr>
          <a:xfrm>
            <a:off x="3508176" y="57102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b_small_bar_2306">
            <a:extLst>
              <a:ext uri="{FF2B5EF4-FFF2-40B4-BE49-F238E27FC236}">
                <a16:creationId xmlns:a16="http://schemas.microsoft.com/office/drawing/2014/main" id="{F92EB2EB-F93B-473C-8EE5-23B0F481F42F}"/>
              </a:ext>
            </a:extLst>
          </p:cNvPr>
          <p:cNvSpPr>
            <a:spLocks noGrp="1"/>
          </p:cNvSpPr>
          <p:nvPr/>
        </p:nvSpPr>
        <p:spPr>
          <a:xfrm>
            <a:off x="3369464" y="54580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b_small_bar_2307">
            <a:extLst>
              <a:ext uri="{FF2B5EF4-FFF2-40B4-BE49-F238E27FC236}">
                <a16:creationId xmlns:a16="http://schemas.microsoft.com/office/drawing/2014/main" id="{09FAE7A0-8792-4AC0-9323-8541BA282507}"/>
              </a:ext>
            </a:extLst>
          </p:cNvPr>
          <p:cNvSpPr>
            <a:spLocks noGrp="1"/>
          </p:cNvSpPr>
          <p:nvPr/>
        </p:nvSpPr>
        <p:spPr>
          <a:xfrm>
            <a:off x="3417500" y="378715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b_small_bar_2308">
            <a:extLst>
              <a:ext uri="{FF2B5EF4-FFF2-40B4-BE49-F238E27FC236}">
                <a16:creationId xmlns:a16="http://schemas.microsoft.com/office/drawing/2014/main" id="{A4F2F761-33D6-4FCD-95AA-7CF45828F7F1}"/>
              </a:ext>
            </a:extLst>
          </p:cNvPr>
          <p:cNvSpPr>
            <a:spLocks noGrp="1"/>
          </p:cNvSpPr>
          <p:nvPr/>
        </p:nvSpPr>
        <p:spPr>
          <a:xfrm>
            <a:off x="3487555" y="597831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b_small_bar_2309">
            <a:extLst>
              <a:ext uri="{FF2B5EF4-FFF2-40B4-BE49-F238E27FC236}">
                <a16:creationId xmlns:a16="http://schemas.microsoft.com/office/drawing/2014/main" id="{F3DF729F-867E-471B-A1E0-F5C9BB0D9BCD}"/>
              </a:ext>
            </a:extLst>
          </p:cNvPr>
          <p:cNvSpPr>
            <a:spLocks noGrp="1"/>
          </p:cNvSpPr>
          <p:nvPr/>
        </p:nvSpPr>
        <p:spPr>
          <a:xfrm>
            <a:off x="3328332" y="59884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b_small_bar_2310">
            <a:extLst>
              <a:ext uri="{FF2B5EF4-FFF2-40B4-BE49-F238E27FC236}">
                <a16:creationId xmlns:a16="http://schemas.microsoft.com/office/drawing/2014/main" id="{9F7D3E81-D72C-4E29-BBBD-E913147C176A}"/>
              </a:ext>
            </a:extLst>
          </p:cNvPr>
          <p:cNvSpPr>
            <a:spLocks noGrp="1"/>
          </p:cNvSpPr>
          <p:nvPr/>
        </p:nvSpPr>
        <p:spPr>
          <a:xfrm>
            <a:off x="34547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b_small_bar_2311">
            <a:extLst>
              <a:ext uri="{FF2B5EF4-FFF2-40B4-BE49-F238E27FC236}">
                <a16:creationId xmlns:a16="http://schemas.microsoft.com/office/drawing/2014/main" id="{DDE1AB7E-8655-4572-A22D-9D10B2839E8A}"/>
              </a:ext>
            </a:extLst>
          </p:cNvPr>
          <p:cNvSpPr>
            <a:spLocks noGrp="1"/>
          </p:cNvSpPr>
          <p:nvPr/>
        </p:nvSpPr>
        <p:spPr>
          <a:xfrm>
            <a:off x="3454582" y="59866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b_small_bar_2312">
            <a:extLst>
              <a:ext uri="{FF2B5EF4-FFF2-40B4-BE49-F238E27FC236}">
                <a16:creationId xmlns:a16="http://schemas.microsoft.com/office/drawing/2014/main" id="{24D20C16-DC8A-43EE-BBD3-599FAF266896}"/>
              </a:ext>
            </a:extLst>
          </p:cNvPr>
          <p:cNvSpPr>
            <a:spLocks noGrp="1"/>
          </p:cNvSpPr>
          <p:nvPr/>
        </p:nvSpPr>
        <p:spPr>
          <a:xfrm>
            <a:off x="3313516" y="595383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b_small_bar_2313">
            <a:extLst>
              <a:ext uri="{FF2B5EF4-FFF2-40B4-BE49-F238E27FC236}">
                <a16:creationId xmlns:a16="http://schemas.microsoft.com/office/drawing/2014/main" id="{3648E60D-FBDC-4485-9587-057F882D9F74}"/>
              </a:ext>
            </a:extLst>
          </p:cNvPr>
          <p:cNvSpPr>
            <a:spLocks noGrp="1"/>
          </p:cNvSpPr>
          <p:nvPr/>
        </p:nvSpPr>
        <p:spPr>
          <a:xfrm>
            <a:off x="3204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b_small_bar_2314">
            <a:extLst>
              <a:ext uri="{FF2B5EF4-FFF2-40B4-BE49-F238E27FC236}">
                <a16:creationId xmlns:a16="http://schemas.microsoft.com/office/drawing/2014/main" id="{50F56938-5524-4BDF-BA47-ECB6512BE354}"/>
              </a:ext>
            </a:extLst>
          </p:cNvPr>
          <p:cNvSpPr>
            <a:spLocks noGrp="1"/>
          </p:cNvSpPr>
          <p:nvPr/>
        </p:nvSpPr>
        <p:spPr>
          <a:xfrm>
            <a:off x="3512488" y="59864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b_small_bar_2315">
            <a:extLst>
              <a:ext uri="{FF2B5EF4-FFF2-40B4-BE49-F238E27FC236}">
                <a16:creationId xmlns:a16="http://schemas.microsoft.com/office/drawing/2014/main" id="{1C767F04-16DA-4188-A633-9CFD286EB815}"/>
              </a:ext>
            </a:extLst>
          </p:cNvPr>
          <p:cNvSpPr>
            <a:spLocks noGrp="1"/>
          </p:cNvSpPr>
          <p:nvPr/>
        </p:nvSpPr>
        <p:spPr>
          <a:xfrm>
            <a:off x="3267639" y="59884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b_small_bar_2316">
            <a:extLst>
              <a:ext uri="{FF2B5EF4-FFF2-40B4-BE49-F238E27FC236}">
                <a16:creationId xmlns:a16="http://schemas.microsoft.com/office/drawing/2014/main" id="{063AE01C-09A4-48D7-921C-D9467C909A9E}"/>
              </a:ext>
            </a:extLst>
          </p:cNvPr>
          <p:cNvSpPr>
            <a:spLocks noGrp="1"/>
          </p:cNvSpPr>
          <p:nvPr/>
        </p:nvSpPr>
        <p:spPr>
          <a:xfrm>
            <a:off x="3388969" y="5901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b_small_bar_2317">
            <a:extLst>
              <a:ext uri="{FF2B5EF4-FFF2-40B4-BE49-F238E27FC236}">
                <a16:creationId xmlns:a16="http://schemas.microsoft.com/office/drawing/2014/main" id="{2AA7701D-3833-4E88-886A-116945EFA503}"/>
              </a:ext>
            </a:extLst>
          </p:cNvPr>
          <p:cNvSpPr>
            <a:spLocks noGrp="1"/>
          </p:cNvSpPr>
          <p:nvPr/>
        </p:nvSpPr>
        <p:spPr>
          <a:xfrm>
            <a:off x="3232715" y="584121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b_small_bar_2318">
            <a:extLst>
              <a:ext uri="{FF2B5EF4-FFF2-40B4-BE49-F238E27FC236}">
                <a16:creationId xmlns:a16="http://schemas.microsoft.com/office/drawing/2014/main" id="{91CA873D-4FDA-490F-9772-CC7C36EDDFA4}"/>
              </a:ext>
            </a:extLst>
          </p:cNvPr>
          <p:cNvSpPr>
            <a:spLocks noGrp="1"/>
          </p:cNvSpPr>
          <p:nvPr/>
        </p:nvSpPr>
        <p:spPr>
          <a:xfrm>
            <a:off x="3248588" y="596141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b_small_bar_2319">
            <a:extLst>
              <a:ext uri="{FF2B5EF4-FFF2-40B4-BE49-F238E27FC236}">
                <a16:creationId xmlns:a16="http://schemas.microsoft.com/office/drawing/2014/main" id="{74E141B5-E9E6-4FF3-B010-34EF81A40F3D}"/>
              </a:ext>
            </a:extLst>
          </p:cNvPr>
          <p:cNvSpPr>
            <a:spLocks noGrp="1"/>
          </p:cNvSpPr>
          <p:nvPr/>
        </p:nvSpPr>
        <p:spPr>
          <a:xfrm>
            <a:off x="3271908" y="42748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b_small_bar_2320">
            <a:extLst>
              <a:ext uri="{FF2B5EF4-FFF2-40B4-BE49-F238E27FC236}">
                <a16:creationId xmlns:a16="http://schemas.microsoft.com/office/drawing/2014/main" id="{09D5BC70-091C-41FD-BE70-8A8EAEEA2663}"/>
              </a:ext>
            </a:extLst>
          </p:cNvPr>
          <p:cNvSpPr>
            <a:spLocks noGrp="1"/>
          </p:cNvSpPr>
          <p:nvPr/>
        </p:nvSpPr>
        <p:spPr>
          <a:xfrm>
            <a:off x="31957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b_small_bar_2321">
            <a:extLst>
              <a:ext uri="{FF2B5EF4-FFF2-40B4-BE49-F238E27FC236}">
                <a16:creationId xmlns:a16="http://schemas.microsoft.com/office/drawing/2014/main" id="{EA2627D5-6741-4B8D-9F30-9B96EE914050}"/>
              </a:ext>
            </a:extLst>
          </p:cNvPr>
          <p:cNvSpPr>
            <a:spLocks noGrp="1"/>
          </p:cNvSpPr>
          <p:nvPr/>
        </p:nvSpPr>
        <p:spPr>
          <a:xfrm>
            <a:off x="3550312" y="588099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b_small_bar_2322">
            <a:extLst>
              <a:ext uri="{FF2B5EF4-FFF2-40B4-BE49-F238E27FC236}">
                <a16:creationId xmlns:a16="http://schemas.microsoft.com/office/drawing/2014/main" id="{CB656721-930D-4A61-A5C5-8D7097550C6B}"/>
              </a:ext>
            </a:extLst>
          </p:cNvPr>
          <p:cNvSpPr>
            <a:spLocks noGrp="1"/>
          </p:cNvSpPr>
          <p:nvPr/>
        </p:nvSpPr>
        <p:spPr>
          <a:xfrm>
            <a:off x="3215745" y="594636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b_small_bar_2323">
            <a:extLst>
              <a:ext uri="{FF2B5EF4-FFF2-40B4-BE49-F238E27FC236}">
                <a16:creationId xmlns:a16="http://schemas.microsoft.com/office/drawing/2014/main" id="{33AFDFED-ED59-4627-BFC4-9E058A782427}"/>
              </a:ext>
            </a:extLst>
          </p:cNvPr>
          <p:cNvSpPr>
            <a:spLocks noGrp="1"/>
          </p:cNvSpPr>
          <p:nvPr/>
        </p:nvSpPr>
        <p:spPr>
          <a:xfrm>
            <a:off x="3224750" y="579838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b_small_bar_2324">
            <a:extLst>
              <a:ext uri="{FF2B5EF4-FFF2-40B4-BE49-F238E27FC236}">
                <a16:creationId xmlns:a16="http://schemas.microsoft.com/office/drawing/2014/main" id="{2010EC77-FF06-4C65-ACE2-4F12A77283A6}"/>
              </a:ext>
            </a:extLst>
          </p:cNvPr>
          <p:cNvSpPr>
            <a:spLocks noGrp="1"/>
          </p:cNvSpPr>
          <p:nvPr/>
        </p:nvSpPr>
        <p:spPr>
          <a:xfrm>
            <a:off x="354566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b_small_bar_2325">
            <a:extLst>
              <a:ext uri="{FF2B5EF4-FFF2-40B4-BE49-F238E27FC236}">
                <a16:creationId xmlns:a16="http://schemas.microsoft.com/office/drawing/2014/main" id="{E28CFB88-65F7-4CE5-A873-A8BFB5EEB6A1}"/>
              </a:ext>
            </a:extLst>
          </p:cNvPr>
          <p:cNvSpPr>
            <a:spLocks noGrp="1"/>
          </p:cNvSpPr>
          <p:nvPr/>
        </p:nvSpPr>
        <p:spPr>
          <a:xfrm>
            <a:off x="3402234" y="59665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b_small_bar_2326">
            <a:extLst>
              <a:ext uri="{FF2B5EF4-FFF2-40B4-BE49-F238E27FC236}">
                <a16:creationId xmlns:a16="http://schemas.microsoft.com/office/drawing/2014/main" id="{F54924B5-36A3-47C7-BFEE-A9841264B76A}"/>
              </a:ext>
            </a:extLst>
          </p:cNvPr>
          <p:cNvSpPr>
            <a:spLocks noGrp="1"/>
          </p:cNvSpPr>
          <p:nvPr/>
        </p:nvSpPr>
        <p:spPr>
          <a:xfrm>
            <a:off x="3425385" y="59126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b_small_bar_2327">
            <a:extLst>
              <a:ext uri="{FF2B5EF4-FFF2-40B4-BE49-F238E27FC236}">
                <a16:creationId xmlns:a16="http://schemas.microsoft.com/office/drawing/2014/main" id="{54F085F7-8763-455B-99F7-52E3355C5FDD}"/>
              </a:ext>
            </a:extLst>
          </p:cNvPr>
          <p:cNvSpPr>
            <a:spLocks noGrp="1"/>
          </p:cNvSpPr>
          <p:nvPr/>
        </p:nvSpPr>
        <p:spPr>
          <a:xfrm>
            <a:off x="3357948" y="59716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b_small_bar_2328">
            <a:extLst>
              <a:ext uri="{FF2B5EF4-FFF2-40B4-BE49-F238E27FC236}">
                <a16:creationId xmlns:a16="http://schemas.microsoft.com/office/drawing/2014/main" id="{AA5101C5-7DEA-405D-83C2-60A96AE3F46E}"/>
              </a:ext>
            </a:extLst>
          </p:cNvPr>
          <p:cNvSpPr>
            <a:spLocks noGrp="1"/>
          </p:cNvSpPr>
          <p:nvPr/>
        </p:nvSpPr>
        <p:spPr>
          <a:xfrm>
            <a:off x="3326517" y="5945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b_small_bar_2329">
            <a:extLst>
              <a:ext uri="{FF2B5EF4-FFF2-40B4-BE49-F238E27FC236}">
                <a16:creationId xmlns:a16="http://schemas.microsoft.com/office/drawing/2014/main" id="{7CC8A1CA-9E10-42E0-B8E4-17CB6651B8C8}"/>
              </a:ext>
            </a:extLst>
          </p:cNvPr>
          <p:cNvSpPr>
            <a:spLocks noGrp="1"/>
          </p:cNvSpPr>
          <p:nvPr/>
        </p:nvSpPr>
        <p:spPr>
          <a:xfrm>
            <a:off x="3255241" y="54355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b_small_bar_2330">
            <a:extLst>
              <a:ext uri="{FF2B5EF4-FFF2-40B4-BE49-F238E27FC236}">
                <a16:creationId xmlns:a16="http://schemas.microsoft.com/office/drawing/2014/main" id="{DADF7AF5-D780-42B3-9116-2723488C5386}"/>
              </a:ext>
            </a:extLst>
          </p:cNvPr>
          <p:cNvSpPr>
            <a:spLocks noGrp="1"/>
          </p:cNvSpPr>
          <p:nvPr/>
        </p:nvSpPr>
        <p:spPr>
          <a:xfrm>
            <a:off x="3324169" y="592157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b_small_bar_2331">
            <a:extLst>
              <a:ext uri="{FF2B5EF4-FFF2-40B4-BE49-F238E27FC236}">
                <a16:creationId xmlns:a16="http://schemas.microsoft.com/office/drawing/2014/main" id="{5EE0AFAC-6709-4287-95AD-8B4374310CED}"/>
              </a:ext>
            </a:extLst>
          </p:cNvPr>
          <p:cNvSpPr>
            <a:spLocks noGrp="1"/>
          </p:cNvSpPr>
          <p:nvPr/>
        </p:nvSpPr>
        <p:spPr>
          <a:xfrm>
            <a:off x="3399284" y="591789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b_small_bar_2332">
            <a:extLst>
              <a:ext uri="{FF2B5EF4-FFF2-40B4-BE49-F238E27FC236}">
                <a16:creationId xmlns:a16="http://schemas.microsoft.com/office/drawing/2014/main" id="{2C6A8FD5-CE31-4954-BF06-35A2C0DE6B13}"/>
              </a:ext>
            </a:extLst>
          </p:cNvPr>
          <p:cNvSpPr>
            <a:spLocks noGrp="1"/>
          </p:cNvSpPr>
          <p:nvPr/>
        </p:nvSpPr>
        <p:spPr>
          <a:xfrm>
            <a:off x="3444896" y="58201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b_small_bar_2333">
            <a:extLst>
              <a:ext uri="{FF2B5EF4-FFF2-40B4-BE49-F238E27FC236}">
                <a16:creationId xmlns:a16="http://schemas.microsoft.com/office/drawing/2014/main" id="{3AD524D0-A902-4F94-8DC5-831BD964A40E}"/>
              </a:ext>
            </a:extLst>
          </p:cNvPr>
          <p:cNvSpPr>
            <a:spLocks noGrp="1"/>
          </p:cNvSpPr>
          <p:nvPr/>
        </p:nvSpPr>
        <p:spPr>
          <a:xfrm>
            <a:off x="3246208" y="575417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b_small_bar_2334">
            <a:extLst>
              <a:ext uri="{FF2B5EF4-FFF2-40B4-BE49-F238E27FC236}">
                <a16:creationId xmlns:a16="http://schemas.microsoft.com/office/drawing/2014/main" id="{4A656901-1598-4D9C-BB69-D177D026A2E8}"/>
              </a:ext>
            </a:extLst>
          </p:cNvPr>
          <p:cNvSpPr>
            <a:spLocks noGrp="1"/>
          </p:cNvSpPr>
          <p:nvPr/>
        </p:nvSpPr>
        <p:spPr>
          <a:xfrm>
            <a:off x="3519969" y="595009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b_small_bar_2335">
            <a:extLst>
              <a:ext uri="{FF2B5EF4-FFF2-40B4-BE49-F238E27FC236}">
                <a16:creationId xmlns:a16="http://schemas.microsoft.com/office/drawing/2014/main" id="{50D1D611-EE89-4E85-814C-A8CCD7D08762}"/>
              </a:ext>
            </a:extLst>
          </p:cNvPr>
          <p:cNvSpPr>
            <a:spLocks noGrp="1"/>
          </p:cNvSpPr>
          <p:nvPr/>
        </p:nvSpPr>
        <p:spPr>
          <a:xfrm>
            <a:off x="3460983" y="566854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b_small_bar_2336">
            <a:extLst>
              <a:ext uri="{FF2B5EF4-FFF2-40B4-BE49-F238E27FC236}">
                <a16:creationId xmlns:a16="http://schemas.microsoft.com/office/drawing/2014/main" id="{77C99FBE-0D6C-47D7-9671-35A3CE892183}"/>
              </a:ext>
            </a:extLst>
          </p:cNvPr>
          <p:cNvSpPr>
            <a:spLocks noGrp="1"/>
          </p:cNvSpPr>
          <p:nvPr/>
        </p:nvSpPr>
        <p:spPr>
          <a:xfrm>
            <a:off x="341770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b_small_bar_2337">
            <a:extLst>
              <a:ext uri="{FF2B5EF4-FFF2-40B4-BE49-F238E27FC236}">
                <a16:creationId xmlns:a16="http://schemas.microsoft.com/office/drawing/2014/main" id="{0FD72690-A20C-47E3-AEB8-23C9DDED6834}"/>
              </a:ext>
            </a:extLst>
          </p:cNvPr>
          <p:cNvSpPr>
            <a:spLocks noGrp="1"/>
          </p:cNvSpPr>
          <p:nvPr/>
        </p:nvSpPr>
        <p:spPr>
          <a:xfrm>
            <a:off x="3350038" y="596337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b_small_bar_2338">
            <a:extLst>
              <a:ext uri="{FF2B5EF4-FFF2-40B4-BE49-F238E27FC236}">
                <a16:creationId xmlns:a16="http://schemas.microsoft.com/office/drawing/2014/main" id="{50921B5E-0609-4C6E-835C-382093E8AC49}"/>
              </a:ext>
            </a:extLst>
          </p:cNvPr>
          <p:cNvSpPr>
            <a:spLocks noGrp="1"/>
          </p:cNvSpPr>
          <p:nvPr/>
        </p:nvSpPr>
        <p:spPr>
          <a:xfrm>
            <a:off x="3370018" y="53588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b_small_bar_2339">
            <a:extLst>
              <a:ext uri="{FF2B5EF4-FFF2-40B4-BE49-F238E27FC236}">
                <a16:creationId xmlns:a16="http://schemas.microsoft.com/office/drawing/2014/main" id="{6C8CD263-A4C5-4E9F-AAE2-7930E61B1DB7}"/>
              </a:ext>
            </a:extLst>
          </p:cNvPr>
          <p:cNvSpPr>
            <a:spLocks noGrp="1"/>
          </p:cNvSpPr>
          <p:nvPr/>
        </p:nvSpPr>
        <p:spPr>
          <a:xfrm>
            <a:off x="3498290" y="587245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b_small_bar_2340">
            <a:extLst>
              <a:ext uri="{FF2B5EF4-FFF2-40B4-BE49-F238E27FC236}">
                <a16:creationId xmlns:a16="http://schemas.microsoft.com/office/drawing/2014/main" id="{A0EFD2CA-04DB-4A14-99A5-855580E8FEFB}"/>
              </a:ext>
            </a:extLst>
          </p:cNvPr>
          <p:cNvSpPr>
            <a:spLocks noGrp="1"/>
          </p:cNvSpPr>
          <p:nvPr/>
        </p:nvSpPr>
        <p:spPr>
          <a:xfrm>
            <a:off x="3395894" y="51057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b_small_bar_2341">
            <a:extLst>
              <a:ext uri="{FF2B5EF4-FFF2-40B4-BE49-F238E27FC236}">
                <a16:creationId xmlns:a16="http://schemas.microsoft.com/office/drawing/2014/main" id="{B7E43CAE-A51E-44DC-A214-70D65A702301}"/>
              </a:ext>
            </a:extLst>
          </p:cNvPr>
          <p:cNvSpPr>
            <a:spLocks noGrp="1"/>
          </p:cNvSpPr>
          <p:nvPr/>
        </p:nvSpPr>
        <p:spPr>
          <a:xfrm>
            <a:off x="3204415" y="59804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b_small_bar_2342">
            <a:extLst>
              <a:ext uri="{FF2B5EF4-FFF2-40B4-BE49-F238E27FC236}">
                <a16:creationId xmlns:a16="http://schemas.microsoft.com/office/drawing/2014/main" id="{F4AB5402-C79F-46E3-8B9F-605A071D7F46}"/>
              </a:ext>
            </a:extLst>
          </p:cNvPr>
          <p:cNvSpPr>
            <a:spLocks noGrp="1"/>
          </p:cNvSpPr>
          <p:nvPr/>
        </p:nvSpPr>
        <p:spPr>
          <a:xfrm>
            <a:off x="3403425" y="566768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b_small_bar_2343">
            <a:extLst>
              <a:ext uri="{FF2B5EF4-FFF2-40B4-BE49-F238E27FC236}">
                <a16:creationId xmlns:a16="http://schemas.microsoft.com/office/drawing/2014/main" id="{707692E3-29DF-40C4-AB95-B09450CDBA43}"/>
              </a:ext>
            </a:extLst>
          </p:cNvPr>
          <p:cNvSpPr>
            <a:spLocks noGrp="1"/>
          </p:cNvSpPr>
          <p:nvPr/>
        </p:nvSpPr>
        <p:spPr>
          <a:xfrm>
            <a:off x="3518572" y="597362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b_small_bar_2344">
            <a:extLst>
              <a:ext uri="{FF2B5EF4-FFF2-40B4-BE49-F238E27FC236}">
                <a16:creationId xmlns:a16="http://schemas.microsoft.com/office/drawing/2014/main" id="{BC5D6ABB-D47D-460D-BB2F-C93A8D443C91}"/>
              </a:ext>
            </a:extLst>
          </p:cNvPr>
          <p:cNvSpPr>
            <a:spLocks noGrp="1"/>
          </p:cNvSpPr>
          <p:nvPr/>
        </p:nvSpPr>
        <p:spPr>
          <a:xfrm>
            <a:off x="3210271" y="590376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b_small_bar_2345">
            <a:extLst>
              <a:ext uri="{FF2B5EF4-FFF2-40B4-BE49-F238E27FC236}">
                <a16:creationId xmlns:a16="http://schemas.microsoft.com/office/drawing/2014/main" id="{F9E92BE1-60CC-4BF3-8832-3DBCA7711728}"/>
              </a:ext>
            </a:extLst>
          </p:cNvPr>
          <p:cNvSpPr>
            <a:spLocks noGrp="1"/>
          </p:cNvSpPr>
          <p:nvPr/>
        </p:nvSpPr>
        <p:spPr>
          <a:xfrm>
            <a:off x="3451490" y="5398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b_small_bar_2346">
            <a:extLst>
              <a:ext uri="{FF2B5EF4-FFF2-40B4-BE49-F238E27FC236}">
                <a16:creationId xmlns:a16="http://schemas.microsoft.com/office/drawing/2014/main" id="{193562F3-BED1-44D6-AFBC-17C8382AD620}"/>
              </a:ext>
            </a:extLst>
          </p:cNvPr>
          <p:cNvSpPr>
            <a:spLocks noGrp="1"/>
          </p:cNvSpPr>
          <p:nvPr/>
        </p:nvSpPr>
        <p:spPr>
          <a:xfrm>
            <a:off x="3309303" y="598070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b_small_bar_2347">
            <a:extLst>
              <a:ext uri="{FF2B5EF4-FFF2-40B4-BE49-F238E27FC236}">
                <a16:creationId xmlns:a16="http://schemas.microsoft.com/office/drawing/2014/main" id="{219C890E-7313-4E18-BB05-96B072CA9836}"/>
              </a:ext>
            </a:extLst>
          </p:cNvPr>
          <p:cNvSpPr>
            <a:spLocks noGrp="1"/>
          </p:cNvSpPr>
          <p:nvPr/>
        </p:nvSpPr>
        <p:spPr>
          <a:xfrm>
            <a:off x="3490098" y="550045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b_small_bar_2348">
            <a:extLst>
              <a:ext uri="{FF2B5EF4-FFF2-40B4-BE49-F238E27FC236}">
                <a16:creationId xmlns:a16="http://schemas.microsoft.com/office/drawing/2014/main" id="{EE85B1C7-764A-41C2-B9F3-8DE35051FCD9}"/>
              </a:ext>
            </a:extLst>
          </p:cNvPr>
          <p:cNvSpPr>
            <a:spLocks noGrp="1"/>
          </p:cNvSpPr>
          <p:nvPr/>
        </p:nvSpPr>
        <p:spPr>
          <a:xfrm>
            <a:off x="3467742" y="57369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b_small_bar_2349">
            <a:extLst>
              <a:ext uri="{FF2B5EF4-FFF2-40B4-BE49-F238E27FC236}">
                <a16:creationId xmlns:a16="http://schemas.microsoft.com/office/drawing/2014/main" id="{29A1E781-2095-40AD-8157-F0333C3AD2D2}"/>
              </a:ext>
            </a:extLst>
          </p:cNvPr>
          <p:cNvSpPr>
            <a:spLocks noGrp="1"/>
          </p:cNvSpPr>
          <p:nvPr/>
        </p:nvSpPr>
        <p:spPr>
          <a:xfrm>
            <a:off x="3241647" y="595113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b_small_bar_2350">
            <a:extLst>
              <a:ext uri="{FF2B5EF4-FFF2-40B4-BE49-F238E27FC236}">
                <a16:creationId xmlns:a16="http://schemas.microsoft.com/office/drawing/2014/main" id="{0F83BEBD-81D8-4F84-93E8-C32A9D807EBD}"/>
              </a:ext>
            </a:extLst>
          </p:cNvPr>
          <p:cNvSpPr>
            <a:spLocks noGrp="1"/>
          </p:cNvSpPr>
          <p:nvPr/>
        </p:nvSpPr>
        <p:spPr>
          <a:xfrm>
            <a:off x="3468269" y="590186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b_small_bar_2351">
            <a:extLst>
              <a:ext uri="{FF2B5EF4-FFF2-40B4-BE49-F238E27FC236}">
                <a16:creationId xmlns:a16="http://schemas.microsoft.com/office/drawing/2014/main" id="{4D806C79-EC31-433C-BB7D-A8E49058A6EF}"/>
              </a:ext>
            </a:extLst>
          </p:cNvPr>
          <p:cNvSpPr>
            <a:spLocks noGrp="1"/>
          </p:cNvSpPr>
          <p:nvPr/>
        </p:nvSpPr>
        <p:spPr>
          <a:xfrm>
            <a:off x="3191588" y="587841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b_small_bar_2352">
            <a:extLst>
              <a:ext uri="{FF2B5EF4-FFF2-40B4-BE49-F238E27FC236}">
                <a16:creationId xmlns:a16="http://schemas.microsoft.com/office/drawing/2014/main" id="{E55B1631-E0EE-48FB-A402-C71C26F2C867}"/>
              </a:ext>
            </a:extLst>
          </p:cNvPr>
          <p:cNvSpPr>
            <a:spLocks noGrp="1"/>
          </p:cNvSpPr>
          <p:nvPr/>
        </p:nvSpPr>
        <p:spPr>
          <a:xfrm>
            <a:off x="3275346" y="598512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b_small_bar_2353">
            <a:extLst>
              <a:ext uri="{FF2B5EF4-FFF2-40B4-BE49-F238E27FC236}">
                <a16:creationId xmlns:a16="http://schemas.microsoft.com/office/drawing/2014/main" id="{E4D1FA22-5550-4BDE-A133-E12A6D8E9F1F}"/>
              </a:ext>
            </a:extLst>
          </p:cNvPr>
          <p:cNvSpPr>
            <a:spLocks noGrp="1"/>
          </p:cNvSpPr>
          <p:nvPr/>
        </p:nvSpPr>
        <p:spPr>
          <a:xfrm>
            <a:off x="3511250" y="58669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b_small_bar_2354">
            <a:extLst>
              <a:ext uri="{FF2B5EF4-FFF2-40B4-BE49-F238E27FC236}">
                <a16:creationId xmlns:a16="http://schemas.microsoft.com/office/drawing/2014/main" id="{3480DD1A-BD64-4AB3-B26F-094EDFD2FF3E}"/>
              </a:ext>
            </a:extLst>
          </p:cNvPr>
          <p:cNvSpPr>
            <a:spLocks noGrp="1"/>
          </p:cNvSpPr>
          <p:nvPr/>
        </p:nvSpPr>
        <p:spPr>
          <a:xfrm>
            <a:off x="3283123" y="5803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b_small_bar_2355">
            <a:extLst>
              <a:ext uri="{FF2B5EF4-FFF2-40B4-BE49-F238E27FC236}">
                <a16:creationId xmlns:a16="http://schemas.microsoft.com/office/drawing/2014/main" id="{238AAABB-A0F9-4D47-9737-1B8E05017436}"/>
              </a:ext>
            </a:extLst>
          </p:cNvPr>
          <p:cNvSpPr>
            <a:spLocks noGrp="1"/>
          </p:cNvSpPr>
          <p:nvPr/>
        </p:nvSpPr>
        <p:spPr>
          <a:xfrm>
            <a:off x="3246947" y="59401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b_small_bar_2356">
            <a:extLst>
              <a:ext uri="{FF2B5EF4-FFF2-40B4-BE49-F238E27FC236}">
                <a16:creationId xmlns:a16="http://schemas.microsoft.com/office/drawing/2014/main" id="{A1C6A226-6654-44A4-914F-2581212A6120}"/>
              </a:ext>
            </a:extLst>
          </p:cNvPr>
          <p:cNvSpPr>
            <a:spLocks noGrp="1"/>
          </p:cNvSpPr>
          <p:nvPr/>
        </p:nvSpPr>
        <p:spPr>
          <a:xfrm>
            <a:off x="354389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b_small_bar_2357">
            <a:extLst>
              <a:ext uri="{FF2B5EF4-FFF2-40B4-BE49-F238E27FC236}">
                <a16:creationId xmlns:a16="http://schemas.microsoft.com/office/drawing/2014/main" id="{2257C83B-9C9A-419D-A81B-85F793F2A924}"/>
              </a:ext>
            </a:extLst>
          </p:cNvPr>
          <p:cNvSpPr>
            <a:spLocks noGrp="1"/>
          </p:cNvSpPr>
          <p:nvPr/>
        </p:nvSpPr>
        <p:spPr>
          <a:xfrm>
            <a:off x="3512065" y="598598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b_small_bar_2358">
            <a:extLst>
              <a:ext uri="{FF2B5EF4-FFF2-40B4-BE49-F238E27FC236}">
                <a16:creationId xmlns:a16="http://schemas.microsoft.com/office/drawing/2014/main" id="{B11F8D6A-8647-400F-9376-281CB6458AD7}"/>
              </a:ext>
            </a:extLst>
          </p:cNvPr>
          <p:cNvSpPr>
            <a:spLocks noGrp="1"/>
          </p:cNvSpPr>
          <p:nvPr/>
        </p:nvSpPr>
        <p:spPr>
          <a:xfrm>
            <a:off x="3487042" y="449642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b_small_bar_2359">
            <a:extLst>
              <a:ext uri="{FF2B5EF4-FFF2-40B4-BE49-F238E27FC236}">
                <a16:creationId xmlns:a16="http://schemas.microsoft.com/office/drawing/2014/main" id="{04B40AF9-67E3-4ECD-A7BC-8B41F7FAE74E}"/>
              </a:ext>
            </a:extLst>
          </p:cNvPr>
          <p:cNvSpPr>
            <a:spLocks noGrp="1"/>
          </p:cNvSpPr>
          <p:nvPr/>
        </p:nvSpPr>
        <p:spPr>
          <a:xfrm>
            <a:off x="3291208" y="597967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b_small_bar_2360">
            <a:extLst>
              <a:ext uri="{FF2B5EF4-FFF2-40B4-BE49-F238E27FC236}">
                <a16:creationId xmlns:a16="http://schemas.microsoft.com/office/drawing/2014/main" id="{405B508D-DD8D-4BC8-BBDA-90812332963B}"/>
              </a:ext>
            </a:extLst>
          </p:cNvPr>
          <p:cNvSpPr>
            <a:spLocks noGrp="1"/>
          </p:cNvSpPr>
          <p:nvPr/>
        </p:nvSpPr>
        <p:spPr>
          <a:xfrm>
            <a:off x="3247100" y="59239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b_small_bar_2361">
            <a:extLst>
              <a:ext uri="{FF2B5EF4-FFF2-40B4-BE49-F238E27FC236}">
                <a16:creationId xmlns:a16="http://schemas.microsoft.com/office/drawing/2014/main" id="{E222A9EC-AD6E-46FE-A258-47321ED03A3F}"/>
              </a:ext>
            </a:extLst>
          </p:cNvPr>
          <p:cNvSpPr>
            <a:spLocks noGrp="1"/>
          </p:cNvSpPr>
          <p:nvPr/>
        </p:nvSpPr>
        <p:spPr>
          <a:xfrm>
            <a:off x="3384553" y="591363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b_small_bar_2362">
            <a:extLst>
              <a:ext uri="{FF2B5EF4-FFF2-40B4-BE49-F238E27FC236}">
                <a16:creationId xmlns:a16="http://schemas.microsoft.com/office/drawing/2014/main" id="{97B50938-B4E5-40F1-BEC4-A96EF8173A8A}"/>
              </a:ext>
            </a:extLst>
          </p:cNvPr>
          <p:cNvSpPr>
            <a:spLocks noGrp="1"/>
          </p:cNvSpPr>
          <p:nvPr/>
        </p:nvSpPr>
        <p:spPr>
          <a:xfrm>
            <a:off x="34954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b_small_bar_2363">
            <a:extLst>
              <a:ext uri="{FF2B5EF4-FFF2-40B4-BE49-F238E27FC236}">
                <a16:creationId xmlns:a16="http://schemas.microsoft.com/office/drawing/2014/main" id="{D645088F-0E9D-4478-B242-820531A5ED7C}"/>
              </a:ext>
            </a:extLst>
          </p:cNvPr>
          <p:cNvSpPr>
            <a:spLocks noGrp="1"/>
          </p:cNvSpPr>
          <p:nvPr/>
        </p:nvSpPr>
        <p:spPr>
          <a:xfrm>
            <a:off x="34688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b_small_bar_2364">
            <a:extLst>
              <a:ext uri="{FF2B5EF4-FFF2-40B4-BE49-F238E27FC236}">
                <a16:creationId xmlns:a16="http://schemas.microsoft.com/office/drawing/2014/main" id="{6B6DC2D4-C52B-442F-A85F-E40307978AA2}"/>
              </a:ext>
            </a:extLst>
          </p:cNvPr>
          <p:cNvSpPr>
            <a:spLocks noGrp="1"/>
          </p:cNvSpPr>
          <p:nvPr/>
        </p:nvSpPr>
        <p:spPr>
          <a:xfrm>
            <a:off x="3488232" y="59186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b_small_bar_2365">
            <a:extLst>
              <a:ext uri="{FF2B5EF4-FFF2-40B4-BE49-F238E27FC236}">
                <a16:creationId xmlns:a16="http://schemas.microsoft.com/office/drawing/2014/main" id="{B949E5E7-E79B-48AD-B33A-D096839AB9B3}"/>
              </a:ext>
            </a:extLst>
          </p:cNvPr>
          <p:cNvSpPr>
            <a:spLocks noGrp="1"/>
          </p:cNvSpPr>
          <p:nvPr/>
        </p:nvSpPr>
        <p:spPr>
          <a:xfrm>
            <a:off x="3289223" y="58809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b_small_bar_2366">
            <a:extLst>
              <a:ext uri="{FF2B5EF4-FFF2-40B4-BE49-F238E27FC236}">
                <a16:creationId xmlns:a16="http://schemas.microsoft.com/office/drawing/2014/main" id="{A65E2C88-11E0-49FE-9EB4-F9B9BBD4763B}"/>
              </a:ext>
            </a:extLst>
          </p:cNvPr>
          <p:cNvSpPr>
            <a:spLocks noGrp="1"/>
          </p:cNvSpPr>
          <p:nvPr/>
        </p:nvSpPr>
        <p:spPr>
          <a:xfrm>
            <a:off x="3419073" y="596274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b_small_bar_2367">
            <a:extLst>
              <a:ext uri="{FF2B5EF4-FFF2-40B4-BE49-F238E27FC236}">
                <a16:creationId xmlns:a16="http://schemas.microsoft.com/office/drawing/2014/main" id="{ABC9AD6A-1B13-4999-8963-4B4A7AAFE215}"/>
              </a:ext>
            </a:extLst>
          </p:cNvPr>
          <p:cNvSpPr>
            <a:spLocks noGrp="1"/>
          </p:cNvSpPr>
          <p:nvPr/>
        </p:nvSpPr>
        <p:spPr>
          <a:xfrm>
            <a:off x="3319027" y="597473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b_small_bar_2368">
            <a:extLst>
              <a:ext uri="{FF2B5EF4-FFF2-40B4-BE49-F238E27FC236}">
                <a16:creationId xmlns:a16="http://schemas.microsoft.com/office/drawing/2014/main" id="{09CF8B23-1233-4E53-A8C9-2D8512F2A229}"/>
              </a:ext>
            </a:extLst>
          </p:cNvPr>
          <p:cNvSpPr>
            <a:spLocks noGrp="1"/>
          </p:cNvSpPr>
          <p:nvPr/>
        </p:nvSpPr>
        <p:spPr>
          <a:xfrm>
            <a:off x="3424972" y="58007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b_small_bar_2369">
            <a:extLst>
              <a:ext uri="{FF2B5EF4-FFF2-40B4-BE49-F238E27FC236}">
                <a16:creationId xmlns:a16="http://schemas.microsoft.com/office/drawing/2014/main" id="{F0A56AEE-DC52-4C1A-A73F-260DF83B2B43}"/>
              </a:ext>
            </a:extLst>
          </p:cNvPr>
          <p:cNvSpPr>
            <a:spLocks noGrp="1"/>
          </p:cNvSpPr>
          <p:nvPr/>
        </p:nvSpPr>
        <p:spPr>
          <a:xfrm>
            <a:off x="5776270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b_small_bar_2370">
            <a:extLst>
              <a:ext uri="{FF2B5EF4-FFF2-40B4-BE49-F238E27FC236}">
                <a16:creationId xmlns:a16="http://schemas.microsoft.com/office/drawing/2014/main" id="{07B428C9-5E5D-4235-8C17-E44E93B8D018}"/>
              </a:ext>
            </a:extLst>
          </p:cNvPr>
          <p:cNvSpPr>
            <a:spLocks noGrp="1"/>
          </p:cNvSpPr>
          <p:nvPr/>
        </p:nvSpPr>
        <p:spPr>
          <a:xfrm>
            <a:off x="5691603" y="305117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b_small_bar_2371">
            <a:extLst>
              <a:ext uri="{FF2B5EF4-FFF2-40B4-BE49-F238E27FC236}">
                <a16:creationId xmlns:a16="http://schemas.microsoft.com/office/drawing/2014/main" id="{CB66EF42-74B8-4AFB-87D2-479325634E38}"/>
              </a:ext>
            </a:extLst>
          </p:cNvPr>
          <p:cNvSpPr>
            <a:spLocks noGrp="1"/>
          </p:cNvSpPr>
          <p:nvPr/>
        </p:nvSpPr>
        <p:spPr>
          <a:xfrm>
            <a:off x="580014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b_small_bar_2372">
            <a:extLst>
              <a:ext uri="{FF2B5EF4-FFF2-40B4-BE49-F238E27FC236}">
                <a16:creationId xmlns:a16="http://schemas.microsoft.com/office/drawing/2014/main" id="{74645684-F65F-4B3F-9E56-2FE67954A8B6}"/>
              </a:ext>
            </a:extLst>
          </p:cNvPr>
          <p:cNvSpPr>
            <a:spLocks noGrp="1"/>
          </p:cNvSpPr>
          <p:nvPr/>
        </p:nvSpPr>
        <p:spPr>
          <a:xfrm>
            <a:off x="59776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b_small_bar_2373">
            <a:extLst>
              <a:ext uri="{FF2B5EF4-FFF2-40B4-BE49-F238E27FC236}">
                <a16:creationId xmlns:a16="http://schemas.microsoft.com/office/drawing/2014/main" id="{0A05A8FC-9A94-42FE-A3CD-9441CFC940E6}"/>
              </a:ext>
            </a:extLst>
          </p:cNvPr>
          <p:cNvSpPr>
            <a:spLocks noGrp="1"/>
          </p:cNvSpPr>
          <p:nvPr/>
        </p:nvSpPr>
        <p:spPr>
          <a:xfrm>
            <a:off x="577477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b_small_bar_2374">
            <a:extLst>
              <a:ext uri="{FF2B5EF4-FFF2-40B4-BE49-F238E27FC236}">
                <a16:creationId xmlns:a16="http://schemas.microsoft.com/office/drawing/2014/main" id="{077640C3-1FE8-4A24-BA1C-862F0A17B5AC}"/>
              </a:ext>
            </a:extLst>
          </p:cNvPr>
          <p:cNvSpPr>
            <a:spLocks noGrp="1"/>
          </p:cNvSpPr>
          <p:nvPr/>
        </p:nvSpPr>
        <p:spPr>
          <a:xfrm>
            <a:off x="5967538" y="31536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b_small_bar_2375">
            <a:extLst>
              <a:ext uri="{FF2B5EF4-FFF2-40B4-BE49-F238E27FC236}">
                <a16:creationId xmlns:a16="http://schemas.microsoft.com/office/drawing/2014/main" id="{D097009F-9915-4127-8553-50B84FFE9BD9}"/>
              </a:ext>
            </a:extLst>
          </p:cNvPr>
          <p:cNvSpPr>
            <a:spLocks noGrp="1"/>
          </p:cNvSpPr>
          <p:nvPr/>
        </p:nvSpPr>
        <p:spPr>
          <a:xfrm>
            <a:off x="5699567" y="373600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b_small_bar_2376">
            <a:extLst>
              <a:ext uri="{FF2B5EF4-FFF2-40B4-BE49-F238E27FC236}">
                <a16:creationId xmlns:a16="http://schemas.microsoft.com/office/drawing/2014/main" id="{7C171928-5B68-4639-A408-C08F31049B72}"/>
              </a:ext>
            </a:extLst>
          </p:cNvPr>
          <p:cNvSpPr>
            <a:spLocks noGrp="1"/>
          </p:cNvSpPr>
          <p:nvPr/>
        </p:nvSpPr>
        <p:spPr>
          <a:xfrm>
            <a:off x="5724373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b_small_bar_2377">
            <a:extLst>
              <a:ext uri="{FF2B5EF4-FFF2-40B4-BE49-F238E27FC236}">
                <a16:creationId xmlns:a16="http://schemas.microsoft.com/office/drawing/2014/main" id="{DC1FE0E2-4B14-4A54-B833-84E58481C81C}"/>
              </a:ext>
            </a:extLst>
          </p:cNvPr>
          <p:cNvSpPr>
            <a:spLocks noGrp="1"/>
          </p:cNvSpPr>
          <p:nvPr/>
        </p:nvSpPr>
        <p:spPr>
          <a:xfrm>
            <a:off x="5936845" y="43914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b_small_bar_2378">
            <a:extLst>
              <a:ext uri="{FF2B5EF4-FFF2-40B4-BE49-F238E27FC236}">
                <a16:creationId xmlns:a16="http://schemas.microsoft.com/office/drawing/2014/main" id="{B0F7CF31-B199-4AAE-B48A-FFEB36523F66}"/>
              </a:ext>
            </a:extLst>
          </p:cNvPr>
          <p:cNvSpPr>
            <a:spLocks noGrp="1"/>
          </p:cNvSpPr>
          <p:nvPr/>
        </p:nvSpPr>
        <p:spPr>
          <a:xfrm>
            <a:off x="588017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b_small_bar_2379">
            <a:extLst>
              <a:ext uri="{FF2B5EF4-FFF2-40B4-BE49-F238E27FC236}">
                <a16:creationId xmlns:a16="http://schemas.microsoft.com/office/drawing/2014/main" id="{02EBDF25-1974-40B3-B866-65D98447C113}"/>
              </a:ext>
            </a:extLst>
          </p:cNvPr>
          <p:cNvSpPr>
            <a:spLocks noGrp="1"/>
          </p:cNvSpPr>
          <p:nvPr/>
        </p:nvSpPr>
        <p:spPr>
          <a:xfrm>
            <a:off x="5840897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b_small_bar_2380">
            <a:extLst>
              <a:ext uri="{FF2B5EF4-FFF2-40B4-BE49-F238E27FC236}">
                <a16:creationId xmlns:a16="http://schemas.microsoft.com/office/drawing/2014/main" id="{2375ACEC-3F2D-41B7-878C-57C5BEADD0BB}"/>
              </a:ext>
            </a:extLst>
          </p:cNvPr>
          <p:cNvSpPr>
            <a:spLocks noGrp="1"/>
          </p:cNvSpPr>
          <p:nvPr/>
        </p:nvSpPr>
        <p:spPr>
          <a:xfrm>
            <a:off x="5792054" y="326840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b_small_bar_2381">
            <a:extLst>
              <a:ext uri="{FF2B5EF4-FFF2-40B4-BE49-F238E27FC236}">
                <a16:creationId xmlns:a16="http://schemas.microsoft.com/office/drawing/2014/main" id="{42568FA6-4B65-454D-913B-1C6ED1D7389C}"/>
              </a:ext>
            </a:extLst>
          </p:cNvPr>
          <p:cNvSpPr>
            <a:spLocks noGrp="1"/>
          </p:cNvSpPr>
          <p:nvPr/>
        </p:nvSpPr>
        <p:spPr>
          <a:xfrm>
            <a:off x="5877759" y="5179701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b_small_bar_2382">
            <a:extLst>
              <a:ext uri="{FF2B5EF4-FFF2-40B4-BE49-F238E27FC236}">
                <a16:creationId xmlns:a16="http://schemas.microsoft.com/office/drawing/2014/main" id="{0F332D8B-B754-4330-82C4-7ED095A77072}"/>
              </a:ext>
            </a:extLst>
          </p:cNvPr>
          <p:cNvSpPr>
            <a:spLocks noGrp="1"/>
          </p:cNvSpPr>
          <p:nvPr/>
        </p:nvSpPr>
        <p:spPr>
          <a:xfrm>
            <a:off x="58196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b_small_bar_2383">
            <a:extLst>
              <a:ext uri="{FF2B5EF4-FFF2-40B4-BE49-F238E27FC236}">
                <a16:creationId xmlns:a16="http://schemas.microsoft.com/office/drawing/2014/main" id="{002E20E1-C65E-4BC8-9E85-BB88BE7E35E2}"/>
              </a:ext>
            </a:extLst>
          </p:cNvPr>
          <p:cNvSpPr>
            <a:spLocks noGrp="1"/>
          </p:cNvSpPr>
          <p:nvPr/>
        </p:nvSpPr>
        <p:spPr>
          <a:xfrm>
            <a:off x="580323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b_small_bar_2384">
            <a:extLst>
              <a:ext uri="{FF2B5EF4-FFF2-40B4-BE49-F238E27FC236}">
                <a16:creationId xmlns:a16="http://schemas.microsoft.com/office/drawing/2014/main" id="{82271187-9D94-42E7-8673-0264B008B3B4}"/>
              </a:ext>
            </a:extLst>
          </p:cNvPr>
          <p:cNvSpPr>
            <a:spLocks noGrp="1"/>
          </p:cNvSpPr>
          <p:nvPr/>
        </p:nvSpPr>
        <p:spPr>
          <a:xfrm>
            <a:off x="59029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b_small_bar_2385">
            <a:extLst>
              <a:ext uri="{FF2B5EF4-FFF2-40B4-BE49-F238E27FC236}">
                <a16:creationId xmlns:a16="http://schemas.microsoft.com/office/drawing/2014/main" id="{C9C2207F-7EDC-45A9-82B5-D7A08E5413FF}"/>
              </a:ext>
            </a:extLst>
          </p:cNvPr>
          <p:cNvSpPr>
            <a:spLocks noGrp="1"/>
          </p:cNvSpPr>
          <p:nvPr/>
        </p:nvSpPr>
        <p:spPr>
          <a:xfrm>
            <a:off x="5811725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b_small_bar_2386">
            <a:extLst>
              <a:ext uri="{FF2B5EF4-FFF2-40B4-BE49-F238E27FC236}">
                <a16:creationId xmlns:a16="http://schemas.microsoft.com/office/drawing/2014/main" id="{31DEC2E1-40F5-4E00-B80E-1243283F3533}"/>
              </a:ext>
            </a:extLst>
          </p:cNvPr>
          <p:cNvSpPr>
            <a:spLocks noGrp="1"/>
          </p:cNvSpPr>
          <p:nvPr/>
        </p:nvSpPr>
        <p:spPr>
          <a:xfrm>
            <a:off x="585806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b_small_bar_2387">
            <a:extLst>
              <a:ext uri="{FF2B5EF4-FFF2-40B4-BE49-F238E27FC236}">
                <a16:creationId xmlns:a16="http://schemas.microsoft.com/office/drawing/2014/main" id="{4ED6029F-6537-4D8A-976C-DFC66EA5AFC6}"/>
              </a:ext>
            </a:extLst>
          </p:cNvPr>
          <p:cNvSpPr>
            <a:spLocks noGrp="1"/>
          </p:cNvSpPr>
          <p:nvPr/>
        </p:nvSpPr>
        <p:spPr>
          <a:xfrm>
            <a:off x="5672039" y="533312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b_small_bar_2388">
            <a:extLst>
              <a:ext uri="{FF2B5EF4-FFF2-40B4-BE49-F238E27FC236}">
                <a16:creationId xmlns:a16="http://schemas.microsoft.com/office/drawing/2014/main" id="{99F4334D-54CE-4DA6-B5FA-F53E6ACBD645}"/>
              </a:ext>
            </a:extLst>
          </p:cNvPr>
          <p:cNvSpPr>
            <a:spLocks noGrp="1"/>
          </p:cNvSpPr>
          <p:nvPr/>
        </p:nvSpPr>
        <p:spPr>
          <a:xfrm>
            <a:off x="59744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b_small_bar_2389">
            <a:extLst>
              <a:ext uri="{FF2B5EF4-FFF2-40B4-BE49-F238E27FC236}">
                <a16:creationId xmlns:a16="http://schemas.microsoft.com/office/drawing/2014/main" id="{97BA4A0F-82C3-4AEB-8241-B5ECE8BA133B}"/>
              </a:ext>
            </a:extLst>
          </p:cNvPr>
          <p:cNvSpPr>
            <a:spLocks noGrp="1"/>
          </p:cNvSpPr>
          <p:nvPr/>
        </p:nvSpPr>
        <p:spPr>
          <a:xfrm>
            <a:off x="581490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b_small_bar_2390">
            <a:extLst>
              <a:ext uri="{FF2B5EF4-FFF2-40B4-BE49-F238E27FC236}">
                <a16:creationId xmlns:a16="http://schemas.microsoft.com/office/drawing/2014/main" id="{8294BFBE-22A4-491C-B4A4-BA9EC7889786}"/>
              </a:ext>
            </a:extLst>
          </p:cNvPr>
          <p:cNvSpPr>
            <a:spLocks noGrp="1"/>
          </p:cNvSpPr>
          <p:nvPr/>
        </p:nvSpPr>
        <p:spPr>
          <a:xfrm>
            <a:off x="587472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b_small_bar_2391">
            <a:extLst>
              <a:ext uri="{FF2B5EF4-FFF2-40B4-BE49-F238E27FC236}">
                <a16:creationId xmlns:a16="http://schemas.microsoft.com/office/drawing/2014/main" id="{0A309D28-080B-4735-8E24-7FFC665F1C16}"/>
              </a:ext>
            </a:extLst>
          </p:cNvPr>
          <p:cNvSpPr>
            <a:spLocks noGrp="1"/>
          </p:cNvSpPr>
          <p:nvPr/>
        </p:nvSpPr>
        <p:spPr>
          <a:xfrm>
            <a:off x="5779744" y="464189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b_small_bar_2392">
            <a:extLst>
              <a:ext uri="{FF2B5EF4-FFF2-40B4-BE49-F238E27FC236}">
                <a16:creationId xmlns:a16="http://schemas.microsoft.com/office/drawing/2014/main" id="{0523D09C-B6C2-4B43-A3AD-24562E4477EA}"/>
              </a:ext>
            </a:extLst>
          </p:cNvPr>
          <p:cNvSpPr>
            <a:spLocks noGrp="1"/>
          </p:cNvSpPr>
          <p:nvPr/>
        </p:nvSpPr>
        <p:spPr>
          <a:xfrm>
            <a:off x="600144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b_small_bar_2393">
            <a:extLst>
              <a:ext uri="{FF2B5EF4-FFF2-40B4-BE49-F238E27FC236}">
                <a16:creationId xmlns:a16="http://schemas.microsoft.com/office/drawing/2014/main" id="{2C942A6F-7E63-4454-AFA8-769A701B58D7}"/>
              </a:ext>
            </a:extLst>
          </p:cNvPr>
          <p:cNvSpPr>
            <a:spLocks noGrp="1"/>
          </p:cNvSpPr>
          <p:nvPr/>
        </p:nvSpPr>
        <p:spPr>
          <a:xfrm>
            <a:off x="576313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b_small_bar_2394">
            <a:extLst>
              <a:ext uri="{FF2B5EF4-FFF2-40B4-BE49-F238E27FC236}">
                <a16:creationId xmlns:a16="http://schemas.microsoft.com/office/drawing/2014/main" id="{68492B05-07CE-416F-9758-320A586897EE}"/>
              </a:ext>
            </a:extLst>
          </p:cNvPr>
          <p:cNvSpPr>
            <a:spLocks noGrp="1"/>
          </p:cNvSpPr>
          <p:nvPr/>
        </p:nvSpPr>
        <p:spPr>
          <a:xfrm>
            <a:off x="5659780" y="52339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b_small_bar_2395">
            <a:extLst>
              <a:ext uri="{FF2B5EF4-FFF2-40B4-BE49-F238E27FC236}">
                <a16:creationId xmlns:a16="http://schemas.microsoft.com/office/drawing/2014/main" id="{EF834A47-15AD-454A-95B1-8080BDD250FD}"/>
              </a:ext>
            </a:extLst>
          </p:cNvPr>
          <p:cNvSpPr>
            <a:spLocks noGrp="1"/>
          </p:cNvSpPr>
          <p:nvPr/>
        </p:nvSpPr>
        <p:spPr>
          <a:xfrm>
            <a:off x="568083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b_small_bar_2396">
            <a:extLst>
              <a:ext uri="{FF2B5EF4-FFF2-40B4-BE49-F238E27FC236}">
                <a16:creationId xmlns:a16="http://schemas.microsoft.com/office/drawing/2014/main" id="{0B328881-2A80-4722-950C-54162C1B4D15}"/>
              </a:ext>
            </a:extLst>
          </p:cNvPr>
          <p:cNvSpPr>
            <a:spLocks noGrp="1"/>
          </p:cNvSpPr>
          <p:nvPr/>
        </p:nvSpPr>
        <p:spPr>
          <a:xfrm>
            <a:off x="587112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b_small_bar_2397">
            <a:extLst>
              <a:ext uri="{FF2B5EF4-FFF2-40B4-BE49-F238E27FC236}">
                <a16:creationId xmlns:a16="http://schemas.microsoft.com/office/drawing/2014/main" id="{7A38E8C3-080F-4A16-9520-30BB74AF0EC1}"/>
              </a:ext>
            </a:extLst>
          </p:cNvPr>
          <p:cNvSpPr>
            <a:spLocks noGrp="1"/>
          </p:cNvSpPr>
          <p:nvPr/>
        </p:nvSpPr>
        <p:spPr>
          <a:xfrm>
            <a:off x="59904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b_small_bar_2398">
            <a:extLst>
              <a:ext uri="{FF2B5EF4-FFF2-40B4-BE49-F238E27FC236}">
                <a16:creationId xmlns:a16="http://schemas.microsoft.com/office/drawing/2014/main" id="{43C849EE-55AE-4AA3-8CB1-DBF5CF75BE71}"/>
              </a:ext>
            </a:extLst>
          </p:cNvPr>
          <p:cNvSpPr>
            <a:spLocks noGrp="1"/>
          </p:cNvSpPr>
          <p:nvPr/>
        </p:nvSpPr>
        <p:spPr>
          <a:xfrm>
            <a:off x="57293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b_small_bar_2399">
            <a:extLst>
              <a:ext uri="{FF2B5EF4-FFF2-40B4-BE49-F238E27FC236}">
                <a16:creationId xmlns:a16="http://schemas.microsoft.com/office/drawing/2014/main" id="{1034D5D4-9A42-42F1-BD23-50833725D590}"/>
              </a:ext>
            </a:extLst>
          </p:cNvPr>
          <p:cNvSpPr>
            <a:spLocks noGrp="1"/>
          </p:cNvSpPr>
          <p:nvPr/>
        </p:nvSpPr>
        <p:spPr>
          <a:xfrm>
            <a:off x="583143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b_small_bar_2400">
            <a:extLst>
              <a:ext uri="{FF2B5EF4-FFF2-40B4-BE49-F238E27FC236}">
                <a16:creationId xmlns:a16="http://schemas.microsoft.com/office/drawing/2014/main" id="{1B691BA8-9D32-43DD-9FB6-A63EB04412FC}"/>
              </a:ext>
            </a:extLst>
          </p:cNvPr>
          <p:cNvSpPr>
            <a:spLocks noGrp="1"/>
          </p:cNvSpPr>
          <p:nvPr/>
        </p:nvSpPr>
        <p:spPr>
          <a:xfrm>
            <a:off x="570976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b_small_bar_2401">
            <a:extLst>
              <a:ext uri="{FF2B5EF4-FFF2-40B4-BE49-F238E27FC236}">
                <a16:creationId xmlns:a16="http://schemas.microsoft.com/office/drawing/2014/main" id="{4FB43F2E-9339-49C1-834E-B9467633EDB8}"/>
              </a:ext>
            </a:extLst>
          </p:cNvPr>
          <p:cNvSpPr>
            <a:spLocks noGrp="1"/>
          </p:cNvSpPr>
          <p:nvPr/>
        </p:nvSpPr>
        <p:spPr>
          <a:xfrm>
            <a:off x="5809391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b_small_bar_2402">
            <a:extLst>
              <a:ext uri="{FF2B5EF4-FFF2-40B4-BE49-F238E27FC236}">
                <a16:creationId xmlns:a16="http://schemas.microsoft.com/office/drawing/2014/main" id="{CA5BB466-2AEC-4C02-B184-669C888619EB}"/>
              </a:ext>
            </a:extLst>
          </p:cNvPr>
          <p:cNvSpPr>
            <a:spLocks noGrp="1"/>
          </p:cNvSpPr>
          <p:nvPr/>
        </p:nvSpPr>
        <p:spPr>
          <a:xfrm>
            <a:off x="595282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b_small_bar_2403">
            <a:extLst>
              <a:ext uri="{FF2B5EF4-FFF2-40B4-BE49-F238E27FC236}">
                <a16:creationId xmlns:a16="http://schemas.microsoft.com/office/drawing/2014/main" id="{DB01AA72-E8B0-45DF-A297-826A6CE7BE23}"/>
              </a:ext>
            </a:extLst>
          </p:cNvPr>
          <p:cNvSpPr>
            <a:spLocks noGrp="1"/>
          </p:cNvSpPr>
          <p:nvPr/>
        </p:nvSpPr>
        <p:spPr>
          <a:xfrm>
            <a:off x="574240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b_small_bar_2404">
            <a:extLst>
              <a:ext uri="{FF2B5EF4-FFF2-40B4-BE49-F238E27FC236}">
                <a16:creationId xmlns:a16="http://schemas.microsoft.com/office/drawing/2014/main" id="{C736F5FF-FAAF-4256-AA02-19F9809DE491}"/>
              </a:ext>
            </a:extLst>
          </p:cNvPr>
          <p:cNvSpPr>
            <a:spLocks noGrp="1"/>
          </p:cNvSpPr>
          <p:nvPr/>
        </p:nvSpPr>
        <p:spPr>
          <a:xfrm>
            <a:off x="602287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b_small_bar_2405">
            <a:extLst>
              <a:ext uri="{FF2B5EF4-FFF2-40B4-BE49-F238E27FC236}">
                <a16:creationId xmlns:a16="http://schemas.microsoft.com/office/drawing/2014/main" id="{D839FB53-133C-49B1-BD6B-ACF3ECE2BAE4}"/>
              </a:ext>
            </a:extLst>
          </p:cNvPr>
          <p:cNvSpPr>
            <a:spLocks noGrp="1"/>
          </p:cNvSpPr>
          <p:nvPr/>
        </p:nvSpPr>
        <p:spPr>
          <a:xfrm>
            <a:off x="581723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b_small_bar_2406">
            <a:extLst>
              <a:ext uri="{FF2B5EF4-FFF2-40B4-BE49-F238E27FC236}">
                <a16:creationId xmlns:a16="http://schemas.microsoft.com/office/drawing/2014/main" id="{C7EF2620-1B53-4864-9FF7-0BCE49F9CBFF}"/>
              </a:ext>
            </a:extLst>
          </p:cNvPr>
          <p:cNvSpPr>
            <a:spLocks noGrp="1"/>
          </p:cNvSpPr>
          <p:nvPr/>
        </p:nvSpPr>
        <p:spPr>
          <a:xfrm>
            <a:off x="5720111" y="307483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b_small_bar_2407">
            <a:extLst>
              <a:ext uri="{FF2B5EF4-FFF2-40B4-BE49-F238E27FC236}">
                <a16:creationId xmlns:a16="http://schemas.microsoft.com/office/drawing/2014/main" id="{5111FC0E-64DE-467B-AA33-F0853B3AAAA1}"/>
              </a:ext>
            </a:extLst>
          </p:cNvPr>
          <p:cNvSpPr>
            <a:spLocks noGrp="1"/>
          </p:cNvSpPr>
          <p:nvPr/>
        </p:nvSpPr>
        <p:spPr>
          <a:xfrm>
            <a:off x="585226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b_small_bar_2408">
            <a:extLst>
              <a:ext uri="{FF2B5EF4-FFF2-40B4-BE49-F238E27FC236}">
                <a16:creationId xmlns:a16="http://schemas.microsoft.com/office/drawing/2014/main" id="{700D5588-F9BB-4A5B-AE2D-2FC6CE749B5D}"/>
              </a:ext>
            </a:extLst>
          </p:cNvPr>
          <p:cNvSpPr>
            <a:spLocks noGrp="1"/>
          </p:cNvSpPr>
          <p:nvPr/>
        </p:nvSpPr>
        <p:spPr>
          <a:xfrm>
            <a:off x="5675432" y="514278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b_small_bar_2409">
            <a:extLst>
              <a:ext uri="{FF2B5EF4-FFF2-40B4-BE49-F238E27FC236}">
                <a16:creationId xmlns:a16="http://schemas.microsoft.com/office/drawing/2014/main" id="{ACE4D4BE-B5F4-4E04-B389-33A8849BD533}"/>
              </a:ext>
            </a:extLst>
          </p:cNvPr>
          <p:cNvSpPr>
            <a:spLocks noGrp="1"/>
          </p:cNvSpPr>
          <p:nvPr/>
        </p:nvSpPr>
        <p:spPr>
          <a:xfrm>
            <a:off x="5646208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b_small_bar_2410">
            <a:extLst>
              <a:ext uri="{FF2B5EF4-FFF2-40B4-BE49-F238E27FC236}">
                <a16:creationId xmlns:a16="http://schemas.microsoft.com/office/drawing/2014/main" id="{08E9D0F6-24D7-49DC-8E10-ADA0619FC159}"/>
              </a:ext>
            </a:extLst>
          </p:cNvPr>
          <p:cNvSpPr>
            <a:spLocks noGrp="1"/>
          </p:cNvSpPr>
          <p:nvPr/>
        </p:nvSpPr>
        <p:spPr>
          <a:xfrm>
            <a:off x="575165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b_small_bar_2411">
            <a:extLst>
              <a:ext uri="{FF2B5EF4-FFF2-40B4-BE49-F238E27FC236}">
                <a16:creationId xmlns:a16="http://schemas.microsoft.com/office/drawing/2014/main" id="{91EBE9EE-8958-449A-A88D-E2B2C638B451}"/>
              </a:ext>
            </a:extLst>
          </p:cNvPr>
          <p:cNvSpPr>
            <a:spLocks noGrp="1"/>
          </p:cNvSpPr>
          <p:nvPr/>
        </p:nvSpPr>
        <p:spPr>
          <a:xfrm>
            <a:off x="578152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b_small_bar_2412">
            <a:extLst>
              <a:ext uri="{FF2B5EF4-FFF2-40B4-BE49-F238E27FC236}">
                <a16:creationId xmlns:a16="http://schemas.microsoft.com/office/drawing/2014/main" id="{53A0D54E-4C3F-472D-A12A-0FE9BE696897}"/>
              </a:ext>
            </a:extLst>
          </p:cNvPr>
          <p:cNvSpPr>
            <a:spLocks noGrp="1"/>
          </p:cNvSpPr>
          <p:nvPr/>
        </p:nvSpPr>
        <p:spPr>
          <a:xfrm>
            <a:off x="572116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b_small_bar_2413">
            <a:extLst>
              <a:ext uri="{FF2B5EF4-FFF2-40B4-BE49-F238E27FC236}">
                <a16:creationId xmlns:a16="http://schemas.microsoft.com/office/drawing/2014/main" id="{E4B7AD0B-D80B-48F4-880F-14AE104B423E}"/>
              </a:ext>
            </a:extLst>
          </p:cNvPr>
          <p:cNvSpPr>
            <a:spLocks noGrp="1"/>
          </p:cNvSpPr>
          <p:nvPr/>
        </p:nvSpPr>
        <p:spPr>
          <a:xfrm>
            <a:off x="5913417" y="34183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b_small_bar_2414">
            <a:extLst>
              <a:ext uri="{FF2B5EF4-FFF2-40B4-BE49-F238E27FC236}">
                <a16:creationId xmlns:a16="http://schemas.microsoft.com/office/drawing/2014/main" id="{6339F982-57C7-4597-8110-B15E35582D98}"/>
              </a:ext>
            </a:extLst>
          </p:cNvPr>
          <p:cNvSpPr>
            <a:spLocks noGrp="1"/>
          </p:cNvSpPr>
          <p:nvPr/>
        </p:nvSpPr>
        <p:spPr>
          <a:xfrm>
            <a:off x="589898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b_small_bar_2415">
            <a:extLst>
              <a:ext uri="{FF2B5EF4-FFF2-40B4-BE49-F238E27FC236}">
                <a16:creationId xmlns:a16="http://schemas.microsoft.com/office/drawing/2014/main" id="{897262E2-0E3C-4AEC-9E29-EE6C7B54D71F}"/>
              </a:ext>
            </a:extLst>
          </p:cNvPr>
          <p:cNvSpPr>
            <a:spLocks noGrp="1"/>
          </p:cNvSpPr>
          <p:nvPr/>
        </p:nvSpPr>
        <p:spPr>
          <a:xfrm>
            <a:off x="589100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b_small_bar_2416">
            <a:extLst>
              <a:ext uri="{FF2B5EF4-FFF2-40B4-BE49-F238E27FC236}">
                <a16:creationId xmlns:a16="http://schemas.microsoft.com/office/drawing/2014/main" id="{3B23580D-A7C9-4C02-BA6A-028043368955}"/>
              </a:ext>
            </a:extLst>
          </p:cNvPr>
          <p:cNvSpPr>
            <a:spLocks noGrp="1"/>
          </p:cNvSpPr>
          <p:nvPr/>
        </p:nvSpPr>
        <p:spPr>
          <a:xfrm>
            <a:off x="5999367" y="545755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b_small_bar_2417">
            <a:extLst>
              <a:ext uri="{FF2B5EF4-FFF2-40B4-BE49-F238E27FC236}">
                <a16:creationId xmlns:a16="http://schemas.microsoft.com/office/drawing/2014/main" id="{FD2C5AE9-5B24-4B29-AA39-DBDC3215F465}"/>
              </a:ext>
            </a:extLst>
          </p:cNvPr>
          <p:cNvSpPr>
            <a:spLocks noGrp="1"/>
          </p:cNvSpPr>
          <p:nvPr/>
        </p:nvSpPr>
        <p:spPr>
          <a:xfrm>
            <a:off x="597918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b_small_bar_2418">
            <a:extLst>
              <a:ext uri="{FF2B5EF4-FFF2-40B4-BE49-F238E27FC236}">
                <a16:creationId xmlns:a16="http://schemas.microsoft.com/office/drawing/2014/main" id="{2394B7A5-5E42-41B7-9B7A-20604570DE7B}"/>
              </a:ext>
            </a:extLst>
          </p:cNvPr>
          <p:cNvSpPr>
            <a:spLocks noGrp="1"/>
          </p:cNvSpPr>
          <p:nvPr/>
        </p:nvSpPr>
        <p:spPr>
          <a:xfrm>
            <a:off x="56872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b_small_bar_2419">
            <a:extLst>
              <a:ext uri="{FF2B5EF4-FFF2-40B4-BE49-F238E27FC236}">
                <a16:creationId xmlns:a16="http://schemas.microsoft.com/office/drawing/2014/main" id="{CC79F713-176C-4B74-A765-8311A643D755}"/>
              </a:ext>
            </a:extLst>
          </p:cNvPr>
          <p:cNvSpPr>
            <a:spLocks noGrp="1"/>
          </p:cNvSpPr>
          <p:nvPr/>
        </p:nvSpPr>
        <p:spPr>
          <a:xfrm>
            <a:off x="5892110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b_small_bar_2420">
            <a:extLst>
              <a:ext uri="{FF2B5EF4-FFF2-40B4-BE49-F238E27FC236}">
                <a16:creationId xmlns:a16="http://schemas.microsoft.com/office/drawing/2014/main" id="{C7B63B31-A5BA-43CF-8AFC-D2BEC11AD831}"/>
              </a:ext>
            </a:extLst>
          </p:cNvPr>
          <p:cNvSpPr>
            <a:spLocks noGrp="1"/>
          </p:cNvSpPr>
          <p:nvPr/>
        </p:nvSpPr>
        <p:spPr>
          <a:xfrm>
            <a:off x="5702699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b_small_bar_2421">
            <a:extLst>
              <a:ext uri="{FF2B5EF4-FFF2-40B4-BE49-F238E27FC236}">
                <a16:creationId xmlns:a16="http://schemas.microsoft.com/office/drawing/2014/main" id="{611DF37A-AC4B-44C8-97B8-1C416E13D625}"/>
              </a:ext>
            </a:extLst>
          </p:cNvPr>
          <p:cNvSpPr>
            <a:spLocks noGrp="1"/>
          </p:cNvSpPr>
          <p:nvPr/>
        </p:nvSpPr>
        <p:spPr>
          <a:xfrm>
            <a:off x="5734085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b_small_bar_2422">
            <a:extLst>
              <a:ext uri="{FF2B5EF4-FFF2-40B4-BE49-F238E27FC236}">
                <a16:creationId xmlns:a16="http://schemas.microsoft.com/office/drawing/2014/main" id="{EAD1F935-4B0C-4048-8659-5E95AA689A17}"/>
              </a:ext>
            </a:extLst>
          </p:cNvPr>
          <p:cNvSpPr>
            <a:spLocks noGrp="1"/>
          </p:cNvSpPr>
          <p:nvPr/>
        </p:nvSpPr>
        <p:spPr>
          <a:xfrm>
            <a:off x="593850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b_small_bar_2423">
            <a:extLst>
              <a:ext uri="{FF2B5EF4-FFF2-40B4-BE49-F238E27FC236}">
                <a16:creationId xmlns:a16="http://schemas.microsoft.com/office/drawing/2014/main" id="{C997D675-4C0A-4359-B38D-EAAB59490F9E}"/>
              </a:ext>
            </a:extLst>
          </p:cNvPr>
          <p:cNvSpPr>
            <a:spLocks noGrp="1"/>
          </p:cNvSpPr>
          <p:nvPr/>
        </p:nvSpPr>
        <p:spPr>
          <a:xfrm>
            <a:off x="5820491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b_small_bar_2424">
            <a:extLst>
              <a:ext uri="{FF2B5EF4-FFF2-40B4-BE49-F238E27FC236}">
                <a16:creationId xmlns:a16="http://schemas.microsoft.com/office/drawing/2014/main" id="{37FF06E2-DC52-4811-999E-FDF9E83B1D38}"/>
              </a:ext>
            </a:extLst>
          </p:cNvPr>
          <p:cNvSpPr>
            <a:spLocks noGrp="1"/>
          </p:cNvSpPr>
          <p:nvPr/>
        </p:nvSpPr>
        <p:spPr>
          <a:xfrm>
            <a:off x="5779039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b_small_bar_2425">
            <a:extLst>
              <a:ext uri="{FF2B5EF4-FFF2-40B4-BE49-F238E27FC236}">
                <a16:creationId xmlns:a16="http://schemas.microsoft.com/office/drawing/2014/main" id="{27E45CC1-4A4F-42A8-81E9-A587F8BBEDA2}"/>
              </a:ext>
            </a:extLst>
          </p:cNvPr>
          <p:cNvSpPr>
            <a:spLocks noGrp="1"/>
          </p:cNvSpPr>
          <p:nvPr/>
        </p:nvSpPr>
        <p:spPr>
          <a:xfrm>
            <a:off x="586278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b_small_bar_2426">
            <a:extLst>
              <a:ext uri="{FF2B5EF4-FFF2-40B4-BE49-F238E27FC236}">
                <a16:creationId xmlns:a16="http://schemas.microsoft.com/office/drawing/2014/main" id="{4256FCDD-F9B1-448C-A445-AB90AB1126F5}"/>
              </a:ext>
            </a:extLst>
          </p:cNvPr>
          <p:cNvSpPr>
            <a:spLocks noGrp="1"/>
          </p:cNvSpPr>
          <p:nvPr/>
        </p:nvSpPr>
        <p:spPr>
          <a:xfrm>
            <a:off x="5895309" y="2541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b_small_bar_2427">
            <a:extLst>
              <a:ext uri="{FF2B5EF4-FFF2-40B4-BE49-F238E27FC236}">
                <a16:creationId xmlns:a16="http://schemas.microsoft.com/office/drawing/2014/main" id="{3D01C9F2-5597-4A48-93C5-D434664B9FC7}"/>
              </a:ext>
            </a:extLst>
          </p:cNvPr>
          <p:cNvSpPr>
            <a:spLocks noGrp="1"/>
          </p:cNvSpPr>
          <p:nvPr/>
        </p:nvSpPr>
        <p:spPr>
          <a:xfrm>
            <a:off x="57549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b_small_bar_2428">
            <a:extLst>
              <a:ext uri="{FF2B5EF4-FFF2-40B4-BE49-F238E27FC236}">
                <a16:creationId xmlns:a16="http://schemas.microsoft.com/office/drawing/2014/main" id="{738C00F3-7E7A-4996-914C-8D43C33157AA}"/>
              </a:ext>
            </a:extLst>
          </p:cNvPr>
          <p:cNvSpPr>
            <a:spLocks noGrp="1"/>
          </p:cNvSpPr>
          <p:nvPr/>
        </p:nvSpPr>
        <p:spPr>
          <a:xfrm>
            <a:off x="564705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b_small_bar_2429">
            <a:extLst>
              <a:ext uri="{FF2B5EF4-FFF2-40B4-BE49-F238E27FC236}">
                <a16:creationId xmlns:a16="http://schemas.microsoft.com/office/drawing/2014/main" id="{DFCEC4A9-968D-412B-85DF-D9C539B525DD}"/>
              </a:ext>
            </a:extLst>
          </p:cNvPr>
          <p:cNvSpPr>
            <a:spLocks noGrp="1"/>
          </p:cNvSpPr>
          <p:nvPr/>
        </p:nvSpPr>
        <p:spPr>
          <a:xfrm>
            <a:off x="5908774" y="402205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b_small_bar_2430">
            <a:extLst>
              <a:ext uri="{FF2B5EF4-FFF2-40B4-BE49-F238E27FC236}">
                <a16:creationId xmlns:a16="http://schemas.microsoft.com/office/drawing/2014/main" id="{A35255B7-A94A-4EAC-A463-E1DA3E6580E0}"/>
              </a:ext>
            </a:extLst>
          </p:cNvPr>
          <p:cNvSpPr>
            <a:spLocks noGrp="1"/>
          </p:cNvSpPr>
          <p:nvPr/>
        </p:nvSpPr>
        <p:spPr>
          <a:xfrm>
            <a:off x="57437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b_small_bar_2431">
            <a:extLst>
              <a:ext uri="{FF2B5EF4-FFF2-40B4-BE49-F238E27FC236}">
                <a16:creationId xmlns:a16="http://schemas.microsoft.com/office/drawing/2014/main" id="{5BF1A450-B72F-4574-90F0-05B9B87DD5F6}"/>
              </a:ext>
            </a:extLst>
          </p:cNvPr>
          <p:cNvSpPr>
            <a:spLocks noGrp="1"/>
          </p:cNvSpPr>
          <p:nvPr/>
        </p:nvSpPr>
        <p:spPr>
          <a:xfrm>
            <a:off x="563523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b_small_bar_2432">
            <a:extLst>
              <a:ext uri="{FF2B5EF4-FFF2-40B4-BE49-F238E27FC236}">
                <a16:creationId xmlns:a16="http://schemas.microsoft.com/office/drawing/2014/main" id="{221DEA6A-DBD9-4B82-82E0-AEB6E85B2C36}"/>
              </a:ext>
            </a:extLst>
          </p:cNvPr>
          <p:cNvSpPr>
            <a:spLocks noGrp="1"/>
          </p:cNvSpPr>
          <p:nvPr/>
        </p:nvSpPr>
        <p:spPr>
          <a:xfrm>
            <a:off x="579962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b_small_bar_2433">
            <a:extLst>
              <a:ext uri="{FF2B5EF4-FFF2-40B4-BE49-F238E27FC236}">
                <a16:creationId xmlns:a16="http://schemas.microsoft.com/office/drawing/2014/main" id="{B8725E20-7509-408B-A739-010775B81DAA}"/>
              </a:ext>
            </a:extLst>
          </p:cNvPr>
          <p:cNvSpPr>
            <a:spLocks noGrp="1"/>
          </p:cNvSpPr>
          <p:nvPr/>
        </p:nvSpPr>
        <p:spPr>
          <a:xfrm>
            <a:off x="5719865" y="532993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b_small_bar_2434">
            <a:extLst>
              <a:ext uri="{FF2B5EF4-FFF2-40B4-BE49-F238E27FC236}">
                <a16:creationId xmlns:a16="http://schemas.microsoft.com/office/drawing/2014/main" id="{EC4214C1-B57B-4501-B4EA-0708DFB1502C}"/>
              </a:ext>
            </a:extLst>
          </p:cNvPr>
          <p:cNvSpPr>
            <a:spLocks noGrp="1"/>
          </p:cNvSpPr>
          <p:nvPr/>
        </p:nvSpPr>
        <p:spPr>
          <a:xfrm>
            <a:off x="572898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b_small_bar_2435">
            <a:extLst>
              <a:ext uri="{FF2B5EF4-FFF2-40B4-BE49-F238E27FC236}">
                <a16:creationId xmlns:a16="http://schemas.microsoft.com/office/drawing/2014/main" id="{0E593C0D-EDD7-4D76-A97D-3CC53B6A90CD}"/>
              </a:ext>
            </a:extLst>
          </p:cNvPr>
          <p:cNvSpPr>
            <a:spLocks noGrp="1"/>
          </p:cNvSpPr>
          <p:nvPr/>
        </p:nvSpPr>
        <p:spPr>
          <a:xfrm>
            <a:off x="574366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b_small_bar_2436">
            <a:extLst>
              <a:ext uri="{FF2B5EF4-FFF2-40B4-BE49-F238E27FC236}">
                <a16:creationId xmlns:a16="http://schemas.microsoft.com/office/drawing/2014/main" id="{693CE621-5E9B-4BCB-B258-7FD1C90D1EAE}"/>
              </a:ext>
            </a:extLst>
          </p:cNvPr>
          <p:cNvSpPr>
            <a:spLocks noGrp="1"/>
          </p:cNvSpPr>
          <p:nvPr/>
        </p:nvSpPr>
        <p:spPr>
          <a:xfrm>
            <a:off x="568383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b_small_bar_2437">
            <a:extLst>
              <a:ext uri="{FF2B5EF4-FFF2-40B4-BE49-F238E27FC236}">
                <a16:creationId xmlns:a16="http://schemas.microsoft.com/office/drawing/2014/main" id="{B5F19587-E538-4A33-BBA1-8841201DD3F1}"/>
              </a:ext>
            </a:extLst>
          </p:cNvPr>
          <p:cNvSpPr>
            <a:spLocks noGrp="1"/>
          </p:cNvSpPr>
          <p:nvPr/>
        </p:nvSpPr>
        <p:spPr>
          <a:xfrm>
            <a:off x="584133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b_small_bar_2438">
            <a:extLst>
              <a:ext uri="{FF2B5EF4-FFF2-40B4-BE49-F238E27FC236}">
                <a16:creationId xmlns:a16="http://schemas.microsoft.com/office/drawing/2014/main" id="{6F152174-9E73-47EB-B6E7-F3B320D1ED5F}"/>
              </a:ext>
            </a:extLst>
          </p:cNvPr>
          <p:cNvSpPr>
            <a:spLocks noGrp="1"/>
          </p:cNvSpPr>
          <p:nvPr/>
        </p:nvSpPr>
        <p:spPr>
          <a:xfrm>
            <a:off x="5836926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b_small_bar_2439">
            <a:extLst>
              <a:ext uri="{FF2B5EF4-FFF2-40B4-BE49-F238E27FC236}">
                <a16:creationId xmlns:a16="http://schemas.microsoft.com/office/drawing/2014/main" id="{8AB3FF01-981B-4477-A601-8CEF7D6F2D34}"/>
              </a:ext>
            </a:extLst>
          </p:cNvPr>
          <p:cNvSpPr>
            <a:spLocks noGrp="1"/>
          </p:cNvSpPr>
          <p:nvPr/>
        </p:nvSpPr>
        <p:spPr>
          <a:xfrm>
            <a:off x="58733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b_small_bar_2440">
            <a:extLst>
              <a:ext uri="{FF2B5EF4-FFF2-40B4-BE49-F238E27FC236}">
                <a16:creationId xmlns:a16="http://schemas.microsoft.com/office/drawing/2014/main" id="{3CC9C352-8A44-4450-9C3D-49AC461E0EC2}"/>
              </a:ext>
            </a:extLst>
          </p:cNvPr>
          <p:cNvSpPr>
            <a:spLocks noGrp="1"/>
          </p:cNvSpPr>
          <p:nvPr/>
        </p:nvSpPr>
        <p:spPr>
          <a:xfrm>
            <a:off x="5643109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b_small_bar_2441">
            <a:extLst>
              <a:ext uri="{FF2B5EF4-FFF2-40B4-BE49-F238E27FC236}">
                <a16:creationId xmlns:a16="http://schemas.microsoft.com/office/drawing/2014/main" id="{20B2B61B-DBC1-4DBE-AE93-2018F82EEC42}"/>
              </a:ext>
            </a:extLst>
          </p:cNvPr>
          <p:cNvSpPr>
            <a:spLocks noGrp="1"/>
          </p:cNvSpPr>
          <p:nvPr/>
        </p:nvSpPr>
        <p:spPr>
          <a:xfrm>
            <a:off x="5992816" y="59379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b_small_bar_2442">
            <a:extLst>
              <a:ext uri="{FF2B5EF4-FFF2-40B4-BE49-F238E27FC236}">
                <a16:creationId xmlns:a16="http://schemas.microsoft.com/office/drawing/2014/main" id="{DBD6C93D-FEFF-498E-9A9E-A0334E91B5DD}"/>
              </a:ext>
            </a:extLst>
          </p:cNvPr>
          <p:cNvSpPr>
            <a:spLocks noGrp="1"/>
          </p:cNvSpPr>
          <p:nvPr/>
        </p:nvSpPr>
        <p:spPr>
          <a:xfrm>
            <a:off x="5875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b_small_bar_2443">
            <a:extLst>
              <a:ext uri="{FF2B5EF4-FFF2-40B4-BE49-F238E27FC236}">
                <a16:creationId xmlns:a16="http://schemas.microsoft.com/office/drawing/2014/main" id="{8EF6D235-E61B-48C6-A29C-BFFA7285C3DC}"/>
              </a:ext>
            </a:extLst>
          </p:cNvPr>
          <p:cNvSpPr>
            <a:spLocks noGrp="1"/>
          </p:cNvSpPr>
          <p:nvPr/>
        </p:nvSpPr>
        <p:spPr>
          <a:xfrm>
            <a:off x="568003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b_small_bar_2444">
            <a:extLst>
              <a:ext uri="{FF2B5EF4-FFF2-40B4-BE49-F238E27FC236}">
                <a16:creationId xmlns:a16="http://schemas.microsoft.com/office/drawing/2014/main" id="{2AC3D58A-D478-47ED-A85B-5378C227283A}"/>
              </a:ext>
            </a:extLst>
          </p:cNvPr>
          <p:cNvSpPr>
            <a:spLocks noGrp="1"/>
          </p:cNvSpPr>
          <p:nvPr/>
        </p:nvSpPr>
        <p:spPr>
          <a:xfrm>
            <a:off x="5694175" y="513992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b_small_bar_2445">
            <a:extLst>
              <a:ext uri="{FF2B5EF4-FFF2-40B4-BE49-F238E27FC236}">
                <a16:creationId xmlns:a16="http://schemas.microsoft.com/office/drawing/2014/main" id="{DD264199-508C-4711-BD3B-23596227CC11}"/>
              </a:ext>
            </a:extLst>
          </p:cNvPr>
          <p:cNvSpPr>
            <a:spLocks noGrp="1"/>
          </p:cNvSpPr>
          <p:nvPr/>
        </p:nvSpPr>
        <p:spPr>
          <a:xfrm>
            <a:off x="60246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b_small_bar_2446">
            <a:extLst>
              <a:ext uri="{FF2B5EF4-FFF2-40B4-BE49-F238E27FC236}">
                <a16:creationId xmlns:a16="http://schemas.microsoft.com/office/drawing/2014/main" id="{739F49DB-A026-49A6-8E3F-36EDFA394615}"/>
              </a:ext>
            </a:extLst>
          </p:cNvPr>
          <p:cNvSpPr>
            <a:spLocks noGrp="1"/>
          </p:cNvSpPr>
          <p:nvPr/>
        </p:nvSpPr>
        <p:spPr>
          <a:xfrm>
            <a:off x="57774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b_small_bar_2447">
            <a:extLst>
              <a:ext uri="{FF2B5EF4-FFF2-40B4-BE49-F238E27FC236}">
                <a16:creationId xmlns:a16="http://schemas.microsoft.com/office/drawing/2014/main" id="{59B08159-0DBE-4C91-A424-43CDBBA80E8C}"/>
              </a:ext>
            </a:extLst>
          </p:cNvPr>
          <p:cNvSpPr>
            <a:spLocks noGrp="1"/>
          </p:cNvSpPr>
          <p:nvPr/>
        </p:nvSpPr>
        <p:spPr>
          <a:xfrm>
            <a:off x="5840155" y="587408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b_small_bar_2448">
            <a:extLst>
              <a:ext uri="{FF2B5EF4-FFF2-40B4-BE49-F238E27FC236}">
                <a16:creationId xmlns:a16="http://schemas.microsoft.com/office/drawing/2014/main" id="{CFF9EE6C-BE7D-44E9-BB96-E75ECA81E25F}"/>
              </a:ext>
            </a:extLst>
          </p:cNvPr>
          <p:cNvSpPr>
            <a:spLocks noGrp="1"/>
          </p:cNvSpPr>
          <p:nvPr/>
        </p:nvSpPr>
        <p:spPr>
          <a:xfrm>
            <a:off x="5798689" y="517733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b_small_bar_2449">
            <a:extLst>
              <a:ext uri="{FF2B5EF4-FFF2-40B4-BE49-F238E27FC236}">
                <a16:creationId xmlns:a16="http://schemas.microsoft.com/office/drawing/2014/main" id="{3FBB9D80-07C9-420C-B8B3-6A31530CB6F7}"/>
              </a:ext>
            </a:extLst>
          </p:cNvPr>
          <p:cNvSpPr>
            <a:spLocks noGrp="1"/>
          </p:cNvSpPr>
          <p:nvPr/>
        </p:nvSpPr>
        <p:spPr>
          <a:xfrm>
            <a:off x="565259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b_small_bar_2450">
            <a:extLst>
              <a:ext uri="{FF2B5EF4-FFF2-40B4-BE49-F238E27FC236}">
                <a16:creationId xmlns:a16="http://schemas.microsoft.com/office/drawing/2014/main" id="{30FDC3AA-2945-49CD-958B-99C2E7520953}"/>
              </a:ext>
            </a:extLst>
          </p:cNvPr>
          <p:cNvSpPr>
            <a:spLocks noGrp="1"/>
          </p:cNvSpPr>
          <p:nvPr/>
        </p:nvSpPr>
        <p:spPr>
          <a:xfrm>
            <a:off x="569691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b_small_bar_2451">
            <a:extLst>
              <a:ext uri="{FF2B5EF4-FFF2-40B4-BE49-F238E27FC236}">
                <a16:creationId xmlns:a16="http://schemas.microsoft.com/office/drawing/2014/main" id="{7775CEB2-D141-4362-AF99-33859BC69F09}"/>
              </a:ext>
            </a:extLst>
          </p:cNvPr>
          <p:cNvSpPr>
            <a:spLocks noGrp="1"/>
          </p:cNvSpPr>
          <p:nvPr/>
        </p:nvSpPr>
        <p:spPr>
          <a:xfrm>
            <a:off x="581399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b_small_bar_2452">
            <a:extLst>
              <a:ext uri="{FF2B5EF4-FFF2-40B4-BE49-F238E27FC236}">
                <a16:creationId xmlns:a16="http://schemas.microsoft.com/office/drawing/2014/main" id="{CF8B4D85-D3FE-481E-81EF-5E478948C274}"/>
              </a:ext>
            </a:extLst>
          </p:cNvPr>
          <p:cNvSpPr>
            <a:spLocks noGrp="1"/>
          </p:cNvSpPr>
          <p:nvPr/>
        </p:nvSpPr>
        <p:spPr>
          <a:xfrm>
            <a:off x="566316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b_small_bar_2453">
            <a:extLst>
              <a:ext uri="{FF2B5EF4-FFF2-40B4-BE49-F238E27FC236}">
                <a16:creationId xmlns:a16="http://schemas.microsoft.com/office/drawing/2014/main" id="{B0A27753-1813-4866-9698-60BCF86AFD41}"/>
              </a:ext>
            </a:extLst>
          </p:cNvPr>
          <p:cNvSpPr>
            <a:spLocks noGrp="1"/>
          </p:cNvSpPr>
          <p:nvPr/>
        </p:nvSpPr>
        <p:spPr>
          <a:xfrm>
            <a:off x="56744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b_small_bar_2454">
            <a:extLst>
              <a:ext uri="{FF2B5EF4-FFF2-40B4-BE49-F238E27FC236}">
                <a16:creationId xmlns:a16="http://schemas.microsoft.com/office/drawing/2014/main" id="{E95FCBFD-9DC6-4F56-B2E9-756DC5F1573E}"/>
              </a:ext>
            </a:extLst>
          </p:cNvPr>
          <p:cNvSpPr>
            <a:spLocks noGrp="1"/>
          </p:cNvSpPr>
          <p:nvPr/>
        </p:nvSpPr>
        <p:spPr>
          <a:xfrm>
            <a:off x="5779954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b_small_bar_2455">
            <a:extLst>
              <a:ext uri="{FF2B5EF4-FFF2-40B4-BE49-F238E27FC236}">
                <a16:creationId xmlns:a16="http://schemas.microsoft.com/office/drawing/2014/main" id="{C45B7643-7B70-46DE-A6FD-955858D155BA}"/>
              </a:ext>
            </a:extLst>
          </p:cNvPr>
          <p:cNvSpPr>
            <a:spLocks noGrp="1"/>
          </p:cNvSpPr>
          <p:nvPr/>
        </p:nvSpPr>
        <p:spPr>
          <a:xfrm>
            <a:off x="5721674" y="3719495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b_small_bar_2456">
            <a:extLst>
              <a:ext uri="{FF2B5EF4-FFF2-40B4-BE49-F238E27FC236}">
                <a16:creationId xmlns:a16="http://schemas.microsoft.com/office/drawing/2014/main" id="{940F651F-5E63-4352-A55C-6532F0225DA1}"/>
              </a:ext>
            </a:extLst>
          </p:cNvPr>
          <p:cNvSpPr>
            <a:spLocks noGrp="1"/>
          </p:cNvSpPr>
          <p:nvPr/>
        </p:nvSpPr>
        <p:spPr>
          <a:xfrm>
            <a:off x="602042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b_small_bar_2457">
            <a:extLst>
              <a:ext uri="{FF2B5EF4-FFF2-40B4-BE49-F238E27FC236}">
                <a16:creationId xmlns:a16="http://schemas.microsoft.com/office/drawing/2014/main" id="{51BBF629-45FE-45D2-8AE9-F945B9C9CCC1}"/>
              </a:ext>
            </a:extLst>
          </p:cNvPr>
          <p:cNvSpPr>
            <a:spLocks noGrp="1"/>
          </p:cNvSpPr>
          <p:nvPr/>
        </p:nvSpPr>
        <p:spPr>
          <a:xfrm>
            <a:off x="5969439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b_small_bar_2458">
            <a:extLst>
              <a:ext uri="{FF2B5EF4-FFF2-40B4-BE49-F238E27FC236}">
                <a16:creationId xmlns:a16="http://schemas.microsoft.com/office/drawing/2014/main" id="{0F417548-BFD9-4150-96BE-8A44CF26CC8D}"/>
              </a:ext>
            </a:extLst>
          </p:cNvPr>
          <p:cNvSpPr>
            <a:spLocks noGrp="1"/>
          </p:cNvSpPr>
          <p:nvPr/>
        </p:nvSpPr>
        <p:spPr>
          <a:xfrm>
            <a:off x="5666745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b_small_bar_2459">
            <a:extLst>
              <a:ext uri="{FF2B5EF4-FFF2-40B4-BE49-F238E27FC236}">
                <a16:creationId xmlns:a16="http://schemas.microsoft.com/office/drawing/2014/main" id="{D5E6DE37-80C9-4BF0-92B8-0BE5F20C74FD}"/>
              </a:ext>
            </a:extLst>
          </p:cNvPr>
          <p:cNvSpPr>
            <a:spLocks noGrp="1"/>
          </p:cNvSpPr>
          <p:nvPr/>
        </p:nvSpPr>
        <p:spPr>
          <a:xfrm>
            <a:off x="600400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b_small_bar_2460">
            <a:extLst>
              <a:ext uri="{FF2B5EF4-FFF2-40B4-BE49-F238E27FC236}">
                <a16:creationId xmlns:a16="http://schemas.microsoft.com/office/drawing/2014/main" id="{B2F0F048-A1C4-44B7-A527-8DEA071F49CF}"/>
              </a:ext>
            </a:extLst>
          </p:cNvPr>
          <p:cNvSpPr>
            <a:spLocks noGrp="1"/>
          </p:cNvSpPr>
          <p:nvPr/>
        </p:nvSpPr>
        <p:spPr>
          <a:xfrm>
            <a:off x="5652910" y="596611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b_small_bar_2461">
            <a:extLst>
              <a:ext uri="{FF2B5EF4-FFF2-40B4-BE49-F238E27FC236}">
                <a16:creationId xmlns:a16="http://schemas.microsoft.com/office/drawing/2014/main" id="{82F7536E-F665-427F-80E0-51B3F83CADB5}"/>
              </a:ext>
            </a:extLst>
          </p:cNvPr>
          <p:cNvSpPr>
            <a:spLocks noGrp="1"/>
          </p:cNvSpPr>
          <p:nvPr/>
        </p:nvSpPr>
        <p:spPr>
          <a:xfrm>
            <a:off x="589962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b_small_bar_2462">
            <a:extLst>
              <a:ext uri="{FF2B5EF4-FFF2-40B4-BE49-F238E27FC236}">
                <a16:creationId xmlns:a16="http://schemas.microsoft.com/office/drawing/2014/main" id="{DC0BB674-E6EA-4ABE-8F5F-E7715758AC7C}"/>
              </a:ext>
            </a:extLst>
          </p:cNvPr>
          <p:cNvSpPr>
            <a:spLocks noGrp="1"/>
          </p:cNvSpPr>
          <p:nvPr/>
        </p:nvSpPr>
        <p:spPr>
          <a:xfrm>
            <a:off x="5639691" y="563365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b_small_bar_2463">
            <a:extLst>
              <a:ext uri="{FF2B5EF4-FFF2-40B4-BE49-F238E27FC236}">
                <a16:creationId xmlns:a16="http://schemas.microsoft.com/office/drawing/2014/main" id="{A1B7E8CD-ACFE-433F-96E0-5EA5CC1196C9}"/>
              </a:ext>
            </a:extLst>
          </p:cNvPr>
          <p:cNvSpPr>
            <a:spLocks noGrp="1"/>
          </p:cNvSpPr>
          <p:nvPr/>
        </p:nvSpPr>
        <p:spPr>
          <a:xfrm>
            <a:off x="833691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b_small_bar_2464">
            <a:extLst>
              <a:ext uri="{FF2B5EF4-FFF2-40B4-BE49-F238E27FC236}">
                <a16:creationId xmlns:a16="http://schemas.microsoft.com/office/drawing/2014/main" id="{E8895565-A90B-4418-9705-074CA2D3F30C}"/>
              </a:ext>
            </a:extLst>
          </p:cNvPr>
          <p:cNvSpPr>
            <a:spLocks noGrp="1"/>
          </p:cNvSpPr>
          <p:nvPr/>
        </p:nvSpPr>
        <p:spPr>
          <a:xfrm>
            <a:off x="8310783" y="36993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b_small_bar_2465">
            <a:extLst>
              <a:ext uri="{FF2B5EF4-FFF2-40B4-BE49-F238E27FC236}">
                <a16:creationId xmlns:a16="http://schemas.microsoft.com/office/drawing/2014/main" id="{7A2A02F4-26C7-45F2-A186-59C6E1027664}"/>
              </a:ext>
            </a:extLst>
          </p:cNvPr>
          <p:cNvSpPr>
            <a:spLocks noGrp="1"/>
          </p:cNvSpPr>
          <p:nvPr/>
        </p:nvSpPr>
        <p:spPr>
          <a:xfrm>
            <a:off x="840211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b_small_bar_2466">
            <a:extLst>
              <a:ext uri="{FF2B5EF4-FFF2-40B4-BE49-F238E27FC236}">
                <a16:creationId xmlns:a16="http://schemas.microsoft.com/office/drawing/2014/main" id="{AA934BD3-3F47-4706-A2EE-851342E885A0}"/>
              </a:ext>
            </a:extLst>
          </p:cNvPr>
          <p:cNvSpPr>
            <a:spLocks noGrp="1"/>
          </p:cNvSpPr>
          <p:nvPr/>
        </p:nvSpPr>
        <p:spPr>
          <a:xfrm>
            <a:off x="8457097" y="328950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b_small_bar_2467">
            <a:extLst>
              <a:ext uri="{FF2B5EF4-FFF2-40B4-BE49-F238E27FC236}">
                <a16:creationId xmlns:a16="http://schemas.microsoft.com/office/drawing/2014/main" id="{6B6D4F37-6B80-47C5-B8C6-E1B1013474D6}"/>
              </a:ext>
            </a:extLst>
          </p:cNvPr>
          <p:cNvSpPr>
            <a:spLocks noGrp="1"/>
          </p:cNvSpPr>
          <p:nvPr/>
        </p:nvSpPr>
        <p:spPr>
          <a:xfrm>
            <a:off x="810596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b_small_bar_2468">
            <a:extLst>
              <a:ext uri="{FF2B5EF4-FFF2-40B4-BE49-F238E27FC236}">
                <a16:creationId xmlns:a16="http://schemas.microsoft.com/office/drawing/2014/main" id="{D78D3514-FFF9-4F46-B294-C6F8730EF737}"/>
              </a:ext>
            </a:extLst>
          </p:cNvPr>
          <p:cNvSpPr>
            <a:spLocks noGrp="1"/>
          </p:cNvSpPr>
          <p:nvPr/>
        </p:nvSpPr>
        <p:spPr>
          <a:xfrm>
            <a:off x="8118923" y="532698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b_small_bar_2469">
            <a:extLst>
              <a:ext uri="{FF2B5EF4-FFF2-40B4-BE49-F238E27FC236}">
                <a16:creationId xmlns:a16="http://schemas.microsoft.com/office/drawing/2014/main" id="{04C3AFC2-D6E3-4ACD-8D9B-AB45B2AE3D3A}"/>
              </a:ext>
            </a:extLst>
          </p:cNvPr>
          <p:cNvSpPr>
            <a:spLocks noGrp="1"/>
          </p:cNvSpPr>
          <p:nvPr/>
        </p:nvSpPr>
        <p:spPr>
          <a:xfrm>
            <a:off x="8405563" y="4440112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b_small_bar_2470">
            <a:extLst>
              <a:ext uri="{FF2B5EF4-FFF2-40B4-BE49-F238E27FC236}">
                <a16:creationId xmlns:a16="http://schemas.microsoft.com/office/drawing/2014/main" id="{EAE41A94-78EB-4696-B7CE-E99442A62579}"/>
              </a:ext>
            </a:extLst>
          </p:cNvPr>
          <p:cNvSpPr>
            <a:spLocks noGrp="1"/>
          </p:cNvSpPr>
          <p:nvPr/>
        </p:nvSpPr>
        <p:spPr>
          <a:xfrm>
            <a:off x="8463796" y="312921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b_small_bar_2471">
            <a:extLst>
              <a:ext uri="{FF2B5EF4-FFF2-40B4-BE49-F238E27FC236}">
                <a16:creationId xmlns:a16="http://schemas.microsoft.com/office/drawing/2014/main" id="{AF613F9E-9470-4F2E-A7CD-F15DB84E259C}"/>
              </a:ext>
            </a:extLst>
          </p:cNvPr>
          <p:cNvSpPr>
            <a:spLocks noGrp="1"/>
          </p:cNvSpPr>
          <p:nvPr/>
        </p:nvSpPr>
        <p:spPr>
          <a:xfrm>
            <a:off x="835956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b_small_bar_2472">
            <a:extLst>
              <a:ext uri="{FF2B5EF4-FFF2-40B4-BE49-F238E27FC236}">
                <a16:creationId xmlns:a16="http://schemas.microsoft.com/office/drawing/2014/main" id="{C76E2D54-D99C-4B40-8997-D79A39B11938}"/>
              </a:ext>
            </a:extLst>
          </p:cNvPr>
          <p:cNvSpPr>
            <a:spLocks noGrp="1"/>
          </p:cNvSpPr>
          <p:nvPr/>
        </p:nvSpPr>
        <p:spPr>
          <a:xfrm>
            <a:off x="84339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b_small_bar_2473">
            <a:extLst>
              <a:ext uri="{FF2B5EF4-FFF2-40B4-BE49-F238E27FC236}">
                <a16:creationId xmlns:a16="http://schemas.microsoft.com/office/drawing/2014/main" id="{3FE388CF-6F43-4B57-A240-B43866C2ECDC}"/>
              </a:ext>
            </a:extLst>
          </p:cNvPr>
          <p:cNvSpPr>
            <a:spLocks noGrp="1"/>
          </p:cNvSpPr>
          <p:nvPr/>
        </p:nvSpPr>
        <p:spPr>
          <a:xfrm>
            <a:off x="842424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b_small_bar_2474">
            <a:extLst>
              <a:ext uri="{FF2B5EF4-FFF2-40B4-BE49-F238E27FC236}">
                <a16:creationId xmlns:a16="http://schemas.microsoft.com/office/drawing/2014/main" id="{A49EF7FF-56E8-4D6B-98CA-4CC645F891E5}"/>
              </a:ext>
            </a:extLst>
          </p:cNvPr>
          <p:cNvSpPr>
            <a:spLocks noGrp="1"/>
          </p:cNvSpPr>
          <p:nvPr/>
        </p:nvSpPr>
        <p:spPr>
          <a:xfrm>
            <a:off x="8354456" y="55298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b_small_bar_2475">
            <a:extLst>
              <a:ext uri="{FF2B5EF4-FFF2-40B4-BE49-F238E27FC236}">
                <a16:creationId xmlns:a16="http://schemas.microsoft.com/office/drawing/2014/main" id="{8D51493D-1DAE-479C-AEA5-0B54B9B1EA27}"/>
              </a:ext>
            </a:extLst>
          </p:cNvPr>
          <p:cNvSpPr>
            <a:spLocks noGrp="1"/>
          </p:cNvSpPr>
          <p:nvPr/>
        </p:nvSpPr>
        <p:spPr>
          <a:xfrm>
            <a:off x="838789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b_small_bar_2476">
            <a:extLst>
              <a:ext uri="{FF2B5EF4-FFF2-40B4-BE49-F238E27FC236}">
                <a16:creationId xmlns:a16="http://schemas.microsoft.com/office/drawing/2014/main" id="{95D810D7-654A-4A1C-8677-DC30A4E415DC}"/>
              </a:ext>
            </a:extLst>
          </p:cNvPr>
          <p:cNvSpPr>
            <a:spLocks noGrp="1"/>
          </p:cNvSpPr>
          <p:nvPr/>
        </p:nvSpPr>
        <p:spPr>
          <a:xfrm>
            <a:off x="833410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b_small_bar_2477">
            <a:extLst>
              <a:ext uri="{FF2B5EF4-FFF2-40B4-BE49-F238E27FC236}">
                <a16:creationId xmlns:a16="http://schemas.microsoft.com/office/drawing/2014/main" id="{8152D268-B328-48B5-A644-7D6FC11C57D8}"/>
              </a:ext>
            </a:extLst>
          </p:cNvPr>
          <p:cNvSpPr>
            <a:spLocks noGrp="1"/>
          </p:cNvSpPr>
          <p:nvPr/>
        </p:nvSpPr>
        <p:spPr>
          <a:xfrm>
            <a:off x="8256297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b_small_bar_2478">
            <a:extLst>
              <a:ext uri="{FF2B5EF4-FFF2-40B4-BE49-F238E27FC236}">
                <a16:creationId xmlns:a16="http://schemas.microsoft.com/office/drawing/2014/main" id="{3CC9B624-02D9-4E17-BC29-A1812C0A17E7}"/>
              </a:ext>
            </a:extLst>
          </p:cNvPr>
          <p:cNvSpPr>
            <a:spLocks noGrp="1"/>
          </p:cNvSpPr>
          <p:nvPr/>
        </p:nvSpPr>
        <p:spPr>
          <a:xfrm>
            <a:off x="8466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b_small_bar_2479">
            <a:extLst>
              <a:ext uri="{FF2B5EF4-FFF2-40B4-BE49-F238E27FC236}">
                <a16:creationId xmlns:a16="http://schemas.microsoft.com/office/drawing/2014/main" id="{4BDE4113-5DA8-4A81-A245-518E7A814C3A}"/>
              </a:ext>
            </a:extLst>
          </p:cNvPr>
          <p:cNvSpPr>
            <a:spLocks noGrp="1"/>
          </p:cNvSpPr>
          <p:nvPr/>
        </p:nvSpPr>
        <p:spPr>
          <a:xfrm>
            <a:off x="8318157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b_small_bar_2480">
            <a:extLst>
              <a:ext uri="{FF2B5EF4-FFF2-40B4-BE49-F238E27FC236}">
                <a16:creationId xmlns:a16="http://schemas.microsoft.com/office/drawing/2014/main" id="{95FEF246-CC97-482A-B2CD-2101BF1D81DB}"/>
              </a:ext>
            </a:extLst>
          </p:cNvPr>
          <p:cNvSpPr>
            <a:spLocks noGrp="1"/>
          </p:cNvSpPr>
          <p:nvPr/>
        </p:nvSpPr>
        <p:spPr>
          <a:xfrm>
            <a:off x="815993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b_small_bar_2481">
            <a:extLst>
              <a:ext uri="{FF2B5EF4-FFF2-40B4-BE49-F238E27FC236}">
                <a16:creationId xmlns:a16="http://schemas.microsoft.com/office/drawing/2014/main" id="{3F62EFA6-1FC8-4694-A2F7-FA3789B01C86}"/>
              </a:ext>
            </a:extLst>
          </p:cNvPr>
          <p:cNvSpPr>
            <a:spLocks noGrp="1"/>
          </p:cNvSpPr>
          <p:nvPr/>
        </p:nvSpPr>
        <p:spPr>
          <a:xfrm>
            <a:off x="8236062" y="578392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b_small_bar_2482">
            <a:extLst>
              <a:ext uri="{FF2B5EF4-FFF2-40B4-BE49-F238E27FC236}">
                <a16:creationId xmlns:a16="http://schemas.microsoft.com/office/drawing/2014/main" id="{678E7583-3AFA-4392-879A-E62375961252}"/>
              </a:ext>
            </a:extLst>
          </p:cNvPr>
          <p:cNvSpPr>
            <a:spLocks noGrp="1"/>
          </p:cNvSpPr>
          <p:nvPr/>
        </p:nvSpPr>
        <p:spPr>
          <a:xfrm>
            <a:off x="83296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b_small_bar_2483">
            <a:extLst>
              <a:ext uri="{FF2B5EF4-FFF2-40B4-BE49-F238E27FC236}">
                <a16:creationId xmlns:a16="http://schemas.microsoft.com/office/drawing/2014/main" id="{7B4A6DA6-C2E1-4B7F-895B-B13EF15D1D7C}"/>
              </a:ext>
            </a:extLst>
          </p:cNvPr>
          <p:cNvSpPr>
            <a:spLocks noGrp="1"/>
          </p:cNvSpPr>
          <p:nvPr/>
        </p:nvSpPr>
        <p:spPr>
          <a:xfrm>
            <a:off x="838163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b_small_bar_2484">
            <a:extLst>
              <a:ext uri="{FF2B5EF4-FFF2-40B4-BE49-F238E27FC236}">
                <a16:creationId xmlns:a16="http://schemas.microsoft.com/office/drawing/2014/main" id="{0E628A39-3F5D-4A38-98E8-886E13576D1B}"/>
              </a:ext>
            </a:extLst>
          </p:cNvPr>
          <p:cNvSpPr>
            <a:spLocks noGrp="1"/>
          </p:cNvSpPr>
          <p:nvPr/>
        </p:nvSpPr>
        <p:spPr>
          <a:xfrm>
            <a:off x="807984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b_small_bar_2485">
            <a:extLst>
              <a:ext uri="{FF2B5EF4-FFF2-40B4-BE49-F238E27FC236}">
                <a16:creationId xmlns:a16="http://schemas.microsoft.com/office/drawing/2014/main" id="{9F07B952-E26F-4BA8-86D0-0A2C23E540DB}"/>
              </a:ext>
            </a:extLst>
          </p:cNvPr>
          <p:cNvSpPr>
            <a:spLocks noGrp="1"/>
          </p:cNvSpPr>
          <p:nvPr/>
        </p:nvSpPr>
        <p:spPr>
          <a:xfrm>
            <a:off x="8198336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b_small_bar_2486">
            <a:extLst>
              <a:ext uri="{FF2B5EF4-FFF2-40B4-BE49-F238E27FC236}">
                <a16:creationId xmlns:a16="http://schemas.microsoft.com/office/drawing/2014/main" id="{3E0F9431-D865-47F5-A287-3F1908B6FDAB}"/>
              </a:ext>
            </a:extLst>
          </p:cNvPr>
          <p:cNvSpPr>
            <a:spLocks noGrp="1"/>
          </p:cNvSpPr>
          <p:nvPr/>
        </p:nvSpPr>
        <p:spPr>
          <a:xfrm>
            <a:off x="8131096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b_small_bar_2487">
            <a:extLst>
              <a:ext uri="{FF2B5EF4-FFF2-40B4-BE49-F238E27FC236}">
                <a16:creationId xmlns:a16="http://schemas.microsoft.com/office/drawing/2014/main" id="{CF24C997-20C0-47BD-91AB-298DE26F756D}"/>
              </a:ext>
            </a:extLst>
          </p:cNvPr>
          <p:cNvSpPr>
            <a:spLocks noGrp="1"/>
          </p:cNvSpPr>
          <p:nvPr/>
        </p:nvSpPr>
        <p:spPr>
          <a:xfrm>
            <a:off x="830582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b_small_bar_2488">
            <a:extLst>
              <a:ext uri="{FF2B5EF4-FFF2-40B4-BE49-F238E27FC236}">
                <a16:creationId xmlns:a16="http://schemas.microsoft.com/office/drawing/2014/main" id="{30B64781-D306-44C2-AD38-1E35DA3DD094}"/>
              </a:ext>
            </a:extLst>
          </p:cNvPr>
          <p:cNvSpPr>
            <a:spLocks noGrp="1"/>
          </p:cNvSpPr>
          <p:nvPr/>
        </p:nvSpPr>
        <p:spPr>
          <a:xfrm>
            <a:off x="8430615" y="531594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b_small_bar_2489">
            <a:extLst>
              <a:ext uri="{FF2B5EF4-FFF2-40B4-BE49-F238E27FC236}">
                <a16:creationId xmlns:a16="http://schemas.microsoft.com/office/drawing/2014/main" id="{D366C6F0-B618-45BF-9917-56F506D555FB}"/>
              </a:ext>
            </a:extLst>
          </p:cNvPr>
          <p:cNvSpPr>
            <a:spLocks noGrp="1"/>
          </p:cNvSpPr>
          <p:nvPr/>
        </p:nvSpPr>
        <p:spPr>
          <a:xfrm>
            <a:off x="845727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b_small_bar_2490">
            <a:extLst>
              <a:ext uri="{FF2B5EF4-FFF2-40B4-BE49-F238E27FC236}">
                <a16:creationId xmlns:a16="http://schemas.microsoft.com/office/drawing/2014/main" id="{D2EB9011-E86A-4382-B9CA-0229B29DE1F2}"/>
              </a:ext>
            </a:extLst>
          </p:cNvPr>
          <p:cNvSpPr>
            <a:spLocks noGrp="1"/>
          </p:cNvSpPr>
          <p:nvPr/>
        </p:nvSpPr>
        <p:spPr>
          <a:xfrm>
            <a:off x="838025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b_small_bar_2491">
            <a:extLst>
              <a:ext uri="{FF2B5EF4-FFF2-40B4-BE49-F238E27FC236}">
                <a16:creationId xmlns:a16="http://schemas.microsoft.com/office/drawing/2014/main" id="{6F941FE5-1AB0-4259-8550-B873385803B1}"/>
              </a:ext>
            </a:extLst>
          </p:cNvPr>
          <p:cNvSpPr>
            <a:spLocks noGrp="1"/>
          </p:cNvSpPr>
          <p:nvPr/>
        </p:nvSpPr>
        <p:spPr>
          <a:xfrm>
            <a:off x="84009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b_small_bar_2492">
            <a:extLst>
              <a:ext uri="{FF2B5EF4-FFF2-40B4-BE49-F238E27FC236}">
                <a16:creationId xmlns:a16="http://schemas.microsoft.com/office/drawing/2014/main" id="{4AA2E3E5-1346-4BE1-AC96-E8AE86401B5C}"/>
              </a:ext>
            </a:extLst>
          </p:cNvPr>
          <p:cNvSpPr>
            <a:spLocks noGrp="1"/>
          </p:cNvSpPr>
          <p:nvPr/>
        </p:nvSpPr>
        <p:spPr>
          <a:xfrm>
            <a:off x="832618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b_small_bar_2493">
            <a:extLst>
              <a:ext uri="{FF2B5EF4-FFF2-40B4-BE49-F238E27FC236}">
                <a16:creationId xmlns:a16="http://schemas.microsoft.com/office/drawing/2014/main" id="{53AA736B-5F1F-40D7-BEE0-8C8803C9BAFD}"/>
              </a:ext>
            </a:extLst>
          </p:cNvPr>
          <p:cNvSpPr>
            <a:spLocks noGrp="1"/>
          </p:cNvSpPr>
          <p:nvPr/>
        </p:nvSpPr>
        <p:spPr>
          <a:xfrm>
            <a:off x="843641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b_small_bar_2494">
            <a:extLst>
              <a:ext uri="{FF2B5EF4-FFF2-40B4-BE49-F238E27FC236}">
                <a16:creationId xmlns:a16="http://schemas.microsoft.com/office/drawing/2014/main" id="{3821FACC-2478-4816-A659-96740D7CDD50}"/>
              </a:ext>
            </a:extLst>
          </p:cNvPr>
          <p:cNvSpPr>
            <a:spLocks noGrp="1"/>
          </p:cNvSpPr>
          <p:nvPr/>
        </p:nvSpPr>
        <p:spPr>
          <a:xfrm>
            <a:off x="8380004" y="58815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b_small_bar_2495">
            <a:extLst>
              <a:ext uri="{FF2B5EF4-FFF2-40B4-BE49-F238E27FC236}">
                <a16:creationId xmlns:a16="http://schemas.microsoft.com/office/drawing/2014/main" id="{B7F7A46F-ECAF-4E0E-A78C-9148A3FC24AC}"/>
              </a:ext>
            </a:extLst>
          </p:cNvPr>
          <p:cNvSpPr>
            <a:spLocks noGrp="1"/>
          </p:cNvSpPr>
          <p:nvPr/>
        </p:nvSpPr>
        <p:spPr>
          <a:xfrm>
            <a:off x="8133069" y="5935259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b_small_bar_2496">
            <a:extLst>
              <a:ext uri="{FF2B5EF4-FFF2-40B4-BE49-F238E27FC236}">
                <a16:creationId xmlns:a16="http://schemas.microsoft.com/office/drawing/2014/main" id="{8E19DB3E-67B8-4377-8129-939292B013E2}"/>
              </a:ext>
            </a:extLst>
          </p:cNvPr>
          <p:cNvSpPr>
            <a:spLocks noGrp="1"/>
          </p:cNvSpPr>
          <p:nvPr/>
        </p:nvSpPr>
        <p:spPr>
          <a:xfrm>
            <a:off x="8193127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b_small_bar_2497">
            <a:extLst>
              <a:ext uri="{FF2B5EF4-FFF2-40B4-BE49-F238E27FC236}">
                <a16:creationId xmlns:a16="http://schemas.microsoft.com/office/drawing/2014/main" id="{37C9D7DC-F603-46E4-8390-32E17E7DD7AC}"/>
              </a:ext>
            </a:extLst>
          </p:cNvPr>
          <p:cNvSpPr>
            <a:spLocks noGrp="1"/>
          </p:cNvSpPr>
          <p:nvPr/>
        </p:nvSpPr>
        <p:spPr>
          <a:xfrm>
            <a:off x="8382451" y="479216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b_small_bar_2498">
            <a:extLst>
              <a:ext uri="{FF2B5EF4-FFF2-40B4-BE49-F238E27FC236}">
                <a16:creationId xmlns:a16="http://schemas.microsoft.com/office/drawing/2014/main" id="{314D9104-246C-473D-9CA4-536FC4E20B2F}"/>
              </a:ext>
            </a:extLst>
          </p:cNvPr>
          <p:cNvSpPr>
            <a:spLocks noGrp="1"/>
          </p:cNvSpPr>
          <p:nvPr/>
        </p:nvSpPr>
        <p:spPr>
          <a:xfrm>
            <a:off x="81058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b_small_bar_2499">
            <a:extLst>
              <a:ext uri="{FF2B5EF4-FFF2-40B4-BE49-F238E27FC236}">
                <a16:creationId xmlns:a16="http://schemas.microsoft.com/office/drawing/2014/main" id="{5296BF7E-7ADF-4B97-A103-9042B646175E}"/>
              </a:ext>
            </a:extLst>
          </p:cNvPr>
          <p:cNvSpPr>
            <a:spLocks noGrp="1"/>
          </p:cNvSpPr>
          <p:nvPr/>
        </p:nvSpPr>
        <p:spPr>
          <a:xfrm>
            <a:off x="8156576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b_small_bar_2500">
            <a:extLst>
              <a:ext uri="{FF2B5EF4-FFF2-40B4-BE49-F238E27FC236}">
                <a16:creationId xmlns:a16="http://schemas.microsoft.com/office/drawing/2014/main" id="{DE3371BE-239C-4618-B2EC-17786642A986}"/>
              </a:ext>
            </a:extLst>
          </p:cNvPr>
          <p:cNvSpPr>
            <a:spLocks noGrp="1"/>
          </p:cNvSpPr>
          <p:nvPr/>
        </p:nvSpPr>
        <p:spPr>
          <a:xfrm>
            <a:off x="8093991" y="582256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b_small_bar_2501">
            <a:extLst>
              <a:ext uri="{FF2B5EF4-FFF2-40B4-BE49-F238E27FC236}">
                <a16:creationId xmlns:a16="http://schemas.microsoft.com/office/drawing/2014/main" id="{A4DBD805-2356-4F29-BBCD-DB1B8B49DF87}"/>
              </a:ext>
            </a:extLst>
          </p:cNvPr>
          <p:cNvSpPr>
            <a:spLocks noGrp="1"/>
          </p:cNvSpPr>
          <p:nvPr/>
        </p:nvSpPr>
        <p:spPr>
          <a:xfrm>
            <a:off x="83259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b_small_bar_2502">
            <a:extLst>
              <a:ext uri="{FF2B5EF4-FFF2-40B4-BE49-F238E27FC236}">
                <a16:creationId xmlns:a16="http://schemas.microsoft.com/office/drawing/2014/main" id="{472072B7-A49A-4FC1-B743-63BA340959C7}"/>
              </a:ext>
            </a:extLst>
          </p:cNvPr>
          <p:cNvSpPr>
            <a:spLocks noGrp="1"/>
          </p:cNvSpPr>
          <p:nvPr/>
        </p:nvSpPr>
        <p:spPr>
          <a:xfrm>
            <a:off x="8107327" y="579393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b_small_bar_2503">
            <a:extLst>
              <a:ext uri="{FF2B5EF4-FFF2-40B4-BE49-F238E27FC236}">
                <a16:creationId xmlns:a16="http://schemas.microsoft.com/office/drawing/2014/main" id="{75E19C0A-7A0B-41ED-A7AF-1772CD9FB66E}"/>
              </a:ext>
            </a:extLst>
          </p:cNvPr>
          <p:cNvSpPr>
            <a:spLocks noGrp="1"/>
          </p:cNvSpPr>
          <p:nvPr/>
        </p:nvSpPr>
        <p:spPr>
          <a:xfrm>
            <a:off x="81785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b_small_bar_2504">
            <a:extLst>
              <a:ext uri="{FF2B5EF4-FFF2-40B4-BE49-F238E27FC236}">
                <a16:creationId xmlns:a16="http://schemas.microsoft.com/office/drawing/2014/main" id="{FFAE73B2-BB11-4BBF-8C41-D6442A50F94B}"/>
              </a:ext>
            </a:extLst>
          </p:cNvPr>
          <p:cNvSpPr>
            <a:spLocks noGrp="1"/>
          </p:cNvSpPr>
          <p:nvPr/>
        </p:nvSpPr>
        <p:spPr>
          <a:xfrm>
            <a:off x="822870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b_small_bar_2505">
            <a:extLst>
              <a:ext uri="{FF2B5EF4-FFF2-40B4-BE49-F238E27FC236}">
                <a16:creationId xmlns:a16="http://schemas.microsoft.com/office/drawing/2014/main" id="{1B695DD4-5DB5-4059-8EE9-B6C8A7018860}"/>
              </a:ext>
            </a:extLst>
          </p:cNvPr>
          <p:cNvSpPr>
            <a:spLocks noGrp="1"/>
          </p:cNvSpPr>
          <p:nvPr/>
        </p:nvSpPr>
        <p:spPr>
          <a:xfrm>
            <a:off x="820052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b_small_bar_2506">
            <a:extLst>
              <a:ext uri="{FF2B5EF4-FFF2-40B4-BE49-F238E27FC236}">
                <a16:creationId xmlns:a16="http://schemas.microsoft.com/office/drawing/2014/main" id="{EC36B102-D2DD-47A6-9650-F77B8DE0BDF1}"/>
              </a:ext>
            </a:extLst>
          </p:cNvPr>
          <p:cNvSpPr>
            <a:spLocks noGrp="1"/>
          </p:cNvSpPr>
          <p:nvPr/>
        </p:nvSpPr>
        <p:spPr>
          <a:xfrm>
            <a:off x="8157801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b_small_bar_2507">
            <a:extLst>
              <a:ext uri="{FF2B5EF4-FFF2-40B4-BE49-F238E27FC236}">
                <a16:creationId xmlns:a16="http://schemas.microsoft.com/office/drawing/2014/main" id="{393571AF-4AD6-4ABD-AF7F-52117C2EFE94}"/>
              </a:ext>
            </a:extLst>
          </p:cNvPr>
          <p:cNvSpPr>
            <a:spLocks noGrp="1"/>
          </p:cNvSpPr>
          <p:nvPr/>
        </p:nvSpPr>
        <p:spPr>
          <a:xfrm>
            <a:off x="8258686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b_small_bar_2508">
            <a:extLst>
              <a:ext uri="{FF2B5EF4-FFF2-40B4-BE49-F238E27FC236}">
                <a16:creationId xmlns:a16="http://schemas.microsoft.com/office/drawing/2014/main" id="{06074360-7A77-45FA-A715-C937B1DC2B0C}"/>
              </a:ext>
            </a:extLst>
          </p:cNvPr>
          <p:cNvSpPr>
            <a:spLocks noGrp="1"/>
          </p:cNvSpPr>
          <p:nvPr/>
        </p:nvSpPr>
        <p:spPr>
          <a:xfrm>
            <a:off x="840358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b_small_bar_2509">
            <a:extLst>
              <a:ext uri="{FF2B5EF4-FFF2-40B4-BE49-F238E27FC236}">
                <a16:creationId xmlns:a16="http://schemas.microsoft.com/office/drawing/2014/main" id="{33B8FA7A-57E5-4FEF-BA8A-F0DD44900AE9}"/>
              </a:ext>
            </a:extLst>
          </p:cNvPr>
          <p:cNvSpPr>
            <a:spLocks noGrp="1"/>
          </p:cNvSpPr>
          <p:nvPr/>
        </p:nvSpPr>
        <p:spPr>
          <a:xfrm>
            <a:off x="839406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b_small_bar_2510">
            <a:extLst>
              <a:ext uri="{FF2B5EF4-FFF2-40B4-BE49-F238E27FC236}">
                <a16:creationId xmlns:a16="http://schemas.microsoft.com/office/drawing/2014/main" id="{83DA6BD7-E1D3-48E4-9702-F5D4D4C07B10}"/>
              </a:ext>
            </a:extLst>
          </p:cNvPr>
          <p:cNvSpPr>
            <a:spLocks noGrp="1"/>
          </p:cNvSpPr>
          <p:nvPr/>
        </p:nvSpPr>
        <p:spPr>
          <a:xfrm>
            <a:off x="8353008" y="597284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b_small_bar_2511">
            <a:extLst>
              <a:ext uri="{FF2B5EF4-FFF2-40B4-BE49-F238E27FC236}">
                <a16:creationId xmlns:a16="http://schemas.microsoft.com/office/drawing/2014/main" id="{73C7A6C0-5A54-4329-9E99-523D43B44529}"/>
              </a:ext>
            </a:extLst>
          </p:cNvPr>
          <p:cNvSpPr>
            <a:spLocks noGrp="1"/>
          </p:cNvSpPr>
          <p:nvPr/>
        </p:nvSpPr>
        <p:spPr>
          <a:xfrm>
            <a:off x="8431638" y="379323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b_small_bar_2512">
            <a:extLst>
              <a:ext uri="{FF2B5EF4-FFF2-40B4-BE49-F238E27FC236}">
                <a16:creationId xmlns:a16="http://schemas.microsoft.com/office/drawing/2014/main" id="{441B7402-94C1-4FBE-A57D-B5AC6305AB94}"/>
              </a:ext>
            </a:extLst>
          </p:cNvPr>
          <p:cNvSpPr>
            <a:spLocks noGrp="1"/>
          </p:cNvSpPr>
          <p:nvPr/>
        </p:nvSpPr>
        <p:spPr>
          <a:xfrm>
            <a:off x="810610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b_small_bar_2513">
            <a:extLst>
              <a:ext uri="{FF2B5EF4-FFF2-40B4-BE49-F238E27FC236}">
                <a16:creationId xmlns:a16="http://schemas.microsoft.com/office/drawing/2014/main" id="{AF424BA7-2B21-4ACD-8411-16ECF9945668}"/>
              </a:ext>
            </a:extLst>
          </p:cNvPr>
          <p:cNvSpPr>
            <a:spLocks noGrp="1"/>
          </p:cNvSpPr>
          <p:nvPr/>
        </p:nvSpPr>
        <p:spPr>
          <a:xfrm>
            <a:off x="8278665" y="5991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b_small_bar_2514">
            <a:extLst>
              <a:ext uri="{FF2B5EF4-FFF2-40B4-BE49-F238E27FC236}">
                <a16:creationId xmlns:a16="http://schemas.microsoft.com/office/drawing/2014/main" id="{7B6BE22A-BB46-4D14-A886-660A55C87CCA}"/>
              </a:ext>
            </a:extLst>
          </p:cNvPr>
          <p:cNvSpPr>
            <a:spLocks noGrp="1"/>
          </p:cNvSpPr>
          <p:nvPr/>
        </p:nvSpPr>
        <p:spPr>
          <a:xfrm>
            <a:off x="8248443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b_small_bar_2515">
            <a:extLst>
              <a:ext uri="{FF2B5EF4-FFF2-40B4-BE49-F238E27FC236}">
                <a16:creationId xmlns:a16="http://schemas.microsoft.com/office/drawing/2014/main" id="{FEABF034-B5BF-441A-A4EF-C0F03864E97B}"/>
              </a:ext>
            </a:extLst>
          </p:cNvPr>
          <p:cNvSpPr>
            <a:spLocks noGrp="1"/>
          </p:cNvSpPr>
          <p:nvPr/>
        </p:nvSpPr>
        <p:spPr>
          <a:xfrm>
            <a:off x="8437758" y="55434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b_small_bar_2516">
            <a:extLst>
              <a:ext uri="{FF2B5EF4-FFF2-40B4-BE49-F238E27FC236}">
                <a16:creationId xmlns:a16="http://schemas.microsoft.com/office/drawing/2014/main" id="{94358918-5AD9-4DAD-B4D2-E21100FA41E4}"/>
              </a:ext>
            </a:extLst>
          </p:cNvPr>
          <p:cNvSpPr>
            <a:spLocks noGrp="1"/>
          </p:cNvSpPr>
          <p:nvPr/>
        </p:nvSpPr>
        <p:spPr>
          <a:xfrm>
            <a:off x="808178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b_small_bar_2517">
            <a:extLst>
              <a:ext uri="{FF2B5EF4-FFF2-40B4-BE49-F238E27FC236}">
                <a16:creationId xmlns:a16="http://schemas.microsoft.com/office/drawing/2014/main" id="{2290F09B-A8C2-4D4A-822A-A97A50F6AC6B}"/>
              </a:ext>
            </a:extLst>
          </p:cNvPr>
          <p:cNvSpPr>
            <a:spLocks noGrp="1"/>
          </p:cNvSpPr>
          <p:nvPr/>
        </p:nvSpPr>
        <p:spPr>
          <a:xfrm>
            <a:off x="8299201" y="40182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b_small_bar_2518">
            <a:extLst>
              <a:ext uri="{FF2B5EF4-FFF2-40B4-BE49-F238E27FC236}">
                <a16:creationId xmlns:a16="http://schemas.microsoft.com/office/drawing/2014/main" id="{BE28420B-67AA-4D52-81D9-0698272534BD}"/>
              </a:ext>
            </a:extLst>
          </p:cNvPr>
          <p:cNvSpPr>
            <a:spLocks noGrp="1"/>
          </p:cNvSpPr>
          <p:nvPr/>
        </p:nvSpPr>
        <p:spPr>
          <a:xfrm>
            <a:off x="8282300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b_small_bar_2519">
            <a:extLst>
              <a:ext uri="{FF2B5EF4-FFF2-40B4-BE49-F238E27FC236}">
                <a16:creationId xmlns:a16="http://schemas.microsoft.com/office/drawing/2014/main" id="{F3A3288D-B83A-4285-B9F8-2DF0068ED1F3}"/>
              </a:ext>
            </a:extLst>
          </p:cNvPr>
          <p:cNvSpPr>
            <a:spLocks noGrp="1"/>
          </p:cNvSpPr>
          <p:nvPr/>
        </p:nvSpPr>
        <p:spPr>
          <a:xfrm>
            <a:off x="826968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b_small_bar_2520">
            <a:extLst>
              <a:ext uri="{FF2B5EF4-FFF2-40B4-BE49-F238E27FC236}">
                <a16:creationId xmlns:a16="http://schemas.microsoft.com/office/drawing/2014/main" id="{81F888F6-F4A5-416A-926A-6736C6811924}"/>
              </a:ext>
            </a:extLst>
          </p:cNvPr>
          <p:cNvSpPr>
            <a:spLocks noGrp="1"/>
          </p:cNvSpPr>
          <p:nvPr/>
        </p:nvSpPr>
        <p:spPr>
          <a:xfrm>
            <a:off x="8286505" y="382335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b_small_bar_2521">
            <a:extLst>
              <a:ext uri="{FF2B5EF4-FFF2-40B4-BE49-F238E27FC236}">
                <a16:creationId xmlns:a16="http://schemas.microsoft.com/office/drawing/2014/main" id="{F5DFDF73-E1CC-485C-BBAE-BB9B27B571C2}"/>
              </a:ext>
            </a:extLst>
          </p:cNvPr>
          <p:cNvSpPr>
            <a:spLocks noGrp="1"/>
          </p:cNvSpPr>
          <p:nvPr/>
        </p:nvSpPr>
        <p:spPr>
          <a:xfrm>
            <a:off x="838742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b_small_bar_2522">
            <a:extLst>
              <a:ext uri="{FF2B5EF4-FFF2-40B4-BE49-F238E27FC236}">
                <a16:creationId xmlns:a16="http://schemas.microsoft.com/office/drawing/2014/main" id="{1E5D41DC-9637-469A-BB39-0E560C1F1FB1}"/>
              </a:ext>
            </a:extLst>
          </p:cNvPr>
          <p:cNvSpPr>
            <a:spLocks noGrp="1"/>
          </p:cNvSpPr>
          <p:nvPr/>
        </p:nvSpPr>
        <p:spPr>
          <a:xfrm>
            <a:off x="8353683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b_small_bar_2523">
            <a:extLst>
              <a:ext uri="{FF2B5EF4-FFF2-40B4-BE49-F238E27FC236}">
                <a16:creationId xmlns:a16="http://schemas.microsoft.com/office/drawing/2014/main" id="{75C54CCF-65ED-4EAA-927D-BF683A1673B1}"/>
              </a:ext>
            </a:extLst>
          </p:cNvPr>
          <p:cNvSpPr>
            <a:spLocks noGrp="1"/>
          </p:cNvSpPr>
          <p:nvPr/>
        </p:nvSpPr>
        <p:spPr>
          <a:xfrm>
            <a:off x="8152754" y="419110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b_small_bar_2524">
            <a:extLst>
              <a:ext uri="{FF2B5EF4-FFF2-40B4-BE49-F238E27FC236}">
                <a16:creationId xmlns:a16="http://schemas.microsoft.com/office/drawing/2014/main" id="{6F101854-E911-417E-B34B-72EE6FB759E8}"/>
              </a:ext>
            </a:extLst>
          </p:cNvPr>
          <p:cNvSpPr>
            <a:spLocks noGrp="1"/>
          </p:cNvSpPr>
          <p:nvPr/>
        </p:nvSpPr>
        <p:spPr>
          <a:xfrm>
            <a:off x="836285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b_small_bar_2525">
            <a:extLst>
              <a:ext uri="{FF2B5EF4-FFF2-40B4-BE49-F238E27FC236}">
                <a16:creationId xmlns:a16="http://schemas.microsoft.com/office/drawing/2014/main" id="{086DAF89-3346-4BAF-9255-C30B6407C6C5}"/>
              </a:ext>
            </a:extLst>
          </p:cNvPr>
          <p:cNvSpPr>
            <a:spLocks noGrp="1"/>
          </p:cNvSpPr>
          <p:nvPr/>
        </p:nvSpPr>
        <p:spPr>
          <a:xfrm>
            <a:off x="8260194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b_small_bar_2526">
            <a:extLst>
              <a:ext uri="{FF2B5EF4-FFF2-40B4-BE49-F238E27FC236}">
                <a16:creationId xmlns:a16="http://schemas.microsoft.com/office/drawing/2014/main" id="{F69F7BA4-23DA-47E8-A105-A1B067782BA5}"/>
              </a:ext>
            </a:extLst>
          </p:cNvPr>
          <p:cNvSpPr>
            <a:spLocks noGrp="1"/>
          </p:cNvSpPr>
          <p:nvPr/>
        </p:nvSpPr>
        <p:spPr>
          <a:xfrm>
            <a:off x="819627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b_small_bar_2527">
            <a:extLst>
              <a:ext uri="{FF2B5EF4-FFF2-40B4-BE49-F238E27FC236}">
                <a16:creationId xmlns:a16="http://schemas.microsoft.com/office/drawing/2014/main" id="{043BE64F-DF0F-4DAE-BCBA-A954F9FA0F78}"/>
              </a:ext>
            </a:extLst>
          </p:cNvPr>
          <p:cNvSpPr>
            <a:spLocks noGrp="1"/>
          </p:cNvSpPr>
          <p:nvPr/>
        </p:nvSpPr>
        <p:spPr>
          <a:xfrm>
            <a:off x="8284032" y="584402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b_small_bar_2528">
            <a:extLst>
              <a:ext uri="{FF2B5EF4-FFF2-40B4-BE49-F238E27FC236}">
                <a16:creationId xmlns:a16="http://schemas.microsoft.com/office/drawing/2014/main" id="{CDD3F4BD-D98A-4636-94B5-1B90CE640098}"/>
              </a:ext>
            </a:extLst>
          </p:cNvPr>
          <p:cNvSpPr>
            <a:spLocks noGrp="1"/>
          </p:cNvSpPr>
          <p:nvPr/>
        </p:nvSpPr>
        <p:spPr>
          <a:xfrm>
            <a:off x="815453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b_small_bar_2529">
            <a:extLst>
              <a:ext uri="{FF2B5EF4-FFF2-40B4-BE49-F238E27FC236}">
                <a16:creationId xmlns:a16="http://schemas.microsoft.com/office/drawing/2014/main" id="{267A2DF1-BD6B-46C9-89CA-47E8D7DBF0C7}"/>
              </a:ext>
            </a:extLst>
          </p:cNvPr>
          <p:cNvSpPr>
            <a:spLocks noGrp="1"/>
          </p:cNvSpPr>
          <p:nvPr/>
        </p:nvSpPr>
        <p:spPr>
          <a:xfrm>
            <a:off x="8186788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b_small_bar_2530">
            <a:extLst>
              <a:ext uri="{FF2B5EF4-FFF2-40B4-BE49-F238E27FC236}">
                <a16:creationId xmlns:a16="http://schemas.microsoft.com/office/drawing/2014/main" id="{E700D29B-5403-4ECD-BA19-A5A2BB103DEC}"/>
              </a:ext>
            </a:extLst>
          </p:cNvPr>
          <p:cNvSpPr>
            <a:spLocks noGrp="1"/>
          </p:cNvSpPr>
          <p:nvPr/>
        </p:nvSpPr>
        <p:spPr>
          <a:xfrm>
            <a:off x="8450972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b_small_bar_2531">
            <a:extLst>
              <a:ext uri="{FF2B5EF4-FFF2-40B4-BE49-F238E27FC236}">
                <a16:creationId xmlns:a16="http://schemas.microsoft.com/office/drawing/2014/main" id="{E40F79C8-E0F0-4F06-93ED-25D0C1FEAE14}"/>
              </a:ext>
            </a:extLst>
          </p:cNvPr>
          <p:cNvSpPr>
            <a:spLocks noGrp="1"/>
          </p:cNvSpPr>
          <p:nvPr/>
        </p:nvSpPr>
        <p:spPr>
          <a:xfrm>
            <a:off x="8242461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b_small_bar_2532">
            <a:extLst>
              <a:ext uri="{FF2B5EF4-FFF2-40B4-BE49-F238E27FC236}">
                <a16:creationId xmlns:a16="http://schemas.microsoft.com/office/drawing/2014/main" id="{990E2AC4-387C-40DA-8A1B-F7DFFBC69AF8}"/>
              </a:ext>
            </a:extLst>
          </p:cNvPr>
          <p:cNvSpPr>
            <a:spLocks noGrp="1"/>
          </p:cNvSpPr>
          <p:nvPr/>
        </p:nvSpPr>
        <p:spPr>
          <a:xfrm>
            <a:off x="8228026" y="343118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b_small_bar_2533">
            <a:extLst>
              <a:ext uri="{FF2B5EF4-FFF2-40B4-BE49-F238E27FC236}">
                <a16:creationId xmlns:a16="http://schemas.microsoft.com/office/drawing/2014/main" id="{8264EDB9-CC3B-4B4C-B4AD-1997CC9EAA09}"/>
              </a:ext>
            </a:extLst>
          </p:cNvPr>
          <p:cNvSpPr>
            <a:spLocks noGrp="1"/>
          </p:cNvSpPr>
          <p:nvPr/>
        </p:nvSpPr>
        <p:spPr>
          <a:xfrm>
            <a:off x="8093345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b_small_bar_2534">
            <a:extLst>
              <a:ext uri="{FF2B5EF4-FFF2-40B4-BE49-F238E27FC236}">
                <a16:creationId xmlns:a16="http://schemas.microsoft.com/office/drawing/2014/main" id="{7AC73F37-5B35-4BE2-AF1E-B788839A68E9}"/>
              </a:ext>
            </a:extLst>
          </p:cNvPr>
          <p:cNvSpPr>
            <a:spLocks noGrp="1"/>
          </p:cNvSpPr>
          <p:nvPr/>
        </p:nvSpPr>
        <p:spPr>
          <a:xfrm>
            <a:off x="8458823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b_small_bar_2535">
            <a:extLst>
              <a:ext uri="{FF2B5EF4-FFF2-40B4-BE49-F238E27FC236}">
                <a16:creationId xmlns:a16="http://schemas.microsoft.com/office/drawing/2014/main" id="{E8284FFA-F56A-4ED2-A3DA-BB6CCD2C82D4}"/>
              </a:ext>
            </a:extLst>
          </p:cNvPr>
          <p:cNvSpPr>
            <a:spLocks noGrp="1"/>
          </p:cNvSpPr>
          <p:nvPr/>
        </p:nvSpPr>
        <p:spPr>
          <a:xfrm>
            <a:off x="839337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b_small_bar_2536">
            <a:extLst>
              <a:ext uri="{FF2B5EF4-FFF2-40B4-BE49-F238E27FC236}">
                <a16:creationId xmlns:a16="http://schemas.microsoft.com/office/drawing/2014/main" id="{EE79F097-81C6-4761-BB9D-710FE82AFAE6}"/>
              </a:ext>
            </a:extLst>
          </p:cNvPr>
          <p:cNvSpPr>
            <a:spLocks noGrp="1"/>
          </p:cNvSpPr>
          <p:nvPr/>
        </p:nvSpPr>
        <p:spPr>
          <a:xfrm>
            <a:off x="846425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b_small_bar_2537">
            <a:extLst>
              <a:ext uri="{FF2B5EF4-FFF2-40B4-BE49-F238E27FC236}">
                <a16:creationId xmlns:a16="http://schemas.microsoft.com/office/drawing/2014/main" id="{5DDD247E-DB14-4F93-96F8-F54A5EB1D53B}"/>
              </a:ext>
            </a:extLst>
          </p:cNvPr>
          <p:cNvSpPr>
            <a:spLocks noGrp="1"/>
          </p:cNvSpPr>
          <p:nvPr/>
        </p:nvSpPr>
        <p:spPr>
          <a:xfrm>
            <a:off x="837941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b_small_bar_2538">
            <a:extLst>
              <a:ext uri="{FF2B5EF4-FFF2-40B4-BE49-F238E27FC236}">
                <a16:creationId xmlns:a16="http://schemas.microsoft.com/office/drawing/2014/main" id="{EE626370-8129-409A-87DA-222518B6DBBD}"/>
              </a:ext>
            </a:extLst>
          </p:cNvPr>
          <p:cNvSpPr>
            <a:spLocks noGrp="1"/>
          </p:cNvSpPr>
          <p:nvPr/>
        </p:nvSpPr>
        <p:spPr>
          <a:xfrm>
            <a:off x="8099826" y="57137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b_small_bar_2539">
            <a:extLst>
              <a:ext uri="{FF2B5EF4-FFF2-40B4-BE49-F238E27FC236}">
                <a16:creationId xmlns:a16="http://schemas.microsoft.com/office/drawing/2014/main" id="{BFEA4364-59AF-4373-8CFE-C4B55FC6438D}"/>
              </a:ext>
            </a:extLst>
          </p:cNvPr>
          <p:cNvSpPr>
            <a:spLocks noGrp="1"/>
          </p:cNvSpPr>
          <p:nvPr/>
        </p:nvSpPr>
        <p:spPr>
          <a:xfrm>
            <a:off x="820948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b_small_bar_2540">
            <a:extLst>
              <a:ext uri="{FF2B5EF4-FFF2-40B4-BE49-F238E27FC236}">
                <a16:creationId xmlns:a16="http://schemas.microsoft.com/office/drawing/2014/main" id="{72791BC4-F8E4-4905-BB70-74F362796AF6}"/>
              </a:ext>
            </a:extLst>
          </p:cNvPr>
          <p:cNvSpPr>
            <a:spLocks noGrp="1"/>
          </p:cNvSpPr>
          <p:nvPr/>
        </p:nvSpPr>
        <p:spPr>
          <a:xfrm>
            <a:off x="8167597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b_small_bar_2541">
            <a:extLst>
              <a:ext uri="{FF2B5EF4-FFF2-40B4-BE49-F238E27FC236}">
                <a16:creationId xmlns:a16="http://schemas.microsoft.com/office/drawing/2014/main" id="{34A2D292-6D27-44DD-A8AF-3DB5375E18D7}"/>
              </a:ext>
            </a:extLst>
          </p:cNvPr>
          <p:cNvSpPr>
            <a:spLocks noGrp="1"/>
          </p:cNvSpPr>
          <p:nvPr/>
        </p:nvSpPr>
        <p:spPr>
          <a:xfrm>
            <a:off x="82691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b_small_bar_2542">
            <a:extLst>
              <a:ext uri="{FF2B5EF4-FFF2-40B4-BE49-F238E27FC236}">
                <a16:creationId xmlns:a16="http://schemas.microsoft.com/office/drawing/2014/main" id="{45D5B401-57DF-4EDC-A0DE-13D8022A9FAB}"/>
              </a:ext>
            </a:extLst>
          </p:cNvPr>
          <p:cNvSpPr>
            <a:spLocks noGrp="1"/>
          </p:cNvSpPr>
          <p:nvPr/>
        </p:nvSpPr>
        <p:spPr>
          <a:xfrm>
            <a:off x="8346065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b_small_bar_2543">
            <a:extLst>
              <a:ext uri="{FF2B5EF4-FFF2-40B4-BE49-F238E27FC236}">
                <a16:creationId xmlns:a16="http://schemas.microsoft.com/office/drawing/2014/main" id="{E34B9F7B-511F-4595-B3CC-D282FF17AE1F}"/>
              </a:ext>
            </a:extLst>
          </p:cNvPr>
          <p:cNvSpPr>
            <a:spLocks noGrp="1"/>
          </p:cNvSpPr>
          <p:nvPr/>
        </p:nvSpPr>
        <p:spPr>
          <a:xfrm>
            <a:off x="8436192" y="2387907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b_small_bar_2544">
            <a:extLst>
              <a:ext uri="{FF2B5EF4-FFF2-40B4-BE49-F238E27FC236}">
                <a16:creationId xmlns:a16="http://schemas.microsoft.com/office/drawing/2014/main" id="{F5DEF343-9383-45B8-A46B-888A09543AFF}"/>
              </a:ext>
            </a:extLst>
          </p:cNvPr>
          <p:cNvSpPr>
            <a:spLocks noGrp="1"/>
          </p:cNvSpPr>
          <p:nvPr/>
        </p:nvSpPr>
        <p:spPr>
          <a:xfrm>
            <a:off x="835044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b_small_bar_2545">
            <a:extLst>
              <a:ext uri="{FF2B5EF4-FFF2-40B4-BE49-F238E27FC236}">
                <a16:creationId xmlns:a16="http://schemas.microsoft.com/office/drawing/2014/main" id="{7BA103E2-3D4B-464B-AF32-D36AFC294722}"/>
              </a:ext>
            </a:extLst>
          </p:cNvPr>
          <p:cNvSpPr>
            <a:spLocks noGrp="1"/>
          </p:cNvSpPr>
          <p:nvPr/>
        </p:nvSpPr>
        <p:spPr>
          <a:xfrm>
            <a:off x="840737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b_small_bar_2546">
            <a:extLst>
              <a:ext uri="{FF2B5EF4-FFF2-40B4-BE49-F238E27FC236}">
                <a16:creationId xmlns:a16="http://schemas.microsoft.com/office/drawing/2014/main" id="{9275F168-A8C0-40C5-8CC3-CD70DF9DB38A}"/>
              </a:ext>
            </a:extLst>
          </p:cNvPr>
          <p:cNvSpPr>
            <a:spLocks noGrp="1"/>
          </p:cNvSpPr>
          <p:nvPr/>
        </p:nvSpPr>
        <p:spPr>
          <a:xfrm>
            <a:off x="8164044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b_small_bar_2547">
            <a:extLst>
              <a:ext uri="{FF2B5EF4-FFF2-40B4-BE49-F238E27FC236}">
                <a16:creationId xmlns:a16="http://schemas.microsoft.com/office/drawing/2014/main" id="{B1139F8A-DFC7-4FD0-AD7F-A28A2FEA6162}"/>
              </a:ext>
            </a:extLst>
          </p:cNvPr>
          <p:cNvSpPr>
            <a:spLocks noGrp="1"/>
          </p:cNvSpPr>
          <p:nvPr/>
        </p:nvSpPr>
        <p:spPr>
          <a:xfrm>
            <a:off x="8444399" y="5092696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b_small_bar_2548">
            <a:extLst>
              <a:ext uri="{FF2B5EF4-FFF2-40B4-BE49-F238E27FC236}">
                <a16:creationId xmlns:a16="http://schemas.microsoft.com/office/drawing/2014/main" id="{9AD45FA1-6291-4C60-99D2-0BCBAFD6563D}"/>
              </a:ext>
            </a:extLst>
          </p:cNvPr>
          <p:cNvSpPr>
            <a:spLocks noGrp="1"/>
          </p:cNvSpPr>
          <p:nvPr/>
        </p:nvSpPr>
        <p:spPr>
          <a:xfrm>
            <a:off x="8229901" y="5393228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b_small_bar_2549">
            <a:extLst>
              <a:ext uri="{FF2B5EF4-FFF2-40B4-BE49-F238E27FC236}">
                <a16:creationId xmlns:a16="http://schemas.microsoft.com/office/drawing/2014/main" id="{D41F5970-A3C3-408B-9F3E-73FEBFF7B6CF}"/>
              </a:ext>
            </a:extLst>
          </p:cNvPr>
          <p:cNvSpPr>
            <a:spLocks noGrp="1"/>
          </p:cNvSpPr>
          <p:nvPr/>
        </p:nvSpPr>
        <p:spPr>
          <a:xfrm>
            <a:off x="8187103" y="4708940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b_small_bar_2550">
            <a:extLst>
              <a:ext uri="{FF2B5EF4-FFF2-40B4-BE49-F238E27FC236}">
                <a16:creationId xmlns:a16="http://schemas.microsoft.com/office/drawing/2014/main" id="{B2573711-2DE1-4412-9750-00B1479CBAC0}"/>
              </a:ext>
            </a:extLst>
          </p:cNvPr>
          <p:cNvSpPr>
            <a:spLocks noGrp="1"/>
          </p:cNvSpPr>
          <p:nvPr/>
        </p:nvSpPr>
        <p:spPr>
          <a:xfrm>
            <a:off x="8324328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b_small_bar_2551">
            <a:extLst>
              <a:ext uri="{FF2B5EF4-FFF2-40B4-BE49-F238E27FC236}">
                <a16:creationId xmlns:a16="http://schemas.microsoft.com/office/drawing/2014/main" id="{AB8457B9-CFCB-4572-97D4-C8AB9DBEBB8B}"/>
              </a:ext>
            </a:extLst>
          </p:cNvPr>
          <p:cNvSpPr>
            <a:spLocks noGrp="1"/>
          </p:cNvSpPr>
          <p:nvPr/>
        </p:nvSpPr>
        <p:spPr>
          <a:xfrm>
            <a:off x="8324566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b_small_bar_2552">
            <a:extLst>
              <a:ext uri="{FF2B5EF4-FFF2-40B4-BE49-F238E27FC236}">
                <a16:creationId xmlns:a16="http://schemas.microsoft.com/office/drawing/2014/main" id="{624A8989-C449-4215-A2CF-AC460A7A81DF}"/>
              </a:ext>
            </a:extLst>
          </p:cNvPr>
          <p:cNvSpPr>
            <a:spLocks noGrp="1"/>
          </p:cNvSpPr>
          <p:nvPr/>
        </p:nvSpPr>
        <p:spPr>
          <a:xfrm>
            <a:off x="8274803" y="247377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b_small_bar_2553">
            <a:extLst>
              <a:ext uri="{FF2B5EF4-FFF2-40B4-BE49-F238E27FC236}">
                <a16:creationId xmlns:a16="http://schemas.microsoft.com/office/drawing/2014/main" id="{80BCAEE3-A153-428F-AF35-F2310BBDA730}"/>
              </a:ext>
            </a:extLst>
          </p:cNvPr>
          <p:cNvSpPr>
            <a:spLocks noGrp="1"/>
          </p:cNvSpPr>
          <p:nvPr/>
        </p:nvSpPr>
        <p:spPr>
          <a:xfrm>
            <a:off x="8096573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b_small_bar_2554">
            <a:extLst>
              <a:ext uri="{FF2B5EF4-FFF2-40B4-BE49-F238E27FC236}">
                <a16:creationId xmlns:a16="http://schemas.microsoft.com/office/drawing/2014/main" id="{6CDD8C9D-3E0E-4CFB-803E-1E0753FDFF4B}"/>
              </a:ext>
            </a:extLst>
          </p:cNvPr>
          <p:cNvSpPr>
            <a:spLocks noGrp="1"/>
          </p:cNvSpPr>
          <p:nvPr/>
        </p:nvSpPr>
        <p:spPr>
          <a:xfrm>
            <a:off x="8343411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b_small_bar_2555">
            <a:extLst>
              <a:ext uri="{FF2B5EF4-FFF2-40B4-BE49-F238E27FC236}">
                <a16:creationId xmlns:a16="http://schemas.microsoft.com/office/drawing/2014/main" id="{018CF821-4432-4F7C-AA7E-AE01594FB542}"/>
              </a:ext>
            </a:extLst>
          </p:cNvPr>
          <p:cNvSpPr>
            <a:spLocks noGrp="1"/>
          </p:cNvSpPr>
          <p:nvPr/>
        </p:nvSpPr>
        <p:spPr>
          <a:xfrm>
            <a:off x="8253450" y="5994293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b_small_bar_2556">
            <a:extLst>
              <a:ext uri="{FF2B5EF4-FFF2-40B4-BE49-F238E27FC236}">
                <a16:creationId xmlns:a16="http://schemas.microsoft.com/office/drawing/2014/main" id="{1419321E-9FBC-4F08-9DC6-890AE8708F84}"/>
              </a:ext>
            </a:extLst>
          </p:cNvPr>
          <p:cNvSpPr>
            <a:spLocks noGrp="1"/>
          </p:cNvSpPr>
          <p:nvPr/>
        </p:nvSpPr>
        <p:spPr>
          <a:xfrm>
            <a:off x="8225432" y="5736694"/>
            <a:ext cx="78548" cy="78548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b_small_bar_2557">
            <a:extLst>
              <a:ext uri="{FF2B5EF4-FFF2-40B4-BE49-F238E27FC236}">
                <a16:creationId xmlns:a16="http://schemas.microsoft.com/office/drawing/2014/main" id="{ECCEA97B-8A15-42E1-9606-CA87FC1E5253}"/>
              </a:ext>
            </a:extLst>
          </p:cNvPr>
          <p:cNvSpPr>
            <a:spLocks noGrp="1"/>
          </p:cNvSpPr>
          <p:nvPr/>
        </p:nvSpPr>
        <p:spPr>
          <a:xfrm>
            <a:off x="1685925" y="2300957"/>
            <a:ext cx="191" cy="3732609"/>
          </a:xfrm>
          <a:custGeom>
            <a:avLst/>
            <a:gdLst/>
            <a:ahLst/>
            <a:cxnLst/>
            <a:rect l="0" t="0" r="0" b="0"/>
            <a:pathLst>
              <a:path w="191" h="3732609">
                <a:moveTo>
                  <a:pt x="0" y="3732609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5" name="b_small_bar_2558">
            <a:extLst>
              <a:ext uri="{FF2B5EF4-FFF2-40B4-BE49-F238E27FC236}">
                <a16:creationId xmlns:a16="http://schemas.microsoft.com/office/drawing/2014/main" id="{F946D72C-D564-4919-BCD7-ACDC35F78268}"/>
              </a:ext>
            </a:extLst>
          </p:cNvPr>
          <p:cNvSpPr>
            <a:spLocks noGrp="1"/>
          </p:cNvSpPr>
          <p:nvPr/>
        </p:nvSpPr>
        <p:spPr>
          <a:xfrm>
            <a:off x="1685925" y="6033567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876" name="b_small_bar_2559">
            <a:extLst>
              <a:ext uri="{FF2B5EF4-FFF2-40B4-BE49-F238E27FC236}">
                <a16:creationId xmlns:a16="http://schemas.microsoft.com/office/drawing/2014/main" id="{D378A00C-379D-4FA9-8E6B-D6974A48E91E}"/>
              </a:ext>
            </a:extLst>
          </p:cNvPr>
          <p:cNvSpPr>
            <a:spLocks noGrp="1"/>
          </p:cNvSpPr>
          <p:nvPr/>
        </p:nvSpPr>
        <p:spPr>
          <a:xfrm>
            <a:off x="2297327" y="3758289"/>
            <a:ext cx="191" cy="399976"/>
          </a:xfrm>
          <a:custGeom>
            <a:avLst/>
            <a:gdLst/>
            <a:ahLst/>
            <a:cxnLst/>
            <a:rect l="0" t="0" r="0" b="0"/>
            <a:pathLst>
              <a:path w="191" h="399976">
                <a:moveTo>
                  <a:pt x="0" y="399976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7" name="b_small_bar_2560">
            <a:extLst>
              <a:ext uri="{FF2B5EF4-FFF2-40B4-BE49-F238E27FC236}">
                <a16:creationId xmlns:a16="http://schemas.microsoft.com/office/drawing/2014/main" id="{97F0904D-CA7D-4BEE-B2DA-295DDA2E9A41}"/>
              </a:ext>
            </a:extLst>
          </p:cNvPr>
          <p:cNvSpPr>
            <a:spLocks noGrp="1"/>
          </p:cNvSpPr>
          <p:nvPr/>
        </p:nvSpPr>
        <p:spPr>
          <a:xfrm>
            <a:off x="2162819" y="4158265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8" name="b_small_bar_2561">
            <a:extLst>
              <a:ext uri="{FF2B5EF4-FFF2-40B4-BE49-F238E27FC236}">
                <a16:creationId xmlns:a16="http://schemas.microsoft.com/office/drawing/2014/main" id="{8BD5014B-39B6-4D30-9CB9-6060DFE20E8B}"/>
              </a:ext>
            </a:extLst>
          </p:cNvPr>
          <p:cNvSpPr>
            <a:spLocks noGrp="1"/>
          </p:cNvSpPr>
          <p:nvPr/>
        </p:nvSpPr>
        <p:spPr>
          <a:xfrm>
            <a:off x="2162819" y="3758289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79" name="b_small_bar_2562">
            <a:extLst>
              <a:ext uri="{FF2B5EF4-FFF2-40B4-BE49-F238E27FC236}">
                <a16:creationId xmlns:a16="http://schemas.microsoft.com/office/drawing/2014/main" id="{75180303-542A-4076-A9D9-DF6B82525620}"/>
              </a:ext>
            </a:extLst>
          </p:cNvPr>
          <p:cNvSpPr>
            <a:spLocks noGrp="1"/>
          </p:cNvSpPr>
          <p:nvPr/>
        </p:nvSpPr>
        <p:spPr>
          <a:xfrm>
            <a:off x="4742935" y="3229618"/>
            <a:ext cx="191" cy="553765"/>
          </a:xfrm>
          <a:custGeom>
            <a:avLst/>
            <a:gdLst/>
            <a:ahLst/>
            <a:cxnLst/>
            <a:rect l="0" t="0" r="0" b="0"/>
            <a:pathLst>
              <a:path w="191" h="553765">
                <a:moveTo>
                  <a:pt x="0" y="553765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0" name="b_small_bar_2563">
            <a:extLst>
              <a:ext uri="{FF2B5EF4-FFF2-40B4-BE49-F238E27FC236}">
                <a16:creationId xmlns:a16="http://schemas.microsoft.com/office/drawing/2014/main" id="{B70E2807-D83E-455C-B32B-2C043DE820DD}"/>
              </a:ext>
            </a:extLst>
          </p:cNvPr>
          <p:cNvSpPr>
            <a:spLocks noGrp="1"/>
          </p:cNvSpPr>
          <p:nvPr/>
        </p:nvSpPr>
        <p:spPr>
          <a:xfrm>
            <a:off x="4608427" y="3783383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1" name="b_small_bar_2564">
            <a:extLst>
              <a:ext uri="{FF2B5EF4-FFF2-40B4-BE49-F238E27FC236}">
                <a16:creationId xmlns:a16="http://schemas.microsoft.com/office/drawing/2014/main" id="{E1B9EDC7-A6C9-4283-802A-1E6806C25F18}"/>
              </a:ext>
            </a:extLst>
          </p:cNvPr>
          <p:cNvSpPr>
            <a:spLocks noGrp="1"/>
          </p:cNvSpPr>
          <p:nvPr/>
        </p:nvSpPr>
        <p:spPr>
          <a:xfrm>
            <a:off x="4608427" y="322961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2" name="b_small_bar_2565">
            <a:extLst>
              <a:ext uri="{FF2B5EF4-FFF2-40B4-BE49-F238E27FC236}">
                <a16:creationId xmlns:a16="http://schemas.microsoft.com/office/drawing/2014/main" id="{DC74A7A0-CDAF-4EEB-B880-8211DC1CBF63}"/>
              </a:ext>
            </a:extLst>
          </p:cNvPr>
          <p:cNvSpPr>
            <a:spLocks noGrp="1"/>
          </p:cNvSpPr>
          <p:nvPr/>
        </p:nvSpPr>
        <p:spPr>
          <a:xfrm>
            <a:off x="7188543" y="3538356"/>
            <a:ext cx="191" cy="632692"/>
          </a:xfrm>
          <a:custGeom>
            <a:avLst/>
            <a:gdLst/>
            <a:ahLst/>
            <a:cxnLst/>
            <a:rect l="0" t="0" r="0" b="0"/>
            <a:pathLst>
              <a:path w="191" h="632692">
                <a:moveTo>
                  <a:pt x="0" y="63269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3" name="b_small_bar_2566">
            <a:extLst>
              <a:ext uri="{FF2B5EF4-FFF2-40B4-BE49-F238E27FC236}">
                <a16:creationId xmlns:a16="http://schemas.microsoft.com/office/drawing/2014/main" id="{A80CDE5B-86F7-4108-9162-4E823F848CEF}"/>
              </a:ext>
            </a:extLst>
          </p:cNvPr>
          <p:cNvSpPr>
            <a:spLocks noGrp="1"/>
          </p:cNvSpPr>
          <p:nvPr/>
        </p:nvSpPr>
        <p:spPr>
          <a:xfrm>
            <a:off x="7054035" y="417104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4" name="b_small_bar_2567">
            <a:extLst>
              <a:ext uri="{FF2B5EF4-FFF2-40B4-BE49-F238E27FC236}">
                <a16:creationId xmlns:a16="http://schemas.microsoft.com/office/drawing/2014/main" id="{09CE248D-3EB4-47FF-9E5E-D3C9BA15B9D5}"/>
              </a:ext>
            </a:extLst>
          </p:cNvPr>
          <p:cNvSpPr>
            <a:spLocks noGrp="1"/>
          </p:cNvSpPr>
          <p:nvPr/>
        </p:nvSpPr>
        <p:spPr>
          <a:xfrm>
            <a:off x="7054035" y="3538356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007C83"/>
            </a:solidFill>
            <a:prstDash val="solid"/>
          </a:ln>
        </p:spPr>
      </p:sp>
      <p:sp>
        <p:nvSpPr>
          <p:cNvPr id="885" name="b_small_bar_2568">
            <a:extLst>
              <a:ext uri="{FF2B5EF4-FFF2-40B4-BE49-F238E27FC236}">
                <a16:creationId xmlns:a16="http://schemas.microsoft.com/office/drawing/2014/main" id="{EBF4A3E3-F722-4823-B8B5-1D49865C21A5}"/>
              </a:ext>
            </a:extLst>
          </p:cNvPr>
          <p:cNvSpPr>
            <a:spLocks noGrp="1"/>
          </p:cNvSpPr>
          <p:nvPr/>
        </p:nvSpPr>
        <p:spPr>
          <a:xfrm>
            <a:off x="2859817" y="4082131"/>
            <a:ext cx="191" cy="437101"/>
          </a:xfrm>
          <a:custGeom>
            <a:avLst/>
            <a:gdLst/>
            <a:ahLst/>
            <a:cxnLst/>
            <a:rect l="0" t="0" r="0" b="0"/>
            <a:pathLst>
              <a:path w="191" h="437101">
                <a:moveTo>
                  <a:pt x="0" y="43710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6" name="b_small_bar_2569">
            <a:extLst>
              <a:ext uri="{FF2B5EF4-FFF2-40B4-BE49-F238E27FC236}">
                <a16:creationId xmlns:a16="http://schemas.microsoft.com/office/drawing/2014/main" id="{A79E8DC7-1E00-4A82-8A59-7C629C0A02FE}"/>
              </a:ext>
            </a:extLst>
          </p:cNvPr>
          <p:cNvSpPr>
            <a:spLocks noGrp="1"/>
          </p:cNvSpPr>
          <p:nvPr/>
        </p:nvSpPr>
        <p:spPr>
          <a:xfrm>
            <a:off x="2725308" y="4519232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7" name="b_small_bar_2570">
            <a:extLst>
              <a:ext uri="{FF2B5EF4-FFF2-40B4-BE49-F238E27FC236}">
                <a16:creationId xmlns:a16="http://schemas.microsoft.com/office/drawing/2014/main" id="{F10070EC-FF9A-43A7-9B61-420A86AB4CA6}"/>
              </a:ext>
            </a:extLst>
          </p:cNvPr>
          <p:cNvSpPr>
            <a:spLocks noGrp="1"/>
          </p:cNvSpPr>
          <p:nvPr/>
        </p:nvSpPr>
        <p:spPr>
          <a:xfrm>
            <a:off x="2725308" y="408213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8" name="b_small_bar_2571">
            <a:extLst>
              <a:ext uri="{FF2B5EF4-FFF2-40B4-BE49-F238E27FC236}">
                <a16:creationId xmlns:a16="http://schemas.microsoft.com/office/drawing/2014/main" id="{23F0F55B-01BC-4CA0-8D15-531A0238DAAC}"/>
              </a:ext>
            </a:extLst>
          </p:cNvPr>
          <p:cNvSpPr>
            <a:spLocks noGrp="1"/>
          </p:cNvSpPr>
          <p:nvPr/>
        </p:nvSpPr>
        <p:spPr>
          <a:xfrm>
            <a:off x="5305425" y="3686710"/>
            <a:ext cx="191" cy="560361"/>
          </a:xfrm>
          <a:custGeom>
            <a:avLst/>
            <a:gdLst/>
            <a:ahLst/>
            <a:cxnLst/>
            <a:rect l="0" t="0" r="0" b="0"/>
            <a:pathLst>
              <a:path w="191" h="560361">
                <a:moveTo>
                  <a:pt x="0" y="560361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89" name="b_small_bar_2572">
            <a:extLst>
              <a:ext uri="{FF2B5EF4-FFF2-40B4-BE49-F238E27FC236}">
                <a16:creationId xmlns:a16="http://schemas.microsoft.com/office/drawing/2014/main" id="{7AF9A569-5737-4678-B251-FC5DF34458B3}"/>
              </a:ext>
            </a:extLst>
          </p:cNvPr>
          <p:cNvSpPr>
            <a:spLocks noGrp="1"/>
          </p:cNvSpPr>
          <p:nvPr/>
        </p:nvSpPr>
        <p:spPr>
          <a:xfrm>
            <a:off x="5170917" y="424707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0" name="b_small_bar_2573">
            <a:extLst>
              <a:ext uri="{FF2B5EF4-FFF2-40B4-BE49-F238E27FC236}">
                <a16:creationId xmlns:a16="http://schemas.microsoft.com/office/drawing/2014/main" id="{7B27521A-3992-42C2-AFCC-7D3E4DBDEA56}"/>
              </a:ext>
            </a:extLst>
          </p:cNvPr>
          <p:cNvSpPr>
            <a:spLocks noGrp="1"/>
          </p:cNvSpPr>
          <p:nvPr/>
        </p:nvSpPr>
        <p:spPr>
          <a:xfrm>
            <a:off x="5170917" y="368671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1" name="b_small_bar_2574">
            <a:extLst>
              <a:ext uri="{FF2B5EF4-FFF2-40B4-BE49-F238E27FC236}">
                <a16:creationId xmlns:a16="http://schemas.microsoft.com/office/drawing/2014/main" id="{0D83F6A3-AE1B-4675-A07C-E2F3B5ADDA81}"/>
              </a:ext>
            </a:extLst>
          </p:cNvPr>
          <p:cNvSpPr>
            <a:spLocks noGrp="1"/>
          </p:cNvSpPr>
          <p:nvPr/>
        </p:nvSpPr>
        <p:spPr>
          <a:xfrm>
            <a:off x="7751033" y="3923184"/>
            <a:ext cx="191" cy="609370"/>
          </a:xfrm>
          <a:custGeom>
            <a:avLst/>
            <a:gdLst/>
            <a:ahLst/>
            <a:cxnLst/>
            <a:rect l="0" t="0" r="0" b="0"/>
            <a:pathLst>
              <a:path w="191" h="609370">
                <a:moveTo>
                  <a:pt x="0" y="609370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2" name="b_small_bar_2575">
            <a:extLst>
              <a:ext uri="{FF2B5EF4-FFF2-40B4-BE49-F238E27FC236}">
                <a16:creationId xmlns:a16="http://schemas.microsoft.com/office/drawing/2014/main" id="{432F496B-B981-440B-A930-C25CB1A68942}"/>
              </a:ext>
            </a:extLst>
          </p:cNvPr>
          <p:cNvSpPr>
            <a:spLocks noGrp="1"/>
          </p:cNvSpPr>
          <p:nvPr/>
        </p:nvSpPr>
        <p:spPr>
          <a:xfrm>
            <a:off x="7616525" y="453255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3" name="b_small_bar_2576">
            <a:extLst>
              <a:ext uri="{FF2B5EF4-FFF2-40B4-BE49-F238E27FC236}">
                <a16:creationId xmlns:a16="http://schemas.microsoft.com/office/drawing/2014/main" id="{7091BEE6-D644-4098-92E9-E34F4B8D9217}"/>
              </a:ext>
            </a:extLst>
          </p:cNvPr>
          <p:cNvSpPr>
            <a:spLocks noGrp="1"/>
          </p:cNvSpPr>
          <p:nvPr/>
        </p:nvSpPr>
        <p:spPr>
          <a:xfrm>
            <a:off x="7616525" y="3923184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566AB4"/>
            </a:solidFill>
            <a:prstDash val="solid"/>
          </a:ln>
        </p:spPr>
      </p:sp>
      <p:sp>
        <p:nvSpPr>
          <p:cNvPr id="894" name="b_small_bar_2577">
            <a:extLst>
              <a:ext uri="{FF2B5EF4-FFF2-40B4-BE49-F238E27FC236}">
                <a16:creationId xmlns:a16="http://schemas.microsoft.com/office/drawing/2014/main" id="{8E83482F-5417-4C91-B5B8-4104B9414F2B}"/>
              </a:ext>
            </a:extLst>
          </p:cNvPr>
          <p:cNvSpPr>
            <a:spLocks noGrp="1"/>
          </p:cNvSpPr>
          <p:nvPr/>
        </p:nvSpPr>
        <p:spPr>
          <a:xfrm>
            <a:off x="3422307" y="5665197"/>
            <a:ext cx="191" cy="195114"/>
          </a:xfrm>
          <a:custGeom>
            <a:avLst/>
            <a:gdLst/>
            <a:ahLst/>
            <a:cxnLst/>
            <a:rect l="0" t="0" r="0" b="0"/>
            <a:pathLst>
              <a:path w="191" h="195114">
                <a:moveTo>
                  <a:pt x="0" y="19511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5" name="b_small_bar_2578">
            <a:extLst>
              <a:ext uri="{FF2B5EF4-FFF2-40B4-BE49-F238E27FC236}">
                <a16:creationId xmlns:a16="http://schemas.microsoft.com/office/drawing/2014/main" id="{B230A9DE-96E8-4309-90ED-44B2F6675848}"/>
              </a:ext>
            </a:extLst>
          </p:cNvPr>
          <p:cNvSpPr>
            <a:spLocks noGrp="1"/>
          </p:cNvSpPr>
          <p:nvPr/>
        </p:nvSpPr>
        <p:spPr>
          <a:xfrm>
            <a:off x="3287798" y="5860311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6" name="b_small_bar_2579">
            <a:extLst>
              <a:ext uri="{FF2B5EF4-FFF2-40B4-BE49-F238E27FC236}">
                <a16:creationId xmlns:a16="http://schemas.microsoft.com/office/drawing/2014/main" id="{418F4E97-C2A7-4608-A0C6-20CD8BE14496}"/>
              </a:ext>
            </a:extLst>
          </p:cNvPr>
          <p:cNvSpPr>
            <a:spLocks noGrp="1"/>
          </p:cNvSpPr>
          <p:nvPr/>
        </p:nvSpPr>
        <p:spPr>
          <a:xfrm>
            <a:off x="3287798" y="566519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7" name="b_small_bar_2580">
            <a:extLst>
              <a:ext uri="{FF2B5EF4-FFF2-40B4-BE49-F238E27FC236}">
                <a16:creationId xmlns:a16="http://schemas.microsoft.com/office/drawing/2014/main" id="{5123E1A3-943B-489D-A464-ED8E4F5C49F8}"/>
              </a:ext>
            </a:extLst>
          </p:cNvPr>
          <p:cNvSpPr>
            <a:spLocks noGrp="1"/>
          </p:cNvSpPr>
          <p:nvPr/>
        </p:nvSpPr>
        <p:spPr>
          <a:xfrm>
            <a:off x="5867915" y="4054437"/>
            <a:ext cx="191" cy="620502"/>
          </a:xfrm>
          <a:custGeom>
            <a:avLst/>
            <a:gdLst/>
            <a:ahLst/>
            <a:cxnLst/>
            <a:rect l="0" t="0" r="0" b="0"/>
            <a:pathLst>
              <a:path w="191" h="620502">
                <a:moveTo>
                  <a:pt x="0" y="620502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8" name="b_small_bar_2581">
            <a:extLst>
              <a:ext uri="{FF2B5EF4-FFF2-40B4-BE49-F238E27FC236}">
                <a16:creationId xmlns:a16="http://schemas.microsoft.com/office/drawing/2014/main" id="{F92D4222-1EC5-40FC-90F7-DE3024D7B27F}"/>
              </a:ext>
            </a:extLst>
          </p:cNvPr>
          <p:cNvSpPr>
            <a:spLocks noGrp="1"/>
          </p:cNvSpPr>
          <p:nvPr/>
        </p:nvSpPr>
        <p:spPr>
          <a:xfrm>
            <a:off x="5733406" y="4674938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899" name="b_small_bar_2582">
            <a:extLst>
              <a:ext uri="{FF2B5EF4-FFF2-40B4-BE49-F238E27FC236}">
                <a16:creationId xmlns:a16="http://schemas.microsoft.com/office/drawing/2014/main" id="{7DC5BCC0-A656-4FD4-B8AA-C0D7044CFDD5}"/>
              </a:ext>
            </a:extLst>
          </p:cNvPr>
          <p:cNvSpPr>
            <a:spLocks noGrp="1"/>
          </p:cNvSpPr>
          <p:nvPr/>
        </p:nvSpPr>
        <p:spPr>
          <a:xfrm>
            <a:off x="5733406" y="40544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0" name="b_small_bar_2583">
            <a:extLst>
              <a:ext uri="{FF2B5EF4-FFF2-40B4-BE49-F238E27FC236}">
                <a16:creationId xmlns:a16="http://schemas.microsoft.com/office/drawing/2014/main" id="{CFB631C3-DCF9-4CDB-842E-72C31069E7F5}"/>
              </a:ext>
            </a:extLst>
          </p:cNvPr>
          <p:cNvSpPr>
            <a:spLocks noGrp="1"/>
          </p:cNvSpPr>
          <p:nvPr/>
        </p:nvSpPr>
        <p:spPr>
          <a:xfrm>
            <a:off x="8313523" y="4681137"/>
            <a:ext cx="191" cy="569884"/>
          </a:xfrm>
          <a:custGeom>
            <a:avLst/>
            <a:gdLst/>
            <a:ahLst/>
            <a:cxnLst/>
            <a:rect l="0" t="0" r="0" b="0"/>
            <a:pathLst>
              <a:path w="191" h="569884">
                <a:moveTo>
                  <a:pt x="0" y="569884"/>
                </a:moveTo>
                <a:lnTo>
                  <a:pt x="0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1" name="b_small_bar_2584">
            <a:extLst>
              <a:ext uri="{FF2B5EF4-FFF2-40B4-BE49-F238E27FC236}">
                <a16:creationId xmlns:a16="http://schemas.microsoft.com/office/drawing/2014/main" id="{514D6DF5-80B2-4859-A237-CFE79633A97B}"/>
              </a:ext>
            </a:extLst>
          </p:cNvPr>
          <p:cNvSpPr>
            <a:spLocks noGrp="1"/>
          </p:cNvSpPr>
          <p:nvPr/>
        </p:nvSpPr>
        <p:spPr>
          <a:xfrm>
            <a:off x="8179015" y="5251020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2" name="b_small_bar_2585">
            <a:extLst>
              <a:ext uri="{FF2B5EF4-FFF2-40B4-BE49-F238E27FC236}">
                <a16:creationId xmlns:a16="http://schemas.microsoft.com/office/drawing/2014/main" id="{6CDF3703-41F0-499D-9B4E-6A21F6492577}"/>
              </a:ext>
            </a:extLst>
          </p:cNvPr>
          <p:cNvSpPr>
            <a:spLocks noGrp="1"/>
          </p:cNvSpPr>
          <p:nvPr/>
        </p:nvSpPr>
        <p:spPr>
          <a:xfrm>
            <a:off x="8179015" y="4681137"/>
            <a:ext cx="269017" cy="191"/>
          </a:xfrm>
          <a:custGeom>
            <a:avLst/>
            <a:gdLst/>
            <a:ahLst/>
            <a:cxnLst/>
            <a:rect l="0" t="0" r="0" b="0"/>
            <a:pathLst>
              <a:path w="269017" h="191">
                <a:moveTo>
                  <a:pt x="0" y="0"/>
                </a:moveTo>
                <a:lnTo>
                  <a:pt x="269017" y="0"/>
                </a:lnTo>
              </a:path>
            </a:pathLst>
          </a:custGeom>
          <a:noFill/>
          <a:ln w="35347">
            <a:solidFill>
              <a:srgbClr val="8B9298"/>
            </a:solidFill>
            <a:prstDash val="solid"/>
          </a:ln>
        </p:spPr>
      </p:sp>
      <p:sp>
        <p:nvSpPr>
          <p:cNvPr id="903" name="b_small_bar_2586">
            <a:extLst>
              <a:ext uri="{FF2B5EF4-FFF2-40B4-BE49-F238E27FC236}">
                <a16:creationId xmlns:a16="http://schemas.microsoft.com/office/drawing/2014/main" id="{4503946F-6FC1-4466-AB6F-CE6C5F4AA75D}"/>
              </a:ext>
            </a:extLst>
          </p:cNvPr>
          <p:cNvSpPr>
            <a:spLocks noGrp="1"/>
          </p:cNvSpPr>
          <p:nvPr/>
        </p:nvSpPr>
        <p:spPr>
          <a:xfrm>
            <a:off x="2087005" y="39555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4" name="b_small_bar_2587">
            <a:extLst>
              <a:ext uri="{FF2B5EF4-FFF2-40B4-BE49-F238E27FC236}">
                <a16:creationId xmlns:a16="http://schemas.microsoft.com/office/drawing/2014/main" id="{3B1BEAB5-D3ED-4967-B6CD-DA7E09D7537E}"/>
              </a:ext>
            </a:extLst>
          </p:cNvPr>
          <p:cNvSpPr>
            <a:spLocks noGrp="1"/>
          </p:cNvSpPr>
          <p:nvPr/>
        </p:nvSpPr>
        <p:spPr>
          <a:xfrm>
            <a:off x="4532613" y="350497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5" name="b_small_bar_2588">
            <a:extLst>
              <a:ext uri="{FF2B5EF4-FFF2-40B4-BE49-F238E27FC236}">
                <a16:creationId xmlns:a16="http://schemas.microsoft.com/office/drawing/2014/main" id="{CD4D7ED4-5C1A-4E67-9E04-57E552415C11}"/>
              </a:ext>
            </a:extLst>
          </p:cNvPr>
          <p:cNvSpPr>
            <a:spLocks noGrp="1"/>
          </p:cNvSpPr>
          <p:nvPr/>
        </p:nvSpPr>
        <p:spPr>
          <a:xfrm>
            <a:off x="6978221" y="3852215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007C83"/>
            </a:solidFill>
            <a:prstDash val="solid"/>
          </a:ln>
        </p:spPr>
      </p:sp>
      <p:sp>
        <p:nvSpPr>
          <p:cNvPr id="906" name="b_small_bar_2589">
            <a:extLst>
              <a:ext uri="{FF2B5EF4-FFF2-40B4-BE49-F238E27FC236}">
                <a16:creationId xmlns:a16="http://schemas.microsoft.com/office/drawing/2014/main" id="{4F98AFAB-0789-4301-9573-7C164CD5FE38}"/>
              </a:ext>
            </a:extLst>
          </p:cNvPr>
          <p:cNvSpPr>
            <a:spLocks noGrp="1"/>
          </p:cNvSpPr>
          <p:nvPr/>
        </p:nvSpPr>
        <p:spPr>
          <a:xfrm>
            <a:off x="2649495" y="4297078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7" name="b_small_bar_2590">
            <a:extLst>
              <a:ext uri="{FF2B5EF4-FFF2-40B4-BE49-F238E27FC236}">
                <a16:creationId xmlns:a16="http://schemas.microsoft.com/office/drawing/2014/main" id="{AFEF05A1-3EE8-4006-831C-2DFDAF5566FC}"/>
              </a:ext>
            </a:extLst>
          </p:cNvPr>
          <p:cNvSpPr>
            <a:spLocks noGrp="1"/>
          </p:cNvSpPr>
          <p:nvPr/>
        </p:nvSpPr>
        <p:spPr>
          <a:xfrm>
            <a:off x="5095103" y="3968494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8" name="b_small_bar_2591">
            <a:extLst>
              <a:ext uri="{FF2B5EF4-FFF2-40B4-BE49-F238E27FC236}">
                <a16:creationId xmlns:a16="http://schemas.microsoft.com/office/drawing/2014/main" id="{9F320420-6D29-4FC6-85E4-E8D00DF05ECC}"/>
              </a:ext>
            </a:extLst>
          </p:cNvPr>
          <p:cNvSpPr>
            <a:spLocks noGrp="1"/>
          </p:cNvSpPr>
          <p:nvPr/>
        </p:nvSpPr>
        <p:spPr>
          <a:xfrm>
            <a:off x="7540711" y="4232921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566AB4"/>
            </a:solidFill>
            <a:prstDash val="solid"/>
          </a:ln>
        </p:spPr>
      </p:sp>
      <p:sp>
        <p:nvSpPr>
          <p:cNvPr id="909" name="b_small_bar_2592">
            <a:extLst>
              <a:ext uri="{FF2B5EF4-FFF2-40B4-BE49-F238E27FC236}">
                <a16:creationId xmlns:a16="http://schemas.microsoft.com/office/drawing/2014/main" id="{31160521-DA1E-48C8-B610-52FF09632633}"/>
              </a:ext>
            </a:extLst>
          </p:cNvPr>
          <p:cNvSpPr>
            <a:spLocks noGrp="1"/>
          </p:cNvSpPr>
          <p:nvPr/>
        </p:nvSpPr>
        <p:spPr>
          <a:xfrm>
            <a:off x="3211984" y="5771722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0" name="b_small_bar_2593">
            <a:extLst>
              <a:ext uri="{FF2B5EF4-FFF2-40B4-BE49-F238E27FC236}">
                <a16:creationId xmlns:a16="http://schemas.microsoft.com/office/drawing/2014/main" id="{3A7774BD-752E-4841-8679-F6D902FEA16F}"/>
              </a:ext>
            </a:extLst>
          </p:cNvPr>
          <p:cNvSpPr>
            <a:spLocks noGrp="1"/>
          </p:cNvSpPr>
          <p:nvPr/>
        </p:nvSpPr>
        <p:spPr>
          <a:xfrm>
            <a:off x="5657593" y="4367296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1" name="b_small_bar_2594">
            <a:extLst>
              <a:ext uri="{FF2B5EF4-FFF2-40B4-BE49-F238E27FC236}">
                <a16:creationId xmlns:a16="http://schemas.microsoft.com/office/drawing/2014/main" id="{C8BEB49B-34FB-4AFD-A196-C9578C7994DB}"/>
              </a:ext>
            </a:extLst>
          </p:cNvPr>
          <p:cNvSpPr>
            <a:spLocks noGrp="1"/>
          </p:cNvSpPr>
          <p:nvPr/>
        </p:nvSpPr>
        <p:spPr>
          <a:xfrm>
            <a:off x="8103201" y="4976123"/>
            <a:ext cx="420645" cy="191"/>
          </a:xfrm>
          <a:custGeom>
            <a:avLst/>
            <a:gdLst/>
            <a:ahLst/>
            <a:cxnLst/>
            <a:rect l="0" t="0" r="0" b="0"/>
            <a:pathLst>
              <a:path w="420645" h="191">
                <a:moveTo>
                  <a:pt x="0" y="0"/>
                </a:moveTo>
                <a:lnTo>
                  <a:pt x="420645" y="0"/>
                </a:lnTo>
              </a:path>
            </a:pathLst>
          </a:custGeom>
          <a:noFill/>
          <a:ln w="58911">
            <a:solidFill>
              <a:srgbClr val="8B9298"/>
            </a:solidFill>
            <a:prstDash val="solid"/>
          </a:ln>
        </p:spPr>
      </p:sp>
      <p:sp>
        <p:nvSpPr>
          <p:cNvPr id="912" name="text_2595">
            <a:extLst>
              <a:ext uri="{FF2B5EF4-FFF2-40B4-BE49-F238E27FC236}">
                <a16:creationId xmlns:a16="http://schemas.microsoft.com/office/drawing/2014/main" id="{070F10AD-29B4-4081-AA71-19EF9F9FABED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2591442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scores</a:t>
            </a:r>
          </a:p>
        </p:txBody>
      </p:sp>
      <p:sp>
        <p:nvSpPr>
          <p:cNvPr id="913" name="text_2596">
            <a:extLst>
              <a:ext uri="{FF2B5EF4-FFF2-40B4-BE49-F238E27FC236}">
                <a16:creationId xmlns:a16="http://schemas.microsoft.com/office/drawing/2014/main" id="{2055DFD2-C878-4312-BF1D-629BD003AC89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914" name="b_small_bar_2597">
            <a:extLst>
              <a:ext uri="{FF2B5EF4-FFF2-40B4-BE49-F238E27FC236}">
                <a16:creationId xmlns:a16="http://schemas.microsoft.com/office/drawing/2014/main" id="{E960C0BE-B6BF-494F-A5A5-676B34A8B8F5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915" name="text_2598">
            <a:extLst>
              <a:ext uri="{FF2B5EF4-FFF2-40B4-BE49-F238E27FC236}">
                <a16:creationId xmlns:a16="http://schemas.microsoft.com/office/drawing/2014/main" id="{F938BE51-47F2-451A-957C-834DAC6143EE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916" name="b_small_bar_2599">
            <a:extLst>
              <a:ext uri="{FF2B5EF4-FFF2-40B4-BE49-F238E27FC236}">
                <a16:creationId xmlns:a16="http://schemas.microsoft.com/office/drawing/2014/main" id="{990C8E42-EEAB-4559-95ED-838E3D9740F6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917" name="text_2600">
            <a:extLst>
              <a:ext uri="{FF2B5EF4-FFF2-40B4-BE49-F238E27FC236}">
                <a16:creationId xmlns:a16="http://schemas.microsoft.com/office/drawing/2014/main" id="{7F6E7E73-4909-4A1A-9841-058B08372F30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918" name="b_small_bar_2601">
            <a:extLst>
              <a:ext uri="{FF2B5EF4-FFF2-40B4-BE49-F238E27FC236}">
                <a16:creationId xmlns:a16="http://schemas.microsoft.com/office/drawing/2014/main" id="{EA1FE0B2-B12A-4BED-8D19-4E3E18B151AA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919" name="text_2602">
            <a:extLst>
              <a:ext uri="{FF2B5EF4-FFF2-40B4-BE49-F238E27FC236}">
                <a16:creationId xmlns:a16="http://schemas.microsoft.com/office/drawing/2014/main" id="{DDF33035-535E-45C6-A106-80A60743614A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9105728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c_full_paired_2603">
            <a:extLst>
              <a:ext uri="{FF2B5EF4-FFF2-40B4-BE49-F238E27FC236}">
                <a16:creationId xmlns:a16="http://schemas.microsoft.com/office/drawing/2014/main" id="{496EF68C-C660-45F0-ADC5-FBC43B70EE83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c_full_paired_2604">
            <a:extLst>
              <a:ext uri="{FF2B5EF4-FFF2-40B4-BE49-F238E27FC236}">
                <a16:creationId xmlns:a16="http://schemas.microsoft.com/office/drawing/2014/main" id="{BA0E447A-6E77-4EDE-B70F-CA4618DA59A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c_full_paired_2605">
            <a:extLst>
              <a:ext uri="{FF2B5EF4-FFF2-40B4-BE49-F238E27FC236}">
                <a16:creationId xmlns:a16="http://schemas.microsoft.com/office/drawing/2014/main" id="{1B1C096D-6BD6-4565-B80E-03F25AB60DF7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c_full_paired_2606">
            <a:extLst>
              <a:ext uri="{FF2B5EF4-FFF2-40B4-BE49-F238E27FC236}">
                <a16:creationId xmlns:a16="http://schemas.microsoft.com/office/drawing/2014/main" id="{86EBB66A-E0D3-4877-91BA-C87FCEC88F0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c_full_paired_2607">
            <a:extLst>
              <a:ext uri="{FF2B5EF4-FFF2-40B4-BE49-F238E27FC236}">
                <a16:creationId xmlns:a16="http://schemas.microsoft.com/office/drawing/2014/main" id="{F3DD9785-3D57-485B-892A-E9F37704F558}"/>
              </a:ext>
            </a:extLst>
          </p:cNvPr>
          <p:cNvSpPr>
            <a:spLocks noGrp="1"/>
          </p:cNvSpPr>
          <p:nvPr/>
        </p:nvSpPr>
        <p:spPr>
          <a:xfrm>
            <a:off x="2102857" y="312405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c_full_paired_2608">
            <a:extLst>
              <a:ext uri="{FF2B5EF4-FFF2-40B4-BE49-F238E27FC236}">
                <a16:creationId xmlns:a16="http://schemas.microsoft.com/office/drawing/2014/main" id="{95AD97C7-FD93-437E-86D8-4A40BD1688F7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c_full_paired_2609">
            <a:extLst>
              <a:ext uri="{FF2B5EF4-FFF2-40B4-BE49-F238E27FC236}">
                <a16:creationId xmlns:a16="http://schemas.microsoft.com/office/drawing/2014/main" id="{6DFF8CE0-25BB-4BC3-90FC-B7854B421093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c_full_paired_2610">
            <a:extLst>
              <a:ext uri="{FF2B5EF4-FFF2-40B4-BE49-F238E27FC236}">
                <a16:creationId xmlns:a16="http://schemas.microsoft.com/office/drawing/2014/main" id="{EC1CE719-4C2B-4762-BCFD-51E41EAD9384}"/>
              </a:ext>
            </a:extLst>
          </p:cNvPr>
          <p:cNvSpPr>
            <a:spLocks noGrp="1"/>
          </p:cNvSpPr>
          <p:nvPr/>
        </p:nvSpPr>
        <p:spPr>
          <a:xfrm>
            <a:off x="4380768" y="391834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c_full_paired_2611">
            <a:extLst>
              <a:ext uri="{FF2B5EF4-FFF2-40B4-BE49-F238E27FC236}">
                <a16:creationId xmlns:a16="http://schemas.microsoft.com/office/drawing/2014/main" id="{847C936E-353F-411D-BA4B-5A79F40ACFC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67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c_full_paired_2612">
            <a:extLst>
              <a:ext uri="{FF2B5EF4-FFF2-40B4-BE49-F238E27FC236}">
                <a16:creationId xmlns:a16="http://schemas.microsoft.com/office/drawing/2014/main" id="{07DD3AF5-C5D8-4AE2-B36B-0E70F0E0FC4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c_full_paired_2613">
            <a:extLst>
              <a:ext uri="{FF2B5EF4-FFF2-40B4-BE49-F238E27FC236}">
                <a16:creationId xmlns:a16="http://schemas.microsoft.com/office/drawing/2014/main" id="{C181A925-FD21-4FA5-B35F-55FBE2E5C44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c_full_paired_2614">
            <a:extLst>
              <a:ext uri="{FF2B5EF4-FFF2-40B4-BE49-F238E27FC236}">
                <a16:creationId xmlns:a16="http://schemas.microsoft.com/office/drawing/2014/main" id="{722F7B51-7362-49A2-ABC2-378B7DD15760}"/>
              </a:ext>
            </a:extLst>
          </p:cNvPr>
          <p:cNvSpPr>
            <a:spLocks noGrp="1"/>
          </p:cNvSpPr>
          <p:nvPr/>
        </p:nvSpPr>
        <p:spPr>
          <a:xfrm>
            <a:off x="2102857" y="5379730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c_full_paired_2615">
            <a:extLst>
              <a:ext uri="{FF2B5EF4-FFF2-40B4-BE49-F238E27FC236}">
                <a16:creationId xmlns:a16="http://schemas.microsoft.com/office/drawing/2014/main" id="{2F84225B-118E-44A6-81B6-1366E16D5F4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c_full_paired_2616">
            <a:extLst>
              <a:ext uri="{FF2B5EF4-FFF2-40B4-BE49-F238E27FC236}">
                <a16:creationId xmlns:a16="http://schemas.microsoft.com/office/drawing/2014/main" id="{DBD5146F-B64F-4B38-8CE8-6562DEFC1C0E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c_full_paired_2617">
            <a:extLst>
              <a:ext uri="{FF2B5EF4-FFF2-40B4-BE49-F238E27FC236}">
                <a16:creationId xmlns:a16="http://schemas.microsoft.com/office/drawing/2014/main" id="{EAF60133-02F2-42B3-915C-B05840E1FFB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c_full_paired_2618">
            <a:extLst>
              <a:ext uri="{FF2B5EF4-FFF2-40B4-BE49-F238E27FC236}">
                <a16:creationId xmlns:a16="http://schemas.microsoft.com/office/drawing/2014/main" id="{F845B452-EB49-4EF4-88CF-4C1E718A1B3F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c_full_paired_2619">
            <a:extLst>
              <a:ext uri="{FF2B5EF4-FFF2-40B4-BE49-F238E27FC236}">
                <a16:creationId xmlns:a16="http://schemas.microsoft.com/office/drawing/2014/main" id="{55AF8E33-AE3E-40A2-B478-2EEB5413993F}"/>
              </a:ext>
            </a:extLst>
          </p:cNvPr>
          <p:cNvSpPr>
            <a:spLocks noGrp="1"/>
          </p:cNvSpPr>
          <p:nvPr/>
        </p:nvSpPr>
        <p:spPr>
          <a:xfrm>
            <a:off x="2102857" y="3652102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c_full_paired_2620">
            <a:extLst>
              <a:ext uri="{FF2B5EF4-FFF2-40B4-BE49-F238E27FC236}">
                <a16:creationId xmlns:a16="http://schemas.microsoft.com/office/drawing/2014/main" id="{426875EB-68B1-4C89-B11F-B853171A925D}"/>
              </a:ext>
            </a:extLst>
          </p:cNvPr>
          <p:cNvSpPr>
            <a:spLocks noGrp="1"/>
          </p:cNvSpPr>
          <p:nvPr/>
        </p:nvSpPr>
        <p:spPr>
          <a:xfrm>
            <a:off x="3174254" y="5058310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c_full_paired_2621">
            <a:extLst>
              <a:ext uri="{FF2B5EF4-FFF2-40B4-BE49-F238E27FC236}">
                <a16:creationId xmlns:a16="http://schemas.microsoft.com/office/drawing/2014/main" id="{98C660BA-021A-4305-A7B6-75FD10C8EE8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c_full_paired_2622">
            <a:extLst>
              <a:ext uri="{FF2B5EF4-FFF2-40B4-BE49-F238E27FC236}">
                <a16:creationId xmlns:a16="http://schemas.microsoft.com/office/drawing/2014/main" id="{D6FDCB11-2726-4588-B41D-427F6A6D1619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75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c_full_paired_2623">
            <a:extLst>
              <a:ext uri="{FF2B5EF4-FFF2-40B4-BE49-F238E27FC236}">
                <a16:creationId xmlns:a16="http://schemas.microsoft.com/office/drawing/2014/main" id="{172B7E56-2C00-49C2-84E5-8907EE157533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c_full_paired_2624">
            <a:extLst>
              <a:ext uri="{FF2B5EF4-FFF2-40B4-BE49-F238E27FC236}">
                <a16:creationId xmlns:a16="http://schemas.microsoft.com/office/drawing/2014/main" id="{51204E2A-1BCE-452C-BE19-579868E9663B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c_full_paired_2625">
            <a:extLst>
              <a:ext uri="{FF2B5EF4-FFF2-40B4-BE49-F238E27FC236}">
                <a16:creationId xmlns:a16="http://schemas.microsoft.com/office/drawing/2014/main" id="{786C13FC-F870-4ACE-9465-5A79126B4A29}"/>
              </a:ext>
            </a:extLst>
          </p:cNvPr>
          <p:cNvSpPr>
            <a:spLocks noGrp="1"/>
          </p:cNvSpPr>
          <p:nvPr/>
        </p:nvSpPr>
        <p:spPr>
          <a:xfrm>
            <a:off x="5456492" y="304944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c_full_paired_2626">
            <a:extLst>
              <a:ext uri="{FF2B5EF4-FFF2-40B4-BE49-F238E27FC236}">
                <a16:creationId xmlns:a16="http://schemas.microsoft.com/office/drawing/2014/main" id="{3BDBF057-D478-49D6-8734-69ADC98CF16C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c_full_paired_2627">
            <a:extLst>
              <a:ext uri="{FF2B5EF4-FFF2-40B4-BE49-F238E27FC236}">
                <a16:creationId xmlns:a16="http://schemas.microsoft.com/office/drawing/2014/main" id="{4BB5869C-59BB-405F-B799-FDB2D8E4AFC5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c_full_paired_2628">
            <a:extLst>
              <a:ext uri="{FF2B5EF4-FFF2-40B4-BE49-F238E27FC236}">
                <a16:creationId xmlns:a16="http://schemas.microsoft.com/office/drawing/2014/main" id="{BDD9E5FE-FBDC-4B03-8A91-82FAE9E3E839}"/>
              </a:ext>
            </a:extLst>
          </p:cNvPr>
          <p:cNvSpPr>
            <a:spLocks noGrp="1"/>
          </p:cNvSpPr>
          <p:nvPr/>
        </p:nvSpPr>
        <p:spPr>
          <a:xfrm>
            <a:off x="5252764" y="2808376"/>
            <a:ext cx="136049" cy="136049"/>
          </a:xfrm>
          <a:prstGeom prst="ellipse">
            <a:avLst/>
          </a:prstGeom>
          <a:solidFill>
            <a:srgbClr val="4829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c_full_paired_2629">
            <a:extLst>
              <a:ext uri="{FF2B5EF4-FFF2-40B4-BE49-F238E27FC236}">
                <a16:creationId xmlns:a16="http://schemas.microsoft.com/office/drawing/2014/main" id="{C3D2C273-9B31-4AE0-B6F1-5403FDDF5C2C}"/>
              </a:ext>
            </a:extLst>
          </p:cNvPr>
          <p:cNvSpPr>
            <a:spLocks noGrp="1"/>
          </p:cNvSpPr>
          <p:nvPr/>
        </p:nvSpPr>
        <p:spPr>
          <a:xfrm>
            <a:off x="5116161" y="3652102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c_full_paired_2630">
            <a:extLst>
              <a:ext uri="{FF2B5EF4-FFF2-40B4-BE49-F238E27FC236}">
                <a16:creationId xmlns:a16="http://schemas.microsoft.com/office/drawing/2014/main" id="{9AB8A4B5-6D58-47F4-AAE4-24B8542896C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43B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c_full_paired_2631">
            <a:extLst>
              <a:ext uri="{FF2B5EF4-FFF2-40B4-BE49-F238E27FC236}">
                <a16:creationId xmlns:a16="http://schemas.microsoft.com/office/drawing/2014/main" id="{A89D5513-03BF-4260-B1AA-20F5397694D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c_full_paired_2632">
            <a:extLst>
              <a:ext uri="{FF2B5EF4-FFF2-40B4-BE49-F238E27FC236}">
                <a16:creationId xmlns:a16="http://schemas.microsoft.com/office/drawing/2014/main" id="{1ECD4D66-4D54-4B6B-8325-24BEE855C752}"/>
              </a:ext>
            </a:extLst>
          </p:cNvPr>
          <p:cNvSpPr>
            <a:spLocks noGrp="1"/>
          </p:cNvSpPr>
          <p:nvPr/>
        </p:nvSpPr>
        <p:spPr>
          <a:xfrm>
            <a:off x="3040329" y="4576182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c_full_paired_2633">
            <a:extLst>
              <a:ext uri="{FF2B5EF4-FFF2-40B4-BE49-F238E27FC236}">
                <a16:creationId xmlns:a16="http://schemas.microsoft.com/office/drawing/2014/main" id="{F2E3D044-2AB6-483C-A807-1C77DE111EB4}"/>
              </a:ext>
            </a:extLst>
          </p:cNvPr>
          <p:cNvSpPr>
            <a:spLocks noGrp="1"/>
          </p:cNvSpPr>
          <p:nvPr/>
        </p:nvSpPr>
        <p:spPr>
          <a:xfrm>
            <a:off x="2102857" y="5652858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c_full_paired_2634">
            <a:extLst>
              <a:ext uri="{FF2B5EF4-FFF2-40B4-BE49-F238E27FC236}">
                <a16:creationId xmlns:a16="http://schemas.microsoft.com/office/drawing/2014/main" id="{4F17EF7D-7864-4F05-B1C1-B09156008A23}"/>
              </a:ext>
            </a:extLst>
          </p:cNvPr>
          <p:cNvSpPr>
            <a:spLocks noGrp="1"/>
          </p:cNvSpPr>
          <p:nvPr/>
        </p:nvSpPr>
        <p:spPr>
          <a:xfrm>
            <a:off x="2791612" y="5287896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c_full_paired_2635">
            <a:extLst>
              <a:ext uri="{FF2B5EF4-FFF2-40B4-BE49-F238E27FC236}">
                <a16:creationId xmlns:a16="http://schemas.microsoft.com/office/drawing/2014/main" id="{964A7814-1203-49BD-84A5-6292472740C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c_full_paired_2636">
            <a:extLst>
              <a:ext uri="{FF2B5EF4-FFF2-40B4-BE49-F238E27FC236}">
                <a16:creationId xmlns:a16="http://schemas.microsoft.com/office/drawing/2014/main" id="{8107220B-F524-401B-BD6D-FFE8F67B0A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c_full_paired_2637">
            <a:extLst>
              <a:ext uri="{FF2B5EF4-FFF2-40B4-BE49-F238E27FC236}">
                <a16:creationId xmlns:a16="http://schemas.microsoft.com/office/drawing/2014/main" id="{B80CB351-D0C6-4604-9BDF-B55F29075907}"/>
              </a:ext>
            </a:extLst>
          </p:cNvPr>
          <p:cNvSpPr>
            <a:spLocks noGrp="1"/>
          </p:cNvSpPr>
          <p:nvPr/>
        </p:nvSpPr>
        <p:spPr>
          <a:xfrm>
            <a:off x="2782782" y="5462524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c_full_paired_2638">
            <a:extLst>
              <a:ext uri="{FF2B5EF4-FFF2-40B4-BE49-F238E27FC236}">
                <a16:creationId xmlns:a16="http://schemas.microsoft.com/office/drawing/2014/main" id="{7AA72AA5-692E-40C5-9431-443418CD376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c_full_paired_2639">
            <a:extLst>
              <a:ext uri="{FF2B5EF4-FFF2-40B4-BE49-F238E27FC236}">
                <a16:creationId xmlns:a16="http://schemas.microsoft.com/office/drawing/2014/main" id="{056BEB52-DA38-4BB3-9C30-A7CD440E3757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c_full_paired_2640">
            <a:extLst>
              <a:ext uri="{FF2B5EF4-FFF2-40B4-BE49-F238E27FC236}">
                <a16:creationId xmlns:a16="http://schemas.microsoft.com/office/drawing/2014/main" id="{9ED1E392-E2BA-4146-B60B-7FF80A664FB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c_full_paired_2641">
            <a:extLst>
              <a:ext uri="{FF2B5EF4-FFF2-40B4-BE49-F238E27FC236}">
                <a16:creationId xmlns:a16="http://schemas.microsoft.com/office/drawing/2014/main" id="{C332ACB9-39A3-4D5E-8CAD-7907E451DABE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c_full_paired_2642">
            <a:extLst>
              <a:ext uri="{FF2B5EF4-FFF2-40B4-BE49-F238E27FC236}">
                <a16:creationId xmlns:a16="http://schemas.microsoft.com/office/drawing/2014/main" id="{9D8C3568-65F2-421B-BC9E-94168EECC022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c_full_paired_2643">
            <a:extLst>
              <a:ext uri="{FF2B5EF4-FFF2-40B4-BE49-F238E27FC236}">
                <a16:creationId xmlns:a16="http://schemas.microsoft.com/office/drawing/2014/main" id="{1758A627-1AE9-46A4-A883-2BF04E186A2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c_full_paired_2644">
            <a:extLst>
              <a:ext uri="{FF2B5EF4-FFF2-40B4-BE49-F238E27FC236}">
                <a16:creationId xmlns:a16="http://schemas.microsoft.com/office/drawing/2014/main" id="{E06E7E1C-9A15-4C6F-8E6E-85AAF63A59EE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C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c_full_paired_2645">
            <a:extLst>
              <a:ext uri="{FF2B5EF4-FFF2-40B4-BE49-F238E27FC236}">
                <a16:creationId xmlns:a16="http://schemas.microsoft.com/office/drawing/2014/main" id="{CCC5FB2E-E81B-49EF-90A0-5C5C4F9C0237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c_full_paired_2646">
            <a:extLst>
              <a:ext uri="{FF2B5EF4-FFF2-40B4-BE49-F238E27FC236}">
                <a16:creationId xmlns:a16="http://schemas.microsoft.com/office/drawing/2014/main" id="{B9ACCE1B-9AEC-4350-8A4B-B35F9C003694}"/>
              </a:ext>
            </a:extLst>
          </p:cNvPr>
          <p:cNvSpPr>
            <a:spLocks noGrp="1"/>
          </p:cNvSpPr>
          <p:nvPr/>
        </p:nvSpPr>
        <p:spPr>
          <a:xfrm>
            <a:off x="2102857" y="6129708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c_full_paired_2647">
            <a:extLst>
              <a:ext uri="{FF2B5EF4-FFF2-40B4-BE49-F238E27FC236}">
                <a16:creationId xmlns:a16="http://schemas.microsoft.com/office/drawing/2014/main" id="{41FFD508-CBE0-4E25-A7F0-84863548B206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c_full_paired_2648">
            <a:extLst>
              <a:ext uri="{FF2B5EF4-FFF2-40B4-BE49-F238E27FC236}">
                <a16:creationId xmlns:a16="http://schemas.microsoft.com/office/drawing/2014/main" id="{ABB0782F-B406-4163-B671-D11D7E04D49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c_full_paired_2649">
            <a:extLst>
              <a:ext uri="{FF2B5EF4-FFF2-40B4-BE49-F238E27FC236}">
                <a16:creationId xmlns:a16="http://schemas.microsoft.com/office/drawing/2014/main" id="{60029030-B316-4C2A-BA6D-366B474A4D8D}"/>
              </a:ext>
            </a:extLst>
          </p:cNvPr>
          <p:cNvSpPr>
            <a:spLocks noGrp="1"/>
          </p:cNvSpPr>
          <p:nvPr/>
        </p:nvSpPr>
        <p:spPr>
          <a:xfrm>
            <a:off x="2102857" y="289338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c_full_paired_2650">
            <a:extLst>
              <a:ext uri="{FF2B5EF4-FFF2-40B4-BE49-F238E27FC236}">
                <a16:creationId xmlns:a16="http://schemas.microsoft.com/office/drawing/2014/main" id="{35669385-4EE9-4657-B477-51E218FE3C3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c_full_paired_2651">
            <a:extLst>
              <a:ext uri="{FF2B5EF4-FFF2-40B4-BE49-F238E27FC236}">
                <a16:creationId xmlns:a16="http://schemas.microsoft.com/office/drawing/2014/main" id="{BC19C85B-0289-4AAA-8842-C15BB25B46F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A6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c_full_paired_2652">
            <a:extLst>
              <a:ext uri="{FF2B5EF4-FFF2-40B4-BE49-F238E27FC236}">
                <a16:creationId xmlns:a16="http://schemas.microsoft.com/office/drawing/2014/main" id="{6AFB9281-41FF-440C-AC3F-5821845903B3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c_full_paired_2653">
            <a:extLst>
              <a:ext uri="{FF2B5EF4-FFF2-40B4-BE49-F238E27FC236}">
                <a16:creationId xmlns:a16="http://schemas.microsoft.com/office/drawing/2014/main" id="{C4C135CA-203D-48C7-9835-3CF39DC83F2D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c_full_paired_2654">
            <a:extLst>
              <a:ext uri="{FF2B5EF4-FFF2-40B4-BE49-F238E27FC236}">
                <a16:creationId xmlns:a16="http://schemas.microsoft.com/office/drawing/2014/main" id="{82738425-BF84-462C-AE66-55FE313A008A}"/>
              </a:ext>
            </a:extLst>
          </p:cNvPr>
          <p:cNvSpPr>
            <a:spLocks noGrp="1"/>
          </p:cNvSpPr>
          <p:nvPr/>
        </p:nvSpPr>
        <p:spPr>
          <a:xfrm>
            <a:off x="4834919" y="4254763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c_full_paired_2655">
            <a:extLst>
              <a:ext uri="{FF2B5EF4-FFF2-40B4-BE49-F238E27FC236}">
                <a16:creationId xmlns:a16="http://schemas.microsoft.com/office/drawing/2014/main" id="{16DE9F72-2462-474C-9C3E-74944379AF4E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c_full_paired_2656">
            <a:extLst>
              <a:ext uri="{FF2B5EF4-FFF2-40B4-BE49-F238E27FC236}">
                <a16:creationId xmlns:a16="http://schemas.microsoft.com/office/drawing/2014/main" id="{D4E56960-F4D2-4253-9E05-8DAAEB4FB544}"/>
              </a:ext>
            </a:extLst>
          </p:cNvPr>
          <p:cNvSpPr>
            <a:spLocks noGrp="1"/>
          </p:cNvSpPr>
          <p:nvPr/>
        </p:nvSpPr>
        <p:spPr>
          <a:xfrm>
            <a:off x="2102857" y="5344574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c_full_paired_2657">
            <a:extLst>
              <a:ext uri="{FF2B5EF4-FFF2-40B4-BE49-F238E27FC236}">
                <a16:creationId xmlns:a16="http://schemas.microsoft.com/office/drawing/2014/main" id="{E5D8D070-59DF-466A-BF82-E66A84BDCF1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c_full_paired_2658">
            <a:extLst>
              <a:ext uri="{FF2B5EF4-FFF2-40B4-BE49-F238E27FC236}">
                <a16:creationId xmlns:a16="http://schemas.microsoft.com/office/drawing/2014/main" id="{5D33346C-4E90-4E86-A600-CF98A1B7EC5C}"/>
              </a:ext>
            </a:extLst>
          </p:cNvPr>
          <p:cNvSpPr>
            <a:spLocks noGrp="1"/>
          </p:cNvSpPr>
          <p:nvPr/>
        </p:nvSpPr>
        <p:spPr>
          <a:xfrm>
            <a:off x="2102857" y="318487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c_full_paired_2659">
            <a:extLst>
              <a:ext uri="{FF2B5EF4-FFF2-40B4-BE49-F238E27FC236}">
                <a16:creationId xmlns:a16="http://schemas.microsoft.com/office/drawing/2014/main" id="{ACF1CE37-A4B4-4E1F-BF12-1636CB56CB30}"/>
              </a:ext>
            </a:extLst>
          </p:cNvPr>
          <p:cNvSpPr>
            <a:spLocks noGrp="1"/>
          </p:cNvSpPr>
          <p:nvPr/>
        </p:nvSpPr>
        <p:spPr>
          <a:xfrm>
            <a:off x="5786007" y="3417379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c_full_paired_2660">
            <a:extLst>
              <a:ext uri="{FF2B5EF4-FFF2-40B4-BE49-F238E27FC236}">
                <a16:creationId xmlns:a16="http://schemas.microsoft.com/office/drawing/2014/main" id="{43A4E355-C537-404F-B7F9-A91E1CDCC070}"/>
              </a:ext>
            </a:extLst>
          </p:cNvPr>
          <p:cNvSpPr>
            <a:spLocks noGrp="1"/>
          </p:cNvSpPr>
          <p:nvPr/>
        </p:nvSpPr>
        <p:spPr>
          <a:xfrm>
            <a:off x="2102857" y="371485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c_full_paired_2661">
            <a:extLst>
              <a:ext uri="{FF2B5EF4-FFF2-40B4-BE49-F238E27FC236}">
                <a16:creationId xmlns:a16="http://schemas.microsoft.com/office/drawing/2014/main" id="{3E5CB61C-910F-4831-A9EC-EF093D4E91A7}"/>
              </a:ext>
            </a:extLst>
          </p:cNvPr>
          <p:cNvSpPr>
            <a:spLocks noGrp="1"/>
          </p:cNvSpPr>
          <p:nvPr/>
        </p:nvSpPr>
        <p:spPr>
          <a:xfrm>
            <a:off x="5317048" y="3801332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c_full_paired_2662">
            <a:extLst>
              <a:ext uri="{FF2B5EF4-FFF2-40B4-BE49-F238E27FC236}">
                <a16:creationId xmlns:a16="http://schemas.microsoft.com/office/drawing/2014/main" id="{84A8BAF4-B910-4738-BB4D-878A6EB06EBE}"/>
              </a:ext>
            </a:extLst>
          </p:cNvPr>
          <p:cNvSpPr>
            <a:spLocks noGrp="1"/>
          </p:cNvSpPr>
          <p:nvPr/>
        </p:nvSpPr>
        <p:spPr>
          <a:xfrm>
            <a:off x="2102857" y="459914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c_full_paired_2663">
            <a:extLst>
              <a:ext uri="{FF2B5EF4-FFF2-40B4-BE49-F238E27FC236}">
                <a16:creationId xmlns:a16="http://schemas.microsoft.com/office/drawing/2014/main" id="{694A5CB1-6FB0-4145-905A-C6E271885EC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c_full_paired_2664">
            <a:extLst>
              <a:ext uri="{FF2B5EF4-FFF2-40B4-BE49-F238E27FC236}">
                <a16:creationId xmlns:a16="http://schemas.microsoft.com/office/drawing/2014/main" id="{F40E8730-9C9B-472A-AF33-9988ED8E6919}"/>
              </a:ext>
            </a:extLst>
          </p:cNvPr>
          <p:cNvSpPr>
            <a:spLocks noGrp="1"/>
          </p:cNvSpPr>
          <p:nvPr/>
        </p:nvSpPr>
        <p:spPr>
          <a:xfrm>
            <a:off x="2195645" y="6554357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c_full_paired_2665">
            <a:extLst>
              <a:ext uri="{FF2B5EF4-FFF2-40B4-BE49-F238E27FC236}">
                <a16:creationId xmlns:a16="http://schemas.microsoft.com/office/drawing/2014/main" id="{F43134C6-FC07-4BFD-89D2-34F33C63B26B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c_full_paired_2666">
            <a:extLst>
              <a:ext uri="{FF2B5EF4-FFF2-40B4-BE49-F238E27FC236}">
                <a16:creationId xmlns:a16="http://schemas.microsoft.com/office/drawing/2014/main" id="{24135E21-C845-4638-98F9-BE9ADA3D6423}"/>
              </a:ext>
            </a:extLst>
          </p:cNvPr>
          <p:cNvSpPr>
            <a:spLocks noGrp="1"/>
          </p:cNvSpPr>
          <p:nvPr/>
        </p:nvSpPr>
        <p:spPr>
          <a:xfrm>
            <a:off x="3509065" y="339094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c_full_paired_2667">
            <a:extLst>
              <a:ext uri="{FF2B5EF4-FFF2-40B4-BE49-F238E27FC236}">
                <a16:creationId xmlns:a16="http://schemas.microsoft.com/office/drawing/2014/main" id="{7DD4A4FB-0798-40AA-B95F-95AD9DCD6B6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c_full_paired_2668">
            <a:extLst>
              <a:ext uri="{FF2B5EF4-FFF2-40B4-BE49-F238E27FC236}">
                <a16:creationId xmlns:a16="http://schemas.microsoft.com/office/drawing/2014/main" id="{43965CF6-E90D-4303-BBC3-C63869D80B8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c_full_paired_2669">
            <a:extLst>
              <a:ext uri="{FF2B5EF4-FFF2-40B4-BE49-F238E27FC236}">
                <a16:creationId xmlns:a16="http://schemas.microsoft.com/office/drawing/2014/main" id="{37E25D3F-A1D8-42E0-B24B-81F05906537A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472C7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c_full_paired_2670">
            <a:extLst>
              <a:ext uri="{FF2B5EF4-FFF2-40B4-BE49-F238E27FC236}">
                <a16:creationId xmlns:a16="http://schemas.microsoft.com/office/drawing/2014/main" id="{0FD81E74-12BB-49E5-A06B-7C0BB658BC67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c_full_paired_2671">
            <a:extLst>
              <a:ext uri="{FF2B5EF4-FFF2-40B4-BE49-F238E27FC236}">
                <a16:creationId xmlns:a16="http://schemas.microsoft.com/office/drawing/2014/main" id="{FD682DA8-EE0E-4DCD-A156-C7F8FF3E28AA}"/>
              </a:ext>
            </a:extLst>
          </p:cNvPr>
          <p:cNvSpPr>
            <a:spLocks noGrp="1"/>
          </p:cNvSpPr>
          <p:nvPr/>
        </p:nvSpPr>
        <p:spPr>
          <a:xfrm>
            <a:off x="2102857" y="4446084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c_full_paired_2672">
            <a:extLst>
              <a:ext uri="{FF2B5EF4-FFF2-40B4-BE49-F238E27FC236}">
                <a16:creationId xmlns:a16="http://schemas.microsoft.com/office/drawing/2014/main" id="{51DEE70A-D132-4CB8-80A1-EDA4AD1B5507}"/>
              </a:ext>
            </a:extLst>
          </p:cNvPr>
          <p:cNvSpPr>
            <a:spLocks noGrp="1"/>
          </p:cNvSpPr>
          <p:nvPr/>
        </p:nvSpPr>
        <p:spPr>
          <a:xfrm>
            <a:off x="2102857" y="3418417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c_full_paired_2673">
            <a:extLst>
              <a:ext uri="{FF2B5EF4-FFF2-40B4-BE49-F238E27FC236}">
                <a16:creationId xmlns:a16="http://schemas.microsoft.com/office/drawing/2014/main" id="{CFB9B369-E3B6-477A-87D1-9AB1FA01085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c_full_paired_2674">
            <a:extLst>
              <a:ext uri="{FF2B5EF4-FFF2-40B4-BE49-F238E27FC236}">
                <a16:creationId xmlns:a16="http://schemas.microsoft.com/office/drawing/2014/main" id="{869282D0-7669-4E36-BC80-AB30E2C4FCB9}"/>
              </a:ext>
            </a:extLst>
          </p:cNvPr>
          <p:cNvSpPr>
            <a:spLocks noGrp="1"/>
          </p:cNvSpPr>
          <p:nvPr/>
        </p:nvSpPr>
        <p:spPr>
          <a:xfrm>
            <a:off x="3993654" y="184411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c_full_paired_2675">
            <a:extLst>
              <a:ext uri="{FF2B5EF4-FFF2-40B4-BE49-F238E27FC236}">
                <a16:creationId xmlns:a16="http://schemas.microsoft.com/office/drawing/2014/main" id="{A26F3558-5B68-4DE6-B507-CBC01A109233}"/>
              </a:ext>
            </a:extLst>
          </p:cNvPr>
          <p:cNvSpPr>
            <a:spLocks noGrp="1"/>
          </p:cNvSpPr>
          <p:nvPr/>
        </p:nvSpPr>
        <p:spPr>
          <a:xfrm>
            <a:off x="2102857" y="3878743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c_full_paired_2676">
            <a:extLst>
              <a:ext uri="{FF2B5EF4-FFF2-40B4-BE49-F238E27FC236}">
                <a16:creationId xmlns:a16="http://schemas.microsoft.com/office/drawing/2014/main" id="{55F8F5D1-BC1D-49E3-AF8E-228F187E3DD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c_full_paired_2677">
            <a:extLst>
              <a:ext uri="{FF2B5EF4-FFF2-40B4-BE49-F238E27FC236}">
                <a16:creationId xmlns:a16="http://schemas.microsoft.com/office/drawing/2014/main" id="{16A328D4-E030-4B56-B80F-02F25731FFCD}"/>
              </a:ext>
            </a:extLst>
          </p:cNvPr>
          <p:cNvSpPr>
            <a:spLocks noGrp="1"/>
          </p:cNvSpPr>
          <p:nvPr/>
        </p:nvSpPr>
        <p:spPr>
          <a:xfrm>
            <a:off x="5030067" y="208518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c_full_paired_2678">
            <a:extLst>
              <a:ext uri="{FF2B5EF4-FFF2-40B4-BE49-F238E27FC236}">
                <a16:creationId xmlns:a16="http://schemas.microsoft.com/office/drawing/2014/main" id="{8AABAA1C-E3D7-487A-923F-34A5DE5512AE}"/>
              </a:ext>
            </a:extLst>
          </p:cNvPr>
          <p:cNvSpPr>
            <a:spLocks noGrp="1"/>
          </p:cNvSpPr>
          <p:nvPr/>
        </p:nvSpPr>
        <p:spPr>
          <a:xfrm>
            <a:off x="2102857" y="5058310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c_full_paired_2679">
            <a:extLst>
              <a:ext uri="{FF2B5EF4-FFF2-40B4-BE49-F238E27FC236}">
                <a16:creationId xmlns:a16="http://schemas.microsoft.com/office/drawing/2014/main" id="{A7FBFDC1-BBAF-49A6-AA19-3B686D149C34}"/>
              </a:ext>
            </a:extLst>
          </p:cNvPr>
          <p:cNvSpPr>
            <a:spLocks noGrp="1"/>
          </p:cNvSpPr>
          <p:nvPr/>
        </p:nvSpPr>
        <p:spPr>
          <a:xfrm>
            <a:off x="267203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c_full_paired_2680">
            <a:extLst>
              <a:ext uri="{FF2B5EF4-FFF2-40B4-BE49-F238E27FC236}">
                <a16:creationId xmlns:a16="http://schemas.microsoft.com/office/drawing/2014/main" id="{743D54D0-39C8-424B-8CF8-DA872E5F2AC8}"/>
              </a:ext>
            </a:extLst>
          </p:cNvPr>
          <p:cNvSpPr>
            <a:spLocks noGrp="1"/>
          </p:cNvSpPr>
          <p:nvPr/>
        </p:nvSpPr>
        <p:spPr>
          <a:xfrm>
            <a:off x="3589420" y="6137360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c_full_paired_2681">
            <a:extLst>
              <a:ext uri="{FF2B5EF4-FFF2-40B4-BE49-F238E27FC236}">
                <a16:creationId xmlns:a16="http://schemas.microsoft.com/office/drawing/2014/main" id="{D2E2005F-ABD5-454B-A962-AE70BB3526B8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c_full_paired_2682">
            <a:extLst>
              <a:ext uri="{FF2B5EF4-FFF2-40B4-BE49-F238E27FC236}">
                <a16:creationId xmlns:a16="http://schemas.microsoft.com/office/drawing/2014/main" id="{F0BF00BA-2709-40A0-AA6F-C80E1B06920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c_full_paired_2683">
            <a:extLst>
              <a:ext uri="{FF2B5EF4-FFF2-40B4-BE49-F238E27FC236}">
                <a16:creationId xmlns:a16="http://schemas.microsoft.com/office/drawing/2014/main" id="{668403F7-8C6C-45BA-9F98-6712CD91D6EB}"/>
              </a:ext>
            </a:extLst>
          </p:cNvPr>
          <p:cNvSpPr>
            <a:spLocks noGrp="1"/>
          </p:cNvSpPr>
          <p:nvPr/>
        </p:nvSpPr>
        <p:spPr>
          <a:xfrm>
            <a:off x="3709952" y="5058310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c_full_paired_2684">
            <a:extLst>
              <a:ext uri="{FF2B5EF4-FFF2-40B4-BE49-F238E27FC236}">
                <a16:creationId xmlns:a16="http://schemas.microsoft.com/office/drawing/2014/main" id="{80563D59-8994-423B-B0DF-247D128BB567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28C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c_full_paired_2685">
            <a:extLst>
              <a:ext uri="{FF2B5EF4-FFF2-40B4-BE49-F238E27FC236}">
                <a16:creationId xmlns:a16="http://schemas.microsoft.com/office/drawing/2014/main" id="{4BCF592F-7072-4B34-B81C-7C707DD8317C}"/>
              </a:ext>
            </a:extLst>
          </p:cNvPr>
          <p:cNvSpPr>
            <a:spLocks noGrp="1"/>
          </p:cNvSpPr>
          <p:nvPr/>
        </p:nvSpPr>
        <p:spPr>
          <a:xfrm>
            <a:off x="2102857" y="2478079"/>
            <a:ext cx="136049" cy="136049"/>
          </a:xfrm>
          <a:prstGeom prst="ellipse">
            <a:avLst/>
          </a:prstGeom>
          <a:solidFill>
            <a:srgbClr val="218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c_full_paired_2686">
            <a:extLst>
              <a:ext uri="{FF2B5EF4-FFF2-40B4-BE49-F238E27FC236}">
                <a16:creationId xmlns:a16="http://schemas.microsoft.com/office/drawing/2014/main" id="{362D5C62-2C0C-47F2-859C-2B2B9E567E4D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c_full_paired_2687">
            <a:extLst>
              <a:ext uri="{FF2B5EF4-FFF2-40B4-BE49-F238E27FC236}">
                <a16:creationId xmlns:a16="http://schemas.microsoft.com/office/drawing/2014/main" id="{2EAFF28E-E2FB-40B4-9C4D-495E8246B5CA}"/>
              </a:ext>
            </a:extLst>
          </p:cNvPr>
          <p:cNvSpPr>
            <a:spLocks noGrp="1"/>
          </p:cNvSpPr>
          <p:nvPr/>
        </p:nvSpPr>
        <p:spPr>
          <a:xfrm>
            <a:off x="4513500" y="5460084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c_full_paired_2688">
            <a:extLst>
              <a:ext uri="{FF2B5EF4-FFF2-40B4-BE49-F238E27FC236}">
                <a16:creationId xmlns:a16="http://schemas.microsoft.com/office/drawing/2014/main" id="{0F4AC1CC-6849-4085-9F4C-AE084964927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c_full_paired_2689">
            <a:extLst>
              <a:ext uri="{FF2B5EF4-FFF2-40B4-BE49-F238E27FC236}">
                <a16:creationId xmlns:a16="http://schemas.microsoft.com/office/drawing/2014/main" id="{69E3A481-1339-4DC9-8644-7E0EE860536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c_full_paired_2690">
            <a:extLst>
              <a:ext uri="{FF2B5EF4-FFF2-40B4-BE49-F238E27FC236}">
                <a16:creationId xmlns:a16="http://schemas.microsoft.com/office/drawing/2014/main" id="{E8DA9459-5CD0-4A0E-B316-B9D709EE89F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c_full_paired_2691">
            <a:extLst>
              <a:ext uri="{FF2B5EF4-FFF2-40B4-BE49-F238E27FC236}">
                <a16:creationId xmlns:a16="http://schemas.microsoft.com/office/drawing/2014/main" id="{475B3C34-2A4F-4CE5-BCB9-57172E03C387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c_full_paired_2692">
            <a:extLst>
              <a:ext uri="{FF2B5EF4-FFF2-40B4-BE49-F238E27FC236}">
                <a16:creationId xmlns:a16="http://schemas.microsoft.com/office/drawing/2014/main" id="{B8083777-5A22-4FC2-AE10-0E9B9B9CCEDE}"/>
              </a:ext>
            </a:extLst>
          </p:cNvPr>
          <p:cNvSpPr>
            <a:spLocks noGrp="1"/>
          </p:cNvSpPr>
          <p:nvPr/>
        </p:nvSpPr>
        <p:spPr>
          <a:xfrm>
            <a:off x="2906405" y="3986913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c_full_paired_2693">
            <a:extLst>
              <a:ext uri="{FF2B5EF4-FFF2-40B4-BE49-F238E27FC236}">
                <a16:creationId xmlns:a16="http://schemas.microsoft.com/office/drawing/2014/main" id="{992DA6CA-75C6-4F35-BD7F-5C8B8EF37E5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c_full_paired_2694">
            <a:extLst>
              <a:ext uri="{FF2B5EF4-FFF2-40B4-BE49-F238E27FC236}">
                <a16:creationId xmlns:a16="http://schemas.microsoft.com/office/drawing/2014/main" id="{CFEDA765-DB7B-4763-9D1A-202B0197ADC8}"/>
              </a:ext>
            </a:extLst>
          </p:cNvPr>
          <p:cNvSpPr>
            <a:spLocks noGrp="1"/>
          </p:cNvSpPr>
          <p:nvPr/>
        </p:nvSpPr>
        <p:spPr>
          <a:xfrm>
            <a:off x="2102857" y="4643379"/>
            <a:ext cx="136049" cy="136049"/>
          </a:xfrm>
          <a:prstGeom prst="ellipse">
            <a:avLst/>
          </a:prstGeom>
          <a:solidFill>
            <a:srgbClr val="22A884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c_full_paired_2695">
            <a:extLst>
              <a:ext uri="{FF2B5EF4-FFF2-40B4-BE49-F238E27FC236}">
                <a16:creationId xmlns:a16="http://schemas.microsoft.com/office/drawing/2014/main" id="{96668B33-6601-46BF-99D4-8A007D8F1859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c_full_paired_2696">
            <a:extLst>
              <a:ext uri="{FF2B5EF4-FFF2-40B4-BE49-F238E27FC236}">
                <a16:creationId xmlns:a16="http://schemas.microsoft.com/office/drawing/2014/main" id="{D0C369C5-9B96-4D1A-9445-003DC5723BE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c_full_paired_2697">
            <a:extLst>
              <a:ext uri="{FF2B5EF4-FFF2-40B4-BE49-F238E27FC236}">
                <a16:creationId xmlns:a16="http://schemas.microsoft.com/office/drawing/2014/main" id="{F29A35A7-3BB9-4CB8-B579-9451AC052334}"/>
              </a:ext>
            </a:extLst>
          </p:cNvPr>
          <p:cNvSpPr>
            <a:spLocks noGrp="1"/>
          </p:cNvSpPr>
          <p:nvPr/>
        </p:nvSpPr>
        <p:spPr>
          <a:xfrm>
            <a:off x="2105768" y="5058310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c_full_paired_2698">
            <a:extLst>
              <a:ext uri="{FF2B5EF4-FFF2-40B4-BE49-F238E27FC236}">
                <a16:creationId xmlns:a16="http://schemas.microsoft.com/office/drawing/2014/main" id="{3C4FFE3C-FCB6-40BF-A854-A92A1FF5461A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5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c_full_paired_2699">
            <a:extLst>
              <a:ext uri="{FF2B5EF4-FFF2-40B4-BE49-F238E27FC236}">
                <a16:creationId xmlns:a16="http://schemas.microsoft.com/office/drawing/2014/main" id="{ADC345F6-CB2F-415D-9412-8E69D0EFCE2A}"/>
              </a:ext>
            </a:extLst>
          </p:cNvPr>
          <p:cNvSpPr>
            <a:spLocks noGrp="1"/>
          </p:cNvSpPr>
          <p:nvPr/>
        </p:nvSpPr>
        <p:spPr>
          <a:xfrm>
            <a:off x="2730389" y="2245893"/>
            <a:ext cx="136049" cy="136049"/>
          </a:xfrm>
          <a:prstGeom prst="ellipse">
            <a:avLst/>
          </a:prstGeom>
          <a:solidFill>
            <a:srgbClr val="218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c_full_paired_2700">
            <a:extLst>
              <a:ext uri="{FF2B5EF4-FFF2-40B4-BE49-F238E27FC236}">
                <a16:creationId xmlns:a16="http://schemas.microsoft.com/office/drawing/2014/main" id="{18BEA020-6478-436C-91C1-303443BF563B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9" name="c_full_paired_2701">
            <a:extLst>
              <a:ext uri="{FF2B5EF4-FFF2-40B4-BE49-F238E27FC236}">
                <a16:creationId xmlns:a16="http://schemas.microsoft.com/office/drawing/2014/main" id="{F3B74B09-2D65-473F-AB40-3D4A86B94F08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0" name="c_full_paired_2702">
            <a:extLst>
              <a:ext uri="{FF2B5EF4-FFF2-40B4-BE49-F238E27FC236}">
                <a16:creationId xmlns:a16="http://schemas.microsoft.com/office/drawing/2014/main" id="{52A535D0-FB04-4928-B14B-04C0AC36138F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87D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1" name="c_full_paired_2703">
            <a:extLst>
              <a:ext uri="{FF2B5EF4-FFF2-40B4-BE49-F238E27FC236}">
                <a16:creationId xmlns:a16="http://schemas.microsoft.com/office/drawing/2014/main" id="{E8F55BC6-DB77-439C-82C1-84C5D5904911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2" name="c_full_paired_2704">
            <a:extLst>
              <a:ext uri="{FF2B5EF4-FFF2-40B4-BE49-F238E27FC236}">
                <a16:creationId xmlns:a16="http://schemas.microsoft.com/office/drawing/2014/main" id="{BD04E45E-92A0-4034-98D0-0D09034CB6F8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3" name="c_full_paired_2705">
            <a:extLst>
              <a:ext uri="{FF2B5EF4-FFF2-40B4-BE49-F238E27FC236}">
                <a16:creationId xmlns:a16="http://schemas.microsoft.com/office/drawing/2014/main" id="{A4D40B03-22B0-4E0A-8288-9DCD634F7BB1}"/>
              </a:ext>
            </a:extLst>
          </p:cNvPr>
          <p:cNvSpPr>
            <a:spLocks noGrp="1"/>
          </p:cNvSpPr>
          <p:nvPr/>
        </p:nvSpPr>
        <p:spPr>
          <a:xfrm>
            <a:off x="4236485" y="4358131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4" name="c_full_paired_2706">
            <a:extLst>
              <a:ext uri="{FF2B5EF4-FFF2-40B4-BE49-F238E27FC236}">
                <a16:creationId xmlns:a16="http://schemas.microsoft.com/office/drawing/2014/main" id="{C453748C-4CB7-4B81-8237-92EE2CB8CA5D}"/>
              </a:ext>
            </a:extLst>
          </p:cNvPr>
          <p:cNvSpPr>
            <a:spLocks noGrp="1"/>
          </p:cNvSpPr>
          <p:nvPr/>
        </p:nvSpPr>
        <p:spPr>
          <a:xfrm>
            <a:off x="5317048" y="3451215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5" name="c_full_paired_2707">
            <a:extLst>
              <a:ext uri="{FF2B5EF4-FFF2-40B4-BE49-F238E27FC236}">
                <a16:creationId xmlns:a16="http://schemas.microsoft.com/office/drawing/2014/main" id="{CE77ABB5-00BD-4FD0-B425-0DFEB8C66955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6" name="c_full_paired_2708">
            <a:extLst>
              <a:ext uri="{FF2B5EF4-FFF2-40B4-BE49-F238E27FC236}">
                <a16:creationId xmlns:a16="http://schemas.microsoft.com/office/drawing/2014/main" id="{D2B5B47D-4C90-41F1-A820-B7010956925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7" name="c_full_paired_2709">
            <a:extLst>
              <a:ext uri="{FF2B5EF4-FFF2-40B4-BE49-F238E27FC236}">
                <a16:creationId xmlns:a16="http://schemas.microsoft.com/office/drawing/2014/main" id="{98DBFA6E-BC47-4A7F-A8F2-E553812752AB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8" name="c_full_paired_2710">
            <a:extLst>
              <a:ext uri="{FF2B5EF4-FFF2-40B4-BE49-F238E27FC236}">
                <a16:creationId xmlns:a16="http://schemas.microsoft.com/office/drawing/2014/main" id="{1C4076F9-6662-4D94-9F85-DD957D36EAB2}"/>
              </a:ext>
            </a:extLst>
          </p:cNvPr>
          <p:cNvSpPr>
            <a:spLocks noGrp="1"/>
          </p:cNvSpPr>
          <p:nvPr/>
        </p:nvSpPr>
        <p:spPr>
          <a:xfrm>
            <a:off x="5906313" y="3012656"/>
            <a:ext cx="136049" cy="136049"/>
          </a:xfrm>
          <a:prstGeom prst="ellipse">
            <a:avLst/>
          </a:prstGeom>
          <a:solidFill>
            <a:srgbClr val="28AE8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9" name="c_full_paired_2711">
            <a:extLst>
              <a:ext uri="{FF2B5EF4-FFF2-40B4-BE49-F238E27FC236}">
                <a16:creationId xmlns:a16="http://schemas.microsoft.com/office/drawing/2014/main" id="{32A76F81-E542-47D2-B438-3A13E7B1A9DC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0" name="c_full_paired_2712">
            <a:extLst>
              <a:ext uri="{FF2B5EF4-FFF2-40B4-BE49-F238E27FC236}">
                <a16:creationId xmlns:a16="http://schemas.microsoft.com/office/drawing/2014/main" id="{7AB715A3-8301-4A1C-B10F-A789BCAB3EA7}"/>
              </a:ext>
            </a:extLst>
          </p:cNvPr>
          <p:cNvSpPr>
            <a:spLocks noGrp="1"/>
          </p:cNvSpPr>
          <p:nvPr/>
        </p:nvSpPr>
        <p:spPr>
          <a:xfrm>
            <a:off x="4410561" y="4254763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1" name="c_full_paired_2713">
            <a:extLst>
              <a:ext uri="{FF2B5EF4-FFF2-40B4-BE49-F238E27FC236}">
                <a16:creationId xmlns:a16="http://schemas.microsoft.com/office/drawing/2014/main" id="{1F777DAB-7343-4A0A-AA99-E6E1EF013012}"/>
              </a:ext>
            </a:extLst>
          </p:cNvPr>
          <p:cNvSpPr>
            <a:spLocks noGrp="1"/>
          </p:cNvSpPr>
          <p:nvPr/>
        </p:nvSpPr>
        <p:spPr>
          <a:xfrm>
            <a:off x="3790307" y="522467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2" name="c_full_paired_2714">
            <a:extLst>
              <a:ext uri="{FF2B5EF4-FFF2-40B4-BE49-F238E27FC236}">
                <a16:creationId xmlns:a16="http://schemas.microsoft.com/office/drawing/2014/main" id="{B6717EC8-79E7-40E1-9D70-DE4C42AE5EEB}"/>
              </a:ext>
            </a:extLst>
          </p:cNvPr>
          <p:cNvSpPr>
            <a:spLocks noGrp="1"/>
          </p:cNvSpPr>
          <p:nvPr/>
        </p:nvSpPr>
        <p:spPr>
          <a:xfrm>
            <a:off x="2102857" y="3290505"/>
            <a:ext cx="136049" cy="136049"/>
          </a:xfrm>
          <a:prstGeom prst="ellipse">
            <a:avLst/>
          </a:prstGeom>
          <a:solidFill>
            <a:srgbClr val="3859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3" name="c_full_paired_2715">
            <a:extLst>
              <a:ext uri="{FF2B5EF4-FFF2-40B4-BE49-F238E27FC236}">
                <a16:creationId xmlns:a16="http://schemas.microsoft.com/office/drawing/2014/main" id="{B5852474-CCD3-45E6-AEF0-3A7BD122BEC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4" name="c_full_paired_2716">
            <a:extLst>
              <a:ext uri="{FF2B5EF4-FFF2-40B4-BE49-F238E27FC236}">
                <a16:creationId xmlns:a16="http://schemas.microsoft.com/office/drawing/2014/main" id="{605B2E66-9D11-4F88-918E-A793D5BA2151}"/>
              </a:ext>
            </a:extLst>
          </p:cNvPr>
          <p:cNvSpPr>
            <a:spLocks noGrp="1"/>
          </p:cNvSpPr>
          <p:nvPr/>
        </p:nvSpPr>
        <p:spPr>
          <a:xfrm>
            <a:off x="3308178" y="3049441"/>
            <a:ext cx="136049" cy="136049"/>
          </a:xfrm>
          <a:prstGeom prst="ellipse">
            <a:avLst/>
          </a:prstGeom>
          <a:solidFill>
            <a:srgbClr val="46085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" name="c_full_paired_2717">
            <a:extLst>
              <a:ext uri="{FF2B5EF4-FFF2-40B4-BE49-F238E27FC236}">
                <a16:creationId xmlns:a16="http://schemas.microsoft.com/office/drawing/2014/main" id="{B3518BEE-B4E3-4398-9E44-626F828F112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" name="c_full_paired_2718">
            <a:extLst>
              <a:ext uri="{FF2B5EF4-FFF2-40B4-BE49-F238E27FC236}">
                <a16:creationId xmlns:a16="http://schemas.microsoft.com/office/drawing/2014/main" id="{ED20E8D5-A24C-49DC-AD94-994FE5B8F398}"/>
              </a:ext>
            </a:extLst>
          </p:cNvPr>
          <p:cNvSpPr>
            <a:spLocks noGrp="1"/>
          </p:cNvSpPr>
          <p:nvPr/>
        </p:nvSpPr>
        <p:spPr>
          <a:xfrm>
            <a:off x="2102857" y="3299257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" name="c_full_paired_2719">
            <a:extLst>
              <a:ext uri="{FF2B5EF4-FFF2-40B4-BE49-F238E27FC236}">
                <a16:creationId xmlns:a16="http://schemas.microsoft.com/office/drawing/2014/main" id="{D23A257D-C8E9-41BE-879C-34DC763079C7}"/>
              </a:ext>
            </a:extLst>
          </p:cNvPr>
          <p:cNvSpPr>
            <a:spLocks noGrp="1"/>
          </p:cNvSpPr>
          <p:nvPr/>
        </p:nvSpPr>
        <p:spPr>
          <a:xfrm>
            <a:off x="3860618" y="264766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" name="c_full_paired_2720">
            <a:extLst>
              <a:ext uri="{FF2B5EF4-FFF2-40B4-BE49-F238E27FC236}">
                <a16:creationId xmlns:a16="http://schemas.microsoft.com/office/drawing/2014/main" id="{74CBDEBF-5232-4006-94EA-9B2871896CE9}"/>
              </a:ext>
            </a:extLst>
          </p:cNvPr>
          <p:cNvSpPr>
            <a:spLocks noGrp="1"/>
          </p:cNvSpPr>
          <p:nvPr/>
        </p:nvSpPr>
        <p:spPr>
          <a:xfrm>
            <a:off x="2102857" y="3451215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" name="c_full_paired_2721">
            <a:extLst>
              <a:ext uri="{FF2B5EF4-FFF2-40B4-BE49-F238E27FC236}">
                <a16:creationId xmlns:a16="http://schemas.microsoft.com/office/drawing/2014/main" id="{106C4064-0E8C-4782-B737-CFA8093C6195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" name="c_full_paired_2722">
            <a:extLst>
              <a:ext uri="{FF2B5EF4-FFF2-40B4-BE49-F238E27FC236}">
                <a16:creationId xmlns:a16="http://schemas.microsoft.com/office/drawing/2014/main" id="{46C81579-6111-4EEC-A7B5-EDDCFEEA85EB}"/>
              </a:ext>
            </a:extLst>
          </p:cNvPr>
          <p:cNvSpPr>
            <a:spLocks noGrp="1"/>
          </p:cNvSpPr>
          <p:nvPr/>
        </p:nvSpPr>
        <p:spPr>
          <a:xfrm>
            <a:off x="2297783" y="4760480"/>
            <a:ext cx="136049" cy="136049"/>
          </a:xfrm>
          <a:prstGeom prst="ellipse">
            <a:avLst/>
          </a:prstGeom>
          <a:solidFill>
            <a:srgbClr val="3E49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" name="c_full_paired_2723">
            <a:extLst>
              <a:ext uri="{FF2B5EF4-FFF2-40B4-BE49-F238E27FC236}">
                <a16:creationId xmlns:a16="http://schemas.microsoft.com/office/drawing/2014/main" id="{28F3E071-EC4B-4B69-AFE5-36609C5A922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1B6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" name="c_full_paired_2724">
            <a:extLst>
              <a:ext uri="{FF2B5EF4-FFF2-40B4-BE49-F238E27FC236}">
                <a16:creationId xmlns:a16="http://schemas.microsoft.com/office/drawing/2014/main" id="{C3192EF6-C580-45F7-9EC7-DEB796636E7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" name="c_full_paired_2725">
            <a:extLst>
              <a:ext uri="{FF2B5EF4-FFF2-40B4-BE49-F238E27FC236}">
                <a16:creationId xmlns:a16="http://schemas.microsoft.com/office/drawing/2014/main" id="{AA2CF1B5-C71A-4C40-993E-A82D930DA1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" name="c_full_paired_2726">
            <a:extLst>
              <a:ext uri="{FF2B5EF4-FFF2-40B4-BE49-F238E27FC236}">
                <a16:creationId xmlns:a16="http://schemas.microsoft.com/office/drawing/2014/main" id="{C49BB367-ABE6-4673-BBF0-5CF3186F318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" name="c_full_paired_2727">
            <a:extLst>
              <a:ext uri="{FF2B5EF4-FFF2-40B4-BE49-F238E27FC236}">
                <a16:creationId xmlns:a16="http://schemas.microsoft.com/office/drawing/2014/main" id="{495F502B-8A6B-45E5-8026-C64070C33627}"/>
              </a:ext>
            </a:extLst>
          </p:cNvPr>
          <p:cNvSpPr>
            <a:spLocks noGrp="1"/>
          </p:cNvSpPr>
          <p:nvPr/>
        </p:nvSpPr>
        <p:spPr>
          <a:xfrm>
            <a:off x="2102857" y="398097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" name="c_full_paired_2728">
            <a:extLst>
              <a:ext uri="{FF2B5EF4-FFF2-40B4-BE49-F238E27FC236}">
                <a16:creationId xmlns:a16="http://schemas.microsoft.com/office/drawing/2014/main" id="{E2AF153C-E90B-4195-88BE-A31A4EE124A1}"/>
              </a:ext>
            </a:extLst>
          </p:cNvPr>
          <p:cNvSpPr>
            <a:spLocks noGrp="1"/>
          </p:cNvSpPr>
          <p:nvPr/>
        </p:nvSpPr>
        <p:spPr>
          <a:xfrm>
            <a:off x="2102857" y="2092836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" name="c_full_paired_2729">
            <a:extLst>
              <a:ext uri="{FF2B5EF4-FFF2-40B4-BE49-F238E27FC236}">
                <a16:creationId xmlns:a16="http://schemas.microsoft.com/office/drawing/2014/main" id="{110DCF7F-4878-4CB2-87D9-F61B0A3DF96D}"/>
              </a:ext>
            </a:extLst>
          </p:cNvPr>
          <p:cNvSpPr>
            <a:spLocks noGrp="1"/>
          </p:cNvSpPr>
          <p:nvPr/>
        </p:nvSpPr>
        <p:spPr>
          <a:xfrm>
            <a:off x="3682754" y="5686082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" name="c_full_paired_2730">
            <a:extLst>
              <a:ext uri="{FF2B5EF4-FFF2-40B4-BE49-F238E27FC236}">
                <a16:creationId xmlns:a16="http://schemas.microsoft.com/office/drawing/2014/main" id="{38451F30-3C71-431D-BACC-9803B48A96EB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" name="c_full_paired_2731">
            <a:extLst>
              <a:ext uri="{FF2B5EF4-FFF2-40B4-BE49-F238E27FC236}">
                <a16:creationId xmlns:a16="http://schemas.microsoft.com/office/drawing/2014/main" id="{3E0856A5-B920-4341-9D53-F4A1652516BD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" name="c_full_paired_2732">
            <a:extLst>
              <a:ext uri="{FF2B5EF4-FFF2-40B4-BE49-F238E27FC236}">
                <a16:creationId xmlns:a16="http://schemas.microsoft.com/office/drawing/2014/main" id="{FF628E2B-FA1A-48D0-9971-0FDD3F5F7DDC}"/>
              </a:ext>
            </a:extLst>
          </p:cNvPr>
          <p:cNvSpPr>
            <a:spLocks noGrp="1"/>
          </p:cNvSpPr>
          <p:nvPr/>
        </p:nvSpPr>
        <p:spPr>
          <a:xfrm>
            <a:off x="2102857" y="4482434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" name="c_full_paired_2733">
            <a:extLst>
              <a:ext uri="{FF2B5EF4-FFF2-40B4-BE49-F238E27FC236}">
                <a16:creationId xmlns:a16="http://schemas.microsoft.com/office/drawing/2014/main" id="{BE78E6EC-8F4B-4D0B-A4F4-53B3641D5444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" name="c_full_paired_2734">
            <a:extLst>
              <a:ext uri="{FF2B5EF4-FFF2-40B4-BE49-F238E27FC236}">
                <a16:creationId xmlns:a16="http://schemas.microsoft.com/office/drawing/2014/main" id="{97B037BE-E1E4-498D-A33F-519692A58403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" name="c_full_paired_2735">
            <a:extLst>
              <a:ext uri="{FF2B5EF4-FFF2-40B4-BE49-F238E27FC236}">
                <a16:creationId xmlns:a16="http://schemas.microsoft.com/office/drawing/2014/main" id="{7E8BFAF4-F34F-447E-921C-40070C0F99A1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4" name="c_full_paired_2736">
            <a:extLst>
              <a:ext uri="{FF2B5EF4-FFF2-40B4-BE49-F238E27FC236}">
                <a16:creationId xmlns:a16="http://schemas.microsoft.com/office/drawing/2014/main" id="{C1BC1FD0-A18F-4F72-940C-23F9F705155C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5" name="c_full_paired_2737">
            <a:extLst>
              <a:ext uri="{FF2B5EF4-FFF2-40B4-BE49-F238E27FC236}">
                <a16:creationId xmlns:a16="http://schemas.microsoft.com/office/drawing/2014/main" id="{E5B05A58-5812-444C-8B06-843C924C0082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6" name="c_full_paired_2738">
            <a:extLst>
              <a:ext uri="{FF2B5EF4-FFF2-40B4-BE49-F238E27FC236}">
                <a16:creationId xmlns:a16="http://schemas.microsoft.com/office/drawing/2014/main" id="{2DC324A2-A0AB-4847-816D-65FEA9D186D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7" name="c_full_paired_2739">
            <a:extLst>
              <a:ext uri="{FF2B5EF4-FFF2-40B4-BE49-F238E27FC236}">
                <a16:creationId xmlns:a16="http://schemas.microsoft.com/office/drawing/2014/main" id="{16737395-AE4B-4CC4-A1E1-DA71234E102B}"/>
              </a:ext>
            </a:extLst>
          </p:cNvPr>
          <p:cNvSpPr>
            <a:spLocks noGrp="1"/>
          </p:cNvSpPr>
          <p:nvPr/>
        </p:nvSpPr>
        <p:spPr>
          <a:xfrm>
            <a:off x="4456104" y="4254763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8" name="c_full_paired_2740">
            <a:extLst>
              <a:ext uri="{FF2B5EF4-FFF2-40B4-BE49-F238E27FC236}">
                <a16:creationId xmlns:a16="http://schemas.microsoft.com/office/drawing/2014/main" id="{B2C783A5-A7E5-4E4D-BA09-36CF7DD65C71}"/>
              </a:ext>
            </a:extLst>
          </p:cNvPr>
          <p:cNvSpPr>
            <a:spLocks noGrp="1"/>
          </p:cNvSpPr>
          <p:nvPr/>
        </p:nvSpPr>
        <p:spPr>
          <a:xfrm>
            <a:off x="5718822" y="4662320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9" name="c_full_paired_2741">
            <a:extLst>
              <a:ext uri="{FF2B5EF4-FFF2-40B4-BE49-F238E27FC236}">
                <a16:creationId xmlns:a16="http://schemas.microsoft.com/office/drawing/2014/main" id="{D38D5663-9C32-43FC-A7EA-39D0816039C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0" name="c_full_paired_2742">
            <a:extLst>
              <a:ext uri="{FF2B5EF4-FFF2-40B4-BE49-F238E27FC236}">
                <a16:creationId xmlns:a16="http://schemas.microsoft.com/office/drawing/2014/main" id="{284F0C76-DC75-4210-923D-FB48767F0EF5}"/>
              </a:ext>
            </a:extLst>
          </p:cNvPr>
          <p:cNvSpPr>
            <a:spLocks noGrp="1"/>
          </p:cNvSpPr>
          <p:nvPr/>
        </p:nvSpPr>
        <p:spPr>
          <a:xfrm>
            <a:off x="4513500" y="4482434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1" name="c_full_paired_2743">
            <a:extLst>
              <a:ext uri="{FF2B5EF4-FFF2-40B4-BE49-F238E27FC236}">
                <a16:creationId xmlns:a16="http://schemas.microsoft.com/office/drawing/2014/main" id="{346F7E77-68B8-4660-827D-0949C3B9DF7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2" name="c_full_paired_2744">
            <a:extLst>
              <a:ext uri="{FF2B5EF4-FFF2-40B4-BE49-F238E27FC236}">
                <a16:creationId xmlns:a16="http://schemas.microsoft.com/office/drawing/2014/main" id="{FFCCA45D-B4EA-47C6-89E2-3E0BF0B37491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3" name="c_full_paired_2745">
            <a:extLst>
              <a:ext uri="{FF2B5EF4-FFF2-40B4-BE49-F238E27FC236}">
                <a16:creationId xmlns:a16="http://schemas.microsoft.com/office/drawing/2014/main" id="{A096B0DB-AAA7-4585-8F3E-7670006C71CB}"/>
              </a:ext>
            </a:extLst>
          </p:cNvPr>
          <p:cNvSpPr>
            <a:spLocks noGrp="1"/>
          </p:cNvSpPr>
          <p:nvPr/>
        </p:nvSpPr>
        <p:spPr>
          <a:xfrm>
            <a:off x="2102857" y="4656537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4" name="c_full_paired_2746">
            <a:extLst>
              <a:ext uri="{FF2B5EF4-FFF2-40B4-BE49-F238E27FC236}">
                <a16:creationId xmlns:a16="http://schemas.microsoft.com/office/drawing/2014/main" id="{D446BEA4-A952-44AD-B999-44E3662C0A23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5" name="c_full_paired_2747">
            <a:extLst>
              <a:ext uri="{FF2B5EF4-FFF2-40B4-BE49-F238E27FC236}">
                <a16:creationId xmlns:a16="http://schemas.microsoft.com/office/drawing/2014/main" id="{85B6AC32-532B-45C4-A723-D168893C69BC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6" name="c_full_paired_2748">
            <a:extLst>
              <a:ext uri="{FF2B5EF4-FFF2-40B4-BE49-F238E27FC236}">
                <a16:creationId xmlns:a16="http://schemas.microsoft.com/office/drawing/2014/main" id="{ED615E99-93F4-4D47-B084-7D7F446291B2}"/>
              </a:ext>
            </a:extLst>
          </p:cNvPr>
          <p:cNvSpPr>
            <a:spLocks noGrp="1"/>
          </p:cNvSpPr>
          <p:nvPr/>
        </p:nvSpPr>
        <p:spPr>
          <a:xfrm>
            <a:off x="2102857" y="5145255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7" name="c_full_paired_2749">
            <a:extLst>
              <a:ext uri="{FF2B5EF4-FFF2-40B4-BE49-F238E27FC236}">
                <a16:creationId xmlns:a16="http://schemas.microsoft.com/office/drawing/2014/main" id="{9B34CE0C-6901-4511-A3EE-2F7CBD5D48D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70E6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8" name="c_full_paired_2750">
            <a:extLst>
              <a:ext uri="{FF2B5EF4-FFF2-40B4-BE49-F238E27FC236}">
                <a16:creationId xmlns:a16="http://schemas.microsoft.com/office/drawing/2014/main" id="{48853729-CD92-41C6-8B7E-15786DF07FFA}"/>
              </a:ext>
            </a:extLst>
          </p:cNvPr>
          <p:cNvSpPr>
            <a:spLocks noGrp="1"/>
          </p:cNvSpPr>
          <p:nvPr/>
        </p:nvSpPr>
        <p:spPr>
          <a:xfrm>
            <a:off x="3130824" y="5166059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9" name="c_full_paired_2751">
            <a:extLst>
              <a:ext uri="{FF2B5EF4-FFF2-40B4-BE49-F238E27FC236}">
                <a16:creationId xmlns:a16="http://schemas.microsoft.com/office/drawing/2014/main" id="{352C2184-2169-4020-ACDC-5AEA3B90672B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0" name="c_full_paired_2752">
            <a:extLst>
              <a:ext uri="{FF2B5EF4-FFF2-40B4-BE49-F238E27FC236}">
                <a16:creationId xmlns:a16="http://schemas.microsoft.com/office/drawing/2014/main" id="{A161D79E-81D5-46DB-8C1C-6E8CBAF87A5F}"/>
              </a:ext>
            </a:extLst>
          </p:cNvPr>
          <p:cNvSpPr>
            <a:spLocks noGrp="1"/>
          </p:cNvSpPr>
          <p:nvPr/>
        </p:nvSpPr>
        <p:spPr>
          <a:xfrm>
            <a:off x="4838250" y="3475495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1" name="c_full_paired_2753">
            <a:extLst>
              <a:ext uri="{FF2B5EF4-FFF2-40B4-BE49-F238E27FC236}">
                <a16:creationId xmlns:a16="http://schemas.microsoft.com/office/drawing/2014/main" id="{A5FFCD8B-55D0-4743-B635-26F356A55B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2" name="c_full_paired_2754">
            <a:extLst>
              <a:ext uri="{FF2B5EF4-FFF2-40B4-BE49-F238E27FC236}">
                <a16:creationId xmlns:a16="http://schemas.microsoft.com/office/drawing/2014/main" id="{F9FAE7BB-EF93-46B3-8393-C2F1C95FD6FF}"/>
              </a:ext>
            </a:extLst>
          </p:cNvPr>
          <p:cNvSpPr>
            <a:spLocks noGrp="1"/>
          </p:cNvSpPr>
          <p:nvPr/>
        </p:nvSpPr>
        <p:spPr>
          <a:xfrm>
            <a:off x="4497528" y="18441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3" name="c_full_paired_2755">
            <a:extLst>
              <a:ext uri="{FF2B5EF4-FFF2-40B4-BE49-F238E27FC236}">
                <a16:creationId xmlns:a16="http://schemas.microsoft.com/office/drawing/2014/main" id="{6FC4DE08-6FB1-453A-9C59-8B641A517653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4" name="c_full_paired_2756">
            <a:extLst>
              <a:ext uri="{FF2B5EF4-FFF2-40B4-BE49-F238E27FC236}">
                <a16:creationId xmlns:a16="http://schemas.microsoft.com/office/drawing/2014/main" id="{767EFB99-1ECD-42D4-82B2-0D031CA11494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5" name="c_full_paired_2757">
            <a:extLst>
              <a:ext uri="{FF2B5EF4-FFF2-40B4-BE49-F238E27FC236}">
                <a16:creationId xmlns:a16="http://schemas.microsoft.com/office/drawing/2014/main" id="{494FB3B8-7FB5-441B-99EF-FC38FDE0BC96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6" name="c_full_paired_2758">
            <a:extLst>
              <a:ext uri="{FF2B5EF4-FFF2-40B4-BE49-F238E27FC236}">
                <a16:creationId xmlns:a16="http://schemas.microsoft.com/office/drawing/2014/main" id="{BEC80A62-A7EB-4A59-A525-64D9662A3F06}"/>
              </a:ext>
            </a:extLst>
          </p:cNvPr>
          <p:cNvSpPr>
            <a:spLocks noGrp="1"/>
          </p:cNvSpPr>
          <p:nvPr/>
        </p:nvSpPr>
        <p:spPr>
          <a:xfrm>
            <a:off x="2102857" y="5460084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7" name="c_full_paired_2759">
            <a:extLst>
              <a:ext uri="{FF2B5EF4-FFF2-40B4-BE49-F238E27FC236}">
                <a16:creationId xmlns:a16="http://schemas.microsoft.com/office/drawing/2014/main" id="{DBADD3F2-9FB3-4AB6-BC0E-A2CED19D29E0}"/>
              </a:ext>
            </a:extLst>
          </p:cNvPr>
          <p:cNvSpPr>
            <a:spLocks noGrp="1"/>
          </p:cNvSpPr>
          <p:nvPr/>
        </p:nvSpPr>
        <p:spPr>
          <a:xfrm>
            <a:off x="4177602" y="331202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8" name="c_full_paired_2760">
            <a:extLst>
              <a:ext uri="{FF2B5EF4-FFF2-40B4-BE49-F238E27FC236}">
                <a16:creationId xmlns:a16="http://schemas.microsoft.com/office/drawing/2014/main" id="{4102F9B7-1D3E-43AC-8125-B9B4094DA42D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9" name="c_full_paired_2761">
            <a:extLst>
              <a:ext uri="{FF2B5EF4-FFF2-40B4-BE49-F238E27FC236}">
                <a16:creationId xmlns:a16="http://schemas.microsoft.com/office/drawing/2014/main" id="{2A8ED188-0716-4BF2-8508-095521649198}"/>
              </a:ext>
            </a:extLst>
          </p:cNvPr>
          <p:cNvSpPr>
            <a:spLocks noGrp="1"/>
          </p:cNvSpPr>
          <p:nvPr/>
        </p:nvSpPr>
        <p:spPr>
          <a:xfrm>
            <a:off x="2102857" y="340099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0" name="c_full_paired_2762">
            <a:extLst>
              <a:ext uri="{FF2B5EF4-FFF2-40B4-BE49-F238E27FC236}">
                <a16:creationId xmlns:a16="http://schemas.microsoft.com/office/drawing/2014/main" id="{5887014A-DCB0-4997-8382-B802AC9A4130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1" name="c_full_paired_2763">
            <a:extLst>
              <a:ext uri="{FF2B5EF4-FFF2-40B4-BE49-F238E27FC236}">
                <a16:creationId xmlns:a16="http://schemas.microsoft.com/office/drawing/2014/main" id="{9FA25F6E-5800-4B6E-8F05-8A2373391588}"/>
              </a:ext>
            </a:extLst>
          </p:cNvPr>
          <p:cNvSpPr>
            <a:spLocks noGrp="1"/>
          </p:cNvSpPr>
          <p:nvPr/>
        </p:nvSpPr>
        <p:spPr>
          <a:xfrm>
            <a:off x="2705518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2" name="c_full_paired_2764">
            <a:extLst>
              <a:ext uri="{FF2B5EF4-FFF2-40B4-BE49-F238E27FC236}">
                <a16:creationId xmlns:a16="http://schemas.microsoft.com/office/drawing/2014/main" id="{CFE4096C-FF82-4C4F-968E-8B1DD262B06F}"/>
              </a:ext>
            </a:extLst>
          </p:cNvPr>
          <p:cNvSpPr>
            <a:spLocks noGrp="1"/>
          </p:cNvSpPr>
          <p:nvPr/>
        </p:nvSpPr>
        <p:spPr>
          <a:xfrm>
            <a:off x="2102857" y="5219020"/>
            <a:ext cx="136049" cy="136049"/>
          </a:xfrm>
          <a:prstGeom prst="ellipse">
            <a:avLst/>
          </a:prstGeom>
          <a:solidFill>
            <a:srgbClr val="433E8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3" name="c_full_paired_2765">
            <a:extLst>
              <a:ext uri="{FF2B5EF4-FFF2-40B4-BE49-F238E27FC236}">
                <a16:creationId xmlns:a16="http://schemas.microsoft.com/office/drawing/2014/main" id="{6F0B853F-5CDE-4CA3-B9F4-8B8DB590CBD9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4" name="c_full_paired_2766">
            <a:extLst>
              <a:ext uri="{FF2B5EF4-FFF2-40B4-BE49-F238E27FC236}">
                <a16:creationId xmlns:a16="http://schemas.microsoft.com/office/drawing/2014/main" id="{97AF93DC-B794-4CA0-B1F8-0CA5736AFC43}"/>
              </a:ext>
            </a:extLst>
          </p:cNvPr>
          <p:cNvSpPr>
            <a:spLocks noGrp="1"/>
          </p:cNvSpPr>
          <p:nvPr/>
        </p:nvSpPr>
        <p:spPr>
          <a:xfrm>
            <a:off x="6120596" y="1844119"/>
            <a:ext cx="136049" cy="136049"/>
          </a:xfrm>
          <a:prstGeom prst="ellipse">
            <a:avLst/>
          </a:prstGeom>
          <a:solidFill>
            <a:srgbClr val="1F96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5" name="c_full_paired_2767">
            <a:extLst>
              <a:ext uri="{FF2B5EF4-FFF2-40B4-BE49-F238E27FC236}">
                <a16:creationId xmlns:a16="http://schemas.microsoft.com/office/drawing/2014/main" id="{30B8D046-4F5A-4A40-A7C2-3878F2555CE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6" name="c_full_paired_2768">
            <a:extLst>
              <a:ext uri="{FF2B5EF4-FFF2-40B4-BE49-F238E27FC236}">
                <a16:creationId xmlns:a16="http://schemas.microsoft.com/office/drawing/2014/main" id="{FD72EEEA-E2C8-485D-8184-DDE9882625D3}"/>
              </a:ext>
            </a:extLst>
          </p:cNvPr>
          <p:cNvSpPr>
            <a:spLocks noGrp="1"/>
          </p:cNvSpPr>
          <p:nvPr/>
        </p:nvSpPr>
        <p:spPr>
          <a:xfrm>
            <a:off x="2102857" y="3986913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7" name="c_full_paired_2769">
            <a:extLst>
              <a:ext uri="{FF2B5EF4-FFF2-40B4-BE49-F238E27FC236}">
                <a16:creationId xmlns:a16="http://schemas.microsoft.com/office/drawing/2014/main" id="{33C2C8CE-02A9-4498-ACAF-C9DE43853005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" name="c_full_paired_2770">
            <a:extLst>
              <a:ext uri="{FF2B5EF4-FFF2-40B4-BE49-F238E27FC236}">
                <a16:creationId xmlns:a16="http://schemas.microsoft.com/office/drawing/2014/main" id="{68B837D5-8125-442F-84E5-ECCAC7D33569}"/>
              </a:ext>
            </a:extLst>
          </p:cNvPr>
          <p:cNvSpPr>
            <a:spLocks noGrp="1"/>
          </p:cNvSpPr>
          <p:nvPr/>
        </p:nvSpPr>
        <p:spPr>
          <a:xfrm>
            <a:off x="2102857" y="2647667"/>
            <a:ext cx="136049" cy="136049"/>
          </a:xfrm>
          <a:prstGeom prst="ellipse">
            <a:avLst/>
          </a:prstGeom>
          <a:solidFill>
            <a:srgbClr val="258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" name="c_full_paired_2771">
            <a:extLst>
              <a:ext uri="{FF2B5EF4-FFF2-40B4-BE49-F238E27FC236}">
                <a16:creationId xmlns:a16="http://schemas.microsoft.com/office/drawing/2014/main" id="{B4ADE83C-2002-4DEF-87BA-4B9760673BB3}"/>
              </a:ext>
            </a:extLst>
          </p:cNvPr>
          <p:cNvSpPr>
            <a:spLocks noGrp="1"/>
          </p:cNvSpPr>
          <p:nvPr/>
        </p:nvSpPr>
        <p:spPr>
          <a:xfrm>
            <a:off x="4119926" y="5437946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" name="c_full_paired_2772">
            <a:extLst>
              <a:ext uri="{FF2B5EF4-FFF2-40B4-BE49-F238E27FC236}">
                <a16:creationId xmlns:a16="http://schemas.microsoft.com/office/drawing/2014/main" id="{D8D6B4CF-BC13-480A-8A9D-00449EAFA61D}"/>
              </a:ext>
            </a:extLst>
          </p:cNvPr>
          <p:cNvSpPr>
            <a:spLocks noGrp="1"/>
          </p:cNvSpPr>
          <p:nvPr/>
        </p:nvSpPr>
        <p:spPr>
          <a:xfrm>
            <a:off x="2102857" y="4603116"/>
            <a:ext cx="136049" cy="136049"/>
          </a:xfrm>
          <a:prstGeom prst="ellipse">
            <a:avLst/>
          </a:prstGeom>
          <a:solidFill>
            <a:srgbClr val="1F9A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" name="c_full_paired_2773">
            <a:extLst>
              <a:ext uri="{FF2B5EF4-FFF2-40B4-BE49-F238E27FC236}">
                <a16:creationId xmlns:a16="http://schemas.microsoft.com/office/drawing/2014/main" id="{111609BF-5891-4595-9002-D796C66C26D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" name="c_full_paired_2774">
            <a:extLst>
              <a:ext uri="{FF2B5EF4-FFF2-40B4-BE49-F238E27FC236}">
                <a16:creationId xmlns:a16="http://schemas.microsoft.com/office/drawing/2014/main" id="{7C490F05-11EF-45E1-B870-BB13F702C81E}"/>
              </a:ext>
            </a:extLst>
          </p:cNvPr>
          <p:cNvSpPr>
            <a:spLocks noGrp="1"/>
          </p:cNvSpPr>
          <p:nvPr/>
        </p:nvSpPr>
        <p:spPr>
          <a:xfrm>
            <a:off x="2464651" y="4443133"/>
            <a:ext cx="136049" cy="136049"/>
          </a:xfrm>
          <a:prstGeom prst="ellipse">
            <a:avLst/>
          </a:prstGeom>
          <a:solidFill>
            <a:srgbClr val="41448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" name="c_full_paired_2775">
            <a:extLst>
              <a:ext uri="{FF2B5EF4-FFF2-40B4-BE49-F238E27FC236}">
                <a16:creationId xmlns:a16="http://schemas.microsoft.com/office/drawing/2014/main" id="{8309388B-6B52-4F97-9B60-AC5BF50CAF8B}"/>
              </a:ext>
            </a:extLst>
          </p:cNvPr>
          <p:cNvSpPr>
            <a:spLocks noGrp="1"/>
          </p:cNvSpPr>
          <p:nvPr/>
        </p:nvSpPr>
        <p:spPr>
          <a:xfrm>
            <a:off x="4123206" y="4736891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" name="c_full_paired_2776">
            <a:extLst>
              <a:ext uri="{FF2B5EF4-FFF2-40B4-BE49-F238E27FC236}">
                <a16:creationId xmlns:a16="http://schemas.microsoft.com/office/drawing/2014/main" id="{8D86387F-481C-4A03-B764-917B94DB5964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" name="c_full_paired_2777">
            <a:extLst>
              <a:ext uri="{FF2B5EF4-FFF2-40B4-BE49-F238E27FC236}">
                <a16:creationId xmlns:a16="http://schemas.microsoft.com/office/drawing/2014/main" id="{2AF8A3E5-1392-4153-8B14-21FE4F2BDD00}"/>
              </a:ext>
            </a:extLst>
          </p:cNvPr>
          <p:cNvSpPr>
            <a:spLocks noGrp="1"/>
          </p:cNvSpPr>
          <p:nvPr/>
        </p:nvSpPr>
        <p:spPr>
          <a:xfrm>
            <a:off x="2211509" y="5637919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" name="c_full_paired_2778">
            <a:extLst>
              <a:ext uri="{FF2B5EF4-FFF2-40B4-BE49-F238E27FC236}">
                <a16:creationId xmlns:a16="http://schemas.microsoft.com/office/drawing/2014/main" id="{FEFB1587-7494-45B0-8B99-56E36B769604}"/>
              </a:ext>
            </a:extLst>
          </p:cNvPr>
          <p:cNvSpPr>
            <a:spLocks noGrp="1"/>
          </p:cNvSpPr>
          <p:nvPr/>
        </p:nvSpPr>
        <p:spPr>
          <a:xfrm>
            <a:off x="2115412" y="6263632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" name="c_full_paired_2779">
            <a:extLst>
              <a:ext uri="{FF2B5EF4-FFF2-40B4-BE49-F238E27FC236}">
                <a16:creationId xmlns:a16="http://schemas.microsoft.com/office/drawing/2014/main" id="{5EF3D1CE-A651-4641-B114-BCCFBF851AA1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8287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" name="c_full_paired_2780">
            <a:extLst>
              <a:ext uri="{FF2B5EF4-FFF2-40B4-BE49-F238E27FC236}">
                <a16:creationId xmlns:a16="http://schemas.microsoft.com/office/drawing/2014/main" id="{66E7FB49-AF79-49A8-8E2C-E864D8314884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" name="c_full_paired_2781">
            <a:extLst>
              <a:ext uri="{FF2B5EF4-FFF2-40B4-BE49-F238E27FC236}">
                <a16:creationId xmlns:a16="http://schemas.microsoft.com/office/drawing/2014/main" id="{5E6DA00E-DB6E-4DD1-845E-F99359307A1C}"/>
              </a:ext>
            </a:extLst>
          </p:cNvPr>
          <p:cNvSpPr>
            <a:spLocks noGrp="1"/>
          </p:cNvSpPr>
          <p:nvPr/>
        </p:nvSpPr>
        <p:spPr>
          <a:xfrm>
            <a:off x="6924144" y="6665406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" name="c_full_paired_2782">
            <a:extLst>
              <a:ext uri="{FF2B5EF4-FFF2-40B4-BE49-F238E27FC236}">
                <a16:creationId xmlns:a16="http://schemas.microsoft.com/office/drawing/2014/main" id="{3BD4AAD7-AB48-4074-A32B-46543D278BFC}"/>
              </a:ext>
            </a:extLst>
          </p:cNvPr>
          <p:cNvSpPr>
            <a:spLocks noGrp="1"/>
          </p:cNvSpPr>
          <p:nvPr/>
        </p:nvSpPr>
        <p:spPr>
          <a:xfrm>
            <a:off x="4106084" y="4783124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" name="c_full_paired_2783">
            <a:extLst>
              <a:ext uri="{FF2B5EF4-FFF2-40B4-BE49-F238E27FC236}">
                <a16:creationId xmlns:a16="http://schemas.microsoft.com/office/drawing/2014/main" id="{AAEAE655-9FC7-49D2-AD6B-C0AA2BD0FD0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" name="c_full_paired_2784">
            <a:extLst>
              <a:ext uri="{FF2B5EF4-FFF2-40B4-BE49-F238E27FC236}">
                <a16:creationId xmlns:a16="http://schemas.microsoft.com/office/drawing/2014/main" id="{C764F47B-BAA1-4A53-BD7D-42934669DE68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" name="c_full_paired_2785">
            <a:extLst>
              <a:ext uri="{FF2B5EF4-FFF2-40B4-BE49-F238E27FC236}">
                <a16:creationId xmlns:a16="http://schemas.microsoft.com/office/drawing/2014/main" id="{2BBAE7EF-0A02-4E05-90D6-45EBA9D6AF3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4" name="text_2786">
            <a:extLst>
              <a:ext uri="{FF2B5EF4-FFF2-40B4-BE49-F238E27FC236}">
                <a16:creationId xmlns:a16="http://schemas.microsoft.com/office/drawing/2014/main" id="{AEFA2B00-7ABF-47CF-A111-7470B56E49CE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c_full_paired_2787">
            <a:extLst>
              <a:ext uri="{FF2B5EF4-FFF2-40B4-BE49-F238E27FC236}">
                <a16:creationId xmlns:a16="http://schemas.microsoft.com/office/drawing/2014/main" id="{3BD26E29-38AF-4991-8FEB-F70AAECD54BB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6" name="text_2788">
            <a:extLst>
              <a:ext uri="{FF2B5EF4-FFF2-40B4-BE49-F238E27FC236}">
                <a16:creationId xmlns:a16="http://schemas.microsoft.com/office/drawing/2014/main" id="{DEEBE699-9648-400E-846D-0C0088B9927D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7" name="c_full_paired_2789">
            <a:extLst>
              <a:ext uri="{FF2B5EF4-FFF2-40B4-BE49-F238E27FC236}">
                <a16:creationId xmlns:a16="http://schemas.microsoft.com/office/drawing/2014/main" id="{3870370E-1020-42E5-9925-67AB7BBC2B44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88" name="text_2790">
            <a:extLst>
              <a:ext uri="{FF2B5EF4-FFF2-40B4-BE49-F238E27FC236}">
                <a16:creationId xmlns:a16="http://schemas.microsoft.com/office/drawing/2014/main" id="{8495B6C9-A4C9-4EB8-8AAC-06AD29E1CED7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9" name="text_2791">
            <a:extLst>
              <a:ext uri="{FF2B5EF4-FFF2-40B4-BE49-F238E27FC236}">
                <a16:creationId xmlns:a16="http://schemas.microsoft.com/office/drawing/2014/main" id="{94D3627F-36C9-4776-9D07-7837568E9CF9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90" name="c_full_paired_2792">
            <a:extLst>
              <a:ext uri="{FF2B5EF4-FFF2-40B4-BE49-F238E27FC236}">
                <a16:creationId xmlns:a16="http://schemas.microsoft.com/office/drawing/2014/main" id="{7AA7FFA1-5F31-48EF-A5FC-1CC6DC96F486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1" name="text_2793">
            <a:extLst>
              <a:ext uri="{FF2B5EF4-FFF2-40B4-BE49-F238E27FC236}">
                <a16:creationId xmlns:a16="http://schemas.microsoft.com/office/drawing/2014/main" id="{39FC6472-C0F6-4E64-B780-EBAAE671216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2" name="c_full_paired_2794">
            <a:extLst>
              <a:ext uri="{FF2B5EF4-FFF2-40B4-BE49-F238E27FC236}">
                <a16:creationId xmlns:a16="http://schemas.microsoft.com/office/drawing/2014/main" id="{53C8D714-5F9F-454F-89F2-C865C71DDFCF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3" name="text_2795">
            <a:extLst>
              <a:ext uri="{FF2B5EF4-FFF2-40B4-BE49-F238E27FC236}">
                <a16:creationId xmlns:a16="http://schemas.microsoft.com/office/drawing/2014/main" id="{AB30C8A9-EBBF-4481-B623-22FFD5D1A8F0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94" name="c_full_paired_2796">
            <a:extLst>
              <a:ext uri="{FF2B5EF4-FFF2-40B4-BE49-F238E27FC236}">
                <a16:creationId xmlns:a16="http://schemas.microsoft.com/office/drawing/2014/main" id="{49D99CD5-BDCC-49C0-A6D0-A9F5BDFE6199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95" name="text_2797">
            <a:extLst>
              <a:ext uri="{FF2B5EF4-FFF2-40B4-BE49-F238E27FC236}">
                <a16:creationId xmlns:a16="http://schemas.microsoft.com/office/drawing/2014/main" id="{B6878B24-0FE4-4C3E-BA33-B31D3CD2F91F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6" name="text_2798">
            <a:extLst>
              <a:ext uri="{FF2B5EF4-FFF2-40B4-BE49-F238E27FC236}">
                <a16:creationId xmlns:a16="http://schemas.microsoft.com/office/drawing/2014/main" id="{533D9044-B9F5-497D-B448-5396FB7C8433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97" name="c_full_paired_2799">
            <a:extLst>
              <a:ext uri="{FF2B5EF4-FFF2-40B4-BE49-F238E27FC236}">
                <a16:creationId xmlns:a16="http://schemas.microsoft.com/office/drawing/2014/main" id="{74039438-6F23-4341-8734-930D64A954F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8" name="c_full_paired_2800">
            <a:extLst>
              <a:ext uri="{FF2B5EF4-FFF2-40B4-BE49-F238E27FC236}">
                <a16:creationId xmlns:a16="http://schemas.microsoft.com/office/drawing/2014/main" id="{9F72C36C-0B27-4664-9598-69C83D393E09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99" name="c_full_paired_2801">
            <a:extLst>
              <a:ext uri="{FF2B5EF4-FFF2-40B4-BE49-F238E27FC236}">
                <a16:creationId xmlns:a16="http://schemas.microsoft.com/office/drawing/2014/main" id="{FDF45E64-2C96-4BE3-92FD-5F33E6E0E9CA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00" name="c_full_paired_2802">
            <a:extLst>
              <a:ext uri="{FF2B5EF4-FFF2-40B4-BE49-F238E27FC236}">
                <a16:creationId xmlns:a16="http://schemas.microsoft.com/office/drawing/2014/main" id="{76237B32-10A9-4AED-8AF5-2A18EECBA3FF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201" name="c_full_paired_2803">
            <a:extLst>
              <a:ext uri="{FF2B5EF4-FFF2-40B4-BE49-F238E27FC236}">
                <a16:creationId xmlns:a16="http://schemas.microsoft.com/office/drawing/2014/main" id="{7A6AD2CE-CE8F-4CD1-830A-30D5786106F4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202" name="c_full_paired_2804">
            <a:extLst>
              <a:ext uri="{FF2B5EF4-FFF2-40B4-BE49-F238E27FC236}">
                <a16:creationId xmlns:a16="http://schemas.microsoft.com/office/drawing/2014/main" id="{D39570FE-5A5D-45F5-8397-7ADD4046425C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203" name="c_full_paired_2805">
            <a:extLst>
              <a:ext uri="{FF2B5EF4-FFF2-40B4-BE49-F238E27FC236}">
                <a16:creationId xmlns:a16="http://schemas.microsoft.com/office/drawing/2014/main" id="{9E7741F5-8527-4C52-829A-85C2553F1B3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204" name="c_full_paired_2806">
            <a:extLst>
              <a:ext uri="{FF2B5EF4-FFF2-40B4-BE49-F238E27FC236}">
                <a16:creationId xmlns:a16="http://schemas.microsoft.com/office/drawing/2014/main" id="{A620D9CC-3ACE-411B-B7AF-AFFFACF40E84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205" name="c_full_paired_2807">
            <a:extLst>
              <a:ext uri="{FF2B5EF4-FFF2-40B4-BE49-F238E27FC236}">
                <a16:creationId xmlns:a16="http://schemas.microsoft.com/office/drawing/2014/main" id="{6A1D42CC-1F26-479E-8C16-3B6CAE278997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206" name="c_full_paired_2808">
            <a:extLst>
              <a:ext uri="{FF2B5EF4-FFF2-40B4-BE49-F238E27FC236}">
                <a16:creationId xmlns:a16="http://schemas.microsoft.com/office/drawing/2014/main" id="{C39EC66F-97DE-44D3-9FB4-EF72E5E81F12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207" name="c_full_paired_2809">
            <a:extLst>
              <a:ext uri="{FF2B5EF4-FFF2-40B4-BE49-F238E27FC236}">
                <a16:creationId xmlns:a16="http://schemas.microsoft.com/office/drawing/2014/main" id="{717524B8-7093-4712-9520-548CD2B3CB69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208" name="c_full_paired_2810">
            <a:extLst>
              <a:ext uri="{FF2B5EF4-FFF2-40B4-BE49-F238E27FC236}">
                <a16:creationId xmlns:a16="http://schemas.microsoft.com/office/drawing/2014/main" id="{26545765-9B83-40E6-8FA5-B53CE7FEE998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209" name="c_full_paired_2811">
            <a:extLst>
              <a:ext uri="{FF2B5EF4-FFF2-40B4-BE49-F238E27FC236}">
                <a16:creationId xmlns:a16="http://schemas.microsoft.com/office/drawing/2014/main" id="{50427BDC-E9C1-41CD-BC63-6D63657AFF72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210" name="c_full_paired_2812">
            <a:extLst>
              <a:ext uri="{FF2B5EF4-FFF2-40B4-BE49-F238E27FC236}">
                <a16:creationId xmlns:a16="http://schemas.microsoft.com/office/drawing/2014/main" id="{95BD5F34-DBA4-4064-84AD-7FDFEBEE0EBF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211" name="c_full_paired_2813">
            <a:extLst>
              <a:ext uri="{FF2B5EF4-FFF2-40B4-BE49-F238E27FC236}">
                <a16:creationId xmlns:a16="http://schemas.microsoft.com/office/drawing/2014/main" id="{1E827884-E414-4E47-B4D7-CD1BDB9A09F0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212" name="c_full_paired_2814">
            <a:extLst>
              <a:ext uri="{FF2B5EF4-FFF2-40B4-BE49-F238E27FC236}">
                <a16:creationId xmlns:a16="http://schemas.microsoft.com/office/drawing/2014/main" id="{52AFC829-858B-42CB-A2B3-C4B258992B8B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213" name="c_full_paired_2815">
            <a:extLst>
              <a:ext uri="{FF2B5EF4-FFF2-40B4-BE49-F238E27FC236}">
                <a16:creationId xmlns:a16="http://schemas.microsoft.com/office/drawing/2014/main" id="{3AC7339B-35F3-4B20-B5F5-902C3EAE0969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214" name="c_full_paired_2816">
            <a:extLst>
              <a:ext uri="{FF2B5EF4-FFF2-40B4-BE49-F238E27FC236}">
                <a16:creationId xmlns:a16="http://schemas.microsoft.com/office/drawing/2014/main" id="{E009C58B-1D16-4B52-BE14-203931211761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215" name="c_full_paired_2817">
            <a:extLst>
              <a:ext uri="{FF2B5EF4-FFF2-40B4-BE49-F238E27FC236}">
                <a16:creationId xmlns:a16="http://schemas.microsoft.com/office/drawing/2014/main" id="{4A512204-182C-4A10-8FCA-8DC0804A0F8A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216" name="c_full_paired_2818">
            <a:extLst>
              <a:ext uri="{FF2B5EF4-FFF2-40B4-BE49-F238E27FC236}">
                <a16:creationId xmlns:a16="http://schemas.microsoft.com/office/drawing/2014/main" id="{2B6038FC-CB98-410A-BF97-F14895CA201F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217" name="c_full_paired_2819">
            <a:extLst>
              <a:ext uri="{FF2B5EF4-FFF2-40B4-BE49-F238E27FC236}">
                <a16:creationId xmlns:a16="http://schemas.microsoft.com/office/drawing/2014/main" id="{5072F259-C6E0-42EC-A4C6-58196CF782E7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218" name="c_full_paired_2820">
            <a:extLst>
              <a:ext uri="{FF2B5EF4-FFF2-40B4-BE49-F238E27FC236}">
                <a16:creationId xmlns:a16="http://schemas.microsoft.com/office/drawing/2014/main" id="{BE54A645-C5E8-4224-B8D3-BDBA29C4B02E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219" name="c_full_paired_2821">
            <a:extLst>
              <a:ext uri="{FF2B5EF4-FFF2-40B4-BE49-F238E27FC236}">
                <a16:creationId xmlns:a16="http://schemas.microsoft.com/office/drawing/2014/main" id="{4A321C3A-3A89-4876-B4C2-2E33AE1C7A74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220" name="c_full_paired_2822">
            <a:extLst>
              <a:ext uri="{FF2B5EF4-FFF2-40B4-BE49-F238E27FC236}">
                <a16:creationId xmlns:a16="http://schemas.microsoft.com/office/drawing/2014/main" id="{0ADFA975-168C-469D-A96B-F86CD79C38F0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221" name="c_full_paired_2823">
            <a:extLst>
              <a:ext uri="{FF2B5EF4-FFF2-40B4-BE49-F238E27FC236}">
                <a16:creationId xmlns:a16="http://schemas.microsoft.com/office/drawing/2014/main" id="{F58D4A98-3836-433D-8E81-4BEA5BDB6748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222" name="c_full_paired_2824">
            <a:extLst>
              <a:ext uri="{FF2B5EF4-FFF2-40B4-BE49-F238E27FC236}">
                <a16:creationId xmlns:a16="http://schemas.microsoft.com/office/drawing/2014/main" id="{4CF45C0A-EC3E-4649-9DD8-707F5BDBA5DB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223" name="c_full_paired_2825">
            <a:extLst>
              <a:ext uri="{FF2B5EF4-FFF2-40B4-BE49-F238E27FC236}">
                <a16:creationId xmlns:a16="http://schemas.microsoft.com/office/drawing/2014/main" id="{1F8A058D-3E02-4A4C-B795-9672CF25A7FD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224" name="c_full_paired_2826">
            <a:extLst>
              <a:ext uri="{FF2B5EF4-FFF2-40B4-BE49-F238E27FC236}">
                <a16:creationId xmlns:a16="http://schemas.microsoft.com/office/drawing/2014/main" id="{B0EC993D-DEFC-476E-BE13-7704836F5BF8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225" name="c_full_paired_2827">
            <a:extLst>
              <a:ext uri="{FF2B5EF4-FFF2-40B4-BE49-F238E27FC236}">
                <a16:creationId xmlns:a16="http://schemas.microsoft.com/office/drawing/2014/main" id="{62C4E9D2-06A8-4DB5-BF08-7267FD86EED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226" name="c_full_paired_2828">
            <a:extLst>
              <a:ext uri="{FF2B5EF4-FFF2-40B4-BE49-F238E27FC236}">
                <a16:creationId xmlns:a16="http://schemas.microsoft.com/office/drawing/2014/main" id="{1BD92FB2-8E05-4F77-A4BB-9613908E212E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227" name="c_full_paired_2829">
            <a:extLst>
              <a:ext uri="{FF2B5EF4-FFF2-40B4-BE49-F238E27FC236}">
                <a16:creationId xmlns:a16="http://schemas.microsoft.com/office/drawing/2014/main" id="{A381DB0E-324A-4FF7-817A-59385EF69C04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228" name="c_full_paired_2830">
            <a:extLst>
              <a:ext uri="{FF2B5EF4-FFF2-40B4-BE49-F238E27FC236}">
                <a16:creationId xmlns:a16="http://schemas.microsoft.com/office/drawing/2014/main" id="{B09878EC-4AD1-4BA0-BC5C-3BCA5B637A84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229" name="c_full_paired_2831">
            <a:extLst>
              <a:ext uri="{FF2B5EF4-FFF2-40B4-BE49-F238E27FC236}">
                <a16:creationId xmlns:a16="http://schemas.microsoft.com/office/drawing/2014/main" id="{BBC5038E-6095-4AE2-8608-DCD8C1284B1D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230" name="c_full_paired_2832">
            <a:extLst>
              <a:ext uri="{FF2B5EF4-FFF2-40B4-BE49-F238E27FC236}">
                <a16:creationId xmlns:a16="http://schemas.microsoft.com/office/drawing/2014/main" id="{CEEB8D02-7DE1-4B39-AF8D-7EEB0D327B45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231" name="c_full_paired_2833">
            <a:extLst>
              <a:ext uri="{FF2B5EF4-FFF2-40B4-BE49-F238E27FC236}">
                <a16:creationId xmlns:a16="http://schemas.microsoft.com/office/drawing/2014/main" id="{4DD50B75-6249-4CA0-A4D0-9A664C19EE33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232" name="c_full_paired_2834">
            <a:extLst>
              <a:ext uri="{FF2B5EF4-FFF2-40B4-BE49-F238E27FC236}">
                <a16:creationId xmlns:a16="http://schemas.microsoft.com/office/drawing/2014/main" id="{C0E9EF92-781E-441B-9C0F-0D7FE65C99EE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233" name="c_full_paired_2835">
            <a:extLst>
              <a:ext uri="{FF2B5EF4-FFF2-40B4-BE49-F238E27FC236}">
                <a16:creationId xmlns:a16="http://schemas.microsoft.com/office/drawing/2014/main" id="{2F478205-530D-48A0-95EA-A3CEA0BDF3A6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234" name="c_full_paired_2836">
            <a:extLst>
              <a:ext uri="{FF2B5EF4-FFF2-40B4-BE49-F238E27FC236}">
                <a16:creationId xmlns:a16="http://schemas.microsoft.com/office/drawing/2014/main" id="{48134526-4446-4902-B3BF-4470E49DDC61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235" name="c_full_paired_2837">
            <a:extLst>
              <a:ext uri="{FF2B5EF4-FFF2-40B4-BE49-F238E27FC236}">
                <a16:creationId xmlns:a16="http://schemas.microsoft.com/office/drawing/2014/main" id="{92B88146-7D70-4299-83BB-82CE0F17B10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236" name="c_full_paired_2838">
            <a:extLst>
              <a:ext uri="{FF2B5EF4-FFF2-40B4-BE49-F238E27FC236}">
                <a16:creationId xmlns:a16="http://schemas.microsoft.com/office/drawing/2014/main" id="{668C0053-1F9A-4631-9704-18930FFFAFB7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237" name="c_full_paired_2839">
            <a:extLst>
              <a:ext uri="{FF2B5EF4-FFF2-40B4-BE49-F238E27FC236}">
                <a16:creationId xmlns:a16="http://schemas.microsoft.com/office/drawing/2014/main" id="{DFDF54BF-D2FC-40E4-A472-B421CA801581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238" name="c_full_paired_2840">
            <a:extLst>
              <a:ext uri="{FF2B5EF4-FFF2-40B4-BE49-F238E27FC236}">
                <a16:creationId xmlns:a16="http://schemas.microsoft.com/office/drawing/2014/main" id="{8A03A4F6-79B8-4404-8034-8A8A8F2A167D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239" name="c_full_paired_2841">
            <a:extLst>
              <a:ext uri="{FF2B5EF4-FFF2-40B4-BE49-F238E27FC236}">
                <a16:creationId xmlns:a16="http://schemas.microsoft.com/office/drawing/2014/main" id="{8B995F35-A7B3-45F4-BE0A-11734AF1161D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240" name="c_full_paired_2842">
            <a:extLst>
              <a:ext uri="{FF2B5EF4-FFF2-40B4-BE49-F238E27FC236}">
                <a16:creationId xmlns:a16="http://schemas.microsoft.com/office/drawing/2014/main" id="{ACCD216D-35DC-45C5-A157-7A2338B2B751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241" name="c_full_paired_2843">
            <a:extLst>
              <a:ext uri="{FF2B5EF4-FFF2-40B4-BE49-F238E27FC236}">
                <a16:creationId xmlns:a16="http://schemas.microsoft.com/office/drawing/2014/main" id="{2627B0CB-0A13-48E3-B836-B11CF1BE5F65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242" name="c_full_paired_2844">
            <a:extLst>
              <a:ext uri="{FF2B5EF4-FFF2-40B4-BE49-F238E27FC236}">
                <a16:creationId xmlns:a16="http://schemas.microsoft.com/office/drawing/2014/main" id="{5F6E08B6-FF8B-4EF5-904C-1636F45082F3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243" name="c_full_paired_2845">
            <a:extLst>
              <a:ext uri="{FF2B5EF4-FFF2-40B4-BE49-F238E27FC236}">
                <a16:creationId xmlns:a16="http://schemas.microsoft.com/office/drawing/2014/main" id="{116CAA36-E9AA-4C1E-80D1-591B887ACEF7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244" name="c_full_paired_2846">
            <a:extLst>
              <a:ext uri="{FF2B5EF4-FFF2-40B4-BE49-F238E27FC236}">
                <a16:creationId xmlns:a16="http://schemas.microsoft.com/office/drawing/2014/main" id="{995BA7FB-7291-4F11-8957-B120D38C3B5F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245" name="c_full_paired_2847">
            <a:extLst>
              <a:ext uri="{FF2B5EF4-FFF2-40B4-BE49-F238E27FC236}">
                <a16:creationId xmlns:a16="http://schemas.microsoft.com/office/drawing/2014/main" id="{52B48820-0B55-434B-B6A5-361B525A9EF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246" name="c_full_paired_2848">
            <a:extLst>
              <a:ext uri="{FF2B5EF4-FFF2-40B4-BE49-F238E27FC236}">
                <a16:creationId xmlns:a16="http://schemas.microsoft.com/office/drawing/2014/main" id="{C9FE2F5E-4B1B-49D9-994A-F7031DF3996D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247" name="c_full_paired_2849">
            <a:extLst>
              <a:ext uri="{FF2B5EF4-FFF2-40B4-BE49-F238E27FC236}">
                <a16:creationId xmlns:a16="http://schemas.microsoft.com/office/drawing/2014/main" id="{3CB13AC0-2B31-441B-8E8A-E610FB4051EF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248" name="c_full_paired_2850">
            <a:extLst>
              <a:ext uri="{FF2B5EF4-FFF2-40B4-BE49-F238E27FC236}">
                <a16:creationId xmlns:a16="http://schemas.microsoft.com/office/drawing/2014/main" id="{0EA5A710-67D7-4D75-AD88-AFF0B3367B5D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249" name="c_full_paired_2851">
            <a:extLst>
              <a:ext uri="{FF2B5EF4-FFF2-40B4-BE49-F238E27FC236}">
                <a16:creationId xmlns:a16="http://schemas.microsoft.com/office/drawing/2014/main" id="{AFD36D94-D77B-4086-89DD-AC1EAE396CC1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250" name="c_full_paired_2852">
            <a:extLst>
              <a:ext uri="{FF2B5EF4-FFF2-40B4-BE49-F238E27FC236}">
                <a16:creationId xmlns:a16="http://schemas.microsoft.com/office/drawing/2014/main" id="{E8AAC4A8-66EF-48EE-86D1-EF8E258F9E54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251" name="c_full_paired_2853">
            <a:extLst>
              <a:ext uri="{FF2B5EF4-FFF2-40B4-BE49-F238E27FC236}">
                <a16:creationId xmlns:a16="http://schemas.microsoft.com/office/drawing/2014/main" id="{625AC7D1-73D2-4100-AE2A-EB7CBFC2979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252" name="c_full_paired_2854">
            <a:extLst>
              <a:ext uri="{FF2B5EF4-FFF2-40B4-BE49-F238E27FC236}">
                <a16:creationId xmlns:a16="http://schemas.microsoft.com/office/drawing/2014/main" id="{2EA88422-416D-41AB-9768-CC6A1E0A6BAA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253" name="c_full_paired_2855">
            <a:extLst>
              <a:ext uri="{FF2B5EF4-FFF2-40B4-BE49-F238E27FC236}">
                <a16:creationId xmlns:a16="http://schemas.microsoft.com/office/drawing/2014/main" id="{6CD9FF31-42A1-4255-B114-3460A63C9918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254" name="c_full_paired_2856">
            <a:extLst>
              <a:ext uri="{FF2B5EF4-FFF2-40B4-BE49-F238E27FC236}">
                <a16:creationId xmlns:a16="http://schemas.microsoft.com/office/drawing/2014/main" id="{94F20DFA-B991-4E08-8974-221D547C7123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255" name="c_full_paired_2857">
            <a:extLst>
              <a:ext uri="{FF2B5EF4-FFF2-40B4-BE49-F238E27FC236}">
                <a16:creationId xmlns:a16="http://schemas.microsoft.com/office/drawing/2014/main" id="{49FC248B-E4EB-49E6-A9F1-27D53E4E00E2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256" name="c_full_paired_2858">
            <a:extLst>
              <a:ext uri="{FF2B5EF4-FFF2-40B4-BE49-F238E27FC236}">
                <a16:creationId xmlns:a16="http://schemas.microsoft.com/office/drawing/2014/main" id="{04889241-E098-4195-8138-EBD200092A7B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257" name="c_full_paired_2859">
            <a:extLst>
              <a:ext uri="{FF2B5EF4-FFF2-40B4-BE49-F238E27FC236}">
                <a16:creationId xmlns:a16="http://schemas.microsoft.com/office/drawing/2014/main" id="{E0D6BC94-C5A2-4044-8D89-022919AB4608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258" name="c_full_paired_2860">
            <a:extLst>
              <a:ext uri="{FF2B5EF4-FFF2-40B4-BE49-F238E27FC236}">
                <a16:creationId xmlns:a16="http://schemas.microsoft.com/office/drawing/2014/main" id="{6C3A3940-0ED2-447D-8ABA-63392AC7935D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259" name="c_full_paired_2861">
            <a:extLst>
              <a:ext uri="{FF2B5EF4-FFF2-40B4-BE49-F238E27FC236}">
                <a16:creationId xmlns:a16="http://schemas.microsoft.com/office/drawing/2014/main" id="{01F547A1-40DA-4D7F-8951-C58CCC6A7E43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260" name="c_full_paired_2862">
            <a:extLst>
              <a:ext uri="{FF2B5EF4-FFF2-40B4-BE49-F238E27FC236}">
                <a16:creationId xmlns:a16="http://schemas.microsoft.com/office/drawing/2014/main" id="{D57A020B-19CB-403B-88A7-3CB87C5AFEDB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261" name="c_full_paired_2863">
            <a:extLst>
              <a:ext uri="{FF2B5EF4-FFF2-40B4-BE49-F238E27FC236}">
                <a16:creationId xmlns:a16="http://schemas.microsoft.com/office/drawing/2014/main" id="{804FC994-85AE-4460-BA23-4F1E1AE28349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262" name="c_full_paired_2864">
            <a:extLst>
              <a:ext uri="{FF2B5EF4-FFF2-40B4-BE49-F238E27FC236}">
                <a16:creationId xmlns:a16="http://schemas.microsoft.com/office/drawing/2014/main" id="{795DFD1C-BBA1-4ADD-97C0-03168A82EEEC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263" name="c_full_paired_2865">
            <a:extLst>
              <a:ext uri="{FF2B5EF4-FFF2-40B4-BE49-F238E27FC236}">
                <a16:creationId xmlns:a16="http://schemas.microsoft.com/office/drawing/2014/main" id="{7E18ABE8-73DE-4855-BF25-DD6FF5B7954B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264" name="c_full_paired_2866">
            <a:extLst>
              <a:ext uri="{FF2B5EF4-FFF2-40B4-BE49-F238E27FC236}">
                <a16:creationId xmlns:a16="http://schemas.microsoft.com/office/drawing/2014/main" id="{79243732-98BF-46AA-83B8-5277F3B18915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265" name="c_full_paired_2867">
            <a:extLst>
              <a:ext uri="{FF2B5EF4-FFF2-40B4-BE49-F238E27FC236}">
                <a16:creationId xmlns:a16="http://schemas.microsoft.com/office/drawing/2014/main" id="{DAB98ADC-5BFF-4947-A7F3-8D87055FCCAE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266" name="c_full_paired_2868">
            <a:extLst>
              <a:ext uri="{FF2B5EF4-FFF2-40B4-BE49-F238E27FC236}">
                <a16:creationId xmlns:a16="http://schemas.microsoft.com/office/drawing/2014/main" id="{CE59FEBD-599B-4B82-986D-D1D101B02064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267" name="c_full_paired_2869">
            <a:extLst>
              <a:ext uri="{FF2B5EF4-FFF2-40B4-BE49-F238E27FC236}">
                <a16:creationId xmlns:a16="http://schemas.microsoft.com/office/drawing/2014/main" id="{5A570127-954E-4D03-A46D-38FBF42F96C5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268" name="c_full_paired_2870">
            <a:extLst>
              <a:ext uri="{FF2B5EF4-FFF2-40B4-BE49-F238E27FC236}">
                <a16:creationId xmlns:a16="http://schemas.microsoft.com/office/drawing/2014/main" id="{14339C2D-C558-447B-94C8-0856BFDFD9BF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269" name="c_full_paired_2871">
            <a:extLst>
              <a:ext uri="{FF2B5EF4-FFF2-40B4-BE49-F238E27FC236}">
                <a16:creationId xmlns:a16="http://schemas.microsoft.com/office/drawing/2014/main" id="{AFAB72FF-856A-4A39-9C1B-CFC97C855EEA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270" name="c_full_paired_2872">
            <a:extLst>
              <a:ext uri="{FF2B5EF4-FFF2-40B4-BE49-F238E27FC236}">
                <a16:creationId xmlns:a16="http://schemas.microsoft.com/office/drawing/2014/main" id="{540FC6A8-16CD-4462-B42F-408C89C4DAA6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271" name="c_full_paired_2873">
            <a:extLst>
              <a:ext uri="{FF2B5EF4-FFF2-40B4-BE49-F238E27FC236}">
                <a16:creationId xmlns:a16="http://schemas.microsoft.com/office/drawing/2014/main" id="{54FABD1C-4792-415D-A90B-70462517FCB5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272" name="c_full_paired_2874">
            <a:extLst>
              <a:ext uri="{FF2B5EF4-FFF2-40B4-BE49-F238E27FC236}">
                <a16:creationId xmlns:a16="http://schemas.microsoft.com/office/drawing/2014/main" id="{F823D4BC-4E9B-4CA7-9625-817E24ABECE0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273" name="c_full_paired_2875">
            <a:extLst>
              <a:ext uri="{FF2B5EF4-FFF2-40B4-BE49-F238E27FC236}">
                <a16:creationId xmlns:a16="http://schemas.microsoft.com/office/drawing/2014/main" id="{5588585D-C2F8-4C68-AE09-C4B4F1E04459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274" name="c_full_paired_2876">
            <a:extLst>
              <a:ext uri="{FF2B5EF4-FFF2-40B4-BE49-F238E27FC236}">
                <a16:creationId xmlns:a16="http://schemas.microsoft.com/office/drawing/2014/main" id="{7527D9BB-85F1-44F3-A963-4AC4E412495B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275" name="c_full_paired_2877">
            <a:extLst>
              <a:ext uri="{FF2B5EF4-FFF2-40B4-BE49-F238E27FC236}">
                <a16:creationId xmlns:a16="http://schemas.microsoft.com/office/drawing/2014/main" id="{6A465624-686E-48CA-A1C4-2383AEE78010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276" name="c_full_paired_2878">
            <a:extLst>
              <a:ext uri="{FF2B5EF4-FFF2-40B4-BE49-F238E27FC236}">
                <a16:creationId xmlns:a16="http://schemas.microsoft.com/office/drawing/2014/main" id="{CA91287A-EE48-44BF-9CD2-F18B075D557F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277" name="c_full_paired_2879">
            <a:extLst>
              <a:ext uri="{FF2B5EF4-FFF2-40B4-BE49-F238E27FC236}">
                <a16:creationId xmlns:a16="http://schemas.microsoft.com/office/drawing/2014/main" id="{DEC7B3ED-BDC5-4079-9EC2-31B6DC5E5C46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278" name="c_full_paired_2880">
            <a:extLst>
              <a:ext uri="{FF2B5EF4-FFF2-40B4-BE49-F238E27FC236}">
                <a16:creationId xmlns:a16="http://schemas.microsoft.com/office/drawing/2014/main" id="{6A910129-5B35-4E6D-8F02-A68B6B3FE891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279" name="c_full_paired_2881">
            <a:extLst>
              <a:ext uri="{FF2B5EF4-FFF2-40B4-BE49-F238E27FC236}">
                <a16:creationId xmlns:a16="http://schemas.microsoft.com/office/drawing/2014/main" id="{3BD090D6-F959-47D6-9293-E1218F058A25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280" name="c_full_paired_2882">
            <a:extLst>
              <a:ext uri="{FF2B5EF4-FFF2-40B4-BE49-F238E27FC236}">
                <a16:creationId xmlns:a16="http://schemas.microsoft.com/office/drawing/2014/main" id="{2D4C8C2C-C449-40A4-9879-B1D044D8D352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281" name="c_full_paired_2883">
            <a:extLst>
              <a:ext uri="{FF2B5EF4-FFF2-40B4-BE49-F238E27FC236}">
                <a16:creationId xmlns:a16="http://schemas.microsoft.com/office/drawing/2014/main" id="{F789AB17-002D-48EE-9406-E6ACB2B47DA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282" name="c_full_paired_2884">
            <a:extLst>
              <a:ext uri="{FF2B5EF4-FFF2-40B4-BE49-F238E27FC236}">
                <a16:creationId xmlns:a16="http://schemas.microsoft.com/office/drawing/2014/main" id="{63D30584-B930-4926-8892-B95BAD459642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283" name="c_full_paired_2885">
            <a:extLst>
              <a:ext uri="{FF2B5EF4-FFF2-40B4-BE49-F238E27FC236}">
                <a16:creationId xmlns:a16="http://schemas.microsoft.com/office/drawing/2014/main" id="{F6E9F3FF-D2AC-4BC6-AB50-FF9D0E50EA11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284" name="c_full_paired_2886">
            <a:extLst>
              <a:ext uri="{FF2B5EF4-FFF2-40B4-BE49-F238E27FC236}">
                <a16:creationId xmlns:a16="http://schemas.microsoft.com/office/drawing/2014/main" id="{D719AB25-3FEB-4932-AF47-F74C5566E58B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85" name="c_full_paired_2887">
            <a:extLst>
              <a:ext uri="{FF2B5EF4-FFF2-40B4-BE49-F238E27FC236}">
                <a16:creationId xmlns:a16="http://schemas.microsoft.com/office/drawing/2014/main" id="{F9FA9571-214E-458B-A68E-89C2D06FB217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86" name="c_full_paired_2888">
            <a:extLst>
              <a:ext uri="{FF2B5EF4-FFF2-40B4-BE49-F238E27FC236}">
                <a16:creationId xmlns:a16="http://schemas.microsoft.com/office/drawing/2014/main" id="{5ECBA8FA-0D10-4761-B5AB-06584CD76A81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87" name="c_full_paired_2889">
            <a:extLst>
              <a:ext uri="{FF2B5EF4-FFF2-40B4-BE49-F238E27FC236}">
                <a16:creationId xmlns:a16="http://schemas.microsoft.com/office/drawing/2014/main" id="{52891AC9-F63B-468A-897B-6DCC3D2C1FCB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88" name="c_full_paired_2890">
            <a:extLst>
              <a:ext uri="{FF2B5EF4-FFF2-40B4-BE49-F238E27FC236}">
                <a16:creationId xmlns:a16="http://schemas.microsoft.com/office/drawing/2014/main" id="{4391EB39-8248-419F-B45C-DC415F0BC4A9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89" name="c_full_paired_2891">
            <a:extLst>
              <a:ext uri="{FF2B5EF4-FFF2-40B4-BE49-F238E27FC236}">
                <a16:creationId xmlns:a16="http://schemas.microsoft.com/office/drawing/2014/main" id="{58ACD286-7AA7-483D-A5DC-B8C726F24F4F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90" name="c_full_paired_2892">
            <a:extLst>
              <a:ext uri="{FF2B5EF4-FFF2-40B4-BE49-F238E27FC236}">
                <a16:creationId xmlns:a16="http://schemas.microsoft.com/office/drawing/2014/main" id="{2A2F8D3B-4F4E-4160-8BBF-AE315D5CC48B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91" name="c_full_paired_2893">
            <a:extLst>
              <a:ext uri="{FF2B5EF4-FFF2-40B4-BE49-F238E27FC236}">
                <a16:creationId xmlns:a16="http://schemas.microsoft.com/office/drawing/2014/main" id="{868D85D4-A367-411D-AA8C-B890CB8A2C34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92" name="c_full_paired_2894">
            <a:extLst>
              <a:ext uri="{FF2B5EF4-FFF2-40B4-BE49-F238E27FC236}">
                <a16:creationId xmlns:a16="http://schemas.microsoft.com/office/drawing/2014/main" id="{CF5B4F0D-DF9E-4ABC-932B-88AB286A0E43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93" name="c_full_paired_2895">
            <a:extLst>
              <a:ext uri="{FF2B5EF4-FFF2-40B4-BE49-F238E27FC236}">
                <a16:creationId xmlns:a16="http://schemas.microsoft.com/office/drawing/2014/main" id="{6628F8D9-BD91-4EA0-A638-604B6D3F05B3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94" name="c_full_paired_2896">
            <a:extLst>
              <a:ext uri="{FF2B5EF4-FFF2-40B4-BE49-F238E27FC236}">
                <a16:creationId xmlns:a16="http://schemas.microsoft.com/office/drawing/2014/main" id="{806B969B-B7BF-4C4E-8DD9-B638B255F408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95" name="c_full_paired_2897">
            <a:extLst>
              <a:ext uri="{FF2B5EF4-FFF2-40B4-BE49-F238E27FC236}">
                <a16:creationId xmlns:a16="http://schemas.microsoft.com/office/drawing/2014/main" id="{620E7D55-2951-433E-AF48-32D6461ACD80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96" name="c_full_paired_2898">
            <a:extLst>
              <a:ext uri="{FF2B5EF4-FFF2-40B4-BE49-F238E27FC236}">
                <a16:creationId xmlns:a16="http://schemas.microsoft.com/office/drawing/2014/main" id="{9A7FD273-A95C-49BA-B138-8DF182185913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97" name="c_full_paired_2899">
            <a:extLst>
              <a:ext uri="{FF2B5EF4-FFF2-40B4-BE49-F238E27FC236}">
                <a16:creationId xmlns:a16="http://schemas.microsoft.com/office/drawing/2014/main" id="{2014480B-D774-47DC-BA99-487B99A6ABE1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98" name="c_full_paired_2900">
            <a:extLst>
              <a:ext uri="{FF2B5EF4-FFF2-40B4-BE49-F238E27FC236}">
                <a16:creationId xmlns:a16="http://schemas.microsoft.com/office/drawing/2014/main" id="{B4A71CF5-BFA9-4812-9688-FCFAD736FC18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99" name="c_full_paired_2901">
            <a:extLst>
              <a:ext uri="{FF2B5EF4-FFF2-40B4-BE49-F238E27FC236}">
                <a16:creationId xmlns:a16="http://schemas.microsoft.com/office/drawing/2014/main" id="{FD19CA06-9F8D-4E1F-A857-4FBF628A8F22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300" name="c_full_paired_2902">
            <a:extLst>
              <a:ext uri="{FF2B5EF4-FFF2-40B4-BE49-F238E27FC236}">
                <a16:creationId xmlns:a16="http://schemas.microsoft.com/office/drawing/2014/main" id="{40DCC369-07A1-415F-957F-8E77582E4A46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301" name="c_full_paired_2903">
            <a:extLst>
              <a:ext uri="{FF2B5EF4-FFF2-40B4-BE49-F238E27FC236}">
                <a16:creationId xmlns:a16="http://schemas.microsoft.com/office/drawing/2014/main" id="{E0FC5DA9-B982-4B3F-9FDC-CCDD50D97DE7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302" name="c_full_paired_2904">
            <a:extLst>
              <a:ext uri="{FF2B5EF4-FFF2-40B4-BE49-F238E27FC236}">
                <a16:creationId xmlns:a16="http://schemas.microsoft.com/office/drawing/2014/main" id="{BC49E449-99C0-4BCC-990B-E157652D04B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303" name="c_full_paired_2905">
            <a:extLst>
              <a:ext uri="{FF2B5EF4-FFF2-40B4-BE49-F238E27FC236}">
                <a16:creationId xmlns:a16="http://schemas.microsoft.com/office/drawing/2014/main" id="{B69746E0-02C8-4B62-B538-92F071F2CABE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304" name="c_full_paired_2906">
            <a:extLst>
              <a:ext uri="{FF2B5EF4-FFF2-40B4-BE49-F238E27FC236}">
                <a16:creationId xmlns:a16="http://schemas.microsoft.com/office/drawing/2014/main" id="{40137CEA-046D-451E-BFDC-75DE54347196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305" name="c_full_paired_2907">
            <a:extLst>
              <a:ext uri="{FF2B5EF4-FFF2-40B4-BE49-F238E27FC236}">
                <a16:creationId xmlns:a16="http://schemas.microsoft.com/office/drawing/2014/main" id="{B1832B8B-2F0A-4D6B-868E-C77C1E619537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306" name="c_full_paired_2908">
            <a:extLst>
              <a:ext uri="{FF2B5EF4-FFF2-40B4-BE49-F238E27FC236}">
                <a16:creationId xmlns:a16="http://schemas.microsoft.com/office/drawing/2014/main" id="{09428BD6-6A5F-411D-B189-142B4C7BB1F0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307" name="c_full_paired_2909">
            <a:extLst>
              <a:ext uri="{FF2B5EF4-FFF2-40B4-BE49-F238E27FC236}">
                <a16:creationId xmlns:a16="http://schemas.microsoft.com/office/drawing/2014/main" id="{4E77036B-78E8-4C4F-92AC-6AEEBBC28178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308" name="c_full_paired_2910">
            <a:extLst>
              <a:ext uri="{FF2B5EF4-FFF2-40B4-BE49-F238E27FC236}">
                <a16:creationId xmlns:a16="http://schemas.microsoft.com/office/drawing/2014/main" id="{1777854A-C70F-432B-AAFF-B97847091CF7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309" name="c_full_paired_2911">
            <a:extLst>
              <a:ext uri="{FF2B5EF4-FFF2-40B4-BE49-F238E27FC236}">
                <a16:creationId xmlns:a16="http://schemas.microsoft.com/office/drawing/2014/main" id="{3AB19465-AE88-49D3-A1AE-5FC5DC8A6392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310" name="c_full_paired_2912">
            <a:extLst>
              <a:ext uri="{FF2B5EF4-FFF2-40B4-BE49-F238E27FC236}">
                <a16:creationId xmlns:a16="http://schemas.microsoft.com/office/drawing/2014/main" id="{47165545-39BF-4B1C-A43C-5A085D416E85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311" name="c_full_paired_2913">
            <a:extLst>
              <a:ext uri="{FF2B5EF4-FFF2-40B4-BE49-F238E27FC236}">
                <a16:creationId xmlns:a16="http://schemas.microsoft.com/office/drawing/2014/main" id="{9F36056A-03B4-4BC6-876B-92249D489B30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312" name="c_full_paired_2914">
            <a:extLst>
              <a:ext uri="{FF2B5EF4-FFF2-40B4-BE49-F238E27FC236}">
                <a16:creationId xmlns:a16="http://schemas.microsoft.com/office/drawing/2014/main" id="{13A30C38-A62E-44D2-8C1C-95174DD5B4AF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313" name="c_full_paired_2915">
            <a:extLst>
              <a:ext uri="{FF2B5EF4-FFF2-40B4-BE49-F238E27FC236}">
                <a16:creationId xmlns:a16="http://schemas.microsoft.com/office/drawing/2014/main" id="{B2C8A00D-40F0-4D2E-8335-34C03D145B88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314" name="c_full_paired_2916">
            <a:extLst>
              <a:ext uri="{FF2B5EF4-FFF2-40B4-BE49-F238E27FC236}">
                <a16:creationId xmlns:a16="http://schemas.microsoft.com/office/drawing/2014/main" id="{AFAC34B6-9456-4899-950C-1D5A00AA2AC0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315" name="c_full_paired_2917">
            <a:extLst>
              <a:ext uri="{FF2B5EF4-FFF2-40B4-BE49-F238E27FC236}">
                <a16:creationId xmlns:a16="http://schemas.microsoft.com/office/drawing/2014/main" id="{F282C95C-4DED-41C1-9CB7-A99094FCEC73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316" name="c_full_paired_2918">
            <a:extLst>
              <a:ext uri="{FF2B5EF4-FFF2-40B4-BE49-F238E27FC236}">
                <a16:creationId xmlns:a16="http://schemas.microsoft.com/office/drawing/2014/main" id="{CD9FC6A5-1788-466F-A6AC-1E59B263047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317" name="c_full_paired_2919">
            <a:extLst>
              <a:ext uri="{FF2B5EF4-FFF2-40B4-BE49-F238E27FC236}">
                <a16:creationId xmlns:a16="http://schemas.microsoft.com/office/drawing/2014/main" id="{8FAC10CA-01C3-47CB-AB00-DCE4D1631FD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318" name="c_full_paired_2920">
            <a:extLst>
              <a:ext uri="{FF2B5EF4-FFF2-40B4-BE49-F238E27FC236}">
                <a16:creationId xmlns:a16="http://schemas.microsoft.com/office/drawing/2014/main" id="{8FD26316-F1E3-4838-8873-1553FE8FD848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319" name="c_full_paired_2921">
            <a:extLst>
              <a:ext uri="{FF2B5EF4-FFF2-40B4-BE49-F238E27FC236}">
                <a16:creationId xmlns:a16="http://schemas.microsoft.com/office/drawing/2014/main" id="{25CB6FA1-E241-4069-A421-246D75D6042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320" name="c_full_paired_2922">
            <a:extLst>
              <a:ext uri="{FF2B5EF4-FFF2-40B4-BE49-F238E27FC236}">
                <a16:creationId xmlns:a16="http://schemas.microsoft.com/office/drawing/2014/main" id="{7A294239-C497-41F6-BD9A-0362E38A208F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321" name="c_full_paired_2923">
            <a:extLst>
              <a:ext uri="{FF2B5EF4-FFF2-40B4-BE49-F238E27FC236}">
                <a16:creationId xmlns:a16="http://schemas.microsoft.com/office/drawing/2014/main" id="{646C41AE-5A5F-4D2D-8498-3FCA89C9482B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322" name="c_full_paired_2924">
            <a:extLst>
              <a:ext uri="{FF2B5EF4-FFF2-40B4-BE49-F238E27FC236}">
                <a16:creationId xmlns:a16="http://schemas.microsoft.com/office/drawing/2014/main" id="{2875A284-E476-4A81-B1EE-B3A3A67CC57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323" name="c_full_paired_2925">
            <a:extLst>
              <a:ext uri="{FF2B5EF4-FFF2-40B4-BE49-F238E27FC236}">
                <a16:creationId xmlns:a16="http://schemas.microsoft.com/office/drawing/2014/main" id="{4EDD1A83-52AD-4B26-90AB-FD8C6137278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324" name="c_full_paired_2926">
            <a:extLst>
              <a:ext uri="{FF2B5EF4-FFF2-40B4-BE49-F238E27FC236}">
                <a16:creationId xmlns:a16="http://schemas.microsoft.com/office/drawing/2014/main" id="{9661B983-2F99-4F66-8511-BA0CBB6B742A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325" name="c_full_paired_2927">
            <a:extLst>
              <a:ext uri="{FF2B5EF4-FFF2-40B4-BE49-F238E27FC236}">
                <a16:creationId xmlns:a16="http://schemas.microsoft.com/office/drawing/2014/main" id="{FCCADAB0-1A05-4A87-84C9-B1AE9E485631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6" name="c_full_paired_2928">
            <a:extLst>
              <a:ext uri="{FF2B5EF4-FFF2-40B4-BE49-F238E27FC236}">
                <a16:creationId xmlns:a16="http://schemas.microsoft.com/office/drawing/2014/main" id="{B0183EA9-2408-4847-90BC-9B4040673B3B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327" name="c_full_paired_2929">
            <a:extLst>
              <a:ext uri="{FF2B5EF4-FFF2-40B4-BE49-F238E27FC236}">
                <a16:creationId xmlns:a16="http://schemas.microsoft.com/office/drawing/2014/main" id="{32447470-28BD-4850-8872-4759E477E53E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328" name="c_full_paired_2930">
            <a:extLst>
              <a:ext uri="{FF2B5EF4-FFF2-40B4-BE49-F238E27FC236}">
                <a16:creationId xmlns:a16="http://schemas.microsoft.com/office/drawing/2014/main" id="{ED05C771-3E5A-4EE4-9086-79AE2772462D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329" name="c_full_paired_2931">
            <a:extLst>
              <a:ext uri="{FF2B5EF4-FFF2-40B4-BE49-F238E27FC236}">
                <a16:creationId xmlns:a16="http://schemas.microsoft.com/office/drawing/2014/main" id="{4A3D6614-F4FE-407F-B1D4-A342963844FA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330" name="c_full_paired_2932">
            <a:extLst>
              <a:ext uri="{FF2B5EF4-FFF2-40B4-BE49-F238E27FC236}">
                <a16:creationId xmlns:a16="http://schemas.microsoft.com/office/drawing/2014/main" id="{AC968A0D-DA44-416D-9C64-63D70F0AB73B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331" name="c_full_paired_2933">
            <a:extLst>
              <a:ext uri="{FF2B5EF4-FFF2-40B4-BE49-F238E27FC236}">
                <a16:creationId xmlns:a16="http://schemas.microsoft.com/office/drawing/2014/main" id="{C9D4929A-0FA5-41FD-B685-1DF0C9876228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332" name="c_full_paired_2934">
            <a:extLst>
              <a:ext uri="{FF2B5EF4-FFF2-40B4-BE49-F238E27FC236}">
                <a16:creationId xmlns:a16="http://schemas.microsoft.com/office/drawing/2014/main" id="{C50CD1ED-78E5-4CF9-A867-62D7D8B01D56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333" name="c_full_paired_2935">
            <a:extLst>
              <a:ext uri="{FF2B5EF4-FFF2-40B4-BE49-F238E27FC236}">
                <a16:creationId xmlns:a16="http://schemas.microsoft.com/office/drawing/2014/main" id="{CFD96C59-9AC9-4F98-BDBE-4E902C32C70C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334" name="c_full_paired_2936">
            <a:extLst>
              <a:ext uri="{FF2B5EF4-FFF2-40B4-BE49-F238E27FC236}">
                <a16:creationId xmlns:a16="http://schemas.microsoft.com/office/drawing/2014/main" id="{B4E93157-6209-4296-B88B-BC273F03F076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335" name="c_full_paired_2937">
            <a:extLst>
              <a:ext uri="{FF2B5EF4-FFF2-40B4-BE49-F238E27FC236}">
                <a16:creationId xmlns:a16="http://schemas.microsoft.com/office/drawing/2014/main" id="{F1F62D88-DFAB-47BD-8064-78C75A459DDB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336" name="c_full_paired_2938">
            <a:extLst>
              <a:ext uri="{FF2B5EF4-FFF2-40B4-BE49-F238E27FC236}">
                <a16:creationId xmlns:a16="http://schemas.microsoft.com/office/drawing/2014/main" id="{461FAC3C-3A08-4D4F-9A2B-B6CD0BE55302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337" name="c_full_paired_2939">
            <a:extLst>
              <a:ext uri="{FF2B5EF4-FFF2-40B4-BE49-F238E27FC236}">
                <a16:creationId xmlns:a16="http://schemas.microsoft.com/office/drawing/2014/main" id="{AA8C62BA-D88E-4FAF-A619-E5CCC0DDFC64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338" name="c_full_paired_2940">
            <a:extLst>
              <a:ext uri="{FF2B5EF4-FFF2-40B4-BE49-F238E27FC236}">
                <a16:creationId xmlns:a16="http://schemas.microsoft.com/office/drawing/2014/main" id="{84994D77-1FE4-4D5F-8225-5AD570A76270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339" name="c_full_paired_2941">
            <a:extLst>
              <a:ext uri="{FF2B5EF4-FFF2-40B4-BE49-F238E27FC236}">
                <a16:creationId xmlns:a16="http://schemas.microsoft.com/office/drawing/2014/main" id="{8C5CE269-6526-4DA4-BAA0-47B87D766B8B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340" name="c_full_paired_2942">
            <a:extLst>
              <a:ext uri="{FF2B5EF4-FFF2-40B4-BE49-F238E27FC236}">
                <a16:creationId xmlns:a16="http://schemas.microsoft.com/office/drawing/2014/main" id="{2CF521DD-104B-4B3C-8D5A-56AB373EE44E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341" name="c_full_paired_2943">
            <a:extLst>
              <a:ext uri="{FF2B5EF4-FFF2-40B4-BE49-F238E27FC236}">
                <a16:creationId xmlns:a16="http://schemas.microsoft.com/office/drawing/2014/main" id="{945B68D5-351E-4D49-B0EF-CF1A9420885E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342" name="c_full_paired_2944">
            <a:extLst>
              <a:ext uri="{FF2B5EF4-FFF2-40B4-BE49-F238E27FC236}">
                <a16:creationId xmlns:a16="http://schemas.microsoft.com/office/drawing/2014/main" id="{C6D7DFB2-5BED-4EBE-980D-ADCDC328E398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3" name="c_full_paired_2945">
            <a:extLst>
              <a:ext uri="{FF2B5EF4-FFF2-40B4-BE49-F238E27FC236}">
                <a16:creationId xmlns:a16="http://schemas.microsoft.com/office/drawing/2014/main" id="{B1E215EC-D8FB-4ABD-876E-5B868261749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344" name="c_full_paired_2946">
            <a:extLst>
              <a:ext uri="{FF2B5EF4-FFF2-40B4-BE49-F238E27FC236}">
                <a16:creationId xmlns:a16="http://schemas.microsoft.com/office/drawing/2014/main" id="{A36457F1-2CB8-458B-B9F4-1C0310FCA7D0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345" name="c_full_paired_2947">
            <a:extLst>
              <a:ext uri="{FF2B5EF4-FFF2-40B4-BE49-F238E27FC236}">
                <a16:creationId xmlns:a16="http://schemas.microsoft.com/office/drawing/2014/main" id="{58CC61B8-74CB-4839-B725-61B563A9C3E1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346" name="c_full_paired_2948">
            <a:extLst>
              <a:ext uri="{FF2B5EF4-FFF2-40B4-BE49-F238E27FC236}">
                <a16:creationId xmlns:a16="http://schemas.microsoft.com/office/drawing/2014/main" id="{AB117BF2-1B2F-41B8-AD6E-F50592103A3A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347" name="c_full_paired_2949">
            <a:extLst>
              <a:ext uri="{FF2B5EF4-FFF2-40B4-BE49-F238E27FC236}">
                <a16:creationId xmlns:a16="http://schemas.microsoft.com/office/drawing/2014/main" id="{A369300C-4D19-4D2F-87AC-526277CE93EA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348" name="c_full_paired_2950">
            <a:extLst>
              <a:ext uri="{FF2B5EF4-FFF2-40B4-BE49-F238E27FC236}">
                <a16:creationId xmlns:a16="http://schemas.microsoft.com/office/drawing/2014/main" id="{9CAD67F6-E1B0-41A4-BFDF-4B7683929DDA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349" name="c_full_paired_2951">
            <a:extLst>
              <a:ext uri="{FF2B5EF4-FFF2-40B4-BE49-F238E27FC236}">
                <a16:creationId xmlns:a16="http://schemas.microsoft.com/office/drawing/2014/main" id="{312F9AAF-3931-4681-BDB5-63969E95E195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350" name="c_full_paired_2952">
            <a:extLst>
              <a:ext uri="{FF2B5EF4-FFF2-40B4-BE49-F238E27FC236}">
                <a16:creationId xmlns:a16="http://schemas.microsoft.com/office/drawing/2014/main" id="{D052CCC2-51D9-4398-8E97-7A07BB80280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351" name="c_full_paired_2953">
            <a:extLst>
              <a:ext uri="{FF2B5EF4-FFF2-40B4-BE49-F238E27FC236}">
                <a16:creationId xmlns:a16="http://schemas.microsoft.com/office/drawing/2014/main" id="{00764CD6-CFAD-4323-A0BD-783A8435E0B3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352" name="c_full_paired_2954">
            <a:extLst>
              <a:ext uri="{FF2B5EF4-FFF2-40B4-BE49-F238E27FC236}">
                <a16:creationId xmlns:a16="http://schemas.microsoft.com/office/drawing/2014/main" id="{652BC97F-DF5D-4A00-A19A-8A1B0ED2A0B0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353" name="c_full_paired_2955">
            <a:extLst>
              <a:ext uri="{FF2B5EF4-FFF2-40B4-BE49-F238E27FC236}">
                <a16:creationId xmlns:a16="http://schemas.microsoft.com/office/drawing/2014/main" id="{CBA704B9-33AD-4D58-A172-13D74DD46233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354" name="c_full_paired_2956">
            <a:extLst>
              <a:ext uri="{FF2B5EF4-FFF2-40B4-BE49-F238E27FC236}">
                <a16:creationId xmlns:a16="http://schemas.microsoft.com/office/drawing/2014/main" id="{AF97C143-55DF-4C06-83A9-30CF35850AED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355" name="c_full_paired_2957">
            <a:extLst>
              <a:ext uri="{FF2B5EF4-FFF2-40B4-BE49-F238E27FC236}">
                <a16:creationId xmlns:a16="http://schemas.microsoft.com/office/drawing/2014/main" id="{D1F54F08-2345-4BCC-A2AA-794C31D1813E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356" name="c_full_paired_2958">
            <a:extLst>
              <a:ext uri="{FF2B5EF4-FFF2-40B4-BE49-F238E27FC236}">
                <a16:creationId xmlns:a16="http://schemas.microsoft.com/office/drawing/2014/main" id="{69AA8097-EA00-47FB-B1BC-75DDA74BDA14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357" name="c_full_paired_2959">
            <a:extLst>
              <a:ext uri="{FF2B5EF4-FFF2-40B4-BE49-F238E27FC236}">
                <a16:creationId xmlns:a16="http://schemas.microsoft.com/office/drawing/2014/main" id="{CFA8177B-4F35-435B-946B-265E44C0EE83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358" name="c_full_paired_2960">
            <a:extLst>
              <a:ext uri="{FF2B5EF4-FFF2-40B4-BE49-F238E27FC236}">
                <a16:creationId xmlns:a16="http://schemas.microsoft.com/office/drawing/2014/main" id="{EE55D542-D8A2-4C5A-AF6F-F6F8F5DAA5F6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359" name="c_full_paired_2961">
            <a:extLst>
              <a:ext uri="{FF2B5EF4-FFF2-40B4-BE49-F238E27FC236}">
                <a16:creationId xmlns:a16="http://schemas.microsoft.com/office/drawing/2014/main" id="{1AB57E8D-72E3-4DD4-9645-9900929E107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360" name="c_full_paired_2962">
            <a:extLst>
              <a:ext uri="{FF2B5EF4-FFF2-40B4-BE49-F238E27FC236}">
                <a16:creationId xmlns:a16="http://schemas.microsoft.com/office/drawing/2014/main" id="{971864B2-8C44-4DFD-B521-71CDECB8B7AC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361" name="c_full_paired_2963">
            <a:extLst>
              <a:ext uri="{FF2B5EF4-FFF2-40B4-BE49-F238E27FC236}">
                <a16:creationId xmlns:a16="http://schemas.microsoft.com/office/drawing/2014/main" id="{1DA40D0E-EC3E-4363-83D6-20EE327B16F4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362" name="c_full_paired_2964">
            <a:extLst>
              <a:ext uri="{FF2B5EF4-FFF2-40B4-BE49-F238E27FC236}">
                <a16:creationId xmlns:a16="http://schemas.microsoft.com/office/drawing/2014/main" id="{5CF96807-6CDE-4C21-ADE4-7AFE4D95E041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363" name="c_full_paired_2965">
            <a:extLst>
              <a:ext uri="{FF2B5EF4-FFF2-40B4-BE49-F238E27FC236}">
                <a16:creationId xmlns:a16="http://schemas.microsoft.com/office/drawing/2014/main" id="{166A1C05-1F2A-4965-AE41-C54C9FD9F541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364" name="c_full_paired_2966">
            <a:extLst>
              <a:ext uri="{FF2B5EF4-FFF2-40B4-BE49-F238E27FC236}">
                <a16:creationId xmlns:a16="http://schemas.microsoft.com/office/drawing/2014/main" id="{78369D2A-6A06-4F42-9B0D-EBFFC871B1F7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365" name="c_full_paired_2967">
            <a:extLst>
              <a:ext uri="{FF2B5EF4-FFF2-40B4-BE49-F238E27FC236}">
                <a16:creationId xmlns:a16="http://schemas.microsoft.com/office/drawing/2014/main" id="{99A52EC6-14BF-4357-9074-37F28DBB7E38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366" name="c_full_paired_2968">
            <a:extLst>
              <a:ext uri="{FF2B5EF4-FFF2-40B4-BE49-F238E27FC236}">
                <a16:creationId xmlns:a16="http://schemas.microsoft.com/office/drawing/2014/main" id="{D7E4FDF7-232E-45A6-A712-F8C2EE850360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367" name="c_full_paired_2969">
            <a:extLst>
              <a:ext uri="{FF2B5EF4-FFF2-40B4-BE49-F238E27FC236}">
                <a16:creationId xmlns:a16="http://schemas.microsoft.com/office/drawing/2014/main" id="{4723572C-477E-464C-83DC-F7E7BBAA3DF8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368" name="c_full_paired_2970">
            <a:extLst>
              <a:ext uri="{FF2B5EF4-FFF2-40B4-BE49-F238E27FC236}">
                <a16:creationId xmlns:a16="http://schemas.microsoft.com/office/drawing/2014/main" id="{EB9720EC-4255-4B14-B5D4-01CD9F7C090D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369" name="c_full_paired_2971">
            <a:extLst>
              <a:ext uri="{FF2B5EF4-FFF2-40B4-BE49-F238E27FC236}">
                <a16:creationId xmlns:a16="http://schemas.microsoft.com/office/drawing/2014/main" id="{C5A4036F-BEAC-4ED0-9711-EC8BAF1E1DB2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370" name="c_full_paired_2972">
            <a:extLst>
              <a:ext uri="{FF2B5EF4-FFF2-40B4-BE49-F238E27FC236}">
                <a16:creationId xmlns:a16="http://schemas.microsoft.com/office/drawing/2014/main" id="{30A342FD-3FBB-4295-8F95-51883A95A4B0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371" name="c_full_paired_2973">
            <a:extLst>
              <a:ext uri="{FF2B5EF4-FFF2-40B4-BE49-F238E27FC236}">
                <a16:creationId xmlns:a16="http://schemas.microsoft.com/office/drawing/2014/main" id="{84025BF2-E76D-4FA5-B9D0-7167A58AC0EA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372" name="c_full_paired_2974">
            <a:extLst>
              <a:ext uri="{FF2B5EF4-FFF2-40B4-BE49-F238E27FC236}">
                <a16:creationId xmlns:a16="http://schemas.microsoft.com/office/drawing/2014/main" id="{49ECB8B9-A295-4D85-B12F-A09202F2540A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373" name="c_full_paired_2975">
            <a:extLst>
              <a:ext uri="{FF2B5EF4-FFF2-40B4-BE49-F238E27FC236}">
                <a16:creationId xmlns:a16="http://schemas.microsoft.com/office/drawing/2014/main" id="{0C06C3CC-E38E-4904-87C3-11A9AE2E0BA7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374" name="c_full_paired_2976">
            <a:extLst>
              <a:ext uri="{FF2B5EF4-FFF2-40B4-BE49-F238E27FC236}">
                <a16:creationId xmlns:a16="http://schemas.microsoft.com/office/drawing/2014/main" id="{88C1DE6D-FC71-4E30-98A0-3DEA907C9111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375" name="c_full_paired_2977">
            <a:extLst>
              <a:ext uri="{FF2B5EF4-FFF2-40B4-BE49-F238E27FC236}">
                <a16:creationId xmlns:a16="http://schemas.microsoft.com/office/drawing/2014/main" id="{AC609003-D2EF-4D68-B3E4-A75773B3BC95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376" name="c_full_paired_2978">
            <a:extLst>
              <a:ext uri="{FF2B5EF4-FFF2-40B4-BE49-F238E27FC236}">
                <a16:creationId xmlns:a16="http://schemas.microsoft.com/office/drawing/2014/main" id="{51AA26D4-A296-4F8F-B8DE-CADB1A61C22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377" name="c_full_paired_2979">
            <a:extLst>
              <a:ext uri="{FF2B5EF4-FFF2-40B4-BE49-F238E27FC236}">
                <a16:creationId xmlns:a16="http://schemas.microsoft.com/office/drawing/2014/main" id="{8D491A93-5A9F-419B-99C7-CD54C5F29282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378" name="c_full_paired_2980">
            <a:extLst>
              <a:ext uri="{FF2B5EF4-FFF2-40B4-BE49-F238E27FC236}">
                <a16:creationId xmlns:a16="http://schemas.microsoft.com/office/drawing/2014/main" id="{7CE9A160-CC34-4EC1-A8B5-E44A15C90034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379" name="c_full_paired_2981">
            <a:extLst>
              <a:ext uri="{FF2B5EF4-FFF2-40B4-BE49-F238E27FC236}">
                <a16:creationId xmlns:a16="http://schemas.microsoft.com/office/drawing/2014/main" id="{E7D2BAF6-BCE4-4071-8CF6-E3BD581F3747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380" name="c_full_paired_2982">
            <a:extLst>
              <a:ext uri="{FF2B5EF4-FFF2-40B4-BE49-F238E27FC236}">
                <a16:creationId xmlns:a16="http://schemas.microsoft.com/office/drawing/2014/main" id="{9EF7320A-B3E7-4B46-90CB-0614DEBC297F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381" name="c_full_paired_2983">
            <a:extLst>
              <a:ext uri="{FF2B5EF4-FFF2-40B4-BE49-F238E27FC236}">
                <a16:creationId xmlns:a16="http://schemas.microsoft.com/office/drawing/2014/main" id="{F7CB59DB-C7C9-4163-8BD3-114507D74CEA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382" name="c_full_paired_2984">
            <a:extLst>
              <a:ext uri="{FF2B5EF4-FFF2-40B4-BE49-F238E27FC236}">
                <a16:creationId xmlns:a16="http://schemas.microsoft.com/office/drawing/2014/main" id="{52DAADD3-1DAF-4C0B-B33D-5AE69B14E819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383" name="c_full_paired_2985">
            <a:extLst>
              <a:ext uri="{FF2B5EF4-FFF2-40B4-BE49-F238E27FC236}">
                <a16:creationId xmlns:a16="http://schemas.microsoft.com/office/drawing/2014/main" id="{EEF3CF5B-E209-4396-B708-8092D58D8810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384" name="c_full_paired_2986">
            <a:extLst>
              <a:ext uri="{FF2B5EF4-FFF2-40B4-BE49-F238E27FC236}">
                <a16:creationId xmlns:a16="http://schemas.microsoft.com/office/drawing/2014/main" id="{73ADD898-CC7A-4B7B-9B6F-2834E927162F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85" name="c_full_paired_2987">
            <a:extLst>
              <a:ext uri="{FF2B5EF4-FFF2-40B4-BE49-F238E27FC236}">
                <a16:creationId xmlns:a16="http://schemas.microsoft.com/office/drawing/2014/main" id="{06FB2534-2286-4BCD-99F9-AF3EFB6F4676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86" name="c_full_paired_2988">
            <a:extLst>
              <a:ext uri="{FF2B5EF4-FFF2-40B4-BE49-F238E27FC236}">
                <a16:creationId xmlns:a16="http://schemas.microsoft.com/office/drawing/2014/main" id="{24577BE5-5FF5-4EB9-B1D6-E03A8B38DB5A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87" name="c_full_paired_2989">
            <a:extLst>
              <a:ext uri="{FF2B5EF4-FFF2-40B4-BE49-F238E27FC236}">
                <a16:creationId xmlns:a16="http://schemas.microsoft.com/office/drawing/2014/main" id="{CEFF2E7B-5CD0-4EC1-A4A7-DEB7CF5DE020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88" name="c_full_paired_2990">
            <a:extLst>
              <a:ext uri="{FF2B5EF4-FFF2-40B4-BE49-F238E27FC236}">
                <a16:creationId xmlns:a16="http://schemas.microsoft.com/office/drawing/2014/main" id="{5CE20D7E-8CBB-47BF-B4EB-D2C3569DDB79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89" name="c_full_paired_2991">
            <a:extLst>
              <a:ext uri="{FF2B5EF4-FFF2-40B4-BE49-F238E27FC236}">
                <a16:creationId xmlns:a16="http://schemas.microsoft.com/office/drawing/2014/main" id="{2124C79E-8578-4B19-8688-929C2EEB65E0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90" name="c_full_paired_2992">
            <a:extLst>
              <a:ext uri="{FF2B5EF4-FFF2-40B4-BE49-F238E27FC236}">
                <a16:creationId xmlns:a16="http://schemas.microsoft.com/office/drawing/2014/main" id="{85E2D5E0-7072-4B6B-8C1C-26274CC9A1D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91" name="c_full_paired_2993">
            <a:extLst>
              <a:ext uri="{FF2B5EF4-FFF2-40B4-BE49-F238E27FC236}">
                <a16:creationId xmlns:a16="http://schemas.microsoft.com/office/drawing/2014/main" id="{FE318CA8-FEB5-481B-A764-003C3A4C45C4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92" name="c_full_paired_2994">
            <a:extLst>
              <a:ext uri="{FF2B5EF4-FFF2-40B4-BE49-F238E27FC236}">
                <a16:creationId xmlns:a16="http://schemas.microsoft.com/office/drawing/2014/main" id="{4FA410D6-B61D-4B0F-9980-A25682B6F1A1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93" name="c_full_paired_2995">
            <a:extLst>
              <a:ext uri="{FF2B5EF4-FFF2-40B4-BE49-F238E27FC236}">
                <a16:creationId xmlns:a16="http://schemas.microsoft.com/office/drawing/2014/main" id="{CE539897-7F5B-41C9-AEE8-ABA1DCAEFDEE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94" name="c_full_paired_2996">
            <a:extLst>
              <a:ext uri="{FF2B5EF4-FFF2-40B4-BE49-F238E27FC236}">
                <a16:creationId xmlns:a16="http://schemas.microsoft.com/office/drawing/2014/main" id="{4B9E528D-0DBC-49FC-AF91-BE732E7E35E4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95" name="c_full_paired_2997">
            <a:extLst>
              <a:ext uri="{FF2B5EF4-FFF2-40B4-BE49-F238E27FC236}">
                <a16:creationId xmlns:a16="http://schemas.microsoft.com/office/drawing/2014/main" id="{ACE41BB7-1F4F-4C19-A9F8-AF61A7599CD8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96" name="c_full_paired_2998">
            <a:extLst>
              <a:ext uri="{FF2B5EF4-FFF2-40B4-BE49-F238E27FC236}">
                <a16:creationId xmlns:a16="http://schemas.microsoft.com/office/drawing/2014/main" id="{E6D7C19A-6851-43D4-92BE-9EFCB543648F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97" name="c_full_paired_2999">
            <a:extLst>
              <a:ext uri="{FF2B5EF4-FFF2-40B4-BE49-F238E27FC236}">
                <a16:creationId xmlns:a16="http://schemas.microsoft.com/office/drawing/2014/main" id="{64B773AA-3AB6-4401-985B-355537176C24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98" name="c_full_paired_3000">
            <a:extLst>
              <a:ext uri="{FF2B5EF4-FFF2-40B4-BE49-F238E27FC236}">
                <a16:creationId xmlns:a16="http://schemas.microsoft.com/office/drawing/2014/main" id="{C5A40768-C116-4591-AF0B-6C3EE14AD8D2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99" name="c_full_paired_3001">
            <a:extLst>
              <a:ext uri="{FF2B5EF4-FFF2-40B4-BE49-F238E27FC236}">
                <a16:creationId xmlns:a16="http://schemas.microsoft.com/office/drawing/2014/main" id="{1E32ED74-774E-4107-BDA8-C6AD8BD07FC1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400" name="c_full_paired_3002">
            <a:extLst>
              <a:ext uri="{FF2B5EF4-FFF2-40B4-BE49-F238E27FC236}">
                <a16:creationId xmlns:a16="http://schemas.microsoft.com/office/drawing/2014/main" id="{C9EC13F8-8E25-4E49-9B50-8A61BBF8A46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401" name="c_full_paired_3003">
            <a:extLst>
              <a:ext uri="{FF2B5EF4-FFF2-40B4-BE49-F238E27FC236}">
                <a16:creationId xmlns:a16="http://schemas.microsoft.com/office/drawing/2014/main" id="{365DDD32-698F-42D1-8760-679AFB179FA2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402" name="c_full_paired_3004">
            <a:extLst>
              <a:ext uri="{FF2B5EF4-FFF2-40B4-BE49-F238E27FC236}">
                <a16:creationId xmlns:a16="http://schemas.microsoft.com/office/drawing/2014/main" id="{071D076A-2CFD-411C-88C0-4127B09C195C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403" name="c_full_paired_3005">
            <a:extLst>
              <a:ext uri="{FF2B5EF4-FFF2-40B4-BE49-F238E27FC236}">
                <a16:creationId xmlns:a16="http://schemas.microsoft.com/office/drawing/2014/main" id="{85737A84-2546-4145-9919-6F5D0DFC392B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404" name="c_full_paired_3006">
            <a:extLst>
              <a:ext uri="{FF2B5EF4-FFF2-40B4-BE49-F238E27FC236}">
                <a16:creationId xmlns:a16="http://schemas.microsoft.com/office/drawing/2014/main" id="{15799E52-0213-4FF2-913A-D92ABA6A9951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405" name="c_full_paired_3007">
            <a:extLst>
              <a:ext uri="{FF2B5EF4-FFF2-40B4-BE49-F238E27FC236}">
                <a16:creationId xmlns:a16="http://schemas.microsoft.com/office/drawing/2014/main" id="{500F49E9-68FB-4994-A109-4C05950C0E82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406" name="c_full_paired_3008">
            <a:extLst>
              <a:ext uri="{FF2B5EF4-FFF2-40B4-BE49-F238E27FC236}">
                <a16:creationId xmlns:a16="http://schemas.microsoft.com/office/drawing/2014/main" id="{4CC49E67-8C1A-4439-83AB-B6FC867CDE15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407" name="c_full_paired_3009">
            <a:extLst>
              <a:ext uri="{FF2B5EF4-FFF2-40B4-BE49-F238E27FC236}">
                <a16:creationId xmlns:a16="http://schemas.microsoft.com/office/drawing/2014/main" id="{701E9095-C9F1-4FA4-9C7B-5F256D980FEA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408" name="c_full_paired_3010">
            <a:extLst>
              <a:ext uri="{FF2B5EF4-FFF2-40B4-BE49-F238E27FC236}">
                <a16:creationId xmlns:a16="http://schemas.microsoft.com/office/drawing/2014/main" id="{1D02E868-BD35-4F35-8D09-940952C4443C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409" name="c_full_paired_3011">
            <a:extLst>
              <a:ext uri="{FF2B5EF4-FFF2-40B4-BE49-F238E27FC236}">
                <a16:creationId xmlns:a16="http://schemas.microsoft.com/office/drawing/2014/main" id="{3B410244-1E07-4C3F-9571-0EA2847AD61C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410" name="c_full_paired_3012">
            <a:extLst>
              <a:ext uri="{FF2B5EF4-FFF2-40B4-BE49-F238E27FC236}">
                <a16:creationId xmlns:a16="http://schemas.microsoft.com/office/drawing/2014/main" id="{2B71DC7B-FE1E-4AF6-BBAD-70D0E8A74CD7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411" name="c_full_paired_3013">
            <a:extLst>
              <a:ext uri="{FF2B5EF4-FFF2-40B4-BE49-F238E27FC236}">
                <a16:creationId xmlns:a16="http://schemas.microsoft.com/office/drawing/2014/main" id="{306B607F-8DA1-4614-AC0D-BCBB3DFBD8FF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412" name="c_full_paired_3014">
            <a:extLst>
              <a:ext uri="{FF2B5EF4-FFF2-40B4-BE49-F238E27FC236}">
                <a16:creationId xmlns:a16="http://schemas.microsoft.com/office/drawing/2014/main" id="{13DB7C4C-FC87-41CC-9F4D-7C3BEAB491E1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413" name="c_full_paired_3015">
            <a:extLst>
              <a:ext uri="{FF2B5EF4-FFF2-40B4-BE49-F238E27FC236}">
                <a16:creationId xmlns:a16="http://schemas.microsoft.com/office/drawing/2014/main" id="{76CDA1CA-90CA-4304-BCC5-8D4BA44FE0B9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414" name="c_full_paired_3016">
            <a:extLst>
              <a:ext uri="{FF2B5EF4-FFF2-40B4-BE49-F238E27FC236}">
                <a16:creationId xmlns:a16="http://schemas.microsoft.com/office/drawing/2014/main" id="{1B310C7A-675B-4209-A6EE-CE2A98FB42E8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415" name="c_full_paired_3017">
            <a:extLst>
              <a:ext uri="{FF2B5EF4-FFF2-40B4-BE49-F238E27FC236}">
                <a16:creationId xmlns:a16="http://schemas.microsoft.com/office/drawing/2014/main" id="{69735F13-43C9-43E3-857E-109CABC911D3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416" name="c_full_paired_3018">
            <a:extLst>
              <a:ext uri="{FF2B5EF4-FFF2-40B4-BE49-F238E27FC236}">
                <a16:creationId xmlns:a16="http://schemas.microsoft.com/office/drawing/2014/main" id="{B250B583-1BE2-4F24-9AE0-CF647C74D0F3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417" name="c_full_paired_3019">
            <a:extLst>
              <a:ext uri="{FF2B5EF4-FFF2-40B4-BE49-F238E27FC236}">
                <a16:creationId xmlns:a16="http://schemas.microsoft.com/office/drawing/2014/main" id="{E159CD63-907D-48DF-8C29-A471A88731EC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418" name="c_full_paired_3020">
            <a:extLst>
              <a:ext uri="{FF2B5EF4-FFF2-40B4-BE49-F238E27FC236}">
                <a16:creationId xmlns:a16="http://schemas.microsoft.com/office/drawing/2014/main" id="{EDBAFD3A-DA30-4CA4-9F3E-01E375B79CAF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419" name="c_full_paired_3021">
            <a:extLst>
              <a:ext uri="{FF2B5EF4-FFF2-40B4-BE49-F238E27FC236}">
                <a16:creationId xmlns:a16="http://schemas.microsoft.com/office/drawing/2014/main" id="{F669C191-E323-4BB7-8E74-2DCFBF87B343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420" name="c_full_paired_3022">
            <a:extLst>
              <a:ext uri="{FF2B5EF4-FFF2-40B4-BE49-F238E27FC236}">
                <a16:creationId xmlns:a16="http://schemas.microsoft.com/office/drawing/2014/main" id="{1215F10F-877F-414F-AE4D-5D9D666BB667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421" name="c_full_paired_3023">
            <a:extLst>
              <a:ext uri="{FF2B5EF4-FFF2-40B4-BE49-F238E27FC236}">
                <a16:creationId xmlns:a16="http://schemas.microsoft.com/office/drawing/2014/main" id="{685F2F46-1146-4C86-9D1E-DDEF8F1F8A6E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422" name="c_full_paired_3024">
            <a:extLst>
              <a:ext uri="{FF2B5EF4-FFF2-40B4-BE49-F238E27FC236}">
                <a16:creationId xmlns:a16="http://schemas.microsoft.com/office/drawing/2014/main" id="{38E2C389-1C28-4B60-8F75-B33A3A750CD0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423" name="c_full_paired_3025">
            <a:extLst>
              <a:ext uri="{FF2B5EF4-FFF2-40B4-BE49-F238E27FC236}">
                <a16:creationId xmlns:a16="http://schemas.microsoft.com/office/drawing/2014/main" id="{28F7E189-95A3-4213-A09B-1EE7497A07E7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424" name="c_full_paired_3026">
            <a:extLst>
              <a:ext uri="{FF2B5EF4-FFF2-40B4-BE49-F238E27FC236}">
                <a16:creationId xmlns:a16="http://schemas.microsoft.com/office/drawing/2014/main" id="{332AF4B2-B06D-421C-9B8E-C1264364B6C6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425" name="c_full_paired_3027">
            <a:extLst>
              <a:ext uri="{FF2B5EF4-FFF2-40B4-BE49-F238E27FC236}">
                <a16:creationId xmlns:a16="http://schemas.microsoft.com/office/drawing/2014/main" id="{EBA1AB26-0307-4106-9DD2-59D6E295F41F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426" name="c_full_paired_3028">
            <a:extLst>
              <a:ext uri="{FF2B5EF4-FFF2-40B4-BE49-F238E27FC236}">
                <a16:creationId xmlns:a16="http://schemas.microsoft.com/office/drawing/2014/main" id="{F48B25BA-35E7-4141-A2A1-E32D6EC7D0FC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427" name="c_full_paired_3029">
            <a:extLst>
              <a:ext uri="{FF2B5EF4-FFF2-40B4-BE49-F238E27FC236}">
                <a16:creationId xmlns:a16="http://schemas.microsoft.com/office/drawing/2014/main" id="{A32596E0-3956-40AC-A528-ABAD4AEDC13C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428" name="c_full_paired_3030">
            <a:extLst>
              <a:ext uri="{FF2B5EF4-FFF2-40B4-BE49-F238E27FC236}">
                <a16:creationId xmlns:a16="http://schemas.microsoft.com/office/drawing/2014/main" id="{6BD7C40D-DED9-457E-B665-57416E50317A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429" name="c_full_paired_3031">
            <a:extLst>
              <a:ext uri="{FF2B5EF4-FFF2-40B4-BE49-F238E27FC236}">
                <a16:creationId xmlns:a16="http://schemas.microsoft.com/office/drawing/2014/main" id="{60754828-3D30-4E8C-850E-A3A138A35CC0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430" name="c_full_paired_3032">
            <a:extLst>
              <a:ext uri="{FF2B5EF4-FFF2-40B4-BE49-F238E27FC236}">
                <a16:creationId xmlns:a16="http://schemas.microsoft.com/office/drawing/2014/main" id="{685E4888-AC1B-47BC-97D5-7CC273E12474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431" name="c_full_paired_3033">
            <a:extLst>
              <a:ext uri="{FF2B5EF4-FFF2-40B4-BE49-F238E27FC236}">
                <a16:creationId xmlns:a16="http://schemas.microsoft.com/office/drawing/2014/main" id="{ABEFA9F0-12B3-4305-99E6-22F323ED64F1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432" name="c_full_paired_3034">
            <a:extLst>
              <a:ext uri="{FF2B5EF4-FFF2-40B4-BE49-F238E27FC236}">
                <a16:creationId xmlns:a16="http://schemas.microsoft.com/office/drawing/2014/main" id="{F9F4C692-9A27-4A01-A504-5ACDFD7DAD1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433" name="c_full_paired_3035">
            <a:extLst>
              <a:ext uri="{FF2B5EF4-FFF2-40B4-BE49-F238E27FC236}">
                <a16:creationId xmlns:a16="http://schemas.microsoft.com/office/drawing/2014/main" id="{16240F93-DA53-460B-9B8C-4D3A7EDA72A2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434" name="c_full_paired_3036">
            <a:extLst>
              <a:ext uri="{FF2B5EF4-FFF2-40B4-BE49-F238E27FC236}">
                <a16:creationId xmlns:a16="http://schemas.microsoft.com/office/drawing/2014/main" id="{5871D3A6-8146-4CDC-A156-582B636A0B56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435" name="c_full_paired_3037">
            <a:extLst>
              <a:ext uri="{FF2B5EF4-FFF2-40B4-BE49-F238E27FC236}">
                <a16:creationId xmlns:a16="http://schemas.microsoft.com/office/drawing/2014/main" id="{4B2BB939-499A-479B-87BC-32BD5D90518D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436" name="c_full_paired_3038">
            <a:extLst>
              <a:ext uri="{FF2B5EF4-FFF2-40B4-BE49-F238E27FC236}">
                <a16:creationId xmlns:a16="http://schemas.microsoft.com/office/drawing/2014/main" id="{00035D02-6E18-4F93-8D21-B446F3AEA295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437" name="c_full_paired_3039">
            <a:extLst>
              <a:ext uri="{FF2B5EF4-FFF2-40B4-BE49-F238E27FC236}">
                <a16:creationId xmlns:a16="http://schemas.microsoft.com/office/drawing/2014/main" id="{9174D0CB-E4A9-4D84-920B-940CB4800C1F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438" name="c_full_paired_3040">
            <a:extLst>
              <a:ext uri="{FF2B5EF4-FFF2-40B4-BE49-F238E27FC236}">
                <a16:creationId xmlns:a16="http://schemas.microsoft.com/office/drawing/2014/main" id="{CD61B101-FD17-4EBB-9944-699D1451D81A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439" name="c_full_paired_3041">
            <a:extLst>
              <a:ext uri="{FF2B5EF4-FFF2-40B4-BE49-F238E27FC236}">
                <a16:creationId xmlns:a16="http://schemas.microsoft.com/office/drawing/2014/main" id="{667C1E77-23D0-405C-884B-0C9DED1D0BF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440" name="c_full_paired_3042">
            <a:extLst>
              <a:ext uri="{FF2B5EF4-FFF2-40B4-BE49-F238E27FC236}">
                <a16:creationId xmlns:a16="http://schemas.microsoft.com/office/drawing/2014/main" id="{27D9AD8C-69CE-4A3C-BF2E-FE045A846C3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441" name="c_full_paired_3043">
            <a:extLst>
              <a:ext uri="{FF2B5EF4-FFF2-40B4-BE49-F238E27FC236}">
                <a16:creationId xmlns:a16="http://schemas.microsoft.com/office/drawing/2014/main" id="{FFB7BF90-EF2D-4CA7-8FB5-63C76A658446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442" name="c_full_paired_3044">
            <a:extLst>
              <a:ext uri="{FF2B5EF4-FFF2-40B4-BE49-F238E27FC236}">
                <a16:creationId xmlns:a16="http://schemas.microsoft.com/office/drawing/2014/main" id="{1F241C61-ACF4-48A7-86FD-375DEFF24D34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443" name="c_full_paired_3045">
            <a:extLst>
              <a:ext uri="{FF2B5EF4-FFF2-40B4-BE49-F238E27FC236}">
                <a16:creationId xmlns:a16="http://schemas.microsoft.com/office/drawing/2014/main" id="{BFF7E2F0-FA68-41C9-A3CC-477DB7A0F778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444" name="c_full_paired_3046">
            <a:extLst>
              <a:ext uri="{FF2B5EF4-FFF2-40B4-BE49-F238E27FC236}">
                <a16:creationId xmlns:a16="http://schemas.microsoft.com/office/drawing/2014/main" id="{D33B1E0F-C825-42F0-97C9-150AE3062F98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445" name="c_full_paired_3047">
            <a:extLst>
              <a:ext uri="{FF2B5EF4-FFF2-40B4-BE49-F238E27FC236}">
                <a16:creationId xmlns:a16="http://schemas.microsoft.com/office/drawing/2014/main" id="{EAFBA256-53E4-496F-8A56-7DFD1566FC61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446" name="c_full_paired_3048">
            <a:extLst>
              <a:ext uri="{FF2B5EF4-FFF2-40B4-BE49-F238E27FC236}">
                <a16:creationId xmlns:a16="http://schemas.microsoft.com/office/drawing/2014/main" id="{910B391D-DD0D-4829-8EE9-08759CF474EA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447" name="c_full_paired_3049">
            <a:extLst>
              <a:ext uri="{FF2B5EF4-FFF2-40B4-BE49-F238E27FC236}">
                <a16:creationId xmlns:a16="http://schemas.microsoft.com/office/drawing/2014/main" id="{00F5D23D-1E71-46CE-854B-08ABA7FDE4CD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448" name="c_full_paired_3050">
            <a:extLst>
              <a:ext uri="{FF2B5EF4-FFF2-40B4-BE49-F238E27FC236}">
                <a16:creationId xmlns:a16="http://schemas.microsoft.com/office/drawing/2014/main" id="{FE2D2877-A87A-4751-A823-D4506D8AF545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449" name="c_full_paired_3051">
            <a:extLst>
              <a:ext uri="{FF2B5EF4-FFF2-40B4-BE49-F238E27FC236}">
                <a16:creationId xmlns:a16="http://schemas.microsoft.com/office/drawing/2014/main" id="{6B9C3B2A-58A4-4DD3-BEB0-0A0E7FB0A33F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450" name="c_full_paired_3052">
            <a:extLst>
              <a:ext uri="{FF2B5EF4-FFF2-40B4-BE49-F238E27FC236}">
                <a16:creationId xmlns:a16="http://schemas.microsoft.com/office/drawing/2014/main" id="{A3365069-5971-42CC-B7CB-71A0342AE2E9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451" name="c_full_paired_3053">
            <a:extLst>
              <a:ext uri="{FF2B5EF4-FFF2-40B4-BE49-F238E27FC236}">
                <a16:creationId xmlns:a16="http://schemas.microsoft.com/office/drawing/2014/main" id="{E9AA00B0-EFD1-47A5-AC70-1EF07CC08F1B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452" name="c_full_paired_3054">
            <a:extLst>
              <a:ext uri="{FF2B5EF4-FFF2-40B4-BE49-F238E27FC236}">
                <a16:creationId xmlns:a16="http://schemas.microsoft.com/office/drawing/2014/main" id="{270E05F4-7FF6-418F-9636-AEC63902DA35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453" name="c_full_paired_3055">
            <a:extLst>
              <a:ext uri="{FF2B5EF4-FFF2-40B4-BE49-F238E27FC236}">
                <a16:creationId xmlns:a16="http://schemas.microsoft.com/office/drawing/2014/main" id="{3EF54372-B921-4E2B-A0D4-45943FA6757A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454" name="c_full_paired_3056">
            <a:extLst>
              <a:ext uri="{FF2B5EF4-FFF2-40B4-BE49-F238E27FC236}">
                <a16:creationId xmlns:a16="http://schemas.microsoft.com/office/drawing/2014/main" id="{9CBB797F-B59A-4FD0-BC51-556F601DD3CB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455" name="c_full_paired_3057">
            <a:extLst>
              <a:ext uri="{FF2B5EF4-FFF2-40B4-BE49-F238E27FC236}">
                <a16:creationId xmlns:a16="http://schemas.microsoft.com/office/drawing/2014/main" id="{7763F159-9E67-4ED7-807C-33791B60039E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456" name="c_full_paired_3058">
            <a:extLst>
              <a:ext uri="{FF2B5EF4-FFF2-40B4-BE49-F238E27FC236}">
                <a16:creationId xmlns:a16="http://schemas.microsoft.com/office/drawing/2014/main" id="{47592514-459D-4EEB-A247-8C0DA5977CDA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7" name="text_3059">
            <a:extLst>
              <a:ext uri="{FF2B5EF4-FFF2-40B4-BE49-F238E27FC236}">
                <a16:creationId xmlns:a16="http://schemas.microsoft.com/office/drawing/2014/main" id="{92620168-C0BC-4E3E-90D7-11619928006B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8" name="c_full_paired_3060">
            <a:extLst>
              <a:ext uri="{FF2B5EF4-FFF2-40B4-BE49-F238E27FC236}">
                <a16:creationId xmlns:a16="http://schemas.microsoft.com/office/drawing/2014/main" id="{A665629B-4663-42DA-A562-B27DD3E41BB5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59" name="text_3061">
            <a:extLst>
              <a:ext uri="{FF2B5EF4-FFF2-40B4-BE49-F238E27FC236}">
                <a16:creationId xmlns:a16="http://schemas.microsoft.com/office/drawing/2014/main" id="{46E6A3BA-EC0B-459E-91E9-84AB90109760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60" name="c_full_paired_3062">
            <a:extLst>
              <a:ext uri="{FF2B5EF4-FFF2-40B4-BE49-F238E27FC236}">
                <a16:creationId xmlns:a16="http://schemas.microsoft.com/office/drawing/2014/main" id="{138A74BE-8BF2-45CE-98B6-A88181EFA5CA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1" name="text_3063">
            <a:extLst>
              <a:ext uri="{FF2B5EF4-FFF2-40B4-BE49-F238E27FC236}">
                <a16:creationId xmlns:a16="http://schemas.microsoft.com/office/drawing/2014/main" id="{965F30C0-4A02-4CE9-AA24-E8D60E6E353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62" name="c_full_paired_3064">
            <a:extLst>
              <a:ext uri="{FF2B5EF4-FFF2-40B4-BE49-F238E27FC236}">
                <a16:creationId xmlns:a16="http://schemas.microsoft.com/office/drawing/2014/main" id="{21C31A39-BBE4-48B8-9F4E-6DC1B69643B1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463" name="text_3065">
            <a:extLst>
              <a:ext uri="{FF2B5EF4-FFF2-40B4-BE49-F238E27FC236}">
                <a16:creationId xmlns:a16="http://schemas.microsoft.com/office/drawing/2014/main" id="{90F7D5CE-44A9-41C6-A34F-B4A04136C8C5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64" name="text_3066">
            <a:extLst>
              <a:ext uri="{FF2B5EF4-FFF2-40B4-BE49-F238E27FC236}">
                <a16:creationId xmlns:a16="http://schemas.microsoft.com/office/drawing/2014/main" id="{D821E382-F40F-448B-B6CC-6B853117B1E0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65" name="text_3067">
            <a:extLst>
              <a:ext uri="{FF2B5EF4-FFF2-40B4-BE49-F238E27FC236}">
                <a16:creationId xmlns:a16="http://schemas.microsoft.com/office/drawing/2014/main" id="{1483C477-AA90-483A-B8BA-830E1C018BFA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466" name="text_3068">
            <a:extLst>
              <a:ext uri="{FF2B5EF4-FFF2-40B4-BE49-F238E27FC236}">
                <a16:creationId xmlns:a16="http://schemas.microsoft.com/office/drawing/2014/main" id="{4B905CD3-5521-433C-B2DF-3C7E11F8011A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</p:spTree>
    <p:extLst>
      <p:ext uri="{BB962C8B-B14F-4D97-AF65-F5344CB8AC3E}">
        <p14:creationId xmlns:p14="http://schemas.microsoft.com/office/powerpoint/2010/main" val="46725942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d_small_paired_3069">
            <a:extLst>
              <a:ext uri="{FF2B5EF4-FFF2-40B4-BE49-F238E27FC236}">
                <a16:creationId xmlns:a16="http://schemas.microsoft.com/office/drawing/2014/main" id="{A73AD327-D5EF-4559-8491-35F73E11AF0E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_small_paired_3070">
            <a:extLst>
              <a:ext uri="{FF2B5EF4-FFF2-40B4-BE49-F238E27FC236}">
                <a16:creationId xmlns:a16="http://schemas.microsoft.com/office/drawing/2014/main" id="{5AE208D6-741B-42C4-83CA-E14FD98CD393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4821287"/>
                </a:lnTo>
                <a:lnTo>
                  <a:pt x="4821287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_small_paired_3071">
            <a:extLst>
              <a:ext uri="{FF2B5EF4-FFF2-40B4-BE49-F238E27FC236}">
                <a16:creationId xmlns:a16="http://schemas.microsoft.com/office/drawing/2014/main" id="{C6DD6FA1-3C95-43CD-933C-E6ECE36C789F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4821287" cy="4821287"/>
          </a:xfrm>
          <a:custGeom>
            <a:avLst/>
            <a:gdLst/>
            <a:ahLst/>
            <a:cxnLst/>
            <a:rect l="0" t="0" r="0" b="0"/>
            <a:pathLst>
              <a:path w="4821287" h="4821287">
                <a:moveTo>
                  <a:pt x="0" y="4821287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939CA2"/>
            </a:solidFill>
            <a:prstDash val="dot"/>
          </a:ln>
        </p:spPr>
      </p:sp>
      <p:sp>
        <p:nvSpPr>
          <p:cNvPr id="4" name="d_small_paired_3072">
            <a:extLst>
              <a:ext uri="{FF2B5EF4-FFF2-40B4-BE49-F238E27FC236}">
                <a16:creationId xmlns:a16="http://schemas.microsoft.com/office/drawing/2014/main" id="{310CBEC3-1660-4FF8-865B-D2D77C80E7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43983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" name="d_small_paired_3073">
            <a:extLst>
              <a:ext uri="{FF2B5EF4-FFF2-40B4-BE49-F238E27FC236}">
                <a16:creationId xmlns:a16="http://schemas.microsoft.com/office/drawing/2014/main" id="{D2928E5F-F22E-49C4-92BB-74E4A2AD4181}"/>
              </a:ext>
            </a:extLst>
          </p:cNvPr>
          <p:cNvSpPr>
            <a:spLocks noGrp="1"/>
          </p:cNvSpPr>
          <p:nvPr/>
        </p:nvSpPr>
        <p:spPr>
          <a:xfrm>
            <a:off x="6037432" y="1920489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" name="d_small_paired_3074">
            <a:extLst>
              <a:ext uri="{FF2B5EF4-FFF2-40B4-BE49-F238E27FC236}">
                <a16:creationId xmlns:a16="http://schemas.microsoft.com/office/drawing/2014/main" id="{FA16ABE9-7152-419F-A762-7C532E849B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" name="d_small_paired_3075">
            <a:extLst>
              <a:ext uri="{FF2B5EF4-FFF2-40B4-BE49-F238E27FC236}">
                <a16:creationId xmlns:a16="http://schemas.microsoft.com/office/drawing/2014/main" id="{B4F7DB28-98C8-4E40-92D1-32A7EB8ECDB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" name="d_small_paired_3076">
            <a:extLst>
              <a:ext uri="{FF2B5EF4-FFF2-40B4-BE49-F238E27FC236}">
                <a16:creationId xmlns:a16="http://schemas.microsoft.com/office/drawing/2014/main" id="{F71CED3E-C14C-4764-B2DF-212656A8AB3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" name="d_small_paired_3077">
            <a:extLst>
              <a:ext uri="{FF2B5EF4-FFF2-40B4-BE49-F238E27FC236}">
                <a16:creationId xmlns:a16="http://schemas.microsoft.com/office/drawing/2014/main" id="{9DADCD67-C8CF-44EB-9CF1-3FCC47518EDC}"/>
              </a:ext>
            </a:extLst>
          </p:cNvPr>
          <p:cNvSpPr>
            <a:spLocks noGrp="1"/>
          </p:cNvSpPr>
          <p:nvPr/>
        </p:nvSpPr>
        <p:spPr>
          <a:xfrm>
            <a:off x="5900397" y="4342115"/>
            <a:ext cx="136049" cy="136049"/>
          </a:xfrm>
          <a:prstGeom prst="ellipse">
            <a:avLst/>
          </a:prstGeom>
          <a:solidFill>
            <a:srgbClr val="65CB5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0" name="d_small_paired_3078">
            <a:extLst>
              <a:ext uri="{FF2B5EF4-FFF2-40B4-BE49-F238E27FC236}">
                <a16:creationId xmlns:a16="http://schemas.microsoft.com/office/drawing/2014/main" id="{22B1C6AA-DCB0-4707-967B-FCD20DC31022}"/>
              </a:ext>
            </a:extLst>
          </p:cNvPr>
          <p:cNvSpPr>
            <a:spLocks noGrp="1"/>
          </p:cNvSpPr>
          <p:nvPr/>
        </p:nvSpPr>
        <p:spPr>
          <a:xfrm>
            <a:off x="5121901" y="3750951"/>
            <a:ext cx="136049" cy="136049"/>
          </a:xfrm>
          <a:prstGeom prst="ellipse">
            <a:avLst/>
          </a:prstGeom>
          <a:solidFill>
            <a:srgbClr val="3C50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" name="d_small_paired_3079">
            <a:extLst>
              <a:ext uri="{FF2B5EF4-FFF2-40B4-BE49-F238E27FC236}">
                <a16:creationId xmlns:a16="http://schemas.microsoft.com/office/drawing/2014/main" id="{E6C73E9B-5A12-45D1-A2B1-C2BF52FC80EC}"/>
              </a:ext>
            </a:extLst>
          </p:cNvPr>
          <p:cNvSpPr>
            <a:spLocks noGrp="1"/>
          </p:cNvSpPr>
          <p:nvPr/>
        </p:nvSpPr>
        <p:spPr>
          <a:xfrm>
            <a:off x="5933101" y="4459302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" name="d_small_paired_3080">
            <a:extLst>
              <a:ext uri="{FF2B5EF4-FFF2-40B4-BE49-F238E27FC236}">
                <a16:creationId xmlns:a16="http://schemas.microsoft.com/office/drawing/2014/main" id="{7FEC0AC6-2FA2-4E66-8F8D-7A382E11A857}"/>
              </a:ext>
            </a:extLst>
          </p:cNvPr>
          <p:cNvSpPr>
            <a:spLocks noGrp="1"/>
          </p:cNvSpPr>
          <p:nvPr/>
        </p:nvSpPr>
        <p:spPr>
          <a:xfrm>
            <a:off x="4245651" y="3451215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" name="d_small_paired_3081">
            <a:extLst>
              <a:ext uri="{FF2B5EF4-FFF2-40B4-BE49-F238E27FC236}">
                <a16:creationId xmlns:a16="http://schemas.microsoft.com/office/drawing/2014/main" id="{D2813B56-512C-478B-89D3-A8381158187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4" name="d_small_paired_3082">
            <a:extLst>
              <a:ext uri="{FF2B5EF4-FFF2-40B4-BE49-F238E27FC236}">
                <a16:creationId xmlns:a16="http://schemas.microsoft.com/office/drawing/2014/main" id="{A9C8448D-913C-4255-B60C-EF186CDCAB4B}"/>
              </a:ext>
            </a:extLst>
          </p:cNvPr>
          <p:cNvSpPr>
            <a:spLocks noGrp="1"/>
          </p:cNvSpPr>
          <p:nvPr/>
        </p:nvSpPr>
        <p:spPr>
          <a:xfrm>
            <a:off x="3308178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5" name="d_small_paired_3083">
            <a:extLst>
              <a:ext uri="{FF2B5EF4-FFF2-40B4-BE49-F238E27FC236}">
                <a16:creationId xmlns:a16="http://schemas.microsoft.com/office/drawing/2014/main" id="{5CC7908A-2296-489B-9774-651C1EFC696A}"/>
              </a:ext>
            </a:extLst>
          </p:cNvPr>
          <p:cNvSpPr>
            <a:spLocks noGrp="1"/>
          </p:cNvSpPr>
          <p:nvPr/>
        </p:nvSpPr>
        <p:spPr>
          <a:xfrm>
            <a:off x="5747031" y="2044674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" name="d_small_paired_3084">
            <a:extLst>
              <a:ext uri="{FF2B5EF4-FFF2-40B4-BE49-F238E27FC236}">
                <a16:creationId xmlns:a16="http://schemas.microsoft.com/office/drawing/2014/main" id="{CB725CE8-2BFC-43C6-B43B-AF4FD833F1BD}"/>
              </a:ext>
            </a:extLst>
          </p:cNvPr>
          <p:cNvSpPr>
            <a:spLocks noGrp="1"/>
          </p:cNvSpPr>
          <p:nvPr/>
        </p:nvSpPr>
        <p:spPr>
          <a:xfrm>
            <a:off x="3191864" y="4454297"/>
            <a:ext cx="136049" cy="136049"/>
          </a:xfrm>
          <a:prstGeom prst="ellipse">
            <a:avLst/>
          </a:prstGeom>
          <a:solidFill>
            <a:srgbClr val="46075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" name="d_small_paired_3085">
            <a:extLst>
              <a:ext uri="{FF2B5EF4-FFF2-40B4-BE49-F238E27FC236}">
                <a16:creationId xmlns:a16="http://schemas.microsoft.com/office/drawing/2014/main" id="{6967C9FC-10FC-46C2-93C8-534F178F8232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70D60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" name="d_small_paired_3086">
            <a:extLst>
              <a:ext uri="{FF2B5EF4-FFF2-40B4-BE49-F238E27FC236}">
                <a16:creationId xmlns:a16="http://schemas.microsoft.com/office/drawing/2014/main" id="{7E3D39F3-EF3C-4A6E-9F3D-B398EA665CA8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" name="d_small_paired_3087">
            <a:extLst>
              <a:ext uri="{FF2B5EF4-FFF2-40B4-BE49-F238E27FC236}">
                <a16:creationId xmlns:a16="http://schemas.microsoft.com/office/drawing/2014/main" id="{9A7D4E2C-7A93-4195-BB78-04BC77FA4F00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1F988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0" name="d_small_paired_3088">
            <a:extLst>
              <a:ext uri="{FF2B5EF4-FFF2-40B4-BE49-F238E27FC236}">
                <a16:creationId xmlns:a16="http://schemas.microsoft.com/office/drawing/2014/main" id="{38604FC1-E559-4C05-B3E3-FFAAFC83C866}"/>
              </a:ext>
            </a:extLst>
          </p:cNvPr>
          <p:cNvSpPr>
            <a:spLocks noGrp="1"/>
          </p:cNvSpPr>
          <p:nvPr/>
        </p:nvSpPr>
        <p:spPr>
          <a:xfrm>
            <a:off x="3709952" y="3451215"/>
            <a:ext cx="136049" cy="136049"/>
          </a:xfrm>
          <a:prstGeom prst="ellipse">
            <a:avLst/>
          </a:prstGeom>
          <a:solidFill>
            <a:srgbClr val="1F9E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d_small_paired_3089">
            <a:extLst>
              <a:ext uri="{FF2B5EF4-FFF2-40B4-BE49-F238E27FC236}">
                <a16:creationId xmlns:a16="http://schemas.microsoft.com/office/drawing/2014/main" id="{C5B67D17-2BF8-4B7C-82B1-448A6C4D814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" name="d_small_paired_3090">
            <a:extLst>
              <a:ext uri="{FF2B5EF4-FFF2-40B4-BE49-F238E27FC236}">
                <a16:creationId xmlns:a16="http://schemas.microsoft.com/office/drawing/2014/main" id="{5EF11C8E-269F-47CC-A2C7-651CDE50033A}"/>
              </a:ext>
            </a:extLst>
          </p:cNvPr>
          <p:cNvSpPr>
            <a:spLocks noGrp="1"/>
          </p:cNvSpPr>
          <p:nvPr/>
        </p:nvSpPr>
        <p:spPr>
          <a:xfrm>
            <a:off x="2986759" y="5101660"/>
            <a:ext cx="136049" cy="136049"/>
          </a:xfrm>
          <a:prstGeom prst="ellipse">
            <a:avLst/>
          </a:prstGeom>
          <a:solidFill>
            <a:srgbClr val="2D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" name="d_small_paired_3091">
            <a:extLst>
              <a:ext uri="{FF2B5EF4-FFF2-40B4-BE49-F238E27FC236}">
                <a16:creationId xmlns:a16="http://schemas.microsoft.com/office/drawing/2014/main" id="{3A055EBE-B2F4-42A3-9D50-770274E1CD6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4" name="d_small_paired_3092">
            <a:extLst>
              <a:ext uri="{FF2B5EF4-FFF2-40B4-BE49-F238E27FC236}">
                <a16:creationId xmlns:a16="http://schemas.microsoft.com/office/drawing/2014/main" id="{9E6D6C9E-C1F5-45A1-9843-EE16EB94C2AF}"/>
              </a:ext>
            </a:extLst>
          </p:cNvPr>
          <p:cNvSpPr>
            <a:spLocks noGrp="1"/>
          </p:cNvSpPr>
          <p:nvPr/>
        </p:nvSpPr>
        <p:spPr>
          <a:xfrm>
            <a:off x="4513500" y="5861858"/>
            <a:ext cx="136049" cy="136049"/>
          </a:xfrm>
          <a:prstGeom prst="ellipse">
            <a:avLst/>
          </a:prstGeom>
          <a:solidFill>
            <a:srgbClr val="355E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d_small_paired_3093">
            <a:extLst>
              <a:ext uri="{FF2B5EF4-FFF2-40B4-BE49-F238E27FC236}">
                <a16:creationId xmlns:a16="http://schemas.microsoft.com/office/drawing/2014/main" id="{52C76D4C-2E10-45B6-AA41-CACCDE6B5108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092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6" name="d_small_paired_3094">
            <a:extLst>
              <a:ext uri="{FF2B5EF4-FFF2-40B4-BE49-F238E27FC236}">
                <a16:creationId xmlns:a16="http://schemas.microsoft.com/office/drawing/2014/main" id="{CB3A6DE8-73DF-4A23-89E4-4605C1406F4C}"/>
              </a:ext>
            </a:extLst>
          </p:cNvPr>
          <p:cNvSpPr>
            <a:spLocks noGrp="1"/>
          </p:cNvSpPr>
          <p:nvPr/>
        </p:nvSpPr>
        <p:spPr>
          <a:xfrm>
            <a:off x="3910839" y="2446780"/>
            <a:ext cx="136049" cy="136049"/>
          </a:xfrm>
          <a:prstGeom prst="ellipse">
            <a:avLst/>
          </a:prstGeom>
          <a:solidFill>
            <a:srgbClr val="268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7" name="d_small_paired_3095">
            <a:extLst>
              <a:ext uri="{FF2B5EF4-FFF2-40B4-BE49-F238E27FC236}">
                <a16:creationId xmlns:a16="http://schemas.microsoft.com/office/drawing/2014/main" id="{605D4343-F074-4F24-8608-F18492EEEB2C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B7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8" name="d_small_paired_3096">
            <a:extLst>
              <a:ext uri="{FF2B5EF4-FFF2-40B4-BE49-F238E27FC236}">
                <a16:creationId xmlns:a16="http://schemas.microsoft.com/office/drawing/2014/main" id="{BFBFD867-7088-4844-81D1-D6E1F7F93230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264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d_small_paired_3097">
            <a:extLst>
              <a:ext uri="{FF2B5EF4-FFF2-40B4-BE49-F238E27FC236}">
                <a16:creationId xmlns:a16="http://schemas.microsoft.com/office/drawing/2014/main" id="{90ED8ECC-1E33-49CB-B20E-323045D0F5BD}"/>
              </a:ext>
            </a:extLst>
          </p:cNvPr>
          <p:cNvSpPr>
            <a:spLocks noGrp="1"/>
          </p:cNvSpPr>
          <p:nvPr/>
        </p:nvSpPr>
        <p:spPr>
          <a:xfrm>
            <a:off x="3119293" y="5182495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0" name="d_small_paired_3098">
            <a:extLst>
              <a:ext uri="{FF2B5EF4-FFF2-40B4-BE49-F238E27FC236}">
                <a16:creationId xmlns:a16="http://schemas.microsoft.com/office/drawing/2014/main" id="{A4BE42A4-DD42-4E6F-B5EF-638312D6CBB7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481A6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1" name="d_small_paired_3099">
            <a:extLst>
              <a:ext uri="{FF2B5EF4-FFF2-40B4-BE49-F238E27FC236}">
                <a16:creationId xmlns:a16="http://schemas.microsoft.com/office/drawing/2014/main" id="{F85B15A7-873D-4960-8E46-583CB088A54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2" name="d_small_paired_3100">
            <a:extLst>
              <a:ext uri="{FF2B5EF4-FFF2-40B4-BE49-F238E27FC236}">
                <a16:creationId xmlns:a16="http://schemas.microsoft.com/office/drawing/2014/main" id="{21C014E6-76FF-4445-9886-5965D268FC16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1467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" name="d_small_paired_3101">
            <a:extLst>
              <a:ext uri="{FF2B5EF4-FFF2-40B4-BE49-F238E27FC236}">
                <a16:creationId xmlns:a16="http://schemas.microsoft.com/office/drawing/2014/main" id="{DDC7EDE3-E35A-44A7-B499-9554FF09A645}"/>
              </a:ext>
            </a:extLst>
          </p:cNvPr>
          <p:cNvSpPr>
            <a:spLocks noGrp="1"/>
          </p:cNvSpPr>
          <p:nvPr/>
        </p:nvSpPr>
        <p:spPr>
          <a:xfrm>
            <a:off x="2102857" y="5559919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" name="d_small_paired_3102">
            <a:extLst>
              <a:ext uri="{FF2B5EF4-FFF2-40B4-BE49-F238E27FC236}">
                <a16:creationId xmlns:a16="http://schemas.microsoft.com/office/drawing/2014/main" id="{229F4D7F-2269-45BB-A9B0-816BE7075D1E}"/>
              </a:ext>
            </a:extLst>
          </p:cNvPr>
          <p:cNvSpPr>
            <a:spLocks noGrp="1"/>
          </p:cNvSpPr>
          <p:nvPr/>
        </p:nvSpPr>
        <p:spPr>
          <a:xfrm>
            <a:off x="2102857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5" name="d_small_paired_3103">
            <a:extLst>
              <a:ext uri="{FF2B5EF4-FFF2-40B4-BE49-F238E27FC236}">
                <a16:creationId xmlns:a16="http://schemas.microsoft.com/office/drawing/2014/main" id="{810EFB49-5E40-440E-87B2-39FA2F73F5B5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6" name="d_small_paired_3104">
            <a:extLst>
              <a:ext uri="{FF2B5EF4-FFF2-40B4-BE49-F238E27FC236}">
                <a16:creationId xmlns:a16="http://schemas.microsoft.com/office/drawing/2014/main" id="{7E1F62B4-09E1-48E6-9927-FE1B8634B9DC}"/>
              </a:ext>
            </a:extLst>
          </p:cNvPr>
          <p:cNvSpPr>
            <a:spLocks noGrp="1"/>
          </p:cNvSpPr>
          <p:nvPr/>
        </p:nvSpPr>
        <p:spPr>
          <a:xfrm>
            <a:off x="2181777" y="6587204"/>
            <a:ext cx="136049" cy="136049"/>
          </a:xfrm>
          <a:prstGeom prst="ellipse">
            <a:avLst/>
          </a:prstGeom>
          <a:solidFill>
            <a:srgbClr val="4EC36B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7" name="d_small_paired_3105">
            <a:extLst>
              <a:ext uri="{FF2B5EF4-FFF2-40B4-BE49-F238E27FC236}">
                <a16:creationId xmlns:a16="http://schemas.microsoft.com/office/drawing/2014/main" id="{375B0C5C-070E-4738-A18B-C3A92115A0A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F47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8" name="d_small_paired_3106">
            <a:extLst>
              <a:ext uri="{FF2B5EF4-FFF2-40B4-BE49-F238E27FC236}">
                <a16:creationId xmlns:a16="http://schemas.microsoft.com/office/drawing/2014/main" id="{694E62DD-1391-47AB-9EAE-8489AD1C9488}"/>
              </a:ext>
            </a:extLst>
          </p:cNvPr>
          <p:cNvSpPr>
            <a:spLocks noGrp="1"/>
          </p:cNvSpPr>
          <p:nvPr/>
        </p:nvSpPr>
        <p:spPr>
          <a:xfrm>
            <a:off x="3709952" y="6665406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9" name="d_small_paired_3107">
            <a:extLst>
              <a:ext uri="{FF2B5EF4-FFF2-40B4-BE49-F238E27FC236}">
                <a16:creationId xmlns:a16="http://schemas.microsoft.com/office/drawing/2014/main" id="{2C3DA56D-8779-4393-AFC7-C63A99EC3187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363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0" name="d_small_paired_3108">
            <a:extLst>
              <a:ext uri="{FF2B5EF4-FFF2-40B4-BE49-F238E27FC236}">
                <a16:creationId xmlns:a16="http://schemas.microsoft.com/office/drawing/2014/main" id="{BE12CBC8-FF17-46C9-8065-5D8AAFE6266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" name="d_small_paired_3109">
            <a:extLst>
              <a:ext uri="{FF2B5EF4-FFF2-40B4-BE49-F238E27FC236}">
                <a16:creationId xmlns:a16="http://schemas.microsoft.com/office/drawing/2014/main" id="{2A38D78F-8CC1-4CF8-B1F9-2616113A8A79}"/>
              </a:ext>
            </a:extLst>
          </p:cNvPr>
          <p:cNvSpPr>
            <a:spLocks noGrp="1"/>
          </p:cNvSpPr>
          <p:nvPr/>
        </p:nvSpPr>
        <p:spPr>
          <a:xfrm>
            <a:off x="6005803" y="2245893"/>
            <a:ext cx="136049" cy="136049"/>
          </a:xfrm>
          <a:prstGeom prst="ellipse">
            <a:avLst/>
          </a:prstGeom>
          <a:solidFill>
            <a:srgbClr val="278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" name="d_small_paired_3110">
            <a:extLst>
              <a:ext uri="{FF2B5EF4-FFF2-40B4-BE49-F238E27FC236}">
                <a16:creationId xmlns:a16="http://schemas.microsoft.com/office/drawing/2014/main" id="{3B240FDD-2448-40E2-8B28-E4917287CDD9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E4A8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3" name="d_small_paired_3111">
            <a:extLst>
              <a:ext uri="{FF2B5EF4-FFF2-40B4-BE49-F238E27FC236}">
                <a16:creationId xmlns:a16="http://schemas.microsoft.com/office/drawing/2014/main" id="{BD43BAF6-F6D1-471E-9F78-27984B449E3D}"/>
              </a:ext>
            </a:extLst>
          </p:cNvPr>
          <p:cNvSpPr>
            <a:spLocks noGrp="1"/>
          </p:cNvSpPr>
          <p:nvPr/>
        </p:nvSpPr>
        <p:spPr>
          <a:xfrm>
            <a:off x="3241216" y="4254763"/>
            <a:ext cx="136049" cy="136049"/>
          </a:xfrm>
          <a:prstGeom prst="ellipse">
            <a:avLst/>
          </a:prstGeom>
          <a:solidFill>
            <a:srgbClr val="2AB07F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4" name="d_small_paired_3112">
            <a:extLst>
              <a:ext uri="{FF2B5EF4-FFF2-40B4-BE49-F238E27FC236}">
                <a16:creationId xmlns:a16="http://schemas.microsoft.com/office/drawing/2014/main" id="{ECA31110-23E4-493A-9E8F-0F79FC07F169}"/>
              </a:ext>
            </a:extLst>
          </p:cNvPr>
          <p:cNvSpPr>
            <a:spLocks noGrp="1"/>
          </p:cNvSpPr>
          <p:nvPr/>
        </p:nvSpPr>
        <p:spPr>
          <a:xfrm>
            <a:off x="2263566" y="3940040"/>
            <a:ext cx="136049" cy="136049"/>
          </a:xfrm>
          <a:prstGeom prst="ellipse">
            <a:avLst/>
          </a:prstGeom>
          <a:solidFill>
            <a:srgbClr val="460A5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5" name="d_small_paired_3113">
            <a:extLst>
              <a:ext uri="{FF2B5EF4-FFF2-40B4-BE49-F238E27FC236}">
                <a16:creationId xmlns:a16="http://schemas.microsoft.com/office/drawing/2014/main" id="{48467528-C31A-41F0-9ECF-8B0835CF24D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6" name="d_small_paired_3114">
            <a:extLst>
              <a:ext uri="{FF2B5EF4-FFF2-40B4-BE49-F238E27FC236}">
                <a16:creationId xmlns:a16="http://schemas.microsoft.com/office/drawing/2014/main" id="{9B2B2414-35B8-4B42-B7DF-3699DFD9071A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7" name="d_small_paired_3115">
            <a:extLst>
              <a:ext uri="{FF2B5EF4-FFF2-40B4-BE49-F238E27FC236}">
                <a16:creationId xmlns:a16="http://schemas.microsoft.com/office/drawing/2014/main" id="{5439E87B-3300-4157-929E-E86F9183137E}"/>
              </a:ext>
            </a:extLst>
          </p:cNvPr>
          <p:cNvSpPr>
            <a:spLocks noGrp="1"/>
          </p:cNvSpPr>
          <p:nvPr/>
        </p:nvSpPr>
        <p:spPr>
          <a:xfrm>
            <a:off x="6924144" y="4254763"/>
            <a:ext cx="136049" cy="136049"/>
          </a:xfrm>
          <a:prstGeom prst="ellipse">
            <a:avLst/>
          </a:prstGeom>
          <a:solidFill>
            <a:srgbClr val="3265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8" name="d_small_paired_3116">
            <a:extLst>
              <a:ext uri="{FF2B5EF4-FFF2-40B4-BE49-F238E27FC236}">
                <a16:creationId xmlns:a16="http://schemas.microsoft.com/office/drawing/2014/main" id="{73BDAF00-1624-4AD4-A763-FA1D18951AE3}"/>
              </a:ext>
            </a:extLst>
          </p:cNvPr>
          <p:cNvSpPr>
            <a:spLocks noGrp="1"/>
          </p:cNvSpPr>
          <p:nvPr/>
        </p:nvSpPr>
        <p:spPr>
          <a:xfrm>
            <a:off x="5546633" y="3221630"/>
            <a:ext cx="136049" cy="136049"/>
          </a:xfrm>
          <a:prstGeom prst="ellipse">
            <a:avLst/>
          </a:prstGeom>
          <a:solidFill>
            <a:srgbClr val="2A7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9" name="d_small_paired_3117">
            <a:extLst>
              <a:ext uri="{FF2B5EF4-FFF2-40B4-BE49-F238E27FC236}">
                <a16:creationId xmlns:a16="http://schemas.microsoft.com/office/drawing/2014/main" id="{897B3943-37B4-4E5F-B6A8-1E48C495BFD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0" name="d_small_paired_3118">
            <a:extLst>
              <a:ext uri="{FF2B5EF4-FFF2-40B4-BE49-F238E27FC236}">
                <a16:creationId xmlns:a16="http://schemas.microsoft.com/office/drawing/2014/main" id="{3946A0A1-68EB-45C2-ABB8-9A6DF839352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28B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1" name="d_small_paired_3119">
            <a:extLst>
              <a:ext uri="{FF2B5EF4-FFF2-40B4-BE49-F238E27FC236}">
                <a16:creationId xmlns:a16="http://schemas.microsoft.com/office/drawing/2014/main" id="{C05CE9AB-2EBA-4818-8535-3F5B9F8A0E0A}"/>
              </a:ext>
            </a:extLst>
          </p:cNvPr>
          <p:cNvSpPr>
            <a:spLocks noGrp="1"/>
          </p:cNvSpPr>
          <p:nvPr/>
        </p:nvSpPr>
        <p:spPr>
          <a:xfrm>
            <a:off x="2820408" y="5206016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2" name="d_small_paired_3120">
            <a:extLst>
              <a:ext uri="{FF2B5EF4-FFF2-40B4-BE49-F238E27FC236}">
                <a16:creationId xmlns:a16="http://schemas.microsoft.com/office/drawing/2014/main" id="{275BFCFF-1CEC-4484-A03A-6D07A5C3372B}"/>
              </a:ext>
            </a:extLst>
          </p:cNvPr>
          <p:cNvSpPr>
            <a:spLocks noGrp="1"/>
          </p:cNvSpPr>
          <p:nvPr/>
        </p:nvSpPr>
        <p:spPr>
          <a:xfrm>
            <a:off x="5045402" y="2088458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3" name="d_small_paired_3121">
            <a:extLst>
              <a:ext uri="{FF2B5EF4-FFF2-40B4-BE49-F238E27FC236}">
                <a16:creationId xmlns:a16="http://schemas.microsoft.com/office/drawing/2014/main" id="{63C3D323-5B58-49D8-823D-227146AB362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4" name="d_small_paired_3122">
            <a:extLst>
              <a:ext uri="{FF2B5EF4-FFF2-40B4-BE49-F238E27FC236}">
                <a16:creationId xmlns:a16="http://schemas.microsoft.com/office/drawing/2014/main" id="{F05CF631-DDDD-4EE8-AD8F-44B009C37C7F}"/>
              </a:ext>
            </a:extLst>
          </p:cNvPr>
          <p:cNvSpPr>
            <a:spLocks noGrp="1"/>
          </p:cNvSpPr>
          <p:nvPr/>
        </p:nvSpPr>
        <p:spPr>
          <a:xfrm>
            <a:off x="2107224" y="5460084"/>
            <a:ext cx="136049" cy="136049"/>
          </a:xfrm>
          <a:prstGeom prst="ellipse">
            <a:avLst/>
          </a:prstGeom>
          <a:solidFill>
            <a:srgbClr val="3461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5" name="d_small_paired_3123">
            <a:extLst>
              <a:ext uri="{FF2B5EF4-FFF2-40B4-BE49-F238E27FC236}">
                <a16:creationId xmlns:a16="http://schemas.microsoft.com/office/drawing/2014/main" id="{6D4085D0-6504-4FA0-AD91-54638C55640F}"/>
              </a:ext>
            </a:extLst>
          </p:cNvPr>
          <p:cNvSpPr>
            <a:spLocks noGrp="1"/>
          </p:cNvSpPr>
          <p:nvPr/>
        </p:nvSpPr>
        <p:spPr>
          <a:xfrm>
            <a:off x="2906405" y="5326160"/>
            <a:ext cx="136049" cy="136049"/>
          </a:xfrm>
          <a:prstGeom prst="ellipse">
            <a:avLst/>
          </a:prstGeom>
          <a:solidFill>
            <a:srgbClr val="453781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6" name="d_small_paired_3124">
            <a:extLst>
              <a:ext uri="{FF2B5EF4-FFF2-40B4-BE49-F238E27FC236}">
                <a16:creationId xmlns:a16="http://schemas.microsoft.com/office/drawing/2014/main" id="{F2D31D63-1984-4270-877F-AA54A5797064}"/>
              </a:ext>
            </a:extLst>
          </p:cNvPr>
          <p:cNvSpPr>
            <a:spLocks noGrp="1"/>
          </p:cNvSpPr>
          <p:nvPr/>
        </p:nvSpPr>
        <p:spPr>
          <a:xfrm>
            <a:off x="5718822" y="4254763"/>
            <a:ext cx="136049" cy="136049"/>
          </a:xfrm>
          <a:prstGeom prst="ellipse">
            <a:avLst/>
          </a:prstGeom>
          <a:solidFill>
            <a:srgbClr val="297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7" name="d_small_paired_3125">
            <a:extLst>
              <a:ext uri="{FF2B5EF4-FFF2-40B4-BE49-F238E27FC236}">
                <a16:creationId xmlns:a16="http://schemas.microsoft.com/office/drawing/2014/main" id="{957BAF9B-1042-4BC0-BFB8-1F91B6ECAA7A}"/>
              </a:ext>
            </a:extLst>
          </p:cNvPr>
          <p:cNvSpPr>
            <a:spLocks noGrp="1"/>
          </p:cNvSpPr>
          <p:nvPr/>
        </p:nvSpPr>
        <p:spPr>
          <a:xfrm>
            <a:off x="2102857" y="5976651"/>
            <a:ext cx="136049" cy="136049"/>
          </a:xfrm>
          <a:prstGeom prst="ellipse">
            <a:avLst/>
          </a:prstGeom>
          <a:solidFill>
            <a:srgbClr val="3858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8" name="d_small_paired_3126">
            <a:extLst>
              <a:ext uri="{FF2B5EF4-FFF2-40B4-BE49-F238E27FC236}">
                <a16:creationId xmlns:a16="http://schemas.microsoft.com/office/drawing/2014/main" id="{40A03243-3034-4D49-BD1A-F58AB111393A}"/>
              </a:ext>
            </a:extLst>
          </p:cNvPr>
          <p:cNvSpPr>
            <a:spLocks noGrp="1"/>
          </p:cNvSpPr>
          <p:nvPr/>
        </p:nvSpPr>
        <p:spPr>
          <a:xfrm>
            <a:off x="5718822" y="3049441"/>
            <a:ext cx="136049" cy="136049"/>
          </a:xfrm>
          <a:prstGeom prst="ellipse">
            <a:avLst/>
          </a:prstGeom>
          <a:solidFill>
            <a:srgbClr val="287C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59" name="d_small_paired_3127">
            <a:extLst>
              <a:ext uri="{FF2B5EF4-FFF2-40B4-BE49-F238E27FC236}">
                <a16:creationId xmlns:a16="http://schemas.microsoft.com/office/drawing/2014/main" id="{9F02FCAC-060B-4F40-A03B-C732E9565190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0" name="d_small_paired_3128">
            <a:extLst>
              <a:ext uri="{FF2B5EF4-FFF2-40B4-BE49-F238E27FC236}">
                <a16:creationId xmlns:a16="http://schemas.microsoft.com/office/drawing/2014/main" id="{C5927CE2-4DAD-4927-A70F-6540EAB551B0}"/>
              </a:ext>
            </a:extLst>
          </p:cNvPr>
          <p:cNvSpPr>
            <a:spLocks noGrp="1"/>
          </p:cNvSpPr>
          <p:nvPr/>
        </p:nvSpPr>
        <p:spPr>
          <a:xfrm>
            <a:off x="6924144" y="339094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1" name="d_small_paired_3129">
            <a:extLst>
              <a:ext uri="{FF2B5EF4-FFF2-40B4-BE49-F238E27FC236}">
                <a16:creationId xmlns:a16="http://schemas.microsoft.com/office/drawing/2014/main" id="{D28F1E57-DD03-43BE-9DA9-ADE3D54364CC}"/>
              </a:ext>
            </a:extLst>
          </p:cNvPr>
          <p:cNvSpPr>
            <a:spLocks noGrp="1"/>
          </p:cNvSpPr>
          <p:nvPr/>
        </p:nvSpPr>
        <p:spPr>
          <a:xfrm>
            <a:off x="6718265" y="1844119"/>
            <a:ext cx="136049" cy="136049"/>
          </a:xfrm>
          <a:prstGeom prst="ellipse">
            <a:avLst/>
          </a:prstGeom>
          <a:solidFill>
            <a:srgbClr val="34B679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2" name="d_small_paired_3130">
            <a:extLst>
              <a:ext uri="{FF2B5EF4-FFF2-40B4-BE49-F238E27FC236}">
                <a16:creationId xmlns:a16="http://schemas.microsoft.com/office/drawing/2014/main" id="{CDA647A7-AF57-4EF9-BA18-5E527B4B4765}"/>
              </a:ext>
            </a:extLst>
          </p:cNvPr>
          <p:cNvSpPr>
            <a:spLocks noGrp="1"/>
          </p:cNvSpPr>
          <p:nvPr/>
        </p:nvSpPr>
        <p:spPr>
          <a:xfrm>
            <a:off x="6924144" y="4389880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3" name="d_small_paired_3131">
            <a:extLst>
              <a:ext uri="{FF2B5EF4-FFF2-40B4-BE49-F238E27FC236}">
                <a16:creationId xmlns:a16="http://schemas.microsoft.com/office/drawing/2014/main" id="{A3DA1C38-879E-4A60-BE31-9607D8B8D5F2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46327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4" name="d_small_paired_3132">
            <a:extLst>
              <a:ext uri="{FF2B5EF4-FFF2-40B4-BE49-F238E27FC236}">
                <a16:creationId xmlns:a16="http://schemas.microsoft.com/office/drawing/2014/main" id="{5D3F14D5-7295-4CC1-A3C5-493F1896B4F5}"/>
              </a:ext>
            </a:extLst>
          </p:cNvPr>
          <p:cNvSpPr>
            <a:spLocks noGrp="1"/>
          </p:cNvSpPr>
          <p:nvPr/>
        </p:nvSpPr>
        <p:spPr>
          <a:xfrm>
            <a:off x="4739498" y="3049441"/>
            <a:ext cx="136049" cy="136049"/>
          </a:xfrm>
          <a:prstGeom prst="ellipse">
            <a:avLst/>
          </a:prstGeom>
          <a:solidFill>
            <a:srgbClr val="25AC8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5" name="d_small_paired_3133">
            <a:extLst>
              <a:ext uri="{FF2B5EF4-FFF2-40B4-BE49-F238E27FC236}">
                <a16:creationId xmlns:a16="http://schemas.microsoft.com/office/drawing/2014/main" id="{631AF04A-2A0D-4446-BB37-D16ECB70DBF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E6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6" name="d_small_paired_3134">
            <a:extLst>
              <a:ext uri="{FF2B5EF4-FFF2-40B4-BE49-F238E27FC236}">
                <a16:creationId xmlns:a16="http://schemas.microsoft.com/office/drawing/2014/main" id="{5706ADB0-2B75-4289-91D6-CF514FD5D731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77E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7" name="d_small_paired_3135">
            <a:extLst>
              <a:ext uri="{FF2B5EF4-FFF2-40B4-BE49-F238E27FC236}">
                <a16:creationId xmlns:a16="http://schemas.microsoft.com/office/drawing/2014/main" id="{693D336C-14B7-44A4-96A8-8E234F52E059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306A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8" name="d_small_paired_3136">
            <a:extLst>
              <a:ext uri="{FF2B5EF4-FFF2-40B4-BE49-F238E27FC236}">
                <a16:creationId xmlns:a16="http://schemas.microsoft.com/office/drawing/2014/main" id="{FC9081FC-4900-4548-996E-E39CABFE1AB7}"/>
              </a:ext>
            </a:extLst>
          </p:cNvPr>
          <p:cNvSpPr>
            <a:spLocks noGrp="1"/>
          </p:cNvSpPr>
          <p:nvPr/>
        </p:nvSpPr>
        <p:spPr>
          <a:xfrm>
            <a:off x="2991021" y="6585051"/>
            <a:ext cx="136049" cy="136049"/>
          </a:xfrm>
          <a:prstGeom prst="ellipse">
            <a:avLst/>
          </a:prstGeom>
          <a:solidFill>
            <a:srgbClr val="472E7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69" name="d_small_paired_3137">
            <a:extLst>
              <a:ext uri="{FF2B5EF4-FFF2-40B4-BE49-F238E27FC236}">
                <a16:creationId xmlns:a16="http://schemas.microsoft.com/office/drawing/2014/main" id="{A3B585AD-1A44-40CD-86A3-02EF9C04B662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0" name="d_small_paired_3138">
            <a:extLst>
              <a:ext uri="{FF2B5EF4-FFF2-40B4-BE49-F238E27FC236}">
                <a16:creationId xmlns:a16="http://schemas.microsoft.com/office/drawing/2014/main" id="{59F7C36F-F028-42D6-9597-5DD7C73119DE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C72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1" name="d_small_paired_3139">
            <a:extLst>
              <a:ext uri="{FF2B5EF4-FFF2-40B4-BE49-F238E27FC236}">
                <a16:creationId xmlns:a16="http://schemas.microsoft.com/office/drawing/2014/main" id="{5BF2BFEB-BE67-4279-8CE2-E62A99BDE2C8}"/>
              </a:ext>
            </a:extLst>
          </p:cNvPr>
          <p:cNvSpPr>
            <a:spLocks noGrp="1"/>
          </p:cNvSpPr>
          <p:nvPr/>
        </p:nvSpPr>
        <p:spPr>
          <a:xfrm>
            <a:off x="2102857" y="6636708"/>
            <a:ext cx="136049" cy="136049"/>
          </a:xfrm>
          <a:prstGeom prst="ellipse">
            <a:avLst/>
          </a:prstGeom>
          <a:solidFill>
            <a:srgbClr val="365D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2" name="d_small_paired_3140">
            <a:extLst>
              <a:ext uri="{FF2B5EF4-FFF2-40B4-BE49-F238E27FC236}">
                <a16:creationId xmlns:a16="http://schemas.microsoft.com/office/drawing/2014/main" id="{293C9918-2676-4998-93A3-C26818410084}"/>
              </a:ext>
            </a:extLst>
          </p:cNvPr>
          <p:cNvSpPr>
            <a:spLocks noGrp="1"/>
          </p:cNvSpPr>
          <p:nvPr/>
        </p:nvSpPr>
        <p:spPr>
          <a:xfrm>
            <a:off x="6924144" y="5058310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3" name="d_small_paired_3141">
            <a:extLst>
              <a:ext uri="{FF2B5EF4-FFF2-40B4-BE49-F238E27FC236}">
                <a16:creationId xmlns:a16="http://schemas.microsoft.com/office/drawing/2014/main" id="{01CBD382-58F5-4BB0-BF23-A39BB2AFE687}"/>
              </a:ext>
            </a:extLst>
          </p:cNvPr>
          <p:cNvSpPr>
            <a:spLocks noGrp="1"/>
          </p:cNvSpPr>
          <p:nvPr/>
        </p:nvSpPr>
        <p:spPr>
          <a:xfrm>
            <a:off x="6809351" y="1844119"/>
            <a:ext cx="136049" cy="136049"/>
          </a:xfrm>
          <a:prstGeom prst="ellipse">
            <a:avLst/>
          </a:prstGeom>
          <a:solidFill>
            <a:srgbClr val="3D4D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4" name="d_small_paired_3142">
            <a:extLst>
              <a:ext uri="{FF2B5EF4-FFF2-40B4-BE49-F238E27FC236}">
                <a16:creationId xmlns:a16="http://schemas.microsoft.com/office/drawing/2014/main" id="{DBFC0095-99D2-44DC-BC90-152BACAE383D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5" name="d_small_paired_3143">
            <a:extLst>
              <a:ext uri="{FF2B5EF4-FFF2-40B4-BE49-F238E27FC236}">
                <a16:creationId xmlns:a16="http://schemas.microsoft.com/office/drawing/2014/main" id="{50661F33-78F2-4467-A1F8-B8D475BDF0E3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55F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6" name="d_small_paired_3144">
            <a:extLst>
              <a:ext uri="{FF2B5EF4-FFF2-40B4-BE49-F238E27FC236}">
                <a16:creationId xmlns:a16="http://schemas.microsoft.com/office/drawing/2014/main" id="{570503B9-4F5B-4A9F-B271-D6859148BA9A}"/>
              </a:ext>
            </a:extLst>
          </p:cNvPr>
          <p:cNvSpPr>
            <a:spLocks noGrp="1"/>
          </p:cNvSpPr>
          <p:nvPr/>
        </p:nvSpPr>
        <p:spPr>
          <a:xfrm>
            <a:off x="2178189" y="6665406"/>
            <a:ext cx="136049" cy="136049"/>
          </a:xfrm>
          <a:prstGeom prst="ellipse">
            <a:avLst/>
          </a:prstGeom>
          <a:solidFill>
            <a:srgbClr val="5EC962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7" name="d_small_paired_3145">
            <a:extLst>
              <a:ext uri="{FF2B5EF4-FFF2-40B4-BE49-F238E27FC236}">
                <a16:creationId xmlns:a16="http://schemas.microsoft.com/office/drawing/2014/main" id="{04AEF781-BE06-4FB0-ADE0-9C098D8EE4A9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362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8" name="d_small_paired_3146">
            <a:extLst>
              <a:ext uri="{FF2B5EF4-FFF2-40B4-BE49-F238E27FC236}">
                <a16:creationId xmlns:a16="http://schemas.microsoft.com/office/drawing/2014/main" id="{E2171C26-510D-4750-9BDE-69F8190C80C1}"/>
              </a:ext>
            </a:extLst>
          </p:cNvPr>
          <p:cNvSpPr>
            <a:spLocks noGrp="1"/>
          </p:cNvSpPr>
          <p:nvPr/>
        </p:nvSpPr>
        <p:spPr>
          <a:xfrm>
            <a:off x="2102857" y="5330624"/>
            <a:ext cx="136049" cy="136049"/>
          </a:xfrm>
          <a:prstGeom prst="ellipse">
            <a:avLst/>
          </a:prstGeom>
          <a:solidFill>
            <a:srgbClr val="2F6B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79" name="d_small_paired_3147">
            <a:extLst>
              <a:ext uri="{FF2B5EF4-FFF2-40B4-BE49-F238E27FC236}">
                <a16:creationId xmlns:a16="http://schemas.microsoft.com/office/drawing/2014/main" id="{69EB5117-3288-4EAF-83D7-E9265B8D95F3}"/>
              </a:ext>
            </a:extLst>
          </p:cNvPr>
          <p:cNvSpPr>
            <a:spLocks noGrp="1"/>
          </p:cNvSpPr>
          <p:nvPr/>
        </p:nvSpPr>
        <p:spPr>
          <a:xfrm>
            <a:off x="3245043" y="4999465"/>
            <a:ext cx="136049" cy="136049"/>
          </a:xfrm>
          <a:prstGeom prst="ellipse">
            <a:avLst/>
          </a:prstGeom>
          <a:solidFill>
            <a:srgbClr val="219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0" name="d_small_paired_3148">
            <a:extLst>
              <a:ext uri="{FF2B5EF4-FFF2-40B4-BE49-F238E27FC236}">
                <a16:creationId xmlns:a16="http://schemas.microsoft.com/office/drawing/2014/main" id="{E3F2F9C8-FD3F-4BB2-959C-5AF12C3E61E0}"/>
              </a:ext>
            </a:extLst>
          </p:cNvPr>
          <p:cNvSpPr>
            <a:spLocks noGrp="1"/>
          </p:cNvSpPr>
          <p:nvPr/>
        </p:nvSpPr>
        <p:spPr>
          <a:xfrm>
            <a:off x="2102857" y="6327916"/>
            <a:ext cx="136049" cy="136049"/>
          </a:xfrm>
          <a:prstGeom prst="ellipse">
            <a:avLst/>
          </a:prstGeom>
          <a:solidFill>
            <a:srgbClr val="3069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1" name="d_small_paired_3149">
            <a:extLst>
              <a:ext uri="{FF2B5EF4-FFF2-40B4-BE49-F238E27FC236}">
                <a16:creationId xmlns:a16="http://schemas.microsoft.com/office/drawing/2014/main" id="{82FA340D-F932-4467-B21E-7ED6173A42BA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482475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2" name="d_small_paired_3150">
            <a:extLst>
              <a:ext uri="{FF2B5EF4-FFF2-40B4-BE49-F238E27FC236}">
                <a16:creationId xmlns:a16="http://schemas.microsoft.com/office/drawing/2014/main" id="{F910DB86-B220-4B4C-A56F-0173B7DD52DE}"/>
              </a:ext>
            </a:extLst>
          </p:cNvPr>
          <p:cNvSpPr>
            <a:spLocks noGrp="1"/>
          </p:cNvSpPr>
          <p:nvPr/>
        </p:nvSpPr>
        <p:spPr>
          <a:xfrm>
            <a:off x="2263566" y="6665406"/>
            <a:ext cx="136049" cy="136049"/>
          </a:xfrm>
          <a:prstGeom prst="ellipse">
            <a:avLst/>
          </a:prstGeom>
          <a:solidFill>
            <a:srgbClr val="2C71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3" name="d_small_paired_3151">
            <a:extLst>
              <a:ext uri="{FF2B5EF4-FFF2-40B4-BE49-F238E27FC236}">
                <a16:creationId xmlns:a16="http://schemas.microsoft.com/office/drawing/2014/main" id="{B441135D-B4FA-4DFF-A172-4F886C2263A7}"/>
              </a:ext>
            </a:extLst>
          </p:cNvPr>
          <p:cNvSpPr>
            <a:spLocks noGrp="1"/>
          </p:cNvSpPr>
          <p:nvPr/>
        </p:nvSpPr>
        <p:spPr>
          <a:xfrm>
            <a:off x="3195026" y="1844119"/>
            <a:ext cx="136049" cy="136049"/>
          </a:xfrm>
          <a:prstGeom prst="ellipse">
            <a:avLst/>
          </a:prstGeom>
          <a:solidFill>
            <a:srgbClr val="1F9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4" name="d_small_paired_3152">
            <a:extLst>
              <a:ext uri="{FF2B5EF4-FFF2-40B4-BE49-F238E27FC236}">
                <a16:creationId xmlns:a16="http://schemas.microsoft.com/office/drawing/2014/main" id="{5AC2C72E-030A-47DF-BB54-8450A909437F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5" name="d_small_paired_3153">
            <a:extLst>
              <a:ext uri="{FF2B5EF4-FFF2-40B4-BE49-F238E27FC236}">
                <a16:creationId xmlns:a16="http://schemas.microsoft.com/office/drawing/2014/main" id="{D1305CA6-0E38-4345-B47A-5FF285250347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3C4F8A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6" name="d_small_paired_3154">
            <a:extLst>
              <a:ext uri="{FF2B5EF4-FFF2-40B4-BE49-F238E27FC236}">
                <a16:creationId xmlns:a16="http://schemas.microsoft.com/office/drawing/2014/main" id="{09315E04-5CB8-4CE6-A044-2BD049ED9AAF}"/>
              </a:ext>
            </a:extLst>
          </p:cNvPr>
          <p:cNvSpPr>
            <a:spLocks noGrp="1"/>
          </p:cNvSpPr>
          <p:nvPr/>
        </p:nvSpPr>
        <p:spPr>
          <a:xfrm>
            <a:off x="2102857" y="5861858"/>
            <a:ext cx="136049" cy="136049"/>
          </a:xfrm>
          <a:prstGeom prst="ellipse">
            <a:avLst/>
          </a:prstGeom>
          <a:solidFill>
            <a:srgbClr val="2D70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7" name="d_small_paired_3155">
            <a:extLst>
              <a:ext uri="{FF2B5EF4-FFF2-40B4-BE49-F238E27FC236}">
                <a16:creationId xmlns:a16="http://schemas.microsoft.com/office/drawing/2014/main" id="{FB62E863-33AB-4191-8083-85D78D0F066E}"/>
              </a:ext>
            </a:extLst>
          </p:cNvPr>
          <p:cNvSpPr>
            <a:spLocks noGrp="1"/>
          </p:cNvSpPr>
          <p:nvPr/>
        </p:nvSpPr>
        <p:spPr>
          <a:xfrm>
            <a:off x="2102857" y="5647579"/>
            <a:ext cx="136049" cy="136049"/>
          </a:xfrm>
          <a:prstGeom prst="ellipse">
            <a:avLst/>
          </a:prstGeom>
          <a:solidFill>
            <a:srgbClr val="238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8" name="d_small_paired_3156">
            <a:extLst>
              <a:ext uri="{FF2B5EF4-FFF2-40B4-BE49-F238E27FC236}">
                <a16:creationId xmlns:a16="http://schemas.microsoft.com/office/drawing/2014/main" id="{1E0A09A0-E53D-4AEB-84A4-0A6CD6D15C62}"/>
              </a:ext>
            </a:extLst>
          </p:cNvPr>
          <p:cNvSpPr>
            <a:spLocks noGrp="1"/>
          </p:cNvSpPr>
          <p:nvPr/>
        </p:nvSpPr>
        <p:spPr>
          <a:xfrm>
            <a:off x="6924144" y="4656537"/>
            <a:ext cx="136049" cy="136049"/>
          </a:xfrm>
          <a:prstGeom prst="ellipse">
            <a:avLst/>
          </a:prstGeom>
          <a:solidFill>
            <a:srgbClr val="375A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89" name="d_small_paired_3157">
            <a:extLst>
              <a:ext uri="{FF2B5EF4-FFF2-40B4-BE49-F238E27FC236}">
                <a16:creationId xmlns:a16="http://schemas.microsoft.com/office/drawing/2014/main" id="{621774C6-9972-4E08-824C-3F2096923DB1}"/>
              </a:ext>
            </a:extLst>
          </p:cNvPr>
          <p:cNvSpPr>
            <a:spLocks noGrp="1"/>
          </p:cNvSpPr>
          <p:nvPr/>
        </p:nvSpPr>
        <p:spPr>
          <a:xfrm>
            <a:off x="2906405" y="3451215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0" name="d_small_paired_3158">
            <a:extLst>
              <a:ext uri="{FF2B5EF4-FFF2-40B4-BE49-F238E27FC236}">
                <a16:creationId xmlns:a16="http://schemas.microsoft.com/office/drawing/2014/main" id="{4DCD2C3E-6161-4CC6-9A30-A975AA14C980}"/>
              </a:ext>
            </a:extLst>
          </p:cNvPr>
          <p:cNvSpPr>
            <a:spLocks noGrp="1"/>
          </p:cNvSpPr>
          <p:nvPr/>
        </p:nvSpPr>
        <p:spPr>
          <a:xfrm>
            <a:off x="5143976" y="3772634"/>
            <a:ext cx="136049" cy="136049"/>
          </a:xfrm>
          <a:prstGeom prst="ellipse">
            <a:avLst/>
          </a:prstGeom>
          <a:solidFill>
            <a:srgbClr val="34608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1" name="d_small_paired_3159">
            <a:extLst>
              <a:ext uri="{FF2B5EF4-FFF2-40B4-BE49-F238E27FC236}">
                <a16:creationId xmlns:a16="http://schemas.microsoft.com/office/drawing/2014/main" id="{AD1B14A9-6A49-498F-881E-48115EE9ABF3}"/>
              </a:ext>
            </a:extLst>
          </p:cNvPr>
          <p:cNvSpPr>
            <a:spLocks noGrp="1"/>
          </p:cNvSpPr>
          <p:nvPr/>
        </p:nvSpPr>
        <p:spPr>
          <a:xfrm>
            <a:off x="2102857" y="6665406"/>
            <a:ext cx="136049" cy="136049"/>
          </a:xfrm>
          <a:prstGeom prst="ellipse">
            <a:avLst/>
          </a:prstGeom>
          <a:solidFill>
            <a:srgbClr val="277F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2" name="d_small_paired_3160">
            <a:extLst>
              <a:ext uri="{FF2B5EF4-FFF2-40B4-BE49-F238E27FC236}">
                <a16:creationId xmlns:a16="http://schemas.microsoft.com/office/drawing/2014/main" id="{319126E2-4F3B-4BF0-8176-D13F3FC7532F}"/>
              </a:ext>
            </a:extLst>
          </p:cNvPr>
          <p:cNvSpPr>
            <a:spLocks noGrp="1"/>
          </p:cNvSpPr>
          <p:nvPr/>
        </p:nvSpPr>
        <p:spPr>
          <a:xfrm>
            <a:off x="2102857" y="1844119"/>
            <a:ext cx="136049" cy="136049"/>
          </a:xfrm>
          <a:prstGeom prst="ellipse">
            <a:avLst/>
          </a:prstGeom>
          <a:solidFill>
            <a:srgbClr val="4045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3" name="d_small_paired_3161">
            <a:extLst>
              <a:ext uri="{FF2B5EF4-FFF2-40B4-BE49-F238E27FC236}">
                <a16:creationId xmlns:a16="http://schemas.microsoft.com/office/drawing/2014/main" id="{3744C0F2-BADE-4635-943B-F865F2519A4F}"/>
              </a:ext>
            </a:extLst>
          </p:cNvPr>
          <p:cNvSpPr>
            <a:spLocks noGrp="1"/>
          </p:cNvSpPr>
          <p:nvPr/>
        </p:nvSpPr>
        <p:spPr>
          <a:xfrm>
            <a:off x="6809351" y="3801332"/>
            <a:ext cx="136049" cy="136049"/>
          </a:xfrm>
          <a:prstGeom prst="ellipse">
            <a:avLst/>
          </a:prstGeom>
          <a:solidFill>
            <a:srgbClr val="1FA188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4" name="d_small_paired_3162">
            <a:extLst>
              <a:ext uri="{FF2B5EF4-FFF2-40B4-BE49-F238E27FC236}">
                <a16:creationId xmlns:a16="http://schemas.microsoft.com/office/drawing/2014/main" id="{D12A7589-DE90-418A-A85E-1B396C511600}"/>
              </a:ext>
            </a:extLst>
          </p:cNvPr>
          <p:cNvSpPr>
            <a:spLocks noGrp="1"/>
          </p:cNvSpPr>
          <p:nvPr/>
        </p:nvSpPr>
        <p:spPr>
          <a:xfrm>
            <a:off x="6924144" y="1844119"/>
            <a:ext cx="136049" cy="136049"/>
          </a:xfrm>
          <a:prstGeom prst="ellipse">
            <a:avLst/>
          </a:prstGeom>
          <a:solidFill>
            <a:srgbClr val="31688E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5" name="d_small_paired_3163">
            <a:extLst>
              <a:ext uri="{FF2B5EF4-FFF2-40B4-BE49-F238E27FC236}">
                <a16:creationId xmlns:a16="http://schemas.microsoft.com/office/drawing/2014/main" id="{226A3BEE-D97C-47F1-8FCE-9FF7D5499ADC}"/>
              </a:ext>
            </a:extLst>
          </p:cNvPr>
          <p:cNvSpPr>
            <a:spLocks noGrp="1"/>
          </p:cNvSpPr>
          <p:nvPr/>
        </p:nvSpPr>
        <p:spPr>
          <a:xfrm>
            <a:off x="2140523" y="5460084"/>
            <a:ext cx="136049" cy="136049"/>
          </a:xfrm>
          <a:prstGeom prst="ellipse">
            <a:avLst/>
          </a:prstGeom>
          <a:solidFill>
            <a:srgbClr val="472F7D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6" name="d_small_paired_3164">
            <a:extLst>
              <a:ext uri="{FF2B5EF4-FFF2-40B4-BE49-F238E27FC236}">
                <a16:creationId xmlns:a16="http://schemas.microsoft.com/office/drawing/2014/main" id="{58C1072F-0F50-4271-BFF7-59F7A439C21F}"/>
              </a:ext>
            </a:extLst>
          </p:cNvPr>
          <p:cNvSpPr>
            <a:spLocks noGrp="1"/>
          </p:cNvSpPr>
          <p:nvPr/>
        </p:nvSpPr>
        <p:spPr>
          <a:xfrm>
            <a:off x="4513500" y="4254763"/>
            <a:ext cx="136049" cy="136049"/>
          </a:xfrm>
          <a:prstGeom prst="ellipse">
            <a:avLst/>
          </a:prstGeom>
          <a:solidFill>
            <a:srgbClr val="3956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7" name="d_small_paired_3165">
            <a:extLst>
              <a:ext uri="{FF2B5EF4-FFF2-40B4-BE49-F238E27FC236}">
                <a16:creationId xmlns:a16="http://schemas.microsoft.com/office/drawing/2014/main" id="{6C58E2E6-7FBE-4B8D-A42C-ED94C649677D}"/>
              </a:ext>
            </a:extLst>
          </p:cNvPr>
          <p:cNvSpPr>
            <a:spLocks noGrp="1"/>
          </p:cNvSpPr>
          <p:nvPr/>
        </p:nvSpPr>
        <p:spPr>
          <a:xfrm>
            <a:off x="2584985" y="6321029"/>
            <a:ext cx="136049" cy="136049"/>
          </a:xfrm>
          <a:prstGeom prst="ellipse">
            <a:avLst/>
          </a:prstGeom>
          <a:solidFill>
            <a:srgbClr val="3A548C">
              <a:alpha val="80000"/>
            </a:srgbClr>
          </a:solidFill>
          <a:ln w="9819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98" name="d_small_paired_3166">
            <a:extLst>
              <a:ext uri="{FF2B5EF4-FFF2-40B4-BE49-F238E27FC236}">
                <a16:creationId xmlns:a16="http://schemas.microsoft.com/office/drawing/2014/main" id="{FA38CD5C-8D75-4328-92EB-0D9DDB6C4FDB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99" name="text_3167">
            <a:extLst>
              <a:ext uri="{FF2B5EF4-FFF2-40B4-BE49-F238E27FC236}">
                <a16:creationId xmlns:a16="http://schemas.microsoft.com/office/drawing/2014/main" id="{710F97D6-391B-4E2E-9E62-E966511D31B0}"/>
              </a:ext>
            </a:extLst>
          </p:cNvPr>
          <p:cNvSpPr>
            <a:spLocks noGrp="1"/>
          </p:cNvSpPr>
          <p:nvPr/>
        </p:nvSpPr>
        <p:spPr>
          <a:xfrm>
            <a:off x="1979813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0" name="d_small_paired_3168">
            <a:extLst>
              <a:ext uri="{FF2B5EF4-FFF2-40B4-BE49-F238E27FC236}">
                <a16:creationId xmlns:a16="http://schemas.microsoft.com/office/drawing/2014/main" id="{AB1D765F-710D-4B2C-A505-D5F5B26F0C46}"/>
              </a:ext>
            </a:extLst>
          </p:cNvPr>
          <p:cNvSpPr>
            <a:spLocks noGrp="1"/>
          </p:cNvSpPr>
          <p:nvPr/>
        </p:nvSpPr>
        <p:spPr>
          <a:xfrm>
            <a:off x="4581525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1" name="text_3169">
            <a:extLst>
              <a:ext uri="{FF2B5EF4-FFF2-40B4-BE49-F238E27FC236}">
                <a16:creationId xmlns:a16="http://schemas.microsoft.com/office/drawing/2014/main" id="{4AA369B1-8420-4326-8CA8-E4A01411E448}"/>
              </a:ext>
            </a:extLst>
          </p:cNvPr>
          <p:cNvSpPr>
            <a:spLocks noGrp="1"/>
          </p:cNvSpPr>
          <p:nvPr/>
        </p:nvSpPr>
        <p:spPr>
          <a:xfrm>
            <a:off x="4390457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2" name="d_small_paired_3170">
            <a:extLst>
              <a:ext uri="{FF2B5EF4-FFF2-40B4-BE49-F238E27FC236}">
                <a16:creationId xmlns:a16="http://schemas.microsoft.com/office/drawing/2014/main" id="{9B80F976-69FC-4F79-9145-0395D7A37190}"/>
              </a:ext>
            </a:extLst>
          </p:cNvPr>
          <p:cNvSpPr>
            <a:spLocks noGrp="1"/>
          </p:cNvSpPr>
          <p:nvPr/>
        </p:nvSpPr>
        <p:spPr>
          <a:xfrm>
            <a:off x="6992169" y="6733431"/>
            <a:ext cx="191" cy="90330"/>
          </a:xfrm>
          <a:custGeom>
            <a:avLst/>
            <a:gdLst/>
            <a:ahLst/>
            <a:cxnLst/>
            <a:rect l="0" t="0" r="0" b="0"/>
            <a:pathLst>
              <a:path w="191" h="90330">
                <a:moveTo>
                  <a:pt x="0" y="0"/>
                </a:moveTo>
                <a:lnTo>
                  <a:pt x="0" y="9033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3" name="text_3171">
            <a:extLst>
              <a:ext uri="{FF2B5EF4-FFF2-40B4-BE49-F238E27FC236}">
                <a16:creationId xmlns:a16="http://schemas.microsoft.com/office/drawing/2014/main" id="{F45419DE-3E97-4E60-9008-A120007BCD26}"/>
              </a:ext>
            </a:extLst>
          </p:cNvPr>
          <p:cNvSpPr>
            <a:spLocks noGrp="1"/>
          </p:cNvSpPr>
          <p:nvPr/>
        </p:nvSpPr>
        <p:spPr>
          <a:xfrm>
            <a:off x="6801100" y="694081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04" name="text_3172">
            <a:extLst>
              <a:ext uri="{FF2B5EF4-FFF2-40B4-BE49-F238E27FC236}">
                <a16:creationId xmlns:a16="http://schemas.microsoft.com/office/drawing/2014/main" id="{B2167B6D-4F59-4A62-9118-DCC0F0ABEE7D}"/>
              </a:ext>
            </a:extLst>
          </p:cNvPr>
          <p:cNvSpPr>
            <a:spLocks noGrp="1"/>
          </p:cNvSpPr>
          <p:nvPr/>
        </p:nvSpPr>
        <p:spPr>
          <a:xfrm>
            <a:off x="3943117" y="7347912"/>
            <a:ext cx="1296453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05" name="d_small_paired_3173">
            <a:extLst>
              <a:ext uri="{FF2B5EF4-FFF2-40B4-BE49-F238E27FC236}">
                <a16:creationId xmlns:a16="http://schemas.microsoft.com/office/drawing/2014/main" id="{864F507D-9064-403F-935D-331BFD150D21}"/>
              </a:ext>
            </a:extLst>
          </p:cNvPr>
          <p:cNvSpPr>
            <a:spLocks noGrp="1"/>
          </p:cNvSpPr>
          <p:nvPr/>
        </p:nvSpPr>
        <p:spPr>
          <a:xfrm>
            <a:off x="2080551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6" name="text_3174">
            <a:extLst>
              <a:ext uri="{FF2B5EF4-FFF2-40B4-BE49-F238E27FC236}">
                <a16:creationId xmlns:a16="http://schemas.microsoft.com/office/drawing/2014/main" id="{3E06030C-7514-410F-9BAD-4488C77FF10D}"/>
              </a:ext>
            </a:extLst>
          </p:cNvPr>
          <p:cNvSpPr>
            <a:spLocks noGrp="1"/>
          </p:cNvSpPr>
          <p:nvPr/>
        </p:nvSpPr>
        <p:spPr>
          <a:xfrm>
            <a:off x="1560955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07" name="d_small_paired_3175">
            <a:extLst>
              <a:ext uri="{FF2B5EF4-FFF2-40B4-BE49-F238E27FC236}">
                <a16:creationId xmlns:a16="http://schemas.microsoft.com/office/drawing/2014/main" id="{7B0A093A-A315-4669-BDF7-47BC11E9AB59}"/>
              </a:ext>
            </a:extLst>
          </p:cNvPr>
          <p:cNvSpPr>
            <a:spLocks noGrp="1"/>
          </p:cNvSpPr>
          <p:nvPr/>
        </p:nvSpPr>
        <p:spPr>
          <a:xfrm>
            <a:off x="2080551" y="4322787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8" name="text_3176">
            <a:extLst>
              <a:ext uri="{FF2B5EF4-FFF2-40B4-BE49-F238E27FC236}">
                <a16:creationId xmlns:a16="http://schemas.microsoft.com/office/drawing/2014/main" id="{2094CD3D-B39C-4604-8182-785CE227C513}"/>
              </a:ext>
            </a:extLst>
          </p:cNvPr>
          <p:cNvSpPr>
            <a:spLocks noGrp="1"/>
          </p:cNvSpPr>
          <p:nvPr/>
        </p:nvSpPr>
        <p:spPr>
          <a:xfrm>
            <a:off x="1560955" y="4203992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9" name="d_small_paired_3177">
            <a:extLst>
              <a:ext uri="{FF2B5EF4-FFF2-40B4-BE49-F238E27FC236}">
                <a16:creationId xmlns:a16="http://schemas.microsoft.com/office/drawing/2014/main" id="{C30E1020-6C6C-4F6F-8902-F694F35D2851}"/>
              </a:ext>
            </a:extLst>
          </p:cNvPr>
          <p:cNvSpPr>
            <a:spLocks noGrp="1"/>
          </p:cNvSpPr>
          <p:nvPr/>
        </p:nvSpPr>
        <p:spPr>
          <a:xfrm>
            <a:off x="2080551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10" name="text_3178">
            <a:extLst>
              <a:ext uri="{FF2B5EF4-FFF2-40B4-BE49-F238E27FC236}">
                <a16:creationId xmlns:a16="http://schemas.microsoft.com/office/drawing/2014/main" id="{7C2CC916-37FA-4C18-BCA6-33163D89CBC3}"/>
              </a:ext>
            </a:extLst>
          </p:cNvPr>
          <p:cNvSpPr>
            <a:spLocks noGrp="1"/>
          </p:cNvSpPr>
          <p:nvPr/>
        </p:nvSpPr>
        <p:spPr>
          <a:xfrm>
            <a:off x="1560955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1" name="text_3179">
            <a:extLst>
              <a:ext uri="{FF2B5EF4-FFF2-40B4-BE49-F238E27FC236}">
                <a16:creationId xmlns:a16="http://schemas.microsoft.com/office/drawing/2014/main" id="{0EA6B184-6DC9-4E6E-BD2A-209B97F58FF8}"/>
              </a:ext>
            </a:extLst>
          </p:cNvPr>
          <p:cNvSpPr>
            <a:spLocks noGrp="1"/>
          </p:cNvSpPr>
          <p:nvPr/>
        </p:nvSpPr>
        <p:spPr>
          <a:xfrm rot="-5400000">
            <a:off x="-89989" y="4131326"/>
            <a:ext cx="2777291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12" name="d_small_paired_3180">
            <a:extLst>
              <a:ext uri="{FF2B5EF4-FFF2-40B4-BE49-F238E27FC236}">
                <a16:creationId xmlns:a16="http://schemas.microsoft.com/office/drawing/2014/main" id="{A390AED9-F79B-4E56-9AF0-229A0ECB66A9}"/>
              </a:ext>
            </a:extLst>
          </p:cNvPr>
          <p:cNvSpPr>
            <a:spLocks noGrp="1"/>
          </p:cNvSpPr>
          <p:nvPr/>
        </p:nvSpPr>
        <p:spPr>
          <a:xfrm>
            <a:off x="2170881" y="1912144"/>
            <a:ext cx="191" cy="4821287"/>
          </a:xfrm>
          <a:custGeom>
            <a:avLst/>
            <a:gdLst/>
            <a:ahLst/>
            <a:cxnLst/>
            <a:rect l="0" t="0" r="0" b="0"/>
            <a:pathLst>
              <a:path w="191" h="4821287">
                <a:moveTo>
                  <a:pt x="0" y="4821287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3" name="d_small_paired_3181">
            <a:extLst>
              <a:ext uri="{FF2B5EF4-FFF2-40B4-BE49-F238E27FC236}">
                <a16:creationId xmlns:a16="http://schemas.microsoft.com/office/drawing/2014/main" id="{237EEFFB-AE74-4BB9-A9EB-AEE0194873C7}"/>
              </a:ext>
            </a:extLst>
          </p:cNvPr>
          <p:cNvSpPr>
            <a:spLocks noGrp="1"/>
          </p:cNvSpPr>
          <p:nvPr/>
        </p:nvSpPr>
        <p:spPr>
          <a:xfrm>
            <a:off x="2170881" y="6733431"/>
            <a:ext cx="4821287" cy="191"/>
          </a:xfrm>
          <a:custGeom>
            <a:avLst/>
            <a:gdLst/>
            <a:ahLst/>
            <a:cxnLst/>
            <a:rect l="0" t="0" r="0" b="0"/>
            <a:pathLst>
              <a:path w="4821287" h="191">
                <a:moveTo>
                  <a:pt x="0" y="0"/>
                </a:moveTo>
                <a:lnTo>
                  <a:pt x="4821287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14" name="d_small_paired_3182">
            <a:extLst>
              <a:ext uri="{FF2B5EF4-FFF2-40B4-BE49-F238E27FC236}">
                <a16:creationId xmlns:a16="http://schemas.microsoft.com/office/drawing/2014/main" id="{C3D09A75-F306-4697-8BA2-3C0D1415C3F3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4821287"/>
          </a:xfrm>
          <a:custGeom>
            <a:avLst/>
            <a:gdLst/>
            <a:ahLst/>
            <a:cxnLst/>
            <a:rect l="0" t="0" r="0" b="0"/>
            <a:pathLst>
              <a:path w="108585" h="4821287">
                <a:moveTo>
                  <a:pt x="0" y="4821287"/>
                </a:moveTo>
                <a:lnTo>
                  <a:pt x="108585" y="4821287"/>
                </a:lnTo>
                <a:lnTo>
                  <a:pt x="108585" y="0"/>
                </a:lnTo>
                <a:lnTo>
                  <a:pt x="0" y="0"/>
                </a:lnTo>
                <a:lnTo>
                  <a:pt x="0" y="482128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5" name="d_small_paired_3183">
            <a:extLst>
              <a:ext uri="{FF2B5EF4-FFF2-40B4-BE49-F238E27FC236}">
                <a16:creationId xmlns:a16="http://schemas.microsoft.com/office/drawing/2014/main" id="{2D39D16C-DAF8-45BD-AFC0-91BD067660C2}"/>
              </a:ext>
            </a:extLst>
          </p:cNvPr>
          <p:cNvSpPr>
            <a:spLocks noGrp="1"/>
          </p:cNvSpPr>
          <p:nvPr/>
        </p:nvSpPr>
        <p:spPr>
          <a:xfrm>
            <a:off x="7173144" y="67145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DE725"/>
          </a:solidFill>
          <a:ln w="7855">
            <a:solidFill>
              <a:srgbClr val="FDE725"/>
            </a:solidFill>
            <a:prstDash val="solid"/>
          </a:ln>
        </p:spPr>
      </p:sp>
      <p:sp>
        <p:nvSpPr>
          <p:cNvPr id="116" name="d_small_paired_3184">
            <a:extLst>
              <a:ext uri="{FF2B5EF4-FFF2-40B4-BE49-F238E27FC236}">
                <a16:creationId xmlns:a16="http://schemas.microsoft.com/office/drawing/2014/main" id="{44F5B063-BA38-41AD-AE37-6195ED1D3510}"/>
              </a:ext>
            </a:extLst>
          </p:cNvPr>
          <p:cNvSpPr>
            <a:spLocks noGrp="1"/>
          </p:cNvSpPr>
          <p:nvPr/>
        </p:nvSpPr>
        <p:spPr>
          <a:xfrm>
            <a:off x="7173144" y="66957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BE723"/>
          </a:solidFill>
          <a:ln w="7855">
            <a:solidFill>
              <a:srgbClr val="FBE723"/>
            </a:solidFill>
            <a:prstDash val="solid"/>
          </a:ln>
        </p:spPr>
      </p:sp>
      <p:sp>
        <p:nvSpPr>
          <p:cNvPr id="117" name="d_small_paired_3185">
            <a:extLst>
              <a:ext uri="{FF2B5EF4-FFF2-40B4-BE49-F238E27FC236}">
                <a16:creationId xmlns:a16="http://schemas.microsoft.com/office/drawing/2014/main" id="{01EDCD21-F32E-4824-9272-2DC41151E0BE}"/>
              </a:ext>
            </a:extLst>
          </p:cNvPr>
          <p:cNvSpPr>
            <a:spLocks noGrp="1"/>
          </p:cNvSpPr>
          <p:nvPr/>
        </p:nvSpPr>
        <p:spPr>
          <a:xfrm>
            <a:off x="7173144" y="66769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8E621"/>
          </a:solidFill>
          <a:ln w="7855">
            <a:solidFill>
              <a:srgbClr val="F8E621"/>
            </a:solidFill>
            <a:prstDash val="solid"/>
          </a:ln>
        </p:spPr>
      </p:sp>
      <p:sp>
        <p:nvSpPr>
          <p:cNvPr id="118" name="d_small_paired_3186">
            <a:extLst>
              <a:ext uri="{FF2B5EF4-FFF2-40B4-BE49-F238E27FC236}">
                <a16:creationId xmlns:a16="http://schemas.microsoft.com/office/drawing/2014/main" id="{F8A271E7-209A-4D42-812B-C861388A93FA}"/>
              </a:ext>
            </a:extLst>
          </p:cNvPr>
          <p:cNvSpPr>
            <a:spLocks noGrp="1"/>
          </p:cNvSpPr>
          <p:nvPr/>
        </p:nvSpPr>
        <p:spPr>
          <a:xfrm>
            <a:off x="7173144" y="66580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6E620"/>
          </a:solidFill>
          <a:ln w="7855">
            <a:solidFill>
              <a:srgbClr val="F6E620"/>
            </a:solidFill>
            <a:prstDash val="solid"/>
          </a:ln>
        </p:spPr>
      </p:sp>
      <p:sp>
        <p:nvSpPr>
          <p:cNvPr id="119" name="d_small_paired_3187">
            <a:extLst>
              <a:ext uri="{FF2B5EF4-FFF2-40B4-BE49-F238E27FC236}">
                <a16:creationId xmlns:a16="http://schemas.microsoft.com/office/drawing/2014/main" id="{9930084E-49CA-4919-95D6-ACF27960469C}"/>
              </a:ext>
            </a:extLst>
          </p:cNvPr>
          <p:cNvSpPr>
            <a:spLocks noGrp="1"/>
          </p:cNvSpPr>
          <p:nvPr/>
        </p:nvSpPr>
        <p:spPr>
          <a:xfrm>
            <a:off x="7173144" y="66392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4E61E"/>
          </a:solidFill>
          <a:ln w="7855">
            <a:solidFill>
              <a:srgbClr val="F4E61E"/>
            </a:solidFill>
            <a:prstDash val="solid"/>
          </a:ln>
        </p:spPr>
      </p:sp>
      <p:sp>
        <p:nvSpPr>
          <p:cNvPr id="120" name="d_small_paired_3188">
            <a:extLst>
              <a:ext uri="{FF2B5EF4-FFF2-40B4-BE49-F238E27FC236}">
                <a16:creationId xmlns:a16="http://schemas.microsoft.com/office/drawing/2014/main" id="{D3085A58-735A-4E8C-BA82-9732BF2786DE}"/>
              </a:ext>
            </a:extLst>
          </p:cNvPr>
          <p:cNvSpPr>
            <a:spLocks noGrp="1"/>
          </p:cNvSpPr>
          <p:nvPr/>
        </p:nvSpPr>
        <p:spPr>
          <a:xfrm>
            <a:off x="7173144" y="66204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F1E51D"/>
          </a:solidFill>
          <a:ln w="7855">
            <a:solidFill>
              <a:srgbClr val="F1E51D"/>
            </a:solidFill>
            <a:prstDash val="solid"/>
          </a:ln>
        </p:spPr>
      </p:sp>
      <p:sp>
        <p:nvSpPr>
          <p:cNvPr id="121" name="d_small_paired_3189">
            <a:extLst>
              <a:ext uri="{FF2B5EF4-FFF2-40B4-BE49-F238E27FC236}">
                <a16:creationId xmlns:a16="http://schemas.microsoft.com/office/drawing/2014/main" id="{A892138D-3D79-4D89-B204-1E156644E42F}"/>
              </a:ext>
            </a:extLst>
          </p:cNvPr>
          <p:cNvSpPr>
            <a:spLocks noGrp="1"/>
          </p:cNvSpPr>
          <p:nvPr/>
        </p:nvSpPr>
        <p:spPr>
          <a:xfrm>
            <a:off x="7173144" y="66015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FE51C"/>
          </a:solidFill>
          <a:ln w="7855">
            <a:solidFill>
              <a:srgbClr val="EFE51C"/>
            </a:solidFill>
            <a:prstDash val="solid"/>
          </a:ln>
        </p:spPr>
      </p:sp>
      <p:sp>
        <p:nvSpPr>
          <p:cNvPr id="122" name="d_small_paired_3190">
            <a:extLst>
              <a:ext uri="{FF2B5EF4-FFF2-40B4-BE49-F238E27FC236}">
                <a16:creationId xmlns:a16="http://schemas.microsoft.com/office/drawing/2014/main" id="{49D0486D-2604-45C6-A2C6-A1A729015901}"/>
              </a:ext>
            </a:extLst>
          </p:cNvPr>
          <p:cNvSpPr>
            <a:spLocks noGrp="1"/>
          </p:cNvSpPr>
          <p:nvPr/>
        </p:nvSpPr>
        <p:spPr>
          <a:xfrm>
            <a:off x="7173144" y="65827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CE51B"/>
          </a:solidFill>
          <a:ln w="7855">
            <a:solidFill>
              <a:srgbClr val="ECE51B"/>
            </a:solidFill>
            <a:prstDash val="solid"/>
          </a:ln>
        </p:spPr>
      </p:sp>
      <p:sp>
        <p:nvSpPr>
          <p:cNvPr id="123" name="d_small_paired_3191">
            <a:extLst>
              <a:ext uri="{FF2B5EF4-FFF2-40B4-BE49-F238E27FC236}">
                <a16:creationId xmlns:a16="http://schemas.microsoft.com/office/drawing/2014/main" id="{B260EE4C-38F3-4238-BA5B-B8DD9730EC8C}"/>
              </a:ext>
            </a:extLst>
          </p:cNvPr>
          <p:cNvSpPr>
            <a:spLocks noGrp="1"/>
          </p:cNvSpPr>
          <p:nvPr/>
        </p:nvSpPr>
        <p:spPr>
          <a:xfrm>
            <a:off x="7173144" y="65639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AE51A"/>
          </a:solidFill>
          <a:ln w="7855">
            <a:solidFill>
              <a:srgbClr val="EAE51A"/>
            </a:solidFill>
            <a:prstDash val="solid"/>
          </a:ln>
        </p:spPr>
      </p:sp>
      <p:sp>
        <p:nvSpPr>
          <p:cNvPr id="124" name="d_small_paired_3192">
            <a:extLst>
              <a:ext uri="{FF2B5EF4-FFF2-40B4-BE49-F238E27FC236}">
                <a16:creationId xmlns:a16="http://schemas.microsoft.com/office/drawing/2014/main" id="{6061F185-E789-4B92-8499-D4BA12238B6C}"/>
              </a:ext>
            </a:extLst>
          </p:cNvPr>
          <p:cNvSpPr>
            <a:spLocks noGrp="1"/>
          </p:cNvSpPr>
          <p:nvPr/>
        </p:nvSpPr>
        <p:spPr>
          <a:xfrm>
            <a:off x="7173144" y="65450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7E419"/>
          </a:solidFill>
          <a:ln w="7855">
            <a:solidFill>
              <a:srgbClr val="E7E419"/>
            </a:solidFill>
            <a:prstDash val="solid"/>
          </a:ln>
        </p:spPr>
      </p:sp>
      <p:sp>
        <p:nvSpPr>
          <p:cNvPr id="125" name="d_small_paired_3193">
            <a:extLst>
              <a:ext uri="{FF2B5EF4-FFF2-40B4-BE49-F238E27FC236}">
                <a16:creationId xmlns:a16="http://schemas.microsoft.com/office/drawing/2014/main" id="{18FB0355-6354-47B1-9B91-19CAB4A3B1C4}"/>
              </a:ext>
            </a:extLst>
          </p:cNvPr>
          <p:cNvSpPr>
            <a:spLocks noGrp="1"/>
          </p:cNvSpPr>
          <p:nvPr/>
        </p:nvSpPr>
        <p:spPr>
          <a:xfrm>
            <a:off x="7173144" y="65262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5E419"/>
          </a:solidFill>
          <a:ln w="7855">
            <a:solidFill>
              <a:srgbClr val="E5E419"/>
            </a:solidFill>
            <a:prstDash val="solid"/>
          </a:ln>
        </p:spPr>
      </p:sp>
      <p:sp>
        <p:nvSpPr>
          <p:cNvPr id="126" name="d_small_paired_3194">
            <a:extLst>
              <a:ext uri="{FF2B5EF4-FFF2-40B4-BE49-F238E27FC236}">
                <a16:creationId xmlns:a16="http://schemas.microsoft.com/office/drawing/2014/main" id="{8CECE6B8-D287-4951-AFF1-810ADC3F8803}"/>
              </a:ext>
            </a:extLst>
          </p:cNvPr>
          <p:cNvSpPr>
            <a:spLocks noGrp="1"/>
          </p:cNvSpPr>
          <p:nvPr/>
        </p:nvSpPr>
        <p:spPr>
          <a:xfrm>
            <a:off x="7173144" y="65074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E2E418"/>
          </a:solidFill>
          <a:ln w="7855">
            <a:solidFill>
              <a:srgbClr val="E2E418"/>
            </a:solidFill>
            <a:prstDash val="solid"/>
          </a:ln>
        </p:spPr>
      </p:sp>
      <p:sp>
        <p:nvSpPr>
          <p:cNvPr id="127" name="d_small_paired_3195">
            <a:extLst>
              <a:ext uri="{FF2B5EF4-FFF2-40B4-BE49-F238E27FC236}">
                <a16:creationId xmlns:a16="http://schemas.microsoft.com/office/drawing/2014/main" id="{2FB3ED0A-F461-4CEC-BF96-4B975FCC9DA9}"/>
              </a:ext>
            </a:extLst>
          </p:cNvPr>
          <p:cNvSpPr>
            <a:spLocks noGrp="1"/>
          </p:cNvSpPr>
          <p:nvPr/>
        </p:nvSpPr>
        <p:spPr>
          <a:xfrm>
            <a:off x="7173144" y="64886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FE318"/>
          </a:solidFill>
          <a:ln w="7855">
            <a:solidFill>
              <a:srgbClr val="DFE318"/>
            </a:solidFill>
            <a:prstDash val="solid"/>
          </a:ln>
        </p:spPr>
      </p:sp>
      <p:sp>
        <p:nvSpPr>
          <p:cNvPr id="128" name="d_small_paired_3196">
            <a:extLst>
              <a:ext uri="{FF2B5EF4-FFF2-40B4-BE49-F238E27FC236}">
                <a16:creationId xmlns:a16="http://schemas.microsoft.com/office/drawing/2014/main" id="{2C400C83-F64D-4BA2-861D-3D714C4B0DE6}"/>
              </a:ext>
            </a:extLst>
          </p:cNvPr>
          <p:cNvSpPr>
            <a:spLocks noGrp="1"/>
          </p:cNvSpPr>
          <p:nvPr/>
        </p:nvSpPr>
        <p:spPr>
          <a:xfrm>
            <a:off x="7173144" y="64697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DE318"/>
          </a:solidFill>
          <a:ln w="7855">
            <a:solidFill>
              <a:srgbClr val="DDE318"/>
            </a:solidFill>
            <a:prstDash val="solid"/>
          </a:ln>
        </p:spPr>
      </p:sp>
      <p:sp>
        <p:nvSpPr>
          <p:cNvPr id="129" name="d_small_paired_3197">
            <a:extLst>
              <a:ext uri="{FF2B5EF4-FFF2-40B4-BE49-F238E27FC236}">
                <a16:creationId xmlns:a16="http://schemas.microsoft.com/office/drawing/2014/main" id="{8B931387-09B0-470B-A367-203B1D310857}"/>
              </a:ext>
            </a:extLst>
          </p:cNvPr>
          <p:cNvSpPr>
            <a:spLocks noGrp="1"/>
          </p:cNvSpPr>
          <p:nvPr/>
        </p:nvSpPr>
        <p:spPr>
          <a:xfrm>
            <a:off x="7173144" y="64509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AE319"/>
          </a:solidFill>
          <a:ln w="7855">
            <a:solidFill>
              <a:srgbClr val="DAE319"/>
            </a:solidFill>
            <a:prstDash val="solid"/>
          </a:ln>
        </p:spPr>
      </p:sp>
      <p:sp>
        <p:nvSpPr>
          <p:cNvPr id="130" name="d_small_paired_3198">
            <a:extLst>
              <a:ext uri="{FF2B5EF4-FFF2-40B4-BE49-F238E27FC236}">
                <a16:creationId xmlns:a16="http://schemas.microsoft.com/office/drawing/2014/main" id="{35FD7976-88FA-45AF-8F67-6AE450877E15}"/>
              </a:ext>
            </a:extLst>
          </p:cNvPr>
          <p:cNvSpPr>
            <a:spLocks noGrp="1"/>
          </p:cNvSpPr>
          <p:nvPr/>
        </p:nvSpPr>
        <p:spPr>
          <a:xfrm>
            <a:off x="7173144" y="64321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8E219"/>
          </a:solidFill>
          <a:ln w="7855">
            <a:solidFill>
              <a:srgbClr val="D8E219"/>
            </a:solidFill>
            <a:prstDash val="solid"/>
          </a:ln>
        </p:spPr>
      </p:sp>
      <p:sp>
        <p:nvSpPr>
          <p:cNvPr id="131" name="d_small_paired_3199">
            <a:extLst>
              <a:ext uri="{FF2B5EF4-FFF2-40B4-BE49-F238E27FC236}">
                <a16:creationId xmlns:a16="http://schemas.microsoft.com/office/drawing/2014/main" id="{B9CF3B04-9EE6-4CE3-A964-70979919071D}"/>
              </a:ext>
            </a:extLst>
          </p:cNvPr>
          <p:cNvSpPr>
            <a:spLocks noGrp="1"/>
          </p:cNvSpPr>
          <p:nvPr/>
        </p:nvSpPr>
        <p:spPr>
          <a:xfrm>
            <a:off x="7173144" y="64132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5E21A"/>
          </a:solidFill>
          <a:ln w="7855">
            <a:solidFill>
              <a:srgbClr val="D5E21A"/>
            </a:solidFill>
            <a:prstDash val="solid"/>
          </a:ln>
        </p:spPr>
      </p:sp>
      <p:sp>
        <p:nvSpPr>
          <p:cNvPr id="132" name="d_small_paired_3200">
            <a:extLst>
              <a:ext uri="{FF2B5EF4-FFF2-40B4-BE49-F238E27FC236}">
                <a16:creationId xmlns:a16="http://schemas.microsoft.com/office/drawing/2014/main" id="{B91C69C4-A933-4B79-B986-56D0B231578B}"/>
              </a:ext>
            </a:extLst>
          </p:cNvPr>
          <p:cNvSpPr>
            <a:spLocks noGrp="1"/>
          </p:cNvSpPr>
          <p:nvPr/>
        </p:nvSpPr>
        <p:spPr>
          <a:xfrm>
            <a:off x="7173144" y="63944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2E21B"/>
          </a:solidFill>
          <a:ln w="7855">
            <a:solidFill>
              <a:srgbClr val="D2E21B"/>
            </a:solidFill>
            <a:prstDash val="solid"/>
          </a:ln>
        </p:spPr>
      </p:sp>
      <p:sp>
        <p:nvSpPr>
          <p:cNvPr id="133" name="d_small_paired_3201">
            <a:extLst>
              <a:ext uri="{FF2B5EF4-FFF2-40B4-BE49-F238E27FC236}">
                <a16:creationId xmlns:a16="http://schemas.microsoft.com/office/drawing/2014/main" id="{36DC8D4D-5700-4684-A256-AB3ABE1D7390}"/>
              </a:ext>
            </a:extLst>
          </p:cNvPr>
          <p:cNvSpPr>
            <a:spLocks noGrp="1"/>
          </p:cNvSpPr>
          <p:nvPr/>
        </p:nvSpPr>
        <p:spPr>
          <a:xfrm>
            <a:off x="7173144" y="63756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D0E11C"/>
          </a:solidFill>
          <a:ln w="7855">
            <a:solidFill>
              <a:srgbClr val="D0E11C"/>
            </a:solidFill>
            <a:prstDash val="solid"/>
          </a:ln>
        </p:spPr>
      </p:sp>
      <p:sp>
        <p:nvSpPr>
          <p:cNvPr id="134" name="d_small_paired_3202">
            <a:extLst>
              <a:ext uri="{FF2B5EF4-FFF2-40B4-BE49-F238E27FC236}">
                <a16:creationId xmlns:a16="http://schemas.microsoft.com/office/drawing/2014/main" id="{DCCE2C73-AC55-4E33-8F0A-38FFF8A1C2F9}"/>
              </a:ext>
            </a:extLst>
          </p:cNvPr>
          <p:cNvSpPr>
            <a:spLocks noGrp="1"/>
          </p:cNvSpPr>
          <p:nvPr/>
        </p:nvSpPr>
        <p:spPr>
          <a:xfrm>
            <a:off x="7173144" y="63567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DE11D"/>
          </a:solidFill>
          <a:ln w="7855">
            <a:solidFill>
              <a:srgbClr val="CDE11D"/>
            </a:solidFill>
            <a:prstDash val="solid"/>
          </a:ln>
        </p:spPr>
      </p:sp>
      <p:sp>
        <p:nvSpPr>
          <p:cNvPr id="135" name="d_small_paired_3203">
            <a:extLst>
              <a:ext uri="{FF2B5EF4-FFF2-40B4-BE49-F238E27FC236}">
                <a16:creationId xmlns:a16="http://schemas.microsoft.com/office/drawing/2014/main" id="{CD3D5662-73A0-4761-8D56-C8D37D363B5F}"/>
              </a:ext>
            </a:extLst>
          </p:cNvPr>
          <p:cNvSpPr>
            <a:spLocks noGrp="1"/>
          </p:cNvSpPr>
          <p:nvPr/>
        </p:nvSpPr>
        <p:spPr>
          <a:xfrm>
            <a:off x="7173144" y="63379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AE11F"/>
          </a:solidFill>
          <a:ln w="7855">
            <a:solidFill>
              <a:srgbClr val="CAE11F"/>
            </a:solidFill>
            <a:prstDash val="solid"/>
          </a:ln>
        </p:spPr>
      </p:sp>
      <p:sp>
        <p:nvSpPr>
          <p:cNvPr id="136" name="d_small_paired_3204">
            <a:extLst>
              <a:ext uri="{FF2B5EF4-FFF2-40B4-BE49-F238E27FC236}">
                <a16:creationId xmlns:a16="http://schemas.microsoft.com/office/drawing/2014/main" id="{32DE8692-2D0F-4CE4-A8EC-DE11447AF6EF}"/>
              </a:ext>
            </a:extLst>
          </p:cNvPr>
          <p:cNvSpPr>
            <a:spLocks noGrp="1"/>
          </p:cNvSpPr>
          <p:nvPr/>
        </p:nvSpPr>
        <p:spPr>
          <a:xfrm>
            <a:off x="7173144" y="63191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8E020"/>
          </a:solidFill>
          <a:ln w="7855">
            <a:solidFill>
              <a:srgbClr val="C8E020"/>
            </a:solidFill>
            <a:prstDash val="solid"/>
          </a:ln>
        </p:spPr>
      </p:sp>
      <p:sp>
        <p:nvSpPr>
          <p:cNvPr id="137" name="d_small_paired_3205">
            <a:extLst>
              <a:ext uri="{FF2B5EF4-FFF2-40B4-BE49-F238E27FC236}">
                <a16:creationId xmlns:a16="http://schemas.microsoft.com/office/drawing/2014/main" id="{1A6FA85E-4B38-49DE-87DB-0B6C16DEB110}"/>
              </a:ext>
            </a:extLst>
          </p:cNvPr>
          <p:cNvSpPr>
            <a:spLocks noGrp="1"/>
          </p:cNvSpPr>
          <p:nvPr/>
        </p:nvSpPr>
        <p:spPr>
          <a:xfrm>
            <a:off x="7173144" y="63002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5E021"/>
          </a:solidFill>
          <a:ln w="7855">
            <a:solidFill>
              <a:srgbClr val="C5E021"/>
            </a:solidFill>
            <a:prstDash val="solid"/>
          </a:ln>
        </p:spPr>
      </p:sp>
      <p:sp>
        <p:nvSpPr>
          <p:cNvPr id="138" name="d_small_paired_3206">
            <a:extLst>
              <a:ext uri="{FF2B5EF4-FFF2-40B4-BE49-F238E27FC236}">
                <a16:creationId xmlns:a16="http://schemas.microsoft.com/office/drawing/2014/main" id="{FD30D39C-9ABE-4284-89C9-C5D28731BCF3}"/>
              </a:ext>
            </a:extLst>
          </p:cNvPr>
          <p:cNvSpPr>
            <a:spLocks noGrp="1"/>
          </p:cNvSpPr>
          <p:nvPr/>
        </p:nvSpPr>
        <p:spPr>
          <a:xfrm>
            <a:off x="7173144" y="62814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2DF23"/>
          </a:solidFill>
          <a:ln w="7855">
            <a:solidFill>
              <a:srgbClr val="C2DF23"/>
            </a:solidFill>
            <a:prstDash val="solid"/>
          </a:ln>
        </p:spPr>
      </p:sp>
      <p:sp>
        <p:nvSpPr>
          <p:cNvPr id="139" name="d_small_paired_3207">
            <a:extLst>
              <a:ext uri="{FF2B5EF4-FFF2-40B4-BE49-F238E27FC236}">
                <a16:creationId xmlns:a16="http://schemas.microsoft.com/office/drawing/2014/main" id="{2321597B-B768-4F37-8FBD-72DF798AAAF9}"/>
              </a:ext>
            </a:extLst>
          </p:cNvPr>
          <p:cNvSpPr>
            <a:spLocks noGrp="1"/>
          </p:cNvSpPr>
          <p:nvPr/>
        </p:nvSpPr>
        <p:spPr>
          <a:xfrm>
            <a:off x="7173144" y="62626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C0DF25"/>
          </a:solidFill>
          <a:ln w="7855">
            <a:solidFill>
              <a:srgbClr val="C0DF25"/>
            </a:solidFill>
            <a:prstDash val="solid"/>
          </a:ln>
        </p:spPr>
      </p:sp>
      <p:sp>
        <p:nvSpPr>
          <p:cNvPr id="140" name="d_small_paired_3208">
            <a:extLst>
              <a:ext uri="{FF2B5EF4-FFF2-40B4-BE49-F238E27FC236}">
                <a16:creationId xmlns:a16="http://schemas.microsoft.com/office/drawing/2014/main" id="{76D69E43-9E38-4F33-98B4-49421A737B86}"/>
              </a:ext>
            </a:extLst>
          </p:cNvPr>
          <p:cNvSpPr>
            <a:spLocks noGrp="1"/>
          </p:cNvSpPr>
          <p:nvPr/>
        </p:nvSpPr>
        <p:spPr>
          <a:xfrm>
            <a:off x="7173144" y="62437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DDF26"/>
          </a:solidFill>
          <a:ln w="7855">
            <a:solidFill>
              <a:srgbClr val="BDDF26"/>
            </a:solidFill>
            <a:prstDash val="solid"/>
          </a:ln>
        </p:spPr>
      </p:sp>
      <p:sp>
        <p:nvSpPr>
          <p:cNvPr id="141" name="d_small_paired_3209">
            <a:extLst>
              <a:ext uri="{FF2B5EF4-FFF2-40B4-BE49-F238E27FC236}">
                <a16:creationId xmlns:a16="http://schemas.microsoft.com/office/drawing/2014/main" id="{8419AA2D-921D-4F52-BA4F-7FE45ED83F8C}"/>
              </a:ext>
            </a:extLst>
          </p:cNvPr>
          <p:cNvSpPr>
            <a:spLocks noGrp="1"/>
          </p:cNvSpPr>
          <p:nvPr/>
        </p:nvSpPr>
        <p:spPr>
          <a:xfrm>
            <a:off x="7173144" y="62249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ADE28"/>
          </a:solidFill>
          <a:ln w="7855">
            <a:solidFill>
              <a:srgbClr val="BADE28"/>
            </a:solidFill>
            <a:prstDash val="solid"/>
          </a:ln>
        </p:spPr>
      </p:sp>
      <p:sp>
        <p:nvSpPr>
          <p:cNvPr id="142" name="d_small_paired_3210">
            <a:extLst>
              <a:ext uri="{FF2B5EF4-FFF2-40B4-BE49-F238E27FC236}">
                <a16:creationId xmlns:a16="http://schemas.microsoft.com/office/drawing/2014/main" id="{2965E6B1-CA74-47C8-A671-A7D44A2CD0CF}"/>
              </a:ext>
            </a:extLst>
          </p:cNvPr>
          <p:cNvSpPr>
            <a:spLocks noGrp="1"/>
          </p:cNvSpPr>
          <p:nvPr/>
        </p:nvSpPr>
        <p:spPr>
          <a:xfrm>
            <a:off x="7173144" y="62061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8DE29"/>
          </a:solidFill>
          <a:ln w="7855">
            <a:solidFill>
              <a:srgbClr val="B8DE29"/>
            </a:solidFill>
            <a:prstDash val="solid"/>
          </a:ln>
        </p:spPr>
      </p:sp>
      <p:sp>
        <p:nvSpPr>
          <p:cNvPr id="143" name="d_small_paired_3211">
            <a:extLst>
              <a:ext uri="{FF2B5EF4-FFF2-40B4-BE49-F238E27FC236}">
                <a16:creationId xmlns:a16="http://schemas.microsoft.com/office/drawing/2014/main" id="{1F21FD40-3FB2-4241-B615-944382A7D0B6}"/>
              </a:ext>
            </a:extLst>
          </p:cNvPr>
          <p:cNvSpPr>
            <a:spLocks noGrp="1"/>
          </p:cNvSpPr>
          <p:nvPr/>
        </p:nvSpPr>
        <p:spPr>
          <a:xfrm>
            <a:off x="7173144" y="61872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5DE2B"/>
          </a:solidFill>
          <a:ln w="7855">
            <a:solidFill>
              <a:srgbClr val="B5DE2B"/>
            </a:solidFill>
            <a:prstDash val="solid"/>
          </a:ln>
        </p:spPr>
      </p:sp>
      <p:sp>
        <p:nvSpPr>
          <p:cNvPr id="144" name="d_small_paired_3212">
            <a:extLst>
              <a:ext uri="{FF2B5EF4-FFF2-40B4-BE49-F238E27FC236}">
                <a16:creationId xmlns:a16="http://schemas.microsoft.com/office/drawing/2014/main" id="{80D3BBBE-9639-4848-80F9-A7A1DB5A4025}"/>
              </a:ext>
            </a:extLst>
          </p:cNvPr>
          <p:cNvSpPr>
            <a:spLocks noGrp="1"/>
          </p:cNvSpPr>
          <p:nvPr/>
        </p:nvSpPr>
        <p:spPr>
          <a:xfrm>
            <a:off x="7173144" y="61684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2DD2D"/>
          </a:solidFill>
          <a:ln w="7855">
            <a:solidFill>
              <a:srgbClr val="B2DD2D"/>
            </a:solidFill>
            <a:prstDash val="solid"/>
          </a:ln>
        </p:spPr>
      </p:sp>
      <p:sp>
        <p:nvSpPr>
          <p:cNvPr id="145" name="d_small_paired_3213">
            <a:extLst>
              <a:ext uri="{FF2B5EF4-FFF2-40B4-BE49-F238E27FC236}">
                <a16:creationId xmlns:a16="http://schemas.microsoft.com/office/drawing/2014/main" id="{1432E9DA-6635-4468-A069-BBE9EEDF513A}"/>
              </a:ext>
            </a:extLst>
          </p:cNvPr>
          <p:cNvSpPr>
            <a:spLocks noGrp="1"/>
          </p:cNvSpPr>
          <p:nvPr/>
        </p:nvSpPr>
        <p:spPr>
          <a:xfrm>
            <a:off x="7173144" y="61496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B0DD2F"/>
          </a:solidFill>
          <a:ln w="7855">
            <a:solidFill>
              <a:srgbClr val="B0DD2F"/>
            </a:solidFill>
            <a:prstDash val="solid"/>
          </a:ln>
        </p:spPr>
      </p:sp>
      <p:sp>
        <p:nvSpPr>
          <p:cNvPr id="146" name="d_small_paired_3214">
            <a:extLst>
              <a:ext uri="{FF2B5EF4-FFF2-40B4-BE49-F238E27FC236}">
                <a16:creationId xmlns:a16="http://schemas.microsoft.com/office/drawing/2014/main" id="{245CAB93-7D3B-4A28-9EB3-CB14FF0E6789}"/>
              </a:ext>
            </a:extLst>
          </p:cNvPr>
          <p:cNvSpPr>
            <a:spLocks noGrp="1"/>
          </p:cNvSpPr>
          <p:nvPr/>
        </p:nvSpPr>
        <p:spPr>
          <a:xfrm>
            <a:off x="7173144" y="61307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DDC30"/>
          </a:solidFill>
          <a:ln w="7855">
            <a:solidFill>
              <a:srgbClr val="ADDC30"/>
            </a:solidFill>
            <a:prstDash val="solid"/>
          </a:ln>
        </p:spPr>
      </p:sp>
      <p:sp>
        <p:nvSpPr>
          <p:cNvPr id="147" name="d_small_paired_3215">
            <a:extLst>
              <a:ext uri="{FF2B5EF4-FFF2-40B4-BE49-F238E27FC236}">
                <a16:creationId xmlns:a16="http://schemas.microsoft.com/office/drawing/2014/main" id="{2A039456-9088-4768-800A-AD94E6D2748B}"/>
              </a:ext>
            </a:extLst>
          </p:cNvPr>
          <p:cNvSpPr>
            <a:spLocks noGrp="1"/>
          </p:cNvSpPr>
          <p:nvPr/>
        </p:nvSpPr>
        <p:spPr>
          <a:xfrm>
            <a:off x="7173144" y="61119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ADC32"/>
          </a:solidFill>
          <a:ln w="7855">
            <a:solidFill>
              <a:srgbClr val="AADC32"/>
            </a:solidFill>
            <a:prstDash val="solid"/>
          </a:ln>
        </p:spPr>
      </p:sp>
      <p:sp>
        <p:nvSpPr>
          <p:cNvPr id="148" name="d_small_paired_3216">
            <a:extLst>
              <a:ext uri="{FF2B5EF4-FFF2-40B4-BE49-F238E27FC236}">
                <a16:creationId xmlns:a16="http://schemas.microsoft.com/office/drawing/2014/main" id="{B00F0D19-C444-4968-8F04-8346A88701C1}"/>
              </a:ext>
            </a:extLst>
          </p:cNvPr>
          <p:cNvSpPr>
            <a:spLocks noGrp="1"/>
          </p:cNvSpPr>
          <p:nvPr/>
        </p:nvSpPr>
        <p:spPr>
          <a:xfrm>
            <a:off x="7173144" y="60931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8DB34"/>
          </a:solidFill>
          <a:ln w="7855">
            <a:solidFill>
              <a:srgbClr val="A8DB34"/>
            </a:solidFill>
            <a:prstDash val="solid"/>
          </a:ln>
        </p:spPr>
      </p:sp>
      <p:sp>
        <p:nvSpPr>
          <p:cNvPr id="149" name="d_small_paired_3217">
            <a:extLst>
              <a:ext uri="{FF2B5EF4-FFF2-40B4-BE49-F238E27FC236}">
                <a16:creationId xmlns:a16="http://schemas.microsoft.com/office/drawing/2014/main" id="{1EA89D79-4A07-4B13-A12C-C629916EE70E}"/>
              </a:ext>
            </a:extLst>
          </p:cNvPr>
          <p:cNvSpPr>
            <a:spLocks noGrp="1"/>
          </p:cNvSpPr>
          <p:nvPr/>
        </p:nvSpPr>
        <p:spPr>
          <a:xfrm>
            <a:off x="7173144" y="60742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5DB36"/>
          </a:solidFill>
          <a:ln w="7855">
            <a:solidFill>
              <a:srgbClr val="A5DB36"/>
            </a:solidFill>
            <a:prstDash val="solid"/>
          </a:ln>
        </p:spPr>
      </p:sp>
      <p:sp>
        <p:nvSpPr>
          <p:cNvPr id="150" name="d_small_paired_3218">
            <a:extLst>
              <a:ext uri="{FF2B5EF4-FFF2-40B4-BE49-F238E27FC236}">
                <a16:creationId xmlns:a16="http://schemas.microsoft.com/office/drawing/2014/main" id="{D18F077A-CBCF-4921-A74B-1E2FE5BDB527}"/>
              </a:ext>
            </a:extLst>
          </p:cNvPr>
          <p:cNvSpPr>
            <a:spLocks noGrp="1"/>
          </p:cNvSpPr>
          <p:nvPr/>
        </p:nvSpPr>
        <p:spPr>
          <a:xfrm>
            <a:off x="7173144" y="60554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2DA37"/>
          </a:solidFill>
          <a:ln w="7855">
            <a:solidFill>
              <a:srgbClr val="A2DA37"/>
            </a:solidFill>
            <a:prstDash val="solid"/>
          </a:ln>
        </p:spPr>
      </p:sp>
      <p:sp>
        <p:nvSpPr>
          <p:cNvPr id="151" name="d_small_paired_3219">
            <a:extLst>
              <a:ext uri="{FF2B5EF4-FFF2-40B4-BE49-F238E27FC236}">
                <a16:creationId xmlns:a16="http://schemas.microsoft.com/office/drawing/2014/main" id="{9A1499C3-5045-420A-BBD7-0C627F432404}"/>
              </a:ext>
            </a:extLst>
          </p:cNvPr>
          <p:cNvSpPr>
            <a:spLocks noGrp="1"/>
          </p:cNvSpPr>
          <p:nvPr/>
        </p:nvSpPr>
        <p:spPr>
          <a:xfrm>
            <a:off x="7173144" y="60366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A0DA39"/>
          </a:solidFill>
          <a:ln w="7855">
            <a:solidFill>
              <a:srgbClr val="A0DA39"/>
            </a:solidFill>
            <a:prstDash val="solid"/>
          </a:ln>
        </p:spPr>
      </p:sp>
      <p:sp>
        <p:nvSpPr>
          <p:cNvPr id="152" name="d_small_paired_3220">
            <a:extLst>
              <a:ext uri="{FF2B5EF4-FFF2-40B4-BE49-F238E27FC236}">
                <a16:creationId xmlns:a16="http://schemas.microsoft.com/office/drawing/2014/main" id="{1282A9B9-7A35-46C7-B98F-CD00D8EE4D49}"/>
              </a:ext>
            </a:extLst>
          </p:cNvPr>
          <p:cNvSpPr>
            <a:spLocks noGrp="1"/>
          </p:cNvSpPr>
          <p:nvPr/>
        </p:nvSpPr>
        <p:spPr>
          <a:xfrm>
            <a:off x="7173144" y="60177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DD93B"/>
          </a:solidFill>
          <a:ln w="7855">
            <a:solidFill>
              <a:srgbClr val="9DD93B"/>
            </a:solidFill>
            <a:prstDash val="solid"/>
          </a:ln>
        </p:spPr>
      </p:sp>
      <p:sp>
        <p:nvSpPr>
          <p:cNvPr id="153" name="d_small_paired_3221">
            <a:extLst>
              <a:ext uri="{FF2B5EF4-FFF2-40B4-BE49-F238E27FC236}">
                <a16:creationId xmlns:a16="http://schemas.microsoft.com/office/drawing/2014/main" id="{3F395661-9DAB-4F2E-9B9A-D5BCA05F9A54}"/>
              </a:ext>
            </a:extLst>
          </p:cNvPr>
          <p:cNvSpPr>
            <a:spLocks noGrp="1"/>
          </p:cNvSpPr>
          <p:nvPr/>
        </p:nvSpPr>
        <p:spPr>
          <a:xfrm>
            <a:off x="7173144" y="59989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BD93C"/>
          </a:solidFill>
          <a:ln w="7855">
            <a:solidFill>
              <a:srgbClr val="9BD93C"/>
            </a:solidFill>
            <a:prstDash val="solid"/>
          </a:ln>
        </p:spPr>
      </p:sp>
      <p:sp>
        <p:nvSpPr>
          <p:cNvPr id="154" name="d_small_paired_3222">
            <a:extLst>
              <a:ext uri="{FF2B5EF4-FFF2-40B4-BE49-F238E27FC236}">
                <a16:creationId xmlns:a16="http://schemas.microsoft.com/office/drawing/2014/main" id="{A6DFAA63-A035-470F-AD08-C0612A65854B}"/>
              </a:ext>
            </a:extLst>
          </p:cNvPr>
          <p:cNvSpPr>
            <a:spLocks noGrp="1"/>
          </p:cNvSpPr>
          <p:nvPr/>
        </p:nvSpPr>
        <p:spPr>
          <a:xfrm>
            <a:off x="7173144" y="59801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8D83E"/>
          </a:solidFill>
          <a:ln w="7855">
            <a:solidFill>
              <a:srgbClr val="98D83E"/>
            </a:solidFill>
            <a:prstDash val="solid"/>
          </a:ln>
        </p:spPr>
      </p:sp>
      <p:sp>
        <p:nvSpPr>
          <p:cNvPr id="155" name="d_small_paired_3223">
            <a:extLst>
              <a:ext uri="{FF2B5EF4-FFF2-40B4-BE49-F238E27FC236}">
                <a16:creationId xmlns:a16="http://schemas.microsoft.com/office/drawing/2014/main" id="{A55240DE-D4B4-4C06-A0AD-1B1FD54736E8}"/>
              </a:ext>
            </a:extLst>
          </p:cNvPr>
          <p:cNvSpPr>
            <a:spLocks noGrp="1"/>
          </p:cNvSpPr>
          <p:nvPr/>
        </p:nvSpPr>
        <p:spPr>
          <a:xfrm>
            <a:off x="7173144" y="59612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5D840"/>
          </a:solidFill>
          <a:ln w="7855">
            <a:solidFill>
              <a:srgbClr val="95D840"/>
            </a:solidFill>
            <a:prstDash val="solid"/>
          </a:ln>
        </p:spPr>
      </p:sp>
      <p:sp>
        <p:nvSpPr>
          <p:cNvPr id="156" name="d_small_paired_3224">
            <a:extLst>
              <a:ext uri="{FF2B5EF4-FFF2-40B4-BE49-F238E27FC236}">
                <a16:creationId xmlns:a16="http://schemas.microsoft.com/office/drawing/2014/main" id="{EEADB8FF-33CB-41F6-A51B-DB398215B5B1}"/>
              </a:ext>
            </a:extLst>
          </p:cNvPr>
          <p:cNvSpPr>
            <a:spLocks noGrp="1"/>
          </p:cNvSpPr>
          <p:nvPr/>
        </p:nvSpPr>
        <p:spPr>
          <a:xfrm>
            <a:off x="7173144" y="59424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3D741"/>
          </a:solidFill>
          <a:ln w="7855">
            <a:solidFill>
              <a:srgbClr val="93D741"/>
            </a:solidFill>
            <a:prstDash val="solid"/>
          </a:ln>
        </p:spPr>
      </p:sp>
      <p:sp>
        <p:nvSpPr>
          <p:cNvPr id="157" name="d_small_paired_3225">
            <a:extLst>
              <a:ext uri="{FF2B5EF4-FFF2-40B4-BE49-F238E27FC236}">
                <a16:creationId xmlns:a16="http://schemas.microsoft.com/office/drawing/2014/main" id="{38CB9DF0-7603-48AD-B7CC-911084C6B54E}"/>
              </a:ext>
            </a:extLst>
          </p:cNvPr>
          <p:cNvSpPr>
            <a:spLocks noGrp="1"/>
          </p:cNvSpPr>
          <p:nvPr/>
        </p:nvSpPr>
        <p:spPr>
          <a:xfrm>
            <a:off x="7173144" y="59236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90D743"/>
          </a:solidFill>
          <a:ln w="7855">
            <a:solidFill>
              <a:srgbClr val="90D743"/>
            </a:solidFill>
            <a:prstDash val="solid"/>
          </a:ln>
        </p:spPr>
      </p:sp>
      <p:sp>
        <p:nvSpPr>
          <p:cNvPr id="158" name="d_small_paired_3226">
            <a:extLst>
              <a:ext uri="{FF2B5EF4-FFF2-40B4-BE49-F238E27FC236}">
                <a16:creationId xmlns:a16="http://schemas.microsoft.com/office/drawing/2014/main" id="{EBB4FBB5-8DBC-45D9-A0FF-47B4D1F6AD3D}"/>
              </a:ext>
            </a:extLst>
          </p:cNvPr>
          <p:cNvSpPr>
            <a:spLocks noGrp="1"/>
          </p:cNvSpPr>
          <p:nvPr/>
        </p:nvSpPr>
        <p:spPr>
          <a:xfrm>
            <a:off x="7173144" y="59047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ED645"/>
          </a:solidFill>
          <a:ln w="7855">
            <a:solidFill>
              <a:srgbClr val="8ED645"/>
            </a:solidFill>
            <a:prstDash val="solid"/>
          </a:ln>
        </p:spPr>
      </p:sp>
      <p:sp>
        <p:nvSpPr>
          <p:cNvPr id="159" name="d_small_paired_3227">
            <a:extLst>
              <a:ext uri="{FF2B5EF4-FFF2-40B4-BE49-F238E27FC236}">
                <a16:creationId xmlns:a16="http://schemas.microsoft.com/office/drawing/2014/main" id="{162C8EE7-B76B-42AD-BCD8-14B0ED4D5260}"/>
              </a:ext>
            </a:extLst>
          </p:cNvPr>
          <p:cNvSpPr>
            <a:spLocks noGrp="1"/>
          </p:cNvSpPr>
          <p:nvPr/>
        </p:nvSpPr>
        <p:spPr>
          <a:xfrm>
            <a:off x="7173144" y="58859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BD646"/>
          </a:solidFill>
          <a:ln w="7855">
            <a:solidFill>
              <a:srgbClr val="8BD646"/>
            </a:solidFill>
            <a:prstDash val="solid"/>
          </a:ln>
        </p:spPr>
      </p:sp>
      <p:sp>
        <p:nvSpPr>
          <p:cNvPr id="160" name="d_small_paired_3228">
            <a:extLst>
              <a:ext uri="{FF2B5EF4-FFF2-40B4-BE49-F238E27FC236}">
                <a16:creationId xmlns:a16="http://schemas.microsoft.com/office/drawing/2014/main" id="{AE706F76-8579-489D-86AC-2A695501E91E}"/>
              </a:ext>
            </a:extLst>
          </p:cNvPr>
          <p:cNvSpPr>
            <a:spLocks noGrp="1"/>
          </p:cNvSpPr>
          <p:nvPr/>
        </p:nvSpPr>
        <p:spPr>
          <a:xfrm>
            <a:off x="7173144" y="58671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9D548"/>
          </a:solidFill>
          <a:ln w="7855">
            <a:solidFill>
              <a:srgbClr val="89D548"/>
            </a:solidFill>
            <a:prstDash val="solid"/>
          </a:ln>
        </p:spPr>
      </p:sp>
      <p:sp>
        <p:nvSpPr>
          <p:cNvPr id="161" name="d_small_paired_3229">
            <a:extLst>
              <a:ext uri="{FF2B5EF4-FFF2-40B4-BE49-F238E27FC236}">
                <a16:creationId xmlns:a16="http://schemas.microsoft.com/office/drawing/2014/main" id="{005EB670-7EE5-4E21-9002-2F2FC42D5A6F}"/>
              </a:ext>
            </a:extLst>
          </p:cNvPr>
          <p:cNvSpPr>
            <a:spLocks noGrp="1"/>
          </p:cNvSpPr>
          <p:nvPr/>
        </p:nvSpPr>
        <p:spPr>
          <a:xfrm>
            <a:off x="7173144" y="58482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6D549"/>
          </a:solidFill>
          <a:ln w="7855">
            <a:solidFill>
              <a:srgbClr val="86D549"/>
            </a:solidFill>
            <a:prstDash val="solid"/>
          </a:ln>
        </p:spPr>
      </p:sp>
      <p:sp>
        <p:nvSpPr>
          <p:cNvPr id="162" name="d_small_paired_3230">
            <a:extLst>
              <a:ext uri="{FF2B5EF4-FFF2-40B4-BE49-F238E27FC236}">
                <a16:creationId xmlns:a16="http://schemas.microsoft.com/office/drawing/2014/main" id="{7CD98132-4F08-4FA3-8805-AD914B145FAB}"/>
              </a:ext>
            </a:extLst>
          </p:cNvPr>
          <p:cNvSpPr>
            <a:spLocks noGrp="1"/>
          </p:cNvSpPr>
          <p:nvPr/>
        </p:nvSpPr>
        <p:spPr>
          <a:xfrm>
            <a:off x="7173144" y="58294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4D44B"/>
          </a:solidFill>
          <a:ln w="7855">
            <a:solidFill>
              <a:srgbClr val="84D44B"/>
            </a:solidFill>
            <a:prstDash val="solid"/>
          </a:ln>
        </p:spPr>
      </p:sp>
      <p:sp>
        <p:nvSpPr>
          <p:cNvPr id="163" name="d_small_paired_3231">
            <a:extLst>
              <a:ext uri="{FF2B5EF4-FFF2-40B4-BE49-F238E27FC236}">
                <a16:creationId xmlns:a16="http://schemas.microsoft.com/office/drawing/2014/main" id="{64FF8506-8934-4123-B748-C4D916C9186C}"/>
              </a:ext>
            </a:extLst>
          </p:cNvPr>
          <p:cNvSpPr>
            <a:spLocks noGrp="1"/>
          </p:cNvSpPr>
          <p:nvPr/>
        </p:nvSpPr>
        <p:spPr>
          <a:xfrm>
            <a:off x="7173144" y="58106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81D34D"/>
          </a:solidFill>
          <a:ln w="7855">
            <a:solidFill>
              <a:srgbClr val="81D34D"/>
            </a:solidFill>
            <a:prstDash val="solid"/>
          </a:ln>
        </p:spPr>
      </p:sp>
      <p:sp>
        <p:nvSpPr>
          <p:cNvPr id="164" name="d_small_paired_3232">
            <a:extLst>
              <a:ext uri="{FF2B5EF4-FFF2-40B4-BE49-F238E27FC236}">
                <a16:creationId xmlns:a16="http://schemas.microsoft.com/office/drawing/2014/main" id="{2F9B1BED-4ECE-4839-BF87-DAF9183EABC2}"/>
              </a:ext>
            </a:extLst>
          </p:cNvPr>
          <p:cNvSpPr>
            <a:spLocks noGrp="1"/>
          </p:cNvSpPr>
          <p:nvPr/>
        </p:nvSpPr>
        <p:spPr>
          <a:xfrm>
            <a:off x="7173144" y="57917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FD34E"/>
          </a:solidFill>
          <a:ln w="7855">
            <a:solidFill>
              <a:srgbClr val="7FD34E"/>
            </a:solidFill>
            <a:prstDash val="solid"/>
          </a:ln>
        </p:spPr>
      </p:sp>
      <p:sp>
        <p:nvSpPr>
          <p:cNvPr id="165" name="d_small_paired_3233">
            <a:extLst>
              <a:ext uri="{FF2B5EF4-FFF2-40B4-BE49-F238E27FC236}">
                <a16:creationId xmlns:a16="http://schemas.microsoft.com/office/drawing/2014/main" id="{063F9CF2-E192-471B-B871-F01C09F7D1E1}"/>
              </a:ext>
            </a:extLst>
          </p:cNvPr>
          <p:cNvSpPr>
            <a:spLocks noGrp="1"/>
          </p:cNvSpPr>
          <p:nvPr/>
        </p:nvSpPr>
        <p:spPr>
          <a:xfrm>
            <a:off x="7173144" y="57729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CD250"/>
          </a:solidFill>
          <a:ln w="7855">
            <a:solidFill>
              <a:srgbClr val="7CD250"/>
            </a:solidFill>
            <a:prstDash val="solid"/>
          </a:ln>
        </p:spPr>
      </p:sp>
      <p:sp>
        <p:nvSpPr>
          <p:cNvPr id="166" name="d_small_paired_3234">
            <a:extLst>
              <a:ext uri="{FF2B5EF4-FFF2-40B4-BE49-F238E27FC236}">
                <a16:creationId xmlns:a16="http://schemas.microsoft.com/office/drawing/2014/main" id="{74B42007-3091-4D26-84B8-EBB3E196142B}"/>
              </a:ext>
            </a:extLst>
          </p:cNvPr>
          <p:cNvSpPr>
            <a:spLocks noGrp="1"/>
          </p:cNvSpPr>
          <p:nvPr/>
        </p:nvSpPr>
        <p:spPr>
          <a:xfrm>
            <a:off x="7173144" y="57541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AD151"/>
          </a:solidFill>
          <a:ln w="7855">
            <a:solidFill>
              <a:srgbClr val="7AD151"/>
            </a:solidFill>
            <a:prstDash val="solid"/>
          </a:ln>
        </p:spPr>
      </p:sp>
      <p:sp>
        <p:nvSpPr>
          <p:cNvPr id="167" name="d_small_paired_3235">
            <a:extLst>
              <a:ext uri="{FF2B5EF4-FFF2-40B4-BE49-F238E27FC236}">
                <a16:creationId xmlns:a16="http://schemas.microsoft.com/office/drawing/2014/main" id="{D7D53866-42F2-4155-A4DF-0E112A3322C6}"/>
              </a:ext>
            </a:extLst>
          </p:cNvPr>
          <p:cNvSpPr>
            <a:spLocks noGrp="1"/>
          </p:cNvSpPr>
          <p:nvPr/>
        </p:nvSpPr>
        <p:spPr>
          <a:xfrm>
            <a:off x="7173144" y="57352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7D153"/>
          </a:solidFill>
          <a:ln w="7855">
            <a:solidFill>
              <a:srgbClr val="77D153"/>
            </a:solidFill>
            <a:prstDash val="solid"/>
          </a:ln>
        </p:spPr>
      </p:sp>
      <p:sp>
        <p:nvSpPr>
          <p:cNvPr id="168" name="d_small_paired_3236">
            <a:extLst>
              <a:ext uri="{FF2B5EF4-FFF2-40B4-BE49-F238E27FC236}">
                <a16:creationId xmlns:a16="http://schemas.microsoft.com/office/drawing/2014/main" id="{FACAF0A1-4359-492C-B762-1A69F263A764}"/>
              </a:ext>
            </a:extLst>
          </p:cNvPr>
          <p:cNvSpPr>
            <a:spLocks noGrp="1"/>
          </p:cNvSpPr>
          <p:nvPr/>
        </p:nvSpPr>
        <p:spPr>
          <a:xfrm>
            <a:off x="7173144" y="57164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5D054"/>
          </a:solidFill>
          <a:ln w="7855">
            <a:solidFill>
              <a:srgbClr val="75D054"/>
            </a:solidFill>
            <a:prstDash val="solid"/>
          </a:ln>
        </p:spPr>
      </p:sp>
      <p:sp>
        <p:nvSpPr>
          <p:cNvPr id="169" name="d_small_paired_3237">
            <a:extLst>
              <a:ext uri="{FF2B5EF4-FFF2-40B4-BE49-F238E27FC236}">
                <a16:creationId xmlns:a16="http://schemas.microsoft.com/office/drawing/2014/main" id="{B2EE836C-5CF5-4659-A766-4E4A6873358F}"/>
              </a:ext>
            </a:extLst>
          </p:cNvPr>
          <p:cNvSpPr>
            <a:spLocks noGrp="1"/>
          </p:cNvSpPr>
          <p:nvPr/>
        </p:nvSpPr>
        <p:spPr>
          <a:xfrm>
            <a:off x="7173144" y="56976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3D056"/>
          </a:solidFill>
          <a:ln w="7855">
            <a:solidFill>
              <a:srgbClr val="73D056"/>
            </a:solidFill>
            <a:prstDash val="solid"/>
          </a:ln>
        </p:spPr>
      </p:sp>
      <p:sp>
        <p:nvSpPr>
          <p:cNvPr id="170" name="d_small_paired_3238">
            <a:extLst>
              <a:ext uri="{FF2B5EF4-FFF2-40B4-BE49-F238E27FC236}">
                <a16:creationId xmlns:a16="http://schemas.microsoft.com/office/drawing/2014/main" id="{27A5B2DF-0CE0-4B43-8D9A-40A54F13E8B3}"/>
              </a:ext>
            </a:extLst>
          </p:cNvPr>
          <p:cNvSpPr>
            <a:spLocks noGrp="1"/>
          </p:cNvSpPr>
          <p:nvPr/>
        </p:nvSpPr>
        <p:spPr>
          <a:xfrm>
            <a:off x="7173144" y="56787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70CF57"/>
          </a:solidFill>
          <a:ln w="7855">
            <a:solidFill>
              <a:srgbClr val="70CF57"/>
            </a:solidFill>
            <a:prstDash val="solid"/>
          </a:ln>
        </p:spPr>
      </p:sp>
      <p:sp>
        <p:nvSpPr>
          <p:cNvPr id="171" name="d_small_paired_3239">
            <a:extLst>
              <a:ext uri="{FF2B5EF4-FFF2-40B4-BE49-F238E27FC236}">
                <a16:creationId xmlns:a16="http://schemas.microsoft.com/office/drawing/2014/main" id="{AA248437-CF3E-404B-97B1-1B4D21E8F25D}"/>
              </a:ext>
            </a:extLst>
          </p:cNvPr>
          <p:cNvSpPr>
            <a:spLocks noGrp="1"/>
          </p:cNvSpPr>
          <p:nvPr/>
        </p:nvSpPr>
        <p:spPr>
          <a:xfrm>
            <a:off x="7173144" y="56599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ECE58"/>
          </a:solidFill>
          <a:ln w="7855">
            <a:solidFill>
              <a:srgbClr val="6ECE58"/>
            </a:solidFill>
            <a:prstDash val="solid"/>
          </a:ln>
        </p:spPr>
      </p:sp>
      <p:sp>
        <p:nvSpPr>
          <p:cNvPr id="172" name="d_small_paired_3240">
            <a:extLst>
              <a:ext uri="{FF2B5EF4-FFF2-40B4-BE49-F238E27FC236}">
                <a16:creationId xmlns:a16="http://schemas.microsoft.com/office/drawing/2014/main" id="{F1E3822A-B98F-4199-991A-4B155FC9E59C}"/>
              </a:ext>
            </a:extLst>
          </p:cNvPr>
          <p:cNvSpPr>
            <a:spLocks noGrp="1"/>
          </p:cNvSpPr>
          <p:nvPr/>
        </p:nvSpPr>
        <p:spPr>
          <a:xfrm>
            <a:off x="7173144" y="56411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CCD5A"/>
          </a:solidFill>
          <a:ln w="7855">
            <a:solidFill>
              <a:srgbClr val="6CCD5A"/>
            </a:solidFill>
            <a:prstDash val="solid"/>
          </a:ln>
        </p:spPr>
      </p:sp>
      <p:sp>
        <p:nvSpPr>
          <p:cNvPr id="173" name="d_small_paired_3241">
            <a:extLst>
              <a:ext uri="{FF2B5EF4-FFF2-40B4-BE49-F238E27FC236}">
                <a16:creationId xmlns:a16="http://schemas.microsoft.com/office/drawing/2014/main" id="{8E02CCBB-99AD-4552-AFF8-804EC6CC0E5C}"/>
              </a:ext>
            </a:extLst>
          </p:cNvPr>
          <p:cNvSpPr>
            <a:spLocks noGrp="1"/>
          </p:cNvSpPr>
          <p:nvPr/>
        </p:nvSpPr>
        <p:spPr>
          <a:xfrm>
            <a:off x="7173144" y="56222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9CD5B"/>
          </a:solidFill>
          <a:ln w="7855">
            <a:solidFill>
              <a:srgbClr val="69CD5B"/>
            </a:solidFill>
            <a:prstDash val="solid"/>
          </a:ln>
        </p:spPr>
      </p:sp>
      <p:sp>
        <p:nvSpPr>
          <p:cNvPr id="174" name="d_small_paired_3242">
            <a:extLst>
              <a:ext uri="{FF2B5EF4-FFF2-40B4-BE49-F238E27FC236}">
                <a16:creationId xmlns:a16="http://schemas.microsoft.com/office/drawing/2014/main" id="{C317DE4C-3A97-4366-9CFB-256EC7F83CE1}"/>
              </a:ext>
            </a:extLst>
          </p:cNvPr>
          <p:cNvSpPr>
            <a:spLocks noGrp="1"/>
          </p:cNvSpPr>
          <p:nvPr/>
        </p:nvSpPr>
        <p:spPr>
          <a:xfrm>
            <a:off x="7173144" y="56034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7CC5C"/>
          </a:solidFill>
          <a:ln w="7855">
            <a:solidFill>
              <a:srgbClr val="67CC5C"/>
            </a:solidFill>
            <a:prstDash val="solid"/>
          </a:ln>
        </p:spPr>
      </p:sp>
      <p:sp>
        <p:nvSpPr>
          <p:cNvPr id="175" name="d_small_paired_3243">
            <a:extLst>
              <a:ext uri="{FF2B5EF4-FFF2-40B4-BE49-F238E27FC236}">
                <a16:creationId xmlns:a16="http://schemas.microsoft.com/office/drawing/2014/main" id="{0C4BFB6B-2968-48EE-86D8-BC3A181B2B7F}"/>
              </a:ext>
            </a:extLst>
          </p:cNvPr>
          <p:cNvSpPr>
            <a:spLocks noGrp="1"/>
          </p:cNvSpPr>
          <p:nvPr/>
        </p:nvSpPr>
        <p:spPr>
          <a:xfrm>
            <a:off x="7173144" y="55846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5CB5E"/>
          </a:solidFill>
          <a:ln w="7855">
            <a:solidFill>
              <a:srgbClr val="65CB5E"/>
            </a:solidFill>
            <a:prstDash val="solid"/>
          </a:ln>
        </p:spPr>
      </p:sp>
      <p:sp>
        <p:nvSpPr>
          <p:cNvPr id="176" name="d_small_paired_3244">
            <a:extLst>
              <a:ext uri="{FF2B5EF4-FFF2-40B4-BE49-F238E27FC236}">
                <a16:creationId xmlns:a16="http://schemas.microsoft.com/office/drawing/2014/main" id="{79AC4457-7694-4053-AB38-FCB48DCE4A3F}"/>
              </a:ext>
            </a:extLst>
          </p:cNvPr>
          <p:cNvSpPr>
            <a:spLocks noGrp="1"/>
          </p:cNvSpPr>
          <p:nvPr/>
        </p:nvSpPr>
        <p:spPr>
          <a:xfrm>
            <a:off x="7173144" y="55657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3CB5F"/>
          </a:solidFill>
          <a:ln w="7855">
            <a:solidFill>
              <a:srgbClr val="63CB5F"/>
            </a:solidFill>
            <a:prstDash val="solid"/>
          </a:ln>
        </p:spPr>
      </p:sp>
      <p:sp>
        <p:nvSpPr>
          <p:cNvPr id="177" name="d_small_paired_3245">
            <a:extLst>
              <a:ext uri="{FF2B5EF4-FFF2-40B4-BE49-F238E27FC236}">
                <a16:creationId xmlns:a16="http://schemas.microsoft.com/office/drawing/2014/main" id="{350B1EC9-7C9E-41DB-94D6-881A0CF65CAE}"/>
              </a:ext>
            </a:extLst>
          </p:cNvPr>
          <p:cNvSpPr>
            <a:spLocks noGrp="1"/>
          </p:cNvSpPr>
          <p:nvPr/>
        </p:nvSpPr>
        <p:spPr>
          <a:xfrm>
            <a:off x="7173144" y="55469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60CA60"/>
          </a:solidFill>
          <a:ln w="7855">
            <a:solidFill>
              <a:srgbClr val="60CA60"/>
            </a:solidFill>
            <a:prstDash val="solid"/>
          </a:ln>
        </p:spPr>
      </p:sp>
      <p:sp>
        <p:nvSpPr>
          <p:cNvPr id="178" name="d_small_paired_3246">
            <a:extLst>
              <a:ext uri="{FF2B5EF4-FFF2-40B4-BE49-F238E27FC236}">
                <a16:creationId xmlns:a16="http://schemas.microsoft.com/office/drawing/2014/main" id="{2CB7E76F-4E59-4FA9-B195-EFD39DFA8EA1}"/>
              </a:ext>
            </a:extLst>
          </p:cNvPr>
          <p:cNvSpPr>
            <a:spLocks noGrp="1"/>
          </p:cNvSpPr>
          <p:nvPr/>
        </p:nvSpPr>
        <p:spPr>
          <a:xfrm>
            <a:off x="7173144" y="55281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EC962"/>
          </a:solidFill>
          <a:ln w="7855">
            <a:solidFill>
              <a:srgbClr val="5EC962"/>
            </a:solidFill>
            <a:prstDash val="solid"/>
          </a:ln>
        </p:spPr>
      </p:sp>
      <p:sp>
        <p:nvSpPr>
          <p:cNvPr id="179" name="d_small_paired_3247">
            <a:extLst>
              <a:ext uri="{FF2B5EF4-FFF2-40B4-BE49-F238E27FC236}">
                <a16:creationId xmlns:a16="http://schemas.microsoft.com/office/drawing/2014/main" id="{ED7C4014-3C57-4D7A-86A8-FD88065D442A}"/>
              </a:ext>
            </a:extLst>
          </p:cNvPr>
          <p:cNvSpPr>
            <a:spLocks noGrp="1"/>
          </p:cNvSpPr>
          <p:nvPr/>
        </p:nvSpPr>
        <p:spPr>
          <a:xfrm>
            <a:off x="7173144" y="55092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CC863"/>
          </a:solidFill>
          <a:ln w="7855">
            <a:solidFill>
              <a:srgbClr val="5CC863"/>
            </a:solidFill>
            <a:prstDash val="solid"/>
          </a:ln>
        </p:spPr>
      </p:sp>
      <p:sp>
        <p:nvSpPr>
          <p:cNvPr id="180" name="d_small_paired_3248">
            <a:extLst>
              <a:ext uri="{FF2B5EF4-FFF2-40B4-BE49-F238E27FC236}">
                <a16:creationId xmlns:a16="http://schemas.microsoft.com/office/drawing/2014/main" id="{040BF409-0F1C-4FCA-9F07-516441446925}"/>
              </a:ext>
            </a:extLst>
          </p:cNvPr>
          <p:cNvSpPr>
            <a:spLocks noGrp="1"/>
          </p:cNvSpPr>
          <p:nvPr/>
        </p:nvSpPr>
        <p:spPr>
          <a:xfrm>
            <a:off x="7173144" y="54904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AC864"/>
          </a:solidFill>
          <a:ln w="7855">
            <a:solidFill>
              <a:srgbClr val="5AC864"/>
            </a:solidFill>
            <a:prstDash val="solid"/>
          </a:ln>
        </p:spPr>
      </p:sp>
      <p:sp>
        <p:nvSpPr>
          <p:cNvPr id="181" name="d_small_paired_3249">
            <a:extLst>
              <a:ext uri="{FF2B5EF4-FFF2-40B4-BE49-F238E27FC236}">
                <a16:creationId xmlns:a16="http://schemas.microsoft.com/office/drawing/2014/main" id="{4D499DB9-58BA-45D7-B55A-C4033757054C}"/>
              </a:ext>
            </a:extLst>
          </p:cNvPr>
          <p:cNvSpPr>
            <a:spLocks noGrp="1"/>
          </p:cNvSpPr>
          <p:nvPr/>
        </p:nvSpPr>
        <p:spPr>
          <a:xfrm>
            <a:off x="7173144" y="54716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8C765"/>
          </a:solidFill>
          <a:ln w="7855">
            <a:solidFill>
              <a:srgbClr val="58C765"/>
            </a:solidFill>
            <a:prstDash val="solid"/>
          </a:ln>
        </p:spPr>
      </p:sp>
      <p:sp>
        <p:nvSpPr>
          <p:cNvPr id="182" name="d_small_paired_3250">
            <a:extLst>
              <a:ext uri="{FF2B5EF4-FFF2-40B4-BE49-F238E27FC236}">
                <a16:creationId xmlns:a16="http://schemas.microsoft.com/office/drawing/2014/main" id="{9D6A8CF4-F632-4DE4-93F9-D07E68081EAF}"/>
              </a:ext>
            </a:extLst>
          </p:cNvPr>
          <p:cNvSpPr>
            <a:spLocks noGrp="1"/>
          </p:cNvSpPr>
          <p:nvPr/>
        </p:nvSpPr>
        <p:spPr>
          <a:xfrm>
            <a:off x="7173144" y="54527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6C667"/>
          </a:solidFill>
          <a:ln w="7855">
            <a:solidFill>
              <a:srgbClr val="56C667"/>
            </a:solidFill>
            <a:prstDash val="solid"/>
          </a:ln>
        </p:spPr>
      </p:sp>
      <p:sp>
        <p:nvSpPr>
          <p:cNvPr id="183" name="d_small_paired_3251">
            <a:extLst>
              <a:ext uri="{FF2B5EF4-FFF2-40B4-BE49-F238E27FC236}">
                <a16:creationId xmlns:a16="http://schemas.microsoft.com/office/drawing/2014/main" id="{F203BA3B-86BE-445B-94CC-BEBF62FF0739}"/>
              </a:ext>
            </a:extLst>
          </p:cNvPr>
          <p:cNvSpPr>
            <a:spLocks noGrp="1"/>
          </p:cNvSpPr>
          <p:nvPr/>
        </p:nvSpPr>
        <p:spPr>
          <a:xfrm>
            <a:off x="7173144" y="54339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4C568"/>
          </a:solidFill>
          <a:ln w="7855">
            <a:solidFill>
              <a:srgbClr val="54C568"/>
            </a:solidFill>
            <a:prstDash val="solid"/>
          </a:ln>
        </p:spPr>
      </p:sp>
      <p:sp>
        <p:nvSpPr>
          <p:cNvPr id="184" name="d_small_paired_3252">
            <a:extLst>
              <a:ext uri="{FF2B5EF4-FFF2-40B4-BE49-F238E27FC236}">
                <a16:creationId xmlns:a16="http://schemas.microsoft.com/office/drawing/2014/main" id="{3D3CB9B8-48AC-43E3-AD00-F015F3C1AC6B}"/>
              </a:ext>
            </a:extLst>
          </p:cNvPr>
          <p:cNvSpPr>
            <a:spLocks noGrp="1"/>
          </p:cNvSpPr>
          <p:nvPr/>
        </p:nvSpPr>
        <p:spPr>
          <a:xfrm>
            <a:off x="7173144" y="54151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2C569"/>
          </a:solidFill>
          <a:ln w="7855">
            <a:solidFill>
              <a:srgbClr val="52C569"/>
            </a:solidFill>
            <a:prstDash val="solid"/>
          </a:ln>
        </p:spPr>
      </p:sp>
      <p:sp>
        <p:nvSpPr>
          <p:cNvPr id="185" name="d_small_paired_3253">
            <a:extLst>
              <a:ext uri="{FF2B5EF4-FFF2-40B4-BE49-F238E27FC236}">
                <a16:creationId xmlns:a16="http://schemas.microsoft.com/office/drawing/2014/main" id="{9F0B3001-6FC2-4566-B2B7-260ED28D949E}"/>
              </a:ext>
            </a:extLst>
          </p:cNvPr>
          <p:cNvSpPr>
            <a:spLocks noGrp="1"/>
          </p:cNvSpPr>
          <p:nvPr/>
        </p:nvSpPr>
        <p:spPr>
          <a:xfrm>
            <a:off x="7173144" y="53962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50C46A"/>
          </a:solidFill>
          <a:ln w="7855">
            <a:solidFill>
              <a:srgbClr val="50C46A"/>
            </a:solidFill>
            <a:prstDash val="solid"/>
          </a:ln>
        </p:spPr>
      </p:sp>
      <p:sp>
        <p:nvSpPr>
          <p:cNvPr id="186" name="d_small_paired_3254">
            <a:extLst>
              <a:ext uri="{FF2B5EF4-FFF2-40B4-BE49-F238E27FC236}">
                <a16:creationId xmlns:a16="http://schemas.microsoft.com/office/drawing/2014/main" id="{8CFD010A-92F3-4B0F-8214-B7E1D41218DE}"/>
              </a:ext>
            </a:extLst>
          </p:cNvPr>
          <p:cNvSpPr>
            <a:spLocks noGrp="1"/>
          </p:cNvSpPr>
          <p:nvPr/>
        </p:nvSpPr>
        <p:spPr>
          <a:xfrm>
            <a:off x="7173144" y="53774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EC36B"/>
          </a:solidFill>
          <a:ln w="7855">
            <a:solidFill>
              <a:srgbClr val="4EC36B"/>
            </a:solidFill>
            <a:prstDash val="solid"/>
          </a:ln>
        </p:spPr>
      </p:sp>
      <p:sp>
        <p:nvSpPr>
          <p:cNvPr id="187" name="d_small_paired_3255">
            <a:extLst>
              <a:ext uri="{FF2B5EF4-FFF2-40B4-BE49-F238E27FC236}">
                <a16:creationId xmlns:a16="http://schemas.microsoft.com/office/drawing/2014/main" id="{B0C24F48-BAA5-4DE6-BBFB-AE141C0DE024}"/>
              </a:ext>
            </a:extLst>
          </p:cNvPr>
          <p:cNvSpPr>
            <a:spLocks noGrp="1"/>
          </p:cNvSpPr>
          <p:nvPr/>
        </p:nvSpPr>
        <p:spPr>
          <a:xfrm>
            <a:off x="7173144" y="53586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CC26C"/>
          </a:solidFill>
          <a:ln w="7855">
            <a:solidFill>
              <a:srgbClr val="4CC26C"/>
            </a:solidFill>
            <a:prstDash val="solid"/>
          </a:ln>
        </p:spPr>
      </p:sp>
      <p:sp>
        <p:nvSpPr>
          <p:cNvPr id="188" name="d_small_paired_3256">
            <a:extLst>
              <a:ext uri="{FF2B5EF4-FFF2-40B4-BE49-F238E27FC236}">
                <a16:creationId xmlns:a16="http://schemas.microsoft.com/office/drawing/2014/main" id="{AFDABFBA-CB0B-42C5-BB29-C9770F5CA94A}"/>
              </a:ext>
            </a:extLst>
          </p:cNvPr>
          <p:cNvSpPr>
            <a:spLocks noGrp="1"/>
          </p:cNvSpPr>
          <p:nvPr/>
        </p:nvSpPr>
        <p:spPr>
          <a:xfrm>
            <a:off x="7173144" y="53397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AC16D"/>
          </a:solidFill>
          <a:ln w="7855">
            <a:solidFill>
              <a:srgbClr val="4AC16D"/>
            </a:solidFill>
            <a:prstDash val="solid"/>
          </a:ln>
        </p:spPr>
      </p:sp>
      <p:sp>
        <p:nvSpPr>
          <p:cNvPr id="189" name="d_small_paired_3257">
            <a:extLst>
              <a:ext uri="{FF2B5EF4-FFF2-40B4-BE49-F238E27FC236}">
                <a16:creationId xmlns:a16="http://schemas.microsoft.com/office/drawing/2014/main" id="{62F7A8A0-E544-4DA6-B333-54AE232E865A}"/>
              </a:ext>
            </a:extLst>
          </p:cNvPr>
          <p:cNvSpPr>
            <a:spLocks noGrp="1"/>
          </p:cNvSpPr>
          <p:nvPr/>
        </p:nvSpPr>
        <p:spPr>
          <a:xfrm>
            <a:off x="7173144" y="53209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C16E"/>
          </a:solidFill>
          <a:ln w="7855">
            <a:solidFill>
              <a:srgbClr val="48C16E"/>
            </a:solidFill>
            <a:prstDash val="solid"/>
          </a:ln>
        </p:spPr>
      </p:sp>
      <p:sp>
        <p:nvSpPr>
          <p:cNvPr id="190" name="d_small_paired_3258">
            <a:extLst>
              <a:ext uri="{FF2B5EF4-FFF2-40B4-BE49-F238E27FC236}">
                <a16:creationId xmlns:a16="http://schemas.microsoft.com/office/drawing/2014/main" id="{B879B613-B2FF-4ED9-A24D-3FD46BE99DED}"/>
              </a:ext>
            </a:extLst>
          </p:cNvPr>
          <p:cNvSpPr>
            <a:spLocks noGrp="1"/>
          </p:cNvSpPr>
          <p:nvPr/>
        </p:nvSpPr>
        <p:spPr>
          <a:xfrm>
            <a:off x="7173144" y="530211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C06F"/>
          </a:solidFill>
          <a:ln w="7855">
            <a:solidFill>
              <a:srgbClr val="46C06F"/>
            </a:solidFill>
            <a:prstDash val="solid"/>
          </a:ln>
        </p:spPr>
      </p:sp>
      <p:sp>
        <p:nvSpPr>
          <p:cNvPr id="191" name="d_small_paired_3259">
            <a:extLst>
              <a:ext uri="{FF2B5EF4-FFF2-40B4-BE49-F238E27FC236}">
                <a16:creationId xmlns:a16="http://schemas.microsoft.com/office/drawing/2014/main" id="{75DD0950-4A3A-4439-A177-84B7F229B97A}"/>
              </a:ext>
            </a:extLst>
          </p:cNvPr>
          <p:cNvSpPr>
            <a:spLocks noGrp="1"/>
          </p:cNvSpPr>
          <p:nvPr/>
        </p:nvSpPr>
        <p:spPr>
          <a:xfrm>
            <a:off x="7173144" y="528327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BF70"/>
          </a:solidFill>
          <a:ln w="7855">
            <a:solidFill>
              <a:srgbClr val="44BF70"/>
            </a:solidFill>
            <a:prstDash val="solid"/>
          </a:ln>
        </p:spPr>
      </p:sp>
      <p:sp>
        <p:nvSpPr>
          <p:cNvPr id="192" name="d_small_paired_3260">
            <a:extLst>
              <a:ext uri="{FF2B5EF4-FFF2-40B4-BE49-F238E27FC236}">
                <a16:creationId xmlns:a16="http://schemas.microsoft.com/office/drawing/2014/main" id="{860D5516-5E4F-4346-BB7D-663722795A41}"/>
              </a:ext>
            </a:extLst>
          </p:cNvPr>
          <p:cNvSpPr>
            <a:spLocks noGrp="1"/>
          </p:cNvSpPr>
          <p:nvPr/>
        </p:nvSpPr>
        <p:spPr>
          <a:xfrm>
            <a:off x="7173144" y="52644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BE71"/>
          </a:solidFill>
          <a:ln w="7855">
            <a:solidFill>
              <a:srgbClr val="42BE71"/>
            </a:solidFill>
            <a:prstDash val="solid"/>
          </a:ln>
        </p:spPr>
      </p:sp>
      <p:sp>
        <p:nvSpPr>
          <p:cNvPr id="193" name="d_small_paired_3261">
            <a:extLst>
              <a:ext uri="{FF2B5EF4-FFF2-40B4-BE49-F238E27FC236}">
                <a16:creationId xmlns:a16="http://schemas.microsoft.com/office/drawing/2014/main" id="{4ED4C2FF-65C5-4828-92B3-FE732F032FF5}"/>
              </a:ext>
            </a:extLst>
          </p:cNvPr>
          <p:cNvSpPr>
            <a:spLocks noGrp="1"/>
          </p:cNvSpPr>
          <p:nvPr/>
        </p:nvSpPr>
        <p:spPr>
          <a:xfrm>
            <a:off x="7173144" y="52456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BD72"/>
          </a:solidFill>
          <a:ln w="7855">
            <a:solidFill>
              <a:srgbClr val="40BD72"/>
            </a:solidFill>
            <a:prstDash val="solid"/>
          </a:ln>
        </p:spPr>
      </p:sp>
      <p:sp>
        <p:nvSpPr>
          <p:cNvPr id="194" name="d_small_paired_3262">
            <a:extLst>
              <a:ext uri="{FF2B5EF4-FFF2-40B4-BE49-F238E27FC236}">
                <a16:creationId xmlns:a16="http://schemas.microsoft.com/office/drawing/2014/main" id="{AFC9DDB3-5732-494A-971A-4AE77D76280A}"/>
              </a:ext>
            </a:extLst>
          </p:cNvPr>
          <p:cNvSpPr>
            <a:spLocks noGrp="1"/>
          </p:cNvSpPr>
          <p:nvPr/>
        </p:nvSpPr>
        <p:spPr>
          <a:xfrm>
            <a:off x="7173144" y="52267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BC73"/>
          </a:solidFill>
          <a:ln w="7855">
            <a:solidFill>
              <a:srgbClr val="3FBC73"/>
            </a:solidFill>
            <a:prstDash val="solid"/>
          </a:ln>
        </p:spPr>
      </p:sp>
      <p:sp>
        <p:nvSpPr>
          <p:cNvPr id="195" name="d_small_paired_3263">
            <a:extLst>
              <a:ext uri="{FF2B5EF4-FFF2-40B4-BE49-F238E27FC236}">
                <a16:creationId xmlns:a16="http://schemas.microsoft.com/office/drawing/2014/main" id="{C9B01D11-E6D1-439F-AB19-20F2DB0FE7DB}"/>
              </a:ext>
            </a:extLst>
          </p:cNvPr>
          <p:cNvSpPr>
            <a:spLocks noGrp="1"/>
          </p:cNvSpPr>
          <p:nvPr/>
        </p:nvSpPr>
        <p:spPr>
          <a:xfrm>
            <a:off x="7173144" y="520794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BC74"/>
          </a:solidFill>
          <a:ln w="7855">
            <a:solidFill>
              <a:srgbClr val="3DBC74"/>
            </a:solidFill>
            <a:prstDash val="solid"/>
          </a:ln>
        </p:spPr>
      </p:sp>
      <p:sp>
        <p:nvSpPr>
          <p:cNvPr id="196" name="d_small_paired_3264">
            <a:extLst>
              <a:ext uri="{FF2B5EF4-FFF2-40B4-BE49-F238E27FC236}">
                <a16:creationId xmlns:a16="http://schemas.microsoft.com/office/drawing/2014/main" id="{E05AB7C6-3C58-4818-B442-262DB76B30F7}"/>
              </a:ext>
            </a:extLst>
          </p:cNvPr>
          <p:cNvSpPr>
            <a:spLocks noGrp="1"/>
          </p:cNvSpPr>
          <p:nvPr/>
        </p:nvSpPr>
        <p:spPr>
          <a:xfrm>
            <a:off x="7173144" y="518911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BB75"/>
          </a:solidFill>
          <a:ln w="7855">
            <a:solidFill>
              <a:srgbClr val="3BBB75"/>
            </a:solidFill>
            <a:prstDash val="solid"/>
          </a:ln>
        </p:spPr>
      </p:sp>
      <p:sp>
        <p:nvSpPr>
          <p:cNvPr id="197" name="d_small_paired_3265">
            <a:extLst>
              <a:ext uri="{FF2B5EF4-FFF2-40B4-BE49-F238E27FC236}">
                <a16:creationId xmlns:a16="http://schemas.microsoft.com/office/drawing/2014/main" id="{E1600A89-80EB-4CC0-AE79-7846FED706CA}"/>
              </a:ext>
            </a:extLst>
          </p:cNvPr>
          <p:cNvSpPr>
            <a:spLocks noGrp="1"/>
          </p:cNvSpPr>
          <p:nvPr/>
        </p:nvSpPr>
        <p:spPr>
          <a:xfrm>
            <a:off x="7173144" y="517027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BA76"/>
          </a:solidFill>
          <a:ln w="7855">
            <a:solidFill>
              <a:srgbClr val="3ABA76"/>
            </a:solidFill>
            <a:prstDash val="solid"/>
          </a:ln>
        </p:spPr>
      </p:sp>
      <p:sp>
        <p:nvSpPr>
          <p:cNvPr id="198" name="d_small_paired_3266">
            <a:extLst>
              <a:ext uri="{FF2B5EF4-FFF2-40B4-BE49-F238E27FC236}">
                <a16:creationId xmlns:a16="http://schemas.microsoft.com/office/drawing/2014/main" id="{80DB9314-5D23-4080-BA56-2B4DCF59915C}"/>
              </a:ext>
            </a:extLst>
          </p:cNvPr>
          <p:cNvSpPr>
            <a:spLocks noGrp="1"/>
          </p:cNvSpPr>
          <p:nvPr/>
        </p:nvSpPr>
        <p:spPr>
          <a:xfrm>
            <a:off x="7173144" y="515144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B977"/>
          </a:solidFill>
          <a:ln w="7855">
            <a:solidFill>
              <a:srgbClr val="38B977"/>
            </a:solidFill>
            <a:prstDash val="solid"/>
          </a:ln>
        </p:spPr>
      </p:sp>
      <p:sp>
        <p:nvSpPr>
          <p:cNvPr id="199" name="d_small_paired_3267">
            <a:extLst>
              <a:ext uri="{FF2B5EF4-FFF2-40B4-BE49-F238E27FC236}">
                <a16:creationId xmlns:a16="http://schemas.microsoft.com/office/drawing/2014/main" id="{319AFFA7-9716-4F62-A1E9-0074BEDABFAF}"/>
              </a:ext>
            </a:extLst>
          </p:cNvPr>
          <p:cNvSpPr>
            <a:spLocks noGrp="1"/>
          </p:cNvSpPr>
          <p:nvPr/>
        </p:nvSpPr>
        <p:spPr>
          <a:xfrm>
            <a:off x="7173144" y="51326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B878"/>
          </a:solidFill>
          <a:ln w="7855">
            <a:solidFill>
              <a:srgbClr val="37B878"/>
            </a:solidFill>
            <a:prstDash val="solid"/>
          </a:ln>
        </p:spPr>
      </p:sp>
      <p:sp>
        <p:nvSpPr>
          <p:cNvPr id="200" name="d_small_paired_3268">
            <a:extLst>
              <a:ext uri="{FF2B5EF4-FFF2-40B4-BE49-F238E27FC236}">
                <a16:creationId xmlns:a16="http://schemas.microsoft.com/office/drawing/2014/main" id="{87E5EB8D-CB36-4A56-9B3D-45057F9F7729}"/>
              </a:ext>
            </a:extLst>
          </p:cNvPr>
          <p:cNvSpPr>
            <a:spLocks noGrp="1"/>
          </p:cNvSpPr>
          <p:nvPr/>
        </p:nvSpPr>
        <p:spPr>
          <a:xfrm>
            <a:off x="7173144" y="51137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B779"/>
          </a:solidFill>
          <a:ln w="7855">
            <a:solidFill>
              <a:srgbClr val="35B779"/>
            </a:solidFill>
            <a:prstDash val="solid"/>
          </a:ln>
        </p:spPr>
      </p:sp>
      <p:sp>
        <p:nvSpPr>
          <p:cNvPr id="201" name="d_small_paired_3269">
            <a:extLst>
              <a:ext uri="{FF2B5EF4-FFF2-40B4-BE49-F238E27FC236}">
                <a16:creationId xmlns:a16="http://schemas.microsoft.com/office/drawing/2014/main" id="{DBBE2CE2-F0F6-487B-AC94-BB1F556DA682}"/>
              </a:ext>
            </a:extLst>
          </p:cNvPr>
          <p:cNvSpPr>
            <a:spLocks noGrp="1"/>
          </p:cNvSpPr>
          <p:nvPr/>
        </p:nvSpPr>
        <p:spPr>
          <a:xfrm>
            <a:off x="7173144" y="50949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B679"/>
          </a:solidFill>
          <a:ln w="7855">
            <a:solidFill>
              <a:srgbClr val="34B679"/>
            </a:solidFill>
            <a:prstDash val="solid"/>
          </a:ln>
        </p:spPr>
      </p:sp>
      <p:sp>
        <p:nvSpPr>
          <p:cNvPr id="202" name="d_small_paired_3270">
            <a:extLst>
              <a:ext uri="{FF2B5EF4-FFF2-40B4-BE49-F238E27FC236}">
                <a16:creationId xmlns:a16="http://schemas.microsoft.com/office/drawing/2014/main" id="{CC757939-C4E7-48A7-876F-CEDAB4AE22BD}"/>
              </a:ext>
            </a:extLst>
          </p:cNvPr>
          <p:cNvSpPr>
            <a:spLocks noGrp="1"/>
          </p:cNvSpPr>
          <p:nvPr/>
        </p:nvSpPr>
        <p:spPr>
          <a:xfrm>
            <a:off x="7173144" y="507611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B67A"/>
          </a:solidFill>
          <a:ln w="7855">
            <a:solidFill>
              <a:srgbClr val="32B67A"/>
            </a:solidFill>
            <a:prstDash val="solid"/>
          </a:ln>
        </p:spPr>
      </p:sp>
      <p:sp>
        <p:nvSpPr>
          <p:cNvPr id="203" name="d_small_paired_3271">
            <a:extLst>
              <a:ext uri="{FF2B5EF4-FFF2-40B4-BE49-F238E27FC236}">
                <a16:creationId xmlns:a16="http://schemas.microsoft.com/office/drawing/2014/main" id="{2C4C250C-135E-4AB8-8143-1DE2FD0C231F}"/>
              </a:ext>
            </a:extLst>
          </p:cNvPr>
          <p:cNvSpPr>
            <a:spLocks noGrp="1"/>
          </p:cNvSpPr>
          <p:nvPr/>
        </p:nvSpPr>
        <p:spPr>
          <a:xfrm>
            <a:off x="7173144" y="505728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B57B"/>
          </a:solidFill>
          <a:ln w="7855">
            <a:solidFill>
              <a:srgbClr val="31B57B"/>
            </a:solidFill>
            <a:prstDash val="solid"/>
          </a:ln>
        </p:spPr>
      </p:sp>
      <p:sp>
        <p:nvSpPr>
          <p:cNvPr id="204" name="d_small_paired_3272">
            <a:extLst>
              <a:ext uri="{FF2B5EF4-FFF2-40B4-BE49-F238E27FC236}">
                <a16:creationId xmlns:a16="http://schemas.microsoft.com/office/drawing/2014/main" id="{5618AB53-C0C7-4AF7-BD52-DBE94913BE93}"/>
              </a:ext>
            </a:extLst>
          </p:cNvPr>
          <p:cNvSpPr>
            <a:spLocks noGrp="1"/>
          </p:cNvSpPr>
          <p:nvPr/>
        </p:nvSpPr>
        <p:spPr>
          <a:xfrm>
            <a:off x="7173144" y="503844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B47C"/>
          </a:solidFill>
          <a:ln w="7855">
            <a:solidFill>
              <a:srgbClr val="2FB47C"/>
            </a:solidFill>
            <a:prstDash val="solid"/>
          </a:ln>
        </p:spPr>
      </p:sp>
      <p:sp>
        <p:nvSpPr>
          <p:cNvPr id="205" name="d_small_paired_3273">
            <a:extLst>
              <a:ext uri="{FF2B5EF4-FFF2-40B4-BE49-F238E27FC236}">
                <a16:creationId xmlns:a16="http://schemas.microsoft.com/office/drawing/2014/main" id="{EECE6DD3-5E66-44EE-963F-531F8D01D551}"/>
              </a:ext>
            </a:extLst>
          </p:cNvPr>
          <p:cNvSpPr>
            <a:spLocks noGrp="1"/>
          </p:cNvSpPr>
          <p:nvPr/>
        </p:nvSpPr>
        <p:spPr>
          <a:xfrm>
            <a:off x="7173144" y="50196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B37C"/>
          </a:solidFill>
          <a:ln w="7855">
            <a:solidFill>
              <a:srgbClr val="2EB37C"/>
            </a:solidFill>
            <a:prstDash val="solid"/>
          </a:ln>
        </p:spPr>
      </p:sp>
      <p:sp>
        <p:nvSpPr>
          <p:cNvPr id="206" name="d_small_paired_3274">
            <a:extLst>
              <a:ext uri="{FF2B5EF4-FFF2-40B4-BE49-F238E27FC236}">
                <a16:creationId xmlns:a16="http://schemas.microsoft.com/office/drawing/2014/main" id="{AA07C793-8F85-4AEB-A24F-1B4A92CF3D25}"/>
              </a:ext>
            </a:extLst>
          </p:cNvPr>
          <p:cNvSpPr>
            <a:spLocks noGrp="1"/>
          </p:cNvSpPr>
          <p:nvPr/>
        </p:nvSpPr>
        <p:spPr>
          <a:xfrm>
            <a:off x="7173144" y="50007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B27D"/>
          </a:solidFill>
          <a:ln w="7855">
            <a:solidFill>
              <a:srgbClr val="2DB27D"/>
            </a:solidFill>
            <a:prstDash val="solid"/>
          </a:ln>
        </p:spPr>
      </p:sp>
      <p:sp>
        <p:nvSpPr>
          <p:cNvPr id="207" name="d_small_paired_3275">
            <a:extLst>
              <a:ext uri="{FF2B5EF4-FFF2-40B4-BE49-F238E27FC236}">
                <a16:creationId xmlns:a16="http://schemas.microsoft.com/office/drawing/2014/main" id="{A3B7C5F8-9109-48FF-B3E9-239D66694F72}"/>
              </a:ext>
            </a:extLst>
          </p:cNvPr>
          <p:cNvSpPr>
            <a:spLocks noGrp="1"/>
          </p:cNvSpPr>
          <p:nvPr/>
        </p:nvSpPr>
        <p:spPr>
          <a:xfrm>
            <a:off x="7173144" y="49819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B17E"/>
          </a:solidFill>
          <a:ln w="7855">
            <a:solidFill>
              <a:srgbClr val="2CB17E"/>
            </a:solidFill>
            <a:prstDash val="solid"/>
          </a:ln>
        </p:spPr>
      </p:sp>
      <p:sp>
        <p:nvSpPr>
          <p:cNvPr id="208" name="d_small_paired_3276">
            <a:extLst>
              <a:ext uri="{FF2B5EF4-FFF2-40B4-BE49-F238E27FC236}">
                <a16:creationId xmlns:a16="http://schemas.microsoft.com/office/drawing/2014/main" id="{711668C1-FCBA-4035-A650-7FDE266B63C4}"/>
              </a:ext>
            </a:extLst>
          </p:cNvPr>
          <p:cNvSpPr>
            <a:spLocks noGrp="1"/>
          </p:cNvSpPr>
          <p:nvPr/>
        </p:nvSpPr>
        <p:spPr>
          <a:xfrm>
            <a:off x="7173144" y="496311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B07F"/>
          </a:solidFill>
          <a:ln w="7855">
            <a:solidFill>
              <a:srgbClr val="2AB07F"/>
            </a:solidFill>
            <a:prstDash val="solid"/>
          </a:ln>
        </p:spPr>
      </p:sp>
      <p:sp>
        <p:nvSpPr>
          <p:cNvPr id="209" name="d_small_paired_3277">
            <a:extLst>
              <a:ext uri="{FF2B5EF4-FFF2-40B4-BE49-F238E27FC236}">
                <a16:creationId xmlns:a16="http://schemas.microsoft.com/office/drawing/2014/main" id="{88220D75-F66E-4F27-811F-5C6AC6013AE5}"/>
              </a:ext>
            </a:extLst>
          </p:cNvPr>
          <p:cNvSpPr>
            <a:spLocks noGrp="1"/>
          </p:cNvSpPr>
          <p:nvPr/>
        </p:nvSpPr>
        <p:spPr>
          <a:xfrm>
            <a:off x="7173144" y="494428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AF7F"/>
          </a:solidFill>
          <a:ln w="7855">
            <a:solidFill>
              <a:srgbClr val="29AF7F"/>
            </a:solidFill>
            <a:prstDash val="solid"/>
          </a:ln>
        </p:spPr>
      </p:sp>
      <p:sp>
        <p:nvSpPr>
          <p:cNvPr id="210" name="d_small_paired_3278">
            <a:extLst>
              <a:ext uri="{FF2B5EF4-FFF2-40B4-BE49-F238E27FC236}">
                <a16:creationId xmlns:a16="http://schemas.microsoft.com/office/drawing/2014/main" id="{AECFF63E-80C8-4E09-933A-C7B431CC4CE1}"/>
              </a:ext>
            </a:extLst>
          </p:cNvPr>
          <p:cNvSpPr>
            <a:spLocks noGrp="1"/>
          </p:cNvSpPr>
          <p:nvPr/>
        </p:nvSpPr>
        <p:spPr>
          <a:xfrm>
            <a:off x="7173144" y="492544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AE80"/>
          </a:solidFill>
          <a:ln w="7855">
            <a:solidFill>
              <a:srgbClr val="28AE80"/>
            </a:solidFill>
            <a:prstDash val="solid"/>
          </a:ln>
        </p:spPr>
      </p:sp>
      <p:sp>
        <p:nvSpPr>
          <p:cNvPr id="211" name="d_small_paired_3279">
            <a:extLst>
              <a:ext uri="{FF2B5EF4-FFF2-40B4-BE49-F238E27FC236}">
                <a16:creationId xmlns:a16="http://schemas.microsoft.com/office/drawing/2014/main" id="{93889C8E-7DF0-4AE0-BB87-6D521AD6B051}"/>
              </a:ext>
            </a:extLst>
          </p:cNvPr>
          <p:cNvSpPr>
            <a:spLocks noGrp="1"/>
          </p:cNvSpPr>
          <p:nvPr/>
        </p:nvSpPr>
        <p:spPr>
          <a:xfrm>
            <a:off x="7173144" y="490661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AD81"/>
          </a:solidFill>
          <a:ln w="7855">
            <a:solidFill>
              <a:srgbClr val="27AD81"/>
            </a:solidFill>
            <a:prstDash val="solid"/>
          </a:ln>
        </p:spPr>
      </p:sp>
      <p:sp>
        <p:nvSpPr>
          <p:cNvPr id="212" name="d_small_paired_3280">
            <a:extLst>
              <a:ext uri="{FF2B5EF4-FFF2-40B4-BE49-F238E27FC236}">
                <a16:creationId xmlns:a16="http://schemas.microsoft.com/office/drawing/2014/main" id="{E3608E05-77A1-4857-AA41-908951DDEB64}"/>
              </a:ext>
            </a:extLst>
          </p:cNvPr>
          <p:cNvSpPr>
            <a:spLocks noGrp="1"/>
          </p:cNvSpPr>
          <p:nvPr/>
        </p:nvSpPr>
        <p:spPr>
          <a:xfrm>
            <a:off x="7173144" y="48877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AD81"/>
          </a:solidFill>
          <a:ln w="7855">
            <a:solidFill>
              <a:srgbClr val="26AD81"/>
            </a:solidFill>
            <a:prstDash val="solid"/>
          </a:ln>
        </p:spPr>
      </p:sp>
      <p:sp>
        <p:nvSpPr>
          <p:cNvPr id="213" name="d_small_paired_3281">
            <a:extLst>
              <a:ext uri="{FF2B5EF4-FFF2-40B4-BE49-F238E27FC236}">
                <a16:creationId xmlns:a16="http://schemas.microsoft.com/office/drawing/2014/main" id="{3B8DBC13-6948-4713-8CED-149558863E0A}"/>
              </a:ext>
            </a:extLst>
          </p:cNvPr>
          <p:cNvSpPr>
            <a:spLocks noGrp="1"/>
          </p:cNvSpPr>
          <p:nvPr/>
        </p:nvSpPr>
        <p:spPr>
          <a:xfrm>
            <a:off x="7173144" y="48689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C82"/>
          </a:solidFill>
          <a:ln w="7855">
            <a:solidFill>
              <a:srgbClr val="25AC82"/>
            </a:solidFill>
            <a:prstDash val="solid"/>
          </a:ln>
        </p:spPr>
      </p:sp>
      <p:sp>
        <p:nvSpPr>
          <p:cNvPr id="214" name="d_small_paired_3282">
            <a:extLst>
              <a:ext uri="{FF2B5EF4-FFF2-40B4-BE49-F238E27FC236}">
                <a16:creationId xmlns:a16="http://schemas.microsoft.com/office/drawing/2014/main" id="{CE9AEB5C-FE44-4181-A55A-4E30899E68CC}"/>
              </a:ext>
            </a:extLst>
          </p:cNvPr>
          <p:cNvSpPr>
            <a:spLocks noGrp="1"/>
          </p:cNvSpPr>
          <p:nvPr/>
        </p:nvSpPr>
        <p:spPr>
          <a:xfrm>
            <a:off x="7173144" y="48501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AB82"/>
          </a:solidFill>
          <a:ln w="7855">
            <a:solidFill>
              <a:srgbClr val="25AB82"/>
            </a:solidFill>
            <a:prstDash val="solid"/>
          </a:ln>
        </p:spPr>
      </p:sp>
      <p:sp>
        <p:nvSpPr>
          <p:cNvPr id="215" name="d_small_paired_3283">
            <a:extLst>
              <a:ext uri="{FF2B5EF4-FFF2-40B4-BE49-F238E27FC236}">
                <a16:creationId xmlns:a16="http://schemas.microsoft.com/office/drawing/2014/main" id="{B0F35ACF-EC66-4DEC-A574-00CF8E80F399}"/>
              </a:ext>
            </a:extLst>
          </p:cNvPr>
          <p:cNvSpPr>
            <a:spLocks noGrp="1"/>
          </p:cNvSpPr>
          <p:nvPr/>
        </p:nvSpPr>
        <p:spPr>
          <a:xfrm>
            <a:off x="7173144" y="483128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AA83"/>
          </a:solidFill>
          <a:ln w="7855">
            <a:solidFill>
              <a:srgbClr val="24AA83"/>
            </a:solidFill>
            <a:prstDash val="solid"/>
          </a:ln>
        </p:spPr>
      </p:sp>
      <p:sp>
        <p:nvSpPr>
          <p:cNvPr id="216" name="d_small_paired_3284">
            <a:extLst>
              <a:ext uri="{FF2B5EF4-FFF2-40B4-BE49-F238E27FC236}">
                <a16:creationId xmlns:a16="http://schemas.microsoft.com/office/drawing/2014/main" id="{A86EB0A2-4A68-4EA5-8AC9-3B0EA2309835}"/>
              </a:ext>
            </a:extLst>
          </p:cNvPr>
          <p:cNvSpPr>
            <a:spLocks noGrp="1"/>
          </p:cNvSpPr>
          <p:nvPr/>
        </p:nvSpPr>
        <p:spPr>
          <a:xfrm>
            <a:off x="7173144" y="481244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A983"/>
          </a:solidFill>
          <a:ln w="7855">
            <a:solidFill>
              <a:srgbClr val="23A983"/>
            </a:solidFill>
            <a:prstDash val="solid"/>
          </a:ln>
        </p:spPr>
      </p:sp>
      <p:sp>
        <p:nvSpPr>
          <p:cNvPr id="217" name="d_small_paired_3285">
            <a:extLst>
              <a:ext uri="{FF2B5EF4-FFF2-40B4-BE49-F238E27FC236}">
                <a16:creationId xmlns:a16="http://schemas.microsoft.com/office/drawing/2014/main" id="{02D50A6C-1CFE-462E-9483-1AD045884FCB}"/>
              </a:ext>
            </a:extLst>
          </p:cNvPr>
          <p:cNvSpPr>
            <a:spLocks noGrp="1"/>
          </p:cNvSpPr>
          <p:nvPr/>
        </p:nvSpPr>
        <p:spPr>
          <a:xfrm>
            <a:off x="7173144" y="479361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884"/>
          </a:solidFill>
          <a:ln w="7855">
            <a:solidFill>
              <a:srgbClr val="22A884"/>
            </a:solidFill>
            <a:prstDash val="solid"/>
          </a:ln>
        </p:spPr>
      </p:sp>
      <p:sp>
        <p:nvSpPr>
          <p:cNvPr id="218" name="d_small_paired_3286">
            <a:extLst>
              <a:ext uri="{FF2B5EF4-FFF2-40B4-BE49-F238E27FC236}">
                <a16:creationId xmlns:a16="http://schemas.microsoft.com/office/drawing/2014/main" id="{DCA81C4A-1453-47EF-AA72-A63F05B9AEAB}"/>
              </a:ext>
            </a:extLst>
          </p:cNvPr>
          <p:cNvSpPr>
            <a:spLocks noGrp="1"/>
          </p:cNvSpPr>
          <p:nvPr/>
        </p:nvSpPr>
        <p:spPr>
          <a:xfrm>
            <a:off x="7173144" y="477478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A785"/>
          </a:solidFill>
          <a:ln w="7855">
            <a:solidFill>
              <a:srgbClr val="22A785"/>
            </a:solidFill>
            <a:prstDash val="solid"/>
          </a:ln>
        </p:spPr>
      </p:sp>
      <p:sp>
        <p:nvSpPr>
          <p:cNvPr id="219" name="d_small_paired_3287">
            <a:extLst>
              <a:ext uri="{FF2B5EF4-FFF2-40B4-BE49-F238E27FC236}">
                <a16:creationId xmlns:a16="http://schemas.microsoft.com/office/drawing/2014/main" id="{128739B3-DB61-4AD2-87A4-45F8E09A20D7}"/>
              </a:ext>
            </a:extLst>
          </p:cNvPr>
          <p:cNvSpPr>
            <a:spLocks noGrp="1"/>
          </p:cNvSpPr>
          <p:nvPr/>
        </p:nvSpPr>
        <p:spPr>
          <a:xfrm>
            <a:off x="7173144" y="47559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685"/>
          </a:solidFill>
          <a:ln w="7855">
            <a:solidFill>
              <a:srgbClr val="21A685"/>
            </a:solidFill>
            <a:prstDash val="solid"/>
          </a:ln>
        </p:spPr>
      </p:sp>
      <p:sp>
        <p:nvSpPr>
          <p:cNvPr id="220" name="d_small_paired_3288">
            <a:extLst>
              <a:ext uri="{FF2B5EF4-FFF2-40B4-BE49-F238E27FC236}">
                <a16:creationId xmlns:a16="http://schemas.microsoft.com/office/drawing/2014/main" id="{5D39251E-5033-492F-81BC-A282835C3BE1}"/>
              </a:ext>
            </a:extLst>
          </p:cNvPr>
          <p:cNvSpPr>
            <a:spLocks noGrp="1"/>
          </p:cNvSpPr>
          <p:nvPr/>
        </p:nvSpPr>
        <p:spPr>
          <a:xfrm>
            <a:off x="7173144" y="47371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A585"/>
          </a:solidFill>
          <a:ln w="7855">
            <a:solidFill>
              <a:srgbClr val="21A585"/>
            </a:solidFill>
            <a:prstDash val="solid"/>
          </a:ln>
        </p:spPr>
      </p:sp>
      <p:sp>
        <p:nvSpPr>
          <p:cNvPr id="221" name="d_small_paired_3289">
            <a:extLst>
              <a:ext uri="{FF2B5EF4-FFF2-40B4-BE49-F238E27FC236}">
                <a16:creationId xmlns:a16="http://schemas.microsoft.com/office/drawing/2014/main" id="{5B1BEFCE-FD02-4E82-ACE4-B27B442A31FE}"/>
              </a:ext>
            </a:extLst>
          </p:cNvPr>
          <p:cNvSpPr>
            <a:spLocks noGrp="1"/>
          </p:cNvSpPr>
          <p:nvPr/>
        </p:nvSpPr>
        <p:spPr>
          <a:xfrm>
            <a:off x="7173144" y="47182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486"/>
          </a:solidFill>
          <a:ln w="7855">
            <a:solidFill>
              <a:srgbClr val="20A486"/>
            </a:solidFill>
            <a:prstDash val="solid"/>
          </a:ln>
        </p:spPr>
      </p:sp>
      <p:sp>
        <p:nvSpPr>
          <p:cNvPr id="222" name="d_small_paired_3290">
            <a:extLst>
              <a:ext uri="{FF2B5EF4-FFF2-40B4-BE49-F238E27FC236}">
                <a16:creationId xmlns:a16="http://schemas.microsoft.com/office/drawing/2014/main" id="{871596D4-01C6-48D7-A2CE-D7F52EBC7C11}"/>
              </a:ext>
            </a:extLst>
          </p:cNvPr>
          <p:cNvSpPr>
            <a:spLocks noGrp="1"/>
          </p:cNvSpPr>
          <p:nvPr/>
        </p:nvSpPr>
        <p:spPr>
          <a:xfrm>
            <a:off x="7173144" y="469945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A386"/>
          </a:solidFill>
          <a:ln w="7855">
            <a:solidFill>
              <a:srgbClr val="20A386"/>
            </a:solidFill>
            <a:prstDash val="solid"/>
          </a:ln>
        </p:spPr>
      </p:sp>
      <p:sp>
        <p:nvSpPr>
          <p:cNvPr id="223" name="d_small_paired_3291">
            <a:extLst>
              <a:ext uri="{FF2B5EF4-FFF2-40B4-BE49-F238E27FC236}">
                <a16:creationId xmlns:a16="http://schemas.microsoft.com/office/drawing/2014/main" id="{66D8E883-11F5-43D3-8067-775B2E091FB8}"/>
              </a:ext>
            </a:extLst>
          </p:cNvPr>
          <p:cNvSpPr>
            <a:spLocks noGrp="1"/>
          </p:cNvSpPr>
          <p:nvPr/>
        </p:nvSpPr>
        <p:spPr>
          <a:xfrm>
            <a:off x="7173144" y="468061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287"/>
          </a:solidFill>
          <a:ln w="7855">
            <a:solidFill>
              <a:srgbClr val="1FA287"/>
            </a:solidFill>
            <a:prstDash val="solid"/>
          </a:ln>
        </p:spPr>
      </p:sp>
      <p:sp>
        <p:nvSpPr>
          <p:cNvPr id="224" name="d_small_paired_3292">
            <a:extLst>
              <a:ext uri="{FF2B5EF4-FFF2-40B4-BE49-F238E27FC236}">
                <a16:creationId xmlns:a16="http://schemas.microsoft.com/office/drawing/2014/main" id="{D429064F-9479-4311-9E83-DB85DE260397}"/>
              </a:ext>
            </a:extLst>
          </p:cNvPr>
          <p:cNvSpPr>
            <a:spLocks noGrp="1"/>
          </p:cNvSpPr>
          <p:nvPr/>
        </p:nvSpPr>
        <p:spPr>
          <a:xfrm>
            <a:off x="7173144" y="466178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7"/>
          </a:solidFill>
          <a:ln w="7855">
            <a:solidFill>
              <a:srgbClr val="1FA187"/>
            </a:solidFill>
            <a:prstDash val="solid"/>
          </a:ln>
        </p:spPr>
      </p:sp>
      <p:sp>
        <p:nvSpPr>
          <p:cNvPr id="225" name="d_small_paired_3293">
            <a:extLst>
              <a:ext uri="{FF2B5EF4-FFF2-40B4-BE49-F238E27FC236}">
                <a16:creationId xmlns:a16="http://schemas.microsoft.com/office/drawing/2014/main" id="{9FDCEAE8-5D6C-481B-850F-6BC29C6BFEE2}"/>
              </a:ext>
            </a:extLst>
          </p:cNvPr>
          <p:cNvSpPr>
            <a:spLocks noGrp="1"/>
          </p:cNvSpPr>
          <p:nvPr/>
        </p:nvSpPr>
        <p:spPr>
          <a:xfrm>
            <a:off x="7173144" y="46429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188"/>
          </a:solidFill>
          <a:ln w="7855">
            <a:solidFill>
              <a:srgbClr val="1FA188"/>
            </a:solidFill>
            <a:prstDash val="solid"/>
          </a:ln>
        </p:spPr>
      </p:sp>
      <p:sp>
        <p:nvSpPr>
          <p:cNvPr id="226" name="d_small_paired_3294">
            <a:extLst>
              <a:ext uri="{FF2B5EF4-FFF2-40B4-BE49-F238E27FC236}">
                <a16:creationId xmlns:a16="http://schemas.microsoft.com/office/drawing/2014/main" id="{333AAA14-063D-445A-8312-44D3654BD915}"/>
              </a:ext>
            </a:extLst>
          </p:cNvPr>
          <p:cNvSpPr>
            <a:spLocks noGrp="1"/>
          </p:cNvSpPr>
          <p:nvPr/>
        </p:nvSpPr>
        <p:spPr>
          <a:xfrm>
            <a:off x="7173144" y="46241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A088"/>
          </a:solidFill>
          <a:ln w="7855">
            <a:solidFill>
              <a:srgbClr val="1FA088"/>
            </a:solidFill>
            <a:prstDash val="solid"/>
          </a:ln>
        </p:spPr>
      </p:sp>
      <p:sp>
        <p:nvSpPr>
          <p:cNvPr id="227" name="d_small_paired_3295">
            <a:extLst>
              <a:ext uri="{FF2B5EF4-FFF2-40B4-BE49-F238E27FC236}">
                <a16:creationId xmlns:a16="http://schemas.microsoft.com/office/drawing/2014/main" id="{4DD187CF-734A-4097-96ED-8CD682268A33}"/>
              </a:ext>
            </a:extLst>
          </p:cNvPr>
          <p:cNvSpPr>
            <a:spLocks noGrp="1"/>
          </p:cNvSpPr>
          <p:nvPr/>
        </p:nvSpPr>
        <p:spPr>
          <a:xfrm>
            <a:off x="7173144" y="46052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F88"/>
          </a:solidFill>
          <a:ln w="7855">
            <a:solidFill>
              <a:srgbClr val="1F9F88"/>
            </a:solidFill>
            <a:prstDash val="solid"/>
          </a:ln>
        </p:spPr>
      </p:sp>
      <p:sp>
        <p:nvSpPr>
          <p:cNvPr id="228" name="d_small_paired_3296">
            <a:extLst>
              <a:ext uri="{FF2B5EF4-FFF2-40B4-BE49-F238E27FC236}">
                <a16:creationId xmlns:a16="http://schemas.microsoft.com/office/drawing/2014/main" id="{DC411DD1-6F51-492F-8E93-35A79C8FA6EF}"/>
              </a:ext>
            </a:extLst>
          </p:cNvPr>
          <p:cNvSpPr>
            <a:spLocks noGrp="1"/>
          </p:cNvSpPr>
          <p:nvPr/>
        </p:nvSpPr>
        <p:spPr>
          <a:xfrm>
            <a:off x="7173144" y="458645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E89"/>
          </a:solidFill>
          <a:ln w="7855">
            <a:solidFill>
              <a:srgbClr val="1F9E89"/>
            </a:solidFill>
            <a:prstDash val="solid"/>
          </a:ln>
        </p:spPr>
      </p:sp>
      <p:sp>
        <p:nvSpPr>
          <p:cNvPr id="229" name="d_small_paired_3297">
            <a:extLst>
              <a:ext uri="{FF2B5EF4-FFF2-40B4-BE49-F238E27FC236}">
                <a16:creationId xmlns:a16="http://schemas.microsoft.com/office/drawing/2014/main" id="{BFE9B847-6ADE-4150-8107-47421B2A5414}"/>
              </a:ext>
            </a:extLst>
          </p:cNvPr>
          <p:cNvSpPr>
            <a:spLocks noGrp="1"/>
          </p:cNvSpPr>
          <p:nvPr/>
        </p:nvSpPr>
        <p:spPr>
          <a:xfrm>
            <a:off x="7173144" y="456761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D89"/>
          </a:solidFill>
          <a:ln w="7855">
            <a:solidFill>
              <a:srgbClr val="1E9D89"/>
            </a:solidFill>
            <a:prstDash val="solid"/>
          </a:ln>
        </p:spPr>
      </p:sp>
      <p:sp>
        <p:nvSpPr>
          <p:cNvPr id="230" name="d_small_paired_3298">
            <a:extLst>
              <a:ext uri="{FF2B5EF4-FFF2-40B4-BE49-F238E27FC236}">
                <a16:creationId xmlns:a16="http://schemas.microsoft.com/office/drawing/2014/main" id="{FB0F6311-6F94-4325-A5E6-826BE9FCBF42}"/>
              </a:ext>
            </a:extLst>
          </p:cNvPr>
          <p:cNvSpPr>
            <a:spLocks noGrp="1"/>
          </p:cNvSpPr>
          <p:nvPr/>
        </p:nvSpPr>
        <p:spPr>
          <a:xfrm>
            <a:off x="7173144" y="454878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C89"/>
          </a:solidFill>
          <a:ln w="7855">
            <a:solidFill>
              <a:srgbClr val="1E9C89"/>
            </a:solidFill>
            <a:prstDash val="solid"/>
          </a:ln>
        </p:spPr>
      </p:sp>
      <p:sp>
        <p:nvSpPr>
          <p:cNvPr id="231" name="d_small_paired_3299">
            <a:extLst>
              <a:ext uri="{FF2B5EF4-FFF2-40B4-BE49-F238E27FC236}">
                <a16:creationId xmlns:a16="http://schemas.microsoft.com/office/drawing/2014/main" id="{9E2E6255-EBD2-44B7-80D7-E01A0AFADE99}"/>
              </a:ext>
            </a:extLst>
          </p:cNvPr>
          <p:cNvSpPr>
            <a:spLocks noGrp="1"/>
          </p:cNvSpPr>
          <p:nvPr/>
        </p:nvSpPr>
        <p:spPr>
          <a:xfrm>
            <a:off x="7173144" y="452995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E9B8A"/>
          </a:solidFill>
          <a:ln w="7855">
            <a:solidFill>
              <a:srgbClr val="1E9B8A"/>
            </a:solidFill>
            <a:prstDash val="solid"/>
          </a:ln>
        </p:spPr>
      </p:sp>
      <p:sp>
        <p:nvSpPr>
          <p:cNvPr id="232" name="d_small_paired_3300">
            <a:extLst>
              <a:ext uri="{FF2B5EF4-FFF2-40B4-BE49-F238E27FC236}">
                <a16:creationId xmlns:a16="http://schemas.microsoft.com/office/drawing/2014/main" id="{FD7327FD-FD48-4D54-A110-4C12032D6C2C}"/>
              </a:ext>
            </a:extLst>
          </p:cNvPr>
          <p:cNvSpPr>
            <a:spLocks noGrp="1"/>
          </p:cNvSpPr>
          <p:nvPr/>
        </p:nvSpPr>
        <p:spPr>
          <a:xfrm>
            <a:off x="7173144" y="45111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A8A"/>
          </a:solidFill>
          <a:ln w="7855">
            <a:solidFill>
              <a:srgbClr val="1F9A8A"/>
            </a:solidFill>
            <a:prstDash val="solid"/>
          </a:ln>
        </p:spPr>
      </p:sp>
      <p:sp>
        <p:nvSpPr>
          <p:cNvPr id="233" name="d_small_paired_3301">
            <a:extLst>
              <a:ext uri="{FF2B5EF4-FFF2-40B4-BE49-F238E27FC236}">
                <a16:creationId xmlns:a16="http://schemas.microsoft.com/office/drawing/2014/main" id="{5987E82D-B1BD-49AA-BEB0-C298DE527F5E}"/>
              </a:ext>
            </a:extLst>
          </p:cNvPr>
          <p:cNvSpPr>
            <a:spLocks noGrp="1"/>
          </p:cNvSpPr>
          <p:nvPr/>
        </p:nvSpPr>
        <p:spPr>
          <a:xfrm>
            <a:off x="7173144" y="44922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98A"/>
          </a:solidFill>
          <a:ln w="7855">
            <a:solidFill>
              <a:srgbClr val="1F998A"/>
            </a:solidFill>
            <a:prstDash val="solid"/>
          </a:ln>
        </p:spPr>
      </p:sp>
      <p:sp>
        <p:nvSpPr>
          <p:cNvPr id="234" name="d_small_paired_3302">
            <a:extLst>
              <a:ext uri="{FF2B5EF4-FFF2-40B4-BE49-F238E27FC236}">
                <a16:creationId xmlns:a16="http://schemas.microsoft.com/office/drawing/2014/main" id="{FAE9E856-80B9-4B21-9E90-4941FDC158C6}"/>
              </a:ext>
            </a:extLst>
          </p:cNvPr>
          <p:cNvSpPr>
            <a:spLocks noGrp="1"/>
          </p:cNvSpPr>
          <p:nvPr/>
        </p:nvSpPr>
        <p:spPr>
          <a:xfrm>
            <a:off x="7173144" y="44734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88B"/>
          </a:solidFill>
          <a:ln w="7855">
            <a:solidFill>
              <a:srgbClr val="1F988B"/>
            </a:solidFill>
            <a:prstDash val="solid"/>
          </a:ln>
        </p:spPr>
      </p:sp>
      <p:sp>
        <p:nvSpPr>
          <p:cNvPr id="235" name="d_small_paired_3303">
            <a:extLst>
              <a:ext uri="{FF2B5EF4-FFF2-40B4-BE49-F238E27FC236}">
                <a16:creationId xmlns:a16="http://schemas.microsoft.com/office/drawing/2014/main" id="{7B08A18C-E4CC-4EEF-95FD-DD0ECD2EE2DD}"/>
              </a:ext>
            </a:extLst>
          </p:cNvPr>
          <p:cNvSpPr>
            <a:spLocks noGrp="1"/>
          </p:cNvSpPr>
          <p:nvPr/>
        </p:nvSpPr>
        <p:spPr>
          <a:xfrm>
            <a:off x="7173144" y="445461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78B"/>
          </a:solidFill>
          <a:ln w="7855">
            <a:solidFill>
              <a:srgbClr val="1F978B"/>
            </a:solidFill>
            <a:prstDash val="solid"/>
          </a:ln>
        </p:spPr>
      </p:sp>
      <p:sp>
        <p:nvSpPr>
          <p:cNvPr id="236" name="d_small_paired_3304">
            <a:extLst>
              <a:ext uri="{FF2B5EF4-FFF2-40B4-BE49-F238E27FC236}">
                <a16:creationId xmlns:a16="http://schemas.microsoft.com/office/drawing/2014/main" id="{19808654-632F-4E51-8515-72CACFE20C16}"/>
              </a:ext>
            </a:extLst>
          </p:cNvPr>
          <p:cNvSpPr>
            <a:spLocks noGrp="1"/>
          </p:cNvSpPr>
          <p:nvPr/>
        </p:nvSpPr>
        <p:spPr>
          <a:xfrm>
            <a:off x="7173144" y="443578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68B"/>
          </a:solidFill>
          <a:ln w="7855">
            <a:solidFill>
              <a:srgbClr val="1F968B"/>
            </a:solidFill>
            <a:prstDash val="solid"/>
          </a:ln>
        </p:spPr>
      </p:sp>
      <p:sp>
        <p:nvSpPr>
          <p:cNvPr id="237" name="d_small_paired_3305">
            <a:extLst>
              <a:ext uri="{FF2B5EF4-FFF2-40B4-BE49-F238E27FC236}">
                <a16:creationId xmlns:a16="http://schemas.microsoft.com/office/drawing/2014/main" id="{D296A86D-060F-44AD-81AC-2C8FA1734212}"/>
              </a:ext>
            </a:extLst>
          </p:cNvPr>
          <p:cNvSpPr>
            <a:spLocks noGrp="1"/>
          </p:cNvSpPr>
          <p:nvPr/>
        </p:nvSpPr>
        <p:spPr>
          <a:xfrm>
            <a:off x="7173144" y="441695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58B"/>
          </a:solidFill>
          <a:ln w="7855">
            <a:solidFill>
              <a:srgbClr val="1F958B"/>
            </a:solidFill>
            <a:prstDash val="solid"/>
          </a:ln>
        </p:spPr>
      </p:sp>
      <p:sp>
        <p:nvSpPr>
          <p:cNvPr id="238" name="d_small_paired_3306">
            <a:extLst>
              <a:ext uri="{FF2B5EF4-FFF2-40B4-BE49-F238E27FC236}">
                <a16:creationId xmlns:a16="http://schemas.microsoft.com/office/drawing/2014/main" id="{0B0FFBC9-8874-45DC-89F2-EF2621B37866}"/>
              </a:ext>
            </a:extLst>
          </p:cNvPr>
          <p:cNvSpPr>
            <a:spLocks noGrp="1"/>
          </p:cNvSpPr>
          <p:nvPr/>
        </p:nvSpPr>
        <p:spPr>
          <a:xfrm>
            <a:off x="7173144" y="43981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1F948C"/>
          </a:solidFill>
          <a:ln w="7855">
            <a:solidFill>
              <a:srgbClr val="1F948C"/>
            </a:solidFill>
            <a:prstDash val="solid"/>
          </a:ln>
        </p:spPr>
      </p:sp>
      <p:sp>
        <p:nvSpPr>
          <p:cNvPr id="239" name="d_small_paired_3307">
            <a:extLst>
              <a:ext uri="{FF2B5EF4-FFF2-40B4-BE49-F238E27FC236}">
                <a16:creationId xmlns:a16="http://schemas.microsoft.com/office/drawing/2014/main" id="{394FDBCA-57AD-410F-AD0F-ECD19A37ED56}"/>
              </a:ext>
            </a:extLst>
          </p:cNvPr>
          <p:cNvSpPr>
            <a:spLocks noGrp="1"/>
          </p:cNvSpPr>
          <p:nvPr/>
        </p:nvSpPr>
        <p:spPr>
          <a:xfrm>
            <a:off x="7173144" y="43792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38C"/>
          </a:solidFill>
          <a:ln w="7855">
            <a:solidFill>
              <a:srgbClr val="20938C"/>
            </a:solidFill>
            <a:prstDash val="solid"/>
          </a:ln>
        </p:spPr>
      </p:sp>
      <p:sp>
        <p:nvSpPr>
          <p:cNvPr id="240" name="d_small_paired_3308">
            <a:extLst>
              <a:ext uri="{FF2B5EF4-FFF2-40B4-BE49-F238E27FC236}">
                <a16:creationId xmlns:a16="http://schemas.microsoft.com/office/drawing/2014/main" id="{F2C74643-AA84-4559-9B93-C40F01671F32}"/>
              </a:ext>
            </a:extLst>
          </p:cNvPr>
          <p:cNvSpPr>
            <a:spLocks noGrp="1"/>
          </p:cNvSpPr>
          <p:nvPr/>
        </p:nvSpPr>
        <p:spPr>
          <a:xfrm>
            <a:off x="7173144" y="43604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1" name="d_small_paired_3309">
            <a:extLst>
              <a:ext uri="{FF2B5EF4-FFF2-40B4-BE49-F238E27FC236}">
                <a16:creationId xmlns:a16="http://schemas.microsoft.com/office/drawing/2014/main" id="{C2937CCF-D3BC-4A30-B573-CA316DF9EFE7}"/>
              </a:ext>
            </a:extLst>
          </p:cNvPr>
          <p:cNvSpPr>
            <a:spLocks noGrp="1"/>
          </p:cNvSpPr>
          <p:nvPr/>
        </p:nvSpPr>
        <p:spPr>
          <a:xfrm>
            <a:off x="7173144" y="434162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0928C"/>
          </a:solidFill>
          <a:ln w="7855">
            <a:solidFill>
              <a:srgbClr val="20928C"/>
            </a:solidFill>
            <a:prstDash val="solid"/>
          </a:ln>
        </p:spPr>
      </p:sp>
      <p:sp>
        <p:nvSpPr>
          <p:cNvPr id="242" name="d_small_paired_3310">
            <a:extLst>
              <a:ext uri="{FF2B5EF4-FFF2-40B4-BE49-F238E27FC236}">
                <a16:creationId xmlns:a16="http://schemas.microsoft.com/office/drawing/2014/main" id="{017B6D7C-355A-48B7-A0B2-779D21180F96}"/>
              </a:ext>
            </a:extLst>
          </p:cNvPr>
          <p:cNvSpPr>
            <a:spLocks noGrp="1"/>
          </p:cNvSpPr>
          <p:nvPr/>
        </p:nvSpPr>
        <p:spPr>
          <a:xfrm>
            <a:off x="7173144" y="432278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18C"/>
          </a:solidFill>
          <a:ln w="7855">
            <a:solidFill>
              <a:srgbClr val="21918C"/>
            </a:solidFill>
            <a:prstDash val="solid"/>
          </a:ln>
        </p:spPr>
      </p:sp>
      <p:sp>
        <p:nvSpPr>
          <p:cNvPr id="243" name="d_small_paired_3311">
            <a:extLst>
              <a:ext uri="{FF2B5EF4-FFF2-40B4-BE49-F238E27FC236}">
                <a16:creationId xmlns:a16="http://schemas.microsoft.com/office/drawing/2014/main" id="{CC508B22-8142-47AD-9E17-FC8D2CEC388B}"/>
              </a:ext>
            </a:extLst>
          </p:cNvPr>
          <p:cNvSpPr>
            <a:spLocks noGrp="1"/>
          </p:cNvSpPr>
          <p:nvPr/>
        </p:nvSpPr>
        <p:spPr>
          <a:xfrm>
            <a:off x="7173144" y="430395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908D"/>
          </a:solidFill>
          <a:ln w="7855">
            <a:solidFill>
              <a:srgbClr val="21908D"/>
            </a:solidFill>
            <a:prstDash val="solid"/>
          </a:ln>
        </p:spPr>
      </p:sp>
      <p:sp>
        <p:nvSpPr>
          <p:cNvPr id="244" name="d_small_paired_3312">
            <a:extLst>
              <a:ext uri="{FF2B5EF4-FFF2-40B4-BE49-F238E27FC236}">
                <a16:creationId xmlns:a16="http://schemas.microsoft.com/office/drawing/2014/main" id="{BA649D11-1002-4DA8-92EB-EA11FD8AC1F4}"/>
              </a:ext>
            </a:extLst>
          </p:cNvPr>
          <p:cNvSpPr>
            <a:spLocks noGrp="1"/>
          </p:cNvSpPr>
          <p:nvPr/>
        </p:nvSpPr>
        <p:spPr>
          <a:xfrm>
            <a:off x="7173144" y="428512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F8D"/>
          </a:solidFill>
          <a:ln w="7855">
            <a:solidFill>
              <a:srgbClr val="218F8D"/>
            </a:solidFill>
            <a:prstDash val="solid"/>
          </a:ln>
        </p:spPr>
      </p:sp>
      <p:sp>
        <p:nvSpPr>
          <p:cNvPr id="245" name="d_small_paired_3313">
            <a:extLst>
              <a:ext uri="{FF2B5EF4-FFF2-40B4-BE49-F238E27FC236}">
                <a16:creationId xmlns:a16="http://schemas.microsoft.com/office/drawing/2014/main" id="{75C7ED53-4D2E-4343-B17C-9A51BB874FF0}"/>
              </a:ext>
            </a:extLst>
          </p:cNvPr>
          <p:cNvSpPr>
            <a:spLocks noGrp="1"/>
          </p:cNvSpPr>
          <p:nvPr/>
        </p:nvSpPr>
        <p:spPr>
          <a:xfrm>
            <a:off x="7173144" y="42662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18E8D"/>
          </a:solidFill>
          <a:ln w="7855">
            <a:solidFill>
              <a:srgbClr val="218E8D"/>
            </a:solidFill>
            <a:prstDash val="solid"/>
          </a:ln>
        </p:spPr>
      </p:sp>
      <p:sp>
        <p:nvSpPr>
          <p:cNvPr id="246" name="d_small_paired_3314">
            <a:extLst>
              <a:ext uri="{FF2B5EF4-FFF2-40B4-BE49-F238E27FC236}">
                <a16:creationId xmlns:a16="http://schemas.microsoft.com/office/drawing/2014/main" id="{46DE20F1-EDC9-4461-82EC-598D4DC9C0A1}"/>
              </a:ext>
            </a:extLst>
          </p:cNvPr>
          <p:cNvSpPr>
            <a:spLocks noGrp="1"/>
          </p:cNvSpPr>
          <p:nvPr/>
        </p:nvSpPr>
        <p:spPr>
          <a:xfrm>
            <a:off x="7173144" y="42474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D8D"/>
          </a:solidFill>
          <a:ln w="7855">
            <a:solidFill>
              <a:srgbClr val="228D8D"/>
            </a:solidFill>
            <a:prstDash val="solid"/>
          </a:ln>
        </p:spPr>
      </p:sp>
      <p:sp>
        <p:nvSpPr>
          <p:cNvPr id="247" name="d_small_paired_3315">
            <a:extLst>
              <a:ext uri="{FF2B5EF4-FFF2-40B4-BE49-F238E27FC236}">
                <a16:creationId xmlns:a16="http://schemas.microsoft.com/office/drawing/2014/main" id="{5B93A513-4B8B-4DE3-9D1D-6D456D449CFB}"/>
              </a:ext>
            </a:extLst>
          </p:cNvPr>
          <p:cNvSpPr>
            <a:spLocks noGrp="1"/>
          </p:cNvSpPr>
          <p:nvPr/>
        </p:nvSpPr>
        <p:spPr>
          <a:xfrm>
            <a:off x="7173144" y="42286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C8D"/>
          </a:solidFill>
          <a:ln w="7855">
            <a:solidFill>
              <a:srgbClr val="228C8D"/>
            </a:solidFill>
            <a:prstDash val="solid"/>
          </a:ln>
        </p:spPr>
      </p:sp>
      <p:sp>
        <p:nvSpPr>
          <p:cNvPr id="248" name="d_small_paired_3316">
            <a:extLst>
              <a:ext uri="{FF2B5EF4-FFF2-40B4-BE49-F238E27FC236}">
                <a16:creationId xmlns:a16="http://schemas.microsoft.com/office/drawing/2014/main" id="{47D0C0BD-6DA7-4562-85DB-A0318292F2F4}"/>
              </a:ext>
            </a:extLst>
          </p:cNvPr>
          <p:cNvSpPr>
            <a:spLocks noGrp="1"/>
          </p:cNvSpPr>
          <p:nvPr/>
        </p:nvSpPr>
        <p:spPr>
          <a:xfrm>
            <a:off x="7173144" y="420978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28B8D"/>
          </a:solidFill>
          <a:ln w="7855">
            <a:solidFill>
              <a:srgbClr val="228B8D"/>
            </a:solidFill>
            <a:prstDash val="solid"/>
          </a:ln>
        </p:spPr>
      </p:sp>
      <p:sp>
        <p:nvSpPr>
          <p:cNvPr id="249" name="d_small_paired_3317">
            <a:extLst>
              <a:ext uri="{FF2B5EF4-FFF2-40B4-BE49-F238E27FC236}">
                <a16:creationId xmlns:a16="http://schemas.microsoft.com/office/drawing/2014/main" id="{3F404E57-8917-48FF-A542-F58B818F3583}"/>
              </a:ext>
            </a:extLst>
          </p:cNvPr>
          <p:cNvSpPr>
            <a:spLocks noGrp="1"/>
          </p:cNvSpPr>
          <p:nvPr/>
        </p:nvSpPr>
        <p:spPr>
          <a:xfrm>
            <a:off x="7173144" y="419095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A8D"/>
          </a:solidFill>
          <a:ln w="7855">
            <a:solidFill>
              <a:srgbClr val="238A8D"/>
            </a:solidFill>
            <a:prstDash val="solid"/>
          </a:ln>
        </p:spPr>
      </p:sp>
      <p:sp>
        <p:nvSpPr>
          <p:cNvPr id="250" name="d_small_paired_3318">
            <a:extLst>
              <a:ext uri="{FF2B5EF4-FFF2-40B4-BE49-F238E27FC236}">
                <a16:creationId xmlns:a16="http://schemas.microsoft.com/office/drawing/2014/main" id="{D0F8B344-00BF-4CF3-A798-4233FE1AC9A7}"/>
              </a:ext>
            </a:extLst>
          </p:cNvPr>
          <p:cNvSpPr>
            <a:spLocks noGrp="1"/>
          </p:cNvSpPr>
          <p:nvPr/>
        </p:nvSpPr>
        <p:spPr>
          <a:xfrm>
            <a:off x="7173144" y="417212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98E"/>
          </a:solidFill>
          <a:ln w="7855">
            <a:solidFill>
              <a:srgbClr val="23898E"/>
            </a:solidFill>
            <a:prstDash val="solid"/>
          </a:ln>
        </p:spPr>
      </p:sp>
      <p:sp>
        <p:nvSpPr>
          <p:cNvPr id="251" name="d_small_paired_3319">
            <a:extLst>
              <a:ext uri="{FF2B5EF4-FFF2-40B4-BE49-F238E27FC236}">
                <a16:creationId xmlns:a16="http://schemas.microsoft.com/office/drawing/2014/main" id="{729EF15A-41FB-422C-A846-A175AFEC312A}"/>
              </a:ext>
            </a:extLst>
          </p:cNvPr>
          <p:cNvSpPr>
            <a:spLocks noGrp="1"/>
          </p:cNvSpPr>
          <p:nvPr/>
        </p:nvSpPr>
        <p:spPr>
          <a:xfrm>
            <a:off x="7173144" y="41532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3888E"/>
          </a:solidFill>
          <a:ln w="7855">
            <a:solidFill>
              <a:srgbClr val="23888E"/>
            </a:solidFill>
            <a:prstDash val="solid"/>
          </a:ln>
        </p:spPr>
      </p:sp>
      <p:sp>
        <p:nvSpPr>
          <p:cNvPr id="252" name="d_small_paired_3320">
            <a:extLst>
              <a:ext uri="{FF2B5EF4-FFF2-40B4-BE49-F238E27FC236}">
                <a16:creationId xmlns:a16="http://schemas.microsoft.com/office/drawing/2014/main" id="{C31867F5-6E5F-49A0-9E1A-89A64D16C480}"/>
              </a:ext>
            </a:extLst>
          </p:cNvPr>
          <p:cNvSpPr>
            <a:spLocks noGrp="1"/>
          </p:cNvSpPr>
          <p:nvPr/>
        </p:nvSpPr>
        <p:spPr>
          <a:xfrm>
            <a:off x="7173144" y="41344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78E"/>
          </a:solidFill>
          <a:ln w="7855">
            <a:solidFill>
              <a:srgbClr val="24878E"/>
            </a:solidFill>
            <a:prstDash val="solid"/>
          </a:ln>
        </p:spPr>
      </p:sp>
      <p:sp>
        <p:nvSpPr>
          <p:cNvPr id="253" name="d_small_paired_3321">
            <a:extLst>
              <a:ext uri="{FF2B5EF4-FFF2-40B4-BE49-F238E27FC236}">
                <a16:creationId xmlns:a16="http://schemas.microsoft.com/office/drawing/2014/main" id="{80BD577C-6A27-42B8-B732-FB4EDA480936}"/>
              </a:ext>
            </a:extLst>
          </p:cNvPr>
          <p:cNvSpPr>
            <a:spLocks noGrp="1"/>
          </p:cNvSpPr>
          <p:nvPr/>
        </p:nvSpPr>
        <p:spPr>
          <a:xfrm>
            <a:off x="7173144" y="41156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4868E"/>
          </a:solidFill>
          <a:ln w="7855">
            <a:solidFill>
              <a:srgbClr val="24868E"/>
            </a:solidFill>
            <a:prstDash val="solid"/>
          </a:ln>
        </p:spPr>
      </p:sp>
      <p:sp>
        <p:nvSpPr>
          <p:cNvPr id="254" name="d_small_paired_3322">
            <a:extLst>
              <a:ext uri="{FF2B5EF4-FFF2-40B4-BE49-F238E27FC236}">
                <a16:creationId xmlns:a16="http://schemas.microsoft.com/office/drawing/2014/main" id="{62CAE068-B0A5-4BBE-8525-190F7056E97F}"/>
              </a:ext>
            </a:extLst>
          </p:cNvPr>
          <p:cNvSpPr>
            <a:spLocks noGrp="1"/>
          </p:cNvSpPr>
          <p:nvPr/>
        </p:nvSpPr>
        <p:spPr>
          <a:xfrm>
            <a:off x="7173144" y="409678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58E"/>
          </a:solidFill>
          <a:ln w="7855">
            <a:solidFill>
              <a:srgbClr val="25858E"/>
            </a:solidFill>
            <a:prstDash val="solid"/>
          </a:ln>
        </p:spPr>
      </p:sp>
      <p:sp>
        <p:nvSpPr>
          <p:cNvPr id="255" name="d_small_paired_3323">
            <a:extLst>
              <a:ext uri="{FF2B5EF4-FFF2-40B4-BE49-F238E27FC236}">
                <a16:creationId xmlns:a16="http://schemas.microsoft.com/office/drawing/2014/main" id="{4DC79115-7DA0-4A12-B2D6-D4D1689EA4C5}"/>
              </a:ext>
            </a:extLst>
          </p:cNvPr>
          <p:cNvSpPr>
            <a:spLocks noGrp="1"/>
          </p:cNvSpPr>
          <p:nvPr/>
        </p:nvSpPr>
        <p:spPr>
          <a:xfrm>
            <a:off x="7173144" y="407795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48E"/>
          </a:solidFill>
          <a:ln w="7855">
            <a:solidFill>
              <a:srgbClr val="25848E"/>
            </a:solidFill>
            <a:prstDash val="solid"/>
          </a:ln>
        </p:spPr>
      </p:sp>
      <p:sp>
        <p:nvSpPr>
          <p:cNvPr id="256" name="d_small_paired_3324">
            <a:extLst>
              <a:ext uri="{FF2B5EF4-FFF2-40B4-BE49-F238E27FC236}">
                <a16:creationId xmlns:a16="http://schemas.microsoft.com/office/drawing/2014/main" id="{BFB78A4B-C539-4E27-B15F-C45CC0EE2E97}"/>
              </a:ext>
            </a:extLst>
          </p:cNvPr>
          <p:cNvSpPr>
            <a:spLocks noGrp="1"/>
          </p:cNvSpPr>
          <p:nvPr/>
        </p:nvSpPr>
        <p:spPr>
          <a:xfrm>
            <a:off x="7173144" y="405912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5838E"/>
          </a:solidFill>
          <a:ln w="7855">
            <a:solidFill>
              <a:srgbClr val="25838E"/>
            </a:solidFill>
            <a:prstDash val="solid"/>
          </a:ln>
        </p:spPr>
      </p:sp>
      <p:sp>
        <p:nvSpPr>
          <p:cNvPr id="257" name="d_small_paired_3325">
            <a:extLst>
              <a:ext uri="{FF2B5EF4-FFF2-40B4-BE49-F238E27FC236}">
                <a16:creationId xmlns:a16="http://schemas.microsoft.com/office/drawing/2014/main" id="{D7E56CC5-FC7C-44D8-8132-B0F2B311B2F3}"/>
              </a:ext>
            </a:extLst>
          </p:cNvPr>
          <p:cNvSpPr>
            <a:spLocks noGrp="1"/>
          </p:cNvSpPr>
          <p:nvPr/>
        </p:nvSpPr>
        <p:spPr>
          <a:xfrm>
            <a:off x="7173144" y="404029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8" name="d_small_paired_3326">
            <a:extLst>
              <a:ext uri="{FF2B5EF4-FFF2-40B4-BE49-F238E27FC236}">
                <a16:creationId xmlns:a16="http://schemas.microsoft.com/office/drawing/2014/main" id="{65A6A2CF-BEFD-4C55-A3B6-E8C5F2389FB7}"/>
              </a:ext>
            </a:extLst>
          </p:cNvPr>
          <p:cNvSpPr>
            <a:spLocks noGrp="1"/>
          </p:cNvSpPr>
          <p:nvPr/>
        </p:nvSpPr>
        <p:spPr>
          <a:xfrm>
            <a:off x="7173144" y="40214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28E"/>
          </a:solidFill>
          <a:ln w="7855">
            <a:solidFill>
              <a:srgbClr val="26828E"/>
            </a:solidFill>
            <a:prstDash val="solid"/>
          </a:ln>
        </p:spPr>
      </p:sp>
      <p:sp>
        <p:nvSpPr>
          <p:cNvPr id="259" name="d_small_paired_3327">
            <a:extLst>
              <a:ext uri="{FF2B5EF4-FFF2-40B4-BE49-F238E27FC236}">
                <a16:creationId xmlns:a16="http://schemas.microsoft.com/office/drawing/2014/main" id="{5B0E4AF2-35B1-4DCC-A818-3F61D62802BB}"/>
              </a:ext>
            </a:extLst>
          </p:cNvPr>
          <p:cNvSpPr>
            <a:spLocks noGrp="1"/>
          </p:cNvSpPr>
          <p:nvPr/>
        </p:nvSpPr>
        <p:spPr>
          <a:xfrm>
            <a:off x="7173144" y="40026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6818E"/>
          </a:solidFill>
          <a:ln w="7855">
            <a:solidFill>
              <a:srgbClr val="26818E"/>
            </a:solidFill>
            <a:prstDash val="solid"/>
          </a:ln>
        </p:spPr>
      </p:sp>
      <p:sp>
        <p:nvSpPr>
          <p:cNvPr id="260" name="d_small_paired_3328">
            <a:extLst>
              <a:ext uri="{FF2B5EF4-FFF2-40B4-BE49-F238E27FC236}">
                <a16:creationId xmlns:a16="http://schemas.microsoft.com/office/drawing/2014/main" id="{65F05102-B318-4292-BC4B-77313A262B26}"/>
              </a:ext>
            </a:extLst>
          </p:cNvPr>
          <p:cNvSpPr>
            <a:spLocks noGrp="1"/>
          </p:cNvSpPr>
          <p:nvPr/>
        </p:nvSpPr>
        <p:spPr>
          <a:xfrm>
            <a:off x="7173144" y="39837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808E"/>
          </a:solidFill>
          <a:ln w="7855">
            <a:solidFill>
              <a:srgbClr val="27808E"/>
            </a:solidFill>
            <a:prstDash val="solid"/>
          </a:ln>
        </p:spPr>
      </p:sp>
      <p:sp>
        <p:nvSpPr>
          <p:cNvPr id="261" name="d_small_paired_3329">
            <a:extLst>
              <a:ext uri="{FF2B5EF4-FFF2-40B4-BE49-F238E27FC236}">
                <a16:creationId xmlns:a16="http://schemas.microsoft.com/office/drawing/2014/main" id="{C76DBDEC-6063-41CC-8958-6FDD7843612D}"/>
              </a:ext>
            </a:extLst>
          </p:cNvPr>
          <p:cNvSpPr>
            <a:spLocks noGrp="1"/>
          </p:cNvSpPr>
          <p:nvPr/>
        </p:nvSpPr>
        <p:spPr>
          <a:xfrm>
            <a:off x="7173144" y="396495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F8E"/>
          </a:solidFill>
          <a:ln w="7855">
            <a:solidFill>
              <a:srgbClr val="277F8E"/>
            </a:solidFill>
            <a:prstDash val="solid"/>
          </a:ln>
        </p:spPr>
      </p:sp>
      <p:sp>
        <p:nvSpPr>
          <p:cNvPr id="262" name="d_small_paired_3330">
            <a:extLst>
              <a:ext uri="{FF2B5EF4-FFF2-40B4-BE49-F238E27FC236}">
                <a16:creationId xmlns:a16="http://schemas.microsoft.com/office/drawing/2014/main" id="{23228788-ECD6-49C1-93DE-E160BB54D410}"/>
              </a:ext>
            </a:extLst>
          </p:cNvPr>
          <p:cNvSpPr>
            <a:spLocks noGrp="1"/>
          </p:cNvSpPr>
          <p:nvPr/>
        </p:nvSpPr>
        <p:spPr>
          <a:xfrm>
            <a:off x="7173144" y="394612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77E8E"/>
          </a:solidFill>
          <a:ln w="7855">
            <a:solidFill>
              <a:srgbClr val="277E8E"/>
            </a:solidFill>
            <a:prstDash val="solid"/>
          </a:ln>
        </p:spPr>
      </p:sp>
      <p:sp>
        <p:nvSpPr>
          <p:cNvPr id="263" name="d_small_paired_3331">
            <a:extLst>
              <a:ext uri="{FF2B5EF4-FFF2-40B4-BE49-F238E27FC236}">
                <a16:creationId xmlns:a16="http://schemas.microsoft.com/office/drawing/2014/main" id="{7C1BDCEF-85DA-4CE2-B9D1-3DF79A76D588}"/>
              </a:ext>
            </a:extLst>
          </p:cNvPr>
          <p:cNvSpPr>
            <a:spLocks noGrp="1"/>
          </p:cNvSpPr>
          <p:nvPr/>
        </p:nvSpPr>
        <p:spPr>
          <a:xfrm>
            <a:off x="7173144" y="392729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D8E"/>
          </a:solidFill>
          <a:ln w="7855">
            <a:solidFill>
              <a:srgbClr val="287D8E"/>
            </a:solidFill>
            <a:prstDash val="solid"/>
          </a:ln>
        </p:spPr>
      </p:sp>
      <p:sp>
        <p:nvSpPr>
          <p:cNvPr id="264" name="d_small_paired_3332">
            <a:extLst>
              <a:ext uri="{FF2B5EF4-FFF2-40B4-BE49-F238E27FC236}">
                <a16:creationId xmlns:a16="http://schemas.microsoft.com/office/drawing/2014/main" id="{00049410-E526-45AF-A07A-526A6E11128C}"/>
              </a:ext>
            </a:extLst>
          </p:cNvPr>
          <p:cNvSpPr>
            <a:spLocks noGrp="1"/>
          </p:cNvSpPr>
          <p:nvPr/>
        </p:nvSpPr>
        <p:spPr>
          <a:xfrm>
            <a:off x="7173144" y="39084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87C8E"/>
          </a:solidFill>
          <a:ln w="7855">
            <a:solidFill>
              <a:srgbClr val="287C8E"/>
            </a:solidFill>
            <a:prstDash val="solid"/>
          </a:ln>
        </p:spPr>
      </p:sp>
      <p:sp>
        <p:nvSpPr>
          <p:cNvPr id="265" name="d_small_paired_3333">
            <a:extLst>
              <a:ext uri="{FF2B5EF4-FFF2-40B4-BE49-F238E27FC236}">
                <a16:creationId xmlns:a16="http://schemas.microsoft.com/office/drawing/2014/main" id="{B646DFC2-034B-4F29-A459-450930BDBCBE}"/>
              </a:ext>
            </a:extLst>
          </p:cNvPr>
          <p:cNvSpPr>
            <a:spLocks noGrp="1"/>
          </p:cNvSpPr>
          <p:nvPr/>
        </p:nvSpPr>
        <p:spPr>
          <a:xfrm>
            <a:off x="7173144" y="38896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B8E"/>
          </a:solidFill>
          <a:ln w="7855">
            <a:solidFill>
              <a:srgbClr val="297B8E"/>
            </a:solidFill>
            <a:prstDash val="solid"/>
          </a:ln>
        </p:spPr>
      </p:sp>
      <p:sp>
        <p:nvSpPr>
          <p:cNvPr id="266" name="d_small_paired_3334">
            <a:extLst>
              <a:ext uri="{FF2B5EF4-FFF2-40B4-BE49-F238E27FC236}">
                <a16:creationId xmlns:a16="http://schemas.microsoft.com/office/drawing/2014/main" id="{EEEE6003-1E8B-400F-A9BA-1CD5EB26A8D8}"/>
              </a:ext>
            </a:extLst>
          </p:cNvPr>
          <p:cNvSpPr>
            <a:spLocks noGrp="1"/>
          </p:cNvSpPr>
          <p:nvPr/>
        </p:nvSpPr>
        <p:spPr>
          <a:xfrm>
            <a:off x="7173144" y="38707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A8E"/>
          </a:solidFill>
          <a:ln w="7855">
            <a:solidFill>
              <a:srgbClr val="297A8E"/>
            </a:solidFill>
            <a:prstDash val="solid"/>
          </a:ln>
        </p:spPr>
      </p:sp>
      <p:sp>
        <p:nvSpPr>
          <p:cNvPr id="267" name="d_small_paired_3335">
            <a:extLst>
              <a:ext uri="{FF2B5EF4-FFF2-40B4-BE49-F238E27FC236}">
                <a16:creationId xmlns:a16="http://schemas.microsoft.com/office/drawing/2014/main" id="{01BEE44C-6E99-4CF1-82AC-34A84C113A15}"/>
              </a:ext>
            </a:extLst>
          </p:cNvPr>
          <p:cNvSpPr>
            <a:spLocks noGrp="1"/>
          </p:cNvSpPr>
          <p:nvPr/>
        </p:nvSpPr>
        <p:spPr>
          <a:xfrm>
            <a:off x="7173144" y="385195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9798E"/>
          </a:solidFill>
          <a:ln w="7855">
            <a:solidFill>
              <a:srgbClr val="29798E"/>
            </a:solidFill>
            <a:prstDash val="solid"/>
          </a:ln>
        </p:spPr>
      </p:sp>
      <p:sp>
        <p:nvSpPr>
          <p:cNvPr id="268" name="d_small_paired_3336">
            <a:extLst>
              <a:ext uri="{FF2B5EF4-FFF2-40B4-BE49-F238E27FC236}">
                <a16:creationId xmlns:a16="http://schemas.microsoft.com/office/drawing/2014/main" id="{CE061259-0E12-4191-B75B-9DA123A3AD1A}"/>
              </a:ext>
            </a:extLst>
          </p:cNvPr>
          <p:cNvSpPr>
            <a:spLocks noGrp="1"/>
          </p:cNvSpPr>
          <p:nvPr/>
        </p:nvSpPr>
        <p:spPr>
          <a:xfrm>
            <a:off x="7173144" y="383312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88E"/>
          </a:solidFill>
          <a:ln w="7855">
            <a:solidFill>
              <a:srgbClr val="2A788E"/>
            </a:solidFill>
            <a:prstDash val="solid"/>
          </a:ln>
        </p:spPr>
      </p:sp>
      <p:sp>
        <p:nvSpPr>
          <p:cNvPr id="269" name="d_small_paired_3337">
            <a:extLst>
              <a:ext uri="{FF2B5EF4-FFF2-40B4-BE49-F238E27FC236}">
                <a16:creationId xmlns:a16="http://schemas.microsoft.com/office/drawing/2014/main" id="{49661C7E-D91E-4E03-A959-9F0B377FEEB5}"/>
              </a:ext>
            </a:extLst>
          </p:cNvPr>
          <p:cNvSpPr>
            <a:spLocks noGrp="1"/>
          </p:cNvSpPr>
          <p:nvPr/>
        </p:nvSpPr>
        <p:spPr>
          <a:xfrm>
            <a:off x="7173144" y="381429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78E"/>
          </a:solidFill>
          <a:ln w="7855">
            <a:solidFill>
              <a:srgbClr val="2A778E"/>
            </a:solidFill>
            <a:prstDash val="solid"/>
          </a:ln>
        </p:spPr>
      </p:sp>
      <p:sp>
        <p:nvSpPr>
          <p:cNvPr id="270" name="d_small_paired_3338">
            <a:extLst>
              <a:ext uri="{FF2B5EF4-FFF2-40B4-BE49-F238E27FC236}">
                <a16:creationId xmlns:a16="http://schemas.microsoft.com/office/drawing/2014/main" id="{9E6728CA-1348-4DA1-AA00-12D7E04AF50A}"/>
              </a:ext>
            </a:extLst>
          </p:cNvPr>
          <p:cNvSpPr>
            <a:spLocks noGrp="1"/>
          </p:cNvSpPr>
          <p:nvPr/>
        </p:nvSpPr>
        <p:spPr>
          <a:xfrm>
            <a:off x="7173144" y="379545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A768E"/>
          </a:solidFill>
          <a:ln w="7855">
            <a:solidFill>
              <a:srgbClr val="2A768E"/>
            </a:solidFill>
            <a:prstDash val="solid"/>
          </a:ln>
        </p:spPr>
      </p:sp>
      <p:sp>
        <p:nvSpPr>
          <p:cNvPr id="271" name="d_small_paired_3339">
            <a:extLst>
              <a:ext uri="{FF2B5EF4-FFF2-40B4-BE49-F238E27FC236}">
                <a16:creationId xmlns:a16="http://schemas.microsoft.com/office/drawing/2014/main" id="{B05EF9B0-AF77-47D0-9F81-9E9786B51FA8}"/>
              </a:ext>
            </a:extLst>
          </p:cNvPr>
          <p:cNvSpPr>
            <a:spLocks noGrp="1"/>
          </p:cNvSpPr>
          <p:nvPr/>
        </p:nvSpPr>
        <p:spPr>
          <a:xfrm>
            <a:off x="7173144" y="37766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58E"/>
          </a:solidFill>
          <a:ln w="7855">
            <a:solidFill>
              <a:srgbClr val="2B758E"/>
            </a:solidFill>
            <a:prstDash val="solid"/>
          </a:ln>
        </p:spPr>
      </p:sp>
      <p:sp>
        <p:nvSpPr>
          <p:cNvPr id="272" name="d_small_paired_3340">
            <a:extLst>
              <a:ext uri="{FF2B5EF4-FFF2-40B4-BE49-F238E27FC236}">
                <a16:creationId xmlns:a16="http://schemas.microsoft.com/office/drawing/2014/main" id="{96505B8E-CACC-42CE-B1E2-6229AF5DEAE7}"/>
              </a:ext>
            </a:extLst>
          </p:cNvPr>
          <p:cNvSpPr>
            <a:spLocks noGrp="1"/>
          </p:cNvSpPr>
          <p:nvPr/>
        </p:nvSpPr>
        <p:spPr>
          <a:xfrm>
            <a:off x="7173144" y="37577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B748E"/>
          </a:solidFill>
          <a:ln w="7855">
            <a:solidFill>
              <a:srgbClr val="2B748E"/>
            </a:solidFill>
            <a:prstDash val="solid"/>
          </a:ln>
        </p:spPr>
      </p:sp>
      <p:sp>
        <p:nvSpPr>
          <p:cNvPr id="273" name="d_small_paired_3341">
            <a:extLst>
              <a:ext uri="{FF2B5EF4-FFF2-40B4-BE49-F238E27FC236}">
                <a16:creationId xmlns:a16="http://schemas.microsoft.com/office/drawing/2014/main" id="{F5DBE599-5BF9-4A02-BC7A-360F80A8F919}"/>
              </a:ext>
            </a:extLst>
          </p:cNvPr>
          <p:cNvSpPr>
            <a:spLocks noGrp="1"/>
          </p:cNvSpPr>
          <p:nvPr/>
        </p:nvSpPr>
        <p:spPr>
          <a:xfrm>
            <a:off x="7173144" y="37389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38E"/>
          </a:solidFill>
          <a:ln w="7855">
            <a:solidFill>
              <a:srgbClr val="2C738E"/>
            </a:solidFill>
            <a:prstDash val="solid"/>
          </a:ln>
        </p:spPr>
      </p:sp>
      <p:sp>
        <p:nvSpPr>
          <p:cNvPr id="274" name="d_small_paired_3342">
            <a:extLst>
              <a:ext uri="{FF2B5EF4-FFF2-40B4-BE49-F238E27FC236}">
                <a16:creationId xmlns:a16="http://schemas.microsoft.com/office/drawing/2014/main" id="{E4EED9BB-9744-4765-82D6-D934C223BF4A}"/>
              </a:ext>
            </a:extLst>
          </p:cNvPr>
          <p:cNvSpPr>
            <a:spLocks noGrp="1"/>
          </p:cNvSpPr>
          <p:nvPr/>
        </p:nvSpPr>
        <p:spPr>
          <a:xfrm>
            <a:off x="7173144" y="372012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28E"/>
          </a:solidFill>
          <a:ln w="7855">
            <a:solidFill>
              <a:srgbClr val="2C728E"/>
            </a:solidFill>
            <a:prstDash val="solid"/>
          </a:ln>
        </p:spPr>
      </p:sp>
      <p:sp>
        <p:nvSpPr>
          <p:cNvPr id="275" name="d_small_paired_3343">
            <a:extLst>
              <a:ext uri="{FF2B5EF4-FFF2-40B4-BE49-F238E27FC236}">
                <a16:creationId xmlns:a16="http://schemas.microsoft.com/office/drawing/2014/main" id="{D185AD0F-AEEF-432F-AB8D-B415AA978308}"/>
              </a:ext>
            </a:extLst>
          </p:cNvPr>
          <p:cNvSpPr>
            <a:spLocks noGrp="1"/>
          </p:cNvSpPr>
          <p:nvPr/>
        </p:nvSpPr>
        <p:spPr>
          <a:xfrm>
            <a:off x="7173144" y="370129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C718E"/>
          </a:solidFill>
          <a:ln w="7855">
            <a:solidFill>
              <a:srgbClr val="2C718E"/>
            </a:solidFill>
            <a:prstDash val="solid"/>
          </a:ln>
        </p:spPr>
      </p:sp>
      <p:sp>
        <p:nvSpPr>
          <p:cNvPr id="276" name="d_small_paired_3344">
            <a:extLst>
              <a:ext uri="{FF2B5EF4-FFF2-40B4-BE49-F238E27FC236}">
                <a16:creationId xmlns:a16="http://schemas.microsoft.com/office/drawing/2014/main" id="{A9C1932A-0D7C-43A3-AECF-4515A389D31A}"/>
              </a:ext>
            </a:extLst>
          </p:cNvPr>
          <p:cNvSpPr>
            <a:spLocks noGrp="1"/>
          </p:cNvSpPr>
          <p:nvPr/>
        </p:nvSpPr>
        <p:spPr>
          <a:xfrm>
            <a:off x="7173144" y="368246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18E"/>
          </a:solidFill>
          <a:ln w="7855">
            <a:solidFill>
              <a:srgbClr val="2D718E"/>
            </a:solidFill>
            <a:prstDash val="solid"/>
          </a:ln>
        </p:spPr>
      </p:sp>
      <p:sp>
        <p:nvSpPr>
          <p:cNvPr id="277" name="d_small_paired_3345">
            <a:extLst>
              <a:ext uri="{FF2B5EF4-FFF2-40B4-BE49-F238E27FC236}">
                <a16:creationId xmlns:a16="http://schemas.microsoft.com/office/drawing/2014/main" id="{625EE42F-93BC-4773-A853-B4B1541A6D48}"/>
              </a:ext>
            </a:extLst>
          </p:cNvPr>
          <p:cNvSpPr>
            <a:spLocks noGrp="1"/>
          </p:cNvSpPr>
          <p:nvPr/>
        </p:nvSpPr>
        <p:spPr>
          <a:xfrm>
            <a:off x="7173144" y="36636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D708E"/>
          </a:solidFill>
          <a:ln w="7855">
            <a:solidFill>
              <a:srgbClr val="2D708E"/>
            </a:solidFill>
            <a:prstDash val="solid"/>
          </a:ln>
        </p:spPr>
      </p:sp>
      <p:sp>
        <p:nvSpPr>
          <p:cNvPr id="278" name="d_small_paired_3346">
            <a:extLst>
              <a:ext uri="{FF2B5EF4-FFF2-40B4-BE49-F238E27FC236}">
                <a16:creationId xmlns:a16="http://schemas.microsoft.com/office/drawing/2014/main" id="{7EBC135C-6E44-4269-889F-62CA5FF19956}"/>
              </a:ext>
            </a:extLst>
          </p:cNvPr>
          <p:cNvSpPr>
            <a:spLocks noGrp="1"/>
          </p:cNvSpPr>
          <p:nvPr/>
        </p:nvSpPr>
        <p:spPr>
          <a:xfrm>
            <a:off x="7173144" y="36447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F8E"/>
          </a:solidFill>
          <a:ln w="7855">
            <a:solidFill>
              <a:srgbClr val="2E6F8E"/>
            </a:solidFill>
            <a:prstDash val="solid"/>
          </a:ln>
        </p:spPr>
      </p:sp>
      <p:sp>
        <p:nvSpPr>
          <p:cNvPr id="279" name="d_small_paired_3347">
            <a:extLst>
              <a:ext uri="{FF2B5EF4-FFF2-40B4-BE49-F238E27FC236}">
                <a16:creationId xmlns:a16="http://schemas.microsoft.com/office/drawing/2014/main" id="{DC8DFF4B-BEB5-481D-9444-EEEAEA2EB2AA}"/>
              </a:ext>
            </a:extLst>
          </p:cNvPr>
          <p:cNvSpPr>
            <a:spLocks noGrp="1"/>
          </p:cNvSpPr>
          <p:nvPr/>
        </p:nvSpPr>
        <p:spPr>
          <a:xfrm>
            <a:off x="7173144" y="36259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E8E"/>
          </a:solidFill>
          <a:ln w="7855">
            <a:solidFill>
              <a:srgbClr val="2E6E8E"/>
            </a:solidFill>
            <a:prstDash val="solid"/>
          </a:ln>
        </p:spPr>
      </p:sp>
      <p:sp>
        <p:nvSpPr>
          <p:cNvPr id="280" name="d_small_paired_3348">
            <a:extLst>
              <a:ext uri="{FF2B5EF4-FFF2-40B4-BE49-F238E27FC236}">
                <a16:creationId xmlns:a16="http://schemas.microsoft.com/office/drawing/2014/main" id="{7504E5F1-CF25-41A9-B0AA-0729F85AD4C1}"/>
              </a:ext>
            </a:extLst>
          </p:cNvPr>
          <p:cNvSpPr>
            <a:spLocks noGrp="1"/>
          </p:cNvSpPr>
          <p:nvPr/>
        </p:nvSpPr>
        <p:spPr>
          <a:xfrm>
            <a:off x="7173144" y="360712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E6D8E"/>
          </a:solidFill>
          <a:ln w="7855">
            <a:solidFill>
              <a:srgbClr val="2E6D8E"/>
            </a:solidFill>
            <a:prstDash val="solid"/>
          </a:ln>
        </p:spPr>
      </p:sp>
      <p:sp>
        <p:nvSpPr>
          <p:cNvPr id="281" name="d_small_paired_3349">
            <a:extLst>
              <a:ext uri="{FF2B5EF4-FFF2-40B4-BE49-F238E27FC236}">
                <a16:creationId xmlns:a16="http://schemas.microsoft.com/office/drawing/2014/main" id="{44EF9DF2-C276-4072-8A36-35929E919502}"/>
              </a:ext>
            </a:extLst>
          </p:cNvPr>
          <p:cNvSpPr>
            <a:spLocks noGrp="1"/>
          </p:cNvSpPr>
          <p:nvPr/>
        </p:nvSpPr>
        <p:spPr>
          <a:xfrm>
            <a:off x="7173144" y="358829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C8E"/>
          </a:solidFill>
          <a:ln w="7855">
            <a:solidFill>
              <a:srgbClr val="2F6C8E"/>
            </a:solidFill>
            <a:prstDash val="solid"/>
          </a:ln>
        </p:spPr>
      </p:sp>
      <p:sp>
        <p:nvSpPr>
          <p:cNvPr id="282" name="d_small_paired_3350">
            <a:extLst>
              <a:ext uri="{FF2B5EF4-FFF2-40B4-BE49-F238E27FC236}">
                <a16:creationId xmlns:a16="http://schemas.microsoft.com/office/drawing/2014/main" id="{F4F63063-FB95-4E48-8495-6B4BF000004A}"/>
              </a:ext>
            </a:extLst>
          </p:cNvPr>
          <p:cNvSpPr>
            <a:spLocks noGrp="1"/>
          </p:cNvSpPr>
          <p:nvPr/>
        </p:nvSpPr>
        <p:spPr>
          <a:xfrm>
            <a:off x="7173144" y="356946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2F6B8E"/>
          </a:solidFill>
          <a:ln w="7855">
            <a:solidFill>
              <a:srgbClr val="2F6B8E"/>
            </a:solidFill>
            <a:prstDash val="solid"/>
          </a:ln>
        </p:spPr>
      </p:sp>
      <p:sp>
        <p:nvSpPr>
          <p:cNvPr id="283" name="d_small_paired_3351">
            <a:extLst>
              <a:ext uri="{FF2B5EF4-FFF2-40B4-BE49-F238E27FC236}">
                <a16:creationId xmlns:a16="http://schemas.microsoft.com/office/drawing/2014/main" id="{0A7AC63F-1D15-4CEC-A348-04F7CB6F48F6}"/>
              </a:ext>
            </a:extLst>
          </p:cNvPr>
          <p:cNvSpPr>
            <a:spLocks noGrp="1"/>
          </p:cNvSpPr>
          <p:nvPr/>
        </p:nvSpPr>
        <p:spPr>
          <a:xfrm>
            <a:off x="7173144" y="355062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A8E"/>
          </a:solidFill>
          <a:ln w="7855">
            <a:solidFill>
              <a:srgbClr val="306A8E"/>
            </a:solidFill>
            <a:prstDash val="solid"/>
          </a:ln>
        </p:spPr>
      </p:sp>
      <p:sp>
        <p:nvSpPr>
          <p:cNvPr id="284" name="d_small_paired_3352">
            <a:extLst>
              <a:ext uri="{FF2B5EF4-FFF2-40B4-BE49-F238E27FC236}">
                <a16:creationId xmlns:a16="http://schemas.microsoft.com/office/drawing/2014/main" id="{14B038A9-5768-4E4D-B1D2-2D97C285383C}"/>
              </a:ext>
            </a:extLst>
          </p:cNvPr>
          <p:cNvSpPr>
            <a:spLocks noGrp="1"/>
          </p:cNvSpPr>
          <p:nvPr/>
        </p:nvSpPr>
        <p:spPr>
          <a:xfrm>
            <a:off x="7173144" y="35317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0698E"/>
          </a:solidFill>
          <a:ln w="7855">
            <a:solidFill>
              <a:srgbClr val="30698E"/>
            </a:solidFill>
            <a:prstDash val="solid"/>
          </a:ln>
        </p:spPr>
      </p:sp>
      <p:sp>
        <p:nvSpPr>
          <p:cNvPr id="285" name="d_small_paired_3353">
            <a:extLst>
              <a:ext uri="{FF2B5EF4-FFF2-40B4-BE49-F238E27FC236}">
                <a16:creationId xmlns:a16="http://schemas.microsoft.com/office/drawing/2014/main" id="{F49B9733-A944-4CCF-B33D-4193823AE73B}"/>
              </a:ext>
            </a:extLst>
          </p:cNvPr>
          <p:cNvSpPr>
            <a:spLocks noGrp="1"/>
          </p:cNvSpPr>
          <p:nvPr/>
        </p:nvSpPr>
        <p:spPr>
          <a:xfrm>
            <a:off x="7173144" y="35129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88E"/>
          </a:solidFill>
          <a:ln w="7855">
            <a:solidFill>
              <a:srgbClr val="31688E"/>
            </a:solidFill>
            <a:prstDash val="solid"/>
          </a:ln>
        </p:spPr>
      </p:sp>
      <p:sp>
        <p:nvSpPr>
          <p:cNvPr id="286" name="d_small_paired_3354">
            <a:extLst>
              <a:ext uri="{FF2B5EF4-FFF2-40B4-BE49-F238E27FC236}">
                <a16:creationId xmlns:a16="http://schemas.microsoft.com/office/drawing/2014/main" id="{C37FB62B-1E6C-4EEB-BE33-72AFB086FBC0}"/>
              </a:ext>
            </a:extLst>
          </p:cNvPr>
          <p:cNvSpPr>
            <a:spLocks noGrp="1"/>
          </p:cNvSpPr>
          <p:nvPr/>
        </p:nvSpPr>
        <p:spPr>
          <a:xfrm>
            <a:off x="7173144" y="34941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78E"/>
          </a:solidFill>
          <a:ln w="7855">
            <a:solidFill>
              <a:srgbClr val="31678E"/>
            </a:solidFill>
            <a:prstDash val="solid"/>
          </a:ln>
        </p:spPr>
      </p:sp>
      <p:sp>
        <p:nvSpPr>
          <p:cNvPr id="287" name="d_small_paired_3355">
            <a:extLst>
              <a:ext uri="{FF2B5EF4-FFF2-40B4-BE49-F238E27FC236}">
                <a16:creationId xmlns:a16="http://schemas.microsoft.com/office/drawing/2014/main" id="{4F00E75B-343E-475C-8AF2-00B26D0DD057}"/>
              </a:ext>
            </a:extLst>
          </p:cNvPr>
          <p:cNvSpPr>
            <a:spLocks noGrp="1"/>
          </p:cNvSpPr>
          <p:nvPr/>
        </p:nvSpPr>
        <p:spPr>
          <a:xfrm>
            <a:off x="7173144" y="347529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1668E"/>
          </a:solidFill>
          <a:ln w="7855">
            <a:solidFill>
              <a:srgbClr val="31668E"/>
            </a:solidFill>
            <a:prstDash val="solid"/>
          </a:ln>
        </p:spPr>
      </p:sp>
      <p:sp>
        <p:nvSpPr>
          <p:cNvPr id="288" name="d_small_paired_3356">
            <a:extLst>
              <a:ext uri="{FF2B5EF4-FFF2-40B4-BE49-F238E27FC236}">
                <a16:creationId xmlns:a16="http://schemas.microsoft.com/office/drawing/2014/main" id="{E3AE7744-345D-40C2-A6D3-A82B3734BD4B}"/>
              </a:ext>
            </a:extLst>
          </p:cNvPr>
          <p:cNvSpPr>
            <a:spLocks noGrp="1"/>
          </p:cNvSpPr>
          <p:nvPr/>
        </p:nvSpPr>
        <p:spPr>
          <a:xfrm>
            <a:off x="7173144" y="345646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58E"/>
          </a:solidFill>
          <a:ln w="7855">
            <a:solidFill>
              <a:srgbClr val="32658E"/>
            </a:solidFill>
            <a:prstDash val="solid"/>
          </a:ln>
        </p:spPr>
      </p:sp>
      <p:sp>
        <p:nvSpPr>
          <p:cNvPr id="289" name="d_small_paired_3357">
            <a:extLst>
              <a:ext uri="{FF2B5EF4-FFF2-40B4-BE49-F238E27FC236}">
                <a16:creationId xmlns:a16="http://schemas.microsoft.com/office/drawing/2014/main" id="{75E27FFF-77A0-4297-8E6A-EFA07CBC1F96}"/>
              </a:ext>
            </a:extLst>
          </p:cNvPr>
          <p:cNvSpPr>
            <a:spLocks noGrp="1"/>
          </p:cNvSpPr>
          <p:nvPr/>
        </p:nvSpPr>
        <p:spPr>
          <a:xfrm>
            <a:off x="7173144" y="343762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2648E"/>
          </a:solidFill>
          <a:ln w="7855">
            <a:solidFill>
              <a:srgbClr val="32648E"/>
            </a:solidFill>
            <a:prstDash val="solid"/>
          </a:ln>
        </p:spPr>
      </p:sp>
      <p:sp>
        <p:nvSpPr>
          <p:cNvPr id="290" name="d_small_paired_3358">
            <a:extLst>
              <a:ext uri="{FF2B5EF4-FFF2-40B4-BE49-F238E27FC236}">
                <a16:creationId xmlns:a16="http://schemas.microsoft.com/office/drawing/2014/main" id="{449D089B-0FFD-4BFE-AB06-C2B8FE10F1AB}"/>
              </a:ext>
            </a:extLst>
          </p:cNvPr>
          <p:cNvSpPr>
            <a:spLocks noGrp="1"/>
          </p:cNvSpPr>
          <p:nvPr/>
        </p:nvSpPr>
        <p:spPr>
          <a:xfrm>
            <a:off x="7173144" y="341879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38D"/>
          </a:solidFill>
          <a:ln w="7855">
            <a:solidFill>
              <a:srgbClr val="33638D"/>
            </a:solidFill>
            <a:prstDash val="solid"/>
          </a:ln>
        </p:spPr>
      </p:sp>
      <p:sp>
        <p:nvSpPr>
          <p:cNvPr id="291" name="d_small_paired_3359">
            <a:extLst>
              <a:ext uri="{FF2B5EF4-FFF2-40B4-BE49-F238E27FC236}">
                <a16:creationId xmlns:a16="http://schemas.microsoft.com/office/drawing/2014/main" id="{6C317CAF-0E2F-4B30-965A-340BE8C6E16A}"/>
              </a:ext>
            </a:extLst>
          </p:cNvPr>
          <p:cNvSpPr>
            <a:spLocks noGrp="1"/>
          </p:cNvSpPr>
          <p:nvPr/>
        </p:nvSpPr>
        <p:spPr>
          <a:xfrm>
            <a:off x="7173144" y="33999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3628D"/>
          </a:solidFill>
          <a:ln w="7855">
            <a:solidFill>
              <a:srgbClr val="33628D"/>
            </a:solidFill>
            <a:prstDash val="solid"/>
          </a:ln>
        </p:spPr>
      </p:sp>
      <p:sp>
        <p:nvSpPr>
          <p:cNvPr id="292" name="d_small_paired_3360">
            <a:extLst>
              <a:ext uri="{FF2B5EF4-FFF2-40B4-BE49-F238E27FC236}">
                <a16:creationId xmlns:a16="http://schemas.microsoft.com/office/drawing/2014/main" id="{092339CE-99B5-4C42-B551-A78EEB21EF7C}"/>
              </a:ext>
            </a:extLst>
          </p:cNvPr>
          <p:cNvSpPr>
            <a:spLocks noGrp="1"/>
          </p:cNvSpPr>
          <p:nvPr/>
        </p:nvSpPr>
        <p:spPr>
          <a:xfrm>
            <a:off x="7173144" y="33811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18D"/>
          </a:solidFill>
          <a:ln w="7855">
            <a:solidFill>
              <a:srgbClr val="34618D"/>
            </a:solidFill>
            <a:prstDash val="solid"/>
          </a:ln>
        </p:spPr>
      </p:sp>
      <p:sp>
        <p:nvSpPr>
          <p:cNvPr id="293" name="d_small_paired_3361">
            <a:extLst>
              <a:ext uri="{FF2B5EF4-FFF2-40B4-BE49-F238E27FC236}">
                <a16:creationId xmlns:a16="http://schemas.microsoft.com/office/drawing/2014/main" id="{20BCC65F-93D2-4983-AF56-78491739FEC6}"/>
              </a:ext>
            </a:extLst>
          </p:cNvPr>
          <p:cNvSpPr>
            <a:spLocks noGrp="1"/>
          </p:cNvSpPr>
          <p:nvPr/>
        </p:nvSpPr>
        <p:spPr>
          <a:xfrm>
            <a:off x="7173144" y="33622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4608D"/>
          </a:solidFill>
          <a:ln w="7855">
            <a:solidFill>
              <a:srgbClr val="34608D"/>
            </a:solidFill>
            <a:prstDash val="solid"/>
          </a:ln>
        </p:spPr>
      </p:sp>
      <p:sp>
        <p:nvSpPr>
          <p:cNvPr id="294" name="d_small_paired_3362">
            <a:extLst>
              <a:ext uri="{FF2B5EF4-FFF2-40B4-BE49-F238E27FC236}">
                <a16:creationId xmlns:a16="http://schemas.microsoft.com/office/drawing/2014/main" id="{67B8872A-1CAB-4DDD-87B5-C6DB1A980BE9}"/>
              </a:ext>
            </a:extLst>
          </p:cNvPr>
          <p:cNvSpPr>
            <a:spLocks noGrp="1"/>
          </p:cNvSpPr>
          <p:nvPr/>
        </p:nvSpPr>
        <p:spPr>
          <a:xfrm>
            <a:off x="7173144" y="334346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F8D"/>
          </a:solidFill>
          <a:ln w="7855">
            <a:solidFill>
              <a:srgbClr val="355F8D"/>
            </a:solidFill>
            <a:prstDash val="solid"/>
          </a:ln>
        </p:spPr>
      </p:sp>
      <p:sp>
        <p:nvSpPr>
          <p:cNvPr id="295" name="d_small_paired_3363">
            <a:extLst>
              <a:ext uri="{FF2B5EF4-FFF2-40B4-BE49-F238E27FC236}">
                <a16:creationId xmlns:a16="http://schemas.microsoft.com/office/drawing/2014/main" id="{2758CB8B-E562-43DD-AEAC-E45D672F96A1}"/>
              </a:ext>
            </a:extLst>
          </p:cNvPr>
          <p:cNvSpPr>
            <a:spLocks noGrp="1"/>
          </p:cNvSpPr>
          <p:nvPr/>
        </p:nvSpPr>
        <p:spPr>
          <a:xfrm>
            <a:off x="7173144" y="332463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55E8D"/>
          </a:solidFill>
          <a:ln w="7855">
            <a:solidFill>
              <a:srgbClr val="355E8D"/>
            </a:solidFill>
            <a:prstDash val="solid"/>
          </a:ln>
        </p:spPr>
      </p:sp>
      <p:sp>
        <p:nvSpPr>
          <p:cNvPr id="296" name="d_small_paired_3364">
            <a:extLst>
              <a:ext uri="{FF2B5EF4-FFF2-40B4-BE49-F238E27FC236}">
                <a16:creationId xmlns:a16="http://schemas.microsoft.com/office/drawing/2014/main" id="{3750FAEE-8D4F-46A1-9071-CEC38F4A86ED}"/>
              </a:ext>
            </a:extLst>
          </p:cNvPr>
          <p:cNvSpPr>
            <a:spLocks noGrp="1"/>
          </p:cNvSpPr>
          <p:nvPr/>
        </p:nvSpPr>
        <p:spPr>
          <a:xfrm>
            <a:off x="7173144" y="330579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D8D"/>
          </a:solidFill>
          <a:ln w="7855">
            <a:solidFill>
              <a:srgbClr val="365D8D"/>
            </a:solidFill>
            <a:prstDash val="solid"/>
          </a:ln>
        </p:spPr>
      </p:sp>
      <p:sp>
        <p:nvSpPr>
          <p:cNvPr id="297" name="d_small_paired_3365">
            <a:extLst>
              <a:ext uri="{FF2B5EF4-FFF2-40B4-BE49-F238E27FC236}">
                <a16:creationId xmlns:a16="http://schemas.microsoft.com/office/drawing/2014/main" id="{27D27657-49E4-4058-9331-377444D61D90}"/>
              </a:ext>
            </a:extLst>
          </p:cNvPr>
          <p:cNvSpPr>
            <a:spLocks noGrp="1"/>
          </p:cNvSpPr>
          <p:nvPr/>
        </p:nvSpPr>
        <p:spPr>
          <a:xfrm>
            <a:off x="7173144" y="32869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65C8D"/>
          </a:solidFill>
          <a:ln w="7855">
            <a:solidFill>
              <a:srgbClr val="365C8D"/>
            </a:solidFill>
            <a:prstDash val="solid"/>
          </a:ln>
        </p:spPr>
      </p:sp>
      <p:sp>
        <p:nvSpPr>
          <p:cNvPr id="298" name="d_small_paired_3366">
            <a:extLst>
              <a:ext uri="{FF2B5EF4-FFF2-40B4-BE49-F238E27FC236}">
                <a16:creationId xmlns:a16="http://schemas.microsoft.com/office/drawing/2014/main" id="{DB645020-2D2D-4BBD-8232-551423B0B584}"/>
              </a:ext>
            </a:extLst>
          </p:cNvPr>
          <p:cNvSpPr>
            <a:spLocks noGrp="1"/>
          </p:cNvSpPr>
          <p:nvPr/>
        </p:nvSpPr>
        <p:spPr>
          <a:xfrm>
            <a:off x="7173144" y="32681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B8D"/>
          </a:solidFill>
          <a:ln w="7855">
            <a:solidFill>
              <a:srgbClr val="375B8D"/>
            </a:solidFill>
            <a:prstDash val="solid"/>
          </a:ln>
        </p:spPr>
      </p:sp>
      <p:sp>
        <p:nvSpPr>
          <p:cNvPr id="299" name="d_small_paired_3367">
            <a:extLst>
              <a:ext uri="{FF2B5EF4-FFF2-40B4-BE49-F238E27FC236}">
                <a16:creationId xmlns:a16="http://schemas.microsoft.com/office/drawing/2014/main" id="{34A64AEC-3DBC-4EDF-9EF8-2294A4B34F14}"/>
              </a:ext>
            </a:extLst>
          </p:cNvPr>
          <p:cNvSpPr>
            <a:spLocks noGrp="1"/>
          </p:cNvSpPr>
          <p:nvPr/>
        </p:nvSpPr>
        <p:spPr>
          <a:xfrm>
            <a:off x="7173144" y="32492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75A8C"/>
          </a:solidFill>
          <a:ln w="7855">
            <a:solidFill>
              <a:srgbClr val="375A8C"/>
            </a:solidFill>
            <a:prstDash val="solid"/>
          </a:ln>
        </p:spPr>
      </p:sp>
      <p:sp>
        <p:nvSpPr>
          <p:cNvPr id="300" name="d_small_paired_3368">
            <a:extLst>
              <a:ext uri="{FF2B5EF4-FFF2-40B4-BE49-F238E27FC236}">
                <a16:creationId xmlns:a16="http://schemas.microsoft.com/office/drawing/2014/main" id="{58529139-73DD-43F9-8FB7-F14D0BD7634B}"/>
              </a:ext>
            </a:extLst>
          </p:cNvPr>
          <p:cNvSpPr>
            <a:spLocks noGrp="1"/>
          </p:cNvSpPr>
          <p:nvPr/>
        </p:nvSpPr>
        <p:spPr>
          <a:xfrm>
            <a:off x="7173144" y="323046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98C"/>
          </a:solidFill>
          <a:ln w="7855">
            <a:solidFill>
              <a:srgbClr val="38598C"/>
            </a:solidFill>
            <a:prstDash val="solid"/>
          </a:ln>
        </p:spPr>
      </p:sp>
      <p:sp>
        <p:nvSpPr>
          <p:cNvPr id="301" name="d_small_paired_3369">
            <a:extLst>
              <a:ext uri="{FF2B5EF4-FFF2-40B4-BE49-F238E27FC236}">
                <a16:creationId xmlns:a16="http://schemas.microsoft.com/office/drawing/2014/main" id="{07FF2995-CF87-4C0D-9268-355E6C61616D}"/>
              </a:ext>
            </a:extLst>
          </p:cNvPr>
          <p:cNvSpPr>
            <a:spLocks noGrp="1"/>
          </p:cNvSpPr>
          <p:nvPr/>
        </p:nvSpPr>
        <p:spPr>
          <a:xfrm>
            <a:off x="7173144" y="321163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8588C"/>
          </a:solidFill>
          <a:ln w="7855">
            <a:solidFill>
              <a:srgbClr val="38588C"/>
            </a:solidFill>
            <a:prstDash val="solid"/>
          </a:ln>
        </p:spPr>
      </p:sp>
      <p:sp>
        <p:nvSpPr>
          <p:cNvPr id="302" name="d_small_paired_3370">
            <a:extLst>
              <a:ext uri="{FF2B5EF4-FFF2-40B4-BE49-F238E27FC236}">
                <a16:creationId xmlns:a16="http://schemas.microsoft.com/office/drawing/2014/main" id="{F71BA242-96FF-4C19-A131-5B581CF147FC}"/>
              </a:ext>
            </a:extLst>
          </p:cNvPr>
          <p:cNvSpPr>
            <a:spLocks noGrp="1"/>
          </p:cNvSpPr>
          <p:nvPr/>
        </p:nvSpPr>
        <p:spPr>
          <a:xfrm>
            <a:off x="7173144" y="319279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68C"/>
          </a:solidFill>
          <a:ln w="7855">
            <a:solidFill>
              <a:srgbClr val="39568C"/>
            </a:solidFill>
            <a:prstDash val="solid"/>
          </a:ln>
        </p:spPr>
      </p:sp>
      <p:sp>
        <p:nvSpPr>
          <p:cNvPr id="303" name="d_small_paired_3371">
            <a:extLst>
              <a:ext uri="{FF2B5EF4-FFF2-40B4-BE49-F238E27FC236}">
                <a16:creationId xmlns:a16="http://schemas.microsoft.com/office/drawing/2014/main" id="{E455A70F-27D0-4D5C-BAFD-B361BA36767E}"/>
              </a:ext>
            </a:extLst>
          </p:cNvPr>
          <p:cNvSpPr>
            <a:spLocks noGrp="1"/>
          </p:cNvSpPr>
          <p:nvPr/>
        </p:nvSpPr>
        <p:spPr>
          <a:xfrm>
            <a:off x="7173144" y="317396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9558C"/>
          </a:solidFill>
          <a:ln w="7855">
            <a:solidFill>
              <a:srgbClr val="39558C"/>
            </a:solidFill>
            <a:prstDash val="solid"/>
          </a:ln>
        </p:spPr>
      </p:sp>
      <p:sp>
        <p:nvSpPr>
          <p:cNvPr id="304" name="d_small_paired_3372">
            <a:extLst>
              <a:ext uri="{FF2B5EF4-FFF2-40B4-BE49-F238E27FC236}">
                <a16:creationId xmlns:a16="http://schemas.microsoft.com/office/drawing/2014/main" id="{1EF185B5-34AF-4E31-952B-68BB13EEB758}"/>
              </a:ext>
            </a:extLst>
          </p:cNvPr>
          <p:cNvSpPr>
            <a:spLocks noGrp="1"/>
          </p:cNvSpPr>
          <p:nvPr/>
        </p:nvSpPr>
        <p:spPr>
          <a:xfrm>
            <a:off x="7173144" y="31551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48C"/>
          </a:solidFill>
          <a:ln w="7855">
            <a:solidFill>
              <a:srgbClr val="3A548C"/>
            </a:solidFill>
            <a:prstDash val="solid"/>
          </a:ln>
        </p:spPr>
      </p:sp>
      <p:sp>
        <p:nvSpPr>
          <p:cNvPr id="305" name="d_small_paired_3373">
            <a:extLst>
              <a:ext uri="{FF2B5EF4-FFF2-40B4-BE49-F238E27FC236}">
                <a16:creationId xmlns:a16="http://schemas.microsoft.com/office/drawing/2014/main" id="{6F2E89CD-6BF3-4821-ACA9-78A71B2E05C3}"/>
              </a:ext>
            </a:extLst>
          </p:cNvPr>
          <p:cNvSpPr>
            <a:spLocks noGrp="1"/>
          </p:cNvSpPr>
          <p:nvPr/>
        </p:nvSpPr>
        <p:spPr>
          <a:xfrm>
            <a:off x="7173144" y="31362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A538B"/>
          </a:solidFill>
          <a:ln w="7855">
            <a:solidFill>
              <a:srgbClr val="3A538B"/>
            </a:solidFill>
            <a:prstDash val="solid"/>
          </a:ln>
        </p:spPr>
      </p:sp>
      <p:sp>
        <p:nvSpPr>
          <p:cNvPr id="306" name="d_small_paired_3374">
            <a:extLst>
              <a:ext uri="{FF2B5EF4-FFF2-40B4-BE49-F238E27FC236}">
                <a16:creationId xmlns:a16="http://schemas.microsoft.com/office/drawing/2014/main" id="{698A9C36-79CD-406C-9278-78F9D0CDBDEA}"/>
              </a:ext>
            </a:extLst>
          </p:cNvPr>
          <p:cNvSpPr>
            <a:spLocks noGrp="1"/>
          </p:cNvSpPr>
          <p:nvPr/>
        </p:nvSpPr>
        <p:spPr>
          <a:xfrm>
            <a:off x="7173144" y="31174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28B"/>
          </a:solidFill>
          <a:ln w="7855">
            <a:solidFill>
              <a:srgbClr val="3B528B"/>
            </a:solidFill>
            <a:prstDash val="solid"/>
          </a:ln>
        </p:spPr>
      </p:sp>
      <p:sp>
        <p:nvSpPr>
          <p:cNvPr id="307" name="d_small_paired_3375">
            <a:extLst>
              <a:ext uri="{FF2B5EF4-FFF2-40B4-BE49-F238E27FC236}">
                <a16:creationId xmlns:a16="http://schemas.microsoft.com/office/drawing/2014/main" id="{E2F0E4B4-D3DE-4307-B9BA-E261619CBED6}"/>
              </a:ext>
            </a:extLst>
          </p:cNvPr>
          <p:cNvSpPr>
            <a:spLocks noGrp="1"/>
          </p:cNvSpPr>
          <p:nvPr/>
        </p:nvSpPr>
        <p:spPr>
          <a:xfrm>
            <a:off x="7173144" y="309863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B518B"/>
          </a:solidFill>
          <a:ln w="7855">
            <a:solidFill>
              <a:srgbClr val="3B518B"/>
            </a:solidFill>
            <a:prstDash val="solid"/>
          </a:ln>
        </p:spPr>
      </p:sp>
      <p:sp>
        <p:nvSpPr>
          <p:cNvPr id="308" name="d_small_paired_3376">
            <a:extLst>
              <a:ext uri="{FF2B5EF4-FFF2-40B4-BE49-F238E27FC236}">
                <a16:creationId xmlns:a16="http://schemas.microsoft.com/office/drawing/2014/main" id="{7A787BF2-FE17-4B01-981E-6DA0D0C63D27}"/>
              </a:ext>
            </a:extLst>
          </p:cNvPr>
          <p:cNvSpPr>
            <a:spLocks noGrp="1"/>
          </p:cNvSpPr>
          <p:nvPr/>
        </p:nvSpPr>
        <p:spPr>
          <a:xfrm>
            <a:off x="7173144" y="307979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508B"/>
          </a:solidFill>
          <a:ln w="7855">
            <a:solidFill>
              <a:srgbClr val="3C508B"/>
            </a:solidFill>
            <a:prstDash val="solid"/>
          </a:ln>
        </p:spPr>
      </p:sp>
      <p:sp>
        <p:nvSpPr>
          <p:cNvPr id="309" name="d_small_paired_3377">
            <a:extLst>
              <a:ext uri="{FF2B5EF4-FFF2-40B4-BE49-F238E27FC236}">
                <a16:creationId xmlns:a16="http://schemas.microsoft.com/office/drawing/2014/main" id="{921DA259-BADE-45F8-BB8B-2AC6237F149A}"/>
              </a:ext>
            </a:extLst>
          </p:cNvPr>
          <p:cNvSpPr>
            <a:spLocks noGrp="1"/>
          </p:cNvSpPr>
          <p:nvPr/>
        </p:nvSpPr>
        <p:spPr>
          <a:xfrm>
            <a:off x="7173144" y="306096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C4F8A"/>
          </a:solidFill>
          <a:ln w="7855">
            <a:solidFill>
              <a:srgbClr val="3C4F8A"/>
            </a:solidFill>
            <a:prstDash val="solid"/>
          </a:ln>
        </p:spPr>
      </p:sp>
      <p:sp>
        <p:nvSpPr>
          <p:cNvPr id="310" name="d_small_paired_3378">
            <a:extLst>
              <a:ext uri="{FF2B5EF4-FFF2-40B4-BE49-F238E27FC236}">
                <a16:creationId xmlns:a16="http://schemas.microsoft.com/office/drawing/2014/main" id="{95767537-0A6E-4BF4-A1FF-8CEC562096A6}"/>
              </a:ext>
            </a:extLst>
          </p:cNvPr>
          <p:cNvSpPr>
            <a:spLocks noGrp="1"/>
          </p:cNvSpPr>
          <p:nvPr/>
        </p:nvSpPr>
        <p:spPr>
          <a:xfrm>
            <a:off x="7173144" y="30421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E8A"/>
          </a:solidFill>
          <a:ln w="7855">
            <a:solidFill>
              <a:srgbClr val="3D4E8A"/>
            </a:solidFill>
            <a:prstDash val="solid"/>
          </a:ln>
        </p:spPr>
      </p:sp>
      <p:sp>
        <p:nvSpPr>
          <p:cNvPr id="311" name="d_small_paired_3379">
            <a:extLst>
              <a:ext uri="{FF2B5EF4-FFF2-40B4-BE49-F238E27FC236}">
                <a16:creationId xmlns:a16="http://schemas.microsoft.com/office/drawing/2014/main" id="{CB1EBB15-7C06-4EF3-B561-C0B9707415AC}"/>
              </a:ext>
            </a:extLst>
          </p:cNvPr>
          <p:cNvSpPr>
            <a:spLocks noGrp="1"/>
          </p:cNvSpPr>
          <p:nvPr/>
        </p:nvSpPr>
        <p:spPr>
          <a:xfrm>
            <a:off x="7173144" y="30233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D4D8A"/>
          </a:solidFill>
          <a:ln w="7855">
            <a:solidFill>
              <a:srgbClr val="3D4D8A"/>
            </a:solidFill>
            <a:prstDash val="solid"/>
          </a:ln>
        </p:spPr>
      </p:sp>
      <p:sp>
        <p:nvSpPr>
          <p:cNvPr id="312" name="d_small_paired_3380">
            <a:extLst>
              <a:ext uri="{FF2B5EF4-FFF2-40B4-BE49-F238E27FC236}">
                <a16:creationId xmlns:a16="http://schemas.microsoft.com/office/drawing/2014/main" id="{C9F51CBC-756E-4216-B2D9-B6B49B039641}"/>
              </a:ext>
            </a:extLst>
          </p:cNvPr>
          <p:cNvSpPr>
            <a:spLocks noGrp="1"/>
          </p:cNvSpPr>
          <p:nvPr/>
        </p:nvSpPr>
        <p:spPr>
          <a:xfrm>
            <a:off x="7173144" y="30044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C8A"/>
          </a:solidFill>
          <a:ln w="7855">
            <a:solidFill>
              <a:srgbClr val="3E4C8A"/>
            </a:solidFill>
            <a:prstDash val="solid"/>
          </a:ln>
        </p:spPr>
      </p:sp>
      <p:sp>
        <p:nvSpPr>
          <p:cNvPr id="313" name="d_small_paired_3381">
            <a:extLst>
              <a:ext uri="{FF2B5EF4-FFF2-40B4-BE49-F238E27FC236}">
                <a16:creationId xmlns:a16="http://schemas.microsoft.com/office/drawing/2014/main" id="{7D786326-EEE2-4CD2-A751-2CAA3900EDCD}"/>
              </a:ext>
            </a:extLst>
          </p:cNvPr>
          <p:cNvSpPr>
            <a:spLocks noGrp="1"/>
          </p:cNvSpPr>
          <p:nvPr/>
        </p:nvSpPr>
        <p:spPr>
          <a:xfrm>
            <a:off x="7173144" y="298563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A89"/>
          </a:solidFill>
          <a:ln w="7855">
            <a:solidFill>
              <a:srgbClr val="3E4A89"/>
            </a:solidFill>
            <a:prstDash val="solid"/>
          </a:ln>
        </p:spPr>
      </p:sp>
      <p:sp>
        <p:nvSpPr>
          <p:cNvPr id="314" name="d_small_paired_3382">
            <a:extLst>
              <a:ext uri="{FF2B5EF4-FFF2-40B4-BE49-F238E27FC236}">
                <a16:creationId xmlns:a16="http://schemas.microsoft.com/office/drawing/2014/main" id="{2380772A-2031-42E8-A3EE-0CF669F4AA90}"/>
              </a:ext>
            </a:extLst>
          </p:cNvPr>
          <p:cNvSpPr>
            <a:spLocks noGrp="1"/>
          </p:cNvSpPr>
          <p:nvPr/>
        </p:nvSpPr>
        <p:spPr>
          <a:xfrm>
            <a:off x="7173144" y="296680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E4989"/>
          </a:solidFill>
          <a:ln w="7855">
            <a:solidFill>
              <a:srgbClr val="3E4989"/>
            </a:solidFill>
            <a:prstDash val="solid"/>
          </a:ln>
        </p:spPr>
      </p:sp>
      <p:sp>
        <p:nvSpPr>
          <p:cNvPr id="315" name="d_small_paired_3383">
            <a:extLst>
              <a:ext uri="{FF2B5EF4-FFF2-40B4-BE49-F238E27FC236}">
                <a16:creationId xmlns:a16="http://schemas.microsoft.com/office/drawing/2014/main" id="{B9D00F2A-3B5C-43AB-840B-1B254EAC813A}"/>
              </a:ext>
            </a:extLst>
          </p:cNvPr>
          <p:cNvSpPr>
            <a:spLocks noGrp="1"/>
          </p:cNvSpPr>
          <p:nvPr/>
        </p:nvSpPr>
        <p:spPr>
          <a:xfrm>
            <a:off x="7173144" y="294796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889"/>
          </a:solidFill>
          <a:ln w="7855">
            <a:solidFill>
              <a:srgbClr val="3F4889"/>
            </a:solidFill>
            <a:prstDash val="solid"/>
          </a:ln>
        </p:spPr>
      </p:sp>
      <p:sp>
        <p:nvSpPr>
          <p:cNvPr id="316" name="d_small_paired_3384">
            <a:extLst>
              <a:ext uri="{FF2B5EF4-FFF2-40B4-BE49-F238E27FC236}">
                <a16:creationId xmlns:a16="http://schemas.microsoft.com/office/drawing/2014/main" id="{2C67D74A-DC30-4CF9-A298-60DAD4DF8289}"/>
              </a:ext>
            </a:extLst>
          </p:cNvPr>
          <p:cNvSpPr>
            <a:spLocks noGrp="1"/>
          </p:cNvSpPr>
          <p:nvPr/>
        </p:nvSpPr>
        <p:spPr>
          <a:xfrm>
            <a:off x="7173144" y="292913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3F4788"/>
          </a:solidFill>
          <a:ln w="7855">
            <a:solidFill>
              <a:srgbClr val="3F4788"/>
            </a:solidFill>
            <a:prstDash val="solid"/>
          </a:ln>
        </p:spPr>
      </p:sp>
      <p:sp>
        <p:nvSpPr>
          <p:cNvPr id="317" name="d_small_paired_3385">
            <a:extLst>
              <a:ext uri="{FF2B5EF4-FFF2-40B4-BE49-F238E27FC236}">
                <a16:creationId xmlns:a16="http://schemas.microsoft.com/office/drawing/2014/main" id="{7BE12750-9313-424B-8BBB-B9005B7E9485}"/>
              </a:ext>
            </a:extLst>
          </p:cNvPr>
          <p:cNvSpPr>
            <a:spLocks noGrp="1"/>
          </p:cNvSpPr>
          <p:nvPr/>
        </p:nvSpPr>
        <p:spPr>
          <a:xfrm>
            <a:off x="7173144" y="29103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688"/>
          </a:solidFill>
          <a:ln w="7855">
            <a:solidFill>
              <a:srgbClr val="404688"/>
            </a:solidFill>
            <a:prstDash val="solid"/>
          </a:ln>
        </p:spPr>
      </p:sp>
      <p:sp>
        <p:nvSpPr>
          <p:cNvPr id="318" name="d_small_paired_3386">
            <a:extLst>
              <a:ext uri="{FF2B5EF4-FFF2-40B4-BE49-F238E27FC236}">
                <a16:creationId xmlns:a16="http://schemas.microsoft.com/office/drawing/2014/main" id="{AE8F9311-2A2D-4819-BB74-8CC52B327FD5}"/>
              </a:ext>
            </a:extLst>
          </p:cNvPr>
          <p:cNvSpPr>
            <a:spLocks noGrp="1"/>
          </p:cNvSpPr>
          <p:nvPr/>
        </p:nvSpPr>
        <p:spPr>
          <a:xfrm>
            <a:off x="7173144" y="28914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04588"/>
          </a:solidFill>
          <a:ln w="7855">
            <a:solidFill>
              <a:srgbClr val="404588"/>
            </a:solidFill>
            <a:prstDash val="solid"/>
          </a:ln>
        </p:spPr>
      </p:sp>
      <p:sp>
        <p:nvSpPr>
          <p:cNvPr id="319" name="d_small_paired_3387">
            <a:extLst>
              <a:ext uri="{FF2B5EF4-FFF2-40B4-BE49-F238E27FC236}">
                <a16:creationId xmlns:a16="http://schemas.microsoft.com/office/drawing/2014/main" id="{5996F1F5-4415-4DAF-97B3-9C27D5DFB7C6}"/>
              </a:ext>
            </a:extLst>
          </p:cNvPr>
          <p:cNvSpPr>
            <a:spLocks noGrp="1"/>
          </p:cNvSpPr>
          <p:nvPr/>
        </p:nvSpPr>
        <p:spPr>
          <a:xfrm>
            <a:off x="7173144" y="28726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487"/>
          </a:solidFill>
          <a:ln w="7855">
            <a:solidFill>
              <a:srgbClr val="414487"/>
            </a:solidFill>
            <a:prstDash val="solid"/>
          </a:ln>
        </p:spPr>
      </p:sp>
      <p:sp>
        <p:nvSpPr>
          <p:cNvPr id="320" name="d_small_paired_3388">
            <a:extLst>
              <a:ext uri="{FF2B5EF4-FFF2-40B4-BE49-F238E27FC236}">
                <a16:creationId xmlns:a16="http://schemas.microsoft.com/office/drawing/2014/main" id="{0B91A2D9-9529-4CF4-AB80-B4D687E65AC0}"/>
              </a:ext>
            </a:extLst>
          </p:cNvPr>
          <p:cNvSpPr>
            <a:spLocks noGrp="1"/>
          </p:cNvSpPr>
          <p:nvPr/>
        </p:nvSpPr>
        <p:spPr>
          <a:xfrm>
            <a:off x="7173144" y="285380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14287"/>
          </a:solidFill>
          <a:ln w="7855">
            <a:solidFill>
              <a:srgbClr val="414287"/>
            </a:solidFill>
            <a:prstDash val="solid"/>
          </a:ln>
        </p:spPr>
      </p:sp>
      <p:sp>
        <p:nvSpPr>
          <p:cNvPr id="321" name="d_small_paired_3389">
            <a:extLst>
              <a:ext uri="{FF2B5EF4-FFF2-40B4-BE49-F238E27FC236}">
                <a16:creationId xmlns:a16="http://schemas.microsoft.com/office/drawing/2014/main" id="{776831A4-7F90-4163-A760-8920E7A21B29}"/>
              </a:ext>
            </a:extLst>
          </p:cNvPr>
          <p:cNvSpPr>
            <a:spLocks noGrp="1"/>
          </p:cNvSpPr>
          <p:nvPr/>
        </p:nvSpPr>
        <p:spPr>
          <a:xfrm>
            <a:off x="7173144" y="283496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186"/>
          </a:solidFill>
          <a:ln w="7855">
            <a:solidFill>
              <a:srgbClr val="424186"/>
            </a:solidFill>
            <a:prstDash val="solid"/>
          </a:ln>
        </p:spPr>
      </p:sp>
      <p:sp>
        <p:nvSpPr>
          <p:cNvPr id="322" name="d_small_paired_3390">
            <a:extLst>
              <a:ext uri="{FF2B5EF4-FFF2-40B4-BE49-F238E27FC236}">
                <a16:creationId xmlns:a16="http://schemas.microsoft.com/office/drawing/2014/main" id="{047973AE-B1A9-45E6-A1AF-EAFB94BCE12B}"/>
              </a:ext>
            </a:extLst>
          </p:cNvPr>
          <p:cNvSpPr>
            <a:spLocks noGrp="1"/>
          </p:cNvSpPr>
          <p:nvPr/>
        </p:nvSpPr>
        <p:spPr>
          <a:xfrm>
            <a:off x="7173144" y="281613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4086"/>
          </a:solidFill>
          <a:ln w="7855">
            <a:solidFill>
              <a:srgbClr val="424086"/>
            </a:solidFill>
            <a:prstDash val="solid"/>
          </a:ln>
        </p:spPr>
      </p:sp>
      <p:sp>
        <p:nvSpPr>
          <p:cNvPr id="323" name="d_small_paired_3391">
            <a:extLst>
              <a:ext uri="{FF2B5EF4-FFF2-40B4-BE49-F238E27FC236}">
                <a16:creationId xmlns:a16="http://schemas.microsoft.com/office/drawing/2014/main" id="{376DDE9B-131A-4863-ACC1-89670F5AE055}"/>
              </a:ext>
            </a:extLst>
          </p:cNvPr>
          <p:cNvSpPr>
            <a:spLocks noGrp="1"/>
          </p:cNvSpPr>
          <p:nvPr/>
        </p:nvSpPr>
        <p:spPr>
          <a:xfrm>
            <a:off x="7173144" y="27973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23F85"/>
          </a:solidFill>
          <a:ln w="7855">
            <a:solidFill>
              <a:srgbClr val="423F85"/>
            </a:solidFill>
            <a:prstDash val="solid"/>
          </a:ln>
        </p:spPr>
      </p:sp>
      <p:sp>
        <p:nvSpPr>
          <p:cNvPr id="324" name="d_small_paired_3392">
            <a:extLst>
              <a:ext uri="{FF2B5EF4-FFF2-40B4-BE49-F238E27FC236}">
                <a16:creationId xmlns:a16="http://schemas.microsoft.com/office/drawing/2014/main" id="{370D8BBD-C045-4957-A228-0827094DE459}"/>
              </a:ext>
            </a:extLst>
          </p:cNvPr>
          <p:cNvSpPr>
            <a:spLocks noGrp="1"/>
          </p:cNvSpPr>
          <p:nvPr/>
        </p:nvSpPr>
        <p:spPr>
          <a:xfrm>
            <a:off x="7173144" y="27784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E85"/>
          </a:solidFill>
          <a:ln w="7855">
            <a:solidFill>
              <a:srgbClr val="433E85"/>
            </a:solidFill>
            <a:prstDash val="solid"/>
          </a:ln>
        </p:spPr>
      </p:sp>
      <p:sp>
        <p:nvSpPr>
          <p:cNvPr id="325" name="d_small_paired_3393">
            <a:extLst>
              <a:ext uri="{FF2B5EF4-FFF2-40B4-BE49-F238E27FC236}">
                <a16:creationId xmlns:a16="http://schemas.microsoft.com/office/drawing/2014/main" id="{7057E820-3901-4C36-91D9-51A57640D3F9}"/>
              </a:ext>
            </a:extLst>
          </p:cNvPr>
          <p:cNvSpPr>
            <a:spLocks noGrp="1"/>
          </p:cNvSpPr>
          <p:nvPr/>
        </p:nvSpPr>
        <p:spPr>
          <a:xfrm>
            <a:off x="7173144" y="27596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33D84"/>
          </a:solidFill>
          <a:ln w="7855">
            <a:solidFill>
              <a:srgbClr val="433D84"/>
            </a:solidFill>
            <a:prstDash val="solid"/>
          </a:ln>
        </p:spPr>
      </p:sp>
      <p:sp>
        <p:nvSpPr>
          <p:cNvPr id="326" name="d_small_paired_3394">
            <a:extLst>
              <a:ext uri="{FF2B5EF4-FFF2-40B4-BE49-F238E27FC236}">
                <a16:creationId xmlns:a16="http://schemas.microsoft.com/office/drawing/2014/main" id="{FA8346D3-558E-4742-9F84-8388E215D8E5}"/>
              </a:ext>
            </a:extLst>
          </p:cNvPr>
          <p:cNvSpPr>
            <a:spLocks noGrp="1"/>
          </p:cNvSpPr>
          <p:nvPr/>
        </p:nvSpPr>
        <p:spPr>
          <a:xfrm>
            <a:off x="7173144" y="274080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B84"/>
          </a:solidFill>
          <a:ln w="7855">
            <a:solidFill>
              <a:srgbClr val="443B84"/>
            </a:solidFill>
            <a:prstDash val="solid"/>
          </a:ln>
        </p:spPr>
      </p:sp>
      <p:sp>
        <p:nvSpPr>
          <p:cNvPr id="327" name="d_small_paired_3395">
            <a:extLst>
              <a:ext uri="{FF2B5EF4-FFF2-40B4-BE49-F238E27FC236}">
                <a16:creationId xmlns:a16="http://schemas.microsoft.com/office/drawing/2014/main" id="{83970468-5C62-484E-B24C-654EEC35E4CA}"/>
              </a:ext>
            </a:extLst>
          </p:cNvPr>
          <p:cNvSpPr>
            <a:spLocks noGrp="1"/>
          </p:cNvSpPr>
          <p:nvPr/>
        </p:nvSpPr>
        <p:spPr>
          <a:xfrm>
            <a:off x="7173144" y="272196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A83"/>
          </a:solidFill>
          <a:ln w="7855">
            <a:solidFill>
              <a:srgbClr val="443A83"/>
            </a:solidFill>
            <a:prstDash val="solid"/>
          </a:ln>
        </p:spPr>
      </p:sp>
      <p:sp>
        <p:nvSpPr>
          <p:cNvPr id="328" name="d_small_paired_3396">
            <a:extLst>
              <a:ext uri="{FF2B5EF4-FFF2-40B4-BE49-F238E27FC236}">
                <a16:creationId xmlns:a16="http://schemas.microsoft.com/office/drawing/2014/main" id="{DA4B417E-7BAF-4E57-A1A8-92CA540A612D}"/>
              </a:ext>
            </a:extLst>
          </p:cNvPr>
          <p:cNvSpPr>
            <a:spLocks noGrp="1"/>
          </p:cNvSpPr>
          <p:nvPr/>
        </p:nvSpPr>
        <p:spPr>
          <a:xfrm>
            <a:off x="7173144" y="270313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3983"/>
          </a:solidFill>
          <a:ln w="7855">
            <a:solidFill>
              <a:srgbClr val="443983"/>
            </a:solidFill>
            <a:prstDash val="solid"/>
          </a:ln>
        </p:spPr>
      </p:sp>
      <p:sp>
        <p:nvSpPr>
          <p:cNvPr id="329" name="d_small_paired_3397">
            <a:extLst>
              <a:ext uri="{FF2B5EF4-FFF2-40B4-BE49-F238E27FC236}">
                <a16:creationId xmlns:a16="http://schemas.microsoft.com/office/drawing/2014/main" id="{6D1B933A-68AC-4EED-887B-2E163A79BCB5}"/>
              </a:ext>
            </a:extLst>
          </p:cNvPr>
          <p:cNvSpPr>
            <a:spLocks noGrp="1"/>
          </p:cNvSpPr>
          <p:nvPr/>
        </p:nvSpPr>
        <p:spPr>
          <a:xfrm>
            <a:off x="7173144" y="268430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882"/>
          </a:solidFill>
          <a:ln w="7855">
            <a:solidFill>
              <a:srgbClr val="453882"/>
            </a:solidFill>
            <a:prstDash val="solid"/>
          </a:ln>
        </p:spPr>
      </p:sp>
      <p:sp>
        <p:nvSpPr>
          <p:cNvPr id="330" name="d_small_paired_3398">
            <a:extLst>
              <a:ext uri="{FF2B5EF4-FFF2-40B4-BE49-F238E27FC236}">
                <a16:creationId xmlns:a16="http://schemas.microsoft.com/office/drawing/2014/main" id="{2A58D70A-A038-45D2-BB52-35058BD119D4}"/>
              </a:ext>
            </a:extLst>
          </p:cNvPr>
          <p:cNvSpPr>
            <a:spLocks noGrp="1"/>
          </p:cNvSpPr>
          <p:nvPr/>
        </p:nvSpPr>
        <p:spPr>
          <a:xfrm>
            <a:off x="7173144" y="26654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781"/>
          </a:solidFill>
          <a:ln w="7855">
            <a:solidFill>
              <a:srgbClr val="453781"/>
            </a:solidFill>
            <a:prstDash val="solid"/>
          </a:ln>
        </p:spPr>
      </p:sp>
      <p:sp>
        <p:nvSpPr>
          <p:cNvPr id="331" name="d_small_paired_3399">
            <a:extLst>
              <a:ext uri="{FF2B5EF4-FFF2-40B4-BE49-F238E27FC236}">
                <a16:creationId xmlns:a16="http://schemas.microsoft.com/office/drawing/2014/main" id="{76AE8709-5B2A-4A50-B26B-E1881A3E9D6C}"/>
              </a:ext>
            </a:extLst>
          </p:cNvPr>
          <p:cNvSpPr>
            <a:spLocks noGrp="1"/>
          </p:cNvSpPr>
          <p:nvPr/>
        </p:nvSpPr>
        <p:spPr>
          <a:xfrm>
            <a:off x="7173144" y="26466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3581"/>
          </a:solidFill>
          <a:ln w="7855">
            <a:solidFill>
              <a:srgbClr val="453581"/>
            </a:solidFill>
            <a:prstDash val="solid"/>
          </a:ln>
        </p:spPr>
      </p:sp>
      <p:sp>
        <p:nvSpPr>
          <p:cNvPr id="332" name="d_small_paired_3400">
            <a:extLst>
              <a:ext uri="{FF2B5EF4-FFF2-40B4-BE49-F238E27FC236}">
                <a16:creationId xmlns:a16="http://schemas.microsoft.com/office/drawing/2014/main" id="{CDB88599-EDA9-4094-9AD7-729112751A21}"/>
              </a:ext>
            </a:extLst>
          </p:cNvPr>
          <p:cNvSpPr>
            <a:spLocks noGrp="1"/>
          </p:cNvSpPr>
          <p:nvPr/>
        </p:nvSpPr>
        <p:spPr>
          <a:xfrm>
            <a:off x="7173144" y="26278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480"/>
          </a:solidFill>
          <a:ln w="7855">
            <a:solidFill>
              <a:srgbClr val="463480"/>
            </a:solidFill>
            <a:prstDash val="solid"/>
          </a:ln>
        </p:spPr>
      </p:sp>
      <p:sp>
        <p:nvSpPr>
          <p:cNvPr id="333" name="d_small_paired_3401">
            <a:extLst>
              <a:ext uri="{FF2B5EF4-FFF2-40B4-BE49-F238E27FC236}">
                <a16:creationId xmlns:a16="http://schemas.microsoft.com/office/drawing/2014/main" id="{D8EC4E79-55E5-4DCD-988C-E60CD302037D}"/>
              </a:ext>
            </a:extLst>
          </p:cNvPr>
          <p:cNvSpPr>
            <a:spLocks noGrp="1"/>
          </p:cNvSpPr>
          <p:nvPr/>
        </p:nvSpPr>
        <p:spPr>
          <a:xfrm>
            <a:off x="7173144" y="260897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37F"/>
          </a:solidFill>
          <a:ln w="7855">
            <a:solidFill>
              <a:srgbClr val="46337F"/>
            </a:solidFill>
            <a:prstDash val="solid"/>
          </a:ln>
        </p:spPr>
      </p:sp>
      <p:sp>
        <p:nvSpPr>
          <p:cNvPr id="334" name="d_small_paired_3402">
            <a:extLst>
              <a:ext uri="{FF2B5EF4-FFF2-40B4-BE49-F238E27FC236}">
                <a16:creationId xmlns:a16="http://schemas.microsoft.com/office/drawing/2014/main" id="{79C49577-F070-4A93-A227-E331999BB659}"/>
              </a:ext>
            </a:extLst>
          </p:cNvPr>
          <p:cNvSpPr>
            <a:spLocks noGrp="1"/>
          </p:cNvSpPr>
          <p:nvPr/>
        </p:nvSpPr>
        <p:spPr>
          <a:xfrm>
            <a:off x="7173144" y="259013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27E"/>
          </a:solidFill>
          <a:ln w="7855">
            <a:solidFill>
              <a:srgbClr val="46327E"/>
            </a:solidFill>
            <a:prstDash val="solid"/>
          </a:ln>
        </p:spPr>
      </p:sp>
      <p:sp>
        <p:nvSpPr>
          <p:cNvPr id="335" name="d_small_paired_3403">
            <a:extLst>
              <a:ext uri="{FF2B5EF4-FFF2-40B4-BE49-F238E27FC236}">
                <a16:creationId xmlns:a16="http://schemas.microsoft.com/office/drawing/2014/main" id="{D80C13BE-00AE-4435-AD0D-2C68E09C7B56}"/>
              </a:ext>
            </a:extLst>
          </p:cNvPr>
          <p:cNvSpPr>
            <a:spLocks noGrp="1"/>
          </p:cNvSpPr>
          <p:nvPr/>
        </p:nvSpPr>
        <p:spPr>
          <a:xfrm>
            <a:off x="7173144" y="257130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307E"/>
          </a:solidFill>
          <a:ln w="7855">
            <a:solidFill>
              <a:srgbClr val="46307E"/>
            </a:solidFill>
            <a:prstDash val="solid"/>
          </a:ln>
        </p:spPr>
      </p:sp>
      <p:sp>
        <p:nvSpPr>
          <p:cNvPr id="336" name="d_small_paired_3404">
            <a:extLst>
              <a:ext uri="{FF2B5EF4-FFF2-40B4-BE49-F238E27FC236}">
                <a16:creationId xmlns:a16="http://schemas.microsoft.com/office/drawing/2014/main" id="{89120092-70BF-48F3-9C45-0269D52490B0}"/>
              </a:ext>
            </a:extLst>
          </p:cNvPr>
          <p:cNvSpPr>
            <a:spLocks noGrp="1"/>
          </p:cNvSpPr>
          <p:nvPr/>
        </p:nvSpPr>
        <p:spPr>
          <a:xfrm>
            <a:off x="7173144" y="25524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F7D"/>
          </a:solidFill>
          <a:ln w="7855">
            <a:solidFill>
              <a:srgbClr val="472F7D"/>
            </a:solidFill>
            <a:prstDash val="solid"/>
          </a:ln>
        </p:spPr>
      </p:sp>
      <p:sp>
        <p:nvSpPr>
          <p:cNvPr id="337" name="d_small_paired_3405">
            <a:extLst>
              <a:ext uri="{FF2B5EF4-FFF2-40B4-BE49-F238E27FC236}">
                <a16:creationId xmlns:a16="http://schemas.microsoft.com/office/drawing/2014/main" id="{423984B1-0105-487E-B87E-6C89EE0E5595}"/>
              </a:ext>
            </a:extLst>
          </p:cNvPr>
          <p:cNvSpPr>
            <a:spLocks noGrp="1"/>
          </p:cNvSpPr>
          <p:nvPr/>
        </p:nvSpPr>
        <p:spPr>
          <a:xfrm>
            <a:off x="7173144" y="25336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E7C"/>
          </a:solidFill>
          <a:ln w="7855">
            <a:solidFill>
              <a:srgbClr val="472E7C"/>
            </a:solidFill>
            <a:prstDash val="solid"/>
          </a:ln>
        </p:spPr>
      </p:sp>
      <p:sp>
        <p:nvSpPr>
          <p:cNvPr id="338" name="d_small_paired_3406">
            <a:extLst>
              <a:ext uri="{FF2B5EF4-FFF2-40B4-BE49-F238E27FC236}">
                <a16:creationId xmlns:a16="http://schemas.microsoft.com/office/drawing/2014/main" id="{48369B81-0A08-47B6-BF63-36CB57F464A1}"/>
              </a:ext>
            </a:extLst>
          </p:cNvPr>
          <p:cNvSpPr>
            <a:spLocks noGrp="1"/>
          </p:cNvSpPr>
          <p:nvPr/>
        </p:nvSpPr>
        <p:spPr>
          <a:xfrm>
            <a:off x="7173144" y="25148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D7B"/>
          </a:solidFill>
          <a:ln w="7855">
            <a:solidFill>
              <a:srgbClr val="472D7B"/>
            </a:solidFill>
            <a:prstDash val="solid"/>
          </a:ln>
        </p:spPr>
      </p:sp>
      <p:sp>
        <p:nvSpPr>
          <p:cNvPr id="339" name="d_small_paired_3407">
            <a:extLst>
              <a:ext uri="{FF2B5EF4-FFF2-40B4-BE49-F238E27FC236}">
                <a16:creationId xmlns:a16="http://schemas.microsoft.com/office/drawing/2014/main" id="{D1A7D6E2-8114-4243-8CB9-7577094087DF}"/>
              </a:ext>
            </a:extLst>
          </p:cNvPr>
          <p:cNvSpPr>
            <a:spLocks noGrp="1"/>
          </p:cNvSpPr>
          <p:nvPr/>
        </p:nvSpPr>
        <p:spPr>
          <a:xfrm>
            <a:off x="7173144" y="249597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C7A"/>
          </a:solidFill>
          <a:ln w="7855">
            <a:solidFill>
              <a:srgbClr val="472C7A"/>
            </a:solidFill>
            <a:prstDash val="solid"/>
          </a:ln>
        </p:spPr>
      </p:sp>
      <p:sp>
        <p:nvSpPr>
          <p:cNvPr id="340" name="d_small_paired_3408">
            <a:extLst>
              <a:ext uri="{FF2B5EF4-FFF2-40B4-BE49-F238E27FC236}">
                <a16:creationId xmlns:a16="http://schemas.microsoft.com/office/drawing/2014/main" id="{F4248931-F76E-4DEB-88B5-BD8AFECEB83E}"/>
              </a:ext>
            </a:extLst>
          </p:cNvPr>
          <p:cNvSpPr>
            <a:spLocks noGrp="1"/>
          </p:cNvSpPr>
          <p:nvPr/>
        </p:nvSpPr>
        <p:spPr>
          <a:xfrm>
            <a:off x="7173144" y="247713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2A7A"/>
          </a:solidFill>
          <a:ln w="7855">
            <a:solidFill>
              <a:srgbClr val="472A7A"/>
            </a:solidFill>
            <a:prstDash val="solid"/>
          </a:ln>
        </p:spPr>
      </p:sp>
      <p:sp>
        <p:nvSpPr>
          <p:cNvPr id="341" name="d_small_paired_3409">
            <a:extLst>
              <a:ext uri="{FF2B5EF4-FFF2-40B4-BE49-F238E27FC236}">
                <a16:creationId xmlns:a16="http://schemas.microsoft.com/office/drawing/2014/main" id="{5717EE29-EA7D-42C8-94D8-F0BFAE745398}"/>
              </a:ext>
            </a:extLst>
          </p:cNvPr>
          <p:cNvSpPr>
            <a:spLocks noGrp="1"/>
          </p:cNvSpPr>
          <p:nvPr/>
        </p:nvSpPr>
        <p:spPr>
          <a:xfrm>
            <a:off x="7173144" y="245830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979"/>
          </a:solidFill>
          <a:ln w="7855">
            <a:solidFill>
              <a:srgbClr val="482979"/>
            </a:solidFill>
            <a:prstDash val="solid"/>
          </a:ln>
        </p:spPr>
      </p:sp>
      <p:sp>
        <p:nvSpPr>
          <p:cNvPr id="342" name="d_small_paired_3410">
            <a:extLst>
              <a:ext uri="{FF2B5EF4-FFF2-40B4-BE49-F238E27FC236}">
                <a16:creationId xmlns:a16="http://schemas.microsoft.com/office/drawing/2014/main" id="{8D5BBC74-C45D-4C39-84DA-99D019FEAD55}"/>
              </a:ext>
            </a:extLst>
          </p:cNvPr>
          <p:cNvSpPr>
            <a:spLocks noGrp="1"/>
          </p:cNvSpPr>
          <p:nvPr/>
        </p:nvSpPr>
        <p:spPr>
          <a:xfrm>
            <a:off x="7173144" y="243947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878"/>
          </a:solidFill>
          <a:ln w="7855">
            <a:solidFill>
              <a:srgbClr val="482878"/>
            </a:solidFill>
            <a:prstDash val="solid"/>
          </a:ln>
        </p:spPr>
      </p:sp>
      <p:sp>
        <p:nvSpPr>
          <p:cNvPr id="343" name="d_small_paired_3411">
            <a:extLst>
              <a:ext uri="{FF2B5EF4-FFF2-40B4-BE49-F238E27FC236}">
                <a16:creationId xmlns:a16="http://schemas.microsoft.com/office/drawing/2014/main" id="{3594473C-F80D-4F3D-BFDC-F9074DBB0C98}"/>
              </a:ext>
            </a:extLst>
          </p:cNvPr>
          <p:cNvSpPr>
            <a:spLocks noGrp="1"/>
          </p:cNvSpPr>
          <p:nvPr/>
        </p:nvSpPr>
        <p:spPr>
          <a:xfrm>
            <a:off x="7173144" y="24206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677"/>
          </a:solidFill>
          <a:ln w="7855">
            <a:solidFill>
              <a:srgbClr val="482677"/>
            </a:solidFill>
            <a:prstDash val="solid"/>
          </a:ln>
        </p:spPr>
      </p:sp>
      <p:sp>
        <p:nvSpPr>
          <p:cNvPr id="344" name="d_small_paired_3412">
            <a:extLst>
              <a:ext uri="{FF2B5EF4-FFF2-40B4-BE49-F238E27FC236}">
                <a16:creationId xmlns:a16="http://schemas.microsoft.com/office/drawing/2014/main" id="{29853A36-85AC-4B3F-9029-D23A1E5AB7C9}"/>
              </a:ext>
            </a:extLst>
          </p:cNvPr>
          <p:cNvSpPr>
            <a:spLocks noGrp="1"/>
          </p:cNvSpPr>
          <p:nvPr/>
        </p:nvSpPr>
        <p:spPr>
          <a:xfrm>
            <a:off x="7173144" y="24018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576"/>
          </a:solidFill>
          <a:ln w="7855">
            <a:solidFill>
              <a:srgbClr val="482576"/>
            </a:solidFill>
            <a:prstDash val="solid"/>
          </a:ln>
        </p:spPr>
      </p:sp>
      <p:sp>
        <p:nvSpPr>
          <p:cNvPr id="345" name="d_small_paired_3413">
            <a:extLst>
              <a:ext uri="{FF2B5EF4-FFF2-40B4-BE49-F238E27FC236}">
                <a16:creationId xmlns:a16="http://schemas.microsoft.com/office/drawing/2014/main" id="{E1961015-CA5D-4867-B04F-224015221599}"/>
              </a:ext>
            </a:extLst>
          </p:cNvPr>
          <p:cNvSpPr>
            <a:spLocks noGrp="1"/>
          </p:cNvSpPr>
          <p:nvPr/>
        </p:nvSpPr>
        <p:spPr>
          <a:xfrm>
            <a:off x="7173144" y="23829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475"/>
          </a:solidFill>
          <a:ln w="7855">
            <a:solidFill>
              <a:srgbClr val="482475"/>
            </a:solidFill>
            <a:prstDash val="solid"/>
          </a:ln>
        </p:spPr>
      </p:sp>
      <p:sp>
        <p:nvSpPr>
          <p:cNvPr id="346" name="d_small_paired_3414">
            <a:extLst>
              <a:ext uri="{FF2B5EF4-FFF2-40B4-BE49-F238E27FC236}">
                <a16:creationId xmlns:a16="http://schemas.microsoft.com/office/drawing/2014/main" id="{FCA82728-DE61-4AFB-AB68-37364FCB021B}"/>
              </a:ext>
            </a:extLst>
          </p:cNvPr>
          <p:cNvSpPr>
            <a:spLocks noGrp="1"/>
          </p:cNvSpPr>
          <p:nvPr/>
        </p:nvSpPr>
        <p:spPr>
          <a:xfrm>
            <a:off x="7173144" y="236413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374"/>
          </a:solidFill>
          <a:ln w="7855">
            <a:solidFill>
              <a:srgbClr val="482374"/>
            </a:solidFill>
            <a:prstDash val="solid"/>
          </a:ln>
        </p:spPr>
      </p:sp>
      <p:sp>
        <p:nvSpPr>
          <p:cNvPr id="347" name="d_small_paired_3415">
            <a:extLst>
              <a:ext uri="{FF2B5EF4-FFF2-40B4-BE49-F238E27FC236}">
                <a16:creationId xmlns:a16="http://schemas.microsoft.com/office/drawing/2014/main" id="{3C80FCA6-DA74-43C3-A6C6-9C9604A03331}"/>
              </a:ext>
            </a:extLst>
          </p:cNvPr>
          <p:cNvSpPr>
            <a:spLocks noGrp="1"/>
          </p:cNvSpPr>
          <p:nvPr/>
        </p:nvSpPr>
        <p:spPr>
          <a:xfrm>
            <a:off x="7173144" y="234530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173"/>
          </a:solidFill>
          <a:ln w="7855">
            <a:solidFill>
              <a:srgbClr val="482173"/>
            </a:solidFill>
            <a:prstDash val="solid"/>
          </a:ln>
        </p:spPr>
      </p:sp>
      <p:sp>
        <p:nvSpPr>
          <p:cNvPr id="348" name="d_small_paired_3416">
            <a:extLst>
              <a:ext uri="{FF2B5EF4-FFF2-40B4-BE49-F238E27FC236}">
                <a16:creationId xmlns:a16="http://schemas.microsoft.com/office/drawing/2014/main" id="{4FD655C3-25A6-432C-882B-104F22F8B5B4}"/>
              </a:ext>
            </a:extLst>
          </p:cNvPr>
          <p:cNvSpPr>
            <a:spLocks noGrp="1"/>
          </p:cNvSpPr>
          <p:nvPr/>
        </p:nvSpPr>
        <p:spPr>
          <a:xfrm>
            <a:off x="7173144" y="232647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2071"/>
          </a:solidFill>
          <a:ln w="7855">
            <a:solidFill>
              <a:srgbClr val="482071"/>
            </a:solidFill>
            <a:prstDash val="solid"/>
          </a:ln>
        </p:spPr>
      </p:sp>
      <p:sp>
        <p:nvSpPr>
          <p:cNvPr id="349" name="d_small_paired_3417">
            <a:extLst>
              <a:ext uri="{FF2B5EF4-FFF2-40B4-BE49-F238E27FC236}">
                <a16:creationId xmlns:a16="http://schemas.microsoft.com/office/drawing/2014/main" id="{FA68E6FE-BFD2-411A-BD94-331029E1B19F}"/>
              </a:ext>
            </a:extLst>
          </p:cNvPr>
          <p:cNvSpPr>
            <a:spLocks noGrp="1"/>
          </p:cNvSpPr>
          <p:nvPr/>
        </p:nvSpPr>
        <p:spPr>
          <a:xfrm>
            <a:off x="7173144" y="23076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F70"/>
          </a:solidFill>
          <a:ln w="7855">
            <a:solidFill>
              <a:srgbClr val="481F70"/>
            </a:solidFill>
            <a:prstDash val="solid"/>
          </a:ln>
        </p:spPr>
      </p:sp>
      <p:sp>
        <p:nvSpPr>
          <p:cNvPr id="350" name="d_small_paired_3418">
            <a:extLst>
              <a:ext uri="{FF2B5EF4-FFF2-40B4-BE49-F238E27FC236}">
                <a16:creationId xmlns:a16="http://schemas.microsoft.com/office/drawing/2014/main" id="{D628FC29-0330-42BA-A2DD-EA7714C27C7A}"/>
              </a:ext>
            </a:extLst>
          </p:cNvPr>
          <p:cNvSpPr>
            <a:spLocks noGrp="1"/>
          </p:cNvSpPr>
          <p:nvPr/>
        </p:nvSpPr>
        <p:spPr>
          <a:xfrm>
            <a:off x="7173144" y="22888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D6F"/>
          </a:solidFill>
          <a:ln w="7855">
            <a:solidFill>
              <a:srgbClr val="481D6F"/>
            </a:solidFill>
            <a:prstDash val="solid"/>
          </a:ln>
        </p:spPr>
      </p:sp>
      <p:sp>
        <p:nvSpPr>
          <p:cNvPr id="351" name="d_small_paired_3419">
            <a:extLst>
              <a:ext uri="{FF2B5EF4-FFF2-40B4-BE49-F238E27FC236}">
                <a16:creationId xmlns:a16="http://schemas.microsoft.com/office/drawing/2014/main" id="{DCF253C6-4A6F-4AF5-9995-70B078716753}"/>
              </a:ext>
            </a:extLst>
          </p:cNvPr>
          <p:cNvSpPr>
            <a:spLocks noGrp="1"/>
          </p:cNvSpPr>
          <p:nvPr/>
        </p:nvSpPr>
        <p:spPr>
          <a:xfrm>
            <a:off x="7173144" y="22699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C6E"/>
          </a:solidFill>
          <a:ln w="7855">
            <a:solidFill>
              <a:srgbClr val="481C6E"/>
            </a:solidFill>
            <a:prstDash val="solid"/>
          </a:ln>
        </p:spPr>
      </p:sp>
      <p:sp>
        <p:nvSpPr>
          <p:cNvPr id="352" name="d_small_paired_3420">
            <a:extLst>
              <a:ext uri="{FF2B5EF4-FFF2-40B4-BE49-F238E27FC236}">
                <a16:creationId xmlns:a16="http://schemas.microsoft.com/office/drawing/2014/main" id="{91524352-F695-45D0-98F0-689108A4E6C9}"/>
              </a:ext>
            </a:extLst>
          </p:cNvPr>
          <p:cNvSpPr>
            <a:spLocks noGrp="1"/>
          </p:cNvSpPr>
          <p:nvPr/>
        </p:nvSpPr>
        <p:spPr>
          <a:xfrm>
            <a:off x="7173144" y="225114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B6D"/>
          </a:solidFill>
          <a:ln w="7855">
            <a:solidFill>
              <a:srgbClr val="481B6D"/>
            </a:solidFill>
            <a:prstDash val="solid"/>
          </a:ln>
        </p:spPr>
      </p:sp>
      <p:sp>
        <p:nvSpPr>
          <p:cNvPr id="353" name="d_small_paired_3421">
            <a:extLst>
              <a:ext uri="{FF2B5EF4-FFF2-40B4-BE49-F238E27FC236}">
                <a16:creationId xmlns:a16="http://schemas.microsoft.com/office/drawing/2014/main" id="{73E7CE80-9448-44AC-95CC-8CA6F15779E1}"/>
              </a:ext>
            </a:extLst>
          </p:cNvPr>
          <p:cNvSpPr>
            <a:spLocks noGrp="1"/>
          </p:cNvSpPr>
          <p:nvPr/>
        </p:nvSpPr>
        <p:spPr>
          <a:xfrm>
            <a:off x="7173144" y="223230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A6C"/>
          </a:solidFill>
          <a:ln w="7855">
            <a:solidFill>
              <a:srgbClr val="481A6C"/>
            </a:solidFill>
            <a:prstDash val="solid"/>
          </a:ln>
        </p:spPr>
      </p:sp>
      <p:sp>
        <p:nvSpPr>
          <p:cNvPr id="354" name="d_small_paired_3422">
            <a:extLst>
              <a:ext uri="{FF2B5EF4-FFF2-40B4-BE49-F238E27FC236}">
                <a16:creationId xmlns:a16="http://schemas.microsoft.com/office/drawing/2014/main" id="{9EC1A8CE-78DA-4668-BB72-DFD8407A193D}"/>
              </a:ext>
            </a:extLst>
          </p:cNvPr>
          <p:cNvSpPr>
            <a:spLocks noGrp="1"/>
          </p:cNvSpPr>
          <p:nvPr/>
        </p:nvSpPr>
        <p:spPr>
          <a:xfrm>
            <a:off x="7173144" y="221347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86A"/>
          </a:solidFill>
          <a:ln w="7855">
            <a:solidFill>
              <a:srgbClr val="48186A"/>
            </a:solidFill>
            <a:prstDash val="solid"/>
          </a:ln>
        </p:spPr>
      </p:sp>
      <p:sp>
        <p:nvSpPr>
          <p:cNvPr id="355" name="d_small_paired_3423">
            <a:extLst>
              <a:ext uri="{FF2B5EF4-FFF2-40B4-BE49-F238E27FC236}">
                <a16:creationId xmlns:a16="http://schemas.microsoft.com/office/drawing/2014/main" id="{E3ADD0FA-204E-4AEB-A502-091FEAB8EDFD}"/>
              </a:ext>
            </a:extLst>
          </p:cNvPr>
          <p:cNvSpPr>
            <a:spLocks noGrp="1"/>
          </p:cNvSpPr>
          <p:nvPr/>
        </p:nvSpPr>
        <p:spPr>
          <a:xfrm>
            <a:off x="7173144" y="2194641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769"/>
          </a:solidFill>
          <a:ln w="7855">
            <a:solidFill>
              <a:srgbClr val="481769"/>
            </a:solidFill>
            <a:prstDash val="solid"/>
          </a:ln>
        </p:spPr>
      </p:sp>
      <p:sp>
        <p:nvSpPr>
          <p:cNvPr id="356" name="d_small_paired_3424">
            <a:extLst>
              <a:ext uri="{FF2B5EF4-FFF2-40B4-BE49-F238E27FC236}">
                <a16:creationId xmlns:a16="http://schemas.microsoft.com/office/drawing/2014/main" id="{3ABC25B7-4D8E-4D58-A91B-BD51FA8DFE55}"/>
              </a:ext>
            </a:extLst>
          </p:cNvPr>
          <p:cNvSpPr>
            <a:spLocks noGrp="1"/>
          </p:cNvSpPr>
          <p:nvPr/>
        </p:nvSpPr>
        <p:spPr>
          <a:xfrm>
            <a:off x="7173144" y="21758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668"/>
          </a:solidFill>
          <a:ln w="7855">
            <a:solidFill>
              <a:srgbClr val="481668"/>
            </a:solidFill>
            <a:prstDash val="solid"/>
          </a:ln>
        </p:spPr>
      </p:sp>
      <p:sp>
        <p:nvSpPr>
          <p:cNvPr id="357" name="d_small_paired_3425">
            <a:extLst>
              <a:ext uri="{FF2B5EF4-FFF2-40B4-BE49-F238E27FC236}">
                <a16:creationId xmlns:a16="http://schemas.microsoft.com/office/drawing/2014/main" id="{D8551CE0-C85E-46F4-B242-9EA581C8F9BD}"/>
              </a:ext>
            </a:extLst>
          </p:cNvPr>
          <p:cNvSpPr>
            <a:spLocks noGrp="1"/>
          </p:cNvSpPr>
          <p:nvPr/>
        </p:nvSpPr>
        <p:spPr>
          <a:xfrm>
            <a:off x="7173144" y="21569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81467"/>
          </a:solidFill>
          <a:ln w="7855">
            <a:solidFill>
              <a:srgbClr val="481467"/>
            </a:solidFill>
            <a:prstDash val="solid"/>
          </a:ln>
        </p:spPr>
      </p:sp>
      <p:sp>
        <p:nvSpPr>
          <p:cNvPr id="358" name="d_small_paired_3426">
            <a:extLst>
              <a:ext uri="{FF2B5EF4-FFF2-40B4-BE49-F238E27FC236}">
                <a16:creationId xmlns:a16="http://schemas.microsoft.com/office/drawing/2014/main" id="{7464F5D5-0D58-4002-8F39-616F8DF141EA}"/>
              </a:ext>
            </a:extLst>
          </p:cNvPr>
          <p:cNvSpPr>
            <a:spLocks noGrp="1"/>
          </p:cNvSpPr>
          <p:nvPr/>
        </p:nvSpPr>
        <p:spPr>
          <a:xfrm>
            <a:off x="7173144" y="21381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365"/>
          </a:solidFill>
          <a:ln w="7855">
            <a:solidFill>
              <a:srgbClr val="471365"/>
            </a:solidFill>
            <a:prstDash val="solid"/>
          </a:ln>
        </p:spPr>
      </p:sp>
      <p:sp>
        <p:nvSpPr>
          <p:cNvPr id="359" name="d_small_paired_3427">
            <a:extLst>
              <a:ext uri="{FF2B5EF4-FFF2-40B4-BE49-F238E27FC236}">
                <a16:creationId xmlns:a16="http://schemas.microsoft.com/office/drawing/2014/main" id="{D582CF1B-6AF4-42AA-A58D-9B66BC46883A}"/>
              </a:ext>
            </a:extLst>
          </p:cNvPr>
          <p:cNvSpPr>
            <a:spLocks noGrp="1"/>
          </p:cNvSpPr>
          <p:nvPr/>
        </p:nvSpPr>
        <p:spPr>
          <a:xfrm>
            <a:off x="7173144" y="2119308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164"/>
          </a:solidFill>
          <a:ln w="7855">
            <a:solidFill>
              <a:srgbClr val="471164"/>
            </a:solidFill>
            <a:prstDash val="solid"/>
          </a:ln>
        </p:spPr>
      </p:sp>
      <p:sp>
        <p:nvSpPr>
          <p:cNvPr id="360" name="d_small_paired_3428">
            <a:extLst>
              <a:ext uri="{FF2B5EF4-FFF2-40B4-BE49-F238E27FC236}">
                <a16:creationId xmlns:a16="http://schemas.microsoft.com/office/drawing/2014/main" id="{10B4E223-57E7-4C40-A416-E9ED77A6D87D}"/>
              </a:ext>
            </a:extLst>
          </p:cNvPr>
          <p:cNvSpPr>
            <a:spLocks noGrp="1"/>
          </p:cNvSpPr>
          <p:nvPr/>
        </p:nvSpPr>
        <p:spPr>
          <a:xfrm>
            <a:off x="7173144" y="2100475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1063"/>
          </a:solidFill>
          <a:ln w="7855">
            <a:solidFill>
              <a:srgbClr val="471063"/>
            </a:solidFill>
            <a:prstDash val="solid"/>
          </a:ln>
        </p:spPr>
      </p:sp>
      <p:sp>
        <p:nvSpPr>
          <p:cNvPr id="361" name="d_small_paired_3429">
            <a:extLst>
              <a:ext uri="{FF2B5EF4-FFF2-40B4-BE49-F238E27FC236}">
                <a16:creationId xmlns:a16="http://schemas.microsoft.com/office/drawing/2014/main" id="{2DD36E1F-506B-4E63-89D5-C687FFA49852}"/>
              </a:ext>
            </a:extLst>
          </p:cNvPr>
          <p:cNvSpPr>
            <a:spLocks noGrp="1"/>
          </p:cNvSpPr>
          <p:nvPr/>
        </p:nvSpPr>
        <p:spPr>
          <a:xfrm>
            <a:off x="7173144" y="2081642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E61"/>
          </a:solidFill>
          <a:ln w="7855">
            <a:solidFill>
              <a:srgbClr val="470E61"/>
            </a:solidFill>
            <a:prstDash val="solid"/>
          </a:ln>
        </p:spPr>
      </p:sp>
      <p:sp>
        <p:nvSpPr>
          <p:cNvPr id="362" name="d_small_paired_3430">
            <a:extLst>
              <a:ext uri="{FF2B5EF4-FFF2-40B4-BE49-F238E27FC236}">
                <a16:creationId xmlns:a16="http://schemas.microsoft.com/office/drawing/2014/main" id="{81C6E55E-075B-4EA1-9EB6-4C1762EA8C50}"/>
              </a:ext>
            </a:extLst>
          </p:cNvPr>
          <p:cNvSpPr>
            <a:spLocks noGrp="1"/>
          </p:cNvSpPr>
          <p:nvPr/>
        </p:nvSpPr>
        <p:spPr>
          <a:xfrm>
            <a:off x="7173144" y="2062809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70D60"/>
          </a:solidFill>
          <a:ln w="7855">
            <a:solidFill>
              <a:srgbClr val="470D60"/>
            </a:solidFill>
            <a:prstDash val="solid"/>
          </a:ln>
        </p:spPr>
      </p:sp>
      <p:sp>
        <p:nvSpPr>
          <p:cNvPr id="363" name="d_small_paired_3431">
            <a:extLst>
              <a:ext uri="{FF2B5EF4-FFF2-40B4-BE49-F238E27FC236}">
                <a16:creationId xmlns:a16="http://schemas.microsoft.com/office/drawing/2014/main" id="{A5F0C2AA-CFCF-420F-8468-E7467F4249A9}"/>
              </a:ext>
            </a:extLst>
          </p:cNvPr>
          <p:cNvSpPr>
            <a:spLocks noGrp="1"/>
          </p:cNvSpPr>
          <p:nvPr/>
        </p:nvSpPr>
        <p:spPr>
          <a:xfrm>
            <a:off x="7173144" y="20439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B5E"/>
          </a:solidFill>
          <a:ln w="7855">
            <a:solidFill>
              <a:srgbClr val="460B5E"/>
            </a:solidFill>
            <a:prstDash val="solid"/>
          </a:ln>
        </p:spPr>
      </p:sp>
      <p:sp>
        <p:nvSpPr>
          <p:cNvPr id="364" name="d_small_paired_3432">
            <a:extLst>
              <a:ext uri="{FF2B5EF4-FFF2-40B4-BE49-F238E27FC236}">
                <a16:creationId xmlns:a16="http://schemas.microsoft.com/office/drawing/2014/main" id="{34ADD734-CEED-4AA3-812D-94A133D7F1BE}"/>
              </a:ext>
            </a:extLst>
          </p:cNvPr>
          <p:cNvSpPr>
            <a:spLocks noGrp="1"/>
          </p:cNvSpPr>
          <p:nvPr/>
        </p:nvSpPr>
        <p:spPr>
          <a:xfrm>
            <a:off x="7173144" y="20251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A5D"/>
          </a:solidFill>
          <a:ln w="7855">
            <a:solidFill>
              <a:srgbClr val="460A5D"/>
            </a:solidFill>
            <a:prstDash val="solid"/>
          </a:ln>
        </p:spPr>
      </p:sp>
      <p:sp>
        <p:nvSpPr>
          <p:cNvPr id="365" name="d_small_paired_3433">
            <a:extLst>
              <a:ext uri="{FF2B5EF4-FFF2-40B4-BE49-F238E27FC236}">
                <a16:creationId xmlns:a16="http://schemas.microsoft.com/office/drawing/2014/main" id="{D9B79480-C246-4F82-9AC9-55BB4ED9CC6D}"/>
              </a:ext>
            </a:extLst>
          </p:cNvPr>
          <p:cNvSpPr>
            <a:spLocks noGrp="1"/>
          </p:cNvSpPr>
          <p:nvPr/>
        </p:nvSpPr>
        <p:spPr>
          <a:xfrm>
            <a:off x="7173144" y="20063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85C"/>
          </a:solidFill>
          <a:ln w="7855">
            <a:solidFill>
              <a:srgbClr val="46085C"/>
            </a:solidFill>
            <a:prstDash val="solid"/>
          </a:ln>
        </p:spPr>
      </p:sp>
      <p:sp>
        <p:nvSpPr>
          <p:cNvPr id="366" name="d_small_paired_3434">
            <a:extLst>
              <a:ext uri="{FF2B5EF4-FFF2-40B4-BE49-F238E27FC236}">
                <a16:creationId xmlns:a16="http://schemas.microsoft.com/office/drawing/2014/main" id="{DD0C86EE-1BEA-4FB2-AA9B-E4A69A99A1A8}"/>
              </a:ext>
            </a:extLst>
          </p:cNvPr>
          <p:cNvSpPr>
            <a:spLocks noGrp="1"/>
          </p:cNvSpPr>
          <p:nvPr/>
        </p:nvSpPr>
        <p:spPr>
          <a:xfrm>
            <a:off x="7173144" y="1987476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6075A"/>
          </a:solidFill>
          <a:ln w="7855">
            <a:solidFill>
              <a:srgbClr val="46075A"/>
            </a:solidFill>
            <a:prstDash val="solid"/>
          </a:ln>
        </p:spPr>
      </p:sp>
      <p:sp>
        <p:nvSpPr>
          <p:cNvPr id="367" name="d_small_paired_3435">
            <a:extLst>
              <a:ext uri="{FF2B5EF4-FFF2-40B4-BE49-F238E27FC236}">
                <a16:creationId xmlns:a16="http://schemas.microsoft.com/office/drawing/2014/main" id="{F721E2CB-4552-493D-A223-2BF1D89F7F10}"/>
              </a:ext>
            </a:extLst>
          </p:cNvPr>
          <p:cNvSpPr>
            <a:spLocks noGrp="1"/>
          </p:cNvSpPr>
          <p:nvPr/>
        </p:nvSpPr>
        <p:spPr>
          <a:xfrm>
            <a:off x="7173144" y="1968643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559"/>
          </a:solidFill>
          <a:ln w="7855">
            <a:solidFill>
              <a:srgbClr val="450559"/>
            </a:solidFill>
            <a:prstDash val="solid"/>
          </a:ln>
        </p:spPr>
      </p:sp>
      <p:sp>
        <p:nvSpPr>
          <p:cNvPr id="368" name="d_small_paired_3436">
            <a:extLst>
              <a:ext uri="{FF2B5EF4-FFF2-40B4-BE49-F238E27FC236}">
                <a16:creationId xmlns:a16="http://schemas.microsoft.com/office/drawing/2014/main" id="{71397271-7A8C-48B0-8DFB-06224DD816B8}"/>
              </a:ext>
            </a:extLst>
          </p:cNvPr>
          <p:cNvSpPr>
            <a:spLocks noGrp="1"/>
          </p:cNvSpPr>
          <p:nvPr/>
        </p:nvSpPr>
        <p:spPr>
          <a:xfrm>
            <a:off x="7173144" y="1949810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50457"/>
          </a:solidFill>
          <a:ln w="7855">
            <a:solidFill>
              <a:srgbClr val="450457"/>
            </a:solidFill>
            <a:prstDash val="solid"/>
          </a:ln>
        </p:spPr>
      </p:sp>
      <p:sp>
        <p:nvSpPr>
          <p:cNvPr id="369" name="d_small_paired_3437">
            <a:extLst>
              <a:ext uri="{FF2B5EF4-FFF2-40B4-BE49-F238E27FC236}">
                <a16:creationId xmlns:a16="http://schemas.microsoft.com/office/drawing/2014/main" id="{D1D5113C-433E-4FF7-BF3D-BC8B43D435C1}"/>
              </a:ext>
            </a:extLst>
          </p:cNvPr>
          <p:cNvSpPr>
            <a:spLocks noGrp="1"/>
          </p:cNvSpPr>
          <p:nvPr/>
        </p:nvSpPr>
        <p:spPr>
          <a:xfrm>
            <a:off x="7173144" y="1930977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256"/>
          </a:solidFill>
          <a:ln w="7855">
            <a:solidFill>
              <a:srgbClr val="440256"/>
            </a:solidFill>
            <a:prstDash val="solid"/>
          </a:ln>
        </p:spPr>
      </p:sp>
      <p:sp>
        <p:nvSpPr>
          <p:cNvPr id="370" name="d_small_paired_3438">
            <a:extLst>
              <a:ext uri="{FF2B5EF4-FFF2-40B4-BE49-F238E27FC236}">
                <a16:creationId xmlns:a16="http://schemas.microsoft.com/office/drawing/2014/main" id="{F2DB8991-8278-46B9-9609-C13A0BF09409}"/>
              </a:ext>
            </a:extLst>
          </p:cNvPr>
          <p:cNvSpPr>
            <a:spLocks noGrp="1"/>
          </p:cNvSpPr>
          <p:nvPr/>
        </p:nvSpPr>
        <p:spPr>
          <a:xfrm>
            <a:off x="7173144" y="1912144"/>
            <a:ext cx="108585" cy="18833"/>
          </a:xfrm>
          <a:custGeom>
            <a:avLst/>
            <a:gdLst/>
            <a:ahLst/>
            <a:cxnLst/>
            <a:rect l="0" t="0" r="0" b="0"/>
            <a:pathLst>
              <a:path w="108585" h="18833">
                <a:moveTo>
                  <a:pt x="0" y="18833"/>
                </a:moveTo>
                <a:lnTo>
                  <a:pt x="108585" y="18833"/>
                </a:lnTo>
                <a:lnTo>
                  <a:pt x="108585" y="0"/>
                </a:lnTo>
                <a:lnTo>
                  <a:pt x="0" y="0"/>
                </a:lnTo>
                <a:lnTo>
                  <a:pt x="0" y="18833"/>
                </a:lnTo>
                <a:close/>
              </a:path>
            </a:pathLst>
          </a:custGeom>
          <a:solidFill>
            <a:srgbClr val="440154"/>
          </a:solidFill>
          <a:ln w="7855">
            <a:solidFill>
              <a:srgbClr val="440154"/>
            </a:solidFill>
            <a:prstDash val="solid"/>
          </a:ln>
        </p:spPr>
      </p:sp>
      <p:sp>
        <p:nvSpPr>
          <p:cNvPr id="371" name="d_small_paired_3439">
            <a:extLst>
              <a:ext uri="{FF2B5EF4-FFF2-40B4-BE49-F238E27FC236}">
                <a16:creationId xmlns:a16="http://schemas.microsoft.com/office/drawing/2014/main" id="{423AFB5C-2BF7-489E-8E67-1C6EA5D37D22}"/>
              </a:ext>
            </a:extLst>
          </p:cNvPr>
          <p:cNvSpPr>
            <a:spLocks noGrp="1"/>
          </p:cNvSpPr>
          <p:nvPr/>
        </p:nvSpPr>
        <p:spPr>
          <a:xfrm>
            <a:off x="7281729" y="673343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2" name="text_3440">
            <a:extLst>
              <a:ext uri="{FF2B5EF4-FFF2-40B4-BE49-F238E27FC236}">
                <a16:creationId xmlns:a16="http://schemas.microsoft.com/office/drawing/2014/main" id="{91C1A9D7-3EA0-46B6-977D-80F0BF9045CF}"/>
              </a:ext>
            </a:extLst>
          </p:cNvPr>
          <p:cNvSpPr>
            <a:spLocks noGrp="1"/>
          </p:cNvSpPr>
          <p:nvPr/>
        </p:nvSpPr>
        <p:spPr>
          <a:xfrm>
            <a:off x="7509518" y="661463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73" name="d_small_paired_3441">
            <a:extLst>
              <a:ext uri="{FF2B5EF4-FFF2-40B4-BE49-F238E27FC236}">
                <a16:creationId xmlns:a16="http://schemas.microsoft.com/office/drawing/2014/main" id="{7D32A410-366B-49C8-9882-3D54C58DD4F4}"/>
              </a:ext>
            </a:extLst>
          </p:cNvPr>
          <p:cNvSpPr>
            <a:spLocks noGrp="1"/>
          </p:cNvSpPr>
          <p:nvPr/>
        </p:nvSpPr>
        <p:spPr>
          <a:xfrm>
            <a:off x="7281729" y="5126335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4" name="text_3442">
            <a:extLst>
              <a:ext uri="{FF2B5EF4-FFF2-40B4-BE49-F238E27FC236}">
                <a16:creationId xmlns:a16="http://schemas.microsoft.com/office/drawing/2014/main" id="{792CC304-B46C-4609-BBCA-ACB2F0205AB3}"/>
              </a:ext>
            </a:extLst>
          </p:cNvPr>
          <p:cNvSpPr>
            <a:spLocks noGrp="1"/>
          </p:cNvSpPr>
          <p:nvPr/>
        </p:nvSpPr>
        <p:spPr>
          <a:xfrm>
            <a:off x="7509518" y="5007540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375" name="d_small_paired_3443">
            <a:extLst>
              <a:ext uri="{FF2B5EF4-FFF2-40B4-BE49-F238E27FC236}">
                <a16:creationId xmlns:a16="http://schemas.microsoft.com/office/drawing/2014/main" id="{7C958E9B-092E-44AD-8EEE-212C51775D82}"/>
              </a:ext>
            </a:extLst>
          </p:cNvPr>
          <p:cNvSpPr>
            <a:spLocks noGrp="1"/>
          </p:cNvSpPr>
          <p:nvPr/>
        </p:nvSpPr>
        <p:spPr>
          <a:xfrm>
            <a:off x="7281729" y="351923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6" name="text_3444">
            <a:extLst>
              <a:ext uri="{FF2B5EF4-FFF2-40B4-BE49-F238E27FC236}">
                <a16:creationId xmlns:a16="http://schemas.microsoft.com/office/drawing/2014/main" id="{31926E7D-39AA-4E2A-9CAF-75310562EEA1}"/>
              </a:ext>
            </a:extLst>
          </p:cNvPr>
          <p:cNvSpPr>
            <a:spLocks noGrp="1"/>
          </p:cNvSpPr>
          <p:nvPr/>
        </p:nvSpPr>
        <p:spPr>
          <a:xfrm>
            <a:off x="7509518" y="3400445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377" name="d_small_paired_3445">
            <a:extLst>
              <a:ext uri="{FF2B5EF4-FFF2-40B4-BE49-F238E27FC236}">
                <a16:creationId xmlns:a16="http://schemas.microsoft.com/office/drawing/2014/main" id="{7431D115-BBF7-4E29-9335-B2F8B5ABB2B5}"/>
              </a:ext>
            </a:extLst>
          </p:cNvPr>
          <p:cNvSpPr>
            <a:spLocks noGrp="1"/>
          </p:cNvSpPr>
          <p:nvPr/>
        </p:nvSpPr>
        <p:spPr>
          <a:xfrm>
            <a:off x="7281729" y="1912144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0" y="0"/>
                </a:moveTo>
                <a:lnTo>
                  <a:pt x="9033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378" name="text_3446">
            <a:extLst>
              <a:ext uri="{FF2B5EF4-FFF2-40B4-BE49-F238E27FC236}">
                <a16:creationId xmlns:a16="http://schemas.microsoft.com/office/drawing/2014/main" id="{F9B297D4-5A0C-4051-8840-7EAC7128EB57}"/>
              </a:ext>
            </a:extLst>
          </p:cNvPr>
          <p:cNvSpPr>
            <a:spLocks noGrp="1"/>
          </p:cNvSpPr>
          <p:nvPr/>
        </p:nvSpPr>
        <p:spPr>
          <a:xfrm>
            <a:off x="7509518" y="1793349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379" name="text_3447">
            <a:extLst>
              <a:ext uri="{FF2B5EF4-FFF2-40B4-BE49-F238E27FC236}">
                <a16:creationId xmlns:a16="http://schemas.microsoft.com/office/drawing/2014/main" id="{C547E65C-52C0-4F38-9B55-9BDE76348F17}"/>
              </a:ext>
            </a:extLst>
          </p:cNvPr>
          <p:cNvSpPr>
            <a:spLocks noGrp="1"/>
          </p:cNvSpPr>
          <p:nvPr/>
        </p:nvSpPr>
        <p:spPr>
          <a:xfrm rot="-5400000">
            <a:off x="7254881" y="4131326"/>
            <a:ext cx="1960288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380" name="text_3448">
            <a:extLst>
              <a:ext uri="{FF2B5EF4-FFF2-40B4-BE49-F238E27FC236}">
                <a16:creationId xmlns:a16="http://schemas.microsoft.com/office/drawing/2014/main" id="{E93C12B1-0469-4F1A-89E7-1EFDC2E568B0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4881553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· τ = 0.3</a:t>
            </a:r>
          </a:p>
        </p:txBody>
      </p:sp>
      <p:sp>
        <p:nvSpPr>
          <p:cNvPr id="381" name="text_3449">
            <a:extLst>
              <a:ext uri="{FF2B5EF4-FFF2-40B4-BE49-F238E27FC236}">
                <a16:creationId xmlns:a16="http://schemas.microsoft.com/office/drawing/2014/main" id="{05757941-3DBE-405D-923F-019873FA938E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</p:spTree>
    <p:extLst>
      <p:ext uri="{BB962C8B-B14F-4D97-AF65-F5344CB8AC3E}">
        <p14:creationId xmlns:p14="http://schemas.microsoft.com/office/powerpoint/2010/main" val="222332244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e_full_violin_3450">
            <a:extLst>
              <a:ext uri="{FF2B5EF4-FFF2-40B4-BE49-F238E27FC236}">
                <a16:creationId xmlns:a16="http://schemas.microsoft.com/office/drawing/2014/main" id="{E450B7D9-0F6C-495C-870A-3AE42D1AC647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e_full_violin_3451">
            <a:extLst>
              <a:ext uri="{FF2B5EF4-FFF2-40B4-BE49-F238E27FC236}">
                <a16:creationId xmlns:a16="http://schemas.microsoft.com/office/drawing/2014/main" id="{48DAE37E-ED1D-4735-BA48-7EA14C86B22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3452">
            <a:extLst>
              <a:ext uri="{FF2B5EF4-FFF2-40B4-BE49-F238E27FC236}">
                <a16:creationId xmlns:a16="http://schemas.microsoft.com/office/drawing/2014/main" id="{07ED3E24-1E52-4DFE-9768-D40584F62EE7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3453">
            <a:extLst>
              <a:ext uri="{FF2B5EF4-FFF2-40B4-BE49-F238E27FC236}">
                <a16:creationId xmlns:a16="http://schemas.microsoft.com/office/drawing/2014/main" id="{014E22D7-B73B-459B-A70C-00DDBBC7BE9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e_full_violin_3454">
            <a:extLst>
              <a:ext uri="{FF2B5EF4-FFF2-40B4-BE49-F238E27FC236}">
                <a16:creationId xmlns:a16="http://schemas.microsoft.com/office/drawing/2014/main" id="{9DA6203B-9548-4403-B7E8-BD7BC8BB1E07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e_full_violin_3455">
            <a:extLst>
              <a:ext uri="{FF2B5EF4-FFF2-40B4-BE49-F238E27FC236}">
                <a16:creationId xmlns:a16="http://schemas.microsoft.com/office/drawing/2014/main" id="{AB49C228-A852-47CE-95DE-FE87ADFD0E89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3456">
            <a:extLst>
              <a:ext uri="{FF2B5EF4-FFF2-40B4-BE49-F238E27FC236}">
                <a16:creationId xmlns:a16="http://schemas.microsoft.com/office/drawing/2014/main" id="{C89476BD-46D3-4AFE-8131-E40EE945271A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e_full_violin_3457">
            <a:extLst>
              <a:ext uri="{FF2B5EF4-FFF2-40B4-BE49-F238E27FC236}">
                <a16:creationId xmlns:a16="http://schemas.microsoft.com/office/drawing/2014/main" id="{87EA56BD-0A2C-4CCD-8BBC-B5859C0E379D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e_full_violin_3458">
            <a:extLst>
              <a:ext uri="{FF2B5EF4-FFF2-40B4-BE49-F238E27FC236}">
                <a16:creationId xmlns:a16="http://schemas.microsoft.com/office/drawing/2014/main" id="{56884A84-A195-4C7F-88B5-DC87ADA4133F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3459">
            <a:extLst>
              <a:ext uri="{FF2B5EF4-FFF2-40B4-BE49-F238E27FC236}">
                <a16:creationId xmlns:a16="http://schemas.microsoft.com/office/drawing/2014/main" id="{F7C4F894-8DA3-4DCF-AD7E-65C0ED84DDB3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e_full_violin_3460">
            <a:extLst>
              <a:ext uri="{FF2B5EF4-FFF2-40B4-BE49-F238E27FC236}">
                <a16:creationId xmlns:a16="http://schemas.microsoft.com/office/drawing/2014/main" id="{6EF30011-5E01-4FD9-B9CA-EA69528B03E2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e_full_violin_3461">
            <a:extLst>
              <a:ext uri="{FF2B5EF4-FFF2-40B4-BE49-F238E27FC236}">
                <a16:creationId xmlns:a16="http://schemas.microsoft.com/office/drawing/2014/main" id="{8818DCC4-B865-4611-B392-0FACA897FC76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3462">
            <a:extLst>
              <a:ext uri="{FF2B5EF4-FFF2-40B4-BE49-F238E27FC236}">
                <a16:creationId xmlns:a16="http://schemas.microsoft.com/office/drawing/2014/main" id="{75C3BB7E-F4EB-4EDA-8EFB-FCAE2C94C97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3463">
            <a:extLst>
              <a:ext uri="{FF2B5EF4-FFF2-40B4-BE49-F238E27FC236}">
                <a16:creationId xmlns:a16="http://schemas.microsoft.com/office/drawing/2014/main" id="{C22F47DE-210F-4DB4-9A43-649A0CCD7F11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e_full_violin_3464">
            <a:extLst>
              <a:ext uri="{FF2B5EF4-FFF2-40B4-BE49-F238E27FC236}">
                <a16:creationId xmlns:a16="http://schemas.microsoft.com/office/drawing/2014/main" id="{6EA03F31-5EAE-4481-935C-C721A68A152D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54405" y="3685436"/>
                </a:moveTo>
                <a:lnTo>
                  <a:pt x="328190" y="3685436"/>
                </a:lnTo>
                <a:lnTo>
                  <a:pt x="328912" y="3662402"/>
                </a:lnTo>
                <a:lnTo>
                  <a:pt x="331028" y="3639368"/>
                </a:lnTo>
                <a:lnTo>
                  <a:pt x="334391" y="3616334"/>
                </a:lnTo>
                <a:lnTo>
                  <a:pt x="338777" y="3593300"/>
                </a:lnTo>
                <a:lnTo>
                  <a:pt x="343906" y="3570266"/>
                </a:lnTo>
                <a:lnTo>
                  <a:pt x="349472" y="3547232"/>
                </a:lnTo>
                <a:lnTo>
                  <a:pt x="355171" y="3524198"/>
                </a:lnTo>
                <a:lnTo>
                  <a:pt x="360727" y="3501164"/>
                </a:lnTo>
                <a:lnTo>
                  <a:pt x="365913" y="3478130"/>
                </a:lnTo>
                <a:lnTo>
                  <a:pt x="370563" y="3455096"/>
                </a:lnTo>
                <a:lnTo>
                  <a:pt x="374571" y="3432062"/>
                </a:lnTo>
                <a:lnTo>
                  <a:pt x="377896" y="3409028"/>
                </a:lnTo>
                <a:lnTo>
                  <a:pt x="380547" y="3385994"/>
                </a:lnTo>
                <a:lnTo>
                  <a:pt x="382575" y="3362960"/>
                </a:lnTo>
                <a:lnTo>
                  <a:pt x="384059" y="3339926"/>
                </a:lnTo>
                <a:lnTo>
                  <a:pt x="385093" y="3316892"/>
                </a:lnTo>
                <a:lnTo>
                  <a:pt x="385778" y="3293858"/>
                </a:lnTo>
                <a:lnTo>
                  <a:pt x="386209" y="3270824"/>
                </a:lnTo>
                <a:lnTo>
                  <a:pt x="386473" y="3247790"/>
                </a:lnTo>
                <a:lnTo>
                  <a:pt x="386640" y="3224756"/>
                </a:lnTo>
                <a:lnTo>
                  <a:pt x="386765" y="3201722"/>
                </a:lnTo>
                <a:lnTo>
                  <a:pt x="386887" y="3178688"/>
                </a:lnTo>
                <a:lnTo>
                  <a:pt x="387028" y="3155654"/>
                </a:lnTo>
                <a:lnTo>
                  <a:pt x="387192" y="3132620"/>
                </a:lnTo>
                <a:lnTo>
                  <a:pt x="387376" y="3109586"/>
                </a:lnTo>
                <a:lnTo>
                  <a:pt x="387563" y="3086552"/>
                </a:lnTo>
                <a:lnTo>
                  <a:pt x="387730" y="3063518"/>
                </a:lnTo>
                <a:lnTo>
                  <a:pt x="387851" y="3040485"/>
                </a:lnTo>
                <a:lnTo>
                  <a:pt x="387900" y="3017451"/>
                </a:lnTo>
                <a:lnTo>
                  <a:pt x="387852" y="2994417"/>
                </a:lnTo>
                <a:lnTo>
                  <a:pt x="387687" y="2971383"/>
                </a:lnTo>
                <a:lnTo>
                  <a:pt x="387390" y="2948349"/>
                </a:lnTo>
                <a:lnTo>
                  <a:pt x="386958" y="2925315"/>
                </a:lnTo>
                <a:lnTo>
                  <a:pt x="386392" y="2902281"/>
                </a:lnTo>
                <a:lnTo>
                  <a:pt x="385707" y="2879247"/>
                </a:lnTo>
                <a:lnTo>
                  <a:pt x="384921" y="2856213"/>
                </a:lnTo>
                <a:lnTo>
                  <a:pt x="384062" y="2833179"/>
                </a:lnTo>
                <a:lnTo>
                  <a:pt x="383164" y="2810145"/>
                </a:lnTo>
                <a:lnTo>
                  <a:pt x="382260" y="2787111"/>
                </a:lnTo>
                <a:lnTo>
                  <a:pt x="381385" y="2764077"/>
                </a:lnTo>
                <a:lnTo>
                  <a:pt x="380570" y="2741043"/>
                </a:lnTo>
                <a:lnTo>
                  <a:pt x="379840" y="2718009"/>
                </a:lnTo>
                <a:lnTo>
                  <a:pt x="379215" y="2694975"/>
                </a:lnTo>
                <a:lnTo>
                  <a:pt x="378706" y="2671941"/>
                </a:lnTo>
                <a:lnTo>
                  <a:pt x="378318" y="2648907"/>
                </a:lnTo>
                <a:lnTo>
                  <a:pt x="378053" y="2625873"/>
                </a:lnTo>
                <a:lnTo>
                  <a:pt x="377905" y="2602839"/>
                </a:lnTo>
                <a:lnTo>
                  <a:pt x="377869" y="2579805"/>
                </a:lnTo>
                <a:lnTo>
                  <a:pt x="377941" y="2556771"/>
                </a:lnTo>
                <a:lnTo>
                  <a:pt x="378116" y="2533737"/>
                </a:lnTo>
                <a:lnTo>
                  <a:pt x="378390" y="2510703"/>
                </a:lnTo>
                <a:lnTo>
                  <a:pt x="378761" y="2487669"/>
                </a:lnTo>
                <a:lnTo>
                  <a:pt x="379222" y="2464635"/>
                </a:lnTo>
                <a:lnTo>
                  <a:pt x="379766" y="2441601"/>
                </a:lnTo>
                <a:lnTo>
                  <a:pt x="380380" y="2418567"/>
                </a:lnTo>
                <a:lnTo>
                  <a:pt x="381044" y="2395533"/>
                </a:lnTo>
                <a:lnTo>
                  <a:pt x="381733" y="2372499"/>
                </a:lnTo>
                <a:lnTo>
                  <a:pt x="382418" y="2349465"/>
                </a:lnTo>
                <a:lnTo>
                  <a:pt x="383062" y="2326431"/>
                </a:lnTo>
                <a:lnTo>
                  <a:pt x="383631" y="2303397"/>
                </a:lnTo>
                <a:lnTo>
                  <a:pt x="384087" y="2280363"/>
                </a:lnTo>
                <a:lnTo>
                  <a:pt x="384398" y="2257329"/>
                </a:lnTo>
                <a:lnTo>
                  <a:pt x="384533" y="2234295"/>
                </a:lnTo>
                <a:lnTo>
                  <a:pt x="384468" y="2211261"/>
                </a:lnTo>
                <a:lnTo>
                  <a:pt x="384183" y="2188228"/>
                </a:lnTo>
                <a:lnTo>
                  <a:pt x="383662" y="2165194"/>
                </a:lnTo>
                <a:lnTo>
                  <a:pt x="382895" y="2142160"/>
                </a:lnTo>
                <a:lnTo>
                  <a:pt x="381877" y="2119126"/>
                </a:lnTo>
                <a:lnTo>
                  <a:pt x="380611" y="2096092"/>
                </a:lnTo>
                <a:lnTo>
                  <a:pt x="379108" y="2073058"/>
                </a:lnTo>
                <a:lnTo>
                  <a:pt x="377393" y="2050024"/>
                </a:lnTo>
                <a:lnTo>
                  <a:pt x="375501" y="2026990"/>
                </a:lnTo>
                <a:lnTo>
                  <a:pt x="373487" y="2003956"/>
                </a:lnTo>
                <a:lnTo>
                  <a:pt x="371420" y="1980922"/>
                </a:lnTo>
                <a:lnTo>
                  <a:pt x="369382" y="1957888"/>
                </a:lnTo>
                <a:lnTo>
                  <a:pt x="367464" y="1934854"/>
                </a:lnTo>
                <a:lnTo>
                  <a:pt x="365760" y="1911820"/>
                </a:lnTo>
                <a:lnTo>
                  <a:pt x="364357" y="1888786"/>
                </a:lnTo>
                <a:lnTo>
                  <a:pt x="363326" y="1865752"/>
                </a:lnTo>
                <a:lnTo>
                  <a:pt x="362716" y="1842718"/>
                </a:lnTo>
                <a:lnTo>
                  <a:pt x="362545" y="1819684"/>
                </a:lnTo>
                <a:lnTo>
                  <a:pt x="362799" y="1796650"/>
                </a:lnTo>
                <a:lnTo>
                  <a:pt x="363433" y="1773616"/>
                </a:lnTo>
                <a:lnTo>
                  <a:pt x="364376" y="1750582"/>
                </a:lnTo>
                <a:lnTo>
                  <a:pt x="365535" y="1727548"/>
                </a:lnTo>
                <a:lnTo>
                  <a:pt x="366807" y="1704514"/>
                </a:lnTo>
                <a:lnTo>
                  <a:pt x="368085" y="1681480"/>
                </a:lnTo>
                <a:lnTo>
                  <a:pt x="369269" y="1658446"/>
                </a:lnTo>
                <a:lnTo>
                  <a:pt x="370269" y="1635412"/>
                </a:lnTo>
                <a:lnTo>
                  <a:pt x="371010" y="1612378"/>
                </a:lnTo>
                <a:lnTo>
                  <a:pt x="371436" y="1589344"/>
                </a:lnTo>
                <a:lnTo>
                  <a:pt x="371507" y="1566310"/>
                </a:lnTo>
                <a:lnTo>
                  <a:pt x="371201" y="1543276"/>
                </a:lnTo>
                <a:lnTo>
                  <a:pt x="370512" y="1520242"/>
                </a:lnTo>
                <a:lnTo>
                  <a:pt x="369449" y="1497208"/>
                </a:lnTo>
                <a:lnTo>
                  <a:pt x="368041" y="1474174"/>
                </a:lnTo>
                <a:lnTo>
                  <a:pt x="366331" y="1451140"/>
                </a:lnTo>
                <a:lnTo>
                  <a:pt x="364383" y="1428106"/>
                </a:lnTo>
                <a:lnTo>
                  <a:pt x="362277" y="1405072"/>
                </a:lnTo>
                <a:lnTo>
                  <a:pt x="360112" y="1382038"/>
                </a:lnTo>
                <a:lnTo>
                  <a:pt x="357998" y="1359004"/>
                </a:lnTo>
                <a:lnTo>
                  <a:pt x="356051" y="1335970"/>
                </a:lnTo>
                <a:lnTo>
                  <a:pt x="354385" y="1312937"/>
                </a:lnTo>
                <a:lnTo>
                  <a:pt x="353102" y="1289903"/>
                </a:lnTo>
                <a:lnTo>
                  <a:pt x="352281" y="1266869"/>
                </a:lnTo>
                <a:lnTo>
                  <a:pt x="351967" y="1243835"/>
                </a:lnTo>
                <a:lnTo>
                  <a:pt x="352173" y="1220801"/>
                </a:lnTo>
                <a:lnTo>
                  <a:pt x="352870" y="1197767"/>
                </a:lnTo>
                <a:lnTo>
                  <a:pt x="353994" y="1174733"/>
                </a:lnTo>
                <a:lnTo>
                  <a:pt x="355454" y="1151699"/>
                </a:lnTo>
                <a:lnTo>
                  <a:pt x="357139" y="1128665"/>
                </a:lnTo>
                <a:lnTo>
                  <a:pt x="358935" y="1105631"/>
                </a:lnTo>
                <a:lnTo>
                  <a:pt x="360732" y="1082597"/>
                </a:lnTo>
                <a:lnTo>
                  <a:pt x="362439" y="1059563"/>
                </a:lnTo>
                <a:lnTo>
                  <a:pt x="363985" y="1036529"/>
                </a:lnTo>
                <a:lnTo>
                  <a:pt x="365329" y="1013495"/>
                </a:lnTo>
                <a:lnTo>
                  <a:pt x="366453" y="990461"/>
                </a:lnTo>
                <a:lnTo>
                  <a:pt x="367361" y="967427"/>
                </a:lnTo>
                <a:lnTo>
                  <a:pt x="368070" y="944393"/>
                </a:lnTo>
                <a:lnTo>
                  <a:pt x="368605" y="921359"/>
                </a:lnTo>
                <a:lnTo>
                  <a:pt x="368994" y="898325"/>
                </a:lnTo>
                <a:lnTo>
                  <a:pt x="369256" y="875291"/>
                </a:lnTo>
                <a:lnTo>
                  <a:pt x="369410" y="852257"/>
                </a:lnTo>
                <a:lnTo>
                  <a:pt x="369463" y="829223"/>
                </a:lnTo>
                <a:lnTo>
                  <a:pt x="369422" y="806189"/>
                </a:lnTo>
                <a:lnTo>
                  <a:pt x="369290" y="783155"/>
                </a:lnTo>
                <a:lnTo>
                  <a:pt x="369073" y="760121"/>
                </a:lnTo>
                <a:lnTo>
                  <a:pt x="368782" y="737087"/>
                </a:lnTo>
                <a:lnTo>
                  <a:pt x="368437" y="714053"/>
                </a:lnTo>
                <a:lnTo>
                  <a:pt x="368064" y="691019"/>
                </a:lnTo>
                <a:lnTo>
                  <a:pt x="367694" y="667985"/>
                </a:lnTo>
                <a:lnTo>
                  <a:pt x="367364" y="644951"/>
                </a:lnTo>
                <a:lnTo>
                  <a:pt x="367104" y="621917"/>
                </a:lnTo>
                <a:lnTo>
                  <a:pt x="366937" y="598883"/>
                </a:lnTo>
                <a:lnTo>
                  <a:pt x="366869" y="575849"/>
                </a:lnTo>
                <a:lnTo>
                  <a:pt x="366884" y="552815"/>
                </a:lnTo>
                <a:lnTo>
                  <a:pt x="366931" y="529781"/>
                </a:lnTo>
                <a:lnTo>
                  <a:pt x="366921" y="506747"/>
                </a:lnTo>
                <a:lnTo>
                  <a:pt x="366717" y="483713"/>
                </a:lnTo>
                <a:lnTo>
                  <a:pt x="366126" y="460679"/>
                </a:lnTo>
                <a:lnTo>
                  <a:pt x="364894" y="437646"/>
                </a:lnTo>
                <a:lnTo>
                  <a:pt x="362698" y="414612"/>
                </a:lnTo>
                <a:lnTo>
                  <a:pt x="359151" y="391578"/>
                </a:lnTo>
                <a:lnTo>
                  <a:pt x="353803" y="368544"/>
                </a:lnTo>
                <a:lnTo>
                  <a:pt x="346160" y="345510"/>
                </a:lnTo>
                <a:lnTo>
                  <a:pt x="335714" y="322476"/>
                </a:lnTo>
                <a:lnTo>
                  <a:pt x="321983" y="299442"/>
                </a:lnTo>
                <a:lnTo>
                  <a:pt x="304571" y="276408"/>
                </a:lnTo>
                <a:lnTo>
                  <a:pt x="283237" y="253374"/>
                </a:lnTo>
                <a:lnTo>
                  <a:pt x="257966" y="230340"/>
                </a:lnTo>
                <a:lnTo>
                  <a:pt x="229042" y="207306"/>
                </a:lnTo>
                <a:lnTo>
                  <a:pt x="197093" y="184272"/>
                </a:lnTo>
                <a:lnTo>
                  <a:pt x="163117" y="161238"/>
                </a:lnTo>
                <a:lnTo>
                  <a:pt x="128458" y="138204"/>
                </a:lnTo>
                <a:lnTo>
                  <a:pt x="94742" y="115170"/>
                </a:lnTo>
                <a:lnTo>
                  <a:pt x="63759" y="92136"/>
                </a:lnTo>
                <a:lnTo>
                  <a:pt x="37316" y="69102"/>
                </a:lnTo>
                <a:lnTo>
                  <a:pt x="17067" y="46068"/>
                </a:lnTo>
                <a:lnTo>
                  <a:pt x="434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3" y="23034"/>
                </a:lnTo>
                <a:lnTo>
                  <a:pt x="765527" y="46068"/>
                </a:lnTo>
                <a:lnTo>
                  <a:pt x="745278" y="69102"/>
                </a:lnTo>
                <a:lnTo>
                  <a:pt x="718836" y="92136"/>
                </a:lnTo>
                <a:lnTo>
                  <a:pt x="687853" y="115170"/>
                </a:lnTo>
                <a:lnTo>
                  <a:pt x="654136" y="138204"/>
                </a:lnTo>
                <a:lnTo>
                  <a:pt x="619478" y="161238"/>
                </a:lnTo>
                <a:lnTo>
                  <a:pt x="585502" y="184272"/>
                </a:lnTo>
                <a:lnTo>
                  <a:pt x="553553" y="207306"/>
                </a:lnTo>
                <a:lnTo>
                  <a:pt x="524628" y="230340"/>
                </a:lnTo>
                <a:lnTo>
                  <a:pt x="499358" y="253374"/>
                </a:lnTo>
                <a:lnTo>
                  <a:pt x="478023" y="276408"/>
                </a:lnTo>
                <a:lnTo>
                  <a:pt x="460612" y="299442"/>
                </a:lnTo>
                <a:lnTo>
                  <a:pt x="446881" y="322476"/>
                </a:lnTo>
                <a:lnTo>
                  <a:pt x="436434" y="345510"/>
                </a:lnTo>
                <a:lnTo>
                  <a:pt x="428792" y="368544"/>
                </a:lnTo>
                <a:lnTo>
                  <a:pt x="423444" y="391578"/>
                </a:lnTo>
                <a:lnTo>
                  <a:pt x="419896" y="414612"/>
                </a:lnTo>
                <a:lnTo>
                  <a:pt x="417701" y="437646"/>
                </a:lnTo>
                <a:lnTo>
                  <a:pt x="416468" y="460679"/>
                </a:lnTo>
                <a:lnTo>
                  <a:pt x="415878" y="483713"/>
                </a:lnTo>
                <a:lnTo>
                  <a:pt x="415674" y="506747"/>
                </a:lnTo>
                <a:lnTo>
                  <a:pt x="415664" y="529781"/>
                </a:lnTo>
                <a:lnTo>
                  <a:pt x="415711" y="552815"/>
                </a:lnTo>
                <a:lnTo>
                  <a:pt x="415725" y="575849"/>
                </a:lnTo>
                <a:lnTo>
                  <a:pt x="415658" y="598883"/>
                </a:lnTo>
                <a:lnTo>
                  <a:pt x="415491" y="621917"/>
                </a:lnTo>
                <a:lnTo>
                  <a:pt x="415231" y="644951"/>
                </a:lnTo>
                <a:lnTo>
                  <a:pt x="414900" y="667985"/>
                </a:lnTo>
                <a:lnTo>
                  <a:pt x="414531" y="691019"/>
                </a:lnTo>
                <a:lnTo>
                  <a:pt x="414158" y="714053"/>
                </a:lnTo>
                <a:lnTo>
                  <a:pt x="413812" y="737087"/>
                </a:lnTo>
                <a:lnTo>
                  <a:pt x="413522" y="760121"/>
                </a:lnTo>
                <a:lnTo>
                  <a:pt x="413305" y="783155"/>
                </a:lnTo>
                <a:lnTo>
                  <a:pt x="413172" y="806189"/>
                </a:lnTo>
                <a:lnTo>
                  <a:pt x="413131" y="829223"/>
                </a:lnTo>
                <a:lnTo>
                  <a:pt x="413185" y="852257"/>
                </a:lnTo>
                <a:lnTo>
                  <a:pt x="413338" y="875291"/>
                </a:lnTo>
                <a:lnTo>
                  <a:pt x="413601" y="898325"/>
                </a:lnTo>
                <a:lnTo>
                  <a:pt x="413989" y="921359"/>
                </a:lnTo>
                <a:lnTo>
                  <a:pt x="414525" y="944393"/>
                </a:lnTo>
                <a:lnTo>
                  <a:pt x="415234" y="967427"/>
                </a:lnTo>
                <a:lnTo>
                  <a:pt x="416141" y="990461"/>
                </a:lnTo>
                <a:lnTo>
                  <a:pt x="417266" y="1013495"/>
                </a:lnTo>
                <a:lnTo>
                  <a:pt x="418610" y="1036529"/>
                </a:lnTo>
                <a:lnTo>
                  <a:pt x="420156" y="1059563"/>
                </a:lnTo>
                <a:lnTo>
                  <a:pt x="421862" y="1082597"/>
                </a:lnTo>
                <a:lnTo>
                  <a:pt x="423660" y="1105631"/>
                </a:lnTo>
                <a:lnTo>
                  <a:pt x="425455" y="1128665"/>
                </a:lnTo>
                <a:lnTo>
                  <a:pt x="427141" y="1151699"/>
                </a:lnTo>
                <a:lnTo>
                  <a:pt x="428600" y="1174733"/>
                </a:lnTo>
                <a:lnTo>
                  <a:pt x="429724" y="1197767"/>
                </a:lnTo>
                <a:lnTo>
                  <a:pt x="430421" y="1220801"/>
                </a:lnTo>
                <a:lnTo>
                  <a:pt x="430627" y="1243835"/>
                </a:lnTo>
                <a:lnTo>
                  <a:pt x="430314" y="1266869"/>
                </a:lnTo>
                <a:lnTo>
                  <a:pt x="429492" y="1289903"/>
                </a:lnTo>
                <a:lnTo>
                  <a:pt x="428209" y="1312937"/>
                </a:lnTo>
                <a:lnTo>
                  <a:pt x="426544" y="1335970"/>
                </a:lnTo>
                <a:lnTo>
                  <a:pt x="424597" y="1359004"/>
                </a:lnTo>
                <a:lnTo>
                  <a:pt x="422483" y="1382038"/>
                </a:lnTo>
                <a:lnTo>
                  <a:pt x="420317" y="1405072"/>
                </a:lnTo>
                <a:lnTo>
                  <a:pt x="418212" y="1428106"/>
                </a:lnTo>
                <a:lnTo>
                  <a:pt x="416263" y="1451140"/>
                </a:lnTo>
                <a:lnTo>
                  <a:pt x="414554" y="1474174"/>
                </a:lnTo>
                <a:lnTo>
                  <a:pt x="413145" y="1497208"/>
                </a:lnTo>
                <a:lnTo>
                  <a:pt x="412083" y="1520242"/>
                </a:lnTo>
                <a:lnTo>
                  <a:pt x="411394" y="1543276"/>
                </a:lnTo>
                <a:lnTo>
                  <a:pt x="411088" y="1566310"/>
                </a:lnTo>
                <a:lnTo>
                  <a:pt x="411159" y="1589344"/>
                </a:lnTo>
                <a:lnTo>
                  <a:pt x="411584" y="1612378"/>
                </a:lnTo>
                <a:lnTo>
                  <a:pt x="412326" y="1635412"/>
                </a:lnTo>
                <a:lnTo>
                  <a:pt x="413325" y="1658446"/>
                </a:lnTo>
                <a:lnTo>
                  <a:pt x="414509" y="1681480"/>
                </a:lnTo>
                <a:lnTo>
                  <a:pt x="415787" y="1704514"/>
                </a:lnTo>
                <a:lnTo>
                  <a:pt x="417059" y="1727548"/>
                </a:lnTo>
                <a:lnTo>
                  <a:pt x="418218" y="1750582"/>
                </a:lnTo>
                <a:lnTo>
                  <a:pt x="419161" y="1773616"/>
                </a:lnTo>
                <a:lnTo>
                  <a:pt x="419796" y="1796650"/>
                </a:lnTo>
                <a:lnTo>
                  <a:pt x="420050" y="1819684"/>
                </a:lnTo>
                <a:lnTo>
                  <a:pt x="419878" y="1842718"/>
                </a:lnTo>
                <a:lnTo>
                  <a:pt x="419268" y="1865752"/>
                </a:lnTo>
                <a:lnTo>
                  <a:pt x="418238" y="1888786"/>
                </a:lnTo>
                <a:lnTo>
                  <a:pt x="416835" y="1911820"/>
                </a:lnTo>
                <a:lnTo>
                  <a:pt x="415131" y="1934854"/>
                </a:lnTo>
                <a:lnTo>
                  <a:pt x="413213" y="1957888"/>
                </a:lnTo>
                <a:lnTo>
                  <a:pt x="411175" y="1980922"/>
                </a:lnTo>
                <a:lnTo>
                  <a:pt x="409107" y="2003956"/>
                </a:lnTo>
                <a:lnTo>
                  <a:pt x="407093" y="2026990"/>
                </a:lnTo>
                <a:lnTo>
                  <a:pt x="405202" y="2050024"/>
                </a:lnTo>
                <a:lnTo>
                  <a:pt x="403486" y="2073058"/>
                </a:lnTo>
                <a:lnTo>
                  <a:pt x="401984" y="2096092"/>
                </a:lnTo>
                <a:lnTo>
                  <a:pt x="400718" y="2119126"/>
                </a:lnTo>
                <a:lnTo>
                  <a:pt x="399700" y="2142160"/>
                </a:lnTo>
                <a:lnTo>
                  <a:pt x="398933" y="2165194"/>
                </a:lnTo>
                <a:lnTo>
                  <a:pt x="398412" y="2188228"/>
                </a:lnTo>
                <a:lnTo>
                  <a:pt x="398126" y="2211261"/>
                </a:lnTo>
                <a:lnTo>
                  <a:pt x="398061" y="2234295"/>
                </a:lnTo>
                <a:lnTo>
                  <a:pt x="398197" y="2257329"/>
                </a:lnTo>
                <a:lnTo>
                  <a:pt x="398508" y="2280363"/>
                </a:lnTo>
                <a:lnTo>
                  <a:pt x="398964" y="2303397"/>
                </a:lnTo>
                <a:lnTo>
                  <a:pt x="399532" y="2326431"/>
                </a:lnTo>
                <a:lnTo>
                  <a:pt x="400177" y="2349465"/>
                </a:lnTo>
                <a:lnTo>
                  <a:pt x="400861" y="2372499"/>
                </a:lnTo>
                <a:lnTo>
                  <a:pt x="401551" y="2395533"/>
                </a:lnTo>
                <a:lnTo>
                  <a:pt x="402215" y="2418567"/>
                </a:lnTo>
                <a:lnTo>
                  <a:pt x="402829" y="2441601"/>
                </a:lnTo>
                <a:lnTo>
                  <a:pt x="403373" y="2464635"/>
                </a:lnTo>
                <a:lnTo>
                  <a:pt x="403834" y="2487669"/>
                </a:lnTo>
                <a:lnTo>
                  <a:pt x="404204" y="2510703"/>
                </a:lnTo>
                <a:lnTo>
                  <a:pt x="404479" y="2533737"/>
                </a:lnTo>
                <a:lnTo>
                  <a:pt x="404654" y="2556771"/>
                </a:lnTo>
                <a:lnTo>
                  <a:pt x="404725" y="2579805"/>
                </a:lnTo>
                <a:lnTo>
                  <a:pt x="404690" y="2602839"/>
                </a:lnTo>
                <a:lnTo>
                  <a:pt x="404542" y="2625873"/>
                </a:lnTo>
                <a:lnTo>
                  <a:pt x="404276" y="2648907"/>
                </a:lnTo>
                <a:lnTo>
                  <a:pt x="403889" y="2671941"/>
                </a:lnTo>
                <a:lnTo>
                  <a:pt x="403380" y="2694975"/>
                </a:lnTo>
                <a:lnTo>
                  <a:pt x="402754" y="2718009"/>
                </a:lnTo>
                <a:lnTo>
                  <a:pt x="402025" y="2741043"/>
                </a:lnTo>
                <a:lnTo>
                  <a:pt x="401209" y="2764077"/>
                </a:lnTo>
                <a:lnTo>
                  <a:pt x="400334" y="2787111"/>
                </a:lnTo>
                <a:lnTo>
                  <a:pt x="399430" y="2810145"/>
                </a:lnTo>
                <a:lnTo>
                  <a:pt x="398532" y="2833179"/>
                </a:lnTo>
                <a:lnTo>
                  <a:pt x="397674" y="2856213"/>
                </a:lnTo>
                <a:lnTo>
                  <a:pt x="396888" y="2879247"/>
                </a:lnTo>
                <a:lnTo>
                  <a:pt x="396202" y="2902281"/>
                </a:lnTo>
                <a:lnTo>
                  <a:pt x="395637" y="2925315"/>
                </a:lnTo>
                <a:lnTo>
                  <a:pt x="395204" y="2948349"/>
                </a:lnTo>
                <a:lnTo>
                  <a:pt x="394908" y="2971383"/>
                </a:lnTo>
                <a:lnTo>
                  <a:pt x="394743" y="2994417"/>
                </a:lnTo>
                <a:lnTo>
                  <a:pt x="394694" y="3017451"/>
                </a:lnTo>
                <a:lnTo>
                  <a:pt x="394743" y="3040485"/>
                </a:lnTo>
                <a:lnTo>
                  <a:pt x="394865" y="3063518"/>
                </a:lnTo>
                <a:lnTo>
                  <a:pt x="395032" y="3086552"/>
                </a:lnTo>
                <a:lnTo>
                  <a:pt x="395219" y="3109586"/>
                </a:lnTo>
                <a:lnTo>
                  <a:pt x="395402" y="3132620"/>
                </a:lnTo>
                <a:lnTo>
                  <a:pt x="395567" y="3155654"/>
                </a:lnTo>
                <a:lnTo>
                  <a:pt x="395707" y="3178688"/>
                </a:lnTo>
                <a:lnTo>
                  <a:pt x="395829" y="3201722"/>
                </a:lnTo>
                <a:lnTo>
                  <a:pt x="395955" y="3224756"/>
                </a:lnTo>
                <a:lnTo>
                  <a:pt x="396122" y="3247790"/>
                </a:lnTo>
                <a:lnTo>
                  <a:pt x="396385" y="3270824"/>
                </a:lnTo>
                <a:lnTo>
                  <a:pt x="396817" y="3293858"/>
                </a:lnTo>
                <a:lnTo>
                  <a:pt x="397501" y="3316892"/>
                </a:lnTo>
                <a:lnTo>
                  <a:pt x="398536" y="3339926"/>
                </a:lnTo>
                <a:lnTo>
                  <a:pt x="400019" y="3362960"/>
                </a:lnTo>
                <a:lnTo>
                  <a:pt x="402047" y="3385994"/>
                </a:lnTo>
                <a:lnTo>
                  <a:pt x="404698" y="3409028"/>
                </a:lnTo>
                <a:lnTo>
                  <a:pt x="408023" y="3432062"/>
                </a:lnTo>
                <a:lnTo>
                  <a:pt x="412032" y="3455096"/>
                </a:lnTo>
                <a:lnTo>
                  <a:pt x="416681" y="3478130"/>
                </a:lnTo>
                <a:lnTo>
                  <a:pt x="421868" y="3501164"/>
                </a:lnTo>
                <a:lnTo>
                  <a:pt x="427424" y="3524198"/>
                </a:lnTo>
                <a:lnTo>
                  <a:pt x="433123" y="3547232"/>
                </a:lnTo>
                <a:lnTo>
                  <a:pt x="438688" y="3570266"/>
                </a:lnTo>
                <a:lnTo>
                  <a:pt x="443817" y="3593300"/>
                </a:lnTo>
                <a:lnTo>
                  <a:pt x="448203" y="3616334"/>
                </a:lnTo>
                <a:lnTo>
                  <a:pt x="451567" y="3639368"/>
                </a:lnTo>
                <a:lnTo>
                  <a:pt x="453683" y="3662402"/>
                </a:lnTo>
                <a:lnTo>
                  <a:pt x="454405" y="3685436"/>
                </a:lnTo>
                <a:lnTo>
                  <a:pt x="45440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e_full_violin_3465">
            <a:extLst>
              <a:ext uri="{FF2B5EF4-FFF2-40B4-BE49-F238E27FC236}">
                <a16:creationId xmlns:a16="http://schemas.microsoft.com/office/drawing/2014/main" id="{1E8D8998-1535-412A-A953-6CA400DE6FC8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e_full_violin_3466">
            <a:extLst>
              <a:ext uri="{FF2B5EF4-FFF2-40B4-BE49-F238E27FC236}">
                <a16:creationId xmlns:a16="http://schemas.microsoft.com/office/drawing/2014/main" id="{BB54F5D8-138F-45E1-AA6D-52BD2C18BF41}"/>
              </a:ext>
            </a:extLst>
          </p:cNvPr>
          <p:cNvSpPr>
            <a:spLocks noGrp="1"/>
          </p:cNvSpPr>
          <p:nvPr/>
        </p:nvSpPr>
        <p:spPr>
          <a:xfrm>
            <a:off x="2373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e_full_violin_3467">
            <a:extLst>
              <a:ext uri="{FF2B5EF4-FFF2-40B4-BE49-F238E27FC236}">
                <a16:creationId xmlns:a16="http://schemas.microsoft.com/office/drawing/2014/main" id="{38A65771-979D-483E-940E-189D1D9C7A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e_full_violin_3468">
            <a:extLst>
              <a:ext uri="{FF2B5EF4-FFF2-40B4-BE49-F238E27FC236}">
                <a16:creationId xmlns:a16="http://schemas.microsoft.com/office/drawing/2014/main" id="{F3ACBDE9-CFCE-4F1F-94BD-748E7EA4357D}"/>
              </a:ext>
            </a:extLst>
          </p:cNvPr>
          <p:cNvSpPr>
            <a:spLocks noGrp="1"/>
          </p:cNvSpPr>
          <p:nvPr/>
        </p:nvSpPr>
        <p:spPr>
          <a:xfrm>
            <a:off x="219374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e_full_violin_3469">
            <a:extLst>
              <a:ext uri="{FF2B5EF4-FFF2-40B4-BE49-F238E27FC236}">
                <a16:creationId xmlns:a16="http://schemas.microsoft.com/office/drawing/2014/main" id="{C7485EAD-10B4-42AE-9C53-C570C891886A}"/>
              </a:ext>
            </a:extLst>
          </p:cNvPr>
          <p:cNvSpPr>
            <a:spLocks noGrp="1"/>
          </p:cNvSpPr>
          <p:nvPr/>
        </p:nvSpPr>
        <p:spPr>
          <a:xfrm>
            <a:off x="2161128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e_full_violin_3470">
            <a:extLst>
              <a:ext uri="{FF2B5EF4-FFF2-40B4-BE49-F238E27FC236}">
                <a16:creationId xmlns:a16="http://schemas.microsoft.com/office/drawing/2014/main" id="{C5973BE4-3170-4970-AD78-24F7E915549B}"/>
              </a:ext>
            </a:extLst>
          </p:cNvPr>
          <p:cNvSpPr>
            <a:spLocks noGrp="1"/>
          </p:cNvSpPr>
          <p:nvPr/>
        </p:nvSpPr>
        <p:spPr>
          <a:xfrm>
            <a:off x="21318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e_full_violin_3471">
            <a:extLst>
              <a:ext uri="{FF2B5EF4-FFF2-40B4-BE49-F238E27FC236}">
                <a16:creationId xmlns:a16="http://schemas.microsoft.com/office/drawing/2014/main" id="{8BF3F51B-76A0-47A4-9C3D-A38D642F7CDE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e_full_violin_3472">
            <a:extLst>
              <a:ext uri="{FF2B5EF4-FFF2-40B4-BE49-F238E27FC236}">
                <a16:creationId xmlns:a16="http://schemas.microsoft.com/office/drawing/2014/main" id="{EF5EC9D9-8201-445C-950C-1F6537C74ED4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e_full_violin_3473">
            <a:extLst>
              <a:ext uri="{FF2B5EF4-FFF2-40B4-BE49-F238E27FC236}">
                <a16:creationId xmlns:a16="http://schemas.microsoft.com/office/drawing/2014/main" id="{482818FB-AAB9-4A1D-9619-FFC033D4700D}"/>
              </a:ext>
            </a:extLst>
          </p:cNvPr>
          <p:cNvSpPr>
            <a:spLocks noGrp="1"/>
          </p:cNvSpPr>
          <p:nvPr/>
        </p:nvSpPr>
        <p:spPr>
          <a:xfrm>
            <a:off x="246032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e_full_violin_3474">
            <a:extLst>
              <a:ext uri="{FF2B5EF4-FFF2-40B4-BE49-F238E27FC236}">
                <a16:creationId xmlns:a16="http://schemas.microsoft.com/office/drawing/2014/main" id="{B36326FB-F612-4D92-9097-5A0D90206E46}"/>
              </a:ext>
            </a:extLst>
          </p:cNvPr>
          <p:cNvSpPr>
            <a:spLocks noGrp="1"/>
          </p:cNvSpPr>
          <p:nvPr/>
        </p:nvSpPr>
        <p:spPr>
          <a:xfrm>
            <a:off x="225688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e_full_violin_3475">
            <a:extLst>
              <a:ext uri="{FF2B5EF4-FFF2-40B4-BE49-F238E27FC236}">
                <a16:creationId xmlns:a16="http://schemas.microsoft.com/office/drawing/2014/main" id="{6E69445A-D703-4EDD-A73D-58FBC5A84CB1}"/>
              </a:ext>
            </a:extLst>
          </p:cNvPr>
          <p:cNvSpPr>
            <a:spLocks noGrp="1"/>
          </p:cNvSpPr>
          <p:nvPr/>
        </p:nvSpPr>
        <p:spPr>
          <a:xfrm>
            <a:off x="2170333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e_full_violin_3476">
            <a:extLst>
              <a:ext uri="{FF2B5EF4-FFF2-40B4-BE49-F238E27FC236}">
                <a16:creationId xmlns:a16="http://schemas.microsoft.com/office/drawing/2014/main" id="{AC1548A4-58B8-4B1F-A004-D1D6F565EF5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e_full_violin_3477">
            <a:extLst>
              <a:ext uri="{FF2B5EF4-FFF2-40B4-BE49-F238E27FC236}">
                <a16:creationId xmlns:a16="http://schemas.microsoft.com/office/drawing/2014/main" id="{6720CFE5-8C13-472D-9D71-F564295353BB}"/>
              </a:ext>
            </a:extLst>
          </p:cNvPr>
          <p:cNvSpPr>
            <a:spLocks noGrp="1"/>
          </p:cNvSpPr>
          <p:nvPr/>
        </p:nvSpPr>
        <p:spPr>
          <a:xfrm>
            <a:off x="24357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e_full_violin_3478">
            <a:extLst>
              <a:ext uri="{FF2B5EF4-FFF2-40B4-BE49-F238E27FC236}">
                <a16:creationId xmlns:a16="http://schemas.microsoft.com/office/drawing/2014/main" id="{7560502B-BC7F-440E-9D61-D005D37E9DB7}"/>
              </a:ext>
            </a:extLst>
          </p:cNvPr>
          <p:cNvSpPr>
            <a:spLocks noGrp="1"/>
          </p:cNvSpPr>
          <p:nvPr/>
        </p:nvSpPr>
        <p:spPr>
          <a:xfrm>
            <a:off x="2503584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e_full_violin_3479">
            <a:extLst>
              <a:ext uri="{FF2B5EF4-FFF2-40B4-BE49-F238E27FC236}">
                <a16:creationId xmlns:a16="http://schemas.microsoft.com/office/drawing/2014/main" id="{A743952E-6B41-410B-9B64-64B605D65C92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e_full_violin_3480">
            <a:extLst>
              <a:ext uri="{FF2B5EF4-FFF2-40B4-BE49-F238E27FC236}">
                <a16:creationId xmlns:a16="http://schemas.microsoft.com/office/drawing/2014/main" id="{48C83FD8-7C38-4A09-BE36-D17D950EF446}"/>
              </a:ext>
            </a:extLst>
          </p:cNvPr>
          <p:cNvSpPr>
            <a:spLocks noGrp="1"/>
          </p:cNvSpPr>
          <p:nvPr/>
        </p:nvSpPr>
        <p:spPr>
          <a:xfrm>
            <a:off x="23801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e_full_violin_3481">
            <a:extLst>
              <a:ext uri="{FF2B5EF4-FFF2-40B4-BE49-F238E27FC236}">
                <a16:creationId xmlns:a16="http://schemas.microsoft.com/office/drawing/2014/main" id="{F9C0C872-16C0-499F-9590-6D250EBFF8EA}"/>
              </a:ext>
            </a:extLst>
          </p:cNvPr>
          <p:cNvSpPr>
            <a:spLocks noGrp="1"/>
          </p:cNvSpPr>
          <p:nvPr/>
        </p:nvSpPr>
        <p:spPr>
          <a:xfrm>
            <a:off x="21724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e_full_violin_3482">
            <a:extLst>
              <a:ext uri="{FF2B5EF4-FFF2-40B4-BE49-F238E27FC236}">
                <a16:creationId xmlns:a16="http://schemas.microsoft.com/office/drawing/2014/main" id="{AA37B0DA-DE94-4A73-8D70-482FB5F4AB16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e_full_violin_3483">
            <a:extLst>
              <a:ext uri="{FF2B5EF4-FFF2-40B4-BE49-F238E27FC236}">
                <a16:creationId xmlns:a16="http://schemas.microsoft.com/office/drawing/2014/main" id="{EAC74E98-010E-4D50-B9B4-7CF107E4AECB}"/>
              </a:ext>
            </a:extLst>
          </p:cNvPr>
          <p:cNvSpPr>
            <a:spLocks noGrp="1"/>
          </p:cNvSpPr>
          <p:nvPr/>
        </p:nvSpPr>
        <p:spPr>
          <a:xfrm>
            <a:off x="240042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e_full_violin_3484">
            <a:extLst>
              <a:ext uri="{FF2B5EF4-FFF2-40B4-BE49-F238E27FC236}">
                <a16:creationId xmlns:a16="http://schemas.microsoft.com/office/drawing/2014/main" id="{A5E62081-AC41-4A3A-8FB9-DE5737274AB6}"/>
              </a:ext>
            </a:extLst>
          </p:cNvPr>
          <p:cNvSpPr>
            <a:spLocks noGrp="1"/>
          </p:cNvSpPr>
          <p:nvPr/>
        </p:nvSpPr>
        <p:spPr>
          <a:xfrm>
            <a:off x="2535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e_full_violin_3485">
            <a:extLst>
              <a:ext uri="{FF2B5EF4-FFF2-40B4-BE49-F238E27FC236}">
                <a16:creationId xmlns:a16="http://schemas.microsoft.com/office/drawing/2014/main" id="{4C4D1091-5243-4190-A001-4E3D4924596F}"/>
              </a:ext>
            </a:extLst>
          </p:cNvPr>
          <p:cNvSpPr>
            <a:spLocks noGrp="1"/>
          </p:cNvSpPr>
          <p:nvPr/>
        </p:nvSpPr>
        <p:spPr>
          <a:xfrm>
            <a:off x="2092020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e_full_violin_3486">
            <a:extLst>
              <a:ext uri="{FF2B5EF4-FFF2-40B4-BE49-F238E27FC236}">
                <a16:creationId xmlns:a16="http://schemas.microsoft.com/office/drawing/2014/main" id="{85E93CC2-1989-4019-AB8D-26FDF775DBE5}"/>
              </a:ext>
            </a:extLst>
          </p:cNvPr>
          <p:cNvSpPr>
            <a:spLocks noGrp="1"/>
          </p:cNvSpPr>
          <p:nvPr/>
        </p:nvSpPr>
        <p:spPr>
          <a:xfrm>
            <a:off x="214009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e_full_violin_3487">
            <a:extLst>
              <a:ext uri="{FF2B5EF4-FFF2-40B4-BE49-F238E27FC236}">
                <a16:creationId xmlns:a16="http://schemas.microsoft.com/office/drawing/2014/main" id="{51728E78-046E-467F-B6EE-109001DD65C3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e_full_violin_3488">
            <a:extLst>
              <a:ext uri="{FF2B5EF4-FFF2-40B4-BE49-F238E27FC236}">
                <a16:creationId xmlns:a16="http://schemas.microsoft.com/office/drawing/2014/main" id="{D593DB4B-33F0-4706-9152-C2FE0296D756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e_full_violin_3489">
            <a:extLst>
              <a:ext uri="{FF2B5EF4-FFF2-40B4-BE49-F238E27FC236}">
                <a16:creationId xmlns:a16="http://schemas.microsoft.com/office/drawing/2014/main" id="{FCBC5331-D5FD-4963-A42A-8FE9036579B1}"/>
              </a:ext>
            </a:extLst>
          </p:cNvPr>
          <p:cNvSpPr>
            <a:spLocks noGrp="1"/>
          </p:cNvSpPr>
          <p:nvPr/>
        </p:nvSpPr>
        <p:spPr>
          <a:xfrm>
            <a:off x="2422256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e_full_violin_3490">
            <a:extLst>
              <a:ext uri="{FF2B5EF4-FFF2-40B4-BE49-F238E27FC236}">
                <a16:creationId xmlns:a16="http://schemas.microsoft.com/office/drawing/2014/main" id="{E87D2A44-DBB8-492C-B245-FA43769B67A6}"/>
              </a:ext>
            </a:extLst>
          </p:cNvPr>
          <p:cNvSpPr>
            <a:spLocks noGrp="1"/>
          </p:cNvSpPr>
          <p:nvPr/>
        </p:nvSpPr>
        <p:spPr>
          <a:xfrm>
            <a:off x="204841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e_full_violin_3491">
            <a:extLst>
              <a:ext uri="{FF2B5EF4-FFF2-40B4-BE49-F238E27FC236}">
                <a16:creationId xmlns:a16="http://schemas.microsoft.com/office/drawing/2014/main" id="{64102B14-16FB-4E76-AA9A-3D288A0E1A30}"/>
              </a:ext>
            </a:extLst>
          </p:cNvPr>
          <p:cNvSpPr>
            <a:spLocks noGrp="1"/>
          </p:cNvSpPr>
          <p:nvPr/>
        </p:nvSpPr>
        <p:spPr>
          <a:xfrm>
            <a:off x="2098220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e_full_violin_3492">
            <a:extLst>
              <a:ext uri="{FF2B5EF4-FFF2-40B4-BE49-F238E27FC236}">
                <a16:creationId xmlns:a16="http://schemas.microsoft.com/office/drawing/2014/main" id="{7EF9F1BE-0A06-4505-BA20-D07E53C269C9}"/>
              </a:ext>
            </a:extLst>
          </p:cNvPr>
          <p:cNvSpPr>
            <a:spLocks noGrp="1"/>
          </p:cNvSpPr>
          <p:nvPr/>
        </p:nvSpPr>
        <p:spPr>
          <a:xfrm>
            <a:off x="2205888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e_full_violin_3493">
            <a:extLst>
              <a:ext uri="{FF2B5EF4-FFF2-40B4-BE49-F238E27FC236}">
                <a16:creationId xmlns:a16="http://schemas.microsoft.com/office/drawing/2014/main" id="{D322B61B-F0B6-4C9D-A0D7-4BD062CC417B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e_full_violin_3494">
            <a:extLst>
              <a:ext uri="{FF2B5EF4-FFF2-40B4-BE49-F238E27FC236}">
                <a16:creationId xmlns:a16="http://schemas.microsoft.com/office/drawing/2014/main" id="{B263E6D1-CB68-4B63-B18C-267A7DF0F44A}"/>
              </a:ext>
            </a:extLst>
          </p:cNvPr>
          <p:cNvSpPr>
            <a:spLocks noGrp="1"/>
          </p:cNvSpPr>
          <p:nvPr/>
        </p:nvSpPr>
        <p:spPr>
          <a:xfrm>
            <a:off x="25112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e_full_violin_3495">
            <a:extLst>
              <a:ext uri="{FF2B5EF4-FFF2-40B4-BE49-F238E27FC236}">
                <a16:creationId xmlns:a16="http://schemas.microsoft.com/office/drawing/2014/main" id="{CD150DE2-428E-4633-A7CE-7A02A2DD67DA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e_full_violin_3496">
            <a:extLst>
              <a:ext uri="{FF2B5EF4-FFF2-40B4-BE49-F238E27FC236}">
                <a16:creationId xmlns:a16="http://schemas.microsoft.com/office/drawing/2014/main" id="{B267D809-1C32-4AAE-A463-5DF60E7841A3}"/>
              </a:ext>
            </a:extLst>
          </p:cNvPr>
          <p:cNvSpPr>
            <a:spLocks noGrp="1"/>
          </p:cNvSpPr>
          <p:nvPr/>
        </p:nvSpPr>
        <p:spPr>
          <a:xfrm>
            <a:off x="2378491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e_full_violin_3497">
            <a:extLst>
              <a:ext uri="{FF2B5EF4-FFF2-40B4-BE49-F238E27FC236}">
                <a16:creationId xmlns:a16="http://schemas.microsoft.com/office/drawing/2014/main" id="{34406A74-655C-4B26-907B-59FCC020F110}"/>
              </a:ext>
            </a:extLst>
          </p:cNvPr>
          <p:cNvSpPr>
            <a:spLocks noGrp="1"/>
          </p:cNvSpPr>
          <p:nvPr/>
        </p:nvSpPr>
        <p:spPr>
          <a:xfrm>
            <a:off x="24093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e_full_violin_3498">
            <a:extLst>
              <a:ext uri="{FF2B5EF4-FFF2-40B4-BE49-F238E27FC236}">
                <a16:creationId xmlns:a16="http://schemas.microsoft.com/office/drawing/2014/main" id="{1748A530-8267-4417-9488-AC69CC6AD8FF}"/>
              </a:ext>
            </a:extLst>
          </p:cNvPr>
          <p:cNvSpPr>
            <a:spLocks noGrp="1"/>
          </p:cNvSpPr>
          <p:nvPr/>
        </p:nvSpPr>
        <p:spPr>
          <a:xfrm>
            <a:off x="2307939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e_full_violin_3499">
            <a:extLst>
              <a:ext uri="{FF2B5EF4-FFF2-40B4-BE49-F238E27FC236}">
                <a16:creationId xmlns:a16="http://schemas.microsoft.com/office/drawing/2014/main" id="{91B6A248-DCCE-48DF-B657-C2CCACEB5FA0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e_full_violin_3500">
            <a:extLst>
              <a:ext uri="{FF2B5EF4-FFF2-40B4-BE49-F238E27FC236}">
                <a16:creationId xmlns:a16="http://schemas.microsoft.com/office/drawing/2014/main" id="{E65D79B1-E10B-4F50-8116-1591D4D77C76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e_full_violin_3501">
            <a:extLst>
              <a:ext uri="{FF2B5EF4-FFF2-40B4-BE49-F238E27FC236}">
                <a16:creationId xmlns:a16="http://schemas.microsoft.com/office/drawing/2014/main" id="{3430CA95-36DD-464B-B8EC-A3F4EF1A8F99}"/>
              </a:ext>
            </a:extLst>
          </p:cNvPr>
          <p:cNvSpPr>
            <a:spLocks noGrp="1"/>
          </p:cNvSpPr>
          <p:nvPr/>
        </p:nvSpPr>
        <p:spPr>
          <a:xfrm>
            <a:off x="252955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e_full_violin_3502">
            <a:extLst>
              <a:ext uri="{FF2B5EF4-FFF2-40B4-BE49-F238E27FC236}">
                <a16:creationId xmlns:a16="http://schemas.microsoft.com/office/drawing/2014/main" id="{239BD90D-D937-4BB5-8598-F596CC7AE982}"/>
              </a:ext>
            </a:extLst>
          </p:cNvPr>
          <p:cNvSpPr>
            <a:spLocks noGrp="1"/>
          </p:cNvSpPr>
          <p:nvPr/>
        </p:nvSpPr>
        <p:spPr>
          <a:xfrm>
            <a:off x="21511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e_full_violin_3503">
            <a:extLst>
              <a:ext uri="{FF2B5EF4-FFF2-40B4-BE49-F238E27FC236}">
                <a16:creationId xmlns:a16="http://schemas.microsoft.com/office/drawing/2014/main" id="{489883A7-FDF0-4FC1-8E9C-C9136E8B3957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e_full_violin_3504">
            <a:extLst>
              <a:ext uri="{FF2B5EF4-FFF2-40B4-BE49-F238E27FC236}">
                <a16:creationId xmlns:a16="http://schemas.microsoft.com/office/drawing/2014/main" id="{01906CF7-B923-4987-8E78-5DA75C55037F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e_full_violin_3505">
            <a:extLst>
              <a:ext uri="{FF2B5EF4-FFF2-40B4-BE49-F238E27FC236}">
                <a16:creationId xmlns:a16="http://schemas.microsoft.com/office/drawing/2014/main" id="{A9E67CA4-E531-43B3-B40F-6ECC25D9428C}"/>
              </a:ext>
            </a:extLst>
          </p:cNvPr>
          <p:cNvSpPr>
            <a:spLocks noGrp="1"/>
          </p:cNvSpPr>
          <p:nvPr/>
        </p:nvSpPr>
        <p:spPr>
          <a:xfrm>
            <a:off x="24958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e_full_violin_3506">
            <a:extLst>
              <a:ext uri="{FF2B5EF4-FFF2-40B4-BE49-F238E27FC236}">
                <a16:creationId xmlns:a16="http://schemas.microsoft.com/office/drawing/2014/main" id="{11EE2CC3-2692-4ECE-9DF8-C332D5530366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e_full_violin_3507">
            <a:extLst>
              <a:ext uri="{FF2B5EF4-FFF2-40B4-BE49-F238E27FC236}">
                <a16:creationId xmlns:a16="http://schemas.microsoft.com/office/drawing/2014/main" id="{07739144-B8E5-46FA-939D-40E8C9209E52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e_full_violin_3508">
            <a:extLst>
              <a:ext uri="{FF2B5EF4-FFF2-40B4-BE49-F238E27FC236}">
                <a16:creationId xmlns:a16="http://schemas.microsoft.com/office/drawing/2014/main" id="{C0A4173D-51AF-4302-869E-40E1E34E7F06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e_full_violin_3509">
            <a:extLst>
              <a:ext uri="{FF2B5EF4-FFF2-40B4-BE49-F238E27FC236}">
                <a16:creationId xmlns:a16="http://schemas.microsoft.com/office/drawing/2014/main" id="{62C08B99-BB37-4AFD-94FA-CC3D79265A4E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e_full_violin_3510">
            <a:extLst>
              <a:ext uri="{FF2B5EF4-FFF2-40B4-BE49-F238E27FC236}">
                <a16:creationId xmlns:a16="http://schemas.microsoft.com/office/drawing/2014/main" id="{A15B6090-11D6-48F1-981A-9021D13F92F7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e_full_violin_3511">
            <a:extLst>
              <a:ext uri="{FF2B5EF4-FFF2-40B4-BE49-F238E27FC236}">
                <a16:creationId xmlns:a16="http://schemas.microsoft.com/office/drawing/2014/main" id="{19A29DBC-1758-4C20-9242-518212C37BD5}"/>
              </a:ext>
            </a:extLst>
          </p:cNvPr>
          <p:cNvSpPr>
            <a:spLocks noGrp="1"/>
          </p:cNvSpPr>
          <p:nvPr/>
        </p:nvSpPr>
        <p:spPr>
          <a:xfrm>
            <a:off x="234314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e_full_violin_3512">
            <a:extLst>
              <a:ext uri="{FF2B5EF4-FFF2-40B4-BE49-F238E27FC236}">
                <a16:creationId xmlns:a16="http://schemas.microsoft.com/office/drawing/2014/main" id="{5A1C77F6-1B56-4FFD-AA96-887C044E09E4}"/>
              </a:ext>
            </a:extLst>
          </p:cNvPr>
          <p:cNvSpPr>
            <a:spLocks noGrp="1"/>
          </p:cNvSpPr>
          <p:nvPr/>
        </p:nvSpPr>
        <p:spPr>
          <a:xfrm>
            <a:off x="21871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e_full_violin_3513">
            <a:extLst>
              <a:ext uri="{FF2B5EF4-FFF2-40B4-BE49-F238E27FC236}">
                <a16:creationId xmlns:a16="http://schemas.microsoft.com/office/drawing/2014/main" id="{CF2BB812-8C18-4363-9DBC-2D94466A7C39}"/>
              </a:ext>
            </a:extLst>
          </p:cNvPr>
          <p:cNvSpPr>
            <a:spLocks noGrp="1"/>
          </p:cNvSpPr>
          <p:nvPr/>
        </p:nvSpPr>
        <p:spPr>
          <a:xfrm>
            <a:off x="24769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e_full_violin_3514">
            <a:extLst>
              <a:ext uri="{FF2B5EF4-FFF2-40B4-BE49-F238E27FC236}">
                <a16:creationId xmlns:a16="http://schemas.microsoft.com/office/drawing/2014/main" id="{A827DF7F-8581-48C8-ABCA-E85B94E4A555}"/>
              </a:ext>
            </a:extLst>
          </p:cNvPr>
          <p:cNvSpPr>
            <a:spLocks noGrp="1"/>
          </p:cNvSpPr>
          <p:nvPr/>
        </p:nvSpPr>
        <p:spPr>
          <a:xfrm>
            <a:off x="2267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e_full_violin_3515">
            <a:extLst>
              <a:ext uri="{FF2B5EF4-FFF2-40B4-BE49-F238E27FC236}">
                <a16:creationId xmlns:a16="http://schemas.microsoft.com/office/drawing/2014/main" id="{F6AD1144-AECC-4898-8A0B-C13A8EB5AE7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e_full_violin_3516">
            <a:extLst>
              <a:ext uri="{FF2B5EF4-FFF2-40B4-BE49-F238E27FC236}">
                <a16:creationId xmlns:a16="http://schemas.microsoft.com/office/drawing/2014/main" id="{DFBAA09F-A8D2-46F5-8C71-4B4DAE421676}"/>
              </a:ext>
            </a:extLst>
          </p:cNvPr>
          <p:cNvSpPr>
            <a:spLocks noGrp="1"/>
          </p:cNvSpPr>
          <p:nvPr/>
        </p:nvSpPr>
        <p:spPr>
          <a:xfrm>
            <a:off x="20338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e_full_violin_3517">
            <a:extLst>
              <a:ext uri="{FF2B5EF4-FFF2-40B4-BE49-F238E27FC236}">
                <a16:creationId xmlns:a16="http://schemas.microsoft.com/office/drawing/2014/main" id="{5FDCC128-36F0-418C-A463-8532E1DE1379}"/>
              </a:ext>
            </a:extLst>
          </p:cNvPr>
          <p:cNvSpPr>
            <a:spLocks noGrp="1"/>
          </p:cNvSpPr>
          <p:nvPr/>
        </p:nvSpPr>
        <p:spPr>
          <a:xfrm>
            <a:off x="219594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e_full_violin_3518">
            <a:extLst>
              <a:ext uri="{FF2B5EF4-FFF2-40B4-BE49-F238E27FC236}">
                <a16:creationId xmlns:a16="http://schemas.microsoft.com/office/drawing/2014/main" id="{89809966-8D02-4673-9EE3-373BCCE2E66A}"/>
              </a:ext>
            </a:extLst>
          </p:cNvPr>
          <p:cNvSpPr>
            <a:spLocks noGrp="1"/>
          </p:cNvSpPr>
          <p:nvPr/>
        </p:nvSpPr>
        <p:spPr>
          <a:xfrm>
            <a:off x="2233270" y="26014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e_full_violin_3519">
            <a:extLst>
              <a:ext uri="{FF2B5EF4-FFF2-40B4-BE49-F238E27FC236}">
                <a16:creationId xmlns:a16="http://schemas.microsoft.com/office/drawing/2014/main" id="{62C732D4-D2D8-4034-B6CB-8CA7E4391601}"/>
              </a:ext>
            </a:extLst>
          </p:cNvPr>
          <p:cNvSpPr>
            <a:spLocks noGrp="1"/>
          </p:cNvSpPr>
          <p:nvPr/>
        </p:nvSpPr>
        <p:spPr>
          <a:xfrm>
            <a:off x="2132132" y="28185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e_full_violin_3520">
            <a:extLst>
              <a:ext uri="{FF2B5EF4-FFF2-40B4-BE49-F238E27FC236}">
                <a16:creationId xmlns:a16="http://schemas.microsoft.com/office/drawing/2014/main" id="{3C4D4221-A95F-413B-BCF7-304CFF043214}"/>
              </a:ext>
            </a:extLst>
          </p:cNvPr>
          <p:cNvSpPr>
            <a:spLocks noGrp="1"/>
          </p:cNvSpPr>
          <p:nvPr/>
        </p:nvSpPr>
        <p:spPr>
          <a:xfrm>
            <a:off x="210866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e_full_violin_3521">
            <a:extLst>
              <a:ext uri="{FF2B5EF4-FFF2-40B4-BE49-F238E27FC236}">
                <a16:creationId xmlns:a16="http://schemas.microsoft.com/office/drawing/2014/main" id="{D14D73BB-5247-4938-BD3D-862570AFA2E5}"/>
              </a:ext>
            </a:extLst>
          </p:cNvPr>
          <p:cNvSpPr>
            <a:spLocks noGrp="1"/>
          </p:cNvSpPr>
          <p:nvPr/>
        </p:nvSpPr>
        <p:spPr>
          <a:xfrm>
            <a:off x="25239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e_full_violin_3522">
            <a:extLst>
              <a:ext uri="{FF2B5EF4-FFF2-40B4-BE49-F238E27FC236}">
                <a16:creationId xmlns:a16="http://schemas.microsoft.com/office/drawing/2014/main" id="{09225669-B7C0-4665-B0B6-C311ECF604AA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e_full_violin_3523">
            <a:extLst>
              <a:ext uri="{FF2B5EF4-FFF2-40B4-BE49-F238E27FC236}">
                <a16:creationId xmlns:a16="http://schemas.microsoft.com/office/drawing/2014/main" id="{FE66BC24-BA9A-4F43-926C-12F9698EEC09}"/>
              </a:ext>
            </a:extLst>
          </p:cNvPr>
          <p:cNvSpPr>
            <a:spLocks noGrp="1"/>
          </p:cNvSpPr>
          <p:nvPr/>
        </p:nvSpPr>
        <p:spPr>
          <a:xfrm>
            <a:off x="2073924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e_full_violin_3524">
            <a:extLst>
              <a:ext uri="{FF2B5EF4-FFF2-40B4-BE49-F238E27FC236}">
                <a16:creationId xmlns:a16="http://schemas.microsoft.com/office/drawing/2014/main" id="{3B29447A-4F85-44E6-87D5-128E80B940DD}"/>
              </a:ext>
            </a:extLst>
          </p:cNvPr>
          <p:cNvSpPr>
            <a:spLocks noGrp="1"/>
          </p:cNvSpPr>
          <p:nvPr/>
        </p:nvSpPr>
        <p:spPr>
          <a:xfrm>
            <a:off x="2419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e_full_violin_3525">
            <a:extLst>
              <a:ext uri="{FF2B5EF4-FFF2-40B4-BE49-F238E27FC236}">
                <a16:creationId xmlns:a16="http://schemas.microsoft.com/office/drawing/2014/main" id="{F3AC6E45-57E2-4E48-908E-D551A5172F16}"/>
              </a:ext>
            </a:extLst>
          </p:cNvPr>
          <p:cNvSpPr>
            <a:spLocks noGrp="1"/>
          </p:cNvSpPr>
          <p:nvPr/>
        </p:nvSpPr>
        <p:spPr>
          <a:xfrm>
            <a:off x="2067284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e_full_violin_3526">
            <a:extLst>
              <a:ext uri="{FF2B5EF4-FFF2-40B4-BE49-F238E27FC236}">
                <a16:creationId xmlns:a16="http://schemas.microsoft.com/office/drawing/2014/main" id="{BA4E1969-3FDE-45B4-AD19-082D5516061E}"/>
              </a:ext>
            </a:extLst>
          </p:cNvPr>
          <p:cNvSpPr>
            <a:spLocks noGrp="1"/>
          </p:cNvSpPr>
          <p:nvPr/>
        </p:nvSpPr>
        <p:spPr>
          <a:xfrm>
            <a:off x="23777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e_full_violin_3527">
            <a:extLst>
              <a:ext uri="{FF2B5EF4-FFF2-40B4-BE49-F238E27FC236}">
                <a16:creationId xmlns:a16="http://schemas.microsoft.com/office/drawing/2014/main" id="{54D3D30E-2517-4564-8123-011B415F8A0F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e_full_violin_3528">
            <a:extLst>
              <a:ext uri="{FF2B5EF4-FFF2-40B4-BE49-F238E27FC236}">
                <a16:creationId xmlns:a16="http://schemas.microsoft.com/office/drawing/2014/main" id="{CBC270ED-0F42-40C4-8AAE-831927B25A07}"/>
              </a:ext>
            </a:extLst>
          </p:cNvPr>
          <p:cNvSpPr>
            <a:spLocks noGrp="1"/>
          </p:cNvSpPr>
          <p:nvPr/>
        </p:nvSpPr>
        <p:spPr>
          <a:xfrm>
            <a:off x="2350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e_full_violin_3529">
            <a:extLst>
              <a:ext uri="{FF2B5EF4-FFF2-40B4-BE49-F238E27FC236}">
                <a16:creationId xmlns:a16="http://schemas.microsoft.com/office/drawing/2014/main" id="{009452A7-E364-452D-BF07-AF7C34E7923C}"/>
              </a:ext>
            </a:extLst>
          </p:cNvPr>
          <p:cNvSpPr>
            <a:spLocks noGrp="1"/>
          </p:cNvSpPr>
          <p:nvPr/>
        </p:nvSpPr>
        <p:spPr>
          <a:xfrm>
            <a:off x="23281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e_full_violin_3530">
            <a:extLst>
              <a:ext uri="{FF2B5EF4-FFF2-40B4-BE49-F238E27FC236}">
                <a16:creationId xmlns:a16="http://schemas.microsoft.com/office/drawing/2014/main" id="{146993F7-EAEE-470D-835D-696FF435FB7A}"/>
              </a:ext>
            </a:extLst>
          </p:cNvPr>
          <p:cNvSpPr>
            <a:spLocks noGrp="1"/>
          </p:cNvSpPr>
          <p:nvPr/>
        </p:nvSpPr>
        <p:spPr>
          <a:xfrm>
            <a:off x="2434228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e_full_violin_3531">
            <a:extLst>
              <a:ext uri="{FF2B5EF4-FFF2-40B4-BE49-F238E27FC236}">
                <a16:creationId xmlns:a16="http://schemas.microsoft.com/office/drawing/2014/main" id="{4325BD13-A457-4A63-B09A-63771F0B59A0}"/>
              </a:ext>
            </a:extLst>
          </p:cNvPr>
          <p:cNvSpPr>
            <a:spLocks noGrp="1"/>
          </p:cNvSpPr>
          <p:nvPr/>
        </p:nvSpPr>
        <p:spPr>
          <a:xfrm>
            <a:off x="2278193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e_full_violin_3532">
            <a:extLst>
              <a:ext uri="{FF2B5EF4-FFF2-40B4-BE49-F238E27FC236}">
                <a16:creationId xmlns:a16="http://schemas.microsoft.com/office/drawing/2014/main" id="{ADA3C0EA-7FFD-49F9-8572-B5A89573FB7C}"/>
              </a:ext>
            </a:extLst>
          </p:cNvPr>
          <p:cNvSpPr>
            <a:spLocks noGrp="1"/>
          </p:cNvSpPr>
          <p:nvPr/>
        </p:nvSpPr>
        <p:spPr>
          <a:xfrm>
            <a:off x="21124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e_full_violin_3533">
            <a:extLst>
              <a:ext uri="{FF2B5EF4-FFF2-40B4-BE49-F238E27FC236}">
                <a16:creationId xmlns:a16="http://schemas.microsoft.com/office/drawing/2014/main" id="{005656CB-C1AA-4810-97A0-0EE1405A5682}"/>
              </a:ext>
            </a:extLst>
          </p:cNvPr>
          <p:cNvSpPr>
            <a:spLocks noGrp="1"/>
          </p:cNvSpPr>
          <p:nvPr/>
        </p:nvSpPr>
        <p:spPr>
          <a:xfrm>
            <a:off x="24995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e_full_violin_3534">
            <a:extLst>
              <a:ext uri="{FF2B5EF4-FFF2-40B4-BE49-F238E27FC236}">
                <a16:creationId xmlns:a16="http://schemas.microsoft.com/office/drawing/2014/main" id="{6F8B5958-6501-449F-A6DE-B173C7FF4EC5}"/>
              </a:ext>
            </a:extLst>
          </p:cNvPr>
          <p:cNvSpPr>
            <a:spLocks noGrp="1"/>
          </p:cNvSpPr>
          <p:nvPr/>
        </p:nvSpPr>
        <p:spPr>
          <a:xfrm>
            <a:off x="2057736" y="516559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e_full_violin_3535">
            <a:extLst>
              <a:ext uri="{FF2B5EF4-FFF2-40B4-BE49-F238E27FC236}">
                <a16:creationId xmlns:a16="http://schemas.microsoft.com/office/drawing/2014/main" id="{73DEE7D9-A2E9-4E5D-BE41-277D92E92979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e_full_violin_3536">
            <a:extLst>
              <a:ext uri="{FF2B5EF4-FFF2-40B4-BE49-F238E27FC236}">
                <a16:creationId xmlns:a16="http://schemas.microsoft.com/office/drawing/2014/main" id="{F087B445-51BA-4B5A-82E1-5C66B289C003}"/>
              </a:ext>
            </a:extLst>
          </p:cNvPr>
          <p:cNvSpPr>
            <a:spLocks noGrp="1"/>
          </p:cNvSpPr>
          <p:nvPr/>
        </p:nvSpPr>
        <p:spPr>
          <a:xfrm>
            <a:off x="204117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e_full_violin_3537">
            <a:extLst>
              <a:ext uri="{FF2B5EF4-FFF2-40B4-BE49-F238E27FC236}">
                <a16:creationId xmlns:a16="http://schemas.microsoft.com/office/drawing/2014/main" id="{87832485-414B-4631-BF53-D529C935227B}"/>
              </a:ext>
            </a:extLst>
          </p:cNvPr>
          <p:cNvSpPr>
            <a:spLocks noGrp="1"/>
          </p:cNvSpPr>
          <p:nvPr/>
        </p:nvSpPr>
        <p:spPr>
          <a:xfrm>
            <a:off x="23251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e_full_violin_3538">
            <a:extLst>
              <a:ext uri="{FF2B5EF4-FFF2-40B4-BE49-F238E27FC236}">
                <a16:creationId xmlns:a16="http://schemas.microsoft.com/office/drawing/2014/main" id="{8A90D4E6-3188-451B-A99B-31F29A89AC73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e_full_violin_3539">
            <a:extLst>
              <a:ext uri="{FF2B5EF4-FFF2-40B4-BE49-F238E27FC236}">
                <a16:creationId xmlns:a16="http://schemas.microsoft.com/office/drawing/2014/main" id="{B13AE4D9-CC0A-4130-AF57-9706B9724C15}"/>
              </a:ext>
            </a:extLst>
          </p:cNvPr>
          <p:cNvSpPr>
            <a:spLocks noGrp="1"/>
          </p:cNvSpPr>
          <p:nvPr/>
        </p:nvSpPr>
        <p:spPr>
          <a:xfrm>
            <a:off x="243684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e_full_violin_3540">
            <a:extLst>
              <a:ext uri="{FF2B5EF4-FFF2-40B4-BE49-F238E27FC236}">
                <a16:creationId xmlns:a16="http://schemas.microsoft.com/office/drawing/2014/main" id="{C4546BB0-5887-4687-815B-04331EC7BDD5}"/>
              </a:ext>
            </a:extLst>
          </p:cNvPr>
          <p:cNvSpPr>
            <a:spLocks noGrp="1"/>
          </p:cNvSpPr>
          <p:nvPr/>
        </p:nvSpPr>
        <p:spPr>
          <a:xfrm>
            <a:off x="246327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e_full_violin_3541">
            <a:extLst>
              <a:ext uri="{FF2B5EF4-FFF2-40B4-BE49-F238E27FC236}">
                <a16:creationId xmlns:a16="http://schemas.microsoft.com/office/drawing/2014/main" id="{BEB83D82-7FB3-4AFA-BBF3-8BBB5691796D}"/>
              </a:ext>
            </a:extLst>
          </p:cNvPr>
          <p:cNvSpPr>
            <a:spLocks noGrp="1"/>
          </p:cNvSpPr>
          <p:nvPr/>
        </p:nvSpPr>
        <p:spPr>
          <a:xfrm>
            <a:off x="23580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e_full_violin_3542">
            <a:extLst>
              <a:ext uri="{FF2B5EF4-FFF2-40B4-BE49-F238E27FC236}">
                <a16:creationId xmlns:a16="http://schemas.microsoft.com/office/drawing/2014/main" id="{EE6A8976-67D2-4464-B325-A635C06B9581}"/>
              </a:ext>
            </a:extLst>
          </p:cNvPr>
          <p:cNvSpPr>
            <a:spLocks noGrp="1"/>
          </p:cNvSpPr>
          <p:nvPr/>
        </p:nvSpPr>
        <p:spPr>
          <a:xfrm>
            <a:off x="216264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e_full_violin_3543">
            <a:extLst>
              <a:ext uri="{FF2B5EF4-FFF2-40B4-BE49-F238E27FC236}">
                <a16:creationId xmlns:a16="http://schemas.microsoft.com/office/drawing/2014/main" id="{E50AF970-B65E-4F14-B004-2FEFF3B03AA4}"/>
              </a:ext>
            </a:extLst>
          </p:cNvPr>
          <p:cNvSpPr>
            <a:spLocks noGrp="1"/>
          </p:cNvSpPr>
          <p:nvPr/>
        </p:nvSpPr>
        <p:spPr>
          <a:xfrm>
            <a:off x="252051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e_full_violin_3544">
            <a:extLst>
              <a:ext uri="{FF2B5EF4-FFF2-40B4-BE49-F238E27FC236}">
                <a16:creationId xmlns:a16="http://schemas.microsoft.com/office/drawing/2014/main" id="{DA4B4E61-361D-4753-B998-97410C6B9DBF}"/>
              </a:ext>
            </a:extLst>
          </p:cNvPr>
          <p:cNvSpPr>
            <a:spLocks noGrp="1"/>
          </p:cNvSpPr>
          <p:nvPr/>
        </p:nvSpPr>
        <p:spPr>
          <a:xfrm>
            <a:off x="2420635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e_full_violin_3545">
            <a:extLst>
              <a:ext uri="{FF2B5EF4-FFF2-40B4-BE49-F238E27FC236}">
                <a16:creationId xmlns:a16="http://schemas.microsoft.com/office/drawing/2014/main" id="{E24222F0-B82B-4E99-A5D7-E48B0CBB642E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e_full_violin_3546">
            <a:extLst>
              <a:ext uri="{FF2B5EF4-FFF2-40B4-BE49-F238E27FC236}">
                <a16:creationId xmlns:a16="http://schemas.microsoft.com/office/drawing/2014/main" id="{A261B82B-8C13-47CA-940A-556FB9316A1F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e_full_violin_3547">
            <a:extLst>
              <a:ext uri="{FF2B5EF4-FFF2-40B4-BE49-F238E27FC236}">
                <a16:creationId xmlns:a16="http://schemas.microsoft.com/office/drawing/2014/main" id="{26F6C664-B320-42D4-A6D4-A9F26CEDF3A0}"/>
              </a:ext>
            </a:extLst>
          </p:cNvPr>
          <p:cNvSpPr>
            <a:spLocks noGrp="1"/>
          </p:cNvSpPr>
          <p:nvPr/>
        </p:nvSpPr>
        <p:spPr>
          <a:xfrm>
            <a:off x="23136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e_full_violin_3548">
            <a:extLst>
              <a:ext uri="{FF2B5EF4-FFF2-40B4-BE49-F238E27FC236}">
                <a16:creationId xmlns:a16="http://schemas.microsoft.com/office/drawing/2014/main" id="{09DF33E4-EDE8-43E7-A7FA-C264011DEA5F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e_full_violin_3549">
            <a:extLst>
              <a:ext uri="{FF2B5EF4-FFF2-40B4-BE49-F238E27FC236}">
                <a16:creationId xmlns:a16="http://schemas.microsoft.com/office/drawing/2014/main" id="{A26BBBC0-FE41-406C-96E5-F076BEF01F63}"/>
              </a:ext>
            </a:extLst>
          </p:cNvPr>
          <p:cNvSpPr>
            <a:spLocks noGrp="1"/>
          </p:cNvSpPr>
          <p:nvPr/>
        </p:nvSpPr>
        <p:spPr>
          <a:xfrm>
            <a:off x="23278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e_full_violin_3550">
            <a:extLst>
              <a:ext uri="{FF2B5EF4-FFF2-40B4-BE49-F238E27FC236}">
                <a16:creationId xmlns:a16="http://schemas.microsoft.com/office/drawing/2014/main" id="{E8730305-F8AD-4837-AABB-E076598B7DF8}"/>
              </a:ext>
            </a:extLst>
          </p:cNvPr>
          <p:cNvSpPr>
            <a:spLocks noGrp="1"/>
          </p:cNvSpPr>
          <p:nvPr/>
        </p:nvSpPr>
        <p:spPr>
          <a:xfrm>
            <a:off x="2092189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e_full_violin_3551">
            <a:extLst>
              <a:ext uri="{FF2B5EF4-FFF2-40B4-BE49-F238E27FC236}">
                <a16:creationId xmlns:a16="http://schemas.microsoft.com/office/drawing/2014/main" id="{79531824-A68E-4267-948A-1B9B859D0A00}"/>
              </a:ext>
            </a:extLst>
          </p:cNvPr>
          <p:cNvSpPr>
            <a:spLocks noGrp="1"/>
          </p:cNvSpPr>
          <p:nvPr/>
        </p:nvSpPr>
        <p:spPr>
          <a:xfrm>
            <a:off x="215770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e_full_violin_3552">
            <a:extLst>
              <a:ext uri="{FF2B5EF4-FFF2-40B4-BE49-F238E27FC236}">
                <a16:creationId xmlns:a16="http://schemas.microsoft.com/office/drawing/2014/main" id="{8171A787-C80C-4A43-8058-F8DEFA5FAFD5}"/>
              </a:ext>
            </a:extLst>
          </p:cNvPr>
          <p:cNvSpPr>
            <a:spLocks noGrp="1"/>
          </p:cNvSpPr>
          <p:nvPr/>
        </p:nvSpPr>
        <p:spPr>
          <a:xfrm>
            <a:off x="252083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e_full_violin_3553">
            <a:extLst>
              <a:ext uri="{FF2B5EF4-FFF2-40B4-BE49-F238E27FC236}">
                <a16:creationId xmlns:a16="http://schemas.microsoft.com/office/drawing/2014/main" id="{E3E406CE-7368-46AD-822F-6B58C5A3BB55}"/>
              </a:ext>
            </a:extLst>
          </p:cNvPr>
          <p:cNvSpPr>
            <a:spLocks noGrp="1"/>
          </p:cNvSpPr>
          <p:nvPr/>
        </p:nvSpPr>
        <p:spPr>
          <a:xfrm>
            <a:off x="215152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e_full_violin_3554">
            <a:extLst>
              <a:ext uri="{FF2B5EF4-FFF2-40B4-BE49-F238E27FC236}">
                <a16:creationId xmlns:a16="http://schemas.microsoft.com/office/drawing/2014/main" id="{56D40012-5CE6-4E97-A4B3-9CA6C89988AA}"/>
              </a:ext>
            </a:extLst>
          </p:cNvPr>
          <p:cNvSpPr>
            <a:spLocks noGrp="1"/>
          </p:cNvSpPr>
          <p:nvPr/>
        </p:nvSpPr>
        <p:spPr>
          <a:xfrm>
            <a:off x="22917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e_full_violin_3555">
            <a:extLst>
              <a:ext uri="{FF2B5EF4-FFF2-40B4-BE49-F238E27FC236}">
                <a16:creationId xmlns:a16="http://schemas.microsoft.com/office/drawing/2014/main" id="{28E32AAF-7F17-4533-A103-2DA4ADDFF137}"/>
              </a:ext>
            </a:extLst>
          </p:cNvPr>
          <p:cNvSpPr>
            <a:spLocks noGrp="1"/>
          </p:cNvSpPr>
          <p:nvPr/>
        </p:nvSpPr>
        <p:spPr>
          <a:xfrm>
            <a:off x="2403264" y="41252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e_full_violin_3556">
            <a:extLst>
              <a:ext uri="{FF2B5EF4-FFF2-40B4-BE49-F238E27FC236}">
                <a16:creationId xmlns:a16="http://schemas.microsoft.com/office/drawing/2014/main" id="{CDDBF706-55FB-4AE2-AA27-A22C8938EACC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e_full_violin_3557">
            <a:extLst>
              <a:ext uri="{FF2B5EF4-FFF2-40B4-BE49-F238E27FC236}">
                <a16:creationId xmlns:a16="http://schemas.microsoft.com/office/drawing/2014/main" id="{5DF83D8D-12AE-426C-AD7F-46A407DBF95C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e_full_violin_3558">
            <a:extLst>
              <a:ext uri="{FF2B5EF4-FFF2-40B4-BE49-F238E27FC236}">
                <a16:creationId xmlns:a16="http://schemas.microsoft.com/office/drawing/2014/main" id="{D7B1307B-566D-49F3-8D80-B539514E4E11}"/>
              </a:ext>
            </a:extLst>
          </p:cNvPr>
          <p:cNvSpPr>
            <a:spLocks noGrp="1"/>
          </p:cNvSpPr>
          <p:nvPr/>
        </p:nvSpPr>
        <p:spPr>
          <a:xfrm>
            <a:off x="2348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e_full_violin_3559">
            <a:extLst>
              <a:ext uri="{FF2B5EF4-FFF2-40B4-BE49-F238E27FC236}">
                <a16:creationId xmlns:a16="http://schemas.microsoft.com/office/drawing/2014/main" id="{3782881C-6F39-45D3-AE5E-BE77EF9E55F1}"/>
              </a:ext>
            </a:extLst>
          </p:cNvPr>
          <p:cNvSpPr>
            <a:spLocks noGrp="1"/>
          </p:cNvSpPr>
          <p:nvPr/>
        </p:nvSpPr>
        <p:spPr>
          <a:xfrm>
            <a:off x="24038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1" name="e_full_violin_3560">
            <a:extLst>
              <a:ext uri="{FF2B5EF4-FFF2-40B4-BE49-F238E27FC236}">
                <a16:creationId xmlns:a16="http://schemas.microsoft.com/office/drawing/2014/main" id="{1215018E-FCE3-4CA4-8728-E1C8F48F5BBB}"/>
              </a:ext>
            </a:extLst>
          </p:cNvPr>
          <p:cNvSpPr>
            <a:spLocks noGrp="1"/>
          </p:cNvSpPr>
          <p:nvPr/>
        </p:nvSpPr>
        <p:spPr>
          <a:xfrm>
            <a:off x="250117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e_full_violin_3561">
            <a:extLst>
              <a:ext uri="{FF2B5EF4-FFF2-40B4-BE49-F238E27FC236}">
                <a16:creationId xmlns:a16="http://schemas.microsoft.com/office/drawing/2014/main" id="{6F8BD99E-10A1-4FEA-A8B8-5571280EC2BB}"/>
              </a:ext>
            </a:extLst>
          </p:cNvPr>
          <p:cNvSpPr>
            <a:spLocks noGrp="1"/>
          </p:cNvSpPr>
          <p:nvPr/>
        </p:nvSpPr>
        <p:spPr>
          <a:xfrm>
            <a:off x="2395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e_full_violin_3562">
            <a:extLst>
              <a:ext uri="{FF2B5EF4-FFF2-40B4-BE49-F238E27FC236}">
                <a16:creationId xmlns:a16="http://schemas.microsoft.com/office/drawing/2014/main" id="{1314D25A-5342-4684-A901-85E1769F1C16}"/>
              </a:ext>
            </a:extLst>
          </p:cNvPr>
          <p:cNvSpPr>
            <a:spLocks noGrp="1"/>
          </p:cNvSpPr>
          <p:nvPr/>
        </p:nvSpPr>
        <p:spPr>
          <a:xfrm>
            <a:off x="22224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e_full_violin_3563">
            <a:extLst>
              <a:ext uri="{FF2B5EF4-FFF2-40B4-BE49-F238E27FC236}">
                <a16:creationId xmlns:a16="http://schemas.microsoft.com/office/drawing/2014/main" id="{9C4BFB75-18D7-427F-8D52-2D26176C26FC}"/>
              </a:ext>
            </a:extLst>
          </p:cNvPr>
          <p:cNvSpPr>
            <a:spLocks noGrp="1"/>
          </p:cNvSpPr>
          <p:nvPr/>
        </p:nvSpPr>
        <p:spPr>
          <a:xfrm>
            <a:off x="2275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e_full_violin_3564">
            <a:extLst>
              <a:ext uri="{FF2B5EF4-FFF2-40B4-BE49-F238E27FC236}">
                <a16:creationId xmlns:a16="http://schemas.microsoft.com/office/drawing/2014/main" id="{D65747F6-9185-4F80-B8E4-237BF013070A}"/>
              </a:ext>
            </a:extLst>
          </p:cNvPr>
          <p:cNvSpPr>
            <a:spLocks noGrp="1"/>
          </p:cNvSpPr>
          <p:nvPr/>
        </p:nvSpPr>
        <p:spPr>
          <a:xfrm>
            <a:off x="2464818" y="264397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e_full_violin_3565">
            <a:extLst>
              <a:ext uri="{FF2B5EF4-FFF2-40B4-BE49-F238E27FC236}">
                <a16:creationId xmlns:a16="http://schemas.microsoft.com/office/drawing/2014/main" id="{78FC9B57-2D28-4534-9EAC-429FE1CE1A70}"/>
              </a:ext>
            </a:extLst>
          </p:cNvPr>
          <p:cNvSpPr>
            <a:spLocks noGrp="1"/>
          </p:cNvSpPr>
          <p:nvPr/>
        </p:nvSpPr>
        <p:spPr>
          <a:xfrm>
            <a:off x="209574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e_full_violin_3566">
            <a:extLst>
              <a:ext uri="{FF2B5EF4-FFF2-40B4-BE49-F238E27FC236}">
                <a16:creationId xmlns:a16="http://schemas.microsoft.com/office/drawing/2014/main" id="{B86009DC-FC93-4D4F-A52E-DFF106BAD957}"/>
              </a:ext>
            </a:extLst>
          </p:cNvPr>
          <p:cNvSpPr>
            <a:spLocks noGrp="1"/>
          </p:cNvSpPr>
          <p:nvPr/>
        </p:nvSpPr>
        <p:spPr>
          <a:xfrm>
            <a:off x="25036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e_full_violin_3567">
            <a:extLst>
              <a:ext uri="{FF2B5EF4-FFF2-40B4-BE49-F238E27FC236}">
                <a16:creationId xmlns:a16="http://schemas.microsoft.com/office/drawing/2014/main" id="{4BB4F809-BC77-4657-87D5-FD98C864335F}"/>
              </a:ext>
            </a:extLst>
          </p:cNvPr>
          <p:cNvSpPr>
            <a:spLocks noGrp="1"/>
          </p:cNvSpPr>
          <p:nvPr/>
        </p:nvSpPr>
        <p:spPr>
          <a:xfrm>
            <a:off x="224288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e_full_violin_3568">
            <a:extLst>
              <a:ext uri="{FF2B5EF4-FFF2-40B4-BE49-F238E27FC236}">
                <a16:creationId xmlns:a16="http://schemas.microsoft.com/office/drawing/2014/main" id="{C1713D40-7114-4AB0-BBA6-CB6EFE33D34D}"/>
              </a:ext>
            </a:extLst>
          </p:cNvPr>
          <p:cNvSpPr>
            <a:spLocks noGrp="1"/>
          </p:cNvSpPr>
          <p:nvPr/>
        </p:nvSpPr>
        <p:spPr>
          <a:xfrm>
            <a:off x="248956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e_full_violin_3569">
            <a:extLst>
              <a:ext uri="{FF2B5EF4-FFF2-40B4-BE49-F238E27FC236}">
                <a16:creationId xmlns:a16="http://schemas.microsoft.com/office/drawing/2014/main" id="{717BEF1C-66CF-4933-A10F-344223FE1856}"/>
              </a:ext>
            </a:extLst>
          </p:cNvPr>
          <p:cNvSpPr>
            <a:spLocks noGrp="1"/>
          </p:cNvSpPr>
          <p:nvPr/>
        </p:nvSpPr>
        <p:spPr>
          <a:xfrm>
            <a:off x="2155783" y="25865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e_full_violin_3570">
            <a:extLst>
              <a:ext uri="{FF2B5EF4-FFF2-40B4-BE49-F238E27FC236}">
                <a16:creationId xmlns:a16="http://schemas.microsoft.com/office/drawing/2014/main" id="{F9B3C10C-459D-407C-A559-115C77FA7E01}"/>
              </a:ext>
            </a:extLst>
          </p:cNvPr>
          <p:cNvSpPr>
            <a:spLocks noGrp="1"/>
          </p:cNvSpPr>
          <p:nvPr/>
        </p:nvSpPr>
        <p:spPr>
          <a:xfrm>
            <a:off x="23228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e_full_violin_3571">
            <a:extLst>
              <a:ext uri="{FF2B5EF4-FFF2-40B4-BE49-F238E27FC236}">
                <a16:creationId xmlns:a16="http://schemas.microsoft.com/office/drawing/2014/main" id="{04851815-1740-4656-BA4C-A73B754AE491}"/>
              </a:ext>
            </a:extLst>
          </p:cNvPr>
          <p:cNvSpPr>
            <a:spLocks noGrp="1"/>
          </p:cNvSpPr>
          <p:nvPr/>
        </p:nvSpPr>
        <p:spPr>
          <a:xfrm>
            <a:off x="227554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e_full_violin_3572">
            <a:extLst>
              <a:ext uri="{FF2B5EF4-FFF2-40B4-BE49-F238E27FC236}">
                <a16:creationId xmlns:a16="http://schemas.microsoft.com/office/drawing/2014/main" id="{6E83604E-2EB8-4784-BA34-4E699D841447}"/>
              </a:ext>
            </a:extLst>
          </p:cNvPr>
          <p:cNvSpPr>
            <a:spLocks noGrp="1"/>
          </p:cNvSpPr>
          <p:nvPr/>
        </p:nvSpPr>
        <p:spPr>
          <a:xfrm>
            <a:off x="2204208" y="360170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e_full_violin_3573">
            <a:extLst>
              <a:ext uri="{FF2B5EF4-FFF2-40B4-BE49-F238E27FC236}">
                <a16:creationId xmlns:a16="http://schemas.microsoft.com/office/drawing/2014/main" id="{837B62FE-DFEF-44F9-A024-C04B0EDF04E7}"/>
              </a:ext>
            </a:extLst>
          </p:cNvPr>
          <p:cNvSpPr>
            <a:spLocks noGrp="1"/>
          </p:cNvSpPr>
          <p:nvPr/>
        </p:nvSpPr>
        <p:spPr>
          <a:xfrm>
            <a:off x="2172838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e_full_violin_3574">
            <a:extLst>
              <a:ext uri="{FF2B5EF4-FFF2-40B4-BE49-F238E27FC236}">
                <a16:creationId xmlns:a16="http://schemas.microsoft.com/office/drawing/2014/main" id="{D86EFB9B-B9D0-4768-81A5-171FA8369ADD}"/>
              </a:ext>
            </a:extLst>
          </p:cNvPr>
          <p:cNvSpPr>
            <a:spLocks noGrp="1"/>
          </p:cNvSpPr>
          <p:nvPr/>
        </p:nvSpPr>
        <p:spPr>
          <a:xfrm>
            <a:off x="227875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e_full_violin_3575">
            <a:extLst>
              <a:ext uri="{FF2B5EF4-FFF2-40B4-BE49-F238E27FC236}">
                <a16:creationId xmlns:a16="http://schemas.microsoft.com/office/drawing/2014/main" id="{B89724D5-B841-4021-AA3B-51873C669C2D}"/>
              </a:ext>
            </a:extLst>
          </p:cNvPr>
          <p:cNvSpPr>
            <a:spLocks noGrp="1"/>
          </p:cNvSpPr>
          <p:nvPr/>
        </p:nvSpPr>
        <p:spPr>
          <a:xfrm>
            <a:off x="203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e_full_violin_3576">
            <a:extLst>
              <a:ext uri="{FF2B5EF4-FFF2-40B4-BE49-F238E27FC236}">
                <a16:creationId xmlns:a16="http://schemas.microsoft.com/office/drawing/2014/main" id="{E1303647-619B-467D-8694-2E0EB4417DE7}"/>
              </a:ext>
            </a:extLst>
          </p:cNvPr>
          <p:cNvSpPr>
            <a:spLocks noGrp="1"/>
          </p:cNvSpPr>
          <p:nvPr/>
        </p:nvSpPr>
        <p:spPr>
          <a:xfrm>
            <a:off x="237577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e_full_violin_3577">
            <a:extLst>
              <a:ext uri="{FF2B5EF4-FFF2-40B4-BE49-F238E27FC236}">
                <a16:creationId xmlns:a16="http://schemas.microsoft.com/office/drawing/2014/main" id="{48D67F91-C9C1-4227-84AC-28EF5A06C527}"/>
              </a:ext>
            </a:extLst>
          </p:cNvPr>
          <p:cNvSpPr>
            <a:spLocks noGrp="1"/>
          </p:cNvSpPr>
          <p:nvPr/>
        </p:nvSpPr>
        <p:spPr>
          <a:xfrm>
            <a:off x="240048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e_full_violin_3578">
            <a:extLst>
              <a:ext uri="{FF2B5EF4-FFF2-40B4-BE49-F238E27FC236}">
                <a16:creationId xmlns:a16="http://schemas.microsoft.com/office/drawing/2014/main" id="{28C88E83-E9E9-4FA8-B58A-7BB60D0E6F56}"/>
              </a:ext>
            </a:extLst>
          </p:cNvPr>
          <p:cNvSpPr>
            <a:spLocks noGrp="1"/>
          </p:cNvSpPr>
          <p:nvPr/>
        </p:nvSpPr>
        <p:spPr>
          <a:xfrm>
            <a:off x="23513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e_full_violin_3579">
            <a:extLst>
              <a:ext uri="{FF2B5EF4-FFF2-40B4-BE49-F238E27FC236}">
                <a16:creationId xmlns:a16="http://schemas.microsoft.com/office/drawing/2014/main" id="{64BD65B5-045D-44BD-9A05-A93334D53449}"/>
              </a:ext>
            </a:extLst>
          </p:cNvPr>
          <p:cNvSpPr>
            <a:spLocks noGrp="1"/>
          </p:cNvSpPr>
          <p:nvPr/>
        </p:nvSpPr>
        <p:spPr>
          <a:xfrm>
            <a:off x="252302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e_full_violin_3580">
            <a:extLst>
              <a:ext uri="{FF2B5EF4-FFF2-40B4-BE49-F238E27FC236}">
                <a16:creationId xmlns:a16="http://schemas.microsoft.com/office/drawing/2014/main" id="{D296AF7D-4E09-4643-BD8D-B4A920098BB0}"/>
              </a:ext>
            </a:extLst>
          </p:cNvPr>
          <p:cNvSpPr>
            <a:spLocks noGrp="1"/>
          </p:cNvSpPr>
          <p:nvPr/>
        </p:nvSpPr>
        <p:spPr>
          <a:xfrm>
            <a:off x="2193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e_full_violin_3581">
            <a:extLst>
              <a:ext uri="{FF2B5EF4-FFF2-40B4-BE49-F238E27FC236}">
                <a16:creationId xmlns:a16="http://schemas.microsoft.com/office/drawing/2014/main" id="{22D45F57-8A21-4378-895D-8B92E0CDA7BC}"/>
              </a:ext>
            </a:extLst>
          </p:cNvPr>
          <p:cNvSpPr>
            <a:spLocks noGrp="1"/>
          </p:cNvSpPr>
          <p:nvPr/>
        </p:nvSpPr>
        <p:spPr>
          <a:xfrm>
            <a:off x="2312662" y="376623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e_full_violin_3582">
            <a:extLst>
              <a:ext uri="{FF2B5EF4-FFF2-40B4-BE49-F238E27FC236}">
                <a16:creationId xmlns:a16="http://schemas.microsoft.com/office/drawing/2014/main" id="{F0AF31B2-16D7-48EE-9C0E-A244F012324F}"/>
              </a:ext>
            </a:extLst>
          </p:cNvPr>
          <p:cNvSpPr>
            <a:spLocks noGrp="1"/>
          </p:cNvSpPr>
          <p:nvPr/>
        </p:nvSpPr>
        <p:spPr>
          <a:xfrm>
            <a:off x="22716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e_full_violin_3583">
            <a:extLst>
              <a:ext uri="{FF2B5EF4-FFF2-40B4-BE49-F238E27FC236}">
                <a16:creationId xmlns:a16="http://schemas.microsoft.com/office/drawing/2014/main" id="{455B610B-7965-4C29-844E-5BA11F59993D}"/>
              </a:ext>
            </a:extLst>
          </p:cNvPr>
          <p:cNvSpPr>
            <a:spLocks noGrp="1"/>
          </p:cNvSpPr>
          <p:nvPr/>
        </p:nvSpPr>
        <p:spPr>
          <a:xfrm>
            <a:off x="218722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e_full_violin_3584">
            <a:extLst>
              <a:ext uri="{FF2B5EF4-FFF2-40B4-BE49-F238E27FC236}">
                <a16:creationId xmlns:a16="http://schemas.microsoft.com/office/drawing/2014/main" id="{E6B5F7A6-EC84-413D-B201-DF9883450498}"/>
              </a:ext>
            </a:extLst>
          </p:cNvPr>
          <p:cNvSpPr>
            <a:spLocks noGrp="1"/>
          </p:cNvSpPr>
          <p:nvPr/>
        </p:nvSpPr>
        <p:spPr>
          <a:xfrm>
            <a:off x="23506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e_full_violin_3585">
            <a:extLst>
              <a:ext uri="{FF2B5EF4-FFF2-40B4-BE49-F238E27FC236}">
                <a16:creationId xmlns:a16="http://schemas.microsoft.com/office/drawing/2014/main" id="{BD35CEF9-0A79-4AA4-BC5A-E2635DA0AF84}"/>
              </a:ext>
            </a:extLst>
          </p:cNvPr>
          <p:cNvSpPr>
            <a:spLocks noGrp="1"/>
          </p:cNvSpPr>
          <p:nvPr/>
        </p:nvSpPr>
        <p:spPr>
          <a:xfrm>
            <a:off x="203876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e_full_violin_3586">
            <a:extLst>
              <a:ext uri="{FF2B5EF4-FFF2-40B4-BE49-F238E27FC236}">
                <a16:creationId xmlns:a16="http://schemas.microsoft.com/office/drawing/2014/main" id="{41F0745E-0FF9-4C7D-AE8C-B3C8FA25F5D1}"/>
              </a:ext>
            </a:extLst>
          </p:cNvPr>
          <p:cNvSpPr>
            <a:spLocks noGrp="1"/>
          </p:cNvSpPr>
          <p:nvPr/>
        </p:nvSpPr>
        <p:spPr>
          <a:xfrm>
            <a:off x="2112579" y="330799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e_full_violin_3587">
            <a:extLst>
              <a:ext uri="{FF2B5EF4-FFF2-40B4-BE49-F238E27FC236}">
                <a16:creationId xmlns:a16="http://schemas.microsoft.com/office/drawing/2014/main" id="{1AA32ADD-5C26-4BE3-A4E6-4DA2D972CB19}"/>
              </a:ext>
            </a:extLst>
          </p:cNvPr>
          <p:cNvSpPr>
            <a:spLocks noGrp="1"/>
          </p:cNvSpPr>
          <p:nvPr/>
        </p:nvSpPr>
        <p:spPr>
          <a:xfrm>
            <a:off x="203151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e_full_violin_3588">
            <a:extLst>
              <a:ext uri="{FF2B5EF4-FFF2-40B4-BE49-F238E27FC236}">
                <a16:creationId xmlns:a16="http://schemas.microsoft.com/office/drawing/2014/main" id="{A69E57A8-0F03-4BAF-BE4C-16CF0F93835F}"/>
              </a:ext>
            </a:extLst>
          </p:cNvPr>
          <p:cNvSpPr>
            <a:spLocks noGrp="1"/>
          </p:cNvSpPr>
          <p:nvPr/>
        </p:nvSpPr>
        <p:spPr>
          <a:xfrm>
            <a:off x="2112792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e_full_violin_3589">
            <a:extLst>
              <a:ext uri="{FF2B5EF4-FFF2-40B4-BE49-F238E27FC236}">
                <a16:creationId xmlns:a16="http://schemas.microsoft.com/office/drawing/2014/main" id="{597ED3A2-37CC-4BC8-BE08-8702DC594B2F}"/>
              </a:ext>
            </a:extLst>
          </p:cNvPr>
          <p:cNvSpPr>
            <a:spLocks noGrp="1"/>
          </p:cNvSpPr>
          <p:nvPr/>
        </p:nvSpPr>
        <p:spPr>
          <a:xfrm>
            <a:off x="23120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e_full_violin_3590">
            <a:extLst>
              <a:ext uri="{FF2B5EF4-FFF2-40B4-BE49-F238E27FC236}">
                <a16:creationId xmlns:a16="http://schemas.microsoft.com/office/drawing/2014/main" id="{EDF7298F-4611-4009-B9D0-84438DF51C27}"/>
              </a:ext>
            </a:extLst>
          </p:cNvPr>
          <p:cNvSpPr>
            <a:spLocks noGrp="1"/>
          </p:cNvSpPr>
          <p:nvPr/>
        </p:nvSpPr>
        <p:spPr>
          <a:xfrm>
            <a:off x="24842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e_full_violin_3591">
            <a:extLst>
              <a:ext uri="{FF2B5EF4-FFF2-40B4-BE49-F238E27FC236}">
                <a16:creationId xmlns:a16="http://schemas.microsoft.com/office/drawing/2014/main" id="{FBC8241C-84FB-4A7A-AC9F-2BD224BEC38C}"/>
              </a:ext>
            </a:extLst>
          </p:cNvPr>
          <p:cNvSpPr>
            <a:spLocks noGrp="1"/>
          </p:cNvSpPr>
          <p:nvPr/>
        </p:nvSpPr>
        <p:spPr>
          <a:xfrm>
            <a:off x="2040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e_full_violin_3592">
            <a:extLst>
              <a:ext uri="{FF2B5EF4-FFF2-40B4-BE49-F238E27FC236}">
                <a16:creationId xmlns:a16="http://schemas.microsoft.com/office/drawing/2014/main" id="{51E5D51D-E292-4285-B956-1A21188A9414}"/>
              </a:ext>
            </a:extLst>
          </p:cNvPr>
          <p:cNvSpPr>
            <a:spLocks noGrp="1"/>
          </p:cNvSpPr>
          <p:nvPr/>
        </p:nvSpPr>
        <p:spPr>
          <a:xfrm>
            <a:off x="23382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e_full_violin_3593">
            <a:extLst>
              <a:ext uri="{FF2B5EF4-FFF2-40B4-BE49-F238E27FC236}">
                <a16:creationId xmlns:a16="http://schemas.microsoft.com/office/drawing/2014/main" id="{F421C93B-1B78-4D9A-BFA9-04D2D7556FA6}"/>
              </a:ext>
            </a:extLst>
          </p:cNvPr>
          <p:cNvSpPr>
            <a:spLocks noGrp="1"/>
          </p:cNvSpPr>
          <p:nvPr/>
        </p:nvSpPr>
        <p:spPr>
          <a:xfrm>
            <a:off x="210846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e_full_violin_3594">
            <a:extLst>
              <a:ext uri="{FF2B5EF4-FFF2-40B4-BE49-F238E27FC236}">
                <a16:creationId xmlns:a16="http://schemas.microsoft.com/office/drawing/2014/main" id="{833CD583-A3EF-42D5-8789-643783E71003}"/>
              </a:ext>
            </a:extLst>
          </p:cNvPr>
          <p:cNvSpPr>
            <a:spLocks noGrp="1"/>
          </p:cNvSpPr>
          <p:nvPr/>
        </p:nvSpPr>
        <p:spPr>
          <a:xfrm>
            <a:off x="25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e_full_violin_3595">
            <a:extLst>
              <a:ext uri="{FF2B5EF4-FFF2-40B4-BE49-F238E27FC236}">
                <a16:creationId xmlns:a16="http://schemas.microsoft.com/office/drawing/2014/main" id="{D82AB30C-3019-42B9-8414-008A6ADA910E}"/>
              </a:ext>
            </a:extLst>
          </p:cNvPr>
          <p:cNvSpPr>
            <a:spLocks noGrp="1"/>
          </p:cNvSpPr>
          <p:nvPr/>
        </p:nvSpPr>
        <p:spPr>
          <a:xfrm>
            <a:off x="221679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e_full_violin_3596">
            <a:extLst>
              <a:ext uri="{FF2B5EF4-FFF2-40B4-BE49-F238E27FC236}">
                <a16:creationId xmlns:a16="http://schemas.microsoft.com/office/drawing/2014/main" id="{F7A1C4C5-C636-449A-BC07-B746BBAAF8D0}"/>
              </a:ext>
            </a:extLst>
          </p:cNvPr>
          <p:cNvSpPr>
            <a:spLocks noGrp="1"/>
          </p:cNvSpPr>
          <p:nvPr/>
        </p:nvSpPr>
        <p:spPr>
          <a:xfrm>
            <a:off x="2178201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e_full_violin_3597">
            <a:extLst>
              <a:ext uri="{FF2B5EF4-FFF2-40B4-BE49-F238E27FC236}">
                <a16:creationId xmlns:a16="http://schemas.microsoft.com/office/drawing/2014/main" id="{5F295571-DBAB-456C-B358-16242B609317}"/>
              </a:ext>
            </a:extLst>
          </p:cNvPr>
          <p:cNvSpPr>
            <a:spLocks noGrp="1"/>
          </p:cNvSpPr>
          <p:nvPr/>
        </p:nvSpPr>
        <p:spPr>
          <a:xfrm>
            <a:off x="206122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e_full_violin_3598">
            <a:extLst>
              <a:ext uri="{FF2B5EF4-FFF2-40B4-BE49-F238E27FC236}">
                <a16:creationId xmlns:a16="http://schemas.microsoft.com/office/drawing/2014/main" id="{3C6844EB-D352-4EA7-9A8D-7548382256D0}"/>
              </a:ext>
            </a:extLst>
          </p:cNvPr>
          <p:cNvSpPr>
            <a:spLocks noGrp="1"/>
          </p:cNvSpPr>
          <p:nvPr/>
        </p:nvSpPr>
        <p:spPr>
          <a:xfrm>
            <a:off x="2494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e_full_violin_3599">
            <a:extLst>
              <a:ext uri="{FF2B5EF4-FFF2-40B4-BE49-F238E27FC236}">
                <a16:creationId xmlns:a16="http://schemas.microsoft.com/office/drawing/2014/main" id="{A46B3826-00FF-4DCF-8016-F3188C600929}"/>
              </a:ext>
            </a:extLst>
          </p:cNvPr>
          <p:cNvSpPr>
            <a:spLocks noGrp="1"/>
          </p:cNvSpPr>
          <p:nvPr/>
        </p:nvSpPr>
        <p:spPr>
          <a:xfrm>
            <a:off x="2279238" y="345512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e_full_violin_3600">
            <a:extLst>
              <a:ext uri="{FF2B5EF4-FFF2-40B4-BE49-F238E27FC236}">
                <a16:creationId xmlns:a16="http://schemas.microsoft.com/office/drawing/2014/main" id="{C6023DC7-A08A-4C27-A8F3-A668E6A4428C}"/>
              </a:ext>
            </a:extLst>
          </p:cNvPr>
          <p:cNvSpPr>
            <a:spLocks noGrp="1"/>
          </p:cNvSpPr>
          <p:nvPr/>
        </p:nvSpPr>
        <p:spPr>
          <a:xfrm>
            <a:off x="21760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e_full_violin_3601">
            <a:extLst>
              <a:ext uri="{FF2B5EF4-FFF2-40B4-BE49-F238E27FC236}">
                <a16:creationId xmlns:a16="http://schemas.microsoft.com/office/drawing/2014/main" id="{1D9B39D5-6894-4DDA-A1D3-729D0913E5F4}"/>
              </a:ext>
            </a:extLst>
          </p:cNvPr>
          <p:cNvSpPr>
            <a:spLocks noGrp="1"/>
          </p:cNvSpPr>
          <p:nvPr/>
        </p:nvSpPr>
        <p:spPr>
          <a:xfrm>
            <a:off x="23822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e_full_violin_3602">
            <a:extLst>
              <a:ext uri="{FF2B5EF4-FFF2-40B4-BE49-F238E27FC236}">
                <a16:creationId xmlns:a16="http://schemas.microsoft.com/office/drawing/2014/main" id="{80362ADF-1B8C-4EFB-B180-6C53C06FB622}"/>
              </a:ext>
            </a:extLst>
          </p:cNvPr>
          <p:cNvSpPr>
            <a:spLocks noGrp="1"/>
          </p:cNvSpPr>
          <p:nvPr/>
        </p:nvSpPr>
        <p:spPr>
          <a:xfrm>
            <a:off x="21019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e_full_violin_3603">
            <a:extLst>
              <a:ext uri="{FF2B5EF4-FFF2-40B4-BE49-F238E27FC236}">
                <a16:creationId xmlns:a16="http://schemas.microsoft.com/office/drawing/2014/main" id="{D796C37C-CDB5-4E2C-94AB-6F96E8432087}"/>
              </a:ext>
            </a:extLst>
          </p:cNvPr>
          <p:cNvSpPr>
            <a:spLocks noGrp="1"/>
          </p:cNvSpPr>
          <p:nvPr/>
        </p:nvSpPr>
        <p:spPr>
          <a:xfrm>
            <a:off x="232217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e_full_violin_3604">
            <a:extLst>
              <a:ext uri="{FF2B5EF4-FFF2-40B4-BE49-F238E27FC236}">
                <a16:creationId xmlns:a16="http://schemas.microsoft.com/office/drawing/2014/main" id="{34A3AF66-FDA5-4A70-A60D-704D307F1DDD}"/>
              </a:ext>
            </a:extLst>
          </p:cNvPr>
          <p:cNvSpPr>
            <a:spLocks noGrp="1"/>
          </p:cNvSpPr>
          <p:nvPr/>
        </p:nvSpPr>
        <p:spPr>
          <a:xfrm>
            <a:off x="231215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e_full_violin_3605">
            <a:extLst>
              <a:ext uri="{FF2B5EF4-FFF2-40B4-BE49-F238E27FC236}">
                <a16:creationId xmlns:a16="http://schemas.microsoft.com/office/drawing/2014/main" id="{7B562F7D-C7E2-4BC5-AA82-847493391B41}"/>
              </a:ext>
            </a:extLst>
          </p:cNvPr>
          <p:cNvSpPr>
            <a:spLocks noGrp="1"/>
          </p:cNvSpPr>
          <p:nvPr/>
        </p:nvSpPr>
        <p:spPr>
          <a:xfrm>
            <a:off x="22934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e_full_violin_3606">
            <a:extLst>
              <a:ext uri="{FF2B5EF4-FFF2-40B4-BE49-F238E27FC236}">
                <a16:creationId xmlns:a16="http://schemas.microsoft.com/office/drawing/2014/main" id="{CC266DA0-730E-4956-AC61-7991793C2BFA}"/>
              </a:ext>
            </a:extLst>
          </p:cNvPr>
          <p:cNvSpPr>
            <a:spLocks noGrp="1"/>
          </p:cNvSpPr>
          <p:nvPr/>
        </p:nvSpPr>
        <p:spPr>
          <a:xfrm>
            <a:off x="22579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e_full_violin_3607">
            <a:extLst>
              <a:ext uri="{FF2B5EF4-FFF2-40B4-BE49-F238E27FC236}">
                <a16:creationId xmlns:a16="http://schemas.microsoft.com/office/drawing/2014/main" id="{2B08BAEE-747E-4071-8DCD-244FEE366385}"/>
              </a:ext>
            </a:extLst>
          </p:cNvPr>
          <p:cNvSpPr>
            <a:spLocks noGrp="1"/>
          </p:cNvSpPr>
          <p:nvPr/>
        </p:nvSpPr>
        <p:spPr>
          <a:xfrm>
            <a:off x="2303975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e_full_violin_3608">
            <a:extLst>
              <a:ext uri="{FF2B5EF4-FFF2-40B4-BE49-F238E27FC236}">
                <a16:creationId xmlns:a16="http://schemas.microsoft.com/office/drawing/2014/main" id="{8CA92BCA-CB61-4B37-A921-0F38E41440C6}"/>
              </a:ext>
            </a:extLst>
          </p:cNvPr>
          <p:cNvSpPr>
            <a:spLocks noGrp="1"/>
          </p:cNvSpPr>
          <p:nvPr/>
        </p:nvSpPr>
        <p:spPr>
          <a:xfrm>
            <a:off x="239020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e_full_violin_3609">
            <a:extLst>
              <a:ext uri="{FF2B5EF4-FFF2-40B4-BE49-F238E27FC236}">
                <a16:creationId xmlns:a16="http://schemas.microsoft.com/office/drawing/2014/main" id="{AEFF6A20-35A5-4B1E-A2BD-05884D442443}"/>
              </a:ext>
            </a:extLst>
          </p:cNvPr>
          <p:cNvSpPr>
            <a:spLocks noGrp="1"/>
          </p:cNvSpPr>
          <p:nvPr/>
        </p:nvSpPr>
        <p:spPr>
          <a:xfrm>
            <a:off x="23416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e_full_violin_3610">
            <a:extLst>
              <a:ext uri="{FF2B5EF4-FFF2-40B4-BE49-F238E27FC236}">
                <a16:creationId xmlns:a16="http://schemas.microsoft.com/office/drawing/2014/main" id="{F72A6EDB-CCB3-4820-96E5-B6625AEEAF02}"/>
              </a:ext>
            </a:extLst>
          </p:cNvPr>
          <p:cNvSpPr>
            <a:spLocks noGrp="1"/>
          </p:cNvSpPr>
          <p:nvPr/>
        </p:nvSpPr>
        <p:spPr>
          <a:xfrm>
            <a:off x="2203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e_full_violin_3611">
            <a:extLst>
              <a:ext uri="{FF2B5EF4-FFF2-40B4-BE49-F238E27FC236}">
                <a16:creationId xmlns:a16="http://schemas.microsoft.com/office/drawing/2014/main" id="{5FDC42A3-A410-4686-A329-1BF1D964EB6B}"/>
              </a:ext>
            </a:extLst>
          </p:cNvPr>
          <p:cNvSpPr>
            <a:spLocks noGrp="1"/>
          </p:cNvSpPr>
          <p:nvPr/>
        </p:nvSpPr>
        <p:spPr>
          <a:xfrm>
            <a:off x="251680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e_full_violin_3612">
            <a:extLst>
              <a:ext uri="{FF2B5EF4-FFF2-40B4-BE49-F238E27FC236}">
                <a16:creationId xmlns:a16="http://schemas.microsoft.com/office/drawing/2014/main" id="{0EF18DF4-464A-4924-BDD7-79F48B8821E1}"/>
              </a:ext>
            </a:extLst>
          </p:cNvPr>
          <p:cNvSpPr>
            <a:spLocks noGrp="1"/>
          </p:cNvSpPr>
          <p:nvPr/>
        </p:nvSpPr>
        <p:spPr>
          <a:xfrm>
            <a:off x="238699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e_full_violin_3613">
            <a:extLst>
              <a:ext uri="{FF2B5EF4-FFF2-40B4-BE49-F238E27FC236}">
                <a16:creationId xmlns:a16="http://schemas.microsoft.com/office/drawing/2014/main" id="{BA2F56D1-824E-4828-8EE2-A5902AA74CF9}"/>
              </a:ext>
            </a:extLst>
          </p:cNvPr>
          <p:cNvSpPr>
            <a:spLocks noGrp="1"/>
          </p:cNvSpPr>
          <p:nvPr/>
        </p:nvSpPr>
        <p:spPr>
          <a:xfrm>
            <a:off x="2116259" y="273350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e_full_violin_3614">
            <a:extLst>
              <a:ext uri="{FF2B5EF4-FFF2-40B4-BE49-F238E27FC236}">
                <a16:creationId xmlns:a16="http://schemas.microsoft.com/office/drawing/2014/main" id="{D2D19E0B-F005-4EC3-84CB-482360EBA926}"/>
              </a:ext>
            </a:extLst>
          </p:cNvPr>
          <p:cNvSpPr>
            <a:spLocks noGrp="1"/>
          </p:cNvSpPr>
          <p:nvPr/>
        </p:nvSpPr>
        <p:spPr>
          <a:xfrm>
            <a:off x="2085556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e_full_violin_3615">
            <a:extLst>
              <a:ext uri="{FF2B5EF4-FFF2-40B4-BE49-F238E27FC236}">
                <a16:creationId xmlns:a16="http://schemas.microsoft.com/office/drawing/2014/main" id="{4975492F-8C2C-4562-8B6F-B65AB7751C84}"/>
              </a:ext>
            </a:extLst>
          </p:cNvPr>
          <p:cNvSpPr>
            <a:spLocks noGrp="1"/>
          </p:cNvSpPr>
          <p:nvPr/>
        </p:nvSpPr>
        <p:spPr>
          <a:xfrm>
            <a:off x="2395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e_full_violin_3616">
            <a:extLst>
              <a:ext uri="{FF2B5EF4-FFF2-40B4-BE49-F238E27FC236}">
                <a16:creationId xmlns:a16="http://schemas.microsoft.com/office/drawing/2014/main" id="{84569275-09F6-47F1-BA78-443E48947FA0}"/>
              </a:ext>
            </a:extLst>
          </p:cNvPr>
          <p:cNvSpPr>
            <a:spLocks noGrp="1"/>
          </p:cNvSpPr>
          <p:nvPr/>
        </p:nvSpPr>
        <p:spPr>
          <a:xfrm>
            <a:off x="25036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e_full_violin_3617">
            <a:extLst>
              <a:ext uri="{FF2B5EF4-FFF2-40B4-BE49-F238E27FC236}">
                <a16:creationId xmlns:a16="http://schemas.microsoft.com/office/drawing/2014/main" id="{252E4743-755C-4485-94A4-D242EBB2B08B}"/>
              </a:ext>
            </a:extLst>
          </p:cNvPr>
          <p:cNvSpPr>
            <a:spLocks noGrp="1"/>
          </p:cNvSpPr>
          <p:nvPr/>
        </p:nvSpPr>
        <p:spPr>
          <a:xfrm>
            <a:off x="24625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e_full_violin_3618">
            <a:extLst>
              <a:ext uri="{FF2B5EF4-FFF2-40B4-BE49-F238E27FC236}">
                <a16:creationId xmlns:a16="http://schemas.microsoft.com/office/drawing/2014/main" id="{B2A6E085-BAE6-4901-A735-7F35FAB47505}"/>
              </a:ext>
            </a:extLst>
          </p:cNvPr>
          <p:cNvSpPr>
            <a:spLocks noGrp="1"/>
          </p:cNvSpPr>
          <p:nvPr/>
        </p:nvSpPr>
        <p:spPr>
          <a:xfrm>
            <a:off x="2422192" y="379016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e_full_violin_3619">
            <a:extLst>
              <a:ext uri="{FF2B5EF4-FFF2-40B4-BE49-F238E27FC236}">
                <a16:creationId xmlns:a16="http://schemas.microsoft.com/office/drawing/2014/main" id="{2E36BF72-0327-48E3-9F23-8172CF927A1A}"/>
              </a:ext>
            </a:extLst>
          </p:cNvPr>
          <p:cNvSpPr>
            <a:spLocks noGrp="1"/>
          </p:cNvSpPr>
          <p:nvPr/>
        </p:nvSpPr>
        <p:spPr>
          <a:xfrm>
            <a:off x="23699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e_full_violin_3620">
            <a:extLst>
              <a:ext uri="{FF2B5EF4-FFF2-40B4-BE49-F238E27FC236}">
                <a16:creationId xmlns:a16="http://schemas.microsoft.com/office/drawing/2014/main" id="{0D9FA1F2-8A13-4143-B0F1-25F10B7770A5}"/>
              </a:ext>
            </a:extLst>
          </p:cNvPr>
          <p:cNvSpPr>
            <a:spLocks noGrp="1"/>
          </p:cNvSpPr>
          <p:nvPr/>
        </p:nvSpPr>
        <p:spPr>
          <a:xfrm>
            <a:off x="2336697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e_full_violin_3621">
            <a:extLst>
              <a:ext uri="{FF2B5EF4-FFF2-40B4-BE49-F238E27FC236}">
                <a16:creationId xmlns:a16="http://schemas.microsoft.com/office/drawing/2014/main" id="{58EC94F3-DBDA-4480-BF43-39C9959BAC0B}"/>
              </a:ext>
            </a:extLst>
          </p:cNvPr>
          <p:cNvSpPr>
            <a:spLocks noGrp="1"/>
          </p:cNvSpPr>
          <p:nvPr/>
        </p:nvSpPr>
        <p:spPr>
          <a:xfrm>
            <a:off x="2381521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e_full_violin_3622">
            <a:extLst>
              <a:ext uri="{FF2B5EF4-FFF2-40B4-BE49-F238E27FC236}">
                <a16:creationId xmlns:a16="http://schemas.microsoft.com/office/drawing/2014/main" id="{D7764BEA-6858-4958-AAA5-7D5EC9F5019F}"/>
              </a:ext>
            </a:extLst>
          </p:cNvPr>
          <p:cNvSpPr>
            <a:spLocks noGrp="1"/>
          </p:cNvSpPr>
          <p:nvPr/>
        </p:nvSpPr>
        <p:spPr>
          <a:xfrm>
            <a:off x="22291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e_full_violin_3623">
            <a:extLst>
              <a:ext uri="{FF2B5EF4-FFF2-40B4-BE49-F238E27FC236}">
                <a16:creationId xmlns:a16="http://schemas.microsoft.com/office/drawing/2014/main" id="{1B78CA87-7C93-4761-8FB9-CB6C952632C3}"/>
              </a:ext>
            </a:extLst>
          </p:cNvPr>
          <p:cNvSpPr>
            <a:spLocks noGrp="1"/>
          </p:cNvSpPr>
          <p:nvPr/>
        </p:nvSpPr>
        <p:spPr>
          <a:xfrm>
            <a:off x="22087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e_full_violin_3624">
            <a:extLst>
              <a:ext uri="{FF2B5EF4-FFF2-40B4-BE49-F238E27FC236}">
                <a16:creationId xmlns:a16="http://schemas.microsoft.com/office/drawing/2014/main" id="{D6AA130A-D682-40A6-8CB1-2547F1FC10A3}"/>
              </a:ext>
            </a:extLst>
          </p:cNvPr>
          <p:cNvSpPr>
            <a:spLocks noGrp="1"/>
          </p:cNvSpPr>
          <p:nvPr/>
        </p:nvSpPr>
        <p:spPr>
          <a:xfrm>
            <a:off x="226090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e_full_violin_3625">
            <a:extLst>
              <a:ext uri="{FF2B5EF4-FFF2-40B4-BE49-F238E27FC236}">
                <a16:creationId xmlns:a16="http://schemas.microsoft.com/office/drawing/2014/main" id="{C068318D-C2F8-4C7C-B1A4-9D6DB477DCEB}"/>
              </a:ext>
            </a:extLst>
          </p:cNvPr>
          <p:cNvSpPr>
            <a:spLocks noGrp="1"/>
          </p:cNvSpPr>
          <p:nvPr/>
        </p:nvSpPr>
        <p:spPr>
          <a:xfrm>
            <a:off x="2132553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e_full_violin_3626">
            <a:extLst>
              <a:ext uri="{FF2B5EF4-FFF2-40B4-BE49-F238E27FC236}">
                <a16:creationId xmlns:a16="http://schemas.microsoft.com/office/drawing/2014/main" id="{91D23FF4-4E68-43A2-AEDC-3325ED0127FD}"/>
              </a:ext>
            </a:extLst>
          </p:cNvPr>
          <p:cNvSpPr>
            <a:spLocks noGrp="1"/>
          </p:cNvSpPr>
          <p:nvPr/>
        </p:nvSpPr>
        <p:spPr>
          <a:xfrm>
            <a:off x="2131224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e_full_violin_3627">
            <a:extLst>
              <a:ext uri="{FF2B5EF4-FFF2-40B4-BE49-F238E27FC236}">
                <a16:creationId xmlns:a16="http://schemas.microsoft.com/office/drawing/2014/main" id="{C01CD50D-0A24-4199-ACCF-3A410138EBBD}"/>
              </a:ext>
            </a:extLst>
          </p:cNvPr>
          <p:cNvSpPr>
            <a:spLocks noGrp="1"/>
          </p:cNvSpPr>
          <p:nvPr/>
        </p:nvSpPr>
        <p:spPr>
          <a:xfrm>
            <a:off x="2280361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e_full_violin_3628">
            <a:extLst>
              <a:ext uri="{FF2B5EF4-FFF2-40B4-BE49-F238E27FC236}">
                <a16:creationId xmlns:a16="http://schemas.microsoft.com/office/drawing/2014/main" id="{DF73F136-23BD-4807-A189-22F95AF101DA}"/>
              </a:ext>
            </a:extLst>
          </p:cNvPr>
          <p:cNvSpPr>
            <a:spLocks noGrp="1"/>
          </p:cNvSpPr>
          <p:nvPr/>
        </p:nvSpPr>
        <p:spPr>
          <a:xfrm>
            <a:off x="23458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e_full_violin_3629">
            <a:extLst>
              <a:ext uri="{FF2B5EF4-FFF2-40B4-BE49-F238E27FC236}">
                <a16:creationId xmlns:a16="http://schemas.microsoft.com/office/drawing/2014/main" id="{09CFEB4D-8C14-42E7-8941-E34959B9A097}"/>
              </a:ext>
            </a:extLst>
          </p:cNvPr>
          <p:cNvSpPr>
            <a:spLocks noGrp="1"/>
          </p:cNvSpPr>
          <p:nvPr/>
        </p:nvSpPr>
        <p:spPr>
          <a:xfrm>
            <a:off x="23143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e_full_violin_3630">
            <a:extLst>
              <a:ext uri="{FF2B5EF4-FFF2-40B4-BE49-F238E27FC236}">
                <a16:creationId xmlns:a16="http://schemas.microsoft.com/office/drawing/2014/main" id="{A23D20B3-511D-4523-B6F3-441E67610B9C}"/>
              </a:ext>
            </a:extLst>
          </p:cNvPr>
          <p:cNvSpPr>
            <a:spLocks noGrp="1"/>
          </p:cNvSpPr>
          <p:nvPr/>
        </p:nvSpPr>
        <p:spPr>
          <a:xfrm>
            <a:off x="2413103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e_full_violin_3631">
            <a:extLst>
              <a:ext uri="{FF2B5EF4-FFF2-40B4-BE49-F238E27FC236}">
                <a16:creationId xmlns:a16="http://schemas.microsoft.com/office/drawing/2014/main" id="{53C3BCAB-7769-4A3C-8B82-70139C4576F7}"/>
              </a:ext>
            </a:extLst>
          </p:cNvPr>
          <p:cNvSpPr>
            <a:spLocks noGrp="1"/>
          </p:cNvSpPr>
          <p:nvPr/>
        </p:nvSpPr>
        <p:spPr>
          <a:xfrm>
            <a:off x="2113167" y="484554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e_full_violin_3632">
            <a:extLst>
              <a:ext uri="{FF2B5EF4-FFF2-40B4-BE49-F238E27FC236}">
                <a16:creationId xmlns:a16="http://schemas.microsoft.com/office/drawing/2014/main" id="{210C087D-CE13-48FD-AB8D-C0E063945DBA}"/>
              </a:ext>
            </a:extLst>
          </p:cNvPr>
          <p:cNvSpPr>
            <a:spLocks noGrp="1"/>
          </p:cNvSpPr>
          <p:nvPr/>
        </p:nvSpPr>
        <p:spPr>
          <a:xfrm>
            <a:off x="21321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e_full_violin_3633">
            <a:extLst>
              <a:ext uri="{FF2B5EF4-FFF2-40B4-BE49-F238E27FC236}">
                <a16:creationId xmlns:a16="http://schemas.microsoft.com/office/drawing/2014/main" id="{397EE5F1-B257-49A2-8824-5B63B3B47AAB}"/>
              </a:ext>
            </a:extLst>
          </p:cNvPr>
          <p:cNvSpPr>
            <a:spLocks noGrp="1"/>
          </p:cNvSpPr>
          <p:nvPr/>
        </p:nvSpPr>
        <p:spPr>
          <a:xfrm>
            <a:off x="203191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e_full_violin_3634">
            <a:extLst>
              <a:ext uri="{FF2B5EF4-FFF2-40B4-BE49-F238E27FC236}">
                <a16:creationId xmlns:a16="http://schemas.microsoft.com/office/drawing/2014/main" id="{9E02527F-7784-4198-8825-9E0839763F80}"/>
              </a:ext>
            </a:extLst>
          </p:cNvPr>
          <p:cNvSpPr>
            <a:spLocks noGrp="1"/>
          </p:cNvSpPr>
          <p:nvPr/>
        </p:nvSpPr>
        <p:spPr>
          <a:xfrm>
            <a:off x="23227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e_full_violin_3635">
            <a:extLst>
              <a:ext uri="{FF2B5EF4-FFF2-40B4-BE49-F238E27FC236}">
                <a16:creationId xmlns:a16="http://schemas.microsoft.com/office/drawing/2014/main" id="{6E607186-30E4-4CB4-8529-DFA2EC5C12CF}"/>
              </a:ext>
            </a:extLst>
          </p:cNvPr>
          <p:cNvSpPr>
            <a:spLocks noGrp="1"/>
          </p:cNvSpPr>
          <p:nvPr/>
        </p:nvSpPr>
        <p:spPr>
          <a:xfrm>
            <a:off x="20891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e_full_violin_3636">
            <a:extLst>
              <a:ext uri="{FF2B5EF4-FFF2-40B4-BE49-F238E27FC236}">
                <a16:creationId xmlns:a16="http://schemas.microsoft.com/office/drawing/2014/main" id="{2CD6817E-55C7-4B80-AD83-B21A2AEC82D6}"/>
              </a:ext>
            </a:extLst>
          </p:cNvPr>
          <p:cNvSpPr>
            <a:spLocks noGrp="1"/>
          </p:cNvSpPr>
          <p:nvPr/>
        </p:nvSpPr>
        <p:spPr>
          <a:xfrm>
            <a:off x="24511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e_full_violin_3637">
            <a:extLst>
              <a:ext uri="{FF2B5EF4-FFF2-40B4-BE49-F238E27FC236}">
                <a16:creationId xmlns:a16="http://schemas.microsoft.com/office/drawing/2014/main" id="{E972AAC0-8033-468A-9440-05225383DA07}"/>
              </a:ext>
            </a:extLst>
          </p:cNvPr>
          <p:cNvSpPr>
            <a:spLocks noGrp="1"/>
          </p:cNvSpPr>
          <p:nvPr/>
        </p:nvSpPr>
        <p:spPr>
          <a:xfrm>
            <a:off x="21907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e_full_violin_3638">
            <a:extLst>
              <a:ext uri="{FF2B5EF4-FFF2-40B4-BE49-F238E27FC236}">
                <a16:creationId xmlns:a16="http://schemas.microsoft.com/office/drawing/2014/main" id="{BC5E703D-6ED8-4397-9957-D89B793A1E29}"/>
              </a:ext>
            </a:extLst>
          </p:cNvPr>
          <p:cNvSpPr>
            <a:spLocks noGrp="1"/>
          </p:cNvSpPr>
          <p:nvPr/>
        </p:nvSpPr>
        <p:spPr>
          <a:xfrm>
            <a:off x="2241657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e_full_violin_3639">
            <a:extLst>
              <a:ext uri="{FF2B5EF4-FFF2-40B4-BE49-F238E27FC236}">
                <a16:creationId xmlns:a16="http://schemas.microsoft.com/office/drawing/2014/main" id="{A66B21A3-6D6C-455A-8BCA-F5F98FAB4302}"/>
              </a:ext>
            </a:extLst>
          </p:cNvPr>
          <p:cNvSpPr>
            <a:spLocks noGrp="1"/>
          </p:cNvSpPr>
          <p:nvPr/>
        </p:nvSpPr>
        <p:spPr>
          <a:xfrm>
            <a:off x="20880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e_full_violin_3640">
            <a:extLst>
              <a:ext uri="{FF2B5EF4-FFF2-40B4-BE49-F238E27FC236}">
                <a16:creationId xmlns:a16="http://schemas.microsoft.com/office/drawing/2014/main" id="{B2E83242-9512-4AA1-8078-0885F7EA82F4}"/>
              </a:ext>
            </a:extLst>
          </p:cNvPr>
          <p:cNvSpPr>
            <a:spLocks noGrp="1"/>
          </p:cNvSpPr>
          <p:nvPr/>
        </p:nvSpPr>
        <p:spPr>
          <a:xfrm>
            <a:off x="221681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e_full_violin_3641">
            <a:extLst>
              <a:ext uri="{FF2B5EF4-FFF2-40B4-BE49-F238E27FC236}">
                <a16:creationId xmlns:a16="http://schemas.microsoft.com/office/drawing/2014/main" id="{15A0442B-6A48-4E5A-BA36-AB747CF32676}"/>
              </a:ext>
            </a:extLst>
          </p:cNvPr>
          <p:cNvSpPr>
            <a:spLocks noGrp="1"/>
          </p:cNvSpPr>
          <p:nvPr/>
        </p:nvSpPr>
        <p:spPr>
          <a:xfrm>
            <a:off x="24286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e_full_violin_3642">
            <a:extLst>
              <a:ext uri="{FF2B5EF4-FFF2-40B4-BE49-F238E27FC236}">
                <a16:creationId xmlns:a16="http://schemas.microsoft.com/office/drawing/2014/main" id="{819215E1-9D09-4AF8-9DCB-FDF93B7AA858}"/>
              </a:ext>
            </a:extLst>
          </p:cNvPr>
          <p:cNvSpPr>
            <a:spLocks noGrp="1"/>
          </p:cNvSpPr>
          <p:nvPr/>
        </p:nvSpPr>
        <p:spPr>
          <a:xfrm>
            <a:off x="23811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e_full_violin_3643">
            <a:extLst>
              <a:ext uri="{FF2B5EF4-FFF2-40B4-BE49-F238E27FC236}">
                <a16:creationId xmlns:a16="http://schemas.microsoft.com/office/drawing/2014/main" id="{5E02D4A2-31D7-4A7B-A5FC-B1BFCE5F8F80}"/>
              </a:ext>
            </a:extLst>
          </p:cNvPr>
          <p:cNvSpPr>
            <a:spLocks noGrp="1"/>
          </p:cNvSpPr>
          <p:nvPr/>
        </p:nvSpPr>
        <p:spPr>
          <a:xfrm>
            <a:off x="21246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e_full_violin_3644">
            <a:extLst>
              <a:ext uri="{FF2B5EF4-FFF2-40B4-BE49-F238E27FC236}">
                <a16:creationId xmlns:a16="http://schemas.microsoft.com/office/drawing/2014/main" id="{0E0B67AD-665E-4E99-93DF-8DAEB3A02A67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56991" y="3685436"/>
                </a:moveTo>
                <a:lnTo>
                  <a:pt x="225604" y="3685436"/>
                </a:lnTo>
                <a:lnTo>
                  <a:pt x="227526" y="3662402"/>
                </a:lnTo>
                <a:lnTo>
                  <a:pt x="233158" y="3639368"/>
                </a:lnTo>
                <a:lnTo>
                  <a:pt x="242106" y="3616334"/>
                </a:lnTo>
                <a:lnTo>
                  <a:pt x="253770" y="3593300"/>
                </a:lnTo>
                <a:lnTo>
                  <a:pt x="267402" y="3570266"/>
                </a:lnTo>
                <a:lnTo>
                  <a:pt x="282189" y="3547232"/>
                </a:lnTo>
                <a:lnTo>
                  <a:pt x="297332" y="3524198"/>
                </a:lnTo>
                <a:lnTo>
                  <a:pt x="312111" y="3501164"/>
                </a:lnTo>
                <a:lnTo>
                  <a:pt x="325942" y="3478130"/>
                </a:lnTo>
                <a:lnTo>
                  <a:pt x="338401" y="3455096"/>
                </a:lnTo>
                <a:lnTo>
                  <a:pt x="349231" y="3432062"/>
                </a:lnTo>
                <a:lnTo>
                  <a:pt x="358334" y="3409028"/>
                </a:lnTo>
                <a:lnTo>
                  <a:pt x="365741" y="3385994"/>
                </a:lnTo>
                <a:lnTo>
                  <a:pt x="371580" y="3362960"/>
                </a:lnTo>
                <a:lnTo>
                  <a:pt x="376038" y="3339926"/>
                </a:lnTo>
                <a:lnTo>
                  <a:pt x="379333" y="3316892"/>
                </a:lnTo>
                <a:lnTo>
                  <a:pt x="381682" y="3293858"/>
                </a:lnTo>
                <a:lnTo>
                  <a:pt x="383286" y="3270824"/>
                </a:lnTo>
                <a:lnTo>
                  <a:pt x="384317" y="3247790"/>
                </a:lnTo>
                <a:lnTo>
                  <a:pt x="384918" y="3224756"/>
                </a:lnTo>
                <a:lnTo>
                  <a:pt x="385193" y="3201722"/>
                </a:lnTo>
                <a:lnTo>
                  <a:pt x="385223" y="3178688"/>
                </a:lnTo>
                <a:lnTo>
                  <a:pt x="385062" y="3155654"/>
                </a:lnTo>
                <a:lnTo>
                  <a:pt x="384746" y="3132620"/>
                </a:lnTo>
                <a:lnTo>
                  <a:pt x="384298" y="3109586"/>
                </a:lnTo>
                <a:lnTo>
                  <a:pt x="383730" y="3086552"/>
                </a:lnTo>
                <a:lnTo>
                  <a:pt x="383049" y="3063518"/>
                </a:lnTo>
                <a:lnTo>
                  <a:pt x="382259" y="3040485"/>
                </a:lnTo>
                <a:lnTo>
                  <a:pt x="381365" y="3017451"/>
                </a:lnTo>
                <a:lnTo>
                  <a:pt x="380371" y="2994417"/>
                </a:lnTo>
                <a:lnTo>
                  <a:pt x="379287" y="2971383"/>
                </a:lnTo>
                <a:lnTo>
                  <a:pt x="378128" y="2948349"/>
                </a:lnTo>
                <a:lnTo>
                  <a:pt x="376913" y="2925315"/>
                </a:lnTo>
                <a:lnTo>
                  <a:pt x="375667" y="2902281"/>
                </a:lnTo>
                <a:lnTo>
                  <a:pt x="374418" y="2879247"/>
                </a:lnTo>
                <a:lnTo>
                  <a:pt x="373193" y="2856213"/>
                </a:lnTo>
                <a:lnTo>
                  <a:pt x="372013" y="2833179"/>
                </a:lnTo>
                <a:lnTo>
                  <a:pt x="370891" y="2810145"/>
                </a:lnTo>
                <a:lnTo>
                  <a:pt x="369828" y="2787111"/>
                </a:lnTo>
                <a:lnTo>
                  <a:pt x="368810" y="2764077"/>
                </a:lnTo>
                <a:lnTo>
                  <a:pt x="367808" y="2741043"/>
                </a:lnTo>
                <a:lnTo>
                  <a:pt x="366785" y="2718009"/>
                </a:lnTo>
                <a:lnTo>
                  <a:pt x="365697" y="2694975"/>
                </a:lnTo>
                <a:lnTo>
                  <a:pt x="364506" y="2671941"/>
                </a:lnTo>
                <a:lnTo>
                  <a:pt x="363183" y="2648907"/>
                </a:lnTo>
                <a:lnTo>
                  <a:pt x="361722" y="2625873"/>
                </a:lnTo>
                <a:lnTo>
                  <a:pt x="360139" y="2602839"/>
                </a:lnTo>
                <a:lnTo>
                  <a:pt x="358479" y="2579805"/>
                </a:lnTo>
                <a:lnTo>
                  <a:pt x="356812" y="2556771"/>
                </a:lnTo>
                <a:lnTo>
                  <a:pt x="355228" y="2533737"/>
                </a:lnTo>
                <a:lnTo>
                  <a:pt x="353827" y="2510703"/>
                </a:lnTo>
                <a:lnTo>
                  <a:pt x="352706" y="2487669"/>
                </a:lnTo>
                <a:lnTo>
                  <a:pt x="351952" y="2464635"/>
                </a:lnTo>
                <a:lnTo>
                  <a:pt x="351627" y="2441601"/>
                </a:lnTo>
                <a:lnTo>
                  <a:pt x="351764" y="2418567"/>
                </a:lnTo>
                <a:lnTo>
                  <a:pt x="352361" y="2395533"/>
                </a:lnTo>
                <a:lnTo>
                  <a:pt x="353383" y="2372499"/>
                </a:lnTo>
                <a:lnTo>
                  <a:pt x="354767" y="2349465"/>
                </a:lnTo>
                <a:lnTo>
                  <a:pt x="356425" y="2326431"/>
                </a:lnTo>
                <a:lnTo>
                  <a:pt x="358256" y="2303397"/>
                </a:lnTo>
                <a:lnTo>
                  <a:pt x="360146" y="2280363"/>
                </a:lnTo>
                <a:lnTo>
                  <a:pt x="361982" y="2257329"/>
                </a:lnTo>
                <a:lnTo>
                  <a:pt x="363653" y="2234295"/>
                </a:lnTo>
                <a:lnTo>
                  <a:pt x="365050" y="2211261"/>
                </a:lnTo>
                <a:lnTo>
                  <a:pt x="366073" y="2188228"/>
                </a:lnTo>
                <a:lnTo>
                  <a:pt x="366630" y="2165194"/>
                </a:lnTo>
                <a:lnTo>
                  <a:pt x="366643" y="2142160"/>
                </a:lnTo>
                <a:lnTo>
                  <a:pt x="366049" y="2119126"/>
                </a:lnTo>
                <a:lnTo>
                  <a:pt x="364810" y="2096092"/>
                </a:lnTo>
                <a:lnTo>
                  <a:pt x="362922" y="2073058"/>
                </a:lnTo>
                <a:lnTo>
                  <a:pt x="360419" y="2050024"/>
                </a:lnTo>
                <a:lnTo>
                  <a:pt x="357381" y="2026990"/>
                </a:lnTo>
                <a:lnTo>
                  <a:pt x="353938" y="2003956"/>
                </a:lnTo>
                <a:lnTo>
                  <a:pt x="350267" y="1980922"/>
                </a:lnTo>
                <a:lnTo>
                  <a:pt x="346580" y="1957888"/>
                </a:lnTo>
                <a:lnTo>
                  <a:pt x="343108" y="1934854"/>
                </a:lnTo>
                <a:lnTo>
                  <a:pt x="340086" y="1911820"/>
                </a:lnTo>
                <a:lnTo>
                  <a:pt x="337723" y="1888786"/>
                </a:lnTo>
                <a:lnTo>
                  <a:pt x="336181" y="1865752"/>
                </a:lnTo>
                <a:lnTo>
                  <a:pt x="335561" y="1842718"/>
                </a:lnTo>
                <a:lnTo>
                  <a:pt x="335883" y="1819684"/>
                </a:lnTo>
                <a:lnTo>
                  <a:pt x="337094" y="1796650"/>
                </a:lnTo>
                <a:lnTo>
                  <a:pt x="339065" y="1773616"/>
                </a:lnTo>
                <a:lnTo>
                  <a:pt x="341617" y="1750582"/>
                </a:lnTo>
                <a:lnTo>
                  <a:pt x="344533" y="1727548"/>
                </a:lnTo>
                <a:lnTo>
                  <a:pt x="347589" y="1704514"/>
                </a:lnTo>
                <a:lnTo>
                  <a:pt x="350573" y="1681480"/>
                </a:lnTo>
                <a:lnTo>
                  <a:pt x="353306" y="1658446"/>
                </a:lnTo>
                <a:lnTo>
                  <a:pt x="355649" y="1635412"/>
                </a:lnTo>
                <a:lnTo>
                  <a:pt x="357513" y="1612378"/>
                </a:lnTo>
                <a:lnTo>
                  <a:pt x="358849" y="1589344"/>
                </a:lnTo>
                <a:lnTo>
                  <a:pt x="359647" y="1566310"/>
                </a:lnTo>
                <a:lnTo>
                  <a:pt x="359919" y="1543276"/>
                </a:lnTo>
                <a:lnTo>
                  <a:pt x="359694" y="1520242"/>
                </a:lnTo>
                <a:lnTo>
                  <a:pt x="359006" y="1497208"/>
                </a:lnTo>
                <a:lnTo>
                  <a:pt x="357892" y="1474174"/>
                </a:lnTo>
                <a:lnTo>
                  <a:pt x="356392" y="1451140"/>
                </a:lnTo>
                <a:lnTo>
                  <a:pt x="354553" y="1428106"/>
                </a:lnTo>
                <a:lnTo>
                  <a:pt x="352436" y="1405072"/>
                </a:lnTo>
                <a:lnTo>
                  <a:pt x="350119" y="1382038"/>
                </a:lnTo>
                <a:lnTo>
                  <a:pt x="347701" y="1359004"/>
                </a:lnTo>
                <a:lnTo>
                  <a:pt x="345305" y="1335970"/>
                </a:lnTo>
                <a:lnTo>
                  <a:pt x="343068" y="1312937"/>
                </a:lnTo>
                <a:lnTo>
                  <a:pt x="341130" y="1289903"/>
                </a:lnTo>
                <a:lnTo>
                  <a:pt x="339627" y="1266869"/>
                </a:lnTo>
                <a:lnTo>
                  <a:pt x="338670" y="1243835"/>
                </a:lnTo>
                <a:lnTo>
                  <a:pt x="338334" y="1220801"/>
                </a:lnTo>
                <a:lnTo>
                  <a:pt x="338649" y="1197767"/>
                </a:lnTo>
                <a:lnTo>
                  <a:pt x="339596" y="1174733"/>
                </a:lnTo>
                <a:lnTo>
                  <a:pt x="341105" y="1151699"/>
                </a:lnTo>
                <a:lnTo>
                  <a:pt x="343072" y="1128665"/>
                </a:lnTo>
                <a:lnTo>
                  <a:pt x="345362" y="1105631"/>
                </a:lnTo>
                <a:lnTo>
                  <a:pt x="347831" y="1082597"/>
                </a:lnTo>
                <a:lnTo>
                  <a:pt x="350336" y="1059563"/>
                </a:lnTo>
                <a:lnTo>
                  <a:pt x="352757" y="1036529"/>
                </a:lnTo>
                <a:lnTo>
                  <a:pt x="354998" y="1013495"/>
                </a:lnTo>
                <a:lnTo>
                  <a:pt x="356997" y="990461"/>
                </a:lnTo>
                <a:lnTo>
                  <a:pt x="358728" y="967427"/>
                </a:lnTo>
                <a:lnTo>
                  <a:pt x="360192" y="944393"/>
                </a:lnTo>
                <a:lnTo>
                  <a:pt x="361412" y="921359"/>
                </a:lnTo>
                <a:lnTo>
                  <a:pt x="362427" y="898325"/>
                </a:lnTo>
                <a:lnTo>
                  <a:pt x="363277" y="875291"/>
                </a:lnTo>
                <a:lnTo>
                  <a:pt x="363999" y="852257"/>
                </a:lnTo>
                <a:lnTo>
                  <a:pt x="364621" y="829223"/>
                </a:lnTo>
                <a:lnTo>
                  <a:pt x="365159" y="806189"/>
                </a:lnTo>
                <a:lnTo>
                  <a:pt x="365617" y="783155"/>
                </a:lnTo>
                <a:lnTo>
                  <a:pt x="365990" y="760121"/>
                </a:lnTo>
                <a:lnTo>
                  <a:pt x="366268" y="737087"/>
                </a:lnTo>
                <a:lnTo>
                  <a:pt x="366444" y="714053"/>
                </a:lnTo>
                <a:lnTo>
                  <a:pt x="366515" y="691019"/>
                </a:lnTo>
                <a:lnTo>
                  <a:pt x="366486" y="667985"/>
                </a:lnTo>
                <a:lnTo>
                  <a:pt x="366374" y="644951"/>
                </a:lnTo>
                <a:lnTo>
                  <a:pt x="366205" y="621917"/>
                </a:lnTo>
                <a:lnTo>
                  <a:pt x="366005" y="598883"/>
                </a:lnTo>
                <a:lnTo>
                  <a:pt x="365802" y="575849"/>
                </a:lnTo>
                <a:lnTo>
                  <a:pt x="365607" y="552815"/>
                </a:lnTo>
                <a:lnTo>
                  <a:pt x="365410" y="529781"/>
                </a:lnTo>
                <a:lnTo>
                  <a:pt x="365164" y="506747"/>
                </a:lnTo>
                <a:lnTo>
                  <a:pt x="364771" y="483713"/>
                </a:lnTo>
                <a:lnTo>
                  <a:pt x="364076" y="460679"/>
                </a:lnTo>
                <a:lnTo>
                  <a:pt x="362851" y="437646"/>
                </a:lnTo>
                <a:lnTo>
                  <a:pt x="360791" y="414612"/>
                </a:lnTo>
                <a:lnTo>
                  <a:pt x="357509" y="391578"/>
                </a:lnTo>
                <a:lnTo>
                  <a:pt x="352546" y="368544"/>
                </a:lnTo>
                <a:lnTo>
                  <a:pt x="345387" y="345510"/>
                </a:lnTo>
                <a:lnTo>
                  <a:pt x="335489" y="322476"/>
                </a:lnTo>
                <a:lnTo>
                  <a:pt x="322331" y="299442"/>
                </a:lnTo>
                <a:lnTo>
                  <a:pt x="305471" y="276408"/>
                </a:lnTo>
                <a:lnTo>
                  <a:pt x="284623" y="253374"/>
                </a:lnTo>
                <a:lnTo>
                  <a:pt x="259730" y="230340"/>
                </a:lnTo>
                <a:lnTo>
                  <a:pt x="231043" y="207306"/>
                </a:lnTo>
                <a:lnTo>
                  <a:pt x="199171" y="184272"/>
                </a:lnTo>
                <a:lnTo>
                  <a:pt x="165111" y="161238"/>
                </a:lnTo>
                <a:lnTo>
                  <a:pt x="130224" y="138204"/>
                </a:lnTo>
                <a:lnTo>
                  <a:pt x="96170" y="115170"/>
                </a:lnTo>
                <a:lnTo>
                  <a:pt x="64791" y="92136"/>
                </a:lnTo>
                <a:lnTo>
                  <a:pt x="37954" y="69102"/>
                </a:lnTo>
                <a:lnTo>
                  <a:pt x="17370" y="46068"/>
                </a:lnTo>
                <a:lnTo>
                  <a:pt x="442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174" y="23034"/>
                </a:lnTo>
                <a:lnTo>
                  <a:pt x="765225" y="46068"/>
                </a:lnTo>
                <a:lnTo>
                  <a:pt x="744641" y="69102"/>
                </a:lnTo>
                <a:lnTo>
                  <a:pt x="717804" y="92136"/>
                </a:lnTo>
                <a:lnTo>
                  <a:pt x="686425" y="115170"/>
                </a:lnTo>
                <a:lnTo>
                  <a:pt x="652371" y="138204"/>
                </a:lnTo>
                <a:lnTo>
                  <a:pt x="617483" y="161238"/>
                </a:lnTo>
                <a:lnTo>
                  <a:pt x="583423" y="184272"/>
                </a:lnTo>
                <a:lnTo>
                  <a:pt x="551552" y="207306"/>
                </a:lnTo>
                <a:lnTo>
                  <a:pt x="522865" y="230340"/>
                </a:lnTo>
                <a:lnTo>
                  <a:pt x="497972" y="253374"/>
                </a:lnTo>
                <a:lnTo>
                  <a:pt x="477124" y="276408"/>
                </a:lnTo>
                <a:lnTo>
                  <a:pt x="460264" y="299442"/>
                </a:lnTo>
                <a:lnTo>
                  <a:pt x="447106" y="322476"/>
                </a:lnTo>
                <a:lnTo>
                  <a:pt x="437208" y="345510"/>
                </a:lnTo>
                <a:lnTo>
                  <a:pt x="430049" y="368544"/>
                </a:lnTo>
                <a:lnTo>
                  <a:pt x="425086" y="391578"/>
                </a:lnTo>
                <a:lnTo>
                  <a:pt x="421804" y="414612"/>
                </a:lnTo>
                <a:lnTo>
                  <a:pt x="419743" y="437646"/>
                </a:lnTo>
                <a:lnTo>
                  <a:pt x="418518" y="460679"/>
                </a:lnTo>
                <a:lnTo>
                  <a:pt x="417823" y="483713"/>
                </a:lnTo>
                <a:lnTo>
                  <a:pt x="417431" y="506747"/>
                </a:lnTo>
                <a:lnTo>
                  <a:pt x="417184" y="529781"/>
                </a:lnTo>
                <a:lnTo>
                  <a:pt x="416987" y="552815"/>
                </a:lnTo>
                <a:lnTo>
                  <a:pt x="416793" y="575849"/>
                </a:lnTo>
                <a:lnTo>
                  <a:pt x="416589" y="598883"/>
                </a:lnTo>
                <a:lnTo>
                  <a:pt x="416390" y="621917"/>
                </a:lnTo>
                <a:lnTo>
                  <a:pt x="416220" y="644951"/>
                </a:lnTo>
                <a:lnTo>
                  <a:pt x="416109" y="667985"/>
                </a:lnTo>
                <a:lnTo>
                  <a:pt x="416080" y="691019"/>
                </a:lnTo>
                <a:lnTo>
                  <a:pt x="416150" y="714053"/>
                </a:lnTo>
                <a:lnTo>
                  <a:pt x="416326" y="737087"/>
                </a:lnTo>
                <a:lnTo>
                  <a:pt x="416605" y="760121"/>
                </a:lnTo>
                <a:lnTo>
                  <a:pt x="416978" y="783155"/>
                </a:lnTo>
                <a:lnTo>
                  <a:pt x="417436" y="806189"/>
                </a:lnTo>
                <a:lnTo>
                  <a:pt x="417974" y="829223"/>
                </a:lnTo>
                <a:lnTo>
                  <a:pt x="418596" y="852257"/>
                </a:lnTo>
                <a:lnTo>
                  <a:pt x="419318" y="875291"/>
                </a:lnTo>
                <a:lnTo>
                  <a:pt x="420168" y="898325"/>
                </a:lnTo>
                <a:lnTo>
                  <a:pt x="421182" y="921359"/>
                </a:lnTo>
                <a:lnTo>
                  <a:pt x="422403" y="944393"/>
                </a:lnTo>
                <a:lnTo>
                  <a:pt x="423867" y="967427"/>
                </a:lnTo>
                <a:lnTo>
                  <a:pt x="425598" y="990461"/>
                </a:lnTo>
                <a:lnTo>
                  <a:pt x="427597" y="1013495"/>
                </a:lnTo>
                <a:lnTo>
                  <a:pt x="429838" y="1036529"/>
                </a:lnTo>
                <a:lnTo>
                  <a:pt x="432258" y="1059563"/>
                </a:lnTo>
                <a:lnTo>
                  <a:pt x="434764" y="1082597"/>
                </a:lnTo>
                <a:lnTo>
                  <a:pt x="437232" y="1105631"/>
                </a:lnTo>
                <a:lnTo>
                  <a:pt x="439522" y="1128665"/>
                </a:lnTo>
                <a:lnTo>
                  <a:pt x="441489" y="1151699"/>
                </a:lnTo>
                <a:lnTo>
                  <a:pt x="442999" y="1174733"/>
                </a:lnTo>
                <a:lnTo>
                  <a:pt x="443945" y="1197767"/>
                </a:lnTo>
                <a:lnTo>
                  <a:pt x="444260" y="1220801"/>
                </a:lnTo>
                <a:lnTo>
                  <a:pt x="443925" y="1243835"/>
                </a:lnTo>
                <a:lnTo>
                  <a:pt x="442967" y="1266869"/>
                </a:lnTo>
                <a:lnTo>
                  <a:pt x="441464" y="1289903"/>
                </a:lnTo>
                <a:lnTo>
                  <a:pt x="439527" y="1312937"/>
                </a:lnTo>
                <a:lnTo>
                  <a:pt x="437289" y="1335970"/>
                </a:lnTo>
                <a:lnTo>
                  <a:pt x="434893" y="1359004"/>
                </a:lnTo>
                <a:lnTo>
                  <a:pt x="432476" y="1382038"/>
                </a:lnTo>
                <a:lnTo>
                  <a:pt x="430158" y="1405072"/>
                </a:lnTo>
                <a:lnTo>
                  <a:pt x="428041" y="1428106"/>
                </a:lnTo>
                <a:lnTo>
                  <a:pt x="426203" y="1451140"/>
                </a:lnTo>
                <a:lnTo>
                  <a:pt x="424703" y="1474174"/>
                </a:lnTo>
                <a:lnTo>
                  <a:pt x="423589" y="1497208"/>
                </a:lnTo>
                <a:lnTo>
                  <a:pt x="422901" y="1520242"/>
                </a:lnTo>
                <a:lnTo>
                  <a:pt x="422675" y="1543276"/>
                </a:lnTo>
                <a:lnTo>
                  <a:pt x="422948" y="1566310"/>
                </a:lnTo>
                <a:lnTo>
                  <a:pt x="423745" y="1589344"/>
                </a:lnTo>
                <a:lnTo>
                  <a:pt x="425082" y="1612378"/>
                </a:lnTo>
                <a:lnTo>
                  <a:pt x="426945" y="1635412"/>
                </a:lnTo>
                <a:lnTo>
                  <a:pt x="429289" y="1658446"/>
                </a:lnTo>
                <a:lnTo>
                  <a:pt x="432021" y="1681480"/>
                </a:lnTo>
                <a:lnTo>
                  <a:pt x="435006" y="1704514"/>
                </a:lnTo>
                <a:lnTo>
                  <a:pt x="438062" y="1727548"/>
                </a:lnTo>
                <a:lnTo>
                  <a:pt x="440978" y="1750582"/>
                </a:lnTo>
                <a:lnTo>
                  <a:pt x="443529" y="1773616"/>
                </a:lnTo>
                <a:lnTo>
                  <a:pt x="445501" y="1796650"/>
                </a:lnTo>
                <a:lnTo>
                  <a:pt x="446711" y="1819684"/>
                </a:lnTo>
                <a:lnTo>
                  <a:pt x="447034" y="1842718"/>
                </a:lnTo>
                <a:lnTo>
                  <a:pt x="446413" y="1865752"/>
                </a:lnTo>
                <a:lnTo>
                  <a:pt x="444872" y="1888786"/>
                </a:lnTo>
                <a:lnTo>
                  <a:pt x="442508" y="1911820"/>
                </a:lnTo>
                <a:lnTo>
                  <a:pt x="439486" y="1934854"/>
                </a:lnTo>
                <a:lnTo>
                  <a:pt x="436015" y="1957888"/>
                </a:lnTo>
                <a:lnTo>
                  <a:pt x="432327" y="1980922"/>
                </a:lnTo>
                <a:lnTo>
                  <a:pt x="428656" y="2003956"/>
                </a:lnTo>
                <a:lnTo>
                  <a:pt x="425214" y="2026990"/>
                </a:lnTo>
                <a:lnTo>
                  <a:pt x="422176" y="2050024"/>
                </a:lnTo>
                <a:lnTo>
                  <a:pt x="419673" y="2073058"/>
                </a:lnTo>
                <a:lnTo>
                  <a:pt x="417784" y="2096092"/>
                </a:lnTo>
                <a:lnTo>
                  <a:pt x="416546" y="2119126"/>
                </a:lnTo>
                <a:lnTo>
                  <a:pt x="415952" y="2142160"/>
                </a:lnTo>
                <a:lnTo>
                  <a:pt x="415965" y="2165194"/>
                </a:lnTo>
                <a:lnTo>
                  <a:pt x="416522" y="2188228"/>
                </a:lnTo>
                <a:lnTo>
                  <a:pt x="417545" y="2211261"/>
                </a:lnTo>
                <a:lnTo>
                  <a:pt x="418942" y="2234295"/>
                </a:lnTo>
                <a:lnTo>
                  <a:pt x="420612" y="2257329"/>
                </a:lnTo>
                <a:lnTo>
                  <a:pt x="422449" y="2280363"/>
                </a:lnTo>
                <a:lnTo>
                  <a:pt x="424339" y="2303397"/>
                </a:lnTo>
                <a:lnTo>
                  <a:pt x="426169" y="2326431"/>
                </a:lnTo>
                <a:lnTo>
                  <a:pt x="427828" y="2349465"/>
                </a:lnTo>
                <a:lnTo>
                  <a:pt x="429211" y="2372499"/>
                </a:lnTo>
                <a:lnTo>
                  <a:pt x="430234" y="2395533"/>
                </a:lnTo>
                <a:lnTo>
                  <a:pt x="430831" y="2418567"/>
                </a:lnTo>
                <a:lnTo>
                  <a:pt x="430967" y="2441601"/>
                </a:lnTo>
                <a:lnTo>
                  <a:pt x="430642" y="2464635"/>
                </a:lnTo>
                <a:lnTo>
                  <a:pt x="429888" y="2487669"/>
                </a:lnTo>
                <a:lnTo>
                  <a:pt x="428768" y="2510703"/>
                </a:lnTo>
                <a:lnTo>
                  <a:pt x="427367" y="2533737"/>
                </a:lnTo>
                <a:lnTo>
                  <a:pt x="425783" y="2556771"/>
                </a:lnTo>
                <a:lnTo>
                  <a:pt x="424116" y="2579805"/>
                </a:lnTo>
                <a:lnTo>
                  <a:pt x="422456" y="2602839"/>
                </a:lnTo>
                <a:lnTo>
                  <a:pt x="420873" y="2625873"/>
                </a:lnTo>
                <a:lnTo>
                  <a:pt x="419411" y="2648907"/>
                </a:lnTo>
                <a:lnTo>
                  <a:pt x="418089" y="2671941"/>
                </a:lnTo>
                <a:lnTo>
                  <a:pt x="416897" y="2694975"/>
                </a:lnTo>
                <a:lnTo>
                  <a:pt x="415810" y="2718009"/>
                </a:lnTo>
                <a:lnTo>
                  <a:pt x="414787" y="2741043"/>
                </a:lnTo>
                <a:lnTo>
                  <a:pt x="413785" y="2764077"/>
                </a:lnTo>
                <a:lnTo>
                  <a:pt x="412767" y="2787111"/>
                </a:lnTo>
                <a:lnTo>
                  <a:pt x="411704" y="2810145"/>
                </a:lnTo>
                <a:lnTo>
                  <a:pt x="410582" y="2833179"/>
                </a:lnTo>
                <a:lnTo>
                  <a:pt x="409402" y="2856213"/>
                </a:lnTo>
                <a:lnTo>
                  <a:pt x="408177" y="2879247"/>
                </a:lnTo>
                <a:lnTo>
                  <a:pt x="406928" y="2902281"/>
                </a:lnTo>
                <a:lnTo>
                  <a:pt x="405682" y="2925315"/>
                </a:lnTo>
                <a:lnTo>
                  <a:pt x="404467" y="2948349"/>
                </a:lnTo>
                <a:lnTo>
                  <a:pt x="403308" y="2971383"/>
                </a:lnTo>
                <a:lnTo>
                  <a:pt x="402224" y="2994417"/>
                </a:lnTo>
                <a:lnTo>
                  <a:pt x="401230" y="3017451"/>
                </a:lnTo>
                <a:lnTo>
                  <a:pt x="400335" y="3040485"/>
                </a:lnTo>
                <a:lnTo>
                  <a:pt x="399546" y="3063518"/>
                </a:lnTo>
                <a:lnTo>
                  <a:pt x="398865" y="3086552"/>
                </a:lnTo>
                <a:lnTo>
                  <a:pt x="398297" y="3109586"/>
                </a:lnTo>
                <a:lnTo>
                  <a:pt x="397848" y="3132620"/>
                </a:lnTo>
                <a:lnTo>
                  <a:pt x="397532" y="3155654"/>
                </a:lnTo>
                <a:lnTo>
                  <a:pt x="397371" y="3178688"/>
                </a:lnTo>
                <a:lnTo>
                  <a:pt x="397401" y="3201722"/>
                </a:lnTo>
                <a:lnTo>
                  <a:pt x="397677" y="3224756"/>
                </a:lnTo>
                <a:lnTo>
                  <a:pt x="398277" y="3247790"/>
                </a:lnTo>
                <a:lnTo>
                  <a:pt x="399309" y="3270824"/>
                </a:lnTo>
                <a:lnTo>
                  <a:pt x="400913" y="3293858"/>
                </a:lnTo>
                <a:lnTo>
                  <a:pt x="403262" y="3316892"/>
                </a:lnTo>
                <a:lnTo>
                  <a:pt x="406556" y="3339926"/>
                </a:lnTo>
                <a:lnTo>
                  <a:pt x="411015" y="3362960"/>
                </a:lnTo>
                <a:lnTo>
                  <a:pt x="416853" y="3385994"/>
                </a:lnTo>
                <a:lnTo>
                  <a:pt x="424260" y="3409028"/>
                </a:lnTo>
                <a:lnTo>
                  <a:pt x="433363" y="3432062"/>
                </a:lnTo>
                <a:lnTo>
                  <a:pt x="444194" y="3455096"/>
                </a:lnTo>
                <a:lnTo>
                  <a:pt x="456652" y="3478130"/>
                </a:lnTo>
                <a:lnTo>
                  <a:pt x="470483" y="3501164"/>
                </a:lnTo>
                <a:lnTo>
                  <a:pt x="485263" y="3524198"/>
                </a:lnTo>
                <a:lnTo>
                  <a:pt x="500406" y="3547232"/>
                </a:lnTo>
                <a:lnTo>
                  <a:pt x="515193" y="3570266"/>
                </a:lnTo>
                <a:lnTo>
                  <a:pt x="528825" y="3593300"/>
                </a:lnTo>
                <a:lnTo>
                  <a:pt x="540488" y="3616334"/>
                </a:lnTo>
                <a:lnTo>
                  <a:pt x="549437" y="3639368"/>
                </a:lnTo>
                <a:lnTo>
                  <a:pt x="555068" y="3662402"/>
                </a:lnTo>
                <a:lnTo>
                  <a:pt x="556991" y="3685436"/>
                </a:lnTo>
                <a:lnTo>
                  <a:pt x="5569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96" name="e_full_violin_3645">
            <a:extLst>
              <a:ext uri="{FF2B5EF4-FFF2-40B4-BE49-F238E27FC236}">
                <a16:creationId xmlns:a16="http://schemas.microsoft.com/office/drawing/2014/main" id="{C9764211-F489-4B71-9C68-DAAA601D6ABF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e_full_violin_3646">
            <a:extLst>
              <a:ext uri="{FF2B5EF4-FFF2-40B4-BE49-F238E27FC236}">
                <a16:creationId xmlns:a16="http://schemas.microsoft.com/office/drawing/2014/main" id="{7505B09F-59F2-4254-B6B7-2854C105DEF1}"/>
              </a:ext>
            </a:extLst>
          </p:cNvPr>
          <p:cNvSpPr>
            <a:spLocks noGrp="1"/>
          </p:cNvSpPr>
          <p:nvPr/>
        </p:nvSpPr>
        <p:spPr>
          <a:xfrm>
            <a:off x="3305861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e_full_violin_3647">
            <a:extLst>
              <a:ext uri="{FF2B5EF4-FFF2-40B4-BE49-F238E27FC236}">
                <a16:creationId xmlns:a16="http://schemas.microsoft.com/office/drawing/2014/main" id="{42B279CD-91D6-4329-B2D5-1F510013D04C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e_full_violin_3648">
            <a:extLst>
              <a:ext uri="{FF2B5EF4-FFF2-40B4-BE49-F238E27FC236}">
                <a16:creationId xmlns:a16="http://schemas.microsoft.com/office/drawing/2014/main" id="{FCE560F6-7BFA-46A8-BA74-B18E36685F42}"/>
              </a:ext>
            </a:extLst>
          </p:cNvPr>
          <p:cNvSpPr>
            <a:spLocks noGrp="1"/>
          </p:cNvSpPr>
          <p:nvPr/>
        </p:nvSpPr>
        <p:spPr>
          <a:xfrm>
            <a:off x="3195458" y="57669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e_full_violin_3649">
            <a:extLst>
              <a:ext uri="{FF2B5EF4-FFF2-40B4-BE49-F238E27FC236}">
                <a16:creationId xmlns:a16="http://schemas.microsoft.com/office/drawing/2014/main" id="{211D250D-274A-4455-A33C-08B908F50C33}"/>
              </a:ext>
            </a:extLst>
          </p:cNvPr>
          <p:cNvSpPr>
            <a:spLocks noGrp="1"/>
          </p:cNvSpPr>
          <p:nvPr/>
        </p:nvSpPr>
        <p:spPr>
          <a:xfrm>
            <a:off x="3198146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e_full_violin_3650">
            <a:extLst>
              <a:ext uri="{FF2B5EF4-FFF2-40B4-BE49-F238E27FC236}">
                <a16:creationId xmlns:a16="http://schemas.microsoft.com/office/drawing/2014/main" id="{F6907288-B7CD-4FBE-9662-4EB408382138}"/>
              </a:ext>
            </a:extLst>
          </p:cNvPr>
          <p:cNvSpPr>
            <a:spLocks noGrp="1"/>
          </p:cNvSpPr>
          <p:nvPr/>
        </p:nvSpPr>
        <p:spPr>
          <a:xfrm>
            <a:off x="339231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e_full_violin_3651">
            <a:extLst>
              <a:ext uri="{FF2B5EF4-FFF2-40B4-BE49-F238E27FC236}">
                <a16:creationId xmlns:a16="http://schemas.microsoft.com/office/drawing/2014/main" id="{89D2CF54-C4FF-4472-B265-CE2E2E2C235E}"/>
              </a:ext>
            </a:extLst>
          </p:cNvPr>
          <p:cNvSpPr>
            <a:spLocks noGrp="1"/>
          </p:cNvSpPr>
          <p:nvPr/>
        </p:nvSpPr>
        <p:spPr>
          <a:xfrm>
            <a:off x="32463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e_full_violin_3652">
            <a:extLst>
              <a:ext uri="{FF2B5EF4-FFF2-40B4-BE49-F238E27FC236}">
                <a16:creationId xmlns:a16="http://schemas.microsoft.com/office/drawing/2014/main" id="{457D9EE3-4232-498D-8C81-3442331282BA}"/>
              </a:ext>
            </a:extLst>
          </p:cNvPr>
          <p:cNvSpPr>
            <a:spLocks noGrp="1"/>
          </p:cNvSpPr>
          <p:nvPr/>
        </p:nvSpPr>
        <p:spPr>
          <a:xfrm>
            <a:off x="32898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e_full_violin_3653">
            <a:extLst>
              <a:ext uri="{FF2B5EF4-FFF2-40B4-BE49-F238E27FC236}">
                <a16:creationId xmlns:a16="http://schemas.microsoft.com/office/drawing/2014/main" id="{D151A385-672E-41A5-B805-E802BC63CBFE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e_full_violin_3654">
            <a:extLst>
              <a:ext uri="{FF2B5EF4-FFF2-40B4-BE49-F238E27FC236}">
                <a16:creationId xmlns:a16="http://schemas.microsoft.com/office/drawing/2014/main" id="{9C0B08B2-65EF-42B7-A6C4-C854E4D6FA32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6" name="e_full_violin_3655">
            <a:extLst>
              <a:ext uri="{FF2B5EF4-FFF2-40B4-BE49-F238E27FC236}">
                <a16:creationId xmlns:a16="http://schemas.microsoft.com/office/drawing/2014/main" id="{6843B25A-4FDC-4E7A-A571-098A95503969}"/>
              </a:ext>
            </a:extLst>
          </p:cNvPr>
          <p:cNvSpPr>
            <a:spLocks noGrp="1"/>
          </p:cNvSpPr>
          <p:nvPr/>
        </p:nvSpPr>
        <p:spPr>
          <a:xfrm>
            <a:off x="3424728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e_full_violin_3656">
            <a:extLst>
              <a:ext uri="{FF2B5EF4-FFF2-40B4-BE49-F238E27FC236}">
                <a16:creationId xmlns:a16="http://schemas.microsoft.com/office/drawing/2014/main" id="{360AA451-46B5-4210-B3EF-6A01473E7502}"/>
              </a:ext>
            </a:extLst>
          </p:cNvPr>
          <p:cNvSpPr>
            <a:spLocks noGrp="1"/>
          </p:cNvSpPr>
          <p:nvPr/>
        </p:nvSpPr>
        <p:spPr>
          <a:xfrm>
            <a:off x="30935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e_full_violin_3657">
            <a:extLst>
              <a:ext uri="{FF2B5EF4-FFF2-40B4-BE49-F238E27FC236}">
                <a16:creationId xmlns:a16="http://schemas.microsoft.com/office/drawing/2014/main" id="{B2F04428-FE88-44EC-9537-7B9ED0CBE2E9}"/>
              </a:ext>
            </a:extLst>
          </p:cNvPr>
          <p:cNvSpPr>
            <a:spLocks noGrp="1"/>
          </p:cNvSpPr>
          <p:nvPr/>
        </p:nvSpPr>
        <p:spPr>
          <a:xfrm>
            <a:off x="3208672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e_full_violin_3658">
            <a:extLst>
              <a:ext uri="{FF2B5EF4-FFF2-40B4-BE49-F238E27FC236}">
                <a16:creationId xmlns:a16="http://schemas.microsoft.com/office/drawing/2014/main" id="{F5549F31-B3B6-421F-B2E6-0FF5FB5E9240}"/>
              </a:ext>
            </a:extLst>
          </p:cNvPr>
          <p:cNvSpPr>
            <a:spLocks noGrp="1"/>
          </p:cNvSpPr>
          <p:nvPr/>
        </p:nvSpPr>
        <p:spPr>
          <a:xfrm>
            <a:off x="3506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e_full_violin_3659">
            <a:extLst>
              <a:ext uri="{FF2B5EF4-FFF2-40B4-BE49-F238E27FC236}">
                <a16:creationId xmlns:a16="http://schemas.microsoft.com/office/drawing/2014/main" id="{44BBCEC4-DB9E-4702-9E3D-5983B998D346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e_full_violin_3660">
            <a:extLst>
              <a:ext uri="{FF2B5EF4-FFF2-40B4-BE49-F238E27FC236}">
                <a16:creationId xmlns:a16="http://schemas.microsoft.com/office/drawing/2014/main" id="{8ADF026E-A3C0-4F82-B469-DFC6907A33FE}"/>
              </a:ext>
            </a:extLst>
          </p:cNvPr>
          <p:cNvSpPr>
            <a:spLocks noGrp="1"/>
          </p:cNvSpPr>
          <p:nvPr/>
        </p:nvSpPr>
        <p:spPr>
          <a:xfrm>
            <a:off x="32654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e_full_violin_3661">
            <a:extLst>
              <a:ext uri="{FF2B5EF4-FFF2-40B4-BE49-F238E27FC236}">
                <a16:creationId xmlns:a16="http://schemas.microsoft.com/office/drawing/2014/main" id="{47597C28-98E1-4E14-B39C-437B86F9F3AF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e_full_violin_3662">
            <a:extLst>
              <a:ext uri="{FF2B5EF4-FFF2-40B4-BE49-F238E27FC236}">
                <a16:creationId xmlns:a16="http://schemas.microsoft.com/office/drawing/2014/main" id="{3A0E0B55-AD98-4026-A112-E65A591124E2}"/>
              </a:ext>
            </a:extLst>
          </p:cNvPr>
          <p:cNvSpPr>
            <a:spLocks noGrp="1"/>
          </p:cNvSpPr>
          <p:nvPr/>
        </p:nvSpPr>
        <p:spPr>
          <a:xfrm>
            <a:off x="325879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e_full_violin_3663">
            <a:extLst>
              <a:ext uri="{FF2B5EF4-FFF2-40B4-BE49-F238E27FC236}">
                <a16:creationId xmlns:a16="http://schemas.microsoft.com/office/drawing/2014/main" id="{E494CFD8-55DD-44DB-B105-6ED873E5B31F}"/>
              </a:ext>
            </a:extLst>
          </p:cNvPr>
          <p:cNvSpPr>
            <a:spLocks noGrp="1"/>
          </p:cNvSpPr>
          <p:nvPr/>
        </p:nvSpPr>
        <p:spPr>
          <a:xfrm>
            <a:off x="3509092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e_full_violin_3664">
            <a:extLst>
              <a:ext uri="{FF2B5EF4-FFF2-40B4-BE49-F238E27FC236}">
                <a16:creationId xmlns:a16="http://schemas.microsoft.com/office/drawing/2014/main" id="{C40DDA71-8AC9-4788-B297-9AE19B627DC9}"/>
              </a:ext>
            </a:extLst>
          </p:cNvPr>
          <p:cNvSpPr>
            <a:spLocks noGrp="1"/>
          </p:cNvSpPr>
          <p:nvPr/>
        </p:nvSpPr>
        <p:spPr>
          <a:xfrm>
            <a:off x="34386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e_full_violin_3665">
            <a:extLst>
              <a:ext uri="{FF2B5EF4-FFF2-40B4-BE49-F238E27FC236}">
                <a16:creationId xmlns:a16="http://schemas.microsoft.com/office/drawing/2014/main" id="{505CEE09-A50C-4C8F-A0A0-ACFA0092898D}"/>
              </a:ext>
            </a:extLst>
          </p:cNvPr>
          <p:cNvSpPr>
            <a:spLocks noGrp="1"/>
          </p:cNvSpPr>
          <p:nvPr/>
        </p:nvSpPr>
        <p:spPr>
          <a:xfrm>
            <a:off x="30613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e_full_violin_3666">
            <a:extLst>
              <a:ext uri="{FF2B5EF4-FFF2-40B4-BE49-F238E27FC236}">
                <a16:creationId xmlns:a16="http://schemas.microsoft.com/office/drawing/2014/main" id="{D20B1C14-A81C-4E33-819C-11F097C79AD9}"/>
              </a:ext>
            </a:extLst>
          </p:cNvPr>
          <p:cNvSpPr>
            <a:spLocks noGrp="1"/>
          </p:cNvSpPr>
          <p:nvPr/>
        </p:nvSpPr>
        <p:spPr>
          <a:xfrm>
            <a:off x="311727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e_full_violin_3667">
            <a:extLst>
              <a:ext uri="{FF2B5EF4-FFF2-40B4-BE49-F238E27FC236}">
                <a16:creationId xmlns:a16="http://schemas.microsoft.com/office/drawing/2014/main" id="{5377D076-9A17-4873-9920-7C59E6467EF1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e_full_violin_3668">
            <a:extLst>
              <a:ext uri="{FF2B5EF4-FFF2-40B4-BE49-F238E27FC236}">
                <a16:creationId xmlns:a16="http://schemas.microsoft.com/office/drawing/2014/main" id="{273A30AA-515E-4AE8-A8ED-8E26E996CC4C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e_full_violin_3669">
            <a:extLst>
              <a:ext uri="{FF2B5EF4-FFF2-40B4-BE49-F238E27FC236}">
                <a16:creationId xmlns:a16="http://schemas.microsoft.com/office/drawing/2014/main" id="{45A73379-7D87-47B9-8199-D680B6416919}"/>
              </a:ext>
            </a:extLst>
          </p:cNvPr>
          <p:cNvSpPr>
            <a:spLocks noGrp="1"/>
          </p:cNvSpPr>
          <p:nvPr/>
        </p:nvSpPr>
        <p:spPr>
          <a:xfrm>
            <a:off x="341598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e_full_violin_3670">
            <a:extLst>
              <a:ext uri="{FF2B5EF4-FFF2-40B4-BE49-F238E27FC236}">
                <a16:creationId xmlns:a16="http://schemas.microsoft.com/office/drawing/2014/main" id="{79D0A716-7A7D-446A-B627-28BCBFCFD782}"/>
              </a:ext>
            </a:extLst>
          </p:cNvPr>
          <p:cNvSpPr>
            <a:spLocks noGrp="1"/>
          </p:cNvSpPr>
          <p:nvPr/>
        </p:nvSpPr>
        <p:spPr>
          <a:xfrm>
            <a:off x="33260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e_full_violin_3671">
            <a:extLst>
              <a:ext uri="{FF2B5EF4-FFF2-40B4-BE49-F238E27FC236}">
                <a16:creationId xmlns:a16="http://schemas.microsoft.com/office/drawing/2014/main" id="{B705328A-DB64-4193-BAE4-8D0BC82F1719}"/>
              </a:ext>
            </a:extLst>
          </p:cNvPr>
          <p:cNvSpPr>
            <a:spLocks noGrp="1"/>
          </p:cNvSpPr>
          <p:nvPr/>
        </p:nvSpPr>
        <p:spPr>
          <a:xfrm>
            <a:off x="3443898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e_full_violin_3672">
            <a:extLst>
              <a:ext uri="{FF2B5EF4-FFF2-40B4-BE49-F238E27FC236}">
                <a16:creationId xmlns:a16="http://schemas.microsoft.com/office/drawing/2014/main" id="{308C859E-A73B-46C8-A380-708AB1E47D26}"/>
              </a:ext>
            </a:extLst>
          </p:cNvPr>
          <p:cNvSpPr>
            <a:spLocks noGrp="1"/>
          </p:cNvSpPr>
          <p:nvPr/>
        </p:nvSpPr>
        <p:spPr>
          <a:xfrm>
            <a:off x="3127516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e_full_violin_3673">
            <a:extLst>
              <a:ext uri="{FF2B5EF4-FFF2-40B4-BE49-F238E27FC236}">
                <a16:creationId xmlns:a16="http://schemas.microsoft.com/office/drawing/2014/main" id="{84480E2D-5307-4728-AC30-12F4590F2498}"/>
              </a:ext>
            </a:extLst>
          </p:cNvPr>
          <p:cNvSpPr>
            <a:spLocks noGrp="1"/>
          </p:cNvSpPr>
          <p:nvPr/>
        </p:nvSpPr>
        <p:spPr>
          <a:xfrm>
            <a:off x="329910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e_full_violin_3674">
            <a:extLst>
              <a:ext uri="{FF2B5EF4-FFF2-40B4-BE49-F238E27FC236}">
                <a16:creationId xmlns:a16="http://schemas.microsoft.com/office/drawing/2014/main" id="{5D7D7DB4-7BD2-43C8-A077-06B0071F3442}"/>
              </a:ext>
            </a:extLst>
          </p:cNvPr>
          <p:cNvSpPr>
            <a:spLocks noGrp="1"/>
          </p:cNvSpPr>
          <p:nvPr/>
        </p:nvSpPr>
        <p:spPr>
          <a:xfrm>
            <a:off x="33018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e_full_violin_3675">
            <a:extLst>
              <a:ext uri="{FF2B5EF4-FFF2-40B4-BE49-F238E27FC236}">
                <a16:creationId xmlns:a16="http://schemas.microsoft.com/office/drawing/2014/main" id="{EB19A1C2-DB8C-4672-AD19-F6FB8A187743}"/>
              </a:ext>
            </a:extLst>
          </p:cNvPr>
          <p:cNvSpPr>
            <a:spLocks noGrp="1"/>
          </p:cNvSpPr>
          <p:nvPr/>
        </p:nvSpPr>
        <p:spPr>
          <a:xfrm>
            <a:off x="302191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e_full_violin_3676">
            <a:extLst>
              <a:ext uri="{FF2B5EF4-FFF2-40B4-BE49-F238E27FC236}">
                <a16:creationId xmlns:a16="http://schemas.microsoft.com/office/drawing/2014/main" id="{BF27A196-CD6F-49FA-AF05-D5D38A631139}"/>
              </a:ext>
            </a:extLst>
          </p:cNvPr>
          <p:cNvSpPr>
            <a:spLocks noGrp="1"/>
          </p:cNvSpPr>
          <p:nvPr/>
        </p:nvSpPr>
        <p:spPr>
          <a:xfrm>
            <a:off x="3036897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e_full_violin_3677">
            <a:extLst>
              <a:ext uri="{FF2B5EF4-FFF2-40B4-BE49-F238E27FC236}">
                <a16:creationId xmlns:a16="http://schemas.microsoft.com/office/drawing/2014/main" id="{60472CFC-C234-447D-A728-948EE4DC3475}"/>
              </a:ext>
            </a:extLst>
          </p:cNvPr>
          <p:cNvSpPr>
            <a:spLocks noGrp="1"/>
          </p:cNvSpPr>
          <p:nvPr/>
        </p:nvSpPr>
        <p:spPr>
          <a:xfrm>
            <a:off x="31661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e_full_violin_3678">
            <a:extLst>
              <a:ext uri="{FF2B5EF4-FFF2-40B4-BE49-F238E27FC236}">
                <a16:creationId xmlns:a16="http://schemas.microsoft.com/office/drawing/2014/main" id="{E861A123-416B-42E0-896B-66AD4E3AB38F}"/>
              </a:ext>
            </a:extLst>
          </p:cNvPr>
          <p:cNvSpPr>
            <a:spLocks noGrp="1"/>
          </p:cNvSpPr>
          <p:nvPr/>
        </p:nvSpPr>
        <p:spPr>
          <a:xfrm>
            <a:off x="311034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e_full_violin_3679">
            <a:extLst>
              <a:ext uri="{FF2B5EF4-FFF2-40B4-BE49-F238E27FC236}">
                <a16:creationId xmlns:a16="http://schemas.microsoft.com/office/drawing/2014/main" id="{4EA2A914-ACDD-472B-8B56-2F760B3089D0}"/>
              </a:ext>
            </a:extLst>
          </p:cNvPr>
          <p:cNvSpPr>
            <a:spLocks noGrp="1"/>
          </p:cNvSpPr>
          <p:nvPr/>
        </p:nvSpPr>
        <p:spPr>
          <a:xfrm>
            <a:off x="32323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e_full_violin_3680">
            <a:extLst>
              <a:ext uri="{FF2B5EF4-FFF2-40B4-BE49-F238E27FC236}">
                <a16:creationId xmlns:a16="http://schemas.microsoft.com/office/drawing/2014/main" id="{68473258-FEB3-4E21-8FAC-AB2417112538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e_full_violin_3681">
            <a:extLst>
              <a:ext uri="{FF2B5EF4-FFF2-40B4-BE49-F238E27FC236}">
                <a16:creationId xmlns:a16="http://schemas.microsoft.com/office/drawing/2014/main" id="{7679AA09-1214-40F5-BF6F-728CE42DE193}"/>
              </a:ext>
            </a:extLst>
          </p:cNvPr>
          <p:cNvSpPr>
            <a:spLocks noGrp="1"/>
          </p:cNvSpPr>
          <p:nvPr/>
        </p:nvSpPr>
        <p:spPr>
          <a:xfrm>
            <a:off x="3387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e_full_violin_3682">
            <a:extLst>
              <a:ext uri="{FF2B5EF4-FFF2-40B4-BE49-F238E27FC236}">
                <a16:creationId xmlns:a16="http://schemas.microsoft.com/office/drawing/2014/main" id="{C1BD9EC5-150D-4ED0-872B-F37B7127FA04}"/>
              </a:ext>
            </a:extLst>
          </p:cNvPr>
          <p:cNvSpPr>
            <a:spLocks noGrp="1"/>
          </p:cNvSpPr>
          <p:nvPr/>
        </p:nvSpPr>
        <p:spPr>
          <a:xfrm>
            <a:off x="337409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e_full_violin_3683">
            <a:extLst>
              <a:ext uri="{FF2B5EF4-FFF2-40B4-BE49-F238E27FC236}">
                <a16:creationId xmlns:a16="http://schemas.microsoft.com/office/drawing/2014/main" id="{43268FE5-B0A4-4EE6-9946-303AF8328737}"/>
              </a:ext>
            </a:extLst>
          </p:cNvPr>
          <p:cNvSpPr>
            <a:spLocks noGrp="1"/>
          </p:cNvSpPr>
          <p:nvPr/>
        </p:nvSpPr>
        <p:spPr>
          <a:xfrm>
            <a:off x="3011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e_full_violin_3684">
            <a:extLst>
              <a:ext uri="{FF2B5EF4-FFF2-40B4-BE49-F238E27FC236}">
                <a16:creationId xmlns:a16="http://schemas.microsoft.com/office/drawing/2014/main" id="{990CADEC-1570-4646-BAD2-D612184BDCCF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e_full_violin_3685">
            <a:extLst>
              <a:ext uri="{FF2B5EF4-FFF2-40B4-BE49-F238E27FC236}">
                <a16:creationId xmlns:a16="http://schemas.microsoft.com/office/drawing/2014/main" id="{15AD91AC-9FA4-4F46-B2FA-FF4856AA2205}"/>
              </a:ext>
            </a:extLst>
          </p:cNvPr>
          <p:cNvSpPr>
            <a:spLocks noGrp="1"/>
          </p:cNvSpPr>
          <p:nvPr/>
        </p:nvSpPr>
        <p:spPr>
          <a:xfrm>
            <a:off x="32643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e_full_violin_3686">
            <a:extLst>
              <a:ext uri="{FF2B5EF4-FFF2-40B4-BE49-F238E27FC236}">
                <a16:creationId xmlns:a16="http://schemas.microsoft.com/office/drawing/2014/main" id="{2CB2694F-25B2-417F-B75B-1B6B32B9C93B}"/>
              </a:ext>
            </a:extLst>
          </p:cNvPr>
          <p:cNvSpPr>
            <a:spLocks noGrp="1"/>
          </p:cNvSpPr>
          <p:nvPr/>
        </p:nvSpPr>
        <p:spPr>
          <a:xfrm>
            <a:off x="32748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e_full_violin_3687">
            <a:extLst>
              <a:ext uri="{FF2B5EF4-FFF2-40B4-BE49-F238E27FC236}">
                <a16:creationId xmlns:a16="http://schemas.microsoft.com/office/drawing/2014/main" id="{0DAEC19B-760C-43BA-AE5B-33483CDFD350}"/>
              </a:ext>
            </a:extLst>
          </p:cNvPr>
          <p:cNvSpPr>
            <a:spLocks noGrp="1"/>
          </p:cNvSpPr>
          <p:nvPr/>
        </p:nvSpPr>
        <p:spPr>
          <a:xfrm>
            <a:off x="325368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e_full_violin_3688">
            <a:extLst>
              <a:ext uri="{FF2B5EF4-FFF2-40B4-BE49-F238E27FC236}">
                <a16:creationId xmlns:a16="http://schemas.microsoft.com/office/drawing/2014/main" id="{48EEAB54-AA94-485E-9420-B5D12C2F0D38}"/>
              </a:ext>
            </a:extLst>
          </p:cNvPr>
          <p:cNvSpPr>
            <a:spLocks noGrp="1"/>
          </p:cNvSpPr>
          <p:nvPr/>
        </p:nvSpPr>
        <p:spPr>
          <a:xfrm>
            <a:off x="3415089" y="35339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e_full_violin_3689">
            <a:extLst>
              <a:ext uri="{FF2B5EF4-FFF2-40B4-BE49-F238E27FC236}">
                <a16:creationId xmlns:a16="http://schemas.microsoft.com/office/drawing/2014/main" id="{EA6D53D0-C0CD-4F78-A0FA-5FB2C907F731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e_full_violin_3690">
            <a:extLst>
              <a:ext uri="{FF2B5EF4-FFF2-40B4-BE49-F238E27FC236}">
                <a16:creationId xmlns:a16="http://schemas.microsoft.com/office/drawing/2014/main" id="{50DB07F8-B87F-4BBF-B38A-30548137C2FF}"/>
              </a:ext>
            </a:extLst>
          </p:cNvPr>
          <p:cNvSpPr>
            <a:spLocks noGrp="1"/>
          </p:cNvSpPr>
          <p:nvPr/>
        </p:nvSpPr>
        <p:spPr>
          <a:xfrm>
            <a:off x="3052435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e_full_violin_3691">
            <a:extLst>
              <a:ext uri="{FF2B5EF4-FFF2-40B4-BE49-F238E27FC236}">
                <a16:creationId xmlns:a16="http://schemas.microsoft.com/office/drawing/2014/main" id="{88BCD9FC-D211-4BB6-B1A3-BA175361BCA4}"/>
              </a:ext>
            </a:extLst>
          </p:cNvPr>
          <p:cNvSpPr>
            <a:spLocks noGrp="1"/>
          </p:cNvSpPr>
          <p:nvPr/>
        </p:nvSpPr>
        <p:spPr>
          <a:xfrm>
            <a:off x="311872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e_full_violin_3692">
            <a:extLst>
              <a:ext uri="{FF2B5EF4-FFF2-40B4-BE49-F238E27FC236}">
                <a16:creationId xmlns:a16="http://schemas.microsoft.com/office/drawing/2014/main" id="{452B622F-F189-451F-8B93-3EDF5AA2B3A1}"/>
              </a:ext>
            </a:extLst>
          </p:cNvPr>
          <p:cNvSpPr>
            <a:spLocks noGrp="1"/>
          </p:cNvSpPr>
          <p:nvPr/>
        </p:nvSpPr>
        <p:spPr>
          <a:xfrm>
            <a:off x="330682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e_full_violin_3693">
            <a:extLst>
              <a:ext uri="{FF2B5EF4-FFF2-40B4-BE49-F238E27FC236}">
                <a16:creationId xmlns:a16="http://schemas.microsoft.com/office/drawing/2014/main" id="{464C3DFA-E8D3-48AB-9C65-CDCCAD57F07A}"/>
              </a:ext>
            </a:extLst>
          </p:cNvPr>
          <p:cNvSpPr>
            <a:spLocks noGrp="1"/>
          </p:cNvSpPr>
          <p:nvPr/>
        </p:nvSpPr>
        <p:spPr>
          <a:xfrm>
            <a:off x="32184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e_full_violin_3694">
            <a:extLst>
              <a:ext uri="{FF2B5EF4-FFF2-40B4-BE49-F238E27FC236}">
                <a16:creationId xmlns:a16="http://schemas.microsoft.com/office/drawing/2014/main" id="{8E095381-DBEC-4B28-887C-2060F6023839}"/>
              </a:ext>
            </a:extLst>
          </p:cNvPr>
          <p:cNvSpPr>
            <a:spLocks noGrp="1"/>
          </p:cNvSpPr>
          <p:nvPr/>
        </p:nvSpPr>
        <p:spPr>
          <a:xfrm>
            <a:off x="34229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e_full_violin_3695">
            <a:extLst>
              <a:ext uri="{FF2B5EF4-FFF2-40B4-BE49-F238E27FC236}">
                <a16:creationId xmlns:a16="http://schemas.microsoft.com/office/drawing/2014/main" id="{B6666D9B-5119-4E37-B4FB-254F688D7CC6}"/>
              </a:ext>
            </a:extLst>
          </p:cNvPr>
          <p:cNvSpPr>
            <a:spLocks noGrp="1"/>
          </p:cNvSpPr>
          <p:nvPr/>
        </p:nvSpPr>
        <p:spPr>
          <a:xfrm>
            <a:off x="343397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e_full_violin_3696">
            <a:extLst>
              <a:ext uri="{FF2B5EF4-FFF2-40B4-BE49-F238E27FC236}">
                <a16:creationId xmlns:a16="http://schemas.microsoft.com/office/drawing/2014/main" id="{08B16C9F-AA9F-444D-A59C-20E7C7B89774}"/>
              </a:ext>
            </a:extLst>
          </p:cNvPr>
          <p:cNvSpPr>
            <a:spLocks noGrp="1"/>
          </p:cNvSpPr>
          <p:nvPr/>
        </p:nvSpPr>
        <p:spPr>
          <a:xfrm>
            <a:off x="315728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e_full_violin_3697">
            <a:extLst>
              <a:ext uri="{FF2B5EF4-FFF2-40B4-BE49-F238E27FC236}">
                <a16:creationId xmlns:a16="http://schemas.microsoft.com/office/drawing/2014/main" id="{ECB794B1-78E4-46C1-A858-B55AAE66430B}"/>
              </a:ext>
            </a:extLst>
          </p:cNvPr>
          <p:cNvSpPr>
            <a:spLocks noGrp="1"/>
          </p:cNvSpPr>
          <p:nvPr/>
        </p:nvSpPr>
        <p:spPr>
          <a:xfrm>
            <a:off x="3182238" y="37319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e_full_violin_3698">
            <a:extLst>
              <a:ext uri="{FF2B5EF4-FFF2-40B4-BE49-F238E27FC236}">
                <a16:creationId xmlns:a16="http://schemas.microsoft.com/office/drawing/2014/main" id="{F466F57A-B18D-4C73-B145-F678422CE746}"/>
              </a:ext>
            </a:extLst>
          </p:cNvPr>
          <p:cNvSpPr>
            <a:spLocks noGrp="1"/>
          </p:cNvSpPr>
          <p:nvPr/>
        </p:nvSpPr>
        <p:spPr>
          <a:xfrm>
            <a:off x="3129564" y="286986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e_full_violin_3699">
            <a:extLst>
              <a:ext uri="{FF2B5EF4-FFF2-40B4-BE49-F238E27FC236}">
                <a16:creationId xmlns:a16="http://schemas.microsoft.com/office/drawing/2014/main" id="{A1470CD6-85E5-4FDC-B83D-14D0236A9E43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e_full_violin_3700">
            <a:extLst>
              <a:ext uri="{FF2B5EF4-FFF2-40B4-BE49-F238E27FC236}">
                <a16:creationId xmlns:a16="http://schemas.microsoft.com/office/drawing/2014/main" id="{607B28E3-7A8E-4233-A9F8-ACB5A6F99BE0}"/>
              </a:ext>
            </a:extLst>
          </p:cNvPr>
          <p:cNvSpPr>
            <a:spLocks noGrp="1"/>
          </p:cNvSpPr>
          <p:nvPr/>
        </p:nvSpPr>
        <p:spPr>
          <a:xfrm>
            <a:off x="33631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e_full_violin_3701">
            <a:extLst>
              <a:ext uri="{FF2B5EF4-FFF2-40B4-BE49-F238E27FC236}">
                <a16:creationId xmlns:a16="http://schemas.microsoft.com/office/drawing/2014/main" id="{A8261E72-097D-4434-922A-6B09B0D09D35}"/>
              </a:ext>
            </a:extLst>
          </p:cNvPr>
          <p:cNvSpPr>
            <a:spLocks noGrp="1"/>
          </p:cNvSpPr>
          <p:nvPr/>
        </p:nvSpPr>
        <p:spPr>
          <a:xfrm>
            <a:off x="3270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e_full_violin_3702">
            <a:extLst>
              <a:ext uri="{FF2B5EF4-FFF2-40B4-BE49-F238E27FC236}">
                <a16:creationId xmlns:a16="http://schemas.microsoft.com/office/drawing/2014/main" id="{04D1574B-8CC7-4525-B0DC-B2804BBBCE4B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e_full_violin_3703">
            <a:extLst>
              <a:ext uri="{FF2B5EF4-FFF2-40B4-BE49-F238E27FC236}">
                <a16:creationId xmlns:a16="http://schemas.microsoft.com/office/drawing/2014/main" id="{002B978A-A237-45F4-A7F6-8435AFE93C47}"/>
              </a:ext>
            </a:extLst>
          </p:cNvPr>
          <p:cNvSpPr>
            <a:spLocks noGrp="1"/>
          </p:cNvSpPr>
          <p:nvPr/>
        </p:nvSpPr>
        <p:spPr>
          <a:xfrm>
            <a:off x="3500609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e_full_violin_3704">
            <a:extLst>
              <a:ext uri="{FF2B5EF4-FFF2-40B4-BE49-F238E27FC236}">
                <a16:creationId xmlns:a16="http://schemas.microsoft.com/office/drawing/2014/main" id="{A1452C98-1376-42DD-B31D-9928E83280E7}"/>
              </a:ext>
            </a:extLst>
          </p:cNvPr>
          <p:cNvSpPr>
            <a:spLocks noGrp="1"/>
          </p:cNvSpPr>
          <p:nvPr/>
        </p:nvSpPr>
        <p:spPr>
          <a:xfrm>
            <a:off x="33010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e_full_violin_3705">
            <a:extLst>
              <a:ext uri="{FF2B5EF4-FFF2-40B4-BE49-F238E27FC236}">
                <a16:creationId xmlns:a16="http://schemas.microsoft.com/office/drawing/2014/main" id="{19D9BC64-5476-4475-AD7D-0A975B360C40}"/>
              </a:ext>
            </a:extLst>
          </p:cNvPr>
          <p:cNvSpPr>
            <a:spLocks noGrp="1"/>
          </p:cNvSpPr>
          <p:nvPr/>
        </p:nvSpPr>
        <p:spPr>
          <a:xfrm>
            <a:off x="324959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e_full_violin_3706">
            <a:extLst>
              <a:ext uri="{FF2B5EF4-FFF2-40B4-BE49-F238E27FC236}">
                <a16:creationId xmlns:a16="http://schemas.microsoft.com/office/drawing/2014/main" id="{51BFDB5A-2BB2-48ED-B045-8910341D5699}"/>
              </a:ext>
            </a:extLst>
          </p:cNvPr>
          <p:cNvSpPr>
            <a:spLocks noGrp="1"/>
          </p:cNvSpPr>
          <p:nvPr/>
        </p:nvSpPr>
        <p:spPr>
          <a:xfrm>
            <a:off x="3308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e_full_violin_3707">
            <a:extLst>
              <a:ext uri="{FF2B5EF4-FFF2-40B4-BE49-F238E27FC236}">
                <a16:creationId xmlns:a16="http://schemas.microsoft.com/office/drawing/2014/main" id="{571C6C53-0895-4B54-8782-188FA181D4C4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e_full_violin_3708">
            <a:extLst>
              <a:ext uri="{FF2B5EF4-FFF2-40B4-BE49-F238E27FC236}">
                <a16:creationId xmlns:a16="http://schemas.microsoft.com/office/drawing/2014/main" id="{8AC898D0-AECB-41CE-969A-9B3FFBF8C341}"/>
              </a:ext>
            </a:extLst>
          </p:cNvPr>
          <p:cNvSpPr>
            <a:spLocks noGrp="1"/>
          </p:cNvSpPr>
          <p:nvPr/>
        </p:nvSpPr>
        <p:spPr>
          <a:xfrm>
            <a:off x="31136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e_full_violin_3709">
            <a:extLst>
              <a:ext uri="{FF2B5EF4-FFF2-40B4-BE49-F238E27FC236}">
                <a16:creationId xmlns:a16="http://schemas.microsoft.com/office/drawing/2014/main" id="{1A5ABCE7-79A8-40D7-B1BB-6C3BF527833B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e_full_violin_3710">
            <a:extLst>
              <a:ext uri="{FF2B5EF4-FFF2-40B4-BE49-F238E27FC236}">
                <a16:creationId xmlns:a16="http://schemas.microsoft.com/office/drawing/2014/main" id="{F4F1C635-E5E9-4DFA-92FD-77B13A8AEBAE}"/>
              </a:ext>
            </a:extLst>
          </p:cNvPr>
          <p:cNvSpPr>
            <a:spLocks noGrp="1"/>
          </p:cNvSpPr>
          <p:nvPr/>
        </p:nvSpPr>
        <p:spPr>
          <a:xfrm>
            <a:off x="3455029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e_full_violin_3711">
            <a:extLst>
              <a:ext uri="{FF2B5EF4-FFF2-40B4-BE49-F238E27FC236}">
                <a16:creationId xmlns:a16="http://schemas.microsoft.com/office/drawing/2014/main" id="{D7F7B01B-86D0-4D3B-94D1-EE080038EDE5}"/>
              </a:ext>
            </a:extLst>
          </p:cNvPr>
          <p:cNvSpPr>
            <a:spLocks noGrp="1"/>
          </p:cNvSpPr>
          <p:nvPr/>
        </p:nvSpPr>
        <p:spPr>
          <a:xfrm>
            <a:off x="3132416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e_full_violin_3712">
            <a:extLst>
              <a:ext uri="{FF2B5EF4-FFF2-40B4-BE49-F238E27FC236}">
                <a16:creationId xmlns:a16="http://schemas.microsoft.com/office/drawing/2014/main" id="{6064F665-ACCF-4FCE-B4C6-74766D65E30A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e_full_violin_3713">
            <a:extLst>
              <a:ext uri="{FF2B5EF4-FFF2-40B4-BE49-F238E27FC236}">
                <a16:creationId xmlns:a16="http://schemas.microsoft.com/office/drawing/2014/main" id="{FD1C67C8-671F-42FD-9BE7-5943248F8BC3}"/>
              </a:ext>
            </a:extLst>
          </p:cNvPr>
          <p:cNvSpPr>
            <a:spLocks noGrp="1"/>
          </p:cNvSpPr>
          <p:nvPr/>
        </p:nvSpPr>
        <p:spPr>
          <a:xfrm>
            <a:off x="33775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e_full_violin_3714">
            <a:extLst>
              <a:ext uri="{FF2B5EF4-FFF2-40B4-BE49-F238E27FC236}">
                <a16:creationId xmlns:a16="http://schemas.microsoft.com/office/drawing/2014/main" id="{B2079A4F-182A-4C3A-8B4E-D4E3D424D8AD}"/>
              </a:ext>
            </a:extLst>
          </p:cNvPr>
          <p:cNvSpPr>
            <a:spLocks noGrp="1"/>
          </p:cNvSpPr>
          <p:nvPr/>
        </p:nvSpPr>
        <p:spPr>
          <a:xfrm>
            <a:off x="3111255" y="5257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e_full_violin_3715">
            <a:extLst>
              <a:ext uri="{FF2B5EF4-FFF2-40B4-BE49-F238E27FC236}">
                <a16:creationId xmlns:a16="http://schemas.microsoft.com/office/drawing/2014/main" id="{1E3359D4-60F5-4F82-9BF5-61DF7E410A1B}"/>
              </a:ext>
            </a:extLst>
          </p:cNvPr>
          <p:cNvSpPr>
            <a:spLocks noGrp="1"/>
          </p:cNvSpPr>
          <p:nvPr/>
        </p:nvSpPr>
        <p:spPr>
          <a:xfrm>
            <a:off x="31920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e_full_violin_3716">
            <a:extLst>
              <a:ext uri="{FF2B5EF4-FFF2-40B4-BE49-F238E27FC236}">
                <a16:creationId xmlns:a16="http://schemas.microsoft.com/office/drawing/2014/main" id="{B27F4F6D-02DF-4DF5-A1D2-F4A8871B9B15}"/>
              </a:ext>
            </a:extLst>
          </p:cNvPr>
          <p:cNvSpPr>
            <a:spLocks noGrp="1"/>
          </p:cNvSpPr>
          <p:nvPr/>
        </p:nvSpPr>
        <p:spPr>
          <a:xfrm>
            <a:off x="3126622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e_full_violin_3717">
            <a:extLst>
              <a:ext uri="{FF2B5EF4-FFF2-40B4-BE49-F238E27FC236}">
                <a16:creationId xmlns:a16="http://schemas.microsoft.com/office/drawing/2014/main" id="{3BFD41AC-866D-4979-B1D2-520A6F1EDD2E}"/>
              </a:ext>
            </a:extLst>
          </p:cNvPr>
          <p:cNvSpPr>
            <a:spLocks noGrp="1"/>
          </p:cNvSpPr>
          <p:nvPr/>
        </p:nvSpPr>
        <p:spPr>
          <a:xfrm>
            <a:off x="307285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e_full_violin_3718">
            <a:extLst>
              <a:ext uri="{FF2B5EF4-FFF2-40B4-BE49-F238E27FC236}">
                <a16:creationId xmlns:a16="http://schemas.microsoft.com/office/drawing/2014/main" id="{E71AB736-A653-4EA7-89CF-BC15AD9F23B6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e_full_violin_3719">
            <a:extLst>
              <a:ext uri="{FF2B5EF4-FFF2-40B4-BE49-F238E27FC236}">
                <a16:creationId xmlns:a16="http://schemas.microsoft.com/office/drawing/2014/main" id="{EC263B9F-F003-4ABD-81C9-2BB2CB0B55F6}"/>
              </a:ext>
            </a:extLst>
          </p:cNvPr>
          <p:cNvSpPr>
            <a:spLocks noGrp="1"/>
          </p:cNvSpPr>
          <p:nvPr/>
        </p:nvSpPr>
        <p:spPr>
          <a:xfrm>
            <a:off x="3408995" y="475340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e_full_violin_3720">
            <a:extLst>
              <a:ext uri="{FF2B5EF4-FFF2-40B4-BE49-F238E27FC236}">
                <a16:creationId xmlns:a16="http://schemas.microsoft.com/office/drawing/2014/main" id="{F54AAEEC-AD5C-4332-BB47-D0ADA57A5A32}"/>
              </a:ext>
            </a:extLst>
          </p:cNvPr>
          <p:cNvSpPr>
            <a:spLocks noGrp="1"/>
          </p:cNvSpPr>
          <p:nvPr/>
        </p:nvSpPr>
        <p:spPr>
          <a:xfrm>
            <a:off x="3073791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e_full_violin_3721">
            <a:extLst>
              <a:ext uri="{FF2B5EF4-FFF2-40B4-BE49-F238E27FC236}">
                <a16:creationId xmlns:a16="http://schemas.microsoft.com/office/drawing/2014/main" id="{D22A4B68-F472-4DCD-9360-CFC6EB79F590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e_full_violin_3722">
            <a:extLst>
              <a:ext uri="{FF2B5EF4-FFF2-40B4-BE49-F238E27FC236}">
                <a16:creationId xmlns:a16="http://schemas.microsoft.com/office/drawing/2014/main" id="{6FCC1739-2D2E-41BC-B0F5-ABB4A95BEFF0}"/>
              </a:ext>
            </a:extLst>
          </p:cNvPr>
          <p:cNvSpPr>
            <a:spLocks noGrp="1"/>
          </p:cNvSpPr>
          <p:nvPr/>
        </p:nvSpPr>
        <p:spPr>
          <a:xfrm>
            <a:off x="341367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e_full_violin_3723">
            <a:extLst>
              <a:ext uri="{FF2B5EF4-FFF2-40B4-BE49-F238E27FC236}">
                <a16:creationId xmlns:a16="http://schemas.microsoft.com/office/drawing/2014/main" id="{A91C4EDF-B56B-4D41-BA01-754D169695CB}"/>
              </a:ext>
            </a:extLst>
          </p:cNvPr>
          <p:cNvSpPr>
            <a:spLocks noGrp="1"/>
          </p:cNvSpPr>
          <p:nvPr/>
        </p:nvSpPr>
        <p:spPr>
          <a:xfrm>
            <a:off x="320325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e_full_violin_3724">
            <a:extLst>
              <a:ext uri="{FF2B5EF4-FFF2-40B4-BE49-F238E27FC236}">
                <a16:creationId xmlns:a16="http://schemas.microsoft.com/office/drawing/2014/main" id="{D723CADA-7D2C-40AE-B57B-4FA5963EA29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e_full_violin_3725">
            <a:extLst>
              <a:ext uri="{FF2B5EF4-FFF2-40B4-BE49-F238E27FC236}">
                <a16:creationId xmlns:a16="http://schemas.microsoft.com/office/drawing/2014/main" id="{53D0CBBA-FA89-46B3-9F82-D0F2201999D7}"/>
              </a:ext>
            </a:extLst>
          </p:cNvPr>
          <p:cNvSpPr>
            <a:spLocks noGrp="1"/>
          </p:cNvSpPr>
          <p:nvPr/>
        </p:nvSpPr>
        <p:spPr>
          <a:xfrm>
            <a:off x="30794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e_full_violin_3726">
            <a:extLst>
              <a:ext uri="{FF2B5EF4-FFF2-40B4-BE49-F238E27FC236}">
                <a16:creationId xmlns:a16="http://schemas.microsoft.com/office/drawing/2014/main" id="{BF60CAD5-A4D1-4F12-9B32-F778B50FA5C1}"/>
              </a:ext>
            </a:extLst>
          </p:cNvPr>
          <p:cNvSpPr>
            <a:spLocks noGrp="1"/>
          </p:cNvSpPr>
          <p:nvPr/>
        </p:nvSpPr>
        <p:spPr>
          <a:xfrm>
            <a:off x="350526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e_full_violin_3727">
            <a:extLst>
              <a:ext uri="{FF2B5EF4-FFF2-40B4-BE49-F238E27FC236}">
                <a16:creationId xmlns:a16="http://schemas.microsoft.com/office/drawing/2014/main" id="{24571AF7-76E2-470A-BFFC-695F0D5D46EA}"/>
              </a:ext>
            </a:extLst>
          </p:cNvPr>
          <p:cNvSpPr>
            <a:spLocks noGrp="1"/>
          </p:cNvSpPr>
          <p:nvPr/>
        </p:nvSpPr>
        <p:spPr>
          <a:xfrm>
            <a:off x="3350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e_full_violin_3728">
            <a:extLst>
              <a:ext uri="{FF2B5EF4-FFF2-40B4-BE49-F238E27FC236}">
                <a16:creationId xmlns:a16="http://schemas.microsoft.com/office/drawing/2014/main" id="{18589A37-5653-4FD0-943F-62773D94386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e_full_violin_3729">
            <a:extLst>
              <a:ext uri="{FF2B5EF4-FFF2-40B4-BE49-F238E27FC236}">
                <a16:creationId xmlns:a16="http://schemas.microsoft.com/office/drawing/2014/main" id="{B7981EBA-9EA3-4A1E-9A90-92A70B7BFE4D}"/>
              </a:ext>
            </a:extLst>
          </p:cNvPr>
          <p:cNvSpPr>
            <a:spLocks noGrp="1"/>
          </p:cNvSpPr>
          <p:nvPr/>
        </p:nvSpPr>
        <p:spPr>
          <a:xfrm>
            <a:off x="30892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e_full_violin_3730">
            <a:extLst>
              <a:ext uri="{FF2B5EF4-FFF2-40B4-BE49-F238E27FC236}">
                <a16:creationId xmlns:a16="http://schemas.microsoft.com/office/drawing/2014/main" id="{FCBAAA05-3D16-46AB-A57D-89C6CDCF51B5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e_full_violin_3731">
            <a:extLst>
              <a:ext uri="{FF2B5EF4-FFF2-40B4-BE49-F238E27FC236}">
                <a16:creationId xmlns:a16="http://schemas.microsoft.com/office/drawing/2014/main" id="{8689CAEE-D2FD-445E-8161-6E6156A5ACC2}"/>
              </a:ext>
            </a:extLst>
          </p:cNvPr>
          <p:cNvSpPr>
            <a:spLocks noGrp="1"/>
          </p:cNvSpPr>
          <p:nvPr/>
        </p:nvSpPr>
        <p:spPr>
          <a:xfrm>
            <a:off x="322144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e_full_violin_3732">
            <a:extLst>
              <a:ext uri="{FF2B5EF4-FFF2-40B4-BE49-F238E27FC236}">
                <a16:creationId xmlns:a16="http://schemas.microsoft.com/office/drawing/2014/main" id="{201FF6FE-7729-40BB-8E9E-A705EAC31EE4}"/>
              </a:ext>
            </a:extLst>
          </p:cNvPr>
          <p:cNvSpPr>
            <a:spLocks noGrp="1"/>
          </p:cNvSpPr>
          <p:nvPr/>
        </p:nvSpPr>
        <p:spPr>
          <a:xfrm>
            <a:off x="320883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e_full_violin_3733">
            <a:extLst>
              <a:ext uri="{FF2B5EF4-FFF2-40B4-BE49-F238E27FC236}">
                <a16:creationId xmlns:a16="http://schemas.microsoft.com/office/drawing/2014/main" id="{8ADEB2AE-48A6-4FD0-B510-946E1E7A5A37}"/>
              </a:ext>
            </a:extLst>
          </p:cNvPr>
          <p:cNvSpPr>
            <a:spLocks noGrp="1"/>
          </p:cNvSpPr>
          <p:nvPr/>
        </p:nvSpPr>
        <p:spPr>
          <a:xfrm>
            <a:off x="3141235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e_full_violin_3734">
            <a:extLst>
              <a:ext uri="{FF2B5EF4-FFF2-40B4-BE49-F238E27FC236}">
                <a16:creationId xmlns:a16="http://schemas.microsoft.com/office/drawing/2014/main" id="{559365FE-CAEE-4CB4-B58F-259536F0C992}"/>
              </a:ext>
            </a:extLst>
          </p:cNvPr>
          <p:cNvSpPr>
            <a:spLocks noGrp="1"/>
          </p:cNvSpPr>
          <p:nvPr/>
        </p:nvSpPr>
        <p:spPr>
          <a:xfrm>
            <a:off x="3240255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e_full_violin_3735">
            <a:extLst>
              <a:ext uri="{FF2B5EF4-FFF2-40B4-BE49-F238E27FC236}">
                <a16:creationId xmlns:a16="http://schemas.microsoft.com/office/drawing/2014/main" id="{21611648-4660-4583-BDED-C62A38EE97E1}"/>
              </a:ext>
            </a:extLst>
          </p:cNvPr>
          <p:cNvSpPr>
            <a:spLocks noGrp="1"/>
          </p:cNvSpPr>
          <p:nvPr/>
        </p:nvSpPr>
        <p:spPr>
          <a:xfrm>
            <a:off x="3194038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e_full_violin_3736">
            <a:extLst>
              <a:ext uri="{FF2B5EF4-FFF2-40B4-BE49-F238E27FC236}">
                <a16:creationId xmlns:a16="http://schemas.microsoft.com/office/drawing/2014/main" id="{AEC7438A-4DE6-4E52-BC70-7D0A62D3BE82}"/>
              </a:ext>
            </a:extLst>
          </p:cNvPr>
          <p:cNvSpPr>
            <a:spLocks noGrp="1"/>
          </p:cNvSpPr>
          <p:nvPr/>
        </p:nvSpPr>
        <p:spPr>
          <a:xfrm>
            <a:off x="32339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e_full_violin_3737">
            <a:extLst>
              <a:ext uri="{FF2B5EF4-FFF2-40B4-BE49-F238E27FC236}">
                <a16:creationId xmlns:a16="http://schemas.microsoft.com/office/drawing/2014/main" id="{2F6F6128-33FA-4A74-ADD1-C8F14D0EAD81}"/>
              </a:ext>
            </a:extLst>
          </p:cNvPr>
          <p:cNvSpPr>
            <a:spLocks noGrp="1"/>
          </p:cNvSpPr>
          <p:nvPr/>
        </p:nvSpPr>
        <p:spPr>
          <a:xfrm>
            <a:off x="34847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e_full_violin_3738">
            <a:extLst>
              <a:ext uri="{FF2B5EF4-FFF2-40B4-BE49-F238E27FC236}">
                <a16:creationId xmlns:a16="http://schemas.microsoft.com/office/drawing/2014/main" id="{0748F1CD-5234-4EAE-9EA9-E5585FC7E6BF}"/>
              </a:ext>
            </a:extLst>
          </p:cNvPr>
          <p:cNvSpPr>
            <a:spLocks noGrp="1"/>
          </p:cNvSpPr>
          <p:nvPr/>
        </p:nvSpPr>
        <p:spPr>
          <a:xfrm>
            <a:off x="305110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e_full_violin_3739">
            <a:extLst>
              <a:ext uri="{FF2B5EF4-FFF2-40B4-BE49-F238E27FC236}">
                <a16:creationId xmlns:a16="http://schemas.microsoft.com/office/drawing/2014/main" id="{7FA278DE-DF97-4669-83AC-CC346DC15C6B}"/>
              </a:ext>
            </a:extLst>
          </p:cNvPr>
          <p:cNvSpPr>
            <a:spLocks noGrp="1"/>
          </p:cNvSpPr>
          <p:nvPr/>
        </p:nvSpPr>
        <p:spPr>
          <a:xfrm>
            <a:off x="339522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e_full_violin_3740">
            <a:extLst>
              <a:ext uri="{FF2B5EF4-FFF2-40B4-BE49-F238E27FC236}">
                <a16:creationId xmlns:a16="http://schemas.microsoft.com/office/drawing/2014/main" id="{198FB1BF-44E9-40A6-AF95-1A40F95714F8}"/>
              </a:ext>
            </a:extLst>
          </p:cNvPr>
          <p:cNvSpPr>
            <a:spLocks noGrp="1"/>
          </p:cNvSpPr>
          <p:nvPr/>
        </p:nvSpPr>
        <p:spPr>
          <a:xfrm>
            <a:off x="34377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e_full_violin_3741">
            <a:extLst>
              <a:ext uri="{FF2B5EF4-FFF2-40B4-BE49-F238E27FC236}">
                <a16:creationId xmlns:a16="http://schemas.microsoft.com/office/drawing/2014/main" id="{A0CBEAB0-DD95-412B-8662-B41E9259C28E}"/>
              </a:ext>
            </a:extLst>
          </p:cNvPr>
          <p:cNvSpPr>
            <a:spLocks noGrp="1"/>
          </p:cNvSpPr>
          <p:nvPr/>
        </p:nvSpPr>
        <p:spPr>
          <a:xfrm>
            <a:off x="3238394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e_full_violin_3742">
            <a:extLst>
              <a:ext uri="{FF2B5EF4-FFF2-40B4-BE49-F238E27FC236}">
                <a16:creationId xmlns:a16="http://schemas.microsoft.com/office/drawing/2014/main" id="{992A7194-30FF-4433-8BA3-44F8BFDAF912}"/>
              </a:ext>
            </a:extLst>
          </p:cNvPr>
          <p:cNvSpPr>
            <a:spLocks noGrp="1"/>
          </p:cNvSpPr>
          <p:nvPr/>
        </p:nvSpPr>
        <p:spPr>
          <a:xfrm>
            <a:off x="34656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e_full_violin_3743">
            <a:extLst>
              <a:ext uri="{FF2B5EF4-FFF2-40B4-BE49-F238E27FC236}">
                <a16:creationId xmlns:a16="http://schemas.microsoft.com/office/drawing/2014/main" id="{F9E5B614-AD88-485D-BBDE-2F0BEF44E241}"/>
              </a:ext>
            </a:extLst>
          </p:cNvPr>
          <p:cNvSpPr>
            <a:spLocks noGrp="1"/>
          </p:cNvSpPr>
          <p:nvPr/>
        </p:nvSpPr>
        <p:spPr>
          <a:xfrm>
            <a:off x="305338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e_full_violin_3744">
            <a:extLst>
              <a:ext uri="{FF2B5EF4-FFF2-40B4-BE49-F238E27FC236}">
                <a16:creationId xmlns:a16="http://schemas.microsoft.com/office/drawing/2014/main" id="{79CB3174-C3EA-4A6A-B7F7-416B3E621E03}"/>
              </a:ext>
            </a:extLst>
          </p:cNvPr>
          <p:cNvSpPr>
            <a:spLocks noGrp="1"/>
          </p:cNvSpPr>
          <p:nvPr/>
        </p:nvSpPr>
        <p:spPr>
          <a:xfrm>
            <a:off x="3211711" y="295585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e_full_violin_3745">
            <a:extLst>
              <a:ext uri="{FF2B5EF4-FFF2-40B4-BE49-F238E27FC236}">
                <a16:creationId xmlns:a16="http://schemas.microsoft.com/office/drawing/2014/main" id="{7F4E7660-E301-4DF9-9EF6-1F98FDC74F6F}"/>
              </a:ext>
            </a:extLst>
          </p:cNvPr>
          <p:cNvSpPr>
            <a:spLocks noGrp="1"/>
          </p:cNvSpPr>
          <p:nvPr/>
        </p:nvSpPr>
        <p:spPr>
          <a:xfrm>
            <a:off x="31341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e_full_violin_3746">
            <a:extLst>
              <a:ext uri="{FF2B5EF4-FFF2-40B4-BE49-F238E27FC236}">
                <a16:creationId xmlns:a16="http://schemas.microsoft.com/office/drawing/2014/main" id="{A63C9FDA-780A-42E8-98DC-14C46BEF6F96}"/>
              </a:ext>
            </a:extLst>
          </p:cNvPr>
          <p:cNvSpPr>
            <a:spLocks noGrp="1"/>
          </p:cNvSpPr>
          <p:nvPr/>
        </p:nvSpPr>
        <p:spPr>
          <a:xfrm>
            <a:off x="3378671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e_full_violin_3747">
            <a:extLst>
              <a:ext uri="{FF2B5EF4-FFF2-40B4-BE49-F238E27FC236}">
                <a16:creationId xmlns:a16="http://schemas.microsoft.com/office/drawing/2014/main" id="{3BD03B01-C43C-4739-83D5-0D1794E2B0E0}"/>
              </a:ext>
            </a:extLst>
          </p:cNvPr>
          <p:cNvSpPr>
            <a:spLocks noGrp="1"/>
          </p:cNvSpPr>
          <p:nvPr/>
        </p:nvSpPr>
        <p:spPr>
          <a:xfrm>
            <a:off x="330336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e_full_violin_3748">
            <a:extLst>
              <a:ext uri="{FF2B5EF4-FFF2-40B4-BE49-F238E27FC236}">
                <a16:creationId xmlns:a16="http://schemas.microsoft.com/office/drawing/2014/main" id="{A04D46CB-5FA7-4891-A5E5-3E6318CB0AF6}"/>
              </a:ext>
            </a:extLst>
          </p:cNvPr>
          <p:cNvSpPr>
            <a:spLocks noGrp="1"/>
          </p:cNvSpPr>
          <p:nvPr/>
        </p:nvSpPr>
        <p:spPr>
          <a:xfrm>
            <a:off x="3465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e_full_violin_3749">
            <a:extLst>
              <a:ext uri="{FF2B5EF4-FFF2-40B4-BE49-F238E27FC236}">
                <a16:creationId xmlns:a16="http://schemas.microsoft.com/office/drawing/2014/main" id="{AA8EC7EF-E523-4B27-B86C-50BEED19512C}"/>
              </a:ext>
            </a:extLst>
          </p:cNvPr>
          <p:cNvSpPr>
            <a:spLocks noGrp="1"/>
          </p:cNvSpPr>
          <p:nvPr/>
        </p:nvSpPr>
        <p:spPr>
          <a:xfrm>
            <a:off x="3106502" y="29414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" name="e_full_violin_3750">
            <a:extLst>
              <a:ext uri="{FF2B5EF4-FFF2-40B4-BE49-F238E27FC236}">
                <a16:creationId xmlns:a16="http://schemas.microsoft.com/office/drawing/2014/main" id="{EBAB70F4-24A9-413F-A020-08D3125E1574}"/>
              </a:ext>
            </a:extLst>
          </p:cNvPr>
          <p:cNvSpPr>
            <a:spLocks noGrp="1"/>
          </p:cNvSpPr>
          <p:nvPr/>
        </p:nvSpPr>
        <p:spPr>
          <a:xfrm>
            <a:off x="31692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e_full_violin_3751">
            <a:extLst>
              <a:ext uri="{FF2B5EF4-FFF2-40B4-BE49-F238E27FC236}">
                <a16:creationId xmlns:a16="http://schemas.microsoft.com/office/drawing/2014/main" id="{C2EDE2C0-17D6-4D01-80DA-3425E81691A5}"/>
              </a:ext>
            </a:extLst>
          </p:cNvPr>
          <p:cNvSpPr>
            <a:spLocks noGrp="1"/>
          </p:cNvSpPr>
          <p:nvPr/>
        </p:nvSpPr>
        <p:spPr>
          <a:xfrm>
            <a:off x="34343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e_full_violin_3752">
            <a:extLst>
              <a:ext uri="{FF2B5EF4-FFF2-40B4-BE49-F238E27FC236}">
                <a16:creationId xmlns:a16="http://schemas.microsoft.com/office/drawing/2014/main" id="{597FB306-100A-4601-B0D9-49C2C567812A}"/>
              </a:ext>
            </a:extLst>
          </p:cNvPr>
          <p:cNvSpPr>
            <a:spLocks noGrp="1"/>
          </p:cNvSpPr>
          <p:nvPr/>
        </p:nvSpPr>
        <p:spPr>
          <a:xfrm>
            <a:off x="3476553" y="37507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e_full_violin_3753">
            <a:extLst>
              <a:ext uri="{FF2B5EF4-FFF2-40B4-BE49-F238E27FC236}">
                <a16:creationId xmlns:a16="http://schemas.microsoft.com/office/drawing/2014/main" id="{0E43C966-52B9-4304-9FEA-80B6C28C093E}"/>
              </a:ext>
            </a:extLst>
          </p:cNvPr>
          <p:cNvSpPr>
            <a:spLocks noGrp="1"/>
          </p:cNvSpPr>
          <p:nvPr/>
        </p:nvSpPr>
        <p:spPr>
          <a:xfrm>
            <a:off x="32687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e_full_violin_3754">
            <a:extLst>
              <a:ext uri="{FF2B5EF4-FFF2-40B4-BE49-F238E27FC236}">
                <a16:creationId xmlns:a16="http://schemas.microsoft.com/office/drawing/2014/main" id="{BD67E468-F3E8-429F-94C9-A85CB2590177}"/>
              </a:ext>
            </a:extLst>
          </p:cNvPr>
          <p:cNvSpPr>
            <a:spLocks noGrp="1"/>
          </p:cNvSpPr>
          <p:nvPr/>
        </p:nvSpPr>
        <p:spPr>
          <a:xfrm>
            <a:off x="305186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e_full_violin_3755">
            <a:extLst>
              <a:ext uri="{FF2B5EF4-FFF2-40B4-BE49-F238E27FC236}">
                <a16:creationId xmlns:a16="http://schemas.microsoft.com/office/drawing/2014/main" id="{F782AA1F-EB71-4C07-A303-EFDFC9EE2D59}"/>
              </a:ext>
            </a:extLst>
          </p:cNvPr>
          <p:cNvSpPr>
            <a:spLocks noGrp="1"/>
          </p:cNvSpPr>
          <p:nvPr/>
        </p:nvSpPr>
        <p:spPr>
          <a:xfrm>
            <a:off x="322141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e_full_violin_3756">
            <a:extLst>
              <a:ext uri="{FF2B5EF4-FFF2-40B4-BE49-F238E27FC236}">
                <a16:creationId xmlns:a16="http://schemas.microsoft.com/office/drawing/2014/main" id="{5A8E5F6E-C7AA-4992-A7A3-B7308369F03F}"/>
              </a:ext>
            </a:extLst>
          </p:cNvPr>
          <p:cNvSpPr>
            <a:spLocks noGrp="1"/>
          </p:cNvSpPr>
          <p:nvPr/>
        </p:nvSpPr>
        <p:spPr>
          <a:xfrm>
            <a:off x="30731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e_full_violin_3757">
            <a:extLst>
              <a:ext uri="{FF2B5EF4-FFF2-40B4-BE49-F238E27FC236}">
                <a16:creationId xmlns:a16="http://schemas.microsoft.com/office/drawing/2014/main" id="{7B5FCB7E-1493-42EA-ACCC-4586BD5AF23E}"/>
              </a:ext>
            </a:extLst>
          </p:cNvPr>
          <p:cNvSpPr>
            <a:spLocks noGrp="1"/>
          </p:cNvSpPr>
          <p:nvPr/>
        </p:nvSpPr>
        <p:spPr>
          <a:xfrm>
            <a:off x="3474723" y="285950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e_full_violin_3758">
            <a:extLst>
              <a:ext uri="{FF2B5EF4-FFF2-40B4-BE49-F238E27FC236}">
                <a16:creationId xmlns:a16="http://schemas.microsoft.com/office/drawing/2014/main" id="{8900BF88-4E64-4A14-9763-18B93DC5F1D6}"/>
              </a:ext>
            </a:extLst>
          </p:cNvPr>
          <p:cNvSpPr>
            <a:spLocks noGrp="1"/>
          </p:cNvSpPr>
          <p:nvPr/>
        </p:nvSpPr>
        <p:spPr>
          <a:xfrm>
            <a:off x="3027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e_full_violin_3759">
            <a:extLst>
              <a:ext uri="{FF2B5EF4-FFF2-40B4-BE49-F238E27FC236}">
                <a16:creationId xmlns:a16="http://schemas.microsoft.com/office/drawing/2014/main" id="{A28F52F4-0CFC-43E8-A6E6-8566AA29362F}"/>
              </a:ext>
            </a:extLst>
          </p:cNvPr>
          <p:cNvSpPr>
            <a:spLocks noGrp="1"/>
          </p:cNvSpPr>
          <p:nvPr/>
        </p:nvSpPr>
        <p:spPr>
          <a:xfrm>
            <a:off x="31670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e_full_violin_3760">
            <a:extLst>
              <a:ext uri="{FF2B5EF4-FFF2-40B4-BE49-F238E27FC236}">
                <a16:creationId xmlns:a16="http://schemas.microsoft.com/office/drawing/2014/main" id="{FCD549D8-3347-4E39-9F44-651721784277}"/>
              </a:ext>
            </a:extLst>
          </p:cNvPr>
          <p:cNvSpPr>
            <a:spLocks noGrp="1"/>
          </p:cNvSpPr>
          <p:nvPr/>
        </p:nvSpPr>
        <p:spPr>
          <a:xfrm>
            <a:off x="336970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e_full_violin_3761">
            <a:extLst>
              <a:ext uri="{FF2B5EF4-FFF2-40B4-BE49-F238E27FC236}">
                <a16:creationId xmlns:a16="http://schemas.microsoft.com/office/drawing/2014/main" id="{E0103D09-27C7-433E-8B0A-55A0536924CB}"/>
              </a:ext>
            </a:extLst>
          </p:cNvPr>
          <p:cNvSpPr>
            <a:spLocks noGrp="1"/>
          </p:cNvSpPr>
          <p:nvPr/>
        </p:nvSpPr>
        <p:spPr>
          <a:xfrm>
            <a:off x="3112892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e_full_violin_3762">
            <a:extLst>
              <a:ext uri="{FF2B5EF4-FFF2-40B4-BE49-F238E27FC236}">
                <a16:creationId xmlns:a16="http://schemas.microsoft.com/office/drawing/2014/main" id="{16C8EEFE-07FF-487E-97E0-9311E87FD5EE}"/>
              </a:ext>
            </a:extLst>
          </p:cNvPr>
          <p:cNvSpPr>
            <a:spLocks noGrp="1"/>
          </p:cNvSpPr>
          <p:nvPr/>
        </p:nvSpPr>
        <p:spPr>
          <a:xfrm>
            <a:off x="301637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e_full_violin_3763">
            <a:extLst>
              <a:ext uri="{FF2B5EF4-FFF2-40B4-BE49-F238E27FC236}">
                <a16:creationId xmlns:a16="http://schemas.microsoft.com/office/drawing/2014/main" id="{0F34B30A-4A16-4D04-87DB-3CFDAD747A08}"/>
              </a:ext>
            </a:extLst>
          </p:cNvPr>
          <p:cNvSpPr>
            <a:spLocks noGrp="1"/>
          </p:cNvSpPr>
          <p:nvPr/>
        </p:nvSpPr>
        <p:spPr>
          <a:xfrm>
            <a:off x="32993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e_full_violin_3764">
            <a:extLst>
              <a:ext uri="{FF2B5EF4-FFF2-40B4-BE49-F238E27FC236}">
                <a16:creationId xmlns:a16="http://schemas.microsoft.com/office/drawing/2014/main" id="{0A0B2DFB-6E57-4F9A-B27B-00D22AF0196F}"/>
              </a:ext>
            </a:extLst>
          </p:cNvPr>
          <p:cNvSpPr>
            <a:spLocks noGrp="1"/>
          </p:cNvSpPr>
          <p:nvPr/>
        </p:nvSpPr>
        <p:spPr>
          <a:xfrm>
            <a:off x="339196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e_full_violin_3765">
            <a:extLst>
              <a:ext uri="{FF2B5EF4-FFF2-40B4-BE49-F238E27FC236}">
                <a16:creationId xmlns:a16="http://schemas.microsoft.com/office/drawing/2014/main" id="{AC7B61C9-7B4B-4968-8EE4-E46D49018BE6}"/>
              </a:ext>
            </a:extLst>
          </p:cNvPr>
          <p:cNvSpPr>
            <a:spLocks noGrp="1"/>
          </p:cNvSpPr>
          <p:nvPr/>
        </p:nvSpPr>
        <p:spPr>
          <a:xfrm>
            <a:off x="317676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e_full_violin_3766">
            <a:extLst>
              <a:ext uri="{FF2B5EF4-FFF2-40B4-BE49-F238E27FC236}">
                <a16:creationId xmlns:a16="http://schemas.microsoft.com/office/drawing/2014/main" id="{B16A97AA-B295-41EF-AED7-2BFFA9A16004}"/>
              </a:ext>
            </a:extLst>
          </p:cNvPr>
          <p:cNvSpPr>
            <a:spLocks noGrp="1"/>
          </p:cNvSpPr>
          <p:nvPr/>
        </p:nvSpPr>
        <p:spPr>
          <a:xfrm>
            <a:off x="3235716" y="33089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e_full_violin_3767">
            <a:extLst>
              <a:ext uri="{FF2B5EF4-FFF2-40B4-BE49-F238E27FC236}">
                <a16:creationId xmlns:a16="http://schemas.microsoft.com/office/drawing/2014/main" id="{C5257B7B-BA8B-463D-A2CA-BDEE13FA717C}"/>
              </a:ext>
            </a:extLst>
          </p:cNvPr>
          <p:cNvSpPr>
            <a:spLocks noGrp="1"/>
          </p:cNvSpPr>
          <p:nvPr/>
        </p:nvSpPr>
        <p:spPr>
          <a:xfrm>
            <a:off x="306188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e_full_violin_3768">
            <a:extLst>
              <a:ext uri="{FF2B5EF4-FFF2-40B4-BE49-F238E27FC236}">
                <a16:creationId xmlns:a16="http://schemas.microsoft.com/office/drawing/2014/main" id="{6D56193E-FDC0-4FF5-B006-AE8F114EC027}"/>
              </a:ext>
            </a:extLst>
          </p:cNvPr>
          <p:cNvSpPr>
            <a:spLocks noGrp="1"/>
          </p:cNvSpPr>
          <p:nvPr/>
        </p:nvSpPr>
        <p:spPr>
          <a:xfrm>
            <a:off x="3509593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e_full_violin_3769">
            <a:extLst>
              <a:ext uri="{FF2B5EF4-FFF2-40B4-BE49-F238E27FC236}">
                <a16:creationId xmlns:a16="http://schemas.microsoft.com/office/drawing/2014/main" id="{879CB26D-9B79-4636-A00B-C106D5DAE311}"/>
              </a:ext>
            </a:extLst>
          </p:cNvPr>
          <p:cNvSpPr>
            <a:spLocks noGrp="1"/>
          </p:cNvSpPr>
          <p:nvPr/>
        </p:nvSpPr>
        <p:spPr>
          <a:xfrm>
            <a:off x="31491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e_full_violin_3770">
            <a:extLst>
              <a:ext uri="{FF2B5EF4-FFF2-40B4-BE49-F238E27FC236}">
                <a16:creationId xmlns:a16="http://schemas.microsoft.com/office/drawing/2014/main" id="{0B82851D-83F5-464A-8128-DE48528D624F}"/>
              </a:ext>
            </a:extLst>
          </p:cNvPr>
          <p:cNvSpPr>
            <a:spLocks noGrp="1"/>
          </p:cNvSpPr>
          <p:nvPr/>
        </p:nvSpPr>
        <p:spPr>
          <a:xfrm>
            <a:off x="30606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e_full_violin_3771">
            <a:extLst>
              <a:ext uri="{FF2B5EF4-FFF2-40B4-BE49-F238E27FC236}">
                <a16:creationId xmlns:a16="http://schemas.microsoft.com/office/drawing/2014/main" id="{2FD55F97-ECE9-420F-AD9F-E3FF001E40D6}"/>
              </a:ext>
            </a:extLst>
          </p:cNvPr>
          <p:cNvSpPr>
            <a:spLocks noGrp="1"/>
          </p:cNvSpPr>
          <p:nvPr/>
        </p:nvSpPr>
        <p:spPr>
          <a:xfrm>
            <a:off x="30458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e_full_violin_3772">
            <a:extLst>
              <a:ext uri="{FF2B5EF4-FFF2-40B4-BE49-F238E27FC236}">
                <a16:creationId xmlns:a16="http://schemas.microsoft.com/office/drawing/2014/main" id="{D42E1588-81FF-4F3D-9911-ED353E399C27}"/>
              </a:ext>
            </a:extLst>
          </p:cNvPr>
          <p:cNvSpPr>
            <a:spLocks noGrp="1"/>
          </p:cNvSpPr>
          <p:nvPr/>
        </p:nvSpPr>
        <p:spPr>
          <a:xfrm>
            <a:off x="334224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e_full_violin_3773">
            <a:extLst>
              <a:ext uri="{FF2B5EF4-FFF2-40B4-BE49-F238E27FC236}">
                <a16:creationId xmlns:a16="http://schemas.microsoft.com/office/drawing/2014/main" id="{AB6E624A-BBB2-4220-B9BF-DF29DF6F5FBB}"/>
              </a:ext>
            </a:extLst>
          </p:cNvPr>
          <p:cNvSpPr>
            <a:spLocks noGrp="1"/>
          </p:cNvSpPr>
          <p:nvPr/>
        </p:nvSpPr>
        <p:spPr>
          <a:xfrm>
            <a:off x="33982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e_full_violin_3774">
            <a:extLst>
              <a:ext uri="{FF2B5EF4-FFF2-40B4-BE49-F238E27FC236}">
                <a16:creationId xmlns:a16="http://schemas.microsoft.com/office/drawing/2014/main" id="{86667718-AC6C-4C53-A251-7B05D8F9D3E5}"/>
              </a:ext>
            </a:extLst>
          </p:cNvPr>
          <p:cNvSpPr>
            <a:spLocks noGrp="1"/>
          </p:cNvSpPr>
          <p:nvPr/>
        </p:nvSpPr>
        <p:spPr>
          <a:xfrm>
            <a:off x="328910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e_full_violin_3775">
            <a:extLst>
              <a:ext uri="{FF2B5EF4-FFF2-40B4-BE49-F238E27FC236}">
                <a16:creationId xmlns:a16="http://schemas.microsoft.com/office/drawing/2014/main" id="{3221C65A-9754-47EC-AA25-3176876B3F2B}"/>
              </a:ext>
            </a:extLst>
          </p:cNvPr>
          <p:cNvSpPr>
            <a:spLocks noGrp="1"/>
          </p:cNvSpPr>
          <p:nvPr/>
        </p:nvSpPr>
        <p:spPr>
          <a:xfrm>
            <a:off x="33768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e_full_violin_3776">
            <a:extLst>
              <a:ext uri="{FF2B5EF4-FFF2-40B4-BE49-F238E27FC236}">
                <a16:creationId xmlns:a16="http://schemas.microsoft.com/office/drawing/2014/main" id="{91F83F68-65E2-47FD-99FF-1022F646028F}"/>
              </a:ext>
            </a:extLst>
          </p:cNvPr>
          <p:cNvSpPr>
            <a:spLocks noGrp="1"/>
          </p:cNvSpPr>
          <p:nvPr/>
        </p:nvSpPr>
        <p:spPr>
          <a:xfrm>
            <a:off x="309027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e_full_violin_3777">
            <a:extLst>
              <a:ext uri="{FF2B5EF4-FFF2-40B4-BE49-F238E27FC236}">
                <a16:creationId xmlns:a16="http://schemas.microsoft.com/office/drawing/2014/main" id="{DF4524A4-C476-4C23-BFF5-6AF08560CF36}"/>
              </a:ext>
            </a:extLst>
          </p:cNvPr>
          <p:cNvSpPr>
            <a:spLocks noGrp="1"/>
          </p:cNvSpPr>
          <p:nvPr/>
        </p:nvSpPr>
        <p:spPr>
          <a:xfrm>
            <a:off x="32324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e_full_violin_3778">
            <a:extLst>
              <a:ext uri="{FF2B5EF4-FFF2-40B4-BE49-F238E27FC236}">
                <a16:creationId xmlns:a16="http://schemas.microsoft.com/office/drawing/2014/main" id="{39BD0C81-6522-46AA-AF51-983DB56CEC7B}"/>
              </a:ext>
            </a:extLst>
          </p:cNvPr>
          <p:cNvSpPr>
            <a:spLocks noGrp="1"/>
          </p:cNvSpPr>
          <p:nvPr/>
        </p:nvSpPr>
        <p:spPr>
          <a:xfrm>
            <a:off x="31343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e_full_violin_3779">
            <a:extLst>
              <a:ext uri="{FF2B5EF4-FFF2-40B4-BE49-F238E27FC236}">
                <a16:creationId xmlns:a16="http://schemas.microsoft.com/office/drawing/2014/main" id="{204B336D-1259-41DB-97CF-FF63F72655E2}"/>
              </a:ext>
            </a:extLst>
          </p:cNvPr>
          <p:cNvSpPr>
            <a:spLocks noGrp="1"/>
          </p:cNvSpPr>
          <p:nvPr/>
        </p:nvSpPr>
        <p:spPr>
          <a:xfrm>
            <a:off x="3376647" y="34551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e_full_violin_3780">
            <a:extLst>
              <a:ext uri="{FF2B5EF4-FFF2-40B4-BE49-F238E27FC236}">
                <a16:creationId xmlns:a16="http://schemas.microsoft.com/office/drawing/2014/main" id="{FAB91FCD-BD34-46A8-872A-E86EAFDF61E6}"/>
              </a:ext>
            </a:extLst>
          </p:cNvPr>
          <p:cNvSpPr>
            <a:spLocks noGrp="1"/>
          </p:cNvSpPr>
          <p:nvPr/>
        </p:nvSpPr>
        <p:spPr>
          <a:xfrm>
            <a:off x="33963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e_full_violin_3781">
            <a:extLst>
              <a:ext uri="{FF2B5EF4-FFF2-40B4-BE49-F238E27FC236}">
                <a16:creationId xmlns:a16="http://schemas.microsoft.com/office/drawing/2014/main" id="{6FF9572E-D95F-46A6-BF82-E5A9CF1405DE}"/>
              </a:ext>
            </a:extLst>
          </p:cNvPr>
          <p:cNvSpPr>
            <a:spLocks noGrp="1"/>
          </p:cNvSpPr>
          <p:nvPr/>
        </p:nvSpPr>
        <p:spPr>
          <a:xfrm>
            <a:off x="3157366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e_full_violin_3782">
            <a:extLst>
              <a:ext uri="{FF2B5EF4-FFF2-40B4-BE49-F238E27FC236}">
                <a16:creationId xmlns:a16="http://schemas.microsoft.com/office/drawing/2014/main" id="{BB36D945-E69D-4E72-A45C-F5BA47650914}"/>
              </a:ext>
            </a:extLst>
          </p:cNvPr>
          <p:cNvSpPr>
            <a:spLocks noGrp="1"/>
          </p:cNvSpPr>
          <p:nvPr/>
        </p:nvSpPr>
        <p:spPr>
          <a:xfrm>
            <a:off x="30075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e_full_violin_3783">
            <a:extLst>
              <a:ext uri="{FF2B5EF4-FFF2-40B4-BE49-F238E27FC236}">
                <a16:creationId xmlns:a16="http://schemas.microsoft.com/office/drawing/2014/main" id="{32895C49-5D7C-4D8D-B0AF-EA56E4E234D7}"/>
              </a:ext>
            </a:extLst>
          </p:cNvPr>
          <p:cNvSpPr>
            <a:spLocks noGrp="1"/>
          </p:cNvSpPr>
          <p:nvPr/>
        </p:nvSpPr>
        <p:spPr>
          <a:xfrm>
            <a:off x="32344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e_full_violin_3784">
            <a:extLst>
              <a:ext uri="{FF2B5EF4-FFF2-40B4-BE49-F238E27FC236}">
                <a16:creationId xmlns:a16="http://schemas.microsoft.com/office/drawing/2014/main" id="{675B7954-F876-47B5-BC94-0B4D068EE7F3}"/>
              </a:ext>
            </a:extLst>
          </p:cNvPr>
          <p:cNvSpPr>
            <a:spLocks noGrp="1"/>
          </p:cNvSpPr>
          <p:nvPr/>
        </p:nvSpPr>
        <p:spPr>
          <a:xfrm>
            <a:off x="30595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e_full_violin_3785">
            <a:extLst>
              <a:ext uri="{FF2B5EF4-FFF2-40B4-BE49-F238E27FC236}">
                <a16:creationId xmlns:a16="http://schemas.microsoft.com/office/drawing/2014/main" id="{995F67C1-EB71-4E43-9429-AFDBE432A6D8}"/>
              </a:ext>
            </a:extLst>
          </p:cNvPr>
          <p:cNvSpPr>
            <a:spLocks noGrp="1"/>
          </p:cNvSpPr>
          <p:nvPr/>
        </p:nvSpPr>
        <p:spPr>
          <a:xfrm>
            <a:off x="3351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e_full_violin_3786">
            <a:extLst>
              <a:ext uri="{FF2B5EF4-FFF2-40B4-BE49-F238E27FC236}">
                <a16:creationId xmlns:a16="http://schemas.microsoft.com/office/drawing/2014/main" id="{7B6BCBE1-6F2A-49CE-AA51-6D43C4A95D62}"/>
              </a:ext>
            </a:extLst>
          </p:cNvPr>
          <p:cNvSpPr>
            <a:spLocks noGrp="1"/>
          </p:cNvSpPr>
          <p:nvPr/>
        </p:nvSpPr>
        <p:spPr>
          <a:xfrm>
            <a:off x="3323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e_full_violin_3787">
            <a:extLst>
              <a:ext uri="{FF2B5EF4-FFF2-40B4-BE49-F238E27FC236}">
                <a16:creationId xmlns:a16="http://schemas.microsoft.com/office/drawing/2014/main" id="{B161AB6C-6605-4C56-A9BA-CC2E70EA1811}"/>
              </a:ext>
            </a:extLst>
          </p:cNvPr>
          <p:cNvSpPr>
            <a:spLocks noGrp="1"/>
          </p:cNvSpPr>
          <p:nvPr/>
        </p:nvSpPr>
        <p:spPr>
          <a:xfrm>
            <a:off x="3197458" y="355564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e_full_violin_3788">
            <a:extLst>
              <a:ext uri="{FF2B5EF4-FFF2-40B4-BE49-F238E27FC236}">
                <a16:creationId xmlns:a16="http://schemas.microsoft.com/office/drawing/2014/main" id="{33103209-5CA6-406F-B9AC-E62DB3F65671}"/>
              </a:ext>
            </a:extLst>
          </p:cNvPr>
          <p:cNvSpPr>
            <a:spLocks noGrp="1"/>
          </p:cNvSpPr>
          <p:nvPr/>
        </p:nvSpPr>
        <p:spPr>
          <a:xfrm>
            <a:off x="34078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e_full_violin_3789">
            <a:extLst>
              <a:ext uri="{FF2B5EF4-FFF2-40B4-BE49-F238E27FC236}">
                <a16:creationId xmlns:a16="http://schemas.microsoft.com/office/drawing/2014/main" id="{0A2552BD-2BA6-4F86-9C23-B2BEE20C94B0}"/>
              </a:ext>
            </a:extLst>
          </p:cNvPr>
          <p:cNvSpPr>
            <a:spLocks noGrp="1"/>
          </p:cNvSpPr>
          <p:nvPr/>
        </p:nvSpPr>
        <p:spPr>
          <a:xfrm>
            <a:off x="30280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e_full_violin_3790">
            <a:extLst>
              <a:ext uri="{FF2B5EF4-FFF2-40B4-BE49-F238E27FC236}">
                <a16:creationId xmlns:a16="http://schemas.microsoft.com/office/drawing/2014/main" id="{EA5B6061-EE58-458C-951F-931FED66BB89}"/>
              </a:ext>
            </a:extLst>
          </p:cNvPr>
          <p:cNvSpPr>
            <a:spLocks noGrp="1"/>
          </p:cNvSpPr>
          <p:nvPr/>
        </p:nvSpPr>
        <p:spPr>
          <a:xfrm>
            <a:off x="316169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e_full_violin_3791">
            <a:extLst>
              <a:ext uri="{FF2B5EF4-FFF2-40B4-BE49-F238E27FC236}">
                <a16:creationId xmlns:a16="http://schemas.microsoft.com/office/drawing/2014/main" id="{C441B9C6-FBF2-4CA7-AE9D-7D335BB43A41}"/>
              </a:ext>
            </a:extLst>
          </p:cNvPr>
          <p:cNvSpPr>
            <a:spLocks noGrp="1"/>
          </p:cNvSpPr>
          <p:nvPr/>
        </p:nvSpPr>
        <p:spPr>
          <a:xfrm>
            <a:off x="3287899" y="40523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e_full_violin_3792">
            <a:extLst>
              <a:ext uri="{FF2B5EF4-FFF2-40B4-BE49-F238E27FC236}">
                <a16:creationId xmlns:a16="http://schemas.microsoft.com/office/drawing/2014/main" id="{6E545012-28CD-4B74-8D38-CBAA50E1A1B7}"/>
              </a:ext>
            </a:extLst>
          </p:cNvPr>
          <p:cNvSpPr>
            <a:spLocks noGrp="1"/>
          </p:cNvSpPr>
          <p:nvPr/>
        </p:nvSpPr>
        <p:spPr>
          <a:xfrm>
            <a:off x="319649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e_full_violin_3793">
            <a:extLst>
              <a:ext uri="{FF2B5EF4-FFF2-40B4-BE49-F238E27FC236}">
                <a16:creationId xmlns:a16="http://schemas.microsoft.com/office/drawing/2014/main" id="{323239FA-D8AE-44C0-A921-60D30E12EB69}"/>
              </a:ext>
            </a:extLst>
          </p:cNvPr>
          <p:cNvSpPr>
            <a:spLocks noGrp="1"/>
          </p:cNvSpPr>
          <p:nvPr/>
        </p:nvSpPr>
        <p:spPr>
          <a:xfrm>
            <a:off x="34856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e_full_violin_3794">
            <a:extLst>
              <a:ext uri="{FF2B5EF4-FFF2-40B4-BE49-F238E27FC236}">
                <a16:creationId xmlns:a16="http://schemas.microsoft.com/office/drawing/2014/main" id="{94E7B1E6-E7CF-4535-ABB5-4A26B0DE11A6}"/>
              </a:ext>
            </a:extLst>
          </p:cNvPr>
          <p:cNvSpPr>
            <a:spLocks noGrp="1"/>
          </p:cNvSpPr>
          <p:nvPr/>
        </p:nvSpPr>
        <p:spPr>
          <a:xfrm>
            <a:off x="3219701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e_full_violin_3795">
            <a:extLst>
              <a:ext uri="{FF2B5EF4-FFF2-40B4-BE49-F238E27FC236}">
                <a16:creationId xmlns:a16="http://schemas.microsoft.com/office/drawing/2014/main" id="{E53ED896-60C0-4532-B6E7-52C9A5086DAE}"/>
              </a:ext>
            </a:extLst>
          </p:cNvPr>
          <p:cNvSpPr>
            <a:spLocks noGrp="1"/>
          </p:cNvSpPr>
          <p:nvPr/>
        </p:nvSpPr>
        <p:spPr>
          <a:xfrm>
            <a:off x="310086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e_full_violin_3796">
            <a:extLst>
              <a:ext uri="{FF2B5EF4-FFF2-40B4-BE49-F238E27FC236}">
                <a16:creationId xmlns:a16="http://schemas.microsoft.com/office/drawing/2014/main" id="{3F2FE777-EA56-4C37-89C6-6ED53FC819AB}"/>
              </a:ext>
            </a:extLst>
          </p:cNvPr>
          <p:cNvSpPr>
            <a:spLocks noGrp="1"/>
          </p:cNvSpPr>
          <p:nvPr/>
        </p:nvSpPr>
        <p:spPr>
          <a:xfrm>
            <a:off x="33397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e_full_violin_3797">
            <a:extLst>
              <a:ext uri="{FF2B5EF4-FFF2-40B4-BE49-F238E27FC236}">
                <a16:creationId xmlns:a16="http://schemas.microsoft.com/office/drawing/2014/main" id="{D5AD1261-B20D-4F2E-8533-58541125D981}"/>
              </a:ext>
            </a:extLst>
          </p:cNvPr>
          <p:cNvSpPr>
            <a:spLocks noGrp="1"/>
          </p:cNvSpPr>
          <p:nvPr/>
        </p:nvSpPr>
        <p:spPr>
          <a:xfrm>
            <a:off x="34304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e_full_violin_3798">
            <a:extLst>
              <a:ext uri="{FF2B5EF4-FFF2-40B4-BE49-F238E27FC236}">
                <a16:creationId xmlns:a16="http://schemas.microsoft.com/office/drawing/2014/main" id="{14536A4A-F315-4105-BAB9-BC71C9B16EF8}"/>
              </a:ext>
            </a:extLst>
          </p:cNvPr>
          <p:cNvSpPr>
            <a:spLocks noGrp="1"/>
          </p:cNvSpPr>
          <p:nvPr/>
        </p:nvSpPr>
        <p:spPr>
          <a:xfrm>
            <a:off x="3241125" y="44155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e_full_violin_3799">
            <a:extLst>
              <a:ext uri="{FF2B5EF4-FFF2-40B4-BE49-F238E27FC236}">
                <a16:creationId xmlns:a16="http://schemas.microsoft.com/office/drawing/2014/main" id="{7789903B-A07D-47A8-A7DE-6E2875BE38F2}"/>
              </a:ext>
            </a:extLst>
          </p:cNvPr>
          <p:cNvSpPr>
            <a:spLocks noGrp="1"/>
          </p:cNvSpPr>
          <p:nvPr/>
        </p:nvSpPr>
        <p:spPr>
          <a:xfrm>
            <a:off x="34774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e_full_violin_3800">
            <a:extLst>
              <a:ext uri="{FF2B5EF4-FFF2-40B4-BE49-F238E27FC236}">
                <a16:creationId xmlns:a16="http://schemas.microsoft.com/office/drawing/2014/main" id="{645837B6-CC16-496A-AAC9-B16F06CC1865}"/>
              </a:ext>
            </a:extLst>
          </p:cNvPr>
          <p:cNvSpPr>
            <a:spLocks noGrp="1"/>
          </p:cNvSpPr>
          <p:nvPr/>
        </p:nvSpPr>
        <p:spPr>
          <a:xfrm>
            <a:off x="32272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e_full_violin_3801">
            <a:extLst>
              <a:ext uri="{FF2B5EF4-FFF2-40B4-BE49-F238E27FC236}">
                <a16:creationId xmlns:a16="http://schemas.microsoft.com/office/drawing/2014/main" id="{F2B27E32-F57F-49BD-BAE5-313D7CBF66DC}"/>
              </a:ext>
            </a:extLst>
          </p:cNvPr>
          <p:cNvSpPr>
            <a:spLocks noGrp="1"/>
          </p:cNvSpPr>
          <p:nvPr/>
        </p:nvSpPr>
        <p:spPr>
          <a:xfrm>
            <a:off x="31610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e_full_violin_3802">
            <a:extLst>
              <a:ext uri="{FF2B5EF4-FFF2-40B4-BE49-F238E27FC236}">
                <a16:creationId xmlns:a16="http://schemas.microsoft.com/office/drawing/2014/main" id="{926FBCF5-BD61-499A-AF3A-E95F5C154D76}"/>
              </a:ext>
            </a:extLst>
          </p:cNvPr>
          <p:cNvSpPr>
            <a:spLocks noGrp="1"/>
          </p:cNvSpPr>
          <p:nvPr/>
        </p:nvSpPr>
        <p:spPr>
          <a:xfrm>
            <a:off x="33879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e_full_violin_3803">
            <a:extLst>
              <a:ext uri="{FF2B5EF4-FFF2-40B4-BE49-F238E27FC236}">
                <a16:creationId xmlns:a16="http://schemas.microsoft.com/office/drawing/2014/main" id="{5DC2CD1A-58BE-4A02-91C5-67D776B6733F}"/>
              </a:ext>
            </a:extLst>
          </p:cNvPr>
          <p:cNvSpPr>
            <a:spLocks noGrp="1"/>
          </p:cNvSpPr>
          <p:nvPr/>
        </p:nvSpPr>
        <p:spPr>
          <a:xfrm>
            <a:off x="3173991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e_full_violin_3804">
            <a:extLst>
              <a:ext uri="{FF2B5EF4-FFF2-40B4-BE49-F238E27FC236}">
                <a16:creationId xmlns:a16="http://schemas.microsoft.com/office/drawing/2014/main" id="{0B4781EB-BDD7-49C1-91A7-D4FC0DD06B4F}"/>
              </a:ext>
            </a:extLst>
          </p:cNvPr>
          <p:cNvSpPr>
            <a:spLocks noGrp="1"/>
          </p:cNvSpPr>
          <p:nvPr/>
        </p:nvSpPr>
        <p:spPr>
          <a:xfrm>
            <a:off x="31226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e_full_violin_3805">
            <a:extLst>
              <a:ext uri="{FF2B5EF4-FFF2-40B4-BE49-F238E27FC236}">
                <a16:creationId xmlns:a16="http://schemas.microsoft.com/office/drawing/2014/main" id="{20585ABE-29D8-41B0-9870-7FAEDAFD5675}"/>
              </a:ext>
            </a:extLst>
          </p:cNvPr>
          <p:cNvSpPr>
            <a:spLocks noGrp="1"/>
          </p:cNvSpPr>
          <p:nvPr/>
        </p:nvSpPr>
        <p:spPr>
          <a:xfrm>
            <a:off x="3354183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e_full_violin_3806">
            <a:extLst>
              <a:ext uri="{FF2B5EF4-FFF2-40B4-BE49-F238E27FC236}">
                <a16:creationId xmlns:a16="http://schemas.microsoft.com/office/drawing/2014/main" id="{B6BF064A-F2FE-4E23-89FD-A5428AC1185C}"/>
              </a:ext>
            </a:extLst>
          </p:cNvPr>
          <p:cNvSpPr>
            <a:spLocks noGrp="1"/>
          </p:cNvSpPr>
          <p:nvPr/>
        </p:nvSpPr>
        <p:spPr>
          <a:xfrm>
            <a:off x="343277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e_full_violin_3807">
            <a:extLst>
              <a:ext uri="{FF2B5EF4-FFF2-40B4-BE49-F238E27FC236}">
                <a16:creationId xmlns:a16="http://schemas.microsoft.com/office/drawing/2014/main" id="{2723605D-08AF-41D4-9372-7607E760E7D7}"/>
              </a:ext>
            </a:extLst>
          </p:cNvPr>
          <p:cNvSpPr>
            <a:spLocks noGrp="1"/>
          </p:cNvSpPr>
          <p:nvPr/>
        </p:nvSpPr>
        <p:spPr>
          <a:xfrm>
            <a:off x="324792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e_full_violin_3808">
            <a:extLst>
              <a:ext uri="{FF2B5EF4-FFF2-40B4-BE49-F238E27FC236}">
                <a16:creationId xmlns:a16="http://schemas.microsoft.com/office/drawing/2014/main" id="{868130CC-3381-478F-A61B-EA479FD4EF6C}"/>
              </a:ext>
            </a:extLst>
          </p:cNvPr>
          <p:cNvSpPr>
            <a:spLocks noGrp="1"/>
          </p:cNvSpPr>
          <p:nvPr/>
        </p:nvSpPr>
        <p:spPr>
          <a:xfrm>
            <a:off x="33566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e_full_violin_3809">
            <a:extLst>
              <a:ext uri="{FF2B5EF4-FFF2-40B4-BE49-F238E27FC236}">
                <a16:creationId xmlns:a16="http://schemas.microsoft.com/office/drawing/2014/main" id="{A8B6B667-999F-4647-A1F9-131A0E77EF5E}"/>
              </a:ext>
            </a:extLst>
          </p:cNvPr>
          <p:cNvSpPr>
            <a:spLocks noGrp="1"/>
          </p:cNvSpPr>
          <p:nvPr/>
        </p:nvSpPr>
        <p:spPr>
          <a:xfrm>
            <a:off x="3206049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e_full_violin_3810">
            <a:extLst>
              <a:ext uri="{FF2B5EF4-FFF2-40B4-BE49-F238E27FC236}">
                <a16:creationId xmlns:a16="http://schemas.microsoft.com/office/drawing/2014/main" id="{EF6BCD65-6A10-4131-B8FD-80B8644374B9}"/>
              </a:ext>
            </a:extLst>
          </p:cNvPr>
          <p:cNvSpPr>
            <a:spLocks noGrp="1"/>
          </p:cNvSpPr>
          <p:nvPr/>
        </p:nvSpPr>
        <p:spPr>
          <a:xfrm>
            <a:off x="312987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e_full_violin_3811">
            <a:extLst>
              <a:ext uri="{FF2B5EF4-FFF2-40B4-BE49-F238E27FC236}">
                <a16:creationId xmlns:a16="http://schemas.microsoft.com/office/drawing/2014/main" id="{1AEF4E92-5C46-4A17-A222-5C4B1C2DF92A}"/>
              </a:ext>
            </a:extLst>
          </p:cNvPr>
          <p:cNvSpPr>
            <a:spLocks noGrp="1"/>
          </p:cNvSpPr>
          <p:nvPr/>
        </p:nvSpPr>
        <p:spPr>
          <a:xfrm>
            <a:off x="3266137" y="483470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e_full_violin_3812">
            <a:extLst>
              <a:ext uri="{FF2B5EF4-FFF2-40B4-BE49-F238E27FC236}">
                <a16:creationId xmlns:a16="http://schemas.microsoft.com/office/drawing/2014/main" id="{32E42CB7-099B-4AFA-8084-09FD2E803984}"/>
              </a:ext>
            </a:extLst>
          </p:cNvPr>
          <p:cNvSpPr>
            <a:spLocks noGrp="1"/>
          </p:cNvSpPr>
          <p:nvPr/>
        </p:nvSpPr>
        <p:spPr>
          <a:xfrm>
            <a:off x="30540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e_full_violin_3813">
            <a:extLst>
              <a:ext uri="{FF2B5EF4-FFF2-40B4-BE49-F238E27FC236}">
                <a16:creationId xmlns:a16="http://schemas.microsoft.com/office/drawing/2014/main" id="{7AF1AEE4-B9F1-4AB4-97EA-95229C2F8B14}"/>
              </a:ext>
            </a:extLst>
          </p:cNvPr>
          <p:cNvSpPr>
            <a:spLocks noGrp="1"/>
          </p:cNvSpPr>
          <p:nvPr/>
        </p:nvSpPr>
        <p:spPr>
          <a:xfrm>
            <a:off x="3421537" y="332749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e_full_violin_3814">
            <a:extLst>
              <a:ext uri="{FF2B5EF4-FFF2-40B4-BE49-F238E27FC236}">
                <a16:creationId xmlns:a16="http://schemas.microsoft.com/office/drawing/2014/main" id="{E9748413-E483-4300-BA9B-7FB98F032837}"/>
              </a:ext>
            </a:extLst>
          </p:cNvPr>
          <p:cNvSpPr>
            <a:spLocks noGrp="1"/>
          </p:cNvSpPr>
          <p:nvPr/>
        </p:nvSpPr>
        <p:spPr>
          <a:xfrm>
            <a:off x="329194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e_full_violin_3815">
            <a:extLst>
              <a:ext uri="{FF2B5EF4-FFF2-40B4-BE49-F238E27FC236}">
                <a16:creationId xmlns:a16="http://schemas.microsoft.com/office/drawing/2014/main" id="{E662CA5C-9275-4E84-BFC5-C9E3CC5666FC}"/>
              </a:ext>
            </a:extLst>
          </p:cNvPr>
          <p:cNvSpPr>
            <a:spLocks noGrp="1"/>
          </p:cNvSpPr>
          <p:nvPr/>
        </p:nvSpPr>
        <p:spPr>
          <a:xfrm>
            <a:off x="323560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e_full_violin_3816">
            <a:extLst>
              <a:ext uri="{FF2B5EF4-FFF2-40B4-BE49-F238E27FC236}">
                <a16:creationId xmlns:a16="http://schemas.microsoft.com/office/drawing/2014/main" id="{E7AF1D18-55A2-42C7-9927-BAC1050F65EE}"/>
              </a:ext>
            </a:extLst>
          </p:cNvPr>
          <p:cNvSpPr>
            <a:spLocks noGrp="1"/>
          </p:cNvSpPr>
          <p:nvPr/>
        </p:nvSpPr>
        <p:spPr>
          <a:xfrm>
            <a:off x="341317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e_full_violin_3817">
            <a:extLst>
              <a:ext uri="{FF2B5EF4-FFF2-40B4-BE49-F238E27FC236}">
                <a16:creationId xmlns:a16="http://schemas.microsoft.com/office/drawing/2014/main" id="{58497F51-A52A-4EAB-A668-CF8C4968C2E8}"/>
              </a:ext>
            </a:extLst>
          </p:cNvPr>
          <p:cNvSpPr>
            <a:spLocks noGrp="1"/>
          </p:cNvSpPr>
          <p:nvPr/>
        </p:nvSpPr>
        <p:spPr>
          <a:xfrm>
            <a:off x="344436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e_full_violin_3818">
            <a:extLst>
              <a:ext uri="{FF2B5EF4-FFF2-40B4-BE49-F238E27FC236}">
                <a16:creationId xmlns:a16="http://schemas.microsoft.com/office/drawing/2014/main" id="{E38312A9-26CD-4010-8694-DFF618978242}"/>
              </a:ext>
            </a:extLst>
          </p:cNvPr>
          <p:cNvSpPr>
            <a:spLocks noGrp="1"/>
          </p:cNvSpPr>
          <p:nvPr/>
        </p:nvSpPr>
        <p:spPr>
          <a:xfrm>
            <a:off x="3021496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e_full_violin_3819">
            <a:extLst>
              <a:ext uri="{FF2B5EF4-FFF2-40B4-BE49-F238E27FC236}">
                <a16:creationId xmlns:a16="http://schemas.microsoft.com/office/drawing/2014/main" id="{5DC81FCB-2514-4E85-A711-BC772AA9AE06}"/>
              </a:ext>
            </a:extLst>
          </p:cNvPr>
          <p:cNvSpPr>
            <a:spLocks noGrp="1"/>
          </p:cNvSpPr>
          <p:nvPr/>
        </p:nvSpPr>
        <p:spPr>
          <a:xfrm>
            <a:off x="344620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e_full_violin_3820">
            <a:extLst>
              <a:ext uri="{FF2B5EF4-FFF2-40B4-BE49-F238E27FC236}">
                <a16:creationId xmlns:a16="http://schemas.microsoft.com/office/drawing/2014/main" id="{71130B43-8D62-4762-BC8F-EEC4CBC351E4}"/>
              </a:ext>
            </a:extLst>
          </p:cNvPr>
          <p:cNvSpPr>
            <a:spLocks noGrp="1"/>
          </p:cNvSpPr>
          <p:nvPr/>
        </p:nvSpPr>
        <p:spPr>
          <a:xfrm>
            <a:off x="32726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e_full_violin_3821">
            <a:extLst>
              <a:ext uri="{FF2B5EF4-FFF2-40B4-BE49-F238E27FC236}">
                <a16:creationId xmlns:a16="http://schemas.microsoft.com/office/drawing/2014/main" id="{34BF2D43-1401-4C7F-AAD4-EC9ACAF523E9}"/>
              </a:ext>
            </a:extLst>
          </p:cNvPr>
          <p:cNvSpPr>
            <a:spLocks noGrp="1"/>
          </p:cNvSpPr>
          <p:nvPr/>
        </p:nvSpPr>
        <p:spPr>
          <a:xfrm>
            <a:off x="3289116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e_full_violin_3822">
            <a:extLst>
              <a:ext uri="{FF2B5EF4-FFF2-40B4-BE49-F238E27FC236}">
                <a16:creationId xmlns:a16="http://schemas.microsoft.com/office/drawing/2014/main" id="{D2087CB1-215C-4759-AB4A-6C31CD58C761}"/>
              </a:ext>
            </a:extLst>
          </p:cNvPr>
          <p:cNvSpPr>
            <a:spLocks noGrp="1"/>
          </p:cNvSpPr>
          <p:nvPr/>
        </p:nvSpPr>
        <p:spPr>
          <a:xfrm>
            <a:off x="33643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e_full_violin_3823">
            <a:extLst>
              <a:ext uri="{FF2B5EF4-FFF2-40B4-BE49-F238E27FC236}">
                <a16:creationId xmlns:a16="http://schemas.microsoft.com/office/drawing/2014/main" id="{D2070E68-4615-4D84-A2ED-C0004A97FA78}"/>
              </a:ext>
            </a:extLst>
          </p:cNvPr>
          <p:cNvSpPr>
            <a:spLocks noGrp="1"/>
          </p:cNvSpPr>
          <p:nvPr/>
        </p:nvSpPr>
        <p:spPr>
          <a:xfrm>
            <a:off x="329884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e_full_violin_3824">
            <a:extLst>
              <a:ext uri="{FF2B5EF4-FFF2-40B4-BE49-F238E27FC236}">
                <a16:creationId xmlns:a16="http://schemas.microsoft.com/office/drawing/2014/main" id="{3983A4E6-ED97-451E-9CB7-4299AC8D250F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860" y="3662402"/>
                </a:lnTo>
                <a:lnTo>
                  <a:pt x="15200" y="3639368"/>
                </a:lnTo>
                <a:lnTo>
                  <a:pt x="33329" y="3616334"/>
                </a:lnTo>
                <a:lnTo>
                  <a:pt x="57169" y="3593300"/>
                </a:lnTo>
                <a:lnTo>
                  <a:pt x="85373" y="3570266"/>
                </a:lnTo>
                <a:lnTo>
                  <a:pt x="116441" y="3547232"/>
                </a:lnTo>
                <a:lnTo>
                  <a:pt x="148864" y="3524198"/>
                </a:lnTo>
                <a:lnTo>
                  <a:pt x="181235" y="3501164"/>
                </a:lnTo>
                <a:lnTo>
                  <a:pt x="212349" y="3478130"/>
                </a:lnTo>
                <a:lnTo>
                  <a:pt x="241266" y="3455096"/>
                </a:lnTo>
                <a:lnTo>
                  <a:pt x="267332" y="3432062"/>
                </a:lnTo>
                <a:lnTo>
                  <a:pt x="290182" y="3409028"/>
                </a:lnTo>
                <a:lnTo>
                  <a:pt x="309702" y="3385994"/>
                </a:lnTo>
                <a:lnTo>
                  <a:pt x="325983" y="3362960"/>
                </a:lnTo>
                <a:lnTo>
                  <a:pt x="339268" y="3339926"/>
                </a:lnTo>
                <a:lnTo>
                  <a:pt x="349892" y="3316892"/>
                </a:lnTo>
                <a:lnTo>
                  <a:pt x="358234" y="3293858"/>
                </a:lnTo>
                <a:lnTo>
                  <a:pt x="364679" y="3270824"/>
                </a:lnTo>
                <a:lnTo>
                  <a:pt x="369589" y="3247790"/>
                </a:lnTo>
                <a:lnTo>
                  <a:pt x="373285" y="3224756"/>
                </a:lnTo>
                <a:lnTo>
                  <a:pt x="376041" y="3201722"/>
                </a:lnTo>
                <a:lnTo>
                  <a:pt x="378083" y="3178688"/>
                </a:lnTo>
                <a:lnTo>
                  <a:pt x="379589" y="3155654"/>
                </a:lnTo>
                <a:lnTo>
                  <a:pt x="380701" y="3132620"/>
                </a:lnTo>
                <a:lnTo>
                  <a:pt x="381527" y="3109586"/>
                </a:lnTo>
                <a:lnTo>
                  <a:pt x="382151" y="3086552"/>
                </a:lnTo>
                <a:lnTo>
                  <a:pt x="382639" y="3063518"/>
                </a:lnTo>
                <a:lnTo>
                  <a:pt x="383039" y="3040485"/>
                </a:lnTo>
                <a:lnTo>
                  <a:pt x="383389" y="3017451"/>
                </a:lnTo>
                <a:lnTo>
                  <a:pt x="383719" y="2994417"/>
                </a:lnTo>
                <a:lnTo>
                  <a:pt x="384051" y="2971383"/>
                </a:lnTo>
                <a:lnTo>
                  <a:pt x="384400" y="2948349"/>
                </a:lnTo>
                <a:lnTo>
                  <a:pt x="384775" y="2925315"/>
                </a:lnTo>
                <a:lnTo>
                  <a:pt x="385180" y="2902281"/>
                </a:lnTo>
                <a:lnTo>
                  <a:pt x="385613" y="2879247"/>
                </a:lnTo>
                <a:lnTo>
                  <a:pt x="386068" y="2856213"/>
                </a:lnTo>
                <a:lnTo>
                  <a:pt x="386535" y="2833179"/>
                </a:lnTo>
                <a:lnTo>
                  <a:pt x="387003" y="2810145"/>
                </a:lnTo>
                <a:lnTo>
                  <a:pt x="387458" y="2787111"/>
                </a:lnTo>
                <a:lnTo>
                  <a:pt x="387887" y="2764077"/>
                </a:lnTo>
                <a:lnTo>
                  <a:pt x="388279" y="2741043"/>
                </a:lnTo>
                <a:lnTo>
                  <a:pt x="388624" y="2718009"/>
                </a:lnTo>
                <a:lnTo>
                  <a:pt x="388918" y="2694975"/>
                </a:lnTo>
                <a:lnTo>
                  <a:pt x="389159" y="2671941"/>
                </a:lnTo>
                <a:lnTo>
                  <a:pt x="389349" y="2648907"/>
                </a:lnTo>
                <a:lnTo>
                  <a:pt x="389493" y="2625873"/>
                </a:lnTo>
                <a:lnTo>
                  <a:pt x="389600" y="2602839"/>
                </a:lnTo>
                <a:lnTo>
                  <a:pt x="389679" y="2579805"/>
                </a:lnTo>
                <a:lnTo>
                  <a:pt x="389741" y="2556771"/>
                </a:lnTo>
                <a:lnTo>
                  <a:pt x="389795" y="2533737"/>
                </a:lnTo>
                <a:lnTo>
                  <a:pt x="389851" y="2510703"/>
                </a:lnTo>
                <a:lnTo>
                  <a:pt x="389914" y="2487669"/>
                </a:lnTo>
                <a:lnTo>
                  <a:pt x="389989" y="2464635"/>
                </a:lnTo>
                <a:lnTo>
                  <a:pt x="390077" y="2441601"/>
                </a:lnTo>
                <a:lnTo>
                  <a:pt x="390177" y="2418567"/>
                </a:lnTo>
                <a:lnTo>
                  <a:pt x="390288" y="2395533"/>
                </a:lnTo>
                <a:lnTo>
                  <a:pt x="390405" y="2372499"/>
                </a:lnTo>
                <a:lnTo>
                  <a:pt x="390524" y="2349465"/>
                </a:lnTo>
                <a:lnTo>
                  <a:pt x="390640" y="2326431"/>
                </a:lnTo>
                <a:lnTo>
                  <a:pt x="390751" y="2303397"/>
                </a:lnTo>
                <a:lnTo>
                  <a:pt x="390852" y="2280363"/>
                </a:lnTo>
                <a:lnTo>
                  <a:pt x="390941" y="2257329"/>
                </a:lnTo>
                <a:lnTo>
                  <a:pt x="391018" y="2234295"/>
                </a:lnTo>
                <a:lnTo>
                  <a:pt x="391081" y="2211261"/>
                </a:lnTo>
                <a:lnTo>
                  <a:pt x="391130" y="2188228"/>
                </a:lnTo>
                <a:lnTo>
                  <a:pt x="391167" y="2165194"/>
                </a:lnTo>
                <a:lnTo>
                  <a:pt x="391191" y="2142160"/>
                </a:lnTo>
                <a:lnTo>
                  <a:pt x="391203" y="2119126"/>
                </a:lnTo>
                <a:lnTo>
                  <a:pt x="391204" y="2096092"/>
                </a:lnTo>
                <a:lnTo>
                  <a:pt x="391193" y="2073058"/>
                </a:lnTo>
                <a:lnTo>
                  <a:pt x="391170" y="2050024"/>
                </a:lnTo>
                <a:lnTo>
                  <a:pt x="391134" y="2026990"/>
                </a:lnTo>
                <a:lnTo>
                  <a:pt x="391086" y="2003956"/>
                </a:lnTo>
                <a:lnTo>
                  <a:pt x="391025" y="1980922"/>
                </a:lnTo>
                <a:lnTo>
                  <a:pt x="390950" y="1957888"/>
                </a:lnTo>
                <a:lnTo>
                  <a:pt x="390862" y="1934854"/>
                </a:lnTo>
                <a:lnTo>
                  <a:pt x="390763" y="1911820"/>
                </a:lnTo>
                <a:lnTo>
                  <a:pt x="390655" y="1888786"/>
                </a:lnTo>
                <a:lnTo>
                  <a:pt x="390542" y="1865752"/>
                </a:lnTo>
                <a:lnTo>
                  <a:pt x="390428" y="1842718"/>
                </a:lnTo>
                <a:lnTo>
                  <a:pt x="390318" y="1819684"/>
                </a:lnTo>
                <a:lnTo>
                  <a:pt x="390219" y="1796650"/>
                </a:lnTo>
                <a:lnTo>
                  <a:pt x="390135" y="1773616"/>
                </a:lnTo>
                <a:lnTo>
                  <a:pt x="390072" y="1750582"/>
                </a:lnTo>
                <a:lnTo>
                  <a:pt x="390034" y="1727548"/>
                </a:lnTo>
                <a:lnTo>
                  <a:pt x="390022" y="1704514"/>
                </a:lnTo>
                <a:lnTo>
                  <a:pt x="390039" y="1681480"/>
                </a:lnTo>
                <a:lnTo>
                  <a:pt x="390082" y="1658446"/>
                </a:lnTo>
                <a:lnTo>
                  <a:pt x="390149" y="1635412"/>
                </a:lnTo>
                <a:lnTo>
                  <a:pt x="390236" y="1612378"/>
                </a:lnTo>
                <a:lnTo>
                  <a:pt x="390336" y="1589344"/>
                </a:lnTo>
                <a:lnTo>
                  <a:pt x="390444" y="1566310"/>
                </a:lnTo>
                <a:lnTo>
                  <a:pt x="390553" y="1543276"/>
                </a:lnTo>
                <a:lnTo>
                  <a:pt x="390659" y="1520242"/>
                </a:lnTo>
                <a:lnTo>
                  <a:pt x="390755" y="1497208"/>
                </a:lnTo>
                <a:lnTo>
                  <a:pt x="390838" y="1474174"/>
                </a:lnTo>
                <a:lnTo>
                  <a:pt x="390904" y="1451140"/>
                </a:lnTo>
                <a:lnTo>
                  <a:pt x="390950" y="1428106"/>
                </a:lnTo>
                <a:lnTo>
                  <a:pt x="390975" y="1405072"/>
                </a:lnTo>
                <a:lnTo>
                  <a:pt x="390978" y="1382038"/>
                </a:lnTo>
                <a:lnTo>
                  <a:pt x="390960" y="1359004"/>
                </a:lnTo>
                <a:lnTo>
                  <a:pt x="390919" y="1335970"/>
                </a:lnTo>
                <a:lnTo>
                  <a:pt x="390859" y="1312937"/>
                </a:lnTo>
                <a:lnTo>
                  <a:pt x="390781" y="1289903"/>
                </a:lnTo>
                <a:lnTo>
                  <a:pt x="390688" y="1266869"/>
                </a:lnTo>
                <a:lnTo>
                  <a:pt x="390585" y="1243835"/>
                </a:lnTo>
                <a:lnTo>
                  <a:pt x="390476" y="1220801"/>
                </a:lnTo>
                <a:lnTo>
                  <a:pt x="390367" y="1197767"/>
                </a:lnTo>
                <a:lnTo>
                  <a:pt x="390264" y="1174733"/>
                </a:lnTo>
                <a:lnTo>
                  <a:pt x="390173" y="1151699"/>
                </a:lnTo>
                <a:lnTo>
                  <a:pt x="390100" y="1128665"/>
                </a:lnTo>
                <a:lnTo>
                  <a:pt x="390049" y="1105631"/>
                </a:lnTo>
                <a:lnTo>
                  <a:pt x="390024" y="1082597"/>
                </a:lnTo>
                <a:lnTo>
                  <a:pt x="390028" y="1059563"/>
                </a:lnTo>
                <a:lnTo>
                  <a:pt x="390058" y="1036529"/>
                </a:lnTo>
                <a:lnTo>
                  <a:pt x="390114" y="1013495"/>
                </a:lnTo>
                <a:lnTo>
                  <a:pt x="390192" y="990461"/>
                </a:lnTo>
                <a:lnTo>
                  <a:pt x="390288" y="967427"/>
                </a:lnTo>
                <a:lnTo>
                  <a:pt x="390395" y="944393"/>
                </a:lnTo>
                <a:lnTo>
                  <a:pt x="390509" y="921359"/>
                </a:lnTo>
                <a:lnTo>
                  <a:pt x="390623" y="898325"/>
                </a:lnTo>
                <a:lnTo>
                  <a:pt x="390733" y="875291"/>
                </a:lnTo>
                <a:lnTo>
                  <a:pt x="390836" y="852257"/>
                </a:lnTo>
                <a:lnTo>
                  <a:pt x="390928" y="829223"/>
                </a:lnTo>
                <a:lnTo>
                  <a:pt x="391008" y="806189"/>
                </a:lnTo>
                <a:lnTo>
                  <a:pt x="391076" y="783155"/>
                </a:lnTo>
                <a:lnTo>
                  <a:pt x="391131" y="760121"/>
                </a:lnTo>
                <a:lnTo>
                  <a:pt x="391176" y="737087"/>
                </a:lnTo>
                <a:lnTo>
                  <a:pt x="391210" y="714053"/>
                </a:lnTo>
                <a:lnTo>
                  <a:pt x="391236" y="691019"/>
                </a:lnTo>
                <a:lnTo>
                  <a:pt x="391255" y="667985"/>
                </a:lnTo>
                <a:lnTo>
                  <a:pt x="391268" y="644951"/>
                </a:lnTo>
                <a:lnTo>
                  <a:pt x="391277" y="621917"/>
                </a:lnTo>
                <a:lnTo>
                  <a:pt x="391282" y="598883"/>
                </a:lnTo>
                <a:lnTo>
                  <a:pt x="391285" y="575849"/>
                </a:lnTo>
                <a:lnTo>
                  <a:pt x="391284" y="552815"/>
                </a:lnTo>
                <a:lnTo>
                  <a:pt x="391280" y="529781"/>
                </a:lnTo>
                <a:lnTo>
                  <a:pt x="391271" y="506747"/>
                </a:lnTo>
                <a:lnTo>
                  <a:pt x="391257" y="483713"/>
                </a:lnTo>
                <a:lnTo>
                  <a:pt x="391235" y="460679"/>
                </a:lnTo>
                <a:lnTo>
                  <a:pt x="391201" y="437646"/>
                </a:lnTo>
                <a:lnTo>
                  <a:pt x="391153" y="414612"/>
                </a:lnTo>
                <a:lnTo>
                  <a:pt x="391086" y="391578"/>
                </a:lnTo>
                <a:lnTo>
                  <a:pt x="390993" y="368544"/>
                </a:lnTo>
                <a:lnTo>
                  <a:pt x="390870" y="345510"/>
                </a:lnTo>
                <a:lnTo>
                  <a:pt x="390709" y="322476"/>
                </a:lnTo>
                <a:lnTo>
                  <a:pt x="390505" y="299442"/>
                </a:lnTo>
                <a:lnTo>
                  <a:pt x="390254" y="276408"/>
                </a:lnTo>
                <a:lnTo>
                  <a:pt x="389953" y="253374"/>
                </a:lnTo>
                <a:lnTo>
                  <a:pt x="389603" y="230340"/>
                </a:lnTo>
                <a:lnTo>
                  <a:pt x="389208" y="207306"/>
                </a:lnTo>
                <a:lnTo>
                  <a:pt x="388778" y="184272"/>
                </a:lnTo>
                <a:lnTo>
                  <a:pt x="388325" y="161238"/>
                </a:lnTo>
                <a:lnTo>
                  <a:pt x="387868" y="138204"/>
                </a:lnTo>
                <a:lnTo>
                  <a:pt x="387426" y="115170"/>
                </a:lnTo>
                <a:lnTo>
                  <a:pt x="387023" y="92136"/>
                </a:lnTo>
                <a:lnTo>
                  <a:pt x="386680" y="69102"/>
                </a:lnTo>
                <a:lnTo>
                  <a:pt x="386419" y="46068"/>
                </a:lnTo>
                <a:lnTo>
                  <a:pt x="386255" y="23034"/>
                </a:lnTo>
                <a:lnTo>
                  <a:pt x="386199" y="0"/>
                </a:lnTo>
                <a:lnTo>
                  <a:pt x="396396" y="0"/>
                </a:lnTo>
                <a:lnTo>
                  <a:pt x="396396" y="0"/>
                </a:lnTo>
                <a:lnTo>
                  <a:pt x="396340" y="23034"/>
                </a:lnTo>
                <a:lnTo>
                  <a:pt x="396176" y="46068"/>
                </a:lnTo>
                <a:lnTo>
                  <a:pt x="395915" y="69102"/>
                </a:lnTo>
                <a:lnTo>
                  <a:pt x="395572" y="92136"/>
                </a:lnTo>
                <a:lnTo>
                  <a:pt x="395168" y="115170"/>
                </a:lnTo>
                <a:lnTo>
                  <a:pt x="394727" y="138204"/>
                </a:lnTo>
                <a:lnTo>
                  <a:pt x="394269" y="161238"/>
                </a:lnTo>
                <a:lnTo>
                  <a:pt x="393817" y="184272"/>
                </a:lnTo>
                <a:lnTo>
                  <a:pt x="393386" y="207306"/>
                </a:lnTo>
                <a:lnTo>
                  <a:pt x="392992" y="230340"/>
                </a:lnTo>
                <a:lnTo>
                  <a:pt x="392642" y="253374"/>
                </a:lnTo>
                <a:lnTo>
                  <a:pt x="392341" y="276408"/>
                </a:lnTo>
                <a:lnTo>
                  <a:pt x="392090" y="299442"/>
                </a:lnTo>
                <a:lnTo>
                  <a:pt x="391886" y="322476"/>
                </a:lnTo>
                <a:lnTo>
                  <a:pt x="391725" y="345510"/>
                </a:lnTo>
                <a:lnTo>
                  <a:pt x="391601" y="368544"/>
                </a:lnTo>
                <a:lnTo>
                  <a:pt x="391509" y="391578"/>
                </a:lnTo>
                <a:lnTo>
                  <a:pt x="391441" y="414612"/>
                </a:lnTo>
                <a:lnTo>
                  <a:pt x="391393" y="437646"/>
                </a:lnTo>
                <a:lnTo>
                  <a:pt x="391360" y="460679"/>
                </a:lnTo>
                <a:lnTo>
                  <a:pt x="391338" y="483713"/>
                </a:lnTo>
                <a:lnTo>
                  <a:pt x="391324" y="506747"/>
                </a:lnTo>
                <a:lnTo>
                  <a:pt x="391315" y="529781"/>
                </a:lnTo>
                <a:lnTo>
                  <a:pt x="391311" y="552815"/>
                </a:lnTo>
                <a:lnTo>
                  <a:pt x="391310" y="575849"/>
                </a:lnTo>
                <a:lnTo>
                  <a:pt x="391312" y="598883"/>
                </a:lnTo>
                <a:lnTo>
                  <a:pt x="391317" y="621917"/>
                </a:lnTo>
                <a:lnTo>
                  <a:pt x="391326" y="644951"/>
                </a:lnTo>
                <a:lnTo>
                  <a:pt x="391340" y="667985"/>
                </a:lnTo>
                <a:lnTo>
                  <a:pt x="391359" y="691019"/>
                </a:lnTo>
                <a:lnTo>
                  <a:pt x="391385" y="714053"/>
                </a:lnTo>
                <a:lnTo>
                  <a:pt x="391419" y="737087"/>
                </a:lnTo>
                <a:lnTo>
                  <a:pt x="391463" y="760121"/>
                </a:lnTo>
                <a:lnTo>
                  <a:pt x="391519" y="783155"/>
                </a:lnTo>
                <a:lnTo>
                  <a:pt x="391587" y="806189"/>
                </a:lnTo>
                <a:lnTo>
                  <a:pt x="391667" y="829223"/>
                </a:lnTo>
                <a:lnTo>
                  <a:pt x="391759" y="852257"/>
                </a:lnTo>
                <a:lnTo>
                  <a:pt x="391861" y="875291"/>
                </a:lnTo>
                <a:lnTo>
                  <a:pt x="391972" y="898325"/>
                </a:lnTo>
                <a:lnTo>
                  <a:pt x="392086" y="921359"/>
                </a:lnTo>
                <a:lnTo>
                  <a:pt x="392199" y="944393"/>
                </a:lnTo>
                <a:lnTo>
                  <a:pt x="392307" y="967427"/>
                </a:lnTo>
                <a:lnTo>
                  <a:pt x="392402" y="990461"/>
                </a:lnTo>
                <a:lnTo>
                  <a:pt x="392480" y="1013495"/>
                </a:lnTo>
                <a:lnTo>
                  <a:pt x="392537" y="1036529"/>
                </a:lnTo>
                <a:lnTo>
                  <a:pt x="392567" y="1059563"/>
                </a:lnTo>
                <a:lnTo>
                  <a:pt x="392570" y="1082597"/>
                </a:lnTo>
                <a:lnTo>
                  <a:pt x="392545" y="1105631"/>
                </a:lnTo>
                <a:lnTo>
                  <a:pt x="392495" y="1128665"/>
                </a:lnTo>
                <a:lnTo>
                  <a:pt x="392422" y="1151699"/>
                </a:lnTo>
                <a:lnTo>
                  <a:pt x="392331" y="1174733"/>
                </a:lnTo>
                <a:lnTo>
                  <a:pt x="392228" y="1197767"/>
                </a:lnTo>
                <a:lnTo>
                  <a:pt x="392119" y="1220801"/>
                </a:lnTo>
                <a:lnTo>
                  <a:pt x="392010" y="1243835"/>
                </a:lnTo>
                <a:lnTo>
                  <a:pt x="391906" y="1266869"/>
                </a:lnTo>
                <a:lnTo>
                  <a:pt x="391814" y="1289903"/>
                </a:lnTo>
                <a:lnTo>
                  <a:pt x="391735" y="1312937"/>
                </a:lnTo>
                <a:lnTo>
                  <a:pt x="391675" y="1335970"/>
                </a:lnTo>
                <a:lnTo>
                  <a:pt x="391635" y="1359004"/>
                </a:lnTo>
                <a:lnTo>
                  <a:pt x="391616" y="1382038"/>
                </a:lnTo>
                <a:lnTo>
                  <a:pt x="391619" y="1405072"/>
                </a:lnTo>
                <a:lnTo>
                  <a:pt x="391645" y="1428106"/>
                </a:lnTo>
                <a:lnTo>
                  <a:pt x="391691" y="1451140"/>
                </a:lnTo>
                <a:lnTo>
                  <a:pt x="391757" y="1474174"/>
                </a:lnTo>
                <a:lnTo>
                  <a:pt x="391839" y="1497208"/>
                </a:lnTo>
                <a:lnTo>
                  <a:pt x="391936" y="1520242"/>
                </a:lnTo>
                <a:lnTo>
                  <a:pt x="392041" y="1543276"/>
                </a:lnTo>
                <a:lnTo>
                  <a:pt x="392151" y="1566310"/>
                </a:lnTo>
                <a:lnTo>
                  <a:pt x="392259" y="1589344"/>
                </a:lnTo>
                <a:lnTo>
                  <a:pt x="392359" y="1612378"/>
                </a:lnTo>
                <a:lnTo>
                  <a:pt x="392445" y="1635412"/>
                </a:lnTo>
                <a:lnTo>
                  <a:pt x="392512" y="1658446"/>
                </a:lnTo>
                <a:lnTo>
                  <a:pt x="392556" y="1681480"/>
                </a:lnTo>
                <a:lnTo>
                  <a:pt x="392572" y="1704514"/>
                </a:lnTo>
                <a:lnTo>
                  <a:pt x="392561" y="1727548"/>
                </a:lnTo>
                <a:lnTo>
                  <a:pt x="392523" y="1750582"/>
                </a:lnTo>
                <a:lnTo>
                  <a:pt x="392460" y="1773616"/>
                </a:lnTo>
                <a:lnTo>
                  <a:pt x="392376" y="1796650"/>
                </a:lnTo>
                <a:lnTo>
                  <a:pt x="392276" y="1819684"/>
                </a:lnTo>
                <a:lnTo>
                  <a:pt x="392167" y="1842718"/>
                </a:lnTo>
                <a:lnTo>
                  <a:pt x="392053" y="1865752"/>
                </a:lnTo>
                <a:lnTo>
                  <a:pt x="391939" y="1888786"/>
                </a:lnTo>
                <a:lnTo>
                  <a:pt x="391831" y="1911820"/>
                </a:lnTo>
                <a:lnTo>
                  <a:pt x="391732" y="1934854"/>
                </a:lnTo>
                <a:lnTo>
                  <a:pt x="391645" y="1957888"/>
                </a:lnTo>
                <a:lnTo>
                  <a:pt x="391570" y="1980922"/>
                </a:lnTo>
                <a:lnTo>
                  <a:pt x="391508" y="2003956"/>
                </a:lnTo>
                <a:lnTo>
                  <a:pt x="391460" y="2026990"/>
                </a:lnTo>
                <a:lnTo>
                  <a:pt x="391425" y="2050024"/>
                </a:lnTo>
                <a:lnTo>
                  <a:pt x="391402" y="2073058"/>
                </a:lnTo>
                <a:lnTo>
                  <a:pt x="391391" y="2096092"/>
                </a:lnTo>
                <a:lnTo>
                  <a:pt x="391392" y="2119126"/>
                </a:lnTo>
                <a:lnTo>
                  <a:pt x="391404" y="2142160"/>
                </a:lnTo>
                <a:lnTo>
                  <a:pt x="391428" y="2165194"/>
                </a:lnTo>
                <a:lnTo>
                  <a:pt x="391464" y="2188228"/>
                </a:lnTo>
                <a:lnTo>
                  <a:pt x="391514" y="2211261"/>
                </a:lnTo>
                <a:lnTo>
                  <a:pt x="391577" y="2234295"/>
                </a:lnTo>
                <a:lnTo>
                  <a:pt x="391653" y="2257329"/>
                </a:lnTo>
                <a:lnTo>
                  <a:pt x="391743" y="2280363"/>
                </a:lnTo>
                <a:lnTo>
                  <a:pt x="391844" y="2303397"/>
                </a:lnTo>
                <a:lnTo>
                  <a:pt x="391954" y="2326431"/>
                </a:lnTo>
                <a:lnTo>
                  <a:pt x="392071" y="2349465"/>
                </a:lnTo>
                <a:lnTo>
                  <a:pt x="392190" y="2372499"/>
                </a:lnTo>
                <a:lnTo>
                  <a:pt x="392307" y="2395533"/>
                </a:lnTo>
                <a:lnTo>
                  <a:pt x="392417" y="2418567"/>
                </a:lnTo>
                <a:lnTo>
                  <a:pt x="392518" y="2441601"/>
                </a:lnTo>
                <a:lnTo>
                  <a:pt x="392606" y="2464635"/>
                </a:lnTo>
                <a:lnTo>
                  <a:pt x="392681" y="2487669"/>
                </a:lnTo>
                <a:lnTo>
                  <a:pt x="392744" y="2510703"/>
                </a:lnTo>
                <a:lnTo>
                  <a:pt x="392799" y="2533737"/>
                </a:lnTo>
                <a:lnTo>
                  <a:pt x="392854" y="2556771"/>
                </a:lnTo>
                <a:lnTo>
                  <a:pt x="392916" y="2579805"/>
                </a:lnTo>
                <a:lnTo>
                  <a:pt x="392995" y="2602839"/>
                </a:lnTo>
                <a:lnTo>
                  <a:pt x="393102" y="2625873"/>
                </a:lnTo>
                <a:lnTo>
                  <a:pt x="393246" y="2648907"/>
                </a:lnTo>
                <a:lnTo>
                  <a:pt x="393436" y="2671941"/>
                </a:lnTo>
                <a:lnTo>
                  <a:pt x="393676" y="2694975"/>
                </a:lnTo>
                <a:lnTo>
                  <a:pt x="393970" y="2718009"/>
                </a:lnTo>
                <a:lnTo>
                  <a:pt x="394316" y="2741043"/>
                </a:lnTo>
                <a:lnTo>
                  <a:pt x="394708" y="2764077"/>
                </a:lnTo>
                <a:lnTo>
                  <a:pt x="395137" y="2787111"/>
                </a:lnTo>
                <a:lnTo>
                  <a:pt x="395592" y="2810145"/>
                </a:lnTo>
                <a:lnTo>
                  <a:pt x="396059" y="2833179"/>
                </a:lnTo>
                <a:lnTo>
                  <a:pt x="396527" y="2856213"/>
                </a:lnTo>
                <a:lnTo>
                  <a:pt x="396982" y="2879247"/>
                </a:lnTo>
                <a:lnTo>
                  <a:pt x="397415" y="2902281"/>
                </a:lnTo>
                <a:lnTo>
                  <a:pt x="397819" y="2925315"/>
                </a:lnTo>
                <a:lnTo>
                  <a:pt x="398194" y="2948349"/>
                </a:lnTo>
                <a:lnTo>
                  <a:pt x="398543" y="2971383"/>
                </a:lnTo>
                <a:lnTo>
                  <a:pt x="398875" y="2994417"/>
                </a:lnTo>
                <a:lnTo>
                  <a:pt x="399206" y="3017451"/>
                </a:lnTo>
                <a:lnTo>
                  <a:pt x="399556" y="3040485"/>
                </a:lnTo>
                <a:lnTo>
                  <a:pt x="399956" y="3063518"/>
                </a:lnTo>
                <a:lnTo>
                  <a:pt x="400443" y="3086552"/>
                </a:lnTo>
                <a:lnTo>
                  <a:pt x="401068" y="3109586"/>
                </a:lnTo>
                <a:lnTo>
                  <a:pt x="401894" y="3132620"/>
                </a:lnTo>
                <a:lnTo>
                  <a:pt x="403006" y="3155654"/>
                </a:lnTo>
                <a:lnTo>
                  <a:pt x="404512" y="3178688"/>
                </a:lnTo>
                <a:lnTo>
                  <a:pt x="406553" y="3201722"/>
                </a:lnTo>
                <a:lnTo>
                  <a:pt x="409310" y="3224756"/>
                </a:lnTo>
                <a:lnTo>
                  <a:pt x="413006" y="3247790"/>
                </a:lnTo>
                <a:lnTo>
                  <a:pt x="417916" y="3270824"/>
                </a:lnTo>
                <a:lnTo>
                  <a:pt x="424361" y="3293858"/>
                </a:lnTo>
                <a:lnTo>
                  <a:pt x="432703" y="3316892"/>
                </a:lnTo>
                <a:lnTo>
                  <a:pt x="443327" y="3339926"/>
                </a:lnTo>
                <a:lnTo>
                  <a:pt x="456611" y="3362960"/>
                </a:lnTo>
                <a:lnTo>
                  <a:pt x="472893" y="3385994"/>
                </a:lnTo>
                <a:lnTo>
                  <a:pt x="492413" y="3409028"/>
                </a:lnTo>
                <a:lnTo>
                  <a:pt x="515262" y="3432062"/>
                </a:lnTo>
                <a:lnTo>
                  <a:pt x="541329" y="3455096"/>
                </a:lnTo>
                <a:lnTo>
                  <a:pt x="570245" y="3478130"/>
                </a:lnTo>
                <a:lnTo>
                  <a:pt x="601360" y="3501164"/>
                </a:lnTo>
                <a:lnTo>
                  <a:pt x="633731" y="3524198"/>
                </a:lnTo>
                <a:lnTo>
                  <a:pt x="666154" y="3547232"/>
                </a:lnTo>
                <a:lnTo>
                  <a:pt x="697222" y="3570266"/>
                </a:lnTo>
                <a:lnTo>
                  <a:pt x="725425" y="3593300"/>
                </a:lnTo>
                <a:lnTo>
                  <a:pt x="749266" y="3616334"/>
                </a:lnTo>
                <a:lnTo>
                  <a:pt x="767394" y="3639368"/>
                </a:lnTo>
                <a:lnTo>
                  <a:pt x="77873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76" name="e_full_violin_3825">
            <a:extLst>
              <a:ext uri="{FF2B5EF4-FFF2-40B4-BE49-F238E27FC236}">
                <a16:creationId xmlns:a16="http://schemas.microsoft.com/office/drawing/2014/main" id="{989E8C3A-E58B-4CB6-96D7-FB7042D3B673}"/>
              </a:ext>
            </a:extLst>
          </p:cNvPr>
          <p:cNvSpPr>
            <a:spLocks noGrp="1"/>
          </p:cNvSpPr>
          <p:nvPr/>
        </p:nvSpPr>
        <p:spPr>
          <a:xfrm>
            <a:off x="40779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e_full_violin_3826">
            <a:extLst>
              <a:ext uri="{FF2B5EF4-FFF2-40B4-BE49-F238E27FC236}">
                <a16:creationId xmlns:a16="http://schemas.microsoft.com/office/drawing/2014/main" id="{F436384C-4E76-4295-95AF-60CF33111B46}"/>
              </a:ext>
            </a:extLst>
          </p:cNvPr>
          <p:cNvSpPr>
            <a:spLocks noGrp="1"/>
          </p:cNvSpPr>
          <p:nvPr/>
        </p:nvSpPr>
        <p:spPr>
          <a:xfrm>
            <a:off x="4190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e_full_violin_3827">
            <a:extLst>
              <a:ext uri="{FF2B5EF4-FFF2-40B4-BE49-F238E27FC236}">
                <a16:creationId xmlns:a16="http://schemas.microsoft.com/office/drawing/2014/main" id="{DFE4E0FF-ACC7-4BB0-8EF8-5B03E119B17B}"/>
              </a:ext>
            </a:extLst>
          </p:cNvPr>
          <p:cNvSpPr>
            <a:spLocks noGrp="1"/>
          </p:cNvSpPr>
          <p:nvPr/>
        </p:nvSpPr>
        <p:spPr>
          <a:xfrm>
            <a:off x="4087636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e_full_violin_3828">
            <a:extLst>
              <a:ext uri="{FF2B5EF4-FFF2-40B4-BE49-F238E27FC236}">
                <a16:creationId xmlns:a16="http://schemas.microsoft.com/office/drawing/2014/main" id="{63A6DAE0-C12B-4141-9A5C-A3D9C8A9E869}"/>
              </a:ext>
            </a:extLst>
          </p:cNvPr>
          <p:cNvSpPr>
            <a:spLocks noGrp="1"/>
          </p:cNvSpPr>
          <p:nvPr/>
        </p:nvSpPr>
        <p:spPr>
          <a:xfrm>
            <a:off x="413698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e_full_violin_3829">
            <a:extLst>
              <a:ext uri="{FF2B5EF4-FFF2-40B4-BE49-F238E27FC236}">
                <a16:creationId xmlns:a16="http://schemas.microsoft.com/office/drawing/2014/main" id="{C4A111B4-32BC-4EE1-888A-C04217E10990}"/>
              </a:ext>
            </a:extLst>
          </p:cNvPr>
          <p:cNvSpPr>
            <a:spLocks noGrp="1"/>
          </p:cNvSpPr>
          <p:nvPr/>
        </p:nvSpPr>
        <p:spPr>
          <a:xfrm>
            <a:off x="399840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e_full_violin_3830">
            <a:extLst>
              <a:ext uri="{FF2B5EF4-FFF2-40B4-BE49-F238E27FC236}">
                <a16:creationId xmlns:a16="http://schemas.microsoft.com/office/drawing/2014/main" id="{33AC6EEE-5EED-4BFD-8C0B-F970A5CED3EA}"/>
              </a:ext>
            </a:extLst>
          </p:cNvPr>
          <p:cNvSpPr>
            <a:spLocks noGrp="1"/>
          </p:cNvSpPr>
          <p:nvPr/>
        </p:nvSpPr>
        <p:spPr>
          <a:xfrm>
            <a:off x="417749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e_full_violin_3831">
            <a:extLst>
              <a:ext uri="{FF2B5EF4-FFF2-40B4-BE49-F238E27FC236}">
                <a16:creationId xmlns:a16="http://schemas.microsoft.com/office/drawing/2014/main" id="{6B57B3C3-94ED-465D-A07F-10FB390156C7}"/>
              </a:ext>
            </a:extLst>
          </p:cNvPr>
          <p:cNvSpPr>
            <a:spLocks noGrp="1"/>
          </p:cNvSpPr>
          <p:nvPr/>
        </p:nvSpPr>
        <p:spPr>
          <a:xfrm>
            <a:off x="41974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e_full_violin_3832">
            <a:extLst>
              <a:ext uri="{FF2B5EF4-FFF2-40B4-BE49-F238E27FC236}">
                <a16:creationId xmlns:a16="http://schemas.microsoft.com/office/drawing/2014/main" id="{799FCCD1-7C52-4C27-BAAD-511B8D950E4D}"/>
              </a:ext>
            </a:extLst>
          </p:cNvPr>
          <p:cNvSpPr>
            <a:spLocks noGrp="1"/>
          </p:cNvSpPr>
          <p:nvPr/>
        </p:nvSpPr>
        <p:spPr>
          <a:xfrm>
            <a:off x="4292622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e_full_violin_3833">
            <a:extLst>
              <a:ext uri="{FF2B5EF4-FFF2-40B4-BE49-F238E27FC236}">
                <a16:creationId xmlns:a16="http://schemas.microsoft.com/office/drawing/2014/main" id="{37342BF6-F0D9-4B6F-9AF6-BED46F329E88}"/>
              </a:ext>
            </a:extLst>
          </p:cNvPr>
          <p:cNvSpPr>
            <a:spLocks noGrp="1"/>
          </p:cNvSpPr>
          <p:nvPr/>
        </p:nvSpPr>
        <p:spPr>
          <a:xfrm>
            <a:off x="4017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e_full_violin_3834">
            <a:extLst>
              <a:ext uri="{FF2B5EF4-FFF2-40B4-BE49-F238E27FC236}">
                <a16:creationId xmlns:a16="http://schemas.microsoft.com/office/drawing/2014/main" id="{D4AEF40B-6054-4972-8D4D-8DFE5765A46E}"/>
              </a:ext>
            </a:extLst>
          </p:cNvPr>
          <p:cNvSpPr>
            <a:spLocks noGrp="1"/>
          </p:cNvSpPr>
          <p:nvPr/>
        </p:nvSpPr>
        <p:spPr>
          <a:xfrm>
            <a:off x="4279187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e_full_violin_3835">
            <a:extLst>
              <a:ext uri="{FF2B5EF4-FFF2-40B4-BE49-F238E27FC236}">
                <a16:creationId xmlns:a16="http://schemas.microsoft.com/office/drawing/2014/main" id="{D6BC9F23-80FA-46DA-BDEE-33EB5C24A1AB}"/>
              </a:ext>
            </a:extLst>
          </p:cNvPr>
          <p:cNvSpPr>
            <a:spLocks noGrp="1"/>
          </p:cNvSpPr>
          <p:nvPr/>
        </p:nvSpPr>
        <p:spPr>
          <a:xfrm>
            <a:off x="4450214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e_full_violin_3836">
            <a:extLst>
              <a:ext uri="{FF2B5EF4-FFF2-40B4-BE49-F238E27FC236}">
                <a16:creationId xmlns:a16="http://schemas.microsoft.com/office/drawing/2014/main" id="{7BF0F0E3-CFB2-4AB2-AFBE-C35F5D1C7149}"/>
              </a:ext>
            </a:extLst>
          </p:cNvPr>
          <p:cNvSpPr>
            <a:spLocks noGrp="1"/>
          </p:cNvSpPr>
          <p:nvPr/>
        </p:nvSpPr>
        <p:spPr>
          <a:xfrm>
            <a:off x="4396947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e_full_violin_3837">
            <a:extLst>
              <a:ext uri="{FF2B5EF4-FFF2-40B4-BE49-F238E27FC236}">
                <a16:creationId xmlns:a16="http://schemas.microsoft.com/office/drawing/2014/main" id="{BD9A7EBD-A2D5-42F9-ADC8-964E575ECEBC}"/>
              </a:ext>
            </a:extLst>
          </p:cNvPr>
          <p:cNvSpPr>
            <a:spLocks noGrp="1"/>
          </p:cNvSpPr>
          <p:nvPr/>
        </p:nvSpPr>
        <p:spPr>
          <a:xfrm>
            <a:off x="4231830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e_full_violin_3838">
            <a:extLst>
              <a:ext uri="{FF2B5EF4-FFF2-40B4-BE49-F238E27FC236}">
                <a16:creationId xmlns:a16="http://schemas.microsoft.com/office/drawing/2014/main" id="{F1C75A68-2D0B-4544-9BD3-8E75338829AD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e_full_violin_3839">
            <a:extLst>
              <a:ext uri="{FF2B5EF4-FFF2-40B4-BE49-F238E27FC236}">
                <a16:creationId xmlns:a16="http://schemas.microsoft.com/office/drawing/2014/main" id="{CB105138-D98E-4E4F-A19A-81C73FC0CEF8}"/>
              </a:ext>
            </a:extLst>
          </p:cNvPr>
          <p:cNvSpPr>
            <a:spLocks noGrp="1"/>
          </p:cNvSpPr>
          <p:nvPr/>
        </p:nvSpPr>
        <p:spPr>
          <a:xfrm>
            <a:off x="4450423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e_full_violin_3840">
            <a:extLst>
              <a:ext uri="{FF2B5EF4-FFF2-40B4-BE49-F238E27FC236}">
                <a16:creationId xmlns:a16="http://schemas.microsoft.com/office/drawing/2014/main" id="{EE72CFC0-0876-47AB-B6AF-738CF72B12AC}"/>
              </a:ext>
            </a:extLst>
          </p:cNvPr>
          <p:cNvSpPr>
            <a:spLocks noGrp="1"/>
          </p:cNvSpPr>
          <p:nvPr/>
        </p:nvSpPr>
        <p:spPr>
          <a:xfrm>
            <a:off x="440630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e_full_violin_3841">
            <a:extLst>
              <a:ext uri="{FF2B5EF4-FFF2-40B4-BE49-F238E27FC236}">
                <a16:creationId xmlns:a16="http://schemas.microsoft.com/office/drawing/2014/main" id="{DD863C9E-AC1E-4063-8F67-5E9E2CF6EB17}"/>
              </a:ext>
            </a:extLst>
          </p:cNvPr>
          <p:cNvSpPr>
            <a:spLocks noGrp="1"/>
          </p:cNvSpPr>
          <p:nvPr/>
        </p:nvSpPr>
        <p:spPr>
          <a:xfrm>
            <a:off x="436705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e_full_violin_3842">
            <a:extLst>
              <a:ext uri="{FF2B5EF4-FFF2-40B4-BE49-F238E27FC236}">
                <a16:creationId xmlns:a16="http://schemas.microsoft.com/office/drawing/2014/main" id="{FA69C453-ABDD-4354-B3BF-365654CD7A09}"/>
              </a:ext>
            </a:extLst>
          </p:cNvPr>
          <p:cNvSpPr>
            <a:spLocks noGrp="1"/>
          </p:cNvSpPr>
          <p:nvPr/>
        </p:nvSpPr>
        <p:spPr>
          <a:xfrm>
            <a:off x="4162033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e_full_violin_3843">
            <a:extLst>
              <a:ext uri="{FF2B5EF4-FFF2-40B4-BE49-F238E27FC236}">
                <a16:creationId xmlns:a16="http://schemas.microsoft.com/office/drawing/2014/main" id="{4366E875-650A-4970-BD74-56AC76CF200C}"/>
              </a:ext>
            </a:extLst>
          </p:cNvPr>
          <p:cNvSpPr>
            <a:spLocks noGrp="1"/>
          </p:cNvSpPr>
          <p:nvPr/>
        </p:nvSpPr>
        <p:spPr>
          <a:xfrm>
            <a:off x="4372171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e_full_violin_3844">
            <a:extLst>
              <a:ext uri="{FF2B5EF4-FFF2-40B4-BE49-F238E27FC236}">
                <a16:creationId xmlns:a16="http://schemas.microsoft.com/office/drawing/2014/main" id="{DCC51D3D-70AD-4A54-B3BB-6CDA85454ACA}"/>
              </a:ext>
            </a:extLst>
          </p:cNvPr>
          <p:cNvSpPr>
            <a:spLocks noGrp="1"/>
          </p:cNvSpPr>
          <p:nvPr/>
        </p:nvSpPr>
        <p:spPr>
          <a:xfrm>
            <a:off x="4261392" y="608887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6" name="e_full_violin_3845">
            <a:extLst>
              <a:ext uri="{FF2B5EF4-FFF2-40B4-BE49-F238E27FC236}">
                <a16:creationId xmlns:a16="http://schemas.microsoft.com/office/drawing/2014/main" id="{B8F210AF-06F5-4B97-939F-B81DA553FCC9}"/>
              </a:ext>
            </a:extLst>
          </p:cNvPr>
          <p:cNvSpPr>
            <a:spLocks noGrp="1"/>
          </p:cNvSpPr>
          <p:nvPr/>
        </p:nvSpPr>
        <p:spPr>
          <a:xfrm>
            <a:off x="4318741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e_full_violin_3846">
            <a:extLst>
              <a:ext uri="{FF2B5EF4-FFF2-40B4-BE49-F238E27FC236}">
                <a16:creationId xmlns:a16="http://schemas.microsoft.com/office/drawing/2014/main" id="{A95292B7-C07A-4E32-9B9F-896A0D72F7C1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e_full_violin_3847">
            <a:extLst>
              <a:ext uri="{FF2B5EF4-FFF2-40B4-BE49-F238E27FC236}">
                <a16:creationId xmlns:a16="http://schemas.microsoft.com/office/drawing/2014/main" id="{CCA845A9-6C77-43F1-AC75-496F7E46CC12}"/>
              </a:ext>
            </a:extLst>
          </p:cNvPr>
          <p:cNvSpPr>
            <a:spLocks noGrp="1"/>
          </p:cNvSpPr>
          <p:nvPr/>
        </p:nvSpPr>
        <p:spPr>
          <a:xfrm>
            <a:off x="4108340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e_full_violin_3848">
            <a:extLst>
              <a:ext uri="{FF2B5EF4-FFF2-40B4-BE49-F238E27FC236}">
                <a16:creationId xmlns:a16="http://schemas.microsoft.com/office/drawing/2014/main" id="{963386CE-320F-46CB-862C-F3C20781640D}"/>
              </a:ext>
            </a:extLst>
          </p:cNvPr>
          <p:cNvSpPr>
            <a:spLocks noGrp="1"/>
          </p:cNvSpPr>
          <p:nvPr/>
        </p:nvSpPr>
        <p:spPr>
          <a:xfrm>
            <a:off x="4132208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e_full_violin_3849">
            <a:extLst>
              <a:ext uri="{FF2B5EF4-FFF2-40B4-BE49-F238E27FC236}">
                <a16:creationId xmlns:a16="http://schemas.microsoft.com/office/drawing/2014/main" id="{24204D18-8D35-4E20-9123-0EC10EA6F39B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e_full_violin_3850">
            <a:extLst>
              <a:ext uri="{FF2B5EF4-FFF2-40B4-BE49-F238E27FC236}">
                <a16:creationId xmlns:a16="http://schemas.microsoft.com/office/drawing/2014/main" id="{4BBF5981-034F-4279-BEBA-2741523E7A1F}"/>
              </a:ext>
            </a:extLst>
          </p:cNvPr>
          <p:cNvSpPr>
            <a:spLocks noGrp="1"/>
          </p:cNvSpPr>
          <p:nvPr/>
        </p:nvSpPr>
        <p:spPr>
          <a:xfrm>
            <a:off x="41473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e_full_violin_3851">
            <a:extLst>
              <a:ext uri="{FF2B5EF4-FFF2-40B4-BE49-F238E27FC236}">
                <a16:creationId xmlns:a16="http://schemas.microsoft.com/office/drawing/2014/main" id="{6700B763-2B20-4369-B38B-FAA283A9C7B7}"/>
              </a:ext>
            </a:extLst>
          </p:cNvPr>
          <p:cNvSpPr>
            <a:spLocks noGrp="1"/>
          </p:cNvSpPr>
          <p:nvPr/>
        </p:nvSpPr>
        <p:spPr>
          <a:xfrm>
            <a:off x="4186190" y="610873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e_full_violin_3852">
            <a:extLst>
              <a:ext uri="{FF2B5EF4-FFF2-40B4-BE49-F238E27FC236}">
                <a16:creationId xmlns:a16="http://schemas.microsoft.com/office/drawing/2014/main" id="{1B0523EC-7B6A-4B2E-8BBC-93C0685097B6}"/>
              </a:ext>
            </a:extLst>
          </p:cNvPr>
          <p:cNvSpPr>
            <a:spLocks noGrp="1"/>
          </p:cNvSpPr>
          <p:nvPr/>
        </p:nvSpPr>
        <p:spPr>
          <a:xfrm>
            <a:off x="42358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e_full_violin_3853">
            <a:extLst>
              <a:ext uri="{FF2B5EF4-FFF2-40B4-BE49-F238E27FC236}">
                <a16:creationId xmlns:a16="http://schemas.microsoft.com/office/drawing/2014/main" id="{F542E2E2-DFE5-4B6E-8E79-A30846AAD209}"/>
              </a:ext>
            </a:extLst>
          </p:cNvPr>
          <p:cNvSpPr>
            <a:spLocks noGrp="1"/>
          </p:cNvSpPr>
          <p:nvPr/>
        </p:nvSpPr>
        <p:spPr>
          <a:xfrm>
            <a:off x="4029550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e_full_violin_3854">
            <a:extLst>
              <a:ext uri="{FF2B5EF4-FFF2-40B4-BE49-F238E27FC236}">
                <a16:creationId xmlns:a16="http://schemas.microsoft.com/office/drawing/2014/main" id="{599774B5-47E1-4B71-900E-C781E9F500A0}"/>
              </a:ext>
            </a:extLst>
          </p:cNvPr>
          <p:cNvSpPr>
            <a:spLocks noGrp="1"/>
          </p:cNvSpPr>
          <p:nvPr/>
        </p:nvSpPr>
        <p:spPr>
          <a:xfrm>
            <a:off x="4397245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e_full_violin_3855">
            <a:extLst>
              <a:ext uri="{FF2B5EF4-FFF2-40B4-BE49-F238E27FC236}">
                <a16:creationId xmlns:a16="http://schemas.microsoft.com/office/drawing/2014/main" id="{735822D0-EC6E-4BE7-93D2-9FADB3AFD348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e_full_violin_3856">
            <a:extLst>
              <a:ext uri="{FF2B5EF4-FFF2-40B4-BE49-F238E27FC236}">
                <a16:creationId xmlns:a16="http://schemas.microsoft.com/office/drawing/2014/main" id="{D3723C13-676D-4468-AFBB-B90F52F440EC}"/>
              </a:ext>
            </a:extLst>
          </p:cNvPr>
          <p:cNvSpPr>
            <a:spLocks noGrp="1"/>
          </p:cNvSpPr>
          <p:nvPr/>
        </p:nvSpPr>
        <p:spPr>
          <a:xfrm>
            <a:off x="4023365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e_full_violin_3857">
            <a:extLst>
              <a:ext uri="{FF2B5EF4-FFF2-40B4-BE49-F238E27FC236}">
                <a16:creationId xmlns:a16="http://schemas.microsoft.com/office/drawing/2014/main" id="{35D3F17A-0409-43AE-BEA4-08C09796A03B}"/>
              </a:ext>
            </a:extLst>
          </p:cNvPr>
          <p:cNvSpPr>
            <a:spLocks noGrp="1"/>
          </p:cNvSpPr>
          <p:nvPr/>
        </p:nvSpPr>
        <p:spPr>
          <a:xfrm>
            <a:off x="42460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e_full_violin_3858">
            <a:extLst>
              <a:ext uri="{FF2B5EF4-FFF2-40B4-BE49-F238E27FC236}">
                <a16:creationId xmlns:a16="http://schemas.microsoft.com/office/drawing/2014/main" id="{37003BCF-0057-4AAA-94AF-E021BE4CBFAA}"/>
              </a:ext>
            </a:extLst>
          </p:cNvPr>
          <p:cNvSpPr>
            <a:spLocks noGrp="1"/>
          </p:cNvSpPr>
          <p:nvPr/>
        </p:nvSpPr>
        <p:spPr>
          <a:xfrm>
            <a:off x="4353240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e_full_violin_3859">
            <a:extLst>
              <a:ext uri="{FF2B5EF4-FFF2-40B4-BE49-F238E27FC236}">
                <a16:creationId xmlns:a16="http://schemas.microsoft.com/office/drawing/2014/main" id="{9807149D-F333-4899-90B9-26D89E57C480}"/>
              </a:ext>
            </a:extLst>
          </p:cNvPr>
          <p:cNvSpPr>
            <a:spLocks noGrp="1"/>
          </p:cNvSpPr>
          <p:nvPr/>
        </p:nvSpPr>
        <p:spPr>
          <a:xfrm>
            <a:off x="441410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e_full_violin_3860">
            <a:extLst>
              <a:ext uri="{FF2B5EF4-FFF2-40B4-BE49-F238E27FC236}">
                <a16:creationId xmlns:a16="http://schemas.microsoft.com/office/drawing/2014/main" id="{7589D5A1-AE67-4E3C-98CD-72DCB706DA12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e_full_violin_3861">
            <a:extLst>
              <a:ext uri="{FF2B5EF4-FFF2-40B4-BE49-F238E27FC236}">
                <a16:creationId xmlns:a16="http://schemas.microsoft.com/office/drawing/2014/main" id="{25BE60AC-E75A-4255-BF9E-66E99158A245}"/>
              </a:ext>
            </a:extLst>
          </p:cNvPr>
          <p:cNvSpPr>
            <a:spLocks noGrp="1"/>
          </p:cNvSpPr>
          <p:nvPr/>
        </p:nvSpPr>
        <p:spPr>
          <a:xfrm>
            <a:off x="4479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e_full_violin_3862">
            <a:extLst>
              <a:ext uri="{FF2B5EF4-FFF2-40B4-BE49-F238E27FC236}">
                <a16:creationId xmlns:a16="http://schemas.microsoft.com/office/drawing/2014/main" id="{2B0FB43D-6A0B-40E3-BEC2-711628448D84}"/>
              </a:ext>
            </a:extLst>
          </p:cNvPr>
          <p:cNvSpPr>
            <a:spLocks noGrp="1"/>
          </p:cNvSpPr>
          <p:nvPr/>
        </p:nvSpPr>
        <p:spPr>
          <a:xfrm>
            <a:off x="4020167" y="61271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e_full_violin_3863">
            <a:extLst>
              <a:ext uri="{FF2B5EF4-FFF2-40B4-BE49-F238E27FC236}">
                <a16:creationId xmlns:a16="http://schemas.microsoft.com/office/drawing/2014/main" id="{3E5E87D2-9552-40AC-A1F0-8D28347AEC12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e_full_violin_3864">
            <a:extLst>
              <a:ext uri="{FF2B5EF4-FFF2-40B4-BE49-F238E27FC236}">
                <a16:creationId xmlns:a16="http://schemas.microsoft.com/office/drawing/2014/main" id="{178027EF-039C-4618-8C1B-B95C806578E8}"/>
              </a:ext>
            </a:extLst>
          </p:cNvPr>
          <p:cNvSpPr>
            <a:spLocks noGrp="1"/>
          </p:cNvSpPr>
          <p:nvPr/>
        </p:nvSpPr>
        <p:spPr>
          <a:xfrm>
            <a:off x="4331531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e_full_violin_3865">
            <a:extLst>
              <a:ext uri="{FF2B5EF4-FFF2-40B4-BE49-F238E27FC236}">
                <a16:creationId xmlns:a16="http://schemas.microsoft.com/office/drawing/2014/main" id="{5C8077A3-A067-42F2-A5AA-419175171C4A}"/>
              </a:ext>
            </a:extLst>
          </p:cNvPr>
          <p:cNvSpPr>
            <a:spLocks noGrp="1"/>
          </p:cNvSpPr>
          <p:nvPr/>
        </p:nvSpPr>
        <p:spPr>
          <a:xfrm>
            <a:off x="41140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e_full_violin_3866">
            <a:extLst>
              <a:ext uri="{FF2B5EF4-FFF2-40B4-BE49-F238E27FC236}">
                <a16:creationId xmlns:a16="http://schemas.microsoft.com/office/drawing/2014/main" id="{17327B30-3615-4306-9D08-6D0EEEEB7695}"/>
              </a:ext>
            </a:extLst>
          </p:cNvPr>
          <p:cNvSpPr>
            <a:spLocks noGrp="1"/>
          </p:cNvSpPr>
          <p:nvPr/>
        </p:nvSpPr>
        <p:spPr>
          <a:xfrm>
            <a:off x="423294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e_full_violin_3867">
            <a:extLst>
              <a:ext uri="{FF2B5EF4-FFF2-40B4-BE49-F238E27FC236}">
                <a16:creationId xmlns:a16="http://schemas.microsoft.com/office/drawing/2014/main" id="{0136F072-5C42-49ED-9F1A-1E98D09FD5AD}"/>
              </a:ext>
            </a:extLst>
          </p:cNvPr>
          <p:cNvSpPr>
            <a:spLocks noGrp="1"/>
          </p:cNvSpPr>
          <p:nvPr/>
        </p:nvSpPr>
        <p:spPr>
          <a:xfrm>
            <a:off x="43833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e_full_violin_3868">
            <a:extLst>
              <a:ext uri="{FF2B5EF4-FFF2-40B4-BE49-F238E27FC236}">
                <a16:creationId xmlns:a16="http://schemas.microsoft.com/office/drawing/2014/main" id="{FA5FA273-E8BF-4382-96D2-A63CA06175FB}"/>
              </a:ext>
            </a:extLst>
          </p:cNvPr>
          <p:cNvSpPr>
            <a:spLocks noGrp="1"/>
          </p:cNvSpPr>
          <p:nvPr/>
        </p:nvSpPr>
        <p:spPr>
          <a:xfrm>
            <a:off x="4434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e_full_violin_3869">
            <a:extLst>
              <a:ext uri="{FF2B5EF4-FFF2-40B4-BE49-F238E27FC236}">
                <a16:creationId xmlns:a16="http://schemas.microsoft.com/office/drawing/2014/main" id="{8BF79BF0-79B3-43F5-88FD-05451CA0C40D}"/>
              </a:ext>
            </a:extLst>
          </p:cNvPr>
          <p:cNvSpPr>
            <a:spLocks noGrp="1"/>
          </p:cNvSpPr>
          <p:nvPr/>
        </p:nvSpPr>
        <p:spPr>
          <a:xfrm>
            <a:off x="416746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e_full_violin_3870">
            <a:extLst>
              <a:ext uri="{FF2B5EF4-FFF2-40B4-BE49-F238E27FC236}">
                <a16:creationId xmlns:a16="http://schemas.microsoft.com/office/drawing/2014/main" id="{5CA68C33-0F20-4F90-9DC1-E605730AFB03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e_full_violin_3871">
            <a:extLst>
              <a:ext uri="{FF2B5EF4-FFF2-40B4-BE49-F238E27FC236}">
                <a16:creationId xmlns:a16="http://schemas.microsoft.com/office/drawing/2014/main" id="{19B65B2B-6FF6-4C00-9C3C-068ADC63E6DD}"/>
              </a:ext>
            </a:extLst>
          </p:cNvPr>
          <p:cNvSpPr>
            <a:spLocks noGrp="1"/>
          </p:cNvSpPr>
          <p:nvPr/>
        </p:nvSpPr>
        <p:spPr>
          <a:xfrm>
            <a:off x="4384798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e_full_violin_3872">
            <a:extLst>
              <a:ext uri="{FF2B5EF4-FFF2-40B4-BE49-F238E27FC236}">
                <a16:creationId xmlns:a16="http://schemas.microsoft.com/office/drawing/2014/main" id="{DA71E923-DF96-4BAA-8256-789D54C294A1}"/>
              </a:ext>
            </a:extLst>
          </p:cNvPr>
          <p:cNvSpPr>
            <a:spLocks noGrp="1"/>
          </p:cNvSpPr>
          <p:nvPr/>
        </p:nvSpPr>
        <p:spPr>
          <a:xfrm>
            <a:off x="40934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e_full_violin_3873">
            <a:extLst>
              <a:ext uri="{FF2B5EF4-FFF2-40B4-BE49-F238E27FC236}">
                <a16:creationId xmlns:a16="http://schemas.microsoft.com/office/drawing/2014/main" id="{10E9D7FB-9D4C-44C9-AC11-D01DC456E582}"/>
              </a:ext>
            </a:extLst>
          </p:cNvPr>
          <p:cNvSpPr>
            <a:spLocks noGrp="1"/>
          </p:cNvSpPr>
          <p:nvPr/>
        </p:nvSpPr>
        <p:spPr>
          <a:xfrm>
            <a:off x="4083600" y="60796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e_full_violin_3874">
            <a:extLst>
              <a:ext uri="{FF2B5EF4-FFF2-40B4-BE49-F238E27FC236}">
                <a16:creationId xmlns:a16="http://schemas.microsoft.com/office/drawing/2014/main" id="{F239D90C-3D63-4BC2-AC48-6940D77EDB9E}"/>
              </a:ext>
            </a:extLst>
          </p:cNvPr>
          <p:cNvSpPr>
            <a:spLocks noGrp="1"/>
          </p:cNvSpPr>
          <p:nvPr/>
        </p:nvSpPr>
        <p:spPr>
          <a:xfrm>
            <a:off x="43857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e_full_violin_3875">
            <a:extLst>
              <a:ext uri="{FF2B5EF4-FFF2-40B4-BE49-F238E27FC236}">
                <a16:creationId xmlns:a16="http://schemas.microsoft.com/office/drawing/2014/main" id="{828E5189-D04E-40D5-8430-01C557C44166}"/>
              </a:ext>
            </a:extLst>
          </p:cNvPr>
          <p:cNvSpPr>
            <a:spLocks noGrp="1"/>
          </p:cNvSpPr>
          <p:nvPr/>
        </p:nvSpPr>
        <p:spPr>
          <a:xfrm>
            <a:off x="44810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e_full_violin_3876">
            <a:extLst>
              <a:ext uri="{FF2B5EF4-FFF2-40B4-BE49-F238E27FC236}">
                <a16:creationId xmlns:a16="http://schemas.microsoft.com/office/drawing/2014/main" id="{AAEC7867-7200-42C5-83F3-4EE3A388AD1E}"/>
              </a:ext>
            </a:extLst>
          </p:cNvPr>
          <p:cNvSpPr>
            <a:spLocks noGrp="1"/>
          </p:cNvSpPr>
          <p:nvPr/>
        </p:nvSpPr>
        <p:spPr>
          <a:xfrm>
            <a:off x="42565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e_full_violin_3877">
            <a:extLst>
              <a:ext uri="{FF2B5EF4-FFF2-40B4-BE49-F238E27FC236}">
                <a16:creationId xmlns:a16="http://schemas.microsoft.com/office/drawing/2014/main" id="{D4AD7287-6EFB-45F1-A99A-FA73B223C94C}"/>
              </a:ext>
            </a:extLst>
          </p:cNvPr>
          <p:cNvSpPr>
            <a:spLocks noGrp="1"/>
          </p:cNvSpPr>
          <p:nvPr/>
        </p:nvSpPr>
        <p:spPr>
          <a:xfrm>
            <a:off x="40170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e_full_violin_3878">
            <a:extLst>
              <a:ext uri="{FF2B5EF4-FFF2-40B4-BE49-F238E27FC236}">
                <a16:creationId xmlns:a16="http://schemas.microsoft.com/office/drawing/2014/main" id="{ABB382DA-031A-4ADC-9F09-61694DAE8D5A}"/>
              </a:ext>
            </a:extLst>
          </p:cNvPr>
          <p:cNvSpPr>
            <a:spLocks noGrp="1"/>
          </p:cNvSpPr>
          <p:nvPr/>
        </p:nvSpPr>
        <p:spPr>
          <a:xfrm>
            <a:off x="4056086" y="35234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e_full_violin_3879">
            <a:extLst>
              <a:ext uri="{FF2B5EF4-FFF2-40B4-BE49-F238E27FC236}">
                <a16:creationId xmlns:a16="http://schemas.microsoft.com/office/drawing/2014/main" id="{3E6289C5-4E73-48C5-B15B-349732690D67}"/>
              </a:ext>
            </a:extLst>
          </p:cNvPr>
          <p:cNvSpPr>
            <a:spLocks noGrp="1"/>
          </p:cNvSpPr>
          <p:nvPr/>
        </p:nvSpPr>
        <p:spPr>
          <a:xfrm>
            <a:off x="44515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e_full_violin_3880">
            <a:extLst>
              <a:ext uri="{FF2B5EF4-FFF2-40B4-BE49-F238E27FC236}">
                <a16:creationId xmlns:a16="http://schemas.microsoft.com/office/drawing/2014/main" id="{40F9B30B-870F-425D-B8F1-3B7B66D243A5}"/>
              </a:ext>
            </a:extLst>
          </p:cNvPr>
          <p:cNvSpPr>
            <a:spLocks noGrp="1"/>
          </p:cNvSpPr>
          <p:nvPr/>
        </p:nvSpPr>
        <p:spPr>
          <a:xfrm>
            <a:off x="4264382" y="609077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e_full_violin_3881">
            <a:extLst>
              <a:ext uri="{FF2B5EF4-FFF2-40B4-BE49-F238E27FC236}">
                <a16:creationId xmlns:a16="http://schemas.microsoft.com/office/drawing/2014/main" id="{93A08B4E-46AB-4ACE-AAE8-7BE97721F81F}"/>
              </a:ext>
            </a:extLst>
          </p:cNvPr>
          <p:cNvSpPr>
            <a:spLocks noGrp="1"/>
          </p:cNvSpPr>
          <p:nvPr/>
        </p:nvSpPr>
        <p:spPr>
          <a:xfrm>
            <a:off x="44436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e_full_violin_3882">
            <a:extLst>
              <a:ext uri="{FF2B5EF4-FFF2-40B4-BE49-F238E27FC236}">
                <a16:creationId xmlns:a16="http://schemas.microsoft.com/office/drawing/2014/main" id="{451964FE-052C-455A-A12F-F4B49FF96B62}"/>
              </a:ext>
            </a:extLst>
          </p:cNvPr>
          <p:cNvSpPr>
            <a:spLocks noGrp="1"/>
          </p:cNvSpPr>
          <p:nvPr/>
        </p:nvSpPr>
        <p:spPr>
          <a:xfrm>
            <a:off x="4365021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e_full_violin_3883">
            <a:extLst>
              <a:ext uri="{FF2B5EF4-FFF2-40B4-BE49-F238E27FC236}">
                <a16:creationId xmlns:a16="http://schemas.microsoft.com/office/drawing/2014/main" id="{347A950F-C695-43DD-B1DD-0293F63F0EA5}"/>
              </a:ext>
            </a:extLst>
          </p:cNvPr>
          <p:cNvSpPr>
            <a:spLocks noGrp="1"/>
          </p:cNvSpPr>
          <p:nvPr/>
        </p:nvSpPr>
        <p:spPr>
          <a:xfrm>
            <a:off x="4205742" y="59002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e_full_violin_3884">
            <a:extLst>
              <a:ext uri="{FF2B5EF4-FFF2-40B4-BE49-F238E27FC236}">
                <a16:creationId xmlns:a16="http://schemas.microsoft.com/office/drawing/2014/main" id="{2447CB7F-F16D-48FC-BCDB-27F7CF15A56A}"/>
              </a:ext>
            </a:extLst>
          </p:cNvPr>
          <p:cNvSpPr>
            <a:spLocks noGrp="1"/>
          </p:cNvSpPr>
          <p:nvPr/>
        </p:nvSpPr>
        <p:spPr>
          <a:xfrm>
            <a:off x="4159224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e_full_violin_3885">
            <a:extLst>
              <a:ext uri="{FF2B5EF4-FFF2-40B4-BE49-F238E27FC236}">
                <a16:creationId xmlns:a16="http://schemas.microsoft.com/office/drawing/2014/main" id="{4E14D5BE-A4D2-4DE0-BC29-DB2018CC6F37}"/>
              </a:ext>
            </a:extLst>
          </p:cNvPr>
          <p:cNvSpPr>
            <a:spLocks noGrp="1"/>
          </p:cNvSpPr>
          <p:nvPr/>
        </p:nvSpPr>
        <p:spPr>
          <a:xfrm>
            <a:off x="4042270" y="608164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e_full_violin_3886">
            <a:extLst>
              <a:ext uri="{FF2B5EF4-FFF2-40B4-BE49-F238E27FC236}">
                <a16:creationId xmlns:a16="http://schemas.microsoft.com/office/drawing/2014/main" id="{040F2F6B-6A6A-460A-872D-906FD621DFB2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e_full_violin_3887">
            <a:extLst>
              <a:ext uri="{FF2B5EF4-FFF2-40B4-BE49-F238E27FC236}">
                <a16:creationId xmlns:a16="http://schemas.microsoft.com/office/drawing/2014/main" id="{B7DB8320-BA87-4FDC-924E-9F06DA0B2883}"/>
              </a:ext>
            </a:extLst>
          </p:cNvPr>
          <p:cNvSpPr>
            <a:spLocks noGrp="1"/>
          </p:cNvSpPr>
          <p:nvPr/>
        </p:nvSpPr>
        <p:spPr>
          <a:xfrm>
            <a:off x="40468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e_full_violin_3888">
            <a:extLst>
              <a:ext uri="{FF2B5EF4-FFF2-40B4-BE49-F238E27FC236}">
                <a16:creationId xmlns:a16="http://schemas.microsoft.com/office/drawing/2014/main" id="{DFDF8FFC-84B2-4AA2-94EE-7DCDC9B1E590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e_full_violin_3889">
            <a:extLst>
              <a:ext uri="{FF2B5EF4-FFF2-40B4-BE49-F238E27FC236}">
                <a16:creationId xmlns:a16="http://schemas.microsoft.com/office/drawing/2014/main" id="{865E6E17-FE56-487A-9316-64826DDBCD3A}"/>
              </a:ext>
            </a:extLst>
          </p:cNvPr>
          <p:cNvSpPr>
            <a:spLocks noGrp="1"/>
          </p:cNvSpPr>
          <p:nvPr/>
        </p:nvSpPr>
        <p:spPr>
          <a:xfrm>
            <a:off x="4052781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e_full_violin_3890">
            <a:extLst>
              <a:ext uri="{FF2B5EF4-FFF2-40B4-BE49-F238E27FC236}">
                <a16:creationId xmlns:a16="http://schemas.microsoft.com/office/drawing/2014/main" id="{553FCDA2-A99F-49FD-BBC5-C7326133A735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e_full_violin_3891">
            <a:extLst>
              <a:ext uri="{FF2B5EF4-FFF2-40B4-BE49-F238E27FC236}">
                <a16:creationId xmlns:a16="http://schemas.microsoft.com/office/drawing/2014/main" id="{399BDD86-34D8-463F-AB2A-164FF1FE12F6}"/>
              </a:ext>
            </a:extLst>
          </p:cNvPr>
          <p:cNvSpPr>
            <a:spLocks noGrp="1"/>
          </p:cNvSpPr>
          <p:nvPr/>
        </p:nvSpPr>
        <p:spPr>
          <a:xfrm>
            <a:off x="42056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e_full_violin_3892">
            <a:extLst>
              <a:ext uri="{FF2B5EF4-FFF2-40B4-BE49-F238E27FC236}">
                <a16:creationId xmlns:a16="http://schemas.microsoft.com/office/drawing/2014/main" id="{10ECE434-7C6A-41BA-B028-326B13ABF00F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e_full_violin_3893">
            <a:extLst>
              <a:ext uri="{FF2B5EF4-FFF2-40B4-BE49-F238E27FC236}">
                <a16:creationId xmlns:a16="http://schemas.microsoft.com/office/drawing/2014/main" id="{4F236814-91B3-4286-93FE-76120FDDC9D1}"/>
              </a:ext>
            </a:extLst>
          </p:cNvPr>
          <p:cNvSpPr>
            <a:spLocks noGrp="1"/>
          </p:cNvSpPr>
          <p:nvPr/>
        </p:nvSpPr>
        <p:spPr>
          <a:xfrm>
            <a:off x="4147544" y="60654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e_full_violin_3894">
            <a:extLst>
              <a:ext uri="{FF2B5EF4-FFF2-40B4-BE49-F238E27FC236}">
                <a16:creationId xmlns:a16="http://schemas.microsoft.com/office/drawing/2014/main" id="{3F967138-6DB1-41FE-BE1E-A0D9095D2ADB}"/>
              </a:ext>
            </a:extLst>
          </p:cNvPr>
          <p:cNvSpPr>
            <a:spLocks noGrp="1"/>
          </p:cNvSpPr>
          <p:nvPr/>
        </p:nvSpPr>
        <p:spPr>
          <a:xfrm>
            <a:off x="42880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e_full_violin_3895">
            <a:extLst>
              <a:ext uri="{FF2B5EF4-FFF2-40B4-BE49-F238E27FC236}">
                <a16:creationId xmlns:a16="http://schemas.microsoft.com/office/drawing/2014/main" id="{75E1813D-C51F-45AC-93CD-6DF29A032438}"/>
              </a:ext>
            </a:extLst>
          </p:cNvPr>
          <p:cNvSpPr>
            <a:spLocks noGrp="1"/>
          </p:cNvSpPr>
          <p:nvPr/>
        </p:nvSpPr>
        <p:spPr>
          <a:xfrm>
            <a:off x="3998844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e_full_violin_3896">
            <a:extLst>
              <a:ext uri="{FF2B5EF4-FFF2-40B4-BE49-F238E27FC236}">
                <a16:creationId xmlns:a16="http://schemas.microsoft.com/office/drawing/2014/main" id="{6AA6C4BF-1C58-4BF4-BC49-1EF8AABCD928}"/>
              </a:ext>
            </a:extLst>
          </p:cNvPr>
          <p:cNvSpPr>
            <a:spLocks noGrp="1"/>
          </p:cNvSpPr>
          <p:nvPr/>
        </p:nvSpPr>
        <p:spPr>
          <a:xfrm>
            <a:off x="4274208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e_full_violin_3897">
            <a:extLst>
              <a:ext uri="{FF2B5EF4-FFF2-40B4-BE49-F238E27FC236}">
                <a16:creationId xmlns:a16="http://schemas.microsoft.com/office/drawing/2014/main" id="{BFA5DEB8-D373-444C-87AB-CFFD50B3DD52}"/>
              </a:ext>
            </a:extLst>
          </p:cNvPr>
          <p:cNvSpPr>
            <a:spLocks noGrp="1"/>
          </p:cNvSpPr>
          <p:nvPr/>
        </p:nvSpPr>
        <p:spPr>
          <a:xfrm>
            <a:off x="40897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e_full_violin_3898">
            <a:extLst>
              <a:ext uri="{FF2B5EF4-FFF2-40B4-BE49-F238E27FC236}">
                <a16:creationId xmlns:a16="http://schemas.microsoft.com/office/drawing/2014/main" id="{7B72A9FD-A672-4F0D-B71B-E68FFB8C4163}"/>
              </a:ext>
            </a:extLst>
          </p:cNvPr>
          <p:cNvSpPr>
            <a:spLocks noGrp="1"/>
          </p:cNvSpPr>
          <p:nvPr/>
        </p:nvSpPr>
        <p:spPr>
          <a:xfrm>
            <a:off x="4443315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e_full_violin_3899">
            <a:extLst>
              <a:ext uri="{FF2B5EF4-FFF2-40B4-BE49-F238E27FC236}">
                <a16:creationId xmlns:a16="http://schemas.microsoft.com/office/drawing/2014/main" id="{F75676ED-E248-4754-99C0-033C705BCC06}"/>
              </a:ext>
            </a:extLst>
          </p:cNvPr>
          <p:cNvSpPr>
            <a:spLocks noGrp="1"/>
          </p:cNvSpPr>
          <p:nvPr/>
        </p:nvSpPr>
        <p:spPr>
          <a:xfrm>
            <a:off x="4244862" y="611850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e_full_violin_3900">
            <a:extLst>
              <a:ext uri="{FF2B5EF4-FFF2-40B4-BE49-F238E27FC236}">
                <a16:creationId xmlns:a16="http://schemas.microsoft.com/office/drawing/2014/main" id="{C03132C3-63C6-41F7-88D0-9AF8E893F122}"/>
              </a:ext>
            </a:extLst>
          </p:cNvPr>
          <p:cNvSpPr>
            <a:spLocks noGrp="1"/>
          </p:cNvSpPr>
          <p:nvPr/>
        </p:nvSpPr>
        <p:spPr>
          <a:xfrm>
            <a:off x="4099688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e_full_violin_3901">
            <a:extLst>
              <a:ext uri="{FF2B5EF4-FFF2-40B4-BE49-F238E27FC236}">
                <a16:creationId xmlns:a16="http://schemas.microsoft.com/office/drawing/2014/main" id="{0FAA8373-4CEF-45AC-ACEA-6A2CECC1AB19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e_full_violin_3902">
            <a:extLst>
              <a:ext uri="{FF2B5EF4-FFF2-40B4-BE49-F238E27FC236}">
                <a16:creationId xmlns:a16="http://schemas.microsoft.com/office/drawing/2014/main" id="{7E35C24D-9F1E-4AAC-B917-250BA24E4985}"/>
              </a:ext>
            </a:extLst>
          </p:cNvPr>
          <p:cNvSpPr>
            <a:spLocks noGrp="1"/>
          </p:cNvSpPr>
          <p:nvPr/>
        </p:nvSpPr>
        <p:spPr>
          <a:xfrm>
            <a:off x="4416824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e_full_violin_3903">
            <a:extLst>
              <a:ext uri="{FF2B5EF4-FFF2-40B4-BE49-F238E27FC236}">
                <a16:creationId xmlns:a16="http://schemas.microsoft.com/office/drawing/2014/main" id="{B764BC08-93B0-4EA0-B6F4-C8B7ED67E963}"/>
              </a:ext>
            </a:extLst>
          </p:cNvPr>
          <p:cNvSpPr>
            <a:spLocks noGrp="1"/>
          </p:cNvSpPr>
          <p:nvPr/>
        </p:nvSpPr>
        <p:spPr>
          <a:xfrm>
            <a:off x="43645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e_full_violin_3904">
            <a:extLst>
              <a:ext uri="{FF2B5EF4-FFF2-40B4-BE49-F238E27FC236}">
                <a16:creationId xmlns:a16="http://schemas.microsoft.com/office/drawing/2014/main" id="{F8131329-C157-489D-9C78-72100D29C938}"/>
              </a:ext>
            </a:extLst>
          </p:cNvPr>
          <p:cNvSpPr>
            <a:spLocks noGrp="1"/>
          </p:cNvSpPr>
          <p:nvPr/>
        </p:nvSpPr>
        <p:spPr>
          <a:xfrm>
            <a:off x="43760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e_full_violin_3905">
            <a:extLst>
              <a:ext uri="{FF2B5EF4-FFF2-40B4-BE49-F238E27FC236}">
                <a16:creationId xmlns:a16="http://schemas.microsoft.com/office/drawing/2014/main" id="{F668BB94-6872-41F3-A374-A36CD500F28C}"/>
              </a:ext>
            </a:extLst>
          </p:cNvPr>
          <p:cNvSpPr>
            <a:spLocks noGrp="1"/>
          </p:cNvSpPr>
          <p:nvPr/>
        </p:nvSpPr>
        <p:spPr>
          <a:xfrm>
            <a:off x="4117104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e_full_violin_3906">
            <a:extLst>
              <a:ext uri="{FF2B5EF4-FFF2-40B4-BE49-F238E27FC236}">
                <a16:creationId xmlns:a16="http://schemas.microsoft.com/office/drawing/2014/main" id="{4EBD3DFD-F061-43CB-A2C8-BCD80E4E5423}"/>
              </a:ext>
            </a:extLst>
          </p:cNvPr>
          <p:cNvSpPr>
            <a:spLocks noGrp="1"/>
          </p:cNvSpPr>
          <p:nvPr/>
        </p:nvSpPr>
        <p:spPr>
          <a:xfrm>
            <a:off x="4127877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e_full_violin_3907">
            <a:extLst>
              <a:ext uri="{FF2B5EF4-FFF2-40B4-BE49-F238E27FC236}">
                <a16:creationId xmlns:a16="http://schemas.microsoft.com/office/drawing/2014/main" id="{D6D1D582-1B97-4AB5-AE9A-9F63E3D9556F}"/>
              </a:ext>
            </a:extLst>
          </p:cNvPr>
          <p:cNvSpPr>
            <a:spLocks noGrp="1"/>
          </p:cNvSpPr>
          <p:nvPr/>
        </p:nvSpPr>
        <p:spPr>
          <a:xfrm>
            <a:off x="4217262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e_full_violin_3908">
            <a:extLst>
              <a:ext uri="{FF2B5EF4-FFF2-40B4-BE49-F238E27FC236}">
                <a16:creationId xmlns:a16="http://schemas.microsoft.com/office/drawing/2014/main" id="{BE63155E-8098-487E-982D-73C78AD07F29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e_full_violin_3909">
            <a:extLst>
              <a:ext uri="{FF2B5EF4-FFF2-40B4-BE49-F238E27FC236}">
                <a16:creationId xmlns:a16="http://schemas.microsoft.com/office/drawing/2014/main" id="{F8AC4644-A53E-4139-9BFB-1BA383734996}"/>
              </a:ext>
            </a:extLst>
          </p:cNvPr>
          <p:cNvSpPr>
            <a:spLocks noGrp="1"/>
          </p:cNvSpPr>
          <p:nvPr/>
        </p:nvSpPr>
        <p:spPr>
          <a:xfrm>
            <a:off x="4450614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e_full_violin_3910">
            <a:extLst>
              <a:ext uri="{FF2B5EF4-FFF2-40B4-BE49-F238E27FC236}">
                <a16:creationId xmlns:a16="http://schemas.microsoft.com/office/drawing/2014/main" id="{5F31AE40-6CCC-438C-8D7B-02A3EB738E9C}"/>
              </a:ext>
            </a:extLst>
          </p:cNvPr>
          <p:cNvSpPr>
            <a:spLocks noGrp="1"/>
          </p:cNvSpPr>
          <p:nvPr/>
        </p:nvSpPr>
        <p:spPr>
          <a:xfrm>
            <a:off x="4139013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e_full_violin_3911">
            <a:extLst>
              <a:ext uri="{FF2B5EF4-FFF2-40B4-BE49-F238E27FC236}">
                <a16:creationId xmlns:a16="http://schemas.microsoft.com/office/drawing/2014/main" id="{35CFBFE8-6E75-4C38-93C5-7A7A0A8BD7DD}"/>
              </a:ext>
            </a:extLst>
          </p:cNvPr>
          <p:cNvSpPr>
            <a:spLocks noGrp="1"/>
          </p:cNvSpPr>
          <p:nvPr/>
        </p:nvSpPr>
        <p:spPr>
          <a:xfrm>
            <a:off x="4043026" y="59186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e_full_violin_3912">
            <a:extLst>
              <a:ext uri="{FF2B5EF4-FFF2-40B4-BE49-F238E27FC236}">
                <a16:creationId xmlns:a16="http://schemas.microsoft.com/office/drawing/2014/main" id="{DE7ABEB6-6A98-4217-ADDC-1C0C7CA0075E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e_full_violin_3913">
            <a:extLst>
              <a:ext uri="{FF2B5EF4-FFF2-40B4-BE49-F238E27FC236}">
                <a16:creationId xmlns:a16="http://schemas.microsoft.com/office/drawing/2014/main" id="{8FC1BE3C-ABC7-46E2-A6E5-23EA17844DE6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e_full_violin_3914">
            <a:extLst>
              <a:ext uri="{FF2B5EF4-FFF2-40B4-BE49-F238E27FC236}">
                <a16:creationId xmlns:a16="http://schemas.microsoft.com/office/drawing/2014/main" id="{CC78B913-DA13-48C9-A29D-38653E62E610}"/>
              </a:ext>
            </a:extLst>
          </p:cNvPr>
          <p:cNvSpPr>
            <a:spLocks noGrp="1"/>
          </p:cNvSpPr>
          <p:nvPr/>
        </p:nvSpPr>
        <p:spPr>
          <a:xfrm>
            <a:off x="4071021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e_full_violin_3915">
            <a:extLst>
              <a:ext uri="{FF2B5EF4-FFF2-40B4-BE49-F238E27FC236}">
                <a16:creationId xmlns:a16="http://schemas.microsoft.com/office/drawing/2014/main" id="{E2A7EB51-A0C5-42E8-8777-5DDDD3117E9C}"/>
              </a:ext>
            </a:extLst>
          </p:cNvPr>
          <p:cNvSpPr>
            <a:spLocks noGrp="1"/>
          </p:cNvSpPr>
          <p:nvPr/>
        </p:nvSpPr>
        <p:spPr>
          <a:xfrm>
            <a:off x="412101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e_full_violin_3916">
            <a:extLst>
              <a:ext uri="{FF2B5EF4-FFF2-40B4-BE49-F238E27FC236}">
                <a16:creationId xmlns:a16="http://schemas.microsoft.com/office/drawing/2014/main" id="{E526BC58-E5C2-4294-8278-7BCDCD71A895}"/>
              </a:ext>
            </a:extLst>
          </p:cNvPr>
          <p:cNvSpPr>
            <a:spLocks noGrp="1"/>
          </p:cNvSpPr>
          <p:nvPr/>
        </p:nvSpPr>
        <p:spPr>
          <a:xfrm>
            <a:off x="4040503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e_full_violin_3917">
            <a:extLst>
              <a:ext uri="{FF2B5EF4-FFF2-40B4-BE49-F238E27FC236}">
                <a16:creationId xmlns:a16="http://schemas.microsoft.com/office/drawing/2014/main" id="{607F66D4-CB82-429D-8910-CF7CE288AC37}"/>
              </a:ext>
            </a:extLst>
          </p:cNvPr>
          <p:cNvSpPr>
            <a:spLocks noGrp="1"/>
          </p:cNvSpPr>
          <p:nvPr/>
        </p:nvSpPr>
        <p:spPr>
          <a:xfrm>
            <a:off x="40077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e_full_violin_3918">
            <a:extLst>
              <a:ext uri="{FF2B5EF4-FFF2-40B4-BE49-F238E27FC236}">
                <a16:creationId xmlns:a16="http://schemas.microsoft.com/office/drawing/2014/main" id="{4A105B15-F8B0-464F-88BB-9D5680847781}"/>
              </a:ext>
            </a:extLst>
          </p:cNvPr>
          <p:cNvSpPr>
            <a:spLocks noGrp="1"/>
          </p:cNvSpPr>
          <p:nvPr/>
        </p:nvSpPr>
        <p:spPr>
          <a:xfrm>
            <a:off x="4334620" y="61061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e_full_violin_3919">
            <a:extLst>
              <a:ext uri="{FF2B5EF4-FFF2-40B4-BE49-F238E27FC236}">
                <a16:creationId xmlns:a16="http://schemas.microsoft.com/office/drawing/2014/main" id="{C5A9CB54-EE09-4110-9B35-FBB6FBD5084E}"/>
              </a:ext>
            </a:extLst>
          </p:cNvPr>
          <p:cNvSpPr>
            <a:spLocks noGrp="1"/>
          </p:cNvSpPr>
          <p:nvPr/>
        </p:nvSpPr>
        <p:spPr>
          <a:xfrm>
            <a:off x="39897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e_full_violin_3920">
            <a:extLst>
              <a:ext uri="{FF2B5EF4-FFF2-40B4-BE49-F238E27FC236}">
                <a16:creationId xmlns:a16="http://schemas.microsoft.com/office/drawing/2014/main" id="{2C42CCFF-6A49-4E5D-91A2-31D92614C1A9}"/>
              </a:ext>
            </a:extLst>
          </p:cNvPr>
          <p:cNvSpPr>
            <a:spLocks noGrp="1"/>
          </p:cNvSpPr>
          <p:nvPr/>
        </p:nvSpPr>
        <p:spPr>
          <a:xfrm>
            <a:off x="4418007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e_full_violin_3921">
            <a:extLst>
              <a:ext uri="{FF2B5EF4-FFF2-40B4-BE49-F238E27FC236}">
                <a16:creationId xmlns:a16="http://schemas.microsoft.com/office/drawing/2014/main" id="{63143AC1-9C92-4D78-AA05-B8FDD15314D0}"/>
              </a:ext>
            </a:extLst>
          </p:cNvPr>
          <p:cNvSpPr>
            <a:spLocks noGrp="1"/>
          </p:cNvSpPr>
          <p:nvPr/>
        </p:nvSpPr>
        <p:spPr>
          <a:xfrm>
            <a:off x="40421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e_full_violin_3922">
            <a:extLst>
              <a:ext uri="{FF2B5EF4-FFF2-40B4-BE49-F238E27FC236}">
                <a16:creationId xmlns:a16="http://schemas.microsoft.com/office/drawing/2014/main" id="{8B119719-9C9E-4730-A329-534FBE192632}"/>
              </a:ext>
            </a:extLst>
          </p:cNvPr>
          <p:cNvSpPr>
            <a:spLocks noGrp="1"/>
          </p:cNvSpPr>
          <p:nvPr/>
        </p:nvSpPr>
        <p:spPr>
          <a:xfrm>
            <a:off x="4349511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e_full_violin_3923">
            <a:extLst>
              <a:ext uri="{FF2B5EF4-FFF2-40B4-BE49-F238E27FC236}">
                <a16:creationId xmlns:a16="http://schemas.microsoft.com/office/drawing/2014/main" id="{857000F4-54B8-4A74-8AE6-B2B09EB2DCCC}"/>
              </a:ext>
            </a:extLst>
          </p:cNvPr>
          <p:cNvSpPr>
            <a:spLocks noGrp="1"/>
          </p:cNvSpPr>
          <p:nvPr/>
        </p:nvSpPr>
        <p:spPr>
          <a:xfrm>
            <a:off x="4044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e_full_violin_3924">
            <a:extLst>
              <a:ext uri="{FF2B5EF4-FFF2-40B4-BE49-F238E27FC236}">
                <a16:creationId xmlns:a16="http://schemas.microsoft.com/office/drawing/2014/main" id="{E865836E-A9F7-4CEE-A737-0E6F692F0C77}"/>
              </a:ext>
            </a:extLst>
          </p:cNvPr>
          <p:cNvSpPr>
            <a:spLocks noGrp="1"/>
          </p:cNvSpPr>
          <p:nvPr/>
        </p:nvSpPr>
        <p:spPr>
          <a:xfrm>
            <a:off x="4024673" y="4956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e_full_violin_3925">
            <a:extLst>
              <a:ext uri="{FF2B5EF4-FFF2-40B4-BE49-F238E27FC236}">
                <a16:creationId xmlns:a16="http://schemas.microsoft.com/office/drawing/2014/main" id="{2D7DCDFB-7E4A-4E3B-936C-D193CD3AEE2A}"/>
              </a:ext>
            </a:extLst>
          </p:cNvPr>
          <p:cNvSpPr>
            <a:spLocks noGrp="1"/>
          </p:cNvSpPr>
          <p:nvPr/>
        </p:nvSpPr>
        <p:spPr>
          <a:xfrm>
            <a:off x="406517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e_full_violin_3926">
            <a:extLst>
              <a:ext uri="{FF2B5EF4-FFF2-40B4-BE49-F238E27FC236}">
                <a16:creationId xmlns:a16="http://schemas.microsoft.com/office/drawing/2014/main" id="{B867E38F-D6D9-4961-A2A6-734EC8281F03}"/>
              </a:ext>
            </a:extLst>
          </p:cNvPr>
          <p:cNvSpPr>
            <a:spLocks noGrp="1"/>
          </p:cNvSpPr>
          <p:nvPr/>
        </p:nvSpPr>
        <p:spPr>
          <a:xfrm>
            <a:off x="4389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e_full_violin_3927">
            <a:extLst>
              <a:ext uri="{FF2B5EF4-FFF2-40B4-BE49-F238E27FC236}">
                <a16:creationId xmlns:a16="http://schemas.microsoft.com/office/drawing/2014/main" id="{140D0990-04E7-4356-A28E-915969D187E0}"/>
              </a:ext>
            </a:extLst>
          </p:cNvPr>
          <p:cNvSpPr>
            <a:spLocks noGrp="1"/>
          </p:cNvSpPr>
          <p:nvPr/>
        </p:nvSpPr>
        <p:spPr>
          <a:xfrm>
            <a:off x="44156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e_full_violin_3928">
            <a:extLst>
              <a:ext uri="{FF2B5EF4-FFF2-40B4-BE49-F238E27FC236}">
                <a16:creationId xmlns:a16="http://schemas.microsoft.com/office/drawing/2014/main" id="{019085E5-146B-4DF1-A4A6-4EFF14522158}"/>
              </a:ext>
            </a:extLst>
          </p:cNvPr>
          <p:cNvSpPr>
            <a:spLocks noGrp="1"/>
          </p:cNvSpPr>
          <p:nvPr/>
        </p:nvSpPr>
        <p:spPr>
          <a:xfrm>
            <a:off x="4059060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e_full_violin_3929">
            <a:extLst>
              <a:ext uri="{FF2B5EF4-FFF2-40B4-BE49-F238E27FC236}">
                <a16:creationId xmlns:a16="http://schemas.microsoft.com/office/drawing/2014/main" id="{5026B82D-47FB-4CD0-A4DA-65C257C79B1C}"/>
              </a:ext>
            </a:extLst>
          </p:cNvPr>
          <p:cNvSpPr>
            <a:spLocks noGrp="1"/>
          </p:cNvSpPr>
          <p:nvPr/>
        </p:nvSpPr>
        <p:spPr>
          <a:xfrm>
            <a:off x="4274291" y="585872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e_full_violin_3930">
            <a:extLst>
              <a:ext uri="{FF2B5EF4-FFF2-40B4-BE49-F238E27FC236}">
                <a16:creationId xmlns:a16="http://schemas.microsoft.com/office/drawing/2014/main" id="{7CE81B61-E9BF-47D5-BD9F-2DE06CAF7F6E}"/>
              </a:ext>
            </a:extLst>
          </p:cNvPr>
          <p:cNvSpPr>
            <a:spLocks noGrp="1"/>
          </p:cNvSpPr>
          <p:nvPr/>
        </p:nvSpPr>
        <p:spPr>
          <a:xfrm>
            <a:off x="4051511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e_full_violin_3931">
            <a:extLst>
              <a:ext uri="{FF2B5EF4-FFF2-40B4-BE49-F238E27FC236}">
                <a16:creationId xmlns:a16="http://schemas.microsoft.com/office/drawing/2014/main" id="{204C02F5-DA9E-4F3E-B761-353804364901}"/>
              </a:ext>
            </a:extLst>
          </p:cNvPr>
          <p:cNvSpPr>
            <a:spLocks noGrp="1"/>
          </p:cNvSpPr>
          <p:nvPr/>
        </p:nvSpPr>
        <p:spPr>
          <a:xfrm>
            <a:off x="406065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e_full_violin_3932">
            <a:extLst>
              <a:ext uri="{FF2B5EF4-FFF2-40B4-BE49-F238E27FC236}">
                <a16:creationId xmlns:a16="http://schemas.microsoft.com/office/drawing/2014/main" id="{DB8323EB-C094-454F-8D64-1BCC9FD53CFE}"/>
              </a:ext>
            </a:extLst>
          </p:cNvPr>
          <p:cNvSpPr>
            <a:spLocks noGrp="1"/>
          </p:cNvSpPr>
          <p:nvPr/>
        </p:nvSpPr>
        <p:spPr>
          <a:xfrm>
            <a:off x="436291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e_full_violin_3933">
            <a:extLst>
              <a:ext uri="{FF2B5EF4-FFF2-40B4-BE49-F238E27FC236}">
                <a16:creationId xmlns:a16="http://schemas.microsoft.com/office/drawing/2014/main" id="{A1F288AB-16D2-464F-B2A8-BA274D993B2C}"/>
              </a:ext>
            </a:extLst>
          </p:cNvPr>
          <p:cNvSpPr>
            <a:spLocks noGrp="1"/>
          </p:cNvSpPr>
          <p:nvPr/>
        </p:nvSpPr>
        <p:spPr>
          <a:xfrm>
            <a:off x="43802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e_full_violin_3934">
            <a:extLst>
              <a:ext uri="{FF2B5EF4-FFF2-40B4-BE49-F238E27FC236}">
                <a16:creationId xmlns:a16="http://schemas.microsoft.com/office/drawing/2014/main" id="{505F5DC8-972F-45F8-B1EA-20E8EF66D32A}"/>
              </a:ext>
            </a:extLst>
          </p:cNvPr>
          <p:cNvSpPr>
            <a:spLocks noGrp="1"/>
          </p:cNvSpPr>
          <p:nvPr/>
        </p:nvSpPr>
        <p:spPr>
          <a:xfrm>
            <a:off x="4260732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e_full_violin_3935">
            <a:extLst>
              <a:ext uri="{FF2B5EF4-FFF2-40B4-BE49-F238E27FC236}">
                <a16:creationId xmlns:a16="http://schemas.microsoft.com/office/drawing/2014/main" id="{C7E30ADA-3AA4-45B8-8123-18C9DB6943F9}"/>
              </a:ext>
            </a:extLst>
          </p:cNvPr>
          <p:cNvSpPr>
            <a:spLocks noGrp="1"/>
          </p:cNvSpPr>
          <p:nvPr/>
        </p:nvSpPr>
        <p:spPr>
          <a:xfrm>
            <a:off x="3987697" y="6101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e_full_violin_3936">
            <a:extLst>
              <a:ext uri="{FF2B5EF4-FFF2-40B4-BE49-F238E27FC236}">
                <a16:creationId xmlns:a16="http://schemas.microsoft.com/office/drawing/2014/main" id="{4E4E84E4-DA19-4E64-B0A5-0B864BE828F3}"/>
              </a:ext>
            </a:extLst>
          </p:cNvPr>
          <p:cNvSpPr>
            <a:spLocks noGrp="1"/>
          </p:cNvSpPr>
          <p:nvPr/>
        </p:nvSpPr>
        <p:spPr>
          <a:xfrm>
            <a:off x="428416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e_full_violin_3937">
            <a:extLst>
              <a:ext uri="{FF2B5EF4-FFF2-40B4-BE49-F238E27FC236}">
                <a16:creationId xmlns:a16="http://schemas.microsoft.com/office/drawing/2014/main" id="{B8CB0B71-D40F-43E9-A8DB-D26596A76D27}"/>
              </a:ext>
            </a:extLst>
          </p:cNvPr>
          <p:cNvSpPr>
            <a:spLocks noGrp="1"/>
          </p:cNvSpPr>
          <p:nvPr/>
        </p:nvSpPr>
        <p:spPr>
          <a:xfrm>
            <a:off x="405665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e_full_violin_3938">
            <a:extLst>
              <a:ext uri="{FF2B5EF4-FFF2-40B4-BE49-F238E27FC236}">
                <a16:creationId xmlns:a16="http://schemas.microsoft.com/office/drawing/2014/main" id="{3D804DBA-53CD-445C-85FB-C2558A3DD723}"/>
              </a:ext>
            </a:extLst>
          </p:cNvPr>
          <p:cNvSpPr>
            <a:spLocks noGrp="1"/>
          </p:cNvSpPr>
          <p:nvPr/>
        </p:nvSpPr>
        <p:spPr>
          <a:xfrm>
            <a:off x="4145621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e_full_violin_3939">
            <a:extLst>
              <a:ext uri="{FF2B5EF4-FFF2-40B4-BE49-F238E27FC236}">
                <a16:creationId xmlns:a16="http://schemas.microsoft.com/office/drawing/2014/main" id="{73A28A3C-EC52-48DB-98D6-A7EA4316A6A5}"/>
              </a:ext>
            </a:extLst>
          </p:cNvPr>
          <p:cNvSpPr>
            <a:spLocks noGrp="1"/>
          </p:cNvSpPr>
          <p:nvPr/>
        </p:nvSpPr>
        <p:spPr>
          <a:xfrm>
            <a:off x="44926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" name="e_full_violin_3940">
            <a:extLst>
              <a:ext uri="{FF2B5EF4-FFF2-40B4-BE49-F238E27FC236}">
                <a16:creationId xmlns:a16="http://schemas.microsoft.com/office/drawing/2014/main" id="{0BF36F92-F9B5-4900-B0A3-A1E190BC4E83}"/>
              </a:ext>
            </a:extLst>
          </p:cNvPr>
          <p:cNvSpPr>
            <a:spLocks noGrp="1"/>
          </p:cNvSpPr>
          <p:nvPr/>
        </p:nvSpPr>
        <p:spPr>
          <a:xfrm>
            <a:off x="4331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e_full_violin_3941">
            <a:extLst>
              <a:ext uri="{FF2B5EF4-FFF2-40B4-BE49-F238E27FC236}">
                <a16:creationId xmlns:a16="http://schemas.microsoft.com/office/drawing/2014/main" id="{3B688B35-9881-4DD9-BB5F-5B5BC2E75510}"/>
              </a:ext>
            </a:extLst>
          </p:cNvPr>
          <p:cNvSpPr>
            <a:spLocks noGrp="1"/>
          </p:cNvSpPr>
          <p:nvPr/>
        </p:nvSpPr>
        <p:spPr>
          <a:xfrm>
            <a:off x="4350826" y="574750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e_full_violin_3942">
            <a:extLst>
              <a:ext uri="{FF2B5EF4-FFF2-40B4-BE49-F238E27FC236}">
                <a16:creationId xmlns:a16="http://schemas.microsoft.com/office/drawing/2014/main" id="{BCF0CD7D-6232-4383-A0FF-DE40A66FED7F}"/>
              </a:ext>
            </a:extLst>
          </p:cNvPr>
          <p:cNvSpPr>
            <a:spLocks noGrp="1"/>
          </p:cNvSpPr>
          <p:nvPr/>
        </p:nvSpPr>
        <p:spPr>
          <a:xfrm>
            <a:off x="409357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e_full_violin_3943">
            <a:extLst>
              <a:ext uri="{FF2B5EF4-FFF2-40B4-BE49-F238E27FC236}">
                <a16:creationId xmlns:a16="http://schemas.microsoft.com/office/drawing/2014/main" id="{843C8EAE-F41A-4DFA-9CA2-6780D19EDE08}"/>
              </a:ext>
            </a:extLst>
          </p:cNvPr>
          <p:cNvSpPr>
            <a:spLocks noGrp="1"/>
          </p:cNvSpPr>
          <p:nvPr/>
        </p:nvSpPr>
        <p:spPr>
          <a:xfrm>
            <a:off x="43805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e_full_violin_3944">
            <a:extLst>
              <a:ext uri="{FF2B5EF4-FFF2-40B4-BE49-F238E27FC236}">
                <a16:creationId xmlns:a16="http://schemas.microsoft.com/office/drawing/2014/main" id="{ECB5EAC8-E2E0-4CD7-8FD1-7C4E469072F8}"/>
              </a:ext>
            </a:extLst>
          </p:cNvPr>
          <p:cNvSpPr>
            <a:spLocks noGrp="1"/>
          </p:cNvSpPr>
          <p:nvPr/>
        </p:nvSpPr>
        <p:spPr>
          <a:xfrm>
            <a:off x="4468314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e_full_violin_3945">
            <a:extLst>
              <a:ext uri="{FF2B5EF4-FFF2-40B4-BE49-F238E27FC236}">
                <a16:creationId xmlns:a16="http://schemas.microsoft.com/office/drawing/2014/main" id="{346DF5A9-9BE7-4A91-AA5F-E20C3CD22BA9}"/>
              </a:ext>
            </a:extLst>
          </p:cNvPr>
          <p:cNvSpPr>
            <a:spLocks noGrp="1"/>
          </p:cNvSpPr>
          <p:nvPr/>
        </p:nvSpPr>
        <p:spPr>
          <a:xfrm>
            <a:off x="41565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e_full_violin_3946">
            <a:extLst>
              <a:ext uri="{FF2B5EF4-FFF2-40B4-BE49-F238E27FC236}">
                <a16:creationId xmlns:a16="http://schemas.microsoft.com/office/drawing/2014/main" id="{C4A3F255-36FC-4960-B57F-1D0C9F052B01}"/>
              </a:ext>
            </a:extLst>
          </p:cNvPr>
          <p:cNvSpPr>
            <a:spLocks noGrp="1"/>
          </p:cNvSpPr>
          <p:nvPr/>
        </p:nvSpPr>
        <p:spPr>
          <a:xfrm>
            <a:off x="43510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e_full_violin_3947">
            <a:extLst>
              <a:ext uri="{FF2B5EF4-FFF2-40B4-BE49-F238E27FC236}">
                <a16:creationId xmlns:a16="http://schemas.microsoft.com/office/drawing/2014/main" id="{F7866A2B-E0D9-47D8-A52D-9100E7EF7C47}"/>
              </a:ext>
            </a:extLst>
          </p:cNvPr>
          <p:cNvSpPr>
            <a:spLocks noGrp="1"/>
          </p:cNvSpPr>
          <p:nvPr/>
        </p:nvSpPr>
        <p:spPr>
          <a:xfrm>
            <a:off x="44909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e_full_violin_3948">
            <a:extLst>
              <a:ext uri="{FF2B5EF4-FFF2-40B4-BE49-F238E27FC236}">
                <a16:creationId xmlns:a16="http://schemas.microsoft.com/office/drawing/2014/main" id="{3CAC89F4-505F-48E1-B569-556AABC5B464}"/>
              </a:ext>
            </a:extLst>
          </p:cNvPr>
          <p:cNvSpPr>
            <a:spLocks noGrp="1"/>
          </p:cNvSpPr>
          <p:nvPr/>
        </p:nvSpPr>
        <p:spPr>
          <a:xfrm>
            <a:off x="4160126" y="59716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e_full_violin_3949">
            <a:extLst>
              <a:ext uri="{FF2B5EF4-FFF2-40B4-BE49-F238E27FC236}">
                <a16:creationId xmlns:a16="http://schemas.microsoft.com/office/drawing/2014/main" id="{CBF5C720-4459-48BF-AE6B-3D207D1D73BF}"/>
              </a:ext>
            </a:extLst>
          </p:cNvPr>
          <p:cNvSpPr>
            <a:spLocks noGrp="1"/>
          </p:cNvSpPr>
          <p:nvPr/>
        </p:nvSpPr>
        <p:spPr>
          <a:xfrm>
            <a:off x="43799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e_full_violin_3950">
            <a:extLst>
              <a:ext uri="{FF2B5EF4-FFF2-40B4-BE49-F238E27FC236}">
                <a16:creationId xmlns:a16="http://schemas.microsoft.com/office/drawing/2014/main" id="{C4B7C9DA-A61B-4723-B37B-18386A034339}"/>
              </a:ext>
            </a:extLst>
          </p:cNvPr>
          <p:cNvSpPr>
            <a:spLocks noGrp="1"/>
          </p:cNvSpPr>
          <p:nvPr/>
        </p:nvSpPr>
        <p:spPr>
          <a:xfrm>
            <a:off x="420097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e_full_violin_3951">
            <a:extLst>
              <a:ext uri="{FF2B5EF4-FFF2-40B4-BE49-F238E27FC236}">
                <a16:creationId xmlns:a16="http://schemas.microsoft.com/office/drawing/2014/main" id="{F4629DF4-0A4F-4EF3-9ACB-0FC2089AE801}"/>
              </a:ext>
            </a:extLst>
          </p:cNvPr>
          <p:cNvSpPr>
            <a:spLocks noGrp="1"/>
          </p:cNvSpPr>
          <p:nvPr/>
        </p:nvSpPr>
        <p:spPr>
          <a:xfrm>
            <a:off x="39895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e_full_violin_3952">
            <a:extLst>
              <a:ext uri="{FF2B5EF4-FFF2-40B4-BE49-F238E27FC236}">
                <a16:creationId xmlns:a16="http://schemas.microsoft.com/office/drawing/2014/main" id="{8406DAFD-8EFE-48C1-AFBE-5D78A296C1C2}"/>
              </a:ext>
            </a:extLst>
          </p:cNvPr>
          <p:cNvSpPr>
            <a:spLocks noGrp="1"/>
          </p:cNvSpPr>
          <p:nvPr/>
        </p:nvSpPr>
        <p:spPr>
          <a:xfrm>
            <a:off x="41238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e_full_violin_3953">
            <a:extLst>
              <a:ext uri="{FF2B5EF4-FFF2-40B4-BE49-F238E27FC236}">
                <a16:creationId xmlns:a16="http://schemas.microsoft.com/office/drawing/2014/main" id="{1FA68CAA-2DDF-4437-AF69-1DF3EE2B42A3}"/>
              </a:ext>
            </a:extLst>
          </p:cNvPr>
          <p:cNvSpPr>
            <a:spLocks noGrp="1"/>
          </p:cNvSpPr>
          <p:nvPr/>
        </p:nvSpPr>
        <p:spPr>
          <a:xfrm>
            <a:off x="44471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e_full_violin_3954">
            <a:extLst>
              <a:ext uri="{FF2B5EF4-FFF2-40B4-BE49-F238E27FC236}">
                <a16:creationId xmlns:a16="http://schemas.microsoft.com/office/drawing/2014/main" id="{4F2A2C6C-BD4D-45B8-BEA5-D8F5EEBB4EBA}"/>
              </a:ext>
            </a:extLst>
          </p:cNvPr>
          <p:cNvSpPr>
            <a:spLocks noGrp="1"/>
          </p:cNvSpPr>
          <p:nvPr/>
        </p:nvSpPr>
        <p:spPr>
          <a:xfrm>
            <a:off x="4090401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e_full_violin_3955">
            <a:extLst>
              <a:ext uri="{FF2B5EF4-FFF2-40B4-BE49-F238E27FC236}">
                <a16:creationId xmlns:a16="http://schemas.microsoft.com/office/drawing/2014/main" id="{FBBB30F1-82D9-47C8-868C-3C3F3330648D}"/>
              </a:ext>
            </a:extLst>
          </p:cNvPr>
          <p:cNvSpPr>
            <a:spLocks noGrp="1"/>
          </p:cNvSpPr>
          <p:nvPr/>
        </p:nvSpPr>
        <p:spPr>
          <a:xfrm>
            <a:off x="41320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e_full_violin_3956">
            <a:extLst>
              <a:ext uri="{FF2B5EF4-FFF2-40B4-BE49-F238E27FC236}">
                <a16:creationId xmlns:a16="http://schemas.microsoft.com/office/drawing/2014/main" id="{D86A386F-E900-4F08-9FA6-97CB27B629E2}"/>
              </a:ext>
            </a:extLst>
          </p:cNvPr>
          <p:cNvSpPr>
            <a:spLocks noGrp="1"/>
          </p:cNvSpPr>
          <p:nvPr/>
        </p:nvSpPr>
        <p:spPr>
          <a:xfrm>
            <a:off x="4043818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e_full_violin_3957">
            <a:extLst>
              <a:ext uri="{FF2B5EF4-FFF2-40B4-BE49-F238E27FC236}">
                <a16:creationId xmlns:a16="http://schemas.microsoft.com/office/drawing/2014/main" id="{45F2B8A4-B36E-4948-8965-0E53FDD58A77}"/>
              </a:ext>
            </a:extLst>
          </p:cNvPr>
          <p:cNvSpPr>
            <a:spLocks noGrp="1"/>
          </p:cNvSpPr>
          <p:nvPr/>
        </p:nvSpPr>
        <p:spPr>
          <a:xfrm>
            <a:off x="41699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e_full_violin_3958">
            <a:extLst>
              <a:ext uri="{FF2B5EF4-FFF2-40B4-BE49-F238E27FC236}">
                <a16:creationId xmlns:a16="http://schemas.microsoft.com/office/drawing/2014/main" id="{E2B10386-43B9-4755-B7AF-C5FE89231406}"/>
              </a:ext>
            </a:extLst>
          </p:cNvPr>
          <p:cNvSpPr>
            <a:spLocks noGrp="1"/>
          </p:cNvSpPr>
          <p:nvPr/>
        </p:nvSpPr>
        <p:spPr>
          <a:xfrm>
            <a:off x="4275245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e_full_violin_3959">
            <a:extLst>
              <a:ext uri="{FF2B5EF4-FFF2-40B4-BE49-F238E27FC236}">
                <a16:creationId xmlns:a16="http://schemas.microsoft.com/office/drawing/2014/main" id="{480C7804-5BF9-4AEE-90D0-DE71EFB65AE4}"/>
              </a:ext>
            </a:extLst>
          </p:cNvPr>
          <p:cNvSpPr>
            <a:spLocks noGrp="1"/>
          </p:cNvSpPr>
          <p:nvPr/>
        </p:nvSpPr>
        <p:spPr>
          <a:xfrm>
            <a:off x="4490445" y="59966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e_full_violin_3960">
            <a:extLst>
              <a:ext uri="{FF2B5EF4-FFF2-40B4-BE49-F238E27FC236}">
                <a16:creationId xmlns:a16="http://schemas.microsoft.com/office/drawing/2014/main" id="{21245DDB-5D9E-4BD8-90CB-1FF68E40024D}"/>
              </a:ext>
            </a:extLst>
          </p:cNvPr>
          <p:cNvSpPr>
            <a:spLocks noGrp="1"/>
          </p:cNvSpPr>
          <p:nvPr/>
        </p:nvSpPr>
        <p:spPr>
          <a:xfrm>
            <a:off x="4478139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e_full_violin_3961">
            <a:extLst>
              <a:ext uri="{FF2B5EF4-FFF2-40B4-BE49-F238E27FC236}">
                <a16:creationId xmlns:a16="http://schemas.microsoft.com/office/drawing/2014/main" id="{252ABE45-D45E-46C8-82C9-F788DAC35EB4}"/>
              </a:ext>
            </a:extLst>
          </p:cNvPr>
          <p:cNvSpPr>
            <a:spLocks noGrp="1"/>
          </p:cNvSpPr>
          <p:nvPr/>
        </p:nvSpPr>
        <p:spPr>
          <a:xfrm>
            <a:off x="4243398" y="611485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e_full_violin_3962">
            <a:extLst>
              <a:ext uri="{FF2B5EF4-FFF2-40B4-BE49-F238E27FC236}">
                <a16:creationId xmlns:a16="http://schemas.microsoft.com/office/drawing/2014/main" id="{BF553F90-C8E1-4246-987D-18BAD5DA4319}"/>
              </a:ext>
            </a:extLst>
          </p:cNvPr>
          <p:cNvSpPr>
            <a:spLocks noGrp="1"/>
          </p:cNvSpPr>
          <p:nvPr/>
        </p:nvSpPr>
        <p:spPr>
          <a:xfrm>
            <a:off x="4487181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e_full_violin_3963">
            <a:extLst>
              <a:ext uri="{FF2B5EF4-FFF2-40B4-BE49-F238E27FC236}">
                <a16:creationId xmlns:a16="http://schemas.microsoft.com/office/drawing/2014/main" id="{292E38D6-6D59-4DA6-9C73-A50DD5E68BB4}"/>
              </a:ext>
            </a:extLst>
          </p:cNvPr>
          <p:cNvSpPr>
            <a:spLocks noGrp="1"/>
          </p:cNvSpPr>
          <p:nvPr/>
        </p:nvSpPr>
        <p:spPr>
          <a:xfrm>
            <a:off x="424723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e_full_violin_3964">
            <a:extLst>
              <a:ext uri="{FF2B5EF4-FFF2-40B4-BE49-F238E27FC236}">
                <a16:creationId xmlns:a16="http://schemas.microsoft.com/office/drawing/2014/main" id="{C4B4257A-A654-4422-B574-C29936F9BAE7}"/>
              </a:ext>
            </a:extLst>
          </p:cNvPr>
          <p:cNvSpPr>
            <a:spLocks noGrp="1"/>
          </p:cNvSpPr>
          <p:nvPr/>
        </p:nvSpPr>
        <p:spPr>
          <a:xfrm>
            <a:off x="44447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e_full_violin_3965">
            <a:extLst>
              <a:ext uri="{FF2B5EF4-FFF2-40B4-BE49-F238E27FC236}">
                <a16:creationId xmlns:a16="http://schemas.microsoft.com/office/drawing/2014/main" id="{D0FA7918-2D88-4AF1-8887-2C6A80C1BBC6}"/>
              </a:ext>
            </a:extLst>
          </p:cNvPr>
          <p:cNvSpPr>
            <a:spLocks noGrp="1"/>
          </p:cNvSpPr>
          <p:nvPr/>
        </p:nvSpPr>
        <p:spPr>
          <a:xfrm>
            <a:off x="4026334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e_full_violin_3966">
            <a:extLst>
              <a:ext uri="{FF2B5EF4-FFF2-40B4-BE49-F238E27FC236}">
                <a16:creationId xmlns:a16="http://schemas.microsoft.com/office/drawing/2014/main" id="{782C4449-64B5-4B14-88C2-8D32114361AC}"/>
              </a:ext>
            </a:extLst>
          </p:cNvPr>
          <p:cNvSpPr>
            <a:spLocks noGrp="1"/>
          </p:cNvSpPr>
          <p:nvPr/>
        </p:nvSpPr>
        <p:spPr>
          <a:xfrm>
            <a:off x="3995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e_full_violin_3967">
            <a:extLst>
              <a:ext uri="{FF2B5EF4-FFF2-40B4-BE49-F238E27FC236}">
                <a16:creationId xmlns:a16="http://schemas.microsoft.com/office/drawing/2014/main" id="{4D84E7A6-70CB-4C12-B771-8C0D52805DD8}"/>
              </a:ext>
            </a:extLst>
          </p:cNvPr>
          <p:cNvSpPr>
            <a:spLocks noGrp="1"/>
          </p:cNvSpPr>
          <p:nvPr/>
        </p:nvSpPr>
        <p:spPr>
          <a:xfrm>
            <a:off x="41877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e_full_violin_3968">
            <a:extLst>
              <a:ext uri="{FF2B5EF4-FFF2-40B4-BE49-F238E27FC236}">
                <a16:creationId xmlns:a16="http://schemas.microsoft.com/office/drawing/2014/main" id="{9AB90BF4-1E43-4C84-9954-3EDF3EFFA0BE}"/>
              </a:ext>
            </a:extLst>
          </p:cNvPr>
          <p:cNvSpPr>
            <a:spLocks noGrp="1"/>
          </p:cNvSpPr>
          <p:nvPr/>
        </p:nvSpPr>
        <p:spPr>
          <a:xfrm>
            <a:off x="40873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e_full_violin_3969">
            <a:extLst>
              <a:ext uri="{FF2B5EF4-FFF2-40B4-BE49-F238E27FC236}">
                <a16:creationId xmlns:a16="http://schemas.microsoft.com/office/drawing/2014/main" id="{B82588E3-F192-4E0B-8A3D-284BAC3A8BEA}"/>
              </a:ext>
            </a:extLst>
          </p:cNvPr>
          <p:cNvSpPr>
            <a:spLocks noGrp="1"/>
          </p:cNvSpPr>
          <p:nvPr/>
        </p:nvSpPr>
        <p:spPr>
          <a:xfrm>
            <a:off x="4147016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e_full_violin_3970">
            <a:extLst>
              <a:ext uri="{FF2B5EF4-FFF2-40B4-BE49-F238E27FC236}">
                <a16:creationId xmlns:a16="http://schemas.microsoft.com/office/drawing/2014/main" id="{8FB7A4E4-CC46-4904-B040-2501E1200DD8}"/>
              </a:ext>
            </a:extLst>
          </p:cNvPr>
          <p:cNvSpPr>
            <a:spLocks noGrp="1"/>
          </p:cNvSpPr>
          <p:nvPr/>
        </p:nvSpPr>
        <p:spPr>
          <a:xfrm>
            <a:off x="40820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e_full_violin_3971">
            <a:extLst>
              <a:ext uri="{FF2B5EF4-FFF2-40B4-BE49-F238E27FC236}">
                <a16:creationId xmlns:a16="http://schemas.microsoft.com/office/drawing/2014/main" id="{64E51436-A62C-4446-97F2-67D752084AC9}"/>
              </a:ext>
            </a:extLst>
          </p:cNvPr>
          <p:cNvSpPr>
            <a:spLocks noGrp="1"/>
          </p:cNvSpPr>
          <p:nvPr/>
        </p:nvSpPr>
        <p:spPr>
          <a:xfrm>
            <a:off x="4183332" y="603204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e_full_violin_3972">
            <a:extLst>
              <a:ext uri="{FF2B5EF4-FFF2-40B4-BE49-F238E27FC236}">
                <a16:creationId xmlns:a16="http://schemas.microsoft.com/office/drawing/2014/main" id="{AEC9334A-F6A0-4076-9C5C-50E1F1AA7304}"/>
              </a:ext>
            </a:extLst>
          </p:cNvPr>
          <p:cNvSpPr>
            <a:spLocks noGrp="1"/>
          </p:cNvSpPr>
          <p:nvPr/>
        </p:nvSpPr>
        <p:spPr>
          <a:xfrm>
            <a:off x="4241776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e_full_violin_3973">
            <a:extLst>
              <a:ext uri="{FF2B5EF4-FFF2-40B4-BE49-F238E27FC236}">
                <a16:creationId xmlns:a16="http://schemas.microsoft.com/office/drawing/2014/main" id="{11C4CB3E-EAC2-48E1-AB19-1DFAA1FF7228}"/>
              </a:ext>
            </a:extLst>
          </p:cNvPr>
          <p:cNvSpPr>
            <a:spLocks noGrp="1"/>
          </p:cNvSpPr>
          <p:nvPr/>
        </p:nvSpPr>
        <p:spPr>
          <a:xfrm>
            <a:off x="4462432" y="61118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e_full_violin_3974">
            <a:extLst>
              <a:ext uri="{FF2B5EF4-FFF2-40B4-BE49-F238E27FC236}">
                <a16:creationId xmlns:a16="http://schemas.microsoft.com/office/drawing/2014/main" id="{892B14A5-E66D-405F-8E89-4BA07617F196}"/>
              </a:ext>
            </a:extLst>
          </p:cNvPr>
          <p:cNvSpPr>
            <a:spLocks noGrp="1"/>
          </p:cNvSpPr>
          <p:nvPr/>
        </p:nvSpPr>
        <p:spPr>
          <a:xfrm>
            <a:off x="4352088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e_full_violin_3975">
            <a:extLst>
              <a:ext uri="{FF2B5EF4-FFF2-40B4-BE49-F238E27FC236}">
                <a16:creationId xmlns:a16="http://schemas.microsoft.com/office/drawing/2014/main" id="{2B56DE38-7631-4C76-9CA0-EEC8AF8DFC08}"/>
              </a:ext>
            </a:extLst>
          </p:cNvPr>
          <p:cNvSpPr>
            <a:spLocks noGrp="1"/>
          </p:cNvSpPr>
          <p:nvPr/>
        </p:nvSpPr>
        <p:spPr>
          <a:xfrm>
            <a:off x="4187837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e_full_violin_3976">
            <a:extLst>
              <a:ext uri="{FF2B5EF4-FFF2-40B4-BE49-F238E27FC236}">
                <a16:creationId xmlns:a16="http://schemas.microsoft.com/office/drawing/2014/main" id="{D3E90485-B1C7-41A8-BE08-255C39403727}"/>
              </a:ext>
            </a:extLst>
          </p:cNvPr>
          <p:cNvSpPr>
            <a:spLocks noGrp="1"/>
          </p:cNvSpPr>
          <p:nvPr/>
        </p:nvSpPr>
        <p:spPr>
          <a:xfrm>
            <a:off x="410949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e_full_violin_3977">
            <a:extLst>
              <a:ext uri="{FF2B5EF4-FFF2-40B4-BE49-F238E27FC236}">
                <a16:creationId xmlns:a16="http://schemas.microsoft.com/office/drawing/2014/main" id="{5373ABD3-5F9C-4CF9-A9F8-64A3DF2D924F}"/>
              </a:ext>
            </a:extLst>
          </p:cNvPr>
          <p:cNvSpPr>
            <a:spLocks noGrp="1"/>
          </p:cNvSpPr>
          <p:nvPr/>
        </p:nvSpPr>
        <p:spPr>
          <a:xfrm>
            <a:off x="44911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e_full_violin_3978">
            <a:extLst>
              <a:ext uri="{FF2B5EF4-FFF2-40B4-BE49-F238E27FC236}">
                <a16:creationId xmlns:a16="http://schemas.microsoft.com/office/drawing/2014/main" id="{D96748F3-FF10-4D2A-8773-B48460CA0066}"/>
              </a:ext>
            </a:extLst>
          </p:cNvPr>
          <p:cNvSpPr>
            <a:spLocks noGrp="1"/>
          </p:cNvSpPr>
          <p:nvPr/>
        </p:nvSpPr>
        <p:spPr>
          <a:xfrm>
            <a:off x="4079994" y="60959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e_full_violin_3979">
            <a:extLst>
              <a:ext uri="{FF2B5EF4-FFF2-40B4-BE49-F238E27FC236}">
                <a16:creationId xmlns:a16="http://schemas.microsoft.com/office/drawing/2014/main" id="{F7E0BE2C-B352-42AF-A321-F570138669BE}"/>
              </a:ext>
            </a:extLst>
          </p:cNvPr>
          <p:cNvSpPr>
            <a:spLocks noGrp="1"/>
          </p:cNvSpPr>
          <p:nvPr/>
        </p:nvSpPr>
        <p:spPr>
          <a:xfrm>
            <a:off x="40305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e_full_violin_3980">
            <a:extLst>
              <a:ext uri="{FF2B5EF4-FFF2-40B4-BE49-F238E27FC236}">
                <a16:creationId xmlns:a16="http://schemas.microsoft.com/office/drawing/2014/main" id="{6067F7C6-1D2E-40BF-81FE-B451533A0A61}"/>
              </a:ext>
            </a:extLst>
          </p:cNvPr>
          <p:cNvSpPr>
            <a:spLocks noGrp="1"/>
          </p:cNvSpPr>
          <p:nvPr/>
        </p:nvSpPr>
        <p:spPr>
          <a:xfrm>
            <a:off x="42619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e_full_violin_3981">
            <a:extLst>
              <a:ext uri="{FF2B5EF4-FFF2-40B4-BE49-F238E27FC236}">
                <a16:creationId xmlns:a16="http://schemas.microsoft.com/office/drawing/2014/main" id="{C5FABF53-F2D0-435B-AA1F-C0AB0E0FF9BB}"/>
              </a:ext>
            </a:extLst>
          </p:cNvPr>
          <p:cNvSpPr>
            <a:spLocks noGrp="1"/>
          </p:cNvSpPr>
          <p:nvPr/>
        </p:nvSpPr>
        <p:spPr>
          <a:xfrm>
            <a:off x="4451787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e_full_violin_3982">
            <a:extLst>
              <a:ext uri="{FF2B5EF4-FFF2-40B4-BE49-F238E27FC236}">
                <a16:creationId xmlns:a16="http://schemas.microsoft.com/office/drawing/2014/main" id="{2EEDF9C8-60F7-45F0-B673-A93FE1E5413E}"/>
              </a:ext>
            </a:extLst>
          </p:cNvPr>
          <p:cNvSpPr>
            <a:spLocks noGrp="1"/>
          </p:cNvSpPr>
          <p:nvPr/>
        </p:nvSpPr>
        <p:spPr>
          <a:xfrm>
            <a:off x="4465247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e_full_violin_3983">
            <a:extLst>
              <a:ext uri="{FF2B5EF4-FFF2-40B4-BE49-F238E27FC236}">
                <a16:creationId xmlns:a16="http://schemas.microsoft.com/office/drawing/2014/main" id="{4B4F0D33-85DB-409C-AA87-DBC8DC99F11F}"/>
              </a:ext>
            </a:extLst>
          </p:cNvPr>
          <p:cNvSpPr>
            <a:spLocks noGrp="1"/>
          </p:cNvSpPr>
          <p:nvPr/>
        </p:nvSpPr>
        <p:spPr>
          <a:xfrm>
            <a:off x="409198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e_full_violin_3984">
            <a:extLst>
              <a:ext uri="{FF2B5EF4-FFF2-40B4-BE49-F238E27FC236}">
                <a16:creationId xmlns:a16="http://schemas.microsoft.com/office/drawing/2014/main" id="{D70663BC-EE65-4962-A70C-7A791FA51034}"/>
              </a:ext>
            </a:extLst>
          </p:cNvPr>
          <p:cNvSpPr>
            <a:spLocks noGrp="1"/>
          </p:cNvSpPr>
          <p:nvPr/>
        </p:nvSpPr>
        <p:spPr>
          <a:xfrm>
            <a:off x="4412575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e_full_violin_3985">
            <a:extLst>
              <a:ext uri="{FF2B5EF4-FFF2-40B4-BE49-F238E27FC236}">
                <a16:creationId xmlns:a16="http://schemas.microsoft.com/office/drawing/2014/main" id="{903EE956-3CE1-4B81-B4DD-1B59B7C494A7}"/>
              </a:ext>
            </a:extLst>
          </p:cNvPr>
          <p:cNvSpPr>
            <a:spLocks noGrp="1"/>
          </p:cNvSpPr>
          <p:nvPr/>
        </p:nvSpPr>
        <p:spPr>
          <a:xfrm>
            <a:off x="4379131" y="60638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e_full_violin_3986">
            <a:extLst>
              <a:ext uri="{FF2B5EF4-FFF2-40B4-BE49-F238E27FC236}">
                <a16:creationId xmlns:a16="http://schemas.microsoft.com/office/drawing/2014/main" id="{57DE106D-61DB-4F2D-AAF5-B3BCB180BD43}"/>
              </a:ext>
            </a:extLst>
          </p:cNvPr>
          <p:cNvSpPr>
            <a:spLocks noGrp="1"/>
          </p:cNvSpPr>
          <p:nvPr/>
        </p:nvSpPr>
        <p:spPr>
          <a:xfrm>
            <a:off x="43042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e_full_violin_3987">
            <a:extLst>
              <a:ext uri="{FF2B5EF4-FFF2-40B4-BE49-F238E27FC236}">
                <a16:creationId xmlns:a16="http://schemas.microsoft.com/office/drawing/2014/main" id="{9017E6BB-F8E3-4EA4-B8F0-BDCF3C9B1B5B}"/>
              </a:ext>
            </a:extLst>
          </p:cNvPr>
          <p:cNvSpPr>
            <a:spLocks noGrp="1"/>
          </p:cNvSpPr>
          <p:nvPr/>
        </p:nvSpPr>
        <p:spPr>
          <a:xfrm>
            <a:off x="417751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e_full_violin_3988">
            <a:extLst>
              <a:ext uri="{FF2B5EF4-FFF2-40B4-BE49-F238E27FC236}">
                <a16:creationId xmlns:a16="http://schemas.microsoft.com/office/drawing/2014/main" id="{E839CA9F-1317-4F88-8F57-E75E9368A3BF}"/>
              </a:ext>
            </a:extLst>
          </p:cNvPr>
          <p:cNvSpPr>
            <a:spLocks noGrp="1"/>
          </p:cNvSpPr>
          <p:nvPr/>
        </p:nvSpPr>
        <p:spPr>
          <a:xfrm>
            <a:off x="441118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e_full_violin_3989">
            <a:extLst>
              <a:ext uri="{FF2B5EF4-FFF2-40B4-BE49-F238E27FC236}">
                <a16:creationId xmlns:a16="http://schemas.microsoft.com/office/drawing/2014/main" id="{783086AF-6574-4BFF-9760-E177F2BFF81A}"/>
              </a:ext>
            </a:extLst>
          </p:cNvPr>
          <p:cNvSpPr>
            <a:spLocks noGrp="1"/>
          </p:cNvSpPr>
          <p:nvPr/>
        </p:nvSpPr>
        <p:spPr>
          <a:xfrm>
            <a:off x="408264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e_full_violin_3990">
            <a:extLst>
              <a:ext uri="{FF2B5EF4-FFF2-40B4-BE49-F238E27FC236}">
                <a16:creationId xmlns:a16="http://schemas.microsoft.com/office/drawing/2014/main" id="{23008612-4EBD-4F3C-9E65-DF7FE63E0765}"/>
              </a:ext>
            </a:extLst>
          </p:cNvPr>
          <p:cNvSpPr>
            <a:spLocks noGrp="1"/>
          </p:cNvSpPr>
          <p:nvPr/>
        </p:nvSpPr>
        <p:spPr>
          <a:xfrm>
            <a:off x="4062160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e_full_violin_3991">
            <a:extLst>
              <a:ext uri="{FF2B5EF4-FFF2-40B4-BE49-F238E27FC236}">
                <a16:creationId xmlns:a16="http://schemas.microsoft.com/office/drawing/2014/main" id="{C8DB6E70-01E0-489F-9788-57D59755A8E9}"/>
              </a:ext>
            </a:extLst>
          </p:cNvPr>
          <p:cNvSpPr>
            <a:spLocks noGrp="1"/>
          </p:cNvSpPr>
          <p:nvPr/>
        </p:nvSpPr>
        <p:spPr>
          <a:xfrm>
            <a:off x="42835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e_full_violin_3992">
            <a:extLst>
              <a:ext uri="{FF2B5EF4-FFF2-40B4-BE49-F238E27FC236}">
                <a16:creationId xmlns:a16="http://schemas.microsoft.com/office/drawing/2014/main" id="{BB653AE6-B895-4C3E-A47C-897B010A6281}"/>
              </a:ext>
            </a:extLst>
          </p:cNvPr>
          <p:cNvSpPr>
            <a:spLocks noGrp="1"/>
          </p:cNvSpPr>
          <p:nvPr/>
        </p:nvSpPr>
        <p:spPr>
          <a:xfrm>
            <a:off x="4235047" y="602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e_full_violin_3993">
            <a:extLst>
              <a:ext uri="{FF2B5EF4-FFF2-40B4-BE49-F238E27FC236}">
                <a16:creationId xmlns:a16="http://schemas.microsoft.com/office/drawing/2014/main" id="{2487E2F3-D31C-47BD-BAAA-DED8E340BDB4}"/>
              </a:ext>
            </a:extLst>
          </p:cNvPr>
          <p:cNvSpPr>
            <a:spLocks noGrp="1"/>
          </p:cNvSpPr>
          <p:nvPr/>
        </p:nvSpPr>
        <p:spPr>
          <a:xfrm>
            <a:off x="4056047" y="612492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e_full_violin_3994">
            <a:extLst>
              <a:ext uri="{FF2B5EF4-FFF2-40B4-BE49-F238E27FC236}">
                <a16:creationId xmlns:a16="http://schemas.microsoft.com/office/drawing/2014/main" id="{E4EA35EF-F1B2-40CF-9840-F4B6B7A80566}"/>
              </a:ext>
            </a:extLst>
          </p:cNvPr>
          <p:cNvSpPr>
            <a:spLocks noGrp="1"/>
          </p:cNvSpPr>
          <p:nvPr/>
        </p:nvSpPr>
        <p:spPr>
          <a:xfrm>
            <a:off x="4484499" y="60711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e_full_violin_3995">
            <a:extLst>
              <a:ext uri="{FF2B5EF4-FFF2-40B4-BE49-F238E27FC236}">
                <a16:creationId xmlns:a16="http://schemas.microsoft.com/office/drawing/2014/main" id="{CD9FA428-6D9E-4F1C-9C7F-6484623EFD7E}"/>
              </a:ext>
            </a:extLst>
          </p:cNvPr>
          <p:cNvSpPr>
            <a:spLocks noGrp="1"/>
          </p:cNvSpPr>
          <p:nvPr/>
        </p:nvSpPr>
        <p:spPr>
          <a:xfrm>
            <a:off x="4415171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e_full_violin_3996">
            <a:extLst>
              <a:ext uri="{FF2B5EF4-FFF2-40B4-BE49-F238E27FC236}">
                <a16:creationId xmlns:a16="http://schemas.microsoft.com/office/drawing/2014/main" id="{2FD2C119-3FCE-4696-8302-6ADD562F9A5C}"/>
              </a:ext>
            </a:extLst>
          </p:cNvPr>
          <p:cNvSpPr>
            <a:spLocks noGrp="1"/>
          </p:cNvSpPr>
          <p:nvPr/>
        </p:nvSpPr>
        <p:spPr>
          <a:xfrm>
            <a:off x="4001979" y="583823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e_full_violin_3997">
            <a:extLst>
              <a:ext uri="{FF2B5EF4-FFF2-40B4-BE49-F238E27FC236}">
                <a16:creationId xmlns:a16="http://schemas.microsoft.com/office/drawing/2014/main" id="{8A7F7DDE-5121-49EA-833C-AF4812C4D6A8}"/>
              </a:ext>
            </a:extLst>
          </p:cNvPr>
          <p:cNvSpPr>
            <a:spLocks noGrp="1"/>
          </p:cNvSpPr>
          <p:nvPr/>
        </p:nvSpPr>
        <p:spPr>
          <a:xfrm>
            <a:off x="447047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e_full_violin_3998">
            <a:extLst>
              <a:ext uri="{FF2B5EF4-FFF2-40B4-BE49-F238E27FC236}">
                <a16:creationId xmlns:a16="http://schemas.microsoft.com/office/drawing/2014/main" id="{D46EE8AC-0CC7-477D-B13A-BA49132566B8}"/>
              </a:ext>
            </a:extLst>
          </p:cNvPr>
          <p:cNvSpPr>
            <a:spLocks noGrp="1"/>
          </p:cNvSpPr>
          <p:nvPr/>
        </p:nvSpPr>
        <p:spPr>
          <a:xfrm>
            <a:off x="43257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e_full_violin_3999">
            <a:extLst>
              <a:ext uri="{FF2B5EF4-FFF2-40B4-BE49-F238E27FC236}">
                <a16:creationId xmlns:a16="http://schemas.microsoft.com/office/drawing/2014/main" id="{52792FD6-CBAC-4E3D-88BF-CC55AC0320C1}"/>
              </a:ext>
            </a:extLst>
          </p:cNvPr>
          <p:cNvSpPr>
            <a:spLocks noGrp="1"/>
          </p:cNvSpPr>
          <p:nvPr/>
        </p:nvSpPr>
        <p:spPr>
          <a:xfrm>
            <a:off x="4091247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e_full_violin_4000">
            <a:extLst>
              <a:ext uri="{FF2B5EF4-FFF2-40B4-BE49-F238E27FC236}">
                <a16:creationId xmlns:a16="http://schemas.microsoft.com/office/drawing/2014/main" id="{F882B4E4-4F5F-4D77-9431-45CB895BE308}"/>
              </a:ext>
            </a:extLst>
          </p:cNvPr>
          <p:cNvSpPr>
            <a:spLocks noGrp="1"/>
          </p:cNvSpPr>
          <p:nvPr/>
        </p:nvSpPr>
        <p:spPr>
          <a:xfrm>
            <a:off x="4280515" y="61331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e_full_violin_4001">
            <a:extLst>
              <a:ext uri="{FF2B5EF4-FFF2-40B4-BE49-F238E27FC236}">
                <a16:creationId xmlns:a16="http://schemas.microsoft.com/office/drawing/2014/main" id="{EE224474-E554-4F83-9613-C8DB59155DDD}"/>
              </a:ext>
            </a:extLst>
          </p:cNvPr>
          <p:cNvSpPr>
            <a:spLocks noGrp="1"/>
          </p:cNvSpPr>
          <p:nvPr/>
        </p:nvSpPr>
        <p:spPr>
          <a:xfrm>
            <a:off x="4308424" y="5563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e_full_violin_4002">
            <a:extLst>
              <a:ext uri="{FF2B5EF4-FFF2-40B4-BE49-F238E27FC236}">
                <a16:creationId xmlns:a16="http://schemas.microsoft.com/office/drawing/2014/main" id="{2329D5DC-9334-4407-BF14-20E2B39A3F29}"/>
              </a:ext>
            </a:extLst>
          </p:cNvPr>
          <p:cNvSpPr>
            <a:spLocks noGrp="1"/>
          </p:cNvSpPr>
          <p:nvPr/>
        </p:nvSpPr>
        <p:spPr>
          <a:xfrm>
            <a:off x="44319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e_full_violin_4003">
            <a:extLst>
              <a:ext uri="{FF2B5EF4-FFF2-40B4-BE49-F238E27FC236}">
                <a16:creationId xmlns:a16="http://schemas.microsoft.com/office/drawing/2014/main" id="{0F126D98-CD6B-4873-B36E-29C812E92DC1}"/>
              </a:ext>
            </a:extLst>
          </p:cNvPr>
          <p:cNvSpPr>
            <a:spLocks noGrp="1"/>
          </p:cNvSpPr>
          <p:nvPr/>
        </p:nvSpPr>
        <p:spPr>
          <a:xfrm>
            <a:off x="4042822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e_full_violin_4004">
            <a:extLst>
              <a:ext uri="{FF2B5EF4-FFF2-40B4-BE49-F238E27FC236}">
                <a16:creationId xmlns:a16="http://schemas.microsoft.com/office/drawing/2014/main" id="{90C0AA96-C8F3-4DD8-9248-1A87DBC5C50D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80201" y="3685436"/>
                </a:moveTo>
                <a:lnTo>
                  <a:pt x="302393" y="3685436"/>
                </a:lnTo>
                <a:lnTo>
                  <a:pt x="303280" y="3662402"/>
                </a:lnTo>
                <a:lnTo>
                  <a:pt x="305881" y="3639368"/>
                </a:lnTo>
                <a:lnTo>
                  <a:pt x="310024" y="3616334"/>
                </a:lnTo>
                <a:lnTo>
                  <a:pt x="315441" y="3593300"/>
                </a:lnTo>
                <a:lnTo>
                  <a:pt x="321802" y="3570266"/>
                </a:lnTo>
                <a:lnTo>
                  <a:pt x="328741" y="3547232"/>
                </a:lnTo>
                <a:lnTo>
                  <a:pt x="335899" y="3524198"/>
                </a:lnTo>
                <a:lnTo>
                  <a:pt x="342946" y="3501164"/>
                </a:lnTo>
                <a:lnTo>
                  <a:pt x="349609" y="3478130"/>
                </a:lnTo>
                <a:lnTo>
                  <a:pt x="355686" y="3455096"/>
                </a:lnTo>
                <a:lnTo>
                  <a:pt x="361048" y="3432062"/>
                </a:lnTo>
                <a:lnTo>
                  <a:pt x="365639" y="3409028"/>
                </a:lnTo>
                <a:lnTo>
                  <a:pt x="369464" y="3385994"/>
                </a:lnTo>
                <a:lnTo>
                  <a:pt x="372574" y="3362960"/>
                </a:lnTo>
                <a:lnTo>
                  <a:pt x="375054" y="3339926"/>
                </a:lnTo>
                <a:lnTo>
                  <a:pt x="377006" y="3316892"/>
                </a:lnTo>
                <a:lnTo>
                  <a:pt x="378538" y="3293858"/>
                </a:lnTo>
                <a:lnTo>
                  <a:pt x="379748" y="3270824"/>
                </a:lnTo>
                <a:lnTo>
                  <a:pt x="380722" y="3247790"/>
                </a:lnTo>
                <a:lnTo>
                  <a:pt x="381528" y="3224756"/>
                </a:lnTo>
                <a:lnTo>
                  <a:pt x="382212" y="3201722"/>
                </a:lnTo>
                <a:lnTo>
                  <a:pt x="382799" y="3178688"/>
                </a:lnTo>
                <a:lnTo>
                  <a:pt x="383297" y="3155654"/>
                </a:lnTo>
                <a:lnTo>
                  <a:pt x="383696" y="3132620"/>
                </a:lnTo>
                <a:lnTo>
                  <a:pt x="383977" y="3109586"/>
                </a:lnTo>
                <a:lnTo>
                  <a:pt x="384113" y="3086552"/>
                </a:lnTo>
                <a:lnTo>
                  <a:pt x="384076" y="3063518"/>
                </a:lnTo>
                <a:lnTo>
                  <a:pt x="383840" y="3040485"/>
                </a:lnTo>
                <a:lnTo>
                  <a:pt x="383387" y="3017451"/>
                </a:lnTo>
                <a:lnTo>
                  <a:pt x="382709" y="2994417"/>
                </a:lnTo>
                <a:lnTo>
                  <a:pt x="381810" y="2971383"/>
                </a:lnTo>
                <a:lnTo>
                  <a:pt x="380710" y="2948349"/>
                </a:lnTo>
                <a:lnTo>
                  <a:pt x="379440" y="2925315"/>
                </a:lnTo>
                <a:lnTo>
                  <a:pt x="378046" y="2902281"/>
                </a:lnTo>
                <a:lnTo>
                  <a:pt x="376579" y="2879247"/>
                </a:lnTo>
                <a:lnTo>
                  <a:pt x="375098" y="2856213"/>
                </a:lnTo>
                <a:lnTo>
                  <a:pt x="373660" y="2833179"/>
                </a:lnTo>
                <a:lnTo>
                  <a:pt x="372320" y="2810145"/>
                </a:lnTo>
                <a:lnTo>
                  <a:pt x="371120" y="2787111"/>
                </a:lnTo>
                <a:lnTo>
                  <a:pt x="370093" y="2764077"/>
                </a:lnTo>
                <a:lnTo>
                  <a:pt x="369256" y="2741043"/>
                </a:lnTo>
                <a:lnTo>
                  <a:pt x="368613" y="2718009"/>
                </a:lnTo>
                <a:lnTo>
                  <a:pt x="368154" y="2694975"/>
                </a:lnTo>
                <a:lnTo>
                  <a:pt x="367863" y="2671941"/>
                </a:lnTo>
                <a:lnTo>
                  <a:pt x="367716" y="2648907"/>
                </a:lnTo>
                <a:lnTo>
                  <a:pt x="367692" y="2625873"/>
                </a:lnTo>
                <a:lnTo>
                  <a:pt x="367775" y="2602839"/>
                </a:lnTo>
                <a:lnTo>
                  <a:pt x="367956" y="2579805"/>
                </a:lnTo>
                <a:lnTo>
                  <a:pt x="368233" y="2556771"/>
                </a:lnTo>
                <a:lnTo>
                  <a:pt x="368612" y="2533737"/>
                </a:lnTo>
                <a:lnTo>
                  <a:pt x="369103" y="2510703"/>
                </a:lnTo>
                <a:lnTo>
                  <a:pt x="369715" y="2487669"/>
                </a:lnTo>
                <a:lnTo>
                  <a:pt x="370453" y="2464635"/>
                </a:lnTo>
                <a:lnTo>
                  <a:pt x="371311" y="2441601"/>
                </a:lnTo>
                <a:lnTo>
                  <a:pt x="372270" y="2418567"/>
                </a:lnTo>
                <a:lnTo>
                  <a:pt x="373300" y="2395533"/>
                </a:lnTo>
                <a:lnTo>
                  <a:pt x="374358" y="2372499"/>
                </a:lnTo>
                <a:lnTo>
                  <a:pt x="375391" y="2349465"/>
                </a:lnTo>
                <a:lnTo>
                  <a:pt x="376343" y="2326431"/>
                </a:lnTo>
                <a:lnTo>
                  <a:pt x="377155" y="2303397"/>
                </a:lnTo>
                <a:lnTo>
                  <a:pt x="377771" y="2280363"/>
                </a:lnTo>
                <a:lnTo>
                  <a:pt x="378141" y="2257329"/>
                </a:lnTo>
                <a:lnTo>
                  <a:pt x="378220" y="2234295"/>
                </a:lnTo>
                <a:lnTo>
                  <a:pt x="377966" y="2211261"/>
                </a:lnTo>
                <a:lnTo>
                  <a:pt x="377346" y="2188228"/>
                </a:lnTo>
                <a:lnTo>
                  <a:pt x="376327" y="2165194"/>
                </a:lnTo>
                <a:lnTo>
                  <a:pt x="374883" y="2142160"/>
                </a:lnTo>
                <a:lnTo>
                  <a:pt x="372995" y="2119126"/>
                </a:lnTo>
                <a:lnTo>
                  <a:pt x="370656" y="2096092"/>
                </a:lnTo>
                <a:lnTo>
                  <a:pt x="367880" y="2073058"/>
                </a:lnTo>
                <a:lnTo>
                  <a:pt x="364707" y="2050024"/>
                </a:lnTo>
                <a:lnTo>
                  <a:pt x="361207" y="2026990"/>
                </a:lnTo>
                <a:lnTo>
                  <a:pt x="357490" y="2003956"/>
                </a:lnTo>
                <a:lnTo>
                  <a:pt x="353700" y="1980922"/>
                </a:lnTo>
                <a:lnTo>
                  <a:pt x="350010" y="1957888"/>
                </a:lnTo>
                <a:lnTo>
                  <a:pt x="346612" y="1934854"/>
                </a:lnTo>
                <a:lnTo>
                  <a:pt x="343698" y="1911820"/>
                </a:lnTo>
                <a:lnTo>
                  <a:pt x="341443" y="1888786"/>
                </a:lnTo>
                <a:lnTo>
                  <a:pt x="339985" y="1865752"/>
                </a:lnTo>
                <a:lnTo>
                  <a:pt x="339409" y="1842718"/>
                </a:lnTo>
                <a:lnTo>
                  <a:pt x="339734" y="1819684"/>
                </a:lnTo>
                <a:lnTo>
                  <a:pt x="340916" y="1796650"/>
                </a:lnTo>
                <a:lnTo>
                  <a:pt x="342845" y="1773616"/>
                </a:lnTo>
                <a:lnTo>
                  <a:pt x="345365" y="1750582"/>
                </a:lnTo>
                <a:lnTo>
                  <a:pt x="348284" y="1727548"/>
                </a:lnTo>
                <a:lnTo>
                  <a:pt x="351401" y="1704514"/>
                </a:lnTo>
                <a:lnTo>
                  <a:pt x="354520" y="1681480"/>
                </a:lnTo>
                <a:lnTo>
                  <a:pt x="357468" y="1658446"/>
                </a:lnTo>
                <a:lnTo>
                  <a:pt x="360105" y="1635412"/>
                </a:lnTo>
                <a:lnTo>
                  <a:pt x="362333" y="1612378"/>
                </a:lnTo>
                <a:lnTo>
                  <a:pt x="364091" y="1589344"/>
                </a:lnTo>
                <a:lnTo>
                  <a:pt x="365350" y="1566310"/>
                </a:lnTo>
                <a:lnTo>
                  <a:pt x="366113" y="1543276"/>
                </a:lnTo>
                <a:lnTo>
                  <a:pt x="366398" y="1520242"/>
                </a:lnTo>
                <a:lnTo>
                  <a:pt x="366242" y="1497208"/>
                </a:lnTo>
                <a:lnTo>
                  <a:pt x="365689" y="1474174"/>
                </a:lnTo>
                <a:lnTo>
                  <a:pt x="364790" y="1451140"/>
                </a:lnTo>
                <a:lnTo>
                  <a:pt x="363607" y="1428106"/>
                </a:lnTo>
                <a:lnTo>
                  <a:pt x="362209" y="1405072"/>
                </a:lnTo>
                <a:lnTo>
                  <a:pt x="360679" y="1382038"/>
                </a:lnTo>
                <a:lnTo>
                  <a:pt x="359106" y="1359004"/>
                </a:lnTo>
                <a:lnTo>
                  <a:pt x="357587" y="1335970"/>
                </a:lnTo>
                <a:lnTo>
                  <a:pt x="356221" y="1312937"/>
                </a:lnTo>
                <a:lnTo>
                  <a:pt x="355099" y="1289903"/>
                </a:lnTo>
                <a:lnTo>
                  <a:pt x="354297" y="1266869"/>
                </a:lnTo>
                <a:lnTo>
                  <a:pt x="353868" y="1243835"/>
                </a:lnTo>
                <a:lnTo>
                  <a:pt x="353833" y="1220801"/>
                </a:lnTo>
                <a:lnTo>
                  <a:pt x="354179" y="1197767"/>
                </a:lnTo>
                <a:lnTo>
                  <a:pt x="354861" y="1174733"/>
                </a:lnTo>
                <a:lnTo>
                  <a:pt x="355805" y="1151699"/>
                </a:lnTo>
                <a:lnTo>
                  <a:pt x="356919" y="1128665"/>
                </a:lnTo>
                <a:lnTo>
                  <a:pt x="358104" y="1105631"/>
                </a:lnTo>
                <a:lnTo>
                  <a:pt x="359265" y="1082597"/>
                </a:lnTo>
                <a:lnTo>
                  <a:pt x="360323" y="1059563"/>
                </a:lnTo>
                <a:lnTo>
                  <a:pt x="361223" y="1036529"/>
                </a:lnTo>
                <a:lnTo>
                  <a:pt x="361936" y="1013495"/>
                </a:lnTo>
                <a:lnTo>
                  <a:pt x="362460" y="990461"/>
                </a:lnTo>
                <a:lnTo>
                  <a:pt x="362816" y="967427"/>
                </a:lnTo>
                <a:lnTo>
                  <a:pt x="363041" y="944393"/>
                </a:lnTo>
                <a:lnTo>
                  <a:pt x="363179" y="921359"/>
                </a:lnTo>
                <a:lnTo>
                  <a:pt x="363276" y="898325"/>
                </a:lnTo>
                <a:lnTo>
                  <a:pt x="363370" y="875291"/>
                </a:lnTo>
                <a:lnTo>
                  <a:pt x="363492" y="852257"/>
                </a:lnTo>
                <a:lnTo>
                  <a:pt x="363662" y="829223"/>
                </a:lnTo>
                <a:lnTo>
                  <a:pt x="363888" y="806189"/>
                </a:lnTo>
                <a:lnTo>
                  <a:pt x="364177" y="783155"/>
                </a:lnTo>
                <a:lnTo>
                  <a:pt x="364529" y="760121"/>
                </a:lnTo>
                <a:lnTo>
                  <a:pt x="364947" y="737087"/>
                </a:lnTo>
                <a:lnTo>
                  <a:pt x="365435" y="714053"/>
                </a:lnTo>
                <a:lnTo>
                  <a:pt x="366002" y="691019"/>
                </a:lnTo>
                <a:lnTo>
                  <a:pt x="366658" y="667985"/>
                </a:lnTo>
                <a:lnTo>
                  <a:pt x="367414" y="644951"/>
                </a:lnTo>
                <a:lnTo>
                  <a:pt x="368273" y="621917"/>
                </a:lnTo>
                <a:lnTo>
                  <a:pt x="369233" y="598883"/>
                </a:lnTo>
                <a:lnTo>
                  <a:pt x="370275" y="575849"/>
                </a:lnTo>
                <a:lnTo>
                  <a:pt x="371358" y="552815"/>
                </a:lnTo>
                <a:lnTo>
                  <a:pt x="372418" y="529781"/>
                </a:lnTo>
                <a:lnTo>
                  <a:pt x="373354" y="506747"/>
                </a:lnTo>
                <a:lnTo>
                  <a:pt x="374024" y="483713"/>
                </a:lnTo>
                <a:lnTo>
                  <a:pt x="374235" y="460679"/>
                </a:lnTo>
                <a:lnTo>
                  <a:pt x="373734" y="437646"/>
                </a:lnTo>
                <a:lnTo>
                  <a:pt x="372201" y="414612"/>
                </a:lnTo>
                <a:lnTo>
                  <a:pt x="369245" y="391578"/>
                </a:lnTo>
                <a:lnTo>
                  <a:pt x="364408" y="368544"/>
                </a:lnTo>
                <a:lnTo>
                  <a:pt x="357180" y="345510"/>
                </a:lnTo>
                <a:lnTo>
                  <a:pt x="347025" y="322476"/>
                </a:lnTo>
                <a:lnTo>
                  <a:pt x="333430" y="299442"/>
                </a:lnTo>
                <a:lnTo>
                  <a:pt x="315961" y="276408"/>
                </a:lnTo>
                <a:lnTo>
                  <a:pt x="294343" y="253374"/>
                </a:lnTo>
                <a:lnTo>
                  <a:pt x="268536" y="230340"/>
                </a:lnTo>
                <a:lnTo>
                  <a:pt x="238811" y="207306"/>
                </a:lnTo>
                <a:lnTo>
                  <a:pt x="205810" y="184272"/>
                </a:lnTo>
                <a:lnTo>
                  <a:pt x="170567" y="161238"/>
                </a:lnTo>
                <a:lnTo>
                  <a:pt x="134491" y="138204"/>
                </a:lnTo>
                <a:lnTo>
                  <a:pt x="99297" y="115170"/>
                </a:lnTo>
                <a:lnTo>
                  <a:pt x="66884" y="92136"/>
                </a:lnTo>
                <a:lnTo>
                  <a:pt x="39173" y="69102"/>
                </a:lnTo>
                <a:lnTo>
                  <a:pt x="17926" y="46068"/>
                </a:lnTo>
                <a:lnTo>
                  <a:pt x="4561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33" y="23034"/>
                </a:lnTo>
                <a:lnTo>
                  <a:pt x="764669" y="46068"/>
                </a:lnTo>
                <a:lnTo>
                  <a:pt x="743422" y="69102"/>
                </a:lnTo>
                <a:lnTo>
                  <a:pt x="715711" y="92136"/>
                </a:lnTo>
                <a:lnTo>
                  <a:pt x="683297" y="115170"/>
                </a:lnTo>
                <a:lnTo>
                  <a:pt x="648104" y="138204"/>
                </a:lnTo>
                <a:lnTo>
                  <a:pt x="612028" y="161238"/>
                </a:lnTo>
                <a:lnTo>
                  <a:pt x="576785" y="184272"/>
                </a:lnTo>
                <a:lnTo>
                  <a:pt x="543783" y="207306"/>
                </a:lnTo>
                <a:lnTo>
                  <a:pt x="514059" y="230340"/>
                </a:lnTo>
                <a:lnTo>
                  <a:pt x="488251" y="253374"/>
                </a:lnTo>
                <a:lnTo>
                  <a:pt x="466633" y="276408"/>
                </a:lnTo>
                <a:lnTo>
                  <a:pt x="449165" y="299442"/>
                </a:lnTo>
                <a:lnTo>
                  <a:pt x="435569" y="322476"/>
                </a:lnTo>
                <a:lnTo>
                  <a:pt x="425415" y="345510"/>
                </a:lnTo>
                <a:lnTo>
                  <a:pt x="418186" y="368544"/>
                </a:lnTo>
                <a:lnTo>
                  <a:pt x="413350" y="391578"/>
                </a:lnTo>
                <a:lnTo>
                  <a:pt x="410394" y="414612"/>
                </a:lnTo>
                <a:lnTo>
                  <a:pt x="408861" y="437646"/>
                </a:lnTo>
                <a:lnTo>
                  <a:pt x="408360" y="460679"/>
                </a:lnTo>
                <a:lnTo>
                  <a:pt x="408571" y="483713"/>
                </a:lnTo>
                <a:lnTo>
                  <a:pt x="409240" y="506747"/>
                </a:lnTo>
                <a:lnTo>
                  <a:pt x="410176" y="529781"/>
                </a:lnTo>
                <a:lnTo>
                  <a:pt x="411236" y="552815"/>
                </a:lnTo>
                <a:lnTo>
                  <a:pt x="412320" y="575849"/>
                </a:lnTo>
                <a:lnTo>
                  <a:pt x="413361" y="598883"/>
                </a:lnTo>
                <a:lnTo>
                  <a:pt x="414321" y="621917"/>
                </a:lnTo>
                <a:lnTo>
                  <a:pt x="415181" y="644951"/>
                </a:lnTo>
                <a:lnTo>
                  <a:pt x="415936" y="667985"/>
                </a:lnTo>
                <a:lnTo>
                  <a:pt x="416593" y="691019"/>
                </a:lnTo>
                <a:lnTo>
                  <a:pt x="417160" y="714053"/>
                </a:lnTo>
                <a:lnTo>
                  <a:pt x="417648" y="737087"/>
                </a:lnTo>
                <a:lnTo>
                  <a:pt x="418066" y="760121"/>
                </a:lnTo>
                <a:lnTo>
                  <a:pt x="418418" y="783155"/>
                </a:lnTo>
                <a:lnTo>
                  <a:pt x="418706" y="806189"/>
                </a:lnTo>
                <a:lnTo>
                  <a:pt x="418933" y="829223"/>
                </a:lnTo>
                <a:lnTo>
                  <a:pt x="419102" y="852257"/>
                </a:lnTo>
                <a:lnTo>
                  <a:pt x="419224" y="875291"/>
                </a:lnTo>
                <a:lnTo>
                  <a:pt x="419319" y="898325"/>
                </a:lnTo>
                <a:lnTo>
                  <a:pt x="419415" y="921359"/>
                </a:lnTo>
                <a:lnTo>
                  <a:pt x="419554" y="944393"/>
                </a:lnTo>
                <a:lnTo>
                  <a:pt x="419779" y="967427"/>
                </a:lnTo>
                <a:lnTo>
                  <a:pt x="420135" y="990461"/>
                </a:lnTo>
                <a:lnTo>
                  <a:pt x="420659" y="1013495"/>
                </a:lnTo>
                <a:lnTo>
                  <a:pt x="421372" y="1036529"/>
                </a:lnTo>
                <a:lnTo>
                  <a:pt x="422272" y="1059563"/>
                </a:lnTo>
                <a:lnTo>
                  <a:pt x="423330" y="1082597"/>
                </a:lnTo>
                <a:lnTo>
                  <a:pt x="424491" y="1105631"/>
                </a:lnTo>
                <a:lnTo>
                  <a:pt x="425676" y="1128665"/>
                </a:lnTo>
                <a:lnTo>
                  <a:pt x="426790" y="1151699"/>
                </a:lnTo>
                <a:lnTo>
                  <a:pt x="427734" y="1174733"/>
                </a:lnTo>
                <a:lnTo>
                  <a:pt x="428415" y="1197767"/>
                </a:lnTo>
                <a:lnTo>
                  <a:pt x="428761" y="1220801"/>
                </a:lnTo>
                <a:lnTo>
                  <a:pt x="428726" y="1243835"/>
                </a:lnTo>
                <a:lnTo>
                  <a:pt x="428297" y="1266869"/>
                </a:lnTo>
                <a:lnTo>
                  <a:pt x="427496" y="1289903"/>
                </a:lnTo>
                <a:lnTo>
                  <a:pt x="426374" y="1312937"/>
                </a:lnTo>
                <a:lnTo>
                  <a:pt x="425007" y="1335970"/>
                </a:lnTo>
                <a:lnTo>
                  <a:pt x="423489" y="1359004"/>
                </a:lnTo>
                <a:lnTo>
                  <a:pt x="421916" y="1382038"/>
                </a:lnTo>
                <a:lnTo>
                  <a:pt x="420385" y="1405072"/>
                </a:lnTo>
                <a:lnTo>
                  <a:pt x="418988" y="1428106"/>
                </a:lnTo>
                <a:lnTo>
                  <a:pt x="417805" y="1451140"/>
                </a:lnTo>
                <a:lnTo>
                  <a:pt x="416906" y="1474174"/>
                </a:lnTo>
                <a:lnTo>
                  <a:pt x="416352" y="1497208"/>
                </a:lnTo>
                <a:lnTo>
                  <a:pt x="416196" y="1520242"/>
                </a:lnTo>
                <a:lnTo>
                  <a:pt x="416482" y="1543276"/>
                </a:lnTo>
                <a:lnTo>
                  <a:pt x="417244" y="1566310"/>
                </a:lnTo>
                <a:lnTo>
                  <a:pt x="418504" y="1589344"/>
                </a:lnTo>
                <a:lnTo>
                  <a:pt x="420261" y="1612378"/>
                </a:lnTo>
                <a:lnTo>
                  <a:pt x="422489" y="1635412"/>
                </a:lnTo>
                <a:lnTo>
                  <a:pt x="425127" y="1658446"/>
                </a:lnTo>
                <a:lnTo>
                  <a:pt x="428075" y="1681480"/>
                </a:lnTo>
                <a:lnTo>
                  <a:pt x="431193" y="1704514"/>
                </a:lnTo>
                <a:lnTo>
                  <a:pt x="434310" y="1727548"/>
                </a:lnTo>
                <a:lnTo>
                  <a:pt x="437230" y="1750582"/>
                </a:lnTo>
                <a:lnTo>
                  <a:pt x="439750" y="1773616"/>
                </a:lnTo>
                <a:lnTo>
                  <a:pt x="441679" y="1796650"/>
                </a:lnTo>
                <a:lnTo>
                  <a:pt x="442861" y="1819684"/>
                </a:lnTo>
                <a:lnTo>
                  <a:pt x="443186" y="1842718"/>
                </a:lnTo>
                <a:lnTo>
                  <a:pt x="442609" y="1865752"/>
                </a:lnTo>
                <a:lnTo>
                  <a:pt x="441151" y="1888786"/>
                </a:lnTo>
                <a:lnTo>
                  <a:pt x="438897" y="1911820"/>
                </a:lnTo>
                <a:lnTo>
                  <a:pt x="435983" y="1934854"/>
                </a:lnTo>
                <a:lnTo>
                  <a:pt x="432585" y="1957888"/>
                </a:lnTo>
                <a:lnTo>
                  <a:pt x="428895" y="1980922"/>
                </a:lnTo>
                <a:lnTo>
                  <a:pt x="425105" y="2003956"/>
                </a:lnTo>
                <a:lnTo>
                  <a:pt x="421388" y="2026990"/>
                </a:lnTo>
                <a:lnTo>
                  <a:pt x="417888" y="2050024"/>
                </a:lnTo>
                <a:lnTo>
                  <a:pt x="414714" y="2073058"/>
                </a:lnTo>
                <a:lnTo>
                  <a:pt x="411938" y="2096092"/>
                </a:lnTo>
                <a:lnTo>
                  <a:pt x="409600" y="2119126"/>
                </a:lnTo>
                <a:lnTo>
                  <a:pt x="407712" y="2142160"/>
                </a:lnTo>
                <a:lnTo>
                  <a:pt x="406268" y="2165194"/>
                </a:lnTo>
                <a:lnTo>
                  <a:pt x="405249" y="2188228"/>
                </a:lnTo>
                <a:lnTo>
                  <a:pt x="404628" y="2211261"/>
                </a:lnTo>
                <a:lnTo>
                  <a:pt x="404375" y="2234295"/>
                </a:lnTo>
                <a:lnTo>
                  <a:pt x="404453" y="2257329"/>
                </a:lnTo>
                <a:lnTo>
                  <a:pt x="404823" y="2280363"/>
                </a:lnTo>
                <a:lnTo>
                  <a:pt x="405440" y="2303397"/>
                </a:lnTo>
                <a:lnTo>
                  <a:pt x="406252" y="2326431"/>
                </a:lnTo>
                <a:lnTo>
                  <a:pt x="407203" y="2349465"/>
                </a:lnTo>
                <a:lnTo>
                  <a:pt x="408237" y="2372499"/>
                </a:lnTo>
                <a:lnTo>
                  <a:pt x="409294" y="2395533"/>
                </a:lnTo>
                <a:lnTo>
                  <a:pt x="410325" y="2418567"/>
                </a:lnTo>
                <a:lnTo>
                  <a:pt x="411284" y="2441601"/>
                </a:lnTo>
                <a:lnTo>
                  <a:pt x="412142" y="2464635"/>
                </a:lnTo>
                <a:lnTo>
                  <a:pt x="412879" y="2487669"/>
                </a:lnTo>
                <a:lnTo>
                  <a:pt x="413492" y="2510703"/>
                </a:lnTo>
                <a:lnTo>
                  <a:pt x="413983" y="2533737"/>
                </a:lnTo>
                <a:lnTo>
                  <a:pt x="414362" y="2556771"/>
                </a:lnTo>
                <a:lnTo>
                  <a:pt x="414639" y="2579805"/>
                </a:lnTo>
                <a:lnTo>
                  <a:pt x="414819" y="2602839"/>
                </a:lnTo>
                <a:lnTo>
                  <a:pt x="414902" y="2625873"/>
                </a:lnTo>
                <a:lnTo>
                  <a:pt x="414879" y="2648907"/>
                </a:lnTo>
                <a:lnTo>
                  <a:pt x="414732" y="2671941"/>
                </a:lnTo>
                <a:lnTo>
                  <a:pt x="414440" y="2694975"/>
                </a:lnTo>
                <a:lnTo>
                  <a:pt x="413982" y="2718009"/>
                </a:lnTo>
                <a:lnTo>
                  <a:pt x="413338" y="2741043"/>
                </a:lnTo>
                <a:lnTo>
                  <a:pt x="412501" y="2764077"/>
                </a:lnTo>
                <a:lnTo>
                  <a:pt x="411475" y="2787111"/>
                </a:lnTo>
                <a:lnTo>
                  <a:pt x="410275" y="2810145"/>
                </a:lnTo>
                <a:lnTo>
                  <a:pt x="408934" y="2833179"/>
                </a:lnTo>
                <a:lnTo>
                  <a:pt x="407497" y="2856213"/>
                </a:lnTo>
                <a:lnTo>
                  <a:pt x="406016" y="2879247"/>
                </a:lnTo>
                <a:lnTo>
                  <a:pt x="404549" y="2902281"/>
                </a:lnTo>
                <a:lnTo>
                  <a:pt x="403154" y="2925315"/>
                </a:lnTo>
                <a:lnTo>
                  <a:pt x="401885" y="2948349"/>
                </a:lnTo>
                <a:lnTo>
                  <a:pt x="400784" y="2971383"/>
                </a:lnTo>
                <a:lnTo>
                  <a:pt x="399886" y="2994417"/>
                </a:lnTo>
                <a:lnTo>
                  <a:pt x="399208" y="3017451"/>
                </a:lnTo>
                <a:lnTo>
                  <a:pt x="398754" y="3040485"/>
                </a:lnTo>
                <a:lnTo>
                  <a:pt x="398518" y="3063518"/>
                </a:lnTo>
                <a:lnTo>
                  <a:pt x="398481" y="3086552"/>
                </a:lnTo>
                <a:lnTo>
                  <a:pt x="398617" y="3109586"/>
                </a:lnTo>
                <a:lnTo>
                  <a:pt x="398898" y="3132620"/>
                </a:lnTo>
                <a:lnTo>
                  <a:pt x="399298" y="3155654"/>
                </a:lnTo>
                <a:lnTo>
                  <a:pt x="399795" y="3178688"/>
                </a:lnTo>
                <a:lnTo>
                  <a:pt x="400383" y="3201722"/>
                </a:lnTo>
                <a:lnTo>
                  <a:pt x="401066" y="3224756"/>
                </a:lnTo>
                <a:lnTo>
                  <a:pt x="401873" y="3247790"/>
                </a:lnTo>
                <a:lnTo>
                  <a:pt x="402847" y="3270824"/>
                </a:lnTo>
                <a:lnTo>
                  <a:pt x="404057" y="3293858"/>
                </a:lnTo>
                <a:lnTo>
                  <a:pt x="405588" y="3316892"/>
                </a:lnTo>
                <a:lnTo>
                  <a:pt x="407541" y="3339926"/>
                </a:lnTo>
                <a:lnTo>
                  <a:pt x="410021" y="3362960"/>
                </a:lnTo>
                <a:lnTo>
                  <a:pt x="413131" y="3385994"/>
                </a:lnTo>
                <a:lnTo>
                  <a:pt x="416955" y="3409028"/>
                </a:lnTo>
                <a:lnTo>
                  <a:pt x="421546" y="3432062"/>
                </a:lnTo>
                <a:lnTo>
                  <a:pt x="426909" y="3455096"/>
                </a:lnTo>
                <a:lnTo>
                  <a:pt x="432986" y="3478130"/>
                </a:lnTo>
                <a:lnTo>
                  <a:pt x="439649" y="3501164"/>
                </a:lnTo>
                <a:lnTo>
                  <a:pt x="446696" y="3524198"/>
                </a:lnTo>
                <a:lnTo>
                  <a:pt x="453853" y="3547232"/>
                </a:lnTo>
                <a:lnTo>
                  <a:pt x="460793" y="3570266"/>
                </a:lnTo>
                <a:lnTo>
                  <a:pt x="467153" y="3593300"/>
                </a:lnTo>
                <a:lnTo>
                  <a:pt x="472571" y="3616334"/>
                </a:lnTo>
                <a:lnTo>
                  <a:pt x="476713" y="3639368"/>
                </a:lnTo>
                <a:lnTo>
                  <a:pt x="479314" y="3662402"/>
                </a:lnTo>
                <a:lnTo>
                  <a:pt x="480201" y="3685436"/>
                </a:lnTo>
                <a:lnTo>
                  <a:pt x="480201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556" name="e_full_violin_4005">
            <a:extLst>
              <a:ext uri="{FF2B5EF4-FFF2-40B4-BE49-F238E27FC236}">
                <a16:creationId xmlns:a16="http://schemas.microsoft.com/office/drawing/2014/main" id="{D7FC6DE5-606E-4290-B523-2A4256C2AAF3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e_full_violin_4006">
            <a:extLst>
              <a:ext uri="{FF2B5EF4-FFF2-40B4-BE49-F238E27FC236}">
                <a16:creationId xmlns:a16="http://schemas.microsoft.com/office/drawing/2014/main" id="{0824F689-B537-4E9E-B725-DA81848E6135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e_full_violin_4007">
            <a:extLst>
              <a:ext uri="{FF2B5EF4-FFF2-40B4-BE49-F238E27FC236}">
                <a16:creationId xmlns:a16="http://schemas.microsoft.com/office/drawing/2014/main" id="{E9482B87-BE3F-45C1-BDE1-4CED0881A793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e_full_violin_4008">
            <a:extLst>
              <a:ext uri="{FF2B5EF4-FFF2-40B4-BE49-F238E27FC236}">
                <a16:creationId xmlns:a16="http://schemas.microsoft.com/office/drawing/2014/main" id="{794648CB-FDFA-4890-A8E2-2E312CD8F83F}"/>
              </a:ext>
            </a:extLst>
          </p:cNvPr>
          <p:cNvSpPr>
            <a:spLocks noGrp="1"/>
          </p:cNvSpPr>
          <p:nvPr/>
        </p:nvSpPr>
        <p:spPr>
          <a:xfrm>
            <a:off x="6333962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e_full_violin_4009">
            <a:extLst>
              <a:ext uri="{FF2B5EF4-FFF2-40B4-BE49-F238E27FC236}">
                <a16:creationId xmlns:a16="http://schemas.microsoft.com/office/drawing/2014/main" id="{29541B91-3ABD-4228-9FC7-3F31C4CA267C}"/>
              </a:ext>
            </a:extLst>
          </p:cNvPr>
          <p:cNvSpPr>
            <a:spLocks noGrp="1"/>
          </p:cNvSpPr>
          <p:nvPr/>
        </p:nvSpPr>
        <p:spPr>
          <a:xfrm>
            <a:off x="6239438" y="400177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e_full_violin_4010">
            <a:extLst>
              <a:ext uri="{FF2B5EF4-FFF2-40B4-BE49-F238E27FC236}">
                <a16:creationId xmlns:a16="http://schemas.microsoft.com/office/drawing/2014/main" id="{AC232E17-4B6D-4554-9817-75CE12431D16}"/>
              </a:ext>
            </a:extLst>
          </p:cNvPr>
          <p:cNvSpPr>
            <a:spLocks noGrp="1"/>
          </p:cNvSpPr>
          <p:nvPr/>
        </p:nvSpPr>
        <p:spPr>
          <a:xfrm>
            <a:off x="6379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e_full_violin_4011">
            <a:extLst>
              <a:ext uri="{FF2B5EF4-FFF2-40B4-BE49-F238E27FC236}">
                <a16:creationId xmlns:a16="http://schemas.microsoft.com/office/drawing/2014/main" id="{56D411C7-DD8D-4BDE-B7A7-4B69129A1520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e_full_violin_4012">
            <a:extLst>
              <a:ext uri="{FF2B5EF4-FFF2-40B4-BE49-F238E27FC236}">
                <a16:creationId xmlns:a16="http://schemas.microsoft.com/office/drawing/2014/main" id="{7CD53279-47A5-4B7F-BA3A-73CBE7FD454C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e_full_violin_4013">
            <a:extLst>
              <a:ext uri="{FF2B5EF4-FFF2-40B4-BE49-F238E27FC236}">
                <a16:creationId xmlns:a16="http://schemas.microsoft.com/office/drawing/2014/main" id="{A075F080-C4AC-49CA-9CDA-6CC189A75E8B}"/>
              </a:ext>
            </a:extLst>
          </p:cNvPr>
          <p:cNvSpPr>
            <a:spLocks noGrp="1"/>
          </p:cNvSpPr>
          <p:nvPr/>
        </p:nvSpPr>
        <p:spPr>
          <a:xfrm>
            <a:off x="6517749" y="515266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e_full_violin_4014">
            <a:extLst>
              <a:ext uri="{FF2B5EF4-FFF2-40B4-BE49-F238E27FC236}">
                <a16:creationId xmlns:a16="http://schemas.microsoft.com/office/drawing/2014/main" id="{CD03F104-871E-4B94-8E1C-DA0FB7202D49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e_full_violin_4015">
            <a:extLst>
              <a:ext uri="{FF2B5EF4-FFF2-40B4-BE49-F238E27FC236}">
                <a16:creationId xmlns:a16="http://schemas.microsoft.com/office/drawing/2014/main" id="{9816F6BE-AEEB-4CB9-A7EE-C4201C8DA3F3}"/>
              </a:ext>
            </a:extLst>
          </p:cNvPr>
          <p:cNvSpPr>
            <a:spLocks noGrp="1"/>
          </p:cNvSpPr>
          <p:nvPr/>
        </p:nvSpPr>
        <p:spPr>
          <a:xfrm>
            <a:off x="6267978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e_full_violin_4016">
            <a:extLst>
              <a:ext uri="{FF2B5EF4-FFF2-40B4-BE49-F238E27FC236}">
                <a16:creationId xmlns:a16="http://schemas.microsoft.com/office/drawing/2014/main" id="{D430365D-28D6-4AC8-B35C-643A467BE313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e_full_violin_4017">
            <a:extLst>
              <a:ext uri="{FF2B5EF4-FFF2-40B4-BE49-F238E27FC236}">
                <a16:creationId xmlns:a16="http://schemas.microsoft.com/office/drawing/2014/main" id="{255F7D56-628B-4D90-929D-EB0545DF9A27}"/>
              </a:ext>
            </a:extLst>
          </p:cNvPr>
          <p:cNvSpPr>
            <a:spLocks noGrp="1"/>
          </p:cNvSpPr>
          <p:nvPr/>
        </p:nvSpPr>
        <p:spPr>
          <a:xfrm>
            <a:off x="6139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e_full_violin_4018">
            <a:extLst>
              <a:ext uri="{FF2B5EF4-FFF2-40B4-BE49-F238E27FC236}">
                <a16:creationId xmlns:a16="http://schemas.microsoft.com/office/drawing/2014/main" id="{0626ABDC-F884-4C40-9E58-4AC69BE72214}"/>
              </a:ext>
            </a:extLst>
          </p:cNvPr>
          <p:cNvSpPr>
            <a:spLocks noGrp="1"/>
          </p:cNvSpPr>
          <p:nvPr/>
        </p:nvSpPr>
        <p:spPr>
          <a:xfrm>
            <a:off x="6348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e_full_violin_4019">
            <a:extLst>
              <a:ext uri="{FF2B5EF4-FFF2-40B4-BE49-F238E27FC236}">
                <a16:creationId xmlns:a16="http://schemas.microsoft.com/office/drawing/2014/main" id="{25E9F15D-96F2-4363-AE52-19DAFED70499}"/>
              </a:ext>
            </a:extLst>
          </p:cNvPr>
          <p:cNvSpPr>
            <a:spLocks noGrp="1"/>
          </p:cNvSpPr>
          <p:nvPr/>
        </p:nvSpPr>
        <p:spPr>
          <a:xfrm>
            <a:off x="647802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e_full_violin_4020">
            <a:extLst>
              <a:ext uri="{FF2B5EF4-FFF2-40B4-BE49-F238E27FC236}">
                <a16:creationId xmlns:a16="http://schemas.microsoft.com/office/drawing/2014/main" id="{3827433C-0307-4CD0-BE36-9BEB8CB2A04F}"/>
              </a:ext>
            </a:extLst>
          </p:cNvPr>
          <p:cNvSpPr>
            <a:spLocks noGrp="1"/>
          </p:cNvSpPr>
          <p:nvPr/>
        </p:nvSpPr>
        <p:spPr>
          <a:xfrm>
            <a:off x="643282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e_full_violin_4021">
            <a:extLst>
              <a:ext uri="{FF2B5EF4-FFF2-40B4-BE49-F238E27FC236}">
                <a16:creationId xmlns:a16="http://schemas.microsoft.com/office/drawing/2014/main" id="{C78B1627-EAD2-417E-A85C-C45DC7C05D14}"/>
              </a:ext>
            </a:extLst>
          </p:cNvPr>
          <p:cNvSpPr>
            <a:spLocks noGrp="1"/>
          </p:cNvSpPr>
          <p:nvPr/>
        </p:nvSpPr>
        <p:spPr>
          <a:xfrm>
            <a:off x="63207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e_full_violin_4022">
            <a:extLst>
              <a:ext uri="{FF2B5EF4-FFF2-40B4-BE49-F238E27FC236}">
                <a16:creationId xmlns:a16="http://schemas.microsoft.com/office/drawing/2014/main" id="{1046C06A-89B7-4E79-8900-AA07825CBE5A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e_full_violin_4023">
            <a:extLst>
              <a:ext uri="{FF2B5EF4-FFF2-40B4-BE49-F238E27FC236}">
                <a16:creationId xmlns:a16="http://schemas.microsoft.com/office/drawing/2014/main" id="{B9F37584-7DA3-4717-9FBB-D1229396950E}"/>
              </a:ext>
            </a:extLst>
          </p:cNvPr>
          <p:cNvSpPr>
            <a:spLocks noGrp="1"/>
          </p:cNvSpPr>
          <p:nvPr/>
        </p:nvSpPr>
        <p:spPr>
          <a:xfrm>
            <a:off x="631276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e_full_violin_4024">
            <a:extLst>
              <a:ext uri="{FF2B5EF4-FFF2-40B4-BE49-F238E27FC236}">
                <a16:creationId xmlns:a16="http://schemas.microsoft.com/office/drawing/2014/main" id="{6DC8400E-ABCC-4D38-AEEB-0FA0A7B2270D}"/>
              </a:ext>
            </a:extLst>
          </p:cNvPr>
          <p:cNvSpPr>
            <a:spLocks noGrp="1"/>
          </p:cNvSpPr>
          <p:nvPr/>
        </p:nvSpPr>
        <p:spPr>
          <a:xfrm>
            <a:off x="63497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e_full_violin_4025">
            <a:extLst>
              <a:ext uri="{FF2B5EF4-FFF2-40B4-BE49-F238E27FC236}">
                <a16:creationId xmlns:a16="http://schemas.microsoft.com/office/drawing/2014/main" id="{7421DA8F-0AF8-4F51-8CD1-AFE5D415C82C}"/>
              </a:ext>
            </a:extLst>
          </p:cNvPr>
          <p:cNvSpPr>
            <a:spLocks noGrp="1"/>
          </p:cNvSpPr>
          <p:nvPr/>
        </p:nvSpPr>
        <p:spPr>
          <a:xfrm>
            <a:off x="6159124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e_full_violin_4026">
            <a:extLst>
              <a:ext uri="{FF2B5EF4-FFF2-40B4-BE49-F238E27FC236}">
                <a16:creationId xmlns:a16="http://schemas.microsoft.com/office/drawing/2014/main" id="{6C6023E4-EDF2-47A3-A34E-3AD902C40256}"/>
              </a:ext>
            </a:extLst>
          </p:cNvPr>
          <p:cNvSpPr>
            <a:spLocks noGrp="1"/>
          </p:cNvSpPr>
          <p:nvPr/>
        </p:nvSpPr>
        <p:spPr>
          <a:xfrm>
            <a:off x="62941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e_full_violin_4027">
            <a:extLst>
              <a:ext uri="{FF2B5EF4-FFF2-40B4-BE49-F238E27FC236}">
                <a16:creationId xmlns:a16="http://schemas.microsoft.com/office/drawing/2014/main" id="{0C9C7454-2DE8-4EB0-B168-9E33BB470364}"/>
              </a:ext>
            </a:extLst>
          </p:cNvPr>
          <p:cNvSpPr>
            <a:spLocks noGrp="1"/>
          </p:cNvSpPr>
          <p:nvPr/>
        </p:nvSpPr>
        <p:spPr>
          <a:xfrm>
            <a:off x="6136232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e_full_violin_4028">
            <a:extLst>
              <a:ext uri="{FF2B5EF4-FFF2-40B4-BE49-F238E27FC236}">
                <a16:creationId xmlns:a16="http://schemas.microsoft.com/office/drawing/2014/main" id="{44389AB7-0BBC-43E1-9A7B-72B1E2883004}"/>
              </a:ext>
            </a:extLst>
          </p:cNvPr>
          <p:cNvSpPr>
            <a:spLocks noGrp="1"/>
          </p:cNvSpPr>
          <p:nvPr/>
        </p:nvSpPr>
        <p:spPr>
          <a:xfrm>
            <a:off x="6328046" y="383204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e_full_violin_4029">
            <a:extLst>
              <a:ext uri="{FF2B5EF4-FFF2-40B4-BE49-F238E27FC236}">
                <a16:creationId xmlns:a16="http://schemas.microsoft.com/office/drawing/2014/main" id="{63EBFA30-1E3C-4B1F-80D2-5EA23B9697B8}"/>
              </a:ext>
            </a:extLst>
          </p:cNvPr>
          <p:cNvSpPr>
            <a:spLocks noGrp="1"/>
          </p:cNvSpPr>
          <p:nvPr/>
        </p:nvSpPr>
        <p:spPr>
          <a:xfrm>
            <a:off x="616345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e_full_violin_4030">
            <a:extLst>
              <a:ext uri="{FF2B5EF4-FFF2-40B4-BE49-F238E27FC236}">
                <a16:creationId xmlns:a16="http://schemas.microsoft.com/office/drawing/2014/main" id="{34105085-8FFA-40CC-A66E-5DE3AF0B93AA}"/>
              </a:ext>
            </a:extLst>
          </p:cNvPr>
          <p:cNvSpPr>
            <a:spLocks noGrp="1"/>
          </p:cNvSpPr>
          <p:nvPr/>
        </p:nvSpPr>
        <p:spPr>
          <a:xfrm>
            <a:off x="608097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e_full_violin_4031">
            <a:extLst>
              <a:ext uri="{FF2B5EF4-FFF2-40B4-BE49-F238E27FC236}">
                <a16:creationId xmlns:a16="http://schemas.microsoft.com/office/drawing/2014/main" id="{50BBF057-12C0-46FC-B5A9-C0B7AFF88C5B}"/>
              </a:ext>
            </a:extLst>
          </p:cNvPr>
          <p:cNvSpPr>
            <a:spLocks noGrp="1"/>
          </p:cNvSpPr>
          <p:nvPr/>
        </p:nvSpPr>
        <p:spPr>
          <a:xfrm>
            <a:off x="62844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e_full_violin_4032">
            <a:extLst>
              <a:ext uri="{FF2B5EF4-FFF2-40B4-BE49-F238E27FC236}">
                <a16:creationId xmlns:a16="http://schemas.microsoft.com/office/drawing/2014/main" id="{8DEC74F9-EDF9-4F17-8FE7-8E9035AD9CF6}"/>
              </a:ext>
            </a:extLst>
          </p:cNvPr>
          <p:cNvSpPr>
            <a:spLocks noGrp="1"/>
          </p:cNvSpPr>
          <p:nvPr/>
        </p:nvSpPr>
        <p:spPr>
          <a:xfrm>
            <a:off x="6325697" y="514321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e_full_violin_4033">
            <a:extLst>
              <a:ext uri="{FF2B5EF4-FFF2-40B4-BE49-F238E27FC236}">
                <a16:creationId xmlns:a16="http://schemas.microsoft.com/office/drawing/2014/main" id="{6A3ECFDA-B24B-452A-BBEB-E7C38D1D13CA}"/>
              </a:ext>
            </a:extLst>
          </p:cNvPr>
          <p:cNvSpPr>
            <a:spLocks noGrp="1"/>
          </p:cNvSpPr>
          <p:nvPr/>
        </p:nvSpPr>
        <p:spPr>
          <a:xfrm>
            <a:off x="6534669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e_full_violin_4034">
            <a:extLst>
              <a:ext uri="{FF2B5EF4-FFF2-40B4-BE49-F238E27FC236}">
                <a16:creationId xmlns:a16="http://schemas.microsoft.com/office/drawing/2014/main" id="{B95FD1BC-F403-40EF-9B95-56280D7BE3CC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6" name="e_full_violin_4035">
            <a:extLst>
              <a:ext uri="{FF2B5EF4-FFF2-40B4-BE49-F238E27FC236}">
                <a16:creationId xmlns:a16="http://schemas.microsoft.com/office/drawing/2014/main" id="{FFD27F16-5599-4DC4-B96A-DCE1807D7C39}"/>
              </a:ext>
            </a:extLst>
          </p:cNvPr>
          <p:cNvSpPr>
            <a:spLocks noGrp="1"/>
          </p:cNvSpPr>
          <p:nvPr/>
        </p:nvSpPr>
        <p:spPr>
          <a:xfrm>
            <a:off x="62367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7" name="e_full_violin_4036">
            <a:extLst>
              <a:ext uri="{FF2B5EF4-FFF2-40B4-BE49-F238E27FC236}">
                <a16:creationId xmlns:a16="http://schemas.microsoft.com/office/drawing/2014/main" id="{831406B4-DBA0-4959-94FA-33492AAD987E}"/>
              </a:ext>
            </a:extLst>
          </p:cNvPr>
          <p:cNvSpPr>
            <a:spLocks noGrp="1"/>
          </p:cNvSpPr>
          <p:nvPr/>
        </p:nvSpPr>
        <p:spPr>
          <a:xfrm>
            <a:off x="6274012" y="443447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8" name="e_full_violin_4037">
            <a:extLst>
              <a:ext uri="{FF2B5EF4-FFF2-40B4-BE49-F238E27FC236}">
                <a16:creationId xmlns:a16="http://schemas.microsoft.com/office/drawing/2014/main" id="{64539D14-462A-46D8-A0CE-FC920B040788}"/>
              </a:ext>
            </a:extLst>
          </p:cNvPr>
          <p:cNvSpPr>
            <a:spLocks noGrp="1"/>
          </p:cNvSpPr>
          <p:nvPr/>
        </p:nvSpPr>
        <p:spPr>
          <a:xfrm>
            <a:off x="63499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9" name="e_full_violin_4038">
            <a:extLst>
              <a:ext uri="{FF2B5EF4-FFF2-40B4-BE49-F238E27FC236}">
                <a16:creationId xmlns:a16="http://schemas.microsoft.com/office/drawing/2014/main" id="{34B5470B-0754-46D7-AFEE-6B6B8CE72244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0" name="e_full_violin_4039">
            <a:extLst>
              <a:ext uri="{FF2B5EF4-FFF2-40B4-BE49-F238E27FC236}">
                <a16:creationId xmlns:a16="http://schemas.microsoft.com/office/drawing/2014/main" id="{994AD489-4B9D-4513-AF5B-E63762F3FC3D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1" name="e_full_violin_4040">
            <a:extLst>
              <a:ext uri="{FF2B5EF4-FFF2-40B4-BE49-F238E27FC236}">
                <a16:creationId xmlns:a16="http://schemas.microsoft.com/office/drawing/2014/main" id="{49739E76-9D00-44DE-9F6F-59B4251B9E23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2" name="e_full_violin_4041">
            <a:extLst>
              <a:ext uri="{FF2B5EF4-FFF2-40B4-BE49-F238E27FC236}">
                <a16:creationId xmlns:a16="http://schemas.microsoft.com/office/drawing/2014/main" id="{F5640614-4B4B-454F-9D6D-BCA2514106ED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3" name="e_full_violin_4042">
            <a:extLst>
              <a:ext uri="{FF2B5EF4-FFF2-40B4-BE49-F238E27FC236}">
                <a16:creationId xmlns:a16="http://schemas.microsoft.com/office/drawing/2014/main" id="{0B1F9BC8-06F5-4586-A652-AAC743A94AD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4" name="e_full_violin_4043">
            <a:extLst>
              <a:ext uri="{FF2B5EF4-FFF2-40B4-BE49-F238E27FC236}">
                <a16:creationId xmlns:a16="http://schemas.microsoft.com/office/drawing/2014/main" id="{D6C506F3-CED3-4197-B73B-0DD08CF80013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5" name="e_full_violin_4044">
            <a:extLst>
              <a:ext uri="{FF2B5EF4-FFF2-40B4-BE49-F238E27FC236}">
                <a16:creationId xmlns:a16="http://schemas.microsoft.com/office/drawing/2014/main" id="{3A665754-BEF3-412E-ABF6-0FDDB24231C1}"/>
              </a:ext>
            </a:extLst>
          </p:cNvPr>
          <p:cNvSpPr>
            <a:spLocks noGrp="1"/>
          </p:cNvSpPr>
          <p:nvPr/>
        </p:nvSpPr>
        <p:spPr>
          <a:xfrm>
            <a:off x="6164468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6" name="e_full_violin_4045">
            <a:extLst>
              <a:ext uri="{FF2B5EF4-FFF2-40B4-BE49-F238E27FC236}">
                <a16:creationId xmlns:a16="http://schemas.microsoft.com/office/drawing/2014/main" id="{21D03800-819A-44F7-9AA3-AC8DA8B9F695}"/>
              </a:ext>
            </a:extLst>
          </p:cNvPr>
          <p:cNvSpPr>
            <a:spLocks noGrp="1"/>
          </p:cNvSpPr>
          <p:nvPr/>
        </p:nvSpPr>
        <p:spPr>
          <a:xfrm>
            <a:off x="6489775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7" name="e_full_violin_4046">
            <a:extLst>
              <a:ext uri="{FF2B5EF4-FFF2-40B4-BE49-F238E27FC236}">
                <a16:creationId xmlns:a16="http://schemas.microsoft.com/office/drawing/2014/main" id="{6B6B3D4A-0AD8-41C0-B0E8-D3FC5A5BECAE}"/>
              </a:ext>
            </a:extLst>
          </p:cNvPr>
          <p:cNvSpPr>
            <a:spLocks noGrp="1"/>
          </p:cNvSpPr>
          <p:nvPr/>
        </p:nvSpPr>
        <p:spPr>
          <a:xfrm>
            <a:off x="627741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8" name="e_full_violin_4047">
            <a:extLst>
              <a:ext uri="{FF2B5EF4-FFF2-40B4-BE49-F238E27FC236}">
                <a16:creationId xmlns:a16="http://schemas.microsoft.com/office/drawing/2014/main" id="{E7F61DCE-CD87-4644-9E17-D7D3F72DFE7A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9" name="e_full_violin_4048">
            <a:extLst>
              <a:ext uri="{FF2B5EF4-FFF2-40B4-BE49-F238E27FC236}">
                <a16:creationId xmlns:a16="http://schemas.microsoft.com/office/drawing/2014/main" id="{6FE6EDC8-62B7-4F47-9EBD-C48D26A5378A}"/>
              </a:ext>
            </a:extLst>
          </p:cNvPr>
          <p:cNvSpPr>
            <a:spLocks noGrp="1"/>
          </p:cNvSpPr>
          <p:nvPr/>
        </p:nvSpPr>
        <p:spPr>
          <a:xfrm>
            <a:off x="6307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0" name="e_full_violin_4049">
            <a:extLst>
              <a:ext uri="{FF2B5EF4-FFF2-40B4-BE49-F238E27FC236}">
                <a16:creationId xmlns:a16="http://schemas.microsoft.com/office/drawing/2014/main" id="{B9FA781C-CE63-4666-B3EE-41A55303D6B6}"/>
              </a:ext>
            </a:extLst>
          </p:cNvPr>
          <p:cNvSpPr>
            <a:spLocks noGrp="1"/>
          </p:cNvSpPr>
          <p:nvPr/>
        </p:nvSpPr>
        <p:spPr>
          <a:xfrm>
            <a:off x="63258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1" name="e_full_violin_4050">
            <a:extLst>
              <a:ext uri="{FF2B5EF4-FFF2-40B4-BE49-F238E27FC236}">
                <a16:creationId xmlns:a16="http://schemas.microsoft.com/office/drawing/2014/main" id="{97B81B68-B164-4645-9B74-2C430538BA23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2" name="e_full_violin_4051">
            <a:extLst>
              <a:ext uri="{FF2B5EF4-FFF2-40B4-BE49-F238E27FC236}">
                <a16:creationId xmlns:a16="http://schemas.microsoft.com/office/drawing/2014/main" id="{ACA80F9A-C06A-4F43-8DF0-C8A38DB1A22D}"/>
              </a:ext>
            </a:extLst>
          </p:cNvPr>
          <p:cNvSpPr>
            <a:spLocks noGrp="1"/>
          </p:cNvSpPr>
          <p:nvPr/>
        </p:nvSpPr>
        <p:spPr>
          <a:xfrm>
            <a:off x="620723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3" name="e_full_violin_4052">
            <a:extLst>
              <a:ext uri="{FF2B5EF4-FFF2-40B4-BE49-F238E27FC236}">
                <a16:creationId xmlns:a16="http://schemas.microsoft.com/office/drawing/2014/main" id="{71EDB28C-1C00-4E11-A7E6-ECDC671EEF95}"/>
              </a:ext>
            </a:extLst>
          </p:cNvPr>
          <p:cNvSpPr>
            <a:spLocks noGrp="1"/>
          </p:cNvSpPr>
          <p:nvPr/>
        </p:nvSpPr>
        <p:spPr>
          <a:xfrm>
            <a:off x="609354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4" name="e_full_violin_4053">
            <a:extLst>
              <a:ext uri="{FF2B5EF4-FFF2-40B4-BE49-F238E27FC236}">
                <a16:creationId xmlns:a16="http://schemas.microsoft.com/office/drawing/2014/main" id="{7E8B3B2E-E607-4406-A107-B1A4D7397265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5" name="e_full_violin_4054">
            <a:extLst>
              <a:ext uri="{FF2B5EF4-FFF2-40B4-BE49-F238E27FC236}">
                <a16:creationId xmlns:a16="http://schemas.microsoft.com/office/drawing/2014/main" id="{E91B131A-2FE2-4A73-907B-4DBCC8451D58}"/>
              </a:ext>
            </a:extLst>
          </p:cNvPr>
          <p:cNvSpPr>
            <a:spLocks noGrp="1"/>
          </p:cNvSpPr>
          <p:nvPr/>
        </p:nvSpPr>
        <p:spPr>
          <a:xfrm>
            <a:off x="628038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6" name="e_full_violin_4055">
            <a:extLst>
              <a:ext uri="{FF2B5EF4-FFF2-40B4-BE49-F238E27FC236}">
                <a16:creationId xmlns:a16="http://schemas.microsoft.com/office/drawing/2014/main" id="{225C8783-A7FB-42BE-ADAA-8345C4581633}"/>
              </a:ext>
            </a:extLst>
          </p:cNvPr>
          <p:cNvSpPr>
            <a:spLocks noGrp="1"/>
          </p:cNvSpPr>
          <p:nvPr/>
        </p:nvSpPr>
        <p:spPr>
          <a:xfrm>
            <a:off x="609428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7" name="e_full_violin_4056">
            <a:extLst>
              <a:ext uri="{FF2B5EF4-FFF2-40B4-BE49-F238E27FC236}">
                <a16:creationId xmlns:a16="http://schemas.microsoft.com/office/drawing/2014/main" id="{1A3BE05E-D318-4898-96AD-A390D612827C}"/>
              </a:ext>
            </a:extLst>
          </p:cNvPr>
          <p:cNvSpPr>
            <a:spLocks noGrp="1"/>
          </p:cNvSpPr>
          <p:nvPr/>
        </p:nvSpPr>
        <p:spPr>
          <a:xfrm>
            <a:off x="63881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8" name="e_full_violin_4057">
            <a:extLst>
              <a:ext uri="{FF2B5EF4-FFF2-40B4-BE49-F238E27FC236}">
                <a16:creationId xmlns:a16="http://schemas.microsoft.com/office/drawing/2014/main" id="{9140A5BE-CB4E-4911-B741-D39437414BBB}"/>
              </a:ext>
            </a:extLst>
          </p:cNvPr>
          <p:cNvSpPr>
            <a:spLocks noGrp="1"/>
          </p:cNvSpPr>
          <p:nvPr/>
        </p:nvSpPr>
        <p:spPr>
          <a:xfrm>
            <a:off x="6343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9" name="e_full_violin_4058">
            <a:extLst>
              <a:ext uri="{FF2B5EF4-FFF2-40B4-BE49-F238E27FC236}">
                <a16:creationId xmlns:a16="http://schemas.microsoft.com/office/drawing/2014/main" id="{A9EE0007-C1DA-460A-A0A9-1E15F538A4BA}"/>
              </a:ext>
            </a:extLst>
          </p:cNvPr>
          <p:cNvSpPr>
            <a:spLocks noGrp="1"/>
          </p:cNvSpPr>
          <p:nvPr/>
        </p:nvSpPr>
        <p:spPr>
          <a:xfrm>
            <a:off x="6204157" y="336146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0" name="e_full_violin_4059">
            <a:extLst>
              <a:ext uri="{FF2B5EF4-FFF2-40B4-BE49-F238E27FC236}">
                <a16:creationId xmlns:a16="http://schemas.microsoft.com/office/drawing/2014/main" id="{5D5DF536-B02D-424B-A397-88291BC344CC}"/>
              </a:ext>
            </a:extLst>
          </p:cNvPr>
          <p:cNvSpPr>
            <a:spLocks noGrp="1"/>
          </p:cNvSpPr>
          <p:nvPr/>
        </p:nvSpPr>
        <p:spPr>
          <a:xfrm>
            <a:off x="6418104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1" name="e_full_violin_4060">
            <a:extLst>
              <a:ext uri="{FF2B5EF4-FFF2-40B4-BE49-F238E27FC236}">
                <a16:creationId xmlns:a16="http://schemas.microsoft.com/office/drawing/2014/main" id="{06E6E97F-6116-471A-B79C-7703023EDA3D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2" name="e_full_violin_4061">
            <a:extLst>
              <a:ext uri="{FF2B5EF4-FFF2-40B4-BE49-F238E27FC236}">
                <a16:creationId xmlns:a16="http://schemas.microsoft.com/office/drawing/2014/main" id="{4FD00915-36CD-46F5-B9E0-54D8A65EAE78}"/>
              </a:ext>
            </a:extLst>
          </p:cNvPr>
          <p:cNvSpPr>
            <a:spLocks noGrp="1"/>
          </p:cNvSpPr>
          <p:nvPr/>
        </p:nvSpPr>
        <p:spPr>
          <a:xfrm>
            <a:off x="6467475" y="508246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3" name="e_full_violin_4062">
            <a:extLst>
              <a:ext uri="{FF2B5EF4-FFF2-40B4-BE49-F238E27FC236}">
                <a16:creationId xmlns:a16="http://schemas.microsoft.com/office/drawing/2014/main" id="{EE27A714-24B1-44AD-BAEE-9B3FFAC0C6FD}"/>
              </a:ext>
            </a:extLst>
          </p:cNvPr>
          <p:cNvSpPr>
            <a:spLocks noGrp="1"/>
          </p:cNvSpPr>
          <p:nvPr/>
        </p:nvSpPr>
        <p:spPr>
          <a:xfrm>
            <a:off x="627848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4" name="e_full_violin_4063">
            <a:extLst>
              <a:ext uri="{FF2B5EF4-FFF2-40B4-BE49-F238E27FC236}">
                <a16:creationId xmlns:a16="http://schemas.microsoft.com/office/drawing/2014/main" id="{34518F7D-ECB9-4938-BFAF-8CC0DEF39840}"/>
              </a:ext>
            </a:extLst>
          </p:cNvPr>
          <p:cNvSpPr>
            <a:spLocks noGrp="1"/>
          </p:cNvSpPr>
          <p:nvPr/>
        </p:nvSpPr>
        <p:spPr>
          <a:xfrm>
            <a:off x="6217959" y="60165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5" name="e_full_violin_4064">
            <a:extLst>
              <a:ext uri="{FF2B5EF4-FFF2-40B4-BE49-F238E27FC236}">
                <a16:creationId xmlns:a16="http://schemas.microsoft.com/office/drawing/2014/main" id="{335604F4-A8F4-4A56-A35F-5AA1F00941AC}"/>
              </a:ext>
            </a:extLst>
          </p:cNvPr>
          <p:cNvSpPr>
            <a:spLocks noGrp="1"/>
          </p:cNvSpPr>
          <p:nvPr/>
        </p:nvSpPr>
        <p:spPr>
          <a:xfrm>
            <a:off x="623031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6" name="e_full_violin_4065">
            <a:extLst>
              <a:ext uri="{FF2B5EF4-FFF2-40B4-BE49-F238E27FC236}">
                <a16:creationId xmlns:a16="http://schemas.microsoft.com/office/drawing/2014/main" id="{A4438D0B-2312-41D9-96BF-1523491DA811}"/>
              </a:ext>
            </a:extLst>
          </p:cNvPr>
          <p:cNvSpPr>
            <a:spLocks noGrp="1"/>
          </p:cNvSpPr>
          <p:nvPr/>
        </p:nvSpPr>
        <p:spPr>
          <a:xfrm>
            <a:off x="62574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7" name="e_full_violin_4066">
            <a:extLst>
              <a:ext uri="{FF2B5EF4-FFF2-40B4-BE49-F238E27FC236}">
                <a16:creationId xmlns:a16="http://schemas.microsoft.com/office/drawing/2014/main" id="{4A8032B6-8972-4218-8A86-7D93F7A82092}"/>
              </a:ext>
            </a:extLst>
          </p:cNvPr>
          <p:cNvSpPr>
            <a:spLocks noGrp="1"/>
          </p:cNvSpPr>
          <p:nvPr/>
        </p:nvSpPr>
        <p:spPr>
          <a:xfrm>
            <a:off x="6353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8" name="e_full_violin_4067">
            <a:extLst>
              <a:ext uri="{FF2B5EF4-FFF2-40B4-BE49-F238E27FC236}">
                <a16:creationId xmlns:a16="http://schemas.microsoft.com/office/drawing/2014/main" id="{26D2EBC9-D15C-41C2-9FEE-21C147B9E685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9" name="e_full_violin_4068">
            <a:extLst>
              <a:ext uri="{FF2B5EF4-FFF2-40B4-BE49-F238E27FC236}">
                <a16:creationId xmlns:a16="http://schemas.microsoft.com/office/drawing/2014/main" id="{CF68B1EB-D9E6-46CE-B579-CA2B016E426B}"/>
              </a:ext>
            </a:extLst>
          </p:cNvPr>
          <p:cNvSpPr>
            <a:spLocks noGrp="1"/>
          </p:cNvSpPr>
          <p:nvPr/>
        </p:nvSpPr>
        <p:spPr>
          <a:xfrm>
            <a:off x="62498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0" name="e_full_violin_4069">
            <a:extLst>
              <a:ext uri="{FF2B5EF4-FFF2-40B4-BE49-F238E27FC236}">
                <a16:creationId xmlns:a16="http://schemas.microsoft.com/office/drawing/2014/main" id="{65CED91B-BB82-499A-ADA9-92C0A2D6605A}"/>
              </a:ext>
            </a:extLst>
          </p:cNvPr>
          <p:cNvSpPr>
            <a:spLocks noGrp="1"/>
          </p:cNvSpPr>
          <p:nvPr/>
        </p:nvSpPr>
        <p:spPr>
          <a:xfrm>
            <a:off x="647798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1" name="e_full_violin_4070">
            <a:extLst>
              <a:ext uri="{FF2B5EF4-FFF2-40B4-BE49-F238E27FC236}">
                <a16:creationId xmlns:a16="http://schemas.microsoft.com/office/drawing/2014/main" id="{612597CB-AF92-41BC-B2EF-B4FB34664089}"/>
              </a:ext>
            </a:extLst>
          </p:cNvPr>
          <p:cNvSpPr>
            <a:spLocks noGrp="1"/>
          </p:cNvSpPr>
          <p:nvPr/>
        </p:nvSpPr>
        <p:spPr>
          <a:xfrm>
            <a:off x="6383973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2" name="e_full_violin_4071">
            <a:extLst>
              <a:ext uri="{FF2B5EF4-FFF2-40B4-BE49-F238E27FC236}">
                <a16:creationId xmlns:a16="http://schemas.microsoft.com/office/drawing/2014/main" id="{B4F6D703-7364-4BFD-BCFC-8F715B846666}"/>
              </a:ext>
            </a:extLst>
          </p:cNvPr>
          <p:cNvSpPr>
            <a:spLocks noGrp="1"/>
          </p:cNvSpPr>
          <p:nvPr/>
        </p:nvSpPr>
        <p:spPr>
          <a:xfrm>
            <a:off x="6510080" y="402948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3" name="e_full_violin_4072">
            <a:extLst>
              <a:ext uri="{FF2B5EF4-FFF2-40B4-BE49-F238E27FC236}">
                <a16:creationId xmlns:a16="http://schemas.microsoft.com/office/drawing/2014/main" id="{6004EF10-55CA-4CA5-8C7A-0E84CE5A32B3}"/>
              </a:ext>
            </a:extLst>
          </p:cNvPr>
          <p:cNvSpPr>
            <a:spLocks noGrp="1"/>
          </p:cNvSpPr>
          <p:nvPr/>
        </p:nvSpPr>
        <p:spPr>
          <a:xfrm>
            <a:off x="648309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4" name="e_full_violin_4073">
            <a:extLst>
              <a:ext uri="{FF2B5EF4-FFF2-40B4-BE49-F238E27FC236}">
                <a16:creationId xmlns:a16="http://schemas.microsoft.com/office/drawing/2014/main" id="{0726752A-182E-46BD-B9B0-60FA5F5D386F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5" name="e_full_violin_4074">
            <a:extLst>
              <a:ext uri="{FF2B5EF4-FFF2-40B4-BE49-F238E27FC236}">
                <a16:creationId xmlns:a16="http://schemas.microsoft.com/office/drawing/2014/main" id="{1B166F70-7EC5-4FD7-B2F5-D28A3062A432}"/>
              </a:ext>
            </a:extLst>
          </p:cNvPr>
          <p:cNvSpPr>
            <a:spLocks noGrp="1"/>
          </p:cNvSpPr>
          <p:nvPr/>
        </p:nvSpPr>
        <p:spPr>
          <a:xfrm>
            <a:off x="6062101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6" name="e_full_violin_4075">
            <a:extLst>
              <a:ext uri="{FF2B5EF4-FFF2-40B4-BE49-F238E27FC236}">
                <a16:creationId xmlns:a16="http://schemas.microsoft.com/office/drawing/2014/main" id="{05F0BFE9-131F-492A-ACF9-6CE3AEABF806}"/>
              </a:ext>
            </a:extLst>
          </p:cNvPr>
          <p:cNvSpPr>
            <a:spLocks noGrp="1"/>
          </p:cNvSpPr>
          <p:nvPr/>
        </p:nvSpPr>
        <p:spPr>
          <a:xfrm>
            <a:off x="654261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7" name="e_full_violin_4076">
            <a:extLst>
              <a:ext uri="{FF2B5EF4-FFF2-40B4-BE49-F238E27FC236}">
                <a16:creationId xmlns:a16="http://schemas.microsoft.com/office/drawing/2014/main" id="{F57957F3-17EA-421A-A748-AD5837650CD3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8" name="e_full_violin_4077">
            <a:extLst>
              <a:ext uri="{FF2B5EF4-FFF2-40B4-BE49-F238E27FC236}">
                <a16:creationId xmlns:a16="http://schemas.microsoft.com/office/drawing/2014/main" id="{4CEC99F7-1BC4-43C9-9CC2-6F2CA21B1AFE}"/>
              </a:ext>
            </a:extLst>
          </p:cNvPr>
          <p:cNvSpPr>
            <a:spLocks noGrp="1"/>
          </p:cNvSpPr>
          <p:nvPr/>
        </p:nvSpPr>
        <p:spPr>
          <a:xfrm>
            <a:off x="645152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9" name="e_full_violin_4078">
            <a:extLst>
              <a:ext uri="{FF2B5EF4-FFF2-40B4-BE49-F238E27FC236}">
                <a16:creationId xmlns:a16="http://schemas.microsoft.com/office/drawing/2014/main" id="{11B3CE79-9E4B-4C6D-9365-91AFBE911342}"/>
              </a:ext>
            </a:extLst>
          </p:cNvPr>
          <p:cNvSpPr>
            <a:spLocks noGrp="1"/>
          </p:cNvSpPr>
          <p:nvPr/>
        </p:nvSpPr>
        <p:spPr>
          <a:xfrm>
            <a:off x="625465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0" name="e_full_violin_4079">
            <a:extLst>
              <a:ext uri="{FF2B5EF4-FFF2-40B4-BE49-F238E27FC236}">
                <a16:creationId xmlns:a16="http://schemas.microsoft.com/office/drawing/2014/main" id="{590BCA63-BF76-40C4-8C0F-2547ACE700AE}"/>
              </a:ext>
            </a:extLst>
          </p:cNvPr>
          <p:cNvSpPr>
            <a:spLocks noGrp="1"/>
          </p:cNvSpPr>
          <p:nvPr/>
        </p:nvSpPr>
        <p:spPr>
          <a:xfrm>
            <a:off x="607059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1" name="e_full_violin_4080">
            <a:extLst>
              <a:ext uri="{FF2B5EF4-FFF2-40B4-BE49-F238E27FC236}">
                <a16:creationId xmlns:a16="http://schemas.microsoft.com/office/drawing/2014/main" id="{144FF5A9-A511-4702-8FF3-8FEBE32286AF}"/>
              </a:ext>
            </a:extLst>
          </p:cNvPr>
          <p:cNvSpPr>
            <a:spLocks noGrp="1"/>
          </p:cNvSpPr>
          <p:nvPr/>
        </p:nvSpPr>
        <p:spPr>
          <a:xfrm>
            <a:off x="627163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2" name="e_full_violin_4081">
            <a:extLst>
              <a:ext uri="{FF2B5EF4-FFF2-40B4-BE49-F238E27FC236}">
                <a16:creationId xmlns:a16="http://schemas.microsoft.com/office/drawing/2014/main" id="{6D471989-DA6B-4DDE-83CC-1E0A2882568F}"/>
              </a:ext>
            </a:extLst>
          </p:cNvPr>
          <p:cNvSpPr>
            <a:spLocks noGrp="1"/>
          </p:cNvSpPr>
          <p:nvPr/>
        </p:nvSpPr>
        <p:spPr>
          <a:xfrm>
            <a:off x="611098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3" name="e_full_violin_4082">
            <a:extLst>
              <a:ext uri="{FF2B5EF4-FFF2-40B4-BE49-F238E27FC236}">
                <a16:creationId xmlns:a16="http://schemas.microsoft.com/office/drawing/2014/main" id="{296C735E-D576-4CFC-8D15-AE84F5A5C08C}"/>
              </a:ext>
            </a:extLst>
          </p:cNvPr>
          <p:cNvSpPr>
            <a:spLocks noGrp="1"/>
          </p:cNvSpPr>
          <p:nvPr/>
        </p:nvSpPr>
        <p:spPr>
          <a:xfrm>
            <a:off x="6196299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4" name="e_full_violin_4083">
            <a:extLst>
              <a:ext uri="{FF2B5EF4-FFF2-40B4-BE49-F238E27FC236}">
                <a16:creationId xmlns:a16="http://schemas.microsoft.com/office/drawing/2014/main" id="{B2CE8603-8522-4182-B78E-89180D99D6B1}"/>
              </a:ext>
            </a:extLst>
          </p:cNvPr>
          <p:cNvSpPr>
            <a:spLocks noGrp="1"/>
          </p:cNvSpPr>
          <p:nvPr/>
        </p:nvSpPr>
        <p:spPr>
          <a:xfrm>
            <a:off x="637055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5" name="e_full_violin_4084">
            <a:extLst>
              <a:ext uri="{FF2B5EF4-FFF2-40B4-BE49-F238E27FC236}">
                <a16:creationId xmlns:a16="http://schemas.microsoft.com/office/drawing/2014/main" id="{BF0AC32A-8916-4BCC-9D4D-EBC9668765D8}"/>
              </a:ext>
            </a:extLst>
          </p:cNvPr>
          <p:cNvSpPr>
            <a:spLocks noGrp="1"/>
          </p:cNvSpPr>
          <p:nvPr/>
        </p:nvSpPr>
        <p:spPr>
          <a:xfrm>
            <a:off x="6214199" y="326899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6" name="e_full_violin_4085">
            <a:extLst>
              <a:ext uri="{FF2B5EF4-FFF2-40B4-BE49-F238E27FC236}">
                <a16:creationId xmlns:a16="http://schemas.microsoft.com/office/drawing/2014/main" id="{7F774ADB-D5F9-465C-B2C0-D3FE0E9DF2B5}"/>
              </a:ext>
            </a:extLst>
          </p:cNvPr>
          <p:cNvSpPr>
            <a:spLocks noGrp="1"/>
          </p:cNvSpPr>
          <p:nvPr/>
        </p:nvSpPr>
        <p:spPr>
          <a:xfrm>
            <a:off x="646656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7" name="e_full_violin_4086">
            <a:extLst>
              <a:ext uri="{FF2B5EF4-FFF2-40B4-BE49-F238E27FC236}">
                <a16:creationId xmlns:a16="http://schemas.microsoft.com/office/drawing/2014/main" id="{D35EF197-58E1-409A-B6BB-A9C0D604C7E3}"/>
              </a:ext>
            </a:extLst>
          </p:cNvPr>
          <p:cNvSpPr>
            <a:spLocks noGrp="1"/>
          </p:cNvSpPr>
          <p:nvPr/>
        </p:nvSpPr>
        <p:spPr>
          <a:xfrm>
            <a:off x="6528421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8" name="e_full_violin_4087">
            <a:extLst>
              <a:ext uri="{FF2B5EF4-FFF2-40B4-BE49-F238E27FC236}">
                <a16:creationId xmlns:a16="http://schemas.microsoft.com/office/drawing/2014/main" id="{2502ED98-20EF-44A3-8CB0-B580BAE7C2E2}"/>
              </a:ext>
            </a:extLst>
          </p:cNvPr>
          <p:cNvSpPr>
            <a:spLocks noGrp="1"/>
          </p:cNvSpPr>
          <p:nvPr/>
        </p:nvSpPr>
        <p:spPr>
          <a:xfrm>
            <a:off x="6308957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9" name="e_full_violin_4088">
            <a:extLst>
              <a:ext uri="{FF2B5EF4-FFF2-40B4-BE49-F238E27FC236}">
                <a16:creationId xmlns:a16="http://schemas.microsoft.com/office/drawing/2014/main" id="{262A794F-E710-4ABC-835B-21C6D42DCC63}"/>
              </a:ext>
            </a:extLst>
          </p:cNvPr>
          <p:cNvSpPr>
            <a:spLocks noGrp="1"/>
          </p:cNvSpPr>
          <p:nvPr/>
        </p:nvSpPr>
        <p:spPr>
          <a:xfrm>
            <a:off x="62378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0" name="e_full_violin_4089">
            <a:extLst>
              <a:ext uri="{FF2B5EF4-FFF2-40B4-BE49-F238E27FC236}">
                <a16:creationId xmlns:a16="http://schemas.microsoft.com/office/drawing/2014/main" id="{1890B115-B43D-43D5-9E53-F10BDA0E82C6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1" name="e_full_violin_4090">
            <a:extLst>
              <a:ext uri="{FF2B5EF4-FFF2-40B4-BE49-F238E27FC236}">
                <a16:creationId xmlns:a16="http://schemas.microsoft.com/office/drawing/2014/main" id="{B2A0A3C1-5E65-46B8-9A4F-5F18A39067A4}"/>
              </a:ext>
            </a:extLst>
          </p:cNvPr>
          <p:cNvSpPr>
            <a:spLocks noGrp="1"/>
          </p:cNvSpPr>
          <p:nvPr/>
        </p:nvSpPr>
        <p:spPr>
          <a:xfrm>
            <a:off x="6224118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2" name="e_full_violin_4091">
            <a:extLst>
              <a:ext uri="{FF2B5EF4-FFF2-40B4-BE49-F238E27FC236}">
                <a16:creationId xmlns:a16="http://schemas.microsoft.com/office/drawing/2014/main" id="{41B54655-F400-4711-AF01-6D62F52FEB9E}"/>
              </a:ext>
            </a:extLst>
          </p:cNvPr>
          <p:cNvSpPr>
            <a:spLocks noGrp="1"/>
          </p:cNvSpPr>
          <p:nvPr/>
        </p:nvSpPr>
        <p:spPr>
          <a:xfrm>
            <a:off x="651431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3" name="e_full_violin_4092">
            <a:extLst>
              <a:ext uri="{FF2B5EF4-FFF2-40B4-BE49-F238E27FC236}">
                <a16:creationId xmlns:a16="http://schemas.microsoft.com/office/drawing/2014/main" id="{5F2C7F23-BE3C-42E5-943A-16C2A8ECF135}"/>
              </a:ext>
            </a:extLst>
          </p:cNvPr>
          <p:cNvSpPr>
            <a:spLocks noGrp="1"/>
          </p:cNvSpPr>
          <p:nvPr/>
        </p:nvSpPr>
        <p:spPr>
          <a:xfrm>
            <a:off x="613801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4" name="e_full_violin_4093">
            <a:extLst>
              <a:ext uri="{FF2B5EF4-FFF2-40B4-BE49-F238E27FC236}">
                <a16:creationId xmlns:a16="http://schemas.microsoft.com/office/drawing/2014/main" id="{CCE95467-3459-45CA-899B-3BE5E49900D6}"/>
              </a:ext>
            </a:extLst>
          </p:cNvPr>
          <p:cNvSpPr>
            <a:spLocks noGrp="1"/>
          </p:cNvSpPr>
          <p:nvPr/>
        </p:nvSpPr>
        <p:spPr>
          <a:xfrm>
            <a:off x="622086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5" name="e_full_violin_4094">
            <a:extLst>
              <a:ext uri="{FF2B5EF4-FFF2-40B4-BE49-F238E27FC236}">
                <a16:creationId xmlns:a16="http://schemas.microsoft.com/office/drawing/2014/main" id="{CA959BB3-49A9-49A9-969D-1E77B7F5F55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6" name="e_full_violin_4095">
            <a:extLst>
              <a:ext uri="{FF2B5EF4-FFF2-40B4-BE49-F238E27FC236}">
                <a16:creationId xmlns:a16="http://schemas.microsoft.com/office/drawing/2014/main" id="{861BB6B4-25AF-429B-9225-29AB7F10378E}"/>
              </a:ext>
            </a:extLst>
          </p:cNvPr>
          <p:cNvSpPr>
            <a:spLocks noGrp="1"/>
          </p:cNvSpPr>
          <p:nvPr/>
        </p:nvSpPr>
        <p:spPr>
          <a:xfrm>
            <a:off x="640470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7" name="e_full_violin_4096">
            <a:extLst>
              <a:ext uri="{FF2B5EF4-FFF2-40B4-BE49-F238E27FC236}">
                <a16:creationId xmlns:a16="http://schemas.microsoft.com/office/drawing/2014/main" id="{068D59F7-C7F8-4C0C-B0B4-103B6C56C7DC}"/>
              </a:ext>
            </a:extLst>
          </p:cNvPr>
          <p:cNvSpPr>
            <a:spLocks noGrp="1"/>
          </p:cNvSpPr>
          <p:nvPr/>
        </p:nvSpPr>
        <p:spPr>
          <a:xfrm>
            <a:off x="6262718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8" name="e_full_violin_4097">
            <a:extLst>
              <a:ext uri="{FF2B5EF4-FFF2-40B4-BE49-F238E27FC236}">
                <a16:creationId xmlns:a16="http://schemas.microsoft.com/office/drawing/2014/main" id="{6AD31ABF-BD5B-445E-9323-2F156F1FD210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9" name="e_full_violin_4098">
            <a:extLst>
              <a:ext uri="{FF2B5EF4-FFF2-40B4-BE49-F238E27FC236}">
                <a16:creationId xmlns:a16="http://schemas.microsoft.com/office/drawing/2014/main" id="{F620BD09-D7CB-4368-90A4-E783A601BDB6}"/>
              </a:ext>
            </a:extLst>
          </p:cNvPr>
          <p:cNvSpPr>
            <a:spLocks noGrp="1"/>
          </p:cNvSpPr>
          <p:nvPr/>
        </p:nvSpPr>
        <p:spPr>
          <a:xfrm>
            <a:off x="63534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0" name="e_full_violin_4099">
            <a:extLst>
              <a:ext uri="{FF2B5EF4-FFF2-40B4-BE49-F238E27FC236}">
                <a16:creationId xmlns:a16="http://schemas.microsoft.com/office/drawing/2014/main" id="{45970EEC-CFF0-482E-9BD0-0DA594424262}"/>
              </a:ext>
            </a:extLst>
          </p:cNvPr>
          <p:cNvSpPr>
            <a:spLocks noGrp="1"/>
          </p:cNvSpPr>
          <p:nvPr/>
        </p:nvSpPr>
        <p:spPr>
          <a:xfrm>
            <a:off x="63249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1" name="e_full_violin_4100">
            <a:extLst>
              <a:ext uri="{FF2B5EF4-FFF2-40B4-BE49-F238E27FC236}">
                <a16:creationId xmlns:a16="http://schemas.microsoft.com/office/drawing/2014/main" id="{D9A2A3B8-1543-4C5C-A356-5028CFE52A86}"/>
              </a:ext>
            </a:extLst>
          </p:cNvPr>
          <p:cNvSpPr>
            <a:spLocks noGrp="1"/>
          </p:cNvSpPr>
          <p:nvPr/>
        </p:nvSpPr>
        <p:spPr>
          <a:xfrm>
            <a:off x="62122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2" name="e_full_violin_4101">
            <a:extLst>
              <a:ext uri="{FF2B5EF4-FFF2-40B4-BE49-F238E27FC236}">
                <a16:creationId xmlns:a16="http://schemas.microsoft.com/office/drawing/2014/main" id="{60245DA5-7756-48F4-9876-CF54773DCAD9}"/>
              </a:ext>
            </a:extLst>
          </p:cNvPr>
          <p:cNvSpPr>
            <a:spLocks noGrp="1"/>
          </p:cNvSpPr>
          <p:nvPr/>
        </p:nvSpPr>
        <p:spPr>
          <a:xfrm>
            <a:off x="61474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3" name="e_full_violin_4102">
            <a:extLst>
              <a:ext uri="{FF2B5EF4-FFF2-40B4-BE49-F238E27FC236}">
                <a16:creationId xmlns:a16="http://schemas.microsoft.com/office/drawing/2014/main" id="{09B50E11-547A-4EB1-B28E-F325CECAB13A}"/>
              </a:ext>
            </a:extLst>
          </p:cNvPr>
          <p:cNvSpPr>
            <a:spLocks noGrp="1"/>
          </p:cNvSpPr>
          <p:nvPr/>
        </p:nvSpPr>
        <p:spPr>
          <a:xfrm>
            <a:off x="632278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4" name="e_full_violin_4103">
            <a:extLst>
              <a:ext uri="{FF2B5EF4-FFF2-40B4-BE49-F238E27FC236}">
                <a16:creationId xmlns:a16="http://schemas.microsoft.com/office/drawing/2014/main" id="{C1B07289-F07C-4876-BFA6-A65CE0E590D6}"/>
              </a:ext>
            </a:extLst>
          </p:cNvPr>
          <p:cNvSpPr>
            <a:spLocks noGrp="1"/>
          </p:cNvSpPr>
          <p:nvPr/>
        </p:nvSpPr>
        <p:spPr>
          <a:xfrm>
            <a:off x="6131772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5" name="e_full_violin_4104">
            <a:extLst>
              <a:ext uri="{FF2B5EF4-FFF2-40B4-BE49-F238E27FC236}">
                <a16:creationId xmlns:a16="http://schemas.microsoft.com/office/drawing/2014/main" id="{BC5C30EA-EF37-49AA-A046-8A42A0D5582C}"/>
              </a:ext>
            </a:extLst>
          </p:cNvPr>
          <p:cNvSpPr>
            <a:spLocks noGrp="1"/>
          </p:cNvSpPr>
          <p:nvPr/>
        </p:nvSpPr>
        <p:spPr>
          <a:xfrm>
            <a:off x="6159200" y="32511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6" name="e_full_violin_4105">
            <a:extLst>
              <a:ext uri="{FF2B5EF4-FFF2-40B4-BE49-F238E27FC236}">
                <a16:creationId xmlns:a16="http://schemas.microsoft.com/office/drawing/2014/main" id="{81972E3F-6C74-491A-ADC3-8FD989A63536}"/>
              </a:ext>
            </a:extLst>
          </p:cNvPr>
          <p:cNvSpPr>
            <a:spLocks noGrp="1"/>
          </p:cNvSpPr>
          <p:nvPr/>
        </p:nvSpPr>
        <p:spPr>
          <a:xfrm>
            <a:off x="617214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7" name="e_full_violin_4106">
            <a:extLst>
              <a:ext uri="{FF2B5EF4-FFF2-40B4-BE49-F238E27FC236}">
                <a16:creationId xmlns:a16="http://schemas.microsoft.com/office/drawing/2014/main" id="{CD5676CC-8834-45EA-8F90-6A0E46B3BD5E}"/>
              </a:ext>
            </a:extLst>
          </p:cNvPr>
          <p:cNvSpPr>
            <a:spLocks noGrp="1"/>
          </p:cNvSpPr>
          <p:nvPr/>
        </p:nvSpPr>
        <p:spPr>
          <a:xfrm>
            <a:off x="63511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8" name="e_full_violin_4107">
            <a:extLst>
              <a:ext uri="{FF2B5EF4-FFF2-40B4-BE49-F238E27FC236}">
                <a16:creationId xmlns:a16="http://schemas.microsoft.com/office/drawing/2014/main" id="{0BAC8E15-0CF4-4A34-A87C-99200A95914E}"/>
              </a:ext>
            </a:extLst>
          </p:cNvPr>
          <p:cNvSpPr>
            <a:spLocks noGrp="1"/>
          </p:cNvSpPr>
          <p:nvPr/>
        </p:nvSpPr>
        <p:spPr>
          <a:xfrm>
            <a:off x="649781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9" name="e_full_violin_4108">
            <a:extLst>
              <a:ext uri="{FF2B5EF4-FFF2-40B4-BE49-F238E27FC236}">
                <a16:creationId xmlns:a16="http://schemas.microsoft.com/office/drawing/2014/main" id="{A14C60C9-6C25-4883-9AB4-46E58DF10924}"/>
              </a:ext>
            </a:extLst>
          </p:cNvPr>
          <p:cNvSpPr>
            <a:spLocks noGrp="1"/>
          </p:cNvSpPr>
          <p:nvPr/>
        </p:nvSpPr>
        <p:spPr>
          <a:xfrm>
            <a:off x="63942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0" name="e_full_violin_4109">
            <a:extLst>
              <a:ext uri="{FF2B5EF4-FFF2-40B4-BE49-F238E27FC236}">
                <a16:creationId xmlns:a16="http://schemas.microsoft.com/office/drawing/2014/main" id="{463E1409-E30C-4270-B873-FAC3CA0EB137}"/>
              </a:ext>
            </a:extLst>
          </p:cNvPr>
          <p:cNvSpPr>
            <a:spLocks noGrp="1"/>
          </p:cNvSpPr>
          <p:nvPr/>
        </p:nvSpPr>
        <p:spPr>
          <a:xfrm>
            <a:off x="64552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1" name="e_full_violin_4110">
            <a:extLst>
              <a:ext uri="{FF2B5EF4-FFF2-40B4-BE49-F238E27FC236}">
                <a16:creationId xmlns:a16="http://schemas.microsoft.com/office/drawing/2014/main" id="{FC4CC565-B7ED-4205-A385-A0714BB94072}"/>
              </a:ext>
            </a:extLst>
          </p:cNvPr>
          <p:cNvSpPr>
            <a:spLocks noGrp="1"/>
          </p:cNvSpPr>
          <p:nvPr/>
        </p:nvSpPr>
        <p:spPr>
          <a:xfrm>
            <a:off x="62708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2" name="e_full_violin_4111">
            <a:extLst>
              <a:ext uri="{FF2B5EF4-FFF2-40B4-BE49-F238E27FC236}">
                <a16:creationId xmlns:a16="http://schemas.microsoft.com/office/drawing/2014/main" id="{994FB2B6-E5AC-4FD2-A987-B27FCE4333DD}"/>
              </a:ext>
            </a:extLst>
          </p:cNvPr>
          <p:cNvSpPr>
            <a:spLocks noGrp="1"/>
          </p:cNvSpPr>
          <p:nvPr/>
        </p:nvSpPr>
        <p:spPr>
          <a:xfrm>
            <a:off x="6454757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3" name="e_full_violin_4112">
            <a:extLst>
              <a:ext uri="{FF2B5EF4-FFF2-40B4-BE49-F238E27FC236}">
                <a16:creationId xmlns:a16="http://schemas.microsoft.com/office/drawing/2014/main" id="{47DC5F96-4B38-436B-8B48-03B80BE11F57}"/>
              </a:ext>
            </a:extLst>
          </p:cNvPr>
          <p:cNvSpPr>
            <a:spLocks noGrp="1"/>
          </p:cNvSpPr>
          <p:nvPr/>
        </p:nvSpPr>
        <p:spPr>
          <a:xfrm>
            <a:off x="6423196" y="410845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4" name="e_full_violin_4113">
            <a:extLst>
              <a:ext uri="{FF2B5EF4-FFF2-40B4-BE49-F238E27FC236}">
                <a16:creationId xmlns:a16="http://schemas.microsoft.com/office/drawing/2014/main" id="{0BC0967A-B7FE-4030-BED6-BA37082BD6E9}"/>
              </a:ext>
            </a:extLst>
          </p:cNvPr>
          <p:cNvSpPr>
            <a:spLocks noGrp="1"/>
          </p:cNvSpPr>
          <p:nvPr/>
        </p:nvSpPr>
        <p:spPr>
          <a:xfrm>
            <a:off x="62129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5" name="e_full_violin_4114">
            <a:extLst>
              <a:ext uri="{FF2B5EF4-FFF2-40B4-BE49-F238E27FC236}">
                <a16:creationId xmlns:a16="http://schemas.microsoft.com/office/drawing/2014/main" id="{1674AA77-B4AD-452E-9A68-3912DB4EEF17}"/>
              </a:ext>
            </a:extLst>
          </p:cNvPr>
          <p:cNvSpPr>
            <a:spLocks noGrp="1"/>
          </p:cNvSpPr>
          <p:nvPr/>
        </p:nvSpPr>
        <p:spPr>
          <a:xfrm>
            <a:off x="65349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6" name="e_full_violin_4115">
            <a:extLst>
              <a:ext uri="{FF2B5EF4-FFF2-40B4-BE49-F238E27FC236}">
                <a16:creationId xmlns:a16="http://schemas.microsoft.com/office/drawing/2014/main" id="{053DF3AC-1DC5-4707-91E1-F87FEB58EABB}"/>
              </a:ext>
            </a:extLst>
          </p:cNvPr>
          <p:cNvSpPr>
            <a:spLocks noGrp="1"/>
          </p:cNvSpPr>
          <p:nvPr/>
        </p:nvSpPr>
        <p:spPr>
          <a:xfrm>
            <a:off x="605529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7" name="e_full_violin_4116">
            <a:extLst>
              <a:ext uri="{FF2B5EF4-FFF2-40B4-BE49-F238E27FC236}">
                <a16:creationId xmlns:a16="http://schemas.microsoft.com/office/drawing/2014/main" id="{F083D265-65A7-47E3-B263-654416A95867}"/>
              </a:ext>
            </a:extLst>
          </p:cNvPr>
          <p:cNvSpPr>
            <a:spLocks noGrp="1"/>
          </p:cNvSpPr>
          <p:nvPr/>
        </p:nvSpPr>
        <p:spPr>
          <a:xfrm>
            <a:off x="629991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8" name="e_full_violin_4117">
            <a:extLst>
              <a:ext uri="{FF2B5EF4-FFF2-40B4-BE49-F238E27FC236}">
                <a16:creationId xmlns:a16="http://schemas.microsoft.com/office/drawing/2014/main" id="{95EDD89A-A736-4310-8EC2-B4A96AA3CDF9}"/>
              </a:ext>
            </a:extLst>
          </p:cNvPr>
          <p:cNvSpPr>
            <a:spLocks noGrp="1"/>
          </p:cNvSpPr>
          <p:nvPr/>
        </p:nvSpPr>
        <p:spPr>
          <a:xfrm>
            <a:off x="6122531" y="400923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9" name="e_full_violin_4118">
            <a:extLst>
              <a:ext uri="{FF2B5EF4-FFF2-40B4-BE49-F238E27FC236}">
                <a16:creationId xmlns:a16="http://schemas.microsoft.com/office/drawing/2014/main" id="{2BB6BFD9-6CE5-47E4-9F06-804FF4B637C0}"/>
              </a:ext>
            </a:extLst>
          </p:cNvPr>
          <p:cNvSpPr>
            <a:spLocks noGrp="1"/>
          </p:cNvSpPr>
          <p:nvPr/>
        </p:nvSpPr>
        <p:spPr>
          <a:xfrm>
            <a:off x="6496796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0" name="e_full_violin_4119">
            <a:extLst>
              <a:ext uri="{FF2B5EF4-FFF2-40B4-BE49-F238E27FC236}">
                <a16:creationId xmlns:a16="http://schemas.microsoft.com/office/drawing/2014/main" id="{892DFA22-495B-43B7-844D-8E269DB7671D}"/>
              </a:ext>
            </a:extLst>
          </p:cNvPr>
          <p:cNvSpPr>
            <a:spLocks noGrp="1"/>
          </p:cNvSpPr>
          <p:nvPr/>
        </p:nvSpPr>
        <p:spPr>
          <a:xfrm>
            <a:off x="619003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1" name="e_full_violin_4120">
            <a:extLst>
              <a:ext uri="{FF2B5EF4-FFF2-40B4-BE49-F238E27FC236}">
                <a16:creationId xmlns:a16="http://schemas.microsoft.com/office/drawing/2014/main" id="{C4433477-28B5-46CD-8184-602758193614}"/>
              </a:ext>
            </a:extLst>
          </p:cNvPr>
          <p:cNvSpPr>
            <a:spLocks noGrp="1"/>
          </p:cNvSpPr>
          <p:nvPr/>
        </p:nvSpPr>
        <p:spPr>
          <a:xfrm>
            <a:off x="615543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2" name="e_full_violin_4121">
            <a:extLst>
              <a:ext uri="{FF2B5EF4-FFF2-40B4-BE49-F238E27FC236}">
                <a16:creationId xmlns:a16="http://schemas.microsoft.com/office/drawing/2014/main" id="{9E0F67A8-AB6E-492B-B6C1-54AAF7BBAEA6}"/>
              </a:ext>
            </a:extLst>
          </p:cNvPr>
          <p:cNvSpPr>
            <a:spLocks noGrp="1"/>
          </p:cNvSpPr>
          <p:nvPr/>
        </p:nvSpPr>
        <p:spPr>
          <a:xfrm>
            <a:off x="6386505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3" name="e_full_violin_4122">
            <a:extLst>
              <a:ext uri="{FF2B5EF4-FFF2-40B4-BE49-F238E27FC236}">
                <a16:creationId xmlns:a16="http://schemas.microsoft.com/office/drawing/2014/main" id="{5616F0D0-4342-4CEA-9411-AE9EA8B3AA8C}"/>
              </a:ext>
            </a:extLst>
          </p:cNvPr>
          <p:cNvSpPr>
            <a:spLocks noGrp="1"/>
          </p:cNvSpPr>
          <p:nvPr/>
        </p:nvSpPr>
        <p:spPr>
          <a:xfrm>
            <a:off x="6272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4" name="e_full_violin_4123">
            <a:extLst>
              <a:ext uri="{FF2B5EF4-FFF2-40B4-BE49-F238E27FC236}">
                <a16:creationId xmlns:a16="http://schemas.microsoft.com/office/drawing/2014/main" id="{2A5AEC36-49AD-4DB3-AF1A-D428F33BEBA9}"/>
              </a:ext>
            </a:extLst>
          </p:cNvPr>
          <p:cNvSpPr>
            <a:spLocks noGrp="1"/>
          </p:cNvSpPr>
          <p:nvPr/>
        </p:nvSpPr>
        <p:spPr>
          <a:xfrm>
            <a:off x="611736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5" name="e_full_violin_4124">
            <a:extLst>
              <a:ext uri="{FF2B5EF4-FFF2-40B4-BE49-F238E27FC236}">
                <a16:creationId xmlns:a16="http://schemas.microsoft.com/office/drawing/2014/main" id="{38ECB7F8-62AE-4AAC-AA57-75D6098C2684}"/>
              </a:ext>
            </a:extLst>
          </p:cNvPr>
          <p:cNvSpPr>
            <a:spLocks noGrp="1"/>
          </p:cNvSpPr>
          <p:nvPr/>
        </p:nvSpPr>
        <p:spPr>
          <a:xfrm>
            <a:off x="612183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6" name="e_full_violin_4125">
            <a:extLst>
              <a:ext uri="{FF2B5EF4-FFF2-40B4-BE49-F238E27FC236}">
                <a16:creationId xmlns:a16="http://schemas.microsoft.com/office/drawing/2014/main" id="{5A30936B-3208-4F8E-990E-3724628D5B28}"/>
              </a:ext>
            </a:extLst>
          </p:cNvPr>
          <p:cNvSpPr>
            <a:spLocks noGrp="1"/>
          </p:cNvSpPr>
          <p:nvPr/>
        </p:nvSpPr>
        <p:spPr>
          <a:xfrm>
            <a:off x="62218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7" name="e_full_violin_4126">
            <a:extLst>
              <a:ext uri="{FF2B5EF4-FFF2-40B4-BE49-F238E27FC236}">
                <a16:creationId xmlns:a16="http://schemas.microsoft.com/office/drawing/2014/main" id="{78FA5A88-BF52-47D3-BF46-2382720A350A}"/>
              </a:ext>
            </a:extLst>
          </p:cNvPr>
          <p:cNvSpPr>
            <a:spLocks noGrp="1"/>
          </p:cNvSpPr>
          <p:nvPr/>
        </p:nvSpPr>
        <p:spPr>
          <a:xfrm>
            <a:off x="6320514" y="381201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8" name="e_full_violin_4127">
            <a:extLst>
              <a:ext uri="{FF2B5EF4-FFF2-40B4-BE49-F238E27FC236}">
                <a16:creationId xmlns:a16="http://schemas.microsoft.com/office/drawing/2014/main" id="{23256D36-9561-47EC-8B13-3F26DC1452D6}"/>
              </a:ext>
            </a:extLst>
          </p:cNvPr>
          <p:cNvSpPr>
            <a:spLocks noGrp="1"/>
          </p:cNvSpPr>
          <p:nvPr/>
        </p:nvSpPr>
        <p:spPr>
          <a:xfrm>
            <a:off x="61592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9" name="e_full_violin_4128">
            <a:extLst>
              <a:ext uri="{FF2B5EF4-FFF2-40B4-BE49-F238E27FC236}">
                <a16:creationId xmlns:a16="http://schemas.microsoft.com/office/drawing/2014/main" id="{3850A839-997D-4A07-9B72-6D00C428FF97}"/>
              </a:ext>
            </a:extLst>
          </p:cNvPr>
          <p:cNvSpPr>
            <a:spLocks noGrp="1"/>
          </p:cNvSpPr>
          <p:nvPr/>
        </p:nvSpPr>
        <p:spPr>
          <a:xfrm>
            <a:off x="6210550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0" name="e_full_violin_4129">
            <a:extLst>
              <a:ext uri="{FF2B5EF4-FFF2-40B4-BE49-F238E27FC236}">
                <a16:creationId xmlns:a16="http://schemas.microsoft.com/office/drawing/2014/main" id="{335D8858-C381-4FA6-8EDA-6101179F2EBC}"/>
              </a:ext>
            </a:extLst>
          </p:cNvPr>
          <p:cNvSpPr>
            <a:spLocks noGrp="1"/>
          </p:cNvSpPr>
          <p:nvPr/>
        </p:nvSpPr>
        <p:spPr>
          <a:xfrm>
            <a:off x="61116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1" name="e_full_violin_4130">
            <a:extLst>
              <a:ext uri="{FF2B5EF4-FFF2-40B4-BE49-F238E27FC236}">
                <a16:creationId xmlns:a16="http://schemas.microsoft.com/office/drawing/2014/main" id="{BC6AE7E3-1ADC-41B8-867E-B87046FE8361}"/>
              </a:ext>
            </a:extLst>
          </p:cNvPr>
          <p:cNvSpPr>
            <a:spLocks noGrp="1"/>
          </p:cNvSpPr>
          <p:nvPr/>
        </p:nvSpPr>
        <p:spPr>
          <a:xfrm>
            <a:off x="634007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2" name="e_full_violin_4131">
            <a:extLst>
              <a:ext uri="{FF2B5EF4-FFF2-40B4-BE49-F238E27FC236}">
                <a16:creationId xmlns:a16="http://schemas.microsoft.com/office/drawing/2014/main" id="{B472C837-00CC-46B2-A3DE-B8F7E6B6F470}"/>
              </a:ext>
            </a:extLst>
          </p:cNvPr>
          <p:cNvSpPr>
            <a:spLocks noGrp="1"/>
          </p:cNvSpPr>
          <p:nvPr/>
        </p:nvSpPr>
        <p:spPr>
          <a:xfrm>
            <a:off x="61053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3" name="e_full_violin_4132">
            <a:extLst>
              <a:ext uri="{FF2B5EF4-FFF2-40B4-BE49-F238E27FC236}">
                <a16:creationId xmlns:a16="http://schemas.microsoft.com/office/drawing/2014/main" id="{1D2A76AA-F114-4CE1-8C96-60141C8C88F2}"/>
              </a:ext>
            </a:extLst>
          </p:cNvPr>
          <p:cNvSpPr>
            <a:spLocks noGrp="1"/>
          </p:cNvSpPr>
          <p:nvPr/>
        </p:nvSpPr>
        <p:spPr>
          <a:xfrm>
            <a:off x="64642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4" name="e_full_violin_4133">
            <a:extLst>
              <a:ext uri="{FF2B5EF4-FFF2-40B4-BE49-F238E27FC236}">
                <a16:creationId xmlns:a16="http://schemas.microsoft.com/office/drawing/2014/main" id="{5ED3B86A-A157-4A0D-8CE2-4BF66BB9EC93}"/>
              </a:ext>
            </a:extLst>
          </p:cNvPr>
          <p:cNvSpPr>
            <a:spLocks noGrp="1"/>
          </p:cNvSpPr>
          <p:nvPr/>
        </p:nvSpPr>
        <p:spPr>
          <a:xfrm>
            <a:off x="6289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5" name="e_full_violin_4134">
            <a:extLst>
              <a:ext uri="{FF2B5EF4-FFF2-40B4-BE49-F238E27FC236}">
                <a16:creationId xmlns:a16="http://schemas.microsoft.com/office/drawing/2014/main" id="{507E371B-69A1-4803-AAAA-23834764CFC6}"/>
              </a:ext>
            </a:extLst>
          </p:cNvPr>
          <p:cNvSpPr>
            <a:spLocks noGrp="1"/>
          </p:cNvSpPr>
          <p:nvPr/>
        </p:nvSpPr>
        <p:spPr>
          <a:xfrm>
            <a:off x="641071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6" name="e_full_violin_4135">
            <a:extLst>
              <a:ext uri="{FF2B5EF4-FFF2-40B4-BE49-F238E27FC236}">
                <a16:creationId xmlns:a16="http://schemas.microsoft.com/office/drawing/2014/main" id="{9FF69045-1F5A-465E-B519-BD3B4F4CB538}"/>
              </a:ext>
            </a:extLst>
          </p:cNvPr>
          <p:cNvSpPr>
            <a:spLocks noGrp="1"/>
          </p:cNvSpPr>
          <p:nvPr/>
        </p:nvSpPr>
        <p:spPr>
          <a:xfrm>
            <a:off x="6350916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7" name="e_full_violin_4136">
            <a:extLst>
              <a:ext uri="{FF2B5EF4-FFF2-40B4-BE49-F238E27FC236}">
                <a16:creationId xmlns:a16="http://schemas.microsoft.com/office/drawing/2014/main" id="{7EA0214A-2F7E-4FC3-BECF-537F9595F2AE}"/>
              </a:ext>
            </a:extLst>
          </p:cNvPr>
          <p:cNvSpPr>
            <a:spLocks noGrp="1"/>
          </p:cNvSpPr>
          <p:nvPr/>
        </p:nvSpPr>
        <p:spPr>
          <a:xfrm>
            <a:off x="6161936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8" name="e_full_violin_4137">
            <a:extLst>
              <a:ext uri="{FF2B5EF4-FFF2-40B4-BE49-F238E27FC236}">
                <a16:creationId xmlns:a16="http://schemas.microsoft.com/office/drawing/2014/main" id="{A8DF8482-0270-47C0-ADBF-A3B467218BDD}"/>
              </a:ext>
            </a:extLst>
          </p:cNvPr>
          <p:cNvSpPr>
            <a:spLocks noGrp="1"/>
          </p:cNvSpPr>
          <p:nvPr/>
        </p:nvSpPr>
        <p:spPr>
          <a:xfrm>
            <a:off x="60616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9" name="e_full_violin_4138">
            <a:extLst>
              <a:ext uri="{FF2B5EF4-FFF2-40B4-BE49-F238E27FC236}">
                <a16:creationId xmlns:a16="http://schemas.microsoft.com/office/drawing/2014/main" id="{43A70C0C-E540-4DCB-8A42-32E7369D2511}"/>
              </a:ext>
            </a:extLst>
          </p:cNvPr>
          <p:cNvSpPr>
            <a:spLocks noGrp="1"/>
          </p:cNvSpPr>
          <p:nvPr/>
        </p:nvSpPr>
        <p:spPr>
          <a:xfrm>
            <a:off x="6233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0" name="e_full_violin_4139">
            <a:extLst>
              <a:ext uri="{FF2B5EF4-FFF2-40B4-BE49-F238E27FC236}">
                <a16:creationId xmlns:a16="http://schemas.microsoft.com/office/drawing/2014/main" id="{7DEC38F7-EFD3-4A7F-A497-BD4E45287690}"/>
              </a:ext>
            </a:extLst>
          </p:cNvPr>
          <p:cNvSpPr>
            <a:spLocks noGrp="1"/>
          </p:cNvSpPr>
          <p:nvPr/>
        </p:nvSpPr>
        <p:spPr>
          <a:xfrm>
            <a:off x="647769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1" name="e_full_violin_4140">
            <a:extLst>
              <a:ext uri="{FF2B5EF4-FFF2-40B4-BE49-F238E27FC236}">
                <a16:creationId xmlns:a16="http://schemas.microsoft.com/office/drawing/2014/main" id="{175D3DAF-3CF2-4EBF-BD3E-21250AED61E9}"/>
              </a:ext>
            </a:extLst>
          </p:cNvPr>
          <p:cNvSpPr>
            <a:spLocks noGrp="1"/>
          </p:cNvSpPr>
          <p:nvPr/>
        </p:nvSpPr>
        <p:spPr>
          <a:xfrm>
            <a:off x="60555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2" name="e_full_violin_4141">
            <a:extLst>
              <a:ext uri="{FF2B5EF4-FFF2-40B4-BE49-F238E27FC236}">
                <a16:creationId xmlns:a16="http://schemas.microsoft.com/office/drawing/2014/main" id="{A74ACBAC-1760-48D0-B3B6-7D187B5759CA}"/>
              </a:ext>
            </a:extLst>
          </p:cNvPr>
          <p:cNvSpPr>
            <a:spLocks noGrp="1"/>
          </p:cNvSpPr>
          <p:nvPr/>
        </p:nvSpPr>
        <p:spPr>
          <a:xfrm>
            <a:off x="6511115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3" name="e_full_violin_4142">
            <a:extLst>
              <a:ext uri="{FF2B5EF4-FFF2-40B4-BE49-F238E27FC236}">
                <a16:creationId xmlns:a16="http://schemas.microsoft.com/office/drawing/2014/main" id="{B67742D1-2661-4E01-A89C-B3C9CB8D3F50}"/>
              </a:ext>
            </a:extLst>
          </p:cNvPr>
          <p:cNvSpPr>
            <a:spLocks noGrp="1"/>
          </p:cNvSpPr>
          <p:nvPr/>
        </p:nvSpPr>
        <p:spPr>
          <a:xfrm>
            <a:off x="64734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4" name="e_full_violin_4143">
            <a:extLst>
              <a:ext uri="{FF2B5EF4-FFF2-40B4-BE49-F238E27FC236}">
                <a16:creationId xmlns:a16="http://schemas.microsoft.com/office/drawing/2014/main" id="{AF640688-04F0-4B08-A90C-5F8A680EBFCD}"/>
              </a:ext>
            </a:extLst>
          </p:cNvPr>
          <p:cNvSpPr>
            <a:spLocks noGrp="1"/>
          </p:cNvSpPr>
          <p:nvPr/>
        </p:nvSpPr>
        <p:spPr>
          <a:xfrm>
            <a:off x="6359270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5" name="e_full_violin_4144">
            <a:extLst>
              <a:ext uri="{FF2B5EF4-FFF2-40B4-BE49-F238E27FC236}">
                <a16:creationId xmlns:a16="http://schemas.microsoft.com/office/drawing/2014/main" id="{230A6541-302D-4842-81C1-393DA6FFDF9B}"/>
              </a:ext>
            </a:extLst>
          </p:cNvPr>
          <p:cNvSpPr>
            <a:spLocks noGrp="1"/>
          </p:cNvSpPr>
          <p:nvPr/>
        </p:nvSpPr>
        <p:spPr>
          <a:xfrm>
            <a:off x="64642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6" name="e_full_violin_4145">
            <a:extLst>
              <a:ext uri="{FF2B5EF4-FFF2-40B4-BE49-F238E27FC236}">
                <a16:creationId xmlns:a16="http://schemas.microsoft.com/office/drawing/2014/main" id="{F4F53516-BF98-49ED-923A-1563B240F43D}"/>
              </a:ext>
            </a:extLst>
          </p:cNvPr>
          <p:cNvSpPr>
            <a:spLocks noGrp="1"/>
          </p:cNvSpPr>
          <p:nvPr/>
        </p:nvSpPr>
        <p:spPr>
          <a:xfrm>
            <a:off x="646525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7" name="e_full_violin_4146">
            <a:extLst>
              <a:ext uri="{FF2B5EF4-FFF2-40B4-BE49-F238E27FC236}">
                <a16:creationId xmlns:a16="http://schemas.microsoft.com/office/drawing/2014/main" id="{D80A8F2E-2E4E-4E14-8D22-E21547E2D106}"/>
              </a:ext>
            </a:extLst>
          </p:cNvPr>
          <p:cNvSpPr>
            <a:spLocks noGrp="1"/>
          </p:cNvSpPr>
          <p:nvPr/>
        </p:nvSpPr>
        <p:spPr>
          <a:xfrm>
            <a:off x="62228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8" name="e_full_violin_4147">
            <a:extLst>
              <a:ext uri="{FF2B5EF4-FFF2-40B4-BE49-F238E27FC236}">
                <a16:creationId xmlns:a16="http://schemas.microsoft.com/office/drawing/2014/main" id="{587C2AC8-4763-471E-8903-C1438D492A5E}"/>
              </a:ext>
            </a:extLst>
          </p:cNvPr>
          <p:cNvSpPr>
            <a:spLocks noGrp="1"/>
          </p:cNvSpPr>
          <p:nvPr/>
        </p:nvSpPr>
        <p:spPr>
          <a:xfrm>
            <a:off x="6266762" y="53164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9" name="e_full_violin_4148">
            <a:extLst>
              <a:ext uri="{FF2B5EF4-FFF2-40B4-BE49-F238E27FC236}">
                <a16:creationId xmlns:a16="http://schemas.microsoft.com/office/drawing/2014/main" id="{F08C14F0-DAA3-4784-829F-A007F6C3D5BE}"/>
              </a:ext>
            </a:extLst>
          </p:cNvPr>
          <p:cNvSpPr>
            <a:spLocks noGrp="1"/>
          </p:cNvSpPr>
          <p:nvPr/>
        </p:nvSpPr>
        <p:spPr>
          <a:xfrm>
            <a:off x="63048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0" name="e_full_violin_4149">
            <a:extLst>
              <a:ext uri="{FF2B5EF4-FFF2-40B4-BE49-F238E27FC236}">
                <a16:creationId xmlns:a16="http://schemas.microsoft.com/office/drawing/2014/main" id="{3039EA16-0836-4973-9D17-AFB785F76228}"/>
              </a:ext>
            </a:extLst>
          </p:cNvPr>
          <p:cNvSpPr>
            <a:spLocks noGrp="1"/>
          </p:cNvSpPr>
          <p:nvPr/>
        </p:nvSpPr>
        <p:spPr>
          <a:xfrm>
            <a:off x="6408079" y="59511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1" name="e_full_violin_4150">
            <a:extLst>
              <a:ext uri="{FF2B5EF4-FFF2-40B4-BE49-F238E27FC236}">
                <a16:creationId xmlns:a16="http://schemas.microsoft.com/office/drawing/2014/main" id="{20F401BC-B879-444E-A253-7B448AC8C7F1}"/>
              </a:ext>
            </a:extLst>
          </p:cNvPr>
          <p:cNvSpPr>
            <a:spLocks noGrp="1"/>
          </p:cNvSpPr>
          <p:nvPr/>
        </p:nvSpPr>
        <p:spPr>
          <a:xfrm>
            <a:off x="6533309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2" name="e_full_violin_4151">
            <a:extLst>
              <a:ext uri="{FF2B5EF4-FFF2-40B4-BE49-F238E27FC236}">
                <a16:creationId xmlns:a16="http://schemas.microsoft.com/office/drawing/2014/main" id="{DE9DF087-D32F-4687-81B1-F9A024F6B02E}"/>
              </a:ext>
            </a:extLst>
          </p:cNvPr>
          <p:cNvSpPr>
            <a:spLocks noGrp="1"/>
          </p:cNvSpPr>
          <p:nvPr/>
        </p:nvSpPr>
        <p:spPr>
          <a:xfrm>
            <a:off x="6347507" y="306424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3" name="e_full_violin_4152">
            <a:extLst>
              <a:ext uri="{FF2B5EF4-FFF2-40B4-BE49-F238E27FC236}">
                <a16:creationId xmlns:a16="http://schemas.microsoft.com/office/drawing/2014/main" id="{3B2EFDFB-D9BD-44E5-B645-D10D4F8140A2}"/>
              </a:ext>
            </a:extLst>
          </p:cNvPr>
          <p:cNvSpPr>
            <a:spLocks noGrp="1"/>
          </p:cNvSpPr>
          <p:nvPr/>
        </p:nvSpPr>
        <p:spPr>
          <a:xfrm>
            <a:off x="634129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4" name="e_full_violin_4153">
            <a:extLst>
              <a:ext uri="{FF2B5EF4-FFF2-40B4-BE49-F238E27FC236}">
                <a16:creationId xmlns:a16="http://schemas.microsoft.com/office/drawing/2014/main" id="{E63D6DF9-2B29-49C1-B198-8B75A252C4BD}"/>
              </a:ext>
            </a:extLst>
          </p:cNvPr>
          <p:cNvSpPr>
            <a:spLocks noGrp="1"/>
          </p:cNvSpPr>
          <p:nvPr/>
        </p:nvSpPr>
        <p:spPr>
          <a:xfrm>
            <a:off x="64075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5" name="e_full_violin_4154">
            <a:extLst>
              <a:ext uri="{FF2B5EF4-FFF2-40B4-BE49-F238E27FC236}">
                <a16:creationId xmlns:a16="http://schemas.microsoft.com/office/drawing/2014/main" id="{838CE847-F716-44F2-B9AE-087A58C4E1FF}"/>
              </a:ext>
            </a:extLst>
          </p:cNvPr>
          <p:cNvSpPr>
            <a:spLocks noGrp="1"/>
          </p:cNvSpPr>
          <p:nvPr/>
        </p:nvSpPr>
        <p:spPr>
          <a:xfrm>
            <a:off x="62863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6" name="e_full_violin_4155">
            <a:extLst>
              <a:ext uri="{FF2B5EF4-FFF2-40B4-BE49-F238E27FC236}">
                <a16:creationId xmlns:a16="http://schemas.microsoft.com/office/drawing/2014/main" id="{0FF441A7-BEE3-4EF0-9EF5-44F05A47E4EC}"/>
              </a:ext>
            </a:extLst>
          </p:cNvPr>
          <p:cNvSpPr>
            <a:spLocks noGrp="1"/>
          </p:cNvSpPr>
          <p:nvPr/>
        </p:nvSpPr>
        <p:spPr>
          <a:xfrm>
            <a:off x="60630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7" name="e_full_violin_4156">
            <a:extLst>
              <a:ext uri="{FF2B5EF4-FFF2-40B4-BE49-F238E27FC236}">
                <a16:creationId xmlns:a16="http://schemas.microsoft.com/office/drawing/2014/main" id="{3D82599D-72CB-419C-B6EE-53ADB14E0C6F}"/>
              </a:ext>
            </a:extLst>
          </p:cNvPr>
          <p:cNvSpPr>
            <a:spLocks noGrp="1"/>
          </p:cNvSpPr>
          <p:nvPr/>
        </p:nvSpPr>
        <p:spPr>
          <a:xfrm>
            <a:off x="647338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8" name="e_full_violin_4157">
            <a:extLst>
              <a:ext uri="{FF2B5EF4-FFF2-40B4-BE49-F238E27FC236}">
                <a16:creationId xmlns:a16="http://schemas.microsoft.com/office/drawing/2014/main" id="{7F6BD39A-BB17-44FF-9A1C-E88557925B28}"/>
              </a:ext>
            </a:extLst>
          </p:cNvPr>
          <p:cNvSpPr>
            <a:spLocks noGrp="1"/>
          </p:cNvSpPr>
          <p:nvPr/>
        </p:nvSpPr>
        <p:spPr>
          <a:xfrm>
            <a:off x="6348706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9" name="e_full_violin_4158">
            <a:extLst>
              <a:ext uri="{FF2B5EF4-FFF2-40B4-BE49-F238E27FC236}">
                <a16:creationId xmlns:a16="http://schemas.microsoft.com/office/drawing/2014/main" id="{CC754973-4019-463C-8388-AC65EDCF8E30}"/>
              </a:ext>
            </a:extLst>
          </p:cNvPr>
          <p:cNvSpPr>
            <a:spLocks noGrp="1"/>
          </p:cNvSpPr>
          <p:nvPr/>
        </p:nvSpPr>
        <p:spPr>
          <a:xfrm>
            <a:off x="6143661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0" name="e_full_violin_4159">
            <a:extLst>
              <a:ext uri="{FF2B5EF4-FFF2-40B4-BE49-F238E27FC236}">
                <a16:creationId xmlns:a16="http://schemas.microsoft.com/office/drawing/2014/main" id="{64B966B9-5FC0-400C-AF6F-C4DC654691EB}"/>
              </a:ext>
            </a:extLst>
          </p:cNvPr>
          <p:cNvSpPr>
            <a:spLocks noGrp="1"/>
          </p:cNvSpPr>
          <p:nvPr/>
        </p:nvSpPr>
        <p:spPr>
          <a:xfrm>
            <a:off x="6545263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1" name="e_full_violin_4160">
            <a:extLst>
              <a:ext uri="{FF2B5EF4-FFF2-40B4-BE49-F238E27FC236}">
                <a16:creationId xmlns:a16="http://schemas.microsoft.com/office/drawing/2014/main" id="{D4AD8864-5F55-4161-A65D-20467D72C31C}"/>
              </a:ext>
            </a:extLst>
          </p:cNvPr>
          <p:cNvSpPr>
            <a:spLocks noGrp="1"/>
          </p:cNvSpPr>
          <p:nvPr/>
        </p:nvSpPr>
        <p:spPr>
          <a:xfrm>
            <a:off x="62212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2" name="e_full_violin_4161">
            <a:extLst>
              <a:ext uri="{FF2B5EF4-FFF2-40B4-BE49-F238E27FC236}">
                <a16:creationId xmlns:a16="http://schemas.microsoft.com/office/drawing/2014/main" id="{1CD89930-DCF8-45BB-B564-E065386CDCCC}"/>
              </a:ext>
            </a:extLst>
          </p:cNvPr>
          <p:cNvSpPr>
            <a:spLocks noGrp="1"/>
          </p:cNvSpPr>
          <p:nvPr/>
        </p:nvSpPr>
        <p:spPr>
          <a:xfrm>
            <a:off x="65092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3" name="e_full_violin_4162">
            <a:extLst>
              <a:ext uri="{FF2B5EF4-FFF2-40B4-BE49-F238E27FC236}">
                <a16:creationId xmlns:a16="http://schemas.microsoft.com/office/drawing/2014/main" id="{0CF52C5F-FDDB-4677-AF14-9E87CD3D6E32}"/>
              </a:ext>
            </a:extLst>
          </p:cNvPr>
          <p:cNvSpPr>
            <a:spLocks noGrp="1"/>
          </p:cNvSpPr>
          <p:nvPr/>
        </p:nvSpPr>
        <p:spPr>
          <a:xfrm>
            <a:off x="609139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4" name="e_full_violin_4163">
            <a:extLst>
              <a:ext uri="{FF2B5EF4-FFF2-40B4-BE49-F238E27FC236}">
                <a16:creationId xmlns:a16="http://schemas.microsoft.com/office/drawing/2014/main" id="{DB6A151C-4F1A-4854-977B-B75CE2394B29}"/>
              </a:ext>
            </a:extLst>
          </p:cNvPr>
          <p:cNvSpPr>
            <a:spLocks noGrp="1"/>
          </p:cNvSpPr>
          <p:nvPr/>
        </p:nvSpPr>
        <p:spPr>
          <a:xfrm>
            <a:off x="65476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5" name="e_full_violin_4164">
            <a:extLst>
              <a:ext uri="{FF2B5EF4-FFF2-40B4-BE49-F238E27FC236}">
                <a16:creationId xmlns:a16="http://schemas.microsoft.com/office/drawing/2014/main" id="{C103A0C7-AF56-4BC5-93A6-8E7755B4A3E0}"/>
              </a:ext>
            </a:extLst>
          </p:cNvPr>
          <p:cNvSpPr>
            <a:spLocks noGrp="1"/>
          </p:cNvSpPr>
          <p:nvPr/>
        </p:nvSpPr>
        <p:spPr>
          <a:xfrm>
            <a:off x="6538633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6" name="e_full_violin_4165">
            <a:extLst>
              <a:ext uri="{FF2B5EF4-FFF2-40B4-BE49-F238E27FC236}">
                <a16:creationId xmlns:a16="http://schemas.microsoft.com/office/drawing/2014/main" id="{04C44E55-6DA4-447D-ABAD-14C1F5FEE4A4}"/>
              </a:ext>
            </a:extLst>
          </p:cNvPr>
          <p:cNvSpPr>
            <a:spLocks noGrp="1"/>
          </p:cNvSpPr>
          <p:nvPr/>
        </p:nvSpPr>
        <p:spPr>
          <a:xfrm>
            <a:off x="642550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7" name="e_full_violin_4166">
            <a:extLst>
              <a:ext uri="{FF2B5EF4-FFF2-40B4-BE49-F238E27FC236}">
                <a16:creationId xmlns:a16="http://schemas.microsoft.com/office/drawing/2014/main" id="{4C16658A-06EE-4CDA-8BA8-1B70DDAA2ABA}"/>
              </a:ext>
            </a:extLst>
          </p:cNvPr>
          <p:cNvSpPr>
            <a:spLocks noGrp="1"/>
          </p:cNvSpPr>
          <p:nvPr/>
        </p:nvSpPr>
        <p:spPr>
          <a:xfrm>
            <a:off x="630259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8" name="e_full_violin_4167">
            <a:extLst>
              <a:ext uri="{FF2B5EF4-FFF2-40B4-BE49-F238E27FC236}">
                <a16:creationId xmlns:a16="http://schemas.microsoft.com/office/drawing/2014/main" id="{664E7241-2937-4072-B1EC-A5A1A0D34D59}"/>
              </a:ext>
            </a:extLst>
          </p:cNvPr>
          <p:cNvSpPr>
            <a:spLocks noGrp="1"/>
          </p:cNvSpPr>
          <p:nvPr/>
        </p:nvSpPr>
        <p:spPr>
          <a:xfrm>
            <a:off x="6158913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9" name="e_full_violin_4168">
            <a:extLst>
              <a:ext uri="{FF2B5EF4-FFF2-40B4-BE49-F238E27FC236}">
                <a16:creationId xmlns:a16="http://schemas.microsoft.com/office/drawing/2014/main" id="{D118C535-B81E-4529-8629-8B55DE468720}"/>
              </a:ext>
            </a:extLst>
          </p:cNvPr>
          <p:cNvSpPr>
            <a:spLocks noGrp="1"/>
          </p:cNvSpPr>
          <p:nvPr/>
        </p:nvSpPr>
        <p:spPr>
          <a:xfrm>
            <a:off x="644914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0" name="e_full_violin_4169">
            <a:extLst>
              <a:ext uri="{FF2B5EF4-FFF2-40B4-BE49-F238E27FC236}">
                <a16:creationId xmlns:a16="http://schemas.microsoft.com/office/drawing/2014/main" id="{27D8B88C-43C3-4BE1-9FB0-704D9C9E8132}"/>
              </a:ext>
            </a:extLst>
          </p:cNvPr>
          <p:cNvSpPr>
            <a:spLocks noGrp="1"/>
          </p:cNvSpPr>
          <p:nvPr/>
        </p:nvSpPr>
        <p:spPr>
          <a:xfrm>
            <a:off x="65275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1" name="e_full_violin_4170">
            <a:extLst>
              <a:ext uri="{FF2B5EF4-FFF2-40B4-BE49-F238E27FC236}">
                <a16:creationId xmlns:a16="http://schemas.microsoft.com/office/drawing/2014/main" id="{5C9631A1-7A7B-4D17-BBE0-A3E0C4F2A834}"/>
              </a:ext>
            </a:extLst>
          </p:cNvPr>
          <p:cNvSpPr>
            <a:spLocks noGrp="1"/>
          </p:cNvSpPr>
          <p:nvPr/>
        </p:nvSpPr>
        <p:spPr>
          <a:xfrm>
            <a:off x="6160245" y="455597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2" name="e_full_violin_4171">
            <a:extLst>
              <a:ext uri="{FF2B5EF4-FFF2-40B4-BE49-F238E27FC236}">
                <a16:creationId xmlns:a16="http://schemas.microsoft.com/office/drawing/2014/main" id="{2D444FE4-25D0-4339-8B02-5B3F4E385904}"/>
              </a:ext>
            </a:extLst>
          </p:cNvPr>
          <p:cNvSpPr>
            <a:spLocks noGrp="1"/>
          </p:cNvSpPr>
          <p:nvPr/>
        </p:nvSpPr>
        <p:spPr>
          <a:xfrm>
            <a:off x="611931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3" name="e_full_violin_4172">
            <a:extLst>
              <a:ext uri="{FF2B5EF4-FFF2-40B4-BE49-F238E27FC236}">
                <a16:creationId xmlns:a16="http://schemas.microsoft.com/office/drawing/2014/main" id="{7660E8B4-E739-44CE-8CBA-AC7F2042E388}"/>
              </a:ext>
            </a:extLst>
          </p:cNvPr>
          <p:cNvSpPr>
            <a:spLocks noGrp="1"/>
          </p:cNvSpPr>
          <p:nvPr/>
        </p:nvSpPr>
        <p:spPr>
          <a:xfrm>
            <a:off x="64129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4" name="e_full_violin_4173">
            <a:extLst>
              <a:ext uri="{FF2B5EF4-FFF2-40B4-BE49-F238E27FC236}">
                <a16:creationId xmlns:a16="http://schemas.microsoft.com/office/drawing/2014/main" id="{292CEA14-C51B-4EF1-947E-CDA526119542}"/>
              </a:ext>
            </a:extLst>
          </p:cNvPr>
          <p:cNvSpPr>
            <a:spLocks noGrp="1"/>
          </p:cNvSpPr>
          <p:nvPr/>
        </p:nvSpPr>
        <p:spPr>
          <a:xfrm>
            <a:off x="6054926" y="3593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5" name="e_full_violin_4174">
            <a:extLst>
              <a:ext uri="{FF2B5EF4-FFF2-40B4-BE49-F238E27FC236}">
                <a16:creationId xmlns:a16="http://schemas.microsoft.com/office/drawing/2014/main" id="{6465180D-10C3-4BEE-ACCB-127214426C6D}"/>
              </a:ext>
            </a:extLst>
          </p:cNvPr>
          <p:cNvSpPr>
            <a:spLocks noGrp="1"/>
          </p:cNvSpPr>
          <p:nvPr/>
        </p:nvSpPr>
        <p:spPr>
          <a:xfrm>
            <a:off x="6217071" y="392418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6" name="e_full_violin_4175">
            <a:extLst>
              <a:ext uri="{FF2B5EF4-FFF2-40B4-BE49-F238E27FC236}">
                <a16:creationId xmlns:a16="http://schemas.microsoft.com/office/drawing/2014/main" id="{9052D6FE-2F37-4689-93C1-3B3FD324F3AB}"/>
              </a:ext>
            </a:extLst>
          </p:cNvPr>
          <p:cNvSpPr>
            <a:spLocks noGrp="1"/>
          </p:cNvSpPr>
          <p:nvPr/>
        </p:nvSpPr>
        <p:spPr>
          <a:xfrm>
            <a:off x="62181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7" name="e_full_violin_4176">
            <a:extLst>
              <a:ext uri="{FF2B5EF4-FFF2-40B4-BE49-F238E27FC236}">
                <a16:creationId xmlns:a16="http://schemas.microsoft.com/office/drawing/2014/main" id="{74BDA2A4-B5FE-48C8-A217-542089C379DD}"/>
              </a:ext>
            </a:extLst>
          </p:cNvPr>
          <p:cNvSpPr>
            <a:spLocks noGrp="1"/>
          </p:cNvSpPr>
          <p:nvPr/>
        </p:nvSpPr>
        <p:spPr>
          <a:xfrm>
            <a:off x="6359333" y="601461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8" name="e_full_violin_4177">
            <a:extLst>
              <a:ext uri="{FF2B5EF4-FFF2-40B4-BE49-F238E27FC236}">
                <a16:creationId xmlns:a16="http://schemas.microsoft.com/office/drawing/2014/main" id="{52AD102B-507D-4B9B-A051-227A7E9E891A}"/>
              </a:ext>
            </a:extLst>
          </p:cNvPr>
          <p:cNvSpPr>
            <a:spLocks noGrp="1"/>
          </p:cNvSpPr>
          <p:nvPr/>
        </p:nvSpPr>
        <p:spPr>
          <a:xfrm>
            <a:off x="642993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9" name="e_full_violin_4178">
            <a:extLst>
              <a:ext uri="{FF2B5EF4-FFF2-40B4-BE49-F238E27FC236}">
                <a16:creationId xmlns:a16="http://schemas.microsoft.com/office/drawing/2014/main" id="{5536C0CF-5851-4B40-A7D5-1DE1EF796D50}"/>
              </a:ext>
            </a:extLst>
          </p:cNvPr>
          <p:cNvSpPr>
            <a:spLocks noGrp="1"/>
          </p:cNvSpPr>
          <p:nvPr/>
        </p:nvSpPr>
        <p:spPr>
          <a:xfrm>
            <a:off x="64258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0" name="e_full_violin_4179">
            <a:extLst>
              <a:ext uri="{FF2B5EF4-FFF2-40B4-BE49-F238E27FC236}">
                <a16:creationId xmlns:a16="http://schemas.microsoft.com/office/drawing/2014/main" id="{33791600-5EDA-4243-893B-92CB4ED5C8ED}"/>
              </a:ext>
            </a:extLst>
          </p:cNvPr>
          <p:cNvSpPr>
            <a:spLocks noGrp="1"/>
          </p:cNvSpPr>
          <p:nvPr/>
        </p:nvSpPr>
        <p:spPr>
          <a:xfrm>
            <a:off x="64205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1" name="e_full_violin_4180">
            <a:extLst>
              <a:ext uri="{FF2B5EF4-FFF2-40B4-BE49-F238E27FC236}">
                <a16:creationId xmlns:a16="http://schemas.microsoft.com/office/drawing/2014/main" id="{EFE8108C-ED98-4AAF-8621-B1BADFBEBF58}"/>
              </a:ext>
            </a:extLst>
          </p:cNvPr>
          <p:cNvSpPr>
            <a:spLocks noGrp="1"/>
          </p:cNvSpPr>
          <p:nvPr/>
        </p:nvSpPr>
        <p:spPr>
          <a:xfrm>
            <a:off x="61414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2" name="e_full_violin_4181">
            <a:extLst>
              <a:ext uri="{FF2B5EF4-FFF2-40B4-BE49-F238E27FC236}">
                <a16:creationId xmlns:a16="http://schemas.microsoft.com/office/drawing/2014/main" id="{61445E86-9CB5-4629-83F9-0392FC3DA13F}"/>
              </a:ext>
            </a:extLst>
          </p:cNvPr>
          <p:cNvSpPr>
            <a:spLocks noGrp="1"/>
          </p:cNvSpPr>
          <p:nvPr/>
        </p:nvSpPr>
        <p:spPr>
          <a:xfrm>
            <a:off x="6262855" y="611949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3" name="e_full_violin_4182">
            <a:extLst>
              <a:ext uri="{FF2B5EF4-FFF2-40B4-BE49-F238E27FC236}">
                <a16:creationId xmlns:a16="http://schemas.microsoft.com/office/drawing/2014/main" id="{35F0020F-2867-40B8-8AA8-D22C2CCE8E2E}"/>
              </a:ext>
            </a:extLst>
          </p:cNvPr>
          <p:cNvSpPr>
            <a:spLocks noGrp="1"/>
          </p:cNvSpPr>
          <p:nvPr/>
        </p:nvSpPr>
        <p:spPr>
          <a:xfrm>
            <a:off x="617674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4" name="e_full_violin_4183">
            <a:extLst>
              <a:ext uri="{FF2B5EF4-FFF2-40B4-BE49-F238E27FC236}">
                <a16:creationId xmlns:a16="http://schemas.microsoft.com/office/drawing/2014/main" id="{4D5046AF-210A-42FA-AD11-79318F121F3A}"/>
              </a:ext>
            </a:extLst>
          </p:cNvPr>
          <p:cNvSpPr>
            <a:spLocks noGrp="1"/>
          </p:cNvSpPr>
          <p:nvPr/>
        </p:nvSpPr>
        <p:spPr>
          <a:xfrm>
            <a:off x="625161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5" name="e_full_violin_4184">
            <a:extLst>
              <a:ext uri="{FF2B5EF4-FFF2-40B4-BE49-F238E27FC236}">
                <a16:creationId xmlns:a16="http://schemas.microsoft.com/office/drawing/2014/main" id="{441EAEED-A800-408E-8ACF-1C8D13BBCDFD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1891" y="3685436"/>
                </a:moveTo>
                <a:lnTo>
                  <a:pt x="190703" y="3685436"/>
                </a:lnTo>
                <a:lnTo>
                  <a:pt x="192937" y="3662402"/>
                </a:lnTo>
                <a:lnTo>
                  <a:pt x="199481" y="3639368"/>
                </a:lnTo>
                <a:lnTo>
                  <a:pt x="209876" y="3616334"/>
                </a:lnTo>
                <a:lnTo>
                  <a:pt x="223416" y="3593300"/>
                </a:lnTo>
                <a:lnTo>
                  <a:pt x="239228" y="3570266"/>
                </a:lnTo>
                <a:lnTo>
                  <a:pt x="256359" y="3547232"/>
                </a:lnTo>
                <a:lnTo>
                  <a:pt x="273876" y="3524198"/>
                </a:lnTo>
                <a:lnTo>
                  <a:pt x="290940" y="3501164"/>
                </a:lnTo>
                <a:lnTo>
                  <a:pt x="306867" y="3478130"/>
                </a:lnTo>
                <a:lnTo>
                  <a:pt x="321165" y="3455096"/>
                </a:lnTo>
                <a:lnTo>
                  <a:pt x="333539" y="3432062"/>
                </a:lnTo>
                <a:lnTo>
                  <a:pt x="343881" y="3409028"/>
                </a:lnTo>
                <a:lnTo>
                  <a:pt x="352231" y="3385994"/>
                </a:lnTo>
                <a:lnTo>
                  <a:pt x="358748" y="3362960"/>
                </a:lnTo>
                <a:lnTo>
                  <a:pt x="363660" y="3339926"/>
                </a:lnTo>
                <a:lnTo>
                  <a:pt x="367231" y="3316892"/>
                </a:lnTo>
                <a:lnTo>
                  <a:pt x="369731" y="3293858"/>
                </a:lnTo>
                <a:lnTo>
                  <a:pt x="371408" y="3270824"/>
                </a:lnTo>
                <a:lnTo>
                  <a:pt x="372483" y="3247790"/>
                </a:lnTo>
                <a:lnTo>
                  <a:pt x="373135" y="3224756"/>
                </a:lnTo>
                <a:lnTo>
                  <a:pt x="373507" y="3201722"/>
                </a:lnTo>
                <a:lnTo>
                  <a:pt x="373705" y="3178688"/>
                </a:lnTo>
                <a:lnTo>
                  <a:pt x="373802" y="3155654"/>
                </a:lnTo>
                <a:lnTo>
                  <a:pt x="373842" y="3132620"/>
                </a:lnTo>
                <a:lnTo>
                  <a:pt x="373846" y="3109586"/>
                </a:lnTo>
                <a:lnTo>
                  <a:pt x="373813" y="3086552"/>
                </a:lnTo>
                <a:lnTo>
                  <a:pt x="373726" y="3063518"/>
                </a:lnTo>
                <a:lnTo>
                  <a:pt x="373559" y="3040485"/>
                </a:lnTo>
                <a:lnTo>
                  <a:pt x="373276" y="3017451"/>
                </a:lnTo>
                <a:lnTo>
                  <a:pt x="372844" y="2994417"/>
                </a:lnTo>
                <a:lnTo>
                  <a:pt x="372230" y="2971383"/>
                </a:lnTo>
                <a:lnTo>
                  <a:pt x="371417" y="2948349"/>
                </a:lnTo>
                <a:lnTo>
                  <a:pt x="370397" y="2925315"/>
                </a:lnTo>
                <a:lnTo>
                  <a:pt x="369183" y="2902281"/>
                </a:lnTo>
                <a:lnTo>
                  <a:pt x="367803" y="2879247"/>
                </a:lnTo>
                <a:lnTo>
                  <a:pt x="366299" y="2856213"/>
                </a:lnTo>
                <a:lnTo>
                  <a:pt x="364725" y="2833179"/>
                </a:lnTo>
                <a:lnTo>
                  <a:pt x="363139" y="2810145"/>
                </a:lnTo>
                <a:lnTo>
                  <a:pt x="361596" y="2787111"/>
                </a:lnTo>
                <a:lnTo>
                  <a:pt x="360147" y="2764077"/>
                </a:lnTo>
                <a:lnTo>
                  <a:pt x="358829" y="2741043"/>
                </a:lnTo>
                <a:lnTo>
                  <a:pt x="357669" y="2718009"/>
                </a:lnTo>
                <a:lnTo>
                  <a:pt x="356679" y="2694975"/>
                </a:lnTo>
                <a:lnTo>
                  <a:pt x="355865" y="2671941"/>
                </a:lnTo>
                <a:lnTo>
                  <a:pt x="355226" y="2648907"/>
                </a:lnTo>
                <a:lnTo>
                  <a:pt x="354764" y="2625873"/>
                </a:lnTo>
                <a:lnTo>
                  <a:pt x="354484" y="2602839"/>
                </a:lnTo>
                <a:lnTo>
                  <a:pt x="354395" y="2579805"/>
                </a:lnTo>
                <a:lnTo>
                  <a:pt x="354515" y="2556771"/>
                </a:lnTo>
                <a:lnTo>
                  <a:pt x="354865" y="2533737"/>
                </a:lnTo>
                <a:lnTo>
                  <a:pt x="355462" y="2510703"/>
                </a:lnTo>
                <a:lnTo>
                  <a:pt x="356318" y="2487669"/>
                </a:lnTo>
                <a:lnTo>
                  <a:pt x="357433" y="2464635"/>
                </a:lnTo>
                <a:lnTo>
                  <a:pt x="358788" y="2441601"/>
                </a:lnTo>
                <a:lnTo>
                  <a:pt x="360351" y="2418567"/>
                </a:lnTo>
                <a:lnTo>
                  <a:pt x="362067" y="2395533"/>
                </a:lnTo>
                <a:lnTo>
                  <a:pt x="363873" y="2372499"/>
                </a:lnTo>
                <a:lnTo>
                  <a:pt x="365690" y="2349465"/>
                </a:lnTo>
                <a:lnTo>
                  <a:pt x="367440" y="2326431"/>
                </a:lnTo>
                <a:lnTo>
                  <a:pt x="369040" y="2303397"/>
                </a:lnTo>
                <a:lnTo>
                  <a:pt x="370409" y="2280363"/>
                </a:lnTo>
                <a:lnTo>
                  <a:pt x="371470" y="2257329"/>
                </a:lnTo>
                <a:lnTo>
                  <a:pt x="372145" y="2234295"/>
                </a:lnTo>
                <a:lnTo>
                  <a:pt x="372356" y="2211261"/>
                </a:lnTo>
                <a:lnTo>
                  <a:pt x="372023" y="2188228"/>
                </a:lnTo>
                <a:lnTo>
                  <a:pt x="371065" y="2165194"/>
                </a:lnTo>
                <a:lnTo>
                  <a:pt x="369407" y="2142160"/>
                </a:lnTo>
                <a:lnTo>
                  <a:pt x="366984" y="2119126"/>
                </a:lnTo>
                <a:lnTo>
                  <a:pt x="363755" y="2096092"/>
                </a:lnTo>
                <a:lnTo>
                  <a:pt x="359718" y="2073058"/>
                </a:lnTo>
                <a:lnTo>
                  <a:pt x="354920" y="2050024"/>
                </a:lnTo>
                <a:lnTo>
                  <a:pt x="349471" y="2026990"/>
                </a:lnTo>
                <a:lnTo>
                  <a:pt x="343550" y="2003956"/>
                </a:lnTo>
                <a:lnTo>
                  <a:pt x="337401" y="1980922"/>
                </a:lnTo>
                <a:lnTo>
                  <a:pt x="331321" y="1957888"/>
                </a:lnTo>
                <a:lnTo>
                  <a:pt x="325639" y="1934854"/>
                </a:lnTo>
                <a:lnTo>
                  <a:pt x="320687" y="1911820"/>
                </a:lnTo>
                <a:lnTo>
                  <a:pt x="316771" y="1888786"/>
                </a:lnTo>
                <a:lnTo>
                  <a:pt x="314129" y="1865752"/>
                </a:lnTo>
                <a:lnTo>
                  <a:pt x="312915" y="1842718"/>
                </a:lnTo>
                <a:lnTo>
                  <a:pt x="313172" y="1819684"/>
                </a:lnTo>
                <a:lnTo>
                  <a:pt x="314835" y="1796650"/>
                </a:lnTo>
                <a:lnTo>
                  <a:pt x="317730" y="1773616"/>
                </a:lnTo>
                <a:lnTo>
                  <a:pt x="321599" y="1750582"/>
                </a:lnTo>
                <a:lnTo>
                  <a:pt x="326129" y="1727548"/>
                </a:lnTo>
                <a:lnTo>
                  <a:pt x="330978" y="1704514"/>
                </a:lnTo>
                <a:lnTo>
                  <a:pt x="335813" y="1681480"/>
                </a:lnTo>
                <a:lnTo>
                  <a:pt x="340333" y="1658446"/>
                </a:lnTo>
                <a:lnTo>
                  <a:pt x="344290" y="1635412"/>
                </a:lnTo>
                <a:lnTo>
                  <a:pt x="347500" y="1612378"/>
                </a:lnTo>
                <a:lnTo>
                  <a:pt x="349844" y="1589344"/>
                </a:lnTo>
                <a:lnTo>
                  <a:pt x="351265" y="1566310"/>
                </a:lnTo>
                <a:lnTo>
                  <a:pt x="351758" y="1543276"/>
                </a:lnTo>
                <a:lnTo>
                  <a:pt x="351362" y="1520242"/>
                </a:lnTo>
                <a:lnTo>
                  <a:pt x="350149" y="1497208"/>
                </a:lnTo>
                <a:lnTo>
                  <a:pt x="348218" y="1474174"/>
                </a:lnTo>
                <a:lnTo>
                  <a:pt x="345690" y="1451140"/>
                </a:lnTo>
                <a:lnTo>
                  <a:pt x="342705" y="1428106"/>
                </a:lnTo>
                <a:lnTo>
                  <a:pt x="339424" y="1405072"/>
                </a:lnTo>
                <a:lnTo>
                  <a:pt x="336021" y="1382038"/>
                </a:lnTo>
                <a:lnTo>
                  <a:pt x="332686" y="1359004"/>
                </a:lnTo>
                <a:lnTo>
                  <a:pt x="329612" y="1335970"/>
                </a:lnTo>
                <a:lnTo>
                  <a:pt x="326985" y="1312937"/>
                </a:lnTo>
                <a:lnTo>
                  <a:pt x="324974" y="1289903"/>
                </a:lnTo>
                <a:lnTo>
                  <a:pt x="323711" y="1266869"/>
                </a:lnTo>
                <a:lnTo>
                  <a:pt x="323284" y="1243835"/>
                </a:lnTo>
                <a:lnTo>
                  <a:pt x="323724" y="1220801"/>
                </a:lnTo>
                <a:lnTo>
                  <a:pt x="325001" y="1197767"/>
                </a:lnTo>
                <a:lnTo>
                  <a:pt x="327029" y="1174733"/>
                </a:lnTo>
                <a:lnTo>
                  <a:pt x="329677" y="1151699"/>
                </a:lnTo>
                <a:lnTo>
                  <a:pt x="332780" y="1128665"/>
                </a:lnTo>
                <a:lnTo>
                  <a:pt x="336160" y="1105631"/>
                </a:lnTo>
                <a:lnTo>
                  <a:pt x="339646" y="1082597"/>
                </a:lnTo>
                <a:lnTo>
                  <a:pt x="343086" y="1059563"/>
                </a:lnTo>
                <a:lnTo>
                  <a:pt x="346359" y="1036529"/>
                </a:lnTo>
                <a:lnTo>
                  <a:pt x="349384" y="1013495"/>
                </a:lnTo>
                <a:lnTo>
                  <a:pt x="352114" y="990461"/>
                </a:lnTo>
                <a:lnTo>
                  <a:pt x="354534" y="967427"/>
                </a:lnTo>
                <a:lnTo>
                  <a:pt x="356652" y="944393"/>
                </a:lnTo>
                <a:lnTo>
                  <a:pt x="358487" y="921359"/>
                </a:lnTo>
                <a:lnTo>
                  <a:pt x="360064" y="898325"/>
                </a:lnTo>
                <a:lnTo>
                  <a:pt x="361405" y="875291"/>
                </a:lnTo>
                <a:lnTo>
                  <a:pt x="362525" y="852257"/>
                </a:lnTo>
                <a:lnTo>
                  <a:pt x="363434" y="829223"/>
                </a:lnTo>
                <a:lnTo>
                  <a:pt x="364138" y="806189"/>
                </a:lnTo>
                <a:lnTo>
                  <a:pt x="364645" y="783155"/>
                </a:lnTo>
                <a:lnTo>
                  <a:pt x="364969" y="760121"/>
                </a:lnTo>
                <a:lnTo>
                  <a:pt x="365132" y="737087"/>
                </a:lnTo>
                <a:lnTo>
                  <a:pt x="365166" y="714053"/>
                </a:lnTo>
                <a:lnTo>
                  <a:pt x="365114" y="691019"/>
                </a:lnTo>
                <a:lnTo>
                  <a:pt x="365027" y="667985"/>
                </a:lnTo>
                <a:lnTo>
                  <a:pt x="364957" y="644951"/>
                </a:lnTo>
                <a:lnTo>
                  <a:pt x="364952" y="621917"/>
                </a:lnTo>
                <a:lnTo>
                  <a:pt x="365048" y="598883"/>
                </a:lnTo>
                <a:lnTo>
                  <a:pt x="365261" y="575849"/>
                </a:lnTo>
                <a:lnTo>
                  <a:pt x="365581" y="552815"/>
                </a:lnTo>
                <a:lnTo>
                  <a:pt x="365964" y="529781"/>
                </a:lnTo>
                <a:lnTo>
                  <a:pt x="366325" y="506747"/>
                </a:lnTo>
                <a:lnTo>
                  <a:pt x="366529" y="483713"/>
                </a:lnTo>
                <a:lnTo>
                  <a:pt x="366389" y="460679"/>
                </a:lnTo>
                <a:lnTo>
                  <a:pt x="365654" y="437646"/>
                </a:lnTo>
                <a:lnTo>
                  <a:pt x="364004" y="414612"/>
                </a:lnTo>
                <a:lnTo>
                  <a:pt x="361050" y="391578"/>
                </a:lnTo>
                <a:lnTo>
                  <a:pt x="356336" y="368544"/>
                </a:lnTo>
                <a:lnTo>
                  <a:pt x="349351" y="345510"/>
                </a:lnTo>
                <a:lnTo>
                  <a:pt x="339560" y="322476"/>
                </a:lnTo>
                <a:lnTo>
                  <a:pt x="326444" y="299442"/>
                </a:lnTo>
                <a:lnTo>
                  <a:pt x="309560" y="276408"/>
                </a:lnTo>
                <a:lnTo>
                  <a:pt x="288615" y="253374"/>
                </a:lnTo>
                <a:lnTo>
                  <a:pt x="263545" y="230340"/>
                </a:lnTo>
                <a:lnTo>
                  <a:pt x="234594" y="207306"/>
                </a:lnTo>
                <a:lnTo>
                  <a:pt x="202369" y="184272"/>
                </a:lnTo>
                <a:lnTo>
                  <a:pt x="167872" y="161238"/>
                </a:lnTo>
                <a:lnTo>
                  <a:pt x="132483" y="138204"/>
                </a:lnTo>
                <a:lnTo>
                  <a:pt x="97893" y="115170"/>
                </a:lnTo>
                <a:lnTo>
                  <a:pt x="65984" y="92136"/>
                </a:lnTo>
                <a:lnTo>
                  <a:pt x="38668" y="69102"/>
                </a:lnTo>
                <a:lnTo>
                  <a:pt x="17702" y="46068"/>
                </a:lnTo>
                <a:lnTo>
                  <a:pt x="4505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089" y="23034"/>
                </a:lnTo>
                <a:lnTo>
                  <a:pt x="764893" y="46068"/>
                </a:lnTo>
                <a:lnTo>
                  <a:pt x="743927" y="69102"/>
                </a:lnTo>
                <a:lnTo>
                  <a:pt x="716610" y="92136"/>
                </a:lnTo>
                <a:lnTo>
                  <a:pt x="684701" y="115170"/>
                </a:lnTo>
                <a:lnTo>
                  <a:pt x="650111" y="138204"/>
                </a:lnTo>
                <a:lnTo>
                  <a:pt x="614723" y="161238"/>
                </a:lnTo>
                <a:lnTo>
                  <a:pt x="580226" y="184272"/>
                </a:lnTo>
                <a:lnTo>
                  <a:pt x="548001" y="207306"/>
                </a:lnTo>
                <a:lnTo>
                  <a:pt x="519049" y="230340"/>
                </a:lnTo>
                <a:lnTo>
                  <a:pt x="493980" y="253374"/>
                </a:lnTo>
                <a:lnTo>
                  <a:pt x="473035" y="276408"/>
                </a:lnTo>
                <a:lnTo>
                  <a:pt x="456151" y="299442"/>
                </a:lnTo>
                <a:lnTo>
                  <a:pt x="443035" y="322476"/>
                </a:lnTo>
                <a:lnTo>
                  <a:pt x="433244" y="345510"/>
                </a:lnTo>
                <a:lnTo>
                  <a:pt x="426259" y="368544"/>
                </a:lnTo>
                <a:lnTo>
                  <a:pt x="421544" y="391578"/>
                </a:lnTo>
                <a:lnTo>
                  <a:pt x="418590" y="414612"/>
                </a:lnTo>
                <a:lnTo>
                  <a:pt x="416941" y="437646"/>
                </a:lnTo>
                <a:lnTo>
                  <a:pt x="416205" y="460679"/>
                </a:lnTo>
                <a:lnTo>
                  <a:pt x="416065" y="483713"/>
                </a:lnTo>
                <a:lnTo>
                  <a:pt x="416270" y="506747"/>
                </a:lnTo>
                <a:lnTo>
                  <a:pt x="416630" y="529781"/>
                </a:lnTo>
                <a:lnTo>
                  <a:pt x="417013" y="552815"/>
                </a:lnTo>
                <a:lnTo>
                  <a:pt x="417333" y="575849"/>
                </a:lnTo>
                <a:lnTo>
                  <a:pt x="417547" y="598883"/>
                </a:lnTo>
                <a:lnTo>
                  <a:pt x="417643" y="621917"/>
                </a:lnTo>
                <a:lnTo>
                  <a:pt x="417638" y="644951"/>
                </a:lnTo>
                <a:lnTo>
                  <a:pt x="417568" y="667985"/>
                </a:lnTo>
                <a:lnTo>
                  <a:pt x="417481" y="691019"/>
                </a:lnTo>
                <a:lnTo>
                  <a:pt x="417429" y="714053"/>
                </a:lnTo>
                <a:lnTo>
                  <a:pt x="417463" y="737087"/>
                </a:lnTo>
                <a:lnTo>
                  <a:pt x="417625" y="760121"/>
                </a:lnTo>
                <a:lnTo>
                  <a:pt x="417949" y="783155"/>
                </a:lnTo>
                <a:lnTo>
                  <a:pt x="418457" y="806189"/>
                </a:lnTo>
                <a:lnTo>
                  <a:pt x="419161" y="829223"/>
                </a:lnTo>
                <a:lnTo>
                  <a:pt x="420070" y="852257"/>
                </a:lnTo>
                <a:lnTo>
                  <a:pt x="421190" y="875291"/>
                </a:lnTo>
                <a:lnTo>
                  <a:pt x="422530" y="898325"/>
                </a:lnTo>
                <a:lnTo>
                  <a:pt x="424107" y="921359"/>
                </a:lnTo>
                <a:lnTo>
                  <a:pt x="425943" y="944393"/>
                </a:lnTo>
                <a:lnTo>
                  <a:pt x="428061" y="967427"/>
                </a:lnTo>
                <a:lnTo>
                  <a:pt x="430481" y="990461"/>
                </a:lnTo>
                <a:lnTo>
                  <a:pt x="433211" y="1013495"/>
                </a:lnTo>
                <a:lnTo>
                  <a:pt x="436235" y="1036529"/>
                </a:lnTo>
                <a:lnTo>
                  <a:pt x="439509" y="1059563"/>
                </a:lnTo>
                <a:lnTo>
                  <a:pt x="442949" y="1082597"/>
                </a:lnTo>
                <a:lnTo>
                  <a:pt x="446434" y="1105631"/>
                </a:lnTo>
                <a:lnTo>
                  <a:pt x="449815" y="1128665"/>
                </a:lnTo>
                <a:lnTo>
                  <a:pt x="452918" y="1151699"/>
                </a:lnTo>
                <a:lnTo>
                  <a:pt x="455565" y="1174733"/>
                </a:lnTo>
                <a:lnTo>
                  <a:pt x="457594" y="1197767"/>
                </a:lnTo>
                <a:lnTo>
                  <a:pt x="458871" y="1220801"/>
                </a:lnTo>
                <a:lnTo>
                  <a:pt x="459310" y="1243835"/>
                </a:lnTo>
                <a:lnTo>
                  <a:pt x="458883" y="1266869"/>
                </a:lnTo>
                <a:lnTo>
                  <a:pt x="457621" y="1289903"/>
                </a:lnTo>
                <a:lnTo>
                  <a:pt x="455609" y="1312937"/>
                </a:lnTo>
                <a:lnTo>
                  <a:pt x="452983" y="1335970"/>
                </a:lnTo>
                <a:lnTo>
                  <a:pt x="449908" y="1359004"/>
                </a:lnTo>
                <a:lnTo>
                  <a:pt x="446573" y="1382038"/>
                </a:lnTo>
                <a:lnTo>
                  <a:pt x="443171" y="1405072"/>
                </a:lnTo>
                <a:lnTo>
                  <a:pt x="439890" y="1428106"/>
                </a:lnTo>
                <a:lnTo>
                  <a:pt x="436905" y="1451140"/>
                </a:lnTo>
                <a:lnTo>
                  <a:pt x="434377" y="1474174"/>
                </a:lnTo>
                <a:lnTo>
                  <a:pt x="432446" y="1497208"/>
                </a:lnTo>
                <a:lnTo>
                  <a:pt x="431233" y="1520242"/>
                </a:lnTo>
                <a:lnTo>
                  <a:pt x="430837" y="1543276"/>
                </a:lnTo>
                <a:lnTo>
                  <a:pt x="431330" y="1566310"/>
                </a:lnTo>
                <a:lnTo>
                  <a:pt x="432750" y="1589344"/>
                </a:lnTo>
                <a:lnTo>
                  <a:pt x="435094" y="1612378"/>
                </a:lnTo>
                <a:lnTo>
                  <a:pt x="438304" y="1635412"/>
                </a:lnTo>
                <a:lnTo>
                  <a:pt x="442261" y="1658446"/>
                </a:lnTo>
                <a:lnTo>
                  <a:pt x="446781" y="1681480"/>
                </a:lnTo>
                <a:lnTo>
                  <a:pt x="451616" y="1704514"/>
                </a:lnTo>
                <a:lnTo>
                  <a:pt x="456466" y="1727548"/>
                </a:lnTo>
                <a:lnTo>
                  <a:pt x="460995" y="1750582"/>
                </a:lnTo>
                <a:lnTo>
                  <a:pt x="464865" y="1773616"/>
                </a:lnTo>
                <a:lnTo>
                  <a:pt x="467760" y="1796650"/>
                </a:lnTo>
                <a:lnTo>
                  <a:pt x="469422" y="1819684"/>
                </a:lnTo>
                <a:lnTo>
                  <a:pt x="469680" y="1842718"/>
                </a:lnTo>
                <a:lnTo>
                  <a:pt x="468466" y="1865752"/>
                </a:lnTo>
                <a:lnTo>
                  <a:pt x="465824" y="1888786"/>
                </a:lnTo>
                <a:lnTo>
                  <a:pt x="461907" y="1911820"/>
                </a:lnTo>
                <a:lnTo>
                  <a:pt x="456956" y="1934854"/>
                </a:lnTo>
                <a:lnTo>
                  <a:pt x="451274" y="1957888"/>
                </a:lnTo>
                <a:lnTo>
                  <a:pt x="445194" y="1980922"/>
                </a:lnTo>
                <a:lnTo>
                  <a:pt x="439044" y="2003956"/>
                </a:lnTo>
                <a:lnTo>
                  <a:pt x="433124" y="2026990"/>
                </a:lnTo>
                <a:lnTo>
                  <a:pt x="427675" y="2050024"/>
                </a:lnTo>
                <a:lnTo>
                  <a:pt x="422877" y="2073058"/>
                </a:lnTo>
                <a:lnTo>
                  <a:pt x="418839" y="2096092"/>
                </a:lnTo>
                <a:lnTo>
                  <a:pt x="415611" y="2119126"/>
                </a:lnTo>
                <a:lnTo>
                  <a:pt x="413188" y="2142160"/>
                </a:lnTo>
                <a:lnTo>
                  <a:pt x="411530" y="2165194"/>
                </a:lnTo>
                <a:lnTo>
                  <a:pt x="410572" y="2188228"/>
                </a:lnTo>
                <a:lnTo>
                  <a:pt x="410239" y="2211261"/>
                </a:lnTo>
                <a:lnTo>
                  <a:pt x="410449" y="2234295"/>
                </a:lnTo>
                <a:lnTo>
                  <a:pt x="411124" y="2257329"/>
                </a:lnTo>
                <a:lnTo>
                  <a:pt x="412185" y="2280363"/>
                </a:lnTo>
                <a:lnTo>
                  <a:pt x="413555" y="2303397"/>
                </a:lnTo>
                <a:lnTo>
                  <a:pt x="415155" y="2326431"/>
                </a:lnTo>
                <a:lnTo>
                  <a:pt x="416904" y="2349465"/>
                </a:lnTo>
                <a:lnTo>
                  <a:pt x="418722" y="2372499"/>
                </a:lnTo>
                <a:lnTo>
                  <a:pt x="420527" y="2395533"/>
                </a:lnTo>
                <a:lnTo>
                  <a:pt x="422244" y="2418567"/>
                </a:lnTo>
                <a:lnTo>
                  <a:pt x="423806" y="2441601"/>
                </a:lnTo>
                <a:lnTo>
                  <a:pt x="425162" y="2464635"/>
                </a:lnTo>
                <a:lnTo>
                  <a:pt x="426277" y="2487669"/>
                </a:lnTo>
                <a:lnTo>
                  <a:pt x="427133" y="2510703"/>
                </a:lnTo>
                <a:lnTo>
                  <a:pt x="427730" y="2533737"/>
                </a:lnTo>
                <a:lnTo>
                  <a:pt x="428079" y="2556771"/>
                </a:lnTo>
                <a:lnTo>
                  <a:pt x="428200" y="2579805"/>
                </a:lnTo>
                <a:lnTo>
                  <a:pt x="428111" y="2602839"/>
                </a:lnTo>
                <a:lnTo>
                  <a:pt x="427830" y="2625873"/>
                </a:lnTo>
                <a:lnTo>
                  <a:pt x="427368" y="2648907"/>
                </a:lnTo>
                <a:lnTo>
                  <a:pt x="426730" y="2671941"/>
                </a:lnTo>
                <a:lnTo>
                  <a:pt x="425916" y="2694975"/>
                </a:lnTo>
                <a:lnTo>
                  <a:pt x="424926" y="2718009"/>
                </a:lnTo>
                <a:lnTo>
                  <a:pt x="423765" y="2741043"/>
                </a:lnTo>
                <a:lnTo>
                  <a:pt x="422448" y="2764077"/>
                </a:lnTo>
                <a:lnTo>
                  <a:pt x="420998" y="2787111"/>
                </a:lnTo>
                <a:lnTo>
                  <a:pt x="419456" y="2810145"/>
                </a:lnTo>
                <a:lnTo>
                  <a:pt x="417870" y="2833179"/>
                </a:lnTo>
                <a:lnTo>
                  <a:pt x="416296" y="2856213"/>
                </a:lnTo>
                <a:lnTo>
                  <a:pt x="414792" y="2879247"/>
                </a:lnTo>
                <a:lnTo>
                  <a:pt x="413411" y="2902281"/>
                </a:lnTo>
                <a:lnTo>
                  <a:pt x="412197" y="2925315"/>
                </a:lnTo>
                <a:lnTo>
                  <a:pt x="411178" y="2948349"/>
                </a:lnTo>
                <a:lnTo>
                  <a:pt x="410364" y="2971383"/>
                </a:lnTo>
                <a:lnTo>
                  <a:pt x="409751" y="2994417"/>
                </a:lnTo>
                <a:lnTo>
                  <a:pt x="409318" y="3017451"/>
                </a:lnTo>
                <a:lnTo>
                  <a:pt x="409036" y="3040485"/>
                </a:lnTo>
                <a:lnTo>
                  <a:pt x="408868" y="3063518"/>
                </a:lnTo>
                <a:lnTo>
                  <a:pt x="408782" y="3086552"/>
                </a:lnTo>
                <a:lnTo>
                  <a:pt x="408749" y="3109586"/>
                </a:lnTo>
                <a:lnTo>
                  <a:pt x="408753" y="3132620"/>
                </a:lnTo>
                <a:lnTo>
                  <a:pt x="408793" y="3155654"/>
                </a:lnTo>
                <a:lnTo>
                  <a:pt x="408890" y="3178688"/>
                </a:lnTo>
                <a:lnTo>
                  <a:pt x="409088" y="3201722"/>
                </a:lnTo>
                <a:lnTo>
                  <a:pt x="409460" y="3224756"/>
                </a:lnTo>
                <a:lnTo>
                  <a:pt x="410112" y="3247790"/>
                </a:lnTo>
                <a:lnTo>
                  <a:pt x="411186" y="3270824"/>
                </a:lnTo>
                <a:lnTo>
                  <a:pt x="412864" y="3293858"/>
                </a:lnTo>
                <a:lnTo>
                  <a:pt x="415363" y="3316892"/>
                </a:lnTo>
                <a:lnTo>
                  <a:pt x="418935" y="3339926"/>
                </a:lnTo>
                <a:lnTo>
                  <a:pt x="423847" y="3362960"/>
                </a:lnTo>
                <a:lnTo>
                  <a:pt x="430364" y="3385994"/>
                </a:lnTo>
                <a:lnTo>
                  <a:pt x="438714" y="3409028"/>
                </a:lnTo>
                <a:lnTo>
                  <a:pt x="449055" y="3432062"/>
                </a:lnTo>
                <a:lnTo>
                  <a:pt x="461430" y="3455096"/>
                </a:lnTo>
                <a:lnTo>
                  <a:pt x="475728" y="3478130"/>
                </a:lnTo>
                <a:lnTo>
                  <a:pt x="491655" y="3501164"/>
                </a:lnTo>
                <a:lnTo>
                  <a:pt x="508718" y="3524198"/>
                </a:lnTo>
                <a:lnTo>
                  <a:pt x="526235" y="3547232"/>
                </a:lnTo>
                <a:lnTo>
                  <a:pt x="543367" y="3570266"/>
                </a:lnTo>
                <a:lnTo>
                  <a:pt x="559179" y="3593300"/>
                </a:lnTo>
                <a:lnTo>
                  <a:pt x="572719" y="3616334"/>
                </a:lnTo>
                <a:lnTo>
                  <a:pt x="583114" y="3639368"/>
                </a:lnTo>
                <a:lnTo>
                  <a:pt x="589657" y="3662402"/>
                </a:lnTo>
                <a:lnTo>
                  <a:pt x="591891" y="3685436"/>
                </a:lnTo>
                <a:lnTo>
                  <a:pt x="591891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736" name="e_full_violin_4185">
            <a:extLst>
              <a:ext uri="{FF2B5EF4-FFF2-40B4-BE49-F238E27FC236}">
                <a16:creationId xmlns:a16="http://schemas.microsoft.com/office/drawing/2014/main" id="{A3FCA0DA-FC86-45CE-ACB9-B7797773011F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7" name="e_full_violin_4186">
            <a:extLst>
              <a:ext uri="{FF2B5EF4-FFF2-40B4-BE49-F238E27FC236}">
                <a16:creationId xmlns:a16="http://schemas.microsoft.com/office/drawing/2014/main" id="{B97AFD96-AE69-4E0D-AAEB-94E7390F0B0F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8" name="e_full_violin_4187">
            <a:extLst>
              <a:ext uri="{FF2B5EF4-FFF2-40B4-BE49-F238E27FC236}">
                <a16:creationId xmlns:a16="http://schemas.microsoft.com/office/drawing/2014/main" id="{F3D6D698-A470-4196-BA2B-3408A6F3C01A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9" name="e_full_violin_4188">
            <a:extLst>
              <a:ext uri="{FF2B5EF4-FFF2-40B4-BE49-F238E27FC236}">
                <a16:creationId xmlns:a16="http://schemas.microsoft.com/office/drawing/2014/main" id="{BB2B1BBE-67C3-49BF-B236-878EF1642A0A}"/>
              </a:ext>
            </a:extLst>
          </p:cNvPr>
          <p:cNvSpPr>
            <a:spLocks noGrp="1"/>
          </p:cNvSpPr>
          <p:nvPr/>
        </p:nvSpPr>
        <p:spPr>
          <a:xfrm>
            <a:off x="7225772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0" name="e_full_violin_4189">
            <a:extLst>
              <a:ext uri="{FF2B5EF4-FFF2-40B4-BE49-F238E27FC236}">
                <a16:creationId xmlns:a16="http://schemas.microsoft.com/office/drawing/2014/main" id="{81D18AD4-7E89-4228-AC7B-142171389FB1}"/>
              </a:ext>
            </a:extLst>
          </p:cNvPr>
          <p:cNvSpPr>
            <a:spLocks noGrp="1"/>
          </p:cNvSpPr>
          <p:nvPr/>
        </p:nvSpPr>
        <p:spPr>
          <a:xfrm>
            <a:off x="7145336" y="400177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1" name="e_full_violin_4190">
            <a:extLst>
              <a:ext uri="{FF2B5EF4-FFF2-40B4-BE49-F238E27FC236}">
                <a16:creationId xmlns:a16="http://schemas.microsoft.com/office/drawing/2014/main" id="{9A81ADFB-E4CF-4DAB-A0F9-A658C2043EDD}"/>
              </a:ext>
            </a:extLst>
          </p:cNvPr>
          <p:cNvSpPr>
            <a:spLocks noGrp="1"/>
          </p:cNvSpPr>
          <p:nvPr/>
        </p:nvSpPr>
        <p:spPr>
          <a:xfrm>
            <a:off x="72559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2" name="e_full_violin_4191">
            <a:extLst>
              <a:ext uri="{FF2B5EF4-FFF2-40B4-BE49-F238E27FC236}">
                <a16:creationId xmlns:a16="http://schemas.microsoft.com/office/drawing/2014/main" id="{30ED7905-48EB-4A0E-9CB5-58F2328F4372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3" name="e_full_violin_4192">
            <a:extLst>
              <a:ext uri="{FF2B5EF4-FFF2-40B4-BE49-F238E27FC236}">
                <a16:creationId xmlns:a16="http://schemas.microsoft.com/office/drawing/2014/main" id="{0DB3D265-D6A9-4306-99F6-23EDDE66CA40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4" name="e_full_violin_4193">
            <a:extLst>
              <a:ext uri="{FF2B5EF4-FFF2-40B4-BE49-F238E27FC236}">
                <a16:creationId xmlns:a16="http://schemas.microsoft.com/office/drawing/2014/main" id="{031CCF5F-8176-4316-BD96-2DCE939AA6DF}"/>
              </a:ext>
            </a:extLst>
          </p:cNvPr>
          <p:cNvSpPr>
            <a:spLocks noGrp="1"/>
          </p:cNvSpPr>
          <p:nvPr/>
        </p:nvSpPr>
        <p:spPr>
          <a:xfrm>
            <a:off x="7525709" y="515266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5" name="e_full_violin_4194">
            <a:extLst>
              <a:ext uri="{FF2B5EF4-FFF2-40B4-BE49-F238E27FC236}">
                <a16:creationId xmlns:a16="http://schemas.microsoft.com/office/drawing/2014/main" id="{AF2FED6A-848C-43D7-812C-8097072DEEC9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6" name="e_full_violin_4195">
            <a:extLst>
              <a:ext uri="{FF2B5EF4-FFF2-40B4-BE49-F238E27FC236}">
                <a16:creationId xmlns:a16="http://schemas.microsoft.com/office/drawing/2014/main" id="{7A0C913E-F86F-460A-B4F5-1CD5FF8AFE8D}"/>
              </a:ext>
            </a:extLst>
          </p:cNvPr>
          <p:cNvSpPr>
            <a:spLocks noGrp="1"/>
          </p:cNvSpPr>
          <p:nvPr/>
        </p:nvSpPr>
        <p:spPr>
          <a:xfrm>
            <a:off x="733572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7" name="e_full_violin_4196">
            <a:extLst>
              <a:ext uri="{FF2B5EF4-FFF2-40B4-BE49-F238E27FC236}">
                <a16:creationId xmlns:a16="http://schemas.microsoft.com/office/drawing/2014/main" id="{7FEEE838-770E-4F72-9E6A-F26A1A327CA3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8" name="e_full_violin_4197">
            <a:extLst>
              <a:ext uri="{FF2B5EF4-FFF2-40B4-BE49-F238E27FC236}">
                <a16:creationId xmlns:a16="http://schemas.microsoft.com/office/drawing/2014/main" id="{4829E099-A727-4616-9D00-67DCB249DF4C}"/>
              </a:ext>
            </a:extLst>
          </p:cNvPr>
          <p:cNvSpPr>
            <a:spLocks noGrp="1"/>
          </p:cNvSpPr>
          <p:nvPr/>
        </p:nvSpPr>
        <p:spPr>
          <a:xfrm>
            <a:off x="70914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9" name="e_full_violin_4198">
            <a:extLst>
              <a:ext uri="{FF2B5EF4-FFF2-40B4-BE49-F238E27FC236}">
                <a16:creationId xmlns:a16="http://schemas.microsoft.com/office/drawing/2014/main" id="{215CB0CB-4001-4678-9950-C3C67EE1B429}"/>
              </a:ext>
            </a:extLst>
          </p:cNvPr>
          <p:cNvSpPr>
            <a:spLocks noGrp="1"/>
          </p:cNvSpPr>
          <p:nvPr/>
        </p:nvSpPr>
        <p:spPr>
          <a:xfrm>
            <a:off x="7138736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0" name="e_full_violin_4199">
            <a:extLst>
              <a:ext uri="{FF2B5EF4-FFF2-40B4-BE49-F238E27FC236}">
                <a16:creationId xmlns:a16="http://schemas.microsoft.com/office/drawing/2014/main" id="{34EC0FD3-8624-48CD-81B2-FAC2C30470D0}"/>
              </a:ext>
            </a:extLst>
          </p:cNvPr>
          <p:cNvSpPr>
            <a:spLocks noGrp="1"/>
          </p:cNvSpPr>
          <p:nvPr/>
        </p:nvSpPr>
        <p:spPr>
          <a:xfrm>
            <a:off x="718806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1" name="e_full_violin_4200">
            <a:extLst>
              <a:ext uri="{FF2B5EF4-FFF2-40B4-BE49-F238E27FC236}">
                <a16:creationId xmlns:a16="http://schemas.microsoft.com/office/drawing/2014/main" id="{61BE4BC7-4A58-4004-AE69-2D0A3613E109}"/>
              </a:ext>
            </a:extLst>
          </p:cNvPr>
          <p:cNvSpPr>
            <a:spLocks noGrp="1"/>
          </p:cNvSpPr>
          <p:nvPr/>
        </p:nvSpPr>
        <p:spPr>
          <a:xfrm>
            <a:off x="717283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2" name="e_full_violin_4201">
            <a:extLst>
              <a:ext uri="{FF2B5EF4-FFF2-40B4-BE49-F238E27FC236}">
                <a16:creationId xmlns:a16="http://schemas.microsoft.com/office/drawing/2014/main" id="{0CEC6635-7CB1-44F8-AA94-0069647A27DB}"/>
              </a:ext>
            </a:extLst>
          </p:cNvPr>
          <p:cNvSpPr>
            <a:spLocks noGrp="1"/>
          </p:cNvSpPr>
          <p:nvPr/>
        </p:nvSpPr>
        <p:spPr>
          <a:xfrm>
            <a:off x="70717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3" name="e_full_violin_4202">
            <a:extLst>
              <a:ext uri="{FF2B5EF4-FFF2-40B4-BE49-F238E27FC236}">
                <a16:creationId xmlns:a16="http://schemas.microsoft.com/office/drawing/2014/main" id="{12EA8655-1CC8-4998-99A6-C7F0032088B7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4" name="e_full_violin_4203">
            <a:extLst>
              <a:ext uri="{FF2B5EF4-FFF2-40B4-BE49-F238E27FC236}">
                <a16:creationId xmlns:a16="http://schemas.microsoft.com/office/drawing/2014/main" id="{C1DB97B8-A6B5-42B5-9872-6137EE841B7C}"/>
              </a:ext>
            </a:extLst>
          </p:cNvPr>
          <p:cNvSpPr>
            <a:spLocks noGrp="1"/>
          </p:cNvSpPr>
          <p:nvPr/>
        </p:nvSpPr>
        <p:spPr>
          <a:xfrm>
            <a:off x="74660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5" name="e_full_violin_4204">
            <a:extLst>
              <a:ext uri="{FF2B5EF4-FFF2-40B4-BE49-F238E27FC236}">
                <a16:creationId xmlns:a16="http://schemas.microsoft.com/office/drawing/2014/main" id="{8D37C4C7-056D-496B-8EF3-9702B656D3F4}"/>
              </a:ext>
            </a:extLst>
          </p:cNvPr>
          <p:cNvSpPr>
            <a:spLocks noGrp="1"/>
          </p:cNvSpPr>
          <p:nvPr/>
        </p:nvSpPr>
        <p:spPr>
          <a:xfrm>
            <a:off x="709439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6" name="e_full_violin_4205">
            <a:extLst>
              <a:ext uri="{FF2B5EF4-FFF2-40B4-BE49-F238E27FC236}">
                <a16:creationId xmlns:a16="http://schemas.microsoft.com/office/drawing/2014/main" id="{17C8B64C-A571-4DB8-B6EB-A5D01270DB58}"/>
              </a:ext>
            </a:extLst>
          </p:cNvPr>
          <p:cNvSpPr>
            <a:spLocks noGrp="1"/>
          </p:cNvSpPr>
          <p:nvPr/>
        </p:nvSpPr>
        <p:spPr>
          <a:xfrm>
            <a:off x="7372435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7" name="e_full_violin_4206">
            <a:extLst>
              <a:ext uri="{FF2B5EF4-FFF2-40B4-BE49-F238E27FC236}">
                <a16:creationId xmlns:a16="http://schemas.microsoft.com/office/drawing/2014/main" id="{5D9FFEEF-6229-4E2F-B242-036D0D599511}"/>
              </a:ext>
            </a:extLst>
          </p:cNvPr>
          <p:cNvSpPr>
            <a:spLocks noGrp="1"/>
          </p:cNvSpPr>
          <p:nvPr/>
        </p:nvSpPr>
        <p:spPr>
          <a:xfrm>
            <a:off x="74179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8" name="e_full_violin_4207">
            <a:extLst>
              <a:ext uri="{FF2B5EF4-FFF2-40B4-BE49-F238E27FC236}">
                <a16:creationId xmlns:a16="http://schemas.microsoft.com/office/drawing/2014/main" id="{64346C6A-138D-4DA7-9295-42D121B54560}"/>
              </a:ext>
            </a:extLst>
          </p:cNvPr>
          <p:cNvSpPr>
            <a:spLocks noGrp="1"/>
          </p:cNvSpPr>
          <p:nvPr/>
        </p:nvSpPr>
        <p:spPr>
          <a:xfrm>
            <a:off x="7206179" y="31870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9" name="e_full_violin_4208">
            <a:extLst>
              <a:ext uri="{FF2B5EF4-FFF2-40B4-BE49-F238E27FC236}">
                <a16:creationId xmlns:a16="http://schemas.microsoft.com/office/drawing/2014/main" id="{7FA8A719-703C-4120-87BB-BC1719DD423E}"/>
              </a:ext>
            </a:extLst>
          </p:cNvPr>
          <p:cNvSpPr>
            <a:spLocks noGrp="1"/>
          </p:cNvSpPr>
          <p:nvPr/>
        </p:nvSpPr>
        <p:spPr>
          <a:xfrm>
            <a:off x="7450023" y="383204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0" name="e_full_violin_4209">
            <a:extLst>
              <a:ext uri="{FF2B5EF4-FFF2-40B4-BE49-F238E27FC236}">
                <a16:creationId xmlns:a16="http://schemas.microsoft.com/office/drawing/2014/main" id="{D0CB0292-EE4D-4A16-8C68-DE50223D837E}"/>
              </a:ext>
            </a:extLst>
          </p:cNvPr>
          <p:cNvSpPr>
            <a:spLocks noGrp="1"/>
          </p:cNvSpPr>
          <p:nvPr/>
        </p:nvSpPr>
        <p:spPr>
          <a:xfrm>
            <a:off x="7281107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1" name="e_full_violin_4210">
            <a:extLst>
              <a:ext uri="{FF2B5EF4-FFF2-40B4-BE49-F238E27FC236}">
                <a16:creationId xmlns:a16="http://schemas.microsoft.com/office/drawing/2014/main" id="{2AD7971E-BDF1-4844-90CD-9670BECEF034}"/>
              </a:ext>
            </a:extLst>
          </p:cNvPr>
          <p:cNvSpPr>
            <a:spLocks noGrp="1"/>
          </p:cNvSpPr>
          <p:nvPr/>
        </p:nvSpPr>
        <p:spPr>
          <a:xfrm>
            <a:off x="72926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2" name="e_full_violin_4211">
            <a:extLst>
              <a:ext uri="{FF2B5EF4-FFF2-40B4-BE49-F238E27FC236}">
                <a16:creationId xmlns:a16="http://schemas.microsoft.com/office/drawing/2014/main" id="{FA0847FA-B2C2-4422-806E-8DBCB3183ADC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3" name="e_full_violin_4212">
            <a:extLst>
              <a:ext uri="{FF2B5EF4-FFF2-40B4-BE49-F238E27FC236}">
                <a16:creationId xmlns:a16="http://schemas.microsoft.com/office/drawing/2014/main" id="{B5FF6AA4-06B1-45E9-A0E0-C3C50E1EA073}"/>
              </a:ext>
            </a:extLst>
          </p:cNvPr>
          <p:cNvSpPr>
            <a:spLocks noGrp="1"/>
          </p:cNvSpPr>
          <p:nvPr/>
        </p:nvSpPr>
        <p:spPr>
          <a:xfrm>
            <a:off x="7442033" y="5284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4" name="e_full_violin_4213">
            <a:extLst>
              <a:ext uri="{FF2B5EF4-FFF2-40B4-BE49-F238E27FC236}">
                <a16:creationId xmlns:a16="http://schemas.microsoft.com/office/drawing/2014/main" id="{03DC65B7-239F-4D28-BFE6-606B73D0E198}"/>
              </a:ext>
            </a:extLst>
          </p:cNvPr>
          <p:cNvSpPr>
            <a:spLocks noGrp="1"/>
          </p:cNvSpPr>
          <p:nvPr/>
        </p:nvSpPr>
        <p:spPr>
          <a:xfrm>
            <a:off x="7382707" y="508246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5" name="e_full_violin_4214">
            <a:extLst>
              <a:ext uri="{FF2B5EF4-FFF2-40B4-BE49-F238E27FC236}">
                <a16:creationId xmlns:a16="http://schemas.microsoft.com/office/drawing/2014/main" id="{6640D55C-3E37-4EFB-9919-00941F28A396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6" name="e_full_violin_4215">
            <a:extLst>
              <a:ext uri="{FF2B5EF4-FFF2-40B4-BE49-F238E27FC236}">
                <a16:creationId xmlns:a16="http://schemas.microsoft.com/office/drawing/2014/main" id="{D5E81FDA-4A82-46B5-9D8B-070A7E26F38D}"/>
              </a:ext>
            </a:extLst>
          </p:cNvPr>
          <p:cNvSpPr>
            <a:spLocks noGrp="1"/>
          </p:cNvSpPr>
          <p:nvPr/>
        </p:nvSpPr>
        <p:spPr>
          <a:xfrm>
            <a:off x="741467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7" name="e_full_violin_4216">
            <a:extLst>
              <a:ext uri="{FF2B5EF4-FFF2-40B4-BE49-F238E27FC236}">
                <a16:creationId xmlns:a16="http://schemas.microsoft.com/office/drawing/2014/main" id="{3B8157FF-4D3D-419A-AAB4-571485BDF7F1}"/>
              </a:ext>
            </a:extLst>
          </p:cNvPr>
          <p:cNvSpPr>
            <a:spLocks noGrp="1"/>
          </p:cNvSpPr>
          <p:nvPr/>
        </p:nvSpPr>
        <p:spPr>
          <a:xfrm>
            <a:off x="7427364" y="556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8" name="e_full_violin_4217">
            <a:extLst>
              <a:ext uri="{FF2B5EF4-FFF2-40B4-BE49-F238E27FC236}">
                <a16:creationId xmlns:a16="http://schemas.microsoft.com/office/drawing/2014/main" id="{6AAB0671-3A2B-4DE0-9F15-435383B53073}"/>
              </a:ext>
            </a:extLst>
          </p:cNvPr>
          <p:cNvSpPr>
            <a:spLocks noGrp="1"/>
          </p:cNvSpPr>
          <p:nvPr/>
        </p:nvSpPr>
        <p:spPr>
          <a:xfrm>
            <a:off x="7242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9" name="e_full_violin_4218">
            <a:extLst>
              <a:ext uri="{FF2B5EF4-FFF2-40B4-BE49-F238E27FC236}">
                <a16:creationId xmlns:a16="http://schemas.microsoft.com/office/drawing/2014/main" id="{999CC969-7C24-4A68-AB74-D31366EB52A7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0" name="e_full_violin_4219">
            <a:extLst>
              <a:ext uri="{FF2B5EF4-FFF2-40B4-BE49-F238E27FC236}">
                <a16:creationId xmlns:a16="http://schemas.microsoft.com/office/drawing/2014/main" id="{E5AFEF2A-8A59-4BBA-A693-1F75C662D5C6}"/>
              </a:ext>
            </a:extLst>
          </p:cNvPr>
          <p:cNvSpPr>
            <a:spLocks noGrp="1"/>
          </p:cNvSpPr>
          <p:nvPr/>
        </p:nvSpPr>
        <p:spPr>
          <a:xfrm>
            <a:off x="718535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1" name="e_full_violin_4220">
            <a:extLst>
              <a:ext uri="{FF2B5EF4-FFF2-40B4-BE49-F238E27FC236}">
                <a16:creationId xmlns:a16="http://schemas.microsoft.com/office/drawing/2014/main" id="{9789CD8D-0B9A-45E6-8E8A-9A3E2B6A5CB7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2" name="e_full_violin_4221">
            <a:extLst>
              <a:ext uri="{FF2B5EF4-FFF2-40B4-BE49-F238E27FC236}">
                <a16:creationId xmlns:a16="http://schemas.microsoft.com/office/drawing/2014/main" id="{2828237D-5C50-4596-9B15-1D8EE28825A9}"/>
              </a:ext>
            </a:extLst>
          </p:cNvPr>
          <p:cNvSpPr>
            <a:spLocks noGrp="1"/>
          </p:cNvSpPr>
          <p:nvPr/>
        </p:nvSpPr>
        <p:spPr>
          <a:xfrm>
            <a:off x="71885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3" name="e_full_violin_4222">
            <a:extLst>
              <a:ext uri="{FF2B5EF4-FFF2-40B4-BE49-F238E27FC236}">
                <a16:creationId xmlns:a16="http://schemas.microsoft.com/office/drawing/2014/main" id="{36B7BEA2-235D-4FC9-8A28-6E01C1600E1C}"/>
              </a:ext>
            </a:extLst>
          </p:cNvPr>
          <p:cNvSpPr>
            <a:spLocks noGrp="1"/>
          </p:cNvSpPr>
          <p:nvPr/>
        </p:nvSpPr>
        <p:spPr>
          <a:xfrm>
            <a:off x="70670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4" name="e_full_violin_4223">
            <a:extLst>
              <a:ext uri="{FF2B5EF4-FFF2-40B4-BE49-F238E27FC236}">
                <a16:creationId xmlns:a16="http://schemas.microsoft.com/office/drawing/2014/main" id="{657DF8EF-3F22-40B9-A6D7-3848AD984C7E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5" name="e_full_violin_4224">
            <a:extLst>
              <a:ext uri="{FF2B5EF4-FFF2-40B4-BE49-F238E27FC236}">
                <a16:creationId xmlns:a16="http://schemas.microsoft.com/office/drawing/2014/main" id="{ABFF7711-DABA-4D50-A005-4BD9650C8F0B}"/>
              </a:ext>
            </a:extLst>
          </p:cNvPr>
          <p:cNvSpPr>
            <a:spLocks noGrp="1"/>
          </p:cNvSpPr>
          <p:nvPr/>
        </p:nvSpPr>
        <p:spPr>
          <a:xfrm>
            <a:off x="7380746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6" name="e_full_violin_4225">
            <a:extLst>
              <a:ext uri="{FF2B5EF4-FFF2-40B4-BE49-F238E27FC236}">
                <a16:creationId xmlns:a16="http://schemas.microsoft.com/office/drawing/2014/main" id="{2F7E6380-2E7D-41C5-9B93-087DF60AF44B}"/>
              </a:ext>
            </a:extLst>
          </p:cNvPr>
          <p:cNvSpPr>
            <a:spLocks noGrp="1"/>
          </p:cNvSpPr>
          <p:nvPr/>
        </p:nvSpPr>
        <p:spPr>
          <a:xfrm>
            <a:off x="74690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7" name="e_full_violin_4226">
            <a:extLst>
              <a:ext uri="{FF2B5EF4-FFF2-40B4-BE49-F238E27FC236}">
                <a16:creationId xmlns:a16="http://schemas.microsoft.com/office/drawing/2014/main" id="{728224A9-CA1B-4C0E-84EB-8731EE4CCF91}"/>
              </a:ext>
            </a:extLst>
          </p:cNvPr>
          <p:cNvSpPr>
            <a:spLocks noGrp="1"/>
          </p:cNvSpPr>
          <p:nvPr/>
        </p:nvSpPr>
        <p:spPr>
          <a:xfrm>
            <a:off x="705595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8" name="e_full_violin_4227">
            <a:extLst>
              <a:ext uri="{FF2B5EF4-FFF2-40B4-BE49-F238E27FC236}">
                <a16:creationId xmlns:a16="http://schemas.microsoft.com/office/drawing/2014/main" id="{133352A8-990B-4231-A4E5-8C3FDA7FF9B2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9" name="e_full_violin_4228">
            <a:extLst>
              <a:ext uri="{FF2B5EF4-FFF2-40B4-BE49-F238E27FC236}">
                <a16:creationId xmlns:a16="http://schemas.microsoft.com/office/drawing/2014/main" id="{D4A5E7AB-5D43-41DC-B29A-B95AEC549193}"/>
              </a:ext>
            </a:extLst>
          </p:cNvPr>
          <p:cNvSpPr>
            <a:spLocks noGrp="1"/>
          </p:cNvSpPr>
          <p:nvPr/>
        </p:nvSpPr>
        <p:spPr>
          <a:xfrm>
            <a:off x="74518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0" name="e_full_violin_4229">
            <a:extLst>
              <a:ext uri="{FF2B5EF4-FFF2-40B4-BE49-F238E27FC236}">
                <a16:creationId xmlns:a16="http://schemas.microsoft.com/office/drawing/2014/main" id="{76BF4670-8368-47BC-BD1A-27169E9B6167}"/>
              </a:ext>
            </a:extLst>
          </p:cNvPr>
          <p:cNvSpPr>
            <a:spLocks noGrp="1"/>
          </p:cNvSpPr>
          <p:nvPr/>
        </p:nvSpPr>
        <p:spPr>
          <a:xfrm>
            <a:off x="70446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1" name="e_full_violin_4230">
            <a:extLst>
              <a:ext uri="{FF2B5EF4-FFF2-40B4-BE49-F238E27FC236}">
                <a16:creationId xmlns:a16="http://schemas.microsoft.com/office/drawing/2014/main" id="{C66D6C06-DFB3-4910-B45D-4E6EA1DB2B10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2" name="e_full_violin_4231">
            <a:extLst>
              <a:ext uri="{FF2B5EF4-FFF2-40B4-BE49-F238E27FC236}">
                <a16:creationId xmlns:a16="http://schemas.microsoft.com/office/drawing/2014/main" id="{82320DF7-1B5A-4534-AEA5-59B81A38BA84}"/>
              </a:ext>
            </a:extLst>
          </p:cNvPr>
          <p:cNvSpPr>
            <a:spLocks noGrp="1"/>
          </p:cNvSpPr>
          <p:nvPr/>
        </p:nvSpPr>
        <p:spPr>
          <a:xfrm>
            <a:off x="737391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3" name="e_full_violin_4232">
            <a:extLst>
              <a:ext uri="{FF2B5EF4-FFF2-40B4-BE49-F238E27FC236}">
                <a16:creationId xmlns:a16="http://schemas.microsoft.com/office/drawing/2014/main" id="{25A2F894-58DA-4B7A-9ADC-CE4810D8F287}"/>
              </a:ext>
            </a:extLst>
          </p:cNvPr>
          <p:cNvSpPr>
            <a:spLocks noGrp="1"/>
          </p:cNvSpPr>
          <p:nvPr/>
        </p:nvSpPr>
        <p:spPr>
          <a:xfrm>
            <a:off x="71201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4" name="e_full_violin_4233">
            <a:extLst>
              <a:ext uri="{FF2B5EF4-FFF2-40B4-BE49-F238E27FC236}">
                <a16:creationId xmlns:a16="http://schemas.microsoft.com/office/drawing/2014/main" id="{F25A37E8-9B34-448E-8A98-109A6224F715}"/>
              </a:ext>
            </a:extLst>
          </p:cNvPr>
          <p:cNvSpPr>
            <a:spLocks noGrp="1"/>
          </p:cNvSpPr>
          <p:nvPr/>
        </p:nvSpPr>
        <p:spPr>
          <a:xfrm>
            <a:off x="728052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5" name="e_full_violin_4234">
            <a:extLst>
              <a:ext uri="{FF2B5EF4-FFF2-40B4-BE49-F238E27FC236}">
                <a16:creationId xmlns:a16="http://schemas.microsoft.com/office/drawing/2014/main" id="{94D258C7-BA39-4DEC-97A3-D83DDC8AABD4}"/>
              </a:ext>
            </a:extLst>
          </p:cNvPr>
          <p:cNvSpPr>
            <a:spLocks noGrp="1"/>
          </p:cNvSpPr>
          <p:nvPr/>
        </p:nvSpPr>
        <p:spPr>
          <a:xfrm>
            <a:off x="7459613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6" name="e_full_violin_4235">
            <a:extLst>
              <a:ext uri="{FF2B5EF4-FFF2-40B4-BE49-F238E27FC236}">
                <a16:creationId xmlns:a16="http://schemas.microsoft.com/office/drawing/2014/main" id="{6B142F5F-4788-461B-8E0C-5F2303D105DE}"/>
              </a:ext>
            </a:extLst>
          </p:cNvPr>
          <p:cNvSpPr>
            <a:spLocks noGrp="1"/>
          </p:cNvSpPr>
          <p:nvPr/>
        </p:nvSpPr>
        <p:spPr>
          <a:xfrm>
            <a:off x="7226134" y="49837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7" name="e_full_violin_4236">
            <a:extLst>
              <a:ext uri="{FF2B5EF4-FFF2-40B4-BE49-F238E27FC236}">
                <a16:creationId xmlns:a16="http://schemas.microsoft.com/office/drawing/2014/main" id="{5BBD6D37-030E-4521-9B57-997F730A8888}"/>
              </a:ext>
            </a:extLst>
          </p:cNvPr>
          <p:cNvSpPr>
            <a:spLocks noGrp="1"/>
          </p:cNvSpPr>
          <p:nvPr/>
        </p:nvSpPr>
        <p:spPr>
          <a:xfrm>
            <a:off x="707898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8" name="e_full_violin_4237">
            <a:extLst>
              <a:ext uri="{FF2B5EF4-FFF2-40B4-BE49-F238E27FC236}">
                <a16:creationId xmlns:a16="http://schemas.microsoft.com/office/drawing/2014/main" id="{C0299A1A-6AF7-4388-9FA4-5E521DA6CB77}"/>
              </a:ext>
            </a:extLst>
          </p:cNvPr>
          <p:cNvSpPr>
            <a:spLocks noGrp="1"/>
          </p:cNvSpPr>
          <p:nvPr/>
        </p:nvSpPr>
        <p:spPr>
          <a:xfrm>
            <a:off x="7433741" y="268034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9" name="e_full_violin_4238">
            <a:extLst>
              <a:ext uri="{FF2B5EF4-FFF2-40B4-BE49-F238E27FC236}">
                <a16:creationId xmlns:a16="http://schemas.microsoft.com/office/drawing/2014/main" id="{EB613A3B-08A5-4413-809F-30E66112EDC7}"/>
              </a:ext>
            </a:extLst>
          </p:cNvPr>
          <p:cNvSpPr>
            <a:spLocks noGrp="1"/>
          </p:cNvSpPr>
          <p:nvPr/>
        </p:nvSpPr>
        <p:spPr>
          <a:xfrm>
            <a:off x="7142034" y="336146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0" name="e_full_violin_4239">
            <a:extLst>
              <a:ext uri="{FF2B5EF4-FFF2-40B4-BE49-F238E27FC236}">
                <a16:creationId xmlns:a16="http://schemas.microsoft.com/office/drawing/2014/main" id="{858C4935-FA19-4790-BF25-F739423333B1}"/>
              </a:ext>
            </a:extLst>
          </p:cNvPr>
          <p:cNvSpPr>
            <a:spLocks noGrp="1"/>
          </p:cNvSpPr>
          <p:nvPr/>
        </p:nvSpPr>
        <p:spPr>
          <a:xfrm>
            <a:off x="7235748" y="438047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1" name="e_full_violin_4240">
            <a:extLst>
              <a:ext uri="{FF2B5EF4-FFF2-40B4-BE49-F238E27FC236}">
                <a16:creationId xmlns:a16="http://schemas.microsoft.com/office/drawing/2014/main" id="{285E55E7-3CAA-4338-B50F-6040EC84EA2C}"/>
              </a:ext>
            </a:extLst>
          </p:cNvPr>
          <p:cNvSpPr>
            <a:spLocks noGrp="1"/>
          </p:cNvSpPr>
          <p:nvPr/>
        </p:nvSpPr>
        <p:spPr>
          <a:xfrm>
            <a:off x="72865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2" name="e_full_violin_4241">
            <a:extLst>
              <a:ext uri="{FF2B5EF4-FFF2-40B4-BE49-F238E27FC236}">
                <a16:creationId xmlns:a16="http://schemas.microsoft.com/office/drawing/2014/main" id="{9052809D-BB84-417B-916A-AD11121274E9}"/>
              </a:ext>
            </a:extLst>
          </p:cNvPr>
          <p:cNvSpPr>
            <a:spLocks noGrp="1"/>
          </p:cNvSpPr>
          <p:nvPr/>
        </p:nvSpPr>
        <p:spPr>
          <a:xfrm>
            <a:off x="7023881" y="560895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3" name="e_full_violin_4242">
            <a:extLst>
              <a:ext uri="{FF2B5EF4-FFF2-40B4-BE49-F238E27FC236}">
                <a16:creationId xmlns:a16="http://schemas.microsoft.com/office/drawing/2014/main" id="{05CC2951-E8C0-4694-B422-2C5FB7EC5DE4}"/>
              </a:ext>
            </a:extLst>
          </p:cNvPr>
          <p:cNvSpPr>
            <a:spLocks noGrp="1"/>
          </p:cNvSpPr>
          <p:nvPr/>
        </p:nvSpPr>
        <p:spPr>
          <a:xfrm>
            <a:off x="74444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4" name="e_full_violin_4243">
            <a:extLst>
              <a:ext uri="{FF2B5EF4-FFF2-40B4-BE49-F238E27FC236}">
                <a16:creationId xmlns:a16="http://schemas.microsoft.com/office/drawing/2014/main" id="{050FAC29-F246-4462-8514-B3271E4523FC}"/>
              </a:ext>
            </a:extLst>
          </p:cNvPr>
          <p:cNvSpPr>
            <a:spLocks noGrp="1"/>
          </p:cNvSpPr>
          <p:nvPr/>
        </p:nvSpPr>
        <p:spPr>
          <a:xfrm>
            <a:off x="7496961" y="60314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5" name="e_full_violin_4244">
            <a:extLst>
              <a:ext uri="{FF2B5EF4-FFF2-40B4-BE49-F238E27FC236}">
                <a16:creationId xmlns:a16="http://schemas.microsoft.com/office/drawing/2014/main" id="{834521C5-3F64-42AC-8C34-EC1807FEA300}"/>
              </a:ext>
            </a:extLst>
          </p:cNvPr>
          <p:cNvSpPr>
            <a:spLocks noGrp="1"/>
          </p:cNvSpPr>
          <p:nvPr/>
        </p:nvSpPr>
        <p:spPr>
          <a:xfrm>
            <a:off x="716466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6" name="e_full_violin_4245">
            <a:extLst>
              <a:ext uri="{FF2B5EF4-FFF2-40B4-BE49-F238E27FC236}">
                <a16:creationId xmlns:a16="http://schemas.microsoft.com/office/drawing/2014/main" id="{70C24777-DFE6-4017-8D14-1FF74C91EF35}"/>
              </a:ext>
            </a:extLst>
          </p:cNvPr>
          <p:cNvSpPr>
            <a:spLocks noGrp="1"/>
          </p:cNvSpPr>
          <p:nvPr/>
        </p:nvSpPr>
        <p:spPr>
          <a:xfrm>
            <a:off x="73441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7" name="e_full_violin_4246">
            <a:extLst>
              <a:ext uri="{FF2B5EF4-FFF2-40B4-BE49-F238E27FC236}">
                <a16:creationId xmlns:a16="http://schemas.microsoft.com/office/drawing/2014/main" id="{B3D85C34-E142-4989-9276-5CEC00C88438}"/>
              </a:ext>
            </a:extLst>
          </p:cNvPr>
          <p:cNvSpPr>
            <a:spLocks noGrp="1"/>
          </p:cNvSpPr>
          <p:nvPr/>
        </p:nvSpPr>
        <p:spPr>
          <a:xfrm>
            <a:off x="71926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8" name="e_full_violin_4247">
            <a:extLst>
              <a:ext uri="{FF2B5EF4-FFF2-40B4-BE49-F238E27FC236}">
                <a16:creationId xmlns:a16="http://schemas.microsoft.com/office/drawing/2014/main" id="{90DA9968-86BD-4B72-83ED-52BEAFD4E9EE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9" name="e_full_violin_4248">
            <a:extLst>
              <a:ext uri="{FF2B5EF4-FFF2-40B4-BE49-F238E27FC236}">
                <a16:creationId xmlns:a16="http://schemas.microsoft.com/office/drawing/2014/main" id="{F69B9BC2-2D89-4068-8778-5F04755F5BEB}"/>
              </a:ext>
            </a:extLst>
          </p:cNvPr>
          <p:cNvSpPr>
            <a:spLocks noGrp="1"/>
          </p:cNvSpPr>
          <p:nvPr/>
        </p:nvSpPr>
        <p:spPr>
          <a:xfrm>
            <a:off x="750282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0" name="e_full_violin_4249">
            <a:extLst>
              <a:ext uri="{FF2B5EF4-FFF2-40B4-BE49-F238E27FC236}">
                <a16:creationId xmlns:a16="http://schemas.microsoft.com/office/drawing/2014/main" id="{4B17D372-4ED1-4B7E-971F-0F7164216DB1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1" name="e_full_violin_4250">
            <a:extLst>
              <a:ext uri="{FF2B5EF4-FFF2-40B4-BE49-F238E27FC236}">
                <a16:creationId xmlns:a16="http://schemas.microsoft.com/office/drawing/2014/main" id="{16B5CF62-715B-4E85-8BA9-91B38AB53CD5}"/>
              </a:ext>
            </a:extLst>
          </p:cNvPr>
          <p:cNvSpPr>
            <a:spLocks noGrp="1"/>
          </p:cNvSpPr>
          <p:nvPr/>
        </p:nvSpPr>
        <p:spPr>
          <a:xfrm>
            <a:off x="7495882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2" name="e_full_violin_4251">
            <a:extLst>
              <a:ext uri="{FF2B5EF4-FFF2-40B4-BE49-F238E27FC236}">
                <a16:creationId xmlns:a16="http://schemas.microsoft.com/office/drawing/2014/main" id="{FC669DEB-1B3A-4DB4-AC9A-759A884CB98C}"/>
              </a:ext>
            </a:extLst>
          </p:cNvPr>
          <p:cNvSpPr>
            <a:spLocks noGrp="1"/>
          </p:cNvSpPr>
          <p:nvPr/>
        </p:nvSpPr>
        <p:spPr>
          <a:xfrm>
            <a:off x="7238707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3" name="e_full_violin_4252">
            <a:extLst>
              <a:ext uri="{FF2B5EF4-FFF2-40B4-BE49-F238E27FC236}">
                <a16:creationId xmlns:a16="http://schemas.microsoft.com/office/drawing/2014/main" id="{AAE30724-F85E-4348-8940-DCEF430CB542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4" name="e_full_violin_4253">
            <a:extLst>
              <a:ext uri="{FF2B5EF4-FFF2-40B4-BE49-F238E27FC236}">
                <a16:creationId xmlns:a16="http://schemas.microsoft.com/office/drawing/2014/main" id="{4DC201F2-7398-4B67-ACD4-1A9F1DAD511F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5" name="e_full_violin_4254">
            <a:extLst>
              <a:ext uri="{FF2B5EF4-FFF2-40B4-BE49-F238E27FC236}">
                <a16:creationId xmlns:a16="http://schemas.microsoft.com/office/drawing/2014/main" id="{C22F009D-26FF-4AC7-9AA2-7861B6CC42B1}"/>
              </a:ext>
            </a:extLst>
          </p:cNvPr>
          <p:cNvSpPr>
            <a:spLocks noGrp="1"/>
          </p:cNvSpPr>
          <p:nvPr/>
        </p:nvSpPr>
        <p:spPr>
          <a:xfrm>
            <a:off x="7319369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6" name="e_full_violin_4255">
            <a:extLst>
              <a:ext uri="{FF2B5EF4-FFF2-40B4-BE49-F238E27FC236}">
                <a16:creationId xmlns:a16="http://schemas.microsoft.com/office/drawing/2014/main" id="{5D911688-F058-4697-BB12-ADD0DC3B345C}"/>
              </a:ext>
            </a:extLst>
          </p:cNvPr>
          <p:cNvSpPr>
            <a:spLocks noGrp="1"/>
          </p:cNvSpPr>
          <p:nvPr/>
        </p:nvSpPr>
        <p:spPr>
          <a:xfrm>
            <a:off x="704134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7" name="e_full_violin_4256">
            <a:extLst>
              <a:ext uri="{FF2B5EF4-FFF2-40B4-BE49-F238E27FC236}">
                <a16:creationId xmlns:a16="http://schemas.microsoft.com/office/drawing/2014/main" id="{A9E9DCF3-56E7-4009-87A2-9357B2031BFF}"/>
              </a:ext>
            </a:extLst>
          </p:cNvPr>
          <p:cNvSpPr>
            <a:spLocks noGrp="1"/>
          </p:cNvSpPr>
          <p:nvPr/>
        </p:nvSpPr>
        <p:spPr>
          <a:xfrm>
            <a:off x="7131550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8" name="e_full_violin_4257">
            <a:extLst>
              <a:ext uri="{FF2B5EF4-FFF2-40B4-BE49-F238E27FC236}">
                <a16:creationId xmlns:a16="http://schemas.microsoft.com/office/drawing/2014/main" id="{A90341F8-6B13-4690-8470-A61CC9365CF6}"/>
              </a:ext>
            </a:extLst>
          </p:cNvPr>
          <p:cNvSpPr>
            <a:spLocks noGrp="1"/>
          </p:cNvSpPr>
          <p:nvPr/>
        </p:nvSpPr>
        <p:spPr>
          <a:xfrm>
            <a:off x="752136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9" name="e_full_violin_4258">
            <a:extLst>
              <a:ext uri="{FF2B5EF4-FFF2-40B4-BE49-F238E27FC236}">
                <a16:creationId xmlns:a16="http://schemas.microsoft.com/office/drawing/2014/main" id="{49E4BBA5-F599-4EF1-BC12-61DF0BB49641}"/>
              </a:ext>
            </a:extLst>
          </p:cNvPr>
          <p:cNvSpPr>
            <a:spLocks noGrp="1"/>
          </p:cNvSpPr>
          <p:nvPr/>
        </p:nvSpPr>
        <p:spPr>
          <a:xfrm>
            <a:off x="739830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0" name="e_full_violin_4259">
            <a:extLst>
              <a:ext uri="{FF2B5EF4-FFF2-40B4-BE49-F238E27FC236}">
                <a16:creationId xmlns:a16="http://schemas.microsoft.com/office/drawing/2014/main" id="{1080A3CD-A66D-46D0-A161-CE215BEE1970}"/>
              </a:ext>
            </a:extLst>
          </p:cNvPr>
          <p:cNvSpPr>
            <a:spLocks noGrp="1"/>
          </p:cNvSpPr>
          <p:nvPr/>
        </p:nvSpPr>
        <p:spPr>
          <a:xfrm>
            <a:off x="7386327" y="502981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1" name="e_full_violin_4260">
            <a:extLst>
              <a:ext uri="{FF2B5EF4-FFF2-40B4-BE49-F238E27FC236}">
                <a16:creationId xmlns:a16="http://schemas.microsoft.com/office/drawing/2014/main" id="{E0B79147-0992-4220-BE41-243C40608A2F}"/>
              </a:ext>
            </a:extLst>
          </p:cNvPr>
          <p:cNvSpPr>
            <a:spLocks noGrp="1"/>
          </p:cNvSpPr>
          <p:nvPr/>
        </p:nvSpPr>
        <p:spPr>
          <a:xfrm>
            <a:off x="7149800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2" name="e_full_violin_4261">
            <a:extLst>
              <a:ext uri="{FF2B5EF4-FFF2-40B4-BE49-F238E27FC236}">
                <a16:creationId xmlns:a16="http://schemas.microsoft.com/office/drawing/2014/main" id="{1BCBA0ED-D3A2-4F87-83AB-E93213320656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3" name="e_full_violin_4262">
            <a:extLst>
              <a:ext uri="{FF2B5EF4-FFF2-40B4-BE49-F238E27FC236}">
                <a16:creationId xmlns:a16="http://schemas.microsoft.com/office/drawing/2014/main" id="{30CA1FC8-D2F7-4907-83B3-23C8CC263EE7}"/>
              </a:ext>
            </a:extLst>
          </p:cNvPr>
          <p:cNvSpPr>
            <a:spLocks noGrp="1"/>
          </p:cNvSpPr>
          <p:nvPr/>
        </p:nvSpPr>
        <p:spPr>
          <a:xfrm>
            <a:off x="721573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4" name="e_full_violin_4263">
            <a:extLst>
              <a:ext uri="{FF2B5EF4-FFF2-40B4-BE49-F238E27FC236}">
                <a16:creationId xmlns:a16="http://schemas.microsoft.com/office/drawing/2014/main" id="{3756F17A-AEAD-4943-A834-624D3DDD6150}"/>
              </a:ext>
            </a:extLst>
          </p:cNvPr>
          <p:cNvSpPr>
            <a:spLocks noGrp="1"/>
          </p:cNvSpPr>
          <p:nvPr/>
        </p:nvSpPr>
        <p:spPr>
          <a:xfrm>
            <a:off x="703899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5" name="e_full_violin_4264">
            <a:extLst>
              <a:ext uri="{FF2B5EF4-FFF2-40B4-BE49-F238E27FC236}">
                <a16:creationId xmlns:a16="http://schemas.microsoft.com/office/drawing/2014/main" id="{3F71286D-B3F5-4DB2-861D-01D8F81DDFAC}"/>
              </a:ext>
            </a:extLst>
          </p:cNvPr>
          <p:cNvSpPr>
            <a:spLocks noGrp="1"/>
          </p:cNvSpPr>
          <p:nvPr/>
        </p:nvSpPr>
        <p:spPr>
          <a:xfrm>
            <a:off x="7091853" y="326899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6" name="e_full_violin_4265">
            <a:extLst>
              <a:ext uri="{FF2B5EF4-FFF2-40B4-BE49-F238E27FC236}">
                <a16:creationId xmlns:a16="http://schemas.microsoft.com/office/drawing/2014/main" id="{E81FDCDB-E67B-42E9-86EC-FB1A6373AFE9}"/>
              </a:ext>
            </a:extLst>
          </p:cNvPr>
          <p:cNvSpPr>
            <a:spLocks noGrp="1"/>
          </p:cNvSpPr>
          <p:nvPr/>
        </p:nvSpPr>
        <p:spPr>
          <a:xfrm>
            <a:off x="740604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7" name="e_full_violin_4266">
            <a:extLst>
              <a:ext uri="{FF2B5EF4-FFF2-40B4-BE49-F238E27FC236}">
                <a16:creationId xmlns:a16="http://schemas.microsoft.com/office/drawing/2014/main" id="{EA243CF3-6019-4D4B-8C24-6F618EDA1EC6}"/>
              </a:ext>
            </a:extLst>
          </p:cNvPr>
          <p:cNvSpPr>
            <a:spLocks noGrp="1"/>
          </p:cNvSpPr>
          <p:nvPr/>
        </p:nvSpPr>
        <p:spPr>
          <a:xfrm>
            <a:off x="747723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8" name="e_full_violin_4267">
            <a:extLst>
              <a:ext uri="{FF2B5EF4-FFF2-40B4-BE49-F238E27FC236}">
                <a16:creationId xmlns:a16="http://schemas.microsoft.com/office/drawing/2014/main" id="{2BB10510-8AF1-4A96-B474-4DAA0C3A739D}"/>
              </a:ext>
            </a:extLst>
          </p:cNvPr>
          <p:cNvSpPr>
            <a:spLocks noGrp="1"/>
          </p:cNvSpPr>
          <p:nvPr/>
        </p:nvSpPr>
        <p:spPr>
          <a:xfrm>
            <a:off x="7273678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9" name="e_full_violin_4268">
            <a:extLst>
              <a:ext uri="{FF2B5EF4-FFF2-40B4-BE49-F238E27FC236}">
                <a16:creationId xmlns:a16="http://schemas.microsoft.com/office/drawing/2014/main" id="{205DDD97-B33E-4BD2-A4DA-A291486ADE64}"/>
              </a:ext>
            </a:extLst>
          </p:cNvPr>
          <p:cNvSpPr>
            <a:spLocks noGrp="1"/>
          </p:cNvSpPr>
          <p:nvPr/>
        </p:nvSpPr>
        <p:spPr>
          <a:xfrm>
            <a:off x="732459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0" name="e_full_violin_4269">
            <a:extLst>
              <a:ext uri="{FF2B5EF4-FFF2-40B4-BE49-F238E27FC236}">
                <a16:creationId xmlns:a16="http://schemas.microsoft.com/office/drawing/2014/main" id="{EAF64044-1629-4973-93C7-7631D6707584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1" name="e_full_violin_4270">
            <a:extLst>
              <a:ext uri="{FF2B5EF4-FFF2-40B4-BE49-F238E27FC236}">
                <a16:creationId xmlns:a16="http://schemas.microsoft.com/office/drawing/2014/main" id="{D9B8C696-AD2C-496C-AAA2-2629B0C7E1C0}"/>
              </a:ext>
            </a:extLst>
          </p:cNvPr>
          <p:cNvSpPr>
            <a:spLocks noGrp="1"/>
          </p:cNvSpPr>
          <p:nvPr/>
        </p:nvSpPr>
        <p:spPr>
          <a:xfrm>
            <a:off x="7078466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2" name="e_full_violin_4271">
            <a:extLst>
              <a:ext uri="{FF2B5EF4-FFF2-40B4-BE49-F238E27FC236}">
                <a16:creationId xmlns:a16="http://schemas.microsoft.com/office/drawing/2014/main" id="{DB762360-FEB9-4CC8-939F-88DA35319D30}"/>
              </a:ext>
            </a:extLst>
          </p:cNvPr>
          <p:cNvSpPr>
            <a:spLocks noGrp="1"/>
          </p:cNvSpPr>
          <p:nvPr/>
        </p:nvSpPr>
        <p:spPr>
          <a:xfrm>
            <a:off x="713061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3" name="e_full_violin_4272">
            <a:extLst>
              <a:ext uri="{FF2B5EF4-FFF2-40B4-BE49-F238E27FC236}">
                <a16:creationId xmlns:a16="http://schemas.microsoft.com/office/drawing/2014/main" id="{16CA2993-4BAF-4FF1-9F8C-91DACDBC4AC2}"/>
              </a:ext>
            </a:extLst>
          </p:cNvPr>
          <p:cNvSpPr>
            <a:spLocks noGrp="1"/>
          </p:cNvSpPr>
          <p:nvPr/>
        </p:nvSpPr>
        <p:spPr>
          <a:xfrm>
            <a:off x="706518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4" name="e_full_violin_4273">
            <a:extLst>
              <a:ext uri="{FF2B5EF4-FFF2-40B4-BE49-F238E27FC236}">
                <a16:creationId xmlns:a16="http://schemas.microsoft.com/office/drawing/2014/main" id="{284796E3-7428-4996-8AB2-2820369D72D4}"/>
              </a:ext>
            </a:extLst>
          </p:cNvPr>
          <p:cNvSpPr>
            <a:spLocks noGrp="1"/>
          </p:cNvSpPr>
          <p:nvPr/>
        </p:nvSpPr>
        <p:spPr>
          <a:xfrm>
            <a:off x="7165421" y="39856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5" name="e_full_violin_4274">
            <a:extLst>
              <a:ext uri="{FF2B5EF4-FFF2-40B4-BE49-F238E27FC236}">
                <a16:creationId xmlns:a16="http://schemas.microsoft.com/office/drawing/2014/main" id="{7ECF66EC-CC88-4A9C-BDFC-03806403FCE9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6" name="e_full_violin_4275">
            <a:extLst>
              <a:ext uri="{FF2B5EF4-FFF2-40B4-BE49-F238E27FC236}">
                <a16:creationId xmlns:a16="http://schemas.microsoft.com/office/drawing/2014/main" id="{C24A7011-5B21-4380-AACC-400E21E9B697}"/>
              </a:ext>
            </a:extLst>
          </p:cNvPr>
          <p:cNvSpPr>
            <a:spLocks noGrp="1"/>
          </p:cNvSpPr>
          <p:nvPr/>
        </p:nvSpPr>
        <p:spPr>
          <a:xfrm>
            <a:off x="721018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7" name="e_full_violin_4276">
            <a:extLst>
              <a:ext uri="{FF2B5EF4-FFF2-40B4-BE49-F238E27FC236}">
                <a16:creationId xmlns:a16="http://schemas.microsoft.com/office/drawing/2014/main" id="{3BA5677E-312E-443B-AEEC-8ED3092C8856}"/>
              </a:ext>
            </a:extLst>
          </p:cNvPr>
          <p:cNvSpPr>
            <a:spLocks noGrp="1"/>
          </p:cNvSpPr>
          <p:nvPr/>
        </p:nvSpPr>
        <p:spPr>
          <a:xfrm>
            <a:off x="73990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8" name="e_full_violin_4277">
            <a:extLst>
              <a:ext uri="{FF2B5EF4-FFF2-40B4-BE49-F238E27FC236}">
                <a16:creationId xmlns:a16="http://schemas.microsoft.com/office/drawing/2014/main" id="{83313556-3FC2-4A96-A6BC-F214EEF8EDD8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9" name="e_full_violin_4278">
            <a:extLst>
              <a:ext uri="{FF2B5EF4-FFF2-40B4-BE49-F238E27FC236}">
                <a16:creationId xmlns:a16="http://schemas.microsoft.com/office/drawing/2014/main" id="{EDC27CF1-761C-47C2-B039-2BE508AE88F9}"/>
              </a:ext>
            </a:extLst>
          </p:cNvPr>
          <p:cNvSpPr>
            <a:spLocks noGrp="1"/>
          </p:cNvSpPr>
          <p:nvPr/>
        </p:nvSpPr>
        <p:spPr>
          <a:xfrm>
            <a:off x="7437678" y="275712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0" name="e_full_violin_4279">
            <a:extLst>
              <a:ext uri="{FF2B5EF4-FFF2-40B4-BE49-F238E27FC236}">
                <a16:creationId xmlns:a16="http://schemas.microsoft.com/office/drawing/2014/main" id="{FC361C54-EFE2-4EA8-918B-EC6D97486591}"/>
              </a:ext>
            </a:extLst>
          </p:cNvPr>
          <p:cNvSpPr>
            <a:spLocks noGrp="1"/>
          </p:cNvSpPr>
          <p:nvPr/>
        </p:nvSpPr>
        <p:spPr>
          <a:xfrm>
            <a:off x="725026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1" name="e_full_violin_4280">
            <a:extLst>
              <a:ext uri="{FF2B5EF4-FFF2-40B4-BE49-F238E27FC236}">
                <a16:creationId xmlns:a16="http://schemas.microsoft.com/office/drawing/2014/main" id="{5B9EB82F-96A8-4340-A576-45CB2136DB10}"/>
              </a:ext>
            </a:extLst>
          </p:cNvPr>
          <p:cNvSpPr>
            <a:spLocks noGrp="1"/>
          </p:cNvSpPr>
          <p:nvPr/>
        </p:nvSpPr>
        <p:spPr>
          <a:xfrm>
            <a:off x="7293360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2" name="e_full_violin_4281">
            <a:extLst>
              <a:ext uri="{FF2B5EF4-FFF2-40B4-BE49-F238E27FC236}">
                <a16:creationId xmlns:a16="http://schemas.microsoft.com/office/drawing/2014/main" id="{66B77B98-57B7-4237-904C-59926857C94F}"/>
              </a:ext>
            </a:extLst>
          </p:cNvPr>
          <p:cNvSpPr>
            <a:spLocks noGrp="1"/>
          </p:cNvSpPr>
          <p:nvPr/>
        </p:nvSpPr>
        <p:spPr>
          <a:xfrm>
            <a:off x="7290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3" name="e_full_violin_4282">
            <a:extLst>
              <a:ext uri="{FF2B5EF4-FFF2-40B4-BE49-F238E27FC236}">
                <a16:creationId xmlns:a16="http://schemas.microsoft.com/office/drawing/2014/main" id="{244C193D-F784-4A4A-A489-C30DF238D3BA}"/>
              </a:ext>
            </a:extLst>
          </p:cNvPr>
          <p:cNvSpPr>
            <a:spLocks noGrp="1"/>
          </p:cNvSpPr>
          <p:nvPr/>
        </p:nvSpPr>
        <p:spPr>
          <a:xfrm>
            <a:off x="7437332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4" name="e_full_violin_4283">
            <a:extLst>
              <a:ext uri="{FF2B5EF4-FFF2-40B4-BE49-F238E27FC236}">
                <a16:creationId xmlns:a16="http://schemas.microsoft.com/office/drawing/2014/main" id="{6D6DD327-8BD4-4666-A67E-ABC4D339C1EF}"/>
              </a:ext>
            </a:extLst>
          </p:cNvPr>
          <p:cNvSpPr>
            <a:spLocks noGrp="1"/>
          </p:cNvSpPr>
          <p:nvPr/>
        </p:nvSpPr>
        <p:spPr>
          <a:xfrm>
            <a:off x="744956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5" name="e_full_violin_4284">
            <a:extLst>
              <a:ext uri="{FF2B5EF4-FFF2-40B4-BE49-F238E27FC236}">
                <a16:creationId xmlns:a16="http://schemas.microsoft.com/office/drawing/2014/main" id="{A4D451B9-2909-4361-BC6D-F3B22086140F}"/>
              </a:ext>
            </a:extLst>
          </p:cNvPr>
          <p:cNvSpPr>
            <a:spLocks noGrp="1"/>
          </p:cNvSpPr>
          <p:nvPr/>
        </p:nvSpPr>
        <p:spPr>
          <a:xfrm>
            <a:off x="7414525" y="378531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6" name="e_full_violin_4285">
            <a:extLst>
              <a:ext uri="{FF2B5EF4-FFF2-40B4-BE49-F238E27FC236}">
                <a16:creationId xmlns:a16="http://schemas.microsoft.com/office/drawing/2014/main" id="{91EBF073-1475-43BC-A220-76308522DA84}"/>
              </a:ext>
            </a:extLst>
          </p:cNvPr>
          <p:cNvSpPr>
            <a:spLocks noGrp="1"/>
          </p:cNvSpPr>
          <p:nvPr/>
        </p:nvSpPr>
        <p:spPr>
          <a:xfrm>
            <a:off x="713675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7" name="e_full_violin_4286">
            <a:extLst>
              <a:ext uri="{FF2B5EF4-FFF2-40B4-BE49-F238E27FC236}">
                <a16:creationId xmlns:a16="http://schemas.microsoft.com/office/drawing/2014/main" id="{8AF7B71C-21BB-4B06-9736-C9982E159186}"/>
              </a:ext>
            </a:extLst>
          </p:cNvPr>
          <p:cNvSpPr>
            <a:spLocks noGrp="1"/>
          </p:cNvSpPr>
          <p:nvPr/>
        </p:nvSpPr>
        <p:spPr>
          <a:xfrm>
            <a:off x="707057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8" name="e_full_violin_4287">
            <a:extLst>
              <a:ext uri="{FF2B5EF4-FFF2-40B4-BE49-F238E27FC236}">
                <a16:creationId xmlns:a16="http://schemas.microsoft.com/office/drawing/2014/main" id="{6014F4E2-E40B-4364-A425-A3E4A88C1EDB}"/>
              </a:ext>
            </a:extLst>
          </p:cNvPr>
          <p:cNvSpPr>
            <a:spLocks noGrp="1"/>
          </p:cNvSpPr>
          <p:nvPr/>
        </p:nvSpPr>
        <p:spPr>
          <a:xfrm>
            <a:off x="710444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9" name="e_full_violin_4288">
            <a:extLst>
              <a:ext uri="{FF2B5EF4-FFF2-40B4-BE49-F238E27FC236}">
                <a16:creationId xmlns:a16="http://schemas.microsoft.com/office/drawing/2014/main" id="{E08ACB40-39C9-4C75-8FE7-9D6803D39323}"/>
              </a:ext>
            </a:extLst>
          </p:cNvPr>
          <p:cNvSpPr>
            <a:spLocks noGrp="1"/>
          </p:cNvSpPr>
          <p:nvPr/>
        </p:nvSpPr>
        <p:spPr>
          <a:xfrm>
            <a:off x="744538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0" name="e_full_violin_4289">
            <a:extLst>
              <a:ext uri="{FF2B5EF4-FFF2-40B4-BE49-F238E27FC236}">
                <a16:creationId xmlns:a16="http://schemas.microsoft.com/office/drawing/2014/main" id="{96259605-BF80-41C0-86F6-3EB97B5FE877}"/>
              </a:ext>
            </a:extLst>
          </p:cNvPr>
          <p:cNvSpPr>
            <a:spLocks noGrp="1"/>
          </p:cNvSpPr>
          <p:nvPr/>
        </p:nvSpPr>
        <p:spPr>
          <a:xfrm>
            <a:off x="72557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1" name="e_full_violin_4290">
            <a:extLst>
              <a:ext uri="{FF2B5EF4-FFF2-40B4-BE49-F238E27FC236}">
                <a16:creationId xmlns:a16="http://schemas.microsoft.com/office/drawing/2014/main" id="{8F0336EE-2E51-4911-AEA3-0B9961663271}"/>
              </a:ext>
            </a:extLst>
          </p:cNvPr>
          <p:cNvSpPr>
            <a:spLocks noGrp="1"/>
          </p:cNvSpPr>
          <p:nvPr/>
        </p:nvSpPr>
        <p:spPr>
          <a:xfrm>
            <a:off x="704128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2" name="e_full_violin_4291">
            <a:extLst>
              <a:ext uri="{FF2B5EF4-FFF2-40B4-BE49-F238E27FC236}">
                <a16:creationId xmlns:a16="http://schemas.microsoft.com/office/drawing/2014/main" id="{445E4ABB-D74D-4FFD-923E-F2107FA720BE}"/>
              </a:ext>
            </a:extLst>
          </p:cNvPr>
          <p:cNvSpPr>
            <a:spLocks noGrp="1"/>
          </p:cNvSpPr>
          <p:nvPr/>
        </p:nvSpPr>
        <p:spPr>
          <a:xfrm>
            <a:off x="7211117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3" name="e_full_violin_4292">
            <a:extLst>
              <a:ext uri="{FF2B5EF4-FFF2-40B4-BE49-F238E27FC236}">
                <a16:creationId xmlns:a16="http://schemas.microsoft.com/office/drawing/2014/main" id="{DDEA49CB-022C-4371-8B2B-E1F60A035ADD}"/>
              </a:ext>
            </a:extLst>
          </p:cNvPr>
          <p:cNvSpPr>
            <a:spLocks noGrp="1"/>
          </p:cNvSpPr>
          <p:nvPr/>
        </p:nvSpPr>
        <p:spPr>
          <a:xfrm>
            <a:off x="7024781" y="410845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4" name="e_full_violin_4293">
            <a:extLst>
              <a:ext uri="{FF2B5EF4-FFF2-40B4-BE49-F238E27FC236}">
                <a16:creationId xmlns:a16="http://schemas.microsoft.com/office/drawing/2014/main" id="{644490A6-338A-4E62-AB45-E9A44E70F368}"/>
              </a:ext>
            </a:extLst>
          </p:cNvPr>
          <p:cNvSpPr>
            <a:spLocks noGrp="1"/>
          </p:cNvSpPr>
          <p:nvPr/>
        </p:nvSpPr>
        <p:spPr>
          <a:xfrm>
            <a:off x="72517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5" name="e_full_violin_4294">
            <a:extLst>
              <a:ext uri="{FF2B5EF4-FFF2-40B4-BE49-F238E27FC236}">
                <a16:creationId xmlns:a16="http://schemas.microsoft.com/office/drawing/2014/main" id="{B6BC5F77-EA8E-411C-BB2F-A8BD471FF8E1}"/>
              </a:ext>
            </a:extLst>
          </p:cNvPr>
          <p:cNvSpPr>
            <a:spLocks noGrp="1"/>
          </p:cNvSpPr>
          <p:nvPr/>
        </p:nvSpPr>
        <p:spPr>
          <a:xfrm>
            <a:off x="72558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6" name="e_full_violin_4295">
            <a:extLst>
              <a:ext uri="{FF2B5EF4-FFF2-40B4-BE49-F238E27FC236}">
                <a16:creationId xmlns:a16="http://schemas.microsoft.com/office/drawing/2014/main" id="{CA704EE1-5C88-4D1A-9426-64AA9DBB7CF7}"/>
              </a:ext>
            </a:extLst>
          </p:cNvPr>
          <p:cNvSpPr>
            <a:spLocks noGrp="1"/>
          </p:cNvSpPr>
          <p:nvPr/>
        </p:nvSpPr>
        <p:spPr>
          <a:xfrm>
            <a:off x="710229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7" name="e_full_violin_4296">
            <a:extLst>
              <a:ext uri="{FF2B5EF4-FFF2-40B4-BE49-F238E27FC236}">
                <a16:creationId xmlns:a16="http://schemas.microsoft.com/office/drawing/2014/main" id="{1E2CE970-7EB0-4415-AE4C-07AB0D5A3FC5}"/>
              </a:ext>
            </a:extLst>
          </p:cNvPr>
          <p:cNvSpPr>
            <a:spLocks noGrp="1"/>
          </p:cNvSpPr>
          <p:nvPr/>
        </p:nvSpPr>
        <p:spPr>
          <a:xfrm>
            <a:off x="73535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8" name="e_full_violin_4297">
            <a:extLst>
              <a:ext uri="{FF2B5EF4-FFF2-40B4-BE49-F238E27FC236}">
                <a16:creationId xmlns:a16="http://schemas.microsoft.com/office/drawing/2014/main" id="{9B6ED90A-62CE-4E39-9DE5-01FB53677335}"/>
              </a:ext>
            </a:extLst>
          </p:cNvPr>
          <p:cNvSpPr>
            <a:spLocks noGrp="1"/>
          </p:cNvSpPr>
          <p:nvPr/>
        </p:nvSpPr>
        <p:spPr>
          <a:xfrm>
            <a:off x="7503943" y="3867484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9" name="e_full_violin_4298">
            <a:extLst>
              <a:ext uri="{FF2B5EF4-FFF2-40B4-BE49-F238E27FC236}">
                <a16:creationId xmlns:a16="http://schemas.microsoft.com/office/drawing/2014/main" id="{4A683FE4-EC19-4578-867F-F75B1AE00038}"/>
              </a:ext>
            </a:extLst>
          </p:cNvPr>
          <p:cNvSpPr>
            <a:spLocks noGrp="1"/>
          </p:cNvSpPr>
          <p:nvPr/>
        </p:nvSpPr>
        <p:spPr>
          <a:xfrm>
            <a:off x="7462036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0" name="e_full_violin_4299">
            <a:extLst>
              <a:ext uri="{FF2B5EF4-FFF2-40B4-BE49-F238E27FC236}">
                <a16:creationId xmlns:a16="http://schemas.microsoft.com/office/drawing/2014/main" id="{674AB8D3-F5EB-49C6-9342-63A52EAC2547}"/>
              </a:ext>
            </a:extLst>
          </p:cNvPr>
          <p:cNvSpPr>
            <a:spLocks noGrp="1"/>
          </p:cNvSpPr>
          <p:nvPr/>
        </p:nvSpPr>
        <p:spPr>
          <a:xfrm>
            <a:off x="726040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1" name="e_full_violin_4300">
            <a:extLst>
              <a:ext uri="{FF2B5EF4-FFF2-40B4-BE49-F238E27FC236}">
                <a16:creationId xmlns:a16="http://schemas.microsoft.com/office/drawing/2014/main" id="{569FFA70-63A8-46A5-B5C9-C12220A3FD0E}"/>
              </a:ext>
            </a:extLst>
          </p:cNvPr>
          <p:cNvSpPr>
            <a:spLocks noGrp="1"/>
          </p:cNvSpPr>
          <p:nvPr/>
        </p:nvSpPr>
        <p:spPr>
          <a:xfrm>
            <a:off x="728315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2" name="e_full_violin_4301">
            <a:extLst>
              <a:ext uri="{FF2B5EF4-FFF2-40B4-BE49-F238E27FC236}">
                <a16:creationId xmlns:a16="http://schemas.microsoft.com/office/drawing/2014/main" id="{19AC56B1-F572-4132-9603-65C40DA4C5A3}"/>
              </a:ext>
            </a:extLst>
          </p:cNvPr>
          <p:cNvSpPr>
            <a:spLocks noGrp="1"/>
          </p:cNvSpPr>
          <p:nvPr/>
        </p:nvSpPr>
        <p:spPr>
          <a:xfrm>
            <a:off x="747806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3" name="e_full_violin_4302">
            <a:extLst>
              <a:ext uri="{FF2B5EF4-FFF2-40B4-BE49-F238E27FC236}">
                <a16:creationId xmlns:a16="http://schemas.microsoft.com/office/drawing/2014/main" id="{DCCA4865-4C35-4410-A0A6-D9047AF4CA38}"/>
              </a:ext>
            </a:extLst>
          </p:cNvPr>
          <p:cNvSpPr>
            <a:spLocks noGrp="1"/>
          </p:cNvSpPr>
          <p:nvPr/>
        </p:nvSpPr>
        <p:spPr>
          <a:xfrm>
            <a:off x="737289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4" name="e_full_violin_4303">
            <a:extLst>
              <a:ext uri="{FF2B5EF4-FFF2-40B4-BE49-F238E27FC236}">
                <a16:creationId xmlns:a16="http://schemas.microsoft.com/office/drawing/2014/main" id="{C169F7A9-E103-49C3-9FB6-2B9FD8F1743E}"/>
              </a:ext>
            </a:extLst>
          </p:cNvPr>
          <p:cNvSpPr>
            <a:spLocks noGrp="1"/>
          </p:cNvSpPr>
          <p:nvPr/>
        </p:nvSpPr>
        <p:spPr>
          <a:xfrm>
            <a:off x="726915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5" name="e_full_violin_4304">
            <a:extLst>
              <a:ext uri="{FF2B5EF4-FFF2-40B4-BE49-F238E27FC236}">
                <a16:creationId xmlns:a16="http://schemas.microsoft.com/office/drawing/2014/main" id="{306967C6-A694-4460-8D0E-285148247232}"/>
              </a:ext>
            </a:extLst>
          </p:cNvPr>
          <p:cNvSpPr>
            <a:spLocks noGrp="1"/>
          </p:cNvSpPr>
          <p:nvPr/>
        </p:nvSpPr>
        <p:spPr>
          <a:xfrm>
            <a:off x="752493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6" name="e_full_violin_4305">
            <a:extLst>
              <a:ext uri="{FF2B5EF4-FFF2-40B4-BE49-F238E27FC236}">
                <a16:creationId xmlns:a16="http://schemas.microsoft.com/office/drawing/2014/main" id="{C57609AE-09A0-4285-ADA4-31A9C0BEB7B1}"/>
              </a:ext>
            </a:extLst>
          </p:cNvPr>
          <p:cNvSpPr>
            <a:spLocks noGrp="1"/>
          </p:cNvSpPr>
          <p:nvPr/>
        </p:nvSpPr>
        <p:spPr>
          <a:xfrm>
            <a:off x="70253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7" name="e_full_violin_4306">
            <a:extLst>
              <a:ext uri="{FF2B5EF4-FFF2-40B4-BE49-F238E27FC236}">
                <a16:creationId xmlns:a16="http://schemas.microsoft.com/office/drawing/2014/main" id="{FF19F2C3-4F0D-47F0-9435-CBECEFFAAC7D}"/>
              </a:ext>
            </a:extLst>
          </p:cNvPr>
          <p:cNvSpPr>
            <a:spLocks noGrp="1"/>
          </p:cNvSpPr>
          <p:nvPr/>
        </p:nvSpPr>
        <p:spPr>
          <a:xfrm>
            <a:off x="7321885" y="38681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8" name="e_full_violin_4307">
            <a:extLst>
              <a:ext uri="{FF2B5EF4-FFF2-40B4-BE49-F238E27FC236}">
                <a16:creationId xmlns:a16="http://schemas.microsoft.com/office/drawing/2014/main" id="{AA767C16-CFA3-44E9-9DAF-37BAE338B26B}"/>
              </a:ext>
            </a:extLst>
          </p:cNvPr>
          <p:cNvSpPr>
            <a:spLocks noGrp="1"/>
          </p:cNvSpPr>
          <p:nvPr/>
        </p:nvSpPr>
        <p:spPr>
          <a:xfrm>
            <a:off x="70537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9" name="e_full_violin_4308">
            <a:extLst>
              <a:ext uri="{FF2B5EF4-FFF2-40B4-BE49-F238E27FC236}">
                <a16:creationId xmlns:a16="http://schemas.microsoft.com/office/drawing/2014/main" id="{69024C39-0D62-44E1-81CC-F5ED51349F50}"/>
              </a:ext>
            </a:extLst>
          </p:cNvPr>
          <p:cNvSpPr>
            <a:spLocks noGrp="1"/>
          </p:cNvSpPr>
          <p:nvPr/>
        </p:nvSpPr>
        <p:spPr>
          <a:xfrm>
            <a:off x="7470114" y="544442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0" name="e_full_violin_4309">
            <a:extLst>
              <a:ext uri="{FF2B5EF4-FFF2-40B4-BE49-F238E27FC236}">
                <a16:creationId xmlns:a16="http://schemas.microsoft.com/office/drawing/2014/main" id="{CD5C99D3-6A3F-4CC6-A7AD-775CF561E9B6}"/>
              </a:ext>
            </a:extLst>
          </p:cNvPr>
          <p:cNvSpPr>
            <a:spLocks noGrp="1"/>
          </p:cNvSpPr>
          <p:nvPr/>
        </p:nvSpPr>
        <p:spPr>
          <a:xfrm>
            <a:off x="73342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1" name="e_full_violin_4310">
            <a:extLst>
              <a:ext uri="{FF2B5EF4-FFF2-40B4-BE49-F238E27FC236}">
                <a16:creationId xmlns:a16="http://schemas.microsoft.com/office/drawing/2014/main" id="{75FA7481-47E2-4658-A1AE-731F5EE27688}"/>
              </a:ext>
            </a:extLst>
          </p:cNvPr>
          <p:cNvSpPr>
            <a:spLocks noGrp="1"/>
          </p:cNvSpPr>
          <p:nvPr/>
        </p:nvSpPr>
        <p:spPr>
          <a:xfrm>
            <a:off x="732807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2" name="e_full_violin_4311">
            <a:extLst>
              <a:ext uri="{FF2B5EF4-FFF2-40B4-BE49-F238E27FC236}">
                <a16:creationId xmlns:a16="http://schemas.microsoft.com/office/drawing/2014/main" id="{3AE2B1AB-3B87-4C3A-817E-4D334BC8EA8C}"/>
              </a:ext>
            </a:extLst>
          </p:cNvPr>
          <p:cNvSpPr>
            <a:spLocks noGrp="1"/>
          </p:cNvSpPr>
          <p:nvPr/>
        </p:nvSpPr>
        <p:spPr>
          <a:xfrm>
            <a:off x="714870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3" name="e_full_violin_4312">
            <a:extLst>
              <a:ext uri="{FF2B5EF4-FFF2-40B4-BE49-F238E27FC236}">
                <a16:creationId xmlns:a16="http://schemas.microsoft.com/office/drawing/2014/main" id="{E7045012-3117-48E9-A8F9-C9F3B033337D}"/>
              </a:ext>
            </a:extLst>
          </p:cNvPr>
          <p:cNvSpPr>
            <a:spLocks noGrp="1"/>
          </p:cNvSpPr>
          <p:nvPr/>
        </p:nvSpPr>
        <p:spPr>
          <a:xfrm>
            <a:off x="7508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4" name="e_full_violin_4313">
            <a:extLst>
              <a:ext uri="{FF2B5EF4-FFF2-40B4-BE49-F238E27FC236}">
                <a16:creationId xmlns:a16="http://schemas.microsoft.com/office/drawing/2014/main" id="{E792E28D-C27D-4405-8C80-732F78061DBF}"/>
              </a:ext>
            </a:extLst>
          </p:cNvPr>
          <p:cNvSpPr>
            <a:spLocks noGrp="1"/>
          </p:cNvSpPr>
          <p:nvPr/>
        </p:nvSpPr>
        <p:spPr>
          <a:xfrm>
            <a:off x="71040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5" name="e_full_violin_4314">
            <a:extLst>
              <a:ext uri="{FF2B5EF4-FFF2-40B4-BE49-F238E27FC236}">
                <a16:creationId xmlns:a16="http://schemas.microsoft.com/office/drawing/2014/main" id="{05DB576F-8199-4D99-9FAC-25D49D394A51}"/>
              </a:ext>
            </a:extLst>
          </p:cNvPr>
          <p:cNvSpPr>
            <a:spLocks noGrp="1"/>
          </p:cNvSpPr>
          <p:nvPr/>
        </p:nvSpPr>
        <p:spPr>
          <a:xfrm>
            <a:off x="719699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6" name="e_full_violin_4315">
            <a:extLst>
              <a:ext uri="{FF2B5EF4-FFF2-40B4-BE49-F238E27FC236}">
                <a16:creationId xmlns:a16="http://schemas.microsoft.com/office/drawing/2014/main" id="{C862F038-F9F5-4B4F-AF57-37D4BA1FE341}"/>
              </a:ext>
            </a:extLst>
          </p:cNvPr>
          <p:cNvSpPr>
            <a:spLocks noGrp="1"/>
          </p:cNvSpPr>
          <p:nvPr/>
        </p:nvSpPr>
        <p:spPr>
          <a:xfrm>
            <a:off x="72368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7" name="e_full_violin_4316">
            <a:extLst>
              <a:ext uri="{FF2B5EF4-FFF2-40B4-BE49-F238E27FC236}">
                <a16:creationId xmlns:a16="http://schemas.microsoft.com/office/drawing/2014/main" id="{55664F89-7B4B-4769-91A6-D244937B19D5}"/>
              </a:ext>
            </a:extLst>
          </p:cNvPr>
          <p:cNvSpPr>
            <a:spLocks noGrp="1"/>
          </p:cNvSpPr>
          <p:nvPr/>
        </p:nvSpPr>
        <p:spPr>
          <a:xfrm>
            <a:off x="719923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8" name="e_full_violin_4317">
            <a:extLst>
              <a:ext uri="{FF2B5EF4-FFF2-40B4-BE49-F238E27FC236}">
                <a16:creationId xmlns:a16="http://schemas.microsoft.com/office/drawing/2014/main" id="{19999686-1368-4373-A02F-F7B5AEB45A0C}"/>
              </a:ext>
            </a:extLst>
          </p:cNvPr>
          <p:cNvSpPr>
            <a:spLocks noGrp="1"/>
          </p:cNvSpPr>
          <p:nvPr/>
        </p:nvSpPr>
        <p:spPr>
          <a:xfrm>
            <a:off x="729938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9" name="e_full_violin_4318">
            <a:extLst>
              <a:ext uri="{FF2B5EF4-FFF2-40B4-BE49-F238E27FC236}">
                <a16:creationId xmlns:a16="http://schemas.microsoft.com/office/drawing/2014/main" id="{10F5E86E-63D1-48E7-8B85-FC7DA1AEB7B9}"/>
              </a:ext>
            </a:extLst>
          </p:cNvPr>
          <p:cNvSpPr>
            <a:spLocks noGrp="1"/>
          </p:cNvSpPr>
          <p:nvPr/>
        </p:nvSpPr>
        <p:spPr>
          <a:xfrm>
            <a:off x="72236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0" name="e_full_violin_4319">
            <a:extLst>
              <a:ext uri="{FF2B5EF4-FFF2-40B4-BE49-F238E27FC236}">
                <a16:creationId xmlns:a16="http://schemas.microsoft.com/office/drawing/2014/main" id="{694240E1-1909-44A0-AC1F-98BFE3B87349}"/>
              </a:ext>
            </a:extLst>
          </p:cNvPr>
          <p:cNvSpPr>
            <a:spLocks noGrp="1"/>
          </p:cNvSpPr>
          <p:nvPr/>
        </p:nvSpPr>
        <p:spPr>
          <a:xfrm>
            <a:off x="7140160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1" name="e_full_violin_4320">
            <a:extLst>
              <a:ext uri="{FF2B5EF4-FFF2-40B4-BE49-F238E27FC236}">
                <a16:creationId xmlns:a16="http://schemas.microsoft.com/office/drawing/2014/main" id="{C8F92E41-21A4-465C-AE3E-622E529F6982}"/>
              </a:ext>
            </a:extLst>
          </p:cNvPr>
          <p:cNvSpPr>
            <a:spLocks noGrp="1"/>
          </p:cNvSpPr>
          <p:nvPr/>
        </p:nvSpPr>
        <p:spPr>
          <a:xfrm>
            <a:off x="735741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2" name="e_full_violin_4321">
            <a:extLst>
              <a:ext uri="{FF2B5EF4-FFF2-40B4-BE49-F238E27FC236}">
                <a16:creationId xmlns:a16="http://schemas.microsoft.com/office/drawing/2014/main" id="{4DC30996-1340-4135-9B70-D7D32089DAD0}"/>
              </a:ext>
            </a:extLst>
          </p:cNvPr>
          <p:cNvSpPr>
            <a:spLocks noGrp="1"/>
          </p:cNvSpPr>
          <p:nvPr/>
        </p:nvSpPr>
        <p:spPr>
          <a:xfrm>
            <a:off x="730908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3" name="e_full_violin_4322">
            <a:extLst>
              <a:ext uri="{FF2B5EF4-FFF2-40B4-BE49-F238E27FC236}">
                <a16:creationId xmlns:a16="http://schemas.microsoft.com/office/drawing/2014/main" id="{88942897-9F9D-4399-9849-6FD26BB3DD3C}"/>
              </a:ext>
            </a:extLst>
          </p:cNvPr>
          <p:cNvSpPr>
            <a:spLocks noGrp="1"/>
          </p:cNvSpPr>
          <p:nvPr/>
        </p:nvSpPr>
        <p:spPr>
          <a:xfrm>
            <a:off x="706795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4" name="e_full_violin_4323">
            <a:extLst>
              <a:ext uri="{FF2B5EF4-FFF2-40B4-BE49-F238E27FC236}">
                <a16:creationId xmlns:a16="http://schemas.microsoft.com/office/drawing/2014/main" id="{48F23384-A189-4E80-97E4-3916B7C85556}"/>
              </a:ext>
            </a:extLst>
          </p:cNvPr>
          <p:cNvSpPr>
            <a:spLocks noGrp="1"/>
          </p:cNvSpPr>
          <p:nvPr/>
        </p:nvSpPr>
        <p:spPr>
          <a:xfrm>
            <a:off x="73700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5" name="e_full_violin_4324">
            <a:extLst>
              <a:ext uri="{FF2B5EF4-FFF2-40B4-BE49-F238E27FC236}">
                <a16:creationId xmlns:a16="http://schemas.microsoft.com/office/drawing/2014/main" id="{1FC6C2FC-22E4-4032-9487-F721EC1B9D71}"/>
              </a:ext>
            </a:extLst>
          </p:cNvPr>
          <p:cNvSpPr>
            <a:spLocks noGrp="1"/>
          </p:cNvSpPr>
          <p:nvPr/>
        </p:nvSpPr>
        <p:spPr>
          <a:xfrm>
            <a:off x="70714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6" name="e_full_violin_4325">
            <a:extLst>
              <a:ext uri="{FF2B5EF4-FFF2-40B4-BE49-F238E27FC236}">
                <a16:creationId xmlns:a16="http://schemas.microsoft.com/office/drawing/2014/main" id="{283DF77E-9304-46BF-8F89-5701F93F5203}"/>
              </a:ext>
            </a:extLst>
          </p:cNvPr>
          <p:cNvSpPr>
            <a:spLocks noGrp="1"/>
          </p:cNvSpPr>
          <p:nvPr/>
        </p:nvSpPr>
        <p:spPr>
          <a:xfrm>
            <a:off x="7514753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7" name="e_full_violin_4326">
            <a:extLst>
              <a:ext uri="{FF2B5EF4-FFF2-40B4-BE49-F238E27FC236}">
                <a16:creationId xmlns:a16="http://schemas.microsoft.com/office/drawing/2014/main" id="{89062C86-C043-4DA4-AB16-0D28701A97D8}"/>
              </a:ext>
            </a:extLst>
          </p:cNvPr>
          <p:cNvSpPr>
            <a:spLocks noGrp="1"/>
          </p:cNvSpPr>
          <p:nvPr/>
        </p:nvSpPr>
        <p:spPr>
          <a:xfrm>
            <a:off x="724405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8" name="e_full_violin_4327">
            <a:extLst>
              <a:ext uri="{FF2B5EF4-FFF2-40B4-BE49-F238E27FC236}">
                <a16:creationId xmlns:a16="http://schemas.microsoft.com/office/drawing/2014/main" id="{5AF19A01-EF4C-4046-B847-A26FC79D1AEB}"/>
              </a:ext>
            </a:extLst>
          </p:cNvPr>
          <p:cNvSpPr>
            <a:spLocks noGrp="1"/>
          </p:cNvSpPr>
          <p:nvPr/>
        </p:nvSpPr>
        <p:spPr>
          <a:xfrm>
            <a:off x="7077503" y="470222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9" name="e_full_violin_4328">
            <a:extLst>
              <a:ext uri="{FF2B5EF4-FFF2-40B4-BE49-F238E27FC236}">
                <a16:creationId xmlns:a16="http://schemas.microsoft.com/office/drawing/2014/main" id="{81F7CCDF-CCD0-4DDD-83CC-5657D8010CBC}"/>
              </a:ext>
            </a:extLst>
          </p:cNvPr>
          <p:cNvSpPr>
            <a:spLocks noGrp="1"/>
          </p:cNvSpPr>
          <p:nvPr/>
        </p:nvSpPr>
        <p:spPr>
          <a:xfrm>
            <a:off x="740171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0" name="e_full_violin_4329">
            <a:extLst>
              <a:ext uri="{FF2B5EF4-FFF2-40B4-BE49-F238E27FC236}">
                <a16:creationId xmlns:a16="http://schemas.microsoft.com/office/drawing/2014/main" id="{2F027A1F-4720-48C8-8094-CA9D062EE3F2}"/>
              </a:ext>
            </a:extLst>
          </p:cNvPr>
          <p:cNvSpPr>
            <a:spLocks noGrp="1"/>
          </p:cNvSpPr>
          <p:nvPr/>
        </p:nvSpPr>
        <p:spPr>
          <a:xfrm>
            <a:off x="726576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1" name="e_full_violin_4330">
            <a:extLst>
              <a:ext uri="{FF2B5EF4-FFF2-40B4-BE49-F238E27FC236}">
                <a16:creationId xmlns:a16="http://schemas.microsoft.com/office/drawing/2014/main" id="{2EAE82AB-F82C-46D0-A59C-EA8D34753DCF}"/>
              </a:ext>
            </a:extLst>
          </p:cNvPr>
          <p:cNvSpPr>
            <a:spLocks noGrp="1"/>
          </p:cNvSpPr>
          <p:nvPr/>
        </p:nvSpPr>
        <p:spPr>
          <a:xfrm>
            <a:off x="720000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2" name="e_full_violin_4331">
            <a:extLst>
              <a:ext uri="{FF2B5EF4-FFF2-40B4-BE49-F238E27FC236}">
                <a16:creationId xmlns:a16="http://schemas.microsoft.com/office/drawing/2014/main" id="{3BF1A83C-B367-4BE9-A65A-B12ECE780B3B}"/>
              </a:ext>
            </a:extLst>
          </p:cNvPr>
          <p:cNvSpPr>
            <a:spLocks noGrp="1"/>
          </p:cNvSpPr>
          <p:nvPr/>
        </p:nvSpPr>
        <p:spPr>
          <a:xfrm>
            <a:off x="7359090" y="347374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3" name="e_full_violin_4332">
            <a:extLst>
              <a:ext uri="{FF2B5EF4-FFF2-40B4-BE49-F238E27FC236}">
                <a16:creationId xmlns:a16="http://schemas.microsoft.com/office/drawing/2014/main" id="{A88F92D1-6183-4A5D-BD38-585E43E1F55D}"/>
              </a:ext>
            </a:extLst>
          </p:cNvPr>
          <p:cNvSpPr>
            <a:spLocks noGrp="1"/>
          </p:cNvSpPr>
          <p:nvPr/>
        </p:nvSpPr>
        <p:spPr>
          <a:xfrm>
            <a:off x="713191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4" name="e_full_violin_4333">
            <a:extLst>
              <a:ext uri="{FF2B5EF4-FFF2-40B4-BE49-F238E27FC236}">
                <a16:creationId xmlns:a16="http://schemas.microsoft.com/office/drawing/2014/main" id="{3158FAAD-F02D-4834-A543-3776FB601D08}"/>
              </a:ext>
            </a:extLst>
          </p:cNvPr>
          <p:cNvSpPr>
            <a:spLocks noGrp="1"/>
          </p:cNvSpPr>
          <p:nvPr/>
        </p:nvSpPr>
        <p:spPr>
          <a:xfrm>
            <a:off x="746321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5" name="e_full_violin_4334">
            <a:extLst>
              <a:ext uri="{FF2B5EF4-FFF2-40B4-BE49-F238E27FC236}">
                <a16:creationId xmlns:a16="http://schemas.microsoft.com/office/drawing/2014/main" id="{30B2F698-7461-4136-B4A1-A940BA4EC1ED}"/>
              </a:ext>
            </a:extLst>
          </p:cNvPr>
          <p:cNvSpPr>
            <a:spLocks noGrp="1"/>
          </p:cNvSpPr>
          <p:nvPr/>
        </p:nvSpPr>
        <p:spPr>
          <a:xfrm>
            <a:off x="724536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6" name="e_full_violin_4335">
            <a:extLst>
              <a:ext uri="{FF2B5EF4-FFF2-40B4-BE49-F238E27FC236}">
                <a16:creationId xmlns:a16="http://schemas.microsoft.com/office/drawing/2014/main" id="{0B9E0E69-827B-41A3-BF5C-B427E614CCEF}"/>
              </a:ext>
            </a:extLst>
          </p:cNvPr>
          <p:cNvSpPr>
            <a:spLocks noGrp="1"/>
          </p:cNvSpPr>
          <p:nvPr/>
        </p:nvSpPr>
        <p:spPr>
          <a:xfrm>
            <a:off x="715140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7" name="e_full_violin_4336">
            <a:extLst>
              <a:ext uri="{FF2B5EF4-FFF2-40B4-BE49-F238E27FC236}">
                <a16:creationId xmlns:a16="http://schemas.microsoft.com/office/drawing/2014/main" id="{AEBED397-6182-4487-9308-F53155D75681}"/>
              </a:ext>
            </a:extLst>
          </p:cNvPr>
          <p:cNvSpPr>
            <a:spLocks noGrp="1"/>
          </p:cNvSpPr>
          <p:nvPr/>
        </p:nvSpPr>
        <p:spPr>
          <a:xfrm>
            <a:off x="734771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8" name="e_full_violin_4337">
            <a:extLst>
              <a:ext uri="{FF2B5EF4-FFF2-40B4-BE49-F238E27FC236}">
                <a16:creationId xmlns:a16="http://schemas.microsoft.com/office/drawing/2014/main" id="{C3521748-A7E0-4453-930A-3F715B364243}"/>
              </a:ext>
            </a:extLst>
          </p:cNvPr>
          <p:cNvSpPr>
            <a:spLocks noGrp="1"/>
          </p:cNvSpPr>
          <p:nvPr/>
        </p:nvSpPr>
        <p:spPr>
          <a:xfrm>
            <a:off x="707091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9" name="e_full_violin_4338">
            <a:extLst>
              <a:ext uri="{FF2B5EF4-FFF2-40B4-BE49-F238E27FC236}">
                <a16:creationId xmlns:a16="http://schemas.microsoft.com/office/drawing/2014/main" id="{26A2A73D-7426-43C6-ADB1-DA5936F0E622}"/>
              </a:ext>
            </a:extLst>
          </p:cNvPr>
          <p:cNvSpPr>
            <a:spLocks noGrp="1"/>
          </p:cNvSpPr>
          <p:nvPr/>
        </p:nvSpPr>
        <p:spPr>
          <a:xfrm>
            <a:off x="747576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0" name="e_full_violin_4339">
            <a:extLst>
              <a:ext uri="{FF2B5EF4-FFF2-40B4-BE49-F238E27FC236}">
                <a16:creationId xmlns:a16="http://schemas.microsoft.com/office/drawing/2014/main" id="{2116A0E7-D6D4-4371-A04F-5A358D7E035A}"/>
              </a:ext>
            </a:extLst>
          </p:cNvPr>
          <p:cNvSpPr>
            <a:spLocks noGrp="1"/>
          </p:cNvSpPr>
          <p:nvPr/>
        </p:nvSpPr>
        <p:spPr>
          <a:xfrm>
            <a:off x="7471402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1" name="e_full_violin_4340">
            <a:extLst>
              <a:ext uri="{FF2B5EF4-FFF2-40B4-BE49-F238E27FC236}">
                <a16:creationId xmlns:a16="http://schemas.microsoft.com/office/drawing/2014/main" id="{6B2DB412-2F98-4F5C-BDF4-CAAE18935628}"/>
              </a:ext>
            </a:extLst>
          </p:cNvPr>
          <p:cNvSpPr>
            <a:spLocks noGrp="1"/>
          </p:cNvSpPr>
          <p:nvPr/>
        </p:nvSpPr>
        <p:spPr>
          <a:xfrm>
            <a:off x="74612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2" name="e_full_violin_4341">
            <a:extLst>
              <a:ext uri="{FF2B5EF4-FFF2-40B4-BE49-F238E27FC236}">
                <a16:creationId xmlns:a16="http://schemas.microsoft.com/office/drawing/2014/main" id="{196B81B3-E7AD-44FB-869C-6C72013C9760}"/>
              </a:ext>
            </a:extLst>
          </p:cNvPr>
          <p:cNvSpPr>
            <a:spLocks noGrp="1"/>
          </p:cNvSpPr>
          <p:nvPr/>
        </p:nvSpPr>
        <p:spPr>
          <a:xfrm>
            <a:off x="741250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3" name="e_full_violin_4342">
            <a:extLst>
              <a:ext uri="{FF2B5EF4-FFF2-40B4-BE49-F238E27FC236}">
                <a16:creationId xmlns:a16="http://schemas.microsoft.com/office/drawing/2014/main" id="{36BB7C5F-17DE-4255-A724-6C09053939BC}"/>
              </a:ext>
            </a:extLst>
          </p:cNvPr>
          <p:cNvSpPr>
            <a:spLocks noGrp="1"/>
          </p:cNvSpPr>
          <p:nvPr/>
        </p:nvSpPr>
        <p:spPr>
          <a:xfrm>
            <a:off x="732322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4" name="e_full_violin_4343">
            <a:extLst>
              <a:ext uri="{FF2B5EF4-FFF2-40B4-BE49-F238E27FC236}">
                <a16:creationId xmlns:a16="http://schemas.microsoft.com/office/drawing/2014/main" id="{74CB46C8-014C-4350-99FA-D4CFC60A5969}"/>
              </a:ext>
            </a:extLst>
          </p:cNvPr>
          <p:cNvSpPr>
            <a:spLocks noGrp="1"/>
          </p:cNvSpPr>
          <p:nvPr/>
        </p:nvSpPr>
        <p:spPr>
          <a:xfrm>
            <a:off x="710078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5" name="e_full_violin_4344">
            <a:extLst>
              <a:ext uri="{FF2B5EF4-FFF2-40B4-BE49-F238E27FC236}">
                <a16:creationId xmlns:a16="http://schemas.microsoft.com/office/drawing/2014/main" id="{2E7D4504-67BB-482F-9073-0BE1AA0C7271}"/>
              </a:ext>
            </a:extLst>
          </p:cNvPr>
          <p:cNvSpPr>
            <a:spLocks noGrp="1"/>
          </p:cNvSpPr>
          <p:nvPr/>
        </p:nvSpPr>
        <p:spPr>
          <a:xfrm>
            <a:off x="711930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6" name="e_full_violin_4345">
            <a:extLst>
              <a:ext uri="{FF2B5EF4-FFF2-40B4-BE49-F238E27FC236}">
                <a16:creationId xmlns:a16="http://schemas.microsoft.com/office/drawing/2014/main" id="{A0B84401-86B3-4F70-9204-108E4CF386C9}"/>
              </a:ext>
            </a:extLst>
          </p:cNvPr>
          <p:cNvSpPr>
            <a:spLocks noGrp="1"/>
          </p:cNvSpPr>
          <p:nvPr/>
        </p:nvSpPr>
        <p:spPr>
          <a:xfrm>
            <a:off x="74666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7" name="e_full_violin_4346">
            <a:extLst>
              <a:ext uri="{FF2B5EF4-FFF2-40B4-BE49-F238E27FC236}">
                <a16:creationId xmlns:a16="http://schemas.microsoft.com/office/drawing/2014/main" id="{DCADDBCB-806B-4EE9-BFB2-01C7C18D1C20}"/>
              </a:ext>
            </a:extLst>
          </p:cNvPr>
          <p:cNvSpPr>
            <a:spLocks noGrp="1"/>
          </p:cNvSpPr>
          <p:nvPr/>
        </p:nvSpPr>
        <p:spPr>
          <a:xfrm>
            <a:off x="71975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8" name="e_full_violin_4347">
            <a:extLst>
              <a:ext uri="{FF2B5EF4-FFF2-40B4-BE49-F238E27FC236}">
                <a16:creationId xmlns:a16="http://schemas.microsoft.com/office/drawing/2014/main" id="{C9EE5831-D3AD-4558-B3CA-51AD2EFBD17D}"/>
              </a:ext>
            </a:extLst>
          </p:cNvPr>
          <p:cNvSpPr>
            <a:spLocks noGrp="1"/>
          </p:cNvSpPr>
          <p:nvPr/>
        </p:nvSpPr>
        <p:spPr>
          <a:xfrm>
            <a:off x="743961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9" name="e_full_violin_4348">
            <a:extLst>
              <a:ext uri="{FF2B5EF4-FFF2-40B4-BE49-F238E27FC236}">
                <a16:creationId xmlns:a16="http://schemas.microsoft.com/office/drawing/2014/main" id="{4F927477-1F57-48A5-ADE5-750A1881CB5C}"/>
              </a:ext>
            </a:extLst>
          </p:cNvPr>
          <p:cNvSpPr>
            <a:spLocks noGrp="1"/>
          </p:cNvSpPr>
          <p:nvPr/>
        </p:nvSpPr>
        <p:spPr>
          <a:xfrm>
            <a:off x="7157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0" name="e_full_violin_4349">
            <a:extLst>
              <a:ext uri="{FF2B5EF4-FFF2-40B4-BE49-F238E27FC236}">
                <a16:creationId xmlns:a16="http://schemas.microsoft.com/office/drawing/2014/main" id="{3429F76A-BD10-4DC5-8454-7729DD51BA4C}"/>
              </a:ext>
            </a:extLst>
          </p:cNvPr>
          <p:cNvSpPr>
            <a:spLocks noGrp="1"/>
          </p:cNvSpPr>
          <p:nvPr/>
        </p:nvSpPr>
        <p:spPr>
          <a:xfrm>
            <a:off x="704058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1" name="e_full_violin_4350">
            <a:extLst>
              <a:ext uri="{FF2B5EF4-FFF2-40B4-BE49-F238E27FC236}">
                <a16:creationId xmlns:a16="http://schemas.microsoft.com/office/drawing/2014/main" id="{EE8D2A0D-82F2-41A2-A84B-3C7FBC41AA38}"/>
              </a:ext>
            </a:extLst>
          </p:cNvPr>
          <p:cNvSpPr>
            <a:spLocks noGrp="1"/>
          </p:cNvSpPr>
          <p:nvPr/>
        </p:nvSpPr>
        <p:spPr>
          <a:xfrm>
            <a:off x="7145461" y="455597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2" name="e_full_violin_4351">
            <a:extLst>
              <a:ext uri="{FF2B5EF4-FFF2-40B4-BE49-F238E27FC236}">
                <a16:creationId xmlns:a16="http://schemas.microsoft.com/office/drawing/2014/main" id="{D5451547-29DA-4C38-A00A-D312E481B0CC}"/>
              </a:ext>
            </a:extLst>
          </p:cNvPr>
          <p:cNvSpPr>
            <a:spLocks noGrp="1"/>
          </p:cNvSpPr>
          <p:nvPr/>
        </p:nvSpPr>
        <p:spPr>
          <a:xfrm>
            <a:off x="7401423" y="297650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3" name="e_full_violin_4352">
            <a:extLst>
              <a:ext uri="{FF2B5EF4-FFF2-40B4-BE49-F238E27FC236}">
                <a16:creationId xmlns:a16="http://schemas.microsoft.com/office/drawing/2014/main" id="{90F8B002-486E-4E4A-843B-94B9F9E9FE17}"/>
              </a:ext>
            </a:extLst>
          </p:cNvPr>
          <p:cNvSpPr>
            <a:spLocks noGrp="1"/>
          </p:cNvSpPr>
          <p:nvPr/>
        </p:nvSpPr>
        <p:spPr>
          <a:xfrm>
            <a:off x="73173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4" name="e_full_violin_4353">
            <a:extLst>
              <a:ext uri="{FF2B5EF4-FFF2-40B4-BE49-F238E27FC236}">
                <a16:creationId xmlns:a16="http://schemas.microsoft.com/office/drawing/2014/main" id="{2CC3F483-A571-4715-80C1-D3DC2E18D968}"/>
              </a:ext>
            </a:extLst>
          </p:cNvPr>
          <p:cNvSpPr>
            <a:spLocks noGrp="1"/>
          </p:cNvSpPr>
          <p:nvPr/>
        </p:nvSpPr>
        <p:spPr>
          <a:xfrm>
            <a:off x="7329354" y="410210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5" name="e_full_violin_4354">
            <a:extLst>
              <a:ext uri="{FF2B5EF4-FFF2-40B4-BE49-F238E27FC236}">
                <a16:creationId xmlns:a16="http://schemas.microsoft.com/office/drawing/2014/main" id="{929B8FB3-8297-41B4-B98B-52D29A6200D8}"/>
              </a:ext>
            </a:extLst>
          </p:cNvPr>
          <p:cNvSpPr>
            <a:spLocks noGrp="1"/>
          </p:cNvSpPr>
          <p:nvPr/>
        </p:nvSpPr>
        <p:spPr>
          <a:xfrm>
            <a:off x="7338303" y="466127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6" name="e_full_violin_4355">
            <a:extLst>
              <a:ext uri="{FF2B5EF4-FFF2-40B4-BE49-F238E27FC236}">
                <a16:creationId xmlns:a16="http://schemas.microsoft.com/office/drawing/2014/main" id="{D11818FC-3802-40DF-BA4E-777843957CCE}"/>
              </a:ext>
            </a:extLst>
          </p:cNvPr>
          <p:cNvSpPr>
            <a:spLocks noGrp="1"/>
          </p:cNvSpPr>
          <p:nvPr/>
        </p:nvSpPr>
        <p:spPr>
          <a:xfrm>
            <a:off x="739787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7" name="e_full_violin_4356">
            <a:extLst>
              <a:ext uri="{FF2B5EF4-FFF2-40B4-BE49-F238E27FC236}">
                <a16:creationId xmlns:a16="http://schemas.microsoft.com/office/drawing/2014/main" id="{82E0EA24-1783-41E5-BCE8-F97C683FE0B7}"/>
              </a:ext>
            </a:extLst>
          </p:cNvPr>
          <p:cNvSpPr>
            <a:spLocks noGrp="1"/>
          </p:cNvSpPr>
          <p:nvPr/>
        </p:nvSpPr>
        <p:spPr>
          <a:xfrm>
            <a:off x="7059268" y="607502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8" name="e_full_violin_4357">
            <a:extLst>
              <a:ext uri="{FF2B5EF4-FFF2-40B4-BE49-F238E27FC236}">
                <a16:creationId xmlns:a16="http://schemas.microsoft.com/office/drawing/2014/main" id="{F2DAEEDE-0B8B-41F1-B34F-19FE3450986C}"/>
              </a:ext>
            </a:extLst>
          </p:cNvPr>
          <p:cNvSpPr>
            <a:spLocks noGrp="1"/>
          </p:cNvSpPr>
          <p:nvPr/>
        </p:nvSpPr>
        <p:spPr>
          <a:xfrm>
            <a:off x="7060090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9" name="e_full_violin_4358">
            <a:extLst>
              <a:ext uri="{FF2B5EF4-FFF2-40B4-BE49-F238E27FC236}">
                <a16:creationId xmlns:a16="http://schemas.microsoft.com/office/drawing/2014/main" id="{BC0CF950-0EDF-4207-BDE2-65EC86B1D30A}"/>
              </a:ext>
            </a:extLst>
          </p:cNvPr>
          <p:cNvSpPr>
            <a:spLocks noGrp="1"/>
          </p:cNvSpPr>
          <p:nvPr/>
        </p:nvSpPr>
        <p:spPr>
          <a:xfrm>
            <a:off x="73479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0" name="e_full_violin_4359">
            <a:extLst>
              <a:ext uri="{FF2B5EF4-FFF2-40B4-BE49-F238E27FC236}">
                <a16:creationId xmlns:a16="http://schemas.microsoft.com/office/drawing/2014/main" id="{BF2230FC-08D3-41B3-A47A-7DA28DC3CFBF}"/>
              </a:ext>
            </a:extLst>
          </p:cNvPr>
          <p:cNvSpPr>
            <a:spLocks noGrp="1"/>
          </p:cNvSpPr>
          <p:nvPr/>
        </p:nvSpPr>
        <p:spPr>
          <a:xfrm>
            <a:off x="706378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1" name="e_full_violin_4360">
            <a:extLst>
              <a:ext uri="{FF2B5EF4-FFF2-40B4-BE49-F238E27FC236}">
                <a16:creationId xmlns:a16="http://schemas.microsoft.com/office/drawing/2014/main" id="{2911F259-77C6-4A21-B719-E9DC0C6936BD}"/>
              </a:ext>
            </a:extLst>
          </p:cNvPr>
          <p:cNvSpPr>
            <a:spLocks noGrp="1"/>
          </p:cNvSpPr>
          <p:nvPr/>
        </p:nvSpPr>
        <p:spPr>
          <a:xfrm>
            <a:off x="711974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2" name="e_full_violin_4361">
            <a:extLst>
              <a:ext uri="{FF2B5EF4-FFF2-40B4-BE49-F238E27FC236}">
                <a16:creationId xmlns:a16="http://schemas.microsoft.com/office/drawing/2014/main" id="{CA309B93-16FF-40AE-B510-A2368A5FC0F7}"/>
              </a:ext>
            </a:extLst>
          </p:cNvPr>
          <p:cNvSpPr>
            <a:spLocks noGrp="1"/>
          </p:cNvSpPr>
          <p:nvPr/>
        </p:nvSpPr>
        <p:spPr>
          <a:xfrm>
            <a:off x="7267784" y="578445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3" name="e_full_violin_4362">
            <a:extLst>
              <a:ext uri="{FF2B5EF4-FFF2-40B4-BE49-F238E27FC236}">
                <a16:creationId xmlns:a16="http://schemas.microsoft.com/office/drawing/2014/main" id="{B62D5C23-C245-48F7-8772-FC8244526A82}"/>
              </a:ext>
            </a:extLst>
          </p:cNvPr>
          <p:cNvSpPr>
            <a:spLocks noGrp="1"/>
          </p:cNvSpPr>
          <p:nvPr/>
        </p:nvSpPr>
        <p:spPr>
          <a:xfrm>
            <a:off x="703954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4" name="e_full_violin_4363">
            <a:extLst>
              <a:ext uri="{FF2B5EF4-FFF2-40B4-BE49-F238E27FC236}">
                <a16:creationId xmlns:a16="http://schemas.microsoft.com/office/drawing/2014/main" id="{373B3CA4-2AC1-415A-BC05-C1BA544DA12E}"/>
              </a:ext>
            </a:extLst>
          </p:cNvPr>
          <p:cNvSpPr>
            <a:spLocks noGrp="1"/>
          </p:cNvSpPr>
          <p:nvPr/>
        </p:nvSpPr>
        <p:spPr>
          <a:xfrm>
            <a:off x="725541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5" name="e_full_violin_4364">
            <a:extLst>
              <a:ext uri="{FF2B5EF4-FFF2-40B4-BE49-F238E27FC236}">
                <a16:creationId xmlns:a16="http://schemas.microsoft.com/office/drawing/2014/main" id="{CFD6651D-93FB-48F8-A22C-E67B7FE4283E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4440" y="3662402"/>
                </a:lnTo>
                <a:lnTo>
                  <a:pt x="17454" y="3639368"/>
                </a:lnTo>
                <a:lnTo>
                  <a:pt x="38161" y="3616334"/>
                </a:lnTo>
                <a:lnTo>
                  <a:pt x="65203" y="3593300"/>
                </a:lnTo>
                <a:lnTo>
                  <a:pt x="96888" y="3570266"/>
                </a:lnTo>
                <a:lnTo>
                  <a:pt x="131368" y="3547232"/>
                </a:lnTo>
                <a:lnTo>
                  <a:pt x="166808" y="3524198"/>
                </a:lnTo>
                <a:lnTo>
                  <a:pt x="201544" y="3501164"/>
                </a:lnTo>
                <a:lnTo>
                  <a:pt x="234196" y="3478130"/>
                </a:lnTo>
                <a:lnTo>
                  <a:pt x="263741" y="3455096"/>
                </a:lnTo>
                <a:lnTo>
                  <a:pt x="289532" y="3432062"/>
                </a:lnTo>
                <a:lnTo>
                  <a:pt x="311279" y="3409028"/>
                </a:lnTo>
                <a:lnTo>
                  <a:pt x="328997" y="3385994"/>
                </a:lnTo>
                <a:lnTo>
                  <a:pt x="342934" y="3362960"/>
                </a:lnTo>
                <a:lnTo>
                  <a:pt x="353500" y="3339926"/>
                </a:lnTo>
                <a:lnTo>
                  <a:pt x="361192" y="3316892"/>
                </a:lnTo>
                <a:lnTo>
                  <a:pt x="366536" y="3293858"/>
                </a:lnTo>
                <a:lnTo>
                  <a:pt x="370044" y="3270824"/>
                </a:lnTo>
                <a:lnTo>
                  <a:pt x="372179" y="3247790"/>
                </a:lnTo>
                <a:lnTo>
                  <a:pt x="373346" y="3224756"/>
                </a:lnTo>
                <a:lnTo>
                  <a:pt x="373878" y="3201722"/>
                </a:lnTo>
                <a:lnTo>
                  <a:pt x="374039" y="3178688"/>
                </a:lnTo>
                <a:lnTo>
                  <a:pt x="374031" y="3155654"/>
                </a:lnTo>
                <a:lnTo>
                  <a:pt x="373997" y="3132620"/>
                </a:lnTo>
                <a:lnTo>
                  <a:pt x="374030" y="3109586"/>
                </a:lnTo>
                <a:lnTo>
                  <a:pt x="374180" y="3086552"/>
                </a:lnTo>
                <a:lnTo>
                  <a:pt x="374464" y="3063518"/>
                </a:lnTo>
                <a:lnTo>
                  <a:pt x="374871" y="3040485"/>
                </a:lnTo>
                <a:lnTo>
                  <a:pt x="375372" y="3017451"/>
                </a:lnTo>
                <a:lnTo>
                  <a:pt x="375925" y="2994417"/>
                </a:lnTo>
                <a:lnTo>
                  <a:pt x="376483" y="2971383"/>
                </a:lnTo>
                <a:lnTo>
                  <a:pt x="377000" y="2948349"/>
                </a:lnTo>
                <a:lnTo>
                  <a:pt x="377435" y="2925315"/>
                </a:lnTo>
                <a:lnTo>
                  <a:pt x="377755" y="2902281"/>
                </a:lnTo>
                <a:lnTo>
                  <a:pt x="377933" y="2879247"/>
                </a:lnTo>
                <a:lnTo>
                  <a:pt x="377951" y="2856213"/>
                </a:lnTo>
                <a:lnTo>
                  <a:pt x="377797" y="2833179"/>
                </a:lnTo>
                <a:lnTo>
                  <a:pt x="377460" y="2810145"/>
                </a:lnTo>
                <a:lnTo>
                  <a:pt x="376933" y="2787111"/>
                </a:lnTo>
                <a:lnTo>
                  <a:pt x="376206" y="2764077"/>
                </a:lnTo>
                <a:lnTo>
                  <a:pt x="375272" y="2741043"/>
                </a:lnTo>
                <a:lnTo>
                  <a:pt x="374124" y="2718009"/>
                </a:lnTo>
                <a:lnTo>
                  <a:pt x="372763" y="2694975"/>
                </a:lnTo>
                <a:lnTo>
                  <a:pt x="371199" y="2671941"/>
                </a:lnTo>
                <a:lnTo>
                  <a:pt x="369459" y="2648907"/>
                </a:lnTo>
                <a:lnTo>
                  <a:pt x="367588" y="2625873"/>
                </a:lnTo>
                <a:lnTo>
                  <a:pt x="365651" y="2602839"/>
                </a:lnTo>
                <a:lnTo>
                  <a:pt x="363733" y="2579805"/>
                </a:lnTo>
                <a:lnTo>
                  <a:pt x="361933" y="2556771"/>
                </a:lnTo>
                <a:lnTo>
                  <a:pt x="360355" y="2533737"/>
                </a:lnTo>
                <a:lnTo>
                  <a:pt x="359102" y="2510703"/>
                </a:lnTo>
                <a:lnTo>
                  <a:pt x="358262" y="2487669"/>
                </a:lnTo>
                <a:lnTo>
                  <a:pt x="357897" y="2464635"/>
                </a:lnTo>
                <a:lnTo>
                  <a:pt x="358038" y="2441601"/>
                </a:lnTo>
                <a:lnTo>
                  <a:pt x="358682" y="2418567"/>
                </a:lnTo>
                <a:lnTo>
                  <a:pt x="359786" y="2395533"/>
                </a:lnTo>
                <a:lnTo>
                  <a:pt x="361276" y="2372499"/>
                </a:lnTo>
                <a:lnTo>
                  <a:pt x="363054" y="2349465"/>
                </a:lnTo>
                <a:lnTo>
                  <a:pt x="365004" y="2326431"/>
                </a:lnTo>
                <a:lnTo>
                  <a:pt x="367003" y="2303397"/>
                </a:lnTo>
                <a:lnTo>
                  <a:pt x="368934" y="2280363"/>
                </a:lnTo>
                <a:lnTo>
                  <a:pt x="370684" y="2257329"/>
                </a:lnTo>
                <a:lnTo>
                  <a:pt x="372157" y="2234295"/>
                </a:lnTo>
                <a:lnTo>
                  <a:pt x="373269" y="2211261"/>
                </a:lnTo>
                <a:lnTo>
                  <a:pt x="373953" y="2188228"/>
                </a:lnTo>
                <a:lnTo>
                  <a:pt x="374154" y="2165194"/>
                </a:lnTo>
                <a:lnTo>
                  <a:pt x="373832" y="2142160"/>
                </a:lnTo>
                <a:lnTo>
                  <a:pt x="372960" y="2119126"/>
                </a:lnTo>
                <a:lnTo>
                  <a:pt x="371531" y="2096092"/>
                </a:lnTo>
                <a:lnTo>
                  <a:pt x="369558" y="2073058"/>
                </a:lnTo>
                <a:lnTo>
                  <a:pt x="367085" y="2050024"/>
                </a:lnTo>
                <a:lnTo>
                  <a:pt x="364186" y="2026990"/>
                </a:lnTo>
                <a:lnTo>
                  <a:pt x="360976" y="2003956"/>
                </a:lnTo>
                <a:lnTo>
                  <a:pt x="357603" y="1980922"/>
                </a:lnTo>
                <a:lnTo>
                  <a:pt x="354246" y="1957888"/>
                </a:lnTo>
                <a:lnTo>
                  <a:pt x="351106" y="1934854"/>
                </a:lnTo>
                <a:lnTo>
                  <a:pt x="348385" y="1911820"/>
                </a:lnTo>
                <a:lnTo>
                  <a:pt x="346273" y="1888786"/>
                </a:lnTo>
                <a:lnTo>
                  <a:pt x="344925" y="1865752"/>
                </a:lnTo>
                <a:lnTo>
                  <a:pt x="344446" y="1842718"/>
                </a:lnTo>
                <a:lnTo>
                  <a:pt x="344877" y="1819684"/>
                </a:lnTo>
                <a:lnTo>
                  <a:pt x="346195" y="1796650"/>
                </a:lnTo>
                <a:lnTo>
                  <a:pt x="348307" y="1773616"/>
                </a:lnTo>
                <a:lnTo>
                  <a:pt x="351068" y="1750582"/>
                </a:lnTo>
                <a:lnTo>
                  <a:pt x="354295" y="1727548"/>
                </a:lnTo>
                <a:lnTo>
                  <a:pt x="357781" y="1704514"/>
                </a:lnTo>
                <a:lnTo>
                  <a:pt x="361323" y="1681480"/>
                </a:lnTo>
                <a:lnTo>
                  <a:pt x="364736" y="1658446"/>
                </a:lnTo>
                <a:lnTo>
                  <a:pt x="367866" y="1635412"/>
                </a:lnTo>
                <a:lnTo>
                  <a:pt x="370601" y="1612378"/>
                </a:lnTo>
                <a:lnTo>
                  <a:pt x="372873" y="1589344"/>
                </a:lnTo>
                <a:lnTo>
                  <a:pt x="374658" y="1566310"/>
                </a:lnTo>
                <a:lnTo>
                  <a:pt x="375967" y="1543276"/>
                </a:lnTo>
                <a:lnTo>
                  <a:pt x="376840" y="1520242"/>
                </a:lnTo>
                <a:lnTo>
                  <a:pt x="377339" y="1497208"/>
                </a:lnTo>
                <a:lnTo>
                  <a:pt x="377534" y="1474174"/>
                </a:lnTo>
                <a:lnTo>
                  <a:pt x="377503" y="1451140"/>
                </a:lnTo>
                <a:lnTo>
                  <a:pt x="377318" y="1428106"/>
                </a:lnTo>
                <a:lnTo>
                  <a:pt x="377048" y="1405072"/>
                </a:lnTo>
                <a:lnTo>
                  <a:pt x="376751" y="1382038"/>
                </a:lnTo>
                <a:lnTo>
                  <a:pt x="376475" y="1359004"/>
                </a:lnTo>
                <a:lnTo>
                  <a:pt x="376255" y="1335970"/>
                </a:lnTo>
                <a:lnTo>
                  <a:pt x="376115" y="1312937"/>
                </a:lnTo>
                <a:lnTo>
                  <a:pt x="376066" y="1289903"/>
                </a:lnTo>
                <a:lnTo>
                  <a:pt x="376107" y="1266869"/>
                </a:lnTo>
                <a:lnTo>
                  <a:pt x="376224" y="1243835"/>
                </a:lnTo>
                <a:lnTo>
                  <a:pt x="376395" y="1220801"/>
                </a:lnTo>
                <a:lnTo>
                  <a:pt x="376589" y="1197767"/>
                </a:lnTo>
                <a:lnTo>
                  <a:pt x="376771" y="1174733"/>
                </a:lnTo>
                <a:lnTo>
                  <a:pt x="376907" y="1151699"/>
                </a:lnTo>
                <a:lnTo>
                  <a:pt x="376964" y="1128665"/>
                </a:lnTo>
                <a:lnTo>
                  <a:pt x="376917" y="1105631"/>
                </a:lnTo>
                <a:lnTo>
                  <a:pt x="376752" y="1082597"/>
                </a:lnTo>
                <a:lnTo>
                  <a:pt x="376466" y="1059563"/>
                </a:lnTo>
                <a:lnTo>
                  <a:pt x="376068" y="1036529"/>
                </a:lnTo>
                <a:lnTo>
                  <a:pt x="375582" y="1013495"/>
                </a:lnTo>
                <a:lnTo>
                  <a:pt x="375037" y="990461"/>
                </a:lnTo>
                <a:lnTo>
                  <a:pt x="374472" y="967427"/>
                </a:lnTo>
                <a:lnTo>
                  <a:pt x="373925" y="944393"/>
                </a:lnTo>
                <a:lnTo>
                  <a:pt x="373435" y="921359"/>
                </a:lnTo>
                <a:lnTo>
                  <a:pt x="373033" y="898325"/>
                </a:lnTo>
                <a:lnTo>
                  <a:pt x="372744" y="875291"/>
                </a:lnTo>
                <a:lnTo>
                  <a:pt x="372584" y="852257"/>
                </a:lnTo>
                <a:lnTo>
                  <a:pt x="372557" y="829223"/>
                </a:lnTo>
                <a:lnTo>
                  <a:pt x="372660" y="806189"/>
                </a:lnTo>
                <a:lnTo>
                  <a:pt x="372883" y="783155"/>
                </a:lnTo>
                <a:lnTo>
                  <a:pt x="373211" y="760121"/>
                </a:lnTo>
                <a:lnTo>
                  <a:pt x="373629" y="737087"/>
                </a:lnTo>
                <a:lnTo>
                  <a:pt x="374119" y="714053"/>
                </a:lnTo>
                <a:lnTo>
                  <a:pt x="374669" y="691019"/>
                </a:lnTo>
                <a:lnTo>
                  <a:pt x="375269" y="667985"/>
                </a:lnTo>
                <a:lnTo>
                  <a:pt x="375912" y="644951"/>
                </a:lnTo>
                <a:lnTo>
                  <a:pt x="376593" y="621917"/>
                </a:lnTo>
                <a:lnTo>
                  <a:pt x="377312" y="598883"/>
                </a:lnTo>
                <a:lnTo>
                  <a:pt x="378063" y="575849"/>
                </a:lnTo>
                <a:lnTo>
                  <a:pt x="378838" y="552815"/>
                </a:lnTo>
                <a:lnTo>
                  <a:pt x="379623" y="529781"/>
                </a:lnTo>
                <a:lnTo>
                  <a:pt x="380390" y="506747"/>
                </a:lnTo>
                <a:lnTo>
                  <a:pt x="381101" y="483713"/>
                </a:lnTo>
                <a:lnTo>
                  <a:pt x="381699" y="460679"/>
                </a:lnTo>
                <a:lnTo>
                  <a:pt x="382112" y="437646"/>
                </a:lnTo>
                <a:lnTo>
                  <a:pt x="382246" y="414612"/>
                </a:lnTo>
                <a:lnTo>
                  <a:pt x="381990" y="391578"/>
                </a:lnTo>
                <a:lnTo>
                  <a:pt x="381215" y="368544"/>
                </a:lnTo>
                <a:lnTo>
                  <a:pt x="379784" y="345510"/>
                </a:lnTo>
                <a:lnTo>
                  <a:pt x="377553" y="322476"/>
                </a:lnTo>
                <a:lnTo>
                  <a:pt x="374392" y="299442"/>
                </a:lnTo>
                <a:lnTo>
                  <a:pt x="370193" y="276408"/>
                </a:lnTo>
                <a:lnTo>
                  <a:pt x="364892" y="253374"/>
                </a:lnTo>
                <a:lnTo>
                  <a:pt x="358490" y="230340"/>
                </a:lnTo>
                <a:lnTo>
                  <a:pt x="351065" y="207306"/>
                </a:lnTo>
                <a:lnTo>
                  <a:pt x="342792" y="184272"/>
                </a:lnTo>
                <a:lnTo>
                  <a:pt x="333942" y="161238"/>
                </a:lnTo>
                <a:lnTo>
                  <a:pt x="324877" y="138204"/>
                </a:lnTo>
                <a:lnTo>
                  <a:pt x="316035" y="115170"/>
                </a:lnTo>
                <a:lnTo>
                  <a:pt x="307894" y="92136"/>
                </a:lnTo>
                <a:lnTo>
                  <a:pt x="300939" y="69102"/>
                </a:lnTo>
                <a:lnTo>
                  <a:pt x="295608" y="46068"/>
                </a:lnTo>
                <a:lnTo>
                  <a:pt x="292256" y="23034"/>
                </a:lnTo>
                <a:lnTo>
                  <a:pt x="291113" y="0"/>
                </a:lnTo>
                <a:lnTo>
                  <a:pt x="491482" y="0"/>
                </a:lnTo>
                <a:lnTo>
                  <a:pt x="491482" y="0"/>
                </a:lnTo>
                <a:lnTo>
                  <a:pt x="490338" y="23034"/>
                </a:lnTo>
                <a:lnTo>
                  <a:pt x="486987" y="46068"/>
                </a:lnTo>
                <a:lnTo>
                  <a:pt x="481656" y="69102"/>
                </a:lnTo>
                <a:lnTo>
                  <a:pt x="474700" y="92136"/>
                </a:lnTo>
                <a:lnTo>
                  <a:pt x="466560" y="115170"/>
                </a:lnTo>
                <a:lnTo>
                  <a:pt x="457717" y="138204"/>
                </a:lnTo>
                <a:lnTo>
                  <a:pt x="448653" y="161238"/>
                </a:lnTo>
                <a:lnTo>
                  <a:pt x="439802" y="184272"/>
                </a:lnTo>
                <a:lnTo>
                  <a:pt x="431529" y="207306"/>
                </a:lnTo>
                <a:lnTo>
                  <a:pt x="424105" y="230340"/>
                </a:lnTo>
                <a:lnTo>
                  <a:pt x="417703" y="253374"/>
                </a:lnTo>
                <a:lnTo>
                  <a:pt x="412402" y="276408"/>
                </a:lnTo>
                <a:lnTo>
                  <a:pt x="408203" y="299442"/>
                </a:lnTo>
                <a:lnTo>
                  <a:pt x="405041" y="322476"/>
                </a:lnTo>
                <a:lnTo>
                  <a:pt x="402811" y="345510"/>
                </a:lnTo>
                <a:lnTo>
                  <a:pt x="401379" y="368544"/>
                </a:lnTo>
                <a:lnTo>
                  <a:pt x="400605" y="391578"/>
                </a:lnTo>
                <a:lnTo>
                  <a:pt x="400348" y="414612"/>
                </a:lnTo>
                <a:lnTo>
                  <a:pt x="400483" y="437646"/>
                </a:lnTo>
                <a:lnTo>
                  <a:pt x="400895" y="460679"/>
                </a:lnTo>
                <a:lnTo>
                  <a:pt x="401494" y="483713"/>
                </a:lnTo>
                <a:lnTo>
                  <a:pt x="402205" y="506747"/>
                </a:lnTo>
                <a:lnTo>
                  <a:pt x="402972" y="529781"/>
                </a:lnTo>
                <a:lnTo>
                  <a:pt x="403756" y="552815"/>
                </a:lnTo>
                <a:lnTo>
                  <a:pt x="404532" y="575849"/>
                </a:lnTo>
                <a:lnTo>
                  <a:pt x="405283" y="598883"/>
                </a:lnTo>
                <a:lnTo>
                  <a:pt x="406001" y="621917"/>
                </a:lnTo>
                <a:lnTo>
                  <a:pt x="406683" y="644951"/>
                </a:lnTo>
                <a:lnTo>
                  <a:pt x="407326" y="667985"/>
                </a:lnTo>
                <a:lnTo>
                  <a:pt x="407925" y="691019"/>
                </a:lnTo>
                <a:lnTo>
                  <a:pt x="408475" y="714053"/>
                </a:lnTo>
                <a:lnTo>
                  <a:pt x="408966" y="737087"/>
                </a:lnTo>
                <a:lnTo>
                  <a:pt x="409383" y="760121"/>
                </a:lnTo>
                <a:lnTo>
                  <a:pt x="409712" y="783155"/>
                </a:lnTo>
                <a:lnTo>
                  <a:pt x="409935" y="806189"/>
                </a:lnTo>
                <a:lnTo>
                  <a:pt x="410038" y="829223"/>
                </a:lnTo>
                <a:lnTo>
                  <a:pt x="410011" y="852257"/>
                </a:lnTo>
                <a:lnTo>
                  <a:pt x="409850" y="875291"/>
                </a:lnTo>
                <a:lnTo>
                  <a:pt x="409562" y="898325"/>
                </a:lnTo>
                <a:lnTo>
                  <a:pt x="409160" y="921359"/>
                </a:lnTo>
                <a:lnTo>
                  <a:pt x="408670" y="944393"/>
                </a:lnTo>
                <a:lnTo>
                  <a:pt x="408123" y="967427"/>
                </a:lnTo>
                <a:lnTo>
                  <a:pt x="407557" y="990461"/>
                </a:lnTo>
                <a:lnTo>
                  <a:pt x="407013" y="1013495"/>
                </a:lnTo>
                <a:lnTo>
                  <a:pt x="406526" y="1036529"/>
                </a:lnTo>
                <a:lnTo>
                  <a:pt x="406129" y="1059563"/>
                </a:lnTo>
                <a:lnTo>
                  <a:pt x="405843" y="1082597"/>
                </a:lnTo>
                <a:lnTo>
                  <a:pt x="405677" y="1105631"/>
                </a:lnTo>
                <a:lnTo>
                  <a:pt x="405631" y="1128665"/>
                </a:lnTo>
                <a:lnTo>
                  <a:pt x="405688" y="1151699"/>
                </a:lnTo>
                <a:lnTo>
                  <a:pt x="405823" y="1174733"/>
                </a:lnTo>
                <a:lnTo>
                  <a:pt x="406006" y="1197767"/>
                </a:lnTo>
                <a:lnTo>
                  <a:pt x="406200" y="1220801"/>
                </a:lnTo>
                <a:lnTo>
                  <a:pt x="406371" y="1243835"/>
                </a:lnTo>
                <a:lnTo>
                  <a:pt x="406488" y="1266869"/>
                </a:lnTo>
                <a:lnTo>
                  <a:pt x="406528" y="1289903"/>
                </a:lnTo>
                <a:lnTo>
                  <a:pt x="406479" y="1312937"/>
                </a:lnTo>
                <a:lnTo>
                  <a:pt x="406340" y="1335970"/>
                </a:lnTo>
                <a:lnTo>
                  <a:pt x="406120" y="1359004"/>
                </a:lnTo>
                <a:lnTo>
                  <a:pt x="405844" y="1382038"/>
                </a:lnTo>
                <a:lnTo>
                  <a:pt x="405546" y="1405072"/>
                </a:lnTo>
                <a:lnTo>
                  <a:pt x="405276" y="1428106"/>
                </a:lnTo>
                <a:lnTo>
                  <a:pt x="405092" y="1451140"/>
                </a:lnTo>
                <a:lnTo>
                  <a:pt x="405060" y="1474174"/>
                </a:lnTo>
                <a:lnTo>
                  <a:pt x="405256" y="1497208"/>
                </a:lnTo>
                <a:lnTo>
                  <a:pt x="405755" y="1520242"/>
                </a:lnTo>
                <a:lnTo>
                  <a:pt x="406628" y="1543276"/>
                </a:lnTo>
                <a:lnTo>
                  <a:pt x="407937" y="1566310"/>
                </a:lnTo>
                <a:lnTo>
                  <a:pt x="409721" y="1589344"/>
                </a:lnTo>
                <a:lnTo>
                  <a:pt x="411994" y="1612378"/>
                </a:lnTo>
                <a:lnTo>
                  <a:pt x="414729" y="1635412"/>
                </a:lnTo>
                <a:lnTo>
                  <a:pt x="417859" y="1658446"/>
                </a:lnTo>
                <a:lnTo>
                  <a:pt x="421271" y="1681480"/>
                </a:lnTo>
                <a:lnTo>
                  <a:pt x="424814" y="1704514"/>
                </a:lnTo>
                <a:lnTo>
                  <a:pt x="428300" y="1727548"/>
                </a:lnTo>
                <a:lnTo>
                  <a:pt x="431526" y="1750582"/>
                </a:lnTo>
                <a:lnTo>
                  <a:pt x="434288" y="1773616"/>
                </a:lnTo>
                <a:lnTo>
                  <a:pt x="436400" y="1796650"/>
                </a:lnTo>
                <a:lnTo>
                  <a:pt x="437717" y="1819684"/>
                </a:lnTo>
                <a:lnTo>
                  <a:pt x="438149" y="1842718"/>
                </a:lnTo>
                <a:lnTo>
                  <a:pt x="437670" y="1865752"/>
                </a:lnTo>
                <a:lnTo>
                  <a:pt x="436322" y="1888786"/>
                </a:lnTo>
                <a:lnTo>
                  <a:pt x="434210" y="1911820"/>
                </a:lnTo>
                <a:lnTo>
                  <a:pt x="431489" y="1934854"/>
                </a:lnTo>
                <a:lnTo>
                  <a:pt x="428349" y="1957888"/>
                </a:lnTo>
                <a:lnTo>
                  <a:pt x="424992" y="1980922"/>
                </a:lnTo>
                <a:lnTo>
                  <a:pt x="421619" y="2003956"/>
                </a:lnTo>
                <a:lnTo>
                  <a:pt x="418408" y="2026990"/>
                </a:lnTo>
                <a:lnTo>
                  <a:pt x="415510" y="2050024"/>
                </a:lnTo>
                <a:lnTo>
                  <a:pt x="413036" y="2073058"/>
                </a:lnTo>
                <a:lnTo>
                  <a:pt x="411064" y="2096092"/>
                </a:lnTo>
                <a:lnTo>
                  <a:pt x="409634" y="2119126"/>
                </a:lnTo>
                <a:lnTo>
                  <a:pt x="408763" y="2142160"/>
                </a:lnTo>
                <a:lnTo>
                  <a:pt x="408441" y="2165194"/>
                </a:lnTo>
                <a:lnTo>
                  <a:pt x="408642" y="2188228"/>
                </a:lnTo>
                <a:lnTo>
                  <a:pt x="409325" y="2211261"/>
                </a:lnTo>
                <a:lnTo>
                  <a:pt x="410438" y="2234295"/>
                </a:lnTo>
                <a:lnTo>
                  <a:pt x="411910" y="2257329"/>
                </a:lnTo>
                <a:lnTo>
                  <a:pt x="413661" y="2280363"/>
                </a:lnTo>
                <a:lnTo>
                  <a:pt x="415591" y="2303397"/>
                </a:lnTo>
                <a:lnTo>
                  <a:pt x="417591" y="2326431"/>
                </a:lnTo>
                <a:lnTo>
                  <a:pt x="419541" y="2349465"/>
                </a:lnTo>
                <a:lnTo>
                  <a:pt x="421319" y="2372499"/>
                </a:lnTo>
                <a:lnTo>
                  <a:pt x="422809" y="2395533"/>
                </a:lnTo>
                <a:lnTo>
                  <a:pt x="423913" y="2418567"/>
                </a:lnTo>
                <a:lnTo>
                  <a:pt x="424556" y="2441601"/>
                </a:lnTo>
                <a:lnTo>
                  <a:pt x="424698" y="2464635"/>
                </a:lnTo>
                <a:lnTo>
                  <a:pt x="424333" y="2487669"/>
                </a:lnTo>
                <a:lnTo>
                  <a:pt x="423492" y="2510703"/>
                </a:lnTo>
                <a:lnTo>
                  <a:pt x="422239" y="2533737"/>
                </a:lnTo>
                <a:lnTo>
                  <a:pt x="420662" y="2556771"/>
                </a:lnTo>
                <a:lnTo>
                  <a:pt x="418862" y="2579805"/>
                </a:lnTo>
                <a:lnTo>
                  <a:pt x="416944" y="2602839"/>
                </a:lnTo>
                <a:lnTo>
                  <a:pt x="415007" y="2625873"/>
                </a:lnTo>
                <a:lnTo>
                  <a:pt x="413136" y="2648907"/>
                </a:lnTo>
                <a:lnTo>
                  <a:pt x="411395" y="2671941"/>
                </a:lnTo>
                <a:lnTo>
                  <a:pt x="409832" y="2694975"/>
                </a:lnTo>
                <a:lnTo>
                  <a:pt x="408470" y="2718009"/>
                </a:lnTo>
                <a:lnTo>
                  <a:pt x="407323" y="2741043"/>
                </a:lnTo>
                <a:lnTo>
                  <a:pt x="406388" y="2764077"/>
                </a:lnTo>
                <a:lnTo>
                  <a:pt x="405662" y="2787111"/>
                </a:lnTo>
                <a:lnTo>
                  <a:pt x="405134" y="2810145"/>
                </a:lnTo>
                <a:lnTo>
                  <a:pt x="404798" y="2833179"/>
                </a:lnTo>
                <a:lnTo>
                  <a:pt x="404644" y="2856213"/>
                </a:lnTo>
                <a:lnTo>
                  <a:pt x="404662" y="2879247"/>
                </a:lnTo>
                <a:lnTo>
                  <a:pt x="404840" y="2902281"/>
                </a:lnTo>
                <a:lnTo>
                  <a:pt x="405159" y="2925315"/>
                </a:lnTo>
                <a:lnTo>
                  <a:pt x="405595" y="2948349"/>
                </a:lnTo>
                <a:lnTo>
                  <a:pt x="406112" y="2971383"/>
                </a:lnTo>
                <a:lnTo>
                  <a:pt x="406670" y="2994417"/>
                </a:lnTo>
                <a:lnTo>
                  <a:pt x="407223" y="3017451"/>
                </a:lnTo>
                <a:lnTo>
                  <a:pt x="407724" y="3040485"/>
                </a:lnTo>
                <a:lnTo>
                  <a:pt x="408131" y="3063518"/>
                </a:lnTo>
                <a:lnTo>
                  <a:pt x="408415" y="3086552"/>
                </a:lnTo>
                <a:lnTo>
                  <a:pt x="408565" y="3109586"/>
                </a:lnTo>
                <a:lnTo>
                  <a:pt x="408598" y="3132620"/>
                </a:lnTo>
                <a:lnTo>
                  <a:pt x="408563" y="3155654"/>
                </a:lnTo>
                <a:lnTo>
                  <a:pt x="408555" y="3178688"/>
                </a:lnTo>
                <a:lnTo>
                  <a:pt x="408717" y="3201722"/>
                </a:lnTo>
                <a:lnTo>
                  <a:pt x="409249" y="3224756"/>
                </a:lnTo>
                <a:lnTo>
                  <a:pt x="410415" y="3247790"/>
                </a:lnTo>
                <a:lnTo>
                  <a:pt x="412551" y="3270824"/>
                </a:lnTo>
                <a:lnTo>
                  <a:pt x="416058" y="3293858"/>
                </a:lnTo>
                <a:lnTo>
                  <a:pt x="421403" y="3316892"/>
                </a:lnTo>
                <a:lnTo>
                  <a:pt x="429094" y="3339926"/>
                </a:lnTo>
                <a:lnTo>
                  <a:pt x="439660" y="3362960"/>
                </a:lnTo>
                <a:lnTo>
                  <a:pt x="453598" y="3385994"/>
                </a:lnTo>
                <a:lnTo>
                  <a:pt x="471316" y="3409028"/>
                </a:lnTo>
                <a:lnTo>
                  <a:pt x="493063" y="3432062"/>
                </a:lnTo>
                <a:lnTo>
                  <a:pt x="518854" y="3455096"/>
                </a:lnTo>
                <a:lnTo>
                  <a:pt x="548399" y="3478130"/>
                </a:lnTo>
                <a:lnTo>
                  <a:pt x="581051" y="3501164"/>
                </a:lnTo>
                <a:lnTo>
                  <a:pt x="615786" y="3524198"/>
                </a:lnTo>
                <a:lnTo>
                  <a:pt x="651226" y="3547232"/>
                </a:lnTo>
                <a:lnTo>
                  <a:pt x="685706" y="3570266"/>
                </a:lnTo>
                <a:lnTo>
                  <a:pt x="717392" y="3593300"/>
                </a:lnTo>
                <a:lnTo>
                  <a:pt x="744434" y="3616334"/>
                </a:lnTo>
                <a:lnTo>
                  <a:pt x="765141" y="3639368"/>
                </a:lnTo>
                <a:lnTo>
                  <a:pt x="778155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916" name="e_full_violin_4365">
            <a:extLst>
              <a:ext uri="{FF2B5EF4-FFF2-40B4-BE49-F238E27FC236}">
                <a16:creationId xmlns:a16="http://schemas.microsoft.com/office/drawing/2014/main" id="{0EFB9006-8F27-4903-9BA9-57BA0C764D01}"/>
              </a:ext>
            </a:extLst>
          </p:cNvPr>
          <p:cNvSpPr>
            <a:spLocks noGrp="1"/>
          </p:cNvSpPr>
          <p:nvPr/>
        </p:nvSpPr>
        <p:spPr>
          <a:xfrm>
            <a:off x="827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7" name="e_full_violin_4366">
            <a:extLst>
              <a:ext uri="{FF2B5EF4-FFF2-40B4-BE49-F238E27FC236}">
                <a16:creationId xmlns:a16="http://schemas.microsoft.com/office/drawing/2014/main" id="{DB17712E-A16A-4974-B614-7B5A6D6D20A7}"/>
              </a:ext>
            </a:extLst>
          </p:cNvPr>
          <p:cNvSpPr>
            <a:spLocks noGrp="1"/>
          </p:cNvSpPr>
          <p:nvPr/>
        </p:nvSpPr>
        <p:spPr>
          <a:xfrm>
            <a:off x="84085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8" name="e_full_violin_4367">
            <a:extLst>
              <a:ext uri="{FF2B5EF4-FFF2-40B4-BE49-F238E27FC236}">
                <a16:creationId xmlns:a16="http://schemas.microsoft.com/office/drawing/2014/main" id="{65248219-B8B9-4989-B7AD-98D47CA3EB40}"/>
              </a:ext>
            </a:extLst>
          </p:cNvPr>
          <p:cNvSpPr>
            <a:spLocks noGrp="1"/>
          </p:cNvSpPr>
          <p:nvPr/>
        </p:nvSpPr>
        <p:spPr>
          <a:xfrm>
            <a:off x="84799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9" name="e_full_violin_4368">
            <a:extLst>
              <a:ext uri="{FF2B5EF4-FFF2-40B4-BE49-F238E27FC236}">
                <a16:creationId xmlns:a16="http://schemas.microsoft.com/office/drawing/2014/main" id="{03B89111-6E9E-4ADE-9D8D-89892F080E18}"/>
              </a:ext>
            </a:extLst>
          </p:cNvPr>
          <p:cNvSpPr>
            <a:spLocks noGrp="1"/>
          </p:cNvSpPr>
          <p:nvPr/>
        </p:nvSpPr>
        <p:spPr>
          <a:xfrm>
            <a:off x="80899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0" name="e_full_violin_4369">
            <a:extLst>
              <a:ext uri="{FF2B5EF4-FFF2-40B4-BE49-F238E27FC236}">
                <a16:creationId xmlns:a16="http://schemas.microsoft.com/office/drawing/2014/main" id="{2DA489D8-C021-4F6C-966F-9762F78E33BD}"/>
              </a:ext>
            </a:extLst>
          </p:cNvPr>
          <p:cNvSpPr>
            <a:spLocks noGrp="1"/>
          </p:cNvSpPr>
          <p:nvPr/>
        </p:nvSpPr>
        <p:spPr>
          <a:xfrm>
            <a:off x="8330177" y="41957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1" name="e_full_violin_4370">
            <a:extLst>
              <a:ext uri="{FF2B5EF4-FFF2-40B4-BE49-F238E27FC236}">
                <a16:creationId xmlns:a16="http://schemas.microsoft.com/office/drawing/2014/main" id="{EB2662B0-8E57-48E7-9CB5-A0B0B8724029}"/>
              </a:ext>
            </a:extLst>
          </p:cNvPr>
          <p:cNvSpPr>
            <a:spLocks noGrp="1"/>
          </p:cNvSpPr>
          <p:nvPr/>
        </p:nvSpPr>
        <p:spPr>
          <a:xfrm>
            <a:off x="84579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2" name="e_full_violin_4371">
            <a:extLst>
              <a:ext uri="{FF2B5EF4-FFF2-40B4-BE49-F238E27FC236}">
                <a16:creationId xmlns:a16="http://schemas.microsoft.com/office/drawing/2014/main" id="{7A828BF2-E184-4856-9E20-2AE12B61DE36}"/>
              </a:ext>
            </a:extLst>
          </p:cNvPr>
          <p:cNvSpPr>
            <a:spLocks noGrp="1"/>
          </p:cNvSpPr>
          <p:nvPr/>
        </p:nvSpPr>
        <p:spPr>
          <a:xfrm>
            <a:off x="815114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3" name="e_full_violin_4372">
            <a:extLst>
              <a:ext uri="{FF2B5EF4-FFF2-40B4-BE49-F238E27FC236}">
                <a16:creationId xmlns:a16="http://schemas.microsoft.com/office/drawing/2014/main" id="{0A6CE4D3-6736-4977-9168-0160B25C8E81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4" name="e_full_violin_4373">
            <a:extLst>
              <a:ext uri="{FF2B5EF4-FFF2-40B4-BE49-F238E27FC236}">
                <a16:creationId xmlns:a16="http://schemas.microsoft.com/office/drawing/2014/main" id="{FD427E82-BDBF-49DD-9DD3-863879F78E36}"/>
              </a:ext>
            </a:extLst>
          </p:cNvPr>
          <p:cNvSpPr>
            <a:spLocks noGrp="1"/>
          </p:cNvSpPr>
          <p:nvPr/>
        </p:nvSpPr>
        <p:spPr>
          <a:xfrm>
            <a:off x="804042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5" name="e_full_violin_4374">
            <a:extLst>
              <a:ext uri="{FF2B5EF4-FFF2-40B4-BE49-F238E27FC236}">
                <a16:creationId xmlns:a16="http://schemas.microsoft.com/office/drawing/2014/main" id="{DCD023CB-BFBD-4630-83C2-64753007D70A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6" name="e_full_violin_4375">
            <a:extLst>
              <a:ext uri="{FF2B5EF4-FFF2-40B4-BE49-F238E27FC236}">
                <a16:creationId xmlns:a16="http://schemas.microsoft.com/office/drawing/2014/main" id="{B110EDDE-A235-42DD-99E6-B51AACE9CDA9}"/>
              </a:ext>
            </a:extLst>
          </p:cNvPr>
          <p:cNvSpPr>
            <a:spLocks noGrp="1"/>
          </p:cNvSpPr>
          <p:nvPr/>
        </p:nvSpPr>
        <p:spPr>
          <a:xfrm>
            <a:off x="8262193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7" name="e_full_violin_4376">
            <a:extLst>
              <a:ext uri="{FF2B5EF4-FFF2-40B4-BE49-F238E27FC236}">
                <a16:creationId xmlns:a16="http://schemas.microsoft.com/office/drawing/2014/main" id="{8B133EA9-704F-41D4-9230-5317E7C345A2}"/>
              </a:ext>
            </a:extLst>
          </p:cNvPr>
          <p:cNvSpPr>
            <a:spLocks noGrp="1"/>
          </p:cNvSpPr>
          <p:nvPr/>
        </p:nvSpPr>
        <p:spPr>
          <a:xfrm>
            <a:off x="8364834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8" name="e_full_violin_4377">
            <a:extLst>
              <a:ext uri="{FF2B5EF4-FFF2-40B4-BE49-F238E27FC236}">
                <a16:creationId xmlns:a16="http://schemas.microsoft.com/office/drawing/2014/main" id="{0A303336-6F0D-4FF9-9D15-F1D484BDD08E}"/>
              </a:ext>
            </a:extLst>
          </p:cNvPr>
          <p:cNvSpPr>
            <a:spLocks noGrp="1"/>
          </p:cNvSpPr>
          <p:nvPr/>
        </p:nvSpPr>
        <p:spPr>
          <a:xfrm>
            <a:off x="82906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9" name="e_full_violin_4378">
            <a:extLst>
              <a:ext uri="{FF2B5EF4-FFF2-40B4-BE49-F238E27FC236}">
                <a16:creationId xmlns:a16="http://schemas.microsoft.com/office/drawing/2014/main" id="{E10BCD92-71E1-442A-A779-735E616C0B6F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0" name="e_full_violin_4379">
            <a:extLst>
              <a:ext uri="{FF2B5EF4-FFF2-40B4-BE49-F238E27FC236}">
                <a16:creationId xmlns:a16="http://schemas.microsoft.com/office/drawing/2014/main" id="{3BBFA5FF-A08D-4453-A982-BDC2A4F5F5B9}"/>
              </a:ext>
            </a:extLst>
          </p:cNvPr>
          <p:cNvSpPr>
            <a:spLocks noGrp="1"/>
          </p:cNvSpPr>
          <p:nvPr/>
        </p:nvSpPr>
        <p:spPr>
          <a:xfrm>
            <a:off x="8289062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1" name="e_full_violin_4380">
            <a:extLst>
              <a:ext uri="{FF2B5EF4-FFF2-40B4-BE49-F238E27FC236}">
                <a16:creationId xmlns:a16="http://schemas.microsoft.com/office/drawing/2014/main" id="{E00A1C40-EF37-4375-82C6-DF3D9BB74A22}"/>
              </a:ext>
            </a:extLst>
          </p:cNvPr>
          <p:cNvSpPr>
            <a:spLocks noGrp="1"/>
          </p:cNvSpPr>
          <p:nvPr/>
        </p:nvSpPr>
        <p:spPr>
          <a:xfrm>
            <a:off x="848119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2" name="e_full_violin_4381">
            <a:extLst>
              <a:ext uri="{FF2B5EF4-FFF2-40B4-BE49-F238E27FC236}">
                <a16:creationId xmlns:a16="http://schemas.microsoft.com/office/drawing/2014/main" id="{AA9C88AA-B7E6-45C2-A81E-D410ECA7ACB3}"/>
              </a:ext>
            </a:extLst>
          </p:cNvPr>
          <p:cNvSpPr>
            <a:spLocks noGrp="1"/>
          </p:cNvSpPr>
          <p:nvPr/>
        </p:nvSpPr>
        <p:spPr>
          <a:xfrm>
            <a:off x="82775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3" name="e_full_violin_4382">
            <a:extLst>
              <a:ext uri="{FF2B5EF4-FFF2-40B4-BE49-F238E27FC236}">
                <a16:creationId xmlns:a16="http://schemas.microsoft.com/office/drawing/2014/main" id="{BC1DFA07-ED98-4A07-B276-65EBCB1D20F4}"/>
              </a:ext>
            </a:extLst>
          </p:cNvPr>
          <p:cNvSpPr>
            <a:spLocks noGrp="1"/>
          </p:cNvSpPr>
          <p:nvPr/>
        </p:nvSpPr>
        <p:spPr>
          <a:xfrm>
            <a:off x="835022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4" name="e_full_violin_4383">
            <a:extLst>
              <a:ext uri="{FF2B5EF4-FFF2-40B4-BE49-F238E27FC236}">
                <a16:creationId xmlns:a16="http://schemas.microsoft.com/office/drawing/2014/main" id="{411D42F7-FFB7-4D84-97E2-C8C14A03C744}"/>
              </a:ext>
            </a:extLst>
          </p:cNvPr>
          <p:cNvSpPr>
            <a:spLocks noGrp="1"/>
          </p:cNvSpPr>
          <p:nvPr/>
        </p:nvSpPr>
        <p:spPr>
          <a:xfrm>
            <a:off x="810961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5" name="e_full_violin_4384">
            <a:extLst>
              <a:ext uri="{FF2B5EF4-FFF2-40B4-BE49-F238E27FC236}">
                <a16:creationId xmlns:a16="http://schemas.microsoft.com/office/drawing/2014/main" id="{62FA48CC-5A5C-4F0C-AE5C-FB229A30CFC6}"/>
              </a:ext>
            </a:extLst>
          </p:cNvPr>
          <p:cNvSpPr>
            <a:spLocks noGrp="1"/>
          </p:cNvSpPr>
          <p:nvPr/>
        </p:nvSpPr>
        <p:spPr>
          <a:xfrm>
            <a:off x="8018923" y="29106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6" name="e_full_violin_4385">
            <a:extLst>
              <a:ext uri="{FF2B5EF4-FFF2-40B4-BE49-F238E27FC236}">
                <a16:creationId xmlns:a16="http://schemas.microsoft.com/office/drawing/2014/main" id="{891CF526-03C1-4675-9E5E-5810F8BED0CE}"/>
              </a:ext>
            </a:extLst>
          </p:cNvPr>
          <p:cNvSpPr>
            <a:spLocks noGrp="1"/>
          </p:cNvSpPr>
          <p:nvPr/>
        </p:nvSpPr>
        <p:spPr>
          <a:xfrm>
            <a:off x="8227205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7" name="e_full_violin_4386">
            <a:extLst>
              <a:ext uri="{FF2B5EF4-FFF2-40B4-BE49-F238E27FC236}">
                <a16:creationId xmlns:a16="http://schemas.microsoft.com/office/drawing/2014/main" id="{480B7438-84DF-4D91-8782-A02F3866C05F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8" name="e_full_violin_4387">
            <a:extLst>
              <a:ext uri="{FF2B5EF4-FFF2-40B4-BE49-F238E27FC236}">
                <a16:creationId xmlns:a16="http://schemas.microsoft.com/office/drawing/2014/main" id="{19928394-585D-4349-A032-82A86E91BC4C}"/>
              </a:ext>
            </a:extLst>
          </p:cNvPr>
          <p:cNvSpPr>
            <a:spLocks noGrp="1"/>
          </p:cNvSpPr>
          <p:nvPr/>
        </p:nvSpPr>
        <p:spPr>
          <a:xfrm>
            <a:off x="8399201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9" name="e_full_violin_4388">
            <a:extLst>
              <a:ext uri="{FF2B5EF4-FFF2-40B4-BE49-F238E27FC236}">
                <a16:creationId xmlns:a16="http://schemas.microsoft.com/office/drawing/2014/main" id="{A367D34F-CC0F-4FF0-A104-F206B2F57595}"/>
              </a:ext>
            </a:extLst>
          </p:cNvPr>
          <p:cNvSpPr>
            <a:spLocks noGrp="1"/>
          </p:cNvSpPr>
          <p:nvPr/>
        </p:nvSpPr>
        <p:spPr>
          <a:xfrm>
            <a:off x="8425702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0" name="e_full_violin_4389">
            <a:extLst>
              <a:ext uri="{FF2B5EF4-FFF2-40B4-BE49-F238E27FC236}">
                <a16:creationId xmlns:a16="http://schemas.microsoft.com/office/drawing/2014/main" id="{9DE36CF8-2927-4AAE-9D61-AFA7B38EA0E8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1" name="e_full_violin_4390">
            <a:extLst>
              <a:ext uri="{FF2B5EF4-FFF2-40B4-BE49-F238E27FC236}">
                <a16:creationId xmlns:a16="http://schemas.microsoft.com/office/drawing/2014/main" id="{41C415BA-CC76-4ADD-94E1-E61FCE051C26}"/>
              </a:ext>
            </a:extLst>
          </p:cNvPr>
          <p:cNvSpPr>
            <a:spLocks noGrp="1"/>
          </p:cNvSpPr>
          <p:nvPr/>
        </p:nvSpPr>
        <p:spPr>
          <a:xfrm>
            <a:off x="80568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2" name="e_full_violin_4391">
            <a:extLst>
              <a:ext uri="{FF2B5EF4-FFF2-40B4-BE49-F238E27FC236}">
                <a16:creationId xmlns:a16="http://schemas.microsoft.com/office/drawing/2014/main" id="{1C3A6520-F17D-4EBB-9442-146BBC141976}"/>
              </a:ext>
            </a:extLst>
          </p:cNvPr>
          <p:cNvSpPr>
            <a:spLocks noGrp="1"/>
          </p:cNvSpPr>
          <p:nvPr/>
        </p:nvSpPr>
        <p:spPr>
          <a:xfrm>
            <a:off x="834436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3" name="e_full_violin_4392">
            <a:extLst>
              <a:ext uri="{FF2B5EF4-FFF2-40B4-BE49-F238E27FC236}">
                <a16:creationId xmlns:a16="http://schemas.microsoft.com/office/drawing/2014/main" id="{D90BCEE1-B32A-49E7-9403-3FC07A400F88}"/>
              </a:ext>
            </a:extLst>
          </p:cNvPr>
          <p:cNvSpPr>
            <a:spLocks noGrp="1"/>
          </p:cNvSpPr>
          <p:nvPr/>
        </p:nvSpPr>
        <p:spPr>
          <a:xfrm>
            <a:off x="846955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4" name="e_full_violin_4393">
            <a:extLst>
              <a:ext uri="{FF2B5EF4-FFF2-40B4-BE49-F238E27FC236}">
                <a16:creationId xmlns:a16="http://schemas.microsoft.com/office/drawing/2014/main" id="{88765A17-E022-4739-BCEC-5C5288DDB154}"/>
              </a:ext>
            </a:extLst>
          </p:cNvPr>
          <p:cNvSpPr>
            <a:spLocks noGrp="1"/>
          </p:cNvSpPr>
          <p:nvPr/>
        </p:nvSpPr>
        <p:spPr>
          <a:xfrm>
            <a:off x="8377165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5" name="e_full_violin_4394">
            <a:extLst>
              <a:ext uri="{FF2B5EF4-FFF2-40B4-BE49-F238E27FC236}">
                <a16:creationId xmlns:a16="http://schemas.microsoft.com/office/drawing/2014/main" id="{6C74B7ED-255E-4D3D-8848-8F248BD736A9}"/>
              </a:ext>
            </a:extLst>
          </p:cNvPr>
          <p:cNvSpPr>
            <a:spLocks noGrp="1"/>
          </p:cNvSpPr>
          <p:nvPr/>
        </p:nvSpPr>
        <p:spPr>
          <a:xfrm>
            <a:off x="84764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6" name="e_full_violin_4395">
            <a:extLst>
              <a:ext uri="{FF2B5EF4-FFF2-40B4-BE49-F238E27FC236}">
                <a16:creationId xmlns:a16="http://schemas.microsoft.com/office/drawing/2014/main" id="{2BCF7F58-3B5A-4EB8-95A9-9C55B8D2FBC2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7" name="e_full_violin_4396">
            <a:extLst>
              <a:ext uri="{FF2B5EF4-FFF2-40B4-BE49-F238E27FC236}">
                <a16:creationId xmlns:a16="http://schemas.microsoft.com/office/drawing/2014/main" id="{4AC114FD-574F-4B6D-8905-37101F448841}"/>
              </a:ext>
            </a:extLst>
          </p:cNvPr>
          <p:cNvSpPr>
            <a:spLocks noGrp="1"/>
          </p:cNvSpPr>
          <p:nvPr/>
        </p:nvSpPr>
        <p:spPr>
          <a:xfrm>
            <a:off x="8040258" y="556845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8" name="e_full_violin_4397">
            <a:extLst>
              <a:ext uri="{FF2B5EF4-FFF2-40B4-BE49-F238E27FC236}">
                <a16:creationId xmlns:a16="http://schemas.microsoft.com/office/drawing/2014/main" id="{0E4D7B13-7C24-4612-B0E0-62CF744EC4A3}"/>
              </a:ext>
            </a:extLst>
          </p:cNvPr>
          <p:cNvSpPr>
            <a:spLocks noGrp="1"/>
          </p:cNvSpPr>
          <p:nvPr/>
        </p:nvSpPr>
        <p:spPr>
          <a:xfrm>
            <a:off x="82046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9" name="e_full_violin_4398">
            <a:extLst>
              <a:ext uri="{FF2B5EF4-FFF2-40B4-BE49-F238E27FC236}">
                <a16:creationId xmlns:a16="http://schemas.microsoft.com/office/drawing/2014/main" id="{1DD5A84F-C718-4C36-BE2B-5D19745D4285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0" name="e_full_violin_4399">
            <a:extLst>
              <a:ext uri="{FF2B5EF4-FFF2-40B4-BE49-F238E27FC236}">
                <a16:creationId xmlns:a16="http://schemas.microsoft.com/office/drawing/2014/main" id="{9D83CB1C-9851-4D02-A4D4-6A4D32BEF776}"/>
              </a:ext>
            </a:extLst>
          </p:cNvPr>
          <p:cNvSpPr>
            <a:spLocks noGrp="1"/>
          </p:cNvSpPr>
          <p:nvPr/>
        </p:nvSpPr>
        <p:spPr>
          <a:xfrm>
            <a:off x="800040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1" name="e_full_violin_4400">
            <a:extLst>
              <a:ext uri="{FF2B5EF4-FFF2-40B4-BE49-F238E27FC236}">
                <a16:creationId xmlns:a16="http://schemas.microsoft.com/office/drawing/2014/main" id="{830C2AD5-3B56-4E1D-86B5-1FF8BA5DB99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2" name="e_full_violin_4401">
            <a:extLst>
              <a:ext uri="{FF2B5EF4-FFF2-40B4-BE49-F238E27FC236}">
                <a16:creationId xmlns:a16="http://schemas.microsoft.com/office/drawing/2014/main" id="{FF05CABB-F846-4303-8344-E3FBEA0D8251}"/>
              </a:ext>
            </a:extLst>
          </p:cNvPr>
          <p:cNvSpPr>
            <a:spLocks noGrp="1"/>
          </p:cNvSpPr>
          <p:nvPr/>
        </p:nvSpPr>
        <p:spPr>
          <a:xfrm>
            <a:off x="81346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3" name="e_full_violin_4402">
            <a:extLst>
              <a:ext uri="{FF2B5EF4-FFF2-40B4-BE49-F238E27FC236}">
                <a16:creationId xmlns:a16="http://schemas.microsoft.com/office/drawing/2014/main" id="{4559F619-F500-4C05-A3BC-D006F8C93C3E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4" name="e_full_violin_4403">
            <a:extLst>
              <a:ext uri="{FF2B5EF4-FFF2-40B4-BE49-F238E27FC236}">
                <a16:creationId xmlns:a16="http://schemas.microsoft.com/office/drawing/2014/main" id="{77243485-84DE-4C4C-822A-DE18227B9223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5" name="e_full_violin_4404">
            <a:extLst>
              <a:ext uri="{FF2B5EF4-FFF2-40B4-BE49-F238E27FC236}">
                <a16:creationId xmlns:a16="http://schemas.microsoft.com/office/drawing/2014/main" id="{F1DEDA42-359A-4480-B1E8-72CAABCEBCB8}"/>
              </a:ext>
            </a:extLst>
          </p:cNvPr>
          <p:cNvSpPr>
            <a:spLocks noGrp="1"/>
          </p:cNvSpPr>
          <p:nvPr/>
        </p:nvSpPr>
        <p:spPr>
          <a:xfrm>
            <a:off x="7995682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6" name="e_full_violin_4405">
            <a:extLst>
              <a:ext uri="{FF2B5EF4-FFF2-40B4-BE49-F238E27FC236}">
                <a16:creationId xmlns:a16="http://schemas.microsoft.com/office/drawing/2014/main" id="{A8A416B8-5EA0-4015-BD7D-E42403D1BD93}"/>
              </a:ext>
            </a:extLst>
          </p:cNvPr>
          <p:cNvSpPr>
            <a:spLocks noGrp="1"/>
          </p:cNvSpPr>
          <p:nvPr/>
        </p:nvSpPr>
        <p:spPr>
          <a:xfrm>
            <a:off x="83252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7" name="e_full_violin_4406">
            <a:extLst>
              <a:ext uri="{FF2B5EF4-FFF2-40B4-BE49-F238E27FC236}">
                <a16:creationId xmlns:a16="http://schemas.microsoft.com/office/drawing/2014/main" id="{D1C2E9F3-70ED-4371-9C24-DF70390C86CC}"/>
              </a:ext>
            </a:extLst>
          </p:cNvPr>
          <p:cNvSpPr>
            <a:spLocks noGrp="1"/>
          </p:cNvSpPr>
          <p:nvPr/>
        </p:nvSpPr>
        <p:spPr>
          <a:xfrm>
            <a:off x="83091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8" name="e_full_violin_4407">
            <a:extLst>
              <a:ext uri="{FF2B5EF4-FFF2-40B4-BE49-F238E27FC236}">
                <a16:creationId xmlns:a16="http://schemas.microsoft.com/office/drawing/2014/main" id="{E3F35947-41BD-491F-9B08-12694E892CC6}"/>
              </a:ext>
            </a:extLst>
          </p:cNvPr>
          <p:cNvSpPr>
            <a:spLocks noGrp="1"/>
          </p:cNvSpPr>
          <p:nvPr/>
        </p:nvSpPr>
        <p:spPr>
          <a:xfrm>
            <a:off x="80586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9" name="e_full_violin_4408">
            <a:extLst>
              <a:ext uri="{FF2B5EF4-FFF2-40B4-BE49-F238E27FC236}">
                <a16:creationId xmlns:a16="http://schemas.microsoft.com/office/drawing/2014/main" id="{EAD7EA13-2CC6-4961-8278-D2AA32B18B04}"/>
              </a:ext>
            </a:extLst>
          </p:cNvPr>
          <p:cNvSpPr>
            <a:spLocks noGrp="1"/>
          </p:cNvSpPr>
          <p:nvPr/>
        </p:nvSpPr>
        <p:spPr>
          <a:xfrm>
            <a:off x="844420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0" name="e_full_violin_4409">
            <a:extLst>
              <a:ext uri="{FF2B5EF4-FFF2-40B4-BE49-F238E27FC236}">
                <a16:creationId xmlns:a16="http://schemas.microsoft.com/office/drawing/2014/main" id="{7B743C5C-FCB0-4CC5-8C52-88FA7D5BF2BE}"/>
              </a:ext>
            </a:extLst>
          </p:cNvPr>
          <p:cNvSpPr>
            <a:spLocks noGrp="1"/>
          </p:cNvSpPr>
          <p:nvPr/>
        </p:nvSpPr>
        <p:spPr>
          <a:xfrm>
            <a:off x="83956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1" name="e_full_violin_4410">
            <a:extLst>
              <a:ext uri="{FF2B5EF4-FFF2-40B4-BE49-F238E27FC236}">
                <a16:creationId xmlns:a16="http://schemas.microsoft.com/office/drawing/2014/main" id="{214D3B47-D6C7-4117-B34D-25E67B566E7D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2" name="e_full_violin_4411">
            <a:extLst>
              <a:ext uri="{FF2B5EF4-FFF2-40B4-BE49-F238E27FC236}">
                <a16:creationId xmlns:a16="http://schemas.microsoft.com/office/drawing/2014/main" id="{D8064693-8983-43F1-9044-16917557882D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3" name="e_full_violin_4412">
            <a:extLst>
              <a:ext uri="{FF2B5EF4-FFF2-40B4-BE49-F238E27FC236}">
                <a16:creationId xmlns:a16="http://schemas.microsoft.com/office/drawing/2014/main" id="{D34EBC21-60E5-4AEF-80BD-A222A271C342}"/>
              </a:ext>
            </a:extLst>
          </p:cNvPr>
          <p:cNvSpPr>
            <a:spLocks noGrp="1"/>
          </p:cNvSpPr>
          <p:nvPr/>
        </p:nvSpPr>
        <p:spPr>
          <a:xfrm>
            <a:off x="82197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4" name="e_full_violin_4413">
            <a:extLst>
              <a:ext uri="{FF2B5EF4-FFF2-40B4-BE49-F238E27FC236}">
                <a16:creationId xmlns:a16="http://schemas.microsoft.com/office/drawing/2014/main" id="{56F865B1-960B-43D4-B723-B857F0143540}"/>
              </a:ext>
            </a:extLst>
          </p:cNvPr>
          <p:cNvSpPr>
            <a:spLocks noGrp="1"/>
          </p:cNvSpPr>
          <p:nvPr/>
        </p:nvSpPr>
        <p:spPr>
          <a:xfrm>
            <a:off x="817511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5" name="e_full_violin_4414">
            <a:extLst>
              <a:ext uri="{FF2B5EF4-FFF2-40B4-BE49-F238E27FC236}">
                <a16:creationId xmlns:a16="http://schemas.microsoft.com/office/drawing/2014/main" id="{10B9EB4B-65C4-4D36-BFFE-A37AD9D4F965}"/>
              </a:ext>
            </a:extLst>
          </p:cNvPr>
          <p:cNvSpPr>
            <a:spLocks noGrp="1"/>
          </p:cNvSpPr>
          <p:nvPr/>
        </p:nvSpPr>
        <p:spPr>
          <a:xfrm>
            <a:off x="8461037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6" name="e_full_violin_4415">
            <a:extLst>
              <a:ext uri="{FF2B5EF4-FFF2-40B4-BE49-F238E27FC236}">
                <a16:creationId xmlns:a16="http://schemas.microsoft.com/office/drawing/2014/main" id="{0EAECE1D-26CD-472A-ACE3-EA945B0220AF}"/>
              </a:ext>
            </a:extLst>
          </p:cNvPr>
          <p:cNvSpPr>
            <a:spLocks noGrp="1"/>
          </p:cNvSpPr>
          <p:nvPr/>
        </p:nvSpPr>
        <p:spPr>
          <a:xfrm>
            <a:off x="831749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7" name="e_full_violin_4416">
            <a:extLst>
              <a:ext uri="{FF2B5EF4-FFF2-40B4-BE49-F238E27FC236}">
                <a16:creationId xmlns:a16="http://schemas.microsoft.com/office/drawing/2014/main" id="{DD378155-513D-4B84-B80A-533C1ED2AE1E}"/>
              </a:ext>
            </a:extLst>
          </p:cNvPr>
          <p:cNvSpPr>
            <a:spLocks noGrp="1"/>
          </p:cNvSpPr>
          <p:nvPr/>
        </p:nvSpPr>
        <p:spPr>
          <a:xfrm>
            <a:off x="83127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8" name="e_full_violin_4417">
            <a:extLst>
              <a:ext uri="{FF2B5EF4-FFF2-40B4-BE49-F238E27FC236}">
                <a16:creationId xmlns:a16="http://schemas.microsoft.com/office/drawing/2014/main" id="{8FAE629F-5DE8-457B-AC3C-2F25B25E469B}"/>
              </a:ext>
            </a:extLst>
          </p:cNvPr>
          <p:cNvSpPr>
            <a:spLocks noGrp="1"/>
          </p:cNvSpPr>
          <p:nvPr/>
        </p:nvSpPr>
        <p:spPr>
          <a:xfrm>
            <a:off x="80193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9" name="e_full_violin_4418">
            <a:extLst>
              <a:ext uri="{FF2B5EF4-FFF2-40B4-BE49-F238E27FC236}">
                <a16:creationId xmlns:a16="http://schemas.microsoft.com/office/drawing/2014/main" id="{E3A2830C-0CA6-4183-95B1-6663F2759E68}"/>
              </a:ext>
            </a:extLst>
          </p:cNvPr>
          <p:cNvSpPr>
            <a:spLocks noGrp="1"/>
          </p:cNvSpPr>
          <p:nvPr/>
        </p:nvSpPr>
        <p:spPr>
          <a:xfrm>
            <a:off x="8319394" y="324257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0" name="e_full_violin_4419">
            <a:extLst>
              <a:ext uri="{FF2B5EF4-FFF2-40B4-BE49-F238E27FC236}">
                <a16:creationId xmlns:a16="http://schemas.microsoft.com/office/drawing/2014/main" id="{64D80F4D-30B5-482E-B8A9-97F4C2D0D255}"/>
              </a:ext>
            </a:extLst>
          </p:cNvPr>
          <p:cNvSpPr>
            <a:spLocks noGrp="1"/>
          </p:cNvSpPr>
          <p:nvPr/>
        </p:nvSpPr>
        <p:spPr>
          <a:xfrm>
            <a:off x="840464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1" name="e_full_violin_4420">
            <a:extLst>
              <a:ext uri="{FF2B5EF4-FFF2-40B4-BE49-F238E27FC236}">
                <a16:creationId xmlns:a16="http://schemas.microsoft.com/office/drawing/2014/main" id="{C18692E7-64D5-42E1-9D79-1F4757D6D1CA}"/>
              </a:ext>
            </a:extLst>
          </p:cNvPr>
          <p:cNvSpPr>
            <a:spLocks noGrp="1"/>
          </p:cNvSpPr>
          <p:nvPr/>
        </p:nvSpPr>
        <p:spPr>
          <a:xfrm>
            <a:off x="8467402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2" name="e_full_violin_4421">
            <a:extLst>
              <a:ext uri="{FF2B5EF4-FFF2-40B4-BE49-F238E27FC236}">
                <a16:creationId xmlns:a16="http://schemas.microsoft.com/office/drawing/2014/main" id="{30563FB7-3CCC-4FFA-B383-3AA1E7EC1D54}"/>
              </a:ext>
            </a:extLst>
          </p:cNvPr>
          <p:cNvSpPr>
            <a:spLocks noGrp="1"/>
          </p:cNvSpPr>
          <p:nvPr/>
        </p:nvSpPr>
        <p:spPr>
          <a:xfrm>
            <a:off x="822625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3" name="e_full_violin_4422">
            <a:extLst>
              <a:ext uri="{FF2B5EF4-FFF2-40B4-BE49-F238E27FC236}">
                <a16:creationId xmlns:a16="http://schemas.microsoft.com/office/drawing/2014/main" id="{58E21B1A-D20D-43AD-B35B-81809D21EB27}"/>
              </a:ext>
            </a:extLst>
          </p:cNvPr>
          <p:cNvSpPr>
            <a:spLocks noGrp="1"/>
          </p:cNvSpPr>
          <p:nvPr/>
        </p:nvSpPr>
        <p:spPr>
          <a:xfrm>
            <a:off x="8260896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4" name="e_full_violin_4423">
            <a:extLst>
              <a:ext uri="{FF2B5EF4-FFF2-40B4-BE49-F238E27FC236}">
                <a16:creationId xmlns:a16="http://schemas.microsoft.com/office/drawing/2014/main" id="{EA4F53B1-5A5B-4CDB-946F-C965F37D8DD0}"/>
              </a:ext>
            </a:extLst>
          </p:cNvPr>
          <p:cNvSpPr>
            <a:spLocks noGrp="1"/>
          </p:cNvSpPr>
          <p:nvPr/>
        </p:nvSpPr>
        <p:spPr>
          <a:xfrm>
            <a:off x="8388561" y="60462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5" name="e_full_violin_4424">
            <a:extLst>
              <a:ext uri="{FF2B5EF4-FFF2-40B4-BE49-F238E27FC236}">
                <a16:creationId xmlns:a16="http://schemas.microsoft.com/office/drawing/2014/main" id="{CB9F0421-5A20-42F6-9352-B613A0567A1C}"/>
              </a:ext>
            </a:extLst>
          </p:cNvPr>
          <p:cNvSpPr>
            <a:spLocks noGrp="1"/>
          </p:cNvSpPr>
          <p:nvPr/>
        </p:nvSpPr>
        <p:spPr>
          <a:xfrm>
            <a:off x="7998073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6" name="e_full_violin_4425">
            <a:extLst>
              <a:ext uri="{FF2B5EF4-FFF2-40B4-BE49-F238E27FC236}">
                <a16:creationId xmlns:a16="http://schemas.microsoft.com/office/drawing/2014/main" id="{48C1EE00-DE07-42E7-866C-07C34E64B401}"/>
              </a:ext>
            </a:extLst>
          </p:cNvPr>
          <p:cNvSpPr>
            <a:spLocks noGrp="1"/>
          </p:cNvSpPr>
          <p:nvPr/>
        </p:nvSpPr>
        <p:spPr>
          <a:xfrm>
            <a:off x="828061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7" name="e_full_violin_4426">
            <a:extLst>
              <a:ext uri="{FF2B5EF4-FFF2-40B4-BE49-F238E27FC236}">
                <a16:creationId xmlns:a16="http://schemas.microsoft.com/office/drawing/2014/main" id="{743A460C-E940-4805-9B31-CE8449F7BCF3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8" name="e_full_violin_4427">
            <a:extLst>
              <a:ext uri="{FF2B5EF4-FFF2-40B4-BE49-F238E27FC236}">
                <a16:creationId xmlns:a16="http://schemas.microsoft.com/office/drawing/2014/main" id="{BA531294-D421-49EF-ACB3-F8A325EC784B}"/>
              </a:ext>
            </a:extLst>
          </p:cNvPr>
          <p:cNvSpPr>
            <a:spLocks noGrp="1"/>
          </p:cNvSpPr>
          <p:nvPr/>
        </p:nvSpPr>
        <p:spPr>
          <a:xfrm>
            <a:off x="8380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9" name="e_full_violin_4428">
            <a:extLst>
              <a:ext uri="{FF2B5EF4-FFF2-40B4-BE49-F238E27FC236}">
                <a16:creationId xmlns:a16="http://schemas.microsoft.com/office/drawing/2014/main" id="{A0BEC7BD-301B-47A6-8B03-9172E65FD8BC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0" name="e_full_violin_4429">
            <a:extLst>
              <a:ext uri="{FF2B5EF4-FFF2-40B4-BE49-F238E27FC236}">
                <a16:creationId xmlns:a16="http://schemas.microsoft.com/office/drawing/2014/main" id="{B73181A3-6313-420E-9DA7-CD566BCB41F3}"/>
              </a:ext>
            </a:extLst>
          </p:cNvPr>
          <p:cNvSpPr>
            <a:spLocks noGrp="1"/>
          </p:cNvSpPr>
          <p:nvPr/>
        </p:nvSpPr>
        <p:spPr>
          <a:xfrm>
            <a:off x="823267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1" name="e_full_violin_4430">
            <a:extLst>
              <a:ext uri="{FF2B5EF4-FFF2-40B4-BE49-F238E27FC236}">
                <a16:creationId xmlns:a16="http://schemas.microsoft.com/office/drawing/2014/main" id="{E7B569EB-E35F-4944-B4C6-441850C3CF86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2" name="e_full_violin_4431">
            <a:extLst>
              <a:ext uri="{FF2B5EF4-FFF2-40B4-BE49-F238E27FC236}">
                <a16:creationId xmlns:a16="http://schemas.microsoft.com/office/drawing/2014/main" id="{4D01249A-EEBD-4617-8836-FA7EB2C873A5}"/>
              </a:ext>
            </a:extLst>
          </p:cNvPr>
          <p:cNvSpPr>
            <a:spLocks noGrp="1"/>
          </p:cNvSpPr>
          <p:nvPr/>
        </p:nvSpPr>
        <p:spPr>
          <a:xfrm>
            <a:off x="81664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3" name="e_full_violin_4432">
            <a:extLst>
              <a:ext uri="{FF2B5EF4-FFF2-40B4-BE49-F238E27FC236}">
                <a16:creationId xmlns:a16="http://schemas.microsoft.com/office/drawing/2014/main" id="{A2ED3B42-C063-45F2-B79A-EC752E8018E1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4" name="e_full_violin_4433">
            <a:extLst>
              <a:ext uri="{FF2B5EF4-FFF2-40B4-BE49-F238E27FC236}">
                <a16:creationId xmlns:a16="http://schemas.microsoft.com/office/drawing/2014/main" id="{72A6952D-A3DA-4035-91B6-A2A623747C44}"/>
              </a:ext>
            </a:extLst>
          </p:cNvPr>
          <p:cNvSpPr>
            <a:spLocks noGrp="1"/>
          </p:cNvSpPr>
          <p:nvPr/>
        </p:nvSpPr>
        <p:spPr>
          <a:xfrm>
            <a:off x="8152123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5" name="e_full_violin_4434">
            <a:extLst>
              <a:ext uri="{FF2B5EF4-FFF2-40B4-BE49-F238E27FC236}">
                <a16:creationId xmlns:a16="http://schemas.microsoft.com/office/drawing/2014/main" id="{EA5DDF1D-DC4C-4B7E-A0FA-B3073A0AD0AF}"/>
              </a:ext>
            </a:extLst>
          </p:cNvPr>
          <p:cNvSpPr>
            <a:spLocks noGrp="1"/>
          </p:cNvSpPr>
          <p:nvPr/>
        </p:nvSpPr>
        <p:spPr>
          <a:xfrm>
            <a:off x="8168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6" name="e_full_violin_4435">
            <a:extLst>
              <a:ext uri="{FF2B5EF4-FFF2-40B4-BE49-F238E27FC236}">
                <a16:creationId xmlns:a16="http://schemas.microsoft.com/office/drawing/2014/main" id="{2EEDC447-24A9-400E-8611-B527108DBF79}"/>
              </a:ext>
            </a:extLst>
          </p:cNvPr>
          <p:cNvSpPr>
            <a:spLocks noGrp="1"/>
          </p:cNvSpPr>
          <p:nvPr/>
        </p:nvSpPr>
        <p:spPr>
          <a:xfrm>
            <a:off x="828282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7" name="e_full_violin_4436">
            <a:extLst>
              <a:ext uri="{FF2B5EF4-FFF2-40B4-BE49-F238E27FC236}">
                <a16:creationId xmlns:a16="http://schemas.microsoft.com/office/drawing/2014/main" id="{37BC06D9-2736-46A2-8409-75AA2832EEDF}"/>
              </a:ext>
            </a:extLst>
          </p:cNvPr>
          <p:cNvSpPr>
            <a:spLocks noGrp="1"/>
          </p:cNvSpPr>
          <p:nvPr/>
        </p:nvSpPr>
        <p:spPr>
          <a:xfrm>
            <a:off x="8194236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8" name="e_full_violin_4437">
            <a:extLst>
              <a:ext uri="{FF2B5EF4-FFF2-40B4-BE49-F238E27FC236}">
                <a16:creationId xmlns:a16="http://schemas.microsoft.com/office/drawing/2014/main" id="{EDDC30D3-6914-4154-BF56-2D8D43629836}"/>
              </a:ext>
            </a:extLst>
          </p:cNvPr>
          <p:cNvSpPr>
            <a:spLocks noGrp="1"/>
          </p:cNvSpPr>
          <p:nvPr/>
        </p:nvSpPr>
        <p:spPr>
          <a:xfrm>
            <a:off x="849630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9" name="e_full_violin_4438">
            <a:extLst>
              <a:ext uri="{FF2B5EF4-FFF2-40B4-BE49-F238E27FC236}">
                <a16:creationId xmlns:a16="http://schemas.microsoft.com/office/drawing/2014/main" id="{5643C148-5B09-4373-886B-186C693D188B}"/>
              </a:ext>
            </a:extLst>
          </p:cNvPr>
          <p:cNvSpPr>
            <a:spLocks noGrp="1"/>
          </p:cNvSpPr>
          <p:nvPr/>
        </p:nvSpPr>
        <p:spPr>
          <a:xfrm>
            <a:off x="842550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0" name="e_full_violin_4439">
            <a:extLst>
              <a:ext uri="{FF2B5EF4-FFF2-40B4-BE49-F238E27FC236}">
                <a16:creationId xmlns:a16="http://schemas.microsoft.com/office/drawing/2014/main" id="{FC9BDB8D-493A-4064-93FB-1FD1C7D54165}"/>
              </a:ext>
            </a:extLst>
          </p:cNvPr>
          <p:cNvSpPr>
            <a:spLocks noGrp="1"/>
          </p:cNvSpPr>
          <p:nvPr/>
        </p:nvSpPr>
        <p:spPr>
          <a:xfrm>
            <a:off x="8035231" y="46612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1" name="e_full_violin_4440">
            <a:extLst>
              <a:ext uri="{FF2B5EF4-FFF2-40B4-BE49-F238E27FC236}">
                <a16:creationId xmlns:a16="http://schemas.microsoft.com/office/drawing/2014/main" id="{AFD40BF4-2B6C-4555-B387-6E54A8AF26ED}"/>
              </a:ext>
            </a:extLst>
          </p:cNvPr>
          <p:cNvSpPr>
            <a:spLocks noGrp="1"/>
          </p:cNvSpPr>
          <p:nvPr/>
        </p:nvSpPr>
        <p:spPr>
          <a:xfrm>
            <a:off x="82576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2" name="e_full_violin_4441">
            <a:extLst>
              <a:ext uri="{FF2B5EF4-FFF2-40B4-BE49-F238E27FC236}">
                <a16:creationId xmlns:a16="http://schemas.microsoft.com/office/drawing/2014/main" id="{92F5758D-6D2D-4662-A666-6E5CFC7ECE13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3" name="e_full_violin_4442">
            <a:extLst>
              <a:ext uri="{FF2B5EF4-FFF2-40B4-BE49-F238E27FC236}">
                <a16:creationId xmlns:a16="http://schemas.microsoft.com/office/drawing/2014/main" id="{DED8C664-0F3B-4672-AFCE-4614E73DDDD2}"/>
              </a:ext>
            </a:extLst>
          </p:cNvPr>
          <p:cNvSpPr>
            <a:spLocks noGrp="1"/>
          </p:cNvSpPr>
          <p:nvPr/>
        </p:nvSpPr>
        <p:spPr>
          <a:xfrm>
            <a:off x="840210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4" name="e_full_violin_4443">
            <a:extLst>
              <a:ext uri="{FF2B5EF4-FFF2-40B4-BE49-F238E27FC236}">
                <a16:creationId xmlns:a16="http://schemas.microsoft.com/office/drawing/2014/main" id="{F8DA3575-8C41-4A8F-86CB-68900FCD5D5B}"/>
              </a:ext>
            </a:extLst>
          </p:cNvPr>
          <p:cNvSpPr>
            <a:spLocks noGrp="1"/>
          </p:cNvSpPr>
          <p:nvPr/>
        </p:nvSpPr>
        <p:spPr>
          <a:xfrm>
            <a:off x="849401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5" name="e_full_violin_4444">
            <a:extLst>
              <a:ext uri="{FF2B5EF4-FFF2-40B4-BE49-F238E27FC236}">
                <a16:creationId xmlns:a16="http://schemas.microsoft.com/office/drawing/2014/main" id="{7D2E136E-4E99-403B-B5A1-BCE70CBF0E79}"/>
              </a:ext>
            </a:extLst>
          </p:cNvPr>
          <p:cNvSpPr>
            <a:spLocks noGrp="1"/>
          </p:cNvSpPr>
          <p:nvPr/>
        </p:nvSpPr>
        <p:spPr>
          <a:xfrm>
            <a:off x="80328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6" name="e_full_violin_4445">
            <a:extLst>
              <a:ext uri="{FF2B5EF4-FFF2-40B4-BE49-F238E27FC236}">
                <a16:creationId xmlns:a16="http://schemas.microsoft.com/office/drawing/2014/main" id="{83DADC51-4387-4535-9C90-877FBE359BE7}"/>
              </a:ext>
            </a:extLst>
          </p:cNvPr>
          <p:cNvSpPr>
            <a:spLocks noGrp="1"/>
          </p:cNvSpPr>
          <p:nvPr/>
        </p:nvSpPr>
        <p:spPr>
          <a:xfrm>
            <a:off x="83199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7" name="e_full_violin_4446">
            <a:extLst>
              <a:ext uri="{FF2B5EF4-FFF2-40B4-BE49-F238E27FC236}">
                <a16:creationId xmlns:a16="http://schemas.microsoft.com/office/drawing/2014/main" id="{386E096B-7EC3-427C-AF47-2F8ECC5B8168}"/>
              </a:ext>
            </a:extLst>
          </p:cNvPr>
          <p:cNvSpPr>
            <a:spLocks noGrp="1"/>
          </p:cNvSpPr>
          <p:nvPr/>
        </p:nvSpPr>
        <p:spPr>
          <a:xfrm>
            <a:off x="8028567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8" name="e_full_violin_4447">
            <a:extLst>
              <a:ext uri="{FF2B5EF4-FFF2-40B4-BE49-F238E27FC236}">
                <a16:creationId xmlns:a16="http://schemas.microsoft.com/office/drawing/2014/main" id="{D07545B0-6AA2-4807-9DD0-1D9687E8CD69}"/>
              </a:ext>
            </a:extLst>
          </p:cNvPr>
          <p:cNvSpPr>
            <a:spLocks noGrp="1"/>
          </p:cNvSpPr>
          <p:nvPr/>
        </p:nvSpPr>
        <p:spPr>
          <a:xfrm>
            <a:off x="8192786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9" name="e_full_violin_4448">
            <a:extLst>
              <a:ext uri="{FF2B5EF4-FFF2-40B4-BE49-F238E27FC236}">
                <a16:creationId xmlns:a16="http://schemas.microsoft.com/office/drawing/2014/main" id="{3BC90C6F-FFE5-44C9-89B1-579626FECDD4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0" name="e_full_violin_4449">
            <a:extLst>
              <a:ext uri="{FF2B5EF4-FFF2-40B4-BE49-F238E27FC236}">
                <a16:creationId xmlns:a16="http://schemas.microsoft.com/office/drawing/2014/main" id="{77953F97-BF4A-4160-86C1-F8624CBFD037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1" name="e_full_violin_4450">
            <a:extLst>
              <a:ext uri="{FF2B5EF4-FFF2-40B4-BE49-F238E27FC236}">
                <a16:creationId xmlns:a16="http://schemas.microsoft.com/office/drawing/2014/main" id="{69A4A48E-0608-4C64-B66A-DBFE3A498E50}"/>
              </a:ext>
            </a:extLst>
          </p:cNvPr>
          <p:cNvSpPr>
            <a:spLocks noGrp="1"/>
          </p:cNvSpPr>
          <p:nvPr/>
        </p:nvSpPr>
        <p:spPr>
          <a:xfrm>
            <a:off x="8001870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2" name="e_full_violin_4451">
            <a:extLst>
              <a:ext uri="{FF2B5EF4-FFF2-40B4-BE49-F238E27FC236}">
                <a16:creationId xmlns:a16="http://schemas.microsoft.com/office/drawing/2014/main" id="{4847F355-99D9-4B98-82B5-D8B49EE1A0FF}"/>
              </a:ext>
            </a:extLst>
          </p:cNvPr>
          <p:cNvSpPr>
            <a:spLocks noGrp="1"/>
          </p:cNvSpPr>
          <p:nvPr/>
        </p:nvSpPr>
        <p:spPr>
          <a:xfrm>
            <a:off x="8145429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3" name="e_full_violin_4452">
            <a:extLst>
              <a:ext uri="{FF2B5EF4-FFF2-40B4-BE49-F238E27FC236}">
                <a16:creationId xmlns:a16="http://schemas.microsoft.com/office/drawing/2014/main" id="{F2B22D41-CC39-4CD0-B283-C5A89DE1575E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4" name="e_full_violin_4453">
            <a:extLst>
              <a:ext uri="{FF2B5EF4-FFF2-40B4-BE49-F238E27FC236}">
                <a16:creationId xmlns:a16="http://schemas.microsoft.com/office/drawing/2014/main" id="{FA251069-C07B-44D6-8762-A6E3E1A5E089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5" name="e_full_violin_4454">
            <a:extLst>
              <a:ext uri="{FF2B5EF4-FFF2-40B4-BE49-F238E27FC236}">
                <a16:creationId xmlns:a16="http://schemas.microsoft.com/office/drawing/2014/main" id="{A506BF56-AE24-4479-8136-C9BAFFFD14FB}"/>
              </a:ext>
            </a:extLst>
          </p:cNvPr>
          <p:cNvSpPr>
            <a:spLocks noGrp="1"/>
          </p:cNvSpPr>
          <p:nvPr/>
        </p:nvSpPr>
        <p:spPr>
          <a:xfrm>
            <a:off x="8323239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6" name="e_full_violin_4455">
            <a:extLst>
              <a:ext uri="{FF2B5EF4-FFF2-40B4-BE49-F238E27FC236}">
                <a16:creationId xmlns:a16="http://schemas.microsoft.com/office/drawing/2014/main" id="{65E88EC7-4E6D-4D7E-8CE0-E3B0EAB3F251}"/>
              </a:ext>
            </a:extLst>
          </p:cNvPr>
          <p:cNvSpPr>
            <a:spLocks noGrp="1"/>
          </p:cNvSpPr>
          <p:nvPr/>
        </p:nvSpPr>
        <p:spPr>
          <a:xfrm>
            <a:off x="81093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7" name="e_full_violin_4456">
            <a:extLst>
              <a:ext uri="{FF2B5EF4-FFF2-40B4-BE49-F238E27FC236}">
                <a16:creationId xmlns:a16="http://schemas.microsoft.com/office/drawing/2014/main" id="{159E16DA-ACE4-40DA-83E5-80F9BC9EA7CD}"/>
              </a:ext>
            </a:extLst>
          </p:cNvPr>
          <p:cNvSpPr>
            <a:spLocks noGrp="1"/>
          </p:cNvSpPr>
          <p:nvPr/>
        </p:nvSpPr>
        <p:spPr>
          <a:xfrm>
            <a:off x="8465103" y="603307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8" name="e_full_violin_4457">
            <a:extLst>
              <a:ext uri="{FF2B5EF4-FFF2-40B4-BE49-F238E27FC236}">
                <a16:creationId xmlns:a16="http://schemas.microsoft.com/office/drawing/2014/main" id="{2E09754B-0FDB-4381-A694-D78644954F15}"/>
              </a:ext>
            </a:extLst>
          </p:cNvPr>
          <p:cNvSpPr>
            <a:spLocks noGrp="1"/>
          </p:cNvSpPr>
          <p:nvPr/>
        </p:nvSpPr>
        <p:spPr>
          <a:xfrm>
            <a:off x="83262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9" name="e_full_violin_4458">
            <a:extLst>
              <a:ext uri="{FF2B5EF4-FFF2-40B4-BE49-F238E27FC236}">
                <a16:creationId xmlns:a16="http://schemas.microsoft.com/office/drawing/2014/main" id="{79237F7C-39CE-478E-806A-DF55D723728A}"/>
              </a:ext>
            </a:extLst>
          </p:cNvPr>
          <p:cNvSpPr>
            <a:spLocks noGrp="1"/>
          </p:cNvSpPr>
          <p:nvPr/>
        </p:nvSpPr>
        <p:spPr>
          <a:xfrm>
            <a:off x="823521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0" name="e_full_violin_4459">
            <a:extLst>
              <a:ext uri="{FF2B5EF4-FFF2-40B4-BE49-F238E27FC236}">
                <a16:creationId xmlns:a16="http://schemas.microsoft.com/office/drawing/2014/main" id="{06936541-5E62-48E0-909A-0C2D2E6173AC}"/>
              </a:ext>
            </a:extLst>
          </p:cNvPr>
          <p:cNvSpPr>
            <a:spLocks noGrp="1"/>
          </p:cNvSpPr>
          <p:nvPr/>
        </p:nvSpPr>
        <p:spPr>
          <a:xfrm>
            <a:off x="82711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1" name="e_full_violin_4460">
            <a:extLst>
              <a:ext uri="{FF2B5EF4-FFF2-40B4-BE49-F238E27FC236}">
                <a16:creationId xmlns:a16="http://schemas.microsoft.com/office/drawing/2014/main" id="{8FAE2E16-C502-46C9-A6C0-0BBA129A0AC2}"/>
              </a:ext>
            </a:extLst>
          </p:cNvPr>
          <p:cNvSpPr>
            <a:spLocks noGrp="1"/>
          </p:cNvSpPr>
          <p:nvPr/>
        </p:nvSpPr>
        <p:spPr>
          <a:xfrm>
            <a:off x="814769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2" name="e_full_violin_4461">
            <a:extLst>
              <a:ext uri="{FF2B5EF4-FFF2-40B4-BE49-F238E27FC236}">
                <a16:creationId xmlns:a16="http://schemas.microsoft.com/office/drawing/2014/main" id="{E0042318-ABD0-4586-B134-64EF79B37907}"/>
              </a:ext>
            </a:extLst>
          </p:cNvPr>
          <p:cNvSpPr>
            <a:spLocks noGrp="1"/>
          </p:cNvSpPr>
          <p:nvPr/>
        </p:nvSpPr>
        <p:spPr>
          <a:xfrm>
            <a:off x="821184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3" name="e_full_violin_4462">
            <a:extLst>
              <a:ext uri="{FF2B5EF4-FFF2-40B4-BE49-F238E27FC236}">
                <a16:creationId xmlns:a16="http://schemas.microsoft.com/office/drawing/2014/main" id="{65AF05EE-FA2A-4E14-8210-35343888B18E}"/>
              </a:ext>
            </a:extLst>
          </p:cNvPr>
          <p:cNvSpPr>
            <a:spLocks noGrp="1"/>
          </p:cNvSpPr>
          <p:nvPr/>
        </p:nvSpPr>
        <p:spPr>
          <a:xfrm>
            <a:off x="848329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4" name="e_full_violin_4463">
            <a:extLst>
              <a:ext uri="{FF2B5EF4-FFF2-40B4-BE49-F238E27FC236}">
                <a16:creationId xmlns:a16="http://schemas.microsoft.com/office/drawing/2014/main" id="{B6785789-15CB-44C8-BE51-3C6E3F499756}"/>
              </a:ext>
            </a:extLst>
          </p:cNvPr>
          <p:cNvSpPr>
            <a:spLocks noGrp="1"/>
          </p:cNvSpPr>
          <p:nvPr/>
        </p:nvSpPr>
        <p:spPr>
          <a:xfrm>
            <a:off x="82698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5" name="e_full_violin_4464">
            <a:extLst>
              <a:ext uri="{FF2B5EF4-FFF2-40B4-BE49-F238E27FC236}">
                <a16:creationId xmlns:a16="http://schemas.microsoft.com/office/drawing/2014/main" id="{19752132-9333-4DD9-B7BE-385CE8C54878}"/>
              </a:ext>
            </a:extLst>
          </p:cNvPr>
          <p:cNvSpPr>
            <a:spLocks noGrp="1"/>
          </p:cNvSpPr>
          <p:nvPr/>
        </p:nvSpPr>
        <p:spPr>
          <a:xfrm>
            <a:off x="8388112" y="39989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6" name="e_full_violin_4465">
            <a:extLst>
              <a:ext uri="{FF2B5EF4-FFF2-40B4-BE49-F238E27FC236}">
                <a16:creationId xmlns:a16="http://schemas.microsoft.com/office/drawing/2014/main" id="{B2F42E84-D79B-4237-9FF0-26E7004E7815}"/>
              </a:ext>
            </a:extLst>
          </p:cNvPr>
          <p:cNvSpPr>
            <a:spLocks noGrp="1"/>
          </p:cNvSpPr>
          <p:nvPr/>
        </p:nvSpPr>
        <p:spPr>
          <a:xfrm>
            <a:off x="8065135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7" name="e_full_violin_4466">
            <a:extLst>
              <a:ext uri="{FF2B5EF4-FFF2-40B4-BE49-F238E27FC236}">
                <a16:creationId xmlns:a16="http://schemas.microsoft.com/office/drawing/2014/main" id="{C6690AF8-0D51-4C94-A0C3-2773C1B5ABE5}"/>
              </a:ext>
            </a:extLst>
          </p:cNvPr>
          <p:cNvSpPr>
            <a:spLocks noGrp="1"/>
          </p:cNvSpPr>
          <p:nvPr/>
        </p:nvSpPr>
        <p:spPr>
          <a:xfrm>
            <a:off x="825071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8" name="e_full_violin_4467">
            <a:extLst>
              <a:ext uri="{FF2B5EF4-FFF2-40B4-BE49-F238E27FC236}">
                <a16:creationId xmlns:a16="http://schemas.microsoft.com/office/drawing/2014/main" id="{5C1845F0-0A3A-447C-B958-C16D4A516C8F}"/>
              </a:ext>
            </a:extLst>
          </p:cNvPr>
          <p:cNvSpPr>
            <a:spLocks noGrp="1"/>
          </p:cNvSpPr>
          <p:nvPr/>
        </p:nvSpPr>
        <p:spPr>
          <a:xfrm>
            <a:off x="800488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9" name="e_full_violin_4468">
            <a:extLst>
              <a:ext uri="{FF2B5EF4-FFF2-40B4-BE49-F238E27FC236}">
                <a16:creationId xmlns:a16="http://schemas.microsoft.com/office/drawing/2014/main" id="{B99AFD07-5E4C-4A7E-902C-DB62944C4501}"/>
              </a:ext>
            </a:extLst>
          </p:cNvPr>
          <p:cNvSpPr>
            <a:spLocks noGrp="1"/>
          </p:cNvSpPr>
          <p:nvPr/>
        </p:nvSpPr>
        <p:spPr>
          <a:xfrm>
            <a:off x="8327234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0" name="e_full_violin_4469">
            <a:extLst>
              <a:ext uri="{FF2B5EF4-FFF2-40B4-BE49-F238E27FC236}">
                <a16:creationId xmlns:a16="http://schemas.microsoft.com/office/drawing/2014/main" id="{CC2E8154-FC62-4850-BEB0-8A17889087F3}"/>
              </a:ext>
            </a:extLst>
          </p:cNvPr>
          <p:cNvSpPr>
            <a:spLocks noGrp="1"/>
          </p:cNvSpPr>
          <p:nvPr/>
        </p:nvSpPr>
        <p:spPr>
          <a:xfrm>
            <a:off x="8085218" y="3016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1" name="e_full_violin_4470">
            <a:extLst>
              <a:ext uri="{FF2B5EF4-FFF2-40B4-BE49-F238E27FC236}">
                <a16:creationId xmlns:a16="http://schemas.microsoft.com/office/drawing/2014/main" id="{A91CFB5A-8DAE-4DA8-AE4D-8DB13A0D6E0C}"/>
              </a:ext>
            </a:extLst>
          </p:cNvPr>
          <p:cNvSpPr>
            <a:spLocks noGrp="1"/>
          </p:cNvSpPr>
          <p:nvPr/>
        </p:nvSpPr>
        <p:spPr>
          <a:xfrm>
            <a:off x="810796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2" name="e_full_violin_4471">
            <a:extLst>
              <a:ext uri="{FF2B5EF4-FFF2-40B4-BE49-F238E27FC236}">
                <a16:creationId xmlns:a16="http://schemas.microsoft.com/office/drawing/2014/main" id="{F352AE2B-E990-4750-A622-7DEFB67BFBC4}"/>
              </a:ext>
            </a:extLst>
          </p:cNvPr>
          <p:cNvSpPr>
            <a:spLocks noGrp="1"/>
          </p:cNvSpPr>
          <p:nvPr/>
        </p:nvSpPr>
        <p:spPr>
          <a:xfrm>
            <a:off x="8286789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3" name="e_full_violin_4472">
            <a:extLst>
              <a:ext uri="{FF2B5EF4-FFF2-40B4-BE49-F238E27FC236}">
                <a16:creationId xmlns:a16="http://schemas.microsoft.com/office/drawing/2014/main" id="{E20E74DE-46F8-43A9-A794-D6FBC49BA4B6}"/>
              </a:ext>
            </a:extLst>
          </p:cNvPr>
          <p:cNvSpPr>
            <a:spLocks noGrp="1"/>
          </p:cNvSpPr>
          <p:nvPr/>
        </p:nvSpPr>
        <p:spPr>
          <a:xfrm>
            <a:off x="8160236" y="48455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4" name="e_full_violin_4473">
            <a:extLst>
              <a:ext uri="{FF2B5EF4-FFF2-40B4-BE49-F238E27FC236}">
                <a16:creationId xmlns:a16="http://schemas.microsoft.com/office/drawing/2014/main" id="{9A469D73-4AA0-406F-B76B-4DAE0A23F1BA}"/>
              </a:ext>
            </a:extLst>
          </p:cNvPr>
          <p:cNvSpPr>
            <a:spLocks noGrp="1"/>
          </p:cNvSpPr>
          <p:nvPr/>
        </p:nvSpPr>
        <p:spPr>
          <a:xfrm>
            <a:off x="82018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5" name="e_full_violin_4474">
            <a:extLst>
              <a:ext uri="{FF2B5EF4-FFF2-40B4-BE49-F238E27FC236}">
                <a16:creationId xmlns:a16="http://schemas.microsoft.com/office/drawing/2014/main" id="{B7B689E6-9440-4F6F-92A8-99A6347B74C6}"/>
              </a:ext>
            </a:extLst>
          </p:cNvPr>
          <p:cNvSpPr>
            <a:spLocks noGrp="1"/>
          </p:cNvSpPr>
          <p:nvPr/>
        </p:nvSpPr>
        <p:spPr>
          <a:xfrm>
            <a:off x="84260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6" name="e_full_violin_4475">
            <a:extLst>
              <a:ext uri="{FF2B5EF4-FFF2-40B4-BE49-F238E27FC236}">
                <a16:creationId xmlns:a16="http://schemas.microsoft.com/office/drawing/2014/main" id="{DB376F1F-7DFC-45B6-8645-5D8E8EE2824B}"/>
              </a:ext>
            </a:extLst>
          </p:cNvPr>
          <p:cNvSpPr>
            <a:spLocks noGrp="1"/>
          </p:cNvSpPr>
          <p:nvPr/>
        </p:nvSpPr>
        <p:spPr>
          <a:xfrm>
            <a:off x="817250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7" name="e_full_violin_4476">
            <a:extLst>
              <a:ext uri="{FF2B5EF4-FFF2-40B4-BE49-F238E27FC236}">
                <a16:creationId xmlns:a16="http://schemas.microsoft.com/office/drawing/2014/main" id="{E3247514-E8E3-4CCA-A5B5-B52E89A569B6}"/>
              </a:ext>
            </a:extLst>
          </p:cNvPr>
          <p:cNvSpPr>
            <a:spLocks noGrp="1"/>
          </p:cNvSpPr>
          <p:nvPr/>
        </p:nvSpPr>
        <p:spPr>
          <a:xfrm>
            <a:off x="814138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8" name="e_full_violin_4477">
            <a:extLst>
              <a:ext uri="{FF2B5EF4-FFF2-40B4-BE49-F238E27FC236}">
                <a16:creationId xmlns:a16="http://schemas.microsoft.com/office/drawing/2014/main" id="{7D3A8FA5-47DB-4595-B757-577BFB2868CF}"/>
              </a:ext>
            </a:extLst>
          </p:cNvPr>
          <p:cNvSpPr>
            <a:spLocks noGrp="1"/>
          </p:cNvSpPr>
          <p:nvPr/>
        </p:nvSpPr>
        <p:spPr>
          <a:xfrm>
            <a:off x="803722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9" name="e_full_violin_4478">
            <a:extLst>
              <a:ext uri="{FF2B5EF4-FFF2-40B4-BE49-F238E27FC236}">
                <a16:creationId xmlns:a16="http://schemas.microsoft.com/office/drawing/2014/main" id="{FA4ED58F-2156-4852-9070-0DDF25FC662A}"/>
              </a:ext>
            </a:extLst>
          </p:cNvPr>
          <p:cNvSpPr>
            <a:spLocks noGrp="1"/>
          </p:cNvSpPr>
          <p:nvPr/>
        </p:nvSpPr>
        <p:spPr>
          <a:xfrm>
            <a:off x="812079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0" name="e_full_violin_4479">
            <a:extLst>
              <a:ext uri="{FF2B5EF4-FFF2-40B4-BE49-F238E27FC236}">
                <a16:creationId xmlns:a16="http://schemas.microsoft.com/office/drawing/2014/main" id="{7F6B7079-CFE8-48C0-B881-B2D3D53525D8}"/>
              </a:ext>
            </a:extLst>
          </p:cNvPr>
          <p:cNvSpPr>
            <a:spLocks noGrp="1"/>
          </p:cNvSpPr>
          <p:nvPr/>
        </p:nvSpPr>
        <p:spPr>
          <a:xfrm>
            <a:off x="846392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1" name="e_full_violin_4480">
            <a:extLst>
              <a:ext uri="{FF2B5EF4-FFF2-40B4-BE49-F238E27FC236}">
                <a16:creationId xmlns:a16="http://schemas.microsoft.com/office/drawing/2014/main" id="{D793D82C-0056-4856-A008-38B1755719C9}"/>
              </a:ext>
            </a:extLst>
          </p:cNvPr>
          <p:cNvSpPr>
            <a:spLocks noGrp="1"/>
          </p:cNvSpPr>
          <p:nvPr/>
        </p:nvSpPr>
        <p:spPr>
          <a:xfrm>
            <a:off x="845984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2" name="e_full_violin_4481">
            <a:extLst>
              <a:ext uri="{FF2B5EF4-FFF2-40B4-BE49-F238E27FC236}">
                <a16:creationId xmlns:a16="http://schemas.microsoft.com/office/drawing/2014/main" id="{C8546EC9-E8DB-434A-9366-9F07F67A3225}"/>
              </a:ext>
            </a:extLst>
          </p:cNvPr>
          <p:cNvSpPr>
            <a:spLocks noGrp="1"/>
          </p:cNvSpPr>
          <p:nvPr/>
        </p:nvSpPr>
        <p:spPr>
          <a:xfrm>
            <a:off x="8412780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3" name="e_full_violin_4482">
            <a:extLst>
              <a:ext uri="{FF2B5EF4-FFF2-40B4-BE49-F238E27FC236}">
                <a16:creationId xmlns:a16="http://schemas.microsoft.com/office/drawing/2014/main" id="{164D79C7-860F-4DF0-B124-41D93B6DECAC}"/>
              </a:ext>
            </a:extLst>
          </p:cNvPr>
          <p:cNvSpPr>
            <a:spLocks noGrp="1"/>
          </p:cNvSpPr>
          <p:nvPr/>
        </p:nvSpPr>
        <p:spPr>
          <a:xfrm>
            <a:off x="843903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4" name="e_full_violin_4483">
            <a:extLst>
              <a:ext uri="{FF2B5EF4-FFF2-40B4-BE49-F238E27FC236}">
                <a16:creationId xmlns:a16="http://schemas.microsoft.com/office/drawing/2014/main" id="{1C7FD350-798C-4687-86FE-F8DF58D0BB19}"/>
              </a:ext>
            </a:extLst>
          </p:cNvPr>
          <p:cNvSpPr>
            <a:spLocks noGrp="1"/>
          </p:cNvSpPr>
          <p:nvPr/>
        </p:nvSpPr>
        <p:spPr>
          <a:xfrm>
            <a:off x="810934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5" name="e_full_violin_4484">
            <a:extLst>
              <a:ext uri="{FF2B5EF4-FFF2-40B4-BE49-F238E27FC236}">
                <a16:creationId xmlns:a16="http://schemas.microsoft.com/office/drawing/2014/main" id="{BDF4FD62-57BD-43B5-AD8C-23CF6A6E2295}"/>
              </a:ext>
            </a:extLst>
          </p:cNvPr>
          <p:cNvSpPr>
            <a:spLocks noGrp="1"/>
          </p:cNvSpPr>
          <p:nvPr/>
        </p:nvSpPr>
        <p:spPr>
          <a:xfrm>
            <a:off x="821497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6" name="e_full_violin_4485">
            <a:extLst>
              <a:ext uri="{FF2B5EF4-FFF2-40B4-BE49-F238E27FC236}">
                <a16:creationId xmlns:a16="http://schemas.microsoft.com/office/drawing/2014/main" id="{39297A1C-EC43-47F1-9948-E40B11893C3B}"/>
              </a:ext>
            </a:extLst>
          </p:cNvPr>
          <p:cNvSpPr>
            <a:spLocks noGrp="1"/>
          </p:cNvSpPr>
          <p:nvPr/>
        </p:nvSpPr>
        <p:spPr>
          <a:xfrm>
            <a:off x="814697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7" name="e_full_violin_4486">
            <a:extLst>
              <a:ext uri="{FF2B5EF4-FFF2-40B4-BE49-F238E27FC236}">
                <a16:creationId xmlns:a16="http://schemas.microsoft.com/office/drawing/2014/main" id="{825D723E-4552-4F40-9526-DB4B81B83C2C}"/>
              </a:ext>
            </a:extLst>
          </p:cNvPr>
          <p:cNvSpPr>
            <a:spLocks noGrp="1"/>
          </p:cNvSpPr>
          <p:nvPr/>
        </p:nvSpPr>
        <p:spPr>
          <a:xfrm>
            <a:off x="817534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8" name="e_full_violin_4487">
            <a:extLst>
              <a:ext uri="{FF2B5EF4-FFF2-40B4-BE49-F238E27FC236}">
                <a16:creationId xmlns:a16="http://schemas.microsoft.com/office/drawing/2014/main" id="{ADBF198E-041E-491B-B9EE-6E743C2B3EEE}"/>
              </a:ext>
            </a:extLst>
          </p:cNvPr>
          <p:cNvSpPr>
            <a:spLocks noGrp="1"/>
          </p:cNvSpPr>
          <p:nvPr/>
        </p:nvSpPr>
        <p:spPr>
          <a:xfrm>
            <a:off x="82528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9" name="e_full_violin_4488">
            <a:extLst>
              <a:ext uri="{FF2B5EF4-FFF2-40B4-BE49-F238E27FC236}">
                <a16:creationId xmlns:a16="http://schemas.microsoft.com/office/drawing/2014/main" id="{E538B860-B7C4-4DF8-8515-5CFEE4EA4B3D}"/>
              </a:ext>
            </a:extLst>
          </p:cNvPr>
          <p:cNvSpPr>
            <a:spLocks noGrp="1"/>
          </p:cNvSpPr>
          <p:nvPr/>
        </p:nvSpPr>
        <p:spPr>
          <a:xfrm>
            <a:off x="8212365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0" name="e_full_violin_4489">
            <a:extLst>
              <a:ext uri="{FF2B5EF4-FFF2-40B4-BE49-F238E27FC236}">
                <a16:creationId xmlns:a16="http://schemas.microsoft.com/office/drawing/2014/main" id="{6BCB64C0-C4E3-40E7-9A45-FC0ADE6DF349}"/>
              </a:ext>
            </a:extLst>
          </p:cNvPr>
          <p:cNvSpPr>
            <a:spLocks noGrp="1"/>
          </p:cNvSpPr>
          <p:nvPr/>
        </p:nvSpPr>
        <p:spPr>
          <a:xfrm>
            <a:off x="84812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1" name="e_full_violin_4490">
            <a:extLst>
              <a:ext uri="{FF2B5EF4-FFF2-40B4-BE49-F238E27FC236}">
                <a16:creationId xmlns:a16="http://schemas.microsoft.com/office/drawing/2014/main" id="{4875C974-3DD4-472E-A8BD-9C7A418FE634}"/>
              </a:ext>
            </a:extLst>
          </p:cNvPr>
          <p:cNvSpPr>
            <a:spLocks noGrp="1"/>
          </p:cNvSpPr>
          <p:nvPr/>
        </p:nvSpPr>
        <p:spPr>
          <a:xfrm>
            <a:off x="8455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2" name="e_full_violin_4491">
            <a:extLst>
              <a:ext uri="{FF2B5EF4-FFF2-40B4-BE49-F238E27FC236}">
                <a16:creationId xmlns:a16="http://schemas.microsoft.com/office/drawing/2014/main" id="{9EB25E25-633A-4608-857F-62D426E5A159}"/>
              </a:ext>
            </a:extLst>
          </p:cNvPr>
          <p:cNvSpPr>
            <a:spLocks noGrp="1"/>
          </p:cNvSpPr>
          <p:nvPr/>
        </p:nvSpPr>
        <p:spPr>
          <a:xfrm>
            <a:off x="81849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3" name="e_full_violin_4492">
            <a:extLst>
              <a:ext uri="{FF2B5EF4-FFF2-40B4-BE49-F238E27FC236}">
                <a16:creationId xmlns:a16="http://schemas.microsoft.com/office/drawing/2014/main" id="{2DB47232-A800-4306-A540-19A487C0DE03}"/>
              </a:ext>
            </a:extLst>
          </p:cNvPr>
          <p:cNvSpPr>
            <a:spLocks noGrp="1"/>
          </p:cNvSpPr>
          <p:nvPr/>
        </p:nvSpPr>
        <p:spPr>
          <a:xfrm>
            <a:off x="8286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4" name="e_full_violin_4493">
            <a:extLst>
              <a:ext uri="{FF2B5EF4-FFF2-40B4-BE49-F238E27FC236}">
                <a16:creationId xmlns:a16="http://schemas.microsoft.com/office/drawing/2014/main" id="{7F565AB7-B152-45B6-BCD7-A41D242FDD06}"/>
              </a:ext>
            </a:extLst>
          </p:cNvPr>
          <p:cNvSpPr>
            <a:spLocks noGrp="1"/>
          </p:cNvSpPr>
          <p:nvPr/>
        </p:nvSpPr>
        <p:spPr>
          <a:xfrm>
            <a:off x="83513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5" name="e_full_violin_4494">
            <a:extLst>
              <a:ext uri="{FF2B5EF4-FFF2-40B4-BE49-F238E27FC236}">
                <a16:creationId xmlns:a16="http://schemas.microsoft.com/office/drawing/2014/main" id="{9150F505-AF16-4F4B-8F12-C861C6C381DD}"/>
              </a:ext>
            </a:extLst>
          </p:cNvPr>
          <p:cNvSpPr>
            <a:spLocks noGrp="1"/>
          </p:cNvSpPr>
          <p:nvPr/>
        </p:nvSpPr>
        <p:spPr>
          <a:xfrm>
            <a:off x="824235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6" name="e_full_violin_4495">
            <a:extLst>
              <a:ext uri="{FF2B5EF4-FFF2-40B4-BE49-F238E27FC236}">
                <a16:creationId xmlns:a16="http://schemas.microsoft.com/office/drawing/2014/main" id="{1B98642F-2051-48EF-B73E-F4E44B1A6DE6}"/>
              </a:ext>
            </a:extLst>
          </p:cNvPr>
          <p:cNvSpPr>
            <a:spLocks noGrp="1"/>
          </p:cNvSpPr>
          <p:nvPr/>
        </p:nvSpPr>
        <p:spPr>
          <a:xfrm>
            <a:off x="827301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7" name="e_full_violin_4496">
            <a:extLst>
              <a:ext uri="{FF2B5EF4-FFF2-40B4-BE49-F238E27FC236}">
                <a16:creationId xmlns:a16="http://schemas.microsoft.com/office/drawing/2014/main" id="{22D1EC46-F787-417A-A60F-4FF18C29CB27}"/>
              </a:ext>
            </a:extLst>
          </p:cNvPr>
          <p:cNvSpPr>
            <a:spLocks noGrp="1"/>
          </p:cNvSpPr>
          <p:nvPr/>
        </p:nvSpPr>
        <p:spPr>
          <a:xfrm>
            <a:off x="8242311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8" name="e_full_violin_4497">
            <a:extLst>
              <a:ext uri="{FF2B5EF4-FFF2-40B4-BE49-F238E27FC236}">
                <a16:creationId xmlns:a16="http://schemas.microsoft.com/office/drawing/2014/main" id="{25678D06-2B81-4264-8B88-801A5E390AC1}"/>
              </a:ext>
            </a:extLst>
          </p:cNvPr>
          <p:cNvSpPr>
            <a:spLocks noGrp="1"/>
          </p:cNvSpPr>
          <p:nvPr/>
        </p:nvSpPr>
        <p:spPr>
          <a:xfrm>
            <a:off x="82329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9" name="e_full_violin_4498">
            <a:extLst>
              <a:ext uri="{FF2B5EF4-FFF2-40B4-BE49-F238E27FC236}">
                <a16:creationId xmlns:a16="http://schemas.microsoft.com/office/drawing/2014/main" id="{63F6F13D-81C7-41CC-87FD-EB9F23356FD5}"/>
              </a:ext>
            </a:extLst>
          </p:cNvPr>
          <p:cNvSpPr>
            <a:spLocks noGrp="1"/>
          </p:cNvSpPr>
          <p:nvPr/>
        </p:nvSpPr>
        <p:spPr>
          <a:xfrm>
            <a:off x="8453960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0" name="e_full_violin_4499">
            <a:extLst>
              <a:ext uri="{FF2B5EF4-FFF2-40B4-BE49-F238E27FC236}">
                <a16:creationId xmlns:a16="http://schemas.microsoft.com/office/drawing/2014/main" id="{995192BA-11E8-4341-A963-8B19F92EE7CB}"/>
              </a:ext>
            </a:extLst>
          </p:cNvPr>
          <p:cNvSpPr>
            <a:spLocks noGrp="1"/>
          </p:cNvSpPr>
          <p:nvPr/>
        </p:nvSpPr>
        <p:spPr>
          <a:xfrm>
            <a:off x="8503461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1" name="e_full_violin_4500">
            <a:extLst>
              <a:ext uri="{FF2B5EF4-FFF2-40B4-BE49-F238E27FC236}">
                <a16:creationId xmlns:a16="http://schemas.microsoft.com/office/drawing/2014/main" id="{B6E34B62-EE9E-4C3F-BE9D-2085ECD99118}"/>
              </a:ext>
            </a:extLst>
          </p:cNvPr>
          <p:cNvSpPr>
            <a:spLocks noGrp="1"/>
          </p:cNvSpPr>
          <p:nvPr/>
        </p:nvSpPr>
        <p:spPr>
          <a:xfrm>
            <a:off x="834485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2" name="e_full_violin_4501">
            <a:extLst>
              <a:ext uri="{FF2B5EF4-FFF2-40B4-BE49-F238E27FC236}">
                <a16:creationId xmlns:a16="http://schemas.microsoft.com/office/drawing/2014/main" id="{AAB943C4-E64B-4C3F-9F08-38FF1DCA0496}"/>
              </a:ext>
            </a:extLst>
          </p:cNvPr>
          <p:cNvSpPr>
            <a:spLocks noGrp="1"/>
          </p:cNvSpPr>
          <p:nvPr/>
        </p:nvSpPr>
        <p:spPr>
          <a:xfrm>
            <a:off x="814294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3" name="e_full_violin_4502">
            <a:extLst>
              <a:ext uri="{FF2B5EF4-FFF2-40B4-BE49-F238E27FC236}">
                <a16:creationId xmlns:a16="http://schemas.microsoft.com/office/drawing/2014/main" id="{4AB5CF01-66DF-4FFE-98D9-206765611480}"/>
              </a:ext>
            </a:extLst>
          </p:cNvPr>
          <p:cNvSpPr>
            <a:spLocks noGrp="1"/>
          </p:cNvSpPr>
          <p:nvPr/>
        </p:nvSpPr>
        <p:spPr>
          <a:xfrm>
            <a:off x="841062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4" name="e_full_violin_4503">
            <a:extLst>
              <a:ext uri="{FF2B5EF4-FFF2-40B4-BE49-F238E27FC236}">
                <a16:creationId xmlns:a16="http://schemas.microsoft.com/office/drawing/2014/main" id="{ABCEA7A7-8AC2-4ED6-BA9B-170E21A2EC7A}"/>
              </a:ext>
            </a:extLst>
          </p:cNvPr>
          <p:cNvSpPr>
            <a:spLocks noGrp="1"/>
          </p:cNvSpPr>
          <p:nvPr/>
        </p:nvSpPr>
        <p:spPr>
          <a:xfrm>
            <a:off x="8021380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5" name="e_full_violin_4504">
            <a:extLst>
              <a:ext uri="{FF2B5EF4-FFF2-40B4-BE49-F238E27FC236}">
                <a16:creationId xmlns:a16="http://schemas.microsoft.com/office/drawing/2014/main" id="{272C8D70-F798-455B-A393-78042EF69645}"/>
              </a:ext>
            </a:extLst>
          </p:cNvPr>
          <p:cNvSpPr>
            <a:spLocks noGrp="1"/>
          </p:cNvSpPr>
          <p:nvPr/>
        </p:nvSpPr>
        <p:spPr>
          <a:xfrm>
            <a:off x="800878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6" name="e_full_violin_4505">
            <a:extLst>
              <a:ext uri="{FF2B5EF4-FFF2-40B4-BE49-F238E27FC236}">
                <a16:creationId xmlns:a16="http://schemas.microsoft.com/office/drawing/2014/main" id="{D89B09C9-64EF-420C-A2AD-6915A263B38F}"/>
              </a:ext>
            </a:extLst>
          </p:cNvPr>
          <p:cNvSpPr>
            <a:spLocks noGrp="1"/>
          </p:cNvSpPr>
          <p:nvPr/>
        </p:nvSpPr>
        <p:spPr>
          <a:xfrm>
            <a:off x="835197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7" name="e_full_violin_4506">
            <a:extLst>
              <a:ext uri="{FF2B5EF4-FFF2-40B4-BE49-F238E27FC236}">
                <a16:creationId xmlns:a16="http://schemas.microsoft.com/office/drawing/2014/main" id="{9F9F73D1-1C8D-4AAA-94EC-622B93C525AA}"/>
              </a:ext>
            </a:extLst>
          </p:cNvPr>
          <p:cNvSpPr>
            <a:spLocks noGrp="1"/>
          </p:cNvSpPr>
          <p:nvPr/>
        </p:nvSpPr>
        <p:spPr>
          <a:xfrm>
            <a:off x="825375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8" name="e_full_violin_4507">
            <a:extLst>
              <a:ext uri="{FF2B5EF4-FFF2-40B4-BE49-F238E27FC236}">
                <a16:creationId xmlns:a16="http://schemas.microsoft.com/office/drawing/2014/main" id="{B8E8A3DF-4D30-48F1-B5E7-F4FF3D01CDB8}"/>
              </a:ext>
            </a:extLst>
          </p:cNvPr>
          <p:cNvSpPr>
            <a:spLocks noGrp="1"/>
          </p:cNvSpPr>
          <p:nvPr/>
        </p:nvSpPr>
        <p:spPr>
          <a:xfrm>
            <a:off x="827359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9" name="e_full_violin_4508">
            <a:extLst>
              <a:ext uri="{FF2B5EF4-FFF2-40B4-BE49-F238E27FC236}">
                <a16:creationId xmlns:a16="http://schemas.microsoft.com/office/drawing/2014/main" id="{8967A232-6F18-4F4E-BC77-B1E4678E038E}"/>
              </a:ext>
            </a:extLst>
          </p:cNvPr>
          <p:cNvSpPr>
            <a:spLocks noGrp="1"/>
          </p:cNvSpPr>
          <p:nvPr/>
        </p:nvSpPr>
        <p:spPr>
          <a:xfrm>
            <a:off x="823806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0" name="e_full_violin_4509">
            <a:extLst>
              <a:ext uri="{FF2B5EF4-FFF2-40B4-BE49-F238E27FC236}">
                <a16:creationId xmlns:a16="http://schemas.microsoft.com/office/drawing/2014/main" id="{D144605C-9A68-410F-9133-50446AFD0C18}"/>
              </a:ext>
            </a:extLst>
          </p:cNvPr>
          <p:cNvSpPr>
            <a:spLocks noGrp="1"/>
          </p:cNvSpPr>
          <p:nvPr/>
        </p:nvSpPr>
        <p:spPr>
          <a:xfrm>
            <a:off x="8123994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1" name="e_full_violin_4510">
            <a:extLst>
              <a:ext uri="{FF2B5EF4-FFF2-40B4-BE49-F238E27FC236}">
                <a16:creationId xmlns:a16="http://schemas.microsoft.com/office/drawing/2014/main" id="{D50C3650-ADB2-4D10-8B6E-DF17E8AA3313}"/>
              </a:ext>
            </a:extLst>
          </p:cNvPr>
          <p:cNvSpPr>
            <a:spLocks noGrp="1"/>
          </p:cNvSpPr>
          <p:nvPr/>
        </p:nvSpPr>
        <p:spPr>
          <a:xfrm>
            <a:off x="80167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2" name="e_full_violin_4511">
            <a:extLst>
              <a:ext uri="{FF2B5EF4-FFF2-40B4-BE49-F238E27FC236}">
                <a16:creationId xmlns:a16="http://schemas.microsoft.com/office/drawing/2014/main" id="{95DED296-3DE1-400B-B778-A3456C536E4D}"/>
              </a:ext>
            </a:extLst>
          </p:cNvPr>
          <p:cNvSpPr>
            <a:spLocks noGrp="1"/>
          </p:cNvSpPr>
          <p:nvPr/>
        </p:nvSpPr>
        <p:spPr>
          <a:xfrm>
            <a:off x="8050051" y="326899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3" name="e_full_violin_4512">
            <a:extLst>
              <a:ext uri="{FF2B5EF4-FFF2-40B4-BE49-F238E27FC236}">
                <a16:creationId xmlns:a16="http://schemas.microsoft.com/office/drawing/2014/main" id="{8E8C2C07-C912-4624-B8DF-F06800E6DD93}"/>
              </a:ext>
            </a:extLst>
          </p:cNvPr>
          <p:cNvSpPr>
            <a:spLocks noGrp="1"/>
          </p:cNvSpPr>
          <p:nvPr/>
        </p:nvSpPr>
        <p:spPr>
          <a:xfrm>
            <a:off x="821574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4" name="e_full_violin_4513">
            <a:extLst>
              <a:ext uri="{FF2B5EF4-FFF2-40B4-BE49-F238E27FC236}">
                <a16:creationId xmlns:a16="http://schemas.microsoft.com/office/drawing/2014/main" id="{782F5662-1849-496D-A35C-673C8D1E7DEF}"/>
              </a:ext>
            </a:extLst>
          </p:cNvPr>
          <p:cNvSpPr>
            <a:spLocks noGrp="1"/>
          </p:cNvSpPr>
          <p:nvPr/>
        </p:nvSpPr>
        <p:spPr>
          <a:xfrm>
            <a:off x="838949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5" name="e_full_violin_4514">
            <a:extLst>
              <a:ext uri="{FF2B5EF4-FFF2-40B4-BE49-F238E27FC236}">
                <a16:creationId xmlns:a16="http://schemas.microsoft.com/office/drawing/2014/main" id="{CD895CE4-EE43-4D99-A90F-6BD43DE5DC69}"/>
              </a:ext>
            </a:extLst>
          </p:cNvPr>
          <p:cNvSpPr>
            <a:spLocks noGrp="1"/>
          </p:cNvSpPr>
          <p:nvPr/>
        </p:nvSpPr>
        <p:spPr>
          <a:xfrm>
            <a:off x="8081025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6" name="e_full_violin_4515">
            <a:extLst>
              <a:ext uri="{FF2B5EF4-FFF2-40B4-BE49-F238E27FC236}">
                <a16:creationId xmlns:a16="http://schemas.microsoft.com/office/drawing/2014/main" id="{D5850B0E-2D2C-4C63-9269-FE9FC75030AD}"/>
              </a:ext>
            </a:extLst>
          </p:cNvPr>
          <p:cNvSpPr>
            <a:spLocks noGrp="1"/>
          </p:cNvSpPr>
          <p:nvPr/>
        </p:nvSpPr>
        <p:spPr>
          <a:xfrm>
            <a:off x="8492711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7" name="e_full_violin_4516">
            <a:extLst>
              <a:ext uri="{FF2B5EF4-FFF2-40B4-BE49-F238E27FC236}">
                <a16:creationId xmlns:a16="http://schemas.microsoft.com/office/drawing/2014/main" id="{C7E62963-2A32-4A5A-B2DE-3FEFE5196A5D}"/>
              </a:ext>
            </a:extLst>
          </p:cNvPr>
          <p:cNvSpPr>
            <a:spLocks noGrp="1"/>
          </p:cNvSpPr>
          <p:nvPr/>
        </p:nvSpPr>
        <p:spPr>
          <a:xfrm>
            <a:off x="84603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8" name="e_full_violin_4517">
            <a:extLst>
              <a:ext uri="{FF2B5EF4-FFF2-40B4-BE49-F238E27FC236}">
                <a16:creationId xmlns:a16="http://schemas.microsoft.com/office/drawing/2014/main" id="{98001AF1-0CC7-45EA-B244-BDE44241EE4C}"/>
              </a:ext>
            </a:extLst>
          </p:cNvPr>
          <p:cNvSpPr>
            <a:spLocks noGrp="1"/>
          </p:cNvSpPr>
          <p:nvPr/>
        </p:nvSpPr>
        <p:spPr>
          <a:xfrm>
            <a:off x="821113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9" name="e_full_violin_4518">
            <a:extLst>
              <a:ext uri="{FF2B5EF4-FFF2-40B4-BE49-F238E27FC236}">
                <a16:creationId xmlns:a16="http://schemas.microsoft.com/office/drawing/2014/main" id="{5AEA3761-5F8E-42AA-99EC-3FF674B84C42}"/>
              </a:ext>
            </a:extLst>
          </p:cNvPr>
          <p:cNvSpPr>
            <a:spLocks noGrp="1"/>
          </p:cNvSpPr>
          <p:nvPr/>
        </p:nvSpPr>
        <p:spPr>
          <a:xfrm>
            <a:off x="8486499" y="38320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0" name="e_full_violin_4519">
            <a:extLst>
              <a:ext uri="{FF2B5EF4-FFF2-40B4-BE49-F238E27FC236}">
                <a16:creationId xmlns:a16="http://schemas.microsoft.com/office/drawing/2014/main" id="{94583A91-D1DA-4B3E-8A79-AA187B307FC6}"/>
              </a:ext>
            </a:extLst>
          </p:cNvPr>
          <p:cNvSpPr>
            <a:spLocks noGrp="1"/>
          </p:cNvSpPr>
          <p:nvPr/>
        </p:nvSpPr>
        <p:spPr>
          <a:xfrm>
            <a:off x="825344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1" name="e_full_violin_4520">
            <a:extLst>
              <a:ext uri="{FF2B5EF4-FFF2-40B4-BE49-F238E27FC236}">
                <a16:creationId xmlns:a16="http://schemas.microsoft.com/office/drawing/2014/main" id="{DC5D200C-59D1-465B-B4C5-C7F0703BB0D4}"/>
              </a:ext>
            </a:extLst>
          </p:cNvPr>
          <p:cNvSpPr>
            <a:spLocks noGrp="1"/>
          </p:cNvSpPr>
          <p:nvPr/>
        </p:nvSpPr>
        <p:spPr>
          <a:xfrm>
            <a:off x="82860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2" name="e_full_violin_4521">
            <a:extLst>
              <a:ext uri="{FF2B5EF4-FFF2-40B4-BE49-F238E27FC236}">
                <a16:creationId xmlns:a16="http://schemas.microsoft.com/office/drawing/2014/main" id="{9E0D3FC2-B38D-49FD-BA73-FDFB8D2D2C25}"/>
              </a:ext>
            </a:extLst>
          </p:cNvPr>
          <p:cNvSpPr>
            <a:spLocks noGrp="1"/>
          </p:cNvSpPr>
          <p:nvPr/>
        </p:nvSpPr>
        <p:spPr>
          <a:xfrm>
            <a:off x="812743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3" name="e_full_violin_4522">
            <a:extLst>
              <a:ext uri="{FF2B5EF4-FFF2-40B4-BE49-F238E27FC236}">
                <a16:creationId xmlns:a16="http://schemas.microsoft.com/office/drawing/2014/main" id="{7450A78F-F6B3-426D-8AA6-F63178519F95}"/>
              </a:ext>
            </a:extLst>
          </p:cNvPr>
          <p:cNvSpPr>
            <a:spLocks noGrp="1"/>
          </p:cNvSpPr>
          <p:nvPr/>
        </p:nvSpPr>
        <p:spPr>
          <a:xfrm>
            <a:off x="8332273" y="521408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4" name="e_full_violin_4523">
            <a:extLst>
              <a:ext uri="{FF2B5EF4-FFF2-40B4-BE49-F238E27FC236}">
                <a16:creationId xmlns:a16="http://schemas.microsoft.com/office/drawing/2014/main" id="{D203F385-5B8F-4F0D-8112-28D7FBAB951A}"/>
              </a:ext>
            </a:extLst>
          </p:cNvPr>
          <p:cNvSpPr>
            <a:spLocks noGrp="1"/>
          </p:cNvSpPr>
          <p:nvPr/>
        </p:nvSpPr>
        <p:spPr>
          <a:xfrm>
            <a:off x="840001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5" name="e_full_violin_4524">
            <a:extLst>
              <a:ext uri="{FF2B5EF4-FFF2-40B4-BE49-F238E27FC236}">
                <a16:creationId xmlns:a16="http://schemas.microsoft.com/office/drawing/2014/main" id="{8F2A3162-3885-4DA5-AB59-B82D8053F4BB}"/>
              </a:ext>
            </a:extLst>
          </p:cNvPr>
          <p:cNvSpPr>
            <a:spLocks noGrp="1"/>
          </p:cNvSpPr>
          <p:nvPr/>
        </p:nvSpPr>
        <p:spPr>
          <a:xfrm>
            <a:off x="8486227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6" name="e_full_violin_4525">
            <a:extLst>
              <a:ext uri="{FF2B5EF4-FFF2-40B4-BE49-F238E27FC236}">
                <a16:creationId xmlns:a16="http://schemas.microsoft.com/office/drawing/2014/main" id="{59E62D74-632C-4B68-8BCE-18C7EAA17427}"/>
              </a:ext>
            </a:extLst>
          </p:cNvPr>
          <p:cNvSpPr>
            <a:spLocks noGrp="1"/>
          </p:cNvSpPr>
          <p:nvPr/>
        </p:nvSpPr>
        <p:spPr>
          <a:xfrm>
            <a:off x="82129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7" name="e_full_violin_4526">
            <a:extLst>
              <a:ext uri="{FF2B5EF4-FFF2-40B4-BE49-F238E27FC236}">
                <a16:creationId xmlns:a16="http://schemas.microsoft.com/office/drawing/2014/main" id="{5793F551-C9E8-43B0-AC12-57E45D3F7C2D}"/>
              </a:ext>
            </a:extLst>
          </p:cNvPr>
          <p:cNvSpPr>
            <a:spLocks noGrp="1"/>
          </p:cNvSpPr>
          <p:nvPr/>
        </p:nvSpPr>
        <p:spPr>
          <a:xfrm>
            <a:off x="80387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8" name="e_full_violin_4527">
            <a:extLst>
              <a:ext uri="{FF2B5EF4-FFF2-40B4-BE49-F238E27FC236}">
                <a16:creationId xmlns:a16="http://schemas.microsoft.com/office/drawing/2014/main" id="{F7805608-08E5-4F30-9ED5-FE700976EA24}"/>
              </a:ext>
            </a:extLst>
          </p:cNvPr>
          <p:cNvSpPr>
            <a:spLocks noGrp="1"/>
          </p:cNvSpPr>
          <p:nvPr/>
        </p:nvSpPr>
        <p:spPr>
          <a:xfrm>
            <a:off x="80334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9" name="e_full_violin_4528">
            <a:extLst>
              <a:ext uri="{FF2B5EF4-FFF2-40B4-BE49-F238E27FC236}">
                <a16:creationId xmlns:a16="http://schemas.microsoft.com/office/drawing/2014/main" id="{3073F7B7-840E-4174-B8E4-AB6599534818}"/>
              </a:ext>
            </a:extLst>
          </p:cNvPr>
          <p:cNvSpPr>
            <a:spLocks noGrp="1"/>
          </p:cNvSpPr>
          <p:nvPr/>
        </p:nvSpPr>
        <p:spPr>
          <a:xfrm>
            <a:off x="850323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0" name="e_full_violin_4529">
            <a:extLst>
              <a:ext uri="{FF2B5EF4-FFF2-40B4-BE49-F238E27FC236}">
                <a16:creationId xmlns:a16="http://schemas.microsoft.com/office/drawing/2014/main" id="{838C5339-717F-47ED-B1B8-5ACFE756B97C}"/>
              </a:ext>
            </a:extLst>
          </p:cNvPr>
          <p:cNvSpPr>
            <a:spLocks noGrp="1"/>
          </p:cNvSpPr>
          <p:nvPr/>
        </p:nvSpPr>
        <p:spPr>
          <a:xfrm>
            <a:off x="821960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1" name="e_full_violin_4530">
            <a:extLst>
              <a:ext uri="{FF2B5EF4-FFF2-40B4-BE49-F238E27FC236}">
                <a16:creationId xmlns:a16="http://schemas.microsoft.com/office/drawing/2014/main" id="{6439CFD7-E48B-4727-B061-C9070EB91639}"/>
              </a:ext>
            </a:extLst>
          </p:cNvPr>
          <p:cNvSpPr>
            <a:spLocks noGrp="1"/>
          </p:cNvSpPr>
          <p:nvPr/>
        </p:nvSpPr>
        <p:spPr>
          <a:xfrm>
            <a:off x="8245608" y="45559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2" name="e_full_violin_4531">
            <a:extLst>
              <a:ext uri="{FF2B5EF4-FFF2-40B4-BE49-F238E27FC236}">
                <a16:creationId xmlns:a16="http://schemas.microsoft.com/office/drawing/2014/main" id="{B3C99AAF-C549-4B2E-A74C-38F368F444E0}"/>
              </a:ext>
            </a:extLst>
          </p:cNvPr>
          <p:cNvSpPr>
            <a:spLocks noGrp="1"/>
          </p:cNvSpPr>
          <p:nvPr/>
        </p:nvSpPr>
        <p:spPr>
          <a:xfrm>
            <a:off x="82051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3" name="e_full_violin_4532">
            <a:extLst>
              <a:ext uri="{FF2B5EF4-FFF2-40B4-BE49-F238E27FC236}">
                <a16:creationId xmlns:a16="http://schemas.microsoft.com/office/drawing/2014/main" id="{9B9C44FD-DFED-4488-8085-073BFE35AD95}"/>
              </a:ext>
            </a:extLst>
          </p:cNvPr>
          <p:cNvSpPr>
            <a:spLocks noGrp="1"/>
          </p:cNvSpPr>
          <p:nvPr/>
        </p:nvSpPr>
        <p:spPr>
          <a:xfrm>
            <a:off x="834329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4" name="e_full_violin_4533">
            <a:extLst>
              <a:ext uri="{FF2B5EF4-FFF2-40B4-BE49-F238E27FC236}">
                <a16:creationId xmlns:a16="http://schemas.microsoft.com/office/drawing/2014/main" id="{BB0F464B-9FAD-4100-95EE-967FEAC562E0}"/>
              </a:ext>
            </a:extLst>
          </p:cNvPr>
          <p:cNvSpPr>
            <a:spLocks noGrp="1"/>
          </p:cNvSpPr>
          <p:nvPr/>
        </p:nvSpPr>
        <p:spPr>
          <a:xfrm>
            <a:off x="8004228" y="537294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5" name="e_full_violin_4534">
            <a:extLst>
              <a:ext uri="{FF2B5EF4-FFF2-40B4-BE49-F238E27FC236}">
                <a16:creationId xmlns:a16="http://schemas.microsoft.com/office/drawing/2014/main" id="{7E0C4A78-FFD0-4E82-9E30-E594A2CA027F}"/>
              </a:ext>
            </a:extLst>
          </p:cNvPr>
          <p:cNvSpPr>
            <a:spLocks noGrp="1"/>
          </p:cNvSpPr>
          <p:nvPr/>
        </p:nvSpPr>
        <p:spPr>
          <a:xfrm>
            <a:off x="8296740" y="39241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6" name="e_full_violin_4535">
            <a:extLst>
              <a:ext uri="{FF2B5EF4-FFF2-40B4-BE49-F238E27FC236}">
                <a16:creationId xmlns:a16="http://schemas.microsoft.com/office/drawing/2014/main" id="{74A446F5-E697-4FFB-8787-BBB1E47F020D}"/>
              </a:ext>
            </a:extLst>
          </p:cNvPr>
          <p:cNvSpPr>
            <a:spLocks noGrp="1"/>
          </p:cNvSpPr>
          <p:nvPr/>
        </p:nvSpPr>
        <p:spPr>
          <a:xfrm>
            <a:off x="835748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7" name="e_full_violin_4536">
            <a:extLst>
              <a:ext uri="{FF2B5EF4-FFF2-40B4-BE49-F238E27FC236}">
                <a16:creationId xmlns:a16="http://schemas.microsoft.com/office/drawing/2014/main" id="{7B1E9840-F448-4F1F-ABE8-BA69C476AA7C}"/>
              </a:ext>
            </a:extLst>
          </p:cNvPr>
          <p:cNvSpPr>
            <a:spLocks noGrp="1"/>
          </p:cNvSpPr>
          <p:nvPr/>
        </p:nvSpPr>
        <p:spPr>
          <a:xfrm>
            <a:off x="8469394" y="583336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8" name="e_full_violin_4537">
            <a:extLst>
              <a:ext uri="{FF2B5EF4-FFF2-40B4-BE49-F238E27FC236}">
                <a16:creationId xmlns:a16="http://schemas.microsoft.com/office/drawing/2014/main" id="{D4B8FFF0-E90B-4F34-91A2-CC1731B5592E}"/>
              </a:ext>
            </a:extLst>
          </p:cNvPr>
          <p:cNvSpPr>
            <a:spLocks noGrp="1"/>
          </p:cNvSpPr>
          <p:nvPr/>
        </p:nvSpPr>
        <p:spPr>
          <a:xfrm>
            <a:off x="8273327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9" name="e_full_violin_4538">
            <a:extLst>
              <a:ext uri="{FF2B5EF4-FFF2-40B4-BE49-F238E27FC236}">
                <a16:creationId xmlns:a16="http://schemas.microsoft.com/office/drawing/2014/main" id="{52EDA85A-8A28-43D5-8373-14891973D429}"/>
              </a:ext>
            </a:extLst>
          </p:cNvPr>
          <p:cNvSpPr>
            <a:spLocks noGrp="1"/>
          </p:cNvSpPr>
          <p:nvPr/>
        </p:nvSpPr>
        <p:spPr>
          <a:xfrm>
            <a:off x="816926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0" name="e_full_violin_4539">
            <a:extLst>
              <a:ext uri="{FF2B5EF4-FFF2-40B4-BE49-F238E27FC236}">
                <a16:creationId xmlns:a16="http://schemas.microsoft.com/office/drawing/2014/main" id="{BB6CE110-4298-42CF-BED7-541B4098E00A}"/>
              </a:ext>
            </a:extLst>
          </p:cNvPr>
          <p:cNvSpPr>
            <a:spLocks noGrp="1"/>
          </p:cNvSpPr>
          <p:nvPr/>
        </p:nvSpPr>
        <p:spPr>
          <a:xfrm>
            <a:off x="832821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1" name="e_full_violin_4540">
            <a:extLst>
              <a:ext uri="{FF2B5EF4-FFF2-40B4-BE49-F238E27FC236}">
                <a16:creationId xmlns:a16="http://schemas.microsoft.com/office/drawing/2014/main" id="{29EBE4E0-F6C2-4A26-B1F6-09A7A31F769F}"/>
              </a:ext>
            </a:extLst>
          </p:cNvPr>
          <p:cNvSpPr>
            <a:spLocks noGrp="1"/>
          </p:cNvSpPr>
          <p:nvPr/>
        </p:nvSpPr>
        <p:spPr>
          <a:xfrm>
            <a:off x="83845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2" name="e_full_violin_4541">
            <a:extLst>
              <a:ext uri="{FF2B5EF4-FFF2-40B4-BE49-F238E27FC236}">
                <a16:creationId xmlns:a16="http://schemas.microsoft.com/office/drawing/2014/main" id="{D0EC66D1-51BB-43BA-A742-1B292A8D9C19}"/>
              </a:ext>
            </a:extLst>
          </p:cNvPr>
          <p:cNvSpPr>
            <a:spLocks noGrp="1"/>
          </p:cNvSpPr>
          <p:nvPr/>
        </p:nvSpPr>
        <p:spPr>
          <a:xfrm>
            <a:off x="8273978" y="37423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3" name="e_full_violin_4542">
            <a:extLst>
              <a:ext uri="{FF2B5EF4-FFF2-40B4-BE49-F238E27FC236}">
                <a16:creationId xmlns:a16="http://schemas.microsoft.com/office/drawing/2014/main" id="{ED846ECB-9413-437F-BC45-D653A9EB11D6}"/>
              </a:ext>
            </a:extLst>
          </p:cNvPr>
          <p:cNvSpPr>
            <a:spLocks noGrp="1"/>
          </p:cNvSpPr>
          <p:nvPr/>
        </p:nvSpPr>
        <p:spPr>
          <a:xfrm>
            <a:off x="819480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4" name="e_full_violin_4543">
            <a:extLst>
              <a:ext uri="{FF2B5EF4-FFF2-40B4-BE49-F238E27FC236}">
                <a16:creationId xmlns:a16="http://schemas.microsoft.com/office/drawing/2014/main" id="{B4347A14-3124-46F6-B2CA-CE2DD83AE020}"/>
              </a:ext>
            </a:extLst>
          </p:cNvPr>
          <p:cNvSpPr>
            <a:spLocks noGrp="1"/>
          </p:cNvSpPr>
          <p:nvPr/>
        </p:nvSpPr>
        <p:spPr>
          <a:xfrm>
            <a:off x="8256452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5" name="e_full_violin_4544">
            <a:extLst>
              <a:ext uri="{FF2B5EF4-FFF2-40B4-BE49-F238E27FC236}">
                <a16:creationId xmlns:a16="http://schemas.microsoft.com/office/drawing/2014/main" id="{4501A3C9-8B00-46CA-9363-5683788746A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6" name="e_full_violin_4545">
            <a:extLst>
              <a:ext uri="{FF2B5EF4-FFF2-40B4-BE49-F238E27FC236}">
                <a16:creationId xmlns:a16="http://schemas.microsoft.com/office/drawing/2014/main" id="{0907C0AB-E36E-4500-84CC-1910539BADE3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1097" name="e_full_violin_4546">
            <a:extLst>
              <a:ext uri="{FF2B5EF4-FFF2-40B4-BE49-F238E27FC236}">
                <a16:creationId xmlns:a16="http://schemas.microsoft.com/office/drawing/2014/main" id="{EADA281D-AAEF-4B67-ACFA-24A4A6A089B8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428106"/>
          </a:xfrm>
          <a:custGeom>
            <a:avLst/>
            <a:gdLst/>
            <a:ahLst/>
            <a:cxnLst/>
            <a:rect l="0" t="0" r="0" b="0"/>
            <a:pathLst>
              <a:path w="191" h="1428106">
                <a:moveTo>
                  <a:pt x="0" y="142810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098" name="e_full_violin_4547">
            <a:extLst>
              <a:ext uri="{FF2B5EF4-FFF2-40B4-BE49-F238E27FC236}">
                <a16:creationId xmlns:a16="http://schemas.microsoft.com/office/drawing/2014/main" id="{9AC47930-E023-4120-A846-0000A83E2812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456957"/>
          </a:xfrm>
          <a:custGeom>
            <a:avLst/>
            <a:gdLst/>
            <a:ahLst/>
            <a:cxnLst/>
            <a:rect l="0" t="0" r="0" b="0"/>
            <a:pathLst>
              <a:path w="191" h="2456957">
                <a:moveTo>
                  <a:pt x="0" y="245695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099" name="e_full_violin_4548">
            <a:extLst>
              <a:ext uri="{FF2B5EF4-FFF2-40B4-BE49-F238E27FC236}">
                <a16:creationId xmlns:a16="http://schemas.microsoft.com/office/drawing/2014/main" id="{71F99328-F165-4089-956C-04E08978B9F3}"/>
              </a:ext>
            </a:extLst>
          </p:cNvPr>
          <p:cNvSpPr>
            <a:spLocks noGrp="1"/>
          </p:cNvSpPr>
          <p:nvPr/>
        </p:nvSpPr>
        <p:spPr>
          <a:xfrm>
            <a:off x="4278270" y="6116957"/>
            <a:ext cx="191" cy="57762"/>
          </a:xfrm>
          <a:custGeom>
            <a:avLst/>
            <a:gdLst/>
            <a:ahLst/>
            <a:cxnLst/>
            <a:rect l="0" t="0" r="0" b="0"/>
            <a:pathLst>
              <a:path w="191" h="57762">
                <a:moveTo>
                  <a:pt x="0" y="57762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0" name="e_full_violin_4549">
            <a:extLst>
              <a:ext uri="{FF2B5EF4-FFF2-40B4-BE49-F238E27FC236}">
                <a16:creationId xmlns:a16="http://schemas.microsoft.com/office/drawing/2014/main" id="{E3F34A7D-4BBE-4B21-A063-4CF9444D0BA3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1101" name="e_full_violin_4550">
            <a:extLst>
              <a:ext uri="{FF2B5EF4-FFF2-40B4-BE49-F238E27FC236}">
                <a16:creationId xmlns:a16="http://schemas.microsoft.com/office/drawing/2014/main" id="{98D3894B-B00D-447A-9708-7ABE9B1A9BF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2606130"/>
          </a:xfrm>
          <a:custGeom>
            <a:avLst/>
            <a:gdLst/>
            <a:ahLst/>
            <a:cxnLst/>
            <a:rect l="0" t="0" r="0" b="0"/>
            <a:pathLst>
              <a:path w="191" h="2606130">
                <a:moveTo>
                  <a:pt x="0" y="2606130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1102" name="e_full_violin_4551">
            <a:extLst>
              <a:ext uri="{FF2B5EF4-FFF2-40B4-BE49-F238E27FC236}">
                <a16:creationId xmlns:a16="http://schemas.microsoft.com/office/drawing/2014/main" id="{866B7A36-8087-40C7-8751-95B85D8BC135}"/>
              </a:ext>
            </a:extLst>
          </p:cNvPr>
          <p:cNvSpPr>
            <a:spLocks noGrp="1"/>
          </p:cNvSpPr>
          <p:nvPr/>
        </p:nvSpPr>
        <p:spPr>
          <a:xfrm>
            <a:off x="8289067" y="4332001"/>
            <a:ext cx="191" cy="1842718"/>
          </a:xfrm>
          <a:custGeom>
            <a:avLst/>
            <a:gdLst/>
            <a:ahLst/>
            <a:cxnLst/>
            <a:rect l="0" t="0" r="0" b="0"/>
            <a:pathLst>
              <a:path w="191" h="1842718">
                <a:moveTo>
                  <a:pt x="0" y="1842718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1103" name="e_full_violin_4552">
            <a:extLst>
              <a:ext uri="{FF2B5EF4-FFF2-40B4-BE49-F238E27FC236}">
                <a16:creationId xmlns:a16="http://schemas.microsoft.com/office/drawing/2014/main" id="{B1A69A32-5572-469A-960C-EFAB3ABF9492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4" name="e_full_violin_4553">
            <a:extLst>
              <a:ext uri="{FF2B5EF4-FFF2-40B4-BE49-F238E27FC236}">
                <a16:creationId xmlns:a16="http://schemas.microsoft.com/office/drawing/2014/main" id="{CCDF0920-A7FC-4498-98FC-37E9889F071E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5" name="e_full_violin_4554">
            <a:extLst>
              <a:ext uri="{FF2B5EF4-FFF2-40B4-BE49-F238E27FC236}">
                <a16:creationId xmlns:a16="http://schemas.microsoft.com/office/drawing/2014/main" id="{4E400024-90DF-466E-95D1-C9327189009C}"/>
              </a:ext>
            </a:extLst>
          </p:cNvPr>
          <p:cNvSpPr>
            <a:spLocks noGrp="1"/>
          </p:cNvSpPr>
          <p:nvPr/>
        </p:nvSpPr>
        <p:spPr>
          <a:xfrm>
            <a:off x="4207467" y="6097507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6" name="e_full_violin_4555">
            <a:extLst>
              <a:ext uri="{FF2B5EF4-FFF2-40B4-BE49-F238E27FC236}">
                <a16:creationId xmlns:a16="http://schemas.microsoft.com/office/drawing/2014/main" id="{4E1B30BB-B8C7-44E7-ADF7-494C58DE74CA}"/>
              </a:ext>
            </a:extLst>
          </p:cNvPr>
          <p:cNvSpPr>
            <a:spLocks noGrp="1"/>
          </p:cNvSpPr>
          <p:nvPr/>
        </p:nvSpPr>
        <p:spPr>
          <a:xfrm>
            <a:off x="6261778" y="3219662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1107" name="e_full_violin_4556">
            <a:extLst>
              <a:ext uri="{FF2B5EF4-FFF2-40B4-BE49-F238E27FC236}">
                <a16:creationId xmlns:a16="http://schemas.microsoft.com/office/drawing/2014/main" id="{9BC332CB-7314-41A3-8534-40F7152ACF88}"/>
              </a:ext>
            </a:extLst>
          </p:cNvPr>
          <p:cNvSpPr>
            <a:spLocks noGrp="1"/>
          </p:cNvSpPr>
          <p:nvPr/>
        </p:nvSpPr>
        <p:spPr>
          <a:xfrm>
            <a:off x="7240021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1108" name="e_full_violin_4557">
            <a:extLst>
              <a:ext uri="{FF2B5EF4-FFF2-40B4-BE49-F238E27FC236}">
                <a16:creationId xmlns:a16="http://schemas.microsoft.com/office/drawing/2014/main" id="{6B72986F-CD39-4843-9677-0D78F416D4F9}"/>
              </a:ext>
            </a:extLst>
          </p:cNvPr>
          <p:cNvSpPr>
            <a:spLocks noGrp="1"/>
          </p:cNvSpPr>
          <p:nvPr/>
        </p:nvSpPr>
        <p:spPr>
          <a:xfrm>
            <a:off x="8218265" y="5577426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1109" name="text_4558">
            <a:extLst>
              <a:ext uri="{FF2B5EF4-FFF2-40B4-BE49-F238E27FC236}">
                <a16:creationId xmlns:a16="http://schemas.microsoft.com/office/drawing/2014/main" id="{49A462C7-64FE-4B76-908A-0630ACF12846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1110" name="text_4559">
            <a:extLst>
              <a:ext uri="{FF2B5EF4-FFF2-40B4-BE49-F238E27FC236}">
                <a16:creationId xmlns:a16="http://schemas.microsoft.com/office/drawing/2014/main" id="{9AFB4402-35EB-4011-9C48-C48C12A8AD61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1415619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1111" name="e_full_violin_4560">
            <a:extLst>
              <a:ext uri="{FF2B5EF4-FFF2-40B4-BE49-F238E27FC236}">
                <a16:creationId xmlns:a16="http://schemas.microsoft.com/office/drawing/2014/main" id="{37213A29-DBFD-4634-A2FD-7BEFE63779CD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1112" name="text_4561">
            <a:extLst>
              <a:ext uri="{FF2B5EF4-FFF2-40B4-BE49-F238E27FC236}">
                <a16:creationId xmlns:a16="http://schemas.microsoft.com/office/drawing/2014/main" id="{59C54758-3E9D-4E05-908E-DA0B2F8BE3D5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1113" name="e_full_violin_4562">
            <a:extLst>
              <a:ext uri="{FF2B5EF4-FFF2-40B4-BE49-F238E27FC236}">
                <a16:creationId xmlns:a16="http://schemas.microsoft.com/office/drawing/2014/main" id="{90C3A20A-1C11-4AC1-BF30-8CB5F3E3FF6E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1114" name="text_4563">
            <a:extLst>
              <a:ext uri="{FF2B5EF4-FFF2-40B4-BE49-F238E27FC236}">
                <a16:creationId xmlns:a16="http://schemas.microsoft.com/office/drawing/2014/main" id="{8C9C208C-0AE5-4ACF-88A1-AAB84B98B3FB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1115" name="e_full_violin_4564">
            <a:extLst>
              <a:ext uri="{FF2B5EF4-FFF2-40B4-BE49-F238E27FC236}">
                <a16:creationId xmlns:a16="http://schemas.microsoft.com/office/drawing/2014/main" id="{6E3960C3-35B5-4A5B-87DC-EFB6958D493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1116" name="text_4565">
            <a:extLst>
              <a:ext uri="{FF2B5EF4-FFF2-40B4-BE49-F238E27FC236}">
                <a16:creationId xmlns:a16="http://schemas.microsoft.com/office/drawing/2014/main" id="{ED764190-CEFD-4F81-BEFB-73876DBAFCEE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06664753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f_small_violin_4566">
            <a:extLst>
              <a:ext uri="{FF2B5EF4-FFF2-40B4-BE49-F238E27FC236}">
                <a16:creationId xmlns:a16="http://schemas.microsoft.com/office/drawing/2014/main" id="{ADE5F09D-230B-4062-A140-B10CC184796A}"/>
              </a:ext>
            </a:extLst>
          </p:cNvPr>
          <p:cNvSpPr>
            <a:spLocks noGrp="1"/>
          </p:cNvSpPr>
          <p:nvPr/>
        </p:nvSpPr>
        <p:spPr>
          <a:xfrm>
            <a:off x="238125" y="512415"/>
            <a:ext cx="9048750" cy="7776270"/>
          </a:xfrm>
          <a:custGeom>
            <a:avLst/>
            <a:gdLst/>
            <a:ahLst/>
            <a:cxnLst/>
            <a:rect l="0" t="0" r="0" b="0"/>
            <a:pathLst>
              <a:path w="9048750" h="7776270">
                <a:moveTo>
                  <a:pt x="0" y="7776270"/>
                </a:moveTo>
                <a:lnTo>
                  <a:pt x="9048750" y="7776270"/>
                </a:lnTo>
                <a:lnTo>
                  <a:pt x="9048750" y="0"/>
                </a:lnTo>
                <a:lnTo>
                  <a:pt x="0" y="0"/>
                </a:lnTo>
                <a:lnTo>
                  <a:pt x="0" y="777627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_small_violin_4567">
            <a:extLst>
              <a:ext uri="{FF2B5EF4-FFF2-40B4-BE49-F238E27FC236}">
                <a16:creationId xmlns:a16="http://schemas.microsoft.com/office/drawing/2014/main" id="{3C6C591A-4590-4DE5-8E6C-746EC0D9C6DD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7239000" cy="3888135"/>
          </a:xfrm>
          <a:custGeom>
            <a:avLst/>
            <a:gdLst/>
            <a:ahLst/>
            <a:cxnLst/>
            <a:rect l="0" t="0" r="0" b="0"/>
            <a:pathLst>
              <a:path w="7239000" h="3888135">
                <a:moveTo>
                  <a:pt x="0" y="3888135"/>
                </a:moveTo>
                <a:lnTo>
                  <a:pt x="7239000" y="3888135"/>
                </a:lnTo>
                <a:lnTo>
                  <a:pt x="7239000" y="0"/>
                </a:lnTo>
                <a:lnTo>
                  <a:pt x="0" y="0"/>
                </a:lnTo>
                <a:lnTo>
                  <a:pt x="0" y="388813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4568">
            <a:extLst>
              <a:ext uri="{FF2B5EF4-FFF2-40B4-BE49-F238E27FC236}">
                <a16:creationId xmlns:a16="http://schemas.microsoft.com/office/drawing/2014/main" id="{C986BB91-10AA-48DC-9DD2-2077F1763238}"/>
              </a:ext>
            </a:extLst>
          </p:cNvPr>
          <p:cNvSpPr>
            <a:spLocks noGrp="1"/>
          </p:cNvSpPr>
          <p:nvPr/>
        </p:nvSpPr>
        <p:spPr>
          <a:xfrm>
            <a:off x="2734794" y="6442821"/>
            <a:ext cx="1150102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" name="text_4569">
            <a:extLst>
              <a:ext uri="{FF2B5EF4-FFF2-40B4-BE49-F238E27FC236}">
                <a16:creationId xmlns:a16="http://schemas.microsoft.com/office/drawing/2014/main" id="{531FDC47-0137-47BF-9A73-1682B063B0DA}"/>
              </a:ext>
            </a:extLst>
          </p:cNvPr>
          <p:cNvSpPr>
            <a:spLocks noGrp="1"/>
          </p:cNvSpPr>
          <p:nvPr/>
        </p:nvSpPr>
        <p:spPr>
          <a:xfrm>
            <a:off x="6928962" y="6442821"/>
            <a:ext cx="783361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f_small_violin_4570">
            <a:extLst>
              <a:ext uri="{FF2B5EF4-FFF2-40B4-BE49-F238E27FC236}">
                <a16:creationId xmlns:a16="http://schemas.microsoft.com/office/drawing/2014/main" id="{36700F4B-0CD3-4E8B-9893-ED5FC803A502}"/>
              </a:ext>
            </a:extLst>
          </p:cNvPr>
          <p:cNvSpPr>
            <a:spLocks noGrp="1"/>
          </p:cNvSpPr>
          <p:nvPr/>
        </p:nvSpPr>
        <p:spPr>
          <a:xfrm>
            <a:off x="1685925" y="6174719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6" name="f_small_violin_4571">
            <a:extLst>
              <a:ext uri="{FF2B5EF4-FFF2-40B4-BE49-F238E27FC236}">
                <a16:creationId xmlns:a16="http://schemas.microsoft.com/office/drawing/2014/main" id="{08DF82EA-857B-4394-A419-E2A205017E5B}"/>
              </a:ext>
            </a:extLst>
          </p:cNvPr>
          <p:cNvSpPr>
            <a:spLocks noGrp="1"/>
          </p:cNvSpPr>
          <p:nvPr/>
        </p:nvSpPr>
        <p:spPr>
          <a:xfrm>
            <a:off x="1595595" y="6174719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7" name="text_4572">
            <a:extLst>
              <a:ext uri="{FF2B5EF4-FFF2-40B4-BE49-F238E27FC236}">
                <a16:creationId xmlns:a16="http://schemas.microsoft.com/office/drawing/2014/main" id="{B57A6367-F247-4CAC-9857-3C5F5F14DB63}"/>
              </a:ext>
            </a:extLst>
          </p:cNvPr>
          <p:cNvSpPr>
            <a:spLocks noGrp="1"/>
          </p:cNvSpPr>
          <p:nvPr/>
        </p:nvSpPr>
        <p:spPr>
          <a:xfrm>
            <a:off x="1075998" y="6055924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8" name="f_small_violin_4573">
            <a:extLst>
              <a:ext uri="{FF2B5EF4-FFF2-40B4-BE49-F238E27FC236}">
                <a16:creationId xmlns:a16="http://schemas.microsoft.com/office/drawing/2014/main" id="{9A5E44B0-9C75-4029-AB19-FB4132F8877F}"/>
              </a:ext>
            </a:extLst>
          </p:cNvPr>
          <p:cNvSpPr>
            <a:spLocks noGrp="1"/>
          </p:cNvSpPr>
          <p:nvPr/>
        </p:nvSpPr>
        <p:spPr>
          <a:xfrm>
            <a:off x="1685925" y="4332001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9" name="f_small_violin_4574">
            <a:extLst>
              <a:ext uri="{FF2B5EF4-FFF2-40B4-BE49-F238E27FC236}">
                <a16:creationId xmlns:a16="http://schemas.microsoft.com/office/drawing/2014/main" id="{FE1ADD4F-3CC6-42A4-8459-9A7ECE90E8D1}"/>
              </a:ext>
            </a:extLst>
          </p:cNvPr>
          <p:cNvSpPr>
            <a:spLocks noGrp="1"/>
          </p:cNvSpPr>
          <p:nvPr/>
        </p:nvSpPr>
        <p:spPr>
          <a:xfrm>
            <a:off x="1595595" y="4332001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0" name="text_4575">
            <a:extLst>
              <a:ext uri="{FF2B5EF4-FFF2-40B4-BE49-F238E27FC236}">
                <a16:creationId xmlns:a16="http://schemas.microsoft.com/office/drawing/2014/main" id="{FDF86CC9-81A8-4E00-BBC9-97A613CEAE95}"/>
              </a:ext>
            </a:extLst>
          </p:cNvPr>
          <p:cNvSpPr>
            <a:spLocks noGrp="1"/>
          </p:cNvSpPr>
          <p:nvPr/>
        </p:nvSpPr>
        <p:spPr>
          <a:xfrm>
            <a:off x="1075998" y="4213206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" name="f_small_violin_4576">
            <a:extLst>
              <a:ext uri="{FF2B5EF4-FFF2-40B4-BE49-F238E27FC236}">
                <a16:creationId xmlns:a16="http://schemas.microsoft.com/office/drawing/2014/main" id="{89E95328-3C1D-46F0-8E70-774BF062DFE6}"/>
              </a:ext>
            </a:extLst>
          </p:cNvPr>
          <p:cNvSpPr>
            <a:spLocks noGrp="1"/>
          </p:cNvSpPr>
          <p:nvPr/>
        </p:nvSpPr>
        <p:spPr>
          <a:xfrm>
            <a:off x="1685925" y="2489283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17673">
            <a:solidFill>
              <a:srgbClr val="E7EBED"/>
            </a:solidFill>
            <a:prstDash val="solid"/>
          </a:ln>
        </p:spPr>
      </p:sp>
      <p:sp>
        <p:nvSpPr>
          <p:cNvPr id="12" name="f_small_violin_4577">
            <a:extLst>
              <a:ext uri="{FF2B5EF4-FFF2-40B4-BE49-F238E27FC236}">
                <a16:creationId xmlns:a16="http://schemas.microsoft.com/office/drawing/2014/main" id="{B46600AF-2157-487D-91D9-95EB7FBA05EF}"/>
              </a:ext>
            </a:extLst>
          </p:cNvPr>
          <p:cNvSpPr>
            <a:spLocks noGrp="1"/>
          </p:cNvSpPr>
          <p:nvPr/>
        </p:nvSpPr>
        <p:spPr>
          <a:xfrm>
            <a:off x="1595595" y="2489283"/>
            <a:ext cx="90330" cy="191"/>
          </a:xfrm>
          <a:custGeom>
            <a:avLst/>
            <a:gdLst/>
            <a:ahLst/>
            <a:cxnLst/>
            <a:rect l="0" t="0" r="0" b="0"/>
            <a:pathLst>
              <a:path w="90330" h="191">
                <a:moveTo>
                  <a:pt x="90330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21601">
            <a:solidFill>
              <a:srgbClr val="000000"/>
            </a:solidFill>
            <a:prstDash val="solid"/>
          </a:ln>
        </p:spPr>
      </p:sp>
      <p:sp>
        <p:nvSpPr>
          <p:cNvPr id="13" name="text_4578">
            <a:extLst>
              <a:ext uri="{FF2B5EF4-FFF2-40B4-BE49-F238E27FC236}">
                <a16:creationId xmlns:a16="http://schemas.microsoft.com/office/drawing/2014/main" id="{BF8BCC3E-D3DE-4946-98BF-19B07AB4C73E}"/>
              </a:ext>
            </a:extLst>
          </p:cNvPr>
          <p:cNvSpPr>
            <a:spLocks noGrp="1"/>
          </p:cNvSpPr>
          <p:nvPr/>
        </p:nvSpPr>
        <p:spPr>
          <a:xfrm>
            <a:off x="1075998" y="2370488"/>
            <a:ext cx="401774" cy="34364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4" name="text_4579">
            <a:extLst>
              <a:ext uri="{FF2B5EF4-FFF2-40B4-BE49-F238E27FC236}">
                <a16:creationId xmlns:a16="http://schemas.microsoft.com/office/drawing/2014/main" id="{B6A6C480-3DC6-4609-A77C-FEC42A55A8C6}"/>
              </a:ext>
            </a:extLst>
          </p:cNvPr>
          <p:cNvSpPr>
            <a:spLocks noGrp="1"/>
          </p:cNvSpPr>
          <p:nvPr/>
        </p:nvSpPr>
        <p:spPr>
          <a:xfrm rot="-5400000">
            <a:off x="407394" y="4131326"/>
            <a:ext cx="819792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5" name="f_small_violin_4580">
            <a:extLst>
              <a:ext uri="{FF2B5EF4-FFF2-40B4-BE49-F238E27FC236}">
                <a16:creationId xmlns:a16="http://schemas.microsoft.com/office/drawing/2014/main" id="{D1C25B42-812E-40BA-BC20-E0486F204502}"/>
              </a:ext>
            </a:extLst>
          </p:cNvPr>
          <p:cNvSpPr>
            <a:spLocks noGrp="1"/>
          </p:cNvSpPr>
          <p:nvPr/>
        </p:nvSpPr>
        <p:spPr>
          <a:xfrm>
            <a:off x="193048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494470" y="3685436"/>
                </a:moveTo>
                <a:lnTo>
                  <a:pt x="288124" y="3685436"/>
                </a:lnTo>
                <a:lnTo>
                  <a:pt x="289272" y="3662402"/>
                </a:lnTo>
                <a:lnTo>
                  <a:pt x="292639" y="3639368"/>
                </a:lnTo>
                <a:lnTo>
                  <a:pt x="297998" y="3616334"/>
                </a:lnTo>
                <a:lnTo>
                  <a:pt x="305004" y="3593300"/>
                </a:lnTo>
                <a:lnTo>
                  <a:pt x="313223" y="3570266"/>
                </a:lnTo>
                <a:lnTo>
                  <a:pt x="322180" y="3547232"/>
                </a:lnTo>
                <a:lnTo>
                  <a:pt x="331400" y="3524198"/>
                </a:lnTo>
                <a:lnTo>
                  <a:pt x="340450" y="3501164"/>
                </a:lnTo>
                <a:lnTo>
                  <a:pt x="348969" y="3478130"/>
                </a:lnTo>
                <a:lnTo>
                  <a:pt x="356687" y="3455096"/>
                </a:lnTo>
                <a:lnTo>
                  <a:pt x="363432" y="3432062"/>
                </a:lnTo>
                <a:lnTo>
                  <a:pt x="369125" y="3409028"/>
                </a:lnTo>
                <a:lnTo>
                  <a:pt x="373768" y="3385994"/>
                </a:lnTo>
                <a:lnTo>
                  <a:pt x="377427" y="3362960"/>
                </a:lnTo>
                <a:lnTo>
                  <a:pt x="380213" y="3339926"/>
                </a:lnTo>
                <a:lnTo>
                  <a:pt x="382260" y="3316892"/>
                </a:lnTo>
                <a:lnTo>
                  <a:pt x="383710" y="3293858"/>
                </a:lnTo>
                <a:lnTo>
                  <a:pt x="384698" y="3270824"/>
                </a:lnTo>
                <a:lnTo>
                  <a:pt x="385346" y="3247790"/>
                </a:lnTo>
                <a:lnTo>
                  <a:pt x="385753" y="3224756"/>
                </a:lnTo>
                <a:lnTo>
                  <a:pt x="386000" y="3201722"/>
                </a:lnTo>
                <a:lnTo>
                  <a:pt x="386144" y="3178688"/>
                </a:lnTo>
                <a:lnTo>
                  <a:pt x="386227" y="3155654"/>
                </a:lnTo>
                <a:lnTo>
                  <a:pt x="386276" y="3132620"/>
                </a:lnTo>
                <a:lnTo>
                  <a:pt x="386309" y="3109586"/>
                </a:lnTo>
                <a:lnTo>
                  <a:pt x="386337" y="3086552"/>
                </a:lnTo>
                <a:lnTo>
                  <a:pt x="386369" y="3063518"/>
                </a:lnTo>
                <a:lnTo>
                  <a:pt x="386413" y="3040485"/>
                </a:lnTo>
                <a:lnTo>
                  <a:pt x="386476" y="3017451"/>
                </a:lnTo>
                <a:lnTo>
                  <a:pt x="386565" y="2994417"/>
                </a:lnTo>
                <a:lnTo>
                  <a:pt x="386687" y="2971383"/>
                </a:lnTo>
                <a:lnTo>
                  <a:pt x="386844" y="2948349"/>
                </a:lnTo>
                <a:lnTo>
                  <a:pt x="387038" y="2925315"/>
                </a:lnTo>
                <a:lnTo>
                  <a:pt x="387264" y="2902281"/>
                </a:lnTo>
                <a:lnTo>
                  <a:pt x="387512" y="2879247"/>
                </a:lnTo>
                <a:lnTo>
                  <a:pt x="387768" y="2856213"/>
                </a:lnTo>
                <a:lnTo>
                  <a:pt x="388014" y="2833179"/>
                </a:lnTo>
                <a:lnTo>
                  <a:pt x="388227" y="2810145"/>
                </a:lnTo>
                <a:lnTo>
                  <a:pt x="388388" y="2787111"/>
                </a:lnTo>
                <a:lnTo>
                  <a:pt x="388474" y="2764077"/>
                </a:lnTo>
                <a:lnTo>
                  <a:pt x="388468" y="2741043"/>
                </a:lnTo>
                <a:lnTo>
                  <a:pt x="388357" y="2718009"/>
                </a:lnTo>
                <a:lnTo>
                  <a:pt x="388135" y="2694975"/>
                </a:lnTo>
                <a:lnTo>
                  <a:pt x="387805" y="2671941"/>
                </a:lnTo>
                <a:lnTo>
                  <a:pt x="387378" y="2648907"/>
                </a:lnTo>
                <a:lnTo>
                  <a:pt x="386871" y="2625873"/>
                </a:lnTo>
                <a:lnTo>
                  <a:pt x="386314" y="2602839"/>
                </a:lnTo>
                <a:lnTo>
                  <a:pt x="385738" y="2579805"/>
                </a:lnTo>
                <a:lnTo>
                  <a:pt x="385181" y="2556771"/>
                </a:lnTo>
                <a:lnTo>
                  <a:pt x="384680" y="2533737"/>
                </a:lnTo>
                <a:lnTo>
                  <a:pt x="384269" y="2510703"/>
                </a:lnTo>
                <a:lnTo>
                  <a:pt x="383977" y="2487669"/>
                </a:lnTo>
                <a:lnTo>
                  <a:pt x="383822" y="2464635"/>
                </a:lnTo>
                <a:lnTo>
                  <a:pt x="383811" y="2441601"/>
                </a:lnTo>
                <a:lnTo>
                  <a:pt x="383940" y="2418567"/>
                </a:lnTo>
                <a:lnTo>
                  <a:pt x="384191" y="2395533"/>
                </a:lnTo>
                <a:lnTo>
                  <a:pt x="384536" y="2372499"/>
                </a:lnTo>
                <a:lnTo>
                  <a:pt x="384939" y="2349465"/>
                </a:lnTo>
                <a:lnTo>
                  <a:pt x="385357" y="2326431"/>
                </a:lnTo>
                <a:lnTo>
                  <a:pt x="385749" y="2303397"/>
                </a:lnTo>
                <a:lnTo>
                  <a:pt x="386073" y="2280363"/>
                </a:lnTo>
                <a:lnTo>
                  <a:pt x="386292" y="2257329"/>
                </a:lnTo>
                <a:lnTo>
                  <a:pt x="386375" y="2234295"/>
                </a:lnTo>
                <a:lnTo>
                  <a:pt x="386298" y="2211261"/>
                </a:lnTo>
                <a:lnTo>
                  <a:pt x="386047" y="2188228"/>
                </a:lnTo>
                <a:lnTo>
                  <a:pt x="385611" y="2165194"/>
                </a:lnTo>
                <a:lnTo>
                  <a:pt x="384990" y="2142160"/>
                </a:lnTo>
                <a:lnTo>
                  <a:pt x="384188" y="2119126"/>
                </a:lnTo>
                <a:lnTo>
                  <a:pt x="383215" y="2096092"/>
                </a:lnTo>
                <a:lnTo>
                  <a:pt x="382090" y="2073058"/>
                </a:lnTo>
                <a:lnTo>
                  <a:pt x="380836" y="2050024"/>
                </a:lnTo>
                <a:lnTo>
                  <a:pt x="379488" y="2026990"/>
                </a:lnTo>
                <a:lnTo>
                  <a:pt x="378085" y="2003956"/>
                </a:lnTo>
                <a:lnTo>
                  <a:pt x="376678" y="1980922"/>
                </a:lnTo>
                <a:lnTo>
                  <a:pt x="375323" y="1957888"/>
                </a:lnTo>
                <a:lnTo>
                  <a:pt x="374080" y="1934854"/>
                </a:lnTo>
                <a:lnTo>
                  <a:pt x="373009" y="1911820"/>
                </a:lnTo>
                <a:lnTo>
                  <a:pt x="372167" y="1888786"/>
                </a:lnTo>
                <a:lnTo>
                  <a:pt x="371600" y="1865752"/>
                </a:lnTo>
                <a:lnTo>
                  <a:pt x="371340" y="1842718"/>
                </a:lnTo>
                <a:lnTo>
                  <a:pt x="371399" y="1819684"/>
                </a:lnTo>
                <a:lnTo>
                  <a:pt x="371770" y="1796650"/>
                </a:lnTo>
                <a:lnTo>
                  <a:pt x="372424" y="1773616"/>
                </a:lnTo>
                <a:lnTo>
                  <a:pt x="373316" y="1750582"/>
                </a:lnTo>
                <a:lnTo>
                  <a:pt x="374386" y="1727548"/>
                </a:lnTo>
                <a:lnTo>
                  <a:pt x="375563" y="1704514"/>
                </a:lnTo>
                <a:lnTo>
                  <a:pt x="376778" y="1681480"/>
                </a:lnTo>
                <a:lnTo>
                  <a:pt x="377957" y="1658446"/>
                </a:lnTo>
                <a:lnTo>
                  <a:pt x="379037" y="1635412"/>
                </a:lnTo>
                <a:lnTo>
                  <a:pt x="379960" y="1612378"/>
                </a:lnTo>
                <a:lnTo>
                  <a:pt x="380680" y="1589344"/>
                </a:lnTo>
                <a:lnTo>
                  <a:pt x="381158" y="1566310"/>
                </a:lnTo>
                <a:lnTo>
                  <a:pt x="381364" y="1543276"/>
                </a:lnTo>
                <a:lnTo>
                  <a:pt x="381279" y="1520242"/>
                </a:lnTo>
                <a:lnTo>
                  <a:pt x="380889" y="1497208"/>
                </a:lnTo>
                <a:lnTo>
                  <a:pt x="380192" y="1474174"/>
                </a:lnTo>
                <a:lnTo>
                  <a:pt x="379197" y="1451140"/>
                </a:lnTo>
                <a:lnTo>
                  <a:pt x="377926" y="1428106"/>
                </a:lnTo>
                <a:lnTo>
                  <a:pt x="376415" y="1405072"/>
                </a:lnTo>
                <a:lnTo>
                  <a:pt x="374716" y="1382038"/>
                </a:lnTo>
                <a:lnTo>
                  <a:pt x="372895" y="1359004"/>
                </a:lnTo>
                <a:lnTo>
                  <a:pt x="371027" y="1335970"/>
                </a:lnTo>
                <a:lnTo>
                  <a:pt x="369194" y="1312937"/>
                </a:lnTo>
                <a:lnTo>
                  <a:pt x="367473" y="1289903"/>
                </a:lnTo>
                <a:lnTo>
                  <a:pt x="365933" y="1266869"/>
                </a:lnTo>
                <a:lnTo>
                  <a:pt x="364627" y="1243835"/>
                </a:lnTo>
                <a:lnTo>
                  <a:pt x="363585" y="1220801"/>
                </a:lnTo>
                <a:lnTo>
                  <a:pt x="362815" y="1197767"/>
                </a:lnTo>
                <a:lnTo>
                  <a:pt x="362305" y="1174733"/>
                </a:lnTo>
                <a:lnTo>
                  <a:pt x="362025" y="1151699"/>
                </a:lnTo>
                <a:lnTo>
                  <a:pt x="361935" y="1128665"/>
                </a:lnTo>
                <a:lnTo>
                  <a:pt x="361997" y="1105631"/>
                </a:lnTo>
                <a:lnTo>
                  <a:pt x="362173" y="1082597"/>
                </a:lnTo>
                <a:lnTo>
                  <a:pt x="362443" y="1059563"/>
                </a:lnTo>
                <a:lnTo>
                  <a:pt x="362796" y="1036529"/>
                </a:lnTo>
                <a:lnTo>
                  <a:pt x="363237" y="1013495"/>
                </a:lnTo>
                <a:lnTo>
                  <a:pt x="363780" y="990461"/>
                </a:lnTo>
                <a:lnTo>
                  <a:pt x="364443" y="967427"/>
                </a:lnTo>
                <a:lnTo>
                  <a:pt x="365243" y="944393"/>
                </a:lnTo>
                <a:lnTo>
                  <a:pt x="366185" y="921359"/>
                </a:lnTo>
                <a:lnTo>
                  <a:pt x="367263" y="898325"/>
                </a:lnTo>
                <a:lnTo>
                  <a:pt x="368454" y="875291"/>
                </a:lnTo>
                <a:lnTo>
                  <a:pt x="369723" y="852257"/>
                </a:lnTo>
                <a:lnTo>
                  <a:pt x="371021" y="829223"/>
                </a:lnTo>
                <a:lnTo>
                  <a:pt x="372298" y="806189"/>
                </a:lnTo>
                <a:lnTo>
                  <a:pt x="373504" y="783155"/>
                </a:lnTo>
                <a:lnTo>
                  <a:pt x="374598" y="760121"/>
                </a:lnTo>
                <a:lnTo>
                  <a:pt x="375551" y="737087"/>
                </a:lnTo>
                <a:lnTo>
                  <a:pt x="376348" y="714053"/>
                </a:lnTo>
                <a:lnTo>
                  <a:pt x="376993" y="691019"/>
                </a:lnTo>
                <a:lnTo>
                  <a:pt x="377500" y="667985"/>
                </a:lnTo>
                <a:lnTo>
                  <a:pt x="377893" y="644951"/>
                </a:lnTo>
                <a:lnTo>
                  <a:pt x="378197" y="621917"/>
                </a:lnTo>
                <a:lnTo>
                  <a:pt x="378433" y="598883"/>
                </a:lnTo>
                <a:lnTo>
                  <a:pt x="378608" y="575849"/>
                </a:lnTo>
                <a:lnTo>
                  <a:pt x="378707" y="552815"/>
                </a:lnTo>
                <a:lnTo>
                  <a:pt x="378689" y="529781"/>
                </a:lnTo>
                <a:lnTo>
                  <a:pt x="378472" y="506747"/>
                </a:lnTo>
                <a:lnTo>
                  <a:pt x="377930" y="483713"/>
                </a:lnTo>
                <a:lnTo>
                  <a:pt x="376881" y="460679"/>
                </a:lnTo>
                <a:lnTo>
                  <a:pt x="375084" y="437646"/>
                </a:lnTo>
                <a:lnTo>
                  <a:pt x="372229" y="414612"/>
                </a:lnTo>
                <a:lnTo>
                  <a:pt x="367941" y="391578"/>
                </a:lnTo>
                <a:lnTo>
                  <a:pt x="361784" y="368544"/>
                </a:lnTo>
                <a:lnTo>
                  <a:pt x="353278" y="345510"/>
                </a:lnTo>
                <a:lnTo>
                  <a:pt x="341930" y="322476"/>
                </a:lnTo>
                <a:lnTo>
                  <a:pt x="327278" y="299442"/>
                </a:lnTo>
                <a:lnTo>
                  <a:pt x="308949" y="276408"/>
                </a:lnTo>
                <a:lnTo>
                  <a:pt x="286728" y="253374"/>
                </a:lnTo>
                <a:lnTo>
                  <a:pt x="260630" y="230340"/>
                </a:lnTo>
                <a:lnTo>
                  <a:pt x="230965" y="207306"/>
                </a:lnTo>
                <a:lnTo>
                  <a:pt x="198388" y="184272"/>
                </a:lnTo>
                <a:lnTo>
                  <a:pt x="163912" y="161238"/>
                </a:lnTo>
                <a:lnTo>
                  <a:pt x="128886" y="138204"/>
                </a:lnTo>
                <a:lnTo>
                  <a:pt x="94929" y="115170"/>
                </a:lnTo>
                <a:lnTo>
                  <a:pt x="63812" y="92136"/>
                </a:lnTo>
                <a:lnTo>
                  <a:pt x="37313" y="69102"/>
                </a:lnTo>
                <a:lnTo>
                  <a:pt x="17055" y="46068"/>
                </a:lnTo>
                <a:lnTo>
                  <a:pt x="4336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8" y="23034"/>
                </a:lnTo>
                <a:lnTo>
                  <a:pt x="765540" y="46068"/>
                </a:lnTo>
                <a:lnTo>
                  <a:pt x="745282" y="69102"/>
                </a:lnTo>
                <a:lnTo>
                  <a:pt x="718783" y="92136"/>
                </a:lnTo>
                <a:lnTo>
                  <a:pt x="687665" y="115170"/>
                </a:lnTo>
                <a:lnTo>
                  <a:pt x="653708" y="138204"/>
                </a:lnTo>
                <a:lnTo>
                  <a:pt x="618683" y="161238"/>
                </a:lnTo>
                <a:lnTo>
                  <a:pt x="584207" y="184272"/>
                </a:lnTo>
                <a:lnTo>
                  <a:pt x="551630" y="207306"/>
                </a:lnTo>
                <a:lnTo>
                  <a:pt x="521965" y="230340"/>
                </a:lnTo>
                <a:lnTo>
                  <a:pt x="495867" y="253374"/>
                </a:lnTo>
                <a:lnTo>
                  <a:pt x="473645" y="276408"/>
                </a:lnTo>
                <a:lnTo>
                  <a:pt x="455316" y="299442"/>
                </a:lnTo>
                <a:lnTo>
                  <a:pt x="440664" y="322476"/>
                </a:lnTo>
                <a:lnTo>
                  <a:pt x="429316" y="345510"/>
                </a:lnTo>
                <a:lnTo>
                  <a:pt x="420811" y="368544"/>
                </a:lnTo>
                <a:lnTo>
                  <a:pt x="414653" y="391578"/>
                </a:lnTo>
                <a:lnTo>
                  <a:pt x="410366" y="414612"/>
                </a:lnTo>
                <a:lnTo>
                  <a:pt x="407511" y="437646"/>
                </a:lnTo>
                <a:lnTo>
                  <a:pt x="405713" y="460679"/>
                </a:lnTo>
                <a:lnTo>
                  <a:pt x="404664" y="483713"/>
                </a:lnTo>
                <a:lnTo>
                  <a:pt x="404122" y="506747"/>
                </a:lnTo>
                <a:lnTo>
                  <a:pt x="403905" y="529781"/>
                </a:lnTo>
                <a:lnTo>
                  <a:pt x="403887" y="552815"/>
                </a:lnTo>
                <a:lnTo>
                  <a:pt x="403987" y="575849"/>
                </a:lnTo>
                <a:lnTo>
                  <a:pt x="404162" y="598883"/>
                </a:lnTo>
                <a:lnTo>
                  <a:pt x="404398" y="621917"/>
                </a:lnTo>
                <a:lnTo>
                  <a:pt x="404702" y="644951"/>
                </a:lnTo>
                <a:lnTo>
                  <a:pt x="405095" y="667985"/>
                </a:lnTo>
                <a:lnTo>
                  <a:pt x="405602" y="691019"/>
                </a:lnTo>
                <a:lnTo>
                  <a:pt x="406246" y="714053"/>
                </a:lnTo>
                <a:lnTo>
                  <a:pt x="407044" y="737087"/>
                </a:lnTo>
                <a:lnTo>
                  <a:pt x="407996" y="760121"/>
                </a:lnTo>
                <a:lnTo>
                  <a:pt x="409090" y="783155"/>
                </a:lnTo>
                <a:lnTo>
                  <a:pt x="410296" y="806189"/>
                </a:lnTo>
                <a:lnTo>
                  <a:pt x="411574" y="829223"/>
                </a:lnTo>
                <a:lnTo>
                  <a:pt x="412872" y="852257"/>
                </a:lnTo>
                <a:lnTo>
                  <a:pt x="414140" y="875291"/>
                </a:lnTo>
                <a:lnTo>
                  <a:pt x="415332" y="898325"/>
                </a:lnTo>
                <a:lnTo>
                  <a:pt x="416409" y="921359"/>
                </a:lnTo>
                <a:lnTo>
                  <a:pt x="417352" y="944393"/>
                </a:lnTo>
                <a:lnTo>
                  <a:pt x="418151" y="967427"/>
                </a:lnTo>
                <a:lnTo>
                  <a:pt x="418815" y="990461"/>
                </a:lnTo>
                <a:lnTo>
                  <a:pt x="419358" y="1013495"/>
                </a:lnTo>
                <a:lnTo>
                  <a:pt x="419799" y="1036529"/>
                </a:lnTo>
                <a:lnTo>
                  <a:pt x="420152" y="1059563"/>
                </a:lnTo>
                <a:lnTo>
                  <a:pt x="420421" y="1082597"/>
                </a:lnTo>
                <a:lnTo>
                  <a:pt x="420598" y="1105631"/>
                </a:lnTo>
                <a:lnTo>
                  <a:pt x="420659" y="1128665"/>
                </a:lnTo>
                <a:lnTo>
                  <a:pt x="420570" y="1151699"/>
                </a:lnTo>
                <a:lnTo>
                  <a:pt x="420290" y="1174733"/>
                </a:lnTo>
                <a:lnTo>
                  <a:pt x="419780" y="1197767"/>
                </a:lnTo>
                <a:lnTo>
                  <a:pt x="419010" y="1220801"/>
                </a:lnTo>
                <a:lnTo>
                  <a:pt x="417968" y="1243835"/>
                </a:lnTo>
                <a:lnTo>
                  <a:pt x="416661" y="1266869"/>
                </a:lnTo>
                <a:lnTo>
                  <a:pt x="415122" y="1289903"/>
                </a:lnTo>
                <a:lnTo>
                  <a:pt x="413401" y="1312937"/>
                </a:lnTo>
                <a:lnTo>
                  <a:pt x="411568" y="1335970"/>
                </a:lnTo>
                <a:lnTo>
                  <a:pt x="409700" y="1359004"/>
                </a:lnTo>
                <a:lnTo>
                  <a:pt x="407879" y="1382038"/>
                </a:lnTo>
                <a:lnTo>
                  <a:pt x="406180" y="1405072"/>
                </a:lnTo>
                <a:lnTo>
                  <a:pt x="404669" y="1428106"/>
                </a:lnTo>
                <a:lnTo>
                  <a:pt x="403397" y="1451140"/>
                </a:lnTo>
                <a:lnTo>
                  <a:pt x="402402" y="1474174"/>
                </a:lnTo>
                <a:lnTo>
                  <a:pt x="401706" y="1497208"/>
                </a:lnTo>
                <a:lnTo>
                  <a:pt x="401316" y="1520242"/>
                </a:lnTo>
                <a:lnTo>
                  <a:pt x="401230" y="1543276"/>
                </a:lnTo>
                <a:lnTo>
                  <a:pt x="401437" y="1566310"/>
                </a:lnTo>
                <a:lnTo>
                  <a:pt x="401914" y="1589344"/>
                </a:lnTo>
                <a:lnTo>
                  <a:pt x="402634" y="1612378"/>
                </a:lnTo>
                <a:lnTo>
                  <a:pt x="403558" y="1635412"/>
                </a:lnTo>
                <a:lnTo>
                  <a:pt x="404638" y="1658446"/>
                </a:lnTo>
                <a:lnTo>
                  <a:pt x="405817" y="1681480"/>
                </a:lnTo>
                <a:lnTo>
                  <a:pt x="407031" y="1704514"/>
                </a:lnTo>
                <a:lnTo>
                  <a:pt x="408209" y="1727548"/>
                </a:lnTo>
                <a:lnTo>
                  <a:pt x="409279" y="1750582"/>
                </a:lnTo>
                <a:lnTo>
                  <a:pt x="410171" y="1773616"/>
                </a:lnTo>
                <a:lnTo>
                  <a:pt x="410825" y="1796650"/>
                </a:lnTo>
                <a:lnTo>
                  <a:pt x="411196" y="1819684"/>
                </a:lnTo>
                <a:lnTo>
                  <a:pt x="411255" y="1842718"/>
                </a:lnTo>
                <a:lnTo>
                  <a:pt x="410994" y="1865752"/>
                </a:lnTo>
                <a:lnTo>
                  <a:pt x="410427" y="1888786"/>
                </a:lnTo>
                <a:lnTo>
                  <a:pt x="409586" y="1911820"/>
                </a:lnTo>
                <a:lnTo>
                  <a:pt x="408515" y="1934854"/>
                </a:lnTo>
                <a:lnTo>
                  <a:pt x="407272" y="1957888"/>
                </a:lnTo>
                <a:lnTo>
                  <a:pt x="405916" y="1980922"/>
                </a:lnTo>
                <a:lnTo>
                  <a:pt x="404509" y="2003956"/>
                </a:lnTo>
                <a:lnTo>
                  <a:pt x="403107" y="2026990"/>
                </a:lnTo>
                <a:lnTo>
                  <a:pt x="401758" y="2050024"/>
                </a:lnTo>
                <a:lnTo>
                  <a:pt x="400505" y="2073058"/>
                </a:lnTo>
                <a:lnTo>
                  <a:pt x="399379" y="2096092"/>
                </a:lnTo>
                <a:lnTo>
                  <a:pt x="398407" y="2119126"/>
                </a:lnTo>
                <a:lnTo>
                  <a:pt x="397604" y="2142160"/>
                </a:lnTo>
                <a:lnTo>
                  <a:pt x="396983" y="2165194"/>
                </a:lnTo>
                <a:lnTo>
                  <a:pt x="396548" y="2188228"/>
                </a:lnTo>
                <a:lnTo>
                  <a:pt x="396296" y="2211261"/>
                </a:lnTo>
                <a:lnTo>
                  <a:pt x="396220" y="2234295"/>
                </a:lnTo>
                <a:lnTo>
                  <a:pt x="396303" y="2257329"/>
                </a:lnTo>
                <a:lnTo>
                  <a:pt x="396522" y="2280363"/>
                </a:lnTo>
                <a:lnTo>
                  <a:pt x="396846" y="2303397"/>
                </a:lnTo>
                <a:lnTo>
                  <a:pt x="397237" y="2326431"/>
                </a:lnTo>
                <a:lnTo>
                  <a:pt x="397656" y="2349465"/>
                </a:lnTo>
                <a:lnTo>
                  <a:pt x="398058" y="2372499"/>
                </a:lnTo>
                <a:lnTo>
                  <a:pt x="398403" y="2395533"/>
                </a:lnTo>
                <a:lnTo>
                  <a:pt x="398654" y="2418567"/>
                </a:lnTo>
                <a:lnTo>
                  <a:pt x="398783" y="2441601"/>
                </a:lnTo>
                <a:lnTo>
                  <a:pt x="398773" y="2464635"/>
                </a:lnTo>
                <a:lnTo>
                  <a:pt x="398618" y="2487669"/>
                </a:lnTo>
                <a:lnTo>
                  <a:pt x="398326" y="2510703"/>
                </a:lnTo>
                <a:lnTo>
                  <a:pt x="397915" y="2533737"/>
                </a:lnTo>
                <a:lnTo>
                  <a:pt x="397414" y="2556771"/>
                </a:lnTo>
                <a:lnTo>
                  <a:pt x="396857" y="2579805"/>
                </a:lnTo>
                <a:lnTo>
                  <a:pt x="396281" y="2602839"/>
                </a:lnTo>
                <a:lnTo>
                  <a:pt x="395723" y="2625873"/>
                </a:lnTo>
                <a:lnTo>
                  <a:pt x="395217" y="2648907"/>
                </a:lnTo>
                <a:lnTo>
                  <a:pt x="394789" y="2671941"/>
                </a:lnTo>
                <a:lnTo>
                  <a:pt x="394459" y="2694975"/>
                </a:lnTo>
                <a:lnTo>
                  <a:pt x="394238" y="2718009"/>
                </a:lnTo>
                <a:lnTo>
                  <a:pt x="394127" y="2741043"/>
                </a:lnTo>
                <a:lnTo>
                  <a:pt x="394121" y="2764077"/>
                </a:lnTo>
                <a:lnTo>
                  <a:pt x="394207" y="2787111"/>
                </a:lnTo>
                <a:lnTo>
                  <a:pt x="394367" y="2810145"/>
                </a:lnTo>
                <a:lnTo>
                  <a:pt x="394581" y="2833179"/>
                </a:lnTo>
                <a:lnTo>
                  <a:pt x="394826" y="2856213"/>
                </a:lnTo>
                <a:lnTo>
                  <a:pt x="395082" y="2879247"/>
                </a:lnTo>
                <a:lnTo>
                  <a:pt x="395330" y="2902281"/>
                </a:lnTo>
                <a:lnTo>
                  <a:pt x="395556" y="2925315"/>
                </a:lnTo>
                <a:lnTo>
                  <a:pt x="395750" y="2948349"/>
                </a:lnTo>
                <a:lnTo>
                  <a:pt x="395908" y="2971383"/>
                </a:lnTo>
                <a:lnTo>
                  <a:pt x="396030" y="2994417"/>
                </a:lnTo>
                <a:lnTo>
                  <a:pt x="396119" y="3017451"/>
                </a:lnTo>
                <a:lnTo>
                  <a:pt x="396182" y="3040485"/>
                </a:lnTo>
                <a:lnTo>
                  <a:pt x="396225" y="3063518"/>
                </a:lnTo>
                <a:lnTo>
                  <a:pt x="396257" y="3086552"/>
                </a:lnTo>
                <a:lnTo>
                  <a:pt x="396285" y="3109586"/>
                </a:lnTo>
                <a:lnTo>
                  <a:pt x="396318" y="3132620"/>
                </a:lnTo>
                <a:lnTo>
                  <a:pt x="396367" y="3155654"/>
                </a:lnTo>
                <a:lnTo>
                  <a:pt x="396451" y="3178688"/>
                </a:lnTo>
                <a:lnTo>
                  <a:pt x="396595" y="3201722"/>
                </a:lnTo>
                <a:lnTo>
                  <a:pt x="396842" y="3224756"/>
                </a:lnTo>
                <a:lnTo>
                  <a:pt x="397249" y="3247790"/>
                </a:lnTo>
                <a:lnTo>
                  <a:pt x="397896" y="3270824"/>
                </a:lnTo>
                <a:lnTo>
                  <a:pt x="398885" y="3293858"/>
                </a:lnTo>
                <a:lnTo>
                  <a:pt x="400334" y="3316892"/>
                </a:lnTo>
                <a:lnTo>
                  <a:pt x="402381" y="3339926"/>
                </a:lnTo>
                <a:lnTo>
                  <a:pt x="405168" y="3362960"/>
                </a:lnTo>
                <a:lnTo>
                  <a:pt x="408827" y="3385994"/>
                </a:lnTo>
                <a:lnTo>
                  <a:pt x="413470" y="3409028"/>
                </a:lnTo>
                <a:lnTo>
                  <a:pt x="419162" y="3432062"/>
                </a:lnTo>
                <a:lnTo>
                  <a:pt x="425907" y="3455096"/>
                </a:lnTo>
                <a:lnTo>
                  <a:pt x="433626" y="3478130"/>
                </a:lnTo>
                <a:lnTo>
                  <a:pt x="442145" y="3501164"/>
                </a:lnTo>
                <a:lnTo>
                  <a:pt x="451195" y="3524198"/>
                </a:lnTo>
                <a:lnTo>
                  <a:pt x="460415" y="3547232"/>
                </a:lnTo>
                <a:lnTo>
                  <a:pt x="469371" y="3570266"/>
                </a:lnTo>
                <a:lnTo>
                  <a:pt x="477590" y="3593300"/>
                </a:lnTo>
                <a:lnTo>
                  <a:pt x="484596" y="3616334"/>
                </a:lnTo>
                <a:lnTo>
                  <a:pt x="489956" y="3639368"/>
                </a:lnTo>
                <a:lnTo>
                  <a:pt x="493322" y="3662402"/>
                </a:lnTo>
                <a:lnTo>
                  <a:pt x="494470" y="3685436"/>
                </a:lnTo>
                <a:lnTo>
                  <a:pt x="494470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16" name="f_small_violin_4581">
            <a:extLst>
              <a:ext uri="{FF2B5EF4-FFF2-40B4-BE49-F238E27FC236}">
                <a16:creationId xmlns:a16="http://schemas.microsoft.com/office/drawing/2014/main" id="{53A092B2-B359-415F-8C77-715A28C43610}"/>
              </a:ext>
            </a:extLst>
          </p:cNvPr>
          <p:cNvSpPr>
            <a:spLocks noGrp="1"/>
          </p:cNvSpPr>
          <p:nvPr/>
        </p:nvSpPr>
        <p:spPr>
          <a:xfrm>
            <a:off x="2510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" name="f_small_violin_4582">
            <a:extLst>
              <a:ext uri="{FF2B5EF4-FFF2-40B4-BE49-F238E27FC236}">
                <a16:creationId xmlns:a16="http://schemas.microsoft.com/office/drawing/2014/main" id="{FD613646-32D0-4D61-AFA8-96C9CDA240A7}"/>
              </a:ext>
            </a:extLst>
          </p:cNvPr>
          <p:cNvSpPr>
            <a:spLocks noGrp="1"/>
          </p:cNvSpPr>
          <p:nvPr/>
        </p:nvSpPr>
        <p:spPr>
          <a:xfrm>
            <a:off x="2373153" y="301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" name="f_small_violin_4583">
            <a:extLst>
              <a:ext uri="{FF2B5EF4-FFF2-40B4-BE49-F238E27FC236}">
                <a16:creationId xmlns:a16="http://schemas.microsoft.com/office/drawing/2014/main" id="{C3447C0D-A88A-4059-9225-D0F76C50902E}"/>
              </a:ext>
            </a:extLst>
          </p:cNvPr>
          <p:cNvSpPr>
            <a:spLocks noGrp="1"/>
          </p:cNvSpPr>
          <p:nvPr/>
        </p:nvSpPr>
        <p:spPr>
          <a:xfrm>
            <a:off x="20474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" name="f_small_violin_4584">
            <a:extLst>
              <a:ext uri="{FF2B5EF4-FFF2-40B4-BE49-F238E27FC236}">
                <a16:creationId xmlns:a16="http://schemas.microsoft.com/office/drawing/2014/main" id="{DB68B5F7-E77C-4180-A9D1-8F04DE9FAE81}"/>
              </a:ext>
            </a:extLst>
          </p:cNvPr>
          <p:cNvSpPr>
            <a:spLocks noGrp="1"/>
          </p:cNvSpPr>
          <p:nvPr/>
        </p:nvSpPr>
        <p:spPr>
          <a:xfrm>
            <a:off x="21937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" name="f_small_violin_4585">
            <a:extLst>
              <a:ext uri="{FF2B5EF4-FFF2-40B4-BE49-F238E27FC236}">
                <a16:creationId xmlns:a16="http://schemas.microsoft.com/office/drawing/2014/main" id="{A739078D-ED2E-4549-9DF5-F2E0A0F353FD}"/>
              </a:ext>
            </a:extLst>
          </p:cNvPr>
          <p:cNvSpPr>
            <a:spLocks noGrp="1"/>
          </p:cNvSpPr>
          <p:nvPr/>
        </p:nvSpPr>
        <p:spPr>
          <a:xfrm>
            <a:off x="216112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" name="f_small_violin_4586">
            <a:extLst>
              <a:ext uri="{FF2B5EF4-FFF2-40B4-BE49-F238E27FC236}">
                <a16:creationId xmlns:a16="http://schemas.microsoft.com/office/drawing/2014/main" id="{1611AF90-A488-418D-839F-CE586C6BC65A}"/>
              </a:ext>
            </a:extLst>
          </p:cNvPr>
          <p:cNvSpPr>
            <a:spLocks noGrp="1"/>
          </p:cNvSpPr>
          <p:nvPr/>
        </p:nvSpPr>
        <p:spPr>
          <a:xfrm>
            <a:off x="2131827" y="42126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" name="f_small_violin_4587">
            <a:extLst>
              <a:ext uri="{FF2B5EF4-FFF2-40B4-BE49-F238E27FC236}">
                <a16:creationId xmlns:a16="http://schemas.microsoft.com/office/drawing/2014/main" id="{0BE05A3A-0F7C-41B8-A660-E9B7B0C2A5FD}"/>
              </a:ext>
            </a:extLst>
          </p:cNvPr>
          <p:cNvSpPr>
            <a:spLocks noGrp="1"/>
          </p:cNvSpPr>
          <p:nvPr/>
        </p:nvSpPr>
        <p:spPr>
          <a:xfrm>
            <a:off x="232347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" name="f_small_violin_4588">
            <a:extLst>
              <a:ext uri="{FF2B5EF4-FFF2-40B4-BE49-F238E27FC236}">
                <a16:creationId xmlns:a16="http://schemas.microsoft.com/office/drawing/2014/main" id="{EB9430EF-B83D-4383-ACE0-E6AEC5DA4E9C}"/>
              </a:ext>
            </a:extLst>
          </p:cNvPr>
          <p:cNvSpPr>
            <a:spLocks noGrp="1"/>
          </p:cNvSpPr>
          <p:nvPr/>
        </p:nvSpPr>
        <p:spPr>
          <a:xfrm>
            <a:off x="217125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" name="f_small_violin_4589">
            <a:extLst>
              <a:ext uri="{FF2B5EF4-FFF2-40B4-BE49-F238E27FC236}">
                <a16:creationId xmlns:a16="http://schemas.microsoft.com/office/drawing/2014/main" id="{1A8EF873-1084-492B-8A62-02EE7362C6FC}"/>
              </a:ext>
            </a:extLst>
          </p:cNvPr>
          <p:cNvSpPr>
            <a:spLocks noGrp="1"/>
          </p:cNvSpPr>
          <p:nvPr/>
        </p:nvSpPr>
        <p:spPr>
          <a:xfrm>
            <a:off x="24603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" name="f_small_violin_4590">
            <a:extLst>
              <a:ext uri="{FF2B5EF4-FFF2-40B4-BE49-F238E27FC236}">
                <a16:creationId xmlns:a16="http://schemas.microsoft.com/office/drawing/2014/main" id="{CBBF2E0D-AB2E-4D37-BF93-FB7675862264}"/>
              </a:ext>
            </a:extLst>
          </p:cNvPr>
          <p:cNvSpPr>
            <a:spLocks noGrp="1"/>
          </p:cNvSpPr>
          <p:nvPr/>
        </p:nvSpPr>
        <p:spPr>
          <a:xfrm>
            <a:off x="225688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" name="f_small_violin_4591">
            <a:extLst>
              <a:ext uri="{FF2B5EF4-FFF2-40B4-BE49-F238E27FC236}">
                <a16:creationId xmlns:a16="http://schemas.microsoft.com/office/drawing/2014/main" id="{B28876FF-977A-4655-9124-09B286AD727D}"/>
              </a:ext>
            </a:extLst>
          </p:cNvPr>
          <p:cNvSpPr>
            <a:spLocks noGrp="1"/>
          </p:cNvSpPr>
          <p:nvPr/>
        </p:nvSpPr>
        <p:spPr>
          <a:xfrm>
            <a:off x="217033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" name="f_small_violin_4592">
            <a:extLst>
              <a:ext uri="{FF2B5EF4-FFF2-40B4-BE49-F238E27FC236}">
                <a16:creationId xmlns:a16="http://schemas.microsoft.com/office/drawing/2014/main" id="{D43C71C0-EB5C-4DD1-B772-EE873B8B1CCB}"/>
              </a:ext>
            </a:extLst>
          </p:cNvPr>
          <p:cNvSpPr>
            <a:spLocks noGrp="1"/>
          </p:cNvSpPr>
          <p:nvPr/>
        </p:nvSpPr>
        <p:spPr>
          <a:xfrm>
            <a:off x="247592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" name="f_small_violin_4593">
            <a:extLst>
              <a:ext uri="{FF2B5EF4-FFF2-40B4-BE49-F238E27FC236}">
                <a16:creationId xmlns:a16="http://schemas.microsoft.com/office/drawing/2014/main" id="{B6B901DA-9DD9-455C-9C40-B85573D1DD68}"/>
              </a:ext>
            </a:extLst>
          </p:cNvPr>
          <p:cNvSpPr>
            <a:spLocks noGrp="1"/>
          </p:cNvSpPr>
          <p:nvPr/>
        </p:nvSpPr>
        <p:spPr>
          <a:xfrm>
            <a:off x="2435741" y="275712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" name="f_small_violin_4594">
            <a:extLst>
              <a:ext uri="{FF2B5EF4-FFF2-40B4-BE49-F238E27FC236}">
                <a16:creationId xmlns:a16="http://schemas.microsoft.com/office/drawing/2014/main" id="{5D0B539E-D9F1-4F6A-BD04-17A8FAFD41E7}"/>
              </a:ext>
            </a:extLst>
          </p:cNvPr>
          <p:cNvSpPr>
            <a:spLocks noGrp="1"/>
          </p:cNvSpPr>
          <p:nvPr/>
        </p:nvSpPr>
        <p:spPr>
          <a:xfrm>
            <a:off x="2503584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" name="f_small_violin_4595">
            <a:extLst>
              <a:ext uri="{FF2B5EF4-FFF2-40B4-BE49-F238E27FC236}">
                <a16:creationId xmlns:a16="http://schemas.microsoft.com/office/drawing/2014/main" id="{4C2B16C6-94F6-4E88-9EE3-EA6F268C900C}"/>
              </a:ext>
            </a:extLst>
          </p:cNvPr>
          <p:cNvSpPr>
            <a:spLocks noGrp="1"/>
          </p:cNvSpPr>
          <p:nvPr/>
        </p:nvSpPr>
        <p:spPr>
          <a:xfrm>
            <a:off x="2222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" name="f_small_violin_4596">
            <a:extLst>
              <a:ext uri="{FF2B5EF4-FFF2-40B4-BE49-F238E27FC236}">
                <a16:creationId xmlns:a16="http://schemas.microsoft.com/office/drawing/2014/main" id="{4CFC570F-0F11-474F-918B-478A7097CFA2}"/>
              </a:ext>
            </a:extLst>
          </p:cNvPr>
          <p:cNvSpPr>
            <a:spLocks noGrp="1"/>
          </p:cNvSpPr>
          <p:nvPr/>
        </p:nvSpPr>
        <p:spPr>
          <a:xfrm>
            <a:off x="23801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" name="f_small_violin_4597">
            <a:extLst>
              <a:ext uri="{FF2B5EF4-FFF2-40B4-BE49-F238E27FC236}">
                <a16:creationId xmlns:a16="http://schemas.microsoft.com/office/drawing/2014/main" id="{FEE706FF-56CA-434A-9470-02C322E180B9}"/>
              </a:ext>
            </a:extLst>
          </p:cNvPr>
          <p:cNvSpPr>
            <a:spLocks noGrp="1"/>
          </p:cNvSpPr>
          <p:nvPr/>
        </p:nvSpPr>
        <p:spPr>
          <a:xfrm>
            <a:off x="21724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" name="f_small_violin_4598">
            <a:extLst>
              <a:ext uri="{FF2B5EF4-FFF2-40B4-BE49-F238E27FC236}">
                <a16:creationId xmlns:a16="http://schemas.microsoft.com/office/drawing/2014/main" id="{075237DA-990C-453B-B79A-BF21A8ED8652}"/>
              </a:ext>
            </a:extLst>
          </p:cNvPr>
          <p:cNvSpPr>
            <a:spLocks noGrp="1"/>
          </p:cNvSpPr>
          <p:nvPr/>
        </p:nvSpPr>
        <p:spPr>
          <a:xfrm>
            <a:off x="253589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" name="f_small_violin_4599">
            <a:extLst>
              <a:ext uri="{FF2B5EF4-FFF2-40B4-BE49-F238E27FC236}">
                <a16:creationId xmlns:a16="http://schemas.microsoft.com/office/drawing/2014/main" id="{02A83B14-6ABB-47E7-93FD-0EABC9D9359F}"/>
              </a:ext>
            </a:extLst>
          </p:cNvPr>
          <p:cNvSpPr>
            <a:spLocks noGrp="1"/>
          </p:cNvSpPr>
          <p:nvPr/>
        </p:nvSpPr>
        <p:spPr>
          <a:xfrm>
            <a:off x="2400427" y="31200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" name="f_small_violin_4600">
            <a:extLst>
              <a:ext uri="{FF2B5EF4-FFF2-40B4-BE49-F238E27FC236}">
                <a16:creationId xmlns:a16="http://schemas.microsoft.com/office/drawing/2014/main" id="{2E454D05-0D23-4790-81B8-4BA7933FC5A8}"/>
              </a:ext>
            </a:extLst>
          </p:cNvPr>
          <p:cNvSpPr>
            <a:spLocks noGrp="1"/>
          </p:cNvSpPr>
          <p:nvPr/>
        </p:nvSpPr>
        <p:spPr>
          <a:xfrm>
            <a:off x="253563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" name="f_small_violin_4601">
            <a:extLst>
              <a:ext uri="{FF2B5EF4-FFF2-40B4-BE49-F238E27FC236}">
                <a16:creationId xmlns:a16="http://schemas.microsoft.com/office/drawing/2014/main" id="{FC5B347C-943C-4B1D-BB7C-540B1CEFBAD8}"/>
              </a:ext>
            </a:extLst>
          </p:cNvPr>
          <p:cNvSpPr>
            <a:spLocks noGrp="1"/>
          </p:cNvSpPr>
          <p:nvPr/>
        </p:nvSpPr>
        <p:spPr>
          <a:xfrm>
            <a:off x="2092020" y="567476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" name="f_small_violin_4602">
            <a:extLst>
              <a:ext uri="{FF2B5EF4-FFF2-40B4-BE49-F238E27FC236}">
                <a16:creationId xmlns:a16="http://schemas.microsoft.com/office/drawing/2014/main" id="{A45FDA8D-677B-4A1C-BE91-3C394A50C813}"/>
              </a:ext>
            </a:extLst>
          </p:cNvPr>
          <p:cNvSpPr>
            <a:spLocks noGrp="1"/>
          </p:cNvSpPr>
          <p:nvPr/>
        </p:nvSpPr>
        <p:spPr>
          <a:xfrm>
            <a:off x="214009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" name="f_small_violin_4603">
            <a:extLst>
              <a:ext uri="{FF2B5EF4-FFF2-40B4-BE49-F238E27FC236}">
                <a16:creationId xmlns:a16="http://schemas.microsoft.com/office/drawing/2014/main" id="{E102A89D-0D2E-4EC3-9146-C07A0109975E}"/>
              </a:ext>
            </a:extLst>
          </p:cNvPr>
          <p:cNvSpPr>
            <a:spLocks noGrp="1"/>
          </p:cNvSpPr>
          <p:nvPr/>
        </p:nvSpPr>
        <p:spPr>
          <a:xfrm>
            <a:off x="237773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" name="f_small_violin_4604">
            <a:extLst>
              <a:ext uri="{FF2B5EF4-FFF2-40B4-BE49-F238E27FC236}">
                <a16:creationId xmlns:a16="http://schemas.microsoft.com/office/drawing/2014/main" id="{6A1B23A0-E740-498D-9569-7E8B34C3BA19}"/>
              </a:ext>
            </a:extLst>
          </p:cNvPr>
          <p:cNvSpPr>
            <a:spLocks noGrp="1"/>
          </p:cNvSpPr>
          <p:nvPr/>
        </p:nvSpPr>
        <p:spPr>
          <a:xfrm>
            <a:off x="22085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" name="f_small_violin_4605">
            <a:extLst>
              <a:ext uri="{FF2B5EF4-FFF2-40B4-BE49-F238E27FC236}">
                <a16:creationId xmlns:a16="http://schemas.microsoft.com/office/drawing/2014/main" id="{84B93497-85AC-4D7B-9BAC-4A955697A975}"/>
              </a:ext>
            </a:extLst>
          </p:cNvPr>
          <p:cNvSpPr>
            <a:spLocks noGrp="1"/>
          </p:cNvSpPr>
          <p:nvPr/>
        </p:nvSpPr>
        <p:spPr>
          <a:xfrm>
            <a:off x="24222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" name="f_small_violin_4606">
            <a:extLst>
              <a:ext uri="{FF2B5EF4-FFF2-40B4-BE49-F238E27FC236}">
                <a16:creationId xmlns:a16="http://schemas.microsoft.com/office/drawing/2014/main" id="{E19DAC10-F0DB-440A-A5D7-2FC733BFC65C}"/>
              </a:ext>
            </a:extLst>
          </p:cNvPr>
          <p:cNvSpPr>
            <a:spLocks noGrp="1"/>
          </p:cNvSpPr>
          <p:nvPr/>
        </p:nvSpPr>
        <p:spPr>
          <a:xfrm>
            <a:off x="2048410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" name="f_small_violin_4607">
            <a:extLst>
              <a:ext uri="{FF2B5EF4-FFF2-40B4-BE49-F238E27FC236}">
                <a16:creationId xmlns:a16="http://schemas.microsoft.com/office/drawing/2014/main" id="{6E911CCC-5E8C-4FAF-B26F-1BA7330F0038}"/>
              </a:ext>
            </a:extLst>
          </p:cNvPr>
          <p:cNvSpPr>
            <a:spLocks noGrp="1"/>
          </p:cNvSpPr>
          <p:nvPr/>
        </p:nvSpPr>
        <p:spPr>
          <a:xfrm>
            <a:off x="209822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" name="f_small_violin_4608">
            <a:extLst>
              <a:ext uri="{FF2B5EF4-FFF2-40B4-BE49-F238E27FC236}">
                <a16:creationId xmlns:a16="http://schemas.microsoft.com/office/drawing/2014/main" id="{DAFDC4EC-4409-49D1-A34B-3D0B070530EC}"/>
              </a:ext>
            </a:extLst>
          </p:cNvPr>
          <p:cNvSpPr>
            <a:spLocks noGrp="1"/>
          </p:cNvSpPr>
          <p:nvPr/>
        </p:nvSpPr>
        <p:spPr>
          <a:xfrm>
            <a:off x="220588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" name="f_small_violin_4609">
            <a:extLst>
              <a:ext uri="{FF2B5EF4-FFF2-40B4-BE49-F238E27FC236}">
                <a16:creationId xmlns:a16="http://schemas.microsoft.com/office/drawing/2014/main" id="{ADE87F97-7B3C-4F1D-B250-F8416358B284}"/>
              </a:ext>
            </a:extLst>
          </p:cNvPr>
          <p:cNvSpPr>
            <a:spLocks noGrp="1"/>
          </p:cNvSpPr>
          <p:nvPr/>
        </p:nvSpPr>
        <p:spPr>
          <a:xfrm>
            <a:off x="209394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" name="f_small_violin_4610">
            <a:extLst>
              <a:ext uri="{FF2B5EF4-FFF2-40B4-BE49-F238E27FC236}">
                <a16:creationId xmlns:a16="http://schemas.microsoft.com/office/drawing/2014/main" id="{74D19DA5-F96D-461E-A3C8-1D369F1DD884}"/>
              </a:ext>
            </a:extLst>
          </p:cNvPr>
          <p:cNvSpPr>
            <a:spLocks noGrp="1"/>
          </p:cNvSpPr>
          <p:nvPr/>
        </p:nvSpPr>
        <p:spPr>
          <a:xfrm>
            <a:off x="251127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" name="f_small_violin_4611">
            <a:extLst>
              <a:ext uri="{FF2B5EF4-FFF2-40B4-BE49-F238E27FC236}">
                <a16:creationId xmlns:a16="http://schemas.microsoft.com/office/drawing/2014/main" id="{8B47FA5C-B14C-4CC6-BE3C-677EBC5EF1D5}"/>
              </a:ext>
            </a:extLst>
          </p:cNvPr>
          <p:cNvSpPr>
            <a:spLocks noGrp="1"/>
          </p:cNvSpPr>
          <p:nvPr/>
        </p:nvSpPr>
        <p:spPr>
          <a:xfrm>
            <a:off x="249327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" name="f_small_violin_4612">
            <a:extLst>
              <a:ext uri="{FF2B5EF4-FFF2-40B4-BE49-F238E27FC236}">
                <a16:creationId xmlns:a16="http://schemas.microsoft.com/office/drawing/2014/main" id="{A3F4B67D-F731-457C-A419-82A556D688D8}"/>
              </a:ext>
            </a:extLst>
          </p:cNvPr>
          <p:cNvSpPr>
            <a:spLocks noGrp="1"/>
          </p:cNvSpPr>
          <p:nvPr/>
        </p:nvSpPr>
        <p:spPr>
          <a:xfrm>
            <a:off x="23784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" name="f_small_violin_4613">
            <a:extLst>
              <a:ext uri="{FF2B5EF4-FFF2-40B4-BE49-F238E27FC236}">
                <a16:creationId xmlns:a16="http://schemas.microsoft.com/office/drawing/2014/main" id="{5E7E6C81-8137-4F00-8738-C366CE41705B}"/>
              </a:ext>
            </a:extLst>
          </p:cNvPr>
          <p:cNvSpPr>
            <a:spLocks noGrp="1"/>
          </p:cNvSpPr>
          <p:nvPr/>
        </p:nvSpPr>
        <p:spPr>
          <a:xfrm>
            <a:off x="2409349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" name="f_small_violin_4614">
            <a:extLst>
              <a:ext uri="{FF2B5EF4-FFF2-40B4-BE49-F238E27FC236}">
                <a16:creationId xmlns:a16="http://schemas.microsoft.com/office/drawing/2014/main" id="{DDB72A3A-62B9-4B0C-A021-41613859AE76}"/>
              </a:ext>
            </a:extLst>
          </p:cNvPr>
          <p:cNvSpPr>
            <a:spLocks noGrp="1"/>
          </p:cNvSpPr>
          <p:nvPr/>
        </p:nvSpPr>
        <p:spPr>
          <a:xfrm>
            <a:off x="23079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" name="f_small_violin_4615">
            <a:extLst>
              <a:ext uri="{FF2B5EF4-FFF2-40B4-BE49-F238E27FC236}">
                <a16:creationId xmlns:a16="http://schemas.microsoft.com/office/drawing/2014/main" id="{6E4992E0-1703-43C3-B743-944CBA7C4A2B}"/>
              </a:ext>
            </a:extLst>
          </p:cNvPr>
          <p:cNvSpPr>
            <a:spLocks noGrp="1"/>
          </p:cNvSpPr>
          <p:nvPr/>
        </p:nvSpPr>
        <p:spPr>
          <a:xfrm>
            <a:off x="21581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" name="f_small_violin_4616">
            <a:extLst>
              <a:ext uri="{FF2B5EF4-FFF2-40B4-BE49-F238E27FC236}">
                <a16:creationId xmlns:a16="http://schemas.microsoft.com/office/drawing/2014/main" id="{99A181BC-5B74-49A7-BEE9-D05A32102D2D}"/>
              </a:ext>
            </a:extLst>
          </p:cNvPr>
          <p:cNvSpPr>
            <a:spLocks noGrp="1"/>
          </p:cNvSpPr>
          <p:nvPr/>
        </p:nvSpPr>
        <p:spPr>
          <a:xfrm>
            <a:off x="208003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" name="f_small_violin_4617">
            <a:extLst>
              <a:ext uri="{FF2B5EF4-FFF2-40B4-BE49-F238E27FC236}">
                <a16:creationId xmlns:a16="http://schemas.microsoft.com/office/drawing/2014/main" id="{FC2B35C5-9884-4B0F-AC8C-8B3A573E1C68}"/>
              </a:ext>
            </a:extLst>
          </p:cNvPr>
          <p:cNvSpPr>
            <a:spLocks noGrp="1"/>
          </p:cNvSpPr>
          <p:nvPr/>
        </p:nvSpPr>
        <p:spPr>
          <a:xfrm>
            <a:off x="25295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" name="f_small_violin_4618">
            <a:extLst>
              <a:ext uri="{FF2B5EF4-FFF2-40B4-BE49-F238E27FC236}">
                <a16:creationId xmlns:a16="http://schemas.microsoft.com/office/drawing/2014/main" id="{F086CF0E-C48B-4EA9-978A-8FC6697C8AEA}"/>
              </a:ext>
            </a:extLst>
          </p:cNvPr>
          <p:cNvSpPr>
            <a:spLocks noGrp="1"/>
          </p:cNvSpPr>
          <p:nvPr/>
        </p:nvSpPr>
        <p:spPr>
          <a:xfrm>
            <a:off x="2151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" name="f_small_violin_4619">
            <a:extLst>
              <a:ext uri="{FF2B5EF4-FFF2-40B4-BE49-F238E27FC236}">
                <a16:creationId xmlns:a16="http://schemas.microsoft.com/office/drawing/2014/main" id="{A1034642-C458-4232-8568-3317378DACEB}"/>
              </a:ext>
            </a:extLst>
          </p:cNvPr>
          <p:cNvSpPr>
            <a:spLocks noGrp="1"/>
          </p:cNvSpPr>
          <p:nvPr/>
        </p:nvSpPr>
        <p:spPr>
          <a:xfrm>
            <a:off x="24407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" name="f_small_violin_4620">
            <a:extLst>
              <a:ext uri="{FF2B5EF4-FFF2-40B4-BE49-F238E27FC236}">
                <a16:creationId xmlns:a16="http://schemas.microsoft.com/office/drawing/2014/main" id="{7582BEF0-EF49-4C64-B304-460B26787DB8}"/>
              </a:ext>
            </a:extLst>
          </p:cNvPr>
          <p:cNvSpPr>
            <a:spLocks noGrp="1"/>
          </p:cNvSpPr>
          <p:nvPr/>
        </p:nvSpPr>
        <p:spPr>
          <a:xfrm>
            <a:off x="21301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" name="f_small_violin_4621">
            <a:extLst>
              <a:ext uri="{FF2B5EF4-FFF2-40B4-BE49-F238E27FC236}">
                <a16:creationId xmlns:a16="http://schemas.microsoft.com/office/drawing/2014/main" id="{9B3B9450-1F91-4CDD-8D52-C6EE0E27CC58}"/>
              </a:ext>
            </a:extLst>
          </p:cNvPr>
          <p:cNvSpPr>
            <a:spLocks noGrp="1"/>
          </p:cNvSpPr>
          <p:nvPr/>
        </p:nvSpPr>
        <p:spPr>
          <a:xfrm>
            <a:off x="2495800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" name="f_small_violin_4622">
            <a:extLst>
              <a:ext uri="{FF2B5EF4-FFF2-40B4-BE49-F238E27FC236}">
                <a16:creationId xmlns:a16="http://schemas.microsoft.com/office/drawing/2014/main" id="{BE9B2B6D-F205-46B6-9E92-7E2113750CB0}"/>
              </a:ext>
            </a:extLst>
          </p:cNvPr>
          <p:cNvSpPr>
            <a:spLocks noGrp="1"/>
          </p:cNvSpPr>
          <p:nvPr/>
        </p:nvSpPr>
        <p:spPr>
          <a:xfrm>
            <a:off x="240800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" name="f_small_violin_4623">
            <a:extLst>
              <a:ext uri="{FF2B5EF4-FFF2-40B4-BE49-F238E27FC236}">
                <a16:creationId xmlns:a16="http://schemas.microsoft.com/office/drawing/2014/main" id="{67E6AD59-86DE-4149-A642-B15C5DF2FBA9}"/>
              </a:ext>
            </a:extLst>
          </p:cNvPr>
          <p:cNvSpPr>
            <a:spLocks noGrp="1"/>
          </p:cNvSpPr>
          <p:nvPr/>
        </p:nvSpPr>
        <p:spPr>
          <a:xfrm>
            <a:off x="24328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9" name="f_small_violin_4624">
            <a:extLst>
              <a:ext uri="{FF2B5EF4-FFF2-40B4-BE49-F238E27FC236}">
                <a16:creationId xmlns:a16="http://schemas.microsoft.com/office/drawing/2014/main" id="{A80E3A4D-00CA-496D-AE05-2376A45F6055}"/>
              </a:ext>
            </a:extLst>
          </p:cNvPr>
          <p:cNvSpPr>
            <a:spLocks noGrp="1"/>
          </p:cNvSpPr>
          <p:nvPr/>
        </p:nvSpPr>
        <p:spPr>
          <a:xfrm>
            <a:off x="235372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0" name="f_small_violin_4625">
            <a:extLst>
              <a:ext uri="{FF2B5EF4-FFF2-40B4-BE49-F238E27FC236}">
                <a16:creationId xmlns:a16="http://schemas.microsoft.com/office/drawing/2014/main" id="{E593EAA6-38CB-441C-ABC9-C481449C20D2}"/>
              </a:ext>
            </a:extLst>
          </p:cNvPr>
          <p:cNvSpPr>
            <a:spLocks noGrp="1"/>
          </p:cNvSpPr>
          <p:nvPr/>
        </p:nvSpPr>
        <p:spPr>
          <a:xfrm>
            <a:off x="21753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1" name="f_small_violin_4626">
            <a:extLst>
              <a:ext uri="{FF2B5EF4-FFF2-40B4-BE49-F238E27FC236}">
                <a16:creationId xmlns:a16="http://schemas.microsoft.com/office/drawing/2014/main" id="{A584A0FF-DC81-4661-A579-7024599D0833}"/>
              </a:ext>
            </a:extLst>
          </p:cNvPr>
          <p:cNvSpPr>
            <a:spLocks noGrp="1"/>
          </p:cNvSpPr>
          <p:nvPr/>
        </p:nvSpPr>
        <p:spPr>
          <a:xfrm>
            <a:off x="22333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2" name="f_small_violin_4627">
            <a:extLst>
              <a:ext uri="{FF2B5EF4-FFF2-40B4-BE49-F238E27FC236}">
                <a16:creationId xmlns:a16="http://schemas.microsoft.com/office/drawing/2014/main" id="{00C3CEBE-39E8-4266-A874-766863637819}"/>
              </a:ext>
            </a:extLst>
          </p:cNvPr>
          <p:cNvSpPr>
            <a:spLocks noGrp="1"/>
          </p:cNvSpPr>
          <p:nvPr/>
        </p:nvSpPr>
        <p:spPr>
          <a:xfrm>
            <a:off x="23431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3" name="f_small_violin_4628">
            <a:extLst>
              <a:ext uri="{FF2B5EF4-FFF2-40B4-BE49-F238E27FC236}">
                <a16:creationId xmlns:a16="http://schemas.microsoft.com/office/drawing/2014/main" id="{BD38743F-75B2-43DC-9DBA-A72F55EEB0F7}"/>
              </a:ext>
            </a:extLst>
          </p:cNvPr>
          <p:cNvSpPr>
            <a:spLocks noGrp="1"/>
          </p:cNvSpPr>
          <p:nvPr/>
        </p:nvSpPr>
        <p:spPr>
          <a:xfrm>
            <a:off x="2187128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4" name="f_small_violin_4629">
            <a:extLst>
              <a:ext uri="{FF2B5EF4-FFF2-40B4-BE49-F238E27FC236}">
                <a16:creationId xmlns:a16="http://schemas.microsoft.com/office/drawing/2014/main" id="{6C073CBF-2AAE-4E5D-BC05-3045D6475A43}"/>
              </a:ext>
            </a:extLst>
          </p:cNvPr>
          <p:cNvSpPr>
            <a:spLocks noGrp="1"/>
          </p:cNvSpPr>
          <p:nvPr/>
        </p:nvSpPr>
        <p:spPr>
          <a:xfrm>
            <a:off x="247695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5" name="f_small_violin_4630">
            <a:extLst>
              <a:ext uri="{FF2B5EF4-FFF2-40B4-BE49-F238E27FC236}">
                <a16:creationId xmlns:a16="http://schemas.microsoft.com/office/drawing/2014/main" id="{1227ED62-B533-4AE4-B2A4-97DA4D7F4281}"/>
              </a:ext>
            </a:extLst>
          </p:cNvPr>
          <p:cNvSpPr>
            <a:spLocks noGrp="1"/>
          </p:cNvSpPr>
          <p:nvPr/>
        </p:nvSpPr>
        <p:spPr>
          <a:xfrm>
            <a:off x="226746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6" name="f_small_violin_4631">
            <a:extLst>
              <a:ext uri="{FF2B5EF4-FFF2-40B4-BE49-F238E27FC236}">
                <a16:creationId xmlns:a16="http://schemas.microsoft.com/office/drawing/2014/main" id="{EAC09791-106F-4932-94EA-235BBCEE28A6}"/>
              </a:ext>
            </a:extLst>
          </p:cNvPr>
          <p:cNvSpPr>
            <a:spLocks noGrp="1"/>
          </p:cNvSpPr>
          <p:nvPr/>
        </p:nvSpPr>
        <p:spPr>
          <a:xfrm>
            <a:off x="23140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7" name="f_small_violin_4632">
            <a:extLst>
              <a:ext uri="{FF2B5EF4-FFF2-40B4-BE49-F238E27FC236}">
                <a16:creationId xmlns:a16="http://schemas.microsoft.com/office/drawing/2014/main" id="{AD796AA1-47E4-45CC-8AA2-AAF722F296A1}"/>
              </a:ext>
            </a:extLst>
          </p:cNvPr>
          <p:cNvSpPr>
            <a:spLocks noGrp="1"/>
          </p:cNvSpPr>
          <p:nvPr/>
        </p:nvSpPr>
        <p:spPr>
          <a:xfrm>
            <a:off x="203382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8" name="f_small_violin_4633">
            <a:extLst>
              <a:ext uri="{FF2B5EF4-FFF2-40B4-BE49-F238E27FC236}">
                <a16:creationId xmlns:a16="http://schemas.microsoft.com/office/drawing/2014/main" id="{40A89B7E-C928-4CDE-A76C-213DCBE92B35}"/>
              </a:ext>
            </a:extLst>
          </p:cNvPr>
          <p:cNvSpPr>
            <a:spLocks noGrp="1"/>
          </p:cNvSpPr>
          <p:nvPr/>
        </p:nvSpPr>
        <p:spPr>
          <a:xfrm>
            <a:off x="219594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69" name="f_small_violin_4634">
            <a:extLst>
              <a:ext uri="{FF2B5EF4-FFF2-40B4-BE49-F238E27FC236}">
                <a16:creationId xmlns:a16="http://schemas.microsoft.com/office/drawing/2014/main" id="{B379661B-DD2D-4F19-AFB0-2A8903000968}"/>
              </a:ext>
            </a:extLst>
          </p:cNvPr>
          <p:cNvSpPr>
            <a:spLocks noGrp="1"/>
          </p:cNvSpPr>
          <p:nvPr/>
        </p:nvSpPr>
        <p:spPr>
          <a:xfrm>
            <a:off x="223327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0" name="f_small_violin_4635">
            <a:extLst>
              <a:ext uri="{FF2B5EF4-FFF2-40B4-BE49-F238E27FC236}">
                <a16:creationId xmlns:a16="http://schemas.microsoft.com/office/drawing/2014/main" id="{806E7355-E0BB-467A-8DE8-A8736952EE7F}"/>
              </a:ext>
            </a:extLst>
          </p:cNvPr>
          <p:cNvSpPr>
            <a:spLocks noGrp="1"/>
          </p:cNvSpPr>
          <p:nvPr/>
        </p:nvSpPr>
        <p:spPr>
          <a:xfrm>
            <a:off x="2132132" y="297650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1" name="f_small_violin_4636">
            <a:extLst>
              <a:ext uri="{FF2B5EF4-FFF2-40B4-BE49-F238E27FC236}">
                <a16:creationId xmlns:a16="http://schemas.microsoft.com/office/drawing/2014/main" id="{3D606EF1-451C-418D-9394-67AB7B9F3F3E}"/>
              </a:ext>
            </a:extLst>
          </p:cNvPr>
          <p:cNvSpPr>
            <a:spLocks noGrp="1"/>
          </p:cNvSpPr>
          <p:nvPr/>
        </p:nvSpPr>
        <p:spPr>
          <a:xfrm>
            <a:off x="210866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2" name="f_small_violin_4637">
            <a:extLst>
              <a:ext uri="{FF2B5EF4-FFF2-40B4-BE49-F238E27FC236}">
                <a16:creationId xmlns:a16="http://schemas.microsoft.com/office/drawing/2014/main" id="{35CE7F8C-4786-4B75-B9FC-7A0047F0A06F}"/>
              </a:ext>
            </a:extLst>
          </p:cNvPr>
          <p:cNvSpPr>
            <a:spLocks noGrp="1"/>
          </p:cNvSpPr>
          <p:nvPr/>
        </p:nvSpPr>
        <p:spPr>
          <a:xfrm>
            <a:off x="2523994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3" name="f_small_violin_4638">
            <a:extLst>
              <a:ext uri="{FF2B5EF4-FFF2-40B4-BE49-F238E27FC236}">
                <a16:creationId xmlns:a16="http://schemas.microsoft.com/office/drawing/2014/main" id="{34A08F13-8DB4-465B-B163-37D329463F2C}"/>
              </a:ext>
            </a:extLst>
          </p:cNvPr>
          <p:cNvSpPr>
            <a:spLocks noGrp="1"/>
          </p:cNvSpPr>
          <p:nvPr/>
        </p:nvSpPr>
        <p:spPr>
          <a:xfrm>
            <a:off x="20684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4" name="f_small_violin_4639">
            <a:extLst>
              <a:ext uri="{FF2B5EF4-FFF2-40B4-BE49-F238E27FC236}">
                <a16:creationId xmlns:a16="http://schemas.microsoft.com/office/drawing/2014/main" id="{C5DEAC8C-BD08-44EF-A34F-817311B99E9C}"/>
              </a:ext>
            </a:extLst>
          </p:cNvPr>
          <p:cNvSpPr>
            <a:spLocks noGrp="1"/>
          </p:cNvSpPr>
          <p:nvPr/>
        </p:nvSpPr>
        <p:spPr>
          <a:xfrm>
            <a:off x="2073924" y="398560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5" name="f_small_violin_4640">
            <a:extLst>
              <a:ext uri="{FF2B5EF4-FFF2-40B4-BE49-F238E27FC236}">
                <a16:creationId xmlns:a16="http://schemas.microsoft.com/office/drawing/2014/main" id="{F3E8553D-A3E5-4553-B227-C295B99CF691}"/>
              </a:ext>
            </a:extLst>
          </p:cNvPr>
          <p:cNvSpPr>
            <a:spLocks noGrp="1"/>
          </p:cNvSpPr>
          <p:nvPr/>
        </p:nvSpPr>
        <p:spPr>
          <a:xfrm>
            <a:off x="2419922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6" name="f_small_violin_4641">
            <a:extLst>
              <a:ext uri="{FF2B5EF4-FFF2-40B4-BE49-F238E27FC236}">
                <a16:creationId xmlns:a16="http://schemas.microsoft.com/office/drawing/2014/main" id="{EE12A747-41F5-47E4-8486-737DF62A2A3E}"/>
              </a:ext>
            </a:extLst>
          </p:cNvPr>
          <p:cNvSpPr>
            <a:spLocks noGrp="1"/>
          </p:cNvSpPr>
          <p:nvPr/>
        </p:nvSpPr>
        <p:spPr>
          <a:xfrm>
            <a:off x="20672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7" name="f_small_violin_4642">
            <a:extLst>
              <a:ext uri="{FF2B5EF4-FFF2-40B4-BE49-F238E27FC236}">
                <a16:creationId xmlns:a16="http://schemas.microsoft.com/office/drawing/2014/main" id="{D1E9AEC8-A729-428F-8892-91FB62156057}"/>
              </a:ext>
            </a:extLst>
          </p:cNvPr>
          <p:cNvSpPr>
            <a:spLocks noGrp="1"/>
          </p:cNvSpPr>
          <p:nvPr/>
        </p:nvSpPr>
        <p:spPr>
          <a:xfrm>
            <a:off x="23777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8" name="f_small_violin_4643">
            <a:extLst>
              <a:ext uri="{FF2B5EF4-FFF2-40B4-BE49-F238E27FC236}">
                <a16:creationId xmlns:a16="http://schemas.microsoft.com/office/drawing/2014/main" id="{9E0FD752-2E4E-407B-8B5E-5BBC5E932A68}"/>
              </a:ext>
            </a:extLst>
          </p:cNvPr>
          <p:cNvSpPr>
            <a:spLocks noGrp="1"/>
          </p:cNvSpPr>
          <p:nvPr/>
        </p:nvSpPr>
        <p:spPr>
          <a:xfrm>
            <a:off x="20467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79" name="f_small_violin_4644">
            <a:extLst>
              <a:ext uri="{FF2B5EF4-FFF2-40B4-BE49-F238E27FC236}">
                <a16:creationId xmlns:a16="http://schemas.microsoft.com/office/drawing/2014/main" id="{4409216F-B70E-4E1F-B501-8A1CA946E811}"/>
              </a:ext>
            </a:extLst>
          </p:cNvPr>
          <p:cNvSpPr>
            <a:spLocks noGrp="1"/>
          </p:cNvSpPr>
          <p:nvPr/>
        </p:nvSpPr>
        <p:spPr>
          <a:xfrm>
            <a:off x="235068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0" name="f_small_violin_4645">
            <a:extLst>
              <a:ext uri="{FF2B5EF4-FFF2-40B4-BE49-F238E27FC236}">
                <a16:creationId xmlns:a16="http://schemas.microsoft.com/office/drawing/2014/main" id="{EE067C1A-1D7C-451B-9707-6250204458B7}"/>
              </a:ext>
            </a:extLst>
          </p:cNvPr>
          <p:cNvSpPr>
            <a:spLocks noGrp="1"/>
          </p:cNvSpPr>
          <p:nvPr/>
        </p:nvSpPr>
        <p:spPr>
          <a:xfrm>
            <a:off x="2328185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1" name="f_small_violin_4646">
            <a:extLst>
              <a:ext uri="{FF2B5EF4-FFF2-40B4-BE49-F238E27FC236}">
                <a16:creationId xmlns:a16="http://schemas.microsoft.com/office/drawing/2014/main" id="{C4920732-BB6E-4D49-82FC-48637A42D5D8}"/>
              </a:ext>
            </a:extLst>
          </p:cNvPr>
          <p:cNvSpPr>
            <a:spLocks noGrp="1"/>
          </p:cNvSpPr>
          <p:nvPr/>
        </p:nvSpPr>
        <p:spPr>
          <a:xfrm>
            <a:off x="2434228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2" name="f_small_violin_4647">
            <a:extLst>
              <a:ext uri="{FF2B5EF4-FFF2-40B4-BE49-F238E27FC236}">
                <a16:creationId xmlns:a16="http://schemas.microsoft.com/office/drawing/2014/main" id="{2ABB4237-AD41-411F-93CE-5898C6C421C9}"/>
              </a:ext>
            </a:extLst>
          </p:cNvPr>
          <p:cNvSpPr>
            <a:spLocks noGrp="1"/>
          </p:cNvSpPr>
          <p:nvPr/>
        </p:nvSpPr>
        <p:spPr>
          <a:xfrm>
            <a:off x="227819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3" name="f_small_violin_4648">
            <a:extLst>
              <a:ext uri="{FF2B5EF4-FFF2-40B4-BE49-F238E27FC236}">
                <a16:creationId xmlns:a16="http://schemas.microsoft.com/office/drawing/2014/main" id="{E2A28A56-D361-4EC7-A175-1312EF95B475}"/>
              </a:ext>
            </a:extLst>
          </p:cNvPr>
          <p:cNvSpPr>
            <a:spLocks noGrp="1"/>
          </p:cNvSpPr>
          <p:nvPr/>
        </p:nvSpPr>
        <p:spPr>
          <a:xfrm>
            <a:off x="2112473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4" name="f_small_violin_4649">
            <a:extLst>
              <a:ext uri="{FF2B5EF4-FFF2-40B4-BE49-F238E27FC236}">
                <a16:creationId xmlns:a16="http://schemas.microsoft.com/office/drawing/2014/main" id="{0F5FD3A0-3215-4EAD-9D6D-AFB2B1B75B71}"/>
              </a:ext>
            </a:extLst>
          </p:cNvPr>
          <p:cNvSpPr>
            <a:spLocks noGrp="1"/>
          </p:cNvSpPr>
          <p:nvPr/>
        </p:nvSpPr>
        <p:spPr>
          <a:xfrm>
            <a:off x="2499587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5" name="f_small_violin_4650">
            <a:extLst>
              <a:ext uri="{FF2B5EF4-FFF2-40B4-BE49-F238E27FC236}">
                <a16:creationId xmlns:a16="http://schemas.microsoft.com/office/drawing/2014/main" id="{7FB68876-F155-424C-9306-2E511FCD8915}"/>
              </a:ext>
            </a:extLst>
          </p:cNvPr>
          <p:cNvSpPr>
            <a:spLocks noGrp="1"/>
          </p:cNvSpPr>
          <p:nvPr/>
        </p:nvSpPr>
        <p:spPr>
          <a:xfrm>
            <a:off x="20577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6" name="f_small_violin_4651">
            <a:extLst>
              <a:ext uri="{FF2B5EF4-FFF2-40B4-BE49-F238E27FC236}">
                <a16:creationId xmlns:a16="http://schemas.microsoft.com/office/drawing/2014/main" id="{B95588B3-5451-4483-944C-D8B2369817FC}"/>
              </a:ext>
            </a:extLst>
          </p:cNvPr>
          <p:cNvSpPr>
            <a:spLocks noGrp="1"/>
          </p:cNvSpPr>
          <p:nvPr/>
        </p:nvSpPr>
        <p:spPr>
          <a:xfrm>
            <a:off x="243504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7" name="f_small_violin_4652">
            <a:extLst>
              <a:ext uri="{FF2B5EF4-FFF2-40B4-BE49-F238E27FC236}">
                <a16:creationId xmlns:a16="http://schemas.microsoft.com/office/drawing/2014/main" id="{2BB94DBE-42C6-4855-B27C-86937AD9FF38}"/>
              </a:ext>
            </a:extLst>
          </p:cNvPr>
          <p:cNvSpPr>
            <a:spLocks noGrp="1"/>
          </p:cNvSpPr>
          <p:nvPr/>
        </p:nvSpPr>
        <p:spPr>
          <a:xfrm>
            <a:off x="204117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8" name="f_small_violin_4653">
            <a:extLst>
              <a:ext uri="{FF2B5EF4-FFF2-40B4-BE49-F238E27FC236}">
                <a16:creationId xmlns:a16="http://schemas.microsoft.com/office/drawing/2014/main" id="{BAE32A26-953A-4FD0-A257-CFE22ADD5EBD}"/>
              </a:ext>
            </a:extLst>
          </p:cNvPr>
          <p:cNvSpPr>
            <a:spLocks noGrp="1"/>
          </p:cNvSpPr>
          <p:nvPr/>
        </p:nvSpPr>
        <p:spPr>
          <a:xfrm>
            <a:off x="2325154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89" name="f_small_violin_4654">
            <a:extLst>
              <a:ext uri="{FF2B5EF4-FFF2-40B4-BE49-F238E27FC236}">
                <a16:creationId xmlns:a16="http://schemas.microsoft.com/office/drawing/2014/main" id="{77328E7E-9088-40B3-8E4C-D04DFE76438F}"/>
              </a:ext>
            </a:extLst>
          </p:cNvPr>
          <p:cNvSpPr>
            <a:spLocks noGrp="1"/>
          </p:cNvSpPr>
          <p:nvPr/>
        </p:nvSpPr>
        <p:spPr>
          <a:xfrm>
            <a:off x="20534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0" name="f_small_violin_4655">
            <a:extLst>
              <a:ext uri="{FF2B5EF4-FFF2-40B4-BE49-F238E27FC236}">
                <a16:creationId xmlns:a16="http://schemas.microsoft.com/office/drawing/2014/main" id="{A6ED0438-85A5-4D1E-B4F6-DAB2A246DA41}"/>
              </a:ext>
            </a:extLst>
          </p:cNvPr>
          <p:cNvSpPr>
            <a:spLocks noGrp="1"/>
          </p:cNvSpPr>
          <p:nvPr/>
        </p:nvSpPr>
        <p:spPr>
          <a:xfrm>
            <a:off x="2436847" y="4497473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1" name="f_small_violin_4656">
            <a:extLst>
              <a:ext uri="{FF2B5EF4-FFF2-40B4-BE49-F238E27FC236}">
                <a16:creationId xmlns:a16="http://schemas.microsoft.com/office/drawing/2014/main" id="{692434B9-FFCE-4898-AB0B-03FE9C96920E}"/>
              </a:ext>
            </a:extLst>
          </p:cNvPr>
          <p:cNvSpPr>
            <a:spLocks noGrp="1"/>
          </p:cNvSpPr>
          <p:nvPr/>
        </p:nvSpPr>
        <p:spPr>
          <a:xfrm>
            <a:off x="24632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2" name="f_small_violin_4657">
            <a:extLst>
              <a:ext uri="{FF2B5EF4-FFF2-40B4-BE49-F238E27FC236}">
                <a16:creationId xmlns:a16="http://schemas.microsoft.com/office/drawing/2014/main" id="{E9262C63-7DE7-4870-B1F1-EE8CCF895F9B}"/>
              </a:ext>
            </a:extLst>
          </p:cNvPr>
          <p:cNvSpPr>
            <a:spLocks noGrp="1"/>
          </p:cNvSpPr>
          <p:nvPr/>
        </p:nvSpPr>
        <p:spPr>
          <a:xfrm>
            <a:off x="235808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3" name="f_small_violin_4658">
            <a:extLst>
              <a:ext uri="{FF2B5EF4-FFF2-40B4-BE49-F238E27FC236}">
                <a16:creationId xmlns:a16="http://schemas.microsoft.com/office/drawing/2014/main" id="{3F6E7B13-87F8-458D-BBAF-D84452A82CCF}"/>
              </a:ext>
            </a:extLst>
          </p:cNvPr>
          <p:cNvSpPr>
            <a:spLocks noGrp="1"/>
          </p:cNvSpPr>
          <p:nvPr/>
        </p:nvSpPr>
        <p:spPr>
          <a:xfrm>
            <a:off x="216264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4" name="f_small_violin_4659">
            <a:extLst>
              <a:ext uri="{FF2B5EF4-FFF2-40B4-BE49-F238E27FC236}">
                <a16:creationId xmlns:a16="http://schemas.microsoft.com/office/drawing/2014/main" id="{91BB0760-BABF-4093-BCA8-47881EB9E82C}"/>
              </a:ext>
            </a:extLst>
          </p:cNvPr>
          <p:cNvSpPr>
            <a:spLocks noGrp="1"/>
          </p:cNvSpPr>
          <p:nvPr/>
        </p:nvSpPr>
        <p:spPr>
          <a:xfrm>
            <a:off x="252051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5" name="f_small_violin_4660">
            <a:extLst>
              <a:ext uri="{FF2B5EF4-FFF2-40B4-BE49-F238E27FC236}">
                <a16:creationId xmlns:a16="http://schemas.microsoft.com/office/drawing/2014/main" id="{913B2533-0D13-4877-B64C-5B8BE3B663EF}"/>
              </a:ext>
            </a:extLst>
          </p:cNvPr>
          <p:cNvSpPr>
            <a:spLocks noGrp="1"/>
          </p:cNvSpPr>
          <p:nvPr/>
        </p:nvSpPr>
        <p:spPr>
          <a:xfrm>
            <a:off x="2420635" y="341986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6" name="f_small_violin_4661">
            <a:extLst>
              <a:ext uri="{FF2B5EF4-FFF2-40B4-BE49-F238E27FC236}">
                <a16:creationId xmlns:a16="http://schemas.microsoft.com/office/drawing/2014/main" id="{F9924E02-9C60-4E70-8BB8-21485C6252D8}"/>
              </a:ext>
            </a:extLst>
          </p:cNvPr>
          <p:cNvSpPr>
            <a:spLocks noGrp="1"/>
          </p:cNvSpPr>
          <p:nvPr/>
        </p:nvSpPr>
        <p:spPr>
          <a:xfrm>
            <a:off x="227693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7" name="f_small_violin_4662">
            <a:extLst>
              <a:ext uri="{FF2B5EF4-FFF2-40B4-BE49-F238E27FC236}">
                <a16:creationId xmlns:a16="http://schemas.microsoft.com/office/drawing/2014/main" id="{5DE922E0-0D85-4630-82B5-EE421C27EEA8}"/>
              </a:ext>
            </a:extLst>
          </p:cNvPr>
          <p:cNvSpPr>
            <a:spLocks noGrp="1"/>
          </p:cNvSpPr>
          <p:nvPr/>
        </p:nvSpPr>
        <p:spPr>
          <a:xfrm>
            <a:off x="252029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8" name="f_small_violin_4663">
            <a:extLst>
              <a:ext uri="{FF2B5EF4-FFF2-40B4-BE49-F238E27FC236}">
                <a16:creationId xmlns:a16="http://schemas.microsoft.com/office/drawing/2014/main" id="{918E27EC-23DA-4BE3-93C7-3C39701C802D}"/>
              </a:ext>
            </a:extLst>
          </p:cNvPr>
          <p:cNvSpPr>
            <a:spLocks noGrp="1"/>
          </p:cNvSpPr>
          <p:nvPr/>
        </p:nvSpPr>
        <p:spPr>
          <a:xfrm>
            <a:off x="2313686" y="539835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99" name="f_small_violin_4664">
            <a:extLst>
              <a:ext uri="{FF2B5EF4-FFF2-40B4-BE49-F238E27FC236}">
                <a16:creationId xmlns:a16="http://schemas.microsoft.com/office/drawing/2014/main" id="{9E3F0293-EC08-47AC-92F4-1FA35EE54B33}"/>
              </a:ext>
            </a:extLst>
          </p:cNvPr>
          <p:cNvSpPr>
            <a:spLocks noGrp="1"/>
          </p:cNvSpPr>
          <p:nvPr/>
        </p:nvSpPr>
        <p:spPr>
          <a:xfrm>
            <a:off x="222576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0" name="f_small_violin_4665">
            <a:extLst>
              <a:ext uri="{FF2B5EF4-FFF2-40B4-BE49-F238E27FC236}">
                <a16:creationId xmlns:a16="http://schemas.microsoft.com/office/drawing/2014/main" id="{EFE14FD0-C6F6-48EC-84A9-D4319D73C57F}"/>
              </a:ext>
            </a:extLst>
          </p:cNvPr>
          <p:cNvSpPr>
            <a:spLocks noGrp="1"/>
          </p:cNvSpPr>
          <p:nvPr/>
        </p:nvSpPr>
        <p:spPr>
          <a:xfrm>
            <a:off x="2327859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1" name="f_small_violin_4666">
            <a:extLst>
              <a:ext uri="{FF2B5EF4-FFF2-40B4-BE49-F238E27FC236}">
                <a16:creationId xmlns:a16="http://schemas.microsoft.com/office/drawing/2014/main" id="{099FA51C-FAC7-4287-93CA-9CA980A0B7C5}"/>
              </a:ext>
            </a:extLst>
          </p:cNvPr>
          <p:cNvSpPr>
            <a:spLocks noGrp="1"/>
          </p:cNvSpPr>
          <p:nvPr/>
        </p:nvSpPr>
        <p:spPr>
          <a:xfrm>
            <a:off x="20921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2" name="f_small_violin_4667">
            <a:extLst>
              <a:ext uri="{FF2B5EF4-FFF2-40B4-BE49-F238E27FC236}">
                <a16:creationId xmlns:a16="http://schemas.microsoft.com/office/drawing/2014/main" id="{0A941B97-DF5A-4929-BB63-59156BF2163A}"/>
              </a:ext>
            </a:extLst>
          </p:cNvPr>
          <p:cNvSpPr>
            <a:spLocks noGrp="1"/>
          </p:cNvSpPr>
          <p:nvPr/>
        </p:nvSpPr>
        <p:spPr>
          <a:xfrm>
            <a:off x="2157707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3" name="f_small_violin_4668">
            <a:extLst>
              <a:ext uri="{FF2B5EF4-FFF2-40B4-BE49-F238E27FC236}">
                <a16:creationId xmlns:a16="http://schemas.microsoft.com/office/drawing/2014/main" id="{69E7D0DE-4870-41F0-A970-1DEEB4631907}"/>
              </a:ext>
            </a:extLst>
          </p:cNvPr>
          <p:cNvSpPr>
            <a:spLocks noGrp="1"/>
          </p:cNvSpPr>
          <p:nvPr/>
        </p:nvSpPr>
        <p:spPr>
          <a:xfrm>
            <a:off x="252083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4" name="f_small_violin_4669">
            <a:extLst>
              <a:ext uri="{FF2B5EF4-FFF2-40B4-BE49-F238E27FC236}">
                <a16:creationId xmlns:a16="http://schemas.microsoft.com/office/drawing/2014/main" id="{0DEAF8BF-7452-435C-B0A9-C4484BF32102}"/>
              </a:ext>
            </a:extLst>
          </p:cNvPr>
          <p:cNvSpPr>
            <a:spLocks noGrp="1"/>
          </p:cNvSpPr>
          <p:nvPr/>
        </p:nvSpPr>
        <p:spPr>
          <a:xfrm>
            <a:off x="215152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5" name="f_small_violin_4670">
            <a:extLst>
              <a:ext uri="{FF2B5EF4-FFF2-40B4-BE49-F238E27FC236}">
                <a16:creationId xmlns:a16="http://schemas.microsoft.com/office/drawing/2014/main" id="{774E21E1-B1F3-4323-8DCF-598335144F13}"/>
              </a:ext>
            </a:extLst>
          </p:cNvPr>
          <p:cNvSpPr>
            <a:spLocks noGrp="1"/>
          </p:cNvSpPr>
          <p:nvPr/>
        </p:nvSpPr>
        <p:spPr>
          <a:xfrm>
            <a:off x="2291772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6" name="f_small_violin_4671">
            <a:extLst>
              <a:ext uri="{FF2B5EF4-FFF2-40B4-BE49-F238E27FC236}">
                <a16:creationId xmlns:a16="http://schemas.microsoft.com/office/drawing/2014/main" id="{3FA74525-F23D-4279-9386-747673BC5056}"/>
              </a:ext>
            </a:extLst>
          </p:cNvPr>
          <p:cNvSpPr>
            <a:spLocks noGrp="1"/>
          </p:cNvSpPr>
          <p:nvPr/>
        </p:nvSpPr>
        <p:spPr>
          <a:xfrm>
            <a:off x="240326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7" name="f_small_violin_4672">
            <a:extLst>
              <a:ext uri="{FF2B5EF4-FFF2-40B4-BE49-F238E27FC236}">
                <a16:creationId xmlns:a16="http://schemas.microsoft.com/office/drawing/2014/main" id="{7765E234-E040-473F-A2F7-AA361418A0C7}"/>
              </a:ext>
            </a:extLst>
          </p:cNvPr>
          <p:cNvSpPr>
            <a:spLocks noGrp="1"/>
          </p:cNvSpPr>
          <p:nvPr/>
        </p:nvSpPr>
        <p:spPr>
          <a:xfrm>
            <a:off x="22327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8" name="f_small_violin_4673">
            <a:extLst>
              <a:ext uri="{FF2B5EF4-FFF2-40B4-BE49-F238E27FC236}">
                <a16:creationId xmlns:a16="http://schemas.microsoft.com/office/drawing/2014/main" id="{980FE669-2E25-4443-A8FC-DF6B97F58E28}"/>
              </a:ext>
            </a:extLst>
          </p:cNvPr>
          <p:cNvSpPr>
            <a:spLocks noGrp="1"/>
          </p:cNvSpPr>
          <p:nvPr/>
        </p:nvSpPr>
        <p:spPr>
          <a:xfrm>
            <a:off x="230333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09" name="f_small_violin_4674">
            <a:extLst>
              <a:ext uri="{FF2B5EF4-FFF2-40B4-BE49-F238E27FC236}">
                <a16:creationId xmlns:a16="http://schemas.microsoft.com/office/drawing/2014/main" id="{4095AD62-E6CA-4303-8F4B-483DD595907F}"/>
              </a:ext>
            </a:extLst>
          </p:cNvPr>
          <p:cNvSpPr>
            <a:spLocks noGrp="1"/>
          </p:cNvSpPr>
          <p:nvPr/>
        </p:nvSpPr>
        <p:spPr>
          <a:xfrm>
            <a:off x="2348653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0" name="f_small_violin_4675">
            <a:extLst>
              <a:ext uri="{FF2B5EF4-FFF2-40B4-BE49-F238E27FC236}">
                <a16:creationId xmlns:a16="http://schemas.microsoft.com/office/drawing/2014/main" id="{0DD268EB-4A55-4F06-BAE0-29F0810DD91A}"/>
              </a:ext>
            </a:extLst>
          </p:cNvPr>
          <p:cNvSpPr>
            <a:spLocks noGrp="1"/>
          </p:cNvSpPr>
          <p:nvPr/>
        </p:nvSpPr>
        <p:spPr>
          <a:xfrm>
            <a:off x="2908729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97300" y="3685436"/>
                </a:moveTo>
                <a:lnTo>
                  <a:pt x="185295" y="3685436"/>
                </a:lnTo>
                <a:lnTo>
                  <a:pt x="187619" y="3662402"/>
                </a:lnTo>
                <a:lnTo>
                  <a:pt x="194431" y="3639368"/>
                </a:lnTo>
                <a:lnTo>
                  <a:pt x="205269" y="3616334"/>
                </a:lnTo>
                <a:lnTo>
                  <a:pt x="219422" y="3593300"/>
                </a:lnTo>
                <a:lnTo>
                  <a:pt x="236003" y="3570266"/>
                </a:lnTo>
                <a:lnTo>
                  <a:pt x="254041" y="3547232"/>
                </a:lnTo>
                <a:lnTo>
                  <a:pt x="272574" y="3524198"/>
                </a:lnTo>
                <a:lnTo>
                  <a:pt x="290729" y="3501164"/>
                </a:lnTo>
                <a:lnTo>
                  <a:pt x="307784" y="3478130"/>
                </a:lnTo>
                <a:lnTo>
                  <a:pt x="323206" y="3455096"/>
                </a:lnTo>
                <a:lnTo>
                  <a:pt x="336662" y="3432062"/>
                </a:lnTo>
                <a:lnTo>
                  <a:pt x="348007" y="3409028"/>
                </a:lnTo>
                <a:lnTo>
                  <a:pt x="357260" y="3385994"/>
                </a:lnTo>
                <a:lnTo>
                  <a:pt x="364563" y="3362960"/>
                </a:lnTo>
                <a:lnTo>
                  <a:pt x="370142" y="3339926"/>
                </a:lnTo>
                <a:lnTo>
                  <a:pt x="374264" y="3316892"/>
                </a:lnTo>
                <a:lnTo>
                  <a:pt x="377210" y="3293858"/>
                </a:lnTo>
                <a:lnTo>
                  <a:pt x="379244" y="3270824"/>
                </a:lnTo>
                <a:lnTo>
                  <a:pt x="380598" y="3247790"/>
                </a:lnTo>
                <a:lnTo>
                  <a:pt x="381468" y="3224756"/>
                </a:lnTo>
                <a:lnTo>
                  <a:pt x="382006" y="3201722"/>
                </a:lnTo>
                <a:lnTo>
                  <a:pt x="382323" y="3178688"/>
                </a:lnTo>
                <a:lnTo>
                  <a:pt x="382497" y="3155654"/>
                </a:lnTo>
                <a:lnTo>
                  <a:pt x="382574" y="3132620"/>
                </a:lnTo>
                <a:lnTo>
                  <a:pt x="382579" y="3109586"/>
                </a:lnTo>
                <a:lnTo>
                  <a:pt x="382516" y="3086552"/>
                </a:lnTo>
                <a:lnTo>
                  <a:pt x="382380" y="3063518"/>
                </a:lnTo>
                <a:lnTo>
                  <a:pt x="382155" y="3040485"/>
                </a:lnTo>
                <a:lnTo>
                  <a:pt x="381826" y="3017451"/>
                </a:lnTo>
                <a:lnTo>
                  <a:pt x="381379" y="2994417"/>
                </a:lnTo>
                <a:lnTo>
                  <a:pt x="380805" y="2971383"/>
                </a:lnTo>
                <a:lnTo>
                  <a:pt x="380107" y="2948349"/>
                </a:lnTo>
                <a:lnTo>
                  <a:pt x="379297" y="2925315"/>
                </a:lnTo>
                <a:lnTo>
                  <a:pt x="378400" y="2902281"/>
                </a:lnTo>
                <a:lnTo>
                  <a:pt x="377452" y="2879247"/>
                </a:lnTo>
                <a:lnTo>
                  <a:pt x="376491" y="2856213"/>
                </a:lnTo>
                <a:lnTo>
                  <a:pt x="375559" y="2833179"/>
                </a:lnTo>
                <a:lnTo>
                  <a:pt x="374690" y="2810145"/>
                </a:lnTo>
                <a:lnTo>
                  <a:pt x="373907" y="2787111"/>
                </a:lnTo>
                <a:lnTo>
                  <a:pt x="373218" y="2764077"/>
                </a:lnTo>
                <a:lnTo>
                  <a:pt x="372613" y="2741043"/>
                </a:lnTo>
                <a:lnTo>
                  <a:pt x="372065" y="2718009"/>
                </a:lnTo>
                <a:lnTo>
                  <a:pt x="371537" y="2694975"/>
                </a:lnTo>
                <a:lnTo>
                  <a:pt x="370990" y="2671941"/>
                </a:lnTo>
                <a:lnTo>
                  <a:pt x="370385" y="2648907"/>
                </a:lnTo>
                <a:lnTo>
                  <a:pt x="369699" y="2625873"/>
                </a:lnTo>
                <a:lnTo>
                  <a:pt x="368929" y="2602839"/>
                </a:lnTo>
                <a:lnTo>
                  <a:pt x="368094" y="2579805"/>
                </a:lnTo>
                <a:lnTo>
                  <a:pt x="367239" y="2556771"/>
                </a:lnTo>
                <a:lnTo>
                  <a:pt x="366426" y="2533737"/>
                </a:lnTo>
                <a:lnTo>
                  <a:pt x="365731" y="2510703"/>
                </a:lnTo>
                <a:lnTo>
                  <a:pt x="365230" y="2487669"/>
                </a:lnTo>
                <a:lnTo>
                  <a:pt x="364994" y="2464635"/>
                </a:lnTo>
                <a:lnTo>
                  <a:pt x="365070" y="2441601"/>
                </a:lnTo>
                <a:lnTo>
                  <a:pt x="365484" y="2418567"/>
                </a:lnTo>
                <a:lnTo>
                  <a:pt x="366230" y="2395533"/>
                </a:lnTo>
                <a:lnTo>
                  <a:pt x="367272" y="2372499"/>
                </a:lnTo>
                <a:lnTo>
                  <a:pt x="368548" y="2349465"/>
                </a:lnTo>
                <a:lnTo>
                  <a:pt x="369977" y="2326431"/>
                </a:lnTo>
                <a:lnTo>
                  <a:pt x="371462" y="2303397"/>
                </a:lnTo>
                <a:lnTo>
                  <a:pt x="372901" y="2280363"/>
                </a:lnTo>
                <a:lnTo>
                  <a:pt x="374192" y="2257329"/>
                </a:lnTo>
                <a:lnTo>
                  <a:pt x="375239" y="2234295"/>
                </a:lnTo>
                <a:lnTo>
                  <a:pt x="375952" y="2211261"/>
                </a:lnTo>
                <a:lnTo>
                  <a:pt x="376250" y="2188228"/>
                </a:lnTo>
                <a:lnTo>
                  <a:pt x="376063" y="2165194"/>
                </a:lnTo>
                <a:lnTo>
                  <a:pt x="375331" y="2142160"/>
                </a:lnTo>
                <a:lnTo>
                  <a:pt x="374012" y="2119126"/>
                </a:lnTo>
                <a:lnTo>
                  <a:pt x="372082" y="2096092"/>
                </a:lnTo>
                <a:lnTo>
                  <a:pt x="369543" y="2073058"/>
                </a:lnTo>
                <a:lnTo>
                  <a:pt x="366430" y="2050024"/>
                </a:lnTo>
                <a:lnTo>
                  <a:pt x="362817" y="2026990"/>
                </a:lnTo>
                <a:lnTo>
                  <a:pt x="358819" y="2003956"/>
                </a:lnTo>
                <a:lnTo>
                  <a:pt x="354593" y="1980922"/>
                </a:lnTo>
                <a:lnTo>
                  <a:pt x="350326" y="1957888"/>
                </a:lnTo>
                <a:lnTo>
                  <a:pt x="346230" y="1934854"/>
                </a:lnTo>
                <a:lnTo>
                  <a:pt x="342519" y="1911820"/>
                </a:lnTo>
                <a:lnTo>
                  <a:pt x="339394" y="1888786"/>
                </a:lnTo>
                <a:lnTo>
                  <a:pt x="337022" y="1865752"/>
                </a:lnTo>
                <a:lnTo>
                  <a:pt x="335520" y="1842718"/>
                </a:lnTo>
                <a:lnTo>
                  <a:pt x="334945" y="1819684"/>
                </a:lnTo>
                <a:lnTo>
                  <a:pt x="335289" y="1796650"/>
                </a:lnTo>
                <a:lnTo>
                  <a:pt x="336484" y="1773616"/>
                </a:lnTo>
                <a:lnTo>
                  <a:pt x="338412" y="1750582"/>
                </a:lnTo>
                <a:lnTo>
                  <a:pt x="340924" y="1727548"/>
                </a:lnTo>
                <a:lnTo>
                  <a:pt x="343852" y="1704514"/>
                </a:lnTo>
                <a:lnTo>
                  <a:pt x="347028" y="1681480"/>
                </a:lnTo>
                <a:lnTo>
                  <a:pt x="350302" y="1658446"/>
                </a:lnTo>
                <a:lnTo>
                  <a:pt x="353543" y="1635412"/>
                </a:lnTo>
                <a:lnTo>
                  <a:pt x="356647" y="1612378"/>
                </a:lnTo>
                <a:lnTo>
                  <a:pt x="359538" y="1589344"/>
                </a:lnTo>
                <a:lnTo>
                  <a:pt x="362156" y="1566310"/>
                </a:lnTo>
                <a:lnTo>
                  <a:pt x="364459" y="1543276"/>
                </a:lnTo>
                <a:lnTo>
                  <a:pt x="366413" y="1520242"/>
                </a:lnTo>
                <a:lnTo>
                  <a:pt x="367991" y="1497208"/>
                </a:lnTo>
                <a:lnTo>
                  <a:pt x="369174" y="1474174"/>
                </a:lnTo>
                <a:lnTo>
                  <a:pt x="369950" y="1451140"/>
                </a:lnTo>
                <a:lnTo>
                  <a:pt x="370322" y="1428106"/>
                </a:lnTo>
                <a:lnTo>
                  <a:pt x="370310" y="1405072"/>
                </a:lnTo>
                <a:lnTo>
                  <a:pt x="369957" y="1382038"/>
                </a:lnTo>
                <a:lnTo>
                  <a:pt x="369330" y="1359004"/>
                </a:lnTo>
                <a:lnTo>
                  <a:pt x="368518" y="1335970"/>
                </a:lnTo>
                <a:lnTo>
                  <a:pt x="367625" y="1312937"/>
                </a:lnTo>
                <a:lnTo>
                  <a:pt x="366763" y="1289903"/>
                </a:lnTo>
                <a:lnTo>
                  <a:pt x="366041" y="1266869"/>
                </a:lnTo>
                <a:lnTo>
                  <a:pt x="365557" y="1243835"/>
                </a:lnTo>
                <a:lnTo>
                  <a:pt x="365380" y="1220801"/>
                </a:lnTo>
                <a:lnTo>
                  <a:pt x="365553" y="1197767"/>
                </a:lnTo>
                <a:lnTo>
                  <a:pt x="366082" y="1174733"/>
                </a:lnTo>
                <a:lnTo>
                  <a:pt x="366939" y="1151699"/>
                </a:lnTo>
                <a:lnTo>
                  <a:pt x="368071" y="1128665"/>
                </a:lnTo>
                <a:lnTo>
                  <a:pt x="369402" y="1105631"/>
                </a:lnTo>
                <a:lnTo>
                  <a:pt x="370846" y="1082597"/>
                </a:lnTo>
                <a:lnTo>
                  <a:pt x="372319" y="1059563"/>
                </a:lnTo>
                <a:lnTo>
                  <a:pt x="373747" y="1036529"/>
                </a:lnTo>
                <a:lnTo>
                  <a:pt x="375071" y="1013495"/>
                </a:lnTo>
                <a:lnTo>
                  <a:pt x="376254" y="990461"/>
                </a:lnTo>
                <a:lnTo>
                  <a:pt x="377282" y="967427"/>
                </a:lnTo>
                <a:lnTo>
                  <a:pt x="378161" y="944393"/>
                </a:lnTo>
                <a:lnTo>
                  <a:pt x="378912" y="921359"/>
                </a:lnTo>
                <a:lnTo>
                  <a:pt x="379568" y="898325"/>
                </a:lnTo>
                <a:lnTo>
                  <a:pt x="380167" y="875291"/>
                </a:lnTo>
                <a:lnTo>
                  <a:pt x="380745" y="852257"/>
                </a:lnTo>
                <a:lnTo>
                  <a:pt x="381333" y="829223"/>
                </a:lnTo>
                <a:lnTo>
                  <a:pt x="381953" y="806189"/>
                </a:lnTo>
                <a:lnTo>
                  <a:pt x="382618" y="783155"/>
                </a:lnTo>
                <a:lnTo>
                  <a:pt x="383327" y="760121"/>
                </a:lnTo>
                <a:lnTo>
                  <a:pt x="384072" y="737087"/>
                </a:lnTo>
                <a:lnTo>
                  <a:pt x="384836" y="714053"/>
                </a:lnTo>
                <a:lnTo>
                  <a:pt x="385595" y="691019"/>
                </a:lnTo>
                <a:lnTo>
                  <a:pt x="386322" y="667985"/>
                </a:lnTo>
                <a:lnTo>
                  <a:pt x="386986" y="644951"/>
                </a:lnTo>
                <a:lnTo>
                  <a:pt x="387554" y="621917"/>
                </a:lnTo>
                <a:lnTo>
                  <a:pt x="387991" y="598883"/>
                </a:lnTo>
                <a:lnTo>
                  <a:pt x="388256" y="575849"/>
                </a:lnTo>
                <a:lnTo>
                  <a:pt x="388299" y="552815"/>
                </a:lnTo>
                <a:lnTo>
                  <a:pt x="388054" y="529781"/>
                </a:lnTo>
                <a:lnTo>
                  <a:pt x="387434" y="506747"/>
                </a:lnTo>
                <a:lnTo>
                  <a:pt x="386320" y="483713"/>
                </a:lnTo>
                <a:lnTo>
                  <a:pt x="384549" y="460679"/>
                </a:lnTo>
                <a:lnTo>
                  <a:pt x="381910" y="437646"/>
                </a:lnTo>
                <a:lnTo>
                  <a:pt x="378130" y="414612"/>
                </a:lnTo>
                <a:lnTo>
                  <a:pt x="372873" y="391578"/>
                </a:lnTo>
                <a:lnTo>
                  <a:pt x="365744" y="368544"/>
                </a:lnTo>
                <a:lnTo>
                  <a:pt x="356304" y="345510"/>
                </a:lnTo>
                <a:lnTo>
                  <a:pt x="344096" y="322476"/>
                </a:lnTo>
                <a:lnTo>
                  <a:pt x="328685" y="299442"/>
                </a:lnTo>
                <a:lnTo>
                  <a:pt x="309720" y="276408"/>
                </a:lnTo>
                <a:lnTo>
                  <a:pt x="286999" y="253374"/>
                </a:lnTo>
                <a:lnTo>
                  <a:pt x="260537" y="230340"/>
                </a:lnTo>
                <a:lnTo>
                  <a:pt x="230638" y="207306"/>
                </a:lnTo>
                <a:lnTo>
                  <a:pt x="197941" y="184272"/>
                </a:lnTo>
                <a:lnTo>
                  <a:pt x="163437" y="161238"/>
                </a:lnTo>
                <a:lnTo>
                  <a:pt x="128452" y="138204"/>
                </a:lnTo>
                <a:lnTo>
                  <a:pt x="94577" y="115170"/>
                </a:lnTo>
                <a:lnTo>
                  <a:pt x="63559" y="92136"/>
                </a:lnTo>
                <a:lnTo>
                  <a:pt x="37160" y="69102"/>
                </a:lnTo>
                <a:lnTo>
                  <a:pt x="16983" y="46068"/>
                </a:lnTo>
                <a:lnTo>
                  <a:pt x="4318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77" y="23034"/>
                </a:lnTo>
                <a:lnTo>
                  <a:pt x="765612" y="46068"/>
                </a:lnTo>
                <a:lnTo>
                  <a:pt x="745435" y="69102"/>
                </a:lnTo>
                <a:lnTo>
                  <a:pt x="719035" y="92136"/>
                </a:lnTo>
                <a:lnTo>
                  <a:pt x="688018" y="115170"/>
                </a:lnTo>
                <a:lnTo>
                  <a:pt x="654143" y="138204"/>
                </a:lnTo>
                <a:lnTo>
                  <a:pt x="619157" y="161238"/>
                </a:lnTo>
                <a:lnTo>
                  <a:pt x="584653" y="184272"/>
                </a:lnTo>
                <a:lnTo>
                  <a:pt x="551956" y="207306"/>
                </a:lnTo>
                <a:lnTo>
                  <a:pt x="522058" y="230340"/>
                </a:lnTo>
                <a:lnTo>
                  <a:pt x="495596" y="253374"/>
                </a:lnTo>
                <a:lnTo>
                  <a:pt x="472874" y="276408"/>
                </a:lnTo>
                <a:lnTo>
                  <a:pt x="453910" y="299442"/>
                </a:lnTo>
                <a:lnTo>
                  <a:pt x="438499" y="322476"/>
                </a:lnTo>
                <a:lnTo>
                  <a:pt x="426290" y="345510"/>
                </a:lnTo>
                <a:lnTo>
                  <a:pt x="416850" y="368544"/>
                </a:lnTo>
                <a:lnTo>
                  <a:pt x="409722" y="391578"/>
                </a:lnTo>
                <a:lnTo>
                  <a:pt x="404465" y="414612"/>
                </a:lnTo>
                <a:lnTo>
                  <a:pt x="400685" y="437646"/>
                </a:lnTo>
                <a:lnTo>
                  <a:pt x="398046" y="460679"/>
                </a:lnTo>
                <a:lnTo>
                  <a:pt x="396275" y="483713"/>
                </a:lnTo>
                <a:lnTo>
                  <a:pt x="395160" y="506747"/>
                </a:lnTo>
                <a:lnTo>
                  <a:pt x="394540" y="529781"/>
                </a:lnTo>
                <a:lnTo>
                  <a:pt x="394296" y="552815"/>
                </a:lnTo>
                <a:lnTo>
                  <a:pt x="394338" y="575849"/>
                </a:lnTo>
                <a:lnTo>
                  <a:pt x="394603" y="598883"/>
                </a:lnTo>
                <a:lnTo>
                  <a:pt x="395040" y="621917"/>
                </a:lnTo>
                <a:lnTo>
                  <a:pt x="395609" y="644951"/>
                </a:lnTo>
                <a:lnTo>
                  <a:pt x="396273" y="667985"/>
                </a:lnTo>
                <a:lnTo>
                  <a:pt x="397000" y="691019"/>
                </a:lnTo>
                <a:lnTo>
                  <a:pt x="397759" y="714053"/>
                </a:lnTo>
                <a:lnTo>
                  <a:pt x="398523" y="737087"/>
                </a:lnTo>
                <a:lnTo>
                  <a:pt x="399268" y="760121"/>
                </a:lnTo>
                <a:lnTo>
                  <a:pt x="399977" y="783155"/>
                </a:lnTo>
                <a:lnTo>
                  <a:pt x="400641" y="806189"/>
                </a:lnTo>
                <a:lnTo>
                  <a:pt x="401261" y="829223"/>
                </a:lnTo>
                <a:lnTo>
                  <a:pt x="401849" y="852257"/>
                </a:lnTo>
                <a:lnTo>
                  <a:pt x="402427" y="875291"/>
                </a:lnTo>
                <a:lnTo>
                  <a:pt x="403026" y="898325"/>
                </a:lnTo>
                <a:lnTo>
                  <a:pt x="403683" y="921359"/>
                </a:lnTo>
                <a:lnTo>
                  <a:pt x="404434" y="944393"/>
                </a:lnTo>
                <a:lnTo>
                  <a:pt x="405313" y="967427"/>
                </a:lnTo>
                <a:lnTo>
                  <a:pt x="406341" y="990461"/>
                </a:lnTo>
                <a:lnTo>
                  <a:pt x="407524" y="1013495"/>
                </a:lnTo>
                <a:lnTo>
                  <a:pt x="408848" y="1036529"/>
                </a:lnTo>
                <a:lnTo>
                  <a:pt x="410275" y="1059563"/>
                </a:lnTo>
                <a:lnTo>
                  <a:pt x="411749" y="1082597"/>
                </a:lnTo>
                <a:lnTo>
                  <a:pt x="413193" y="1105631"/>
                </a:lnTo>
                <a:lnTo>
                  <a:pt x="414524" y="1128665"/>
                </a:lnTo>
                <a:lnTo>
                  <a:pt x="415655" y="1151699"/>
                </a:lnTo>
                <a:lnTo>
                  <a:pt x="416513" y="1174733"/>
                </a:lnTo>
                <a:lnTo>
                  <a:pt x="417041" y="1197767"/>
                </a:lnTo>
                <a:lnTo>
                  <a:pt x="417214" y="1220801"/>
                </a:lnTo>
                <a:lnTo>
                  <a:pt x="417038" y="1243835"/>
                </a:lnTo>
                <a:lnTo>
                  <a:pt x="416553" y="1266869"/>
                </a:lnTo>
                <a:lnTo>
                  <a:pt x="415832" y="1289903"/>
                </a:lnTo>
                <a:lnTo>
                  <a:pt x="414970" y="1312937"/>
                </a:lnTo>
                <a:lnTo>
                  <a:pt x="414077" y="1335970"/>
                </a:lnTo>
                <a:lnTo>
                  <a:pt x="413264" y="1359004"/>
                </a:lnTo>
                <a:lnTo>
                  <a:pt x="412638" y="1382038"/>
                </a:lnTo>
                <a:lnTo>
                  <a:pt x="412285" y="1405072"/>
                </a:lnTo>
                <a:lnTo>
                  <a:pt x="412273" y="1428106"/>
                </a:lnTo>
                <a:lnTo>
                  <a:pt x="412645" y="1451140"/>
                </a:lnTo>
                <a:lnTo>
                  <a:pt x="413421" y="1474174"/>
                </a:lnTo>
                <a:lnTo>
                  <a:pt x="414603" y="1497208"/>
                </a:lnTo>
                <a:lnTo>
                  <a:pt x="416182" y="1520242"/>
                </a:lnTo>
                <a:lnTo>
                  <a:pt x="418136" y="1543276"/>
                </a:lnTo>
                <a:lnTo>
                  <a:pt x="420439" y="1566310"/>
                </a:lnTo>
                <a:lnTo>
                  <a:pt x="423057" y="1589344"/>
                </a:lnTo>
                <a:lnTo>
                  <a:pt x="425947" y="1612378"/>
                </a:lnTo>
                <a:lnTo>
                  <a:pt x="429052" y="1635412"/>
                </a:lnTo>
                <a:lnTo>
                  <a:pt x="432293" y="1658446"/>
                </a:lnTo>
                <a:lnTo>
                  <a:pt x="435566" y="1681480"/>
                </a:lnTo>
                <a:lnTo>
                  <a:pt x="438743" y="1704514"/>
                </a:lnTo>
                <a:lnTo>
                  <a:pt x="441670" y="1727548"/>
                </a:lnTo>
                <a:lnTo>
                  <a:pt x="444182" y="1750582"/>
                </a:lnTo>
                <a:lnTo>
                  <a:pt x="446111" y="1773616"/>
                </a:lnTo>
                <a:lnTo>
                  <a:pt x="447306" y="1796650"/>
                </a:lnTo>
                <a:lnTo>
                  <a:pt x="447650" y="1819684"/>
                </a:lnTo>
                <a:lnTo>
                  <a:pt x="447074" y="1842718"/>
                </a:lnTo>
                <a:lnTo>
                  <a:pt x="445573" y="1865752"/>
                </a:lnTo>
                <a:lnTo>
                  <a:pt x="443201" y="1888786"/>
                </a:lnTo>
                <a:lnTo>
                  <a:pt x="440076" y="1911820"/>
                </a:lnTo>
                <a:lnTo>
                  <a:pt x="436365" y="1934854"/>
                </a:lnTo>
                <a:lnTo>
                  <a:pt x="432268" y="1957888"/>
                </a:lnTo>
                <a:lnTo>
                  <a:pt x="428002" y="1980922"/>
                </a:lnTo>
                <a:lnTo>
                  <a:pt x="423775" y="2003956"/>
                </a:lnTo>
                <a:lnTo>
                  <a:pt x="419778" y="2026990"/>
                </a:lnTo>
                <a:lnTo>
                  <a:pt x="416165" y="2050024"/>
                </a:lnTo>
                <a:lnTo>
                  <a:pt x="413052" y="2073058"/>
                </a:lnTo>
                <a:lnTo>
                  <a:pt x="410513" y="2096092"/>
                </a:lnTo>
                <a:lnTo>
                  <a:pt x="408582" y="2119126"/>
                </a:lnTo>
                <a:lnTo>
                  <a:pt x="407263" y="2142160"/>
                </a:lnTo>
                <a:lnTo>
                  <a:pt x="406532" y="2165194"/>
                </a:lnTo>
                <a:lnTo>
                  <a:pt x="406344" y="2188228"/>
                </a:lnTo>
                <a:lnTo>
                  <a:pt x="406642" y="2211261"/>
                </a:lnTo>
                <a:lnTo>
                  <a:pt x="407355" y="2234295"/>
                </a:lnTo>
                <a:lnTo>
                  <a:pt x="408402" y="2257329"/>
                </a:lnTo>
                <a:lnTo>
                  <a:pt x="409694" y="2280363"/>
                </a:lnTo>
                <a:lnTo>
                  <a:pt x="411133" y="2303397"/>
                </a:lnTo>
                <a:lnTo>
                  <a:pt x="412618" y="2326431"/>
                </a:lnTo>
                <a:lnTo>
                  <a:pt x="414046" y="2349465"/>
                </a:lnTo>
                <a:lnTo>
                  <a:pt x="415323" y="2372499"/>
                </a:lnTo>
                <a:lnTo>
                  <a:pt x="416365" y="2395533"/>
                </a:lnTo>
                <a:lnTo>
                  <a:pt x="417110" y="2418567"/>
                </a:lnTo>
                <a:lnTo>
                  <a:pt x="417524" y="2441601"/>
                </a:lnTo>
                <a:lnTo>
                  <a:pt x="417601" y="2464635"/>
                </a:lnTo>
                <a:lnTo>
                  <a:pt x="417364" y="2487669"/>
                </a:lnTo>
                <a:lnTo>
                  <a:pt x="416864" y="2510703"/>
                </a:lnTo>
                <a:lnTo>
                  <a:pt x="416169" y="2533737"/>
                </a:lnTo>
                <a:lnTo>
                  <a:pt x="415356" y="2556771"/>
                </a:lnTo>
                <a:lnTo>
                  <a:pt x="414500" y="2579805"/>
                </a:lnTo>
                <a:lnTo>
                  <a:pt x="413666" y="2602839"/>
                </a:lnTo>
                <a:lnTo>
                  <a:pt x="412896" y="2625873"/>
                </a:lnTo>
                <a:lnTo>
                  <a:pt x="412210" y="2648907"/>
                </a:lnTo>
                <a:lnTo>
                  <a:pt x="411605" y="2671941"/>
                </a:lnTo>
                <a:lnTo>
                  <a:pt x="411057" y="2694975"/>
                </a:lnTo>
                <a:lnTo>
                  <a:pt x="410530" y="2718009"/>
                </a:lnTo>
                <a:lnTo>
                  <a:pt x="409982" y="2741043"/>
                </a:lnTo>
                <a:lnTo>
                  <a:pt x="409376" y="2764077"/>
                </a:lnTo>
                <a:lnTo>
                  <a:pt x="408687" y="2787111"/>
                </a:lnTo>
                <a:lnTo>
                  <a:pt x="407904" y="2810145"/>
                </a:lnTo>
                <a:lnTo>
                  <a:pt x="407036" y="2833179"/>
                </a:lnTo>
                <a:lnTo>
                  <a:pt x="406104" y="2856213"/>
                </a:lnTo>
                <a:lnTo>
                  <a:pt x="405143" y="2879247"/>
                </a:lnTo>
                <a:lnTo>
                  <a:pt x="404195" y="2902281"/>
                </a:lnTo>
                <a:lnTo>
                  <a:pt x="403298" y="2925315"/>
                </a:lnTo>
                <a:lnTo>
                  <a:pt x="402488" y="2948349"/>
                </a:lnTo>
                <a:lnTo>
                  <a:pt x="401790" y="2971383"/>
                </a:lnTo>
                <a:lnTo>
                  <a:pt x="401216" y="2994417"/>
                </a:lnTo>
                <a:lnTo>
                  <a:pt x="400768" y="3017451"/>
                </a:lnTo>
                <a:lnTo>
                  <a:pt x="400439" y="3040485"/>
                </a:lnTo>
                <a:lnTo>
                  <a:pt x="400215" y="3063518"/>
                </a:lnTo>
                <a:lnTo>
                  <a:pt x="400078" y="3086552"/>
                </a:lnTo>
                <a:lnTo>
                  <a:pt x="400016" y="3109586"/>
                </a:lnTo>
                <a:lnTo>
                  <a:pt x="400021" y="3132620"/>
                </a:lnTo>
                <a:lnTo>
                  <a:pt x="400098" y="3155654"/>
                </a:lnTo>
                <a:lnTo>
                  <a:pt x="400272" y="3178688"/>
                </a:lnTo>
                <a:lnTo>
                  <a:pt x="400589" y="3201722"/>
                </a:lnTo>
                <a:lnTo>
                  <a:pt x="401126" y="3224756"/>
                </a:lnTo>
                <a:lnTo>
                  <a:pt x="401996" y="3247790"/>
                </a:lnTo>
                <a:lnTo>
                  <a:pt x="403351" y="3270824"/>
                </a:lnTo>
                <a:lnTo>
                  <a:pt x="405385" y="3293858"/>
                </a:lnTo>
                <a:lnTo>
                  <a:pt x="408330" y="3316892"/>
                </a:lnTo>
                <a:lnTo>
                  <a:pt x="412453" y="3339926"/>
                </a:lnTo>
                <a:lnTo>
                  <a:pt x="418032" y="3362960"/>
                </a:lnTo>
                <a:lnTo>
                  <a:pt x="425335" y="3385994"/>
                </a:lnTo>
                <a:lnTo>
                  <a:pt x="434588" y="3409028"/>
                </a:lnTo>
                <a:lnTo>
                  <a:pt x="445933" y="3432062"/>
                </a:lnTo>
                <a:lnTo>
                  <a:pt x="459388" y="3455096"/>
                </a:lnTo>
                <a:lnTo>
                  <a:pt x="474810" y="3478130"/>
                </a:lnTo>
                <a:lnTo>
                  <a:pt x="491866" y="3501164"/>
                </a:lnTo>
                <a:lnTo>
                  <a:pt x="510021" y="3524198"/>
                </a:lnTo>
                <a:lnTo>
                  <a:pt x="528554" y="3547232"/>
                </a:lnTo>
                <a:lnTo>
                  <a:pt x="546592" y="3570266"/>
                </a:lnTo>
                <a:lnTo>
                  <a:pt x="563172" y="3593300"/>
                </a:lnTo>
                <a:lnTo>
                  <a:pt x="577325" y="3616334"/>
                </a:lnTo>
                <a:lnTo>
                  <a:pt x="588164" y="3639368"/>
                </a:lnTo>
                <a:lnTo>
                  <a:pt x="594976" y="3662402"/>
                </a:lnTo>
                <a:lnTo>
                  <a:pt x="597300" y="3685436"/>
                </a:lnTo>
                <a:lnTo>
                  <a:pt x="597300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111" name="f_small_violin_4676">
            <a:extLst>
              <a:ext uri="{FF2B5EF4-FFF2-40B4-BE49-F238E27FC236}">
                <a16:creationId xmlns:a16="http://schemas.microsoft.com/office/drawing/2014/main" id="{3F08037D-8440-4601-A901-34EB420DDDE6}"/>
              </a:ext>
            </a:extLst>
          </p:cNvPr>
          <p:cNvSpPr>
            <a:spLocks noGrp="1"/>
          </p:cNvSpPr>
          <p:nvPr/>
        </p:nvSpPr>
        <p:spPr>
          <a:xfrm>
            <a:off x="326945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2" name="f_small_violin_4677">
            <a:extLst>
              <a:ext uri="{FF2B5EF4-FFF2-40B4-BE49-F238E27FC236}">
                <a16:creationId xmlns:a16="http://schemas.microsoft.com/office/drawing/2014/main" id="{D0ACE1DA-6D95-4ECE-826C-762AC136950E}"/>
              </a:ext>
            </a:extLst>
          </p:cNvPr>
          <p:cNvSpPr>
            <a:spLocks noGrp="1"/>
          </p:cNvSpPr>
          <p:nvPr/>
        </p:nvSpPr>
        <p:spPr>
          <a:xfrm>
            <a:off x="3305861" y="32397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3" name="f_small_violin_4678">
            <a:extLst>
              <a:ext uri="{FF2B5EF4-FFF2-40B4-BE49-F238E27FC236}">
                <a16:creationId xmlns:a16="http://schemas.microsoft.com/office/drawing/2014/main" id="{2D1E2C1E-82C3-41E5-87BB-98C497D2C81F}"/>
              </a:ext>
            </a:extLst>
          </p:cNvPr>
          <p:cNvSpPr>
            <a:spLocks noGrp="1"/>
          </p:cNvSpPr>
          <p:nvPr/>
        </p:nvSpPr>
        <p:spPr>
          <a:xfrm>
            <a:off x="320117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4" name="f_small_violin_4679">
            <a:extLst>
              <a:ext uri="{FF2B5EF4-FFF2-40B4-BE49-F238E27FC236}">
                <a16:creationId xmlns:a16="http://schemas.microsoft.com/office/drawing/2014/main" id="{702479B2-0D80-4AAE-9E32-6029E7BCD56A}"/>
              </a:ext>
            </a:extLst>
          </p:cNvPr>
          <p:cNvSpPr>
            <a:spLocks noGrp="1"/>
          </p:cNvSpPr>
          <p:nvPr/>
        </p:nvSpPr>
        <p:spPr>
          <a:xfrm>
            <a:off x="319545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5" name="f_small_violin_4680">
            <a:extLst>
              <a:ext uri="{FF2B5EF4-FFF2-40B4-BE49-F238E27FC236}">
                <a16:creationId xmlns:a16="http://schemas.microsoft.com/office/drawing/2014/main" id="{1CDDAE85-E662-4960-8B16-AB0F38EAFC65}"/>
              </a:ext>
            </a:extLst>
          </p:cNvPr>
          <p:cNvSpPr>
            <a:spLocks noGrp="1"/>
          </p:cNvSpPr>
          <p:nvPr/>
        </p:nvSpPr>
        <p:spPr>
          <a:xfrm>
            <a:off x="319814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6" name="f_small_violin_4681">
            <a:extLst>
              <a:ext uri="{FF2B5EF4-FFF2-40B4-BE49-F238E27FC236}">
                <a16:creationId xmlns:a16="http://schemas.microsoft.com/office/drawing/2014/main" id="{4BD9390E-F7FA-49B9-B9EF-AA287BB9749D}"/>
              </a:ext>
            </a:extLst>
          </p:cNvPr>
          <p:cNvSpPr>
            <a:spLocks noGrp="1"/>
          </p:cNvSpPr>
          <p:nvPr/>
        </p:nvSpPr>
        <p:spPr>
          <a:xfrm>
            <a:off x="3392319" y="399896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7" name="f_small_violin_4682">
            <a:extLst>
              <a:ext uri="{FF2B5EF4-FFF2-40B4-BE49-F238E27FC236}">
                <a16:creationId xmlns:a16="http://schemas.microsoft.com/office/drawing/2014/main" id="{38080D78-589C-40AA-AFBD-B1B61B877AAC}"/>
              </a:ext>
            </a:extLst>
          </p:cNvPr>
          <p:cNvSpPr>
            <a:spLocks noGrp="1"/>
          </p:cNvSpPr>
          <p:nvPr/>
        </p:nvSpPr>
        <p:spPr>
          <a:xfrm>
            <a:off x="324638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8" name="f_small_violin_4683">
            <a:extLst>
              <a:ext uri="{FF2B5EF4-FFF2-40B4-BE49-F238E27FC236}">
                <a16:creationId xmlns:a16="http://schemas.microsoft.com/office/drawing/2014/main" id="{8E1549B5-2F0E-4C67-9238-4DA1AE627E7C}"/>
              </a:ext>
            </a:extLst>
          </p:cNvPr>
          <p:cNvSpPr>
            <a:spLocks noGrp="1"/>
          </p:cNvSpPr>
          <p:nvPr/>
        </p:nvSpPr>
        <p:spPr>
          <a:xfrm>
            <a:off x="3289834" y="459984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19" name="f_small_violin_4684">
            <a:extLst>
              <a:ext uri="{FF2B5EF4-FFF2-40B4-BE49-F238E27FC236}">
                <a16:creationId xmlns:a16="http://schemas.microsoft.com/office/drawing/2014/main" id="{E9464488-625B-45BD-9402-5928276C54A7}"/>
              </a:ext>
            </a:extLst>
          </p:cNvPr>
          <p:cNvSpPr>
            <a:spLocks noGrp="1"/>
          </p:cNvSpPr>
          <p:nvPr/>
        </p:nvSpPr>
        <p:spPr>
          <a:xfrm>
            <a:off x="30395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0" name="f_small_violin_4685">
            <a:extLst>
              <a:ext uri="{FF2B5EF4-FFF2-40B4-BE49-F238E27FC236}">
                <a16:creationId xmlns:a16="http://schemas.microsoft.com/office/drawing/2014/main" id="{E759CF38-4F0F-43A4-B3C3-D8511C7A51F9}"/>
              </a:ext>
            </a:extLst>
          </p:cNvPr>
          <p:cNvSpPr>
            <a:spLocks noGrp="1"/>
          </p:cNvSpPr>
          <p:nvPr/>
        </p:nvSpPr>
        <p:spPr>
          <a:xfrm>
            <a:off x="34890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1" name="f_small_violin_4686">
            <a:extLst>
              <a:ext uri="{FF2B5EF4-FFF2-40B4-BE49-F238E27FC236}">
                <a16:creationId xmlns:a16="http://schemas.microsoft.com/office/drawing/2014/main" id="{54ADA637-4B21-495E-9560-6BD691986B45}"/>
              </a:ext>
            </a:extLst>
          </p:cNvPr>
          <p:cNvSpPr>
            <a:spLocks noGrp="1"/>
          </p:cNvSpPr>
          <p:nvPr/>
        </p:nvSpPr>
        <p:spPr>
          <a:xfrm>
            <a:off x="342472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2" name="f_small_violin_4687">
            <a:extLst>
              <a:ext uri="{FF2B5EF4-FFF2-40B4-BE49-F238E27FC236}">
                <a16:creationId xmlns:a16="http://schemas.microsoft.com/office/drawing/2014/main" id="{B9482299-95E1-4300-B4DF-981B669FBCE6}"/>
              </a:ext>
            </a:extLst>
          </p:cNvPr>
          <p:cNvSpPr>
            <a:spLocks noGrp="1"/>
          </p:cNvSpPr>
          <p:nvPr/>
        </p:nvSpPr>
        <p:spPr>
          <a:xfrm>
            <a:off x="3093588" y="360170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3" name="f_small_violin_4688">
            <a:extLst>
              <a:ext uri="{FF2B5EF4-FFF2-40B4-BE49-F238E27FC236}">
                <a16:creationId xmlns:a16="http://schemas.microsoft.com/office/drawing/2014/main" id="{EF41FC55-0BAB-4FDF-AE82-3725A18B744A}"/>
              </a:ext>
            </a:extLst>
          </p:cNvPr>
          <p:cNvSpPr>
            <a:spLocks noGrp="1"/>
          </p:cNvSpPr>
          <p:nvPr/>
        </p:nvSpPr>
        <p:spPr>
          <a:xfrm>
            <a:off x="32086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4" name="f_small_violin_4689">
            <a:extLst>
              <a:ext uri="{FF2B5EF4-FFF2-40B4-BE49-F238E27FC236}">
                <a16:creationId xmlns:a16="http://schemas.microsoft.com/office/drawing/2014/main" id="{40E4AE3A-42A5-4408-A5B0-217A39346BA4}"/>
              </a:ext>
            </a:extLst>
          </p:cNvPr>
          <p:cNvSpPr>
            <a:spLocks noGrp="1"/>
          </p:cNvSpPr>
          <p:nvPr/>
        </p:nvSpPr>
        <p:spPr>
          <a:xfrm>
            <a:off x="3506116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5" name="f_small_violin_4690">
            <a:extLst>
              <a:ext uri="{FF2B5EF4-FFF2-40B4-BE49-F238E27FC236}">
                <a16:creationId xmlns:a16="http://schemas.microsoft.com/office/drawing/2014/main" id="{1DD6F045-977E-49CC-812E-559C0E22D6C3}"/>
              </a:ext>
            </a:extLst>
          </p:cNvPr>
          <p:cNvSpPr>
            <a:spLocks noGrp="1"/>
          </p:cNvSpPr>
          <p:nvPr/>
        </p:nvSpPr>
        <p:spPr>
          <a:xfrm>
            <a:off x="3024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6" name="f_small_violin_4691">
            <a:extLst>
              <a:ext uri="{FF2B5EF4-FFF2-40B4-BE49-F238E27FC236}">
                <a16:creationId xmlns:a16="http://schemas.microsoft.com/office/drawing/2014/main" id="{6FEC7E4D-E988-4E54-B1DD-D00F80AEC2FB}"/>
              </a:ext>
            </a:extLst>
          </p:cNvPr>
          <p:cNvSpPr>
            <a:spLocks noGrp="1"/>
          </p:cNvSpPr>
          <p:nvPr/>
        </p:nvSpPr>
        <p:spPr>
          <a:xfrm>
            <a:off x="32654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7" name="f_small_violin_4692">
            <a:extLst>
              <a:ext uri="{FF2B5EF4-FFF2-40B4-BE49-F238E27FC236}">
                <a16:creationId xmlns:a16="http://schemas.microsoft.com/office/drawing/2014/main" id="{137CEE6B-87FA-45C5-8220-0D2036BC5BEA}"/>
              </a:ext>
            </a:extLst>
          </p:cNvPr>
          <p:cNvSpPr>
            <a:spLocks noGrp="1"/>
          </p:cNvSpPr>
          <p:nvPr/>
        </p:nvSpPr>
        <p:spPr>
          <a:xfrm>
            <a:off x="32904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8" name="f_small_violin_4693">
            <a:extLst>
              <a:ext uri="{FF2B5EF4-FFF2-40B4-BE49-F238E27FC236}">
                <a16:creationId xmlns:a16="http://schemas.microsoft.com/office/drawing/2014/main" id="{6BCB34F9-1C94-4B86-9C0D-7A9C2BA94611}"/>
              </a:ext>
            </a:extLst>
          </p:cNvPr>
          <p:cNvSpPr>
            <a:spLocks noGrp="1"/>
          </p:cNvSpPr>
          <p:nvPr/>
        </p:nvSpPr>
        <p:spPr>
          <a:xfrm>
            <a:off x="325879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29" name="f_small_violin_4694">
            <a:extLst>
              <a:ext uri="{FF2B5EF4-FFF2-40B4-BE49-F238E27FC236}">
                <a16:creationId xmlns:a16="http://schemas.microsoft.com/office/drawing/2014/main" id="{444900A0-DD58-436C-9B68-03A765100422}"/>
              </a:ext>
            </a:extLst>
          </p:cNvPr>
          <p:cNvSpPr>
            <a:spLocks noGrp="1"/>
          </p:cNvSpPr>
          <p:nvPr/>
        </p:nvSpPr>
        <p:spPr>
          <a:xfrm>
            <a:off x="3509092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0" name="f_small_violin_4695">
            <a:extLst>
              <a:ext uri="{FF2B5EF4-FFF2-40B4-BE49-F238E27FC236}">
                <a16:creationId xmlns:a16="http://schemas.microsoft.com/office/drawing/2014/main" id="{F49D1BDB-A36E-4447-BCC0-13630B07E2B9}"/>
              </a:ext>
            </a:extLst>
          </p:cNvPr>
          <p:cNvSpPr>
            <a:spLocks noGrp="1"/>
          </p:cNvSpPr>
          <p:nvPr/>
        </p:nvSpPr>
        <p:spPr>
          <a:xfrm>
            <a:off x="343865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1" name="f_small_violin_4696">
            <a:extLst>
              <a:ext uri="{FF2B5EF4-FFF2-40B4-BE49-F238E27FC236}">
                <a16:creationId xmlns:a16="http://schemas.microsoft.com/office/drawing/2014/main" id="{084120A0-E382-49F1-A18E-215858561108}"/>
              </a:ext>
            </a:extLst>
          </p:cNvPr>
          <p:cNvSpPr>
            <a:spLocks noGrp="1"/>
          </p:cNvSpPr>
          <p:nvPr/>
        </p:nvSpPr>
        <p:spPr>
          <a:xfrm>
            <a:off x="3061398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2" name="f_small_violin_4697">
            <a:extLst>
              <a:ext uri="{FF2B5EF4-FFF2-40B4-BE49-F238E27FC236}">
                <a16:creationId xmlns:a16="http://schemas.microsoft.com/office/drawing/2014/main" id="{7D62F2BF-AC2E-4724-B151-B2C706AC0568}"/>
              </a:ext>
            </a:extLst>
          </p:cNvPr>
          <p:cNvSpPr>
            <a:spLocks noGrp="1"/>
          </p:cNvSpPr>
          <p:nvPr/>
        </p:nvSpPr>
        <p:spPr>
          <a:xfrm>
            <a:off x="31172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3" name="f_small_violin_4698">
            <a:extLst>
              <a:ext uri="{FF2B5EF4-FFF2-40B4-BE49-F238E27FC236}">
                <a16:creationId xmlns:a16="http://schemas.microsoft.com/office/drawing/2014/main" id="{A7874183-DF49-49BA-9AAA-CF000A1D8DD5}"/>
              </a:ext>
            </a:extLst>
          </p:cNvPr>
          <p:cNvSpPr>
            <a:spLocks noGrp="1"/>
          </p:cNvSpPr>
          <p:nvPr/>
        </p:nvSpPr>
        <p:spPr>
          <a:xfrm>
            <a:off x="3173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4" name="f_small_violin_4699">
            <a:extLst>
              <a:ext uri="{FF2B5EF4-FFF2-40B4-BE49-F238E27FC236}">
                <a16:creationId xmlns:a16="http://schemas.microsoft.com/office/drawing/2014/main" id="{9DA4269D-8052-4D19-A32A-471714150E3A}"/>
              </a:ext>
            </a:extLst>
          </p:cNvPr>
          <p:cNvSpPr>
            <a:spLocks noGrp="1"/>
          </p:cNvSpPr>
          <p:nvPr/>
        </p:nvSpPr>
        <p:spPr>
          <a:xfrm>
            <a:off x="32652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5" name="f_small_violin_4700">
            <a:extLst>
              <a:ext uri="{FF2B5EF4-FFF2-40B4-BE49-F238E27FC236}">
                <a16:creationId xmlns:a16="http://schemas.microsoft.com/office/drawing/2014/main" id="{80D68A6B-D018-46E1-93A0-55E2D96BD157}"/>
              </a:ext>
            </a:extLst>
          </p:cNvPr>
          <p:cNvSpPr>
            <a:spLocks noGrp="1"/>
          </p:cNvSpPr>
          <p:nvPr/>
        </p:nvSpPr>
        <p:spPr>
          <a:xfrm>
            <a:off x="34159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6" name="f_small_violin_4701">
            <a:extLst>
              <a:ext uri="{FF2B5EF4-FFF2-40B4-BE49-F238E27FC236}">
                <a16:creationId xmlns:a16="http://schemas.microsoft.com/office/drawing/2014/main" id="{BBC3BF16-AFCC-4746-AAD2-2EBE76F1D879}"/>
              </a:ext>
            </a:extLst>
          </p:cNvPr>
          <p:cNvSpPr>
            <a:spLocks noGrp="1"/>
          </p:cNvSpPr>
          <p:nvPr/>
        </p:nvSpPr>
        <p:spPr>
          <a:xfrm>
            <a:off x="3326065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7" name="f_small_violin_4702">
            <a:extLst>
              <a:ext uri="{FF2B5EF4-FFF2-40B4-BE49-F238E27FC236}">
                <a16:creationId xmlns:a16="http://schemas.microsoft.com/office/drawing/2014/main" id="{E34F8FA7-9556-4017-876D-CFE43F5D5611}"/>
              </a:ext>
            </a:extLst>
          </p:cNvPr>
          <p:cNvSpPr>
            <a:spLocks noGrp="1"/>
          </p:cNvSpPr>
          <p:nvPr/>
        </p:nvSpPr>
        <p:spPr>
          <a:xfrm>
            <a:off x="344389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8" name="f_small_violin_4703">
            <a:extLst>
              <a:ext uri="{FF2B5EF4-FFF2-40B4-BE49-F238E27FC236}">
                <a16:creationId xmlns:a16="http://schemas.microsoft.com/office/drawing/2014/main" id="{F4C34120-159B-401B-9934-968FAD308034}"/>
              </a:ext>
            </a:extLst>
          </p:cNvPr>
          <p:cNvSpPr>
            <a:spLocks noGrp="1"/>
          </p:cNvSpPr>
          <p:nvPr/>
        </p:nvSpPr>
        <p:spPr>
          <a:xfrm>
            <a:off x="31275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39" name="f_small_violin_4704">
            <a:extLst>
              <a:ext uri="{FF2B5EF4-FFF2-40B4-BE49-F238E27FC236}">
                <a16:creationId xmlns:a16="http://schemas.microsoft.com/office/drawing/2014/main" id="{1775D357-8933-4177-932B-BE3C19B7E34E}"/>
              </a:ext>
            </a:extLst>
          </p:cNvPr>
          <p:cNvSpPr>
            <a:spLocks noGrp="1"/>
          </p:cNvSpPr>
          <p:nvPr/>
        </p:nvSpPr>
        <p:spPr>
          <a:xfrm>
            <a:off x="329910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0" name="f_small_violin_4705">
            <a:extLst>
              <a:ext uri="{FF2B5EF4-FFF2-40B4-BE49-F238E27FC236}">
                <a16:creationId xmlns:a16="http://schemas.microsoft.com/office/drawing/2014/main" id="{90C354C7-0FFF-4886-925B-9E5D17191E0F}"/>
              </a:ext>
            </a:extLst>
          </p:cNvPr>
          <p:cNvSpPr>
            <a:spLocks noGrp="1"/>
          </p:cNvSpPr>
          <p:nvPr/>
        </p:nvSpPr>
        <p:spPr>
          <a:xfrm>
            <a:off x="3301898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1" name="f_small_violin_4706">
            <a:extLst>
              <a:ext uri="{FF2B5EF4-FFF2-40B4-BE49-F238E27FC236}">
                <a16:creationId xmlns:a16="http://schemas.microsoft.com/office/drawing/2014/main" id="{6E1895B6-A869-4097-BB9D-805DD7364866}"/>
              </a:ext>
            </a:extLst>
          </p:cNvPr>
          <p:cNvSpPr>
            <a:spLocks noGrp="1"/>
          </p:cNvSpPr>
          <p:nvPr/>
        </p:nvSpPr>
        <p:spPr>
          <a:xfrm>
            <a:off x="302191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2" name="f_small_violin_4707">
            <a:extLst>
              <a:ext uri="{FF2B5EF4-FFF2-40B4-BE49-F238E27FC236}">
                <a16:creationId xmlns:a16="http://schemas.microsoft.com/office/drawing/2014/main" id="{4E67EB38-A1F1-43CC-8AEA-34E1FFBD91F7}"/>
              </a:ext>
            </a:extLst>
          </p:cNvPr>
          <p:cNvSpPr>
            <a:spLocks noGrp="1"/>
          </p:cNvSpPr>
          <p:nvPr/>
        </p:nvSpPr>
        <p:spPr>
          <a:xfrm>
            <a:off x="303689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3" name="f_small_violin_4708">
            <a:extLst>
              <a:ext uri="{FF2B5EF4-FFF2-40B4-BE49-F238E27FC236}">
                <a16:creationId xmlns:a16="http://schemas.microsoft.com/office/drawing/2014/main" id="{9945F188-DEF2-4A0A-A260-B789F26BF33D}"/>
              </a:ext>
            </a:extLst>
          </p:cNvPr>
          <p:cNvSpPr>
            <a:spLocks noGrp="1"/>
          </p:cNvSpPr>
          <p:nvPr/>
        </p:nvSpPr>
        <p:spPr>
          <a:xfrm>
            <a:off x="3166145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4" name="f_small_violin_4709">
            <a:extLst>
              <a:ext uri="{FF2B5EF4-FFF2-40B4-BE49-F238E27FC236}">
                <a16:creationId xmlns:a16="http://schemas.microsoft.com/office/drawing/2014/main" id="{3FE7AD6A-8481-477D-9879-FEBA749146FC}"/>
              </a:ext>
            </a:extLst>
          </p:cNvPr>
          <p:cNvSpPr>
            <a:spLocks noGrp="1"/>
          </p:cNvSpPr>
          <p:nvPr/>
        </p:nvSpPr>
        <p:spPr>
          <a:xfrm>
            <a:off x="311034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5" name="f_small_violin_4710">
            <a:extLst>
              <a:ext uri="{FF2B5EF4-FFF2-40B4-BE49-F238E27FC236}">
                <a16:creationId xmlns:a16="http://schemas.microsoft.com/office/drawing/2014/main" id="{5282FF4F-5628-4154-AD69-949384E3C818}"/>
              </a:ext>
            </a:extLst>
          </p:cNvPr>
          <p:cNvSpPr>
            <a:spLocks noGrp="1"/>
          </p:cNvSpPr>
          <p:nvPr/>
        </p:nvSpPr>
        <p:spPr>
          <a:xfrm>
            <a:off x="323239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6" name="f_small_violin_4711">
            <a:extLst>
              <a:ext uri="{FF2B5EF4-FFF2-40B4-BE49-F238E27FC236}">
                <a16:creationId xmlns:a16="http://schemas.microsoft.com/office/drawing/2014/main" id="{8A8B1D00-15E2-48A8-A7E3-DEBFD11A9D0F}"/>
              </a:ext>
            </a:extLst>
          </p:cNvPr>
          <p:cNvSpPr>
            <a:spLocks noGrp="1"/>
          </p:cNvSpPr>
          <p:nvPr/>
        </p:nvSpPr>
        <p:spPr>
          <a:xfrm>
            <a:off x="316557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7" name="f_small_violin_4712">
            <a:extLst>
              <a:ext uri="{FF2B5EF4-FFF2-40B4-BE49-F238E27FC236}">
                <a16:creationId xmlns:a16="http://schemas.microsoft.com/office/drawing/2014/main" id="{74BDC97E-7190-47EF-8251-1F9B635B5F41}"/>
              </a:ext>
            </a:extLst>
          </p:cNvPr>
          <p:cNvSpPr>
            <a:spLocks noGrp="1"/>
          </p:cNvSpPr>
          <p:nvPr/>
        </p:nvSpPr>
        <p:spPr>
          <a:xfrm>
            <a:off x="338724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8" name="f_small_violin_4713">
            <a:extLst>
              <a:ext uri="{FF2B5EF4-FFF2-40B4-BE49-F238E27FC236}">
                <a16:creationId xmlns:a16="http://schemas.microsoft.com/office/drawing/2014/main" id="{D80D1D12-D676-4334-902F-12213EB8DE97}"/>
              </a:ext>
            </a:extLst>
          </p:cNvPr>
          <p:cNvSpPr>
            <a:spLocks noGrp="1"/>
          </p:cNvSpPr>
          <p:nvPr/>
        </p:nvSpPr>
        <p:spPr>
          <a:xfrm>
            <a:off x="3374094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49" name="f_small_violin_4714">
            <a:extLst>
              <a:ext uri="{FF2B5EF4-FFF2-40B4-BE49-F238E27FC236}">
                <a16:creationId xmlns:a16="http://schemas.microsoft.com/office/drawing/2014/main" id="{5CBFE5C2-D89A-44FF-B4D7-83089C62FED6}"/>
              </a:ext>
            </a:extLst>
          </p:cNvPr>
          <p:cNvSpPr>
            <a:spLocks noGrp="1"/>
          </p:cNvSpPr>
          <p:nvPr/>
        </p:nvSpPr>
        <p:spPr>
          <a:xfrm>
            <a:off x="3011245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0" name="f_small_violin_4715">
            <a:extLst>
              <a:ext uri="{FF2B5EF4-FFF2-40B4-BE49-F238E27FC236}">
                <a16:creationId xmlns:a16="http://schemas.microsoft.com/office/drawing/2014/main" id="{011E24CD-436A-447D-99CC-6533D398B157}"/>
              </a:ext>
            </a:extLst>
          </p:cNvPr>
          <p:cNvSpPr>
            <a:spLocks noGrp="1"/>
          </p:cNvSpPr>
          <p:nvPr/>
        </p:nvSpPr>
        <p:spPr>
          <a:xfrm>
            <a:off x="321074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1" name="f_small_violin_4716">
            <a:extLst>
              <a:ext uri="{FF2B5EF4-FFF2-40B4-BE49-F238E27FC236}">
                <a16:creationId xmlns:a16="http://schemas.microsoft.com/office/drawing/2014/main" id="{E0A7A380-2F05-4005-91B4-95E28D9CC882}"/>
              </a:ext>
            </a:extLst>
          </p:cNvPr>
          <p:cNvSpPr>
            <a:spLocks noGrp="1"/>
          </p:cNvSpPr>
          <p:nvPr/>
        </p:nvSpPr>
        <p:spPr>
          <a:xfrm>
            <a:off x="3264343" y="481921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2" name="f_small_violin_4717">
            <a:extLst>
              <a:ext uri="{FF2B5EF4-FFF2-40B4-BE49-F238E27FC236}">
                <a16:creationId xmlns:a16="http://schemas.microsoft.com/office/drawing/2014/main" id="{18EAEA8F-A27E-4C71-AC8E-A3696DD2C220}"/>
              </a:ext>
            </a:extLst>
          </p:cNvPr>
          <p:cNvSpPr>
            <a:spLocks noGrp="1"/>
          </p:cNvSpPr>
          <p:nvPr/>
        </p:nvSpPr>
        <p:spPr>
          <a:xfrm>
            <a:off x="327488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3" name="f_small_violin_4718">
            <a:extLst>
              <a:ext uri="{FF2B5EF4-FFF2-40B4-BE49-F238E27FC236}">
                <a16:creationId xmlns:a16="http://schemas.microsoft.com/office/drawing/2014/main" id="{9AE93671-BAA3-4754-9863-FA2F2C434BCE}"/>
              </a:ext>
            </a:extLst>
          </p:cNvPr>
          <p:cNvSpPr>
            <a:spLocks noGrp="1"/>
          </p:cNvSpPr>
          <p:nvPr/>
        </p:nvSpPr>
        <p:spPr>
          <a:xfrm>
            <a:off x="325368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4" name="f_small_violin_4719">
            <a:extLst>
              <a:ext uri="{FF2B5EF4-FFF2-40B4-BE49-F238E27FC236}">
                <a16:creationId xmlns:a16="http://schemas.microsoft.com/office/drawing/2014/main" id="{82AC69BD-3187-45B4-B78E-63FCBC30C0DC}"/>
              </a:ext>
            </a:extLst>
          </p:cNvPr>
          <p:cNvSpPr>
            <a:spLocks noGrp="1"/>
          </p:cNvSpPr>
          <p:nvPr/>
        </p:nvSpPr>
        <p:spPr>
          <a:xfrm>
            <a:off x="34150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5" name="f_small_violin_4720">
            <a:extLst>
              <a:ext uri="{FF2B5EF4-FFF2-40B4-BE49-F238E27FC236}">
                <a16:creationId xmlns:a16="http://schemas.microsoft.com/office/drawing/2014/main" id="{91704C83-DBD2-4573-81F8-54C8E5787883}"/>
              </a:ext>
            </a:extLst>
          </p:cNvPr>
          <p:cNvSpPr>
            <a:spLocks noGrp="1"/>
          </p:cNvSpPr>
          <p:nvPr/>
        </p:nvSpPr>
        <p:spPr>
          <a:xfrm>
            <a:off x="305592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6" name="f_small_violin_4721">
            <a:extLst>
              <a:ext uri="{FF2B5EF4-FFF2-40B4-BE49-F238E27FC236}">
                <a16:creationId xmlns:a16="http://schemas.microsoft.com/office/drawing/2014/main" id="{32AC440E-7D3E-4FF5-8CA8-64BB486F45EE}"/>
              </a:ext>
            </a:extLst>
          </p:cNvPr>
          <p:cNvSpPr>
            <a:spLocks noGrp="1"/>
          </p:cNvSpPr>
          <p:nvPr/>
        </p:nvSpPr>
        <p:spPr>
          <a:xfrm>
            <a:off x="305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7" name="f_small_violin_4722">
            <a:extLst>
              <a:ext uri="{FF2B5EF4-FFF2-40B4-BE49-F238E27FC236}">
                <a16:creationId xmlns:a16="http://schemas.microsoft.com/office/drawing/2014/main" id="{E0FF7533-EBCE-41F8-90A8-0118DFFDF7CD}"/>
              </a:ext>
            </a:extLst>
          </p:cNvPr>
          <p:cNvSpPr>
            <a:spLocks noGrp="1"/>
          </p:cNvSpPr>
          <p:nvPr/>
        </p:nvSpPr>
        <p:spPr>
          <a:xfrm>
            <a:off x="31187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8" name="f_small_violin_4723">
            <a:extLst>
              <a:ext uri="{FF2B5EF4-FFF2-40B4-BE49-F238E27FC236}">
                <a16:creationId xmlns:a16="http://schemas.microsoft.com/office/drawing/2014/main" id="{ABD49E0E-D57A-4E50-8BE3-DC0E9C0D5DFA}"/>
              </a:ext>
            </a:extLst>
          </p:cNvPr>
          <p:cNvSpPr>
            <a:spLocks noGrp="1"/>
          </p:cNvSpPr>
          <p:nvPr/>
        </p:nvSpPr>
        <p:spPr>
          <a:xfrm>
            <a:off x="33068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59" name="f_small_violin_4724">
            <a:extLst>
              <a:ext uri="{FF2B5EF4-FFF2-40B4-BE49-F238E27FC236}">
                <a16:creationId xmlns:a16="http://schemas.microsoft.com/office/drawing/2014/main" id="{002D6883-A19A-4F2B-AEAC-D590FEBD637D}"/>
              </a:ext>
            </a:extLst>
          </p:cNvPr>
          <p:cNvSpPr>
            <a:spLocks noGrp="1"/>
          </p:cNvSpPr>
          <p:nvPr/>
        </p:nvSpPr>
        <p:spPr>
          <a:xfrm>
            <a:off x="3218493" y="258650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0" name="f_small_violin_4725">
            <a:extLst>
              <a:ext uri="{FF2B5EF4-FFF2-40B4-BE49-F238E27FC236}">
                <a16:creationId xmlns:a16="http://schemas.microsoft.com/office/drawing/2014/main" id="{785925C8-0EF4-45CD-A712-6229DD5709F1}"/>
              </a:ext>
            </a:extLst>
          </p:cNvPr>
          <p:cNvSpPr>
            <a:spLocks noGrp="1"/>
          </p:cNvSpPr>
          <p:nvPr/>
        </p:nvSpPr>
        <p:spPr>
          <a:xfrm>
            <a:off x="34229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1" name="f_small_violin_4726">
            <a:extLst>
              <a:ext uri="{FF2B5EF4-FFF2-40B4-BE49-F238E27FC236}">
                <a16:creationId xmlns:a16="http://schemas.microsoft.com/office/drawing/2014/main" id="{4F679F16-82BD-41DC-9449-BC2C0D5729B3}"/>
              </a:ext>
            </a:extLst>
          </p:cNvPr>
          <p:cNvSpPr>
            <a:spLocks noGrp="1"/>
          </p:cNvSpPr>
          <p:nvPr/>
        </p:nvSpPr>
        <p:spPr>
          <a:xfrm>
            <a:off x="343397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2" name="f_small_violin_4727">
            <a:extLst>
              <a:ext uri="{FF2B5EF4-FFF2-40B4-BE49-F238E27FC236}">
                <a16:creationId xmlns:a16="http://schemas.microsoft.com/office/drawing/2014/main" id="{4FD2104B-1551-4F9C-8503-61D1EF125D67}"/>
              </a:ext>
            </a:extLst>
          </p:cNvPr>
          <p:cNvSpPr>
            <a:spLocks noGrp="1"/>
          </p:cNvSpPr>
          <p:nvPr/>
        </p:nvSpPr>
        <p:spPr>
          <a:xfrm>
            <a:off x="315728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3" name="f_small_violin_4728">
            <a:extLst>
              <a:ext uri="{FF2B5EF4-FFF2-40B4-BE49-F238E27FC236}">
                <a16:creationId xmlns:a16="http://schemas.microsoft.com/office/drawing/2014/main" id="{E5B77979-099C-433A-B101-2302495F8FC3}"/>
              </a:ext>
            </a:extLst>
          </p:cNvPr>
          <p:cNvSpPr>
            <a:spLocks noGrp="1"/>
          </p:cNvSpPr>
          <p:nvPr/>
        </p:nvSpPr>
        <p:spPr>
          <a:xfrm>
            <a:off x="318223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4" name="f_small_violin_4729">
            <a:extLst>
              <a:ext uri="{FF2B5EF4-FFF2-40B4-BE49-F238E27FC236}">
                <a16:creationId xmlns:a16="http://schemas.microsoft.com/office/drawing/2014/main" id="{2FD24E14-5435-46C9-8EB1-6CA1FBEFDEAA}"/>
              </a:ext>
            </a:extLst>
          </p:cNvPr>
          <p:cNvSpPr>
            <a:spLocks noGrp="1"/>
          </p:cNvSpPr>
          <p:nvPr/>
        </p:nvSpPr>
        <p:spPr>
          <a:xfrm>
            <a:off x="312956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5" name="f_small_violin_4730">
            <a:extLst>
              <a:ext uri="{FF2B5EF4-FFF2-40B4-BE49-F238E27FC236}">
                <a16:creationId xmlns:a16="http://schemas.microsoft.com/office/drawing/2014/main" id="{90A33224-3E0A-45EF-9DCE-CA56C0AE83F7}"/>
              </a:ext>
            </a:extLst>
          </p:cNvPr>
          <p:cNvSpPr>
            <a:spLocks noGrp="1"/>
          </p:cNvSpPr>
          <p:nvPr/>
        </p:nvSpPr>
        <p:spPr>
          <a:xfrm>
            <a:off x="32917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6" name="f_small_violin_4731">
            <a:extLst>
              <a:ext uri="{FF2B5EF4-FFF2-40B4-BE49-F238E27FC236}">
                <a16:creationId xmlns:a16="http://schemas.microsoft.com/office/drawing/2014/main" id="{E6379DFF-7A03-42DD-8CF4-F7DE8BD1558E}"/>
              </a:ext>
            </a:extLst>
          </p:cNvPr>
          <p:cNvSpPr>
            <a:spLocks noGrp="1"/>
          </p:cNvSpPr>
          <p:nvPr/>
        </p:nvSpPr>
        <p:spPr>
          <a:xfrm>
            <a:off x="336318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7" name="f_small_violin_4732">
            <a:extLst>
              <a:ext uri="{FF2B5EF4-FFF2-40B4-BE49-F238E27FC236}">
                <a16:creationId xmlns:a16="http://schemas.microsoft.com/office/drawing/2014/main" id="{DE55B5C2-B195-4D0D-996A-3C36B2E28CD4}"/>
              </a:ext>
            </a:extLst>
          </p:cNvPr>
          <p:cNvSpPr>
            <a:spLocks noGrp="1"/>
          </p:cNvSpPr>
          <p:nvPr/>
        </p:nvSpPr>
        <p:spPr>
          <a:xfrm>
            <a:off x="327017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8" name="f_small_violin_4733">
            <a:extLst>
              <a:ext uri="{FF2B5EF4-FFF2-40B4-BE49-F238E27FC236}">
                <a16:creationId xmlns:a16="http://schemas.microsoft.com/office/drawing/2014/main" id="{7AA554BC-E83B-46D0-83D7-2AC969CE0E17}"/>
              </a:ext>
            </a:extLst>
          </p:cNvPr>
          <p:cNvSpPr>
            <a:spLocks noGrp="1"/>
          </p:cNvSpPr>
          <p:nvPr/>
        </p:nvSpPr>
        <p:spPr>
          <a:xfrm>
            <a:off x="34787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69" name="f_small_violin_4734">
            <a:extLst>
              <a:ext uri="{FF2B5EF4-FFF2-40B4-BE49-F238E27FC236}">
                <a16:creationId xmlns:a16="http://schemas.microsoft.com/office/drawing/2014/main" id="{F0C0F093-EAB6-4472-B965-C449A062900A}"/>
              </a:ext>
            </a:extLst>
          </p:cNvPr>
          <p:cNvSpPr>
            <a:spLocks noGrp="1"/>
          </p:cNvSpPr>
          <p:nvPr/>
        </p:nvSpPr>
        <p:spPr>
          <a:xfrm>
            <a:off x="3500609" y="415097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0" name="f_small_violin_4735">
            <a:extLst>
              <a:ext uri="{FF2B5EF4-FFF2-40B4-BE49-F238E27FC236}">
                <a16:creationId xmlns:a16="http://schemas.microsoft.com/office/drawing/2014/main" id="{B64D5478-7F6C-4734-88C3-0B9BC3FA0285}"/>
              </a:ext>
            </a:extLst>
          </p:cNvPr>
          <p:cNvSpPr>
            <a:spLocks noGrp="1"/>
          </p:cNvSpPr>
          <p:nvPr/>
        </p:nvSpPr>
        <p:spPr>
          <a:xfrm>
            <a:off x="3301078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1" name="f_small_violin_4736">
            <a:extLst>
              <a:ext uri="{FF2B5EF4-FFF2-40B4-BE49-F238E27FC236}">
                <a16:creationId xmlns:a16="http://schemas.microsoft.com/office/drawing/2014/main" id="{C741EBCF-89C2-4228-A9D9-9F849585EA27}"/>
              </a:ext>
            </a:extLst>
          </p:cNvPr>
          <p:cNvSpPr>
            <a:spLocks noGrp="1"/>
          </p:cNvSpPr>
          <p:nvPr/>
        </p:nvSpPr>
        <p:spPr>
          <a:xfrm>
            <a:off x="324959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2" name="f_small_violin_4737">
            <a:extLst>
              <a:ext uri="{FF2B5EF4-FFF2-40B4-BE49-F238E27FC236}">
                <a16:creationId xmlns:a16="http://schemas.microsoft.com/office/drawing/2014/main" id="{C94FD9ED-B276-4A11-8F47-80E4FF96D1DD}"/>
              </a:ext>
            </a:extLst>
          </p:cNvPr>
          <p:cNvSpPr>
            <a:spLocks noGrp="1"/>
          </p:cNvSpPr>
          <p:nvPr/>
        </p:nvSpPr>
        <p:spPr>
          <a:xfrm>
            <a:off x="330824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3" name="f_small_violin_4738">
            <a:extLst>
              <a:ext uri="{FF2B5EF4-FFF2-40B4-BE49-F238E27FC236}">
                <a16:creationId xmlns:a16="http://schemas.microsoft.com/office/drawing/2014/main" id="{757E5BC5-5265-47C0-9F09-FE205F065631}"/>
              </a:ext>
            </a:extLst>
          </p:cNvPr>
          <p:cNvSpPr>
            <a:spLocks noGrp="1"/>
          </p:cNvSpPr>
          <p:nvPr/>
        </p:nvSpPr>
        <p:spPr>
          <a:xfrm>
            <a:off x="332605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4" name="f_small_violin_4739">
            <a:extLst>
              <a:ext uri="{FF2B5EF4-FFF2-40B4-BE49-F238E27FC236}">
                <a16:creationId xmlns:a16="http://schemas.microsoft.com/office/drawing/2014/main" id="{2335FBCE-D13E-466C-B475-648AA621D67E}"/>
              </a:ext>
            </a:extLst>
          </p:cNvPr>
          <p:cNvSpPr>
            <a:spLocks noGrp="1"/>
          </p:cNvSpPr>
          <p:nvPr/>
        </p:nvSpPr>
        <p:spPr>
          <a:xfrm>
            <a:off x="311365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5" name="f_small_violin_4740">
            <a:extLst>
              <a:ext uri="{FF2B5EF4-FFF2-40B4-BE49-F238E27FC236}">
                <a16:creationId xmlns:a16="http://schemas.microsoft.com/office/drawing/2014/main" id="{E03F23DD-18F5-4599-8A82-B3F10B736CC4}"/>
              </a:ext>
            </a:extLst>
          </p:cNvPr>
          <p:cNvSpPr>
            <a:spLocks noGrp="1"/>
          </p:cNvSpPr>
          <p:nvPr/>
        </p:nvSpPr>
        <p:spPr>
          <a:xfrm>
            <a:off x="33605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6" name="f_small_violin_4741">
            <a:extLst>
              <a:ext uri="{FF2B5EF4-FFF2-40B4-BE49-F238E27FC236}">
                <a16:creationId xmlns:a16="http://schemas.microsoft.com/office/drawing/2014/main" id="{F8377EC5-66D9-4C5A-B05C-CCDC91099322}"/>
              </a:ext>
            </a:extLst>
          </p:cNvPr>
          <p:cNvSpPr>
            <a:spLocks noGrp="1"/>
          </p:cNvSpPr>
          <p:nvPr/>
        </p:nvSpPr>
        <p:spPr>
          <a:xfrm>
            <a:off x="345502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7" name="f_small_violin_4742">
            <a:extLst>
              <a:ext uri="{FF2B5EF4-FFF2-40B4-BE49-F238E27FC236}">
                <a16:creationId xmlns:a16="http://schemas.microsoft.com/office/drawing/2014/main" id="{3A4F64CF-9444-4102-BC95-C863EA53799B}"/>
              </a:ext>
            </a:extLst>
          </p:cNvPr>
          <p:cNvSpPr>
            <a:spLocks noGrp="1"/>
          </p:cNvSpPr>
          <p:nvPr/>
        </p:nvSpPr>
        <p:spPr>
          <a:xfrm>
            <a:off x="313241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8" name="f_small_violin_4743">
            <a:extLst>
              <a:ext uri="{FF2B5EF4-FFF2-40B4-BE49-F238E27FC236}">
                <a16:creationId xmlns:a16="http://schemas.microsoft.com/office/drawing/2014/main" id="{4130281A-C9AD-4443-BAAA-220419650418}"/>
              </a:ext>
            </a:extLst>
          </p:cNvPr>
          <p:cNvSpPr>
            <a:spLocks noGrp="1"/>
          </p:cNvSpPr>
          <p:nvPr/>
        </p:nvSpPr>
        <p:spPr>
          <a:xfrm>
            <a:off x="301522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79" name="f_small_violin_4744">
            <a:extLst>
              <a:ext uri="{FF2B5EF4-FFF2-40B4-BE49-F238E27FC236}">
                <a16:creationId xmlns:a16="http://schemas.microsoft.com/office/drawing/2014/main" id="{E005C25D-5141-4CC8-8D2A-C61EDBF14571}"/>
              </a:ext>
            </a:extLst>
          </p:cNvPr>
          <p:cNvSpPr>
            <a:spLocks noGrp="1"/>
          </p:cNvSpPr>
          <p:nvPr/>
        </p:nvSpPr>
        <p:spPr>
          <a:xfrm>
            <a:off x="337759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0" name="f_small_violin_4745">
            <a:extLst>
              <a:ext uri="{FF2B5EF4-FFF2-40B4-BE49-F238E27FC236}">
                <a16:creationId xmlns:a16="http://schemas.microsoft.com/office/drawing/2014/main" id="{572A0E20-BA83-4281-9F45-F3FF256DA2C1}"/>
              </a:ext>
            </a:extLst>
          </p:cNvPr>
          <p:cNvSpPr>
            <a:spLocks noGrp="1"/>
          </p:cNvSpPr>
          <p:nvPr/>
        </p:nvSpPr>
        <p:spPr>
          <a:xfrm>
            <a:off x="31112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1" name="f_small_violin_4746">
            <a:extLst>
              <a:ext uri="{FF2B5EF4-FFF2-40B4-BE49-F238E27FC236}">
                <a16:creationId xmlns:a16="http://schemas.microsoft.com/office/drawing/2014/main" id="{617E8C40-AA27-48AD-9F81-4DC845D233AF}"/>
              </a:ext>
            </a:extLst>
          </p:cNvPr>
          <p:cNvSpPr>
            <a:spLocks noGrp="1"/>
          </p:cNvSpPr>
          <p:nvPr/>
        </p:nvSpPr>
        <p:spPr>
          <a:xfrm>
            <a:off x="319200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2" name="f_small_violin_4747">
            <a:extLst>
              <a:ext uri="{FF2B5EF4-FFF2-40B4-BE49-F238E27FC236}">
                <a16:creationId xmlns:a16="http://schemas.microsoft.com/office/drawing/2014/main" id="{84B2CA5D-8C1D-4F16-8BA4-EEF67A892C9D}"/>
              </a:ext>
            </a:extLst>
          </p:cNvPr>
          <p:cNvSpPr>
            <a:spLocks noGrp="1"/>
          </p:cNvSpPr>
          <p:nvPr/>
        </p:nvSpPr>
        <p:spPr>
          <a:xfrm>
            <a:off x="312662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3" name="f_small_violin_4748">
            <a:extLst>
              <a:ext uri="{FF2B5EF4-FFF2-40B4-BE49-F238E27FC236}">
                <a16:creationId xmlns:a16="http://schemas.microsoft.com/office/drawing/2014/main" id="{12A53195-5A05-4BF0-94EB-98AFFE4AAC34}"/>
              </a:ext>
            </a:extLst>
          </p:cNvPr>
          <p:cNvSpPr>
            <a:spLocks noGrp="1"/>
          </p:cNvSpPr>
          <p:nvPr/>
        </p:nvSpPr>
        <p:spPr>
          <a:xfrm>
            <a:off x="30728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4" name="f_small_violin_4749">
            <a:extLst>
              <a:ext uri="{FF2B5EF4-FFF2-40B4-BE49-F238E27FC236}">
                <a16:creationId xmlns:a16="http://schemas.microsoft.com/office/drawing/2014/main" id="{5CE20DAB-8E55-44CB-B03A-B516E1906783}"/>
              </a:ext>
            </a:extLst>
          </p:cNvPr>
          <p:cNvSpPr>
            <a:spLocks noGrp="1"/>
          </p:cNvSpPr>
          <p:nvPr/>
        </p:nvSpPr>
        <p:spPr>
          <a:xfrm>
            <a:off x="33210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5" name="f_small_violin_4750">
            <a:extLst>
              <a:ext uri="{FF2B5EF4-FFF2-40B4-BE49-F238E27FC236}">
                <a16:creationId xmlns:a16="http://schemas.microsoft.com/office/drawing/2014/main" id="{C59618F7-C324-4C74-927C-CF8F64D67C06}"/>
              </a:ext>
            </a:extLst>
          </p:cNvPr>
          <p:cNvSpPr>
            <a:spLocks noGrp="1"/>
          </p:cNvSpPr>
          <p:nvPr/>
        </p:nvSpPr>
        <p:spPr>
          <a:xfrm>
            <a:off x="3408995" y="402948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6" name="f_small_violin_4751">
            <a:extLst>
              <a:ext uri="{FF2B5EF4-FFF2-40B4-BE49-F238E27FC236}">
                <a16:creationId xmlns:a16="http://schemas.microsoft.com/office/drawing/2014/main" id="{262B3C53-EAC4-40CF-9F79-03729D4859C7}"/>
              </a:ext>
            </a:extLst>
          </p:cNvPr>
          <p:cNvSpPr>
            <a:spLocks noGrp="1"/>
          </p:cNvSpPr>
          <p:nvPr/>
        </p:nvSpPr>
        <p:spPr>
          <a:xfrm>
            <a:off x="307379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7" name="f_small_violin_4752">
            <a:extLst>
              <a:ext uri="{FF2B5EF4-FFF2-40B4-BE49-F238E27FC236}">
                <a16:creationId xmlns:a16="http://schemas.microsoft.com/office/drawing/2014/main" id="{88E022B6-1D26-4093-8ECA-74233DD85674}"/>
              </a:ext>
            </a:extLst>
          </p:cNvPr>
          <p:cNvSpPr>
            <a:spLocks noGrp="1"/>
          </p:cNvSpPr>
          <p:nvPr/>
        </p:nvSpPr>
        <p:spPr>
          <a:xfrm>
            <a:off x="315403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8" name="f_small_violin_4753">
            <a:extLst>
              <a:ext uri="{FF2B5EF4-FFF2-40B4-BE49-F238E27FC236}">
                <a16:creationId xmlns:a16="http://schemas.microsoft.com/office/drawing/2014/main" id="{F0169BA7-FFE7-4A16-8A11-A00C6400D4C9}"/>
              </a:ext>
            </a:extLst>
          </p:cNvPr>
          <p:cNvSpPr>
            <a:spLocks noGrp="1"/>
          </p:cNvSpPr>
          <p:nvPr/>
        </p:nvSpPr>
        <p:spPr>
          <a:xfrm>
            <a:off x="341367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89" name="f_small_violin_4754">
            <a:extLst>
              <a:ext uri="{FF2B5EF4-FFF2-40B4-BE49-F238E27FC236}">
                <a16:creationId xmlns:a16="http://schemas.microsoft.com/office/drawing/2014/main" id="{17FEFDD6-FFAC-4046-9492-C49EC9BC4C1B}"/>
              </a:ext>
            </a:extLst>
          </p:cNvPr>
          <p:cNvSpPr>
            <a:spLocks noGrp="1"/>
          </p:cNvSpPr>
          <p:nvPr/>
        </p:nvSpPr>
        <p:spPr>
          <a:xfrm>
            <a:off x="320325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0" name="f_small_violin_4755">
            <a:extLst>
              <a:ext uri="{FF2B5EF4-FFF2-40B4-BE49-F238E27FC236}">
                <a16:creationId xmlns:a16="http://schemas.microsoft.com/office/drawing/2014/main" id="{F97F0131-D314-46EE-A560-B62FF9BBAAB1}"/>
              </a:ext>
            </a:extLst>
          </p:cNvPr>
          <p:cNvSpPr>
            <a:spLocks noGrp="1"/>
          </p:cNvSpPr>
          <p:nvPr/>
        </p:nvSpPr>
        <p:spPr>
          <a:xfrm>
            <a:off x="3192142" y="26957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1" name="f_small_violin_4756">
            <a:extLst>
              <a:ext uri="{FF2B5EF4-FFF2-40B4-BE49-F238E27FC236}">
                <a16:creationId xmlns:a16="http://schemas.microsoft.com/office/drawing/2014/main" id="{3A0A26A9-36BC-40F8-B76A-0E85725DA404}"/>
              </a:ext>
            </a:extLst>
          </p:cNvPr>
          <p:cNvSpPr>
            <a:spLocks noGrp="1"/>
          </p:cNvSpPr>
          <p:nvPr/>
        </p:nvSpPr>
        <p:spPr>
          <a:xfrm>
            <a:off x="3079402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2" name="f_small_violin_4757">
            <a:extLst>
              <a:ext uri="{FF2B5EF4-FFF2-40B4-BE49-F238E27FC236}">
                <a16:creationId xmlns:a16="http://schemas.microsoft.com/office/drawing/2014/main" id="{A520BD7F-90CC-479C-98C6-C6CDC23E91BC}"/>
              </a:ext>
            </a:extLst>
          </p:cNvPr>
          <p:cNvSpPr>
            <a:spLocks noGrp="1"/>
          </p:cNvSpPr>
          <p:nvPr/>
        </p:nvSpPr>
        <p:spPr>
          <a:xfrm>
            <a:off x="35052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3" name="f_small_violin_4758">
            <a:extLst>
              <a:ext uri="{FF2B5EF4-FFF2-40B4-BE49-F238E27FC236}">
                <a16:creationId xmlns:a16="http://schemas.microsoft.com/office/drawing/2014/main" id="{EEB8574B-8F80-4BF6-9ACF-3D55E19D7A53}"/>
              </a:ext>
            </a:extLst>
          </p:cNvPr>
          <p:cNvSpPr>
            <a:spLocks noGrp="1"/>
          </p:cNvSpPr>
          <p:nvPr/>
        </p:nvSpPr>
        <p:spPr>
          <a:xfrm>
            <a:off x="3350376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4" name="f_small_violin_4759">
            <a:extLst>
              <a:ext uri="{FF2B5EF4-FFF2-40B4-BE49-F238E27FC236}">
                <a16:creationId xmlns:a16="http://schemas.microsoft.com/office/drawing/2014/main" id="{97DD86CA-69A4-4AC5-9F77-864928D707AE}"/>
              </a:ext>
            </a:extLst>
          </p:cNvPr>
          <p:cNvSpPr>
            <a:spLocks noGrp="1"/>
          </p:cNvSpPr>
          <p:nvPr/>
        </p:nvSpPr>
        <p:spPr>
          <a:xfrm>
            <a:off x="32016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5" name="f_small_violin_4760">
            <a:extLst>
              <a:ext uri="{FF2B5EF4-FFF2-40B4-BE49-F238E27FC236}">
                <a16:creationId xmlns:a16="http://schemas.microsoft.com/office/drawing/2014/main" id="{EA95D47B-ACE4-44AE-9E68-9FAFB92961DD}"/>
              </a:ext>
            </a:extLst>
          </p:cNvPr>
          <p:cNvSpPr>
            <a:spLocks noGrp="1"/>
          </p:cNvSpPr>
          <p:nvPr/>
        </p:nvSpPr>
        <p:spPr>
          <a:xfrm>
            <a:off x="3089253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6" name="f_small_violin_4761">
            <a:extLst>
              <a:ext uri="{FF2B5EF4-FFF2-40B4-BE49-F238E27FC236}">
                <a16:creationId xmlns:a16="http://schemas.microsoft.com/office/drawing/2014/main" id="{6AD0DDF3-F054-43A5-A985-860B61A069B7}"/>
              </a:ext>
            </a:extLst>
          </p:cNvPr>
          <p:cNvSpPr>
            <a:spLocks noGrp="1"/>
          </p:cNvSpPr>
          <p:nvPr/>
        </p:nvSpPr>
        <p:spPr>
          <a:xfrm>
            <a:off x="334346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7" name="f_small_violin_4762">
            <a:extLst>
              <a:ext uri="{FF2B5EF4-FFF2-40B4-BE49-F238E27FC236}">
                <a16:creationId xmlns:a16="http://schemas.microsoft.com/office/drawing/2014/main" id="{3FE43259-19B2-42F7-96B9-B404A381D83B}"/>
              </a:ext>
            </a:extLst>
          </p:cNvPr>
          <p:cNvSpPr>
            <a:spLocks noGrp="1"/>
          </p:cNvSpPr>
          <p:nvPr/>
        </p:nvSpPr>
        <p:spPr>
          <a:xfrm>
            <a:off x="32214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8" name="f_small_violin_4763">
            <a:extLst>
              <a:ext uri="{FF2B5EF4-FFF2-40B4-BE49-F238E27FC236}">
                <a16:creationId xmlns:a16="http://schemas.microsoft.com/office/drawing/2014/main" id="{73AE57B1-AF55-400B-82EE-AA8E67DA3A2D}"/>
              </a:ext>
            </a:extLst>
          </p:cNvPr>
          <p:cNvSpPr>
            <a:spLocks noGrp="1"/>
          </p:cNvSpPr>
          <p:nvPr/>
        </p:nvSpPr>
        <p:spPr>
          <a:xfrm>
            <a:off x="320883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199" name="f_small_violin_4764">
            <a:extLst>
              <a:ext uri="{FF2B5EF4-FFF2-40B4-BE49-F238E27FC236}">
                <a16:creationId xmlns:a16="http://schemas.microsoft.com/office/drawing/2014/main" id="{808707D4-9397-4C9B-A29D-01BC3822A263}"/>
              </a:ext>
            </a:extLst>
          </p:cNvPr>
          <p:cNvSpPr>
            <a:spLocks noGrp="1"/>
          </p:cNvSpPr>
          <p:nvPr/>
        </p:nvSpPr>
        <p:spPr>
          <a:xfrm>
            <a:off x="31412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0" name="f_small_violin_4765">
            <a:extLst>
              <a:ext uri="{FF2B5EF4-FFF2-40B4-BE49-F238E27FC236}">
                <a16:creationId xmlns:a16="http://schemas.microsoft.com/office/drawing/2014/main" id="{6D3E2C87-5520-4BAE-9196-C4BF819E9F43}"/>
              </a:ext>
            </a:extLst>
          </p:cNvPr>
          <p:cNvSpPr>
            <a:spLocks noGrp="1"/>
          </p:cNvSpPr>
          <p:nvPr/>
        </p:nvSpPr>
        <p:spPr>
          <a:xfrm>
            <a:off x="3240255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1" name="f_small_violin_4766">
            <a:extLst>
              <a:ext uri="{FF2B5EF4-FFF2-40B4-BE49-F238E27FC236}">
                <a16:creationId xmlns:a16="http://schemas.microsoft.com/office/drawing/2014/main" id="{BF585E30-489F-4934-94A6-E9C7C654443A}"/>
              </a:ext>
            </a:extLst>
          </p:cNvPr>
          <p:cNvSpPr>
            <a:spLocks noGrp="1"/>
          </p:cNvSpPr>
          <p:nvPr/>
        </p:nvSpPr>
        <p:spPr>
          <a:xfrm>
            <a:off x="319403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2" name="f_small_violin_4767">
            <a:extLst>
              <a:ext uri="{FF2B5EF4-FFF2-40B4-BE49-F238E27FC236}">
                <a16:creationId xmlns:a16="http://schemas.microsoft.com/office/drawing/2014/main" id="{79EDD6F2-E85F-45A1-B7C6-E122AC3F20A5}"/>
              </a:ext>
            </a:extLst>
          </p:cNvPr>
          <p:cNvSpPr>
            <a:spLocks noGrp="1"/>
          </p:cNvSpPr>
          <p:nvPr/>
        </p:nvSpPr>
        <p:spPr>
          <a:xfrm>
            <a:off x="3233940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3" name="f_small_violin_4768">
            <a:extLst>
              <a:ext uri="{FF2B5EF4-FFF2-40B4-BE49-F238E27FC236}">
                <a16:creationId xmlns:a16="http://schemas.microsoft.com/office/drawing/2014/main" id="{4114335D-AD18-4C14-9621-F78681249917}"/>
              </a:ext>
            </a:extLst>
          </p:cNvPr>
          <p:cNvSpPr>
            <a:spLocks noGrp="1"/>
          </p:cNvSpPr>
          <p:nvPr/>
        </p:nvSpPr>
        <p:spPr>
          <a:xfrm>
            <a:off x="3484778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4" name="f_small_violin_4769">
            <a:extLst>
              <a:ext uri="{FF2B5EF4-FFF2-40B4-BE49-F238E27FC236}">
                <a16:creationId xmlns:a16="http://schemas.microsoft.com/office/drawing/2014/main" id="{9CE4C29F-4FF2-41A8-9109-D8C6EC58276D}"/>
              </a:ext>
            </a:extLst>
          </p:cNvPr>
          <p:cNvSpPr>
            <a:spLocks noGrp="1"/>
          </p:cNvSpPr>
          <p:nvPr/>
        </p:nvSpPr>
        <p:spPr>
          <a:xfrm>
            <a:off x="3051105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5" name="f_small_violin_4770">
            <a:extLst>
              <a:ext uri="{FF2B5EF4-FFF2-40B4-BE49-F238E27FC236}">
                <a16:creationId xmlns:a16="http://schemas.microsoft.com/office/drawing/2014/main" id="{4153CA0F-7B3E-47E6-9E48-FB44D5A8F4FD}"/>
              </a:ext>
            </a:extLst>
          </p:cNvPr>
          <p:cNvSpPr>
            <a:spLocks noGrp="1"/>
          </p:cNvSpPr>
          <p:nvPr/>
        </p:nvSpPr>
        <p:spPr>
          <a:xfrm>
            <a:off x="3886972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782595" y="3685436"/>
                </a:moveTo>
                <a:lnTo>
                  <a:pt x="0" y="3685436"/>
                </a:lnTo>
                <a:lnTo>
                  <a:pt x="3745" y="3662402"/>
                </a:lnTo>
                <a:lnTo>
                  <a:pt x="14752" y="3639368"/>
                </a:lnTo>
                <a:lnTo>
                  <a:pt x="32368" y="3616334"/>
                </a:lnTo>
                <a:lnTo>
                  <a:pt x="55572" y="3593300"/>
                </a:lnTo>
                <a:lnTo>
                  <a:pt x="83083" y="3570266"/>
                </a:lnTo>
                <a:lnTo>
                  <a:pt x="113472" y="3547232"/>
                </a:lnTo>
                <a:lnTo>
                  <a:pt x="145291" y="3524198"/>
                </a:lnTo>
                <a:lnTo>
                  <a:pt x="177183" y="3501164"/>
                </a:lnTo>
                <a:lnTo>
                  <a:pt x="207975" y="3478130"/>
                </a:lnTo>
                <a:lnTo>
                  <a:pt x="236738" y="3455096"/>
                </a:lnTo>
                <a:lnTo>
                  <a:pt x="262815" y="3432062"/>
                </a:lnTo>
                <a:lnTo>
                  <a:pt x="285822" y="3409028"/>
                </a:lnTo>
                <a:lnTo>
                  <a:pt x="305617" y="3385994"/>
                </a:lnTo>
                <a:lnTo>
                  <a:pt x="322260" y="3362960"/>
                </a:lnTo>
                <a:lnTo>
                  <a:pt x="335958" y="3339926"/>
                </a:lnTo>
                <a:lnTo>
                  <a:pt x="347014" y="3316892"/>
                </a:lnTo>
                <a:lnTo>
                  <a:pt x="355780" y="3293858"/>
                </a:lnTo>
                <a:lnTo>
                  <a:pt x="362616" y="3270824"/>
                </a:lnTo>
                <a:lnTo>
                  <a:pt x="367865" y="3247790"/>
                </a:lnTo>
                <a:lnTo>
                  <a:pt x="371831" y="3224756"/>
                </a:lnTo>
                <a:lnTo>
                  <a:pt x="374776" y="3201722"/>
                </a:lnTo>
                <a:lnTo>
                  <a:pt x="376916" y="3178688"/>
                </a:lnTo>
                <a:lnTo>
                  <a:pt x="378428" y="3155654"/>
                </a:lnTo>
                <a:lnTo>
                  <a:pt x="379453" y="3132620"/>
                </a:lnTo>
                <a:lnTo>
                  <a:pt x="380105" y="3109586"/>
                </a:lnTo>
                <a:lnTo>
                  <a:pt x="380481" y="3086552"/>
                </a:lnTo>
                <a:lnTo>
                  <a:pt x="380662" y="3063518"/>
                </a:lnTo>
                <a:lnTo>
                  <a:pt x="380719" y="3040485"/>
                </a:lnTo>
                <a:lnTo>
                  <a:pt x="380715" y="3017451"/>
                </a:lnTo>
                <a:lnTo>
                  <a:pt x="380705" y="2994417"/>
                </a:lnTo>
                <a:lnTo>
                  <a:pt x="380738" y="2971383"/>
                </a:lnTo>
                <a:lnTo>
                  <a:pt x="380852" y="2948349"/>
                </a:lnTo>
                <a:lnTo>
                  <a:pt x="381072" y="2925315"/>
                </a:lnTo>
                <a:lnTo>
                  <a:pt x="381416" y="2902281"/>
                </a:lnTo>
                <a:lnTo>
                  <a:pt x="381887" y="2879247"/>
                </a:lnTo>
                <a:lnTo>
                  <a:pt x="382477" y="2856213"/>
                </a:lnTo>
                <a:lnTo>
                  <a:pt x="383170" y="2833179"/>
                </a:lnTo>
                <a:lnTo>
                  <a:pt x="383940" y="2810145"/>
                </a:lnTo>
                <a:lnTo>
                  <a:pt x="384759" y="2787111"/>
                </a:lnTo>
                <a:lnTo>
                  <a:pt x="385595" y="2764077"/>
                </a:lnTo>
                <a:lnTo>
                  <a:pt x="386420" y="2741043"/>
                </a:lnTo>
                <a:lnTo>
                  <a:pt x="387206" y="2718009"/>
                </a:lnTo>
                <a:lnTo>
                  <a:pt x="387933" y="2694975"/>
                </a:lnTo>
                <a:lnTo>
                  <a:pt x="388586" y="2671941"/>
                </a:lnTo>
                <a:lnTo>
                  <a:pt x="389156" y="2648907"/>
                </a:lnTo>
                <a:lnTo>
                  <a:pt x="389640" y="2625873"/>
                </a:lnTo>
                <a:lnTo>
                  <a:pt x="390041" y="2602839"/>
                </a:lnTo>
                <a:lnTo>
                  <a:pt x="390365" y="2579805"/>
                </a:lnTo>
                <a:lnTo>
                  <a:pt x="390619" y="2556771"/>
                </a:lnTo>
                <a:lnTo>
                  <a:pt x="390814" y="2533737"/>
                </a:lnTo>
                <a:lnTo>
                  <a:pt x="390961" y="2510703"/>
                </a:lnTo>
                <a:lnTo>
                  <a:pt x="391067" y="2487669"/>
                </a:lnTo>
                <a:lnTo>
                  <a:pt x="391144" y="2464635"/>
                </a:lnTo>
                <a:lnTo>
                  <a:pt x="391197" y="2441601"/>
                </a:lnTo>
                <a:lnTo>
                  <a:pt x="391233" y="2418567"/>
                </a:lnTo>
                <a:lnTo>
                  <a:pt x="391257" y="2395533"/>
                </a:lnTo>
                <a:lnTo>
                  <a:pt x="391272" y="2372499"/>
                </a:lnTo>
                <a:lnTo>
                  <a:pt x="391282" y="2349465"/>
                </a:lnTo>
                <a:lnTo>
                  <a:pt x="391288" y="2326431"/>
                </a:lnTo>
                <a:lnTo>
                  <a:pt x="391291" y="2303397"/>
                </a:lnTo>
                <a:lnTo>
                  <a:pt x="391292" y="2280363"/>
                </a:lnTo>
                <a:lnTo>
                  <a:pt x="391291" y="2257329"/>
                </a:lnTo>
                <a:lnTo>
                  <a:pt x="391289" y="2234295"/>
                </a:lnTo>
                <a:lnTo>
                  <a:pt x="391284" y="2211261"/>
                </a:lnTo>
                <a:lnTo>
                  <a:pt x="391277" y="2188228"/>
                </a:lnTo>
                <a:lnTo>
                  <a:pt x="391265" y="2165194"/>
                </a:lnTo>
                <a:lnTo>
                  <a:pt x="391248" y="2142160"/>
                </a:lnTo>
                <a:lnTo>
                  <a:pt x="391224" y="2119126"/>
                </a:lnTo>
                <a:lnTo>
                  <a:pt x="391189" y="2096092"/>
                </a:lnTo>
                <a:lnTo>
                  <a:pt x="391142" y="2073058"/>
                </a:lnTo>
                <a:lnTo>
                  <a:pt x="391079" y="2050024"/>
                </a:lnTo>
                <a:lnTo>
                  <a:pt x="390998" y="2026990"/>
                </a:lnTo>
                <a:lnTo>
                  <a:pt x="390895" y="2003956"/>
                </a:lnTo>
                <a:lnTo>
                  <a:pt x="390769" y="1980922"/>
                </a:lnTo>
                <a:lnTo>
                  <a:pt x="390618" y="1957888"/>
                </a:lnTo>
                <a:lnTo>
                  <a:pt x="390443" y="1934854"/>
                </a:lnTo>
                <a:lnTo>
                  <a:pt x="390246" y="1911820"/>
                </a:lnTo>
                <a:lnTo>
                  <a:pt x="390032" y="1888786"/>
                </a:lnTo>
                <a:lnTo>
                  <a:pt x="389808" y="1865752"/>
                </a:lnTo>
                <a:lnTo>
                  <a:pt x="389582" y="1842718"/>
                </a:lnTo>
                <a:lnTo>
                  <a:pt x="389366" y="1819684"/>
                </a:lnTo>
                <a:lnTo>
                  <a:pt x="389169" y="1796650"/>
                </a:lnTo>
                <a:lnTo>
                  <a:pt x="389004" y="1773616"/>
                </a:lnTo>
                <a:lnTo>
                  <a:pt x="388879" y="1750582"/>
                </a:lnTo>
                <a:lnTo>
                  <a:pt x="388804" y="1727548"/>
                </a:lnTo>
                <a:lnTo>
                  <a:pt x="388782" y="1704514"/>
                </a:lnTo>
                <a:lnTo>
                  <a:pt x="388816" y="1681480"/>
                </a:lnTo>
                <a:lnTo>
                  <a:pt x="388902" y="1658446"/>
                </a:lnTo>
                <a:lnTo>
                  <a:pt x="389036" y="1635412"/>
                </a:lnTo>
                <a:lnTo>
                  <a:pt x="389208" y="1612378"/>
                </a:lnTo>
                <a:lnTo>
                  <a:pt x="389410" y="1589344"/>
                </a:lnTo>
                <a:lnTo>
                  <a:pt x="389630" y="1566310"/>
                </a:lnTo>
                <a:lnTo>
                  <a:pt x="389856" y="1543276"/>
                </a:lnTo>
                <a:lnTo>
                  <a:pt x="390078" y="1520242"/>
                </a:lnTo>
                <a:lnTo>
                  <a:pt x="390289" y="1497208"/>
                </a:lnTo>
                <a:lnTo>
                  <a:pt x="390481" y="1474174"/>
                </a:lnTo>
                <a:lnTo>
                  <a:pt x="390651" y="1451140"/>
                </a:lnTo>
                <a:lnTo>
                  <a:pt x="390797" y="1428106"/>
                </a:lnTo>
                <a:lnTo>
                  <a:pt x="390919" y="1405072"/>
                </a:lnTo>
                <a:lnTo>
                  <a:pt x="391017" y="1382038"/>
                </a:lnTo>
                <a:lnTo>
                  <a:pt x="391094" y="1359004"/>
                </a:lnTo>
                <a:lnTo>
                  <a:pt x="391153" y="1335970"/>
                </a:lnTo>
                <a:lnTo>
                  <a:pt x="391197" y="1312937"/>
                </a:lnTo>
                <a:lnTo>
                  <a:pt x="391230" y="1289903"/>
                </a:lnTo>
                <a:lnTo>
                  <a:pt x="391252" y="1266869"/>
                </a:lnTo>
                <a:lnTo>
                  <a:pt x="391268" y="1243835"/>
                </a:lnTo>
                <a:lnTo>
                  <a:pt x="391279" y="1220801"/>
                </a:lnTo>
                <a:lnTo>
                  <a:pt x="391286" y="1197767"/>
                </a:lnTo>
                <a:lnTo>
                  <a:pt x="391290" y="1174733"/>
                </a:lnTo>
                <a:lnTo>
                  <a:pt x="391293" y="1151699"/>
                </a:lnTo>
                <a:lnTo>
                  <a:pt x="391295" y="1128665"/>
                </a:lnTo>
                <a:lnTo>
                  <a:pt x="391296" y="1105631"/>
                </a:lnTo>
                <a:lnTo>
                  <a:pt x="391297" y="1082597"/>
                </a:lnTo>
                <a:lnTo>
                  <a:pt x="391297" y="1059563"/>
                </a:lnTo>
                <a:lnTo>
                  <a:pt x="391297" y="1036529"/>
                </a:lnTo>
                <a:lnTo>
                  <a:pt x="391297" y="1013495"/>
                </a:lnTo>
                <a:lnTo>
                  <a:pt x="391297" y="990461"/>
                </a:lnTo>
                <a:lnTo>
                  <a:pt x="391297" y="967427"/>
                </a:lnTo>
                <a:lnTo>
                  <a:pt x="391297" y="944393"/>
                </a:lnTo>
                <a:lnTo>
                  <a:pt x="391297" y="921359"/>
                </a:lnTo>
                <a:lnTo>
                  <a:pt x="391297" y="898325"/>
                </a:lnTo>
                <a:lnTo>
                  <a:pt x="391297" y="875291"/>
                </a:lnTo>
                <a:lnTo>
                  <a:pt x="391297" y="852257"/>
                </a:lnTo>
                <a:lnTo>
                  <a:pt x="391297" y="829223"/>
                </a:lnTo>
                <a:lnTo>
                  <a:pt x="391297" y="806189"/>
                </a:lnTo>
                <a:lnTo>
                  <a:pt x="391297" y="783155"/>
                </a:lnTo>
                <a:lnTo>
                  <a:pt x="391297" y="760121"/>
                </a:lnTo>
                <a:lnTo>
                  <a:pt x="391297" y="737087"/>
                </a:lnTo>
                <a:lnTo>
                  <a:pt x="391297" y="714053"/>
                </a:lnTo>
                <a:lnTo>
                  <a:pt x="391297" y="691019"/>
                </a:lnTo>
                <a:lnTo>
                  <a:pt x="391296" y="667985"/>
                </a:lnTo>
                <a:lnTo>
                  <a:pt x="391296" y="644951"/>
                </a:lnTo>
                <a:lnTo>
                  <a:pt x="391294" y="621917"/>
                </a:lnTo>
                <a:lnTo>
                  <a:pt x="391291" y="598883"/>
                </a:lnTo>
                <a:lnTo>
                  <a:pt x="391287" y="575849"/>
                </a:lnTo>
                <a:lnTo>
                  <a:pt x="391280" y="552815"/>
                </a:lnTo>
                <a:lnTo>
                  <a:pt x="391268" y="529781"/>
                </a:lnTo>
                <a:lnTo>
                  <a:pt x="391249" y="506747"/>
                </a:lnTo>
                <a:lnTo>
                  <a:pt x="391219" y="483713"/>
                </a:lnTo>
                <a:lnTo>
                  <a:pt x="391175" y="460679"/>
                </a:lnTo>
                <a:lnTo>
                  <a:pt x="391109" y="437646"/>
                </a:lnTo>
                <a:lnTo>
                  <a:pt x="391015" y="414612"/>
                </a:lnTo>
                <a:lnTo>
                  <a:pt x="390881" y="391578"/>
                </a:lnTo>
                <a:lnTo>
                  <a:pt x="390699" y="368544"/>
                </a:lnTo>
                <a:lnTo>
                  <a:pt x="390455" y="345510"/>
                </a:lnTo>
                <a:lnTo>
                  <a:pt x="390138" y="322476"/>
                </a:lnTo>
                <a:lnTo>
                  <a:pt x="389736" y="299442"/>
                </a:lnTo>
                <a:lnTo>
                  <a:pt x="389240" y="276408"/>
                </a:lnTo>
                <a:lnTo>
                  <a:pt x="388647" y="253374"/>
                </a:lnTo>
                <a:lnTo>
                  <a:pt x="387956" y="230340"/>
                </a:lnTo>
                <a:lnTo>
                  <a:pt x="387178" y="207306"/>
                </a:lnTo>
                <a:lnTo>
                  <a:pt x="386329" y="184272"/>
                </a:lnTo>
                <a:lnTo>
                  <a:pt x="385435" y="161238"/>
                </a:lnTo>
                <a:lnTo>
                  <a:pt x="384532" y="138204"/>
                </a:lnTo>
                <a:lnTo>
                  <a:pt x="383659" y="115170"/>
                </a:lnTo>
                <a:lnTo>
                  <a:pt x="382863" y="92136"/>
                </a:lnTo>
                <a:lnTo>
                  <a:pt x="382186" y="69102"/>
                </a:lnTo>
                <a:lnTo>
                  <a:pt x="381670" y="46068"/>
                </a:lnTo>
                <a:lnTo>
                  <a:pt x="381346" y="23034"/>
                </a:lnTo>
                <a:lnTo>
                  <a:pt x="381236" y="0"/>
                </a:lnTo>
                <a:lnTo>
                  <a:pt x="401359" y="0"/>
                </a:lnTo>
                <a:lnTo>
                  <a:pt x="401359" y="0"/>
                </a:lnTo>
                <a:lnTo>
                  <a:pt x="401249" y="23034"/>
                </a:lnTo>
                <a:lnTo>
                  <a:pt x="400925" y="46068"/>
                </a:lnTo>
                <a:lnTo>
                  <a:pt x="400409" y="69102"/>
                </a:lnTo>
                <a:lnTo>
                  <a:pt x="399732" y="92136"/>
                </a:lnTo>
                <a:lnTo>
                  <a:pt x="398935" y="115170"/>
                </a:lnTo>
                <a:lnTo>
                  <a:pt x="398063" y="138204"/>
                </a:lnTo>
                <a:lnTo>
                  <a:pt x="397160" y="161238"/>
                </a:lnTo>
                <a:lnTo>
                  <a:pt x="396266" y="184272"/>
                </a:lnTo>
                <a:lnTo>
                  <a:pt x="395417" y="207306"/>
                </a:lnTo>
                <a:lnTo>
                  <a:pt x="394638" y="230340"/>
                </a:lnTo>
                <a:lnTo>
                  <a:pt x="393948" y="253374"/>
                </a:lnTo>
                <a:lnTo>
                  <a:pt x="393354" y="276408"/>
                </a:lnTo>
                <a:lnTo>
                  <a:pt x="392859" y="299442"/>
                </a:lnTo>
                <a:lnTo>
                  <a:pt x="392457" y="322476"/>
                </a:lnTo>
                <a:lnTo>
                  <a:pt x="392139" y="345510"/>
                </a:lnTo>
                <a:lnTo>
                  <a:pt x="391896" y="368544"/>
                </a:lnTo>
                <a:lnTo>
                  <a:pt x="391713" y="391578"/>
                </a:lnTo>
                <a:lnTo>
                  <a:pt x="391580" y="414612"/>
                </a:lnTo>
                <a:lnTo>
                  <a:pt x="391485" y="437646"/>
                </a:lnTo>
                <a:lnTo>
                  <a:pt x="391420" y="460679"/>
                </a:lnTo>
                <a:lnTo>
                  <a:pt x="391375" y="483713"/>
                </a:lnTo>
                <a:lnTo>
                  <a:pt x="391346" y="506747"/>
                </a:lnTo>
                <a:lnTo>
                  <a:pt x="391327" y="529781"/>
                </a:lnTo>
                <a:lnTo>
                  <a:pt x="391315" y="552815"/>
                </a:lnTo>
                <a:lnTo>
                  <a:pt x="391308" y="575849"/>
                </a:lnTo>
                <a:lnTo>
                  <a:pt x="391303" y="598883"/>
                </a:lnTo>
                <a:lnTo>
                  <a:pt x="391301" y="621917"/>
                </a:lnTo>
                <a:lnTo>
                  <a:pt x="391299" y="644951"/>
                </a:lnTo>
                <a:lnTo>
                  <a:pt x="391298" y="667985"/>
                </a:lnTo>
                <a:lnTo>
                  <a:pt x="391298" y="691019"/>
                </a:lnTo>
                <a:lnTo>
                  <a:pt x="391298" y="714053"/>
                </a:lnTo>
                <a:lnTo>
                  <a:pt x="391297" y="737087"/>
                </a:lnTo>
                <a:lnTo>
                  <a:pt x="391297" y="760121"/>
                </a:lnTo>
                <a:lnTo>
                  <a:pt x="391297" y="783155"/>
                </a:lnTo>
                <a:lnTo>
                  <a:pt x="391297" y="806189"/>
                </a:lnTo>
                <a:lnTo>
                  <a:pt x="391297" y="829223"/>
                </a:lnTo>
                <a:lnTo>
                  <a:pt x="391297" y="852257"/>
                </a:lnTo>
                <a:lnTo>
                  <a:pt x="391297" y="875291"/>
                </a:lnTo>
                <a:lnTo>
                  <a:pt x="391297" y="898325"/>
                </a:lnTo>
                <a:lnTo>
                  <a:pt x="391297" y="921359"/>
                </a:lnTo>
                <a:lnTo>
                  <a:pt x="391297" y="944393"/>
                </a:lnTo>
                <a:lnTo>
                  <a:pt x="391297" y="967427"/>
                </a:lnTo>
                <a:lnTo>
                  <a:pt x="391297" y="990461"/>
                </a:lnTo>
                <a:lnTo>
                  <a:pt x="391297" y="1013495"/>
                </a:lnTo>
                <a:lnTo>
                  <a:pt x="391298" y="1036529"/>
                </a:lnTo>
                <a:lnTo>
                  <a:pt x="391298" y="1059563"/>
                </a:lnTo>
                <a:lnTo>
                  <a:pt x="391298" y="1082597"/>
                </a:lnTo>
                <a:lnTo>
                  <a:pt x="391299" y="1105631"/>
                </a:lnTo>
                <a:lnTo>
                  <a:pt x="391300" y="1128665"/>
                </a:lnTo>
                <a:lnTo>
                  <a:pt x="391301" y="1151699"/>
                </a:lnTo>
                <a:lnTo>
                  <a:pt x="391304" y="1174733"/>
                </a:lnTo>
                <a:lnTo>
                  <a:pt x="391309" y="1197767"/>
                </a:lnTo>
                <a:lnTo>
                  <a:pt x="391316" y="1220801"/>
                </a:lnTo>
                <a:lnTo>
                  <a:pt x="391327" y="1243835"/>
                </a:lnTo>
                <a:lnTo>
                  <a:pt x="391342" y="1266869"/>
                </a:lnTo>
                <a:lnTo>
                  <a:pt x="391365" y="1289903"/>
                </a:lnTo>
                <a:lnTo>
                  <a:pt x="391397" y="1312937"/>
                </a:lnTo>
                <a:lnTo>
                  <a:pt x="391441" y="1335970"/>
                </a:lnTo>
                <a:lnTo>
                  <a:pt x="391501" y="1359004"/>
                </a:lnTo>
                <a:lnTo>
                  <a:pt x="391578" y="1382038"/>
                </a:lnTo>
                <a:lnTo>
                  <a:pt x="391676" y="1405072"/>
                </a:lnTo>
                <a:lnTo>
                  <a:pt x="391797" y="1428106"/>
                </a:lnTo>
                <a:lnTo>
                  <a:pt x="391943" y="1451140"/>
                </a:lnTo>
                <a:lnTo>
                  <a:pt x="392113" y="1474174"/>
                </a:lnTo>
                <a:lnTo>
                  <a:pt x="392306" y="1497208"/>
                </a:lnTo>
                <a:lnTo>
                  <a:pt x="392517" y="1520242"/>
                </a:lnTo>
                <a:lnTo>
                  <a:pt x="392739" y="1543276"/>
                </a:lnTo>
                <a:lnTo>
                  <a:pt x="392965" y="1566310"/>
                </a:lnTo>
                <a:lnTo>
                  <a:pt x="393185" y="1589344"/>
                </a:lnTo>
                <a:lnTo>
                  <a:pt x="393386" y="1612378"/>
                </a:lnTo>
                <a:lnTo>
                  <a:pt x="393559" y="1635412"/>
                </a:lnTo>
                <a:lnTo>
                  <a:pt x="393693" y="1658446"/>
                </a:lnTo>
                <a:lnTo>
                  <a:pt x="393779" y="1681480"/>
                </a:lnTo>
                <a:lnTo>
                  <a:pt x="393812" y="1704514"/>
                </a:lnTo>
                <a:lnTo>
                  <a:pt x="393791" y="1727548"/>
                </a:lnTo>
                <a:lnTo>
                  <a:pt x="393715" y="1750582"/>
                </a:lnTo>
                <a:lnTo>
                  <a:pt x="393591" y="1773616"/>
                </a:lnTo>
                <a:lnTo>
                  <a:pt x="393425" y="1796650"/>
                </a:lnTo>
                <a:lnTo>
                  <a:pt x="393229" y="1819684"/>
                </a:lnTo>
                <a:lnTo>
                  <a:pt x="393012" y="1842718"/>
                </a:lnTo>
                <a:lnTo>
                  <a:pt x="392787" y="1865752"/>
                </a:lnTo>
                <a:lnTo>
                  <a:pt x="392563" y="1888786"/>
                </a:lnTo>
                <a:lnTo>
                  <a:pt x="392349" y="1911820"/>
                </a:lnTo>
                <a:lnTo>
                  <a:pt x="392152" y="1934854"/>
                </a:lnTo>
                <a:lnTo>
                  <a:pt x="391977" y="1957888"/>
                </a:lnTo>
                <a:lnTo>
                  <a:pt x="391826" y="1980922"/>
                </a:lnTo>
                <a:lnTo>
                  <a:pt x="391700" y="2003956"/>
                </a:lnTo>
                <a:lnTo>
                  <a:pt x="391597" y="2026990"/>
                </a:lnTo>
                <a:lnTo>
                  <a:pt x="391515" y="2050024"/>
                </a:lnTo>
                <a:lnTo>
                  <a:pt x="391453" y="2073058"/>
                </a:lnTo>
                <a:lnTo>
                  <a:pt x="391405" y="2096092"/>
                </a:lnTo>
                <a:lnTo>
                  <a:pt x="391371" y="2119126"/>
                </a:lnTo>
                <a:lnTo>
                  <a:pt x="391346" y="2142160"/>
                </a:lnTo>
                <a:lnTo>
                  <a:pt x="391329" y="2165194"/>
                </a:lnTo>
                <a:lnTo>
                  <a:pt x="391318" y="2188228"/>
                </a:lnTo>
                <a:lnTo>
                  <a:pt x="391310" y="2211261"/>
                </a:lnTo>
                <a:lnTo>
                  <a:pt x="391306" y="2234295"/>
                </a:lnTo>
                <a:lnTo>
                  <a:pt x="391304" y="2257329"/>
                </a:lnTo>
                <a:lnTo>
                  <a:pt x="391303" y="2280363"/>
                </a:lnTo>
                <a:lnTo>
                  <a:pt x="391304" y="2303397"/>
                </a:lnTo>
                <a:lnTo>
                  <a:pt x="391307" y="2326431"/>
                </a:lnTo>
                <a:lnTo>
                  <a:pt x="391313" y="2349465"/>
                </a:lnTo>
                <a:lnTo>
                  <a:pt x="391322" y="2372499"/>
                </a:lnTo>
                <a:lnTo>
                  <a:pt x="391338" y="2395533"/>
                </a:lnTo>
                <a:lnTo>
                  <a:pt x="391362" y="2418567"/>
                </a:lnTo>
                <a:lnTo>
                  <a:pt x="391398" y="2441601"/>
                </a:lnTo>
                <a:lnTo>
                  <a:pt x="391451" y="2464635"/>
                </a:lnTo>
                <a:lnTo>
                  <a:pt x="391527" y="2487669"/>
                </a:lnTo>
                <a:lnTo>
                  <a:pt x="391634" y="2510703"/>
                </a:lnTo>
                <a:lnTo>
                  <a:pt x="391780" y="2533737"/>
                </a:lnTo>
                <a:lnTo>
                  <a:pt x="391975" y="2556771"/>
                </a:lnTo>
                <a:lnTo>
                  <a:pt x="392230" y="2579805"/>
                </a:lnTo>
                <a:lnTo>
                  <a:pt x="392553" y="2602839"/>
                </a:lnTo>
                <a:lnTo>
                  <a:pt x="392954" y="2625873"/>
                </a:lnTo>
                <a:lnTo>
                  <a:pt x="393439" y="2648907"/>
                </a:lnTo>
                <a:lnTo>
                  <a:pt x="394009" y="2671941"/>
                </a:lnTo>
                <a:lnTo>
                  <a:pt x="394662" y="2694975"/>
                </a:lnTo>
                <a:lnTo>
                  <a:pt x="395389" y="2718009"/>
                </a:lnTo>
                <a:lnTo>
                  <a:pt x="396175" y="2741043"/>
                </a:lnTo>
                <a:lnTo>
                  <a:pt x="396999" y="2764077"/>
                </a:lnTo>
                <a:lnTo>
                  <a:pt x="397836" y="2787111"/>
                </a:lnTo>
                <a:lnTo>
                  <a:pt x="398655" y="2810145"/>
                </a:lnTo>
                <a:lnTo>
                  <a:pt x="399425" y="2833179"/>
                </a:lnTo>
                <a:lnTo>
                  <a:pt x="400117" y="2856213"/>
                </a:lnTo>
                <a:lnTo>
                  <a:pt x="400708" y="2879247"/>
                </a:lnTo>
                <a:lnTo>
                  <a:pt x="401178" y="2902281"/>
                </a:lnTo>
                <a:lnTo>
                  <a:pt x="401522" y="2925315"/>
                </a:lnTo>
                <a:lnTo>
                  <a:pt x="401743" y="2948349"/>
                </a:lnTo>
                <a:lnTo>
                  <a:pt x="401856" y="2971383"/>
                </a:lnTo>
                <a:lnTo>
                  <a:pt x="401889" y="2994417"/>
                </a:lnTo>
                <a:lnTo>
                  <a:pt x="401880" y="3017451"/>
                </a:lnTo>
                <a:lnTo>
                  <a:pt x="401876" y="3040485"/>
                </a:lnTo>
                <a:lnTo>
                  <a:pt x="401933" y="3063518"/>
                </a:lnTo>
                <a:lnTo>
                  <a:pt x="402113" y="3086552"/>
                </a:lnTo>
                <a:lnTo>
                  <a:pt x="402489" y="3109586"/>
                </a:lnTo>
                <a:lnTo>
                  <a:pt x="403142" y="3132620"/>
                </a:lnTo>
                <a:lnTo>
                  <a:pt x="404167" y="3155654"/>
                </a:lnTo>
                <a:lnTo>
                  <a:pt x="405679" y="3178688"/>
                </a:lnTo>
                <a:lnTo>
                  <a:pt x="407819" y="3201722"/>
                </a:lnTo>
                <a:lnTo>
                  <a:pt x="410764" y="3224756"/>
                </a:lnTo>
                <a:lnTo>
                  <a:pt x="414730" y="3247790"/>
                </a:lnTo>
                <a:lnTo>
                  <a:pt x="419978" y="3270824"/>
                </a:lnTo>
                <a:lnTo>
                  <a:pt x="426815" y="3293858"/>
                </a:lnTo>
                <a:lnTo>
                  <a:pt x="435581" y="3316892"/>
                </a:lnTo>
                <a:lnTo>
                  <a:pt x="446637" y="3339926"/>
                </a:lnTo>
                <a:lnTo>
                  <a:pt x="460335" y="3362960"/>
                </a:lnTo>
                <a:lnTo>
                  <a:pt x="476977" y="3385994"/>
                </a:lnTo>
                <a:lnTo>
                  <a:pt x="496772" y="3409028"/>
                </a:lnTo>
                <a:lnTo>
                  <a:pt x="519779" y="3432062"/>
                </a:lnTo>
                <a:lnTo>
                  <a:pt x="545857" y="3455096"/>
                </a:lnTo>
                <a:lnTo>
                  <a:pt x="574620" y="3478130"/>
                </a:lnTo>
                <a:lnTo>
                  <a:pt x="605412" y="3501164"/>
                </a:lnTo>
                <a:lnTo>
                  <a:pt x="637304" y="3524198"/>
                </a:lnTo>
                <a:lnTo>
                  <a:pt x="669122" y="3547232"/>
                </a:lnTo>
                <a:lnTo>
                  <a:pt x="699512" y="3570266"/>
                </a:lnTo>
                <a:lnTo>
                  <a:pt x="727022" y="3593300"/>
                </a:lnTo>
                <a:lnTo>
                  <a:pt x="750227" y="3616334"/>
                </a:lnTo>
                <a:lnTo>
                  <a:pt x="767842" y="3639368"/>
                </a:lnTo>
                <a:lnTo>
                  <a:pt x="778850" y="3662402"/>
                </a:lnTo>
                <a:lnTo>
                  <a:pt x="782595" y="3685436"/>
                </a:lnTo>
                <a:lnTo>
                  <a:pt x="782595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06" name="f_small_violin_4771">
            <a:extLst>
              <a:ext uri="{FF2B5EF4-FFF2-40B4-BE49-F238E27FC236}">
                <a16:creationId xmlns:a16="http://schemas.microsoft.com/office/drawing/2014/main" id="{2B1041C3-00D7-4900-9EEA-B7A899C8E280}"/>
              </a:ext>
            </a:extLst>
          </p:cNvPr>
          <p:cNvSpPr>
            <a:spLocks noGrp="1"/>
          </p:cNvSpPr>
          <p:nvPr/>
        </p:nvSpPr>
        <p:spPr>
          <a:xfrm>
            <a:off x="4077962" y="61142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7" name="f_small_violin_4772">
            <a:extLst>
              <a:ext uri="{FF2B5EF4-FFF2-40B4-BE49-F238E27FC236}">
                <a16:creationId xmlns:a16="http://schemas.microsoft.com/office/drawing/2014/main" id="{C600ECE5-B1C8-41A1-AC63-88CD0A1B2CD4}"/>
              </a:ext>
            </a:extLst>
          </p:cNvPr>
          <p:cNvSpPr>
            <a:spLocks noGrp="1"/>
          </p:cNvSpPr>
          <p:nvPr/>
        </p:nvSpPr>
        <p:spPr>
          <a:xfrm>
            <a:off x="4190055" y="60146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8" name="f_small_violin_4773">
            <a:extLst>
              <a:ext uri="{FF2B5EF4-FFF2-40B4-BE49-F238E27FC236}">
                <a16:creationId xmlns:a16="http://schemas.microsoft.com/office/drawing/2014/main" id="{54F8609D-59D2-4582-BDD3-C21CAEA84169}"/>
              </a:ext>
            </a:extLst>
          </p:cNvPr>
          <p:cNvSpPr>
            <a:spLocks noGrp="1"/>
          </p:cNvSpPr>
          <p:nvPr/>
        </p:nvSpPr>
        <p:spPr>
          <a:xfrm>
            <a:off x="408763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09" name="f_small_violin_4774">
            <a:extLst>
              <a:ext uri="{FF2B5EF4-FFF2-40B4-BE49-F238E27FC236}">
                <a16:creationId xmlns:a16="http://schemas.microsoft.com/office/drawing/2014/main" id="{BA7E857C-E6DD-4DD8-897C-B26FD0EAAFA9}"/>
              </a:ext>
            </a:extLst>
          </p:cNvPr>
          <p:cNvSpPr>
            <a:spLocks noGrp="1"/>
          </p:cNvSpPr>
          <p:nvPr/>
        </p:nvSpPr>
        <p:spPr>
          <a:xfrm>
            <a:off x="4136981" y="60895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0" name="f_small_violin_4775">
            <a:extLst>
              <a:ext uri="{FF2B5EF4-FFF2-40B4-BE49-F238E27FC236}">
                <a16:creationId xmlns:a16="http://schemas.microsoft.com/office/drawing/2014/main" id="{56B60948-478F-4479-956A-A500CD879AE1}"/>
              </a:ext>
            </a:extLst>
          </p:cNvPr>
          <p:cNvSpPr>
            <a:spLocks noGrp="1"/>
          </p:cNvSpPr>
          <p:nvPr/>
        </p:nvSpPr>
        <p:spPr>
          <a:xfrm>
            <a:off x="3998405" y="611468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1" name="f_small_violin_4776">
            <a:extLst>
              <a:ext uri="{FF2B5EF4-FFF2-40B4-BE49-F238E27FC236}">
                <a16:creationId xmlns:a16="http://schemas.microsoft.com/office/drawing/2014/main" id="{9F366E34-509C-4E30-83C4-D7CD211B4A07}"/>
              </a:ext>
            </a:extLst>
          </p:cNvPr>
          <p:cNvSpPr>
            <a:spLocks noGrp="1"/>
          </p:cNvSpPr>
          <p:nvPr/>
        </p:nvSpPr>
        <p:spPr>
          <a:xfrm>
            <a:off x="4177498" y="4156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2" name="f_small_violin_4777">
            <a:extLst>
              <a:ext uri="{FF2B5EF4-FFF2-40B4-BE49-F238E27FC236}">
                <a16:creationId xmlns:a16="http://schemas.microsoft.com/office/drawing/2014/main" id="{D4DAF253-5698-42E3-B039-74CD8356E6F0}"/>
              </a:ext>
            </a:extLst>
          </p:cNvPr>
          <p:cNvSpPr>
            <a:spLocks noGrp="1"/>
          </p:cNvSpPr>
          <p:nvPr/>
        </p:nvSpPr>
        <p:spPr>
          <a:xfrm>
            <a:off x="4197406" y="565051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3" name="f_small_violin_4778">
            <a:extLst>
              <a:ext uri="{FF2B5EF4-FFF2-40B4-BE49-F238E27FC236}">
                <a16:creationId xmlns:a16="http://schemas.microsoft.com/office/drawing/2014/main" id="{55E5E7ED-0253-4CCE-8B77-592C745279A9}"/>
              </a:ext>
            </a:extLst>
          </p:cNvPr>
          <p:cNvSpPr>
            <a:spLocks noGrp="1"/>
          </p:cNvSpPr>
          <p:nvPr/>
        </p:nvSpPr>
        <p:spPr>
          <a:xfrm>
            <a:off x="4292622" y="610908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4" name="f_small_violin_4779">
            <a:extLst>
              <a:ext uri="{FF2B5EF4-FFF2-40B4-BE49-F238E27FC236}">
                <a16:creationId xmlns:a16="http://schemas.microsoft.com/office/drawing/2014/main" id="{284E6B58-AE89-44DA-B5D0-2941EEB7E687}"/>
              </a:ext>
            </a:extLst>
          </p:cNvPr>
          <p:cNvSpPr>
            <a:spLocks noGrp="1"/>
          </p:cNvSpPr>
          <p:nvPr/>
        </p:nvSpPr>
        <p:spPr>
          <a:xfrm>
            <a:off x="4017286" y="54653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" name="f_small_violin_4780">
            <a:extLst>
              <a:ext uri="{FF2B5EF4-FFF2-40B4-BE49-F238E27FC236}">
                <a16:creationId xmlns:a16="http://schemas.microsoft.com/office/drawing/2014/main" id="{A3F7AA55-C357-46A3-9AC7-8A6CA24512F7}"/>
              </a:ext>
            </a:extLst>
          </p:cNvPr>
          <p:cNvSpPr>
            <a:spLocks noGrp="1"/>
          </p:cNvSpPr>
          <p:nvPr/>
        </p:nvSpPr>
        <p:spPr>
          <a:xfrm>
            <a:off x="4279187" y="60923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" name="f_small_violin_4781">
            <a:extLst>
              <a:ext uri="{FF2B5EF4-FFF2-40B4-BE49-F238E27FC236}">
                <a16:creationId xmlns:a16="http://schemas.microsoft.com/office/drawing/2014/main" id="{A3D07CEC-887C-4A12-812E-E665E6A860C0}"/>
              </a:ext>
            </a:extLst>
          </p:cNvPr>
          <p:cNvSpPr>
            <a:spLocks noGrp="1"/>
          </p:cNvSpPr>
          <p:nvPr/>
        </p:nvSpPr>
        <p:spPr>
          <a:xfrm>
            <a:off x="4450214" y="576690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" name="f_small_violin_4782">
            <a:extLst>
              <a:ext uri="{FF2B5EF4-FFF2-40B4-BE49-F238E27FC236}">
                <a16:creationId xmlns:a16="http://schemas.microsoft.com/office/drawing/2014/main" id="{176F11A4-F3AF-45FB-82A6-852462B0EB48}"/>
              </a:ext>
            </a:extLst>
          </p:cNvPr>
          <p:cNvSpPr>
            <a:spLocks noGrp="1"/>
          </p:cNvSpPr>
          <p:nvPr/>
        </p:nvSpPr>
        <p:spPr>
          <a:xfrm>
            <a:off x="4396947" y="60358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" name="f_small_violin_4783">
            <a:extLst>
              <a:ext uri="{FF2B5EF4-FFF2-40B4-BE49-F238E27FC236}">
                <a16:creationId xmlns:a16="http://schemas.microsoft.com/office/drawing/2014/main" id="{EBB17103-75B4-4893-AC11-415F878BA025}"/>
              </a:ext>
            </a:extLst>
          </p:cNvPr>
          <p:cNvSpPr>
            <a:spLocks noGrp="1"/>
          </p:cNvSpPr>
          <p:nvPr/>
        </p:nvSpPr>
        <p:spPr>
          <a:xfrm>
            <a:off x="4231830" y="61163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" name="f_small_violin_4784">
            <a:extLst>
              <a:ext uri="{FF2B5EF4-FFF2-40B4-BE49-F238E27FC236}">
                <a16:creationId xmlns:a16="http://schemas.microsoft.com/office/drawing/2014/main" id="{9F0F061C-40B4-43D0-A798-B03694BAD8D7}"/>
              </a:ext>
            </a:extLst>
          </p:cNvPr>
          <p:cNvSpPr>
            <a:spLocks noGrp="1"/>
          </p:cNvSpPr>
          <p:nvPr/>
        </p:nvSpPr>
        <p:spPr>
          <a:xfrm>
            <a:off x="41327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" name="f_small_violin_4785">
            <a:extLst>
              <a:ext uri="{FF2B5EF4-FFF2-40B4-BE49-F238E27FC236}">
                <a16:creationId xmlns:a16="http://schemas.microsoft.com/office/drawing/2014/main" id="{58CC014E-58CE-46E7-AB86-5E78E7F7BBF1}"/>
              </a:ext>
            </a:extLst>
          </p:cNvPr>
          <p:cNvSpPr>
            <a:spLocks noGrp="1"/>
          </p:cNvSpPr>
          <p:nvPr/>
        </p:nvSpPr>
        <p:spPr>
          <a:xfrm>
            <a:off x="4450423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" name="f_small_violin_4786">
            <a:extLst>
              <a:ext uri="{FF2B5EF4-FFF2-40B4-BE49-F238E27FC236}">
                <a16:creationId xmlns:a16="http://schemas.microsoft.com/office/drawing/2014/main" id="{0782CCD9-4E44-44C6-A547-1216761FD263}"/>
              </a:ext>
            </a:extLst>
          </p:cNvPr>
          <p:cNvSpPr>
            <a:spLocks noGrp="1"/>
          </p:cNvSpPr>
          <p:nvPr/>
        </p:nvSpPr>
        <p:spPr>
          <a:xfrm>
            <a:off x="44063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" name="f_small_violin_4787">
            <a:extLst>
              <a:ext uri="{FF2B5EF4-FFF2-40B4-BE49-F238E27FC236}">
                <a16:creationId xmlns:a16="http://schemas.microsoft.com/office/drawing/2014/main" id="{216A2D7B-C7A2-4F10-8000-C84B0B3B4A58}"/>
              </a:ext>
            </a:extLst>
          </p:cNvPr>
          <p:cNvSpPr>
            <a:spLocks noGrp="1"/>
          </p:cNvSpPr>
          <p:nvPr/>
        </p:nvSpPr>
        <p:spPr>
          <a:xfrm>
            <a:off x="4367055" y="61180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" name="f_small_violin_4788">
            <a:extLst>
              <a:ext uri="{FF2B5EF4-FFF2-40B4-BE49-F238E27FC236}">
                <a16:creationId xmlns:a16="http://schemas.microsoft.com/office/drawing/2014/main" id="{1A54319C-E7B1-4E15-8075-18360822F821}"/>
              </a:ext>
            </a:extLst>
          </p:cNvPr>
          <p:cNvSpPr>
            <a:spLocks noGrp="1"/>
          </p:cNvSpPr>
          <p:nvPr/>
        </p:nvSpPr>
        <p:spPr>
          <a:xfrm>
            <a:off x="4162033" y="59051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" name="f_small_violin_4789">
            <a:extLst>
              <a:ext uri="{FF2B5EF4-FFF2-40B4-BE49-F238E27FC236}">
                <a16:creationId xmlns:a16="http://schemas.microsoft.com/office/drawing/2014/main" id="{97BF25DB-6A15-44F1-8FCD-159529B0BD0E}"/>
              </a:ext>
            </a:extLst>
          </p:cNvPr>
          <p:cNvSpPr>
            <a:spLocks noGrp="1"/>
          </p:cNvSpPr>
          <p:nvPr/>
        </p:nvSpPr>
        <p:spPr>
          <a:xfrm>
            <a:off x="4372171" y="59936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" name="f_small_violin_4790">
            <a:extLst>
              <a:ext uri="{FF2B5EF4-FFF2-40B4-BE49-F238E27FC236}">
                <a16:creationId xmlns:a16="http://schemas.microsoft.com/office/drawing/2014/main" id="{59EB76A2-C0FA-4283-9CA0-EB19B312EA58}"/>
              </a:ext>
            </a:extLst>
          </p:cNvPr>
          <p:cNvSpPr>
            <a:spLocks noGrp="1"/>
          </p:cNvSpPr>
          <p:nvPr/>
        </p:nvSpPr>
        <p:spPr>
          <a:xfrm>
            <a:off x="426139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" name="f_small_violin_4791">
            <a:extLst>
              <a:ext uri="{FF2B5EF4-FFF2-40B4-BE49-F238E27FC236}">
                <a16:creationId xmlns:a16="http://schemas.microsoft.com/office/drawing/2014/main" id="{466B93FD-F7C4-448A-AF89-A78EF2F42820}"/>
              </a:ext>
            </a:extLst>
          </p:cNvPr>
          <p:cNvSpPr>
            <a:spLocks noGrp="1"/>
          </p:cNvSpPr>
          <p:nvPr/>
        </p:nvSpPr>
        <p:spPr>
          <a:xfrm>
            <a:off x="4318741" y="613363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" name="f_small_violin_4792">
            <a:extLst>
              <a:ext uri="{FF2B5EF4-FFF2-40B4-BE49-F238E27FC236}">
                <a16:creationId xmlns:a16="http://schemas.microsoft.com/office/drawing/2014/main" id="{05ECE026-6B37-4182-B0A2-4E1EAB986343}"/>
              </a:ext>
            </a:extLst>
          </p:cNvPr>
          <p:cNvSpPr>
            <a:spLocks noGrp="1"/>
          </p:cNvSpPr>
          <p:nvPr/>
        </p:nvSpPr>
        <p:spPr>
          <a:xfrm>
            <a:off x="440701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" name="f_small_violin_4793">
            <a:extLst>
              <a:ext uri="{FF2B5EF4-FFF2-40B4-BE49-F238E27FC236}">
                <a16:creationId xmlns:a16="http://schemas.microsoft.com/office/drawing/2014/main" id="{20B679FC-422E-4CA2-A765-759DED8E7831}"/>
              </a:ext>
            </a:extLst>
          </p:cNvPr>
          <p:cNvSpPr>
            <a:spLocks noGrp="1"/>
          </p:cNvSpPr>
          <p:nvPr/>
        </p:nvSpPr>
        <p:spPr>
          <a:xfrm>
            <a:off x="4108340" y="60650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" name="f_small_violin_4794">
            <a:extLst>
              <a:ext uri="{FF2B5EF4-FFF2-40B4-BE49-F238E27FC236}">
                <a16:creationId xmlns:a16="http://schemas.microsoft.com/office/drawing/2014/main" id="{7DC772DA-B6B2-42D3-957C-31198C857713}"/>
              </a:ext>
            </a:extLst>
          </p:cNvPr>
          <p:cNvSpPr>
            <a:spLocks noGrp="1"/>
          </p:cNvSpPr>
          <p:nvPr/>
        </p:nvSpPr>
        <p:spPr>
          <a:xfrm>
            <a:off x="41322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" name="f_small_violin_4795">
            <a:extLst>
              <a:ext uri="{FF2B5EF4-FFF2-40B4-BE49-F238E27FC236}">
                <a16:creationId xmlns:a16="http://schemas.microsoft.com/office/drawing/2014/main" id="{41629C96-CFE8-48B9-8329-C1251C6B3BEF}"/>
              </a:ext>
            </a:extLst>
          </p:cNvPr>
          <p:cNvSpPr>
            <a:spLocks noGrp="1"/>
          </p:cNvSpPr>
          <p:nvPr/>
        </p:nvSpPr>
        <p:spPr>
          <a:xfrm>
            <a:off x="4475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" name="f_small_violin_4796">
            <a:extLst>
              <a:ext uri="{FF2B5EF4-FFF2-40B4-BE49-F238E27FC236}">
                <a16:creationId xmlns:a16="http://schemas.microsoft.com/office/drawing/2014/main" id="{BAC01DC1-E2D7-475C-812D-8E0F1226F081}"/>
              </a:ext>
            </a:extLst>
          </p:cNvPr>
          <p:cNvSpPr>
            <a:spLocks noGrp="1"/>
          </p:cNvSpPr>
          <p:nvPr/>
        </p:nvSpPr>
        <p:spPr>
          <a:xfrm>
            <a:off x="4147335" y="607576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" name="f_small_violin_4797">
            <a:extLst>
              <a:ext uri="{FF2B5EF4-FFF2-40B4-BE49-F238E27FC236}">
                <a16:creationId xmlns:a16="http://schemas.microsoft.com/office/drawing/2014/main" id="{03F22F55-9996-4D8A-ACFA-4B7F98F7883B}"/>
              </a:ext>
            </a:extLst>
          </p:cNvPr>
          <p:cNvSpPr>
            <a:spLocks noGrp="1"/>
          </p:cNvSpPr>
          <p:nvPr/>
        </p:nvSpPr>
        <p:spPr>
          <a:xfrm>
            <a:off x="418619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" name="f_small_violin_4798">
            <a:extLst>
              <a:ext uri="{FF2B5EF4-FFF2-40B4-BE49-F238E27FC236}">
                <a16:creationId xmlns:a16="http://schemas.microsoft.com/office/drawing/2014/main" id="{0B7560C2-6A41-48EE-98C7-CA4D994D0F55}"/>
              </a:ext>
            </a:extLst>
          </p:cNvPr>
          <p:cNvSpPr>
            <a:spLocks noGrp="1"/>
          </p:cNvSpPr>
          <p:nvPr/>
        </p:nvSpPr>
        <p:spPr>
          <a:xfrm>
            <a:off x="423580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" name="f_small_violin_4799">
            <a:extLst>
              <a:ext uri="{FF2B5EF4-FFF2-40B4-BE49-F238E27FC236}">
                <a16:creationId xmlns:a16="http://schemas.microsoft.com/office/drawing/2014/main" id="{C873395F-4E31-4881-9143-369ED96F8535}"/>
              </a:ext>
            </a:extLst>
          </p:cNvPr>
          <p:cNvSpPr>
            <a:spLocks noGrp="1"/>
          </p:cNvSpPr>
          <p:nvPr/>
        </p:nvSpPr>
        <p:spPr>
          <a:xfrm>
            <a:off x="40295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" name="f_small_violin_4800">
            <a:extLst>
              <a:ext uri="{FF2B5EF4-FFF2-40B4-BE49-F238E27FC236}">
                <a16:creationId xmlns:a16="http://schemas.microsoft.com/office/drawing/2014/main" id="{71ADA12F-376D-4E78-B30A-25283648CDA2}"/>
              </a:ext>
            </a:extLst>
          </p:cNvPr>
          <p:cNvSpPr>
            <a:spLocks noGrp="1"/>
          </p:cNvSpPr>
          <p:nvPr/>
        </p:nvSpPr>
        <p:spPr>
          <a:xfrm>
            <a:off x="439724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" name="f_small_violin_4801">
            <a:extLst>
              <a:ext uri="{FF2B5EF4-FFF2-40B4-BE49-F238E27FC236}">
                <a16:creationId xmlns:a16="http://schemas.microsoft.com/office/drawing/2014/main" id="{03313F02-61F5-41C7-8994-3D2323C7FAAA}"/>
              </a:ext>
            </a:extLst>
          </p:cNvPr>
          <p:cNvSpPr>
            <a:spLocks noGrp="1"/>
          </p:cNvSpPr>
          <p:nvPr/>
        </p:nvSpPr>
        <p:spPr>
          <a:xfrm>
            <a:off x="444595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" name="f_small_violin_4802">
            <a:extLst>
              <a:ext uri="{FF2B5EF4-FFF2-40B4-BE49-F238E27FC236}">
                <a16:creationId xmlns:a16="http://schemas.microsoft.com/office/drawing/2014/main" id="{6B9B5769-258B-4D4F-A765-897F7F2A49F5}"/>
              </a:ext>
            </a:extLst>
          </p:cNvPr>
          <p:cNvSpPr>
            <a:spLocks noGrp="1"/>
          </p:cNvSpPr>
          <p:nvPr/>
        </p:nvSpPr>
        <p:spPr>
          <a:xfrm>
            <a:off x="4023365" y="58217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" name="f_small_violin_4803">
            <a:extLst>
              <a:ext uri="{FF2B5EF4-FFF2-40B4-BE49-F238E27FC236}">
                <a16:creationId xmlns:a16="http://schemas.microsoft.com/office/drawing/2014/main" id="{2DB0AD1A-612B-4331-812F-1351E580CC25}"/>
              </a:ext>
            </a:extLst>
          </p:cNvPr>
          <p:cNvSpPr>
            <a:spLocks noGrp="1"/>
          </p:cNvSpPr>
          <p:nvPr/>
        </p:nvSpPr>
        <p:spPr>
          <a:xfrm>
            <a:off x="4246025" y="601394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" name="f_small_violin_4804">
            <a:extLst>
              <a:ext uri="{FF2B5EF4-FFF2-40B4-BE49-F238E27FC236}">
                <a16:creationId xmlns:a16="http://schemas.microsoft.com/office/drawing/2014/main" id="{A117F2BB-0986-4963-99CD-88F1038C8082}"/>
              </a:ext>
            </a:extLst>
          </p:cNvPr>
          <p:cNvSpPr>
            <a:spLocks noGrp="1"/>
          </p:cNvSpPr>
          <p:nvPr/>
        </p:nvSpPr>
        <p:spPr>
          <a:xfrm>
            <a:off x="4353240" y="60976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" name="f_small_violin_4805">
            <a:extLst>
              <a:ext uri="{FF2B5EF4-FFF2-40B4-BE49-F238E27FC236}">
                <a16:creationId xmlns:a16="http://schemas.microsoft.com/office/drawing/2014/main" id="{0A44D1BA-4FF3-476B-B731-7342715784DB}"/>
              </a:ext>
            </a:extLst>
          </p:cNvPr>
          <p:cNvSpPr>
            <a:spLocks noGrp="1"/>
          </p:cNvSpPr>
          <p:nvPr/>
        </p:nvSpPr>
        <p:spPr>
          <a:xfrm>
            <a:off x="4414102" y="613064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" name="f_small_violin_4806">
            <a:extLst>
              <a:ext uri="{FF2B5EF4-FFF2-40B4-BE49-F238E27FC236}">
                <a16:creationId xmlns:a16="http://schemas.microsoft.com/office/drawing/2014/main" id="{4B77E7A0-D918-4990-85AE-9E8ED576998D}"/>
              </a:ext>
            </a:extLst>
          </p:cNvPr>
          <p:cNvSpPr>
            <a:spLocks noGrp="1"/>
          </p:cNvSpPr>
          <p:nvPr/>
        </p:nvSpPr>
        <p:spPr>
          <a:xfrm>
            <a:off x="421353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" name="f_small_violin_4807">
            <a:extLst>
              <a:ext uri="{FF2B5EF4-FFF2-40B4-BE49-F238E27FC236}">
                <a16:creationId xmlns:a16="http://schemas.microsoft.com/office/drawing/2014/main" id="{5147B268-EAE8-4E38-A15B-C90A38C9AF05}"/>
              </a:ext>
            </a:extLst>
          </p:cNvPr>
          <p:cNvSpPr>
            <a:spLocks noGrp="1"/>
          </p:cNvSpPr>
          <p:nvPr/>
        </p:nvSpPr>
        <p:spPr>
          <a:xfrm>
            <a:off x="4479759" y="612915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" name="f_small_violin_4808">
            <a:extLst>
              <a:ext uri="{FF2B5EF4-FFF2-40B4-BE49-F238E27FC236}">
                <a16:creationId xmlns:a16="http://schemas.microsoft.com/office/drawing/2014/main" id="{9F12AB89-EB5D-411D-8C11-1A2D5D93E14E}"/>
              </a:ext>
            </a:extLst>
          </p:cNvPr>
          <p:cNvSpPr>
            <a:spLocks noGrp="1"/>
          </p:cNvSpPr>
          <p:nvPr/>
        </p:nvSpPr>
        <p:spPr>
          <a:xfrm>
            <a:off x="4020167" y="611380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" name="f_small_violin_4809">
            <a:extLst>
              <a:ext uri="{FF2B5EF4-FFF2-40B4-BE49-F238E27FC236}">
                <a16:creationId xmlns:a16="http://schemas.microsoft.com/office/drawing/2014/main" id="{FD3C428D-8EA9-4C71-ACB2-0D3A592894F9}"/>
              </a:ext>
            </a:extLst>
          </p:cNvPr>
          <p:cNvSpPr>
            <a:spLocks noGrp="1"/>
          </p:cNvSpPr>
          <p:nvPr/>
        </p:nvSpPr>
        <p:spPr>
          <a:xfrm>
            <a:off x="4216058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" name="f_small_violin_4810">
            <a:extLst>
              <a:ext uri="{FF2B5EF4-FFF2-40B4-BE49-F238E27FC236}">
                <a16:creationId xmlns:a16="http://schemas.microsoft.com/office/drawing/2014/main" id="{C35876A0-2BF7-4AC2-B194-16BD3F867314}"/>
              </a:ext>
            </a:extLst>
          </p:cNvPr>
          <p:cNvSpPr>
            <a:spLocks noGrp="1"/>
          </p:cNvSpPr>
          <p:nvPr/>
        </p:nvSpPr>
        <p:spPr>
          <a:xfrm>
            <a:off x="4331531" y="612717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" name="f_small_violin_4811">
            <a:extLst>
              <a:ext uri="{FF2B5EF4-FFF2-40B4-BE49-F238E27FC236}">
                <a16:creationId xmlns:a16="http://schemas.microsoft.com/office/drawing/2014/main" id="{3AAEA22C-20A8-4B36-B0D8-40D0E4383E83}"/>
              </a:ext>
            </a:extLst>
          </p:cNvPr>
          <p:cNvSpPr>
            <a:spLocks noGrp="1"/>
          </p:cNvSpPr>
          <p:nvPr/>
        </p:nvSpPr>
        <p:spPr>
          <a:xfrm>
            <a:off x="4114005" y="613145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" name="f_small_violin_4812">
            <a:extLst>
              <a:ext uri="{FF2B5EF4-FFF2-40B4-BE49-F238E27FC236}">
                <a16:creationId xmlns:a16="http://schemas.microsoft.com/office/drawing/2014/main" id="{700ED54D-C91F-470B-9C68-B373F67026DC}"/>
              </a:ext>
            </a:extLst>
          </p:cNvPr>
          <p:cNvSpPr>
            <a:spLocks noGrp="1"/>
          </p:cNvSpPr>
          <p:nvPr/>
        </p:nvSpPr>
        <p:spPr>
          <a:xfrm>
            <a:off x="4232941" y="609623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" name="f_small_violin_4813">
            <a:extLst>
              <a:ext uri="{FF2B5EF4-FFF2-40B4-BE49-F238E27FC236}">
                <a16:creationId xmlns:a16="http://schemas.microsoft.com/office/drawing/2014/main" id="{18E99D88-A47F-45A0-B115-BD2758C38203}"/>
              </a:ext>
            </a:extLst>
          </p:cNvPr>
          <p:cNvSpPr>
            <a:spLocks noGrp="1"/>
          </p:cNvSpPr>
          <p:nvPr/>
        </p:nvSpPr>
        <p:spPr>
          <a:xfrm>
            <a:off x="4383386" y="604872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" name="f_small_violin_4814">
            <a:extLst>
              <a:ext uri="{FF2B5EF4-FFF2-40B4-BE49-F238E27FC236}">
                <a16:creationId xmlns:a16="http://schemas.microsoft.com/office/drawing/2014/main" id="{1007CC7E-8269-49A3-A8AE-EC0956CF9463}"/>
              </a:ext>
            </a:extLst>
          </p:cNvPr>
          <p:cNvSpPr>
            <a:spLocks noGrp="1"/>
          </p:cNvSpPr>
          <p:nvPr/>
        </p:nvSpPr>
        <p:spPr>
          <a:xfrm>
            <a:off x="4434762" y="61118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" name="f_small_violin_4815">
            <a:extLst>
              <a:ext uri="{FF2B5EF4-FFF2-40B4-BE49-F238E27FC236}">
                <a16:creationId xmlns:a16="http://schemas.microsoft.com/office/drawing/2014/main" id="{89967A82-5A5A-448F-8707-83ACBE011853}"/>
              </a:ext>
            </a:extLst>
          </p:cNvPr>
          <p:cNvSpPr>
            <a:spLocks noGrp="1"/>
          </p:cNvSpPr>
          <p:nvPr/>
        </p:nvSpPr>
        <p:spPr>
          <a:xfrm>
            <a:off x="4167461" y="53342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" name="f_small_violin_4816">
            <a:extLst>
              <a:ext uri="{FF2B5EF4-FFF2-40B4-BE49-F238E27FC236}">
                <a16:creationId xmlns:a16="http://schemas.microsoft.com/office/drawing/2014/main" id="{77619C82-F273-4440-BC7E-F0C349DB6066}"/>
              </a:ext>
            </a:extLst>
          </p:cNvPr>
          <p:cNvSpPr>
            <a:spLocks noGrp="1"/>
          </p:cNvSpPr>
          <p:nvPr/>
        </p:nvSpPr>
        <p:spPr>
          <a:xfrm>
            <a:off x="417141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" name="f_small_violin_4817">
            <a:extLst>
              <a:ext uri="{FF2B5EF4-FFF2-40B4-BE49-F238E27FC236}">
                <a16:creationId xmlns:a16="http://schemas.microsoft.com/office/drawing/2014/main" id="{14F761CA-69E9-49F9-934E-D3D6185E9C97}"/>
              </a:ext>
            </a:extLst>
          </p:cNvPr>
          <p:cNvSpPr>
            <a:spLocks noGrp="1"/>
          </p:cNvSpPr>
          <p:nvPr/>
        </p:nvSpPr>
        <p:spPr>
          <a:xfrm>
            <a:off x="4384798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" name="f_small_violin_4818">
            <a:extLst>
              <a:ext uri="{FF2B5EF4-FFF2-40B4-BE49-F238E27FC236}">
                <a16:creationId xmlns:a16="http://schemas.microsoft.com/office/drawing/2014/main" id="{A7A47D10-0C60-42A0-B362-7F897E968271}"/>
              </a:ext>
            </a:extLst>
          </p:cNvPr>
          <p:cNvSpPr>
            <a:spLocks noGrp="1"/>
          </p:cNvSpPr>
          <p:nvPr/>
        </p:nvSpPr>
        <p:spPr>
          <a:xfrm>
            <a:off x="4093458" y="61063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" name="f_small_violin_4819">
            <a:extLst>
              <a:ext uri="{FF2B5EF4-FFF2-40B4-BE49-F238E27FC236}">
                <a16:creationId xmlns:a16="http://schemas.microsoft.com/office/drawing/2014/main" id="{C434E236-F41C-43E2-9F2D-13638567BCEE}"/>
              </a:ext>
            </a:extLst>
          </p:cNvPr>
          <p:cNvSpPr>
            <a:spLocks noGrp="1"/>
          </p:cNvSpPr>
          <p:nvPr/>
        </p:nvSpPr>
        <p:spPr>
          <a:xfrm>
            <a:off x="4083600" y="607980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" name="f_small_violin_4820">
            <a:extLst>
              <a:ext uri="{FF2B5EF4-FFF2-40B4-BE49-F238E27FC236}">
                <a16:creationId xmlns:a16="http://schemas.microsoft.com/office/drawing/2014/main" id="{8D84B34A-428D-421C-9BC9-8A42D6326388}"/>
              </a:ext>
            </a:extLst>
          </p:cNvPr>
          <p:cNvSpPr>
            <a:spLocks noGrp="1"/>
          </p:cNvSpPr>
          <p:nvPr/>
        </p:nvSpPr>
        <p:spPr>
          <a:xfrm>
            <a:off x="438572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" name="f_small_violin_4821">
            <a:extLst>
              <a:ext uri="{FF2B5EF4-FFF2-40B4-BE49-F238E27FC236}">
                <a16:creationId xmlns:a16="http://schemas.microsoft.com/office/drawing/2014/main" id="{CD0ED8FE-A166-418C-B922-BE48940070A1}"/>
              </a:ext>
            </a:extLst>
          </p:cNvPr>
          <p:cNvSpPr>
            <a:spLocks noGrp="1"/>
          </p:cNvSpPr>
          <p:nvPr/>
        </p:nvSpPr>
        <p:spPr>
          <a:xfrm>
            <a:off x="4481020" y="612786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" name="f_small_violin_4822">
            <a:extLst>
              <a:ext uri="{FF2B5EF4-FFF2-40B4-BE49-F238E27FC236}">
                <a16:creationId xmlns:a16="http://schemas.microsoft.com/office/drawing/2014/main" id="{4FE2F12C-AC1A-4BD9-9BC5-303B48A04A09}"/>
              </a:ext>
            </a:extLst>
          </p:cNvPr>
          <p:cNvSpPr>
            <a:spLocks noGrp="1"/>
          </p:cNvSpPr>
          <p:nvPr/>
        </p:nvSpPr>
        <p:spPr>
          <a:xfrm>
            <a:off x="4256540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" name="f_small_violin_4823">
            <a:extLst>
              <a:ext uri="{FF2B5EF4-FFF2-40B4-BE49-F238E27FC236}">
                <a16:creationId xmlns:a16="http://schemas.microsoft.com/office/drawing/2014/main" id="{59616584-7FED-4D7B-895F-67CC25AA9ED8}"/>
              </a:ext>
            </a:extLst>
          </p:cNvPr>
          <p:cNvSpPr>
            <a:spLocks noGrp="1"/>
          </p:cNvSpPr>
          <p:nvPr/>
        </p:nvSpPr>
        <p:spPr>
          <a:xfrm>
            <a:off x="4017023" y="60935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" name="f_small_violin_4824">
            <a:extLst>
              <a:ext uri="{FF2B5EF4-FFF2-40B4-BE49-F238E27FC236}">
                <a16:creationId xmlns:a16="http://schemas.microsoft.com/office/drawing/2014/main" id="{5424DE8A-A016-4A13-A687-79DE2AF322C5}"/>
              </a:ext>
            </a:extLst>
          </p:cNvPr>
          <p:cNvSpPr>
            <a:spLocks noGrp="1"/>
          </p:cNvSpPr>
          <p:nvPr/>
        </p:nvSpPr>
        <p:spPr>
          <a:xfrm>
            <a:off x="40560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" name="f_small_violin_4825">
            <a:extLst>
              <a:ext uri="{FF2B5EF4-FFF2-40B4-BE49-F238E27FC236}">
                <a16:creationId xmlns:a16="http://schemas.microsoft.com/office/drawing/2014/main" id="{29E62AED-D4D6-42BC-B4EE-133D59B9449E}"/>
              </a:ext>
            </a:extLst>
          </p:cNvPr>
          <p:cNvSpPr>
            <a:spLocks noGrp="1"/>
          </p:cNvSpPr>
          <p:nvPr/>
        </p:nvSpPr>
        <p:spPr>
          <a:xfrm>
            <a:off x="4451599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" name="f_small_violin_4826">
            <a:extLst>
              <a:ext uri="{FF2B5EF4-FFF2-40B4-BE49-F238E27FC236}">
                <a16:creationId xmlns:a16="http://schemas.microsoft.com/office/drawing/2014/main" id="{0E517B36-3664-49C7-B6B3-62F2BC476705}"/>
              </a:ext>
            </a:extLst>
          </p:cNvPr>
          <p:cNvSpPr>
            <a:spLocks noGrp="1"/>
          </p:cNvSpPr>
          <p:nvPr/>
        </p:nvSpPr>
        <p:spPr>
          <a:xfrm>
            <a:off x="4264382" y="610283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" name="f_small_violin_4827">
            <a:extLst>
              <a:ext uri="{FF2B5EF4-FFF2-40B4-BE49-F238E27FC236}">
                <a16:creationId xmlns:a16="http://schemas.microsoft.com/office/drawing/2014/main" id="{78CA09EE-3599-42C4-BA64-47D06F0BC29A}"/>
              </a:ext>
            </a:extLst>
          </p:cNvPr>
          <p:cNvSpPr>
            <a:spLocks noGrp="1"/>
          </p:cNvSpPr>
          <p:nvPr/>
        </p:nvSpPr>
        <p:spPr>
          <a:xfrm>
            <a:off x="4443687" y="605399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" name="f_small_violin_4828">
            <a:extLst>
              <a:ext uri="{FF2B5EF4-FFF2-40B4-BE49-F238E27FC236}">
                <a16:creationId xmlns:a16="http://schemas.microsoft.com/office/drawing/2014/main" id="{C2BA5640-0E06-4C19-B529-88D2B5B9E0F2}"/>
              </a:ext>
            </a:extLst>
          </p:cNvPr>
          <p:cNvSpPr>
            <a:spLocks noGrp="1"/>
          </p:cNvSpPr>
          <p:nvPr/>
        </p:nvSpPr>
        <p:spPr>
          <a:xfrm>
            <a:off x="4365021" y="605262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" name="f_small_violin_4829">
            <a:extLst>
              <a:ext uri="{FF2B5EF4-FFF2-40B4-BE49-F238E27FC236}">
                <a16:creationId xmlns:a16="http://schemas.microsoft.com/office/drawing/2014/main" id="{730009D8-8DDB-479C-B3DF-F580D59C7C48}"/>
              </a:ext>
            </a:extLst>
          </p:cNvPr>
          <p:cNvSpPr>
            <a:spLocks noGrp="1"/>
          </p:cNvSpPr>
          <p:nvPr/>
        </p:nvSpPr>
        <p:spPr>
          <a:xfrm>
            <a:off x="4205742" y="60692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" name="f_small_violin_4830">
            <a:extLst>
              <a:ext uri="{FF2B5EF4-FFF2-40B4-BE49-F238E27FC236}">
                <a16:creationId xmlns:a16="http://schemas.microsoft.com/office/drawing/2014/main" id="{A7613CD7-F0A2-4352-A50B-13EC6DF0F1B9}"/>
              </a:ext>
            </a:extLst>
          </p:cNvPr>
          <p:cNvSpPr>
            <a:spLocks noGrp="1"/>
          </p:cNvSpPr>
          <p:nvPr/>
        </p:nvSpPr>
        <p:spPr>
          <a:xfrm>
            <a:off x="4159224" y="610804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" name="f_small_violin_4831">
            <a:extLst>
              <a:ext uri="{FF2B5EF4-FFF2-40B4-BE49-F238E27FC236}">
                <a16:creationId xmlns:a16="http://schemas.microsoft.com/office/drawing/2014/main" id="{0910B2C8-7A19-496D-80AD-7D550C04970C}"/>
              </a:ext>
            </a:extLst>
          </p:cNvPr>
          <p:cNvSpPr>
            <a:spLocks noGrp="1"/>
          </p:cNvSpPr>
          <p:nvPr/>
        </p:nvSpPr>
        <p:spPr>
          <a:xfrm>
            <a:off x="4042270" y="58897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" name="f_small_violin_4832">
            <a:extLst>
              <a:ext uri="{FF2B5EF4-FFF2-40B4-BE49-F238E27FC236}">
                <a16:creationId xmlns:a16="http://schemas.microsoft.com/office/drawing/2014/main" id="{249A0A7A-8015-4B4D-83AC-156B6D314735}"/>
              </a:ext>
            </a:extLst>
          </p:cNvPr>
          <p:cNvSpPr>
            <a:spLocks noGrp="1"/>
          </p:cNvSpPr>
          <p:nvPr/>
        </p:nvSpPr>
        <p:spPr>
          <a:xfrm>
            <a:off x="41392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" name="f_small_violin_4833">
            <a:extLst>
              <a:ext uri="{FF2B5EF4-FFF2-40B4-BE49-F238E27FC236}">
                <a16:creationId xmlns:a16="http://schemas.microsoft.com/office/drawing/2014/main" id="{B7E06F5E-D15D-4407-A7FD-E5EAB2DF7106}"/>
              </a:ext>
            </a:extLst>
          </p:cNvPr>
          <p:cNvSpPr>
            <a:spLocks noGrp="1"/>
          </p:cNvSpPr>
          <p:nvPr/>
        </p:nvSpPr>
        <p:spPr>
          <a:xfrm>
            <a:off x="4046813" y="611071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" name="f_small_violin_4834">
            <a:extLst>
              <a:ext uri="{FF2B5EF4-FFF2-40B4-BE49-F238E27FC236}">
                <a16:creationId xmlns:a16="http://schemas.microsoft.com/office/drawing/2014/main" id="{75B82AFE-F1AD-4864-A993-8904D6EBD918}"/>
              </a:ext>
            </a:extLst>
          </p:cNvPr>
          <p:cNvSpPr>
            <a:spLocks noGrp="1"/>
          </p:cNvSpPr>
          <p:nvPr/>
        </p:nvSpPr>
        <p:spPr>
          <a:xfrm>
            <a:off x="416702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" name="f_small_violin_4835">
            <a:extLst>
              <a:ext uri="{FF2B5EF4-FFF2-40B4-BE49-F238E27FC236}">
                <a16:creationId xmlns:a16="http://schemas.microsoft.com/office/drawing/2014/main" id="{D06E7C11-39D2-4FF3-98B9-FDE41BE8389D}"/>
              </a:ext>
            </a:extLst>
          </p:cNvPr>
          <p:cNvSpPr>
            <a:spLocks noGrp="1"/>
          </p:cNvSpPr>
          <p:nvPr/>
        </p:nvSpPr>
        <p:spPr>
          <a:xfrm>
            <a:off x="4052781" y="60516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" name="f_small_violin_4836">
            <a:extLst>
              <a:ext uri="{FF2B5EF4-FFF2-40B4-BE49-F238E27FC236}">
                <a16:creationId xmlns:a16="http://schemas.microsoft.com/office/drawing/2014/main" id="{1A55F479-2DC4-4084-9392-6C0CD9225219}"/>
              </a:ext>
            </a:extLst>
          </p:cNvPr>
          <p:cNvSpPr>
            <a:spLocks noGrp="1"/>
          </p:cNvSpPr>
          <p:nvPr/>
        </p:nvSpPr>
        <p:spPr>
          <a:xfrm>
            <a:off x="400654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" name="f_small_violin_4837">
            <a:extLst>
              <a:ext uri="{FF2B5EF4-FFF2-40B4-BE49-F238E27FC236}">
                <a16:creationId xmlns:a16="http://schemas.microsoft.com/office/drawing/2014/main" id="{3AAC5C3B-0AD6-4548-81A7-66C5991EE3E1}"/>
              </a:ext>
            </a:extLst>
          </p:cNvPr>
          <p:cNvSpPr>
            <a:spLocks noGrp="1"/>
          </p:cNvSpPr>
          <p:nvPr/>
        </p:nvSpPr>
        <p:spPr>
          <a:xfrm>
            <a:off x="4205627" y="612592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" name="f_small_violin_4838">
            <a:extLst>
              <a:ext uri="{FF2B5EF4-FFF2-40B4-BE49-F238E27FC236}">
                <a16:creationId xmlns:a16="http://schemas.microsoft.com/office/drawing/2014/main" id="{270174B0-7677-418B-A26A-995937999884}"/>
              </a:ext>
            </a:extLst>
          </p:cNvPr>
          <p:cNvSpPr>
            <a:spLocks noGrp="1"/>
          </p:cNvSpPr>
          <p:nvPr/>
        </p:nvSpPr>
        <p:spPr>
          <a:xfrm>
            <a:off x="438718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" name="f_small_violin_4839">
            <a:extLst>
              <a:ext uri="{FF2B5EF4-FFF2-40B4-BE49-F238E27FC236}">
                <a16:creationId xmlns:a16="http://schemas.microsoft.com/office/drawing/2014/main" id="{38A17106-387B-45BD-99BD-A0EC8CF353CA}"/>
              </a:ext>
            </a:extLst>
          </p:cNvPr>
          <p:cNvSpPr>
            <a:spLocks noGrp="1"/>
          </p:cNvSpPr>
          <p:nvPr/>
        </p:nvSpPr>
        <p:spPr>
          <a:xfrm>
            <a:off x="4147544" y="612021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" name="f_small_violin_4840">
            <a:extLst>
              <a:ext uri="{FF2B5EF4-FFF2-40B4-BE49-F238E27FC236}">
                <a16:creationId xmlns:a16="http://schemas.microsoft.com/office/drawing/2014/main" id="{51D9839E-B6B8-4284-9F45-0343CBD547EF}"/>
              </a:ext>
            </a:extLst>
          </p:cNvPr>
          <p:cNvSpPr>
            <a:spLocks noGrp="1"/>
          </p:cNvSpPr>
          <p:nvPr/>
        </p:nvSpPr>
        <p:spPr>
          <a:xfrm>
            <a:off x="4288091" y="60586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" name="f_small_violin_4841">
            <a:extLst>
              <a:ext uri="{FF2B5EF4-FFF2-40B4-BE49-F238E27FC236}">
                <a16:creationId xmlns:a16="http://schemas.microsoft.com/office/drawing/2014/main" id="{A93224D8-FB68-4B96-9CF0-522C436E701A}"/>
              </a:ext>
            </a:extLst>
          </p:cNvPr>
          <p:cNvSpPr>
            <a:spLocks noGrp="1"/>
          </p:cNvSpPr>
          <p:nvPr/>
        </p:nvSpPr>
        <p:spPr>
          <a:xfrm>
            <a:off x="3998844" y="58004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" name="f_small_violin_4842">
            <a:extLst>
              <a:ext uri="{FF2B5EF4-FFF2-40B4-BE49-F238E27FC236}">
                <a16:creationId xmlns:a16="http://schemas.microsoft.com/office/drawing/2014/main" id="{F99BA0F5-2DD8-4EAE-8B4B-A1E6E758DF69}"/>
              </a:ext>
            </a:extLst>
          </p:cNvPr>
          <p:cNvSpPr>
            <a:spLocks noGrp="1"/>
          </p:cNvSpPr>
          <p:nvPr/>
        </p:nvSpPr>
        <p:spPr>
          <a:xfrm>
            <a:off x="4274208" y="612589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" name="f_small_violin_4843">
            <a:extLst>
              <a:ext uri="{FF2B5EF4-FFF2-40B4-BE49-F238E27FC236}">
                <a16:creationId xmlns:a16="http://schemas.microsoft.com/office/drawing/2014/main" id="{C09BDA0A-DCA3-450C-A256-1468397AF9A5}"/>
              </a:ext>
            </a:extLst>
          </p:cNvPr>
          <p:cNvSpPr>
            <a:spLocks noGrp="1"/>
          </p:cNvSpPr>
          <p:nvPr/>
        </p:nvSpPr>
        <p:spPr>
          <a:xfrm>
            <a:off x="4089762" y="59599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" name="f_small_violin_4844">
            <a:extLst>
              <a:ext uri="{FF2B5EF4-FFF2-40B4-BE49-F238E27FC236}">
                <a16:creationId xmlns:a16="http://schemas.microsoft.com/office/drawing/2014/main" id="{82A8C3EF-5C28-43DD-B24E-2FF480273A51}"/>
              </a:ext>
            </a:extLst>
          </p:cNvPr>
          <p:cNvSpPr>
            <a:spLocks noGrp="1"/>
          </p:cNvSpPr>
          <p:nvPr/>
        </p:nvSpPr>
        <p:spPr>
          <a:xfrm>
            <a:off x="4443315" y="593801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" name="f_small_violin_4845">
            <a:extLst>
              <a:ext uri="{FF2B5EF4-FFF2-40B4-BE49-F238E27FC236}">
                <a16:creationId xmlns:a16="http://schemas.microsoft.com/office/drawing/2014/main" id="{82CA0921-0DCA-43F2-A29D-D8A63AE7B7CB}"/>
              </a:ext>
            </a:extLst>
          </p:cNvPr>
          <p:cNvSpPr>
            <a:spLocks noGrp="1"/>
          </p:cNvSpPr>
          <p:nvPr/>
        </p:nvSpPr>
        <p:spPr>
          <a:xfrm>
            <a:off x="42448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" name="f_small_violin_4846">
            <a:extLst>
              <a:ext uri="{FF2B5EF4-FFF2-40B4-BE49-F238E27FC236}">
                <a16:creationId xmlns:a16="http://schemas.microsoft.com/office/drawing/2014/main" id="{9C94F678-2CFE-4240-8C18-45205190EF2D}"/>
              </a:ext>
            </a:extLst>
          </p:cNvPr>
          <p:cNvSpPr>
            <a:spLocks noGrp="1"/>
          </p:cNvSpPr>
          <p:nvPr/>
        </p:nvSpPr>
        <p:spPr>
          <a:xfrm>
            <a:off x="4099688" y="60833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" name="f_small_violin_4847">
            <a:extLst>
              <a:ext uri="{FF2B5EF4-FFF2-40B4-BE49-F238E27FC236}">
                <a16:creationId xmlns:a16="http://schemas.microsoft.com/office/drawing/2014/main" id="{FCF4640C-911A-4850-8BB2-34CAD86E6CB8}"/>
              </a:ext>
            </a:extLst>
          </p:cNvPr>
          <p:cNvSpPr>
            <a:spLocks noGrp="1"/>
          </p:cNvSpPr>
          <p:nvPr/>
        </p:nvSpPr>
        <p:spPr>
          <a:xfrm>
            <a:off x="41435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" name="f_small_violin_4848">
            <a:extLst>
              <a:ext uri="{FF2B5EF4-FFF2-40B4-BE49-F238E27FC236}">
                <a16:creationId xmlns:a16="http://schemas.microsoft.com/office/drawing/2014/main" id="{A3001C4F-7E69-456A-BCF5-E2E97FB98058}"/>
              </a:ext>
            </a:extLst>
          </p:cNvPr>
          <p:cNvSpPr>
            <a:spLocks noGrp="1"/>
          </p:cNvSpPr>
          <p:nvPr/>
        </p:nvSpPr>
        <p:spPr>
          <a:xfrm>
            <a:off x="44168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" name="f_small_violin_4849">
            <a:extLst>
              <a:ext uri="{FF2B5EF4-FFF2-40B4-BE49-F238E27FC236}">
                <a16:creationId xmlns:a16="http://schemas.microsoft.com/office/drawing/2014/main" id="{1484C0F4-77C7-4395-80AF-76D3173ABF25}"/>
              </a:ext>
            </a:extLst>
          </p:cNvPr>
          <p:cNvSpPr>
            <a:spLocks noGrp="1"/>
          </p:cNvSpPr>
          <p:nvPr/>
        </p:nvSpPr>
        <p:spPr>
          <a:xfrm>
            <a:off x="4364582" y="609157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" name="f_small_violin_4850">
            <a:extLst>
              <a:ext uri="{FF2B5EF4-FFF2-40B4-BE49-F238E27FC236}">
                <a16:creationId xmlns:a16="http://schemas.microsoft.com/office/drawing/2014/main" id="{BB95B5B5-63D2-4A3A-AB04-717D3C90B507}"/>
              </a:ext>
            </a:extLst>
          </p:cNvPr>
          <p:cNvSpPr>
            <a:spLocks noGrp="1"/>
          </p:cNvSpPr>
          <p:nvPr/>
        </p:nvSpPr>
        <p:spPr>
          <a:xfrm>
            <a:off x="4376082" y="6101320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" name="f_small_violin_4851">
            <a:extLst>
              <a:ext uri="{FF2B5EF4-FFF2-40B4-BE49-F238E27FC236}">
                <a16:creationId xmlns:a16="http://schemas.microsoft.com/office/drawing/2014/main" id="{A7749AD3-BD70-45A5-BB6A-A9ECD501BB5E}"/>
              </a:ext>
            </a:extLst>
          </p:cNvPr>
          <p:cNvSpPr>
            <a:spLocks noGrp="1"/>
          </p:cNvSpPr>
          <p:nvPr/>
        </p:nvSpPr>
        <p:spPr>
          <a:xfrm>
            <a:off x="4117104" y="612903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" name="f_small_violin_4852">
            <a:extLst>
              <a:ext uri="{FF2B5EF4-FFF2-40B4-BE49-F238E27FC236}">
                <a16:creationId xmlns:a16="http://schemas.microsoft.com/office/drawing/2014/main" id="{5B1FC9D8-906F-4C6F-9A69-716056E5BA04}"/>
              </a:ext>
            </a:extLst>
          </p:cNvPr>
          <p:cNvSpPr>
            <a:spLocks noGrp="1"/>
          </p:cNvSpPr>
          <p:nvPr/>
        </p:nvSpPr>
        <p:spPr>
          <a:xfrm>
            <a:off x="412787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" name="f_small_violin_4853">
            <a:extLst>
              <a:ext uri="{FF2B5EF4-FFF2-40B4-BE49-F238E27FC236}">
                <a16:creationId xmlns:a16="http://schemas.microsoft.com/office/drawing/2014/main" id="{E638E57B-D6A4-4FEE-B9D5-1A3F9EE025E9}"/>
              </a:ext>
            </a:extLst>
          </p:cNvPr>
          <p:cNvSpPr>
            <a:spLocks noGrp="1"/>
          </p:cNvSpPr>
          <p:nvPr/>
        </p:nvSpPr>
        <p:spPr>
          <a:xfrm>
            <a:off x="42172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" name="f_small_violin_4854">
            <a:extLst>
              <a:ext uri="{FF2B5EF4-FFF2-40B4-BE49-F238E27FC236}">
                <a16:creationId xmlns:a16="http://schemas.microsoft.com/office/drawing/2014/main" id="{22915A08-81A3-4F45-921B-FBF7E093BC2E}"/>
              </a:ext>
            </a:extLst>
          </p:cNvPr>
          <p:cNvSpPr>
            <a:spLocks noGrp="1"/>
          </p:cNvSpPr>
          <p:nvPr/>
        </p:nvSpPr>
        <p:spPr>
          <a:xfrm>
            <a:off x="4249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" name="f_small_violin_4855">
            <a:extLst>
              <a:ext uri="{FF2B5EF4-FFF2-40B4-BE49-F238E27FC236}">
                <a16:creationId xmlns:a16="http://schemas.microsoft.com/office/drawing/2014/main" id="{10A2DBDD-FBE8-4684-9867-406CF550E32E}"/>
              </a:ext>
            </a:extLst>
          </p:cNvPr>
          <p:cNvSpPr>
            <a:spLocks noGrp="1"/>
          </p:cNvSpPr>
          <p:nvPr/>
        </p:nvSpPr>
        <p:spPr>
          <a:xfrm>
            <a:off x="4450614" y="612465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" name="f_small_violin_4856">
            <a:extLst>
              <a:ext uri="{FF2B5EF4-FFF2-40B4-BE49-F238E27FC236}">
                <a16:creationId xmlns:a16="http://schemas.microsoft.com/office/drawing/2014/main" id="{DB6B49A7-0624-4228-A512-7FACFEF0B7B6}"/>
              </a:ext>
            </a:extLst>
          </p:cNvPr>
          <p:cNvSpPr>
            <a:spLocks noGrp="1"/>
          </p:cNvSpPr>
          <p:nvPr/>
        </p:nvSpPr>
        <p:spPr>
          <a:xfrm>
            <a:off x="4139013" y="60993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" name="f_small_violin_4857">
            <a:extLst>
              <a:ext uri="{FF2B5EF4-FFF2-40B4-BE49-F238E27FC236}">
                <a16:creationId xmlns:a16="http://schemas.microsoft.com/office/drawing/2014/main" id="{DA976942-E999-416C-A777-18242AED4C6A}"/>
              </a:ext>
            </a:extLst>
          </p:cNvPr>
          <p:cNvSpPr>
            <a:spLocks noGrp="1"/>
          </p:cNvSpPr>
          <p:nvPr/>
        </p:nvSpPr>
        <p:spPr>
          <a:xfrm>
            <a:off x="4043026" y="611876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" name="f_small_violin_4858">
            <a:extLst>
              <a:ext uri="{FF2B5EF4-FFF2-40B4-BE49-F238E27FC236}">
                <a16:creationId xmlns:a16="http://schemas.microsoft.com/office/drawing/2014/main" id="{275C65EC-DA60-4875-A6CB-F2A9942A5ED0}"/>
              </a:ext>
            </a:extLst>
          </p:cNvPr>
          <p:cNvSpPr>
            <a:spLocks noGrp="1"/>
          </p:cNvSpPr>
          <p:nvPr/>
        </p:nvSpPr>
        <p:spPr>
          <a:xfrm>
            <a:off x="40252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" name="f_small_violin_4859">
            <a:extLst>
              <a:ext uri="{FF2B5EF4-FFF2-40B4-BE49-F238E27FC236}">
                <a16:creationId xmlns:a16="http://schemas.microsoft.com/office/drawing/2014/main" id="{F3489BC8-294F-451E-892B-31AD4759F357}"/>
              </a:ext>
            </a:extLst>
          </p:cNvPr>
          <p:cNvSpPr>
            <a:spLocks noGrp="1"/>
          </p:cNvSpPr>
          <p:nvPr/>
        </p:nvSpPr>
        <p:spPr>
          <a:xfrm>
            <a:off x="438926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" name="f_small_violin_4860">
            <a:extLst>
              <a:ext uri="{FF2B5EF4-FFF2-40B4-BE49-F238E27FC236}">
                <a16:creationId xmlns:a16="http://schemas.microsoft.com/office/drawing/2014/main" id="{55CC0DC8-159B-4D53-9E25-3BB4FDFBB7EE}"/>
              </a:ext>
            </a:extLst>
          </p:cNvPr>
          <p:cNvSpPr>
            <a:spLocks noGrp="1"/>
          </p:cNvSpPr>
          <p:nvPr/>
        </p:nvSpPr>
        <p:spPr>
          <a:xfrm>
            <a:off x="4071021" y="608889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" name="f_small_violin_4861">
            <a:extLst>
              <a:ext uri="{FF2B5EF4-FFF2-40B4-BE49-F238E27FC236}">
                <a16:creationId xmlns:a16="http://schemas.microsoft.com/office/drawing/2014/main" id="{FA227803-BAA8-4F56-8895-EF3F50BFC97F}"/>
              </a:ext>
            </a:extLst>
          </p:cNvPr>
          <p:cNvSpPr>
            <a:spLocks noGrp="1"/>
          </p:cNvSpPr>
          <p:nvPr/>
        </p:nvSpPr>
        <p:spPr>
          <a:xfrm>
            <a:off x="4121015" y="606318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" name="f_small_violin_4862">
            <a:extLst>
              <a:ext uri="{FF2B5EF4-FFF2-40B4-BE49-F238E27FC236}">
                <a16:creationId xmlns:a16="http://schemas.microsoft.com/office/drawing/2014/main" id="{95AD1A3B-3493-48FD-A9FF-FDB57DFD8A72}"/>
              </a:ext>
            </a:extLst>
          </p:cNvPr>
          <p:cNvSpPr>
            <a:spLocks noGrp="1"/>
          </p:cNvSpPr>
          <p:nvPr/>
        </p:nvSpPr>
        <p:spPr>
          <a:xfrm>
            <a:off x="4040503" y="6091042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" name="f_small_violin_4863">
            <a:extLst>
              <a:ext uri="{FF2B5EF4-FFF2-40B4-BE49-F238E27FC236}">
                <a16:creationId xmlns:a16="http://schemas.microsoft.com/office/drawing/2014/main" id="{41FC5BFA-4E8D-48CE-940A-E17E72032DB9}"/>
              </a:ext>
            </a:extLst>
          </p:cNvPr>
          <p:cNvSpPr>
            <a:spLocks noGrp="1"/>
          </p:cNvSpPr>
          <p:nvPr/>
        </p:nvSpPr>
        <p:spPr>
          <a:xfrm>
            <a:off x="4007739" y="61137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" name="f_small_violin_4864">
            <a:extLst>
              <a:ext uri="{FF2B5EF4-FFF2-40B4-BE49-F238E27FC236}">
                <a16:creationId xmlns:a16="http://schemas.microsoft.com/office/drawing/2014/main" id="{0D1DBD74-3DCB-4941-AC56-70D28ECD7577}"/>
              </a:ext>
            </a:extLst>
          </p:cNvPr>
          <p:cNvSpPr>
            <a:spLocks noGrp="1"/>
          </p:cNvSpPr>
          <p:nvPr/>
        </p:nvSpPr>
        <p:spPr>
          <a:xfrm>
            <a:off x="4334620" y="60476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" name="f_small_violin_4865">
            <a:extLst>
              <a:ext uri="{FF2B5EF4-FFF2-40B4-BE49-F238E27FC236}">
                <a16:creationId xmlns:a16="http://schemas.microsoft.com/office/drawing/2014/main" id="{D4DBA22A-417A-4ABA-AE36-3FBB5EB50427}"/>
              </a:ext>
            </a:extLst>
          </p:cNvPr>
          <p:cNvSpPr>
            <a:spLocks noGrp="1"/>
          </p:cNvSpPr>
          <p:nvPr/>
        </p:nvSpPr>
        <p:spPr>
          <a:xfrm>
            <a:off x="5941283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01435" y="3685436"/>
                </a:moveTo>
                <a:lnTo>
                  <a:pt x="281159" y="3685436"/>
                </a:lnTo>
                <a:lnTo>
                  <a:pt x="282201" y="3662402"/>
                </a:lnTo>
                <a:lnTo>
                  <a:pt x="285256" y="3639368"/>
                </a:lnTo>
                <a:lnTo>
                  <a:pt x="290126" y="3616334"/>
                </a:lnTo>
                <a:lnTo>
                  <a:pt x="296506" y="3593300"/>
                </a:lnTo>
                <a:lnTo>
                  <a:pt x="304011" y="3570266"/>
                </a:lnTo>
                <a:lnTo>
                  <a:pt x="312219" y="3547232"/>
                </a:lnTo>
                <a:lnTo>
                  <a:pt x="320708" y="3524198"/>
                </a:lnTo>
                <a:lnTo>
                  <a:pt x="329091" y="3501164"/>
                </a:lnTo>
                <a:lnTo>
                  <a:pt x="337042" y="3478130"/>
                </a:lnTo>
                <a:lnTo>
                  <a:pt x="344313" y="3455096"/>
                </a:lnTo>
                <a:lnTo>
                  <a:pt x="350745" y="3432062"/>
                </a:lnTo>
                <a:lnTo>
                  <a:pt x="356260" y="3409028"/>
                </a:lnTo>
                <a:lnTo>
                  <a:pt x="360852" y="3385994"/>
                </a:lnTo>
                <a:lnTo>
                  <a:pt x="364577" y="3362960"/>
                </a:lnTo>
                <a:lnTo>
                  <a:pt x="367527" y="3339926"/>
                </a:lnTo>
                <a:lnTo>
                  <a:pt x="369822" y="3316892"/>
                </a:lnTo>
                <a:lnTo>
                  <a:pt x="371590" y="3293858"/>
                </a:lnTo>
                <a:lnTo>
                  <a:pt x="372956" y="3270824"/>
                </a:lnTo>
                <a:lnTo>
                  <a:pt x="374031" y="3247790"/>
                </a:lnTo>
                <a:lnTo>
                  <a:pt x="374911" y="3224756"/>
                </a:lnTo>
                <a:lnTo>
                  <a:pt x="375669" y="3201722"/>
                </a:lnTo>
                <a:lnTo>
                  <a:pt x="376357" y="3178688"/>
                </a:lnTo>
                <a:lnTo>
                  <a:pt x="377006" y="3155654"/>
                </a:lnTo>
                <a:lnTo>
                  <a:pt x="377630" y="3132620"/>
                </a:lnTo>
                <a:lnTo>
                  <a:pt x="378226" y="3109586"/>
                </a:lnTo>
                <a:lnTo>
                  <a:pt x="378783" y="3086552"/>
                </a:lnTo>
                <a:lnTo>
                  <a:pt x="379281" y="3063518"/>
                </a:lnTo>
                <a:lnTo>
                  <a:pt x="379699" y="3040485"/>
                </a:lnTo>
                <a:lnTo>
                  <a:pt x="380019" y="3017451"/>
                </a:lnTo>
                <a:lnTo>
                  <a:pt x="380226" y="2994417"/>
                </a:lnTo>
                <a:lnTo>
                  <a:pt x="380318" y="2971383"/>
                </a:lnTo>
                <a:lnTo>
                  <a:pt x="380301" y="2948349"/>
                </a:lnTo>
                <a:lnTo>
                  <a:pt x="380193" y="2925315"/>
                </a:lnTo>
                <a:lnTo>
                  <a:pt x="380022" y="2902281"/>
                </a:lnTo>
                <a:lnTo>
                  <a:pt x="379825" y="2879247"/>
                </a:lnTo>
                <a:lnTo>
                  <a:pt x="379641" y="2856213"/>
                </a:lnTo>
                <a:lnTo>
                  <a:pt x="379510" y="2833179"/>
                </a:lnTo>
                <a:lnTo>
                  <a:pt x="379466" y="2810145"/>
                </a:lnTo>
                <a:lnTo>
                  <a:pt x="379535" y="2787111"/>
                </a:lnTo>
                <a:lnTo>
                  <a:pt x="379731" y="2764077"/>
                </a:lnTo>
                <a:lnTo>
                  <a:pt x="380055" y="2741043"/>
                </a:lnTo>
                <a:lnTo>
                  <a:pt x="380494" y="2718009"/>
                </a:lnTo>
                <a:lnTo>
                  <a:pt x="381026" y="2694975"/>
                </a:lnTo>
                <a:lnTo>
                  <a:pt x="381620" y="2671941"/>
                </a:lnTo>
                <a:lnTo>
                  <a:pt x="382242" y="2648907"/>
                </a:lnTo>
                <a:lnTo>
                  <a:pt x="382859" y="2625873"/>
                </a:lnTo>
                <a:lnTo>
                  <a:pt x="383440" y="2602839"/>
                </a:lnTo>
                <a:lnTo>
                  <a:pt x="383963" y="2579805"/>
                </a:lnTo>
                <a:lnTo>
                  <a:pt x="384412" y="2556771"/>
                </a:lnTo>
                <a:lnTo>
                  <a:pt x="384780" y="2533737"/>
                </a:lnTo>
                <a:lnTo>
                  <a:pt x="385068" y="2510703"/>
                </a:lnTo>
                <a:lnTo>
                  <a:pt x="385280" y="2487669"/>
                </a:lnTo>
                <a:lnTo>
                  <a:pt x="385424" y="2464635"/>
                </a:lnTo>
                <a:lnTo>
                  <a:pt x="385512" y="2441601"/>
                </a:lnTo>
                <a:lnTo>
                  <a:pt x="385551" y="2418567"/>
                </a:lnTo>
                <a:lnTo>
                  <a:pt x="385548" y="2395533"/>
                </a:lnTo>
                <a:lnTo>
                  <a:pt x="385511" y="2372499"/>
                </a:lnTo>
                <a:lnTo>
                  <a:pt x="385440" y="2349465"/>
                </a:lnTo>
                <a:lnTo>
                  <a:pt x="385339" y="2326431"/>
                </a:lnTo>
                <a:lnTo>
                  <a:pt x="385208" y="2303397"/>
                </a:lnTo>
                <a:lnTo>
                  <a:pt x="385044" y="2280363"/>
                </a:lnTo>
                <a:lnTo>
                  <a:pt x="384849" y="2257329"/>
                </a:lnTo>
                <a:lnTo>
                  <a:pt x="384619" y="2234295"/>
                </a:lnTo>
                <a:lnTo>
                  <a:pt x="384352" y="2211261"/>
                </a:lnTo>
                <a:lnTo>
                  <a:pt x="384045" y="2188228"/>
                </a:lnTo>
                <a:lnTo>
                  <a:pt x="383696" y="2165194"/>
                </a:lnTo>
                <a:lnTo>
                  <a:pt x="383300" y="2142160"/>
                </a:lnTo>
                <a:lnTo>
                  <a:pt x="382857" y="2119126"/>
                </a:lnTo>
                <a:lnTo>
                  <a:pt x="382365" y="2096092"/>
                </a:lnTo>
                <a:lnTo>
                  <a:pt x="381831" y="2073058"/>
                </a:lnTo>
                <a:lnTo>
                  <a:pt x="381262" y="2050024"/>
                </a:lnTo>
                <a:lnTo>
                  <a:pt x="380673" y="2026990"/>
                </a:lnTo>
                <a:lnTo>
                  <a:pt x="380087" y="2003956"/>
                </a:lnTo>
                <a:lnTo>
                  <a:pt x="379531" y="1980922"/>
                </a:lnTo>
                <a:lnTo>
                  <a:pt x="379036" y="1957888"/>
                </a:lnTo>
                <a:lnTo>
                  <a:pt x="378637" y="1934854"/>
                </a:lnTo>
                <a:lnTo>
                  <a:pt x="378366" y="1911820"/>
                </a:lnTo>
                <a:lnTo>
                  <a:pt x="378251" y="1888786"/>
                </a:lnTo>
                <a:lnTo>
                  <a:pt x="378313" y="1865752"/>
                </a:lnTo>
                <a:lnTo>
                  <a:pt x="378561" y="1842718"/>
                </a:lnTo>
                <a:lnTo>
                  <a:pt x="378991" y="1819684"/>
                </a:lnTo>
                <a:lnTo>
                  <a:pt x="379585" y="1796650"/>
                </a:lnTo>
                <a:lnTo>
                  <a:pt x="380313" y="1773616"/>
                </a:lnTo>
                <a:lnTo>
                  <a:pt x="381135" y="1750582"/>
                </a:lnTo>
                <a:lnTo>
                  <a:pt x="382003" y="1727548"/>
                </a:lnTo>
                <a:lnTo>
                  <a:pt x="382866" y="1704514"/>
                </a:lnTo>
                <a:lnTo>
                  <a:pt x="383676" y="1681480"/>
                </a:lnTo>
                <a:lnTo>
                  <a:pt x="384386" y="1658446"/>
                </a:lnTo>
                <a:lnTo>
                  <a:pt x="384960" y="1635412"/>
                </a:lnTo>
                <a:lnTo>
                  <a:pt x="385371" y="1612378"/>
                </a:lnTo>
                <a:lnTo>
                  <a:pt x="385602" y="1589344"/>
                </a:lnTo>
                <a:lnTo>
                  <a:pt x="385647" y="1566310"/>
                </a:lnTo>
                <a:lnTo>
                  <a:pt x="385508" y="1543276"/>
                </a:lnTo>
                <a:lnTo>
                  <a:pt x="385196" y="1520242"/>
                </a:lnTo>
                <a:lnTo>
                  <a:pt x="384726" y="1497208"/>
                </a:lnTo>
                <a:lnTo>
                  <a:pt x="384119" y="1474174"/>
                </a:lnTo>
                <a:lnTo>
                  <a:pt x="383400" y="1451140"/>
                </a:lnTo>
                <a:lnTo>
                  <a:pt x="382593" y="1428106"/>
                </a:lnTo>
                <a:lnTo>
                  <a:pt x="381729" y="1405072"/>
                </a:lnTo>
                <a:lnTo>
                  <a:pt x="380836" y="1382038"/>
                </a:lnTo>
                <a:lnTo>
                  <a:pt x="379946" y="1359004"/>
                </a:lnTo>
                <a:lnTo>
                  <a:pt x="379089" y="1335970"/>
                </a:lnTo>
                <a:lnTo>
                  <a:pt x="378294" y="1312937"/>
                </a:lnTo>
                <a:lnTo>
                  <a:pt x="377586" y="1289903"/>
                </a:lnTo>
                <a:lnTo>
                  <a:pt x="376987" y="1266869"/>
                </a:lnTo>
                <a:lnTo>
                  <a:pt x="376512" y="1243835"/>
                </a:lnTo>
                <a:lnTo>
                  <a:pt x="376165" y="1220801"/>
                </a:lnTo>
                <a:lnTo>
                  <a:pt x="375946" y="1197767"/>
                </a:lnTo>
                <a:lnTo>
                  <a:pt x="375845" y="1174733"/>
                </a:lnTo>
                <a:lnTo>
                  <a:pt x="375846" y="1151699"/>
                </a:lnTo>
                <a:lnTo>
                  <a:pt x="375931" y="1128665"/>
                </a:lnTo>
                <a:lnTo>
                  <a:pt x="376081" y="1105631"/>
                </a:lnTo>
                <a:lnTo>
                  <a:pt x="376276" y="1082597"/>
                </a:lnTo>
                <a:lnTo>
                  <a:pt x="376504" y="1059563"/>
                </a:lnTo>
                <a:lnTo>
                  <a:pt x="376756" y="1036529"/>
                </a:lnTo>
                <a:lnTo>
                  <a:pt x="377029" y="1013495"/>
                </a:lnTo>
                <a:lnTo>
                  <a:pt x="377325" y="990461"/>
                </a:lnTo>
                <a:lnTo>
                  <a:pt x="377652" y="967427"/>
                </a:lnTo>
                <a:lnTo>
                  <a:pt x="378015" y="944393"/>
                </a:lnTo>
                <a:lnTo>
                  <a:pt x="378422" y="921359"/>
                </a:lnTo>
                <a:lnTo>
                  <a:pt x="378878" y="898325"/>
                </a:lnTo>
                <a:lnTo>
                  <a:pt x="379384" y="875291"/>
                </a:lnTo>
                <a:lnTo>
                  <a:pt x="379936" y="852257"/>
                </a:lnTo>
                <a:lnTo>
                  <a:pt x="380527" y="829223"/>
                </a:lnTo>
                <a:lnTo>
                  <a:pt x="381146" y="806189"/>
                </a:lnTo>
                <a:lnTo>
                  <a:pt x="381777" y="783155"/>
                </a:lnTo>
                <a:lnTo>
                  <a:pt x="382405" y="760121"/>
                </a:lnTo>
                <a:lnTo>
                  <a:pt x="383013" y="737087"/>
                </a:lnTo>
                <a:lnTo>
                  <a:pt x="383585" y="714053"/>
                </a:lnTo>
                <a:lnTo>
                  <a:pt x="384107" y="691019"/>
                </a:lnTo>
                <a:lnTo>
                  <a:pt x="384566" y="667985"/>
                </a:lnTo>
                <a:lnTo>
                  <a:pt x="384951" y="644951"/>
                </a:lnTo>
                <a:lnTo>
                  <a:pt x="385251" y="621917"/>
                </a:lnTo>
                <a:lnTo>
                  <a:pt x="385455" y="598883"/>
                </a:lnTo>
                <a:lnTo>
                  <a:pt x="385542" y="575849"/>
                </a:lnTo>
                <a:lnTo>
                  <a:pt x="385484" y="552815"/>
                </a:lnTo>
                <a:lnTo>
                  <a:pt x="385231" y="529781"/>
                </a:lnTo>
                <a:lnTo>
                  <a:pt x="384706" y="506747"/>
                </a:lnTo>
                <a:lnTo>
                  <a:pt x="383792" y="483713"/>
                </a:lnTo>
                <a:lnTo>
                  <a:pt x="382323" y="460679"/>
                </a:lnTo>
                <a:lnTo>
                  <a:pt x="380069" y="437646"/>
                </a:lnTo>
                <a:lnTo>
                  <a:pt x="376734" y="414612"/>
                </a:lnTo>
                <a:lnTo>
                  <a:pt x="371950" y="391578"/>
                </a:lnTo>
                <a:lnTo>
                  <a:pt x="365286" y="368544"/>
                </a:lnTo>
                <a:lnTo>
                  <a:pt x="356267" y="345510"/>
                </a:lnTo>
                <a:lnTo>
                  <a:pt x="344402" y="322476"/>
                </a:lnTo>
                <a:lnTo>
                  <a:pt x="329237" y="299442"/>
                </a:lnTo>
                <a:lnTo>
                  <a:pt x="310408" y="276408"/>
                </a:lnTo>
                <a:lnTo>
                  <a:pt x="287716" y="253374"/>
                </a:lnTo>
                <a:lnTo>
                  <a:pt x="261195" y="230340"/>
                </a:lnTo>
                <a:lnTo>
                  <a:pt x="231174" y="207306"/>
                </a:lnTo>
                <a:lnTo>
                  <a:pt x="198325" y="184272"/>
                </a:lnTo>
                <a:lnTo>
                  <a:pt x="163669" y="161238"/>
                </a:lnTo>
                <a:lnTo>
                  <a:pt x="128557" y="138204"/>
                </a:lnTo>
                <a:lnTo>
                  <a:pt x="94596" y="115170"/>
                </a:lnTo>
                <a:lnTo>
                  <a:pt x="63535" y="92136"/>
                </a:lnTo>
                <a:lnTo>
                  <a:pt x="37127" y="69102"/>
                </a:lnTo>
                <a:lnTo>
                  <a:pt x="16961" y="46068"/>
                </a:lnTo>
                <a:lnTo>
                  <a:pt x="4312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83" y="23034"/>
                </a:lnTo>
                <a:lnTo>
                  <a:pt x="765633" y="46068"/>
                </a:lnTo>
                <a:lnTo>
                  <a:pt x="745468" y="69102"/>
                </a:lnTo>
                <a:lnTo>
                  <a:pt x="719059" y="92136"/>
                </a:lnTo>
                <a:lnTo>
                  <a:pt x="687999" y="115170"/>
                </a:lnTo>
                <a:lnTo>
                  <a:pt x="654037" y="138204"/>
                </a:lnTo>
                <a:lnTo>
                  <a:pt x="618926" y="161238"/>
                </a:lnTo>
                <a:lnTo>
                  <a:pt x="584270" y="184272"/>
                </a:lnTo>
                <a:lnTo>
                  <a:pt x="551420" y="207306"/>
                </a:lnTo>
                <a:lnTo>
                  <a:pt x="521400" y="230340"/>
                </a:lnTo>
                <a:lnTo>
                  <a:pt x="494878" y="253374"/>
                </a:lnTo>
                <a:lnTo>
                  <a:pt x="472187" y="276408"/>
                </a:lnTo>
                <a:lnTo>
                  <a:pt x="453358" y="299442"/>
                </a:lnTo>
                <a:lnTo>
                  <a:pt x="438192" y="322476"/>
                </a:lnTo>
                <a:lnTo>
                  <a:pt x="426328" y="345510"/>
                </a:lnTo>
                <a:lnTo>
                  <a:pt x="417308" y="368544"/>
                </a:lnTo>
                <a:lnTo>
                  <a:pt x="410645" y="391578"/>
                </a:lnTo>
                <a:lnTo>
                  <a:pt x="405861" y="414612"/>
                </a:lnTo>
                <a:lnTo>
                  <a:pt x="402526" y="437646"/>
                </a:lnTo>
                <a:lnTo>
                  <a:pt x="400272" y="460679"/>
                </a:lnTo>
                <a:lnTo>
                  <a:pt x="398802" y="483713"/>
                </a:lnTo>
                <a:lnTo>
                  <a:pt x="397889" y="506747"/>
                </a:lnTo>
                <a:lnTo>
                  <a:pt x="397364" y="529781"/>
                </a:lnTo>
                <a:lnTo>
                  <a:pt x="397111" y="552815"/>
                </a:lnTo>
                <a:lnTo>
                  <a:pt x="397053" y="575849"/>
                </a:lnTo>
                <a:lnTo>
                  <a:pt x="397140" y="598883"/>
                </a:lnTo>
                <a:lnTo>
                  <a:pt x="397343" y="621917"/>
                </a:lnTo>
                <a:lnTo>
                  <a:pt x="397644" y="644951"/>
                </a:lnTo>
                <a:lnTo>
                  <a:pt x="398029" y="667985"/>
                </a:lnTo>
                <a:lnTo>
                  <a:pt x="398488" y="691019"/>
                </a:lnTo>
                <a:lnTo>
                  <a:pt x="399010" y="714053"/>
                </a:lnTo>
                <a:lnTo>
                  <a:pt x="399582" y="737087"/>
                </a:lnTo>
                <a:lnTo>
                  <a:pt x="400190" y="760121"/>
                </a:lnTo>
                <a:lnTo>
                  <a:pt x="400818" y="783155"/>
                </a:lnTo>
                <a:lnTo>
                  <a:pt x="401449" y="806189"/>
                </a:lnTo>
                <a:lnTo>
                  <a:pt x="402067" y="829223"/>
                </a:lnTo>
                <a:lnTo>
                  <a:pt x="402658" y="852257"/>
                </a:lnTo>
                <a:lnTo>
                  <a:pt x="403211" y="875291"/>
                </a:lnTo>
                <a:lnTo>
                  <a:pt x="403716" y="898325"/>
                </a:lnTo>
                <a:lnTo>
                  <a:pt x="404173" y="921359"/>
                </a:lnTo>
                <a:lnTo>
                  <a:pt x="404580" y="944393"/>
                </a:lnTo>
                <a:lnTo>
                  <a:pt x="404943" y="967427"/>
                </a:lnTo>
                <a:lnTo>
                  <a:pt x="405269" y="990461"/>
                </a:lnTo>
                <a:lnTo>
                  <a:pt x="405566" y="1013495"/>
                </a:lnTo>
                <a:lnTo>
                  <a:pt x="405839" y="1036529"/>
                </a:lnTo>
                <a:lnTo>
                  <a:pt x="406091" y="1059563"/>
                </a:lnTo>
                <a:lnTo>
                  <a:pt x="406318" y="1082597"/>
                </a:lnTo>
                <a:lnTo>
                  <a:pt x="406514" y="1105631"/>
                </a:lnTo>
                <a:lnTo>
                  <a:pt x="406663" y="1128665"/>
                </a:lnTo>
                <a:lnTo>
                  <a:pt x="406749" y="1151699"/>
                </a:lnTo>
                <a:lnTo>
                  <a:pt x="406750" y="1174733"/>
                </a:lnTo>
                <a:lnTo>
                  <a:pt x="406649" y="1197767"/>
                </a:lnTo>
                <a:lnTo>
                  <a:pt x="406430" y="1220801"/>
                </a:lnTo>
                <a:lnTo>
                  <a:pt x="406083" y="1243835"/>
                </a:lnTo>
                <a:lnTo>
                  <a:pt x="405607" y="1266869"/>
                </a:lnTo>
                <a:lnTo>
                  <a:pt x="405008" y="1289903"/>
                </a:lnTo>
                <a:lnTo>
                  <a:pt x="404301" y="1312937"/>
                </a:lnTo>
                <a:lnTo>
                  <a:pt x="403506" y="1335970"/>
                </a:lnTo>
                <a:lnTo>
                  <a:pt x="402649" y="1359004"/>
                </a:lnTo>
                <a:lnTo>
                  <a:pt x="401758" y="1382038"/>
                </a:lnTo>
                <a:lnTo>
                  <a:pt x="400866" y="1405072"/>
                </a:lnTo>
                <a:lnTo>
                  <a:pt x="400001" y="1428106"/>
                </a:lnTo>
                <a:lnTo>
                  <a:pt x="399195" y="1451140"/>
                </a:lnTo>
                <a:lnTo>
                  <a:pt x="398475" y="1474174"/>
                </a:lnTo>
                <a:lnTo>
                  <a:pt x="397869" y="1497208"/>
                </a:lnTo>
                <a:lnTo>
                  <a:pt x="397399" y="1520242"/>
                </a:lnTo>
                <a:lnTo>
                  <a:pt x="397086" y="1543276"/>
                </a:lnTo>
                <a:lnTo>
                  <a:pt x="396947" y="1566310"/>
                </a:lnTo>
                <a:lnTo>
                  <a:pt x="396992" y="1589344"/>
                </a:lnTo>
                <a:lnTo>
                  <a:pt x="397224" y="1612378"/>
                </a:lnTo>
                <a:lnTo>
                  <a:pt x="397635" y="1635412"/>
                </a:lnTo>
                <a:lnTo>
                  <a:pt x="398209" y="1658446"/>
                </a:lnTo>
                <a:lnTo>
                  <a:pt x="398919" y="1681480"/>
                </a:lnTo>
                <a:lnTo>
                  <a:pt x="399728" y="1704514"/>
                </a:lnTo>
                <a:lnTo>
                  <a:pt x="400592" y="1727548"/>
                </a:lnTo>
                <a:lnTo>
                  <a:pt x="401460" y="1750582"/>
                </a:lnTo>
                <a:lnTo>
                  <a:pt x="402282" y="1773616"/>
                </a:lnTo>
                <a:lnTo>
                  <a:pt x="403010" y="1796650"/>
                </a:lnTo>
                <a:lnTo>
                  <a:pt x="403604" y="1819684"/>
                </a:lnTo>
                <a:lnTo>
                  <a:pt x="404034" y="1842718"/>
                </a:lnTo>
                <a:lnTo>
                  <a:pt x="404281" y="1865752"/>
                </a:lnTo>
                <a:lnTo>
                  <a:pt x="404343" y="1888786"/>
                </a:lnTo>
                <a:lnTo>
                  <a:pt x="404229" y="1911820"/>
                </a:lnTo>
                <a:lnTo>
                  <a:pt x="403958" y="1934854"/>
                </a:lnTo>
                <a:lnTo>
                  <a:pt x="403558" y="1957888"/>
                </a:lnTo>
                <a:lnTo>
                  <a:pt x="403064" y="1980922"/>
                </a:lnTo>
                <a:lnTo>
                  <a:pt x="402507" y="2003956"/>
                </a:lnTo>
                <a:lnTo>
                  <a:pt x="401921" y="2026990"/>
                </a:lnTo>
                <a:lnTo>
                  <a:pt x="401333" y="2050024"/>
                </a:lnTo>
                <a:lnTo>
                  <a:pt x="400764" y="2073058"/>
                </a:lnTo>
                <a:lnTo>
                  <a:pt x="400229" y="2096092"/>
                </a:lnTo>
                <a:lnTo>
                  <a:pt x="399738" y="2119126"/>
                </a:lnTo>
                <a:lnTo>
                  <a:pt x="399294" y="2142160"/>
                </a:lnTo>
                <a:lnTo>
                  <a:pt x="398899" y="2165194"/>
                </a:lnTo>
                <a:lnTo>
                  <a:pt x="398549" y="2188228"/>
                </a:lnTo>
                <a:lnTo>
                  <a:pt x="398243" y="2211261"/>
                </a:lnTo>
                <a:lnTo>
                  <a:pt x="397976" y="2234295"/>
                </a:lnTo>
                <a:lnTo>
                  <a:pt x="397746" y="2257329"/>
                </a:lnTo>
                <a:lnTo>
                  <a:pt x="397550" y="2280363"/>
                </a:lnTo>
                <a:lnTo>
                  <a:pt x="397387" y="2303397"/>
                </a:lnTo>
                <a:lnTo>
                  <a:pt x="397255" y="2326431"/>
                </a:lnTo>
                <a:lnTo>
                  <a:pt x="397154" y="2349465"/>
                </a:lnTo>
                <a:lnTo>
                  <a:pt x="397084" y="2372499"/>
                </a:lnTo>
                <a:lnTo>
                  <a:pt x="397046" y="2395533"/>
                </a:lnTo>
                <a:lnTo>
                  <a:pt x="397044" y="2418567"/>
                </a:lnTo>
                <a:lnTo>
                  <a:pt x="397083" y="2441601"/>
                </a:lnTo>
                <a:lnTo>
                  <a:pt x="397170" y="2464635"/>
                </a:lnTo>
                <a:lnTo>
                  <a:pt x="397315" y="2487669"/>
                </a:lnTo>
                <a:lnTo>
                  <a:pt x="397527" y="2510703"/>
                </a:lnTo>
                <a:lnTo>
                  <a:pt x="397814" y="2533737"/>
                </a:lnTo>
                <a:lnTo>
                  <a:pt x="398183" y="2556771"/>
                </a:lnTo>
                <a:lnTo>
                  <a:pt x="398632" y="2579805"/>
                </a:lnTo>
                <a:lnTo>
                  <a:pt x="399155" y="2602839"/>
                </a:lnTo>
                <a:lnTo>
                  <a:pt x="399736" y="2625873"/>
                </a:lnTo>
                <a:lnTo>
                  <a:pt x="400352" y="2648907"/>
                </a:lnTo>
                <a:lnTo>
                  <a:pt x="400975" y="2671941"/>
                </a:lnTo>
                <a:lnTo>
                  <a:pt x="401569" y="2694975"/>
                </a:lnTo>
                <a:lnTo>
                  <a:pt x="402101" y="2718009"/>
                </a:lnTo>
                <a:lnTo>
                  <a:pt x="402540" y="2741043"/>
                </a:lnTo>
                <a:lnTo>
                  <a:pt x="402863" y="2764077"/>
                </a:lnTo>
                <a:lnTo>
                  <a:pt x="403059" y="2787111"/>
                </a:lnTo>
                <a:lnTo>
                  <a:pt x="403128" y="2810145"/>
                </a:lnTo>
                <a:lnTo>
                  <a:pt x="403085" y="2833179"/>
                </a:lnTo>
                <a:lnTo>
                  <a:pt x="402953" y="2856213"/>
                </a:lnTo>
                <a:lnTo>
                  <a:pt x="402770" y="2879247"/>
                </a:lnTo>
                <a:lnTo>
                  <a:pt x="402573" y="2902281"/>
                </a:lnTo>
                <a:lnTo>
                  <a:pt x="402402" y="2925315"/>
                </a:lnTo>
                <a:lnTo>
                  <a:pt x="402294" y="2948349"/>
                </a:lnTo>
                <a:lnTo>
                  <a:pt x="402277" y="2971383"/>
                </a:lnTo>
                <a:lnTo>
                  <a:pt x="402368" y="2994417"/>
                </a:lnTo>
                <a:lnTo>
                  <a:pt x="402576" y="3017451"/>
                </a:lnTo>
                <a:lnTo>
                  <a:pt x="402895" y="3040485"/>
                </a:lnTo>
                <a:lnTo>
                  <a:pt x="403313" y="3063518"/>
                </a:lnTo>
                <a:lnTo>
                  <a:pt x="403811" y="3086552"/>
                </a:lnTo>
                <a:lnTo>
                  <a:pt x="404368" y="3109586"/>
                </a:lnTo>
                <a:lnTo>
                  <a:pt x="404965" y="3132620"/>
                </a:lnTo>
                <a:lnTo>
                  <a:pt x="405589" y="3155654"/>
                </a:lnTo>
                <a:lnTo>
                  <a:pt x="406238" y="3178688"/>
                </a:lnTo>
                <a:lnTo>
                  <a:pt x="406926" y="3201722"/>
                </a:lnTo>
                <a:lnTo>
                  <a:pt x="407684" y="3224756"/>
                </a:lnTo>
                <a:lnTo>
                  <a:pt x="408564" y="3247790"/>
                </a:lnTo>
                <a:lnTo>
                  <a:pt x="409639" y="3270824"/>
                </a:lnTo>
                <a:lnTo>
                  <a:pt x="411004" y="3293858"/>
                </a:lnTo>
                <a:lnTo>
                  <a:pt x="412772" y="3316892"/>
                </a:lnTo>
                <a:lnTo>
                  <a:pt x="415068" y="3339926"/>
                </a:lnTo>
                <a:lnTo>
                  <a:pt x="418018" y="3362960"/>
                </a:lnTo>
                <a:lnTo>
                  <a:pt x="421742" y="3385994"/>
                </a:lnTo>
                <a:lnTo>
                  <a:pt x="426335" y="3409028"/>
                </a:lnTo>
                <a:lnTo>
                  <a:pt x="431850" y="3432062"/>
                </a:lnTo>
                <a:lnTo>
                  <a:pt x="438281" y="3455096"/>
                </a:lnTo>
                <a:lnTo>
                  <a:pt x="445553" y="3478130"/>
                </a:lnTo>
                <a:lnTo>
                  <a:pt x="453504" y="3501164"/>
                </a:lnTo>
                <a:lnTo>
                  <a:pt x="461886" y="3524198"/>
                </a:lnTo>
                <a:lnTo>
                  <a:pt x="470376" y="3547232"/>
                </a:lnTo>
                <a:lnTo>
                  <a:pt x="478584" y="3570266"/>
                </a:lnTo>
                <a:lnTo>
                  <a:pt x="486089" y="3593300"/>
                </a:lnTo>
                <a:lnTo>
                  <a:pt x="492468" y="3616334"/>
                </a:lnTo>
                <a:lnTo>
                  <a:pt x="497339" y="3639368"/>
                </a:lnTo>
                <a:lnTo>
                  <a:pt x="500394" y="3662402"/>
                </a:lnTo>
                <a:lnTo>
                  <a:pt x="501435" y="3685436"/>
                </a:lnTo>
                <a:lnTo>
                  <a:pt x="501435" y="368543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25528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01" name="f_small_violin_4866">
            <a:extLst>
              <a:ext uri="{FF2B5EF4-FFF2-40B4-BE49-F238E27FC236}">
                <a16:creationId xmlns:a16="http://schemas.microsoft.com/office/drawing/2014/main" id="{6119FB81-40F2-470E-9CDD-3F6C4E725ECC}"/>
              </a:ext>
            </a:extLst>
          </p:cNvPr>
          <p:cNvSpPr>
            <a:spLocks noGrp="1"/>
          </p:cNvSpPr>
          <p:nvPr/>
        </p:nvSpPr>
        <p:spPr>
          <a:xfrm>
            <a:off x="60905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" name="f_small_violin_4867">
            <a:extLst>
              <a:ext uri="{FF2B5EF4-FFF2-40B4-BE49-F238E27FC236}">
                <a16:creationId xmlns:a16="http://schemas.microsoft.com/office/drawing/2014/main" id="{03DF2095-05C6-4A76-B743-A345EBB2F8CA}"/>
              </a:ext>
            </a:extLst>
          </p:cNvPr>
          <p:cNvSpPr>
            <a:spLocks noGrp="1"/>
          </p:cNvSpPr>
          <p:nvPr/>
        </p:nvSpPr>
        <p:spPr>
          <a:xfrm>
            <a:off x="63661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" name="f_small_violin_4868">
            <a:extLst>
              <a:ext uri="{FF2B5EF4-FFF2-40B4-BE49-F238E27FC236}">
                <a16:creationId xmlns:a16="http://schemas.microsoft.com/office/drawing/2014/main" id="{04BA4BBE-5477-43D3-ACB6-F365CF4A9585}"/>
              </a:ext>
            </a:extLst>
          </p:cNvPr>
          <p:cNvSpPr>
            <a:spLocks noGrp="1"/>
          </p:cNvSpPr>
          <p:nvPr/>
        </p:nvSpPr>
        <p:spPr>
          <a:xfrm>
            <a:off x="63276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" name="f_small_violin_4869">
            <a:extLst>
              <a:ext uri="{FF2B5EF4-FFF2-40B4-BE49-F238E27FC236}">
                <a16:creationId xmlns:a16="http://schemas.microsoft.com/office/drawing/2014/main" id="{2DCE5FC5-9EEF-4FAE-8165-E14A9BA66841}"/>
              </a:ext>
            </a:extLst>
          </p:cNvPr>
          <p:cNvSpPr>
            <a:spLocks noGrp="1"/>
          </p:cNvSpPr>
          <p:nvPr/>
        </p:nvSpPr>
        <p:spPr>
          <a:xfrm>
            <a:off x="633396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" name="f_small_violin_4870">
            <a:extLst>
              <a:ext uri="{FF2B5EF4-FFF2-40B4-BE49-F238E27FC236}">
                <a16:creationId xmlns:a16="http://schemas.microsoft.com/office/drawing/2014/main" id="{D02F997D-87B8-4CDC-B900-8DC66793AE72}"/>
              </a:ext>
            </a:extLst>
          </p:cNvPr>
          <p:cNvSpPr>
            <a:spLocks noGrp="1"/>
          </p:cNvSpPr>
          <p:nvPr/>
        </p:nvSpPr>
        <p:spPr>
          <a:xfrm>
            <a:off x="623943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" name="f_small_violin_4871">
            <a:extLst>
              <a:ext uri="{FF2B5EF4-FFF2-40B4-BE49-F238E27FC236}">
                <a16:creationId xmlns:a16="http://schemas.microsoft.com/office/drawing/2014/main" id="{C4172373-A54E-467F-AB80-0ADE4EE69EA7}"/>
              </a:ext>
            </a:extLst>
          </p:cNvPr>
          <p:cNvSpPr>
            <a:spLocks noGrp="1"/>
          </p:cNvSpPr>
          <p:nvPr/>
        </p:nvSpPr>
        <p:spPr>
          <a:xfrm>
            <a:off x="6379560" y="318709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" name="f_small_violin_4872">
            <a:extLst>
              <a:ext uri="{FF2B5EF4-FFF2-40B4-BE49-F238E27FC236}">
                <a16:creationId xmlns:a16="http://schemas.microsoft.com/office/drawing/2014/main" id="{A6804691-53FA-462E-989E-D251DF19BF1D}"/>
              </a:ext>
            </a:extLst>
          </p:cNvPr>
          <p:cNvSpPr>
            <a:spLocks noGrp="1"/>
          </p:cNvSpPr>
          <p:nvPr/>
        </p:nvSpPr>
        <p:spPr>
          <a:xfrm>
            <a:off x="60837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" name="f_small_violin_4873">
            <a:extLst>
              <a:ext uri="{FF2B5EF4-FFF2-40B4-BE49-F238E27FC236}">
                <a16:creationId xmlns:a16="http://schemas.microsoft.com/office/drawing/2014/main" id="{5B596617-538F-4C7F-83B9-4CA4E14271F8}"/>
              </a:ext>
            </a:extLst>
          </p:cNvPr>
          <p:cNvSpPr>
            <a:spLocks noGrp="1"/>
          </p:cNvSpPr>
          <p:nvPr/>
        </p:nvSpPr>
        <p:spPr>
          <a:xfrm>
            <a:off x="623601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" name="f_small_violin_4874">
            <a:extLst>
              <a:ext uri="{FF2B5EF4-FFF2-40B4-BE49-F238E27FC236}">
                <a16:creationId xmlns:a16="http://schemas.microsoft.com/office/drawing/2014/main" id="{04D9A502-3A7E-400D-99BD-34F10FC79DAF}"/>
              </a:ext>
            </a:extLst>
          </p:cNvPr>
          <p:cNvSpPr>
            <a:spLocks noGrp="1"/>
          </p:cNvSpPr>
          <p:nvPr/>
        </p:nvSpPr>
        <p:spPr>
          <a:xfrm>
            <a:off x="6517749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" name="f_small_violin_4875">
            <a:extLst>
              <a:ext uri="{FF2B5EF4-FFF2-40B4-BE49-F238E27FC236}">
                <a16:creationId xmlns:a16="http://schemas.microsoft.com/office/drawing/2014/main" id="{3B7FAE95-915A-4D48-B1B1-25E23E2D8E6B}"/>
              </a:ext>
            </a:extLst>
          </p:cNvPr>
          <p:cNvSpPr>
            <a:spLocks noGrp="1"/>
          </p:cNvSpPr>
          <p:nvPr/>
        </p:nvSpPr>
        <p:spPr>
          <a:xfrm>
            <a:off x="623425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" name="f_small_violin_4876">
            <a:extLst>
              <a:ext uri="{FF2B5EF4-FFF2-40B4-BE49-F238E27FC236}">
                <a16:creationId xmlns:a16="http://schemas.microsoft.com/office/drawing/2014/main" id="{0592120B-E943-437F-A3DB-173C454DCD1C}"/>
              </a:ext>
            </a:extLst>
          </p:cNvPr>
          <p:cNvSpPr>
            <a:spLocks noGrp="1"/>
          </p:cNvSpPr>
          <p:nvPr/>
        </p:nvSpPr>
        <p:spPr>
          <a:xfrm>
            <a:off x="626797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" name="f_small_violin_4877">
            <a:extLst>
              <a:ext uri="{FF2B5EF4-FFF2-40B4-BE49-F238E27FC236}">
                <a16:creationId xmlns:a16="http://schemas.microsoft.com/office/drawing/2014/main" id="{E9129A8D-F937-4EA7-A458-34ECE8501BB5}"/>
              </a:ext>
            </a:extLst>
          </p:cNvPr>
          <p:cNvSpPr>
            <a:spLocks noGrp="1"/>
          </p:cNvSpPr>
          <p:nvPr/>
        </p:nvSpPr>
        <p:spPr>
          <a:xfrm>
            <a:off x="607390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" name="f_small_violin_4878">
            <a:extLst>
              <a:ext uri="{FF2B5EF4-FFF2-40B4-BE49-F238E27FC236}">
                <a16:creationId xmlns:a16="http://schemas.microsoft.com/office/drawing/2014/main" id="{EEADDDAF-2BC8-48C7-9211-372A8684F8C0}"/>
              </a:ext>
            </a:extLst>
          </p:cNvPr>
          <p:cNvSpPr>
            <a:spLocks noGrp="1"/>
          </p:cNvSpPr>
          <p:nvPr/>
        </p:nvSpPr>
        <p:spPr>
          <a:xfrm>
            <a:off x="6139172" y="388323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" name="f_small_violin_4879">
            <a:extLst>
              <a:ext uri="{FF2B5EF4-FFF2-40B4-BE49-F238E27FC236}">
                <a16:creationId xmlns:a16="http://schemas.microsoft.com/office/drawing/2014/main" id="{9A8E9B43-7846-4B7F-B44C-216194E4F252}"/>
              </a:ext>
            </a:extLst>
          </p:cNvPr>
          <p:cNvSpPr>
            <a:spLocks noGrp="1"/>
          </p:cNvSpPr>
          <p:nvPr/>
        </p:nvSpPr>
        <p:spPr>
          <a:xfrm>
            <a:off x="63485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" name="f_small_violin_4880">
            <a:extLst>
              <a:ext uri="{FF2B5EF4-FFF2-40B4-BE49-F238E27FC236}">
                <a16:creationId xmlns:a16="http://schemas.microsoft.com/office/drawing/2014/main" id="{392FEDCB-411B-4CF5-9BEC-AEC61EC47A87}"/>
              </a:ext>
            </a:extLst>
          </p:cNvPr>
          <p:cNvSpPr>
            <a:spLocks noGrp="1"/>
          </p:cNvSpPr>
          <p:nvPr/>
        </p:nvSpPr>
        <p:spPr>
          <a:xfrm>
            <a:off x="647802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" name="f_small_violin_4881">
            <a:extLst>
              <a:ext uri="{FF2B5EF4-FFF2-40B4-BE49-F238E27FC236}">
                <a16:creationId xmlns:a16="http://schemas.microsoft.com/office/drawing/2014/main" id="{A453D899-5A0D-4F99-8B2D-C511613D894E}"/>
              </a:ext>
            </a:extLst>
          </p:cNvPr>
          <p:cNvSpPr>
            <a:spLocks noGrp="1"/>
          </p:cNvSpPr>
          <p:nvPr/>
        </p:nvSpPr>
        <p:spPr>
          <a:xfrm>
            <a:off x="643282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" name="f_small_violin_4882">
            <a:extLst>
              <a:ext uri="{FF2B5EF4-FFF2-40B4-BE49-F238E27FC236}">
                <a16:creationId xmlns:a16="http://schemas.microsoft.com/office/drawing/2014/main" id="{5D2A43C6-BB88-4A44-986E-B31AC715CE6F}"/>
              </a:ext>
            </a:extLst>
          </p:cNvPr>
          <p:cNvSpPr>
            <a:spLocks noGrp="1"/>
          </p:cNvSpPr>
          <p:nvPr/>
        </p:nvSpPr>
        <p:spPr>
          <a:xfrm>
            <a:off x="6320756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" name="f_small_violin_4883">
            <a:extLst>
              <a:ext uri="{FF2B5EF4-FFF2-40B4-BE49-F238E27FC236}">
                <a16:creationId xmlns:a16="http://schemas.microsoft.com/office/drawing/2014/main" id="{9FE3F0F9-3EE2-4699-AC16-68AD5092C8C5}"/>
              </a:ext>
            </a:extLst>
          </p:cNvPr>
          <p:cNvSpPr>
            <a:spLocks noGrp="1"/>
          </p:cNvSpPr>
          <p:nvPr/>
        </p:nvSpPr>
        <p:spPr>
          <a:xfrm>
            <a:off x="615162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" name="f_small_violin_4884">
            <a:extLst>
              <a:ext uri="{FF2B5EF4-FFF2-40B4-BE49-F238E27FC236}">
                <a16:creationId xmlns:a16="http://schemas.microsoft.com/office/drawing/2014/main" id="{F2ACEDE4-8754-435B-AC6A-9B52CFB4BDC2}"/>
              </a:ext>
            </a:extLst>
          </p:cNvPr>
          <p:cNvSpPr>
            <a:spLocks noGrp="1"/>
          </p:cNvSpPr>
          <p:nvPr/>
        </p:nvSpPr>
        <p:spPr>
          <a:xfrm>
            <a:off x="6312766" y="44769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" name="f_small_violin_4885">
            <a:extLst>
              <a:ext uri="{FF2B5EF4-FFF2-40B4-BE49-F238E27FC236}">
                <a16:creationId xmlns:a16="http://schemas.microsoft.com/office/drawing/2014/main" id="{E48F5D28-45BF-439E-8301-6D1DE86C59ED}"/>
              </a:ext>
            </a:extLst>
          </p:cNvPr>
          <p:cNvSpPr>
            <a:spLocks noGrp="1"/>
          </p:cNvSpPr>
          <p:nvPr/>
        </p:nvSpPr>
        <p:spPr>
          <a:xfrm>
            <a:off x="634970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" name="f_small_violin_4886">
            <a:extLst>
              <a:ext uri="{FF2B5EF4-FFF2-40B4-BE49-F238E27FC236}">
                <a16:creationId xmlns:a16="http://schemas.microsoft.com/office/drawing/2014/main" id="{4C0778EB-0226-4AC6-B221-641655FBB842}"/>
              </a:ext>
            </a:extLst>
          </p:cNvPr>
          <p:cNvSpPr>
            <a:spLocks noGrp="1"/>
          </p:cNvSpPr>
          <p:nvPr/>
        </p:nvSpPr>
        <p:spPr>
          <a:xfrm>
            <a:off x="615912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" name="f_small_violin_4887">
            <a:extLst>
              <a:ext uri="{FF2B5EF4-FFF2-40B4-BE49-F238E27FC236}">
                <a16:creationId xmlns:a16="http://schemas.microsoft.com/office/drawing/2014/main" id="{83A14125-627D-4472-BD6F-FF1CBE0E6B83}"/>
              </a:ext>
            </a:extLst>
          </p:cNvPr>
          <p:cNvSpPr>
            <a:spLocks noGrp="1"/>
          </p:cNvSpPr>
          <p:nvPr/>
        </p:nvSpPr>
        <p:spPr>
          <a:xfrm>
            <a:off x="6294177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" name="f_small_violin_4888">
            <a:extLst>
              <a:ext uri="{FF2B5EF4-FFF2-40B4-BE49-F238E27FC236}">
                <a16:creationId xmlns:a16="http://schemas.microsoft.com/office/drawing/2014/main" id="{30ED2A48-8D8C-403E-BF67-B27B781E8F89}"/>
              </a:ext>
            </a:extLst>
          </p:cNvPr>
          <p:cNvSpPr>
            <a:spLocks noGrp="1"/>
          </p:cNvSpPr>
          <p:nvPr/>
        </p:nvSpPr>
        <p:spPr>
          <a:xfrm>
            <a:off x="6136232" y="29106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4" name="f_small_violin_4889">
            <a:extLst>
              <a:ext uri="{FF2B5EF4-FFF2-40B4-BE49-F238E27FC236}">
                <a16:creationId xmlns:a16="http://schemas.microsoft.com/office/drawing/2014/main" id="{EEB0E4A5-9B01-434B-B798-AFA34E366AC9}"/>
              </a:ext>
            </a:extLst>
          </p:cNvPr>
          <p:cNvSpPr>
            <a:spLocks noGrp="1"/>
          </p:cNvSpPr>
          <p:nvPr/>
        </p:nvSpPr>
        <p:spPr>
          <a:xfrm>
            <a:off x="632804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5" name="f_small_violin_4890">
            <a:extLst>
              <a:ext uri="{FF2B5EF4-FFF2-40B4-BE49-F238E27FC236}">
                <a16:creationId xmlns:a16="http://schemas.microsoft.com/office/drawing/2014/main" id="{68254441-806E-429B-B8E4-CD4F5F5E2BB4}"/>
              </a:ext>
            </a:extLst>
          </p:cNvPr>
          <p:cNvSpPr>
            <a:spLocks noGrp="1"/>
          </p:cNvSpPr>
          <p:nvPr/>
        </p:nvSpPr>
        <p:spPr>
          <a:xfrm>
            <a:off x="6163456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6" name="f_small_violin_4891">
            <a:extLst>
              <a:ext uri="{FF2B5EF4-FFF2-40B4-BE49-F238E27FC236}">
                <a16:creationId xmlns:a16="http://schemas.microsoft.com/office/drawing/2014/main" id="{D60B6C97-FA19-4A12-933F-2CBD2E044951}"/>
              </a:ext>
            </a:extLst>
          </p:cNvPr>
          <p:cNvSpPr>
            <a:spLocks noGrp="1"/>
          </p:cNvSpPr>
          <p:nvPr/>
        </p:nvSpPr>
        <p:spPr>
          <a:xfrm>
            <a:off x="6080975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7" name="f_small_violin_4892">
            <a:extLst>
              <a:ext uri="{FF2B5EF4-FFF2-40B4-BE49-F238E27FC236}">
                <a16:creationId xmlns:a16="http://schemas.microsoft.com/office/drawing/2014/main" id="{651E1203-4B62-4ADA-B6DD-233550812BE4}"/>
              </a:ext>
            </a:extLst>
          </p:cNvPr>
          <p:cNvSpPr>
            <a:spLocks noGrp="1"/>
          </p:cNvSpPr>
          <p:nvPr/>
        </p:nvSpPr>
        <p:spPr>
          <a:xfrm>
            <a:off x="628441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8" name="f_small_violin_4893">
            <a:extLst>
              <a:ext uri="{FF2B5EF4-FFF2-40B4-BE49-F238E27FC236}">
                <a16:creationId xmlns:a16="http://schemas.microsoft.com/office/drawing/2014/main" id="{658A929D-14DB-4F1C-9A81-7ED176877924}"/>
              </a:ext>
            </a:extLst>
          </p:cNvPr>
          <p:cNvSpPr>
            <a:spLocks noGrp="1"/>
          </p:cNvSpPr>
          <p:nvPr/>
        </p:nvSpPr>
        <p:spPr>
          <a:xfrm>
            <a:off x="632569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9" name="f_small_violin_4894">
            <a:extLst>
              <a:ext uri="{FF2B5EF4-FFF2-40B4-BE49-F238E27FC236}">
                <a16:creationId xmlns:a16="http://schemas.microsoft.com/office/drawing/2014/main" id="{2264F073-F44C-4966-86E0-E3FC8E68E373}"/>
              </a:ext>
            </a:extLst>
          </p:cNvPr>
          <p:cNvSpPr>
            <a:spLocks noGrp="1"/>
          </p:cNvSpPr>
          <p:nvPr/>
        </p:nvSpPr>
        <p:spPr>
          <a:xfrm>
            <a:off x="653466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0" name="f_small_violin_4895">
            <a:extLst>
              <a:ext uri="{FF2B5EF4-FFF2-40B4-BE49-F238E27FC236}">
                <a16:creationId xmlns:a16="http://schemas.microsoft.com/office/drawing/2014/main" id="{7D35676B-A12F-4CE7-8387-99D20476E363}"/>
              </a:ext>
            </a:extLst>
          </p:cNvPr>
          <p:cNvSpPr>
            <a:spLocks noGrp="1"/>
          </p:cNvSpPr>
          <p:nvPr/>
        </p:nvSpPr>
        <p:spPr>
          <a:xfrm>
            <a:off x="64961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1" name="f_small_violin_4896">
            <a:extLst>
              <a:ext uri="{FF2B5EF4-FFF2-40B4-BE49-F238E27FC236}">
                <a16:creationId xmlns:a16="http://schemas.microsoft.com/office/drawing/2014/main" id="{E7D1B915-3B6C-4B0E-BC57-B267D2D9B327}"/>
              </a:ext>
            </a:extLst>
          </p:cNvPr>
          <p:cNvSpPr>
            <a:spLocks noGrp="1"/>
          </p:cNvSpPr>
          <p:nvPr/>
        </p:nvSpPr>
        <p:spPr>
          <a:xfrm>
            <a:off x="6236791" y="552120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2" name="f_small_violin_4897">
            <a:extLst>
              <a:ext uri="{FF2B5EF4-FFF2-40B4-BE49-F238E27FC236}">
                <a16:creationId xmlns:a16="http://schemas.microsoft.com/office/drawing/2014/main" id="{5FF017BC-ED4C-4A42-8400-9838DC66AFD6}"/>
              </a:ext>
            </a:extLst>
          </p:cNvPr>
          <p:cNvSpPr>
            <a:spLocks noGrp="1"/>
          </p:cNvSpPr>
          <p:nvPr/>
        </p:nvSpPr>
        <p:spPr>
          <a:xfrm>
            <a:off x="6274012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3" name="f_small_violin_4898">
            <a:extLst>
              <a:ext uri="{FF2B5EF4-FFF2-40B4-BE49-F238E27FC236}">
                <a16:creationId xmlns:a16="http://schemas.microsoft.com/office/drawing/2014/main" id="{B4A41F9C-F6EA-49FC-B368-0452220B9E5F}"/>
              </a:ext>
            </a:extLst>
          </p:cNvPr>
          <p:cNvSpPr>
            <a:spLocks noGrp="1"/>
          </p:cNvSpPr>
          <p:nvPr/>
        </p:nvSpPr>
        <p:spPr>
          <a:xfrm>
            <a:off x="6349961" y="602575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4" name="f_small_violin_4899">
            <a:extLst>
              <a:ext uri="{FF2B5EF4-FFF2-40B4-BE49-F238E27FC236}">
                <a16:creationId xmlns:a16="http://schemas.microsoft.com/office/drawing/2014/main" id="{49C5FA25-C475-4F63-806C-0ACBCB13B437}"/>
              </a:ext>
            </a:extLst>
          </p:cNvPr>
          <p:cNvSpPr>
            <a:spLocks noGrp="1"/>
          </p:cNvSpPr>
          <p:nvPr/>
        </p:nvSpPr>
        <p:spPr>
          <a:xfrm>
            <a:off x="619868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5" name="f_small_violin_4900">
            <a:extLst>
              <a:ext uri="{FF2B5EF4-FFF2-40B4-BE49-F238E27FC236}">
                <a16:creationId xmlns:a16="http://schemas.microsoft.com/office/drawing/2014/main" id="{BCCAB832-A3E3-403F-B6EE-419DEED419CA}"/>
              </a:ext>
            </a:extLst>
          </p:cNvPr>
          <p:cNvSpPr>
            <a:spLocks noGrp="1"/>
          </p:cNvSpPr>
          <p:nvPr/>
        </p:nvSpPr>
        <p:spPr>
          <a:xfrm>
            <a:off x="611060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6" name="f_small_violin_4901">
            <a:extLst>
              <a:ext uri="{FF2B5EF4-FFF2-40B4-BE49-F238E27FC236}">
                <a16:creationId xmlns:a16="http://schemas.microsoft.com/office/drawing/2014/main" id="{C80FA5C9-A76E-4EC3-AE1D-8CA0BD28C02E}"/>
              </a:ext>
            </a:extLst>
          </p:cNvPr>
          <p:cNvSpPr>
            <a:spLocks noGrp="1"/>
          </p:cNvSpPr>
          <p:nvPr/>
        </p:nvSpPr>
        <p:spPr>
          <a:xfrm>
            <a:off x="6353802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7" name="f_small_violin_4902">
            <a:extLst>
              <a:ext uri="{FF2B5EF4-FFF2-40B4-BE49-F238E27FC236}">
                <a16:creationId xmlns:a16="http://schemas.microsoft.com/office/drawing/2014/main" id="{DAB27CD5-DF0D-4126-A4CA-74471D80B6D6}"/>
              </a:ext>
            </a:extLst>
          </p:cNvPr>
          <p:cNvSpPr>
            <a:spLocks noGrp="1"/>
          </p:cNvSpPr>
          <p:nvPr/>
        </p:nvSpPr>
        <p:spPr>
          <a:xfrm>
            <a:off x="6405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8" name="f_small_violin_4903">
            <a:extLst>
              <a:ext uri="{FF2B5EF4-FFF2-40B4-BE49-F238E27FC236}">
                <a16:creationId xmlns:a16="http://schemas.microsoft.com/office/drawing/2014/main" id="{8DF05AE4-33BE-4112-A8BA-66A20FE39228}"/>
              </a:ext>
            </a:extLst>
          </p:cNvPr>
          <p:cNvSpPr>
            <a:spLocks noGrp="1"/>
          </p:cNvSpPr>
          <p:nvPr/>
        </p:nvSpPr>
        <p:spPr>
          <a:xfrm>
            <a:off x="632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39" name="f_small_violin_4904">
            <a:extLst>
              <a:ext uri="{FF2B5EF4-FFF2-40B4-BE49-F238E27FC236}">
                <a16:creationId xmlns:a16="http://schemas.microsoft.com/office/drawing/2014/main" id="{AF49AE55-F41F-4DBF-88F3-B128E74610BE}"/>
              </a:ext>
            </a:extLst>
          </p:cNvPr>
          <p:cNvSpPr>
            <a:spLocks noGrp="1"/>
          </p:cNvSpPr>
          <p:nvPr/>
        </p:nvSpPr>
        <p:spPr>
          <a:xfrm>
            <a:off x="65472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0" name="f_small_violin_4905">
            <a:extLst>
              <a:ext uri="{FF2B5EF4-FFF2-40B4-BE49-F238E27FC236}">
                <a16:creationId xmlns:a16="http://schemas.microsoft.com/office/drawing/2014/main" id="{8E455735-FBEF-4241-9EE5-3CDD1D337352}"/>
              </a:ext>
            </a:extLst>
          </p:cNvPr>
          <p:cNvSpPr>
            <a:spLocks noGrp="1"/>
          </p:cNvSpPr>
          <p:nvPr/>
        </p:nvSpPr>
        <p:spPr>
          <a:xfrm>
            <a:off x="616446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1" name="f_small_violin_4906">
            <a:extLst>
              <a:ext uri="{FF2B5EF4-FFF2-40B4-BE49-F238E27FC236}">
                <a16:creationId xmlns:a16="http://schemas.microsoft.com/office/drawing/2014/main" id="{471A663B-C25C-4946-9848-61EBBED8EA52}"/>
              </a:ext>
            </a:extLst>
          </p:cNvPr>
          <p:cNvSpPr>
            <a:spLocks noGrp="1"/>
          </p:cNvSpPr>
          <p:nvPr/>
        </p:nvSpPr>
        <p:spPr>
          <a:xfrm>
            <a:off x="64897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2" name="f_small_violin_4907">
            <a:extLst>
              <a:ext uri="{FF2B5EF4-FFF2-40B4-BE49-F238E27FC236}">
                <a16:creationId xmlns:a16="http://schemas.microsoft.com/office/drawing/2014/main" id="{B4A2FBBB-6342-493B-87EC-239E9F146FAC}"/>
              </a:ext>
            </a:extLst>
          </p:cNvPr>
          <p:cNvSpPr>
            <a:spLocks noGrp="1"/>
          </p:cNvSpPr>
          <p:nvPr/>
        </p:nvSpPr>
        <p:spPr>
          <a:xfrm>
            <a:off x="627741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3" name="f_small_violin_4908">
            <a:extLst>
              <a:ext uri="{FF2B5EF4-FFF2-40B4-BE49-F238E27FC236}">
                <a16:creationId xmlns:a16="http://schemas.microsoft.com/office/drawing/2014/main" id="{674EB275-5957-4781-9B81-1379668EEB23}"/>
              </a:ext>
            </a:extLst>
          </p:cNvPr>
          <p:cNvSpPr>
            <a:spLocks noGrp="1"/>
          </p:cNvSpPr>
          <p:nvPr/>
        </p:nvSpPr>
        <p:spPr>
          <a:xfrm>
            <a:off x="612593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4" name="f_small_violin_4909">
            <a:extLst>
              <a:ext uri="{FF2B5EF4-FFF2-40B4-BE49-F238E27FC236}">
                <a16:creationId xmlns:a16="http://schemas.microsoft.com/office/drawing/2014/main" id="{3F80F9A1-6ED5-4D5F-848F-A79B031BC1B0}"/>
              </a:ext>
            </a:extLst>
          </p:cNvPr>
          <p:cNvSpPr>
            <a:spLocks noGrp="1"/>
          </p:cNvSpPr>
          <p:nvPr/>
        </p:nvSpPr>
        <p:spPr>
          <a:xfrm>
            <a:off x="6307300" y="4292727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5" name="f_small_violin_4910">
            <a:extLst>
              <a:ext uri="{FF2B5EF4-FFF2-40B4-BE49-F238E27FC236}">
                <a16:creationId xmlns:a16="http://schemas.microsoft.com/office/drawing/2014/main" id="{CB7C3380-A331-4D8F-A280-3EFA959FBD01}"/>
              </a:ext>
            </a:extLst>
          </p:cNvPr>
          <p:cNvSpPr>
            <a:spLocks noGrp="1"/>
          </p:cNvSpPr>
          <p:nvPr/>
        </p:nvSpPr>
        <p:spPr>
          <a:xfrm>
            <a:off x="6325835" y="3502991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6" name="f_small_violin_4911">
            <a:extLst>
              <a:ext uri="{FF2B5EF4-FFF2-40B4-BE49-F238E27FC236}">
                <a16:creationId xmlns:a16="http://schemas.microsoft.com/office/drawing/2014/main" id="{3277CC9B-AA87-46AF-99BA-EC0D32ABDEB4}"/>
              </a:ext>
            </a:extLst>
          </p:cNvPr>
          <p:cNvSpPr>
            <a:spLocks noGrp="1"/>
          </p:cNvSpPr>
          <p:nvPr/>
        </p:nvSpPr>
        <p:spPr>
          <a:xfrm>
            <a:off x="61277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7" name="f_small_violin_4912">
            <a:extLst>
              <a:ext uri="{FF2B5EF4-FFF2-40B4-BE49-F238E27FC236}">
                <a16:creationId xmlns:a16="http://schemas.microsoft.com/office/drawing/2014/main" id="{E8229251-8747-4254-BC2D-9A04D81A2D5D}"/>
              </a:ext>
            </a:extLst>
          </p:cNvPr>
          <p:cNvSpPr>
            <a:spLocks noGrp="1"/>
          </p:cNvSpPr>
          <p:nvPr/>
        </p:nvSpPr>
        <p:spPr>
          <a:xfrm>
            <a:off x="620723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8" name="f_small_violin_4913">
            <a:extLst>
              <a:ext uri="{FF2B5EF4-FFF2-40B4-BE49-F238E27FC236}">
                <a16:creationId xmlns:a16="http://schemas.microsoft.com/office/drawing/2014/main" id="{26176A84-F527-4971-94FE-865B58640C24}"/>
              </a:ext>
            </a:extLst>
          </p:cNvPr>
          <p:cNvSpPr>
            <a:spLocks noGrp="1"/>
          </p:cNvSpPr>
          <p:nvPr/>
        </p:nvSpPr>
        <p:spPr>
          <a:xfrm>
            <a:off x="6093542" y="571020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49" name="f_small_violin_4914">
            <a:extLst>
              <a:ext uri="{FF2B5EF4-FFF2-40B4-BE49-F238E27FC236}">
                <a16:creationId xmlns:a16="http://schemas.microsoft.com/office/drawing/2014/main" id="{A7D169D4-43E2-4D6F-BCD1-506C984067EA}"/>
              </a:ext>
            </a:extLst>
          </p:cNvPr>
          <p:cNvSpPr>
            <a:spLocks noGrp="1"/>
          </p:cNvSpPr>
          <p:nvPr/>
        </p:nvSpPr>
        <p:spPr>
          <a:xfrm>
            <a:off x="631401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0" name="f_small_violin_4915">
            <a:extLst>
              <a:ext uri="{FF2B5EF4-FFF2-40B4-BE49-F238E27FC236}">
                <a16:creationId xmlns:a16="http://schemas.microsoft.com/office/drawing/2014/main" id="{A97135F4-642F-47CE-A26D-C327BA15803E}"/>
              </a:ext>
            </a:extLst>
          </p:cNvPr>
          <p:cNvSpPr>
            <a:spLocks noGrp="1"/>
          </p:cNvSpPr>
          <p:nvPr/>
        </p:nvSpPr>
        <p:spPr>
          <a:xfrm>
            <a:off x="62803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1" name="f_small_violin_4916">
            <a:extLst>
              <a:ext uri="{FF2B5EF4-FFF2-40B4-BE49-F238E27FC236}">
                <a16:creationId xmlns:a16="http://schemas.microsoft.com/office/drawing/2014/main" id="{D9AB2744-0178-4F06-9C35-9F7FBDB20FA4}"/>
              </a:ext>
            </a:extLst>
          </p:cNvPr>
          <p:cNvSpPr>
            <a:spLocks noGrp="1"/>
          </p:cNvSpPr>
          <p:nvPr/>
        </p:nvSpPr>
        <p:spPr>
          <a:xfrm>
            <a:off x="6094283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2" name="f_small_violin_4917">
            <a:extLst>
              <a:ext uri="{FF2B5EF4-FFF2-40B4-BE49-F238E27FC236}">
                <a16:creationId xmlns:a16="http://schemas.microsoft.com/office/drawing/2014/main" id="{B5EF7AE9-BDCA-4F67-B154-30FEABF7E8A2}"/>
              </a:ext>
            </a:extLst>
          </p:cNvPr>
          <p:cNvSpPr>
            <a:spLocks noGrp="1"/>
          </p:cNvSpPr>
          <p:nvPr/>
        </p:nvSpPr>
        <p:spPr>
          <a:xfrm>
            <a:off x="638813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3" name="f_small_violin_4918">
            <a:extLst>
              <a:ext uri="{FF2B5EF4-FFF2-40B4-BE49-F238E27FC236}">
                <a16:creationId xmlns:a16="http://schemas.microsoft.com/office/drawing/2014/main" id="{08AD472D-5B59-45A4-B9CA-540F7D612210}"/>
              </a:ext>
            </a:extLst>
          </p:cNvPr>
          <p:cNvSpPr>
            <a:spLocks noGrp="1"/>
          </p:cNvSpPr>
          <p:nvPr/>
        </p:nvSpPr>
        <p:spPr>
          <a:xfrm>
            <a:off x="6343959" y="521408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4" name="f_small_violin_4919">
            <a:extLst>
              <a:ext uri="{FF2B5EF4-FFF2-40B4-BE49-F238E27FC236}">
                <a16:creationId xmlns:a16="http://schemas.microsoft.com/office/drawing/2014/main" id="{BDA03BBB-4769-434A-8776-21F96D5B970C}"/>
              </a:ext>
            </a:extLst>
          </p:cNvPr>
          <p:cNvSpPr>
            <a:spLocks noGrp="1"/>
          </p:cNvSpPr>
          <p:nvPr/>
        </p:nvSpPr>
        <p:spPr>
          <a:xfrm>
            <a:off x="6204157" y="5608954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5" name="f_small_violin_4920">
            <a:extLst>
              <a:ext uri="{FF2B5EF4-FFF2-40B4-BE49-F238E27FC236}">
                <a16:creationId xmlns:a16="http://schemas.microsoft.com/office/drawing/2014/main" id="{B881FDDA-DB4E-4BD6-9D60-0C3FAEF0B73F}"/>
              </a:ext>
            </a:extLst>
          </p:cNvPr>
          <p:cNvSpPr>
            <a:spLocks noGrp="1"/>
          </p:cNvSpPr>
          <p:nvPr/>
        </p:nvSpPr>
        <p:spPr>
          <a:xfrm>
            <a:off x="6418104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6" name="f_small_violin_4921">
            <a:extLst>
              <a:ext uri="{FF2B5EF4-FFF2-40B4-BE49-F238E27FC236}">
                <a16:creationId xmlns:a16="http://schemas.microsoft.com/office/drawing/2014/main" id="{26DB1CB1-CBD1-4D42-BB00-A69A13654275}"/>
              </a:ext>
            </a:extLst>
          </p:cNvPr>
          <p:cNvSpPr>
            <a:spLocks noGrp="1"/>
          </p:cNvSpPr>
          <p:nvPr/>
        </p:nvSpPr>
        <p:spPr>
          <a:xfrm>
            <a:off x="636468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7" name="f_small_violin_4922">
            <a:extLst>
              <a:ext uri="{FF2B5EF4-FFF2-40B4-BE49-F238E27FC236}">
                <a16:creationId xmlns:a16="http://schemas.microsoft.com/office/drawing/2014/main" id="{19E1011E-7793-4526-ABB9-945AE0392681}"/>
              </a:ext>
            </a:extLst>
          </p:cNvPr>
          <p:cNvSpPr>
            <a:spLocks noGrp="1"/>
          </p:cNvSpPr>
          <p:nvPr/>
        </p:nvSpPr>
        <p:spPr>
          <a:xfrm>
            <a:off x="646747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8" name="f_small_violin_4923">
            <a:extLst>
              <a:ext uri="{FF2B5EF4-FFF2-40B4-BE49-F238E27FC236}">
                <a16:creationId xmlns:a16="http://schemas.microsoft.com/office/drawing/2014/main" id="{12C350B9-0874-461B-BA91-4FEB40B835EB}"/>
              </a:ext>
            </a:extLst>
          </p:cNvPr>
          <p:cNvSpPr>
            <a:spLocks noGrp="1"/>
          </p:cNvSpPr>
          <p:nvPr/>
        </p:nvSpPr>
        <p:spPr>
          <a:xfrm>
            <a:off x="627848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59" name="f_small_violin_4924">
            <a:extLst>
              <a:ext uri="{FF2B5EF4-FFF2-40B4-BE49-F238E27FC236}">
                <a16:creationId xmlns:a16="http://schemas.microsoft.com/office/drawing/2014/main" id="{276F4F2A-19F1-4296-8F35-12E2CC2644B1}"/>
              </a:ext>
            </a:extLst>
          </p:cNvPr>
          <p:cNvSpPr>
            <a:spLocks noGrp="1"/>
          </p:cNvSpPr>
          <p:nvPr/>
        </p:nvSpPr>
        <p:spPr>
          <a:xfrm>
            <a:off x="62179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0" name="f_small_violin_4925">
            <a:extLst>
              <a:ext uri="{FF2B5EF4-FFF2-40B4-BE49-F238E27FC236}">
                <a16:creationId xmlns:a16="http://schemas.microsoft.com/office/drawing/2014/main" id="{4ACE546C-D227-4EA1-9AEC-4D17A3B8F3AA}"/>
              </a:ext>
            </a:extLst>
          </p:cNvPr>
          <p:cNvSpPr>
            <a:spLocks noGrp="1"/>
          </p:cNvSpPr>
          <p:nvPr/>
        </p:nvSpPr>
        <p:spPr>
          <a:xfrm>
            <a:off x="623031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1" name="f_small_violin_4926">
            <a:extLst>
              <a:ext uri="{FF2B5EF4-FFF2-40B4-BE49-F238E27FC236}">
                <a16:creationId xmlns:a16="http://schemas.microsoft.com/office/drawing/2014/main" id="{67535598-D5E7-4F53-B8E5-1B2D2A359D27}"/>
              </a:ext>
            </a:extLst>
          </p:cNvPr>
          <p:cNvSpPr>
            <a:spLocks noGrp="1"/>
          </p:cNvSpPr>
          <p:nvPr/>
        </p:nvSpPr>
        <p:spPr>
          <a:xfrm>
            <a:off x="6257436" y="337136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2" name="f_small_violin_4927">
            <a:extLst>
              <a:ext uri="{FF2B5EF4-FFF2-40B4-BE49-F238E27FC236}">
                <a16:creationId xmlns:a16="http://schemas.microsoft.com/office/drawing/2014/main" id="{DE1F3DE2-A8D9-4E92-958D-EB61E703A9FD}"/>
              </a:ext>
            </a:extLst>
          </p:cNvPr>
          <p:cNvSpPr>
            <a:spLocks noGrp="1"/>
          </p:cNvSpPr>
          <p:nvPr/>
        </p:nvSpPr>
        <p:spPr>
          <a:xfrm>
            <a:off x="635348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3" name="f_small_violin_4928">
            <a:extLst>
              <a:ext uri="{FF2B5EF4-FFF2-40B4-BE49-F238E27FC236}">
                <a16:creationId xmlns:a16="http://schemas.microsoft.com/office/drawing/2014/main" id="{A3B72D70-F5C7-42DE-9A5B-277C6ABFDEA8}"/>
              </a:ext>
            </a:extLst>
          </p:cNvPr>
          <p:cNvSpPr>
            <a:spLocks noGrp="1"/>
          </p:cNvSpPr>
          <p:nvPr/>
        </p:nvSpPr>
        <p:spPr>
          <a:xfrm>
            <a:off x="64006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4" name="f_small_violin_4929">
            <a:extLst>
              <a:ext uri="{FF2B5EF4-FFF2-40B4-BE49-F238E27FC236}">
                <a16:creationId xmlns:a16="http://schemas.microsoft.com/office/drawing/2014/main" id="{0FF03E63-C1B9-4728-8C82-F62921B38971}"/>
              </a:ext>
            </a:extLst>
          </p:cNvPr>
          <p:cNvSpPr>
            <a:spLocks noGrp="1"/>
          </p:cNvSpPr>
          <p:nvPr/>
        </p:nvSpPr>
        <p:spPr>
          <a:xfrm>
            <a:off x="6249876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5" name="f_small_violin_4930">
            <a:extLst>
              <a:ext uri="{FF2B5EF4-FFF2-40B4-BE49-F238E27FC236}">
                <a16:creationId xmlns:a16="http://schemas.microsoft.com/office/drawing/2014/main" id="{FB056406-1DE8-4DFB-A760-12CE3B535400}"/>
              </a:ext>
            </a:extLst>
          </p:cNvPr>
          <p:cNvSpPr>
            <a:spLocks noGrp="1"/>
          </p:cNvSpPr>
          <p:nvPr/>
        </p:nvSpPr>
        <p:spPr>
          <a:xfrm>
            <a:off x="647798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6" name="f_small_violin_4931">
            <a:extLst>
              <a:ext uri="{FF2B5EF4-FFF2-40B4-BE49-F238E27FC236}">
                <a16:creationId xmlns:a16="http://schemas.microsoft.com/office/drawing/2014/main" id="{E09D6955-4655-4574-939A-FDD63430181F}"/>
              </a:ext>
            </a:extLst>
          </p:cNvPr>
          <p:cNvSpPr>
            <a:spLocks noGrp="1"/>
          </p:cNvSpPr>
          <p:nvPr/>
        </p:nvSpPr>
        <p:spPr>
          <a:xfrm>
            <a:off x="6383973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7" name="f_small_violin_4932">
            <a:extLst>
              <a:ext uri="{FF2B5EF4-FFF2-40B4-BE49-F238E27FC236}">
                <a16:creationId xmlns:a16="http://schemas.microsoft.com/office/drawing/2014/main" id="{BC136001-5EDB-4F18-A351-3D06FCEA7D37}"/>
              </a:ext>
            </a:extLst>
          </p:cNvPr>
          <p:cNvSpPr>
            <a:spLocks noGrp="1"/>
          </p:cNvSpPr>
          <p:nvPr/>
        </p:nvSpPr>
        <p:spPr>
          <a:xfrm>
            <a:off x="651008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8" name="f_small_violin_4933">
            <a:extLst>
              <a:ext uri="{FF2B5EF4-FFF2-40B4-BE49-F238E27FC236}">
                <a16:creationId xmlns:a16="http://schemas.microsoft.com/office/drawing/2014/main" id="{36CB69C3-934C-429C-8899-59B623CF7484}"/>
              </a:ext>
            </a:extLst>
          </p:cNvPr>
          <p:cNvSpPr>
            <a:spLocks noGrp="1"/>
          </p:cNvSpPr>
          <p:nvPr/>
        </p:nvSpPr>
        <p:spPr>
          <a:xfrm>
            <a:off x="6483097" y="587219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69" name="f_small_violin_4934">
            <a:extLst>
              <a:ext uri="{FF2B5EF4-FFF2-40B4-BE49-F238E27FC236}">
                <a16:creationId xmlns:a16="http://schemas.microsoft.com/office/drawing/2014/main" id="{C90A0654-CB41-4F38-BA63-8B70E95E935D}"/>
              </a:ext>
            </a:extLst>
          </p:cNvPr>
          <p:cNvSpPr>
            <a:spLocks noGrp="1"/>
          </p:cNvSpPr>
          <p:nvPr/>
        </p:nvSpPr>
        <p:spPr>
          <a:xfrm>
            <a:off x="646130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0" name="f_small_violin_4935">
            <a:extLst>
              <a:ext uri="{FF2B5EF4-FFF2-40B4-BE49-F238E27FC236}">
                <a16:creationId xmlns:a16="http://schemas.microsoft.com/office/drawing/2014/main" id="{CAD63F99-48B7-46F1-A87B-067FD8F065DD}"/>
              </a:ext>
            </a:extLst>
          </p:cNvPr>
          <p:cNvSpPr>
            <a:spLocks noGrp="1"/>
          </p:cNvSpPr>
          <p:nvPr/>
        </p:nvSpPr>
        <p:spPr>
          <a:xfrm>
            <a:off x="606210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1" name="f_small_violin_4936">
            <a:extLst>
              <a:ext uri="{FF2B5EF4-FFF2-40B4-BE49-F238E27FC236}">
                <a16:creationId xmlns:a16="http://schemas.microsoft.com/office/drawing/2014/main" id="{95010036-6B7E-45B4-B781-D8476721A245}"/>
              </a:ext>
            </a:extLst>
          </p:cNvPr>
          <p:cNvSpPr>
            <a:spLocks noGrp="1"/>
          </p:cNvSpPr>
          <p:nvPr/>
        </p:nvSpPr>
        <p:spPr>
          <a:xfrm>
            <a:off x="65426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2" name="f_small_violin_4937">
            <a:extLst>
              <a:ext uri="{FF2B5EF4-FFF2-40B4-BE49-F238E27FC236}">
                <a16:creationId xmlns:a16="http://schemas.microsoft.com/office/drawing/2014/main" id="{B5FF407D-5771-4A33-BBD1-52673DCF5E57}"/>
              </a:ext>
            </a:extLst>
          </p:cNvPr>
          <p:cNvSpPr>
            <a:spLocks noGrp="1"/>
          </p:cNvSpPr>
          <p:nvPr/>
        </p:nvSpPr>
        <p:spPr>
          <a:xfrm>
            <a:off x="630879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3" name="f_small_violin_4938">
            <a:extLst>
              <a:ext uri="{FF2B5EF4-FFF2-40B4-BE49-F238E27FC236}">
                <a16:creationId xmlns:a16="http://schemas.microsoft.com/office/drawing/2014/main" id="{81606850-740F-4C82-AF26-76A57B08AE8C}"/>
              </a:ext>
            </a:extLst>
          </p:cNvPr>
          <p:cNvSpPr>
            <a:spLocks noGrp="1"/>
          </p:cNvSpPr>
          <p:nvPr/>
        </p:nvSpPr>
        <p:spPr>
          <a:xfrm>
            <a:off x="645152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4" name="f_small_violin_4939">
            <a:extLst>
              <a:ext uri="{FF2B5EF4-FFF2-40B4-BE49-F238E27FC236}">
                <a16:creationId xmlns:a16="http://schemas.microsoft.com/office/drawing/2014/main" id="{E67F59BC-7740-4B87-BBA2-3304D6B565DF}"/>
              </a:ext>
            </a:extLst>
          </p:cNvPr>
          <p:cNvSpPr>
            <a:spLocks noGrp="1"/>
          </p:cNvSpPr>
          <p:nvPr/>
        </p:nvSpPr>
        <p:spPr>
          <a:xfrm>
            <a:off x="6254654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5" name="f_small_violin_4940">
            <a:extLst>
              <a:ext uri="{FF2B5EF4-FFF2-40B4-BE49-F238E27FC236}">
                <a16:creationId xmlns:a16="http://schemas.microsoft.com/office/drawing/2014/main" id="{2C463E81-C020-43C9-9D3D-2ED91C216667}"/>
              </a:ext>
            </a:extLst>
          </p:cNvPr>
          <p:cNvSpPr>
            <a:spLocks noGrp="1"/>
          </p:cNvSpPr>
          <p:nvPr/>
        </p:nvSpPr>
        <p:spPr>
          <a:xfrm>
            <a:off x="6070596" y="4906966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6" name="f_small_violin_4941">
            <a:extLst>
              <a:ext uri="{FF2B5EF4-FFF2-40B4-BE49-F238E27FC236}">
                <a16:creationId xmlns:a16="http://schemas.microsoft.com/office/drawing/2014/main" id="{07694C2D-1587-4B3B-9BB2-A6D5EDE6516B}"/>
              </a:ext>
            </a:extLst>
          </p:cNvPr>
          <p:cNvSpPr>
            <a:spLocks noGrp="1"/>
          </p:cNvSpPr>
          <p:nvPr/>
        </p:nvSpPr>
        <p:spPr>
          <a:xfrm>
            <a:off x="6271635" y="593069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7" name="f_small_violin_4942">
            <a:extLst>
              <a:ext uri="{FF2B5EF4-FFF2-40B4-BE49-F238E27FC236}">
                <a16:creationId xmlns:a16="http://schemas.microsoft.com/office/drawing/2014/main" id="{0991D310-6D57-4621-87DE-D1C15A64EAAE}"/>
              </a:ext>
            </a:extLst>
          </p:cNvPr>
          <p:cNvSpPr>
            <a:spLocks noGrp="1"/>
          </p:cNvSpPr>
          <p:nvPr/>
        </p:nvSpPr>
        <p:spPr>
          <a:xfrm>
            <a:off x="6110987" y="527551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8" name="f_small_violin_4943">
            <a:extLst>
              <a:ext uri="{FF2B5EF4-FFF2-40B4-BE49-F238E27FC236}">
                <a16:creationId xmlns:a16="http://schemas.microsoft.com/office/drawing/2014/main" id="{401FEA7C-668F-42E7-AB90-63827A78DADB}"/>
              </a:ext>
            </a:extLst>
          </p:cNvPr>
          <p:cNvSpPr>
            <a:spLocks noGrp="1"/>
          </p:cNvSpPr>
          <p:nvPr/>
        </p:nvSpPr>
        <p:spPr>
          <a:xfrm>
            <a:off x="619629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79" name="f_small_violin_4944">
            <a:extLst>
              <a:ext uri="{FF2B5EF4-FFF2-40B4-BE49-F238E27FC236}">
                <a16:creationId xmlns:a16="http://schemas.microsoft.com/office/drawing/2014/main" id="{E28AD963-1C25-4EAD-95DD-D754225C962E}"/>
              </a:ext>
            </a:extLst>
          </p:cNvPr>
          <p:cNvSpPr>
            <a:spLocks noGrp="1"/>
          </p:cNvSpPr>
          <p:nvPr/>
        </p:nvSpPr>
        <p:spPr>
          <a:xfrm>
            <a:off x="6370558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0" name="f_small_violin_4945">
            <a:extLst>
              <a:ext uri="{FF2B5EF4-FFF2-40B4-BE49-F238E27FC236}">
                <a16:creationId xmlns:a16="http://schemas.microsoft.com/office/drawing/2014/main" id="{73E7A50F-8531-491E-B97F-725168A8CB7A}"/>
              </a:ext>
            </a:extLst>
          </p:cNvPr>
          <p:cNvSpPr>
            <a:spLocks noGrp="1"/>
          </p:cNvSpPr>
          <p:nvPr/>
        </p:nvSpPr>
        <p:spPr>
          <a:xfrm>
            <a:off x="62141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1" name="f_small_violin_4946">
            <a:extLst>
              <a:ext uri="{FF2B5EF4-FFF2-40B4-BE49-F238E27FC236}">
                <a16:creationId xmlns:a16="http://schemas.microsoft.com/office/drawing/2014/main" id="{CB11F690-8236-4716-8C7B-769BAA491E7A}"/>
              </a:ext>
            </a:extLst>
          </p:cNvPr>
          <p:cNvSpPr>
            <a:spLocks noGrp="1"/>
          </p:cNvSpPr>
          <p:nvPr/>
        </p:nvSpPr>
        <p:spPr>
          <a:xfrm>
            <a:off x="6466560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2" name="f_small_violin_4947">
            <a:extLst>
              <a:ext uri="{FF2B5EF4-FFF2-40B4-BE49-F238E27FC236}">
                <a16:creationId xmlns:a16="http://schemas.microsoft.com/office/drawing/2014/main" id="{C0002DE1-C2CD-42E8-90A9-82C6E4DB9ECA}"/>
              </a:ext>
            </a:extLst>
          </p:cNvPr>
          <p:cNvSpPr>
            <a:spLocks noGrp="1"/>
          </p:cNvSpPr>
          <p:nvPr/>
        </p:nvSpPr>
        <p:spPr>
          <a:xfrm>
            <a:off x="652842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3" name="f_small_violin_4948">
            <a:extLst>
              <a:ext uri="{FF2B5EF4-FFF2-40B4-BE49-F238E27FC236}">
                <a16:creationId xmlns:a16="http://schemas.microsoft.com/office/drawing/2014/main" id="{2813B40A-D8B5-480C-B54C-D11858AA1C38}"/>
              </a:ext>
            </a:extLst>
          </p:cNvPr>
          <p:cNvSpPr>
            <a:spLocks noGrp="1"/>
          </p:cNvSpPr>
          <p:nvPr/>
        </p:nvSpPr>
        <p:spPr>
          <a:xfrm>
            <a:off x="6308957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4" name="f_small_violin_4949">
            <a:extLst>
              <a:ext uri="{FF2B5EF4-FFF2-40B4-BE49-F238E27FC236}">
                <a16:creationId xmlns:a16="http://schemas.microsoft.com/office/drawing/2014/main" id="{9E43E1A8-8E84-418B-8216-A1950AAA1733}"/>
              </a:ext>
            </a:extLst>
          </p:cNvPr>
          <p:cNvSpPr>
            <a:spLocks noGrp="1"/>
          </p:cNvSpPr>
          <p:nvPr/>
        </p:nvSpPr>
        <p:spPr>
          <a:xfrm>
            <a:off x="6237854" y="5725952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5" name="f_small_violin_4950">
            <a:extLst>
              <a:ext uri="{FF2B5EF4-FFF2-40B4-BE49-F238E27FC236}">
                <a16:creationId xmlns:a16="http://schemas.microsoft.com/office/drawing/2014/main" id="{FA9C3441-CDE0-4DD2-91D9-FB46AD06D42B}"/>
              </a:ext>
            </a:extLst>
          </p:cNvPr>
          <p:cNvSpPr>
            <a:spLocks noGrp="1"/>
          </p:cNvSpPr>
          <p:nvPr/>
        </p:nvSpPr>
        <p:spPr>
          <a:xfrm>
            <a:off x="6250552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6" name="f_small_violin_4951">
            <a:extLst>
              <a:ext uri="{FF2B5EF4-FFF2-40B4-BE49-F238E27FC236}">
                <a16:creationId xmlns:a16="http://schemas.microsoft.com/office/drawing/2014/main" id="{1BD1558B-4376-4DC0-9F22-5459555A09C6}"/>
              </a:ext>
            </a:extLst>
          </p:cNvPr>
          <p:cNvSpPr>
            <a:spLocks noGrp="1"/>
          </p:cNvSpPr>
          <p:nvPr/>
        </p:nvSpPr>
        <p:spPr>
          <a:xfrm>
            <a:off x="6224118" y="3678488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7" name="f_small_violin_4952">
            <a:extLst>
              <a:ext uri="{FF2B5EF4-FFF2-40B4-BE49-F238E27FC236}">
                <a16:creationId xmlns:a16="http://schemas.microsoft.com/office/drawing/2014/main" id="{3285BBE7-D000-47AE-8ABA-4BACF9643F9C}"/>
              </a:ext>
            </a:extLst>
          </p:cNvPr>
          <p:cNvSpPr>
            <a:spLocks noGrp="1"/>
          </p:cNvSpPr>
          <p:nvPr/>
        </p:nvSpPr>
        <p:spPr>
          <a:xfrm>
            <a:off x="6514317" y="4661270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8" name="f_small_violin_4953">
            <a:extLst>
              <a:ext uri="{FF2B5EF4-FFF2-40B4-BE49-F238E27FC236}">
                <a16:creationId xmlns:a16="http://schemas.microsoft.com/office/drawing/2014/main" id="{A40FC8A2-F470-436D-B025-EC8C126E067A}"/>
              </a:ext>
            </a:extLst>
          </p:cNvPr>
          <p:cNvSpPr>
            <a:spLocks noGrp="1"/>
          </p:cNvSpPr>
          <p:nvPr/>
        </p:nvSpPr>
        <p:spPr>
          <a:xfrm>
            <a:off x="6138019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89" name="f_small_violin_4954">
            <a:extLst>
              <a:ext uri="{FF2B5EF4-FFF2-40B4-BE49-F238E27FC236}">
                <a16:creationId xmlns:a16="http://schemas.microsoft.com/office/drawing/2014/main" id="{3A046052-7A49-47A9-AEBA-9EFF8ACB043B}"/>
              </a:ext>
            </a:extLst>
          </p:cNvPr>
          <p:cNvSpPr>
            <a:spLocks noGrp="1"/>
          </p:cNvSpPr>
          <p:nvPr/>
        </p:nvSpPr>
        <p:spPr>
          <a:xfrm>
            <a:off x="6220861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0" name="f_small_violin_4955">
            <a:extLst>
              <a:ext uri="{FF2B5EF4-FFF2-40B4-BE49-F238E27FC236}">
                <a16:creationId xmlns:a16="http://schemas.microsoft.com/office/drawing/2014/main" id="{394F0A5B-4ABE-4CDF-AFF6-2515094E6581}"/>
              </a:ext>
            </a:extLst>
          </p:cNvPr>
          <p:cNvSpPr>
            <a:spLocks noGrp="1"/>
          </p:cNvSpPr>
          <p:nvPr/>
        </p:nvSpPr>
        <p:spPr>
          <a:xfrm>
            <a:off x="624909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1" name="f_small_violin_4956">
            <a:extLst>
              <a:ext uri="{FF2B5EF4-FFF2-40B4-BE49-F238E27FC236}">
                <a16:creationId xmlns:a16="http://schemas.microsoft.com/office/drawing/2014/main" id="{CDC2D5F4-9F15-4D38-AA35-35070C28AA9E}"/>
              </a:ext>
            </a:extLst>
          </p:cNvPr>
          <p:cNvSpPr>
            <a:spLocks noGrp="1"/>
          </p:cNvSpPr>
          <p:nvPr/>
        </p:nvSpPr>
        <p:spPr>
          <a:xfrm>
            <a:off x="6404705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2" name="f_small_violin_4957">
            <a:extLst>
              <a:ext uri="{FF2B5EF4-FFF2-40B4-BE49-F238E27FC236}">
                <a16:creationId xmlns:a16="http://schemas.microsoft.com/office/drawing/2014/main" id="{F3E9AD3A-6198-4A45-AA35-66994540661C}"/>
              </a:ext>
            </a:extLst>
          </p:cNvPr>
          <p:cNvSpPr>
            <a:spLocks noGrp="1"/>
          </p:cNvSpPr>
          <p:nvPr/>
        </p:nvSpPr>
        <p:spPr>
          <a:xfrm>
            <a:off x="6262718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3" name="f_small_violin_4958">
            <a:extLst>
              <a:ext uri="{FF2B5EF4-FFF2-40B4-BE49-F238E27FC236}">
                <a16:creationId xmlns:a16="http://schemas.microsoft.com/office/drawing/2014/main" id="{872D1FDD-20DB-4FB2-8CFA-FA733E9A8F34}"/>
              </a:ext>
            </a:extLst>
          </p:cNvPr>
          <p:cNvSpPr>
            <a:spLocks noGrp="1"/>
          </p:cNvSpPr>
          <p:nvPr/>
        </p:nvSpPr>
        <p:spPr>
          <a:xfrm>
            <a:off x="6420159" y="2450009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4" name="f_small_violin_4959">
            <a:extLst>
              <a:ext uri="{FF2B5EF4-FFF2-40B4-BE49-F238E27FC236}">
                <a16:creationId xmlns:a16="http://schemas.microsoft.com/office/drawing/2014/main" id="{42C58D42-D2B1-4CF7-AA06-3A5A6D793533}"/>
              </a:ext>
            </a:extLst>
          </p:cNvPr>
          <p:cNvSpPr>
            <a:spLocks noGrp="1"/>
          </p:cNvSpPr>
          <p:nvPr/>
        </p:nvSpPr>
        <p:spPr>
          <a:xfrm>
            <a:off x="6353451" y="6135445"/>
            <a:ext cx="78548" cy="78548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5" name="f_small_violin_4960">
            <a:extLst>
              <a:ext uri="{FF2B5EF4-FFF2-40B4-BE49-F238E27FC236}">
                <a16:creationId xmlns:a16="http://schemas.microsoft.com/office/drawing/2014/main" id="{E8AFC955-ECAD-4144-A580-09B2F828045E}"/>
              </a:ext>
            </a:extLst>
          </p:cNvPr>
          <p:cNvSpPr>
            <a:spLocks noGrp="1"/>
          </p:cNvSpPr>
          <p:nvPr/>
        </p:nvSpPr>
        <p:spPr>
          <a:xfrm>
            <a:off x="6919526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578933" y="3685436"/>
                </a:moveTo>
                <a:lnTo>
                  <a:pt x="203661" y="3685436"/>
                </a:lnTo>
                <a:lnTo>
                  <a:pt x="205642" y="3662402"/>
                </a:lnTo>
                <a:lnTo>
                  <a:pt x="211453" y="3639368"/>
                </a:lnTo>
                <a:lnTo>
                  <a:pt x="220712" y="3616334"/>
                </a:lnTo>
                <a:lnTo>
                  <a:pt x="232830" y="3593300"/>
                </a:lnTo>
                <a:lnTo>
                  <a:pt x="247070" y="3570266"/>
                </a:lnTo>
                <a:lnTo>
                  <a:pt x="262626" y="3547232"/>
                </a:lnTo>
                <a:lnTo>
                  <a:pt x="278692" y="3524198"/>
                </a:lnTo>
                <a:lnTo>
                  <a:pt x="294534" y="3501164"/>
                </a:lnTo>
                <a:lnTo>
                  <a:pt x="309536" y="3478130"/>
                </a:lnTo>
                <a:lnTo>
                  <a:pt x="323238" y="3455096"/>
                </a:lnTo>
                <a:lnTo>
                  <a:pt x="335343" y="3432062"/>
                </a:lnTo>
                <a:lnTo>
                  <a:pt x="345711" y="3409028"/>
                </a:lnTo>
                <a:lnTo>
                  <a:pt x="354334" y="3385994"/>
                </a:lnTo>
                <a:lnTo>
                  <a:pt x="361309" y="3362960"/>
                </a:lnTo>
                <a:lnTo>
                  <a:pt x="366805" y="3339926"/>
                </a:lnTo>
                <a:lnTo>
                  <a:pt x="371025" y="3316892"/>
                </a:lnTo>
                <a:lnTo>
                  <a:pt x="374186" y="3293858"/>
                </a:lnTo>
                <a:lnTo>
                  <a:pt x="376495" y="3270824"/>
                </a:lnTo>
                <a:lnTo>
                  <a:pt x="378136" y="3247790"/>
                </a:lnTo>
                <a:lnTo>
                  <a:pt x="379264" y="3224756"/>
                </a:lnTo>
                <a:lnTo>
                  <a:pt x="380005" y="3201722"/>
                </a:lnTo>
                <a:lnTo>
                  <a:pt x="380454" y="3178688"/>
                </a:lnTo>
                <a:lnTo>
                  <a:pt x="380686" y="3155654"/>
                </a:lnTo>
                <a:lnTo>
                  <a:pt x="380754" y="3132620"/>
                </a:lnTo>
                <a:lnTo>
                  <a:pt x="380697" y="3109586"/>
                </a:lnTo>
                <a:lnTo>
                  <a:pt x="380545" y="3086552"/>
                </a:lnTo>
                <a:lnTo>
                  <a:pt x="380318" y="3063518"/>
                </a:lnTo>
                <a:lnTo>
                  <a:pt x="380032" y="3040485"/>
                </a:lnTo>
                <a:lnTo>
                  <a:pt x="379698" y="3017451"/>
                </a:lnTo>
                <a:lnTo>
                  <a:pt x="379325" y="2994417"/>
                </a:lnTo>
                <a:lnTo>
                  <a:pt x="378918" y="2971383"/>
                </a:lnTo>
                <a:lnTo>
                  <a:pt x="378487" y="2948349"/>
                </a:lnTo>
                <a:lnTo>
                  <a:pt x="378037" y="2925315"/>
                </a:lnTo>
                <a:lnTo>
                  <a:pt x="377581" y="2902281"/>
                </a:lnTo>
                <a:lnTo>
                  <a:pt x="377130" y="2879247"/>
                </a:lnTo>
                <a:lnTo>
                  <a:pt x="376701" y="2856213"/>
                </a:lnTo>
                <a:lnTo>
                  <a:pt x="376311" y="2833179"/>
                </a:lnTo>
                <a:lnTo>
                  <a:pt x="375977" y="2810145"/>
                </a:lnTo>
                <a:lnTo>
                  <a:pt x="375715" y="2787111"/>
                </a:lnTo>
                <a:lnTo>
                  <a:pt x="375538" y="2764077"/>
                </a:lnTo>
                <a:lnTo>
                  <a:pt x="375453" y="2741043"/>
                </a:lnTo>
                <a:lnTo>
                  <a:pt x="375461" y="2718009"/>
                </a:lnTo>
                <a:lnTo>
                  <a:pt x="375557" y="2694975"/>
                </a:lnTo>
                <a:lnTo>
                  <a:pt x="375732" y="2671941"/>
                </a:lnTo>
                <a:lnTo>
                  <a:pt x="375973" y="2648907"/>
                </a:lnTo>
                <a:lnTo>
                  <a:pt x="376269" y="2625873"/>
                </a:lnTo>
                <a:lnTo>
                  <a:pt x="376610" y="2602839"/>
                </a:lnTo>
                <a:lnTo>
                  <a:pt x="376990" y="2579805"/>
                </a:lnTo>
                <a:lnTo>
                  <a:pt x="377408" y="2556771"/>
                </a:lnTo>
                <a:lnTo>
                  <a:pt x="377870" y="2533737"/>
                </a:lnTo>
                <a:lnTo>
                  <a:pt x="378384" y="2510703"/>
                </a:lnTo>
                <a:lnTo>
                  <a:pt x="378958" y="2487669"/>
                </a:lnTo>
                <a:lnTo>
                  <a:pt x="379602" y="2464635"/>
                </a:lnTo>
                <a:lnTo>
                  <a:pt x="380319" y="2441601"/>
                </a:lnTo>
                <a:lnTo>
                  <a:pt x="381106" y="2418567"/>
                </a:lnTo>
                <a:lnTo>
                  <a:pt x="381953" y="2395533"/>
                </a:lnTo>
                <a:lnTo>
                  <a:pt x="382841" y="2372499"/>
                </a:lnTo>
                <a:lnTo>
                  <a:pt x="383742" y="2349465"/>
                </a:lnTo>
                <a:lnTo>
                  <a:pt x="384624" y="2326431"/>
                </a:lnTo>
                <a:lnTo>
                  <a:pt x="385449" y="2303397"/>
                </a:lnTo>
                <a:lnTo>
                  <a:pt x="386178" y="2280363"/>
                </a:lnTo>
                <a:lnTo>
                  <a:pt x="386769" y="2257329"/>
                </a:lnTo>
                <a:lnTo>
                  <a:pt x="387184" y="2234295"/>
                </a:lnTo>
                <a:lnTo>
                  <a:pt x="387383" y="2211261"/>
                </a:lnTo>
                <a:lnTo>
                  <a:pt x="387333" y="2188228"/>
                </a:lnTo>
                <a:lnTo>
                  <a:pt x="387003" y="2165194"/>
                </a:lnTo>
                <a:lnTo>
                  <a:pt x="386369" y="2142160"/>
                </a:lnTo>
                <a:lnTo>
                  <a:pt x="385419" y="2119126"/>
                </a:lnTo>
                <a:lnTo>
                  <a:pt x="384148" y="2096092"/>
                </a:lnTo>
                <a:lnTo>
                  <a:pt x="382570" y="2073058"/>
                </a:lnTo>
                <a:lnTo>
                  <a:pt x="380717" y="2050024"/>
                </a:lnTo>
                <a:lnTo>
                  <a:pt x="378642" y="2026990"/>
                </a:lnTo>
                <a:lnTo>
                  <a:pt x="376421" y="2003956"/>
                </a:lnTo>
                <a:lnTo>
                  <a:pt x="374146" y="1980922"/>
                </a:lnTo>
                <a:lnTo>
                  <a:pt x="371929" y="1957888"/>
                </a:lnTo>
                <a:lnTo>
                  <a:pt x="369887" y="1934854"/>
                </a:lnTo>
                <a:lnTo>
                  <a:pt x="368134" y="1911820"/>
                </a:lnTo>
                <a:lnTo>
                  <a:pt x="366775" y="1888786"/>
                </a:lnTo>
                <a:lnTo>
                  <a:pt x="365891" y="1865752"/>
                </a:lnTo>
                <a:lnTo>
                  <a:pt x="365531" y="1842718"/>
                </a:lnTo>
                <a:lnTo>
                  <a:pt x="365709" y="1819684"/>
                </a:lnTo>
                <a:lnTo>
                  <a:pt x="366400" y="1796650"/>
                </a:lnTo>
                <a:lnTo>
                  <a:pt x="367543" y="1773616"/>
                </a:lnTo>
                <a:lnTo>
                  <a:pt x="369045" y="1750582"/>
                </a:lnTo>
                <a:lnTo>
                  <a:pt x="370794" y="1727548"/>
                </a:lnTo>
                <a:lnTo>
                  <a:pt x="372667" y="1704514"/>
                </a:lnTo>
                <a:lnTo>
                  <a:pt x="374543" y="1681480"/>
                </a:lnTo>
                <a:lnTo>
                  <a:pt x="376309" y="1658446"/>
                </a:lnTo>
                <a:lnTo>
                  <a:pt x="377871" y="1635412"/>
                </a:lnTo>
                <a:lnTo>
                  <a:pt x="379154" y="1612378"/>
                </a:lnTo>
                <a:lnTo>
                  <a:pt x="380108" y="1589344"/>
                </a:lnTo>
                <a:lnTo>
                  <a:pt x="380704" y="1566310"/>
                </a:lnTo>
                <a:lnTo>
                  <a:pt x="380931" y="1543276"/>
                </a:lnTo>
                <a:lnTo>
                  <a:pt x="380796" y="1520242"/>
                </a:lnTo>
                <a:lnTo>
                  <a:pt x="380314" y="1497208"/>
                </a:lnTo>
                <a:lnTo>
                  <a:pt x="379513" y="1474174"/>
                </a:lnTo>
                <a:lnTo>
                  <a:pt x="378431" y="1451140"/>
                </a:lnTo>
                <a:lnTo>
                  <a:pt x="377111" y="1428106"/>
                </a:lnTo>
                <a:lnTo>
                  <a:pt x="375608" y="1405072"/>
                </a:lnTo>
                <a:lnTo>
                  <a:pt x="373983" y="1382038"/>
                </a:lnTo>
                <a:lnTo>
                  <a:pt x="372308" y="1359004"/>
                </a:lnTo>
                <a:lnTo>
                  <a:pt x="370660" y="1335970"/>
                </a:lnTo>
                <a:lnTo>
                  <a:pt x="369116" y="1312937"/>
                </a:lnTo>
                <a:lnTo>
                  <a:pt x="367752" y="1289903"/>
                </a:lnTo>
                <a:lnTo>
                  <a:pt x="366634" y="1266869"/>
                </a:lnTo>
                <a:lnTo>
                  <a:pt x="365813" y="1243835"/>
                </a:lnTo>
                <a:lnTo>
                  <a:pt x="365320" y="1220801"/>
                </a:lnTo>
                <a:lnTo>
                  <a:pt x="365164" y="1197767"/>
                </a:lnTo>
                <a:lnTo>
                  <a:pt x="365331" y="1174733"/>
                </a:lnTo>
                <a:lnTo>
                  <a:pt x="365791" y="1151699"/>
                </a:lnTo>
                <a:lnTo>
                  <a:pt x="366495" y="1128665"/>
                </a:lnTo>
                <a:lnTo>
                  <a:pt x="367389" y="1105631"/>
                </a:lnTo>
                <a:lnTo>
                  <a:pt x="368417" y="1082597"/>
                </a:lnTo>
                <a:lnTo>
                  <a:pt x="369528" y="1059563"/>
                </a:lnTo>
                <a:lnTo>
                  <a:pt x="370679" y="1036529"/>
                </a:lnTo>
                <a:lnTo>
                  <a:pt x="371840" y="1013495"/>
                </a:lnTo>
                <a:lnTo>
                  <a:pt x="372990" y="990461"/>
                </a:lnTo>
                <a:lnTo>
                  <a:pt x="374118" y="967427"/>
                </a:lnTo>
                <a:lnTo>
                  <a:pt x="375219" y="944393"/>
                </a:lnTo>
                <a:lnTo>
                  <a:pt x="376290" y="921359"/>
                </a:lnTo>
                <a:lnTo>
                  <a:pt x="377325" y="898325"/>
                </a:lnTo>
                <a:lnTo>
                  <a:pt x="378317" y="875291"/>
                </a:lnTo>
                <a:lnTo>
                  <a:pt x="379252" y="852257"/>
                </a:lnTo>
                <a:lnTo>
                  <a:pt x="380116" y="829223"/>
                </a:lnTo>
                <a:lnTo>
                  <a:pt x="380891" y="806189"/>
                </a:lnTo>
                <a:lnTo>
                  <a:pt x="381561" y="783155"/>
                </a:lnTo>
                <a:lnTo>
                  <a:pt x="382113" y="760121"/>
                </a:lnTo>
                <a:lnTo>
                  <a:pt x="382541" y="737087"/>
                </a:lnTo>
                <a:lnTo>
                  <a:pt x="382846" y="714053"/>
                </a:lnTo>
                <a:lnTo>
                  <a:pt x="383037" y="691019"/>
                </a:lnTo>
                <a:lnTo>
                  <a:pt x="383131" y="667985"/>
                </a:lnTo>
                <a:lnTo>
                  <a:pt x="383145" y="644951"/>
                </a:lnTo>
                <a:lnTo>
                  <a:pt x="383099" y="621917"/>
                </a:lnTo>
                <a:lnTo>
                  <a:pt x="383008" y="598883"/>
                </a:lnTo>
                <a:lnTo>
                  <a:pt x="382873" y="575849"/>
                </a:lnTo>
                <a:lnTo>
                  <a:pt x="382680" y="552815"/>
                </a:lnTo>
                <a:lnTo>
                  <a:pt x="382387" y="529781"/>
                </a:lnTo>
                <a:lnTo>
                  <a:pt x="381915" y="506747"/>
                </a:lnTo>
                <a:lnTo>
                  <a:pt x="381141" y="483713"/>
                </a:lnTo>
                <a:lnTo>
                  <a:pt x="379888" y="460679"/>
                </a:lnTo>
                <a:lnTo>
                  <a:pt x="377913" y="437646"/>
                </a:lnTo>
                <a:lnTo>
                  <a:pt x="374902" y="414612"/>
                </a:lnTo>
                <a:lnTo>
                  <a:pt x="370472" y="391578"/>
                </a:lnTo>
                <a:lnTo>
                  <a:pt x="364177" y="368544"/>
                </a:lnTo>
                <a:lnTo>
                  <a:pt x="355526" y="345510"/>
                </a:lnTo>
                <a:lnTo>
                  <a:pt x="344014" y="322476"/>
                </a:lnTo>
                <a:lnTo>
                  <a:pt x="329172" y="299442"/>
                </a:lnTo>
                <a:lnTo>
                  <a:pt x="310627" y="276408"/>
                </a:lnTo>
                <a:lnTo>
                  <a:pt x="288167" y="253374"/>
                </a:lnTo>
                <a:lnTo>
                  <a:pt x="261816" y="230340"/>
                </a:lnTo>
                <a:lnTo>
                  <a:pt x="231899" y="207306"/>
                </a:lnTo>
                <a:lnTo>
                  <a:pt x="199085" y="184272"/>
                </a:lnTo>
                <a:lnTo>
                  <a:pt x="164399" y="161238"/>
                </a:lnTo>
                <a:lnTo>
                  <a:pt x="129203" y="138204"/>
                </a:lnTo>
                <a:lnTo>
                  <a:pt x="95116" y="115170"/>
                </a:lnTo>
                <a:lnTo>
                  <a:pt x="63910" y="92136"/>
                </a:lnTo>
                <a:lnTo>
                  <a:pt x="37358" y="69102"/>
                </a:lnTo>
                <a:lnTo>
                  <a:pt x="17071" y="46068"/>
                </a:lnTo>
                <a:lnTo>
                  <a:pt x="4340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255" y="23034"/>
                </a:lnTo>
                <a:lnTo>
                  <a:pt x="765524" y="46068"/>
                </a:lnTo>
                <a:lnTo>
                  <a:pt x="745237" y="69102"/>
                </a:lnTo>
                <a:lnTo>
                  <a:pt x="718684" y="92136"/>
                </a:lnTo>
                <a:lnTo>
                  <a:pt x="687478" y="115170"/>
                </a:lnTo>
                <a:lnTo>
                  <a:pt x="653392" y="138204"/>
                </a:lnTo>
                <a:lnTo>
                  <a:pt x="618195" y="161238"/>
                </a:lnTo>
                <a:lnTo>
                  <a:pt x="583510" y="184272"/>
                </a:lnTo>
                <a:lnTo>
                  <a:pt x="550695" y="207306"/>
                </a:lnTo>
                <a:lnTo>
                  <a:pt x="520778" y="230340"/>
                </a:lnTo>
                <a:lnTo>
                  <a:pt x="494428" y="253374"/>
                </a:lnTo>
                <a:lnTo>
                  <a:pt x="471967" y="276408"/>
                </a:lnTo>
                <a:lnTo>
                  <a:pt x="453422" y="299442"/>
                </a:lnTo>
                <a:lnTo>
                  <a:pt x="438581" y="322476"/>
                </a:lnTo>
                <a:lnTo>
                  <a:pt x="427069" y="345510"/>
                </a:lnTo>
                <a:lnTo>
                  <a:pt x="418417" y="368544"/>
                </a:lnTo>
                <a:lnTo>
                  <a:pt x="412122" y="391578"/>
                </a:lnTo>
                <a:lnTo>
                  <a:pt x="407693" y="414612"/>
                </a:lnTo>
                <a:lnTo>
                  <a:pt x="404682" y="437646"/>
                </a:lnTo>
                <a:lnTo>
                  <a:pt x="402706" y="460679"/>
                </a:lnTo>
                <a:lnTo>
                  <a:pt x="401453" y="483713"/>
                </a:lnTo>
                <a:lnTo>
                  <a:pt x="400680" y="506747"/>
                </a:lnTo>
                <a:lnTo>
                  <a:pt x="400208" y="529781"/>
                </a:lnTo>
                <a:lnTo>
                  <a:pt x="399914" y="552815"/>
                </a:lnTo>
                <a:lnTo>
                  <a:pt x="399721" y="575849"/>
                </a:lnTo>
                <a:lnTo>
                  <a:pt x="399587" y="598883"/>
                </a:lnTo>
                <a:lnTo>
                  <a:pt x="399495" y="621917"/>
                </a:lnTo>
                <a:lnTo>
                  <a:pt x="399450" y="644951"/>
                </a:lnTo>
                <a:lnTo>
                  <a:pt x="399464" y="667985"/>
                </a:lnTo>
                <a:lnTo>
                  <a:pt x="399557" y="691019"/>
                </a:lnTo>
                <a:lnTo>
                  <a:pt x="399749" y="714053"/>
                </a:lnTo>
                <a:lnTo>
                  <a:pt x="400054" y="737087"/>
                </a:lnTo>
                <a:lnTo>
                  <a:pt x="400482" y="760121"/>
                </a:lnTo>
                <a:lnTo>
                  <a:pt x="401034" y="783155"/>
                </a:lnTo>
                <a:lnTo>
                  <a:pt x="401703" y="806189"/>
                </a:lnTo>
                <a:lnTo>
                  <a:pt x="402478" y="829223"/>
                </a:lnTo>
                <a:lnTo>
                  <a:pt x="403342" y="852257"/>
                </a:lnTo>
                <a:lnTo>
                  <a:pt x="404278" y="875291"/>
                </a:lnTo>
                <a:lnTo>
                  <a:pt x="405270" y="898325"/>
                </a:lnTo>
                <a:lnTo>
                  <a:pt x="406305" y="921359"/>
                </a:lnTo>
                <a:lnTo>
                  <a:pt x="407375" y="944393"/>
                </a:lnTo>
                <a:lnTo>
                  <a:pt x="408477" y="967427"/>
                </a:lnTo>
                <a:lnTo>
                  <a:pt x="409605" y="990461"/>
                </a:lnTo>
                <a:lnTo>
                  <a:pt x="410755" y="1013495"/>
                </a:lnTo>
                <a:lnTo>
                  <a:pt x="411916" y="1036529"/>
                </a:lnTo>
                <a:lnTo>
                  <a:pt x="413067" y="1059563"/>
                </a:lnTo>
                <a:lnTo>
                  <a:pt x="414178" y="1082597"/>
                </a:lnTo>
                <a:lnTo>
                  <a:pt x="415206" y="1105631"/>
                </a:lnTo>
                <a:lnTo>
                  <a:pt x="416100" y="1128665"/>
                </a:lnTo>
                <a:lnTo>
                  <a:pt x="416804" y="1151699"/>
                </a:lnTo>
                <a:lnTo>
                  <a:pt x="417263" y="1174733"/>
                </a:lnTo>
                <a:lnTo>
                  <a:pt x="417431" y="1197767"/>
                </a:lnTo>
                <a:lnTo>
                  <a:pt x="417275" y="1220801"/>
                </a:lnTo>
                <a:lnTo>
                  <a:pt x="416781" y="1243835"/>
                </a:lnTo>
                <a:lnTo>
                  <a:pt x="415960" y="1266869"/>
                </a:lnTo>
                <a:lnTo>
                  <a:pt x="414842" y="1289903"/>
                </a:lnTo>
                <a:lnTo>
                  <a:pt x="413479" y="1312937"/>
                </a:lnTo>
                <a:lnTo>
                  <a:pt x="411935" y="1335970"/>
                </a:lnTo>
                <a:lnTo>
                  <a:pt x="410286" y="1359004"/>
                </a:lnTo>
                <a:lnTo>
                  <a:pt x="408612" y="1382038"/>
                </a:lnTo>
                <a:lnTo>
                  <a:pt x="406987" y="1405072"/>
                </a:lnTo>
                <a:lnTo>
                  <a:pt x="405484" y="1428106"/>
                </a:lnTo>
                <a:lnTo>
                  <a:pt x="404164" y="1451140"/>
                </a:lnTo>
                <a:lnTo>
                  <a:pt x="403081" y="1474174"/>
                </a:lnTo>
                <a:lnTo>
                  <a:pt x="402281" y="1497208"/>
                </a:lnTo>
                <a:lnTo>
                  <a:pt x="401799" y="1520242"/>
                </a:lnTo>
                <a:lnTo>
                  <a:pt x="401663" y="1543276"/>
                </a:lnTo>
                <a:lnTo>
                  <a:pt x="401891" y="1566310"/>
                </a:lnTo>
                <a:lnTo>
                  <a:pt x="402487" y="1589344"/>
                </a:lnTo>
                <a:lnTo>
                  <a:pt x="403441" y="1612378"/>
                </a:lnTo>
                <a:lnTo>
                  <a:pt x="404724" y="1635412"/>
                </a:lnTo>
                <a:lnTo>
                  <a:pt x="406285" y="1658446"/>
                </a:lnTo>
                <a:lnTo>
                  <a:pt x="408051" y="1681480"/>
                </a:lnTo>
                <a:lnTo>
                  <a:pt x="409927" y="1704514"/>
                </a:lnTo>
                <a:lnTo>
                  <a:pt x="411801" y="1727548"/>
                </a:lnTo>
                <a:lnTo>
                  <a:pt x="413550" y="1750582"/>
                </a:lnTo>
                <a:lnTo>
                  <a:pt x="415052" y="1773616"/>
                </a:lnTo>
                <a:lnTo>
                  <a:pt x="416194" y="1796650"/>
                </a:lnTo>
                <a:lnTo>
                  <a:pt x="416885" y="1819684"/>
                </a:lnTo>
                <a:lnTo>
                  <a:pt x="417064" y="1842718"/>
                </a:lnTo>
                <a:lnTo>
                  <a:pt x="416704" y="1865752"/>
                </a:lnTo>
                <a:lnTo>
                  <a:pt x="415820" y="1888786"/>
                </a:lnTo>
                <a:lnTo>
                  <a:pt x="414461" y="1911820"/>
                </a:lnTo>
                <a:lnTo>
                  <a:pt x="412708" y="1934854"/>
                </a:lnTo>
                <a:lnTo>
                  <a:pt x="410665" y="1957888"/>
                </a:lnTo>
                <a:lnTo>
                  <a:pt x="408448" y="1980922"/>
                </a:lnTo>
                <a:lnTo>
                  <a:pt x="406174" y="2003956"/>
                </a:lnTo>
                <a:lnTo>
                  <a:pt x="403952" y="2026990"/>
                </a:lnTo>
                <a:lnTo>
                  <a:pt x="401878" y="2050024"/>
                </a:lnTo>
                <a:lnTo>
                  <a:pt x="400025" y="2073058"/>
                </a:lnTo>
                <a:lnTo>
                  <a:pt x="398447" y="2096092"/>
                </a:lnTo>
                <a:lnTo>
                  <a:pt x="397176" y="2119126"/>
                </a:lnTo>
                <a:lnTo>
                  <a:pt x="396225" y="2142160"/>
                </a:lnTo>
                <a:lnTo>
                  <a:pt x="395592" y="2165194"/>
                </a:lnTo>
                <a:lnTo>
                  <a:pt x="395262" y="2188228"/>
                </a:lnTo>
                <a:lnTo>
                  <a:pt x="395212" y="2211261"/>
                </a:lnTo>
                <a:lnTo>
                  <a:pt x="395411" y="2234295"/>
                </a:lnTo>
                <a:lnTo>
                  <a:pt x="395825" y="2257329"/>
                </a:lnTo>
                <a:lnTo>
                  <a:pt x="396417" y="2280363"/>
                </a:lnTo>
                <a:lnTo>
                  <a:pt x="397145" y="2303397"/>
                </a:lnTo>
                <a:lnTo>
                  <a:pt x="397970" y="2326431"/>
                </a:lnTo>
                <a:lnTo>
                  <a:pt x="398852" y="2349465"/>
                </a:lnTo>
                <a:lnTo>
                  <a:pt x="399754" y="2372499"/>
                </a:lnTo>
                <a:lnTo>
                  <a:pt x="400641" y="2395533"/>
                </a:lnTo>
                <a:lnTo>
                  <a:pt x="401488" y="2418567"/>
                </a:lnTo>
                <a:lnTo>
                  <a:pt x="402275" y="2441601"/>
                </a:lnTo>
                <a:lnTo>
                  <a:pt x="402992" y="2464635"/>
                </a:lnTo>
                <a:lnTo>
                  <a:pt x="403636" y="2487669"/>
                </a:lnTo>
                <a:lnTo>
                  <a:pt x="404211" y="2510703"/>
                </a:lnTo>
                <a:lnTo>
                  <a:pt x="404724" y="2533737"/>
                </a:lnTo>
                <a:lnTo>
                  <a:pt x="405186" y="2556771"/>
                </a:lnTo>
                <a:lnTo>
                  <a:pt x="405605" y="2579805"/>
                </a:lnTo>
                <a:lnTo>
                  <a:pt x="405984" y="2602839"/>
                </a:lnTo>
                <a:lnTo>
                  <a:pt x="406325" y="2625873"/>
                </a:lnTo>
                <a:lnTo>
                  <a:pt x="406621" y="2648907"/>
                </a:lnTo>
                <a:lnTo>
                  <a:pt x="406863" y="2671941"/>
                </a:lnTo>
                <a:lnTo>
                  <a:pt x="407038" y="2694975"/>
                </a:lnTo>
                <a:lnTo>
                  <a:pt x="407134" y="2718009"/>
                </a:lnTo>
                <a:lnTo>
                  <a:pt x="407141" y="2741043"/>
                </a:lnTo>
                <a:lnTo>
                  <a:pt x="407056" y="2764077"/>
                </a:lnTo>
                <a:lnTo>
                  <a:pt x="406879" y="2787111"/>
                </a:lnTo>
                <a:lnTo>
                  <a:pt x="406618" y="2810145"/>
                </a:lnTo>
                <a:lnTo>
                  <a:pt x="406284" y="2833179"/>
                </a:lnTo>
                <a:lnTo>
                  <a:pt x="405894" y="2856213"/>
                </a:lnTo>
                <a:lnTo>
                  <a:pt x="405465" y="2879247"/>
                </a:lnTo>
                <a:lnTo>
                  <a:pt x="405014" y="2902281"/>
                </a:lnTo>
                <a:lnTo>
                  <a:pt x="404558" y="2925315"/>
                </a:lnTo>
                <a:lnTo>
                  <a:pt x="404108" y="2948349"/>
                </a:lnTo>
                <a:lnTo>
                  <a:pt x="403676" y="2971383"/>
                </a:lnTo>
                <a:lnTo>
                  <a:pt x="403270" y="2994417"/>
                </a:lnTo>
                <a:lnTo>
                  <a:pt x="402896" y="3017451"/>
                </a:lnTo>
                <a:lnTo>
                  <a:pt x="402562" y="3040485"/>
                </a:lnTo>
                <a:lnTo>
                  <a:pt x="402276" y="3063518"/>
                </a:lnTo>
                <a:lnTo>
                  <a:pt x="402050" y="3086552"/>
                </a:lnTo>
                <a:lnTo>
                  <a:pt x="401898" y="3109586"/>
                </a:lnTo>
                <a:lnTo>
                  <a:pt x="401841" y="3132620"/>
                </a:lnTo>
                <a:lnTo>
                  <a:pt x="401909" y="3155654"/>
                </a:lnTo>
                <a:lnTo>
                  <a:pt x="402140" y="3178688"/>
                </a:lnTo>
                <a:lnTo>
                  <a:pt x="402590" y="3201722"/>
                </a:lnTo>
                <a:lnTo>
                  <a:pt x="403330" y="3224756"/>
                </a:lnTo>
                <a:lnTo>
                  <a:pt x="404459" y="3247790"/>
                </a:lnTo>
                <a:lnTo>
                  <a:pt x="406099" y="3270824"/>
                </a:lnTo>
                <a:lnTo>
                  <a:pt x="408409" y="3293858"/>
                </a:lnTo>
                <a:lnTo>
                  <a:pt x="411570" y="3316892"/>
                </a:lnTo>
                <a:lnTo>
                  <a:pt x="415790" y="3339926"/>
                </a:lnTo>
                <a:lnTo>
                  <a:pt x="421285" y="3362960"/>
                </a:lnTo>
                <a:lnTo>
                  <a:pt x="428261" y="3385994"/>
                </a:lnTo>
                <a:lnTo>
                  <a:pt x="436884" y="3409028"/>
                </a:lnTo>
                <a:lnTo>
                  <a:pt x="447251" y="3432062"/>
                </a:lnTo>
                <a:lnTo>
                  <a:pt x="459357" y="3455096"/>
                </a:lnTo>
                <a:lnTo>
                  <a:pt x="473059" y="3478130"/>
                </a:lnTo>
                <a:lnTo>
                  <a:pt x="488061" y="3501164"/>
                </a:lnTo>
                <a:lnTo>
                  <a:pt x="503902" y="3524198"/>
                </a:lnTo>
                <a:lnTo>
                  <a:pt x="519968" y="3547232"/>
                </a:lnTo>
                <a:lnTo>
                  <a:pt x="535524" y="3570266"/>
                </a:lnTo>
                <a:lnTo>
                  <a:pt x="549765" y="3593300"/>
                </a:lnTo>
                <a:lnTo>
                  <a:pt x="561883" y="3616334"/>
                </a:lnTo>
                <a:lnTo>
                  <a:pt x="571142" y="3639368"/>
                </a:lnTo>
                <a:lnTo>
                  <a:pt x="576952" y="3662402"/>
                </a:lnTo>
                <a:lnTo>
                  <a:pt x="578933" y="3685436"/>
                </a:lnTo>
                <a:lnTo>
                  <a:pt x="578933" y="36854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25528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96" name="f_small_violin_4961">
            <a:extLst>
              <a:ext uri="{FF2B5EF4-FFF2-40B4-BE49-F238E27FC236}">
                <a16:creationId xmlns:a16="http://schemas.microsoft.com/office/drawing/2014/main" id="{2AE41BDC-39E3-48FE-9A38-4E965B8E0963}"/>
              </a:ext>
            </a:extLst>
          </p:cNvPr>
          <p:cNvSpPr>
            <a:spLocks noGrp="1"/>
          </p:cNvSpPr>
          <p:nvPr/>
        </p:nvSpPr>
        <p:spPr>
          <a:xfrm>
            <a:off x="71155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7" name="f_small_violin_4962">
            <a:extLst>
              <a:ext uri="{FF2B5EF4-FFF2-40B4-BE49-F238E27FC236}">
                <a16:creationId xmlns:a16="http://schemas.microsoft.com/office/drawing/2014/main" id="{553D95FF-5B72-4D4A-BCD3-BD90EE815665}"/>
              </a:ext>
            </a:extLst>
          </p:cNvPr>
          <p:cNvSpPr>
            <a:spLocks noGrp="1"/>
          </p:cNvSpPr>
          <p:nvPr/>
        </p:nvSpPr>
        <p:spPr>
          <a:xfrm>
            <a:off x="729500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8" name="f_small_violin_4963">
            <a:extLst>
              <a:ext uri="{FF2B5EF4-FFF2-40B4-BE49-F238E27FC236}">
                <a16:creationId xmlns:a16="http://schemas.microsoft.com/office/drawing/2014/main" id="{939C4936-486E-4815-9970-73FBE1700FF9}"/>
              </a:ext>
            </a:extLst>
          </p:cNvPr>
          <p:cNvSpPr>
            <a:spLocks noGrp="1"/>
          </p:cNvSpPr>
          <p:nvPr/>
        </p:nvSpPr>
        <p:spPr>
          <a:xfrm>
            <a:off x="730631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99" name="f_small_violin_4964">
            <a:extLst>
              <a:ext uri="{FF2B5EF4-FFF2-40B4-BE49-F238E27FC236}">
                <a16:creationId xmlns:a16="http://schemas.microsoft.com/office/drawing/2014/main" id="{E37C3CF3-7C99-4C27-8346-590D79EF4BE0}"/>
              </a:ext>
            </a:extLst>
          </p:cNvPr>
          <p:cNvSpPr>
            <a:spLocks noGrp="1"/>
          </p:cNvSpPr>
          <p:nvPr/>
        </p:nvSpPr>
        <p:spPr>
          <a:xfrm>
            <a:off x="722577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0" name="f_small_violin_4965">
            <a:extLst>
              <a:ext uri="{FF2B5EF4-FFF2-40B4-BE49-F238E27FC236}">
                <a16:creationId xmlns:a16="http://schemas.microsoft.com/office/drawing/2014/main" id="{DCE74EC1-25A6-4B80-81C9-262789FE6492}"/>
              </a:ext>
            </a:extLst>
          </p:cNvPr>
          <p:cNvSpPr>
            <a:spLocks noGrp="1"/>
          </p:cNvSpPr>
          <p:nvPr/>
        </p:nvSpPr>
        <p:spPr>
          <a:xfrm>
            <a:off x="71453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1" name="f_small_violin_4966">
            <a:extLst>
              <a:ext uri="{FF2B5EF4-FFF2-40B4-BE49-F238E27FC236}">
                <a16:creationId xmlns:a16="http://schemas.microsoft.com/office/drawing/2014/main" id="{B9FE32A1-264E-4A4F-ABDF-66057CB14CC2}"/>
              </a:ext>
            </a:extLst>
          </p:cNvPr>
          <p:cNvSpPr>
            <a:spLocks noGrp="1"/>
          </p:cNvSpPr>
          <p:nvPr/>
        </p:nvSpPr>
        <p:spPr>
          <a:xfrm>
            <a:off x="725594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2" name="f_small_violin_4967">
            <a:extLst>
              <a:ext uri="{FF2B5EF4-FFF2-40B4-BE49-F238E27FC236}">
                <a16:creationId xmlns:a16="http://schemas.microsoft.com/office/drawing/2014/main" id="{70958900-51E8-4B7B-A386-2423FB008A5B}"/>
              </a:ext>
            </a:extLst>
          </p:cNvPr>
          <p:cNvSpPr>
            <a:spLocks noGrp="1"/>
          </p:cNvSpPr>
          <p:nvPr/>
        </p:nvSpPr>
        <p:spPr>
          <a:xfrm>
            <a:off x="713674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3" name="f_small_violin_4968">
            <a:extLst>
              <a:ext uri="{FF2B5EF4-FFF2-40B4-BE49-F238E27FC236}">
                <a16:creationId xmlns:a16="http://schemas.microsoft.com/office/drawing/2014/main" id="{E047D5B8-3D81-4D6D-8112-26A55E5D1E82}"/>
              </a:ext>
            </a:extLst>
          </p:cNvPr>
          <p:cNvSpPr>
            <a:spLocks noGrp="1"/>
          </p:cNvSpPr>
          <p:nvPr/>
        </p:nvSpPr>
        <p:spPr>
          <a:xfrm>
            <a:off x="719582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4" name="f_small_violin_4969">
            <a:extLst>
              <a:ext uri="{FF2B5EF4-FFF2-40B4-BE49-F238E27FC236}">
                <a16:creationId xmlns:a16="http://schemas.microsoft.com/office/drawing/2014/main" id="{E6C18565-75BE-44B0-B25D-C47293511E2E}"/>
              </a:ext>
            </a:extLst>
          </p:cNvPr>
          <p:cNvSpPr>
            <a:spLocks noGrp="1"/>
          </p:cNvSpPr>
          <p:nvPr/>
        </p:nvSpPr>
        <p:spPr>
          <a:xfrm>
            <a:off x="7525709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5" name="f_small_violin_4970">
            <a:extLst>
              <a:ext uri="{FF2B5EF4-FFF2-40B4-BE49-F238E27FC236}">
                <a16:creationId xmlns:a16="http://schemas.microsoft.com/office/drawing/2014/main" id="{565D6724-AE09-4E29-8C80-BB5F3C7919C2}"/>
              </a:ext>
            </a:extLst>
          </p:cNvPr>
          <p:cNvSpPr>
            <a:spLocks noGrp="1"/>
          </p:cNvSpPr>
          <p:nvPr/>
        </p:nvSpPr>
        <p:spPr>
          <a:xfrm>
            <a:off x="747062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6" name="f_small_violin_4971">
            <a:extLst>
              <a:ext uri="{FF2B5EF4-FFF2-40B4-BE49-F238E27FC236}">
                <a16:creationId xmlns:a16="http://schemas.microsoft.com/office/drawing/2014/main" id="{561FC62B-4C9C-4BEE-94CA-27D15BE31AF8}"/>
              </a:ext>
            </a:extLst>
          </p:cNvPr>
          <p:cNvSpPr>
            <a:spLocks noGrp="1"/>
          </p:cNvSpPr>
          <p:nvPr/>
        </p:nvSpPr>
        <p:spPr>
          <a:xfrm>
            <a:off x="73357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7" name="f_small_violin_4972">
            <a:extLst>
              <a:ext uri="{FF2B5EF4-FFF2-40B4-BE49-F238E27FC236}">
                <a16:creationId xmlns:a16="http://schemas.microsoft.com/office/drawing/2014/main" id="{773ED901-1713-48CD-8B8B-82E45D180A78}"/>
              </a:ext>
            </a:extLst>
          </p:cNvPr>
          <p:cNvSpPr>
            <a:spLocks noGrp="1"/>
          </p:cNvSpPr>
          <p:nvPr/>
        </p:nvSpPr>
        <p:spPr>
          <a:xfrm>
            <a:off x="71679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8" name="f_small_violin_4973">
            <a:extLst>
              <a:ext uri="{FF2B5EF4-FFF2-40B4-BE49-F238E27FC236}">
                <a16:creationId xmlns:a16="http://schemas.microsoft.com/office/drawing/2014/main" id="{7FB28334-E6E5-431A-9360-45EA355DB780}"/>
              </a:ext>
            </a:extLst>
          </p:cNvPr>
          <p:cNvSpPr>
            <a:spLocks noGrp="1"/>
          </p:cNvSpPr>
          <p:nvPr/>
        </p:nvSpPr>
        <p:spPr>
          <a:xfrm>
            <a:off x="7091420" y="511171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09" name="f_small_violin_4974">
            <a:extLst>
              <a:ext uri="{FF2B5EF4-FFF2-40B4-BE49-F238E27FC236}">
                <a16:creationId xmlns:a16="http://schemas.microsoft.com/office/drawing/2014/main" id="{69136205-5F58-42D1-946E-7EB52CD1F287}"/>
              </a:ext>
            </a:extLst>
          </p:cNvPr>
          <p:cNvSpPr>
            <a:spLocks noGrp="1"/>
          </p:cNvSpPr>
          <p:nvPr/>
        </p:nvSpPr>
        <p:spPr>
          <a:xfrm>
            <a:off x="713873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0" name="f_small_violin_4975">
            <a:extLst>
              <a:ext uri="{FF2B5EF4-FFF2-40B4-BE49-F238E27FC236}">
                <a16:creationId xmlns:a16="http://schemas.microsoft.com/office/drawing/2014/main" id="{2E367682-D9EC-432D-AE71-AA3827BD77C1}"/>
              </a:ext>
            </a:extLst>
          </p:cNvPr>
          <p:cNvSpPr>
            <a:spLocks noGrp="1"/>
          </p:cNvSpPr>
          <p:nvPr/>
        </p:nvSpPr>
        <p:spPr>
          <a:xfrm>
            <a:off x="718806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1" name="f_small_violin_4976">
            <a:extLst>
              <a:ext uri="{FF2B5EF4-FFF2-40B4-BE49-F238E27FC236}">
                <a16:creationId xmlns:a16="http://schemas.microsoft.com/office/drawing/2014/main" id="{1F7D066F-2711-4366-B985-73D0D9CF2DEB}"/>
              </a:ext>
            </a:extLst>
          </p:cNvPr>
          <p:cNvSpPr>
            <a:spLocks noGrp="1"/>
          </p:cNvSpPr>
          <p:nvPr/>
        </p:nvSpPr>
        <p:spPr>
          <a:xfrm>
            <a:off x="717283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2" name="f_small_violin_4977">
            <a:extLst>
              <a:ext uri="{FF2B5EF4-FFF2-40B4-BE49-F238E27FC236}">
                <a16:creationId xmlns:a16="http://schemas.microsoft.com/office/drawing/2014/main" id="{8980C7B5-3EA4-49AD-84CC-4139615BA232}"/>
              </a:ext>
            </a:extLst>
          </p:cNvPr>
          <p:cNvSpPr>
            <a:spLocks noGrp="1"/>
          </p:cNvSpPr>
          <p:nvPr/>
        </p:nvSpPr>
        <p:spPr>
          <a:xfrm>
            <a:off x="7071701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3" name="f_small_violin_4978">
            <a:extLst>
              <a:ext uri="{FF2B5EF4-FFF2-40B4-BE49-F238E27FC236}">
                <a16:creationId xmlns:a16="http://schemas.microsoft.com/office/drawing/2014/main" id="{56997014-70B4-4B3C-9573-AC5204923BCC}"/>
              </a:ext>
            </a:extLst>
          </p:cNvPr>
          <p:cNvSpPr>
            <a:spLocks noGrp="1"/>
          </p:cNvSpPr>
          <p:nvPr/>
        </p:nvSpPr>
        <p:spPr>
          <a:xfrm>
            <a:off x="73227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4" name="f_small_violin_4979">
            <a:extLst>
              <a:ext uri="{FF2B5EF4-FFF2-40B4-BE49-F238E27FC236}">
                <a16:creationId xmlns:a16="http://schemas.microsoft.com/office/drawing/2014/main" id="{9D2A0D80-E930-4398-BD05-742EE6AA30DD}"/>
              </a:ext>
            </a:extLst>
          </p:cNvPr>
          <p:cNvSpPr>
            <a:spLocks noGrp="1"/>
          </p:cNvSpPr>
          <p:nvPr/>
        </p:nvSpPr>
        <p:spPr>
          <a:xfrm>
            <a:off x="7466060" y="539835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5" name="f_small_violin_4980">
            <a:extLst>
              <a:ext uri="{FF2B5EF4-FFF2-40B4-BE49-F238E27FC236}">
                <a16:creationId xmlns:a16="http://schemas.microsoft.com/office/drawing/2014/main" id="{4EE03649-E67C-4B28-8861-38EFB8617E51}"/>
              </a:ext>
            </a:extLst>
          </p:cNvPr>
          <p:cNvSpPr>
            <a:spLocks noGrp="1"/>
          </p:cNvSpPr>
          <p:nvPr/>
        </p:nvSpPr>
        <p:spPr>
          <a:xfrm>
            <a:off x="709439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6" name="f_small_violin_4981">
            <a:extLst>
              <a:ext uri="{FF2B5EF4-FFF2-40B4-BE49-F238E27FC236}">
                <a16:creationId xmlns:a16="http://schemas.microsoft.com/office/drawing/2014/main" id="{6C2292C7-20F9-4356-852E-A104EE5D3672}"/>
              </a:ext>
            </a:extLst>
          </p:cNvPr>
          <p:cNvSpPr>
            <a:spLocks noGrp="1"/>
          </p:cNvSpPr>
          <p:nvPr/>
        </p:nvSpPr>
        <p:spPr>
          <a:xfrm>
            <a:off x="737243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7" name="f_small_violin_4982">
            <a:extLst>
              <a:ext uri="{FF2B5EF4-FFF2-40B4-BE49-F238E27FC236}">
                <a16:creationId xmlns:a16="http://schemas.microsoft.com/office/drawing/2014/main" id="{515EAE22-92FF-480F-9C1F-74703D91258C}"/>
              </a:ext>
            </a:extLst>
          </p:cNvPr>
          <p:cNvSpPr>
            <a:spLocks noGrp="1"/>
          </p:cNvSpPr>
          <p:nvPr/>
        </p:nvSpPr>
        <p:spPr>
          <a:xfrm>
            <a:off x="741798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8" name="f_small_violin_4983">
            <a:extLst>
              <a:ext uri="{FF2B5EF4-FFF2-40B4-BE49-F238E27FC236}">
                <a16:creationId xmlns:a16="http://schemas.microsoft.com/office/drawing/2014/main" id="{7210613E-000A-4DA4-8FC9-DAFC5D04238E}"/>
              </a:ext>
            </a:extLst>
          </p:cNvPr>
          <p:cNvSpPr>
            <a:spLocks noGrp="1"/>
          </p:cNvSpPr>
          <p:nvPr/>
        </p:nvSpPr>
        <p:spPr>
          <a:xfrm>
            <a:off x="7206179" y="29106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19" name="f_small_violin_4984">
            <a:extLst>
              <a:ext uri="{FF2B5EF4-FFF2-40B4-BE49-F238E27FC236}">
                <a16:creationId xmlns:a16="http://schemas.microsoft.com/office/drawing/2014/main" id="{32CD78FA-8309-4C23-BEB1-964D6EE6E160}"/>
              </a:ext>
            </a:extLst>
          </p:cNvPr>
          <p:cNvSpPr>
            <a:spLocks noGrp="1"/>
          </p:cNvSpPr>
          <p:nvPr/>
        </p:nvSpPr>
        <p:spPr>
          <a:xfrm>
            <a:off x="745002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0" name="f_small_violin_4985">
            <a:extLst>
              <a:ext uri="{FF2B5EF4-FFF2-40B4-BE49-F238E27FC236}">
                <a16:creationId xmlns:a16="http://schemas.microsoft.com/office/drawing/2014/main" id="{2A30758C-1925-4D12-832B-BA771FA8F9C5}"/>
              </a:ext>
            </a:extLst>
          </p:cNvPr>
          <p:cNvSpPr>
            <a:spLocks noGrp="1"/>
          </p:cNvSpPr>
          <p:nvPr/>
        </p:nvSpPr>
        <p:spPr>
          <a:xfrm>
            <a:off x="72811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1" name="f_small_violin_4986">
            <a:extLst>
              <a:ext uri="{FF2B5EF4-FFF2-40B4-BE49-F238E27FC236}">
                <a16:creationId xmlns:a16="http://schemas.microsoft.com/office/drawing/2014/main" id="{5F7A1AB4-1912-4D28-A7EE-B4481210464F}"/>
              </a:ext>
            </a:extLst>
          </p:cNvPr>
          <p:cNvSpPr>
            <a:spLocks noGrp="1"/>
          </p:cNvSpPr>
          <p:nvPr/>
        </p:nvSpPr>
        <p:spPr>
          <a:xfrm>
            <a:off x="7292649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2" name="f_small_violin_4987">
            <a:extLst>
              <a:ext uri="{FF2B5EF4-FFF2-40B4-BE49-F238E27FC236}">
                <a16:creationId xmlns:a16="http://schemas.microsoft.com/office/drawing/2014/main" id="{5B4EF332-7BF6-4C6F-80CE-CC3E6CA1FB4F}"/>
              </a:ext>
            </a:extLst>
          </p:cNvPr>
          <p:cNvSpPr>
            <a:spLocks noGrp="1"/>
          </p:cNvSpPr>
          <p:nvPr/>
        </p:nvSpPr>
        <p:spPr>
          <a:xfrm>
            <a:off x="7491001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3" name="f_small_violin_4988">
            <a:extLst>
              <a:ext uri="{FF2B5EF4-FFF2-40B4-BE49-F238E27FC236}">
                <a16:creationId xmlns:a16="http://schemas.microsoft.com/office/drawing/2014/main" id="{9E1F0148-DE6C-43EC-939C-B3745FDF8E1E}"/>
              </a:ext>
            </a:extLst>
          </p:cNvPr>
          <p:cNvSpPr>
            <a:spLocks noGrp="1"/>
          </p:cNvSpPr>
          <p:nvPr/>
        </p:nvSpPr>
        <p:spPr>
          <a:xfrm>
            <a:off x="744203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4" name="f_small_violin_4989">
            <a:extLst>
              <a:ext uri="{FF2B5EF4-FFF2-40B4-BE49-F238E27FC236}">
                <a16:creationId xmlns:a16="http://schemas.microsoft.com/office/drawing/2014/main" id="{A79F8B65-0BF8-4124-A20D-45CD47E875C7}"/>
              </a:ext>
            </a:extLst>
          </p:cNvPr>
          <p:cNvSpPr>
            <a:spLocks noGrp="1"/>
          </p:cNvSpPr>
          <p:nvPr/>
        </p:nvSpPr>
        <p:spPr>
          <a:xfrm>
            <a:off x="738270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5" name="f_small_violin_4990">
            <a:extLst>
              <a:ext uri="{FF2B5EF4-FFF2-40B4-BE49-F238E27FC236}">
                <a16:creationId xmlns:a16="http://schemas.microsoft.com/office/drawing/2014/main" id="{811CD911-D69B-4906-84AE-9F25CAF69C0C}"/>
              </a:ext>
            </a:extLst>
          </p:cNvPr>
          <p:cNvSpPr>
            <a:spLocks noGrp="1"/>
          </p:cNvSpPr>
          <p:nvPr/>
        </p:nvSpPr>
        <p:spPr>
          <a:xfrm>
            <a:off x="722311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6" name="f_small_violin_4991">
            <a:extLst>
              <a:ext uri="{FF2B5EF4-FFF2-40B4-BE49-F238E27FC236}">
                <a16:creationId xmlns:a16="http://schemas.microsoft.com/office/drawing/2014/main" id="{D7C620C8-CC90-425B-A3C5-CEA0820CDC54}"/>
              </a:ext>
            </a:extLst>
          </p:cNvPr>
          <p:cNvSpPr>
            <a:spLocks noGrp="1"/>
          </p:cNvSpPr>
          <p:nvPr/>
        </p:nvSpPr>
        <p:spPr>
          <a:xfrm>
            <a:off x="7414676" y="552120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7" name="f_small_violin_4992">
            <a:extLst>
              <a:ext uri="{FF2B5EF4-FFF2-40B4-BE49-F238E27FC236}">
                <a16:creationId xmlns:a16="http://schemas.microsoft.com/office/drawing/2014/main" id="{11CC3571-3B77-4722-9675-DCB215BABDFC}"/>
              </a:ext>
            </a:extLst>
          </p:cNvPr>
          <p:cNvSpPr>
            <a:spLocks noGrp="1"/>
          </p:cNvSpPr>
          <p:nvPr/>
        </p:nvSpPr>
        <p:spPr>
          <a:xfrm>
            <a:off x="7427364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8" name="f_small_violin_4993">
            <a:extLst>
              <a:ext uri="{FF2B5EF4-FFF2-40B4-BE49-F238E27FC236}">
                <a16:creationId xmlns:a16="http://schemas.microsoft.com/office/drawing/2014/main" id="{718D4916-2F66-44B4-9BEB-1E29F03D632F}"/>
              </a:ext>
            </a:extLst>
          </p:cNvPr>
          <p:cNvSpPr>
            <a:spLocks noGrp="1"/>
          </p:cNvSpPr>
          <p:nvPr/>
        </p:nvSpPr>
        <p:spPr>
          <a:xfrm>
            <a:off x="7242912" y="604769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29" name="f_small_violin_4994">
            <a:extLst>
              <a:ext uri="{FF2B5EF4-FFF2-40B4-BE49-F238E27FC236}">
                <a16:creationId xmlns:a16="http://schemas.microsoft.com/office/drawing/2014/main" id="{273DA22A-E12C-442E-A9CE-2832A71402FA}"/>
              </a:ext>
            </a:extLst>
          </p:cNvPr>
          <p:cNvSpPr>
            <a:spLocks noGrp="1"/>
          </p:cNvSpPr>
          <p:nvPr/>
        </p:nvSpPr>
        <p:spPr>
          <a:xfrm>
            <a:off x="705899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0" name="f_small_violin_4995">
            <a:extLst>
              <a:ext uri="{FF2B5EF4-FFF2-40B4-BE49-F238E27FC236}">
                <a16:creationId xmlns:a16="http://schemas.microsoft.com/office/drawing/2014/main" id="{2F4F2676-4E23-49A2-A547-DA4707E6E965}"/>
              </a:ext>
            </a:extLst>
          </p:cNvPr>
          <p:cNvSpPr>
            <a:spLocks noGrp="1"/>
          </p:cNvSpPr>
          <p:nvPr/>
        </p:nvSpPr>
        <p:spPr>
          <a:xfrm>
            <a:off x="718535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1" name="f_small_violin_4996">
            <a:extLst>
              <a:ext uri="{FF2B5EF4-FFF2-40B4-BE49-F238E27FC236}">
                <a16:creationId xmlns:a16="http://schemas.microsoft.com/office/drawing/2014/main" id="{056D1970-1313-4A3A-9656-601D4B8B1209}"/>
              </a:ext>
            </a:extLst>
          </p:cNvPr>
          <p:cNvSpPr>
            <a:spLocks noGrp="1"/>
          </p:cNvSpPr>
          <p:nvPr/>
        </p:nvSpPr>
        <p:spPr>
          <a:xfrm>
            <a:off x="710697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2" name="f_small_violin_4997">
            <a:extLst>
              <a:ext uri="{FF2B5EF4-FFF2-40B4-BE49-F238E27FC236}">
                <a16:creationId xmlns:a16="http://schemas.microsoft.com/office/drawing/2014/main" id="{8DC7E8BC-78F5-425C-AA27-0368D6E555B9}"/>
              </a:ext>
            </a:extLst>
          </p:cNvPr>
          <p:cNvSpPr>
            <a:spLocks noGrp="1"/>
          </p:cNvSpPr>
          <p:nvPr/>
        </p:nvSpPr>
        <p:spPr>
          <a:xfrm>
            <a:off x="718853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3" name="f_small_violin_4998">
            <a:extLst>
              <a:ext uri="{FF2B5EF4-FFF2-40B4-BE49-F238E27FC236}">
                <a16:creationId xmlns:a16="http://schemas.microsoft.com/office/drawing/2014/main" id="{FB690C29-10E4-4955-BE82-568239035153}"/>
              </a:ext>
            </a:extLst>
          </p:cNvPr>
          <p:cNvSpPr>
            <a:spLocks noGrp="1"/>
          </p:cNvSpPr>
          <p:nvPr/>
        </p:nvSpPr>
        <p:spPr>
          <a:xfrm>
            <a:off x="7067057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4" name="f_small_violin_4999">
            <a:extLst>
              <a:ext uri="{FF2B5EF4-FFF2-40B4-BE49-F238E27FC236}">
                <a16:creationId xmlns:a16="http://schemas.microsoft.com/office/drawing/2014/main" id="{9C57B9C3-6FCD-49DA-81ED-AAE353B4E2A8}"/>
              </a:ext>
            </a:extLst>
          </p:cNvPr>
          <p:cNvSpPr>
            <a:spLocks noGrp="1"/>
          </p:cNvSpPr>
          <p:nvPr/>
        </p:nvSpPr>
        <p:spPr>
          <a:xfrm>
            <a:off x="747627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5" name="f_small_violin_5000">
            <a:extLst>
              <a:ext uri="{FF2B5EF4-FFF2-40B4-BE49-F238E27FC236}">
                <a16:creationId xmlns:a16="http://schemas.microsoft.com/office/drawing/2014/main" id="{19E3B48D-FFA0-4170-8766-7C9864173233}"/>
              </a:ext>
            </a:extLst>
          </p:cNvPr>
          <p:cNvSpPr>
            <a:spLocks noGrp="1"/>
          </p:cNvSpPr>
          <p:nvPr/>
        </p:nvSpPr>
        <p:spPr>
          <a:xfrm>
            <a:off x="7380746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6" name="f_small_violin_5001">
            <a:extLst>
              <a:ext uri="{FF2B5EF4-FFF2-40B4-BE49-F238E27FC236}">
                <a16:creationId xmlns:a16="http://schemas.microsoft.com/office/drawing/2014/main" id="{47881994-3797-41E8-94EB-8C98B9AAD193}"/>
              </a:ext>
            </a:extLst>
          </p:cNvPr>
          <p:cNvSpPr>
            <a:spLocks noGrp="1"/>
          </p:cNvSpPr>
          <p:nvPr/>
        </p:nvSpPr>
        <p:spPr>
          <a:xfrm>
            <a:off x="7469013" y="306424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7" name="f_small_violin_5002">
            <a:extLst>
              <a:ext uri="{FF2B5EF4-FFF2-40B4-BE49-F238E27FC236}">
                <a16:creationId xmlns:a16="http://schemas.microsoft.com/office/drawing/2014/main" id="{94D506BB-D996-4B61-A78D-714BC2745FA6}"/>
              </a:ext>
            </a:extLst>
          </p:cNvPr>
          <p:cNvSpPr>
            <a:spLocks noGrp="1"/>
          </p:cNvSpPr>
          <p:nvPr/>
        </p:nvSpPr>
        <p:spPr>
          <a:xfrm>
            <a:off x="7055955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8" name="f_small_violin_5003">
            <a:extLst>
              <a:ext uri="{FF2B5EF4-FFF2-40B4-BE49-F238E27FC236}">
                <a16:creationId xmlns:a16="http://schemas.microsoft.com/office/drawing/2014/main" id="{8C61B8F3-7A3B-4CD0-B927-F6ACA4200EC3}"/>
              </a:ext>
            </a:extLst>
          </p:cNvPr>
          <p:cNvSpPr>
            <a:spLocks noGrp="1"/>
          </p:cNvSpPr>
          <p:nvPr/>
        </p:nvSpPr>
        <p:spPr>
          <a:xfrm>
            <a:off x="742624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39" name="f_small_violin_5004">
            <a:extLst>
              <a:ext uri="{FF2B5EF4-FFF2-40B4-BE49-F238E27FC236}">
                <a16:creationId xmlns:a16="http://schemas.microsoft.com/office/drawing/2014/main" id="{6ED29577-B43A-4EF4-BF47-AC5FA1F615BF}"/>
              </a:ext>
            </a:extLst>
          </p:cNvPr>
          <p:cNvSpPr>
            <a:spLocks noGrp="1"/>
          </p:cNvSpPr>
          <p:nvPr/>
        </p:nvSpPr>
        <p:spPr>
          <a:xfrm>
            <a:off x="7451806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0" name="f_small_violin_5005">
            <a:extLst>
              <a:ext uri="{FF2B5EF4-FFF2-40B4-BE49-F238E27FC236}">
                <a16:creationId xmlns:a16="http://schemas.microsoft.com/office/drawing/2014/main" id="{E427F581-C62B-4D94-84D5-3848DC0034D4}"/>
              </a:ext>
            </a:extLst>
          </p:cNvPr>
          <p:cNvSpPr>
            <a:spLocks noGrp="1"/>
          </p:cNvSpPr>
          <p:nvPr/>
        </p:nvSpPr>
        <p:spPr>
          <a:xfrm>
            <a:off x="7044659" y="3502991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1" name="f_small_violin_5006">
            <a:extLst>
              <a:ext uri="{FF2B5EF4-FFF2-40B4-BE49-F238E27FC236}">
                <a16:creationId xmlns:a16="http://schemas.microsoft.com/office/drawing/2014/main" id="{B45644E4-361A-456B-B7B8-B1EB8D6F097F}"/>
              </a:ext>
            </a:extLst>
          </p:cNvPr>
          <p:cNvSpPr>
            <a:spLocks noGrp="1"/>
          </p:cNvSpPr>
          <p:nvPr/>
        </p:nvSpPr>
        <p:spPr>
          <a:xfrm>
            <a:off x="724836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2" name="f_small_violin_5007">
            <a:extLst>
              <a:ext uri="{FF2B5EF4-FFF2-40B4-BE49-F238E27FC236}">
                <a16:creationId xmlns:a16="http://schemas.microsoft.com/office/drawing/2014/main" id="{FF54BF17-4EA9-4007-B22A-76B499102962}"/>
              </a:ext>
            </a:extLst>
          </p:cNvPr>
          <p:cNvSpPr>
            <a:spLocks noGrp="1"/>
          </p:cNvSpPr>
          <p:nvPr/>
        </p:nvSpPr>
        <p:spPr>
          <a:xfrm>
            <a:off x="737391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3" name="f_small_violin_5008">
            <a:extLst>
              <a:ext uri="{FF2B5EF4-FFF2-40B4-BE49-F238E27FC236}">
                <a16:creationId xmlns:a16="http://schemas.microsoft.com/office/drawing/2014/main" id="{CAFF20B2-9E4F-4CD2-8BF7-3D4C11209585}"/>
              </a:ext>
            </a:extLst>
          </p:cNvPr>
          <p:cNvSpPr>
            <a:spLocks noGrp="1"/>
          </p:cNvSpPr>
          <p:nvPr/>
        </p:nvSpPr>
        <p:spPr>
          <a:xfrm>
            <a:off x="7120108" y="5851950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4" name="f_small_violin_5009">
            <a:extLst>
              <a:ext uri="{FF2B5EF4-FFF2-40B4-BE49-F238E27FC236}">
                <a16:creationId xmlns:a16="http://schemas.microsoft.com/office/drawing/2014/main" id="{3D2B6E47-8A83-4829-883D-101F0B881FCB}"/>
              </a:ext>
            </a:extLst>
          </p:cNvPr>
          <p:cNvSpPr>
            <a:spLocks noGrp="1"/>
          </p:cNvSpPr>
          <p:nvPr/>
        </p:nvSpPr>
        <p:spPr>
          <a:xfrm>
            <a:off x="728052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5" name="f_small_violin_5010">
            <a:extLst>
              <a:ext uri="{FF2B5EF4-FFF2-40B4-BE49-F238E27FC236}">
                <a16:creationId xmlns:a16="http://schemas.microsoft.com/office/drawing/2014/main" id="{E5394BBE-8C48-4E94-9E31-893E92AA2E56}"/>
              </a:ext>
            </a:extLst>
          </p:cNvPr>
          <p:cNvSpPr>
            <a:spLocks noGrp="1"/>
          </p:cNvSpPr>
          <p:nvPr/>
        </p:nvSpPr>
        <p:spPr>
          <a:xfrm>
            <a:off x="745961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6" name="f_small_violin_5011">
            <a:extLst>
              <a:ext uri="{FF2B5EF4-FFF2-40B4-BE49-F238E27FC236}">
                <a16:creationId xmlns:a16="http://schemas.microsoft.com/office/drawing/2014/main" id="{4667CD44-BF18-403B-8CE7-A2421BB81BCD}"/>
              </a:ext>
            </a:extLst>
          </p:cNvPr>
          <p:cNvSpPr>
            <a:spLocks noGrp="1"/>
          </p:cNvSpPr>
          <p:nvPr/>
        </p:nvSpPr>
        <p:spPr>
          <a:xfrm>
            <a:off x="7226134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7" name="f_small_violin_5012">
            <a:extLst>
              <a:ext uri="{FF2B5EF4-FFF2-40B4-BE49-F238E27FC236}">
                <a16:creationId xmlns:a16="http://schemas.microsoft.com/office/drawing/2014/main" id="{62ED8E22-A526-42E1-929F-E87A03A201EE}"/>
              </a:ext>
            </a:extLst>
          </p:cNvPr>
          <p:cNvSpPr>
            <a:spLocks noGrp="1"/>
          </p:cNvSpPr>
          <p:nvPr/>
        </p:nvSpPr>
        <p:spPr>
          <a:xfrm>
            <a:off x="7078983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8" name="f_small_violin_5013">
            <a:extLst>
              <a:ext uri="{FF2B5EF4-FFF2-40B4-BE49-F238E27FC236}">
                <a16:creationId xmlns:a16="http://schemas.microsoft.com/office/drawing/2014/main" id="{D05B6B01-923B-4E1F-9B53-BBD12C76A485}"/>
              </a:ext>
            </a:extLst>
          </p:cNvPr>
          <p:cNvSpPr>
            <a:spLocks noGrp="1"/>
          </p:cNvSpPr>
          <p:nvPr/>
        </p:nvSpPr>
        <p:spPr>
          <a:xfrm>
            <a:off x="7433741" y="521408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49" name="f_small_violin_5014">
            <a:extLst>
              <a:ext uri="{FF2B5EF4-FFF2-40B4-BE49-F238E27FC236}">
                <a16:creationId xmlns:a16="http://schemas.microsoft.com/office/drawing/2014/main" id="{7D8A9D67-B526-4DC3-A23A-0C6EA9331A2D}"/>
              </a:ext>
            </a:extLst>
          </p:cNvPr>
          <p:cNvSpPr>
            <a:spLocks noGrp="1"/>
          </p:cNvSpPr>
          <p:nvPr/>
        </p:nvSpPr>
        <p:spPr>
          <a:xfrm>
            <a:off x="714203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0" name="f_small_violin_5015">
            <a:extLst>
              <a:ext uri="{FF2B5EF4-FFF2-40B4-BE49-F238E27FC236}">
                <a16:creationId xmlns:a16="http://schemas.microsoft.com/office/drawing/2014/main" id="{00EA73C9-022B-40F4-9CC0-97F106C32B27}"/>
              </a:ext>
            </a:extLst>
          </p:cNvPr>
          <p:cNvSpPr>
            <a:spLocks noGrp="1"/>
          </p:cNvSpPr>
          <p:nvPr/>
        </p:nvSpPr>
        <p:spPr>
          <a:xfrm>
            <a:off x="7235748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1" name="f_small_violin_5016">
            <a:extLst>
              <a:ext uri="{FF2B5EF4-FFF2-40B4-BE49-F238E27FC236}">
                <a16:creationId xmlns:a16="http://schemas.microsoft.com/office/drawing/2014/main" id="{F5813B51-71AD-4C7D-8E11-717ECC524C7A}"/>
              </a:ext>
            </a:extLst>
          </p:cNvPr>
          <p:cNvSpPr>
            <a:spLocks noGrp="1"/>
          </p:cNvSpPr>
          <p:nvPr/>
        </p:nvSpPr>
        <p:spPr>
          <a:xfrm>
            <a:off x="728652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2" name="f_small_violin_5017">
            <a:extLst>
              <a:ext uri="{FF2B5EF4-FFF2-40B4-BE49-F238E27FC236}">
                <a16:creationId xmlns:a16="http://schemas.microsoft.com/office/drawing/2014/main" id="{ACA0D422-F3D5-47B2-8BCF-1E50506B2DED}"/>
              </a:ext>
            </a:extLst>
          </p:cNvPr>
          <p:cNvSpPr>
            <a:spLocks noGrp="1"/>
          </p:cNvSpPr>
          <p:nvPr/>
        </p:nvSpPr>
        <p:spPr>
          <a:xfrm>
            <a:off x="70238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3" name="f_small_violin_5018">
            <a:extLst>
              <a:ext uri="{FF2B5EF4-FFF2-40B4-BE49-F238E27FC236}">
                <a16:creationId xmlns:a16="http://schemas.microsoft.com/office/drawing/2014/main" id="{8E5B3132-CD66-45F1-B2C5-3EA5F86A5FB6}"/>
              </a:ext>
            </a:extLst>
          </p:cNvPr>
          <p:cNvSpPr>
            <a:spLocks noGrp="1"/>
          </p:cNvSpPr>
          <p:nvPr/>
        </p:nvSpPr>
        <p:spPr>
          <a:xfrm>
            <a:off x="74444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4" name="f_small_violin_5019">
            <a:extLst>
              <a:ext uri="{FF2B5EF4-FFF2-40B4-BE49-F238E27FC236}">
                <a16:creationId xmlns:a16="http://schemas.microsoft.com/office/drawing/2014/main" id="{8124D025-3592-4FB1-B475-8DF8D1843B1B}"/>
              </a:ext>
            </a:extLst>
          </p:cNvPr>
          <p:cNvSpPr>
            <a:spLocks noGrp="1"/>
          </p:cNvSpPr>
          <p:nvPr/>
        </p:nvSpPr>
        <p:spPr>
          <a:xfrm>
            <a:off x="749696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" name="f_small_violin_5020">
            <a:extLst>
              <a:ext uri="{FF2B5EF4-FFF2-40B4-BE49-F238E27FC236}">
                <a16:creationId xmlns:a16="http://schemas.microsoft.com/office/drawing/2014/main" id="{F96DFEA5-8EC2-4DBF-8597-77018489D461}"/>
              </a:ext>
            </a:extLst>
          </p:cNvPr>
          <p:cNvSpPr>
            <a:spLocks noGrp="1"/>
          </p:cNvSpPr>
          <p:nvPr/>
        </p:nvSpPr>
        <p:spPr>
          <a:xfrm>
            <a:off x="716466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" name="f_small_violin_5021">
            <a:extLst>
              <a:ext uri="{FF2B5EF4-FFF2-40B4-BE49-F238E27FC236}">
                <a16:creationId xmlns:a16="http://schemas.microsoft.com/office/drawing/2014/main" id="{AB544C8D-E4FD-41C4-B0FD-C262C18883B1}"/>
              </a:ext>
            </a:extLst>
          </p:cNvPr>
          <p:cNvSpPr>
            <a:spLocks noGrp="1"/>
          </p:cNvSpPr>
          <p:nvPr/>
        </p:nvSpPr>
        <p:spPr>
          <a:xfrm>
            <a:off x="7344116" y="337136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" name="f_small_violin_5022">
            <a:extLst>
              <a:ext uri="{FF2B5EF4-FFF2-40B4-BE49-F238E27FC236}">
                <a16:creationId xmlns:a16="http://schemas.microsoft.com/office/drawing/2014/main" id="{37F029EF-ADAD-4CD1-AFF3-CB92CD95ACB0}"/>
              </a:ext>
            </a:extLst>
          </p:cNvPr>
          <p:cNvSpPr>
            <a:spLocks noGrp="1"/>
          </p:cNvSpPr>
          <p:nvPr/>
        </p:nvSpPr>
        <p:spPr>
          <a:xfrm>
            <a:off x="7192602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" name="f_small_violin_5023">
            <a:extLst>
              <a:ext uri="{FF2B5EF4-FFF2-40B4-BE49-F238E27FC236}">
                <a16:creationId xmlns:a16="http://schemas.microsoft.com/office/drawing/2014/main" id="{0489FEC6-5D93-4A19-A459-DEFE7997D3B6}"/>
              </a:ext>
            </a:extLst>
          </p:cNvPr>
          <p:cNvSpPr>
            <a:spLocks noGrp="1"/>
          </p:cNvSpPr>
          <p:nvPr/>
        </p:nvSpPr>
        <p:spPr>
          <a:xfrm>
            <a:off x="724448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" name="f_small_violin_5024">
            <a:extLst>
              <a:ext uri="{FF2B5EF4-FFF2-40B4-BE49-F238E27FC236}">
                <a16:creationId xmlns:a16="http://schemas.microsoft.com/office/drawing/2014/main" id="{5F25482F-45BC-4B85-BA75-F76C84F6F6A3}"/>
              </a:ext>
            </a:extLst>
          </p:cNvPr>
          <p:cNvSpPr>
            <a:spLocks noGrp="1"/>
          </p:cNvSpPr>
          <p:nvPr/>
        </p:nvSpPr>
        <p:spPr>
          <a:xfrm>
            <a:off x="7502821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" name="f_small_violin_5025">
            <a:extLst>
              <a:ext uri="{FF2B5EF4-FFF2-40B4-BE49-F238E27FC236}">
                <a16:creationId xmlns:a16="http://schemas.microsoft.com/office/drawing/2014/main" id="{6981BFA5-43B4-43C8-BCB1-F409F1571A12}"/>
              </a:ext>
            </a:extLst>
          </p:cNvPr>
          <p:cNvSpPr>
            <a:spLocks noGrp="1"/>
          </p:cNvSpPr>
          <p:nvPr/>
        </p:nvSpPr>
        <p:spPr>
          <a:xfrm>
            <a:off x="7270774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" name="f_small_violin_5026">
            <a:extLst>
              <a:ext uri="{FF2B5EF4-FFF2-40B4-BE49-F238E27FC236}">
                <a16:creationId xmlns:a16="http://schemas.microsoft.com/office/drawing/2014/main" id="{222D2401-14C2-42AC-8AF3-A7EF3652E7B4}"/>
              </a:ext>
            </a:extLst>
          </p:cNvPr>
          <p:cNvSpPr>
            <a:spLocks noGrp="1"/>
          </p:cNvSpPr>
          <p:nvPr/>
        </p:nvSpPr>
        <p:spPr>
          <a:xfrm>
            <a:off x="7495882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" name="f_small_violin_5027">
            <a:extLst>
              <a:ext uri="{FF2B5EF4-FFF2-40B4-BE49-F238E27FC236}">
                <a16:creationId xmlns:a16="http://schemas.microsoft.com/office/drawing/2014/main" id="{2CDB9793-3E52-4C67-A578-30BA6B79BB8B}"/>
              </a:ext>
            </a:extLst>
          </p:cNvPr>
          <p:cNvSpPr>
            <a:spLocks noGrp="1"/>
          </p:cNvSpPr>
          <p:nvPr/>
        </p:nvSpPr>
        <p:spPr>
          <a:xfrm>
            <a:off x="7238707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" name="f_small_violin_5028">
            <a:extLst>
              <a:ext uri="{FF2B5EF4-FFF2-40B4-BE49-F238E27FC236}">
                <a16:creationId xmlns:a16="http://schemas.microsoft.com/office/drawing/2014/main" id="{93CBF9A9-3793-4C18-8F46-75DC13C3EB64}"/>
              </a:ext>
            </a:extLst>
          </p:cNvPr>
          <p:cNvSpPr>
            <a:spLocks noGrp="1"/>
          </p:cNvSpPr>
          <p:nvPr/>
        </p:nvSpPr>
        <p:spPr>
          <a:xfrm>
            <a:off x="740885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" name="f_small_violin_5029">
            <a:extLst>
              <a:ext uri="{FF2B5EF4-FFF2-40B4-BE49-F238E27FC236}">
                <a16:creationId xmlns:a16="http://schemas.microsoft.com/office/drawing/2014/main" id="{0459D3E2-F799-48E1-9289-D2E601E9D858}"/>
              </a:ext>
            </a:extLst>
          </p:cNvPr>
          <p:cNvSpPr>
            <a:spLocks noGrp="1"/>
          </p:cNvSpPr>
          <p:nvPr/>
        </p:nvSpPr>
        <p:spPr>
          <a:xfrm>
            <a:off x="73395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" name="f_small_violin_5030">
            <a:extLst>
              <a:ext uri="{FF2B5EF4-FFF2-40B4-BE49-F238E27FC236}">
                <a16:creationId xmlns:a16="http://schemas.microsoft.com/office/drawing/2014/main" id="{D4E21DCD-8E60-484D-B1A6-8AF9FFE9A272}"/>
              </a:ext>
            </a:extLst>
          </p:cNvPr>
          <p:cNvSpPr>
            <a:spLocks noGrp="1"/>
          </p:cNvSpPr>
          <p:nvPr/>
        </p:nvSpPr>
        <p:spPr>
          <a:xfrm>
            <a:off x="731936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" name="f_small_violin_5031">
            <a:extLst>
              <a:ext uri="{FF2B5EF4-FFF2-40B4-BE49-F238E27FC236}">
                <a16:creationId xmlns:a16="http://schemas.microsoft.com/office/drawing/2014/main" id="{88C99A6C-7855-4C18-BBD3-DB7D53DD1304}"/>
              </a:ext>
            </a:extLst>
          </p:cNvPr>
          <p:cNvSpPr>
            <a:spLocks noGrp="1"/>
          </p:cNvSpPr>
          <p:nvPr/>
        </p:nvSpPr>
        <p:spPr>
          <a:xfrm>
            <a:off x="704134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" name="f_small_violin_5032">
            <a:extLst>
              <a:ext uri="{FF2B5EF4-FFF2-40B4-BE49-F238E27FC236}">
                <a16:creationId xmlns:a16="http://schemas.microsoft.com/office/drawing/2014/main" id="{AC92B4C5-726B-49C2-8BB6-94DB2FE9CA8A}"/>
              </a:ext>
            </a:extLst>
          </p:cNvPr>
          <p:cNvSpPr>
            <a:spLocks noGrp="1"/>
          </p:cNvSpPr>
          <p:nvPr/>
        </p:nvSpPr>
        <p:spPr>
          <a:xfrm>
            <a:off x="713155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" name="f_small_violin_5033">
            <a:extLst>
              <a:ext uri="{FF2B5EF4-FFF2-40B4-BE49-F238E27FC236}">
                <a16:creationId xmlns:a16="http://schemas.microsoft.com/office/drawing/2014/main" id="{FA6F08DA-01D2-4E68-B663-E3EE264C705E}"/>
              </a:ext>
            </a:extLst>
          </p:cNvPr>
          <p:cNvSpPr>
            <a:spLocks noGrp="1"/>
          </p:cNvSpPr>
          <p:nvPr/>
        </p:nvSpPr>
        <p:spPr>
          <a:xfrm>
            <a:off x="752136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" name="f_small_violin_5034">
            <a:extLst>
              <a:ext uri="{FF2B5EF4-FFF2-40B4-BE49-F238E27FC236}">
                <a16:creationId xmlns:a16="http://schemas.microsoft.com/office/drawing/2014/main" id="{4B1FFD00-4048-4017-A51D-E25E1999422B}"/>
              </a:ext>
            </a:extLst>
          </p:cNvPr>
          <p:cNvSpPr>
            <a:spLocks noGrp="1"/>
          </p:cNvSpPr>
          <p:nvPr/>
        </p:nvSpPr>
        <p:spPr>
          <a:xfrm>
            <a:off x="739830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" name="f_small_violin_5035">
            <a:extLst>
              <a:ext uri="{FF2B5EF4-FFF2-40B4-BE49-F238E27FC236}">
                <a16:creationId xmlns:a16="http://schemas.microsoft.com/office/drawing/2014/main" id="{49AE21D5-7F46-432A-AD2E-0309B882DF89}"/>
              </a:ext>
            </a:extLst>
          </p:cNvPr>
          <p:cNvSpPr>
            <a:spLocks noGrp="1"/>
          </p:cNvSpPr>
          <p:nvPr/>
        </p:nvSpPr>
        <p:spPr>
          <a:xfrm>
            <a:off x="7386327" y="4906966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" name="f_small_violin_5036">
            <a:extLst>
              <a:ext uri="{FF2B5EF4-FFF2-40B4-BE49-F238E27FC236}">
                <a16:creationId xmlns:a16="http://schemas.microsoft.com/office/drawing/2014/main" id="{BDF33C17-AAC3-4D5A-9B23-AE9F33141538}"/>
              </a:ext>
            </a:extLst>
          </p:cNvPr>
          <p:cNvSpPr>
            <a:spLocks noGrp="1"/>
          </p:cNvSpPr>
          <p:nvPr/>
        </p:nvSpPr>
        <p:spPr>
          <a:xfrm>
            <a:off x="7149800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" name="f_small_violin_5037">
            <a:extLst>
              <a:ext uri="{FF2B5EF4-FFF2-40B4-BE49-F238E27FC236}">
                <a16:creationId xmlns:a16="http://schemas.microsoft.com/office/drawing/2014/main" id="{5C5E4884-2E25-4A36-9B0D-5C788D61C827}"/>
              </a:ext>
            </a:extLst>
          </p:cNvPr>
          <p:cNvSpPr>
            <a:spLocks noGrp="1"/>
          </p:cNvSpPr>
          <p:nvPr/>
        </p:nvSpPr>
        <p:spPr>
          <a:xfrm>
            <a:off x="735584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" name="f_small_violin_5038">
            <a:extLst>
              <a:ext uri="{FF2B5EF4-FFF2-40B4-BE49-F238E27FC236}">
                <a16:creationId xmlns:a16="http://schemas.microsoft.com/office/drawing/2014/main" id="{E51B779A-FC7D-4495-BB61-714DE65CCA70}"/>
              </a:ext>
            </a:extLst>
          </p:cNvPr>
          <p:cNvSpPr>
            <a:spLocks noGrp="1"/>
          </p:cNvSpPr>
          <p:nvPr/>
        </p:nvSpPr>
        <p:spPr>
          <a:xfrm>
            <a:off x="7215733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" name="f_small_violin_5039">
            <a:extLst>
              <a:ext uri="{FF2B5EF4-FFF2-40B4-BE49-F238E27FC236}">
                <a16:creationId xmlns:a16="http://schemas.microsoft.com/office/drawing/2014/main" id="{68D8FED9-1C3A-4650-BD94-1A84034748DC}"/>
              </a:ext>
            </a:extLst>
          </p:cNvPr>
          <p:cNvSpPr>
            <a:spLocks noGrp="1"/>
          </p:cNvSpPr>
          <p:nvPr/>
        </p:nvSpPr>
        <p:spPr>
          <a:xfrm>
            <a:off x="7038997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" name="f_small_violin_5040">
            <a:extLst>
              <a:ext uri="{FF2B5EF4-FFF2-40B4-BE49-F238E27FC236}">
                <a16:creationId xmlns:a16="http://schemas.microsoft.com/office/drawing/2014/main" id="{4C3A8875-3F99-4693-915E-2831B3B04A3A}"/>
              </a:ext>
            </a:extLst>
          </p:cNvPr>
          <p:cNvSpPr>
            <a:spLocks noGrp="1"/>
          </p:cNvSpPr>
          <p:nvPr/>
        </p:nvSpPr>
        <p:spPr>
          <a:xfrm>
            <a:off x="7091853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" name="f_small_violin_5041">
            <a:extLst>
              <a:ext uri="{FF2B5EF4-FFF2-40B4-BE49-F238E27FC236}">
                <a16:creationId xmlns:a16="http://schemas.microsoft.com/office/drawing/2014/main" id="{6E4C7743-D5F7-4766-B35E-0B292255541E}"/>
              </a:ext>
            </a:extLst>
          </p:cNvPr>
          <p:cNvSpPr>
            <a:spLocks noGrp="1"/>
          </p:cNvSpPr>
          <p:nvPr/>
        </p:nvSpPr>
        <p:spPr>
          <a:xfrm>
            <a:off x="740604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" name="f_small_violin_5042">
            <a:extLst>
              <a:ext uri="{FF2B5EF4-FFF2-40B4-BE49-F238E27FC236}">
                <a16:creationId xmlns:a16="http://schemas.microsoft.com/office/drawing/2014/main" id="{437EBB18-1B8F-4B0F-B255-0AF427ECAFFB}"/>
              </a:ext>
            </a:extLst>
          </p:cNvPr>
          <p:cNvSpPr>
            <a:spLocks noGrp="1"/>
          </p:cNvSpPr>
          <p:nvPr/>
        </p:nvSpPr>
        <p:spPr>
          <a:xfrm>
            <a:off x="747723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" name="f_small_violin_5043">
            <a:extLst>
              <a:ext uri="{FF2B5EF4-FFF2-40B4-BE49-F238E27FC236}">
                <a16:creationId xmlns:a16="http://schemas.microsoft.com/office/drawing/2014/main" id="{8EF8701A-2711-4256-B11D-B277E0483A71}"/>
              </a:ext>
            </a:extLst>
          </p:cNvPr>
          <p:cNvSpPr>
            <a:spLocks noGrp="1"/>
          </p:cNvSpPr>
          <p:nvPr/>
        </p:nvSpPr>
        <p:spPr>
          <a:xfrm>
            <a:off x="7273678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" name="f_small_violin_5044">
            <a:extLst>
              <a:ext uri="{FF2B5EF4-FFF2-40B4-BE49-F238E27FC236}">
                <a16:creationId xmlns:a16="http://schemas.microsoft.com/office/drawing/2014/main" id="{A0925B64-56B5-41FB-8404-534B7FACDF09}"/>
              </a:ext>
            </a:extLst>
          </p:cNvPr>
          <p:cNvSpPr>
            <a:spLocks noGrp="1"/>
          </p:cNvSpPr>
          <p:nvPr/>
        </p:nvSpPr>
        <p:spPr>
          <a:xfrm>
            <a:off x="7324599" y="5725952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" name="f_small_violin_5045">
            <a:extLst>
              <a:ext uri="{FF2B5EF4-FFF2-40B4-BE49-F238E27FC236}">
                <a16:creationId xmlns:a16="http://schemas.microsoft.com/office/drawing/2014/main" id="{F18AF930-0C41-4D46-BFD0-BB644359E30B}"/>
              </a:ext>
            </a:extLst>
          </p:cNvPr>
          <p:cNvSpPr>
            <a:spLocks noGrp="1"/>
          </p:cNvSpPr>
          <p:nvPr/>
        </p:nvSpPr>
        <p:spPr>
          <a:xfrm>
            <a:off x="7190484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" name="f_small_violin_5046">
            <a:extLst>
              <a:ext uri="{FF2B5EF4-FFF2-40B4-BE49-F238E27FC236}">
                <a16:creationId xmlns:a16="http://schemas.microsoft.com/office/drawing/2014/main" id="{637DABF4-821B-45A0-8EA7-13CA639313C0}"/>
              </a:ext>
            </a:extLst>
          </p:cNvPr>
          <p:cNvSpPr>
            <a:spLocks noGrp="1"/>
          </p:cNvSpPr>
          <p:nvPr/>
        </p:nvSpPr>
        <p:spPr>
          <a:xfrm>
            <a:off x="7078466" y="3678488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" name="f_small_violin_5047">
            <a:extLst>
              <a:ext uri="{FF2B5EF4-FFF2-40B4-BE49-F238E27FC236}">
                <a16:creationId xmlns:a16="http://schemas.microsoft.com/office/drawing/2014/main" id="{758427A7-68FE-45E0-B2E5-B6CE83C5292B}"/>
              </a:ext>
            </a:extLst>
          </p:cNvPr>
          <p:cNvSpPr>
            <a:spLocks noGrp="1"/>
          </p:cNvSpPr>
          <p:nvPr/>
        </p:nvSpPr>
        <p:spPr>
          <a:xfrm>
            <a:off x="7130610" y="3924183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" name="f_small_violin_5048">
            <a:extLst>
              <a:ext uri="{FF2B5EF4-FFF2-40B4-BE49-F238E27FC236}">
                <a16:creationId xmlns:a16="http://schemas.microsoft.com/office/drawing/2014/main" id="{1CAA9F98-DBE6-466F-8301-B0FFC70B6D4B}"/>
              </a:ext>
            </a:extLst>
          </p:cNvPr>
          <p:cNvSpPr>
            <a:spLocks noGrp="1"/>
          </p:cNvSpPr>
          <p:nvPr/>
        </p:nvSpPr>
        <p:spPr>
          <a:xfrm>
            <a:off x="7065189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" name="f_small_violin_5049">
            <a:extLst>
              <a:ext uri="{FF2B5EF4-FFF2-40B4-BE49-F238E27FC236}">
                <a16:creationId xmlns:a16="http://schemas.microsoft.com/office/drawing/2014/main" id="{A1265BBC-22D7-42A1-AE3F-CAC76E31252C}"/>
              </a:ext>
            </a:extLst>
          </p:cNvPr>
          <p:cNvSpPr>
            <a:spLocks noGrp="1"/>
          </p:cNvSpPr>
          <p:nvPr/>
        </p:nvSpPr>
        <p:spPr>
          <a:xfrm>
            <a:off x="7165421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" name="f_small_violin_5050">
            <a:extLst>
              <a:ext uri="{FF2B5EF4-FFF2-40B4-BE49-F238E27FC236}">
                <a16:creationId xmlns:a16="http://schemas.microsoft.com/office/drawing/2014/main" id="{791B4E30-B4A0-4366-84ED-1ADA2E81C17E}"/>
              </a:ext>
            </a:extLst>
          </p:cNvPr>
          <p:cNvSpPr>
            <a:spLocks noGrp="1"/>
          </p:cNvSpPr>
          <p:nvPr/>
        </p:nvSpPr>
        <p:spPr>
          <a:xfrm>
            <a:off x="7117990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" name="f_small_violin_5051">
            <a:extLst>
              <a:ext uri="{FF2B5EF4-FFF2-40B4-BE49-F238E27FC236}">
                <a16:creationId xmlns:a16="http://schemas.microsoft.com/office/drawing/2014/main" id="{95184D95-2A19-4FF1-8BEB-E25B652170ED}"/>
              </a:ext>
            </a:extLst>
          </p:cNvPr>
          <p:cNvSpPr>
            <a:spLocks noGrp="1"/>
          </p:cNvSpPr>
          <p:nvPr/>
        </p:nvSpPr>
        <p:spPr>
          <a:xfrm>
            <a:off x="7210186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" name="f_small_violin_5052">
            <a:extLst>
              <a:ext uri="{FF2B5EF4-FFF2-40B4-BE49-F238E27FC236}">
                <a16:creationId xmlns:a16="http://schemas.microsoft.com/office/drawing/2014/main" id="{34ACA3E4-D0BC-4B86-8270-83F1B87D5117}"/>
              </a:ext>
            </a:extLst>
          </p:cNvPr>
          <p:cNvSpPr>
            <a:spLocks noGrp="1"/>
          </p:cNvSpPr>
          <p:nvPr/>
        </p:nvSpPr>
        <p:spPr>
          <a:xfrm>
            <a:off x="7399098" y="4292727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" name="f_small_violin_5053">
            <a:extLst>
              <a:ext uri="{FF2B5EF4-FFF2-40B4-BE49-F238E27FC236}">
                <a16:creationId xmlns:a16="http://schemas.microsoft.com/office/drawing/2014/main" id="{53D2218D-8D9C-40F8-9D66-2D2F8B0FB6D2}"/>
              </a:ext>
            </a:extLst>
          </p:cNvPr>
          <p:cNvSpPr>
            <a:spLocks noGrp="1"/>
          </p:cNvSpPr>
          <p:nvPr/>
        </p:nvSpPr>
        <p:spPr>
          <a:xfrm>
            <a:off x="7210359" y="2450009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" name="f_small_violin_5054">
            <a:extLst>
              <a:ext uri="{FF2B5EF4-FFF2-40B4-BE49-F238E27FC236}">
                <a16:creationId xmlns:a16="http://schemas.microsoft.com/office/drawing/2014/main" id="{BB63C136-4164-454A-9E51-75A9629E889B}"/>
              </a:ext>
            </a:extLst>
          </p:cNvPr>
          <p:cNvSpPr>
            <a:spLocks noGrp="1"/>
          </p:cNvSpPr>
          <p:nvPr/>
        </p:nvSpPr>
        <p:spPr>
          <a:xfrm>
            <a:off x="7437678" y="6135445"/>
            <a:ext cx="78548" cy="78548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" name="f_small_violin_5055">
            <a:extLst>
              <a:ext uri="{FF2B5EF4-FFF2-40B4-BE49-F238E27FC236}">
                <a16:creationId xmlns:a16="http://schemas.microsoft.com/office/drawing/2014/main" id="{769B9E59-D412-4ABA-9571-B542C7E42036}"/>
              </a:ext>
            </a:extLst>
          </p:cNvPr>
          <p:cNvSpPr>
            <a:spLocks noGrp="1"/>
          </p:cNvSpPr>
          <p:nvPr/>
        </p:nvSpPr>
        <p:spPr>
          <a:xfrm>
            <a:off x="7897770" y="2489283"/>
            <a:ext cx="782595" cy="3685436"/>
          </a:xfrm>
          <a:custGeom>
            <a:avLst/>
            <a:gdLst/>
            <a:ahLst/>
            <a:cxnLst/>
            <a:rect l="0" t="0" r="0" b="0"/>
            <a:pathLst>
              <a:path w="782595" h="3685436">
                <a:moveTo>
                  <a:pt x="684756" y="3685436"/>
                </a:moveTo>
                <a:lnTo>
                  <a:pt x="97839" y="3685436"/>
                </a:lnTo>
                <a:lnTo>
                  <a:pt x="100995" y="3662402"/>
                </a:lnTo>
                <a:lnTo>
                  <a:pt x="110256" y="3639368"/>
                </a:lnTo>
                <a:lnTo>
                  <a:pt x="125023" y="3616334"/>
                </a:lnTo>
                <a:lnTo>
                  <a:pt x="144368" y="3593300"/>
                </a:lnTo>
                <a:lnTo>
                  <a:pt x="167130" y="3570266"/>
                </a:lnTo>
                <a:lnTo>
                  <a:pt x="192026" y="3547232"/>
                </a:lnTo>
                <a:lnTo>
                  <a:pt x="217771" y="3524198"/>
                </a:lnTo>
                <a:lnTo>
                  <a:pt x="243180" y="3501164"/>
                </a:lnTo>
                <a:lnTo>
                  <a:pt x="267249" y="3478130"/>
                </a:lnTo>
                <a:lnTo>
                  <a:pt x="289210" y="3455096"/>
                </a:lnTo>
                <a:lnTo>
                  <a:pt x="308550" y="3432062"/>
                </a:lnTo>
                <a:lnTo>
                  <a:pt x="325007" y="3409028"/>
                </a:lnTo>
                <a:lnTo>
                  <a:pt x="338538" y="3385994"/>
                </a:lnTo>
                <a:lnTo>
                  <a:pt x="349278" y="3362960"/>
                </a:lnTo>
                <a:lnTo>
                  <a:pt x="357489" y="3339926"/>
                </a:lnTo>
                <a:lnTo>
                  <a:pt x="363515" y="3316892"/>
                </a:lnTo>
                <a:lnTo>
                  <a:pt x="367734" y="3293858"/>
                </a:lnTo>
                <a:lnTo>
                  <a:pt x="370524" y="3270824"/>
                </a:lnTo>
                <a:lnTo>
                  <a:pt x="372240" y="3247790"/>
                </a:lnTo>
                <a:lnTo>
                  <a:pt x="373196" y="3224756"/>
                </a:lnTo>
                <a:lnTo>
                  <a:pt x="373654" y="3201722"/>
                </a:lnTo>
                <a:lnTo>
                  <a:pt x="373828" y="3178688"/>
                </a:lnTo>
                <a:lnTo>
                  <a:pt x="373879" y="3155654"/>
                </a:lnTo>
                <a:lnTo>
                  <a:pt x="373923" y="3132620"/>
                </a:lnTo>
                <a:lnTo>
                  <a:pt x="374035" y="3109586"/>
                </a:lnTo>
                <a:lnTo>
                  <a:pt x="374258" y="3086552"/>
                </a:lnTo>
                <a:lnTo>
                  <a:pt x="374607" y="3063518"/>
                </a:lnTo>
                <a:lnTo>
                  <a:pt x="375072" y="3040485"/>
                </a:lnTo>
                <a:lnTo>
                  <a:pt x="375631" y="3017451"/>
                </a:lnTo>
                <a:lnTo>
                  <a:pt x="376244" y="2994417"/>
                </a:lnTo>
                <a:lnTo>
                  <a:pt x="376865" y="2971383"/>
                </a:lnTo>
                <a:lnTo>
                  <a:pt x="377438" y="2948349"/>
                </a:lnTo>
                <a:lnTo>
                  <a:pt x="377905" y="2925315"/>
                </a:lnTo>
                <a:lnTo>
                  <a:pt x="378207" y="2902281"/>
                </a:lnTo>
                <a:lnTo>
                  <a:pt x="378287" y="2879247"/>
                </a:lnTo>
                <a:lnTo>
                  <a:pt x="378092" y="2856213"/>
                </a:lnTo>
                <a:lnTo>
                  <a:pt x="377578" y="2833179"/>
                </a:lnTo>
                <a:lnTo>
                  <a:pt x="376711" y="2810145"/>
                </a:lnTo>
                <a:lnTo>
                  <a:pt x="375471" y="2787111"/>
                </a:lnTo>
                <a:lnTo>
                  <a:pt x="373854" y="2764077"/>
                </a:lnTo>
                <a:lnTo>
                  <a:pt x="371874" y="2741043"/>
                </a:lnTo>
                <a:lnTo>
                  <a:pt x="369566" y="2718009"/>
                </a:lnTo>
                <a:lnTo>
                  <a:pt x="366983" y="2694975"/>
                </a:lnTo>
                <a:lnTo>
                  <a:pt x="364200" y="2671941"/>
                </a:lnTo>
                <a:lnTo>
                  <a:pt x="361308" y="2648907"/>
                </a:lnTo>
                <a:lnTo>
                  <a:pt x="358416" y="2625873"/>
                </a:lnTo>
                <a:lnTo>
                  <a:pt x="355643" y="2602839"/>
                </a:lnTo>
                <a:lnTo>
                  <a:pt x="353114" y="2579805"/>
                </a:lnTo>
                <a:lnTo>
                  <a:pt x="350953" y="2556771"/>
                </a:lnTo>
                <a:lnTo>
                  <a:pt x="349275" y="2533737"/>
                </a:lnTo>
                <a:lnTo>
                  <a:pt x="348176" y="2510703"/>
                </a:lnTo>
                <a:lnTo>
                  <a:pt x="347727" y="2487669"/>
                </a:lnTo>
                <a:lnTo>
                  <a:pt x="347966" y="2464635"/>
                </a:lnTo>
                <a:lnTo>
                  <a:pt x="348895" y="2441601"/>
                </a:lnTo>
                <a:lnTo>
                  <a:pt x="350478" y="2418567"/>
                </a:lnTo>
                <a:lnTo>
                  <a:pt x="352645" y="2395533"/>
                </a:lnTo>
                <a:lnTo>
                  <a:pt x="355296" y="2372499"/>
                </a:lnTo>
                <a:lnTo>
                  <a:pt x="358307" y="2349465"/>
                </a:lnTo>
                <a:lnTo>
                  <a:pt x="361543" y="2326431"/>
                </a:lnTo>
                <a:lnTo>
                  <a:pt x="364864" y="2303397"/>
                </a:lnTo>
                <a:lnTo>
                  <a:pt x="368136" y="2280363"/>
                </a:lnTo>
                <a:lnTo>
                  <a:pt x="371237" y="2257329"/>
                </a:lnTo>
                <a:lnTo>
                  <a:pt x="374061" y="2234295"/>
                </a:lnTo>
                <a:lnTo>
                  <a:pt x="376521" y="2211261"/>
                </a:lnTo>
                <a:lnTo>
                  <a:pt x="378554" y="2188228"/>
                </a:lnTo>
                <a:lnTo>
                  <a:pt x="380115" y="2165194"/>
                </a:lnTo>
                <a:lnTo>
                  <a:pt x="381180" y="2142160"/>
                </a:lnTo>
                <a:lnTo>
                  <a:pt x="381745" y="2119126"/>
                </a:lnTo>
                <a:lnTo>
                  <a:pt x="381824" y="2096092"/>
                </a:lnTo>
                <a:lnTo>
                  <a:pt x="381448" y="2073058"/>
                </a:lnTo>
                <a:lnTo>
                  <a:pt x="380670" y="2050024"/>
                </a:lnTo>
                <a:lnTo>
                  <a:pt x="379559" y="2026990"/>
                </a:lnTo>
                <a:lnTo>
                  <a:pt x="378201" y="2003956"/>
                </a:lnTo>
                <a:lnTo>
                  <a:pt x="376698" y="1980922"/>
                </a:lnTo>
                <a:lnTo>
                  <a:pt x="375159" y="1957888"/>
                </a:lnTo>
                <a:lnTo>
                  <a:pt x="373701" y="1934854"/>
                </a:lnTo>
                <a:lnTo>
                  <a:pt x="372433" y="1911820"/>
                </a:lnTo>
                <a:lnTo>
                  <a:pt x="371455" y="1888786"/>
                </a:lnTo>
                <a:lnTo>
                  <a:pt x="370846" y="1865752"/>
                </a:lnTo>
                <a:lnTo>
                  <a:pt x="370658" y="1842718"/>
                </a:lnTo>
                <a:lnTo>
                  <a:pt x="370912" y="1819684"/>
                </a:lnTo>
                <a:lnTo>
                  <a:pt x="371597" y="1796650"/>
                </a:lnTo>
                <a:lnTo>
                  <a:pt x="372672" y="1773616"/>
                </a:lnTo>
                <a:lnTo>
                  <a:pt x="374071" y="1750582"/>
                </a:lnTo>
                <a:lnTo>
                  <a:pt x="375709" y="1727548"/>
                </a:lnTo>
                <a:lnTo>
                  <a:pt x="377494" y="1704514"/>
                </a:lnTo>
                <a:lnTo>
                  <a:pt x="379329" y="1681480"/>
                </a:lnTo>
                <a:lnTo>
                  <a:pt x="381128" y="1658446"/>
                </a:lnTo>
                <a:lnTo>
                  <a:pt x="382814" y="1635412"/>
                </a:lnTo>
                <a:lnTo>
                  <a:pt x="384329" y="1612378"/>
                </a:lnTo>
                <a:lnTo>
                  <a:pt x="385630" y="1589344"/>
                </a:lnTo>
                <a:lnTo>
                  <a:pt x="386694" y="1566310"/>
                </a:lnTo>
                <a:lnTo>
                  <a:pt x="387509" y="1543276"/>
                </a:lnTo>
                <a:lnTo>
                  <a:pt x="388079" y="1520242"/>
                </a:lnTo>
                <a:lnTo>
                  <a:pt x="388413" y="1497208"/>
                </a:lnTo>
                <a:lnTo>
                  <a:pt x="388530" y="1474174"/>
                </a:lnTo>
                <a:lnTo>
                  <a:pt x="388448" y="1451140"/>
                </a:lnTo>
                <a:lnTo>
                  <a:pt x="388190" y="1428106"/>
                </a:lnTo>
                <a:lnTo>
                  <a:pt x="387776" y="1405072"/>
                </a:lnTo>
                <a:lnTo>
                  <a:pt x="387229" y="1382038"/>
                </a:lnTo>
                <a:lnTo>
                  <a:pt x="386566" y="1359004"/>
                </a:lnTo>
                <a:lnTo>
                  <a:pt x="385805" y="1335970"/>
                </a:lnTo>
                <a:lnTo>
                  <a:pt x="384962" y="1312937"/>
                </a:lnTo>
                <a:lnTo>
                  <a:pt x="384046" y="1289903"/>
                </a:lnTo>
                <a:lnTo>
                  <a:pt x="383068" y="1266869"/>
                </a:lnTo>
                <a:lnTo>
                  <a:pt x="382031" y="1243835"/>
                </a:lnTo>
                <a:lnTo>
                  <a:pt x="380939" y="1220801"/>
                </a:lnTo>
                <a:lnTo>
                  <a:pt x="379796" y="1197767"/>
                </a:lnTo>
                <a:lnTo>
                  <a:pt x="378603" y="1174733"/>
                </a:lnTo>
                <a:lnTo>
                  <a:pt x="377368" y="1151699"/>
                </a:lnTo>
                <a:lnTo>
                  <a:pt x="376102" y="1128665"/>
                </a:lnTo>
                <a:lnTo>
                  <a:pt x="374824" y="1105631"/>
                </a:lnTo>
                <a:lnTo>
                  <a:pt x="373561" y="1082597"/>
                </a:lnTo>
                <a:lnTo>
                  <a:pt x="372345" y="1059563"/>
                </a:lnTo>
                <a:lnTo>
                  <a:pt x="371215" y="1036529"/>
                </a:lnTo>
                <a:lnTo>
                  <a:pt x="370210" y="1013495"/>
                </a:lnTo>
                <a:lnTo>
                  <a:pt x="369369" y="990461"/>
                </a:lnTo>
                <a:lnTo>
                  <a:pt x="368721" y="967427"/>
                </a:lnTo>
                <a:lnTo>
                  <a:pt x="368288" y="944393"/>
                </a:lnTo>
                <a:lnTo>
                  <a:pt x="368077" y="921359"/>
                </a:lnTo>
                <a:lnTo>
                  <a:pt x="368081" y="898325"/>
                </a:lnTo>
                <a:lnTo>
                  <a:pt x="368279" y="875291"/>
                </a:lnTo>
                <a:lnTo>
                  <a:pt x="368640" y="852257"/>
                </a:lnTo>
                <a:lnTo>
                  <a:pt x="369123" y="829223"/>
                </a:lnTo>
                <a:lnTo>
                  <a:pt x="369688" y="806189"/>
                </a:lnTo>
                <a:lnTo>
                  <a:pt x="370296" y="783155"/>
                </a:lnTo>
                <a:lnTo>
                  <a:pt x="370913" y="760121"/>
                </a:lnTo>
                <a:lnTo>
                  <a:pt x="371516" y="737087"/>
                </a:lnTo>
                <a:lnTo>
                  <a:pt x="372093" y="714053"/>
                </a:lnTo>
                <a:lnTo>
                  <a:pt x="372641" y="691019"/>
                </a:lnTo>
                <a:lnTo>
                  <a:pt x="373163" y="667985"/>
                </a:lnTo>
                <a:lnTo>
                  <a:pt x="373667" y="644951"/>
                </a:lnTo>
                <a:lnTo>
                  <a:pt x="374158" y="621917"/>
                </a:lnTo>
                <a:lnTo>
                  <a:pt x="374634" y="598883"/>
                </a:lnTo>
                <a:lnTo>
                  <a:pt x="375076" y="575849"/>
                </a:lnTo>
                <a:lnTo>
                  <a:pt x="375450" y="552815"/>
                </a:lnTo>
                <a:lnTo>
                  <a:pt x="375692" y="529781"/>
                </a:lnTo>
                <a:lnTo>
                  <a:pt x="375705" y="506747"/>
                </a:lnTo>
                <a:lnTo>
                  <a:pt x="375353" y="483713"/>
                </a:lnTo>
                <a:lnTo>
                  <a:pt x="374447" y="460679"/>
                </a:lnTo>
                <a:lnTo>
                  <a:pt x="372745" y="437646"/>
                </a:lnTo>
                <a:lnTo>
                  <a:pt x="369940" y="414612"/>
                </a:lnTo>
                <a:lnTo>
                  <a:pt x="365664" y="391578"/>
                </a:lnTo>
                <a:lnTo>
                  <a:pt x="359489" y="368544"/>
                </a:lnTo>
                <a:lnTo>
                  <a:pt x="350948" y="345510"/>
                </a:lnTo>
                <a:lnTo>
                  <a:pt x="339559" y="322476"/>
                </a:lnTo>
                <a:lnTo>
                  <a:pt x="324876" y="299442"/>
                </a:lnTo>
                <a:lnTo>
                  <a:pt x="306539" y="276408"/>
                </a:lnTo>
                <a:lnTo>
                  <a:pt x="284348" y="253374"/>
                </a:lnTo>
                <a:lnTo>
                  <a:pt x="258330" y="230340"/>
                </a:lnTo>
                <a:lnTo>
                  <a:pt x="228803" y="207306"/>
                </a:lnTo>
                <a:lnTo>
                  <a:pt x="196426" y="184272"/>
                </a:lnTo>
                <a:lnTo>
                  <a:pt x="162207" y="161238"/>
                </a:lnTo>
                <a:lnTo>
                  <a:pt x="127485" y="138204"/>
                </a:lnTo>
                <a:lnTo>
                  <a:pt x="93856" y="115170"/>
                </a:lnTo>
                <a:lnTo>
                  <a:pt x="63066" y="92136"/>
                </a:lnTo>
                <a:lnTo>
                  <a:pt x="36866" y="69102"/>
                </a:lnTo>
                <a:lnTo>
                  <a:pt x="16847" y="46068"/>
                </a:lnTo>
                <a:lnTo>
                  <a:pt x="4283" y="23034"/>
                </a:lnTo>
                <a:lnTo>
                  <a:pt x="0" y="0"/>
                </a:lnTo>
                <a:lnTo>
                  <a:pt x="782595" y="0"/>
                </a:lnTo>
                <a:lnTo>
                  <a:pt x="782595" y="0"/>
                </a:lnTo>
                <a:lnTo>
                  <a:pt x="778312" y="23034"/>
                </a:lnTo>
                <a:lnTo>
                  <a:pt x="765748" y="46068"/>
                </a:lnTo>
                <a:lnTo>
                  <a:pt x="745728" y="69102"/>
                </a:lnTo>
                <a:lnTo>
                  <a:pt x="719528" y="92136"/>
                </a:lnTo>
                <a:lnTo>
                  <a:pt x="688739" y="115170"/>
                </a:lnTo>
                <a:lnTo>
                  <a:pt x="655110" y="138204"/>
                </a:lnTo>
                <a:lnTo>
                  <a:pt x="620388" y="161238"/>
                </a:lnTo>
                <a:lnTo>
                  <a:pt x="586169" y="184272"/>
                </a:lnTo>
                <a:lnTo>
                  <a:pt x="553791" y="207306"/>
                </a:lnTo>
                <a:lnTo>
                  <a:pt x="524265" y="230340"/>
                </a:lnTo>
                <a:lnTo>
                  <a:pt x="498246" y="253374"/>
                </a:lnTo>
                <a:lnTo>
                  <a:pt x="476055" y="276408"/>
                </a:lnTo>
                <a:lnTo>
                  <a:pt x="457719" y="299442"/>
                </a:lnTo>
                <a:lnTo>
                  <a:pt x="443035" y="322476"/>
                </a:lnTo>
                <a:lnTo>
                  <a:pt x="431647" y="345510"/>
                </a:lnTo>
                <a:lnTo>
                  <a:pt x="423106" y="368544"/>
                </a:lnTo>
                <a:lnTo>
                  <a:pt x="416931" y="391578"/>
                </a:lnTo>
                <a:lnTo>
                  <a:pt x="412655" y="414612"/>
                </a:lnTo>
                <a:lnTo>
                  <a:pt x="409850" y="437646"/>
                </a:lnTo>
                <a:lnTo>
                  <a:pt x="408148" y="460679"/>
                </a:lnTo>
                <a:lnTo>
                  <a:pt x="407242" y="483713"/>
                </a:lnTo>
                <a:lnTo>
                  <a:pt x="406889" y="506747"/>
                </a:lnTo>
                <a:lnTo>
                  <a:pt x="406903" y="529781"/>
                </a:lnTo>
                <a:lnTo>
                  <a:pt x="407145" y="552815"/>
                </a:lnTo>
                <a:lnTo>
                  <a:pt x="407518" y="575849"/>
                </a:lnTo>
                <a:lnTo>
                  <a:pt x="407961" y="598883"/>
                </a:lnTo>
                <a:lnTo>
                  <a:pt x="408436" y="621917"/>
                </a:lnTo>
                <a:lnTo>
                  <a:pt x="408927" y="644951"/>
                </a:lnTo>
                <a:lnTo>
                  <a:pt x="409431" y="667985"/>
                </a:lnTo>
                <a:lnTo>
                  <a:pt x="409954" y="691019"/>
                </a:lnTo>
                <a:lnTo>
                  <a:pt x="410501" y="714053"/>
                </a:lnTo>
                <a:lnTo>
                  <a:pt x="411079" y="737087"/>
                </a:lnTo>
                <a:lnTo>
                  <a:pt x="411682" y="760121"/>
                </a:lnTo>
                <a:lnTo>
                  <a:pt x="412299" y="783155"/>
                </a:lnTo>
                <a:lnTo>
                  <a:pt x="412906" y="806189"/>
                </a:lnTo>
                <a:lnTo>
                  <a:pt x="413471" y="829223"/>
                </a:lnTo>
                <a:lnTo>
                  <a:pt x="413955" y="852257"/>
                </a:lnTo>
                <a:lnTo>
                  <a:pt x="414315" y="875291"/>
                </a:lnTo>
                <a:lnTo>
                  <a:pt x="414514" y="898325"/>
                </a:lnTo>
                <a:lnTo>
                  <a:pt x="414518" y="921359"/>
                </a:lnTo>
                <a:lnTo>
                  <a:pt x="414307" y="944393"/>
                </a:lnTo>
                <a:lnTo>
                  <a:pt x="413874" y="967427"/>
                </a:lnTo>
                <a:lnTo>
                  <a:pt x="413226" y="990461"/>
                </a:lnTo>
                <a:lnTo>
                  <a:pt x="412384" y="1013495"/>
                </a:lnTo>
                <a:lnTo>
                  <a:pt x="411379" y="1036529"/>
                </a:lnTo>
                <a:lnTo>
                  <a:pt x="410249" y="1059563"/>
                </a:lnTo>
                <a:lnTo>
                  <a:pt x="409034" y="1082597"/>
                </a:lnTo>
                <a:lnTo>
                  <a:pt x="407770" y="1105631"/>
                </a:lnTo>
                <a:lnTo>
                  <a:pt x="406493" y="1128665"/>
                </a:lnTo>
                <a:lnTo>
                  <a:pt x="405227" y="1151699"/>
                </a:lnTo>
                <a:lnTo>
                  <a:pt x="403992" y="1174733"/>
                </a:lnTo>
                <a:lnTo>
                  <a:pt x="402799" y="1197767"/>
                </a:lnTo>
                <a:lnTo>
                  <a:pt x="401655" y="1220801"/>
                </a:lnTo>
                <a:lnTo>
                  <a:pt x="400564" y="1243835"/>
                </a:lnTo>
                <a:lnTo>
                  <a:pt x="399527" y="1266869"/>
                </a:lnTo>
                <a:lnTo>
                  <a:pt x="398548" y="1289903"/>
                </a:lnTo>
                <a:lnTo>
                  <a:pt x="397633" y="1312937"/>
                </a:lnTo>
                <a:lnTo>
                  <a:pt x="396789" y="1335970"/>
                </a:lnTo>
                <a:lnTo>
                  <a:pt x="396029" y="1359004"/>
                </a:lnTo>
                <a:lnTo>
                  <a:pt x="395366" y="1382038"/>
                </a:lnTo>
                <a:lnTo>
                  <a:pt x="394818" y="1405072"/>
                </a:lnTo>
                <a:lnTo>
                  <a:pt x="394405" y="1428106"/>
                </a:lnTo>
                <a:lnTo>
                  <a:pt x="394147" y="1451140"/>
                </a:lnTo>
                <a:lnTo>
                  <a:pt x="394065" y="1474174"/>
                </a:lnTo>
                <a:lnTo>
                  <a:pt x="394181" y="1497208"/>
                </a:lnTo>
                <a:lnTo>
                  <a:pt x="394516" y="1520242"/>
                </a:lnTo>
                <a:lnTo>
                  <a:pt x="395086" y="1543276"/>
                </a:lnTo>
                <a:lnTo>
                  <a:pt x="395901" y="1566310"/>
                </a:lnTo>
                <a:lnTo>
                  <a:pt x="396964" y="1589344"/>
                </a:lnTo>
                <a:lnTo>
                  <a:pt x="398266" y="1612378"/>
                </a:lnTo>
                <a:lnTo>
                  <a:pt x="399780" y="1635412"/>
                </a:lnTo>
                <a:lnTo>
                  <a:pt x="401467" y="1658446"/>
                </a:lnTo>
                <a:lnTo>
                  <a:pt x="403265" y="1681480"/>
                </a:lnTo>
                <a:lnTo>
                  <a:pt x="405101" y="1704514"/>
                </a:lnTo>
                <a:lnTo>
                  <a:pt x="406885" y="1727548"/>
                </a:lnTo>
                <a:lnTo>
                  <a:pt x="408524" y="1750582"/>
                </a:lnTo>
                <a:lnTo>
                  <a:pt x="409923" y="1773616"/>
                </a:lnTo>
                <a:lnTo>
                  <a:pt x="410998" y="1796650"/>
                </a:lnTo>
                <a:lnTo>
                  <a:pt x="411683" y="1819684"/>
                </a:lnTo>
                <a:lnTo>
                  <a:pt x="411937" y="1842718"/>
                </a:lnTo>
                <a:lnTo>
                  <a:pt x="411748" y="1865752"/>
                </a:lnTo>
                <a:lnTo>
                  <a:pt x="411139" y="1888786"/>
                </a:lnTo>
                <a:lnTo>
                  <a:pt x="410161" y="1911820"/>
                </a:lnTo>
                <a:lnTo>
                  <a:pt x="408894" y="1934854"/>
                </a:lnTo>
                <a:lnTo>
                  <a:pt x="407435" y="1957888"/>
                </a:lnTo>
                <a:lnTo>
                  <a:pt x="405897" y="1980922"/>
                </a:lnTo>
                <a:lnTo>
                  <a:pt x="404394" y="2003956"/>
                </a:lnTo>
                <a:lnTo>
                  <a:pt x="403036" y="2026990"/>
                </a:lnTo>
                <a:lnTo>
                  <a:pt x="401924" y="2050024"/>
                </a:lnTo>
                <a:lnTo>
                  <a:pt x="401146" y="2073058"/>
                </a:lnTo>
                <a:lnTo>
                  <a:pt x="400771" y="2096092"/>
                </a:lnTo>
                <a:lnTo>
                  <a:pt x="400849" y="2119126"/>
                </a:lnTo>
                <a:lnTo>
                  <a:pt x="401414" y="2142160"/>
                </a:lnTo>
                <a:lnTo>
                  <a:pt x="402480" y="2165194"/>
                </a:lnTo>
                <a:lnTo>
                  <a:pt x="404041" y="2188228"/>
                </a:lnTo>
                <a:lnTo>
                  <a:pt x="406073" y="2211261"/>
                </a:lnTo>
                <a:lnTo>
                  <a:pt x="408534" y="2234295"/>
                </a:lnTo>
                <a:lnTo>
                  <a:pt x="411358" y="2257329"/>
                </a:lnTo>
                <a:lnTo>
                  <a:pt x="414458" y="2280363"/>
                </a:lnTo>
                <a:lnTo>
                  <a:pt x="417731" y="2303397"/>
                </a:lnTo>
                <a:lnTo>
                  <a:pt x="421052" y="2326431"/>
                </a:lnTo>
                <a:lnTo>
                  <a:pt x="424288" y="2349465"/>
                </a:lnTo>
                <a:lnTo>
                  <a:pt x="427299" y="2372499"/>
                </a:lnTo>
                <a:lnTo>
                  <a:pt x="429950" y="2395533"/>
                </a:lnTo>
                <a:lnTo>
                  <a:pt x="432117" y="2418567"/>
                </a:lnTo>
                <a:lnTo>
                  <a:pt x="433700" y="2441601"/>
                </a:lnTo>
                <a:lnTo>
                  <a:pt x="434629" y="2464635"/>
                </a:lnTo>
                <a:lnTo>
                  <a:pt x="434868" y="2487669"/>
                </a:lnTo>
                <a:lnTo>
                  <a:pt x="434418" y="2510703"/>
                </a:lnTo>
                <a:lnTo>
                  <a:pt x="433320" y="2533737"/>
                </a:lnTo>
                <a:lnTo>
                  <a:pt x="431642" y="2556771"/>
                </a:lnTo>
                <a:lnTo>
                  <a:pt x="429481" y="2579805"/>
                </a:lnTo>
                <a:lnTo>
                  <a:pt x="426952" y="2602839"/>
                </a:lnTo>
                <a:lnTo>
                  <a:pt x="424179" y="2625873"/>
                </a:lnTo>
                <a:lnTo>
                  <a:pt x="421287" y="2648907"/>
                </a:lnTo>
                <a:lnTo>
                  <a:pt x="418395" y="2671941"/>
                </a:lnTo>
                <a:lnTo>
                  <a:pt x="415611" y="2694975"/>
                </a:lnTo>
                <a:lnTo>
                  <a:pt x="413029" y="2718009"/>
                </a:lnTo>
                <a:lnTo>
                  <a:pt x="410720" y="2741043"/>
                </a:lnTo>
                <a:lnTo>
                  <a:pt x="408741" y="2764077"/>
                </a:lnTo>
                <a:lnTo>
                  <a:pt x="407124" y="2787111"/>
                </a:lnTo>
                <a:lnTo>
                  <a:pt x="405884" y="2810145"/>
                </a:lnTo>
                <a:lnTo>
                  <a:pt x="405017" y="2833179"/>
                </a:lnTo>
                <a:lnTo>
                  <a:pt x="404503" y="2856213"/>
                </a:lnTo>
                <a:lnTo>
                  <a:pt x="404308" y="2879247"/>
                </a:lnTo>
                <a:lnTo>
                  <a:pt x="404388" y="2902281"/>
                </a:lnTo>
                <a:lnTo>
                  <a:pt x="404690" y="2925315"/>
                </a:lnTo>
                <a:lnTo>
                  <a:pt x="405157" y="2948349"/>
                </a:lnTo>
                <a:lnTo>
                  <a:pt x="405730" y="2971383"/>
                </a:lnTo>
                <a:lnTo>
                  <a:pt x="406350" y="2994417"/>
                </a:lnTo>
                <a:lnTo>
                  <a:pt x="406964" y="3017451"/>
                </a:lnTo>
                <a:lnTo>
                  <a:pt x="407522" y="3040485"/>
                </a:lnTo>
                <a:lnTo>
                  <a:pt x="407988" y="3063518"/>
                </a:lnTo>
                <a:lnTo>
                  <a:pt x="408336" y="3086552"/>
                </a:lnTo>
                <a:lnTo>
                  <a:pt x="408559" y="3109586"/>
                </a:lnTo>
                <a:lnTo>
                  <a:pt x="408672" y="3132620"/>
                </a:lnTo>
                <a:lnTo>
                  <a:pt x="408715" y="3155654"/>
                </a:lnTo>
                <a:lnTo>
                  <a:pt x="408766" y="3178688"/>
                </a:lnTo>
                <a:lnTo>
                  <a:pt x="408940" y="3201722"/>
                </a:lnTo>
                <a:lnTo>
                  <a:pt x="409399" y="3224756"/>
                </a:lnTo>
                <a:lnTo>
                  <a:pt x="410354" y="3247790"/>
                </a:lnTo>
                <a:lnTo>
                  <a:pt x="412070" y="3270824"/>
                </a:lnTo>
                <a:lnTo>
                  <a:pt x="414861" y="3293858"/>
                </a:lnTo>
                <a:lnTo>
                  <a:pt x="419079" y="3316892"/>
                </a:lnTo>
                <a:lnTo>
                  <a:pt x="425105" y="3339926"/>
                </a:lnTo>
                <a:lnTo>
                  <a:pt x="433317" y="3362960"/>
                </a:lnTo>
                <a:lnTo>
                  <a:pt x="444057" y="3385994"/>
                </a:lnTo>
                <a:lnTo>
                  <a:pt x="457587" y="3409028"/>
                </a:lnTo>
                <a:lnTo>
                  <a:pt x="474044" y="3432062"/>
                </a:lnTo>
                <a:lnTo>
                  <a:pt x="493385" y="3455096"/>
                </a:lnTo>
                <a:lnTo>
                  <a:pt x="515346" y="3478130"/>
                </a:lnTo>
                <a:lnTo>
                  <a:pt x="539415" y="3501164"/>
                </a:lnTo>
                <a:lnTo>
                  <a:pt x="564823" y="3524198"/>
                </a:lnTo>
                <a:lnTo>
                  <a:pt x="590569" y="3547232"/>
                </a:lnTo>
                <a:lnTo>
                  <a:pt x="615465" y="3570266"/>
                </a:lnTo>
                <a:lnTo>
                  <a:pt x="638227" y="3593300"/>
                </a:lnTo>
                <a:lnTo>
                  <a:pt x="657572" y="3616334"/>
                </a:lnTo>
                <a:lnTo>
                  <a:pt x="672339" y="3639368"/>
                </a:lnTo>
                <a:lnTo>
                  <a:pt x="681600" y="3662402"/>
                </a:lnTo>
                <a:lnTo>
                  <a:pt x="684756" y="3685436"/>
                </a:lnTo>
                <a:lnTo>
                  <a:pt x="684756" y="368543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25528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91" name="f_small_violin_5056">
            <a:extLst>
              <a:ext uri="{FF2B5EF4-FFF2-40B4-BE49-F238E27FC236}">
                <a16:creationId xmlns:a16="http://schemas.microsoft.com/office/drawing/2014/main" id="{4756BA0A-0FC2-43B4-9190-6CFB93586503}"/>
              </a:ext>
            </a:extLst>
          </p:cNvPr>
          <p:cNvSpPr>
            <a:spLocks noGrp="1"/>
          </p:cNvSpPr>
          <p:nvPr/>
        </p:nvSpPr>
        <p:spPr>
          <a:xfrm>
            <a:off x="82727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" name="f_small_violin_5057">
            <a:extLst>
              <a:ext uri="{FF2B5EF4-FFF2-40B4-BE49-F238E27FC236}">
                <a16:creationId xmlns:a16="http://schemas.microsoft.com/office/drawing/2014/main" id="{262D1F0F-AAB6-4DE6-B890-30D3C427D4D9}"/>
              </a:ext>
            </a:extLst>
          </p:cNvPr>
          <p:cNvSpPr>
            <a:spLocks noGrp="1"/>
          </p:cNvSpPr>
          <p:nvPr/>
        </p:nvSpPr>
        <p:spPr>
          <a:xfrm>
            <a:off x="8408532" y="278504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" name="f_small_violin_5058">
            <a:extLst>
              <a:ext uri="{FF2B5EF4-FFF2-40B4-BE49-F238E27FC236}">
                <a16:creationId xmlns:a16="http://schemas.microsoft.com/office/drawing/2014/main" id="{2C835FFC-73DB-4DC9-839D-9C93C0BB5100}"/>
              </a:ext>
            </a:extLst>
          </p:cNvPr>
          <p:cNvSpPr>
            <a:spLocks noGrp="1"/>
          </p:cNvSpPr>
          <p:nvPr/>
        </p:nvSpPr>
        <p:spPr>
          <a:xfrm>
            <a:off x="84799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" name="f_small_violin_5059">
            <a:extLst>
              <a:ext uri="{FF2B5EF4-FFF2-40B4-BE49-F238E27FC236}">
                <a16:creationId xmlns:a16="http://schemas.microsoft.com/office/drawing/2014/main" id="{6AD8FBD8-F53B-43A3-9F26-C79B072FA38C}"/>
              </a:ext>
            </a:extLst>
          </p:cNvPr>
          <p:cNvSpPr>
            <a:spLocks noGrp="1"/>
          </p:cNvSpPr>
          <p:nvPr/>
        </p:nvSpPr>
        <p:spPr>
          <a:xfrm>
            <a:off x="808999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" name="f_small_violin_5060">
            <a:extLst>
              <a:ext uri="{FF2B5EF4-FFF2-40B4-BE49-F238E27FC236}">
                <a16:creationId xmlns:a16="http://schemas.microsoft.com/office/drawing/2014/main" id="{AD5E19A4-C772-43F2-B528-8C0ACB42695F}"/>
              </a:ext>
            </a:extLst>
          </p:cNvPr>
          <p:cNvSpPr>
            <a:spLocks noGrp="1"/>
          </p:cNvSpPr>
          <p:nvPr/>
        </p:nvSpPr>
        <p:spPr>
          <a:xfrm>
            <a:off x="833017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" name="f_small_violin_5061">
            <a:extLst>
              <a:ext uri="{FF2B5EF4-FFF2-40B4-BE49-F238E27FC236}">
                <a16:creationId xmlns:a16="http://schemas.microsoft.com/office/drawing/2014/main" id="{52F9D4E3-AAE2-4549-8F4E-F81EF404B3C7}"/>
              </a:ext>
            </a:extLst>
          </p:cNvPr>
          <p:cNvSpPr>
            <a:spLocks noGrp="1"/>
          </p:cNvSpPr>
          <p:nvPr/>
        </p:nvSpPr>
        <p:spPr>
          <a:xfrm>
            <a:off x="8457965" y="300282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" name="f_small_violin_5062">
            <a:extLst>
              <a:ext uri="{FF2B5EF4-FFF2-40B4-BE49-F238E27FC236}">
                <a16:creationId xmlns:a16="http://schemas.microsoft.com/office/drawing/2014/main" id="{6BE8F316-99A6-41A5-81BB-B6D3E2C94219}"/>
              </a:ext>
            </a:extLst>
          </p:cNvPr>
          <p:cNvSpPr>
            <a:spLocks noGrp="1"/>
          </p:cNvSpPr>
          <p:nvPr/>
        </p:nvSpPr>
        <p:spPr>
          <a:xfrm>
            <a:off x="8151141" y="306424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" name="f_small_violin_5063">
            <a:extLst>
              <a:ext uri="{FF2B5EF4-FFF2-40B4-BE49-F238E27FC236}">
                <a16:creationId xmlns:a16="http://schemas.microsoft.com/office/drawing/2014/main" id="{99DFCAAB-1AF5-499D-BE2D-3EDB2572DD63}"/>
              </a:ext>
            </a:extLst>
          </p:cNvPr>
          <p:cNvSpPr>
            <a:spLocks noGrp="1"/>
          </p:cNvSpPr>
          <p:nvPr/>
        </p:nvSpPr>
        <p:spPr>
          <a:xfrm>
            <a:off x="838632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" name="f_small_violin_5064">
            <a:extLst>
              <a:ext uri="{FF2B5EF4-FFF2-40B4-BE49-F238E27FC236}">
                <a16:creationId xmlns:a16="http://schemas.microsoft.com/office/drawing/2014/main" id="{3B74E8B2-532B-47DE-8BCA-C287CD1BEE1E}"/>
              </a:ext>
            </a:extLst>
          </p:cNvPr>
          <p:cNvSpPr>
            <a:spLocks noGrp="1"/>
          </p:cNvSpPr>
          <p:nvPr/>
        </p:nvSpPr>
        <p:spPr>
          <a:xfrm>
            <a:off x="8040428" y="367848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" name="f_small_violin_5065">
            <a:extLst>
              <a:ext uri="{FF2B5EF4-FFF2-40B4-BE49-F238E27FC236}">
                <a16:creationId xmlns:a16="http://schemas.microsoft.com/office/drawing/2014/main" id="{0DF04E2F-75BE-45DC-AD68-BBFCA469292F}"/>
              </a:ext>
            </a:extLst>
          </p:cNvPr>
          <p:cNvSpPr>
            <a:spLocks noGrp="1"/>
          </p:cNvSpPr>
          <p:nvPr/>
        </p:nvSpPr>
        <p:spPr>
          <a:xfrm>
            <a:off x="82318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" name="f_small_violin_5066">
            <a:extLst>
              <a:ext uri="{FF2B5EF4-FFF2-40B4-BE49-F238E27FC236}">
                <a16:creationId xmlns:a16="http://schemas.microsoft.com/office/drawing/2014/main" id="{5B3E5D4B-C2E5-4671-BBC0-647E420D2CBB}"/>
              </a:ext>
            </a:extLst>
          </p:cNvPr>
          <p:cNvSpPr>
            <a:spLocks noGrp="1"/>
          </p:cNvSpPr>
          <p:nvPr/>
        </p:nvSpPr>
        <p:spPr>
          <a:xfrm>
            <a:off x="826219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" name="f_small_violin_5067">
            <a:extLst>
              <a:ext uri="{FF2B5EF4-FFF2-40B4-BE49-F238E27FC236}">
                <a16:creationId xmlns:a16="http://schemas.microsoft.com/office/drawing/2014/main" id="{CAFD8B72-6877-456C-A073-D39885EB1DFD}"/>
              </a:ext>
            </a:extLst>
          </p:cNvPr>
          <p:cNvSpPr>
            <a:spLocks noGrp="1"/>
          </p:cNvSpPr>
          <p:nvPr/>
        </p:nvSpPr>
        <p:spPr>
          <a:xfrm>
            <a:off x="83648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" name="f_small_violin_5068">
            <a:extLst>
              <a:ext uri="{FF2B5EF4-FFF2-40B4-BE49-F238E27FC236}">
                <a16:creationId xmlns:a16="http://schemas.microsoft.com/office/drawing/2014/main" id="{F3F8BD72-5D0B-4910-8E66-D42DE2C25BFB}"/>
              </a:ext>
            </a:extLst>
          </p:cNvPr>
          <p:cNvSpPr>
            <a:spLocks noGrp="1"/>
          </p:cNvSpPr>
          <p:nvPr/>
        </p:nvSpPr>
        <p:spPr>
          <a:xfrm>
            <a:off x="829060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" name="f_small_violin_5069">
            <a:extLst>
              <a:ext uri="{FF2B5EF4-FFF2-40B4-BE49-F238E27FC236}">
                <a16:creationId xmlns:a16="http://schemas.microsoft.com/office/drawing/2014/main" id="{712155DF-0AE5-4DB3-B78C-F77A3D72134A}"/>
              </a:ext>
            </a:extLst>
          </p:cNvPr>
          <p:cNvSpPr>
            <a:spLocks noGrp="1"/>
          </p:cNvSpPr>
          <p:nvPr/>
        </p:nvSpPr>
        <p:spPr>
          <a:xfrm>
            <a:off x="840912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" name="f_small_violin_5070">
            <a:extLst>
              <a:ext uri="{FF2B5EF4-FFF2-40B4-BE49-F238E27FC236}">
                <a16:creationId xmlns:a16="http://schemas.microsoft.com/office/drawing/2014/main" id="{90F88B63-7F3F-4856-9F16-CBFD6313BA99}"/>
              </a:ext>
            </a:extLst>
          </p:cNvPr>
          <p:cNvSpPr>
            <a:spLocks noGrp="1"/>
          </p:cNvSpPr>
          <p:nvPr/>
        </p:nvSpPr>
        <p:spPr>
          <a:xfrm>
            <a:off x="828906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" name="f_small_violin_5071">
            <a:extLst>
              <a:ext uri="{FF2B5EF4-FFF2-40B4-BE49-F238E27FC236}">
                <a16:creationId xmlns:a16="http://schemas.microsoft.com/office/drawing/2014/main" id="{2E5973A2-C833-465B-97D6-D7A4D00C9F65}"/>
              </a:ext>
            </a:extLst>
          </p:cNvPr>
          <p:cNvSpPr>
            <a:spLocks noGrp="1"/>
          </p:cNvSpPr>
          <p:nvPr/>
        </p:nvSpPr>
        <p:spPr>
          <a:xfrm>
            <a:off x="848119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" name="f_small_violin_5072">
            <a:extLst>
              <a:ext uri="{FF2B5EF4-FFF2-40B4-BE49-F238E27FC236}">
                <a16:creationId xmlns:a16="http://schemas.microsoft.com/office/drawing/2014/main" id="{3CD99CFA-23B8-4EEE-AE12-D524C118BCA1}"/>
              </a:ext>
            </a:extLst>
          </p:cNvPr>
          <p:cNvSpPr>
            <a:spLocks noGrp="1"/>
          </p:cNvSpPr>
          <p:nvPr/>
        </p:nvSpPr>
        <p:spPr>
          <a:xfrm>
            <a:off x="8277563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" name="f_small_violin_5073">
            <a:extLst>
              <a:ext uri="{FF2B5EF4-FFF2-40B4-BE49-F238E27FC236}">
                <a16:creationId xmlns:a16="http://schemas.microsoft.com/office/drawing/2014/main" id="{24D06EFB-D9A6-4AA3-A6F4-21C3AA9969CB}"/>
              </a:ext>
            </a:extLst>
          </p:cNvPr>
          <p:cNvSpPr>
            <a:spLocks noGrp="1"/>
          </p:cNvSpPr>
          <p:nvPr/>
        </p:nvSpPr>
        <p:spPr>
          <a:xfrm>
            <a:off x="835022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" name="f_small_violin_5074">
            <a:extLst>
              <a:ext uri="{FF2B5EF4-FFF2-40B4-BE49-F238E27FC236}">
                <a16:creationId xmlns:a16="http://schemas.microsoft.com/office/drawing/2014/main" id="{9229407C-0A26-4FFE-A9AD-D0104AE0CA45}"/>
              </a:ext>
            </a:extLst>
          </p:cNvPr>
          <p:cNvSpPr>
            <a:spLocks noGrp="1"/>
          </p:cNvSpPr>
          <p:nvPr/>
        </p:nvSpPr>
        <p:spPr>
          <a:xfrm>
            <a:off x="8109617" y="53983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" name="f_small_violin_5075">
            <a:extLst>
              <a:ext uri="{FF2B5EF4-FFF2-40B4-BE49-F238E27FC236}">
                <a16:creationId xmlns:a16="http://schemas.microsoft.com/office/drawing/2014/main" id="{37C1E11C-1EEC-47B3-9A28-AC97A6C10B10}"/>
              </a:ext>
            </a:extLst>
          </p:cNvPr>
          <p:cNvSpPr>
            <a:spLocks noGrp="1"/>
          </p:cNvSpPr>
          <p:nvPr/>
        </p:nvSpPr>
        <p:spPr>
          <a:xfrm>
            <a:off x="801892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" name="f_small_violin_5076">
            <a:extLst>
              <a:ext uri="{FF2B5EF4-FFF2-40B4-BE49-F238E27FC236}">
                <a16:creationId xmlns:a16="http://schemas.microsoft.com/office/drawing/2014/main" id="{6FF6CC43-A722-4C87-9AE6-3E10C45F717C}"/>
              </a:ext>
            </a:extLst>
          </p:cNvPr>
          <p:cNvSpPr>
            <a:spLocks noGrp="1"/>
          </p:cNvSpPr>
          <p:nvPr/>
        </p:nvSpPr>
        <p:spPr>
          <a:xfrm>
            <a:off x="8227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2" name="f_small_violin_5077">
            <a:extLst>
              <a:ext uri="{FF2B5EF4-FFF2-40B4-BE49-F238E27FC236}">
                <a16:creationId xmlns:a16="http://schemas.microsoft.com/office/drawing/2014/main" id="{6C76AB34-420B-4C29-AE0E-1F7E9C975CC7}"/>
              </a:ext>
            </a:extLst>
          </p:cNvPr>
          <p:cNvSpPr>
            <a:spLocks noGrp="1"/>
          </p:cNvSpPr>
          <p:nvPr/>
        </p:nvSpPr>
        <p:spPr>
          <a:xfrm>
            <a:off x="837587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3" name="f_small_violin_5078">
            <a:extLst>
              <a:ext uri="{FF2B5EF4-FFF2-40B4-BE49-F238E27FC236}">
                <a16:creationId xmlns:a16="http://schemas.microsoft.com/office/drawing/2014/main" id="{D94C5792-80E0-4E22-8B64-B4AB0F3DCD2B}"/>
              </a:ext>
            </a:extLst>
          </p:cNvPr>
          <p:cNvSpPr>
            <a:spLocks noGrp="1"/>
          </p:cNvSpPr>
          <p:nvPr/>
        </p:nvSpPr>
        <p:spPr>
          <a:xfrm>
            <a:off x="8399201" y="475340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4" name="f_small_violin_5079">
            <a:extLst>
              <a:ext uri="{FF2B5EF4-FFF2-40B4-BE49-F238E27FC236}">
                <a16:creationId xmlns:a16="http://schemas.microsoft.com/office/drawing/2014/main" id="{9A7D82CF-7539-451A-BC15-84BB30D00C01}"/>
              </a:ext>
            </a:extLst>
          </p:cNvPr>
          <p:cNvSpPr>
            <a:spLocks noGrp="1"/>
          </p:cNvSpPr>
          <p:nvPr/>
        </p:nvSpPr>
        <p:spPr>
          <a:xfrm>
            <a:off x="84257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5" name="f_small_violin_5080">
            <a:extLst>
              <a:ext uri="{FF2B5EF4-FFF2-40B4-BE49-F238E27FC236}">
                <a16:creationId xmlns:a16="http://schemas.microsoft.com/office/drawing/2014/main" id="{1676637A-1F89-4C6F-AF41-8B1CF240D4FD}"/>
              </a:ext>
            </a:extLst>
          </p:cNvPr>
          <p:cNvSpPr>
            <a:spLocks noGrp="1"/>
          </p:cNvSpPr>
          <p:nvPr/>
        </p:nvSpPr>
        <p:spPr>
          <a:xfrm>
            <a:off x="850273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6" name="f_small_violin_5081">
            <a:extLst>
              <a:ext uri="{FF2B5EF4-FFF2-40B4-BE49-F238E27FC236}">
                <a16:creationId xmlns:a16="http://schemas.microsoft.com/office/drawing/2014/main" id="{9BDFC63D-6D8F-4A3F-A02B-DDEAB69F2861}"/>
              </a:ext>
            </a:extLst>
          </p:cNvPr>
          <p:cNvSpPr>
            <a:spLocks noGrp="1"/>
          </p:cNvSpPr>
          <p:nvPr/>
        </p:nvSpPr>
        <p:spPr>
          <a:xfrm>
            <a:off x="805689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7" name="f_small_violin_5082">
            <a:extLst>
              <a:ext uri="{FF2B5EF4-FFF2-40B4-BE49-F238E27FC236}">
                <a16:creationId xmlns:a16="http://schemas.microsoft.com/office/drawing/2014/main" id="{43611BAF-5C02-4E9E-B59E-B8B2B8CA2000}"/>
              </a:ext>
            </a:extLst>
          </p:cNvPr>
          <p:cNvSpPr>
            <a:spLocks noGrp="1"/>
          </p:cNvSpPr>
          <p:nvPr/>
        </p:nvSpPr>
        <p:spPr>
          <a:xfrm>
            <a:off x="834436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8" name="f_small_violin_5083">
            <a:extLst>
              <a:ext uri="{FF2B5EF4-FFF2-40B4-BE49-F238E27FC236}">
                <a16:creationId xmlns:a16="http://schemas.microsoft.com/office/drawing/2014/main" id="{CDA9C27E-8553-4EF1-AF4C-B440A71092FB}"/>
              </a:ext>
            </a:extLst>
          </p:cNvPr>
          <p:cNvSpPr>
            <a:spLocks noGrp="1"/>
          </p:cNvSpPr>
          <p:nvPr/>
        </p:nvSpPr>
        <p:spPr>
          <a:xfrm>
            <a:off x="846955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9" name="f_small_violin_5084">
            <a:extLst>
              <a:ext uri="{FF2B5EF4-FFF2-40B4-BE49-F238E27FC236}">
                <a16:creationId xmlns:a16="http://schemas.microsoft.com/office/drawing/2014/main" id="{058505F0-9F5A-49D8-8D01-878B93086A16}"/>
              </a:ext>
            </a:extLst>
          </p:cNvPr>
          <p:cNvSpPr>
            <a:spLocks noGrp="1"/>
          </p:cNvSpPr>
          <p:nvPr/>
        </p:nvSpPr>
        <p:spPr>
          <a:xfrm>
            <a:off x="8377165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0" name="f_small_violin_5085">
            <a:extLst>
              <a:ext uri="{FF2B5EF4-FFF2-40B4-BE49-F238E27FC236}">
                <a16:creationId xmlns:a16="http://schemas.microsoft.com/office/drawing/2014/main" id="{FCA92928-F016-48A2-BF83-FC0EDA7514D6}"/>
              </a:ext>
            </a:extLst>
          </p:cNvPr>
          <p:cNvSpPr>
            <a:spLocks noGrp="1"/>
          </p:cNvSpPr>
          <p:nvPr/>
        </p:nvSpPr>
        <p:spPr>
          <a:xfrm>
            <a:off x="847642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1" name="f_small_violin_5086">
            <a:extLst>
              <a:ext uri="{FF2B5EF4-FFF2-40B4-BE49-F238E27FC236}">
                <a16:creationId xmlns:a16="http://schemas.microsoft.com/office/drawing/2014/main" id="{F384B064-728A-4553-B5A6-80F56ABF5F63}"/>
              </a:ext>
            </a:extLst>
          </p:cNvPr>
          <p:cNvSpPr>
            <a:spLocks noGrp="1"/>
          </p:cNvSpPr>
          <p:nvPr/>
        </p:nvSpPr>
        <p:spPr>
          <a:xfrm>
            <a:off x="845837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2" name="f_small_violin_5087">
            <a:extLst>
              <a:ext uri="{FF2B5EF4-FFF2-40B4-BE49-F238E27FC236}">
                <a16:creationId xmlns:a16="http://schemas.microsoft.com/office/drawing/2014/main" id="{4073A161-547A-4BE3-B70B-D986BA1D8B9F}"/>
              </a:ext>
            </a:extLst>
          </p:cNvPr>
          <p:cNvSpPr>
            <a:spLocks noGrp="1"/>
          </p:cNvSpPr>
          <p:nvPr/>
        </p:nvSpPr>
        <p:spPr>
          <a:xfrm>
            <a:off x="8040258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3" name="f_small_violin_5088">
            <a:extLst>
              <a:ext uri="{FF2B5EF4-FFF2-40B4-BE49-F238E27FC236}">
                <a16:creationId xmlns:a16="http://schemas.microsoft.com/office/drawing/2014/main" id="{04396544-345F-4BDE-A54C-EF3E838ED77C}"/>
              </a:ext>
            </a:extLst>
          </p:cNvPr>
          <p:cNvSpPr>
            <a:spLocks noGrp="1"/>
          </p:cNvSpPr>
          <p:nvPr/>
        </p:nvSpPr>
        <p:spPr>
          <a:xfrm>
            <a:off x="8204605" y="606963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4" name="f_small_violin_5089">
            <a:extLst>
              <a:ext uri="{FF2B5EF4-FFF2-40B4-BE49-F238E27FC236}">
                <a16:creationId xmlns:a16="http://schemas.microsoft.com/office/drawing/2014/main" id="{5FAFAED5-4DD5-4E98-8E3E-676C5C83EF1B}"/>
              </a:ext>
            </a:extLst>
          </p:cNvPr>
          <p:cNvSpPr>
            <a:spLocks noGrp="1"/>
          </p:cNvSpPr>
          <p:nvPr/>
        </p:nvSpPr>
        <p:spPr>
          <a:xfrm>
            <a:off x="818013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5" name="f_small_violin_5090">
            <a:extLst>
              <a:ext uri="{FF2B5EF4-FFF2-40B4-BE49-F238E27FC236}">
                <a16:creationId xmlns:a16="http://schemas.microsoft.com/office/drawing/2014/main" id="{23CB2843-7969-454C-BCCB-48D29AB05F1D}"/>
              </a:ext>
            </a:extLst>
          </p:cNvPr>
          <p:cNvSpPr>
            <a:spLocks noGrp="1"/>
          </p:cNvSpPr>
          <p:nvPr/>
        </p:nvSpPr>
        <p:spPr>
          <a:xfrm>
            <a:off x="800040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6" name="f_small_violin_5091">
            <a:extLst>
              <a:ext uri="{FF2B5EF4-FFF2-40B4-BE49-F238E27FC236}">
                <a16:creationId xmlns:a16="http://schemas.microsoft.com/office/drawing/2014/main" id="{8E8851B4-AC58-46F3-9415-315677F14EE0}"/>
              </a:ext>
            </a:extLst>
          </p:cNvPr>
          <p:cNvSpPr>
            <a:spLocks noGrp="1"/>
          </p:cNvSpPr>
          <p:nvPr/>
        </p:nvSpPr>
        <p:spPr>
          <a:xfrm>
            <a:off x="836970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7" name="f_small_violin_5092">
            <a:extLst>
              <a:ext uri="{FF2B5EF4-FFF2-40B4-BE49-F238E27FC236}">
                <a16:creationId xmlns:a16="http://schemas.microsoft.com/office/drawing/2014/main" id="{EFEA7063-CDDA-46EA-82B4-A629A9AB84C1}"/>
              </a:ext>
            </a:extLst>
          </p:cNvPr>
          <p:cNvSpPr>
            <a:spLocks noGrp="1"/>
          </p:cNvSpPr>
          <p:nvPr/>
        </p:nvSpPr>
        <p:spPr>
          <a:xfrm>
            <a:off x="813469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8" name="f_small_violin_5093">
            <a:extLst>
              <a:ext uri="{FF2B5EF4-FFF2-40B4-BE49-F238E27FC236}">
                <a16:creationId xmlns:a16="http://schemas.microsoft.com/office/drawing/2014/main" id="{FCB7A440-BA53-4640-804F-924AF88977A4}"/>
              </a:ext>
            </a:extLst>
          </p:cNvPr>
          <p:cNvSpPr>
            <a:spLocks noGrp="1"/>
          </p:cNvSpPr>
          <p:nvPr/>
        </p:nvSpPr>
        <p:spPr>
          <a:xfrm>
            <a:off x="8403267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29" name="f_small_violin_5094">
            <a:extLst>
              <a:ext uri="{FF2B5EF4-FFF2-40B4-BE49-F238E27FC236}">
                <a16:creationId xmlns:a16="http://schemas.microsoft.com/office/drawing/2014/main" id="{BEDD75F7-9A5C-44E7-BBED-6997EE82E15B}"/>
              </a:ext>
            </a:extLst>
          </p:cNvPr>
          <p:cNvSpPr>
            <a:spLocks noGrp="1"/>
          </p:cNvSpPr>
          <p:nvPr/>
        </p:nvSpPr>
        <p:spPr>
          <a:xfrm>
            <a:off x="848692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0" name="f_small_violin_5095">
            <a:extLst>
              <a:ext uri="{FF2B5EF4-FFF2-40B4-BE49-F238E27FC236}">
                <a16:creationId xmlns:a16="http://schemas.microsoft.com/office/drawing/2014/main" id="{074A6B3C-8291-406F-A1B7-5F044A32A60B}"/>
              </a:ext>
            </a:extLst>
          </p:cNvPr>
          <p:cNvSpPr>
            <a:spLocks noGrp="1"/>
          </p:cNvSpPr>
          <p:nvPr/>
        </p:nvSpPr>
        <p:spPr>
          <a:xfrm>
            <a:off x="799568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1" name="f_small_violin_5096">
            <a:extLst>
              <a:ext uri="{FF2B5EF4-FFF2-40B4-BE49-F238E27FC236}">
                <a16:creationId xmlns:a16="http://schemas.microsoft.com/office/drawing/2014/main" id="{4229BC8B-9A4B-49B2-BE1A-A0122BEE184B}"/>
              </a:ext>
            </a:extLst>
          </p:cNvPr>
          <p:cNvSpPr>
            <a:spLocks noGrp="1"/>
          </p:cNvSpPr>
          <p:nvPr/>
        </p:nvSpPr>
        <p:spPr>
          <a:xfrm>
            <a:off x="8325252" y="552120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2" name="f_small_violin_5097">
            <a:extLst>
              <a:ext uri="{FF2B5EF4-FFF2-40B4-BE49-F238E27FC236}">
                <a16:creationId xmlns:a16="http://schemas.microsoft.com/office/drawing/2014/main" id="{28826D5B-36E8-495C-832D-FBAB74DC023F}"/>
              </a:ext>
            </a:extLst>
          </p:cNvPr>
          <p:cNvSpPr>
            <a:spLocks noGrp="1"/>
          </p:cNvSpPr>
          <p:nvPr/>
        </p:nvSpPr>
        <p:spPr>
          <a:xfrm>
            <a:off x="83091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3" name="f_small_violin_5098">
            <a:extLst>
              <a:ext uri="{FF2B5EF4-FFF2-40B4-BE49-F238E27FC236}">
                <a16:creationId xmlns:a16="http://schemas.microsoft.com/office/drawing/2014/main" id="{39C8A528-A4E2-42DA-9202-3D183497EF7C}"/>
              </a:ext>
            </a:extLst>
          </p:cNvPr>
          <p:cNvSpPr>
            <a:spLocks noGrp="1"/>
          </p:cNvSpPr>
          <p:nvPr/>
        </p:nvSpPr>
        <p:spPr>
          <a:xfrm>
            <a:off x="805861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4" name="f_small_violin_5099">
            <a:extLst>
              <a:ext uri="{FF2B5EF4-FFF2-40B4-BE49-F238E27FC236}">
                <a16:creationId xmlns:a16="http://schemas.microsoft.com/office/drawing/2014/main" id="{182024AC-9445-4F7B-92A1-2CF80881A3B4}"/>
              </a:ext>
            </a:extLst>
          </p:cNvPr>
          <p:cNvSpPr>
            <a:spLocks noGrp="1"/>
          </p:cNvSpPr>
          <p:nvPr/>
        </p:nvSpPr>
        <p:spPr>
          <a:xfrm>
            <a:off x="8444205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5" name="f_small_violin_5100">
            <a:extLst>
              <a:ext uri="{FF2B5EF4-FFF2-40B4-BE49-F238E27FC236}">
                <a16:creationId xmlns:a16="http://schemas.microsoft.com/office/drawing/2014/main" id="{203289A1-662F-4FCF-A1AA-A573FD9FD9EA}"/>
              </a:ext>
            </a:extLst>
          </p:cNvPr>
          <p:cNvSpPr>
            <a:spLocks noGrp="1"/>
          </p:cNvSpPr>
          <p:nvPr/>
        </p:nvSpPr>
        <p:spPr>
          <a:xfrm>
            <a:off x="8395649" y="3502991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6" name="f_small_violin_5101">
            <a:extLst>
              <a:ext uri="{FF2B5EF4-FFF2-40B4-BE49-F238E27FC236}">
                <a16:creationId xmlns:a16="http://schemas.microsoft.com/office/drawing/2014/main" id="{C2917160-892C-4075-95BE-828C8383A75A}"/>
              </a:ext>
            </a:extLst>
          </p:cNvPr>
          <p:cNvSpPr>
            <a:spLocks noGrp="1"/>
          </p:cNvSpPr>
          <p:nvPr/>
        </p:nvSpPr>
        <p:spPr>
          <a:xfrm>
            <a:off x="818096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7" name="f_small_violin_5102">
            <a:extLst>
              <a:ext uri="{FF2B5EF4-FFF2-40B4-BE49-F238E27FC236}">
                <a16:creationId xmlns:a16="http://schemas.microsoft.com/office/drawing/2014/main" id="{E493182E-F342-4468-A142-408D93C8B7FB}"/>
              </a:ext>
            </a:extLst>
          </p:cNvPr>
          <p:cNvSpPr>
            <a:spLocks noGrp="1"/>
          </p:cNvSpPr>
          <p:nvPr/>
        </p:nvSpPr>
        <p:spPr>
          <a:xfrm>
            <a:off x="828283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8" name="f_small_violin_5103">
            <a:extLst>
              <a:ext uri="{FF2B5EF4-FFF2-40B4-BE49-F238E27FC236}">
                <a16:creationId xmlns:a16="http://schemas.microsoft.com/office/drawing/2014/main" id="{B3DD65F9-158A-4941-B9EF-C24A608DF967}"/>
              </a:ext>
            </a:extLst>
          </p:cNvPr>
          <p:cNvSpPr>
            <a:spLocks noGrp="1"/>
          </p:cNvSpPr>
          <p:nvPr/>
        </p:nvSpPr>
        <p:spPr>
          <a:xfrm>
            <a:off x="8219709" y="500146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39" name="f_small_violin_5104">
            <a:extLst>
              <a:ext uri="{FF2B5EF4-FFF2-40B4-BE49-F238E27FC236}">
                <a16:creationId xmlns:a16="http://schemas.microsoft.com/office/drawing/2014/main" id="{ACAB5D08-F0B3-4405-901A-CB151B8167C9}"/>
              </a:ext>
            </a:extLst>
          </p:cNvPr>
          <p:cNvSpPr>
            <a:spLocks noGrp="1"/>
          </p:cNvSpPr>
          <p:nvPr/>
        </p:nvSpPr>
        <p:spPr>
          <a:xfrm>
            <a:off x="8175113" y="249725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0" name="f_small_violin_5105">
            <a:extLst>
              <a:ext uri="{FF2B5EF4-FFF2-40B4-BE49-F238E27FC236}">
                <a16:creationId xmlns:a16="http://schemas.microsoft.com/office/drawing/2014/main" id="{075C6061-F0E2-4CE7-AC63-CCB8273C3CD2}"/>
              </a:ext>
            </a:extLst>
          </p:cNvPr>
          <p:cNvSpPr>
            <a:spLocks noGrp="1"/>
          </p:cNvSpPr>
          <p:nvPr/>
        </p:nvSpPr>
        <p:spPr>
          <a:xfrm>
            <a:off x="846103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1" name="f_small_violin_5106">
            <a:extLst>
              <a:ext uri="{FF2B5EF4-FFF2-40B4-BE49-F238E27FC236}">
                <a16:creationId xmlns:a16="http://schemas.microsoft.com/office/drawing/2014/main" id="{0930255A-9F46-4A59-8EF4-AB0BF743D7D2}"/>
              </a:ext>
            </a:extLst>
          </p:cNvPr>
          <p:cNvSpPr>
            <a:spLocks noGrp="1"/>
          </p:cNvSpPr>
          <p:nvPr/>
        </p:nvSpPr>
        <p:spPr>
          <a:xfrm>
            <a:off x="8317499" y="598188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2" name="f_small_violin_5107">
            <a:extLst>
              <a:ext uri="{FF2B5EF4-FFF2-40B4-BE49-F238E27FC236}">
                <a16:creationId xmlns:a16="http://schemas.microsoft.com/office/drawing/2014/main" id="{305FEB3F-7423-4D08-A93D-254EACB83B90}"/>
              </a:ext>
            </a:extLst>
          </p:cNvPr>
          <p:cNvSpPr>
            <a:spLocks noGrp="1"/>
          </p:cNvSpPr>
          <p:nvPr/>
        </p:nvSpPr>
        <p:spPr>
          <a:xfrm>
            <a:off x="8312718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3" name="f_small_violin_5108">
            <a:extLst>
              <a:ext uri="{FF2B5EF4-FFF2-40B4-BE49-F238E27FC236}">
                <a16:creationId xmlns:a16="http://schemas.microsoft.com/office/drawing/2014/main" id="{8F42019D-97F1-4D04-92DE-8C49062DD8C9}"/>
              </a:ext>
            </a:extLst>
          </p:cNvPr>
          <p:cNvSpPr>
            <a:spLocks noGrp="1"/>
          </p:cNvSpPr>
          <p:nvPr/>
        </p:nvSpPr>
        <p:spPr>
          <a:xfrm>
            <a:off x="8019337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4" name="f_small_violin_5109">
            <a:extLst>
              <a:ext uri="{FF2B5EF4-FFF2-40B4-BE49-F238E27FC236}">
                <a16:creationId xmlns:a16="http://schemas.microsoft.com/office/drawing/2014/main" id="{BCFB2E6B-C994-439C-97C8-EC8A6C683850}"/>
              </a:ext>
            </a:extLst>
          </p:cNvPr>
          <p:cNvSpPr>
            <a:spLocks noGrp="1"/>
          </p:cNvSpPr>
          <p:nvPr/>
        </p:nvSpPr>
        <p:spPr>
          <a:xfrm>
            <a:off x="8319394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5" name="f_small_violin_5110">
            <a:extLst>
              <a:ext uri="{FF2B5EF4-FFF2-40B4-BE49-F238E27FC236}">
                <a16:creationId xmlns:a16="http://schemas.microsoft.com/office/drawing/2014/main" id="{01228182-1375-40E3-8A89-1FDC593908E8}"/>
              </a:ext>
            </a:extLst>
          </p:cNvPr>
          <p:cNvSpPr>
            <a:spLocks noGrp="1"/>
          </p:cNvSpPr>
          <p:nvPr/>
        </p:nvSpPr>
        <p:spPr>
          <a:xfrm>
            <a:off x="8404643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6" name="f_small_violin_5111">
            <a:extLst>
              <a:ext uri="{FF2B5EF4-FFF2-40B4-BE49-F238E27FC236}">
                <a16:creationId xmlns:a16="http://schemas.microsoft.com/office/drawing/2014/main" id="{628493CC-AF0A-4BE5-869A-B1083538A8F1}"/>
              </a:ext>
            </a:extLst>
          </p:cNvPr>
          <p:cNvSpPr>
            <a:spLocks noGrp="1"/>
          </p:cNvSpPr>
          <p:nvPr/>
        </p:nvSpPr>
        <p:spPr>
          <a:xfrm>
            <a:off x="8467402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7" name="f_small_violin_5112">
            <a:extLst>
              <a:ext uri="{FF2B5EF4-FFF2-40B4-BE49-F238E27FC236}">
                <a16:creationId xmlns:a16="http://schemas.microsoft.com/office/drawing/2014/main" id="{BA62A74C-61E4-45F1-8764-EA247A87BE20}"/>
              </a:ext>
            </a:extLst>
          </p:cNvPr>
          <p:cNvSpPr>
            <a:spLocks noGrp="1"/>
          </p:cNvSpPr>
          <p:nvPr/>
        </p:nvSpPr>
        <p:spPr>
          <a:xfrm>
            <a:off x="822625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8" name="f_small_violin_5113">
            <a:extLst>
              <a:ext uri="{FF2B5EF4-FFF2-40B4-BE49-F238E27FC236}">
                <a16:creationId xmlns:a16="http://schemas.microsoft.com/office/drawing/2014/main" id="{26A2C3BF-9074-40F8-B357-1A19F97E315D}"/>
              </a:ext>
            </a:extLst>
          </p:cNvPr>
          <p:cNvSpPr>
            <a:spLocks noGrp="1"/>
          </p:cNvSpPr>
          <p:nvPr/>
        </p:nvSpPr>
        <p:spPr>
          <a:xfrm>
            <a:off x="826089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49" name="f_small_violin_5114">
            <a:extLst>
              <a:ext uri="{FF2B5EF4-FFF2-40B4-BE49-F238E27FC236}">
                <a16:creationId xmlns:a16="http://schemas.microsoft.com/office/drawing/2014/main" id="{EA79C264-54E4-421D-BA64-B447C44F1BC7}"/>
              </a:ext>
            </a:extLst>
          </p:cNvPr>
          <p:cNvSpPr>
            <a:spLocks noGrp="1"/>
          </p:cNvSpPr>
          <p:nvPr/>
        </p:nvSpPr>
        <p:spPr>
          <a:xfrm>
            <a:off x="8388561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0" name="f_small_violin_5115">
            <a:extLst>
              <a:ext uri="{FF2B5EF4-FFF2-40B4-BE49-F238E27FC236}">
                <a16:creationId xmlns:a16="http://schemas.microsoft.com/office/drawing/2014/main" id="{60B5E269-20D1-462D-BF53-EBA6145B1C6F}"/>
              </a:ext>
            </a:extLst>
          </p:cNvPr>
          <p:cNvSpPr>
            <a:spLocks noGrp="1"/>
          </p:cNvSpPr>
          <p:nvPr/>
        </p:nvSpPr>
        <p:spPr>
          <a:xfrm>
            <a:off x="799807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1" name="f_small_violin_5116">
            <a:extLst>
              <a:ext uri="{FF2B5EF4-FFF2-40B4-BE49-F238E27FC236}">
                <a16:creationId xmlns:a16="http://schemas.microsoft.com/office/drawing/2014/main" id="{BEE44DCC-4DDA-4587-9D38-49E2D16C0909}"/>
              </a:ext>
            </a:extLst>
          </p:cNvPr>
          <p:cNvSpPr>
            <a:spLocks noGrp="1"/>
          </p:cNvSpPr>
          <p:nvPr/>
        </p:nvSpPr>
        <p:spPr>
          <a:xfrm>
            <a:off x="8280612" y="3371368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2" name="f_small_violin_5117">
            <a:extLst>
              <a:ext uri="{FF2B5EF4-FFF2-40B4-BE49-F238E27FC236}">
                <a16:creationId xmlns:a16="http://schemas.microsoft.com/office/drawing/2014/main" id="{CDA644E7-A30A-4623-9E21-F624275F2B62}"/>
              </a:ext>
            </a:extLst>
          </p:cNvPr>
          <p:cNvSpPr>
            <a:spLocks noGrp="1"/>
          </p:cNvSpPr>
          <p:nvPr/>
        </p:nvSpPr>
        <p:spPr>
          <a:xfrm>
            <a:off x="848946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3" name="f_small_violin_5118">
            <a:extLst>
              <a:ext uri="{FF2B5EF4-FFF2-40B4-BE49-F238E27FC236}">
                <a16:creationId xmlns:a16="http://schemas.microsoft.com/office/drawing/2014/main" id="{E3FCDC57-8C5C-4BE4-8920-A03AAB4652E8}"/>
              </a:ext>
            </a:extLst>
          </p:cNvPr>
          <p:cNvSpPr>
            <a:spLocks noGrp="1"/>
          </p:cNvSpPr>
          <p:nvPr/>
        </p:nvSpPr>
        <p:spPr>
          <a:xfrm>
            <a:off x="838073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4" name="f_small_violin_5119">
            <a:extLst>
              <a:ext uri="{FF2B5EF4-FFF2-40B4-BE49-F238E27FC236}">
                <a16:creationId xmlns:a16="http://schemas.microsoft.com/office/drawing/2014/main" id="{1A1FC574-197E-4A95-B4A9-A0318ECFA0ED}"/>
              </a:ext>
            </a:extLst>
          </p:cNvPr>
          <p:cNvSpPr>
            <a:spLocks noGrp="1"/>
          </p:cNvSpPr>
          <p:nvPr/>
        </p:nvSpPr>
        <p:spPr>
          <a:xfrm>
            <a:off x="821619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5" name="f_small_violin_5120">
            <a:extLst>
              <a:ext uri="{FF2B5EF4-FFF2-40B4-BE49-F238E27FC236}">
                <a16:creationId xmlns:a16="http://schemas.microsoft.com/office/drawing/2014/main" id="{1C468168-54F6-426F-A6C7-36B0A198E002}"/>
              </a:ext>
            </a:extLst>
          </p:cNvPr>
          <p:cNvSpPr>
            <a:spLocks noGrp="1"/>
          </p:cNvSpPr>
          <p:nvPr/>
        </p:nvSpPr>
        <p:spPr>
          <a:xfrm>
            <a:off x="8232676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6" name="f_small_violin_5121">
            <a:extLst>
              <a:ext uri="{FF2B5EF4-FFF2-40B4-BE49-F238E27FC236}">
                <a16:creationId xmlns:a16="http://schemas.microsoft.com/office/drawing/2014/main" id="{A1FF212F-2223-4023-9443-E7038C32BD64}"/>
              </a:ext>
            </a:extLst>
          </p:cNvPr>
          <p:cNvSpPr>
            <a:spLocks noGrp="1"/>
          </p:cNvSpPr>
          <p:nvPr/>
        </p:nvSpPr>
        <p:spPr>
          <a:xfrm>
            <a:off x="8447153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7" name="f_small_violin_5122">
            <a:extLst>
              <a:ext uri="{FF2B5EF4-FFF2-40B4-BE49-F238E27FC236}">
                <a16:creationId xmlns:a16="http://schemas.microsoft.com/office/drawing/2014/main" id="{44FAF21B-3470-46AB-9FFC-01662083D863}"/>
              </a:ext>
            </a:extLst>
          </p:cNvPr>
          <p:cNvSpPr>
            <a:spLocks noGrp="1"/>
          </p:cNvSpPr>
          <p:nvPr/>
        </p:nvSpPr>
        <p:spPr>
          <a:xfrm>
            <a:off x="816640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8" name="f_small_violin_5123">
            <a:extLst>
              <a:ext uri="{FF2B5EF4-FFF2-40B4-BE49-F238E27FC236}">
                <a16:creationId xmlns:a16="http://schemas.microsoft.com/office/drawing/2014/main" id="{0FC98DF7-98A0-40EF-9C37-BE1AC7AFE0B6}"/>
              </a:ext>
            </a:extLst>
          </p:cNvPr>
          <p:cNvSpPr>
            <a:spLocks noGrp="1"/>
          </p:cNvSpPr>
          <p:nvPr/>
        </p:nvSpPr>
        <p:spPr>
          <a:xfrm>
            <a:off x="819760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59" name="f_small_violin_5124">
            <a:extLst>
              <a:ext uri="{FF2B5EF4-FFF2-40B4-BE49-F238E27FC236}">
                <a16:creationId xmlns:a16="http://schemas.microsoft.com/office/drawing/2014/main" id="{E5717D44-EFCF-46F7-8E40-2AFBAD2DF2E0}"/>
              </a:ext>
            </a:extLst>
          </p:cNvPr>
          <p:cNvSpPr>
            <a:spLocks noGrp="1"/>
          </p:cNvSpPr>
          <p:nvPr/>
        </p:nvSpPr>
        <p:spPr>
          <a:xfrm>
            <a:off x="8152123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0" name="f_small_violin_5125">
            <a:extLst>
              <a:ext uri="{FF2B5EF4-FFF2-40B4-BE49-F238E27FC236}">
                <a16:creationId xmlns:a16="http://schemas.microsoft.com/office/drawing/2014/main" id="{ABAB3B88-4014-4AC0-BFE3-9489B48C63FC}"/>
              </a:ext>
            </a:extLst>
          </p:cNvPr>
          <p:cNvSpPr>
            <a:spLocks noGrp="1"/>
          </p:cNvSpPr>
          <p:nvPr/>
        </p:nvSpPr>
        <p:spPr>
          <a:xfrm>
            <a:off x="816803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1" name="f_small_violin_5126">
            <a:extLst>
              <a:ext uri="{FF2B5EF4-FFF2-40B4-BE49-F238E27FC236}">
                <a16:creationId xmlns:a16="http://schemas.microsoft.com/office/drawing/2014/main" id="{ADB8E3B4-3C81-4DB8-BE95-2515802CE727}"/>
              </a:ext>
            </a:extLst>
          </p:cNvPr>
          <p:cNvSpPr>
            <a:spLocks noGrp="1"/>
          </p:cNvSpPr>
          <p:nvPr/>
        </p:nvSpPr>
        <p:spPr>
          <a:xfrm>
            <a:off x="828282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2" name="f_small_violin_5127">
            <a:extLst>
              <a:ext uri="{FF2B5EF4-FFF2-40B4-BE49-F238E27FC236}">
                <a16:creationId xmlns:a16="http://schemas.microsoft.com/office/drawing/2014/main" id="{4541FDF4-4E7C-44B7-BF36-E3422DDE5633}"/>
              </a:ext>
            </a:extLst>
          </p:cNvPr>
          <p:cNvSpPr>
            <a:spLocks noGrp="1"/>
          </p:cNvSpPr>
          <p:nvPr/>
        </p:nvSpPr>
        <p:spPr>
          <a:xfrm>
            <a:off x="819423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3" name="f_small_violin_5128">
            <a:extLst>
              <a:ext uri="{FF2B5EF4-FFF2-40B4-BE49-F238E27FC236}">
                <a16:creationId xmlns:a16="http://schemas.microsoft.com/office/drawing/2014/main" id="{6E5BEB09-B4F2-4DC6-A5E5-435844D51EAB}"/>
              </a:ext>
            </a:extLst>
          </p:cNvPr>
          <p:cNvSpPr>
            <a:spLocks noGrp="1"/>
          </p:cNvSpPr>
          <p:nvPr/>
        </p:nvSpPr>
        <p:spPr>
          <a:xfrm>
            <a:off x="8496308" y="567476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4" name="f_small_violin_5129">
            <a:extLst>
              <a:ext uri="{FF2B5EF4-FFF2-40B4-BE49-F238E27FC236}">
                <a16:creationId xmlns:a16="http://schemas.microsoft.com/office/drawing/2014/main" id="{CA6ED7E1-982E-4C96-815C-1E2C5E62B9A8}"/>
              </a:ext>
            </a:extLst>
          </p:cNvPr>
          <p:cNvSpPr>
            <a:spLocks noGrp="1"/>
          </p:cNvSpPr>
          <p:nvPr/>
        </p:nvSpPr>
        <p:spPr>
          <a:xfrm>
            <a:off x="8425504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5" name="f_small_violin_5130">
            <a:extLst>
              <a:ext uri="{FF2B5EF4-FFF2-40B4-BE49-F238E27FC236}">
                <a16:creationId xmlns:a16="http://schemas.microsoft.com/office/drawing/2014/main" id="{39DFD18A-1446-41D4-BF47-796947A21EA1}"/>
              </a:ext>
            </a:extLst>
          </p:cNvPr>
          <p:cNvSpPr>
            <a:spLocks noGrp="1"/>
          </p:cNvSpPr>
          <p:nvPr/>
        </p:nvSpPr>
        <p:spPr>
          <a:xfrm>
            <a:off x="8035231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6" name="f_small_violin_5131">
            <a:extLst>
              <a:ext uri="{FF2B5EF4-FFF2-40B4-BE49-F238E27FC236}">
                <a16:creationId xmlns:a16="http://schemas.microsoft.com/office/drawing/2014/main" id="{5D9BAAC6-863E-445B-A819-C9EF9DF21301}"/>
              </a:ext>
            </a:extLst>
          </p:cNvPr>
          <p:cNvSpPr>
            <a:spLocks noGrp="1"/>
          </p:cNvSpPr>
          <p:nvPr/>
        </p:nvSpPr>
        <p:spPr>
          <a:xfrm>
            <a:off x="8257680" y="511171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7" name="f_small_violin_5132">
            <a:extLst>
              <a:ext uri="{FF2B5EF4-FFF2-40B4-BE49-F238E27FC236}">
                <a16:creationId xmlns:a16="http://schemas.microsoft.com/office/drawing/2014/main" id="{98B8C9CA-8E04-4A92-A0E3-EA0979A5A599}"/>
              </a:ext>
            </a:extLst>
          </p:cNvPr>
          <p:cNvSpPr>
            <a:spLocks noGrp="1"/>
          </p:cNvSpPr>
          <p:nvPr/>
        </p:nvSpPr>
        <p:spPr>
          <a:xfrm>
            <a:off x="836383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8" name="f_small_violin_5133">
            <a:extLst>
              <a:ext uri="{FF2B5EF4-FFF2-40B4-BE49-F238E27FC236}">
                <a16:creationId xmlns:a16="http://schemas.microsoft.com/office/drawing/2014/main" id="{3494920B-390A-4300-82F2-D9CE4FF0E789}"/>
              </a:ext>
            </a:extLst>
          </p:cNvPr>
          <p:cNvSpPr>
            <a:spLocks noGrp="1"/>
          </p:cNvSpPr>
          <p:nvPr/>
        </p:nvSpPr>
        <p:spPr>
          <a:xfrm>
            <a:off x="8402109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69" name="f_small_violin_5134">
            <a:extLst>
              <a:ext uri="{FF2B5EF4-FFF2-40B4-BE49-F238E27FC236}">
                <a16:creationId xmlns:a16="http://schemas.microsoft.com/office/drawing/2014/main" id="{35744DE7-A46C-4FE1-B4CB-6680559FCAB6}"/>
              </a:ext>
            </a:extLst>
          </p:cNvPr>
          <p:cNvSpPr>
            <a:spLocks noGrp="1"/>
          </p:cNvSpPr>
          <p:nvPr/>
        </p:nvSpPr>
        <p:spPr>
          <a:xfrm>
            <a:off x="8494014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0" name="f_small_violin_5135">
            <a:extLst>
              <a:ext uri="{FF2B5EF4-FFF2-40B4-BE49-F238E27FC236}">
                <a16:creationId xmlns:a16="http://schemas.microsoft.com/office/drawing/2014/main" id="{3717C30F-C882-4BB5-A723-EFABF76B1EF0}"/>
              </a:ext>
            </a:extLst>
          </p:cNvPr>
          <p:cNvSpPr>
            <a:spLocks noGrp="1"/>
          </p:cNvSpPr>
          <p:nvPr/>
        </p:nvSpPr>
        <p:spPr>
          <a:xfrm>
            <a:off x="8032816" y="5082463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1" name="f_small_violin_5136">
            <a:extLst>
              <a:ext uri="{FF2B5EF4-FFF2-40B4-BE49-F238E27FC236}">
                <a16:creationId xmlns:a16="http://schemas.microsoft.com/office/drawing/2014/main" id="{9197A32C-F124-4AF4-BC4F-6B948443697E}"/>
              </a:ext>
            </a:extLst>
          </p:cNvPr>
          <p:cNvSpPr>
            <a:spLocks noGrp="1"/>
          </p:cNvSpPr>
          <p:nvPr/>
        </p:nvSpPr>
        <p:spPr>
          <a:xfrm>
            <a:off x="8319902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2" name="f_small_violin_5137">
            <a:extLst>
              <a:ext uri="{FF2B5EF4-FFF2-40B4-BE49-F238E27FC236}">
                <a16:creationId xmlns:a16="http://schemas.microsoft.com/office/drawing/2014/main" id="{284C7574-DCEE-4E44-A72C-BBAEE5E41CFC}"/>
              </a:ext>
            </a:extLst>
          </p:cNvPr>
          <p:cNvSpPr>
            <a:spLocks noGrp="1"/>
          </p:cNvSpPr>
          <p:nvPr/>
        </p:nvSpPr>
        <p:spPr>
          <a:xfrm>
            <a:off x="8028567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3" name="f_small_violin_5138">
            <a:extLst>
              <a:ext uri="{FF2B5EF4-FFF2-40B4-BE49-F238E27FC236}">
                <a16:creationId xmlns:a16="http://schemas.microsoft.com/office/drawing/2014/main" id="{BF243D80-FD6D-4A15-9977-AC2FA6B8F4D4}"/>
              </a:ext>
            </a:extLst>
          </p:cNvPr>
          <p:cNvSpPr>
            <a:spLocks noGrp="1"/>
          </p:cNvSpPr>
          <p:nvPr/>
        </p:nvSpPr>
        <p:spPr>
          <a:xfrm>
            <a:off x="81927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4" name="f_small_violin_5139">
            <a:extLst>
              <a:ext uri="{FF2B5EF4-FFF2-40B4-BE49-F238E27FC236}">
                <a16:creationId xmlns:a16="http://schemas.microsoft.com/office/drawing/2014/main" id="{813399A3-803D-48F7-9B1E-FA10DAA96BAD}"/>
              </a:ext>
            </a:extLst>
          </p:cNvPr>
          <p:cNvSpPr>
            <a:spLocks noGrp="1"/>
          </p:cNvSpPr>
          <p:nvPr/>
        </p:nvSpPr>
        <p:spPr>
          <a:xfrm>
            <a:off x="8070182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5" name="f_small_violin_5140">
            <a:extLst>
              <a:ext uri="{FF2B5EF4-FFF2-40B4-BE49-F238E27FC236}">
                <a16:creationId xmlns:a16="http://schemas.microsoft.com/office/drawing/2014/main" id="{6F11F608-5739-4EE3-9B16-964ACA8F7891}"/>
              </a:ext>
            </a:extLst>
          </p:cNvPr>
          <p:cNvSpPr>
            <a:spLocks noGrp="1"/>
          </p:cNvSpPr>
          <p:nvPr/>
        </p:nvSpPr>
        <p:spPr>
          <a:xfrm>
            <a:off x="8277698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6" name="f_small_violin_5141">
            <a:extLst>
              <a:ext uri="{FF2B5EF4-FFF2-40B4-BE49-F238E27FC236}">
                <a16:creationId xmlns:a16="http://schemas.microsoft.com/office/drawing/2014/main" id="{E0E31DB4-CD5A-4E53-85FC-929332DD27D6}"/>
              </a:ext>
            </a:extLst>
          </p:cNvPr>
          <p:cNvSpPr>
            <a:spLocks noGrp="1"/>
          </p:cNvSpPr>
          <p:nvPr/>
        </p:nvSpPr>
        <p:spPr>
          <a:xfrm>
            <a:off x="8001870" y="490696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7" name="f_small_violin_5142">
            <a:extLst>
              <a:ext uri="{FF2B5EF4-FFF2-40B4-BE49-F238E27FC236}">
                <a16:creationId xmlns:a16="http://schemas.microsoft.com/office/drawing/2014/main" id="{36A0FB5C-4FD5-4BDC-BC3D-664E5C71741A}"/>
              </a:ext>
            </a:extLst>
          </p:cNvPr>
          <p:cNvSpPr>
            <a:spLocks noGrp="1"/>
          </p:cNvSpPr>
          <p:nvPr/>
        </p:nvSpPr>
        <p:spPr>
          <a:xfrm>
            <a:off x="8145429" y="3187096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8" name="f_small_violin_5143">
            <a:extLst>
              <a:ext uri="{FF2B5EF4-FFF2-40B4-BE49-F238E27FC236}">
                <a16:creationId xmlns:a16="http://schemas.microsoft.com/office/drawing/2014/main" id="{18EED557-D22F-405D-8708-8FA307CEDFDA}"/>
              </a:ext>
            </a:extLst>
          </p:cNvPr>
          <p:cNvSpPr>
            <a:spLocks noGrp="1"/>
          </p:cNvSpPr>
          <p:nvPr/>
        </p:nvSpPr>
        <p:spPr>
          <a:xfrm>
            <a:off x="8350650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79" name="f_small_violin_5144">
            <a:extLst>
              <a:ext uri="{FF2B5EF4-FFF2-40B4-BE49-F238E27FC236}">
                <a16:creationId xmlns:a16="http://schemas.microsoft.com/office/drawing/2014/main" id="{8AB48BEA-5C69-4A3B-AD1A-C628C5F23DD7}"/>
              </a:ext>
            </a:extLst>
          </p:cNvPr>
          <p:cNvSpPr>
            <a:spLocks noGrp="1"/>
          </p:cNvSpPr>
          <p:nvPr/>
        </p:nvSpPr>
        <p:spPr>
          <a:xfrm>
            <a:off x="8082286" y="6135445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0" name="f_small_violin_5145">
            <a:extLst>
              <a:ext uri="{FF2B5EF4-FFF2-40B4-BE49-F238E27FC236}">
                <a16:creationId xmlns:a16="http://schemas.microsoft.com/office/drawing/2014/main" id="{BE2410FB-5329-4E4E-AE2F-812CA50536C2}"/>
              </a:ext>
            </a:extLst>
          </p:cNvPr>
          <p:cNvSpPr>
            <a:spLocks noGrp="1"/>
          </p:cNvSpPr>
          <p:nvPr/>
        </p:nvSpPr>
        <p:spPr>
          <a:xfrm>
            <a:off x="8323239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1" name="f_small_violin_5146">
            <a:extLst>
              <a:ext uri="{FF2B5EF4-FFF2-40B4-BE49-F238E27FC236}">
                <a16:creationId xmlns:a16="http://schemas.microsoft.com/office/drawing/2014/main" id="{1BEE57A2-B14E-4212-B9EC-8F140E591C72}"/>
              </a:ext>
            </a:extLst>
          </p:cNvPr>
          <p:cNvSpPr>
            <a:spLocks noGrp="1"/>
          </p:cNvSpPr>
          <p:nvPr/>
        </p:nvSpPr>
        <p:spPr>
          <a:xfrm>
            <a:off x="8109326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2" name="f_small_violin_5147">
            <a:extLst>
              <a:ext uri="{FF2B5EF4-FFF2-40B4-BE49-F238E27FC236}">
                <a16:creationId xmlns:a16="http://schemas.microsoft.com/office/drawing/2014/main" id="{7E9F2B8C-C78C-4A40-8742-3FF929E0B511}"/>
              </a:ext>
            </a:extLst>
          </p:cNvPr>
          <p:cNvSpPr>
            <a:spLocks noGrp="1"/>
          </p:cNvSpPr>
          <p:nvPr/>
        </p:nvSpPr>
        <p:spPr>
          <a:xfrm>
            <a:off x="8465103" y="4292727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3" name="f_small_violin_5148">
            <a:extLst>
              <a:ext uri="{FF2B5EF4-FFF2-40B4-BE49-F238E27FC236}">
                <a16:creationId xmlns:a16="http://schemas.microsoft.com/office/drawing/2014/main" id="{E65F8610-674B-4517-809F-B054FBA536EF}"/>
              </a:ext>
            </a:extLst>
          </p:cNvPr>
          <p:cNvSpPr>
            <a:spLocks noGrp="1"/>
          </p:cNvSpPr>
          <p:nvPr/>
        </p:nvSpPr>
        <p:spPr>
          <a:xfrm>
            <a:off x="8326270" y="2450009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4" name="f_small_violin_5149">
            <a:extLst>
              <a:ext uri="{FF2B5EF4-FFF2-40B4-BE49-F238E27FC236}">
                <a16:creationId xmlns:a16="http://schemas.microsoft.com/office/drawing/2014/main" id="{3685C6FF-DDE1-4B26-BF86-D220D6F1DE2B}"/>
              </a:ext>
            </a:extLst>
          </p:cNvPr>
          <p:cNvSpPr>
            <a:spLocks noGrp="1"/>
          </p:cNvSpPr>
          <p:nvPr/>
        </p:nvSpPr>
        <p:spPr>
          <a:xfrm>
            <a:off x="8235210" y="5608954"/>
            <a:ext cx="78548" cy="78548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85" name="f_small_violin_5150">
            <a:extLst>
              <a:ext uri="{FF2B5EF4-FFF2-40B4-BE49-F238E27FC236}">
                <a16:creationId xmlns:a16="http://schemas.microsoft.com/office/drawing/2014/main" id="{0E2FB4A1-ECCE-4AA7-8C2C-6BA4F8848FCF}"/>
              </a:ext>
            </a:extLst>
          </p:cNvPr>
          <p:cNvSpPr>
            <a:spLocks noGrp="1"/>
          </p:cNvSpPr>
          <p:nvPr/>
        </p:nvSpPr>
        <p:spPr>
          <a:xfrm>
            <a:off x="1685925" y="2378720"/>
            <a:ext cx="191" cy="3888135"/>
          </a:xfrm>
          <a:custGeom>
            <a:avLst/>
            <a:gdLst/>
            <a:ahLst/>
            <a:cxnLst/>
            <a:rect l="0" t="0" r="0" b="0"/>
            <a:pathLst>
              <a:path w="191" h="3888135">
                <a:moveTo>
                  <a:pt x="0" y="3888135"/>
                </a:moveTo>
                <a:lnTo>
                  <a:pt x="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6" name="f_small_violin_5151">
            <a:extLst>
              <a:ext uri="{FF2B5EF4-FFF2-40B4-BE49-F238E27FC236}">
                <a16:creationId xmlns:a16="http://schemas.microsoft.com/office/drawing/2014/main" id="{5232CCA3-218B-498A-94F6-75F5042C5A42}"/>
              </a:ext>
            </a:extLst>
          </p:cNvPr>
          <p:cNvSpPr>
            <a:spLocks noGrp="1"/>
          </p:cNvSpPr>
          <p:nvPr/>
        </p:nvSpPr>
        <p:spPr>
          <a:xfrm>
            <a:off x="1685925" y="6266855"/>
            <a:ext cx="7239000" cy="191"/>
          </a:xfrm>
          <a:custGeom>
            <a:avLst/>
            <a:gdLst/>
            <a:ahLst/>
            <a:cxnLst/>
            <a:rect l="0" t="0" r="0" b="0"/>
            <a:pathLst>
              <a:path w="7239000" h="191">
                <a:moveTo>
                  <a:pt x="0" y="0"/>
                </a:moveTo>
                <a:lnTo>
                  <a:pt x="7239000" y="0"/>
                </a:lnTo>
              </a:path>
            </a:pathLst>
          </a:custGeom>
          <a:noFill/>
          <a:ln w="25528">
            <a:solidFill>
              <a:srgbClr val="000000"/>
            </a:solidFill>
            <a:prstDash val="solid"/>
          </a:ln>
        </p:spPr>
      </p:sp>
      <p:sp>
        <p:nvSpPr>
          <p:cNvPr id="587" name="f_small_violin_5152">
            <a:extLst>
              <a:ext uri="{FF2B5EF4-FFF2-40B4-BE49-F238E27FC236}">
                <a16:creationId xmlns:a16="http://schemas.microsoft.com/office/drawing/2014/main" id="{CEE9048F-D892-4E1E-952E-D9D3F9E8DDB1}"/>
              </a:ext>
            </a:extLst>
          </p:cNvPr>
          <p:cNvSpPr>
            <a:spLocks noGrp="1"/>
          </p:cNvSpPr>
          <p:nvPr/>
        </p:nvSpPr>
        <p:spPr>
          <a:xfrm>
            <a:off x="2321783" y="2489283"/>
            <a:ext cx="191" cy="1705849"/>
          </a:xfrm>
          <a:custGeom>
            <a:avLst/>
            <a:gdLst/>
            <a:ahLst/>
            <a:cxnLst/>
            <a:rect l="0" t="0" r="0" b="0"/>
            <a:pathLst>
              <a:path w="191" h="1705849">
                <a:moveTo>
                  <a:pt x="0" y="1705849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88" name="f_small_violin_5153">
            <a:extLst>
              <a:ext uri="{FF2B5EF4-FFF2-40B4-BE49-F238E27FC236}">
                <a16:creationId xmlns:a16="http://schemas.microsoft.com/office/drawing/2014/main" id="{12452BEB-64E2-43CB-821F-D944B420D934}"/>
              </a:ext>
            </a:extLst>
          </p:cNvPr>
          <p:cNvSpPr>
            <a:spLocks noGrp="1"/>
          </p:cNvSpPr>
          <p:nvPr/>
        </p:nvSpPr>
        <p:spPr>
          <a:xfrm>
            <a:off x="3300026" y="2489283"/>
            <a:ext cx="191" cy="2764077"/>
          </a:xfrm>
          <a:custGeom>
            <a:avLst/>
            <a:gdLst/>
            <a:ahLst/>
            <a:cxnLst/>
            <a:rect l="0" t="0" r="0" b="0"/>
            <a:pathLst>
              <a:path w="191" h="2764077">
                <a:moveTo>
                  <a:pt x="0" y="276407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89" name="f_small_violin_5154">
            <a:extLst>
              <a:ext uri="{FF2B5EF4-FFF2-40B4-BE49-F238E27FC236}">
                <a16:creationId xmlns:a16="http://schemas.microsoft.com/office/drawing/2014/main" id="{77B65441-4E47-4729-B5A4-ED9047E7BF60}"/>
              </a:ext>
            </a:extLst>
          </p:cNvPr>
          <p:cNvSpPr>
            <a:spLocks noGrp="1"/>
          </p:cNvSpPr>
          <p:nvPr/>
        </p:nvSpPr>
        <p:spPr>
          <a:xfrm>
            <a:off x="4278270" y="6092243"/>
            <a:ext cx="191" cy="82476"/>
          </a:xfrm>
          <a:custGeom>
            <a:avLst/>
            <a:gdLst/>
            <a:ahLst/>
            <a:cxnLst/>
            <a:rect l="0" t="0" r="0" b="0"/>
            <a:pathLst>
              <a:path w="191" h="82476">
                <a:moveTo>
                  <a:pt x="0" y="8247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0" name="f_small_violin_5155">
            <a:extLst>
              <a:ext uri="{FF2B5EF4-FFF2-40B4-BE49-F238E27FC236}">
                <a16:creationId xmlns:a16="http://schemas.microsoft.com/office/drawing/2014/main" id="{81968AB4-DCBF-4961-A7DD-A35990EF6986}"/>
              </a:ext>
            </a:extLst>
          </p:cNvPr>
          <p:cNvSpPr>
            <a:spLocks noGrp="1"/>
          </p:cNvSpPr>
          <p:nvPr/>
        </p:nvSpPr>
        <p:spPr>
          <a:xfrm>
            <a:off x="6332580" y="2489283"/>
            <a:ext cx="191" cy="2687297"/>
          </a:xfrm>
          <a:custGeom>
            <a:avLst/>
            <a:gdLst/>
            <a:ahLst/>
            <a:cxnLst/>
            <a:rect l="0" t="0" r="0" b="0"/>
            <a:pathLst>
              <a:path w="191" h="2687297">
                <a:moveTo>
                  <a:pt x="0" y="2687297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007C83"/>
            </a:solidFill>
            <a:prstDash val="solid"/>
          </a:ln>
        </p:spPr>
      </p:sp>
      <p:sp>
        <p:nvSpPr>
          <p:cNvPr id="591" name="f_small_violin_5156">
            <a:extLst>
              <a:ext uri="{FF2B5EF4-FFF2-40B4-BE49-F238E27FC236}">
                <a16:creationId xmlns:a16="http://schemas.microsoft.com/office/drawing/2014/main" id="{597A62A9-6986-4835-B838-3E92A6B854E7}"/>
              </a:ext>
            </a:extLst>
          </p:cNvPr>
          <p:cNvSpPr>
            <a:spLocks noGrp="1"/>
          </p:cNvSpPr>
          <p:nvPr/>
        </p:nvSpPr>
        <p:spPr>
          <a:xfrm>
            <a:off x="7310824" y="2489283"/>
            <a:ext cx="191" cy="3224756"/>
          </a:xfrm>
          <a:custGeom>
            <a:avLst/>
            <a:gdLst/>
            <a:ahLst/>
            <a:cxnLst/>
            <a:rect l="0" t="0" r="0" b="0"/>
            <a:pathLst>
              <a:path w="191" h="3224756">
                <a:moveTo>
                  <a:pt x="0" y="322475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566AB4"/>
            </a:solidFill>
            <a:prstDash val="solid"/>
          </a:ln>
        </p:spPr>
      </p:sp>
      <p:sp>
        <p:nvSpPr>
          <p:cNvPr id="592" name="f_small_violin_5157">
            <a:extLst>
              <a:ext uri="{FF2B5EF4-FFF2-40B4-BE49-F238E27FC236}">
                <a16:creationId xmlns:a16="http://schemas.microsoft.com/office/drawing/2014/main" id="{BCC3BE3C-971D-4406-A4AD-BF66390ED62D}"/>
              </a:ext>
            </a:extLst>
          </p:cNvPr>
          <p:cNvSpPr>
            <a:spLocks noGrp="1"/>
          </p:cNvSpPr>
          <p:nvPr/>
        </p:nvSpPr>
        <p:spPr>
          <a:xfrm>
            <a:off x="8289067" y="2489283"/>
            <a:ext cx="191" cy="3685436"/>
          </a:xfrm>
          <a:custGeom>
            <a:avLst/>
            <a:gdLst/>
            <a:ahLst/>
            <a:cxnLst/>
            <a:rect l="0" t="0" r="0" b="0"/>
            <a:pathLst>
              <a:path w="191" h="3685436">
                <a:moveTo>
                  <a:pt x="0" y="3685436"/>
                </a:moveTo>
                <a:lnTo>
                  <a:pt x="0" y="0"/>
                </a:lnTo>
              </a:path>
            </a:pathLst>
          </a:custGeom>
          <a:noFill/>
          <a:ln w="66766">
            <a:solidFill>
              <a:srgbClr val="8B9298"/>
            </a:solidFill>
            <a:prstDash val="solid"/>
          </a:ln>
        </p:spPr>
      </p:sp>
      <p:sp>
        <p:nvSpPr>
          <p:cNvPr id="593" name="f_small_violin_5158">
            <a:extLst>
              <a:ext uri="{FF2B5EF4-FFF2-40B4-BE49-F238E27FC236}">
                <a16:creationId xmlns:a16="http://schemas.microsoft.com/office/drawing/2014/main" id="{85BB3873-5A0F-46E4-886B-17FB0D742605}"/>
              </a:ext>
            </a:extLst>
          </p:cNvPr>
          <p:cNvSpPr>
            <a:spLocks noGrp="1"/>
          </p:cNvSpPr>
          <p:nvPr/>
        </p:nvSpPr>
        <p:spPr>
          <a:xfrm>
            <a:off x="2250981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4" name="f_small_violin_5159">
            <a:extLst>
              <a:ext uri="{FF2B5EF4-FFF2-40B4-BE49-F238E27FC236}">
                <a16:creationId xmlns:a16="http://schemas.microsoft.com/office/drawing/2014/main" id="{96099365-A0B3-45FD-A66B-7FCDBF775D72}"/>
              </a:ext>
            </a:extLst>
          </p:cNvPr>
          <p:cNvSpPr>
            <a:spLocks noGrp="1"/>
          </p:cNvSpPr>
          <p:nvPr/>
        </p:nvSpPr>
        <p:spPr>
          <a:xfrm>
            <a:off x="3229224" y="364695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5" name="f_small_violin_5160">
            <a:extLst>
              <a:ext uri="{FF2B5EF4-FFF2-40B4-BE49-F238E27FC236}">
                <a16:creationId xmlns:a16="http://schemas.microsoft.com/office/drawing/2014/main" id="{D8737C07-2CF1-49C4-89EA-8DEAF97422EE}"/>
              </a:ext>
            </a:extLst>
          </p:cNvPr>
          <p:cNvSpPr>
            <a:spLocks noGrp="1"/>
          </p:cNvSpPr>
          <p:nvPr/>
        </p:nvSpPr>
        <p:spPr>
          <a:xfrm>
            <a:off x="4207467" y="6078368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6" name="f_small_violin_5161">
            <a:extLst>
              <a:ext uri="{FF2B5EF4-FFF2-40B4-BE49-F238E27FC236}">
                <a16:creationId xmlns:a16="http://schemas.microsoft.com/office/drawing/2014/main" id="{E2D29D21-2DAD-462C-ADE5-239C975D0005}"/>
              </a:ext>
            </a:extLst>
          </p:cNvPr>
          <p:cNvSpPr>
            <a:spLocks noGrp="1"/>
          </p:cNvSpPr>
          <p:nvPr/>
        </p:nvSpPr>
        <p:spPr>
          <a:xfrm>
            <a:off x="6261778" y="2418481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007C83"/>
            </a:solidFill>
            <a:prstDash val="solid"/>
          </a:ln>
        </p:spPr>
      </p:sp>
      <p:sp>
        <p:nvSpPr>
          <p:cNvPr id="597" name="f_small_violin_5162">
            <a:extLst>
              <a:ext uri="{FF2B5EF4-FFF2-40B4-BE49-F238E27FC236}">
                <a16:creationId xmlns:a16="http://schemas.microsoft.com/office/drawing/2014/main" id="{33F6CCB4-8025-4268-9EAC-465BD24C5A78}"/>
              </a:ext>
            </a:extLst>
          </p:cNvPr>
          <p:cNvSpPr>
            <a:spLocks noGrp="1"/>
          </p:cNvSpPr>
          <p:nvPr/>
        </p:nvSpPr>
        <p:spPr>
          <a:xfrm>
            <a:off x="7240021" y="2955940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566AB4"/>
            </a:solidFill>
            <a:prstDash val="solid"/>
          </a:ln>
        </p:spPr>
      </p:sp>
      <p:sp>
        <p:nvSpPr>
          <p:cNvPr id="598" name="f_small_violin_5163">
            <a:extLst>
              <a:ext uri="{FF2B5EF4-FFF2-40B4-BE49-F238E27FC236}">
                <a16:creationId xmlns:a16="http://schemas.microsoft.com/office/drawing/2014/main" id="{86A3797B-85B9-42DD-8B8B-DCAA83D83AEC}"/>
              </a:ext>
            </a:extLst>
          </p:cNvPr>
          <p:cNvSpPr>
            <a:spLocks noGrp="1"/>
          </p:cNvSpPr>
          <p:nvPr/>
        </p:nvSpPr>
        <p:spPr>
          <a:xfrm>
            <a:off x="8218265" y="3954079"/>
            <a:ext cx="141605" cy="141605"/>
          </a:xfrm>
          <a:prstGeom prst="ellipse">
            <a:avLst/>
          </a:prstGeom>
          <a:solidFill>
            <a:srgbClr val="FFFFFF"/>
          </a:solidFill>
          <a:ln w="31419">
            <a:solidFill>
              <a:srgbClr val="8B9298"/>
            </a:solidFill>
            <a:prstDash val="solid"/>
          </a:ln>
        </p:spPr>
      </p:sp>
      <p:sp>
        <p:nvSpPr>
          <p:cNvPr id="599" name="text_5164">
            <a:extLst>
              <a:ext uri="{FF2B5EF4-FFF2-40B4-BE49-F238E27FC236}">
                <a16:creationId xmlns:a16="http://schemas.microsoft.com/office/drawing/2014/main" id="{F8A29A70-85A7-4970-B4D8-2FE90929A579}"/>
              </a:ext>
            </a:extLst>
          </p:cNvPr>
          <p:cNvSpPr>
            <a:spLocks noGrp="1"/>
          </p:cNvSpPr>
          <p:nvPr/>
        </p:nvSpPr>
        <p:spPr>
          <a:xfrm>
            <a:off x="1685925" y="873537"/>
            <a:ext cx="5213616" cy="4663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938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8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600" name="text_5165">
            <a:extLst>
              <a:ext uri="{FF2B5EF4-FFF2-40B4-BE49-F238E27FC236}">
                <a16:creationId xmlns:a16="http://schemas.microsoft.com/office/drawing/2014/main" id="{C0107740-8FF4-4835-8D6E-F702066AF9F0}"/>
              </a:ext>
            </a:extLst>
          </p:cNvPr>
          <p:cNvSpPr>
            <a:spLocks noGrp="1"/>
          </p:cNvSpPr>
          <p:nvPr/>
        </p:nvSpPr>
        <p:spPr>
          <a:xfrm>
            <a:off x="1685925" y="1320205"/>
            <a:ext cx="2896456" cy="38292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41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 only</a:t>
            </a:r>
          </a:p>
        </p:txBody>
      </p:sp>
      <p:sp>
        <p:nvSpPr>
          <p:cNvPr id="601" name="f_small_violin_5166">
            <a:extLst>
              <a:ext uri="{FF2B5EF4-FFF2-40B4-BE49-F238E27FC236}">
                <a16:creationId xmlns:a16="http://schemas.microsoft.com/office/drawing/2014/main" id="{79ED0C00-C7BD-4281-84A3-DD2E6096CE82}"/>
              </a:ext>
            </a:extLst>
          </p:cNvPr>
          <p:cNvSpPr>
            <a:spLocks noGrp="1"/>
          </p:cNvSpPr>
          <p:nvPr/>
        </p:nvSpPr>
        <p:spPr>
          <a:xfrm>
            <a:off x="3312828" y="7147315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602" name="text_5167">
            <a:extLst>
              <a:ext uri="{FF2B5EF4-FFF2-40B4-BE49-F238E27FC236}">
                <a16:creationId xmlns:a16="http://schemas.microsoft.com/office/drawing/2014/main" id="{09E9D22E-E936-4FFE-A7AD-749832AE1E64}"/>
              </a:ext>
            </a:extLst>
          </p:cNvPr>
          <p:cNvSpPr>
            <a:spLocks noGrp="1"/>
          </p:cNvSpPr>
          <p:nvPr/>
        </p:nvSpPr>
        <p:spPr>
          <a:xfrm>
            <a:off x="3644694" y="7124340"/>
            <a:ext cx="3141220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deposited receptor</a:t>
            </a:r>
          </a:p>
        </p:txBody>
      </p:sp>
      <p:sp>
        <p:nvSpPr>
          <p:cNvPr id="603" name="f_small_violin_5168">
            <a:extLst>
              <a:ext uri="{FF2B5EF4-FFF2-40B4-BE49-F238E27FC236}">
                <a16:creationId xmlns:a16="http://schemas.microsoft.com/office/drawing/2014/main" id="{FDD1B090-F90D-441B-B055-39C7121CD6DD}"/>
              </a:ext>
            </a:extLst>
          </p:cNvPr>
          <p:cNvSpPr>
            <a:spLocks noGrp="1"/>
          </p:cNvSpPr>
          <p:nvPr/>
        </p:nvSpPr>
        <p:spPr>
          <a:xfrm>
            <a:off x="3312828" y="7447710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604" name="text_5169">
            <a:extLst>
              <a:ext uri="{FF2B5EF4-FFF2-40B4-BE49-F238E27FC236}">
                <a16:creationId xmlns:a16="http://schemas.microsoft.com/office/drawing/2014/main" id="{3D07B40A-62A2-4AA0-986E-4CAA175BBF6A}"/>
              </a:ext>
            </a:extLst>
          </p:cNvPr>
          <p:cNvSpPr>
            <a:spLocks noGrp="1"/>
          </p:cNvSpPr>
          <p:nvPr/>
        </p:nvSpPr>
        <p:spPr>
          <a:xfrm>
            <a:off x="3644694" y="7424735"/>
            <a:ext cx="3310982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· CryoAtom2 receptor</a:t>
            </a:r>
          </a:p>
        </p:txBody>
      </p:sp>
      <p:sp>
        <p:nvSpPr>
          <p:cNvPr id="605" name="f_small_violin_5170">
            <a:extLst>
              <a:ext uri="{FF2B5EF4-FFF2-40B4-BE49-F238E27FC236}">
                <a16:creationId xmlns:a16="http://schemas.microsoft.com/office/drawing/2014/main" id="{03C8DE88-6CF3-4D4C-A70B-1E6222A6FCCD}"/>
              </a:ext>
            </a:extLst>
          </p:cNvPr>
          <p:cNvSpPr>
            <a:spLocks noGrp="1"/>
          </p:cNvSpPr>
          <p:nvPr/>
        </p:nvSpPr>
        <p:spPr>
          <a:xfrm>
            <a:off x="3312828" y="7748743"/>
            <a:ext cx="229753" cy="178697"/>
          </a:xfrm>
          <a:custGeom>
            <a:avLst/>
            <a:gdLst/>
            <a:ahLst/>
            <a:cxnLst/>
            <a:rect l="0" t="0" r="0" b="0"/>
            <a:pathLst>
              <a:path w="229753" h="178697">
                <a:moveTo>
                  <a:pt x="0" y="178697"/>
                </a:moveTo>
                <a:lnTo>
                  <a:pt x="229753" y="178697"/>
                </a:lnTo>
                <a:lnTo>
                  <a:pt x="229753" y="0"/>
                </a:lnTo>
                <a:lnTo>
                  <a:pt x="0" y="0"/>
                </a:lnTo>
                <a:lnTo>
                  <a:pt x="0" y="17869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606" name="text_5171">
            <a:extLst>
              <a:ext uri="{FF2B5EF4-FFF2-40B4-BE49-F238E27FC236}">
                <a16:creationId xmlns:a16="http://schemas.microsoft.com/office/drawing/2014/main" id="{28F00F45-A3E0-4EDF-9719-E9E789C26948}"/>
              </a:ext>
            </a:extLst>
          </p:cNvPr>
          <p:cNvSpPr>
            <a:spLocks noGrp="1"/>
          </p:cNvSpPr>
          <p:nvPr/>
        </p:nvSpPr>
        <p:spPr>
          <a:xfrm>
            <a:off x="3644694" y="7725767"/>
            <a:ext cx="1083651" cy="31910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1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1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22876759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F1_main_prauc_10">
            <a:extLst>
              <a:ext uri="{FF2B5EF4-FFF2-40B4-BE49-F238E27FC236}">
                <a16:creationId xmlns:a16="http://schemas.microsoft.com/office/drawing/2014/main" id="{D92D2D5E-C799-42C6-86C7-0DE0F62DC602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1_main_prauc_11">
            <a:extLst>
              <a:ext uri="{FF2B5EF4-FFF2-40B4-BE49-F238E27FC236}">
                <a16:creationId xmlns:a16="http://schemas.microsoft.com/office/drawing/2014/main" id="{2EA63013-09F5-46A5-9264-0758B41C31C2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1_main_prauc_12">
            <a:extLst>
              <a:ext uri="{FF2B5EF4-FFF2-40B4-BE49-F238E27FC236}">
                <a16:creationId xmlns:a16="http://schemas.microsoft.com/office/drawing/2014/main" id="{39BCA372-F923-4836-B605-634AF9722B1D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3">
            <a:extLst>
              <a:ext uri="{FF2B5EF4-FFF2-40B4-BE49-F238E27FC236}">
                <a16:creationId xmlns:a16="http://schemas.microsoft.com/office/drawing/2014/main" id="{4E2A7889-C63B-476B-BB99-FFA98845633A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F1_main_prauc_14">
            <a:extLst>
              <a:ext uri="{FF2B5EF4-FFF2-40B4-BE49-F238E27FC236}">
                <a16:creationId xmlns:a16="http://schemas.microsoft.com/office/drawing/2014/main" id="{8C1CBA35-6FB5-40B7-8DB7-71D381081C5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5">
            <a:extLst>
              <a:ext uri="{FF2B5EF4-FFF2-40B4-BE49-F238E27FC236}">
                <a16:creationId xmlns:a16="http://schemas.microsoft.com/office/drawing/2014/main" id="{D8F1B0F4-896C-4DCA-84EB-8C9EDA858E42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6">
            <a:extLst>
              <a:ext uri="{FF2B5EF4-FFF2-40B4-BE49-F238E27FC236}">
                <a16:creationId xmlns:a16="http://schemas.microsoft.com/office/drawing/2014/main" id="{11CFC2FC-718C-47B2-B5DC-6ED9FFF3B6A5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F1_main_prauc_17">
            <a:extLst>
              <a:ext uri="{FF2B5EF4-FFF2-40B4-BE49-F238E27FC236}">
                <a16:creationId xmlns:a16="http://schemas.microsoft.com/office/drawing/2014/main" id="{37B468F4-59B8-466F-808E-C7D2252FFB13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8">
            <a:extLst>
              <a:ext uri="{FF2B5EF4-FFF2-40B4-BE49-F238E27FC236}">
                <a16:creationId xmlns:a16="http://schemas.microsoft.com/office/drawing/2014/main" id="{46C08A41-0E3B-435B-AF99-0714F7A43E6D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9">
            <a:extLst>
              <a:ext uri="{FF2B5EF4-FFF2-40B4-BE49-F238E27FC236}">
                <a16:creationId xmlns:a16="http://schemas.microsoft.com/office/drawing/2014/main" id="{9FD55C63-7394-41BB-8286-AC82B7CECAB3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F1_main_prauc_20">
            <a:extLst>
              <a:ext uri="{FF2B5EF4-FFF2-40B4-BE49-F238E27FC236}">
                <a16:creationId xmlns:a16="http://schemas.microsoft.com/office/drawing/2014/main" id="{C84C7089-D93E-45FF-A09C-395933C2CD6F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21">
            <a:extLst>
              <a:ext uri="{FF2B5EF4-FFF2-40B4-BE49-F238E27FC236}">
                <a16:creationId xmlns:a16="http://schemas.microsoft.com/office/drawing/2014/main" id="{749A295C-5A15-4E24-8E17-E71B63F494C0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22">
            <a:extLst>
              <a:ext uri="{FF2B5EF4-FFF2-40B4-BE49-F238E27FC236}">
                <a16:creationId xmlns:a16="http://schemas.microsoft.com/office/drawing/2014/main" id="{BB56A138-45BB-4BD7-A8E6-C4481747CFCF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F1_main_prauc_23">
            <a:extLst>
              <a:ext uri="{FF2B5EF4-FFF2-40B4-BE49-F238E27FC236}">
                <a16:creationId xmlns:a16="http://schemas.microsoft.com/office/drawing/2014/main" id="{33E52015-741C-4B34-B489-55BF3F4C7675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24">
            <a:extLst>
              <a:ext uri="{FF2B5EF4-FFF2-40B4-BE49-F238E27FC236}">
                <a16:creationId xmlns:a16="http://schemas.microsoft.com/office/drawing/2014/main" id="{E2609BFC-EF4B-4CC8-A07F-EA20691EB492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25">
            <a:extLst>
              <a:ext uri="{FF2B5EF4-FFF2-40B4-BE49-F238E27FC236}">
                <a16:creationId xmlns:a16="http://schemas.microsoft.com/office/drawing/2014/main" id="{8AB23FC2-7A0D-4DC2-95ED-A740B642889F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F1_main_prauc_26">
            <a:extLst>
              <a:ext uri="{FF2B5EF4-FFF2-40B4-BE49-F238E27FC236}">
                <a16:creationId xmlns:a16="http://schemas.microsoft.com/office/drawing/2014/main" id="{14E717FD-ED96-4EA9-9191-AC253AC46A87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F1_main_prauc_27">
            <a:extLst>
              <a:ext uri="{FF2B5EF4-FFF2-40B4-BE49-F238E27FC236}">
                <a16:creationId xmlns:a16="http://schemas.microsoft.com/office/drawing/2014/main" id="{D7884FB5-EC0C-4D9E-9495-FDECD25440A1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28">
            <a:extLst>
              <a:ext uri="{FF2B5EF4-FFF2-40B4-BE49-F238E27FC236}">
                <a16:creationId xmlns:a16="http://schemas.microsoft.com/office/drawing/2014/main" id="{CA374691-00EB-485D-84D0-BF18442571AC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F1_main_prauc_29">
            <a:extLst>
              <a:ext uri="{FF2B5EF4-FFF2-40B4-BE49-F238E27FC236}">
                <a16:creationId xmlns:a16="http://schemas.microsoft.com/office/drawing/2014/main" id="{19F502CA-43E2-4ECA-9B15-F9B33893F0D6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F1_main_prauc_30">
            <a:extLst>
              <a:ext uri="{FF2B5EF4-FFF2-40B4-BE49-F238E27FC236}">
                <a16:creationId xmlns:a16="http://schemas.microsoft.com/office/drawing/2014/main" id="{F377C8BB-DE6E-41FA-831E-6A73601C5C76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31">
            <a:extLst>
              <a:ext uri="{FF2B5EF4-FFF2-40B4-BE49-F238E27FC236}">
                <a16:creationId xmlns:a16="http://schemas.microsoft.com/office/drawing/2014/main" id="{ACECE0AA-03D8-490D-BAD2-249BE0F001E2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F1_main_prauc_32">
            <a:extLst>
              <a:ext uri="{FF2B5EF4-FFF2-40B4-BE49-F238E27FC236}">
                <a16:creationId xmlns:a16="http://schemas.microsoft.com/office/drawing/2014/main" id="{19863468-46AB-45AD-801E-09B2D0EA6823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F1_main_prauc_33">
            <a:extLst>
              <a:ext uri="{FF2B5EF4-FFF2-40B4-BE49-F238E27FC236}">
                <a16:creationId xmlns:a16="http://schemas.microsoft.com/office/drawing/2014/main" id="{CC86E056-195A-4463-8576-BB325130A2E4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34">
            <a:extLst>
              <a:ext uri="{FF2B5EF4-FFF2-40B4-BE49-F238E27FC236}">
                <a16:creationId xmlns:a16="http://schemas.microsoft.com/office/drawing/2014/main" id="{E9CE87DB-6A7E-4DFA-9414-27196C866D1A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F1_main_prauc_35">
            <a:extLst>
              <a:ext uri="{FF2B5EF4-FFF2-40B4-BE49-F238E27FC236}">
                <a16:creationId xmlns:a16="http://schemas.microsoft.com/office/drawing/2014/main" id="{A5F40DBF-19A1-451A-8E33-DE10ED156345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F1_main_prauc_36">
            <a:extLst>
              <a:ext uri="{FF2B5EF4-FFF2-40B4-BE49-F238E27FC236}">
                <a16:creationId xmlns:a16="http://schemas.microsoft.com/office/drawing/2014/main" id="{5DABC706-3E05-4501-BFEC-53B53107603A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37">
            <a:extLst>
              <a:ext uri="{FF2B5EF4-FFF2-40B4-BE49-F238E27FC236}">
                <a16:creationId xmlns:a16="http://schemas.microsoft.com/office/drawing/2014/main" id="{F79E46F0-9510-4790-83D5-50B072756066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F1_main_prauc_38">
            <a:extLst>
              <a:ext uri="{FF2B5EF4-FFF2-40B4-BE49-F238E27FC236}">
                <a16:creationId xmlns:a16="http://schemas.microsoft.com/office/drawing/2014/main" id="{050AC8E5-0C8F-4346-AA3F-3D4A3F584DDA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F1_main_prauc_39">
            <a:extLst>
              <a:ext uri="{FF2B5EF4-FFF2-40B4-BE49-F238E27FC236}">
                <a16:creationId xmlns:a16="http://schemas.microsoft.com/office/drawing/2014/main" id="{0DDC28B9-6187-4451-969A-F1ED6DEBC87F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40">
            <a:extLst>
              <a:ext uri="{FF2B5EF4-FFF2-40B4-BE49-F238E27FC236}">
                <a16:creationId xmlns:a16="http://schemas.microsoft.com/office/drawing/2014/main" id="{58DA6AE8-F239-4B1A-9551-7C49356140B8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F1_main_prauc_41">
            <a:extLst>
              <a:ext uri="{FF2B5EF4-FFF2-40B4-BE49-F238E27FC236}">
                <a16:creationId xmlns:a16="http://schemas.microsoft.com/office/drawing/2014/main" id="{843FAE6A-6118-4B32-80B5-5F19710A1EB0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F1_main_prauc_42">
            <a:extLst>
              <a:ext uri="{FF2B5EF4-FFF2-40B4-BE49-F238E27FC236}">
                <a16:creationId xmlns:a16="http://schemas.microsoft.com/office/drawing/2014/main" id="{52DA238A-E2E8-4C66-8786-CD90C06D5B2E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43">
            <a:extLst>
              <a:ext uri="{FF2B5EF4-FFF2-40B4-BE49-F238E27FC236}">
                <a16:creationId xmlns:a16="http://schemas.microsoft.com/office/drawing/2014/main" id="{54EEF601-6C01-48FA-9FBE-089E8AF7492A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44">
            <a:extLst>
              <a:ext uri="{FF2B5EF4-FFF2-40B4-BE49-F238E27FC236}">
                <a16:creationId xmlns:a16="http://schemas.microsoft.com/office/drawing/2014/main" id="{BE7A0A3C-16FE-47E2-ADBB-9A2F73349600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F1_main_prauc_45">
            <a:extLst>
              <a:ext uri="{FF2B5EF4-FFF2-40B4-BE49-F238E27FC236}">
                <a16:creationId xmlns:a16="http://schemas.microsoft.com/office/drawing/2014/main" id="{FE82D0CF-677C-40D8-92A5-8F71DE10A4EC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F1_main_prauc_46">
            <a:extLst>
              <a:ext uri="{FF2B5EF4-FFF2-40B4-BE49-F238E27FC236}">
                <a16:creationId xmlns:a16="http://schemas.microsoft.com/office/drawing/2014/main" id="{E1C68209-8D75-4C1E-AD52-2BDFB0E615E6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F1_main_prauc_47">
            <a:extLst>
              <a:ext uri="{FF2B5EF4-FFF2-40B4-BE49-F238E27FC236}">
                <a16:creationId xmlns:a16="http://schemas.microsoft.com/office/drawing/2014/main" id="{8AF340A9-C1BF-4138-A35D-FD4C8DEABAD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F1_main_prauc_48">
            <a:extLst>
              <a:ext uri="{FF2B5EF4-FFF2-40B4-BE49-F238E27FC236}">
                <a16:creationId xmlns:a16="http://schemas.microsoft.com/office/drawing/2014/main" id="{73BE6EA7-4556-4918-903B-77CAAC9B44FF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F1_main_prauc_49">
            <a:extLst>
              <a:ext uri="{FF2B5EF4-FFF2-40B4-BE49-F238E27FC236}">
                <a16:creationId xmlns:a16="http://schemas.microsoft.com/office/drawing/2014/main" id="{202FBE12-8DA6-4E0E-8C7C-13F47D3DD0DB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F1_main_prauc_50">
            <a:extLst>
              <a:ext uri="{FF2B5EF4-FFF2-40B4-BE49-F238E27FC236}">
                <a16:creationId xmlns:a16="http://schemas.microsoft.com/office/drawing/2014/main" id="{03B1D01F-CB10-4A38-AD05-7B1BDC802018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2" name="F1_main_prauc_51">
            <a:extLst>
              <a:ext uri="{FF2B5EF4-FFF2-40B4-BE49-F238E27FC236}">
                <a16:creationId xmlns:a16="http://schemas.microsoft.com/office/drawing/2014/main" id="{9427E8C4-A0E6-4F60-8DFC-A4981C0A782B}"/>
              </a:ext>
            </a:extLst>
          </p:cNvPr>
          <p:cNvSpPr>
            <a:spLocks noGrp="1"/>
          </p:cNvSpPr>
          <p:nvPr/>
        </p:nvSpPr>
        <p:spPr>
          <a:xfrm>
            <a:off x="3322966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3" name="F1_main_prauc_52">
            <a:extLst>
              <a:ext uri="{FF2B5EF4-FFF2-40B4-BE49-F238E27FC236}">
                <a16:creationId xmlns:a16="http://schemas.microsoft.com/office/drawing/2014/main" id="{A6EF9C3F-FCC4-4F83-9A84-C7FA561A23C8}"/>
              </a:ext>
            </a:extLst>
          </p:cNvPr>
          <p:cNvSpPr>
            <a:spLocks noGrp="1"/>
          </p:cNvSpPr>
          <p:nvPr/>
        </p:nvSpPr>
        <p:spPr>
          <a:xfrm>
            <a:off x="4896789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4" name="F1_main_prauc_53">
            <a:extLst>
              <a:ext uri="{FF2B5EF4-FFF2-40B4-BE49-F238E27FC236}">
                <a16:creationId xmlns:a16="http://schemas.microsoft.com/office/drawing/2014/main" id="{E53250E1-4A84-463E-A241-85E78754D1BD}"/>
              </a:ext>
            </a:extLst>
          </p:cNvPr>
          <p:cNvSpPr>
            <a:spLocks noGrp="1"/>
          </p:cNvSpPr>
          <p:nvPr/>
        </p:nvSpPr>
        <p:spPr>
          <a:xfrm>
            <a:off x="6470612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5" name="F1_main_prauc_54">
            <a:extLst>
              <a:ext uri="{FF2B5EF4-FFF2-40B4-BE49-F238E27FC236}">
                <a16:creationId xmlns:a16="http://schemas.microsoft.com/office/drawing/2014/main" id="{E47B46FC-16C9-4932-A4E2-7EB26C38E8C6}"/>
              </a:ext>
            </a:extLst>
          </p:cNvPr>
          <p:cNvSpPr>
            <a:spLocks noGrp="1"/>
          </p:cNvSpPr>
          <p:nvPr/>
        </p:nvSpPr>
        <p:spPr>
          <a:xfrm>
            <a:off x="8044435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6" name="F1_main_prauc_55">
            <a:extLst>
              <a:ext uri="{FF2B5EF4-FFF2-40B4-BE49-F238E27FC236}">
                <a16:creationId xmlns:a16="http://schemas.microsoft.com/office/drawing/2014/main" id="{D4FCA57D-7EA4-438C-BEDE-62E9F4092D2F}"/>
              </a:ext>
            </a:extLst>
          </p:cNvPr>
          <p:cNvSpPr>
            <a:spLocks noGrp="1"/>
          </p:cNvSpPr>
          <p:nvPr/>
        </p:nvSpPr>
        <p:spPr>
          <a:xfrm>
            <a:off x="2111122" y="5514784"/>
            <a:ext cx="325781" cy="600266"/>
          </a:xfrm>
          <a:custGeom>
            <a:avLst/>
            <a:gdLst/>
            <a:ahLst/>
            <a:cxnLst/>
            <a:rect l="0" t="0" r="0" b="0"/>
            <a:pathLst>
              <a:path w="325781" h="600266">
                <a:moveTo>
                  <a:pt x="0" y="600266"/>
                </a:moveTo>
                <a:lnTo>
                  <a:pt x="325781" y="600266"/>
                </a:lnTo>
                <a:lnTo>
                  <a:pt x="325781" y="0"/>
                </a:lnTo>
                <a:lnTo>
                  <a:pt x="0" y="0"/>
                </a:lnTo>
                <a:lnTo>
                  <a:pt x="0" y="60026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7" name="F1_main_prauc_56">
            <a:extLst>
              <a:ext uri="{FF2B5EF4-FFF2-40B4-BE49-F238E27FC236}">
                <a16:creationId xmlns:a16="http://schemas.microsoft.com/office/drawing/2014/main" id="{5BDB7687-BB40-4524-A366-66DCE707C36D}"/>
              </a:ext>
            </a:extLst>
          </p:cNvPr>
          <p:cNvSpPr>
            <a:spLocks noGrp="1"/>
          </p:cNvSpPr>
          <p:nvPr/>
        </p:nvSpPr>
        <p:spPr>
          <a:xfrm>
            <a:off x="3684946" y="5306194"/>
            <a:ext cx="325781" cy="808856"/>
          </a:xfrm>
          <a:custGeom>
            <a:avLst/>
            <a:gdLst/>
            <a:ahLst/>
            <a:cxnLst/>
            <a:rect l="0" t="0" r="0" b="0"/>
            <a:pathLst>
              <a:path w="325781" h="808856">
                <a:moveTo>
                  <a:pt x="0" y="808856"/>
                </a:moveTo>
                <a:lnTo>
                  <a:pt x="325781" y="808856"/>
                </a:lnTo>
                <a:lnTo>
                  <a:pt x="325781" y="0"/>
                </a:lnTo>
                <a:lnTo>
                  <a:pt x="0" y="0"/>
                </a:lnTo>
                <a:lnTo>
                  <a:pt x="0" y="80885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8" name="F1_main_prauc_57">
            <a:extLst>
              <a:ext uri="{FF2B5EF4-FFF2-40B4-BE49-F238E27FC236}">
                <a16:creationId xmlns:a16="http://schemas.microsoft.com/office/drawing/2014/main" id="{29286D9C-7DC4-4E9B-9679-72437826BC4A}"/>
              </a:ext>
            </a:extLst>
          </p:cNvPr>
          <p:cNvSpPr>
            <a:spLocks noGrp="1"/>
          </p:cNvSpPr>
          <p:nvPr/>
        </p:nvSpPr>
        <p:spPr>
          <a:xfrm>
            <a:off x="5258769" y="5311785"/>
            <a:ext cx="325781" cy="803265"/>
          </a:xfrm>
          <a:custGeom>
            <a:avLst/>
            <a:gdLst/>
            <a:ahLst/>
            <a:cxnLst/>
            <a:rect l="0" t="0" r="0" b="0"/>
            <a:pathLst>
              <a:path w="325781" h="803265">
                <a:moveTo>
                  <a:pt x="0" y="803265"/>
                </a:moveTo>
                <a:lnTo>
                  <a:pt x="325781" y="803265"/>
                </a:lnTo>
                <a:lnTo>
                  <a:pt x="325781" y="0"/>
                </a:lnTo>
                <a:lnTo>
                  <a:pt x="0" y="0"/>
                </a:lnTo>
                <a:lnTo>
                  <a:pt x="0" y="803265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9" name="F1_main_prauc_58">
            <a:extLst>
              <a:ext uri="{FF2B5EF4-FFF2-40B4-BE49-F238E27FC236}">
                <a16:creationId xmlns:a16="http://schemas.microsoft.com/office/drawing/2014/main" id="{503C0522-CE59-4B6A-9B49-E16D4E3DAB53}"/>
              </a:ext>
            </a:extLst>
          </p:cNvPr>
          <p:cNvSpPr>
            <a:spLocks noGrp="1"/>
          </p:cNvSpPr>
          <p:nvPr/>
        </p:nvSpPr>
        <p:spPr>
          <a:xfrm>
            <a:off x="6832592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0" name="F1_main_prauc_59">
            <a:extLst>
              <a:ext uri="{FF2B5EF4-FFF2-40B4-BE49-F238E27FC236}">
                <a16:creationId xmlns:a16="http://schemas.microsoft.com/office/drawing/2014/main" id="{51539F59-A8CA-4A1D-BB9E-57E06E1198B0}"/>
              </a:ext>
            </a:extLst>
          </p:cNvPr>
          <p:cNvSpPr>
            <a:spLocks noGrp="1"/>
          </p:cNvSpPr>
          <p:nvPr/>
        </p:nvSpPr>
        <p:spPr>
          <a:xfrm>
            <a:off x="8406415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1" name="F1_main_prauc_60">
            <a:extLst>
              <a:ext uri="{FF2B5EF4-FFF2-40B4-BE49-F238E27FC236}">
                <a16:creationId xmlns:a16="http://schemas.microsoft.com/office/drawing/2014/main" id="{663FF820-A23D-45F9-802C-723307B22E1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F1_main_prauc_61">
            <a:extLst>
              <a:ext uri="{FF2B5EF4-FFF2-40B4-BE49-F238E27FC236}">
                <a16:creationId xmlns:a16="http://schemas.microsoft.com/office/drawing/2014/main" id="{830DE51E-A9E1-46E7-ABBC-DB8C22D4C7D8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F1_main_prauc_62">
            <a:extLst>
              <a:ext uri="{FF2B5EF4-FFF2-40B4-BE49-F238E27FC236}">
                <a16:creationId xmlns:a16="http://schemas.microsoft.com/office/drawing/2014/main" id="{AEB62B4A-8DA3-4AE4-BE68-1FEA4071A1A3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F1_main_prauc_63">
            <a:extLst>
              <a:ext uri="{FF2B5EF4-FFF2-40B4-BE49-F238E27FC236}">
                <a16:creationId xmlns:a16="http://schemas.microsoft.com/office/drawing/2014/main" id="{EB76A141-A148-4543-B558-9D4A4A381CB3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F1_main_prauc_64">
            <a:extLst>
              <a:ext uri="{FF2B5EF4-FFF2-40B4-BE49-F238E27FC236}">
                <a16:creationId xmlns:a16="http://schemas.microsoft.com/office/drawing/2014/main" id="{42459664-6D9A-43CD-A22D-195662359374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F1_main_prauc_65">
            <a:extLst>
              <a:ext uri="{FF2B5EF4-FFF2-40B4-BE49-F238E27FC236}">
                <a16:creationId xmlns:a16="http://schemas.microsoft.com/office/drawing/2014/main" id="{3F4FC3BD-9622-409B-A1EB-7C3FBEDE9237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F1_main_prauc_66">
            <a:extLst>
              <a:ext uri="{FF2B5EF4-FFF2-40B4-BE49-F238E27FC236}">
                <a16:creationId xmlns:a16="http://schemas.microsoft.com/office/drawing/2014/main" id="{31E625F2-61D4-4AF7-BA1D-484F520F7DA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F1_main_prauc_67">
            <a:extLst>
              <a:ext uri="{FF2B5EF4-FFF2-40B4-BE49-F238E27FC236}">
                <a16:creationId xmlns:a16="http://schemas.microsoft.com/office/drawing/2014/main" id="{8C00AB9B-8BDC-441D-9E6A-9033579D4C98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F1_main_prauc_68">
            <a:extLst>
              <a:ext uri="{FF2B5EF4-FFF2-40B4-BE49-F238E27FC236}">
                <a16:creationId xmlns:a16="http://schemas.microsoft.com/office/drawing/2014/main" id="{0274664C-3852-404C-8C5A-4050C65F2AB8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F1_main_prauc_69">
            <a:extLst>
              <a:ext uri="{FF2B5EF4-FFF2-40B4-BE49-F238E27FC236}">
                <a16:creationId xmlns:a16="http://schemas.microsoft.com/office/drawing/2014/main" id="{C7C555EC-F99F-4CDE-95EC-FED52281E42A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F1_main_prauc_70">
            <a:extLst>
              <a:ext uri="{FF2B5EF4-FFF2-40B4-BE49-F238E27FC236}">
                <a16:creationId xmlns:a16="http://schemas.microsoft.com/office/drawing/2014/main" id="{70384756-3DD5-43C3-B97E-FBF90E294427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F1_main_prauc_71">
            <a:extLst>
              <a:ext uri="{FF2B5EF4-FFF2-40B4-BE49-F238E27FC236}">
                <a16:creationId xmlns:a16="http://schemas.microsoft.com/office/drawing/2014/main" id="{7586DE84-D534-4E21-B530-E8120802F87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F1_main_prauc_72">
            <a:extLst>
              <a:ext uri="{FF2B5EF4-FFF2-40B4-BE49-F238E27FC236}">
                <a16:creationId xmlns:a16="http://schemas.microsoft.com/office/drawing/2014/main" id="{B2AF1AFE-1A9D-417C-93B1-F8413622020C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F1_main_prauc_73">
            <a:extLst>
              <a:ext uri="{FF2B5EF4-FFF2-40B4-BE49-F238E27FC236}">
                <a16:creationId xmlns:a16="http://schemas.microsoft.com/office/drawing/2014/main" id="{8A23BF8E-97FE-4D82-A32E-FEE7DDD88FEB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F1_main_prauc_74">
            <a:extLst>
              <a:ext uri="{FF2B5EF4-FFF2-40B4-BE49-F238E27FC236}">
                <a16:creationId xmlns:a16="http://schemas.microsoft.com/office/drawing/2014/main" id="{BB0BB739-27FC-486F-BFFC-E3E90E054E1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F1_main_prauc_75">
            <a:extLst>
              <a:ext uri="{FF2B5EF4-FFF2-40B4-BE49-F238E27FC236}">
                <a16:creationId xmlns:a16="http://schemas.microsoft.com/office/drawing/2014/main" id="{C207F26E-9BC3-4EEE-84ED-24ACF6D97D5B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F1_main_prauc_76">
            <a:extLst>
              <a:ext uri="{FF2B5EF4-FFF2-40B4-BE49-F238E27FC236}">
                <a16:creationId xmlns:a16="http://schemas.microsoft.com/office/drawing/2014/main" id="{DD0B6269-7DD1-4EA9-B43B-71958C6CCE9B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F1_main_prauc_77">
            <a:extLst>
              <a:ext uri="{FF2B5EF4-FFF2-40B4-BE49-F238E27FC236}">
                <a16:creationId xmlns:a16="http://schemas.microsoft.com/office/drawing/2014/main" id="{CB2C425A-C1E7-4FD4-980F-A239811C9C6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F1_main_prauc_78">
            <a:extLst>
              <a:ext uri="{FF2B5EF4-FFF2-40B4-BE49-F238E27FC236}">
                <a16:creationId xmlns:a16="http://schemas.microsoft.com/office/drawing/2014/main" id="{253F396B-22A0-4206-B478-54626183E9D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F1_main_prauc_79">
            <a:extLst>
              <a:ext uri="{FF2B5EF4-FFF2-40B4-BE49-F238E27FC236}">
                <a16:creationId xmlns:a16="http://schemas.microsoft.com/office/drawing/2014/main" id="{60559421-6D35-4941-B91C-614BF3D5EEE0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F1_main_prauc_80">
            <a:extLst>
              <a:ext uri="{FF2B5EF4-FFF2-40B4-BE49-F238E27FC236}">
                <a16:creationId xmlns:a16="http://schemas.microsoft.com/office/drawing/2014/main" id="{ECC49F5D-7174-42E3-A3BA-06E3E67485C4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F1_main_prauc_81">
            <a:extLst>
              <a:ext uri="{FF2B5EF4-FFF2-40B4-BE49-F238E27FC236}">
                <a16:creationId xmlns:a16="http://schemas.microsoft.com/office/drawing/2014/main" id="{45C6E54F-9B7C-4F1C-9BA5-3C4D08DA265A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F1_main_prauc_82">
            <a:extLst>
              <a:ext uri="{FF2B5EF4-FFF2-40B4-BE49-F238E27FC236}">
                <a16:creationId xmlns:a16="http://schemas.microsoft.com/office/drawing/2014/main" id="{63E6F5B1-1B25-439A-9CCD-44846D1AE70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F1_main_prauc_83">
            <a:extLst>
              <a:ext uri="{FF2B5EF4-FFF2-40B4-BE49-F238E27FC236}">
                <a16:creationId xmlns:a16="http://schemas.microsoft.com/office/drawing/2014/main" id="{EE8A1AB9-D607-48C1-B1DD-F0A1CB607C44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F1_main_prauc_84">
            <a:extLst>
              <a:ext uri="{FF2B5EF4-FFF2-40B4-BE49-F238E27FC236}">
                <a16:creationId xmlns:a16="http://schemas.microsoft.com/office/drawing/2014/main" id="{E2DCC6D9-6DFE-4E14-B2DD-2AE8A5D905C6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F1_main_prauc_85">
            <a:extLst>
              <a:ext uri="{FF2B5EF4-FFF2-40B4-BE49-F238E27FC236}">
                <a16:creationId xmlns:a16="http://schemas.microsoft.com/office/drawing/2014/main" id="{18F24896-42F9-42EE-918A-588920F9C81A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F1_main_prauc_86">
            <a:extLst>
              <a:ext uri="{FF2B5EF4-FFF2-40B4-BE49-F238E27FC236}">
                <a16:creationId xmlns:a16="http://schemas.microsoft.com/office/drawing/2014/main" id="{238C3ABB-E522-4F17-90F4-CF7233065711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F1_main_prauc_87">
            <a:extLst>
              <a:ext uri="{FF2B5EF4-FFF2-40B4-BE49-F238E27FC236}">
                <a16:creationId xmlns:a16="http://schemas.microsoft.com/office/drawing/2014/main" id="{B44A8167-9200-404C-9BAE-8B770E372E8F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F1_main_prauc_88">
            <a:extLst>
              <a:ext uri="{FF2B5EF4-FFF2-40B4-BE49-F238E27FC236}">
                <a16:creationId xmlns:a16="http://schemas.microsoft.com/office/drawing/2014/main" id="{887AEE60-8774-4618-82FD-7107C93F0BE6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F1_main_prauc_89">
            <a:extLst>
              <a:ext uri="{FF2B5EF4-FFF2-40B4-BE49-F238E27FC236}">
                <a16:creationId xmlns:a16="http://schemas.microsoft.com/office/drawing/2014/main" id="{EF68C7FE-CE0E-4494-8211-67D11F014EDB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F1_main_prauc_90">
            <a:extLst>
              <a:ext uri="{FF2B5EF4-FFF2-40B4-BE49-F238E27FC236}">
                <a16:creationId xmlns:a16="http://schemas.microsoft.com/office/drawing/2014/main" id="{44E3786A-95FA-4335-92AA-C4BB9AFF7577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F1_main_prauc_91">
            <a:extLst>
              <a:ext uri="{FF2B5EF4-FFF2-40B4-BE49-F238E27FC236}">
                <a16:creationId xmlns:a16="http://schemas.microsoft.com/office/drawing/2014/main" id="{E693CC0D-F915-4A6A-9815-E0BFDC61110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F1_main_prauc_92">
            <a:extLst>
              <a:ext uri="{FF2B5EF4-FFF2-40B4-BE49-F238E27FC236}">
                <a16:creationId xmlns:a16="http://schemas.microsoft.com/office/drawing/2014/main" id="{2A2F095E-CA38-4473-B5E3-40A6B8AB42F6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F1_main_prauc_93">
            <a:extLst>
              <a:ext uri="{FF2B5EF4-FFF2-40B4-BE49-F238E27FC236}">
                <a16:creationId xmlns:a16="http://schemas.microsoft.com/office/drawing/2014/main" id="{3D890DF4-4BEA-4B7C-9782-F6295ACC1DB3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F1_main_prauc_94">
            <a:extLst>
              <a:ext uri="{FF2B5EF4-FFF2-40B4-BE49-F238E27FC236}">
                <a16:creationId xmlns:a16="http://schemas.microsoft.com/office/drawing/2014/main" id="{4FCAF9C6-2F06-4DE0-BD64-7C750899A5A2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F1_main_prauc_95">
            <a:extLst>
              <a:ext uri="{FF2B5EF4-FFF2-40B4-BE49-F238E27FC236}">
                <a16:creationId xmlns:a16="http://schemas.microsoft.com/office/drawing/2014/main" id="{69C9B33E-BA24-4961-8129-C137894BDD99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F1_main_prauc_96">
            <a:extLst>
              <a:ext uri="{FF2B5EF4-FFF2-40B4-BE49-F238E27FC236}">
                <a16:creationId xmlns:a16="http://schemas.microsoft.com/office/drawing/2014/main" id="{3D86D14B-6264-48F2-B8F8-E2D487184E06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F1_main_prauc_97">
            <a:extLst>
              <a:ext uri="{FF2B5EF4-FFF2-40B4-BE49-F238E27FC236}">
                <a16:creationId xmlns:a16="http://schemas.microsoft.com/office/drawing/2014/main" id="{21E9EFD9-8AB7-4E5A-B04B-26460FA88C5D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F1_main_prauc_98">
            <a:extLst>
              <a:ext uri="{FF2B5EF4-FFF2-40B4-BE49-F238E27FC236}">
                <a16:creationId xmlns:a16="http://schemas.microsoft.com/office/drawing/2014/main" id="{8E4A5059-0137-4770-A7C6-4F77EB9B2711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F1_main_prauc_99">
            <a:extLst>
              <a:ext uri="{FF2B5EF4-FFF2-40B4-BE49-F238E27FC236}">
                <a16:creationId xmlns:a16="http://schemas.microsoft.com/office/drawing/2014/main" id="{9876D455-9BA4-4388-9DB0-485DD125AF96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F1_main_prauc_100">
            <a:extLst>
              <a:ext uri="{FF2B5EF4-FFF2-40B4-BE49-F238E27FC236}">
                <a16:creationId xmlns:a16="http://schemas.microsoft.com/office/drawing/2014/main" id="{5AB629E3-E119-4833-A556-97BB0543897C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F1_main_prauc_101">
            <a:extLst>
              <a:ext uri="{FF2B5EF4-FFF2-40B4-BE49-F238E27FC236}">
                <a16:creationId xmlns:a16="http://schemas.microsoft.com/office/drawing/2014/main" id="{7F48438D-CFA8-4E21-BAC8-4E7CC8C517C5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F1_main_prauc_102">
            <a:extLst>
              <a:ext uri="{FF2B5EF4-FFF2-40B4-BE49-F238E27FC236}">
                <a16:creationId xmlns:a16="http://schemas.microsoft.com/office/drawing/2014/main" id="{FFE43A57-3F06-46BA-B7D7-0496685511F1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F1_main_prauc_103">
            <a:extLst>
              <a:ext uri="{FF2B5EF4-FFF2-40B4-BE49-F238E27FC236}">
                <a16:creationId xmlns:a16="http://schemas.microsoft.com/office/drawing/2014/main" id="{517684D4-AA13-4DD7-B476-B2B317924B7E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F1_main_prauc_104">
            <a:extLst>
              <a:ext uri="{FF2B5EF4-FFF2-40B4-BE49-F238E27FC236}">
                <a16:creationId xmlns:a16="http://schemas.microsoft.com/office/drawing/2014/main" id="{DF77A672-0001-4793-9177-26C549838DF6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F1_main_prauc_105">
            <a:extLst>
              <a:ext uri="{FF2B5EF4-FFF2-40B4-BE49-F238E27FC236}">
                <a16:creationId xmlns:a16="http://schemas.microsoft.com/office/drawing/2014/main" id="{B0BB78BF-C0B5-4C20-AEBF-D562F87A1546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F1_main_prauc_106">
            <a:extLst>
              <a:ext uri="{FF2B5EF4-FFF2-40B4-BE49-F238E27FC236}">
                <a16:creationId xmlns:a16="http://schemas.microsoft.com/office/drawing/2014/main" id="{3D802E92-E2EC-4E8C-B20A-432DA7684686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F1_main_prauc_107">
            <a:extLst>
              <a:ext uri="{FF2B5EF4-FFF2-40B4-BE49-F238E27FC236}">
                <a16:creationId xmlns:a16="http://schemas.microsoft.com/office/drawing/2014/main" id="{FA691078-652A-4F7C-A27B-D86131F72E36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F1_main_prauc_108">
            <a:extLst>
              <a:ext uri="{FF2B5EF4-FFF2-40B4-BE49-F238E27FC236}">
                <a16:creationId xmlns:a16="http://schemas.microsoft.com/office/drawing/2014/main" id="{8F6B6710-69B0-46A9-AE40-8BA26B50DBDD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F1_main_prauc_109">
            <a:extLst>
              <a:ext uri="{FF2B5EF4-FFF2-40B4-BE49-F238E27FC236}">
                <a16:creationId xmlns:a16="http://schemas.microsoft.com/office/drawing/2014/main" id="{EFD9ACFF-FA63-442F-A705-43810E50DAB7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F1_main_prauc_110">
            <a:extLst>
              <a:ext uri="{FF2B5EF4-FFF2-40B4-BE49-F238E27FC236}">
                <a16:creationId xmlns:a16="http://schemas.microsoft.com/office/drawing/2014/main" id="{880F8BCA-79A7-4A17-9C0E-D10534CE2F02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F1_main_prauc_111">
            <a:extLst>
              <a:ext uri="{FF2B5EF4-FFF2-40B4-BE49-F238E27FC236}">
                <a16:creationId xmlns:a16="http://schemas.microsoft.com/office/drawing/2014/main" id="{696E1EA9-FF73-42C7-BAE3-C10BFFADD85E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F1_main_prauc_112">
            <a:extLst>
              <a:ext uri="{FF2B5EF4-FFF2-40B4-BE49-F238E27FC236}">
                <a16:creationId xmlns:a16="http://schemas.microsoft.com/office/drawing/2014/main" id="{79EB319A-5AB2-4925-BD60-EB92975A9C3C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F1_main_prauc_113">
            <a:extLst>
              <a:ext uri="{FF2B5EF4-FFF2-40B4-BE49-F238E27FC236}">
                <a16:creationId xmlns:a16="http://schemas.microsoft.com/office/drawing/2014/main" id="{03A3A6E0-B91B-4B27-AF49-6E3916A6B8ED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F1_main_prauc_114">
            <a:extLst>
              <a:ext uri="{FF2B5EF4-FFF2-40B4-BE49-F238E27FC236}">
                <a16:creationId xmlns:a16="http://schemas.microsoft.com/office/drawing/2014/main" id="{96BCB064-C4FB-4B05-9939-F9FFF73084F7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F1_main_prauc_115">
            <a:extLst>
              <a:ext uri="{FF2B5EF4-FFF2-40B4-BE49-F238E27FC236}">
                <a16:creationId xmlns:a16="http://schemas.microsoft.com/office/drawing/2014/main" id="{7A11902B-3316-4CAB-A288-2950705DBFC7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F1_main_prauc_116">
            <a:extLst>
              <a:ext uri="{FF2B5EF4-FFF2-40B4-BE49-F238E27FC236}">
                <a16:creationId xmlns:a16="http://schemas.microsoft.com/office/drawing/2014/main" id="{27A3D6EB-077C-4BF8-ABAC-09C6E28A292B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F1_main_prauc_117">
            <a:extLst>
              <a:ext uri="{FF2B5EF4-FFF2-40B4-BE49-F238E27FC236}">
                <a16:creationId xmlns:a16="http://schemas.microsoft.com/office/drawing/2014/main" id="{DFCEDFF1-283D-4580-98F9-4AF4D09EC010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F1_main_prauc_118">
            <a:extLst>
              <a:ext uri="{FF2B5EF4-FFF2-40B4-BE49-F238E27FC236}">
                <a16:creationId xmlns:a16="http://schemas.microsoft.com/office/drawing/2014/main" id="{7CF9CDA7-2367-4287-816C-CED57DDAAD52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F1_main_prauc_119">
            <a:extLst>
              <a:ext uri="{FF2B5EF4-FFF2-40B4-BE49-F238E27FC236}">
                <a16:creationId xmlns:a16="http://schemas.microsoft.com/office/drawing/2014/main" id="{29B87DE2-07FB-495A-A566-6F6B0AC149E9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F1_main_prauc_120">
            <a:extLst>
              <a:ext uri="{FF2B5EF4-FFF2-40B4-BE49-F238E27FC236}">
                <a16:creationId xmlns:a16="http://schemas.microsoft.com/office/drawing/2014/main" id="{0D3DD716-F7D2-4EFF-9A2F-57E2C1D6DDB3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F1_main_prauc_121">
            <a:extLst>
              <a:ext uri="{FF2B5EF4-FFF2-40B4-BE49-F238E27FC236}">
                <a16:creationId xmlns:a16="http://schemas.microsoft.com/office/drawing/2014/main" id="{2DBA0F33-BE0E-469A-B0AA-5C35B4029DD8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F1_main_prauc_122">
            <a:extLst>
              <a:ext uri="{FF2B5EF4-FFF2-40B4-BE49-F238E27FC236}">
                <a16:creationId xmlns:a16="http://schemas.microsoft.com/office/drawing/2014/main" id="{264FA9BF-1129-419A-A112-580982CB02BC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F1_main_prauc_123">
            <a:extLst>
              <a:ext uri="{FF2B5EF4-FFF2-40B4-BE49-F238E27FC236}">
                <a16:creationId xmlns:a16="http://schemas.microsoft.com/office/drawing/2014/main" id="{93E2F395-2227-41D5-9B66-2D89E61752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F1_main_prauc_124">
            <a:extLst>
              <a:ext uri="{FF2B5EF4-FFF2-40B4-BE49-F238E27FC236}">
                <a16:creationId xmlns:a16="http://schemas.microsoft.com/office/drawing/2014/main" id="{6F3053B2-BBEA-4890-8A87-60877B1F76AF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F1_main_prauc_125">
            <a:extLst>
              <a:ext uri="{FF2B5EF4-FFF2-40B4-BE49-F238E27FC236}">
                <a16:creationId xmlns:a16="http://schemas.microsoft.com/office/drawing/2014/main" id="{F6581B50-26B7-42CF-9EA1-22E2D7E69133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F1_main_prauc_126">
            <a:extLst>
              <a:ext uri="{FF2B5EF4-FFF2-40B4-BE49-F238E27FC236}">
                <a16:creationId xmlns:a16="http://schemas.microsoft.com/office/drawing/2014/main" id="{53442DA8-C5E3-4FAA-B933-3B2788B45BA5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F1_main_prauc_127">
            <a:extLst>
              <a:ext uri="{FF2B5EF4-FFF2-40B4-BE49-F238E27FC236}">
                <a16:creationId xmlns:a16="http://schemas.microsoft.com/office/drawing/2014/main" id="{CDD89A3C-DF88-4F18-A225-7F2C0E49EE7F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F1_main_prauc_128">
            <a:extLst>
              <a:ext uri="{FF2B5EF4-FFF2-40B4-BE49-F238E27FC236}">
                <a16:creationId xmlns:a16="http://schemas.microsoft.com/office/drawing/2014/main" id="{B908E293-618A-45ED-92F3-860A8215B0DA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F1_main_prauc_129">
            <a:extLst>
              <a:ext uri="{FF2B5EF4-FFF2-40B4-BE49-F238E27FC236}">
                <a16:creationId xmlns:a16="http://schemas.microsoft.com/office/drawing/2014/main" id="{6B00A431-2B50-41C1-9678-786F04DF7FD3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F1_main_prauc_130">
            <a:extLst>
              <a:ext uri="{FF2B5EF4-FFF2-40B4-BE49-F238E27FC236}">
                <a16:creationId xmlns:a16="http://schemas.microsoft.com/office/drawing/2014/main" id="{1D7E0047-205D-4970-8420-B8DB1E5F8AA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F1_main_prauc_131">
            <a:extLst>
              <a:ext uri="{FF2B5EF4-FFF2-40B4-BE49-F238E27FC236}">
                <a16:creationId xmlns:a16="http://schemas.microsoft.com/office/drawing/2014/main" id="{40A4AE34-0586-437D-B5AF-5E5A3EF62E4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F1_main_prauc_132">
            <a:extLst>
              <a:ext uri="{FF2B5EF4-FFF2-40B4-BE49-F238E27FC236}">
                <a16:creationId xmlns:a16="http://schemas.microsoft.com/office/drawing/2014/main" id="{9127FC18-F902-4443-856B-1CCEBEFEDCA3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F1_main_prauc_133">
            <a:extLst>
              <a:ext uri="{FF2B5EF4-FFF2-40B4-BE49-F238E27FC236}">
                <a16:creationId xmlns:a16="http://schemas.microsoft.com/office/drawing/2014/main" id="{2C780575-44F6-41E3-B6D6-EAB2A8E3032A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F1_main_prauc_134">
            <a:extLst>
              <a:ext uri="{FF2B5EF4-FFF2-40B4-BE49-F238E27FC236}">
                <a16:creationId xmlns:a16="http://schemas.microsoft.com/office/drawing/2014/main" id="{99F0EF0E-3FE8-4105-ADDF-DEF0BC1708F7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F1_main_prauc_135">
            <a:extLst>
              <a:ext uri="{FF2B5EF4-FFF2-40B4-BE49-F238E27FC236}">
                <a16:creationId xmlns:a16="http://schemas.microsoft.com/office/drawing/2014/main" id="{03456E72-D975-47EF-B18E-92A9AFE3864D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F1_main_prauc_136">
            <a:extLst>
              <a:ext uri="{FF2B5EF4-FFF2-40B4-BE49-F238E27FC236}">
                <a16:creationId xmlns:a16="http://schemas.microsoft.com/office/drawing/2014/main" id="{DA58C6B1-932E-480D-98EE-EA45BB2A9F2B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F1_main_prauc_137">
            <a:extLst>
              <a:ext uri="{FF2B5EF4-FFF2-40B4-BE49-F238E27FC236}">
                <a16:creationId xmlns:a16="http://schemas.microsoft.com/office/drawing/2014/main" id="{97B3B849-BF71-4DA6-B522-0C0448C2E00B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F1_main_prauc_138">
            <a:extLst>
              <a:ext uri="{FF2B5EF4-FFF2-40B4-BE49-F238E27FC236}">
                <a16:creationId xmlns:a16="http://schemas.microsoft.com/office/drawing/2014/main" id="{032208E8-1785-4965-BD68-F81EC899A3A3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F1_main_prauc_139">
            <a:extLst>
              <a:ext uri="{FF2B5EF4-FFF2-40B4-BE49-F238E27FC236}">
                <a16:creationId xmlns:a16="http://schemas.microsoft.com/office/drawing/2014/main" id="{6A0653F7-A4AC-4D54-9E1B-CB524A7151D3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F1_main_prauc_140">
            <a:extLst>
              <a:ext uri="{FF2B5EF4-FFF2-40B4-BE49-F238E27FC236}">
                <a16:creationId xmlns:a16="http://schemas.microsoft.com/office/drawing/2014/main" id="{998CBA20-9055-4173-B3CD-1FF7F92097A0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F1_main_prauc_141">
            <a:extLst>
              <a:ext uri="{FF2B5EF4-FFF2-40B4-BE49-F238E27FC236}">
                <a16:creationId xmlns:a16="http://schemas.microsoft.com/office/drawing/2014/main" id="{12EA41F1-F4B8-4B1D-8CE9-A00465790CAB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F1_main_prauc_142">
            <a:extLst>
              <a:ext uri="{FF2B5EF4-FFF2-40B4-BE49-F238E27FC236}">
                <a16:creationId xmlns:a16="http://schemas.microsoft.com/office/drawing/2014/main" id="{C2F55FD3-32CE-4718-8A55-C68235CF46FB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F1_main_prauc_143">
            <a:extLst>
              <a:ext uri="{FF2B5EF4-FFF2-40B4-BE49-F238E27FC236}">
                <a16:creationId xmlns:a16="http://schemas.microsoft.com/office/drawing/2014/main" id="{6D1D7D5D-8856-458C-9EA8-26D43C90CE05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F1_main_prauc_144">
            <a:extLst>
              <a:ext uri="{FF2B5EF4-FFF2-40B4-BE49-F238E27FC236}">
                <a16:creationId xmlns:a16="http://schemas.microsoft.com/office/drawing/2014/main" id="{72B569F6-5E75-4C9E-BBED-FC9021C5A7BD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F1_main_prauc_145">
            <a:extLst>
              <a:ext uri="{FF2B5EF4-FFF2-40B4-BE49-F238E27FC236}">
                <a16:creationId xmlns:a16="http://schemas.microsoft.com/office/drawing/2014/main" id="{DAF23509-F031-4DB5-91B3-C131E541C0BF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F1_main_prauc_146">
            <a:extLst>
              <a:ext uri="{FF2B5EF4-FFF2-40B4-BE49-F238E27FC236}">
                <a16:creationId xmlns:a16="http://schemas.microsoft.com/office/drawing/2014/main" id="{525A7F3C-DBC8-4DEE-B7D4-878F6EF5F149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F1_main_prauc_147">
            <a:extLst>
              <a:ext uri="{FF2B5EF4-FFF2-40B4-BE49-F238E27FC236}">
                <a16:creationId xmlns:a16="http://schemas.microsoft.com/office/drawing/2014/main" id="{5D2A5B10-AB8B-4FEE-8B0A-28360423BF43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F1_main_prauc_148">
            <a:extLst>
              <a:ext uri="{FF2B5EF4-FFF2-40B4-BE49-F238E27FC236}">
                <a16:creationId xmlns:a16="http://schemas.microsoft.com/office/drawing/2014/main" id="{F4CA648D-1E49-47D8-9CB8-C0C8A0047DC5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F1_main_prauc_149">
            <a:extLst>
              <a:ext uri="{FF2B5EF4-FFF2-40B4-BE49-F238E27FC236}">
                <a16:creationId xmlns:a16="http://schemas.microsoft.com/office/drawing/2014/main" id="{313C9D70-EA9A-49BE-AFA0-D62CDDEE34F0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F1_main_prauc_150">
            <a:extLst>
              <a:ext uri="{FF2B5EF4-FFF2-40B4-BE49-F238E27FC236}">
                <a16:creationId xmlns:a16="http://schemas.microsoft.com/office/drawing/2014/main" id="{3B140E4B-F401-499D-BB6B-DEADE67B3CEB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F1_main_prauc_151">
            <a:extLst>
              <a:ext uri="{FF2B5EF4-FFF2-40B4-BE49-F238E27FC236}">
                <a16:creationId xmlns:a16="http://schemas.microsoft.com/office/drawing/2014/main" id="{5864A09B-C49F-4E71-98F4-1B0DA86D245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F1_main_prauc_152">
            <a:extLst>
              <a:ext uri="{FF2B5EF4-FFF2-40B4-BE49-F238E27FC236}">
                <a16:creationId xmlns:a16="http://schemas.microsoft.com/office/drawing/2014/main" id="{15552B03-118F-4596-AC94-896F31E67633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F1_main_prauc_153">
            <a:extLst>
              <a:ext uri="{FF2B5EF4-FFF2-40B4-BE49-F238E27FC236}">
                <a16:creationId xmlns:a16="http://schemas.microsoft.com/office/drawing/2014/main" id="{3650811C-2E63-4AC8-BBD9-3A4351FCBB89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F1_main_prauc_154">
            <a:extLst>
              <a:ext uri="{FF2B5EF4-FFF2-40B4-BE49-F238E27FC236}">
                <a16:creationId xmlns:a16="http://schemas.microsoft.com/office/drawing/2014/main" id="{3F09316A-C652-47B4-9929-0E7D17029E85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F1_main_prauc_155">
            <a:extLst>
              <a:ext uri="{FF2B5EF4-FFF2-40B4-BE49-F238E27FC236}">
                <a16:creationId xmlns:a16="http://schemas.microsoft.com/office/drawing/2014/main" id="{1E5A1946-FEB4-461A-8DFF-C96AD3AC27B7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F1_main_prauc_156">
            <a:extLst>
              <a:ext uri="{FF2B5EF4-FFF2-40B4-BE49-F238E27FC236}">
                <a16:creationId xmlns:a16="http://schemas.microsoft.com/office/drawing/2014/main" id="{A40289C9-6BA7-49AA-AE7C-4B42691DB433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F1_main_prauc_157">
            <a:extLst>
              <a:ext uri="{FF2B5EF4-FFF2-40B4-BE49-F238E27FC236}">
                <a16:creationId xmlns:a16="http://schemas.microsoft.com/office/drawing/2014/main" id="{479FB950-8DB1-423C-80E3-4F0C992E6C6E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F1_main_prauc_158">
            <a:extLst>
              <a:ext uri="{FF2B5EF4-FFF2-40B4-BE49-F238E27FC236}">
                <a16:creationId xmlns:a16="http://schemas.microsoft.com/office/drawing/2014/main" id="{56318B15-1281-44D0-B675-0195BEB07D80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F1_main_prauc_159">
            <a:extLst>
              <a:ext uri="{FF2B5EF4-FFF2-40B4-BE49-F238E27FC236}">
                <a16:creationId xmlns:a16="http://schemas.microsoft.com/office/drawing/2014/main" id="{53F48F47-B76F-4539-8F54-1D5E61A7F43F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F1_main_prauc_160">
            <a:extLst>
              <a:ext uri="{FF2B5EF4-FFF2-40B4-BE49-F238E27FC236}">
                <a16:creationId xmlns:a16="http://schemas.microsoft.com/office/drawing/2014/main" id="{AD733D65-E674-477C-9A5B-114ADD1EDF3E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F1_main_prauc_161">
            <a:extLst>
              <a:ext uri="{FF2B5EF4-FFF2-40B4-BE49-F238E27FC236}">
                <a16:creationId xmlns:a16="http://schemas.microsoft.com/office/drawing/2014/main" id="{ACE837C8-1E13-458D-B41A-09DFABFDB00E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F1_main_prauc_162">
            <a:extLst>
              <a:ext uri="{FF2B5EF4-FFF2-40B4-BE49-F238E27FC236}">
                <a16:creationId xmlns:a16="http://schemas.microsoft.com/office/drawing/2014/main" id="{D51BA5A6-A9BC-4E4F-B16C-54B2A19DBB0A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F1_main_prauc_163">
            <a:extLst>
              <a:ext uri="{FF2B5EF4-FFF2-40B4-BE49-F238E27FC236}">
                <a16:creationId xmlns:a16="http://schemas.microsoft.com/office/drawing/2014/main" id="{8502867A-6533-4691-BB5F-43FD84C5D6B3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F1_main_prauc_164">
            <a:extLst>
              <a:ext uri="{FF2B5EF4-FFF2-40B4-BE49-F238E27FC236}">
                <a16:creationId xmlns:a16="http://schemas.microsoft.com/office/drawing/2014/main" id="{653E1164-4964-40C7-A566-82FD6CC6FE0D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F1_main_prauc_165">
            <a:extLst>
              <a:ext uri="{FF2B5EF4-FFF2-40B4-BE49-F238E27FC236}">
                <a16:creationId xmlns:a16="http://schemas.microsoft.com/office/drawing/2014/main" id="{AE4BD12A-705F-4182-AD2F-ABA5F0F9D425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F1_main_prauc_166">
            <a:extLst>
              <a:ext uri="{FF2B5EF4-FFF2-40B4-BE49-F238E27FC236}">
                <a16:creationId xmlns:a16="http://schemas.microsoft.com/office/drawing/2014/main" id="{2C384E47-61AC-4798-A830-A580C20692F8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F1_main_prauc_167">
            <a:extLst>
              <a:ext uri="{FF2B5EF4-FFF2-40B4-BE49-F238E27FC236}">
                <a16:creationId xmlns:a16="http://schemas.microsoft.com/office/drawing/2014/main" id="{EC69891A-16FA-4D6F-BB23-247DA0F0BFF7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F1_main_prauc_168">
            <a:extLst>
              <a:ext uri="{FF2B5EF4-FFF2-40B4-BE49-F238E27FC236}">
                <a16:creationId xmlns:a16="http://schemas.microsoft.com/office/drawing/2014/main" id="{49FE7014-D425-4F2F-AF0C-C8BA4BD1D4AC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F1_main_prauc_169">
            <a:extLst>
              <a:ext uri="{FF2B5EF4-FFF2-40B4-BE49-F238E27FC236}">
                <a16:creationId xmlns:a16="http://schemas.microsoft.com/office/drawing/2014/main" id="{2EADB201-DCB6-45C5-AB09-BE1635061093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F1_main_prauc_170">
            <a:extLst>
              <a:ext uri="{FF2B5EF4-FFF2-40B4-BE49-F238E27FC236}">
                <a16:creationId xmlns:a16="http://schemas.microsoft.com/office/drawing/2014/main" id="{04C2F884-9542-49B6-83D7-02463470D174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F1_main_prauc_171">
            <a:extLst>
              <a:ext uri="{FF2B5EF4-FFF2-40B4-BE49-F238E27FC236}">
                <a16:creationId xmlns:a16="http://schemas.microsoft.com/office/drawing/2014/main" id="{D1DF2038-DB27-45BB-B193-136A900D1B37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F1_main_prauc_172">
            <a:extLst>
              <a:ext uri="{FF2B5EF4-FFF2-40B4-BE49-F238E27FC236}">
                <a16:creationId xmlns:a16="http://schemas.microsoft.com/office/drawing/2014/main" id="{D9FC156A-AF42-4EB5-8F25-5F9F23C31BEF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F1_main_prauc_173">
            <a:extLst>
              <a:ext uri="{FF2B5EF4-FFF2-40B4-BE49-F238E27FC236}">
                <a16:creationId xmlns:a16="http://schemas.microsoft.com/office/drawing/2014/main" id="{003B7A1E-B964-456E-8C7D-F6CFC29ABFD2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F1_main_prauc_174">
            <a:extLst>
              <a:ext uri="{FF2B5EF4-FFF2-40B4-BE49-F238E27FC236}">
                <a16:creationId xmlns:a16="http://schemas.microsoft.com/office/drawing/2014/main" id="{94F5D546-0721-4C1B-9A5A-0B33282FC3E5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F1_main_prauc_175">
            <a:extLst>
              <a:ext uri="{FF2B5EF4-FFF2-40B4-BE49-F238E27FC236}">
                <a16:creationId xmlns:a16="http://schemas.microsoft.com/office/drawing/2014/main" id="{3A6220FE-2DF4-4FD5-B84B-BFC17B83FDDC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F1_main_prauc_176">
            <a:extLst>
              <a:ext uri="{FF2B5EF4-FFF2-40B4-BE49-F238E27FC236}">
                <a16:creationId xmlns:a16="http://schemas.microsoft.com/office/drawing/2014/main" id="{BBDF60A0-7973-4866-AA14-B2422FC7FC18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F1_main_prauc_177">
            <a:extLst>
              <a:ext uri="{FF2B5EF4-FFF2-40B4-BE49-F238E27FC236}">
                <a16:creationId xmlns:a16="http://schemas.microsoft.com/office/drawing/2014/main" id="{BC07699D-FC12-4076-840B-5255AA5C48DE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F1_main_prauc_178">
            <a:extLst>
              <a:ext uri="{FF2B5EF4-FFF2-40B4-BE49-F238E27FC236}">
                <a16:creationId xmlns:a16="http://schemas.microsoft.com/office/drawing/2014/main" id="{FEC07717-5418-4A7C-9F82-B6B9C69BCFDC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F1_main_prauc_179">
            <a:extLst>
              <a:ext uri="{FF2B5EF4-FFF2-40B4-BE49-F238E27FC236}">
                <a16:creationId xmlns:a16="http://schemas.microsoft.com/office/drawing/2014/main" id="{6197FFC7-4D90-4429-A31C-9E15B8B9BBA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F1_main_prauc_180">
            <a:extLst>
              <a:ext uri="{FF2B5EF4-FFF2-40B4-BE49-F238E27FC236}">
                <a16:creationId xmlns:a16="http://schemas.microsoft.com/office/drawing/2014/main" id="{01642E56-9B08-4518-AFA2-6CECAAC0D785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F1_main_prauc_181">
            <a:extLst>
              <a:ext uri="{FF2B5EF4-FFF2-40B4-BE49-F238E27FC236}">
                <a16:creationId xmlns:a16="http://schemas.microsoft.com/office/drawing/2014/main" id="{49CAA87B-CE77-46D7-88C8-BEE1E50ADA6D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F1_main_prauc_182">
            <a:extLst>
              <a:ext uri="{FF2B5EF4-FFF2-40B4-BE49-F238E27FC236}">
                <a16:creationId xmlns:a16="http://schemas.microsoft.com/office/drawing/2014/main" id="{1C4575DB-4908-4215-A4F5-98600FC38E74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F1_main_prauc_183">
            <a:extLst>
              <a:ext uri="{FF2B5EF4-FFF2-40B4-BE49-F238E27FC236}">
                <a16:creationId xmlns:a16="http://schemas.microsoft.com/office/drawing/2014/main" id="{0D42561D-6F57-40C9-85CC-8A0EC3B89BD1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F1_main_prauc_184">
            <a:extLst>
              <a:ext uri="{FF2B5EF4-FFF2-40B4-BE49-F238E27FC236}">
                <a16:creationId xmlns:a16="http://schemas.microsoft.com/office/drawing/2014/main" id="{BE759E74-63BF-4805-A051-39BB6AD5199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F1_main_prauc_185">
            <a:extLst>
              <a:ext uri="{FF2B5EF4-FFF2-40B4-BE49-F238E27FC236}">
                <a16:creationId xmlns:a16="http://schemas.microsoft.com/office/drawing/2014/main" id="{B165A350-3D1E-4666-9DCB-06F9AAAEF3BA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F1_main_prauc_186">
            <a:extLst>
              <a:ext uri="{FF2B5EF4-FFF2-40B4-BE49-F238E27FC236}">
                <a16:creationId xmlns:a16="http://schemas.microsoft.com/office/drawing/2014/main" id="{9D8C29F5-7E2D-4632-815C-B93F32B90790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F1_main_prauc_187">
            <a:extLst>
              <a:ext uri="{FF2B5EF4-FFF2-40B4-BE49-F238E27FC236}">
                <a16:creationId xmlns:a16="http://schemas.microsoft.com/office/drawing/2014/main" id="{72C46444-ED6A-4628-B3DC-54AE1BE19708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F1_main_prauc_188">
            <a:extLst>
              <a:ext uri="{FF2B5EF4-FFF2-40B4-BE49-F238E27FC236}">
                <a16:creationId xmlns:a16="http://schemas.microsoft.com/office/drawing/2014/main" id="{2C9BFC1C-1213-407B-A020-F94E302F5F90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F1_main_prauc_189">
            <a:extLst>
              <a:ext uri="{FF2B5EF4-FFF2-40B4-BE49-F238E27FC236}">
                <a16:creationId xmlns:a16="http://schemas.microsoft.com/office/drawing/2014/main" id="{2F795DCB-2731-4743-8015-F4CE24EB1E32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F1_main_prauc_190">
            <a:extLst>
              <a:ext uri="{FF2B5EF4-FFF2-40B4-BE49-F238E27FC236}">
                <a16:creationId xmlns:a16="http://schemas.microsoft.com/office/drawing/2014/main" id="{D644DD93-F687-4481-8A7F-BC80340DE6E0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F1_main_prauc_191">
            <a:extLst>
              <a:ext uri="{FF2B5EF4-FFF2-40B4-BE49-F238E27FC236}">
                <a16:creationId xmlns:a16="http://schemas.microsoft.com/office/drawing/2014/main" id="{2E43EA1F-CBD9-4819-BEAC-ED858B085C2B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F1_main_prauc_192">
            <a:extLst>
              <a:ext uri="{FF2B5EF4-FFF2-40B4-BE49-F238E27FC236}">
                <a16:creationId xmlns:a16="http://schemas.microsoft.com/office/drawing/2014/main" id="{5A9F27D8-F037-46D8-BEEB-CE34C79E3278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F1_main_prauc_193">
            <a:extLst>
              <a:ext uri="{FF2B5EF4-FFF2-40B4-BE49-F238E27FC236}">
                <a16:creationId xmlns:a16="http://schemas.microsoft.com/office/drawing/2014/main" id="{43EE0A45-AE4A-46CD-8A7E-2A2D914BAA56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F1_main_prauc_194">
            <a:extLst>
              <a:ext uri="{FF2B5EF4-FFF2-40B4-BE49-F238E27FC236}">
                <a16:creationId xmlns:a16="http://schemas.microsoft.com/office/drawing/2014/main" id="{0E39FF87-7D1E-4BC5-AAC8-9F341D536245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F1_main_prauc_195">
            <a:extLst>
              <a:ext uri="{FF2B5EF4-FFF2-40B4-BE49-F238E27FC236}">
                <a16:creationId xmlns:a16="http://schemas.microsoft.com/office/drawing/2014/main" id="{61315DCE-3F39-4DA9-9E3F-4483E6907D5D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F1_main_prauc_196">
            <a:extLst>
              <a:ext uri="{FF2B5EF4-FFF2-40B4-BE49-F238E27FC236}">
                <a16:creationId xmlns:a16="http://schemas.microsoft.com/office/drawing/2014/main" id="{07CC63DA-063C-425B-8BFF-6335F72D9F86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F1_main_prauc_197">
            <a:extLst>
              <a:ext uri="{FF2B5EF4-FFF2-40B4-BE49-F238E27FC236}">
                <a16:creationId xmlns:a16="http://schemas.microsoft.com/office/drawing/2014/main" id="{1D48724B-2C49-43DB-A17B-22A3BD57241D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F1_main_prauc_198">
            <a:extLst>
              <a:ext uri="{FF2B5EF4-FFF2-40B4-BE49-F238E27FC236}">
                <a16:creationId xmlns:a16="http://schemas.microsoft.com/office/drawing/2014/main" id="{E0C93122-BED7-4EF1-8CE5-6EC9EF4D0AA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F1_main_prauc_199">
            <a:extLst>
              <a:ext uri="{FF2B5EF4-FFF2-40B4-BE49-F238E27FC236}">
                <a16:creationId xmlns:a16="http://schemas.microsoft.com/office/drawing/2014/main" id="{1DE14B91-D753-478A-8391-5C7AED2D4E7D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F1_main_prauc_200">
            <a:extLst>
              <a:ext uri="{FF2B5EF4-FFF2-40B4-BE49-F238E27FC236}">
                <a16:creationId xmlns:a16="http://schemas.microsoft.com/office/drawing/2014/main" id="{5541A457-DEE2-43FF-8116-D608ADA2320D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F1_main_prauc_201">
            <a:extLst>
              <a:ext uri="{FF2B5EF4-FFF2-40B4-BE49-F238E27FC236}">
                <a16:creationId xmlns:a16="http://schemas.microsoft.com/office/drawing/2014/main" id="{54106287-BCFD-4DBE-BBA8-B342EAFC1C4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F1_main_prauc_202">
            <a:extLst>
              <a:ext uri="{FF2B5EF4-FFF2-40B4-BE49-F238E27FC236}">
                <a16:creationId xmlns:a16="http://schemas.microsoft.com/office/drawing/2014/main" id="{EDE44232-529A-4CF2-8D81-569350A12DE0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F1_main_prauc_203">
            <a:extLst>
              <a:ext uri="{FF2B5EF4-FFF2-40B4-BE49-F238E27FC236}">
                <a16:creationId xmlns:a16="http://schemas.microsoft.com/office/drawing/2014/main" id="{4954F4FE-67C5-431B-934A-00B5FCE3BC14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F1_main_prauc_204">
            <a:extLst>
              <a:ext uri="{FF2B5EF4-FFF2-40B4-BE49-F238E27FC236}">
                <a16:creationId xmlns:a16="http://schemas.microsoft.com/office/drawing/2014/main" id="{139507C1-40CF-46EE-9981-D4F58D7A38A8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F1_main_prauc_205">
            <a:extLst>
              <a:ext uri="{FF2B5EF4-FFF2-40B4-BE49-F238E27FC236}">
                <a16:creationId xmlns:a16="http://schemas.microsoft.com/office/drawing/2014/main" id="{026F7EEC-913A-4AAB-8AFF-12799022588C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F1_main_prauc_206">
            <a:extLst>
              <a:ext uri="{FF2B5EF4-FFF2-40B4-BE49-F238E27FC236}">
                <a16:creationId xmlns:a16="http://schemas.microsoft.com/office/drawing/2014/main" id="{7A0A9895-7C69-4A7F-887F-574A6BAF11D6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F1_main_prauc_207">
            <a:extLst>
              <a:ext uri="{FF2B5EF4-FFF2-40B4-BE49-F238E27FC236}">
                <a16:creationId xmlns:a16="http://schemas.microsoft.com/office/drawing/2014/main" id="{CF4B0226-5E73-42A9-813D-612C5982559E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F1_main_prauc_208">
            <a:extLst>
              <a:ext uri="{FF2B5EF4-FFF2-40B4-BE49-F238E27FC236}">
                <a16:creationId xmlns:a16="http://schemas.microsoft.com/office/drawing/2014/main" id="{E3A4F75B-CD12-4D12-8152-5FC03FD3B917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F1_main_prauc_209">
            <a:extLst>
              <a:ext uri="{FF2B5EF4-FFF2-40B4-BE49-F238E27FC236}">
                <a16:creationId xmlns:a16="http://schemas.microsoft.com/office/drawing/2014/main" id="{46D8A0CF-2537-47B1-B636-D2A4A5FA0F27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F1_main_prauc_210">
            <a:extLst>
              <a:ext uri="{FF2B5EF4-FFF2-40B4-BE49-F238E27FC236}">
                <a16:creationId xmlns:a16="http://schemas.microsoft.com/office/drawing/2014/main" id="{A683CCD1-3DF7-4325-A54C-AC70B8C5395E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F1_main_prauc_211">
            <a:extLst>
              <a:ext uri="{FF2B5EF4-FFF2-40B4-BE49-F238E27FC236}">
                <a16:creationId xmlns:a16="http://schemas.microsoft.com/office/drawing/2014/main" id="{BDC080F7-DE0D-4B32-B184-AB1418F4FBCD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F1_main_prauc_212">
            <a:extLst>
              <a:ext uri="{FF2B5EF4-FFF2-40B4-BE49-F238E27FC236}">
                <a16:creationId xmlns:a16="http://schemas.microsoft.com/office/drawing/2014/main" id="{DF36E425-8469-4CCD-B510-ECB89AEA5F47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F1_main_prauc_213">
            <a:extLst>
              <a:ext uri="{FF2B5EF4-FFF2-40B4-BE49-F238E27FC236}">
                <a16:creationId xmlns:a16="http://schemas.microsoft.com/office/drawing/2014/main" id="{9ADF2CF6-6CA8-4D6F-9E7B-FFDD954229E3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F1_main_prauc_214">
            <a:extLst>
              <a:ext uri="{FF2B5EF4-FFF2-40B4-BE49-F238E27FC236}">
                <a16:creationId xmlns:a16="http://schemas.microsoft.com/office/drawing/2014/main" id="{4512C83E-53E2-444D-A679-243CD1481F19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F1_main_prauc_215">
            <a:extLst>
              <a:ext uri="{FF2B5EF4-FFF2-40B4-BE49-F238E27FC236}">
                <a16:creationId xmlns:a16="http://schemas.microsoft.com/office/drawing/2014/main" id="{AF6E72C2-5C59-4B63-B46C-6CCDB38748F6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F1_main_prauc_216">
            <a:extLst>
              <a:ext uri="{FF2B5EF4-FFF2-40B4-BE49-F238E27FC236}">
                <a16:creationId xmlns:a16="http://schemas.microsoft.com/office/drawing/2014/main" id="{5B896B31-1B11-46C8-A572-55D225C29CD4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F1_main_prauc_217">
            <a:extLst>
              <a:ext uri="{FF2B5EF4-FFF2-40B4-BE49-F238E27FC236}">
                <a16:creationId xmlns:a16="http://schemas.microsoft.com/office/drawing/2014/main" id="{F417F268-8C29-4525-BF09-9C0CD06D24F4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F1_main_prauc_218">
            <a:extLst>
              <a:ext uri="{FF2B5EF4-FFF2-40B4-BE49-F238E27FC236}">
                <a16:creationId xmlns:a16="http://schemas.microsoft.com/office/drawing/2014/main" id="{FD7BBD37-57FD-4F9B-B0A1-4DECD632B98D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F1_main_prauc_219">
            <a:extLst>
              <a:ext uri="{FF2B5EF4-FFF2-40B4-BE49-F238E27FC236}">
                <a16:creationId xmlns:a16="http://schemas.microsoft.com/office/drawing/2014/main" id="{F04C49D5-9C10-410A-BC80-1331F82F173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F1_main_prauc_220">
            <a:extLst>
              <a:ext uri="{FF2B5EF4-FFF2-40B4-BE49-F238E27FC236}">
                <a16:creationId xmlns:a16="http://schemas.microsoft.com/office/drawing/2014/main" id="{EEBEFD01-C39B-4C5F-8AC0-A035A3D14496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F1_main_prauc_221">
            <a:extLst>
              <a:ext uri="{FF2B5EF4-FFF2-40B4-BE49-F238E27FC236}">
                <a16:creationId xmlns:a16="http://schemas.microsoft.com/office/drawing/2014/main" id="{2B600507-00A6-4CB2-8AAC-FA7FFBB0FFE1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F1_main_prauc_222">
            <a:extLst>
              <a:ext uri="{FF2B5EF4-FFF2-40B4-BE49-F238E27FC236}">
                <a16:creationId xmlns:a16="http://schemas.microsoft.com/office/drawing/2014/main" id="{FD3C58F0-F536-4A1F-846C-5BB47D977054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F1_main_prauc_223">
            <a:extLst>
              <a:ext uri="{FF2B5EF4-FFF2-40B4-BE49-F238E27FC236}">
                <a16:creationId xmlns:a16="http://schemas.microsoft.com/office/drawing/2014/main" id="{A9D42D1F-323F-4311-A848-D36070B6D44D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F1_main_prauc_224">
            <a:extLst>
              <a:ext uri="{FF2B5EF4-FFF2-40B4-BE49-F238E27FC236}">
                <a16:creationId xmlns:a16="http://schemas.microsoft.com/office/drawing/2014/main" id="{E95F9BAA-A8B1-4B71-BAD9-600161919B3A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F1_main_prauc_225">
            <a:extLst>
              <a:ext uri="{FF2B5EF4-FFF2-40B4-BE49-F238E27FC236}">
                <a16:creationId xmlns:a16="http://schemas.microsoft.com/office/drawing/2014/main" id="{C1C44422-CE4A-4E25-AB9F-AD3717E77707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F1_main_prauc_226">
            <a:extLst>
              <a:ext uri="{FF2B5EF4-FFF2-40B4-BE49-F238E27FC236}">
                <a16:creationId xmlns:a16="http://schemas.microsoft.com/office/drawing/2014/main" id="{887C5F99-A908-466C-99AD-B652451F1709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F1_main_prauc_227">
            <a:extLst>
              <a:ext uri="{FF2B5EF4-FFF2-40B4-BE49-F238E27FC236}">
                <a16:creationId xmlns:a16="http://schemas.microsoft.com/office/drawing/2014/main" id="{27727CE5-714E-47A0-A6C5-6127249B00A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F1_main_prauc_228">
            <a:extLst>
              <a:ext uri="{FF2B5EF4-FFF2-40B4-BE49-F238E27FC236}">
                <a16:creationId xmlns:a16="http://schemas.microsoft.com/office/drawing/2014/main" id="{BC151BA9-E3CC-486F-9882-470F5F59E340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F1_main_prauc_229">
            <a:extLst>
              <a:ext uri="{FF2B5EF4-FFF2-40B4-BE49-F238E27FC236}">
                <a16:creationId xmlns:a16="http://schemas.microsoft.com/office/drawing/2014/main" id="{C65D9726-BD1E-4820-8FB8-82652787BA52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F1_main_prauc_230">
            <a:extLst>
              <a:ext uri="{FF2B5EF4-FFF2-40B4-BE49-F238E27FC236}">
                <a16:creationId xmlns:a16="http://schemas.microsoft.com/office/drawing/2014/main" id="{85A9658D-9DDD-4EC2-8D39-DBFC34803940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F1_main_prauc_231">
            <a:extLst>
              <a:ext uri="{FF2B5EF4-FFF2-40B4-BE49-F238E27FC236}">
                <a16:creationId xmlns:a16="http://schemas.microsoft.com/office/drawing/2014/main" id="{A1A26AC0-EC5B-4F39-9FA7-A3AC6159257F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F1_main_prauc_232">
            <a:extLst>
              <a:ext uri="{FF2B5EF4-FFF2-40B4-BE49-F238E27FC236}">
                <a16:creationId xmlns:a16="http://schemas.microsoft.com/office/drawing/2014/main" id="{FABA9348-AD84-455D-9F0C-17FFA30F8CD0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F1_main_prauc_233">
            <a:extLst>
              <a:ext uri="{FF2B5EF4-FFF2-40B4-BE49-F238E27FC236}">
                <a16:creationId xmlns:a16="http://schemas.microsoft.com/office/drawing/2014/main" id="{70578D22-DD08-4F62-BEF7-9E6BBA736B43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F1_main_prauc_234">
            <a:extLst>
              <a:ext uri="{FF2B5EF4-FFF2-40B4-BE49-F238E27FC236}">
                <a16:creationId xmlns:a16="http://schemas.microsoft.com/office/drawing/2014/main" id="{4D9BE776-8892-4929-AE5F-CBF1DFFDA0C9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F1_main_prauc_235">
            <a:extLst>
              <a:ext uri="{FF2B5EF4-FFF2-40B4-BE49-F238E27FC236}">
                <a16:creationId xmlns:a16="http://schemas.microsoft.com/office/drawing/2014/main" id="{BDDDAB2D-A440-4914-86A5-8BE38FB24677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F1_main_prauc_236">
            <a:extLst>
              <a:ext uri="{FF2B5EF4-FFF2-40B4-BE49-F238E27FC236}">
                <a16:creationId xmlns:a16="http://schemas.microsoft.com/office/drawing/2014/main" id="{7A7321EF-7756-47A5-89A7-5E15A6CAFD0C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F1_main_prauc_237">
            <a:extLst>
              <a:ext uri="{FF2B5EF4-FFF2-40B4-BE49-F238E27FC236}">
                <a16:creationId xmlns:a16="http://schemas.microsoft.com/office/drawing/2014/main" id="{06799203-1470-41F8-8852-F0CB628364C8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F1_main_prauc_238">
            <a:extLst>
              <a:ext uri="{FF2B5EF4-FFF2-40B4-BE49-F238E27FC236}">
                <a16:creationId xmlns:a16="http://schemas.microsoft.com/office/drawing/2014/main" id="{637A6422-199A-4C44-A321-73B1CDDBF071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F1_main_prauc_239">
            <a:extLst>
              <a:ext uri="{FF2B5EF4-FFF2-40B4-BE49-F238E27FC236}">
                <a16:creationId xmlns:a16="http://schemas.microsoft.com/office/drawing/2014/main" id="{2A074392-E3EA-4757-87FA-E9457A37FABB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F1_main_prauc_240">
            <a:extLst>
              <a:ext uri="{FF2B5EF4-FFF2-40B4-BE49-F238E27FC236}">
                <a16:creationId xmlns:a16="http://schemas.microsoft.com/office/drawing/2014/main" id="{D956EA49-AF4F-431B-8DD7-033CB453E58B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F1_main_prauc_241">
            <a:extLst>
              <a:ext uri="{FF2B5EF4-FFF2-40B4-BE49-F238E27FC236}">
                <a16:creationId xmlns:a16="http://schemas.microsoft.com/office/drawing/2014/main" id="{EA67BAF7-806F-48A9-940E-274BE2E14573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F1_main_prauc_242">
            <a:extLst>
              <a:ext uri="{FF2B5EF4-FFF2-40B4-BE49-F238E27FC236}">
                <a16:creationId xmlns:a16="http://schemas.microsoft.com/office/drawing/2014/main" id="{93976024-7DA1-4A65-9B23-CFC4E31C3227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F1_main_prauc_243">
            <a:extLst>
              <a:ext uri="{FF2B5EF4-FFF2-40B4-BE49-F238E27FC236}">
                <a16:creationId xmlns:a16="http://schemas.microsoft.com/office/drawing/2014/main" id="{619D7A76-4AB1-4203-828C-106D2228554A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F1_main_prauc_244">
            <a:extLst>
              <a:ext uri="{FF2B5EF4-FFF2-40B4-BE49-F238E27FC236}">
                <a16:creationId xmlns:a16="http://schemas.microsoft.com/office/drawing/2014/main" id="{15495FD0-14A4-476B-80B8-5189F3F5CAC6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F1_main_prauc_245">
            <a:extLst>
              <a:ext uri="{FF2B5EF4-FFF2-40B4-BE49-F238E27FC236}">
                <a16:creationId xmlns:a16="http://schemas.microsoft.com/office/drawing/2014/main" id="{997BDA56-DAE2-4B39-A793-E74E31CF9EC5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F1_main_prauc_246">
            <a:extLst>
              <a:ext uri="{FF2B5EF4-FFF2-40B4-BE49-F238E27FC236}">
                <a16:creationId xmlns:a16="http://schemas.microsoft.com/office/drawing/2014/main" id="{B90AA60C-E954-45BE-8404-C509C2E23F71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F1_main_prauc_247">
            <a:extLst>
              <a:ext uri="{FF2B5EF4-FFF2-40B4-BE49-F238E27FC236}">
                <a16:creationId xmlns:a16="http://schemas.microsoft.com/office/drawing/2014/main" id="{D6ABE3A1-7092-459C-B2D7-33FFA605882C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F1_main_prauc_248">
            <a:extLst>
              <a:ext uri="{FF2B5EF4-FFF2-40B4-BE49-F238E27FC236}">
                <a16:creationId xmlns:a16="http://schemas.microsoft.com/office/drawing/2014/main" id="{E18E77AC-EBDF-4939-A9DB-79EDB7E12EA9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F1_main_prauc_249">
            <a:extLst>
              <a:ext uri="{FF2B5EF4-FFF2-40B4-BE49-F238E27FC236}">
                <a16:creationId xmlns:a16="http://schemas.microsoft.com/office/drawing/2014/main" id="{0F1F5A04-62BE-407F-B9B2-6875941A26FF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F1_main_prauc_250">
            <a:extLst>
              <a:ext uri="{FF2B5EF4-FFF2-40B4-BE49-F238E27FC236}">
                <a16:creationId xmlns:a16="http://schemas.microsoft.com/office/drawing/2014/main" id="{BE2DF301-6EC2-4FDA-A781-C83CC61B7EAD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F1_main_prauc_251">
            <a:extLst>
              <a:ext uri="{FF2B5EF4-FFF2-40B4-BE49-F238E27FC236}">
                <a16:creationId xmlns:a16="http://schemas.microsoft.com/office/drawing/2014/main" id="{FF2B1E1F-8ADA-4FD1-89DB-9D54232E9B0F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F1_main_prauc_252">
            <a:extLst>
              <a:ext uri="{FF2B5EF4-FFF2-40B4-BE49-F238E27FC236}">
                <a16:creationId xmlns:a16="http://schemas.microsoft.com/office/drawing/2014/main" id="{52C542A9-A814-4CDB-BD96-DB08CB357E40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F1_main_prauc_253">
            <a:extLst>
              <a:ext uri="{FF2B5EF4-FFF2-40B4-BE49-F238E27FC236}">
                <a16:creationId xmlns:a16="http://schemas.microsoft.com/office/drawing/2014/main" id="{57721DC1-5EBD-4676-953A-37B53701630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F1_main_prauc_254">
            <a:extLst>
              <a:ext uri="{FF2B5EF4-FFF2-40B4-BE49-F238E27FC236}">
                <a16:creationId xmlns:a16="http://schemas.microsoft.com/office/drawing/2014/main" id="{F4142F74-1968-4CCE-A6E2-7936F639DAF2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F1_main_prauc_255">
            <a:extLst>
              <a:ext uri="{FF2B5EF4-FFF2-40B4-BE49-F238E27FC236}">
                <a16:creationId xmlns:a16="http://schemas.microsoft.com/office/drawing/2014/main" id="{6D8C62F1-CAE4-4842-ABCC-A0738BE4391A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F1_main_prauc_256">
            <a:extLst>
              <a:ext uri="{FF2B5EF4-FFF2-40B4-BE49-F238E27FC236}">
                <a16:creationId xmlns:a16="http://schemas.microsoft.com/office/drawing/2014/main" id="{914ADCF2-285C-4108-9EAC-50A487483906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F1_main_prauc_257">
            <a:extLst>
              <a:ext uri="{FF2B5EF4-FFF2-40B4-BE49-F238E27FC236}">
                <a16:creationId xmlns:a16="http://schemas.microsoft.com/office/drawing/2014/main" id="{63758BA5-DCE5-4FAB-9190-B646AD4CDBA3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F1_main_prauc_258">
            <a:extLst>
              <a:ext uri="{FF2B5EF4-FFF2-40B4-BE49-F238E27FC236}">
                <a16:creationId xmlns:a16="http://schemas.microsoft.com/office/drawing/2014/main" id="{6B6E6144-72D1-4EB0-AC8C-0BB989296156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F1_main_prauc_259">
            <a:extLst>
              <a:ext uri="{FF2B5EF4-FFF2-40B4-BE49-F238E27FC236}">
                <a16:creationId xmlns:a16="http://schemas.microsoft.com/office/drawing/2014/main" id="{58DDAEAF-7304-479E-B1CD-056F559FF5DF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F1_main_prauc_260">
            <a:extLst>
              <a:ext uri="{FF2B5EF4-FFF2-40B4-BE49-F238E27FC236}">
                <a16:creationId xmlns:a16="http://schemas.microsoft.com/office/drawing/2014/main" id="{19E39958-2B07-46BD-9E95-89F1B261E553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F1_main_prauc_261">
            <a:extLst>
              <a:ext uri="{FF2B5EF4-FFF2-40B4-BE49-F238E27FC236}">
                <a16:creationId xmlns:a16="http://schemas.microsoft.com/office/drawing/2014/main" id="{611B1939-F62D-483C-BF66-D2771EBE4F88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F1_main_prauc_262">
            <a:extLst>
              <a:ext uri="{FF2B5EF4-FFF2-40B4-BE49-F238E27FC236}">
                <a16:creationId xmlns:a16="http://schemas.microsoft.com/office/drawing/2014/main" id="{EFE33E13-AF56-4EEF-A2EA-F80C05119106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F1_main_prauc_263">
            <a:extLst>
              <a:ext uri="{FF2B5EF4-FFF2-40B4-BE49-F238E27FC236}">
                <a16:creationId xmlns:a16="http://schemas.microsoft.com/office/drawing/2014/main" id="{CE9D2E5A-71B8-462B-B431-7384ED3238ED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F1_main_prauc_264">
            <a:extLst>
              <a:ext uri="{FF2B5EF4-FFF2-40B4-BE49-F238E27FC236}">
                <a16:creationId xmlns:a16="http://schemas.microsoft.com/office/drawing/2014/main" id="{533FBFD0-D348-4255-AA87-C5B8FC196D78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F1_main_prauc_265">
            <a:extLst>
              <a:ext uri="{FF2B5EF4-FFF2-40B4-BE49-F238E27FC236}">
                <a16:creationId xmlns:a16="http://schemas.microsoft.com/office/drawing/2014/main" id="{B75202C0-3137-4BFE-8EE3-80ABEE22B33D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F1_main_prauc_266">
            <a:extLst>
              <a:ext uri="{FF2B5EF4-FFF2-40B4-BE49-F238E27FC236}">
                <a16:creationId xmlns:a16="http://schemas.microsoft.com/office/drawing/2014/main" id="{B84ED618-F6E3-477C-AFAD-D16D9CCA582C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F1_main_prauc_267">
            <a:extLst>
              <a:ext uri="{FF2B5EF4-FFF2-40B4-BE49-F238E27FC236}">
                <a16:creationId xmlns:a16="http://schemas.microsoft.com/office/drawing/2014/main" id="{20ADB830-897F-4B8F-A499-8B4036A220A4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F1_main_prauc_268">
            <a:extLst>
              <a:ext uri="{FF2B5EF4-FFF2-40B4-BE49-F238E27FC236}">
                <a16:creationId xmlns:a16="http://schemas.microsoft.com/office/drawing/2014/main" id="{83FE1FA6-DE65-4422-934D-9B4E5D4822A8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F1_main_prauc_269">
            <a:extLst>
              <a:ext uri="{FF2B5EF4-FFF2-40B4-BE49-F238E27FC236}">
                <a16:creationId xmlns:a16="http://schemas.microsoft.com/office/drawing/2014/main" id="{04159FAC-2F4C-4A2E-BF8B-69305EC7688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F1_main_prauc_270">
            <a:extLst>
              <a:ext uri="{FF2B5EF4-FFF2-40B4-BE49-F238E27FC236}">
                <a16:creationId xmlns:a16="http://schemas.microsoft.com/office/drawing/2014/main" id="{2C41D607-B416-409D-8CB3-9032ED1A8D4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F1_main_prauc_271">
            <a:extLst>
              <a:ext uri="{FF2B5EF4-FFF2-40B4-BE49-F238E27FC236}">
                <a16:creationId xmlns:a16="http://schemas.microsoft.com/office/drawing/2014/main" id="{C9E5CAC1-B3F5-40D4-BC79-763C8611C24F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F1_main_prauc_272">
            <a:extLst>
              <a:ext uri="{FF2B5EF4-FFF2-40B4-BE49-F238E27FC236}">
                <a16:creationId xmlns:a16="http://schemas.microsoft.com/office/drawing/2014/main" id="{B0C32622-6988-4A77-94C4-2BDF6291856C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F1_main_prauc_273">
            <a:extLst>
              <a:ext uri="{FF2B5EF4-FFF2-40B4-BE49-F238E27FC236}">
                <a16:creationId xmlns:a16="http://schemas.microsoft.com/office/drawing/2014/main" id="{A944C4B7-EF48-408B-9308-0C93CC3BDD31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F1_main_prauc_274">
            <a:extLst>
              <a:ext uri="{FF2B5EF4-FFF2-40B4-BE49-F238E27FC236}">
                <a16:creationId xmlns:a16="http://schemas.microsoft.com/office/drawing/2014/main" id="{A6470CCD-535B-4B22-9CCA-89CA4757DF0F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F1_main_prauc_275">
            <a:extLst>
              <a:ext uri="{FF2B5EF4-FFF2-40B4-BE49-F238E27FC236}">
                <a16:creationId xmlns:a16="http://schemas.microsoft.com/office/drawing/2014/main" id="{26172CF7-222F-4923-BCA6-2BA2EDBE673F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F1_main_prauc_276">
            <a:extLst>
              <a:ext uri="{FF2B5EF4-FFF2-40B4-BE49-F238E27FC236}">
                <a16:creationId xmlns:a16="http://schemas.microsoft.com/office/drawing/2014/main" id="{2A5652D6-61A3-4163-BF0F-4F9E9130CD09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F1_main_prauc_277">
            <a:extLst>
              <a:ext uri="{FF2B5EF4-FFF2-40B4-BE49-F238E27FC236}">
                <a16:creationId xmlns:a16="http://schemas.microsoft.com/office/drawing/2014/main" id="{4EDCC94E-4FB0-41C8-A08A-9E41814ADFAC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F1_main_prauc_278">
            <a:extLst>
              <a:ext uri="{FF2B5EF4-FFF2-40B4-BE49-F238E27FC236}">
                <a16:creationId xmlns:a16="http://schemas.microsoft.com/office/drawing/2014/main" id="{A73A0EDC-4372-48C3-9DA8-27F15DAB4700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F1_main_prauc_279">
            <a:extLst>
              <a:ext uri="{FF2B5EF4-FFF2-40B4-BE49-F238E27FC236}">
                <a16:creationId xmlns:a16="http://schemas.microsoft.com/office/drawing/2014/main" id="{67E14AFC-0735-4C04-895B-4BFE270783A4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F1_main_prauc_280">
            <a:extLst>
              <a:ext uri="{FF2B5EF4-FFF2-40B4-BE49-F238E27FC236}">
                <a16:creationId xmlns:a16="http://schemas.microsoft.com/office/drawing/2014/main" id="{E2B55A80-F7FC-4876-8DFD-F57650855F75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F1_main_prauc_281">
            <a:extLst>
              <a:ext uri="{FF2B5EF4-FFF2-40B4-BE49-F238E27FC236}">
                <a16:creationId xmlns:a16="http://schemas.microsoft.com/office/drawing/2014/main" id="{B0596352-39CC-4563-BA6A-D19107567DA6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F1_main_prauc_282">
            <a:extLst>
              <a:ext uri="{FF2B5EF4-FFF2-40B4-BE49-F238E27FC236}">
                <a16:creationId xmlns:a16="http://schemas.microsoft.com/office/drawing/2014/main" id="{96ECFCBC-3AEE-4942-AD48-206D45F5ADFF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F1_main_prauc_283">
            <a:extLst>
              <a:ext uri="{FF2B5EF4-FFF2-40B4-BE49-F238E27FC236}">
                <a16:creationId xmlns:a16="http://schemas.microsoft.com/office/drawing/2014/main" id="{08F2BBAB-DB54-485E-A557-433BF9B2911D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F1_main_prauc_284">
            <a:extLst>
              <a:ext uri="{FF2B5EF4-FFF2-40B4-BE49-F238E27FC236}">
                <a16:creationId xmlns:a16="http://schemas.microsoft.com/office/drawing/2014/main" id="{0A63C89C-597C-4BDA-8A3B-A6DBD9653C19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F1_main_prauc_285">
            <a:extLst>
              <a:ext uri="{FF2B5EF4-FFF2-40B4-BE49-F238E27FC236}">
                <a16:creationId xmlns:a16="http://schemas.microsoft.com/office/drawing/2014/main" id="{8E60C9E6-5159-493D-B755-ECE0722E7299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F1_main_prauc_286">
            <a:extLst>
              <a:ext uri="{FF2B5EF4-FFF2-40B4-BE49-F238E27FC236}">
                <a16:creationId xmlns:a16="http://schemas.microsoft.com/office/drawing/2014/main" id="{90B1CC82-7483-412B-B6AF-252FCE23922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F1_main_prauc_287">
            <a:extLst>
              <a:ext uri="{FF2B5EF4-FFF2-40B4-BE49-F238E27FC236}">
                <a16:creationId xmlns:a16="http://schemas.microsoft.com/office/drawing/2014/main" id="{36D8A7EC-CA03-47D7-B6B4-89DBE79977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F1_main_prauc_288">
            <a:extLst>
              <a:ext uri="{FF2B5EF4-FFF2-40B4-BE49-F238E27FC236}">
                <a16:creationId xmlns:a16="http://schemas.microsoft.com/office/drawing/2014/main" id="{13FA024A-5056-4A68-AAB2-7186FEFC81A8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F1_main_prauc_289">
            <a:extLst>
              <a:ext uri="{FF2B5EF4-FFF2-40B4-BE49-F238E27FC236}">
                <a16:creationId xmlns:a16="http://schemas.microsoft.com/office/drawing/2014/main" id="{DA82B131-FAEF-4117-B8DE-FAD45D68918B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F1_main_prauc_290">
            <a:extLst>
              <a:ext uri="{FF2B5EF4-FFF2-40B4-BE49-F238E27FC236}">
                <a16:creationId xmlns:a16="http://schemas.microsoft.com/office/drawing/2014/main" id="{BB1DAA6D-B1CB-4A98-AE99-8D3F7218563C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F1_main_prauc_291">
            <a:extLst>
              <a:ext uri="{FF2B5EF4-FFF2-40B4-BE49-F238E27FC236}">
                <a16:creationId xmlns:a16="http://schemas.microsoft.com/office/drawing/2014/main" id="{4041EAC5-9F38-449B-BC36-DD7429B6A2B0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F1_main_prauc_292">
            <a:extLst>
              <a:ext uri="{FF2B5EF4-FFF2-40B4-BE49-F238E27FC236}">
                <a16:creationId xmlns:a16="http://schemas.microsoft.com/office/drawing/2014/main" id="{2B76B1AC-0104-4932-9BA3-E104020F70AA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F1_main_prauc_293">
            <a:extLst>
              <a:ext uri="{FF2B5EF4-FFF2-40B4-BE49-F238E27FC236}">
                <a16:creationId xmlns:a16="http://schemas.microsoft.com/office/drawing/2014/main" id="{C91C5A30-796A-4D0D-B80D-619E8505F57C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F1_main_prauc_294">
            <a:extLst>
              <a:ext uri="{FF2B5EF4-FFF2-40B4-BE49-F238E27FC236}">
                <a16:creationId xmlns:a16="http://schemas.microsoft.com/office/drawing/2014/main" id="{E9F3E6FF-684C-45CB-B88A-F7456F8AFAF7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F1_main_prauc_295">
            <a:extLst>
              <a:ext uri="{FF2B5EF4-FFF2-40B4-BE49-F238E27FC236}">
                <a16:creationId xmlns:a16="http://schemas.microsoft.com/office/drawing/2014/main" id="{B00EB106-F0B3-43B1-8BCA-5C7773333E58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F1_main_prauc_296">
            <a:extLst>
              <a:ext uri="{FF2B5EF4-FFF2-40B4-BE49-F238E27FC236}">
                <a16:creationId xmlns:a16="http://schemas.microsoft.com/office/drawing/2014/main" id="{0788A8DC-AE89-49DC-A657-B4205B45EF72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F1_main_prauc_297">
            <a:extLst>
              <a:ext uri="{FF2B5EF4-FFF2-40B4-BE49-F238E27FC236}">
                <a16:creationId xmlns:a16="http://schemas.microsoft.com/office/drawing/2014/main" id="{648A849C-F13A-4525-8E7D-FBB55CE51166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F1_main_prauc_298">
            <a:extLst>
              <a:ext uri="{FF2B5EF4-FFF2-40B4-BE49-F238E27FC236}">
                <a16:creationId xmlns:a16="http://schemas.microsoft.com/office/drawing/2014/main" id="{C57317C9-603A-4968-8CAC-EB66391CB33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F1_main_prauc_299">
            <a:extLst>
              <a:ext uri="{FF2B5EF4-FFF2-40B4-BE49-F238E27FC236}">
                <a16:creationId xmlns:a16="http://schemas.microsoft.com/office/drawing/2014/main" id="{2C29F765-94F8-4AD9-BD13-A7C6A9B7107C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F1_main_prauc_300">
            <a:extLst>
              <a:ext uri="{FF2B5EF4-FFF2-40B4-BE49-F238E27FC236}">
                <a16:creationId xmlns:a16="http://schemas.microsoft.com/office/drawing/2014/main" id="{1758FDBF-0D6D-4623-BD2D-7D669B85D1CB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F1_main_prauc_301">
            <a:extLst>
              <a:ext uri="{FF2B5EF4-FFF2-40B4-BE49-F238E27FC236}">
                <a16:creationId xmlns:a16="http://schemas.microsoft.com/office/drawing/2014/main" id="{108396AC-209D-478C-B642-0C38AAA89681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F1_main_prauc_302">
            <a:extLst>
              <a:ext uri="{FF2B5EF4-FFF2-40B4-BE49-F238E27FC236}">
                <a16:creationId xmlns:a16="http://schemas.microsoft.com/office/drawing/2014/main" id="{1E240FE0-3E8D-4DE9-BDDC-028A90FDDBEA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F1_main_prauc_303">
            <a:extLst>
              <a:ext uri="{FF2B5EF4-FFF2-40B4-BE49-F238E27FC236}">
                <a16:creationId xmlns:a16="http://schemas.microsoft.com/office/drawing/2014/main" id="{AE6E7118-B655-4EC1-94FF-DBCABBC62575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F1_main_prauc_304">
            <a:extLst>
              <a:ext uri="{FF2B5EF4-FFF2-40B4-BE49-F238E27FC236}">
                <a16:creationId xmlns:a16="http://schemas.microsoft.com/office/drawing/2014/main" id="{17119D06-8B96-4A80-AF47-0FE85C1722A9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F1_main_prauc_305">
            <a:extLst>
              <a:ext uri="{FF2B5EF4-FFF2-40B4-BE49-F238E27FC236}">
                <a16:creationId xmlns:a16="http://schemas.microsoft.com/office/drawing/2014/main" id="{D640DC64-EB36-4038-8512-2818DC235864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F1_main_prauc_306">
            <a:extLst>
              <a:ext uri="{FF2B5EF4-FFF2-40B4-BE49-F238E27FC236}">
                <a16:creationId xmlns:a16="http://schemas.microsoft.com/office/drawing/2014/main" id="{9A957874-82FB-42F5-9689-D918ED0D395B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F1_main_prauc_307">
            <a:extLst>
              <a:ext uri="{FF2B5EF4-FFF2-40B4-BE49-F238E27FC236}">
                <a16:creationId xmlns:a16="http://schemas.microsoft.com/office/drawing/2014/main" id="{0138F1BD-AE45-4693-BC0A-3D34FC2D5750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F1_main_prauc_308">
            <a:extLst>
              <a:ext uri="{FF2B5EF4-FFF2-40B4-BE49-F238E27FC236}">
                <a16:creationId xmlns:a16="http://schemas.microsoft.com/office/drawing/2014/main" id="{D70479AA-234C-4955-A477-20A96F25E38C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F1_main_prauc_309">
            <a:extLst>
              <a:ext uri="{FF2B5EF4-FFF2-40B4-BE49-F238E27FC236}">
                <a16:creationId xmlns:a16="http://schemas.microsoft.com/office/drawing/2014/main" id="{C5B3F826-BC54-42D5-8712-AD1995A5B77C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F1_main_prauc_310">
            <a:extLst>
              <a:ext uri="{FF2B5EF4-FFF2-40B4-BE49-F238E27FC236}">
                <a16:creationId xmlns:a16="http://schemas.microsoft.com/office/drawing/2014/main" id="{71110BC8-4E3C-40D3-AB05-2AA09FF9D482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F1_main_prauc_311">
            <a:extLst>
              <a:ext uri="{FF2B5EF4-FFF2-40B4-BE49-F238E27FC236}">
                <a16:creationId xmlns:a16="http://schemas.microsoft.com/office/drawing/2014/main" id="{508E5A73-76C6-4551-BB50-E953250A24D0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F1_main_prauc_312">
            <a:extLst>
              <a:ext uri="{FF2B5EF4-FFF2-40B4-BE49-F238E27FC236}">
                <a16:creationId xmlns:a16="http://schemas.microsoft.com/office/drawing/2014/main" id="{875254D1-752C-4E10-8DA3-E389FB95596F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F1_main_prauc_313">
            <a:extLst>
              <a:ext uri="{FF2B5EF4-FFF2-40B4-BE49-F238E27FC236}">
                <a16:creationId xmlns:a16="http://schemas.microsoft.com/office/drawing/2014/main" id="{242BBE62-ED95-43E5-A471-A8139F9BFD02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F1_main_prauc_314">
            <a:extLst>
              <a:ext uri="{FF2B5EF4-FFF2-40B4-BE49-F238E27FC236}">
                <a16:creationId xmlns:a16="http://schemas.microsoft.com/office/drawing/2014/main" id="{2286D63E-1250-4FCD-A820-472F2599866D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F1_main_prauc_315">
            <a:extLst>
              <a:ext uri="{FF2B5EF4-FFF2-40B4-BE49-F238E27FC236}">
                <a16:creationId xmlns:a16="http://schemas.microsoft.com/office/drawing/2014/main" id="{A4333E63-A9B1-4416-8FD8-A83152E517FA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F1_main_prauc_316">
            <a:extLst>
              <a:ext uri="{FF2B5EF4-FFF2-40B4-BE49-F238E27FC236}">
                <a16:creationId xmlns:a16="http://schemas.microsoft.com/office/drawing/2014/main" id="{C0CE0500-B98F-48CC-8BF8-A52712FD27FC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F1_main_prauc_317">
            <a:extLst>
              <a:ext uri="{FF2B5EF4-FFF2-40B4-BE49-F238E27FC236}">
                <a16:creationId xmlns:a16="http://schemas.microsoft.com/office/drawing/2014/main" id="{698F65B8-96FF-4070-A9F1-9CCF7F21015C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F1_main_prauc_318">
            <a:extLst>
              <a:ext uri="{FF2B5EF4-FFF2-40B4-BE49-F238E27FC236}">
                <a16:creationId xmlns:a16="http://schemas.microsoft.com/office/drawing/2014/main" id="{CDE0F031-A55E-4CC2-9895-F5E46A7642FD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F1_main_prauc_319">
            <a:extLst>
              <a:ext uri="{FF2B5EF4-FFF2-40B4-BE49-F238E27FC236}">
                <a16:creationId xmlns:a16="http://schemas.microsoft.com/office/drawing/2014/main" id="{B3B5C0C8-5745-4CFE-9C8B-33BC1AD70710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F1_main_prauc_320">
            <a:extLst>
              <a:ext uri="{FF2B5EF4-FFF2-40B4-BE49-F238E27FC236}">
                <a16:creationId xmlns:a16="http://schemas.microsoft.com/office/drawing/2014/main" id="{631D7497-6EE1-4E97-A18E-102AE3F62D59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F1_main_prauc_321">
            <a:extLst>
              <a:ext uri="{FF2B5EF4-FFF2-40B4-BE49-F238E27FC236}">
                <a16:creationId xmlns:a16="http://schemas.microsoft.com/office/drawing/2014/main" id="{17182538-FEDB-47EA-828E-385D31652DDF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F1_main_prauc_322">
            <a:extLst>
              <a:ext uri="{FF2B5EF4-FFF2-40B4-BE49-F238E27FC236}">
                <a16:creationId xmlns:a16="http://schemas.microsoft.com/office/drawing/2014/main" id="{7462929E-381F-4CC2-8A55-F81BDDB32DFF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F1_main_prauc_323">
            <a:extLst>
              <a:ext uri="{FF2B5EF4-FFF2-40B4-BE49-F238E27FC236}">
                <a16:creationId xmlns:a16="http://schemas.microsoft.com/office/drawing/2014/main" id="{3DA01660-9762-4B04-8FC6-9BC49C9C9E14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F1_main_prauc_324">
            <a:extLst>
              <a:ext uri="{FF2B5EF4-FFF2-40B4-BE49-F238E27FC236}">
                <a16:creationId xmlns:a16="http://schemas.microsoft.com/office/drawing/2014/main" id="{0A21881C-741E-41B4-AEAE-88A6524F7033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F1_main_prauc_325">
            <a:extLst>
              <a:ext uri="{FF2B5EF4-FFF2-40B4-BE49-F238E27FC236}">
                <a16:creationId xmlns:a16="http://schemas.microsoft.com/office/drawing/2014/main" id="{381F742B-EE02-4F5E-94EF-A9E138DFE252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F1_main_prauc_326">
            <a:extLst>
              <a:ext uri="{FF2B5EF4-FFF2-40B4-BE49-F238E27FC236}">
                <a16:creationId xmlns:a16="http://schemas.microsoft.com/office/drawing/2014/main" id="{74EEA57C-5428-4217-A91C-EF7132A9C7B8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F1_main_prauc_327">
            <a:extLst>
              <a:ext uri="{FF2B5EF4-FFF2-40B4-BE49-F238E27FC236}">
                <a16:creationId xmlns:a16="http://schemas.microsoft.com/office/drawing/2014/main" id="{7F7BBAEE-F7B1-4CFE-9D62-2278F7C64DC6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F1_main_prauc_328">
            <a:extLst>
              <a:ext uri="{FF2B5EF4-FFF2-40B4-BE49-F238E27FC236}">
                <a16:creationId xmlns:a16="http://schemas.microsoft.com/office/drawing/2014/main" id="{8D1886A0-BE0B-4D48-BE12-700B67A371F3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F1_main_prauc_329">
            <a:extLst>
              <a:ext uri="{FF2B5EF4-FFF2-40B4-BE49-F238E27FC236}">
                <a16:creationId xmlns:a16="http://schemas.microsoft.com/office/drawing/2014/main" id="{5A29F6ED-5624-4464-A6EB-20406653A582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F1_main_prauc_330">
            <a:extLst>
              <a:ext uri="{FF2B5EF4-FFF2-40B4-BE49-F238E27FC236}">
                <a16:creationId xmlns:a16="http://schemas.microsoft.com/office/drawing/2014/main" id="{42029C9C-6C07-4B85-941F-88DCF4CFBE4C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F1_main_prauc_331">
            <a:extLst>
              <a:ext uri="{FF2B5EF4-FFF2-40B4-BE49-F238E27FC236}">
                <a16:creationId xmlns:a16="http://schemas.microsoft.com/office/drawing/2014/main" id="{54D71C6B-8A33-42F7-9750-975EBFED5894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F1_main_prauc_332">
            <a:extLst>
              <a:ext uri="{FF2B5EF4-FFF2-40B4-BE49-F238E27FC236}">
                <a16:creationId xmlns:a16="http://schemas.microsoft.com/office/drawing/2014/main" id="{6CA116EF-C7CE-48BE-BC79-D0DA6463B8E1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F1_main_prauc_333">
            <a:extLst>
              <a:ext uri="{FF2B5EF4-FFF2-40B4-BE49-F238E27FC236}">
                <a16:creationId xmlns:a16="http://schemas.microsoft.com/office/drawing/2014/main" id="{CAD6FC05-0098-49EE-91BD-29B19FBD26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F1_main_prauc_334">
            <a:extLst>
              <a:ext uri="{FF2B5EF4-FFF2-40B4-BE49-F238E27FC236}">
                <a16:creationId xmlns:a16="http://schemas.microsoft.com/office/drawing/2014/main" id="{1F30812E-3B71-4EED-A2C5-48F4AFE53181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F1_main_prauc_335">
            <a:extLst>
              <a:ext uri="{FF2B5EF4-FFF2-40B4-BE49-F238E27FC236}">
                <a16:creationId xmlns:a16="http://schemas.microsoft.com/office/drawing/2014/main" id="{C2E742BE-479D-4FC4-942F-1E8BF0F57628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F1_main_prauc_336">
            <a:extLst>
              <a:ext uri="{FF2B5EF4-FFF2-40B4-BE49-F238E27FC236}">
                <a16:creationId xmlns:a16="http://schemas.microsoft.com/office/drawing/2014/main" id="{70440F98-E3F0-4C3E-80E4-65855EA2F8D3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F1_main_prauc_337">
            <a:extLst>
              <a:ext uri="{FF2B5EF4-FFF2-40B4-BE49-F238E27FC236}">
                <a16:creationId xmlns:a16="http://schemas.microsoft.com/office/drawing/2014/main" id="{6D7B88AA-BA6D-4A35-9554-133FC340BF5F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F1_main_prauc_338">
            <a:extLst>
              <a:ext uri="{FF2B5EF4-FFF2-40B4-BE49-F238E27FC236}">
                <a16:creationId xmlns:a16="http://schemas.microsoft.com/office/drawing/2014/main" id="{EFDF5FE7-6FDE-49D0-AF1D-8D5156879EE9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F1_main_prauc_339">
            <a:extLst>
              <a:ext uri="{FF2B5EF4-FFF2-40B4-BE49-F238E27FC236}">
                <a16:creationId xmlns:a16="http://schemas.microsoft.com/office/drawing/2014/main" id="{4D671D63-8EB0-4211-A0D6-D9FADA78C28A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F1_main_prauc_340">
            <a:extLst>
              <a:ext uri="{FF2B5EF4-FFF2-40B4-BE49-F238E27FC236}">
                <a16:creationId xmlns:a16="http://schemas.microsoft.com/office/drawing/2014/main" id="{D803F6B7-E5BD-4BB6-A078-78C06501CD03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F1_main_prauc_341">
            <a:extLst>
              <a:ext uri="{FF2B5EF4-FFF2-40B4-BE49-F238E27FC236}">
                <a16:creationId xmlns:a16="http://schemas.microsoft.com/office/drawing/2014/main" id="{731F2A76-EF97-40C2-A56B-02EF066D11AF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F1_main_prauc_342">
            <a:extLst>
              <a:ext uri="{FF2B5EF4-FFF2-40B4-BE49-F238E27FC236}">
                <a16:creationId xmlns:a16="http://schemas.microsoft.com/office/drawing/2014/main" id="{00E14B4C-2A02-4FB9-9AB6-BC712EF46CFF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F1_main_prauc_343">
            <a:extLst>
              <a:ext uri="{FF2B5EF4-FFF2-40B4-BE49-F238E27FC236}">
                <a16:creationId xmlns:a16="http://schemas.microsoft.com/office/drawing/2014/main" id="{FE68F04B-C03B-4465-80AC-DF32836B4D62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F1_main_prauc_344">
            <a:extLst>
              <a:ext uri="{FF2B5EF4-FFF2-40B4-BE49-F238E27FC236}">
                <a16:creationId xmlns:a16="http://schemas.microsoft.com/office/drawing/2014/main" id="{398CEC6E-8459-4761-BFA4-FC4BE78ECEA7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F1_main_prauc_345">
            <a:extLst>
              <a:ext uri="{FF2B5EF4-FFF2-40B4-BE49-F238E27FC236}">
                <a16:creationId xmlns:a16="http://schemas.microsoft.com/office/drawing/2014/main" id="{22853EFB-6615-4AA5-8E9D-7325A37FBE43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F1_main_prauc_346">
            <a:extLst>
              <a:ext uri="{FF2B5EF4-FFF2-40B4-BE49-F238E27FC236}">
                <a16:creationId xmlns:a16="http://schemas.microsoft.com/office/drawing/2014/main" id="{C6389AAD-DB00-44AC-ADD8-4C94A2837FE9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F1_main_prauc_347">
            <a:extLst>
              <a:ext uri="{FF2B5EF4-FFF2-40B4-BE49-F238E27FC236}">
                <a16:creationId xmlns:a16="http://schemas.microsoft.com/office/drawing/2014/main" id="{2967FF07-52B2-4653-BBCF-9002680D3401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F1_main_prauc_348">
            <a:extLst>
              <a:ext uri="{FF2B5EF4-FFF2-40B4-BE49-F238E27FC236}">
                <a16:creationId xmlns:a16="http://schemas.microsoft.com/office/drawing/2014/main" id="{F2C2291A-F234-448C-828B-BA68F3F7AA48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F1_main_prauc_349">
            <a:extLst>
              <a:ext uri="{FF2B5EF4-FFF2-40B4-BE49-F238E27FC236}">
                <a16:creationId xmlns:a16="http://schemas.microsoft.com/office/drawing/2014/main" id="{BE97D159-9F68-43FE-B95B-6EB32C83343A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F1_main_prauc_350">
            <a:extLst>
              <a:ext uri="{FF2B5EF4-FFF2-40B4-BE49-F238E27FC236}">
                <a16:creationId xmlns:a16="http://schemas.microsoft.com/office/drawing/2014/main" id="{9F075E8F-7B33-474B-B377-4F7C3992D7B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F1_main_prauc_351">
            <a:extLst>
              <a:ext uri="{FF2B5EF4-FFF2-40B4-BE49-F238E27FC236}">
                <a16:creationId xmlns:a16="http://schemas.microsoft.com/office/drawing/2014/main" id="{DD2954A3-5CC1-41BC-B0A7-F8F13E53B41D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F1_main_prauc_352">
            <a:extLst>
              <a:ext uri="{FF2B5EF4-FFF2-40B4-BE49-F238E27FC236}">
                <a16:creationId xmlns:a16="http://schemas.microsoft.com/office/drawing/2014/main" id="{CCF6664B-FF2E-454B-8FB3-630042E34D0B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F1_main_prauc_353">
            <a:extLst>
              <a:ext uri="{FF2B5EF4-FFF2-40B4-BE49-F238E27FC236}">
                <a16:creationId xmlns:a16="http://schemas.microsoft.com/office/drawing/2014/main" id="{FA08A547-3278-46D1-854F-28F3CDF06516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F1_main_prauc_354">
            <a:extLst>
              <a:ext uri="{FF2B5EF4-FFF2-40B4-BE49-F238E27FC236}">
                <a16:creationId xmlns:a16="http://schemas.microsoft.com/office/drawing/2014/main" id="{5A858A15-69B3-4DB0-855D-E1ADE9561EB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F1_main_prauc_355">
            <a:extLst>
              <a:ext uri="{FF2B5EF4-FFF2-40B4-BE49-F238E27FC236}">
                <a16:creationId xmlns:a16="http://schemas.microsoft.com/office/drawing/2014/main" id="{5BFAEB65-EE86-4224-9408-024368B4E46E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F1_main_prauc_356">
            <a:extLst>
              <a:ext uri="{FF2B5EF4-FFF2-40B4-BE49-F238E27FC236}">
                <a16:creationId xmlns:a16="http://schemas.microsoft.com/office/drawing/2014/main" id="{C228F28A-96E4-4DC5-AD81-95DCFC192D21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F1_main_prauc_357">
            <a:extLst>
              <a:ext uri="{FF2B5EF4-FFF2-40B4-BE49-F238E27FC236}">
                <a16:creationId xmlns:a16="http://schemas.microsoft.com/office/drawing/2014/main" id="{71792244-A077-4C6B-ACEB-DA489FCD9C16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F1_main_prauc_358">
            <a:extLst>
              <a:ext uri="{FF2B5EF4-FFF2-40B4-BE49-F238E27FC236}">
                <a16:creationId xmlns:a16="http://schemas.microsoft.com/office/drawing/2014/main" id="{11D97704-9045-4837-A397-9AA31D281204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F1_main_prauc_359">
            <a:extLst>
              <a:ext uri="{FF2B5EF4-FFF2-40B4-BE49-F238E27FC236}">
                <a16:creationId xmlns:a16="http://schemas.microsoft.com/office/drawing/2014/main" id="{D299ED93-4F9C-44F9-92FE-4F6F64F1CF0C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F1_main_prauc_360">
            <a:extLst>
              <a:ext uri="{FF2B5EF4-FFF2-40B4-BE49-F238E27FC236}">
                <a16:creationId xmlns:a16="http://schemas.microsoft.com/office/drawing/2014/main" id="{AEAA9231-B633-4CAF-A1B7-E150666BA1DC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F1_main_prauc_361">
            <a:extLst>
              <a:ext uri="{FF2B5EF4-FFF2-40B4-BE49-F238E27FC236}">
                <a16:creationId xmlns:a16="http://schemas.microsoft.com/office/drawing/2014/main" id="{4AE49264-0077-4F0A-BBC4-87025AF8EFE4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F1_main_prauc_362">
            <a:extLst>
              <a:ext uri="{FF2B5EF4-FFF2-40B4-BE49-F238E27FC236}">
                <a16:creationId xmlns:a16="http://schemas.microsoft.com/office/drawing/2014/main" id="{65D4D131-EEEE-4BAF-A197-A459BB644278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F1_main_prauc_363">
            <a:extLst>
              <a:ext uri="{FF2B5EF4-FFF2-40B4-BE49-F238E27FC236}">
                <a16:creationId xmlns:a16="http://schemas.microsoft.com/office/drawing/2014/main" id="{C34C59E4-0324-4282-B9D9-89D5083BDB2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F1_main_prauc_364">
            <a:extLst>
              <a:ext uri="{FF2B5EF4-FFF2-40B4-BE49-F238E27FC236}">
                <a16:creationId xmlns:a16="http://schemas.microsoft.com/office/drawing/2014/main" id="{590AA947-D747-4E33-B0D2-5432DECF8F9A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F1_main_prauc_365">
            <a:extLst>
              <a:ext uri="{FF2B5EF4-FFF2-40B4-BE49-F238E27FC236}">
                <a16:creationId xmlns:a16="http://schemas.microsoft.com/office/drawing/2014/main" id="{3672BBF6-F0BB-42DA-AF63-BC0A0D1BBA1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F1_main_prauc_366">
            <a:extLst>
              <a:ext uri="{FF2B5EF4-FFF2-40B4-BE49-F238E27FC236}">
                <a16:creationId xmlns:a16="http://schemas.microsoft.com/office/drawing/2014/main" id="{F05B7247-7B2C-4FE5-9110-07E6E5DC11F9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F1_main_prauc_367">
            <a:extLst>
              <a:ext uri="{FF2B5EF4-FFF2-40B4-BE49-F238E27FC236}">
                <a16:creationId xmlns:a16="http://schemas.microsoft.com/office/drawing/2014/main" id="{E4F789FC-CAF4-4E75-8FCC-1670996211FC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F1_main_prauc_368">
            <a:extLst>
              <a:ext uri="{FF2B5EF4-FFF2-40B4-BE49-F238E27FC236}">
                <a16:creationId xmlns:a16="http://schemas.microsoft.com/office/drawing/2014/main" id="{3C944C37-D541-4B2B-90CD-717BC0A91FE2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F1_main_prauc_369">
            <a:extLst>
              <a:ext uri="{FF2B5EF4-FFF2-40B4-BE49-F238E27FC236}">
                <a16:creationId xmlns:a16="http://schemas.microsoft.com/office/drawing/2014/main" id="{F08708FB-C91B-480B-AB7D-7C2849F22027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F1_main_prauc_370">
            <a:extLst>
              <a:ext uri="{FF2B5EF4-FFF2-40B4-BE49-F238E27FC236}">
                <a16:creationId xmlns:a16="http://schemas.microsoft.com/office/drawing/2014/main" id="{59C5D42B-746F-47B3-A815-E5B06A60B6C0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F1_main_prauc_371">
            <a:extLst>
              <a:ext uri="{FF2B5EF4-FFF2-40B4-BE49-F238E27FC236}">
                <a16:creationId xmlns:a16="http://schemas.microsoft.com/office/drawing/2014/main" id="{7606C6C2-9231-4F9D-9C0F-012737FC5A3A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F1_main_prauc_372">
            <a:extLst>
              <a:ext uri="{FF2B5EF4-FFF2-40B4-BE49-F238E27FC236}">
                <a16:creationId xmlns:a16="http://schemas.microsoft.com/office/drawing/2014/main" id="{E4EA3D77-B057-4632-AC0C-1801B6EF91D4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F1_main_prauc_373">
            <a:extLst>
              <a:ext uri="{FF2B5EF4-FFF2-40B4-BE49-F238E27FC236}">
                <a16:creationId xmlns:a16="http://schemas.microsoft.com/office/drawing/2014/main" id="{99C2818E-0F9B-47D2-A095-E7E0000D0F7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F1_main_prauc_374">
            <a:extLst>
              <a:ext uri="{FF2B5EF4-FFF2-40B4-BE49-F238E27FC236}">
                <a16:creationId xmlns:a16="http://schemas.microsoft.com/office/drawing/2014/main" id="{7BF6660F-F75F-4401-A6F1-E6D36477009C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F1_main_prauc_375">
            <a:extLst>
              <a:ext uri="{FF2B5EF4-FFF2-40B4-BE49-F238E27FC236}">
                <a16:creationId xmlns:a16="http://schemas.microsoft.com/office/drawing/2014/main" id="{C8F33049-CE44-4802-A812-F263053169DD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F1_main_prauc_376">
            <a:extLst>
              <a:ext uri="{FF2B5EF4-FFF2-40B4-BE49-F238E27FC236}">
                <a16:creationId xmlns:a16="http://schemas.microsoft.com/office/drawing/2014/main" id="{53A42D7F-ADE8-4FD6-BAE0-201B774BE950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F1_main_prauc_377">
            <a:extLst>
              <a:ext uri="{FF2B5EF4-FFF2-40B4-BE49-F238E27FC236}">
                <a16:creationId xmlns:a16="http://schemas.microsoft.com/office/drawing/2014/main" id="{7C854CD8-056D-4234-BA76-8928AA47AA58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F1_main_prauc_378">
            <a:extLst>
              <a:ext uri="{FF2B5EF4-FFF2-40B4-BE49-F238E27FC236}">
                <a16:creationId xmlns:a16="http://schemas.microsoft.com/office/drawing/2014/main" id="{E0545CA7-F29A-467C-AA18-955A873CD8B9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F1_main_prauc_379">
            <a:extLst>
              <a:ext uri="{FF2B5EF4-FFF2-40B4-BE49-F238E27FC236}">
                <a16:creationId xmlns:a16="http://schemas.microsoft.com/office/drawing/2014/main" id="{8D0F86DE-2AB9-4414-B2B1-5116F150127A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F1_main_prauc_380">
            <a:extLst>
              <a:ext uri="{FF2B5EF4-FFF2-40B4-BE49-F238E27FC236}">
                <a16:creationId xmlns:a16="http://schemas.microsoft.com/office/drawing/2014/main" id="{A37DBD60-24E0-481F-AAA8-30A6998D6EAE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F1_main_prauc_381">
            <a:extLst>
              <a:ext uri="{FF2B5EF4-FFF2-40B4-BE49-F238E27FC236}">
                <a16:creationId xmlns:a16="http://schemas.microsoft.com/office/drawing/2014/main" id="{7C948C28-4DBA-4AE7-A64B-53572439D3A7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F1_main_prauc_382">
            <a:extLst>
              <a:ext uri="{FF2B5EF4-FFF2-40B4-BE49-F238E27FC236}">
                <a16:creationId xmlns:a16="http://schemas.microsoft.com/office/drawing/2014/main" id="{EA784A98-3B4A-4F64-A108-3686F5274F73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F1_main_prauc_383">
            <a:extLst>
              <a:ext uri="{FF2B5EF4-FFF2-40B4-BE49-F238E27FC236}">
                <a16:creationId xmlns:a16="http://schemas.microsoft.com/office/drawing/2014/main" id="{433AAE87-020E-4A3F-9D38-81AF15F17A3D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F1_main_prauc_384">
            <a:extLst>
              <a:ext uri="{FF2B5EF4-FFF2-40B4-BE49-F238E27FC236}">
                <a16:creationId xmlns:a16="http://schemas.microsoft.com/office/drawing/2014/main" id="{59EDDF0A-82BA-42A8-8EE8-1B80DCFBF1CC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F1_main_prauc_385">
            <a:extLst>
              <a:ext uri="{FF2B5EF4-FFF2-40B4-BE49-F238E27FC236}">
                <a16:creationId xmlns:a16="http://schemas.microsoft.com/office/drawing/2014/main" id="{247AD03F-1A43-47AF-B57C-5C05A32A35A7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F1_main_prauc_386">
            <a:extLst>
              <a:ext uri="{FF2B5EF4-FFF2-40B4-BE49-F238E27FC236}">
                <a16:creationId xmlns:a16="http://schemas.microsoft.com/office/drawing/2014/main" id="{56A583AB-B4C6-4966-B79E-2279CBCB3C90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F1_main_prauc_387">
            <a:extLst>
              <a:ext uri="{FF2B5EF4-FFF2-40B4-BE49-F238E27FC236}">
                <a16:creationId xmlns:a16="http://schemas.microsoft.com/office/drawing/2014/main" id="{89F97AEE-DA94-42C3-AF12-62592BFD37D7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F1_main_prauc_388">
            <a:extLst>
              <a:ext uri="{FF2B5EF4-FFF2-40B4-BE49-F238E27FC236}">
                <a16:creationId xmlns:a16="http://schemas.microsoft.com/office/drawing/2014/main" id="{E1B6A601-EA5A-4C7B-991C-F8F3F0B8C226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F1_main_prauc_389">
            <a:extLst>
              <a:ext uri="{FF2B5EF4-FFF2-40B4-BE49-F238E27FC236}">
                <a16:creationId xmlns:a16="http://schemas.microsoft.com/office/drawing/2014/main" id="{95656120-DC19-48DC-A3B1-FE66BDA12621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F1_main_prauc_390">
            <a:extLst>
              <a:ext uri="{FF2B5EF4-FFF2-40B4-BE49-F238E27FC236}">
                <a16:creationId xmlns:a16="http://schemas.microsoft.com/office/drawing/2014/main" id="{84ABE12A-DEEB-4130-A0D5-8E0FD248E6FE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F1_main_prauc_391">
            <a:extLst>
              <a:ext uri="{FF2B5EF4-FFF2-40B4-BE49-F238E27FC236}">
                <a16:creationId xmlns:a16="http://schemas.microsoft.com/office/drawing/2014/main" id="{439F1066-4A95-4E77-9F62-C52A7DD89839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F1_main_prauc_392">
            <a:extLst>
              <a:ext uri="{FF2B5EF4-FFF2-40B4-BE49-F238E27FC236}">
                <a16:creationId xmlns:a16="http://schemas.microsoft.com/office/drawing/2014/main" id="{EF7F8432-C3FB-4C08-8A82-45A86009F8B0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F1_main_prauc_393">
            <a:extLst>
              <a:ext uri="{FF2B5EF4-FFF2-40B4-BE49-F238E27FC236}">
                <a16:creationId xmlns:a16="http://schemas.microsoft.com/office/drawing/2014/main" id="{F8131B24-46CB-4C79-90E9-B24678C76727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F1_main_prauc_394">
            <a:extLst>
              <a:ext uri="{FF2B5EF4-FFF2-40B4-BE49-F238E27FC236}">
                <a16:creationId xmlns:a16="http://schemas.microsoft.com/office/drawing/2014/main" id="{5FDDEBAD-DE77-4CBA-B24F-03F9D7717F72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F1_main_prauc_395">
            <a:extLst>
              <a:ext uri="{FF2B5EF4-FFF2-40B4-BE49-F238E27FC236}">
                <a16:creationId xmlns:a16="http://schemas.microsoft.com/office/drawing/2014/main" id="{BBD0232C-5654-45D8-BFF3-17F0AC34DBCB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F1_main_prauc_396">
            <a:extLst>
              <a:ext uri="{FF2B5EF4-FFF2-40B4-BE49-F238E27FC236}">
                <a16:creationId xmlns:a16="http://schemas.microsoft.com/office/drawing/2014/main" id="{5A334373-E65E-4D6F-9D6B-BD1BCEBEB4E0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F1_main_prauc_397">
            <a:extLst>
              <a:ext uri="{FF2B5EF4-FFF2-40B4-BE49-F238E27FC236}">
                <a16:creationId xmlns:a16="http://schemas.microsoft.com/office/drawing/2014/main" id="{2DB14E88-3ED5-468A-AAA0-183EE36526A9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F1_main_prauc_398">
            <a:extLst>
              <a:ext uri="{FF2B5EF4-FFF2-40B4-BE49-F238E27FC236}">
                <a16:creationId xmlns:a16="http://schemas.microsoft.com/office/drawing/2014/main" id="{D133F8E9-6744-4EFC-B0FE-2CD767872F7F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F1_main_prauc_399">
            <a:extLst>
              <a:ext uri="{FF2B5EF4-FFF2-40B4-BE49-F238E27FC236}">
                <a16:creationId xmlns:a16="http://schemas.microsoft.com/office/drawing/2014/main" id="{82729A2F-76F8-4B6E-A982-78F350807308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F1_main_prauc_400">
            <a:extLst>
              <a:ext uri="{FF2B5EF4-FFF2-40B4-BE49-F238E27FC236}">
                <a16:creationId xmlns:a16="http://schemas.microsoft.com/office/drawing/2014/main" id="{4B857A0A-B2E9-47B3-BFF8-5C9C23A9BDF3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F1_main_prauc_401">
            <a:extLst>
              <a:ext uri="{FF2B5EF4-FFF2-40B4-BE49-F238E27FC236}">
                <a16:creationId xmlns:a16="http://schemas.microsoft.com/office/drawing/2014/main" id="{A6FF2478-F177-4505-A315-B1C57944F654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F1_main_prauc_402">
            <a:extLst>
              <a:ext uri="{FF2B5EF4-FFF2-40B4-BE49-F238E27FC236}">
                <a16:creationId xmlns:a16="http://schemas.microsoft.com/office/drawing/2014/main" id="{1D89B87B-E8A7-40AC-B67E-CB549CB45475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F1_main_prauc_403">
            <a:extLst>
              <a:ext uri="{FF2B5EF4-FFF2-40B4-BE49-F238E27FC236}">
                <a16:creationId xmlns:a16="http://schemas.microsoft.com/office/drawing/2014/main" id="{F5B05BA5-8605-452B-B9F0-D1EEE13DAF97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F1_main_prauc_404">
            <a:extLst>
              <a:ext uri="{FF2B5EF4-FFF2-40B4-BE49-F238E27FC236}">
                <a16:creationId xmlns:a16="http://schemas.microsoft.com/office/drawing/2014/main" id="{BEE32DFC-7E8E-4BE2-A4AF-4F60A17EC87B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F1_main_prauc_405">
            <a:extLst>
              <a:ext uri="{FF2B5EF4-FFF2-40B4-BE49-F238E27FC236}">
                <a16:creationId xmlns:a16="http://schemas.microsoft.com/office/drawing/2014/main" id="{9A1BAA17-333D-456B-A37B-2526F7B05A4C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F1_main_prauc_406">
            <a:extLst>
              <a:ext uri="{FF2B5EF4-FFF2-40B4-BE49-F238E27FC236}">
                <a16:creationId xmlns:a16="http://schemas.microsoft.com/office/drawing/2014/main" id="{CFC3340E-33D1-4512-AF2D-20344A8C2679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F1_main_prauc_407">
            <a:extLst>
              <a:ext uri="{FF2B5EF4-FFF2-40B4-BE49-F238E27FC236}">
                <a16:creationId xmlns:a16="http://schemas.microsoft.com/office/drawing/2014/main" id="{54D36541-F341-4F72-B1D3-F80BB18165B3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F1_main_prauc_408">
            <a:extLst>
              <a:ext uri="{FF2B5EF4-FFF2-40B4-BE49-F238E27FC236}">
                <a16:creationId xmlns:a16="http://schemas.microsoft.com/office/drawing/2014/main" id="{1AEAF14E-D8CC-44A9-AB41-050B7F473291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F1_main_prauc_409">
            <a:extLst>
              <a:ext uri="{FF2B5EF4-FFF2-40B4-BE49-F238E27FC236}">
                <a16:creationId xmlns:a16="http://schemas.microsoft.com/office/drawing/2014/main" id="{D60F6D9C-3EBF-41EC-A1DA-772E96532D5C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F1_main_prauc_410">
            <a:extLst>
              <a:ext uri="{FF2B5EF4-FFF2-40B4-BE49-F238E27FC236}">
                <a16:creationId xmlns:a16="http://schemas.microsoft.com/office/drawing/2014/main" id="{2AF9BAA1-343E-42FB-8C2E-36046C76F3F0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F1_main_prauc_411">
            <a:extLst>
              <a:ext uri="{FF2B5EF4-FFF2-40B4-BE49-F238E27FC236}">
                <a16:creationId xmlns:a16="http://schemas.microsoft.com/office/drawing/2014/main" id="{F5C156E7-C072-48C6-9F20-7E36BCA29EA5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F1_main_prauc_412">
            <a:extLst>
              <a:ext uri="{FF2B5EF4-FFF2-40B4-BE49-F238E27FC236}">
                <a16:creationId xmlns:a16="http://schemas.microsoft.com/office/drawing/2014/main" id="{F4EA6C34-6121-4E53-97D2-2C29FA0360FA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F1_main_prauc_413">
            <a:extLst>
              <a:ext uri="{FF2B5EF4-FFF2-40B4-BE49-F238E27FC236}">
                <a16:creationId xmlns:a16="http://schemas.microsoft.com/office/drawing/2014/main" id="{D56DE1BE-15AF-4254-938A-832BDD4687BB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F1_main_prauc_414">
            <a:extLst>
              <a:ext uri="{FF2B5EF4-FFF2-40B4-BE49-F238E27FC236}">
                <a16:creationId xmlns:a16="http://schemas.microsoft.com/office/drawing/2014/main" id="{158AA6FB-C7BE-45BF-8BDA-3A6967C19B4E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F1_main_prauc_415">
            <a:extLst>
              <a:ext uri="{FF2B5EF4-FFF2-40B4-BE49-F238E27FC236}">
                <a16:creationId xmlns:a16="http://schemas.microsoft.com/office/drawing/2014/main" id="{FE20DCD0-CC02-4659-87A4-2209882BF1B9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F1_main_prauc_416">
            <a:extLst>
              <a:ext uri="{FF2B5EF4-FFF2-40B4-BE49-F238E27FC236}">
                <a16:creationId xmlns:a16="http://schemas.microsoft.com/office/drawing/2014/main" id="{722284AC-566A-4BEB-8EAE-95C6F4BD0AF3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F1_main_prauc_417">
            <a:extLst>
              <a:ext uri="{FF2B5EF4-FFF2-40B4-BE49-F238E27FC236}">
                <a16:creationId xmlns:a16="http://schemas.microsoft.com/office/drawing/2014/main" id="{F4A83DE7-4D06-43D4-92C5-97BED50D9EC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F1_main_prauc_418">
            <a:extLst>
              <a:ext uri="{FF2B5EF4-FFF2-40B4-BE49-F238E27FC236}">
                <a16:creationId xmlns:a16="http://schemas.microsoft.com/office/drawing/2014/main" id="{8A8C7CD5-D324-4B78-BD18-EF87A789691A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F1_main_prauc_419">
            <a:extLst>
              <a:ext uri="{FF2B5EF4-FFF2-40B4-BE49-F238E27FC236}">
                <a16:creationId xmlns:a16="http://schemas.microsoft.com/office/drawing/2014/main" id="{3E6C64E3-8FAC-4109-B230-C1F77360CE61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F1_main_prauc_420">
            <a:extLst>
              <a:ext uri="{FF2B5EF4-FFF2-40B4-BE49-F238E27FC236}">
                <a16:creationId xmlns:a16="http://schemas.microsoft.com/office/drawing/2014/main" id="{A5CA44F8-62DA-48B9-AB5F-1A7EABA08911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F1_main_prauc_421">
            <a:extLst>
              <a:ext uri="{FF2B5EF4-FFF2-40B4-BE49-F238E27FC236}">
                <a16:creationId xmlns:a16="http://schemas.microsoft.com/office/drawing/2014/main" id="{7A16B973-490A-43B0-B017-E9BD5F238D69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F1_main_prauc_422">
            <a:extLst>
              <a:ext uri="{FF2B5EF4-FFF2-40B4-BE49-F238E27FC236}">
                <a16:creationId xmlns:a16="http://schemas.microsoft.com/office/drawing/2014/main" id="{A7160EBE-EFF2-4457-B0D7-A10BCC3D450A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F1_main_prauc_423">
            <a:extLst>
              <a:ext uri="{FF2B5EF4-FFF2-40B4-BE49-F238E27FC236}">
                <a16:creationId xmlns:a16="http://schemas.microsoft.com/office/drawing/2014/main" id="{C55ED51B-0A1F-4B73-951C-102C7CA031E7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F1_main_prauc_424">
            <a:extLst>
              <a:ext uri="{FF2B5EF4-FFF2-40B4-BE49-F238E27FC236}">
                <a16:creationId xmlns:a16="http://schemas.microsoft.com/office/drawing/2014/main" id="{8DC8688A-46D0-4BE9-9F58-652EECA8C82F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F1_main_prauc_425">
            <a:extLst>
              <a:ext uri="{FF2B5EF4-FFF2-40B4-BE49-F238E27FC236}">
                <a16:creationId xmlns:a16="http://schemas.microsoft.com/office/drawing/2014/main" id="{A67AE157-3918-4530-ADAB-CD6BD6DBF507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F1_main_prauc_426">
            <a:extLst>
              <a:ext uri="{FF2B5EF4-FFF2-40B4-BE49-F238E27FC236}">
                <a16:creationId xmlns:a16="http://schemas.microsoft.com/office/drawing/2014/main" id="{9745FB42-E0D2-4DFA-A6E4-9770C04AAB76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F1_main_prauc_427">
            <a:extLst>
              <a:ext uri="{FF2B5EF4-FFF2-40B4-BE49-F238E27FC236}">
                <a16:creationId xmlns:a16="http://schemas.microsoft.com/office/drawing/2014/main" id="{EDA2F969-1109-4552-A6A2-B3F50FE04AEA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F1_main_prauc_428">
            <a:extLst>
              <a:ext uri="{FF2B5EF4-FFF2-40B4-BE49-F238E27FC236}">
                <a16:creationId xmlns:a16="http://schemas.microsoft.com/office/drawing/2014/main" id="{98ED04B4-9038-4C90-9FAA-4FB6425CC65B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F1_main_prauc_429">
            <a:extLst>
              <a:ext uri="{FF2B5EF4-FFF2-40B4-BE49-F238E27FC236}">
                <a16:creationId xmlns:a16="http://schemas.microsoft.com/office/drawing/2014/main" id="{8CEFE34E-867A-424E-A0A0-DF06CB4D11F5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F1_main_prauc_430">
            <a:extLst>
              <a:ext uri="{FF2B5EF4-FFF2-40B4-BE49-F238E27FC236}">
                <a16:creationId xmlns:a16="http://schemas.microsoft.com/office/drawing/2014/main" id="{9DDDE5F3-9026-4353-9F10-29ABC5CE8ADB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F1_main_prauc_431">
            <a:extLst>
              <a:ext uri="{FF2B5EF4-FFF2-40B4-BE49-F238E27FC236}">
                <a16:creationId xmlns:a16="http://schemas.microsoft.com/office/drawing/2014/main" id="{F72B15F9-4ED1-400B-85D9-28425F2D0F64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F1_main_prauc_432">
            <a:extLst>
              <a:ext uri="{FF2B5EF4-FFF2-40B4-BE49-F238E27FC236}">
                <a16:creationId xmlns:a16="http://schemas.microsoft.com/office/drawing/2014/main" id="{F4417F56-8B01-4367-9BA4-D9C8535F2C19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F1_main_prauc_433">
            <a:extLst>
              <a:ext uri="{FF2B5EF4-FFF2-40B4-BE49-F238E27FC236}">
                <a16:creationId xmlns:a16="http://schemas.microsoft.com/office/drawing/2014/main" id="{C4EB35AE-086A-472B-BE0A-6EE7CF611A7E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F1_main_prauc_434">
            <a:extLst>
              <a:ext uri="{FF2B5EF4-FFF2-40B4-BE49-F238E27FC236}">
                <a16:creationId xmlns:a16="http://schemas.microsoft.com/office/drawing/2014/main" id="{EA153115-DB4F-4E35-8F46-19C239DA87D9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F1_main_prauc_435">
            <a:extLst>
              <a:ext uri="{FF2B5EF4-FFF2-40B4-BE49-F238E27FC236}">
                <a16:creationId xmlns:a16="http://schemas.microsoft.com/office/drawing/2014/main" id="{457F08D4-BA1D-43F2-86F7-2B5C8456D13B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F1_main_prauc_436">
            <a:extLst>
              <a:ext uri="{FF2B5EF4-FFF2-40B4-BE49-F238E27FC236}">
                <a16:creationId xmlns:a16="http://schemas.microsoft.com/office/drawing/2014/main" id="{508641D8-F03D-4C0D-B889-DCB68B07ECE1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F1_main_prauc_437">
            <a:extLst>
              <a:ext uri="{FF2B5EF4-FFF2-40B4-BE49-F238E27FC236}">
                <a16:creationId xmlns:a16="http://schemas.microsoft.com/office/drawing/2014/main" id="{7E4D8864-54F3-48CA-8B26-4C2766EBA23D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F1_main_prauc_438">
            <a:extLst>
              <a:ext uri="{FF2B5EF4-FFF2-40B4-BE49-F238E27FC236}">
                <a16:creationId xmlns:a16="http://schemas.microsoft.com/office/drawing/2014/main" id="{325C75DA-0E29-41C2-8CA8-57DF650B9F07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F1_main_prauc_439">
            <a:extLst>
              <a:ext uri="{FF2B5EF4-FFF2-40B4-BE49-F238E27FC236}">
                <a16:creationId xmlns:a16="http://schemas.microsoft.com/office/drawing/2014/main" id="{9C6C0E5C-C6E9-407E-A006-8B692EE6DFCD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F1_main_prauc_440">
            <a:extLst>
              <a:ext uri="{FF2B5EF4-FFF2-40B4-BE49-F238E27FC236}">
                <a16:creationId xmlns:a16="http://schemas.microsoft.com/office/drawing/2014/main" id="{AD5BFF9E-101C-4B2F-994E-6261FFDA6A6F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F1_main_prauc_441">
            <a:extLst>
              <a:ext uri="{FF2B5EF4-FFF2-40B4-BE49-F238E27FC236}">
                <a16:creationId xmlns:a16="http://schemas.microsoft.com/office/drawing/2014/main" id="{17BB52F6-26A0-4FCD-8151-0B60B732D95A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F1_main_prauc_442">
            <a:extLst>
              <a:ext uri="{FF2B5EF4-FFF2-40B4-BE49-F238E27FC236}">
                <a16:creationId xmlns:a16="http://schemas.microsoft.com/office/drawing/2014/main" id="{DB17AFEC-86D3-4CE4-A1B5-57C79A5239AE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F1_main_prauc_443">
            <a:extLst>
              <a:ext uri="{FF2B5EF4-FFF2-40B4-BE49-F238E27FC236}">
                <a16:creationId xmlns:a16="http://schemas.microsoft.com/office/drawing/2014/main" id="{2894CB79-27BE-407D-8657-F8EF73B934EA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F1_main_prauc_444">
            <a:extLst>
              <a:ext uri="{FF2B5EF4-FFF2-40B4-BE49-F238E27FC236}">
                <a16:creationId xmlns:a16="http://schemas.microsoft.com/office/drawing/2014/main" id="{B5D1F8FE-6CF3-481B-889F-FB19A84660D9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F1_main_prauc_445">
            <a:extLst>
              <a:ext uri="{FF2B5EF4-FFF2-40B4-BE49-F238E27FC236}">
                <a16:creationId xmlns:a16="http://schemas.microsoft.com/office/drawing/2014/main" id="{88D0A572-7ADE-4ABD-8506-0A4F83A17B3E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F1_main_prauc_446">
            <a:extLst>
              <a:ext uri="{FF2B5EF4-FFF2-40B4-BE49-F238E27FC236}">
                <a16:creationId xmlns:a16="http://schemas.microsoft.com/office/drawing/2014/main" id="{1109769D-BC26-48BD-A7AB-3EC49C032F1E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F1_main_prauc_447">
            <a:extLst>
              <a:ext uri="{FF2B5EF4-FFF2-40B4-BE49-F238E27FC236}">
                <a16:creationId xmlns:a16="http://schemas.microsoft.com/office/drawing/2014/main" id="{F16646A9-1ED9-4ED0-8627-53EF4215D133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F1_main_prauc_448">
            <a:extLst>
              <a:ext uri="{FF2B5EF4-FFF2-40B4-BE49-F238E27FC236}">
                <a16:creationId xmlns:a16="http://schemas.microsoft.com/office/drawing/2014/main" id="{3F8E0B43-A722-482A-818E-A306827C80D3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F1_main_prauc_449">
            <a:extLst>
              <a:ext uri="{FF2B5EF4-FFF2-40B4-BE49-F238E27FC236}">
                <a16:creationId xmlns:a16="http://schemas.microsoft.com/office/drawing/2014/main" id="{AB215201-06D6-4F77-AFA2-D6924E6B086B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F1_main_prauc_450">
            <a:extLst>
              <a:ext uri="{FF2B5EF4-FFF2-40B4-BE49-F238E27FC236}">
                <a16:creationId xmlns:a16="http://schemas.microsoft.com/office/drawing/2014/main" id="{838302AA-1D04-4133-8BA6-E9D3EDF1090E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F1_main_prauc_451">
            <a:extLst>
              <a:ext uri="{FF2B5EF4-FFF2-40B4-BE49-F238E27FC236}">
                <a16:creationId xmlns:a16="http://schemas.microsoft.com/office/drawing/2014/main" id="{679CAC60-5C79-4085-8A81-97D76BD7F94D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F1_main_prauc_452">
            <a:extLst>
              <a:ext uri="{FF2B5EF4-FFF2-40B4-BE49-F238E27FC236}">
                <a16:creationId xmlns:a16="http://schemas.microsoft.com/office/drawing/2014/main" id="{20590BD5-1EFC-4FB7-965E-B0A6745CD7F4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F1_main_prauc_453">
            <a:extLst>
              <a:ext uri="{FF2B5EF4-FFF2-40B4-BE49-F238E27FC236}">
                <a16:creationId xmlns:a16="http://schemas.microsoft.com/office/drawing/2014/main" id="{52603376-388D-4F48-9CD0-F33B58236AC4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F1_main_prauc_454">
            <a:extLst>
              <a:ext uri="{FF2B5EF4-FFF2-40B4-BE49-F238E27FC236}">
                <a16:creationId xmlns:a16="http://schemas.microsoft.com/office/drawing/2014/main" id="{6B0052F8-FDA5-4A9D-BFFE-590BB71772F5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F1_main_prauc_455">
            <a:extLst>
              <a:ext uri="{FF2B5EF4-FFF2-40B4-BE49-F238E27FC236}">
                <a16:creationId xmlns:a16="http://schemas.microsoft.com/office/drawing/2014/main" id="{FE13FBFC-86A3-473D-86BD-69C1986B11D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F1_main_prauc_456">
            <a:extLst>
              <a:ext uri="{FF2B5EF4-FFF2-40B4-BE49-F238E27FC236}">
                <a16:creationId xmlns:a16="http://schemas.microsoft.com/office/drawing/2014/main" id="{AAD4B220-A831-4DD9-8E68-8D1AE3ABC30D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F1_main_prauc_457">
            <a:extLst>
              <a:ext uri="{FF2B5EF4-FFF2-40B4-BE49-F238E27FC236}">
                <a16:creationId xmlns:a16="http://schemas.microsoft.com/office/drawing/2014/main" id="{6C2C523A-70F7-4AC3-ADA2-B8C353257F5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F1_main_prauc_458">
            <a:extLst>
              <a:ext uri="{FF2B5EF4-FFF2-40B4-BE49-F238E27FC236}">
                <a16:creationId xmlns:a16="http://schemas.microsoft.com/office/drawing/2014/main" id="{D4AA2935-6668-45AB-AE45-08CBCBBAD1A2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F1_main_prauc_459">
            <a:extLst>
              <a:ext uri="{FF2B5EF4-FFF2-40B4-BE49-F238E27FC236}">
                <a16:creationId xmlns:a16="http://schemas.microsoft.com/office/drawing/2014/main" id="{D9B2B20F-BEE6-4896-BAB3-FE74F692AD32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F1_main_prauc_460">
            <a:extLst>
              <a:ext uri="{FF2B5EF4-FFF2-40B4-BE49-F238E27FC236}">
                <a16:creationId xmlns:a16="http://schemas.microsoft.com/office/drawing/2014/main" id="{04CD7652-2014-4064-979B-1BE30DE18A90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F1_main_prauc_461">
            <a:extLst>
              <a:ext uri="{FF2B5EF4-FFF2-40B4-BE49-F238E27FC236}">
                <a16:creationId xmlns:a16="http://schemas.microsoft.com/office/drawing/2014/main" id="{A6C7555E-FDF6-4147-A9E7-36D8058D7031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F1_main_prauc_462">
            <a:extLst>
              <a:ext uri="{FF2B5EF4-FFF2-40B4-BE49-F238E27FC236}">
                <a16:creationId xmlns:a16="http://schemas.microsoft.com/office/drawing/2014/main" id="{AF80D2F8-2A5D-436E-97FB-C2A5D1A6EE31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F1_main_prauc_463">
            <a:extLst>
              <a:ext uri="{FF2B5EF4-FFF2-40B4-BE49-F238E27FC236}">
                <a16:creationId xmlns:a16="http://schemas.microsoft.com/office/drawing/2014/main" id="{ED2F9FE1-8903-45AE-846D-D4731B088234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F1_main_prauc_464">
            <a:extLst>
              <a:ext uri="{FF2B5EF4-FFF2-40B4-BE49-F238E27FC236}">
                <a16:creationId xmlns:a16="http://schemas.microsoft.com/office/drawing/2014/main" id="{61760FA3-D2C2-4155-BBB8-13229417E935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F1_main_prauc_465">
            <a:extLst>
              <a:ext uri="{FF2B5EF4-FFF2-40B4-BE49-F238E27FC236}">
                <a16:creationId xmlns:a16="http://schemas.microsoft.com/office/drawing/2014/main" id="{62E3B619-49FF-4B70-9E98-E9A9C0F33DB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F1_main_prauc_466">
            <a:extLst>
              <a:ext uri="{FF2B5EF4-FFF2-40B4-BE49-F238E27FC236}">
                <a16:creationId xmlns:a16="http://schemas.microsoft.com/office/drawing/2014/main" id="{DFD49577-E72A-40C1-85A3-603E86BC4D38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F1_main_prauc_467">
            <a:extLst>
              <a:ext uri="{FF2B5EF4-FFF2-40B4-BE49-F238E27FC236}">
                <a16:creationId xmlns:a16="http://schemas.microsoft.com/office/drawing/2014/main" id="{9EB6264A-6D10-4432-B6AC-85F385CD8B16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F1_main_prauc_468">
            <a:extLst>
              <a:ext uri="{FF2B5EF4-FFF2-40B4-BE49-F238E27FC236}">
                <a16:creationId xmlns:a16="http://schemas.microsoft.com/office/drawing/2014/main" id="{B2EF0E96-C9FF-498D-BFE0-72E216ECC9BA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F1_main_prauc_469">
            <a:extLst>
              <a:ext uri="{FF2B5EF4-FFF2-40B4-BE49-F238E27FC236}">
                <a16:creationId xmlns:a16="http://schemas.microsoft.com/office/drawing/2014/main" id="{FDB13E9C-76E2-4000-9F61-AB576C73016F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F1_main_prauc_470">
            <a:extLst>
              <a:ext uri="{FF2B5EF4-FFF2-40B4-BE49-F238E27FC236}">
                <a16:creationId xmlns:a16="http://schemas.microsoft.com/office/drawing/2014/main" id="{4C716F19-4302-4033-A1DE-E4BAE467F15E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F1_main_prauc_471">
            <a:extLst>
              <a:ext uri="{FF2B5EF4-FFF2-40B4-BE49-F238E27FC236}">
                <a16:creationId xmlns:a16="http://schemas.microsoft.com/office/drawing/2014/main" id="{4E670BF9-0E1D-44BF-AABF-60C1490478C2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F1_main_prauc_472">
            <a:extLst>
              <a:ext uri="{FF2B5EF4-FFF2-40B4-BE49-F238E27FC236}">
                <a16:creationId xmlns:a16="http://schemas.microsoft.com/office/drawing/2014/main" id="{F9199407-2B02-48C9-A360-57B88A070A6E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F1_main_prauc_473">
            <a:extLst>
              <a:ext uri="{FF2B5EF4-FFF2-40B4-BE49-F238E27FC236}">
                <a16:creationId xmlns:a16="http://schemas.microsoft.com/office/drawing/2014/main" id="{6FA39DB5-F81F-4BDA-8D4E-28CB489CC385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F1_main_prauc_474">
            <a:extLst>
              <a:ext uri="{FF2B5EF4-FFF2-40B4-BE49-F238E27FC236}">
                <a16:creationId xmlns:a16="http://schemas.microsoft.com/office/drawing/2014/main" id="{6CC68A10-FCC1-4896-AE96-F49369693124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F1_main_prauc_475">
            <a:extLst>
              <a:ext uri="{FF2B5EF4-FFF2-40B4-BE49-F238E27FC236}">
                <a16:creationId xmlns:a16="http://schemas.microsoft.com/office/drawing/2014/main" id="{21FF95CE-010C-4683-9CEA-878816C40FB8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F1_main_prauc_476">
            <a:extLst>
              <a:ext uri="{FF2B5EF4-FFF2-40B4-BE49-F238E27FC236}">
                <a16:creationId xmlns:a16="http://schemas.microsoft.com/office/drawing/2014/main" id="{53D6F53D-3470-4350-86CE-DB850C27D356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F1_main_prauc_477">
            <a:extLst>
              <a:ext uri="{FF2B5EF4-FFF2-40B4-BE49-F238E27FC236}">
                <a16:creationId xmlns:a16="http://schemas.microsoft.com/office/drawing/2014/main" id="{4940EFF6-DEB4-43A4-B67E-5E15C0F2DE77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F1_main_prauc_478">
            <a:extLst>
              <a:ext uri="{FF2B5EF4-FFF2-40B4-BE49-F238E27FC236}">
                <a16:creationId xmlns:a16="http://schemas.microsoft.com/office/drawing/2014/main" id="{09C59EFB-2DCC-4CD7-916C-67986D1C2505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F1_main_prauc_479">
            <a:extLst>
              <a:ext uri="{FF2B5EF4-FFF2-40B4-BE49-F238E27FC236}">
                <a16:creationId xmlns:a16="http://schemas.microsoft.com/office/drawing/2014/main" id="{22F52022-8F93-46FB-A5FC-138067FBC67E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F1_main_prauc_480">
            <a:extLst>
              <a:ext uri="{FF2B5EF4-FFF2-40B4-BE49-F238E27FC236}">
                <a16:creationId xmlns:a16="http://schemas.microsoft.com/office/drawing/2014/main" id="{5742BE98-5B62-45A2-BFFB-5184E3C0F1DB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F1_main_prauc_481">
            <a:extLst>
              <a:ext uri="{FF2B5EF4-FFF2-40B4-BE49-F238E27FC236}">
                <a16:creationId xmlns:a16="http://schemas.microsoft.com/office/drawing/2014/main" id="{47195FBD-0350-4BF4-BEFE-6E7916D99D3D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F1_main_prauc_482">
            <a:extLst>
              <a:ext uri="{FF2B5EF4-FFF2-40B4-BE49-F238E27FC236}">
                <a16:creationId xmlns:a16="http://schemas.microsoft.com/office/drawing/2014/main" id="{B6EBF661-4D29-40F8-94CB-21F7C50E8DA6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F1_main_prauc_483">
            <a:extLst>
              <a:ext uri="{FF2B5EF4-FFF2-40B4-BE49-F238E27FC236}">
                <a16:creationId xmlns:a16="http://schemas.microsoft.com/office/drawing/2014/main" id="{4BA38C1C-80F6-4B56-9CA7-A0F9CB11EFC1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F1_main_prauc_484">
            <a:extLst>
              <a:ext uri="{FF2B5EF4-FFF2-40B4-BE49-F238E27FC236}">
                <a16:creationId xmlns:a16="http://schemas.microsoft.com/office/drawing/2014/main" id="{9D87632C-363D-42EF-8482-3DBA6FC56E57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F1_main_prauc_485">
            <a:extLst>
              <a:ext uri="{FF2B5EF4-FFF2-40B4-BE49-F238E27FC236}">
                <a16:creationId xmlns:a16="http://schemas.microsoft.com/office/drawing/2014/main" id="{CFA3CC80-6E7B-4F5F-AA9A-593895BA6100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F1_main_prauc_486">
            <a:extLst>
              <a:ext uri="{FF2B5EF4-FFF2-40B4-BE49-F238E27FC236}">
                <a16:creationId xmlns:a16="http://schemas.microsoft.com/office/drawing/2014/main" id="{DBD48A09-B9D7-45A8-86C1-F94CE506E70C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F1_main_prauc_487">
            <a:extLst>
              <a:ext uri="{FF2B5EF4-FFF2-40B4-BE49-F238E27FC236}">
                <a16:creationId xmlns:a16="http://schemas.microsoft.com/office/drawing/2014/main" id="{8C1775E9-5E08-446C-BDB9-2AD3A3C61789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F1_main_prauc_488">
            <a:extLst>
              <a:ext uri="{FF2B5EF4-FFF2-40B4-BE49-F238E27FC236}">
                <a16:creationId xmlns:a16="http://schemas.microsoft.com/office/drawing/2014/main" id="{5F24907D-3B28-4891-A3CF-5CB8E6947BE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F1_main_prauc_489">
            <a:extLst>
              <a:ext uri="{FF2B5EF4-FFF2-40B4-BE49-F238E27FC236}">
                <a16:creationId xmlns:a16="http://schemas.microsoft.com/office/drawing/2014/main" id="{A8674560-5A58-4E0D-BE77-1577611EDB41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F1_main_prauc_490">
            <a:extLst>
              <a:ext uri="{FF2B5EF4-FFF2-40B4-BE49-F238E27FC236}">
                <a16:creationId xmlns:a16="http://schemas.microsoft.com/office/drawing/2014/main" id="{EB8CE2A5-3FB8-4E20-8EC3-B39DA07560F6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F1_main_prauc_491">
            <a:extLst>
              <a:ext uri="{FF2B5EF4-FFF2-40B4-BE49-F238E27FC236}">
                <a16:creationId xmlns:a16="http://schemas.microsoft.com/office/drawing/2014/main" id="{820ACA48-785E-4F75-A824-F068C76623D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F1_main_prauc_492">
            <a:extLst>
              <a:ext uri="{FF2B5EF4-FFF2-40B4-BE49-F238E27FC236}">
                <a16:creationId xmlns:a16="http://schemas.microsoft.com/office/drawing/2014/main" id="{C0F82889-8B93-4EA5-B7CD-362D9EEBABD0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F1_main_prauc_493">
            <a:extLst>
              <a:ext uri="{FF2B5EF4-FFF2-40B4-BE49-F238E27FC236}">
                <a16:creationId xmlns:a16="http://schemas.microsoft.com/office/drawing/2014/main" id="{461024B7-48BC-4FD7-B13F-16604EE4E5BC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F1_main_prauc_494">
            <a:extLst>
              <a:ext uri="{FF2B5EF4-FFF2-40B4-BE49-F238E27FC236}">
                <a16:creationId xmlns:a16="http://schemas.microsoft.com/office/drawing/2014/main" id="{09C7ACE3-B5AB-46B1-BA58-29D42B0FF497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F1_main_prauc_495">
            <a:extLst>
              <a:ext uri="{FF2B5EF4-FFF2-40B4-BE49-F238E27FC236}">
                <a16:creationId xmlns:a16="http://schemas.microsoft.com/office/drawing/2014/main" id="{C04E67F4-2C3C-478E-ADCF-63841301E510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F1_main_prauc_496">
            <a:extLst>
              <a:ext uri="{FF2B5EF4-FFF2-40B4-BE49-F238E27FC236}">
                <a16:creationId xmlns:a16="http://schemas.microsoft.com/office/drawing/2014/main" id="{C8828326-2E67-414D-830B-92394052A05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F1_main_prauc_497">
            <a:extLst>
              <a:ext uri="{FF2B5EF4-FFF2-40B4-BE49-F238E27FC236}">
                <a16:creationId xmlns:a16="http://schemas.microsoft.com/office/drawing/2014/main" id="{AE73C213-D51A-479D-AD04-84758322470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F1_main_prauc_498">
            <a:extLst>
              <a:ext uri="{FF2B5EF4-FFF2-40B4-BE49-F238E27FC236}">
                <a16:creationId xmlns:a16="http://schemas.microsoft.com/office/drawing/2014/main" id="{CA7907A5-B2D1-47AF-BC5A-58C14ABA2256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F1_main_prauc_499">
            <a:extLst>
              <a:ext uri="{FF2B5EF4-FFF2-40B4-BE49-F238E27FC236}">
                <a16:creationId xmlns:a16="http://schemas.microsoft.com/office/drawing/2014/main" id="{EAFC4617-9AC6-4199-BBDF-D9EFAEFF65A0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F1_main_prauc_500">
            <a:extLst>
              <a:ext uri="{FF2B5EF4-FFF2-40B4-BE49-F238E27FC236}">
                <a16:creationId xmlns:a16="http://schemas.microsoft.com/office/drawing/2014/main" id="{A3F4BE9F-4022-42E9-8950-2D664524145C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F1_main_prauc_501">
            <a:extLst>
              <a:ext uri="{FF2B5EF4-FFF2-40B4-BE49-F238E27FC236}">
                <a16:creationId xmlns:a16="http://schemas.microsoft.com/office/drawing/2014/main" id="{27632785-9B27-478F-A75E-3FF048807A1C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F1_main_prauc_502">
            <a:extLst>
              <a:ext uri="{FF2B5EF4-FFF2-40B4-BE49-F238E27FC236}">
                <a16:creationId xmlns:a16="http://schemas.microsoft.com/office/drawing/2014/main" id="{64221C48-BB02-44B3-ABA4-CF5A9E8AEE32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F1_main_prauc_503">
            <a:extLst>
              <a:ext uri="{FF2B5EF4-FFF2-40B4-BE49-F238E27FC236}">
                <a16:creationId xmlns:a16="http://schemas.microsoft.com/office/drawing/2014/main" id="{4EE7F722-2C94-4803-81A1-0CC15EC0BC81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F1_main_prauc_504">
            <a:extLst>
              <a:ext uri="{FF2B5EF4-FFF2-40B4-BE49-F238E27FC236}">
                <a16:creationId xmlns:a16="http://schemas.microsoft.com/office/drawing/2014/main" id="{EB5188C3-F340-4E35-B7B1-E9676BD099BA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F1_main_prauc_505">
            <a:extLst>
              <a:ext uri="{FF2B5EF4-FFF2-40B4-BE49-F238E27FC236}">
                <a16:creationId xmlns:a16="http://schemas.microsoft.com/office/drawing/2014/main" id="{90B81BE0-6A2B-4A15-937E-FF09C81B479F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F1_main_prauc_506">
            <a:extLst>
              <a:ext uri="{FF2B5EF4-FFF2-40B4-BE49-F238E27FC236}">
                <a16:creationId xmlns:a16="http://schemas.microsoft.com/office/drawing/2014/main" id="{DD74BA72-93A2-4BA3-A11D-E76056EB942D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F1_main_prauc_507">
            <a:extLst>
              <a:ext uri="{FF2B5EF4-FFF2-40B4-BE49-F238E27FC236}">
                <a16:creationId xmlns:a16="http://schemas.microsoft.com/office/drawing/2014/main" id="{4CF2CBBA-30A8-4B91-8E01-DD91FE029E6C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F1_main_prauc_508">
            <a:extLst>
              <a:ext uri="{FF2B5EF4-FFF2-40B4-BE49-F238E27FC236}">
                <a16:creationId xmlns:a16="http://schemas.microsoft.com/office/drawing/2014/main" id="{093724F1-05A9-4E10-A0EE-EFA68B173528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F1_main_prauc_509">
            <a:extLst>
              <a:ext uri="{FF2B5EF4-FFF2-40B4-BE49-F238E27FC236}">
                <a16:creationId xmlns:a16="http://schemas.microsoft.com/office/drawing/2014/main" id="{8C13F9F2-0F3C-45B1-93FD-8B12084C9EB8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F1_main_prauc_510">
            <a:extLst>
              <a:ext uri="{FF2B5EF4-FFF2-40B4-BE49-F238E27FC236}">
                <a16:creationId xmlns:a16="http://schemas.microsoft.com/office/drawing/2014/main" id="{6763238B-5547-401E-BA6D-DCEA94D8CAFC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F1_main_prauc_511">
            <a:extLst>
              <a:ext uri="{FF2B5EF4-FFF2-40B4-BE49-F238E27FC236}">
                <a16:creationId xmlns:a16="http://schemas.microsoft.com/office/drawing/2014/main" id="{02B1C7BB-8659-457A-9A5C-06E5BB919F49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F1_main_prauc_512">
            <a:extLst>
              <a:ext uri="{FF2B5EF4-FFF2-40B4-BE49-F238E27FC236}">
                <a16:creationId xmlns:a16="http://schemas.microsoft.com/office/drawing/2014/main" id="{F35184CE-B7DF-4F74-91B2-08DD161ABF6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F1_main_prauc_513">
            <a:extLst>
              <a:ext uri="{FF2B5EF4-FFF2-40B4-BE49-F238E27FC236}">
                <a16:creationId xmlns:a16="http://schemas.microsoft.com/office/drawing/2014/main" id="{9C64A709-6EC7-41BD-8492-37143865A1FA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F1_main_prauc_514">
            <a:extLst>
              <a:ext uri="{FF2B5EF4-FFF2-40B4-BE49-F238E27FC236}">
                <a16:creationId xmlns:a16="http://schemas.microsoft.com/office/drawing/2014/main" id="{F5DC9796-8653-4DE2-8A93-BA51951152AB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F1_main_prauc_515">
            <a:extLst>
              <a:ext uri="{FF2B5EF4-FFF2-40B4-BE49-F238E27FC236}">
                <a16:creationId xmlns:a16="http://schemas.microsoft.com/office/drawing/2014/main" id="{B7ADF8BD-1705-4C63-9FC7-1F3A648BDEB1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F1_main_prauc_516">
            <a:extLst>
              <a:ext uri="{FF2B5EF4-FFF2-40B4-BE49-F238E27FC236}">
                <a16:creationId xmlns:a16="http://schemas.microsoft.com/office/drawing/2014/main" id="{B4EB90DA-A369-4E23-A17F-10D58BE72615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F1_main_prauc_517">
            <a:extLst>
              <a:ext uri="{FF2B5EF4-FFF2-40B4-BE49-F238E27FC236}">
                <a16:creationId xmlns:a16="http://schemas.microsoft.com/office/drawing/2014/main" id="{93D8B120-D565-46D9-B216-99892B295C02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F1_main_prauc_518">
            <a:extLst>
              <a:ext uri="{FF2B5EF4-FFF2-40B4-BE49-F238E27FC236}">
                <a16:creationId xmlns:a16="http://schemas.microsoft.com/office/drawing/2014/main" id="{D89D3A04-518E-4B19-BE91-B359A97D1D7C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F1_main_prauc_519">
            <a:extLst>
              <a:ext uri="{FF2B5EF4-FFF2-40B4-BE49-F238E27FC236}">
                <a16:creationId xmlns:a16="http://schemas.microsoft.com/office/drawing/2014/main" id="{497D0BF2-CD19-44D8-917B-A25CC94A923F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F1_main_prauc_520">
            <a:extLst>
              <a:ext uri="{FF2B5EF4-FFF2-40B4-BE49-F238E27FC236}">
                <a16:creationId xmlns:a16="http://schemas.microsoft.com/office/drawing/2014/main" id="{E6A870BF-CC61-42CE-A5EB-1E403A5145D1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F1_main_prauc_521">
            <a:extLst>
              <a:ext uri="{FF2B5EF4-FFF2-40B4-BE49-F238E27FC236}">
                <a16:creationId xmlns:a16="http://schemas.microsoft.com/office/drawing/2014/main" id="{C0CE4B8C-999A-46C7-9C91-44F5689E0752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F1_main_prauc_522">
            <a:extLst>
              <a:ext uri="{FF2B5EF4-FFF2-40B4-BE49-F238E27FC236}">
                <a16:creationId xmlns:a16="http://schemas.microsoft.com/office/drawing/2014/main" id="{6FCAB38E-E609-4303-B207-99CCE84C762E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F1_main_prauc_523">
            <a:extLst>
              <a:ext uri="{FF2B5EF4-FFF2-40B4-BE49-F238E27FC236}">
                <a16:creationId xmlns:a16="http://schemas.microsoft.com/office/drawing/2014/main" id="{F2A46B74-C718-42E1-BE56-ACD37CE94A27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F1_main_prauc_524">
            <a:extLst>
              <a:ext uri="{FF2B5EF4-FFF2-40B4-BE49-F238E27FC236}">
                <a16:creationId xmlns:a16="http://schemas.microsoft.com/office/drawing/2014/main" id="{7525CC01-3479-4676-8CD8-C6777515E3FF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F1_main_prauc_525">
            <a:extLst>
              <a:ext uri="{FF2B5EF4-FFF2-40B4-BE49-F238E27FC236}">
                <a16:creationId xmlns:a16="http://schemas.microsoft.com/office/drawing/2014/main" id="{F5ADCC8E-CE62-4312-A092-939A0059F970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F1_main_prauc_526">
            <a:extLst>
              <a:ext uri="{FF2B5EF4-FFF2-40B4-BE49-F238E27FC236}">
                <a16:creationId xmlns:a16="http://schemas.microsoft.com/office/drawing/2014/main" id="{97E4C31B-D318-4CAD-AACA-8E1CEC446BDA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F1_main_prauc_527">
            <a:extLst>
              <a:ext uri="{FF2B5EF4-FFF2-40B4-BE49-F238E27FC236}">
                <a16:creationId xmlns:a16="http://schemas.microsoft.com/office/drawing/2014/main" id="{86FDD4D8-0F00-49D0-938A-6F8396C507AF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F1_main_prauc_528">
            <a:extLst>
              <a:ext uri="{FF2B5EF4-FFF2-40B4-BE49-F238E27FC236}">
                <a16:creationId xmlns:a16="http://schemas.microsoft.com/office/drawing/2014/main" id="{851DFAD4-9441-4FE3-B9EA-D0731C190CF1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F1_main_prauc_529">
            <a:extLst>
              <a:ext uri="{FF2B5EF4-FFF2-40B4-BE49-F238E27FC236}">
                <a16:creationId xmlns:a16="http://schemas.microsoft.com/office/drawing/2014/main" id="{7661C81B-533C-4D05-946C-6F2F6DE4A53C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F1_main_prauc_530">
            <a:extLst>
              <a:ext uri="{FF2B5EF4-FFF2-40B4-BE49-F238E27FC236}">
                <a16:creationId xmlns:a16="http://schemas.microsoft.com/office/drawing/2014/main" id="{F9592456-3C56-4A70-9AE2-98EB776A363B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F1_main_prauc_531">
            <a:extLst>
              <a:ext uri="{FF2B5EF4-FFF2-40B4-BE49-F238E27FC236}">
                <a16:creationId xmlns:a16="http://schemas.microsoft.com/office/drawing/2014/main" id="{70D976CD-D0BB-4E56-92C9-D0904050A5B5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F1_main_prauc_532">
            <a:extLst>
              <a:ext uri="{FF2B5EF4-FFF2-40B4-BE49-F238E27FC236}">
                <a16:creationId xmlns:a16="http://schemas.microsoft.com/office/drawing/2014/main" id="{FA8AE9AB-1D34-46FC-B6C0-41F615B363BD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F1_main_prauc_533">
            <a:extLst>
              <a:ext uri="{FF2B5EF4-FFF2-40B4-BE49-F238E27FC236}">
                <a16:creationId xmlns:a16="http://schemas.microsoft.com/office/drawing/2014/main" id="{AE4141AA-1EEB-42C2-8B4F-0240FBEA769E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F1_main_prauc_534">
            <a:extLst>
              <a:ext uri="{FF2B5EF4-FFF2-40B4-BE49-F238E27FC236}">
                <a16:creationId xmlns:a16="http://schemas.microsoft.com/office/drawing/2014/main" id="{B7B0F3A7-EC2F-4A4E-BA6C-594A958C2F20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F1_main_prauc_535">
            <a:extLst>
              <a:ext uri="{FF2B5EF4-FFF2-40B4-BE49-F238E27FC236}">
                <a16:creationId xmlns:a16="http://schemas.microsoft.com/office/drawing/2014/main" id="{FCF5F94C-31FF-4275-A7AE-1DD32AE7B772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F1_main_prauc_536">
            <a:extLst>
              <a:ext uri="{FF2B5EF4-FFF2-40B4-BE49-F238E27FC236}">
                <a16:creationId xmlns:a16="http://schemas.microsoft.com/office/drawing/2014/main" id="{3A02FB6E-E890-4B42-8678-6088ADD8798E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F1_main_prauc_537">
            <a:extLst>
              <a:ext uri="{FF2B5EF4-FFF2-40B4-BE49-F238E27FC236}">
                <a16:creationId xmlns:a16="http://schemas.microsoft.com/office/drawing/2014/main" id="{AB7CEB44-8A82-4923-865E-260C6BA36119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F1_main_prauc_538">
            <a:extLst>
              <a:ext uri="{FF2B5EF4-FFF2-40B4-BE49-F238E27FC236}">
                <a16:creationId xmlns:a16="http://schemas.microsoft.com/office/drawing/2014/main" id="{56AFC1F4-F78B-419E-9E19-D34F4681197C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F1_main_prauc_539">
            <a:extLst>
              <a:ext uri="{FF2B5EF4-FFF2-40B4-BE49-F238E27FC236}">
                <a16:creationId xmlns:a16="http://schemas.microsoft.com/office/drawing/2014/main" id="{8AD5CF28-35BE-430F-8F5B-2A55A9ADBA9A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F1_main_prauc_540">
            <a:extLst>
              <a:ext uri="{FF2B5EF4-FFF2-40B4-BE49-F238E27FC236}">
                <a16:creationId xmlns:a16="http://schemas.microsoft.com/office/drawing/2014/main" id="{24241C9B-38FF-4083-91CE-53BE89CDC6A1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F1_main_prauc_541">
            <a:extLst>
              <a:ext uri="{FF2B5EF4-FFF2-40B4-BE49-F238E27FC236}">
                <a16:creationId xmlns:a16="http://schemas.microsoft.com/office/drawing/2014/main" id="{EB1CFB83-4598-4018-95B1-88B0E8F44BBB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F1_main_prauc_542">
            <a:extLst>
              <a:ext uri="{FF2B5EF4-FFF2-40B4-BE49-F238E27FC236}">
                <a16:creationId xmlns:a16="http://schemas.microsoft.com/office/drawing/2014/main" id="{7AEA47C0-0DD0-4109-96B7-B8C545E421C8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F1_main_prauc_543">
            <a:extLst>
              <a:ext uri="{FF2B5EF4-FFF2-40B4-BE49-F238E27FC236}">
                <a16:creationId xmlns:a16="http://schemas.microsoft.com/office/drawing/2014/main" id="{982A11D0-03D2-4E35-AA96-DA1C218BD682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F1_main_prauc_544">
            <a:extLst>
              <a:ext uri="{FF2B5EF4-FFF2-40B4-BE49-F238E27FC236}">
                <a16:creationId xmlns:a16="http://schemas.microsoft.com/office/drawing/2014/main" id="{87B73E3F-407D-45B0-92DC-5972E4379BAE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F1_main_prauc_545">
            <a:extLst>
              <a:ext uri="{FF2B5EF4-FFF2-40B4-BE49-F238E27FC236}">
                <a16:creationId xmlns:a16="http://schemas.microsoft.com/office/drawing/2014/main" id="{FF1D4C89-8B12-4162-9365-E94B81932E69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F1_main_prauc_546">
            <a:extLst>
              <a:ext uri="{FF2B5EF4-FFF2-40B4-BE49-F238E27FC236}">
                <a16:creationId xmlns:a16="http://schemas.microsoft.com/office/drawing/2014/main" id="{B94D3E0C-B56B-48A4-B813-9E22BED3BE2E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F1_main_prauc_547">
            <a:extLst>
              <a:ext uri="{FF2B5EF4-FFF2-40B4-BE49-F238E27FC236}">
                <a16:creationId xmlns:a16="http://schemas.microsoft.com/office/drawing/2014/main" id="{D6DC78DE-6400-439D-95E9-9331377B05A8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F1_main_prauc_548">
            <a:extLst>
              <a:ext uri="{FF2B5EF4-FFF2-40B4-BE49-F238E27FC236}">
                <a16:creationId xmlns:a16="http://schemas.microsoft.com/office/drawing/2014/main" id="{496ECC3C-F14F-4911-B24D-CC99BC7D01EB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F1_main_prauc_549">
            <a:extLst>
              <a:ext uri="{FF2B5EF4-FFF2-40B4-BE49-F238E27FC236}">
                <a16:creationId xmlns:a16="http://schemas.microsoft.com/office/drawing/2014/main" id="{248E3E10-A80F-445D-AFBC-68D5671E8D63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F1_main_prauc_550">
            <a:extLst>
              <a:ext uri="{FF2B5EF4-FFF2-40B4-BE49-F238E27FC236}">
                <a16:creationId xmlns:a16="http://schemas.microsoft.com/office/drawing/2014/main" id="{0F025B99-7E45-46B7-8055-1BC087117060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F1_main_prauc_551">
            <a:extLst>
              <a:ext uri="{FF2B5EF4-FFF2-40B4-BE49-F238E27FC236}">
                <a16:creationId xmlns:a16="http://schemas.microsoft.com/office/drawing/2014/main" id="{7CAFFB69-2D48-4E66-BCA1-B5489DC694AF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F1_main_prauc_552">
            <a:extLst>
              <a:ext uri="{FF2B5EF4-FFF2-40B4-BE49-F238E27FC236}">
                <a16:creationId xmlns:a16="http://schemas.microsoft.com/office/drawing/2014/main" id="{EFE1A045-5F89-4167-BFDC-EDFE7E4CE0F4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F1_main_prauc_553">
            <a:extLst>
              <a:ext uri="{FF2B5EF4-FFF2-40B4-BE49-F238E27FC236}">
                <a16:creationId xmlns:a16="http://schemas.microsoft.com/office/drawing/2014/main" id="{E3DA17C4-C8AE-4918-805E-2DAE0F0DF49E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F1_main_prauc_554">
            <a:extLst>
              <a:ext uri="{FF2B5EF4-FFF2-40B4-BE49-F238E27FC236}">
                <a16:creationId xmlns:a16="http://schemas.microsoft.com/office/drawing/2014/main" id="{AB29F1D5-16EE-4760-833A-6302FFCB2196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F1_main_prauc_555">
            <a:extLst>
              <a:ext uri="{FF2B5EF4-FFF2-40B4-BE49-F238E27FC236}">
                <a16:creationId xmlns:a16="http://schemas.microsoft.com/office/drawing/2014/main" id="{272C6004-A53E-4E00-A763-2D055854B08D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F1_main_prauc_556">
            <a:extLst>
              <a:ext uri="{FF2B5EF4-FFF2-40B4-BE49-F238E27FC236}">
                <a16:creationId xmlns:a16="http://schemas.microsoft.com/office/drawing/2014/main" id="{F4E0E765-F2D3-4741-B32B-DB04CA4E58C6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F1_main_prauc_557">
            <a:extLst>
              <a:ext uri="{FF2B5EF4-FFF2-40B4-BE49-F238E27FC236}">
                <a16:creationId xmlns:a16="http://schemas.microsoft.com/office/drawing/2014/main" id="{DBF2DF86-4372-47D1-884E-15CDD75AC161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F1_main_prauc_558">
            <a:extLst>
              <a:ext uri="{FF2B5EF4-FFF2-40B4-BE49-F238E27FC236}">
                <a16:creationId xmlns:a16="http://schemas.microsoft.com/office/drawing/2014/main" id="{496FBFB0-070F-4984-BEB7-1398568E5653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F1_main_prauc_559">
            <a:extLst>
              <a:ext uri="{FF2B5EF4-FFF2-40B4-BE49-F238E27FC236}">
                <a16:creationId xmlns:a16="http://schemas.microsoft.com/office/drawing/2014/main" id="{5DC04307-F8C6-4A7D-9E61-5FD014567BF3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F1_main_prauc_560">
            <a:extLst>
              <a:ext uri="{FF2B5EF4-FFF2-40B4-BE49-F238E27FC236}">
                <a16:creationId xmlns:a16="http://schemas.microsoft.com/office/drawing/2014/main" id="{E4C7869B-AAEC-4CFD-BA1F-3C6D822E344C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F1_main_prauc_561">
            <a:extLst>
              <a:ext uri="{FF2B5EF4-FFF2-40B4-BE49-F238E27FC236}">
                <a16:creationId xmlns:a16="http://schemas.microsoft.com/office/drawing/2014/main" id="{5F08FE68-DC7A-4B46-9C16-51130C3D1BB6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F1_main_prauc_562">
            <a:extLst>
              <a:ext uri="{FF2B5EF4-FFF2-40B4-BE49-F238E27FC236}">
                <a16:creationId xmlns:a16="http://schemas.microsoft.com/office/drawing/2014/main" id="{C13D2688-2F7A-4B8D-A080-91552FF23A52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F1_main_prauc_563">
            <a:extLst>
              <a:ext uri="{FF2B5EF4-FFF2-40B4-BE49-F238E27FC236}">
                <a16:creationId xmlns:a16="http://schemas.microsoft.com/office/drawing/2014/main" id="{FB85ECA8-2E08-4EDE-AC00-6A6E7C68631F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F1_main_prauc_564">
            <a:extLst>
              <a:ext uri="{FF2B5EF4-FFF2-40B4-BE49-F238E27FC236}">
                <a16:creationId xmlns:a16="http://schemas.microsoft.com/office/drawing/2014/main" id="{87701334-E9B8-4100-A4DC-3B055585EE56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F1_main_prauc_565">
            <a:extLst>
              <a:ext uri="{FF2B5EF4-FFF2-40B4-BE49-F238E27FC236}">
                <a16:creationId xmlns:a16="http://schemas.microsoft.com/office/drawing/2014/main" id="{6D3DE251-9E3B-4014-9ADC-3EAC2C31899B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F1_main_prauc_566">
            <a:extLst>
              <a:ext uri="{FF2B5EF4-FFF2-40B4-BE49-F238E27FC236}">
                <a16:creationId xmlns:a16="http://schemas.microsoft.com/office/drawing/2014/main" id="{DFA6FC4C-DA6E-4001-84C9-2C0F0C0D836E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F1_main_prauc_567">
            <a:extLst>
              <a:ext uri="{FF2B5EF4-FFF2-40B4-BE49-F238E27FC236}">
                <a16:creationId xmlns:a16="http://schemas.microsoft.com/office/drawing/2014/main" id="{11BA669A-C7F8-4C78-9E8D-34F30B0A0481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F1_main_prauc_568">
            <a:extLst>
              <a:ext uri="{FF2B5EF4-FFF2-40B4-BE49-F238E27FC236}">
                <a16:creationId xmlns:a16="http://schemas.microsoft.com/office/drawing/2014/main" id="{BF862E73-0A7D-4D21-A706-6A69A94B7145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F1_main_prauc_569">
            <a:extLst>
              <a:ext uri="{FF2B5EF4-FFF2-40B4-BE49-F238E27FC236}">
                <a16:creationId xmlns:a16="http://schemas.microsoft.com/office/drawing/2014/main" id="{4D7ABF8C-C5B9-41B5-B0A0-313AFA4FE2E4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F1_main_prauc_570">
            <a:extLst>
              <a:ext uri="{FF2B5EF4-FFF2-40B4-BE49-F238E27FC236}">
                <a16:creationId xmlns:a16="http://schemas.microsoft.com/office/drawing/2014/main" id="{3FBB75C6-6C19-45A8-8CF2-32ED5590931D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F1_main_prauc_571">
            <a:extLst>
              <a:ext uri="{FF2B5EF4-FFF2-40B4-BE49-F238E27FC236}">
                <a16:creationId xmlns:a16="http://schemas.microsoft.com/office/drawing/2014/main" id="{EF635E65-3F70-42EE-AE18-06E15F68F978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F1_main_prauc_572">
            <a:extLst>
              <a:ext uri="{FF2B5EF4-FFF2-40B4-BE49-F238E27FC236}">
                <a16:creationId xmlns:a16="http://schemas.microsoft.com/office/drawing/2014/main" id="{8C070E03-EFB7-4B9E-BDED-9BBA04FAE43D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F1_main_prauc_573">
            <a:extLst>
              <a:ext uri="{FF2B5EF4-FFF2-40B4-BE49-F238E27FC236}">
                <a16:creationId xmlns:a16="http://schemas.microsoft.com/office/drawing/2014/main" id="{FD506F89-9220-4CEF-9834-91721E49DAAE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F1_main_prauc_574">
            <a:extLst>
              <a:ext uri="{FF2B5EF4-FFF2-40B4-BE49-F238E27FC236}">
                <a16:creationId xmlns:a16="http://schemas.microsoft.com/office/drawing/2014/main" id="{B26C2188-30B7-498B-9729-7A27AA9177C1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F1_main_prauc_575">
            <a:extLst>
              <a:ext uri="{FF2B5EF4-FFF2-40B4-BE49-F238E27FC236}">
                <a16:creationId xmlns:a16="http://schemas.microsoft.com/office/drawing/2014/main" id="{43FB0159-4E42-4F13-BDAA-02CCF99C058B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F1_main_prauc_576">
            <a:extLst>
              <a:ext uri="{FF2B5EF4-FFF2-40B4-BE49-F238E27FC236}">
                <a16:creationId xmlns:a16="http://schemas.microsoft.com/office/drawing/2014/main" id="{F49F45AA-B5A8-48D0-8909-56B0F58BA817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F1_main_prauc_577">
            <a:extLst>
              <a:ext uri="{FF2B5EF4-FFF2-40B4-BE49-F238E27FC236}">
                <a16:creationId xmlns:a16="http://schemas.microsoft.com/office/drawing/2014/main" id="{703EC377-119B-4FBD-B367-3FBB3D5EAF45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F1_main_prauc_578">
            <a:extLst>
              <a:ext uri="{FF2B5EF4-FFF2-40B4-BE49-F238E27FC236}">
                <a16:creationId xmlns:a16="http://schemas.microsoft.com/office/drawing/2014/main" id="{CF26E765-CFE9-41DD-9791-488E121F643C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F1_main_prauc_579">
            <a:extLst>
              <a:ext uri="{FF2B5EF4-FFF2-40B4-BE49-F238E27FC236}">
                <a16:creationId xmlns:a16="http://schemas.microsoft.com/office/drawing/2014/main" id="{DF94F57A-EC1D-4F0D-8869-E8F2633A77F1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F1_main_prauc_580">
            <a:extLst>
              <a:ext uri="{FF2B5EF4-FFF2-40B4-BE49-F238E27FC236}">
                <a16:creationId xmlns:a16="http://schemas.microsoft.com/office/drawing/2014/main" id="{E6488722-56CE-4EB2-BBB0-BE1767FB5108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F1_main_prauc_581">
            <a:extLst>
              <a:ext uri="{FF2B5EF4-FFF2-40B4-BE49-F238E27FC236}">
                <a16:creationId xmlns:a16="http://schemas.microsoft.com/office/drawing/2014/main" id="{05FE1D4D-F598-4D86-BD4A-E5D2B9411AE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F1_main_prauc_582">
            <a:extLst>
              <a:ext uri="{FF2B5EF4-FFF2-40B4-BE49-F238E27FC236}">
                <a16:creationId xmlns:a16="http://schemas.microsoft.com/office/drawing/2014/main" id="{1C3BA7AD-C3D6-4FD3-BAD9-CA4CE64B009A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F1_main_prauc_583">
            <a:extLst>
              <a:ext uri="{FF2B5EF4-FFF2-40B4-BE49-F238E27FC236}">
                <a16:creationId xmlns:a16="http://schemas.microsoft.com/office/drawing/2014/main" id="{1B27E6A2-BA5E-49D3-B2A9-0369D4DB4B4F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F1_main_prauc_584">
            <a:extLst>
              <a:ext uri="{FF2B5EF4-FFF2-40B4-BE49-F238E27FC236}">
                <a16:creationId xmlns:a16="http://schemas.microsoft.com/office/drawing/2014/main" id="{E111B6B6-E190-4211-8461-EAF160D4998A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F1_main_prauc_585">
            <a:extLst>
              <a:ext uri="{FF2B5EF4-FFF2-40B4-BE49-F238E27FC236}">
                <a16:creationId xmlns:a16="http://schemas.microsoft.com/office/drawing/2014/main" id="{3E6CC77F-566E-4A45-972B-0ED4FF403359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F1_main_prauc_586">
            <a:extLst>
              <a:ext uri="{FF2B5EF4-FFF2-40B4-BE49-F238E27FC236}">
                <a16:creationId xmlns:a16="http://schemas.microsoft.com/office/drawing/2014/main" id="{87D5D379-A686-4945-8DA3-69BD9E66C2AF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F1_main_prauc_587">
            <a:extLst>
              <a:ext uri="{FF2B5EF4-FFF2-40B4-BE49-F238E27FC236}">
                <a16:creationId xmlns:a16="http://schemas.microsoft.com/office/drawing/2014/main" id="{F5580551-B3F4-42CE-A193-5A5E3D375658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F1_main_prauc_588">
            <a:extLst>
              <a:ext uri="{FF2B5EF4-FFF2-40B4-BE49-F238E27FC236}">
                <a16:creationId xmlns:a16="http://schemas.microsoft.com/office/drawing/2014/main" id="{BF081EB4-C389-4A3D-B646-7C33082F40B7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F1_main_prauc_589">
            <a:extLst>
              <a:ext uri="{FF2B5EF4-FFF2-40B4-BE49-F238E27FC236}">
                <a16:creationId xmlns:a16="http://schemas.microsoft.com/office/drawing/2014/main" id="{3449B952-CB7B-4829-98A7-ED4856D0CC1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F1_main_prauc_590">
            <a:extLst>
              <a:ext uri="{FF2B5EF4-FFF2-40B4-BE49-F238E27FC236}">
                <a16:creationId xmlns:a16="http://schemas.microsoft.com/office/drawing/2014/main" id="{A4AB34BE-3BC8-435F-8C2D-BAB979780E67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F1_main_prauc_591">
            <a:extLst>
              <a:ext uri="{FF2B5EF4-FFF2-40B4-BE49-F238E27FC236}">
                <a16:creationId xmlns:a16="http://schemas.microsoft.com/office/drawing/2014/main" id="{47430310-C697-49FE-938B-07ED8B9D80AF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F1_main_prauc_592">
            <a:extLst>
              <a:ext uri="{FF2B5EF4-FFF2-40B4-BE49-F238E27FC236}">
                <a16:creationId xmlns:a16="http://schemas.microsoft.com/office/drawing/2014/main" id="{8294B360-874A-40AA-91BE-9D9975DEB370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F1_main_prauc_593">
            <a:extLst>
              <a:ext uri="{FF2B5EF4-FFF2-40B4-BE49-F238E27FC236}">
                <a16:creationId xmlns:a16="http://schemas.microsoft.com/office/drawing/2014/main" id="{BB8A201D-3ED5-4345-A093-F96CFFA8DDDA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F1_main_prauc_594">
            <a:extLst>
              <a:ext uri="{FF2B5EF4-FFF2-40B4-BE49-F238E27FC236}">
                <a16:creationId xmlns:a16="http://schemas.microsoft.com/office/drawing/2014/main" id="{83A318DB-C5CA-4E15-837A-6E6C055A4ADD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F1_main_prauc_595">
            <a:extLst>
              <a:ext uri="{FF2B5EF4-FFF2-40B4-BE49-F238E27FC236}">
                <a16:creationId xmlns:a16="http://schemas.microsoft.com/office/drawing/2014/main" id="{57BA8D93-2749-4463-92E2-48A2956AD104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F1_main_prauc_596">
            <a:extLst>
              <a:ext uri="{FF2B5EF4-FFF2-40B4-BE49-F238E27FC236}">
                <a16:creationId xmlns:a16="http://schemas.microsoft.com/office/drawing/2014/main" id="{1B7C8E42-888C-42DA-953B-505250C6386A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F1_main_prauc_597">
            <a:extLst>
              <a:ext uri="{FF2B5EF4-FFF2-40B4-BE49-F238E27FC236}">
                <a16:creationId xmlns:a16="http://schemas.microsoft.com/office/drawing/2014/main" id="{3C33945B-C038-4F13-A1DA-914DCEA4995C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F1_main_prauc_598">
            <a:extLst>
              <a:ext uri="{FF2B5EF4-FFF2-40B4-BE49-F238E27FC236}">
                <a16:creationId xmlns:a16="http://schemas.microsoft.com/office/drawing/2014/main" id="{2834ADB3-D902-4EAC-A7DF-EBB638954F8D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F1_main_prauc_599">
            <a:extLst>
              <a:ext uri="{FF2B5EF4-FFF2-40B4-BE49-F238E27FC236}">
                <a16:creationId xmlns:a16="http://schemas.microsoft.com/office/drawing/2014/main" id="{C6D1FB1B-7982-4ECB-B9B6-DDE31ADC2630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F1_main_prauc_600">
            <a:extLst>
              <a:ext uri="{FF2B5EF4-FFF2-40B4-BE49-F238E27FC236}">
                <a16:creationId xmlns:a16="http://schemas.microsoft.com/office/drawing/2014/main" id="{48074E68-51C3-4E8A-9DA6-ABF76D9395E1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F1_main_prauc_601">
            <a:extLst>
              <a:ext uri="{FF2B5EF4-FFF2-40B4-BE49-F238E27FC236}">
                <a16:creationId xmlns:a16="http://schemas.microsoft.com/office/drawing/2014/main" id="{C5D592A0-36D0-4AFD-BF12-095A471706D0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F1_main_prauc_602">
            <a:extLst>
              <a:ext uri="{FF2B5EF4-FFF2-40B4-BE49-F238E27FC236}">
                <a16:creationId xmlns:a16="http://schemas.microsoft.com/office/drawing/2014/main" id="{F2C7F4B3-B2F1-4B1D-AD08-0CDE3D4CD166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F1_main_prauc_603">
            <a:extLst>
              <a:ext uri="{FF2B5EF4-FFF2-40B4-BE49-F238E27FC236}">
                <a16:creationId xmlns:a16="http://schemas.microsoft.com/office/drawing/2014/main" id="{A7E35482-B4F4-4A5A-BB34-E858186EFBAF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F1_main_prauc_604">
            <a:extLst>
              <a:ext uri="{FF2B5EF4-FFF2-40B4-BE49-F238E27FC236}">
                <a16:creationId xmlns:a16="http://schemas.microsoft.com/office/drawing/2014/main" id="{0C2E278C-E97C-4702-A992-73F1F948FA47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F1_main_prauc_605">
            <a:extLst>
              <a:ext uri="{FF2B5EF4-FFF2-40B4-BE49-F238E27FC236}">
                <a16:creationId xmlns:a16="http://schemas.microsoft.com/office/drawing/2014/main" id="{AD1B40D8-94C3-433C-9C8B-3B9CC96C968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F1_main_prauc_606">
            <a:extLst>
              <a:ext uri="{FF2B5EF4-FFF2-40B4-BE49-F238E27FC236}">
                <a16:creationId xmlns:a16="http://schemas.microsoft.com/office/drawing/2014/main" id="{BBBFC2A4-4EB2-4318-9313-40E4761E6EE0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F1_main_prauc_607">
            <a:extLst>
              <a:ext uri="{FF2B5EF4-FFF2-40B4-BE49-F238E27FC236}">
                <a16:creationId xmlns:a16="http://schemas.microsoft.com/office/drawing/2014/main" id="{05AC9D8F-6CAF-466D-A959-C2C733967D97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F1_main_prauc_608">
            <a:extLst>
              <a:ext uri="{FF2B5EF4-FFF2-40B4-BE49-F238E27FC236}">
                <a16:creationId xmlns:a16="http://schemas.microsoft.com/office/drawing/2014/main" id="{F45BE4BE-3363-4E19-B1D4-4E76915A24CF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F1_main_prauc_609">
            <a:extLst>
              <a:ext uri="{FF2B5EF4-FFF2-40B4-BE49-F238E27FC236}">
                <a16:creationId xmlns:a16="http://schemas.microsoft.com/office/drawing/2014/main" id="{22EB5DAC-D9C8-4366-AB1B-7C7CEA7091FA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F1_main_prauc_610">
            <a:extLst>
              <a:ext uri="{FF2B5EF4-FFF2-40B4-BE49-F238E27FC236}">
                <a16:creationId xmlns:a16="http://schemas.microsoft.com/office/drawing/2014/main" id="{238510ED-2695-4D82-8FCA-39215766669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F1_main_prauc_611">
            <a:extLst>
              <a:ext uri="{FF2B5EF4-FFF2-40B4-BE49-F238E27FC236}">
                <a16:creationId xmlns:a16="http://schemas.microsoft.com/office/drawing/2014/main" id="{2B3894CA-78C9-47E2-8128-14098E26CFC3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F1_main_prauc_612">
            <a:extLst>
              <a:ext uri="{FF2B5EF4-FFF2-40B4-BE49-F238E27FC236}">
                <a16:creationId xmlns:a16="http://schemas.microsoft.com/office/drawing/2014/main" id="{2F761118-2CF5-40D4-8C9A-BB3C84DA2078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F1_main_prauc_613">
            <a:extLst>
              <a:ext uri="{FF2B5EF4-FFF2-40B4-BE49-F238E27FC236}">
                <a16:creationId xmlns:a16="http://schemas.microsoft.com/office/drawing/2014/main" id="{46CE4CE5-7BEA-4F25-BF3C-21DEE1905556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F1_main_prauc_614">
            <a:extLst>
              <a:ext uri="{FF2B5EF4-FFF2-40B4-BE49-F238E27FC236}">
                <a16:creationId xmlns:a16="http://schemas.microsoft.com/office/drawing/2014/main" id="{590F0166-3986-456A-9B29-7D10ED093784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F1_main_prauc_615">
            <a:extLst>
              <a:ext uri="{FF2B5EF4-FFF2-40B4-BE49-F238E27FC236}">
                <a16:creationId xmlns:a16="http://schemas.microsoft.com/office/drawing/2014/main" id="{E84551B0-F0F4-45DD-BFBC-D2BAFE39C655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F1_main_prauc_616">
            <a:extLst>
              <a:ext uri="{FF2B5EF4-FFF2-40B4-BE49-F238E27FC236}">
                <a16:creationId xmlns:a16="http://schemas.microsoft.com/office/drawing/2014/main" id="{AC271A48-06D0-451E-BFF6-EBB63566EC27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F1_main_prauc_617">
            <a:extLst>
              <a:ext uri="{FF2B5EF4-FFF2-40B4-BE49-F238E27FC236}">
                <a16:creationId xmlns:a16="http://schemas.microsoft.com/office/drawing/2014/main" id="{1810BABB-3A03-41B1-95DA-AE4200A1F914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F1_main_prauc_618">
            <a:extLst>
              <a:ext uri="{FF2B5EF4-FFF2-40B4-BE49-F238E27FC236}">
                <a16:creationId xmlns:a16="http://schemas.microsoft.com/office/drawing/2014/main" id="{B02D3D72-3FD7-4AA8-9AF8-86C617CA6147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F1_main_prauc_619">
            <a:extLst>
              <a:ext uri="{FF2B5EF4-FFF2-40B4-BE49-F238E27FC236}">
                <a16:creationId xmlns:a16="http://schemas.microsoft.com/office/drawing/2014/main" id="{E023E1B7-229F-4DD0-929B-54333D62800C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F1_main_prauc_620">
            <a:extLst>
              <a:ext uri="{FF2B5EF4-FFF2-40B4-BE49-F238E27FC236}">
                <a16:creationId xmlns:a16="http://schemas.microsoft.com/office/drawing/2014/main" id="{B284E632-8244-473B-B11E-6BA676B293D7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F1_main_prauc_621">
            <a:extLst>
              <a:ext uri="{FF2B5EF4-FFF2-40B4-BE49-F238E27FC236}">
                <a16:creationId xmlns:a16="http://schemas.microsoft.com/office/drawing/2014/main" id="{7F97AF6E-A752-4853-897E-877EF5862D14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F1_main_prauc_622">
            <a:extLst>
              <a:ext uri="{FF2B5EF4-FFF2-40B4-BE49-F238E27FC236}">
                <a16:creationId xmlns:a16="http://schemas.microsoft.com/office/drawing/2014/main" id="{8867E804-935C-47EF-80D2-624B1307980C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F1_main_prauc_623">
            <a:extLst>
              <a:ext uri="{FF2B5EF4-FFF2-40B4-BE49-F238E27FC236}">
                <a16:creationId xmlns:a16="http://schemas.microsoft.com/office/drawing/2014/main" id="{EA6F9158-2CBA-406B-95D9-C6B8B635F904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F1_main_prauc_624">
            <a:extLst>
              <a:ext uri="{FF2B5EF4-FFF2-40B4-BE49-F238E27FC236}">
                <a16:creationId xmlns:a16="http://schemas.microsoft.com/office/drawing/2014/main" id="{E1BCD4E4-F104-4A21-89C9-E8B198DC82F6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F1_main_prauc_625">
            <a:extLst>
              <a:ext uri="{FF2B5EF4-FFF2-40B4-BE49-F238E27FC236}">
                <a16:creationId xmlns:a16="http://schemas.microsoft.com/office/drawing/2014/main" id="{815241BE-B491-49A2-8A65-38103FCA8714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F1_main_prauc_626">
            <a:extLst>
              <a:ext uri="{FF2B5EF4-FFF2-40B4-BE49-F238E27FC236}">
                <a16:creationId xmlns:a16="http://schemas.microsoft.com/office/drawing/2014/main" id="{E76FBD82-6069-471D-82C2-BB119AD4B8CD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F1_main_prauc_627">
            <a:extLst>
              <a:ext uri="{FF2B5EF4-FFF2-40B4-BE49-F238E27FC236}">
                <a16:creationId xmlns:a16="http://schemas.microsoft.com/office/drawing/2014/main" id="{B63BC87B-0F42-41BE-BF9C-46404A461011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F1_main_prauc_628">
            <a:extLst>
              <a:ext uri="{FF2B5EF4-FFF2-40B4-BE49-F238E27FC236}">
                <a16:creationId xmlns:a16="http://schemas.microsoft.com/office/drawing/2014/main" id="{5BAEFB24-F71E-4F3F-92EC-9913CA1348C4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F1_main_prauc_629">
            <a:extLst>
              <a:ext uri="{FF2B5EF4-FFF2-40B4-BE49-F238E27FC236}">
                <a16:creationId xmlns:a16="http://schemas.microsoft.com/office/drawing/2014/main" id="{3CCB7037-06EC-4570-8535-6570157B417D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F1_main_prauc_630">
            <a:extLst>
              <a:ext uri="{FF2B5EF4-FFF2-40B4-BE49-F238E27FC236}">
                <a16:creationId xmlns:a16="http://schemas.microsoft.com/office/drawing/2014/main" id="{33B9C326-3380-498B-B3AB-9EEBF7F49EBB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F1_main_prauc_631">
            <a:extLst>
              <a:ext uri="{FF2B5EF4-FFF2-40B4-BE49-F238E27FC236}">
                <a16:creationId xmlns:a16="http://schemas.microsoft.com/office/drawing/2014/main" id="{F2C8513F-AFFB-470E-84B4-F78F511C1096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F1_main_prauc_632">
            <a:extLst>
              <a:ext uri="{FF2B5EF4-FFF2-40B4-BE49-F238E27FC236}">
                <a16:creationId xmlns:a16="http://schemas.microsoft.com/office/drawing/2014/main" id="{1255BC9D-2866-41C5-8F22-8F556E7924D2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F1_main_prauc_633">
            <a:extLst>
              <a:ext uri="{FF2B5EF4-FFF2-40B4-BE49-F238E27FC236}">
                <a16:creationId xmlns:a16="http://schemas.microsoft.com/office/drawing/2014/main" id="{8B60855C-0995-4127-B45C-95BFBA18C1FF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F1_main_prauc_634">
            <a:extLst>
              <a:ext uri="{FF2B5EF4-FFF2-40B4-BE49-F238E27FC236}">
                <a16:creationId xmlns:a16="http://schemas.microsoft.com/office/drawing/2014/main" id="{DBDAC5E3-CA24-4903-B160-84E010EDAB9F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F1_main_prauc_635">
            <a:extLst>
              <a:ext uri="{FF2B5EF4-FFF2-40B4-BE49-F238E27FC236}">
                <a16:creationId xmlns:a16="http://schemas.microsoft.com/office/drawing/2014/main" id="{571C5949-326A-45DF-8A40-6A66BF73A135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F1_main_prauc_636">
            <a:extLst>
              <a:ext uri="{FF2B5EF4-FFF2-40B4-BE49-F238E27FC236}">
                <a16:creationId xmlns:a16="http://schemas.microsoft.com/office/drawing/2014/main" id="{6CFA948A-DB43-46EB-96AB-6ABF931753F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F1_main_prauc_637">
            <a:extLst>
              <a:ext uri="{FF2B5EF4-FFF2-40B4-BE49-F238E27FC236}">
                <a16:creationId xmlns:a16="http://schemas.microsoft.com/office/drawing/2014/main" id="{04DB6495-7557-46CC-8C74-EEE7343BE9B9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F1_main_prauc_638">
            <a:extLst>
              <a:ext uri="{FF2B5EF4-FFF2-40B4-BE49-F238E27FC236}">
                <a16:creationId xmlns:a16="http://schemas.microsoft.com/office/drawing/2014/main" id="{1558A443-E0AB-430C-AB08-9D1120B6A1C3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F1_main_prauc_639">
            <a:extLst>
              <a:ext uri="{FF2B5EF4-FFF2-40B4-BE49-F238E27FC236}">
                <a16:creationId xmlns:a16="http://schemas.microsoft.com/office/drawing/2014/main" id="{463E99D5-3664-4443-8BE4-3C1AEDD31FF2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F1_main_prauc_640">
            <a:extLst>
              <a:ext uri="{FF2B5EF4-FFF2-40B4-BE49-F238E27FC236}">
                <a16:creationId xmlns:a16="http://schemas.microsoft.com/office/drawing/2014/main" id="{A9F4AB89-618F-45BF-8E9C-11F51B6A7966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F1_main_prauc_641">
            <a:extLst>
              <a:ext uri="{FF2B5EF4-FFF2-40B4-BE49-F238E27FC236}">
                <a16:creationId xmlns:a16="http://schemas.microsoft.com/office/drawing/2014/main" id="{B2CC9E03-5E15-4C6C-9FA7-89A7ADE7B8B5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F1_main_prauc_642">
            <a:extLst>
              <a:ext uri="{FF2B5EF4-FFF2-40B4-BE49-F238E27FC236}">
                <a16:creationId xmlns:a16="http://schemas.microsoft.com/office/drawing/2014/main" id="{F0F19BE8-F721-4715-9319-F0907A420981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F1_main_prauc_643">
            <a:extLst>
              <a:ext uri="{FF2B5EF4-FFF2-40B4-BE49-F238E27FC236}">
                <a16:creationId xmlns:a16="http://schemas.microsoft.com/office/drawing/2014/main" id="{67CFC8DD-0673-4DD6-AF7A-99897FA1A6F0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F1_main_prauc_644">
            <a:extLst>
              <a:ext uri="{FF2B5EF4-FFF2-40B4-BE49-F238E27FC236}">
                <a16:creationId xmlns:a16="http://schemas.microsoft.com/office/drawing/2014/main" id="{F2D21AE9-8D51-4A84-B9D2-2C038BBCAF91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F1_main_prauc_645">
            <a:extLst>
              <a:ext uri="{FF2B5EF4-FFF2-40B4-BE49-F238E27FC236}">
                <a16:creationId xmlns:a16="http://schemas.microsoft.com/office/drawing/2014/main" id="{22902012-31AD-4651-B4CC-7636229F5D30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F1_main_prauc_646">
            <a:extLst>
              <a:ext uri="{FF2B5EF4-FFF2-40B4-BE49-F238E27FC236}">
                <a16:creationId xmlns:a16="http://schemas.microsoft.com/office/drawing/2014/main" id="{2F190301-CF83-4679-8450-739C9D095F9F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F1_main_prauc_647">
            <a:extLst>
              <a:ext uri="{FF2B5EF4-FFF2-40B4-BE49-F238E27FC236}">
                <a16:creationId xmlns:a16="http://schemas.microsoft.com/office/drawing/2014/main" id="{E4BE663A-44A0-4CBE-92BB-CF1B70D0781D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F1_main_prauc_648">
            <a:extLst>
              <a:ext uri="{FF2B5EF4-FFF2-40B4-BE49-F238E27FC236}">
                <a16:creationId xmlns:a16="http://schemas.microsoft.com/office/drawing/2014/main" id="{F9853CFE-9E4B-4C1C-BD65-70C5F9EB7582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F1_main_prauc_649">
            <a:extLst>
              <a:ext uri="{FF2B5EF4-FFF2-40B4-BE49-F238E27FC236}">
                <a16:creationId xmlns:a16="http://schemas.microsoft.com/office/drawing/2014/main" id="{5BB090B5-8695-4B47-9862-BEC345B1BF74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F1_main_prauc_650">
            <a:extLst>
              <a:ext uri="{FF2B5EF4-FFF2-40B4-BE49-F238E27FC236}">
                <a16:creationId xmlns:a16="http://schemas.microsoft.com/office/drawing/2014/main" id="{208200DD-6F10-4585-88EE-1CD21982C92F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F1_main_prauc_651">
            <a:extLst>
              <a:ext uri="{FF2B5EF4-FFF2-40B4-BE49-F238E27FC236}">
                <a16:creationId xmlns:a16="http://schemas.microsoft.com/office/drawing/2014/main" id="{A85D395E-5065-4BD3-AA7C-4D0F555DD75D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F1_main_prauc_652">
            <a:extLst>
              <a:ext uri="{FF2B5EF4-FFF2-40B4-BE49-F238E27FC236}">
                <a16:creationId xmlns:a16="http://schemas.microsoft.com/office/drawing/2014/main" id="{D4303737-8DC2-4027-A0CD-F98B104BED7E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F1_main_prauc_653">
            <a:extLst>
              <a:ext uri="{FF2B5EF4-FFF2-40B4-BE49-F238E27FC236}">
                <a16:creationId xmlns:a16="http://schemas.microsoft.com/office/drawing/2014/main" id="{C761347E-78B9-449D-BC1B-C0FE6B563AFC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F1_main_prauc_654">
            <a:extLst>
              <a:ext uri="{FF2B5EF4-FFF2-40B4-BE49-F238E27FC236}">
                <a16:creationId xmlns:a16="http://schemas.microsoft.com/office/drawing/2014/main" id="{9EF25D24-0338-4975-96FB-F6F5ECC6716D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F1_main_prauc_655">
            <a:extLst>
              <a:ext uri="{FF2B5EF4-FFF2-40B4-BE49-F238E27FC236}">
                <a16:creationId xmlns:a16="http://schemas.microsoft.com/office/drawing/2014/main" id="{20DAF074-F0B2-4061-A73C-24C94BF6E825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F1_main_prauc_656">
            <a:extLst>
              <a:ext uri="{FF2B5EF4-FFF2-40B4-BE49-F238E27FC236}">
                <a16:creationId xmlns:a16="http://schemas.microsoft.com/office/drawing/2014/main" id="{8FD001B3-D2B1-45A2-ABFC-00BF09A40FA2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F1_main_prauc_657">
            <a:extLst>
              <a:ext uri="{FF2B5EF4-FFF2-40B4-BE49-F238E27FC236}">
                <a16:creationId xmlns:a16="http://schemas.microsoft.com/office/drawing/2014/main" id="{6B7A77D3-55FD-4C39-B5C7-8A10F99CB62A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F1_main_prauc_658">
            <a:extLst>
              <a:ext uri="{FF2B5EF4-FFF2-40B4-BE49-F238E27FC236}">
                <a16:creationId xmlns:a16="http://schemas.microsoft.com/office/drawing/2014/main" id="{38C1FF9F-3973-4FED-9CCA-A5F151FE3CFF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F1_main_prauc_659">
            <a:extLst>
              <a:ext uri="{FF2B5EF4-FFF2-40B4-BE49-F238E27FC236}">
                <a16:creationId xmlns:a16="http://schemas.microsoft.com/office/drawing/2014/main" id="{466CEE81-17A7-490B-842C-B8BFD4B4BFA9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F1_main_prauc_660">
            <a:extLst>
              <a:ext uri="{FF2B5EF4-FFF2-40B4-BE49-F238E27FC236}">
                <a16:creationId xmlns:a16="http://schemas.microsoft.com/office/drawing/2014/main" id="{2B97E09C-0B85-438B-A75A-2D6024A4DBF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F1_main_prauc_661">
            <a:extLst>
              <a:ext uri="{FF2B5EF4-FFF2-40B4-BE49-F238E27FC236}">
                <a16:creationId xmlns:a16="http://schemas.microsoft.com/office/drawing/2014/main" id="{94D7A7FB-C3D3-496A-BDF9-D0071749FF8A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F1_main_prauc_662">
            <a:extLst>
              <a:ext uri="{FF2B5EF4-FFF2-40B4-BE49-F238E27FC236}">
                <a16:creationId xmlns:a16="http://schemas.microsoft.com/office/drawing/2014/main" id="{45FED3CD-99F3-47C4-A173-0CBE86761152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F1_main_prauc_663">
            <a:extLst>
              <a:ext uri="{FF2B5EF4-FFF2-40B4-BE49-F238E27FC236}">
                <a16:creationId xmlns:a16="http://schemas.microsoft.com/office/drawing/2014/main" id="{A0DB1213-B4D1-45A8-83FF-833416307A3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F1_main_prauc_664">
            <a:extLst>
              <a:ext uri="{FF2B5EF4-FFF2-40B4-BE49-F238E27FC236}">
                <a16:creationId xmlns:a16="http://schemas.microsoft.com/office/drawing/2014/main" id="{3C6D99F1-F3C0-4A3F-934E-8F003DF4A71A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F1_main_prauc_665">
            <a:extLst>
              <a:ext uri="{FF2B5EF4-FFF2-40B4-BE49-F238E27FC236}">
                <a16:creationId xmlns:a16="http://schemas.microsoft.com/office/drawing/2014/main" id="{46E07118-B8C6-47DB-B407-AE1A78ADA203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F1_main_prauc_666">
            <a:extLst>
              <a:ext uri="{FF2B5EF4-FFF2-40B4-BE49-F238E27FC236}">
                <a16:creationId xmlns:a16="http://schemas.microsoft.com/office/drawing/2014/main" id="{11724976-907F-4027-84E2-82364D0D7264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F1_main_prauc_667">
            <a:extLst>
              <a:ext uri="{FF2B5EF4-FFF2-40B4-BE49-F238E27FC236}">
                <a16:creationId xmlns:a16="http://schemas.microsoft.com/office/drawing/2014/main" id="{CA3C1BB1-5686-42F8-B8DF-2DF4B8A98E42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F1_main_prauc_668">
            <a:extLst>
              <a:ext uri="{FF2B5EF4-FFF2-40B4-BE49-F238E27FC236}">
                <a16:creationId xmlns:a16="http://schemas.microsoft.com/office/drawing/2014/main" id="{0F51DBCB-A0F7-4865-AB5A-F51361247A94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F1_main_prauc_669">
            <a:extLst>
              <a:ext uri="{FF2B5EF4-FFF2-40B4-BE49-F238E27FC236}">
                <a16:creationId xmlns:a16="http://schemas.microsoft.com/office/drawing/2014/main" id="{FB20E8F7-75E9-4F3C-B566-59074B7BEB62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F1_main_prauc_670">
            <a:extLst>
              <a:ext uri="{FF2B5EF4-FFF2-40B4-BE49-F238E27FC236}">
                <a16:creationId xmlns:a16="http://schemas.microsoft.com/office/drawing/2014/main" id="{06528F32-FEDF-4131-A9AE-6C7D7751085D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F1_main_prauc_671">
            <a:extLst>
              <a:ext uri="{FF2B5EF4-FFF2-40B4-BE49-F238E27FC236}">
                <a16:creationId xmlns:a16="http://schemas.microsoft.com/office/drawing/2014/main" id="{A31F0A1D-311C-4448-825D-F060A01D782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F1_main_prauc_672">
            <a:extLst>
              <a:ext uri="{FF2B5EF4-FFF2-40B4-BE49-F238E27FC236}">
                <a16:creationId xmlns:a16="http://schemas.microsoft.com/office/drawing/2014/main" id="{5B247C64-BE83-4D37-B66D-C4830889B4B8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F1_main_prauc_673">
            <a:extLst>
              <a:ext uri="{FF2B5EF4-FFF2-40B4-BE49-F238E27FC236}">
                <a16:creationId xmlns:a16="http://schemas.microsoft.com/office/drawing/2014/main" id="{9452E9E1-68DD-4D16-894D-B0E09A4CF68D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F1_main_prauc_674">
            <a:extLst>
              <a:ext uri="{FF2B5EF4-FFF2-40B4-BE49-F238E27FC236}">
                <a16:creationId xmlns:a16="http://schemas.microsoft.com/office/drawing/2014/main" id="{47E8367A-E4E7-4594-BAFD-76113E254CE0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F1_main_prauc_675">
            <a:extLst>
              <a:ext uri="{FF2B5EF4-FFF2-40B4-BE49-F238E27FC236}">
                <a16:creationId xmlns:a16="http://schemas.microsoft.com/office/drawing/2014/main" id="{2C9BE8A1-F1A6-4AAC-8DC2-D23516D7C8D5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F1_main_prauc_676">
            <a:extLst>
              <a:ext uri="{FF2B5EF4-FFF2-40B4-BE49-F238E27FC236}">
                <a16:creationId xmlns:a16="http://schemas.microsoft.com/office/drawing/2014/main" id="{3B794EF9-2B62-498B-9DB0-DF4548B64E10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F1_main_prauc_677">
            <a:extLst>
              <a:ext uri="{FF2B5EF4-FFF2-40B4-BE49-F238E27FC236}">
                <a16:creationId xmlns:a16="http://schemas.microsoft.com/office/drawing/2014/main" id="{F3D278E7-CACC-448E-837E-D4E18833EAB4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F1_main_prauc_678">
            <a:extLst>
              <a:ext uri="{FF2B5EF4-FFF2-40B4-BE49-F238E27FC236}">
                <a16:creationId xmlns:a16="http://schemas.microsoft.com/office/drawing/2014/main" id="{306B03B9-04E5-4491-981E-43A33D2F00A1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F1_main_prauc_679">
            <a:extLst>
              <a:ext uri="{FF2B5EF4-FFF2-40B4-BE49-F238E27FC236}">
                <a16:creationId xmlns:a16="http://schemas.microsoft.com/office/drawing/2014/main" id="{AB5F1035-D2B6-4B63-849D-4BBB9CC3059D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F1_main_prauc_680">
            <a:extLst>
              <a:ext uri="{FF2B5EF4-FFF2-40B4-BE49-F238E27FC236}">
                <a16:creationId xmlns:a16="http://schemas.microsoft.com/office/drawing/2014/main" id="{6903CE8C-0626-4C59-B15B-F9BA9B3E3F55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F1_main_prauc_681">
            <a:extLst>
              <a:ext uri="{FF2B5EF4-FFF2-40B4-BE49-F238E27FC236}">
                <a16:creationId xmlns:a16="http://schemas.microsoft.com/office/drawing/2014/main" id="{356DCF2A-4609-49F2-83A7-0632DF721833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F1_main_prauc_682">
            <a:extLst>
              <a:ext uri="{FF2B5EF4-FFF2-40B4-BE49-F238E27FC236}">
                <a16:creationId xmlns:a16="http://schemas.microsoft.com/office/drawing/2014/main" id="{0801CA0F-0992-4E03-A188-862104EB217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F1_main_prauc_683">
            <a:extLst>
              <a:ext uri="{FF2B5EF4-FFF2-40B4-BE49-F238E27FC236}">
                <a16:creationId xmlns:a16="http://schemas.microsoft.com/office/drawing/2014/main" id="{1EAC5823-FDA6-4A6E-94C1-00BC123E0547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F1_main_prauc_684">
            <a:extLst>
              <a:ext uri="{FF2B5EF4-FFF2-40B4-BE49-F238E27FC236}">
                <a16:creationId xmlns:a16="http://schemas.microsoft.com/office/drawing/2014/main" id="{9F9F793F-A871-4761-A0C9-D8BED6F21B4F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F1_main_prauc_685">
            <a:extLst>
              <a:ext uri="{FF2B5EF4-FFF2-40B4-BE49-F238E27FC236}">
                <a16:creationId xmlns:a16="http://schemas.microsoft.com/office/drawing/2014/main" id="{A069E284-5D4E-49C4-8BE9-A4E0156A27B1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F1_main_prauc_686">
            <a:extLst>
              <a:ext uri="{FF2B5EF4-FFF2-40B4-BE49-F238E27FC236}">
                <a16:creationId xmlns:a16="http://schemas.microsoft.com/office/drawing/2014/main" id="{50748A4C-079A-4B7D-92E8-95882ACD7504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F1_main_prauc_687">
            <a:extLst>
              <a:ext uri="{FF2B5EF4-FFF2-40B4-BE49-F238E27FC236}">
                <a16:creationId xmlns:a16="http://schemas.microsoft.com/office/drawing/2014/main" id="{2647F651-0B32-4965-AD07-4061ECA86332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F1_main_prauc_688">
            <a:extLst>
              <a:ext uri="{FF2B5EF4-FFF2-40B4-BE49-F238E27FC236}">
                <a16:creationId xmlns:a16="http://schemas.microsoft.com/office/drawing/2014/main" id="{081A2E8B-6326-4F6B-BFB2-CC04EE55CEA0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F1_main_prauc_689">
            <a:extLst>
              <a:ext uri="{FF2B5EF4-FFF2-40B4-BE49-F238E27FC236}">
                <a16:creationId xmlns:a16="http://schemas.microsoft.com/office/drawing/2014/main" id="{5754CB3D-330E-46EE-955B-F692D50B5850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F1_main_prauc_690">
            <a:extLst>
              <a:ext uri="{FF2B5EF4-FFF2-40B4-BE49-F238E27FC236}">
                <a16:creationId xmlns:a16="http://schemas.microsoft.com/office/drawing/2014/main" id="{775570FA-FA81-45BF-8E5A-B42BD79A4E95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F1_main_prauc_691">
            <a:extLst>
              <a:ext uri="{FF2B5EF4-FFF2-40B4-BE49-F238E27FC236}">
                <a16:creationId xmlns:a16="http://schemas.microsoft.com/office/drawing/2014/main" id="{7636B180-C216-48AC-8913-3FAD375E938B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F1_main_prauc_692">
            <a:extLst>
              <a:ext uri="{FF2B5EF4-FFF2-40B4-BE49-F238E27FC236}">
                <a16:creationId xmlns:a16="http://schemas.microsoft.com/office/drawing/2014/main" id="{BC2660B8-A9BE-4235-890B-A6089AAF8907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F1_main_prauc_693">
            <a:extLst>
              <a:ext uri="{FF2B5EF4-FFF2-40B4-BE49-F238E27FC236}">
                <a16:creationId xmlns:a16="http://schemas.microsoft.com/office/drawing/2014/main" id="{A3F91FA9-E071-4CD0-BC35-17976CDE3F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F1_main_prauc_694">
            <a:extLst>
              <a:ext uri="{FF2B5EF4-FFF2-40B4-BE49-F238E27FC236}">
                <a16:creationId xmlns:a16="http://schemas.microsoft.com/office/drawing/2014/main" id="{42D60DFB-9690-434E-9CF2-7CA4F540B533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F1_main_prauc_695">
            <a:extLst>
              <a:ext uri="{FF2B5EF4-FFF2-40B4-BE49-F238E27FC236}">
                <a16:creationId xmlns:a16="http://schemas.microsoft.com/office/drawing/2014/main" id="{10375280-BD0E-4969-BA2C-02675D94F0E8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F1_main_prauc_696">
            <a:extLst>
              <a:ext uri="{FF2B5EF4-FFF2-40B4-BE49-F238E27FC236}">
                <a16:creationId xmlns:a16="http://schemas.microsoft.com/office/drawing/2014/main" id="{06DF375F-A885-48E1-9F18-1ADB432FEA61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F1_main_prauc_697">
            <a:extLst>
              <a:ext uri="{FF2B5EF4-FFF2-40B4-BE49-F238E27FC236}">
                <a16:creationId xmlns:a16="http://schemas.microsoft.com/office/drawing/2014/main" id="{20B71CB8-5351-42CC-BE78-C95FC69948ED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F1_main_prauc_698">
            <a:extLst>
              <a:ext uri="{FF2B5EF4-FFF2-40B4-BE49-F238E27FC236}">
                <a16:creationId xmlns:a16="http://schemas.microsoft.com/office/drawing/2014/main" id="{FCA79007-46F1-4CFA-A861-636A5D168C6E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F1_main_prauc_699">
            <a:extLst>
              <a:ext uri="{FF2B5EF4-FFF2-40B4-BE49-F238E27FC236}">
                <a16:creationId xmlns:a16="http://schemas.microsoft.com/office/drawing/2014/main" id="{76E6072F-9D69-4B79-A67E-3F2D7538CC94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F1_main_prauc_700">
            <a:extLst>
              <a:ext uri="{FF2B5EF4-FFF2-40B4-BE49-F238E27FC236}">
                <a16:creationId xmlns:a16="http://schemas.microsoft.com/office/drawing/2014/main" id="{7BEB5B37-1A11-48C1-B166-48F0D26444AF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F1_main_prauc_701">
            <a:extLst>
              <a:ext uri="{FF2B5EF4-FFF2-40B4-BE49-F238E27FC236}">
                <a16:creationId xmlns:a16="http://schemas.microsoft.com/office/drawing/2014/main" id="{82523E53-CC15-423E-BFE2-BBDAD094A391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F1_main_prauc_702">
            <a:extLst>
              <a:ext uri="{FF2B5EF4-FFF2-40B4-BE49-F238E27FC236}">
                <a16:creationId xmlns:a16="http://schemas.microsoft.com/office/drawing/2014/main" id="{7ED67FC6-0FCB-4D85-AA2F-C70B19CC782E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F1_main_prauc_703">
            <a:extLst>
              <a:ext uri="{FF2B5EF4-FFF2-40B4-BE49-F238E27FC236}">
                <a16:creationId xmlns:a16="http://schemas.microsoft.com/office/drawing/2014/main" id="{018406A1-5792-469B-BF2E-DFC3DC4B18DE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F1_main_prauc_704">
            <a:extLst>
              <a:ext uri="{FF2B5EF4-FFF2-40B4-BE49-F238E27FC236}">
                <a16:creationId xmlns:a16="http://schemas.microsoft.com/office/drawing/2014/main" id="{9FCE08F4-DED1-45C0-99B4-E215FD7D9AC1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F1_main_prauc_705">
            <a:extLst>
              <a:ext uri="{FF2B5EF4-FFF2-40B4-BE49-F238E27FC236}">
                <a16:creationId xmlns:a16="http://schemas.microsoft.com/office/drawing/2014/main" id="{E4F0FDB3-251A-424C-96ED-567CAD5D3359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F1_main_prauc_706">
            <a:extLst>
              <a:ext uri="{FF2B5EF4-FFF2-40B4-BE49-F238E27FC236}">
                <a16:creationId xmlns:a16="http://schemas.microsoft.com/office/drawing/2014/main" id="{B1F13F01-396D-4691-8C31-35A116F1269A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F1_main_prauc_707">
            <a:extLst>
              <a:ext uri="{FF2B5EF4-FFF2-40B4-BE49-F238E27FC236}">
                <a16:creationId xmlns:a16="http://schemas.microsoft.com/office/drawing/2014/main" id="{B990E8E4-C5D7-4EB8-82AC-3390D5340C8E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F1_main_prauc_708">
            <a:extLst>
              <a:ext uri="{FF2B5EF4-FFF2-40B4-BE49-F238E27FC236}">
                <a16:creationId xmlns:a16="http://schemas.microsoft.com/office/drawing/2014/main" id="{51242427-35B8-4A85-99DB-CFB2A0D60867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F1_main_prauc_709">
            <a:extLst>
              <a:ext uri="{FF2B5EF4-FFF2-40B4-BE49-F238E27FC236}">
                <a16:creationId xmlns:a16="http://schemas.microsoft.com/office/drawing/2014/main" id="{DD891E04-567C-4595-8BEB-B594E45D1D0F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F1_main_prauc_710">
            <a:extLst>
              <a:ext uri="{FF2B5EF4-FFF2-40B4-BE49-F238E27FC236}">
                <a16:creationId xmlns:a16="http://schemas.microsoft.com/office/drawing/2014/main" id="{1403B0DD-A024-40D3-A4DF-4A678F5DC13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F1_main_prauc_711">
            <a:extLst>
              <a:ext uri="{FF2B5EF4-FFF2-40B4-BE49-F238E27FC236}">
                <a16:creationId xmlns:a16="http://schemas.microsoft.com/office/drawing/2014/main" id="{3E76149F-F620-4ADB-A7AE-2FA1782D1DE5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F1_main_prauc_712">
            <a:extLst>
              <a:ext uri="{FF2B5EF4-FFF2-40B4-BE49-F238E27FC236}">
                <a16:creationId xmlns:a16="http://schemas.microsoft.com/office/drawing/2014/main" id="{FCC7CD32-0454-47BA-AFD7-7DE57AAACF9C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F1_main_prauc_713">
            <a:extLst>
              <a:ext uri="{FF2B5EF4-FFF2-40B4-BE49-F238E27FC236}">
                <a16:creationId xmlns:a16="http://schemas.microsoft.com/office/drawing/2014/main" id="{6FD0AF16-FD54-4D11-90AC-75636A79E24F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F1_main_prauc_714">
            <a:extLst>
              <a:ext uri="{FF2B5EF4-FFF2-40B4-BE49-F238E27FC236}">
                <a16:creationId xmlns:a16="http://schemas.microsoft.com/office/drawing/2014/main" id="{95C551F4-8DB8-4D2F-8443-0D8E8E19C673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F1_main_prauc_715">
            <a:extLst>
              <a:ext uri="{FF2B5EF4-FFF2-40B4-BE49-F238E27FC236}">
                <a16:creationId xmlns:a16="http://schemas.microsoft.com/office/drawing/2014/main" id="{2CBE2801-670A-4D44-B5BA-751A75EEA3D4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F1_main_prauc_716">
            <a:extLst>
              <a:ext uri="{FF2B5EF4-FFF2-40B4-BE49-F238E27FC236}">
                <a16:creationId xmlns:a16="http://schemas.microsoft.com/office/drawing/2014/main" id="{AEBE6EA7-1D7E-4195-82C7-D39B869BD504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F1_main_prauc_717">
            <a:extLst>
              <a:ext uri="{FF2B5EF4-FFF2-40B4-BE49-F238E27FC236}">
                <a16:creationId xmlns:a16="http://schemas.microsoft.com/office/drawing/2014/main" id="{C3EDDA0C-90F0-412A-87AE-7B1DC851E713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F1_main_prauc_718">
            <a:extLst>
              <a:ext uri="{FF2B5EF4-FFF2-40B4-BE49-F238E27FC236}">
                <a16:creationId xmlns:a16="http://schemas.microsoft.com/office/drawing/2014/main" id="{97E39EDF-E936-49FC-86BF-DACC6099CC30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F1_main_prauc_719">
            <a:extLst>
              <a:ext uri="{FF2B5EF4-FFF2-40B4-BE49-F238E27FC236}">
                <a16:creationId xmlns:a16="http://schemas.microsoft.com/office/drawing/2014/main" id="{7A2134A3-F457-4312-B0FC-B92843CFB841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F1_main_prauc_720">
            <a:extLst>
              <a:ext uri="{FF2B5EF4-FFF2-40B4-BE49-F238E27FC236}">
                <a16:creationId xmlns:a16="http://schemas.microsoft.com/office/drawing/2014/main" id="{7FBA866E-488E-435E-8A11-F45F76FF7DF0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F1_main_prauc_721">
            <a:extLst>
              <a:ext uri="{FF2B5EF4-FFF2-40B4-BE49-F238E27FC236}">
                <a16:creationId xmlns:a16="http://schemas.microsoft.com/office/drawing/2014/main" id="{187A277F-79F7-462B-991D-9FAB7E5E1EF8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F1_main_prauc_722">
            <a:extLst>
              <a:ext uri="{FF2B5EF4-FFF2-40B4-BE49-F238E27FC236}">
                <a16:creationId xmlns:a16="http://schemas.microsoft.com/office/drawing/2014/main" id="{860CB7CF-0F35-4D00-8E95-5AB5CCFCB0A4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F1_main_prauc_723">
            <a:extLst>
              <a:ext uri="{FF2B5EF4-FFF2-40B4-BE49-F238E27FC236}">
                <a16:creationId xmlns:a16="http://schemas.microsoft.com/office/drawing/2014/main" id="{D504CDAC-A870-44B6-A85D-F88A709B2E9F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F1_main_prauc_724">
            <a:extLst>
              <a:ext uri="{FF2B5EF4-FFF2-40B4-BE49-F238E27FC236}">
                <a16:creationId xmlns:a16="http://schemas.microsoft.com/office/drawing/2014/main" id="{5EDDE3D4-53A9-42A4-B624-AF2473D05CDB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F1_main_prauc_725">
            <a:extLst>
              <a:ext uri="{FF2B5EF4-FFF2-40B4-BE49-F238E27FC236}">
                <a16:creationId xmlns:a16="http://schemas.microsoft.com/office/drawing/2014/main" id="{94E06AA3-8132-412F-93AB-94133EC28E7D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F1_main_prauc_726">
            <a:extLst>
              <a:ext uri="{FF2B5EF4-FFF2-40B4-BE49-F238E27FC236}">
                <a16:creationId xmlns:a16="http://schemas.microsoft.com/office/drawing/2014/main" id="{9BE3ED75-F9E6-4B94-93D5-9C9F5664B42B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F1_main_prauc_727">
            <a:extLst>
              <a:ext uri="{FF2B5EF4-FFF2-40B4-BE49-F238E27FC236}">
                <a16:creationId xmlns:a16="http://schemas.microsoft.com/office/drawing/2014/main" id="{04A75DA9-27FE-42DD-82F7-C09AA1B064BD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F1_main_prauc_728">
            <a:extLst>
              <a:ext uri="{FF2B5EF4-FFF2-40B4-BE49-F238E27FC236}">
                <a16:creationId xmlns:a16="http://schemas.microsoft.com/office/drawing/2014/main" id="{AFCFD055-7BEB-4B7F-807A-BAE138BF2B0E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F1_main_prauc_729">
            <a:extLst>
              <a:ext uri="{FF2B5EF4-FFF2-40B4-BE49-F238E27FC236}">
                <a16:creationId xmlns:a16="http://schemas.microsoft.com/office/drawing/2014/main" id="{275741BA-B356-4A09-B09F-33250E425E41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F1_main_prauc_730">
            <a:extLst>
              <a:ext uri="{FF2B5EF4-FFF2-40B4-BE49-F238E27FC236}">
                <a16:creationId xmlns:a16="http://schemas.microsoft.com/office/drawing/2014/main" id="{2CEEB324-8C27-48B9-97DF-98682854466B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F1_main_prauc_731">
            <a:extLst>
              <a:ext uri="{FF2B5EF4-FFF2-40B4-BE49-F238E27FC236}">
                <a16:creationId xmlns:a16="http://schemas.microsoft.com/office/drawing/2014/main" id="{7ECE02E5-C517-4DE9-B8A5-4B7B2558FC7E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F1_main_prauc_732">
            <a:extLst>
              <a:ext uri="{FF2B5EF4-FFF2-40B4-BE49-F238E27FC236}">
                <a16:creationId xmlns:a16="http://schemas.microsoft.com/office/drawing/2014/main" id="{D68D0280-54B4-4F50-81AE-7B88B28266BE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F1_main_prauc_733">
            <a:extLst>
              <a:ext uri="{FF2B5EF4-FFF2-40B4-BE49-F238E27FC236}">
                <a16:creationId xmlns:a16="http://schemas.microsoft.com/office/drawing/2014/main" id="{DC769B93-ABEC-480F-B8AB-FE603FDDF685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F1_main_prauc_734">
            <a:extLst>
              <a:ext uri="{FF2B5EF4-FFF2-40B4-BE49-F238E27FC236}">
                <a16:creationId xmlns:a16="http://schemas.microsoft.com/office/drawing/2014/main" id="{09F2A5E5-DCBB-46F2-AC01-BD028090CB12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F1_main_prauc_735">
            <a:extLst>
              <a:ext uri="{FF2B5EF4-FFF2-40B4-BE49-F238E27FC236}">
                <a16:creationId xmlns:a16="http://schemas.microsoft.com/office/drawing/2014/main" id="{93471C99-81A3-4E31-973C-BB6B5D4E5E8D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F1_main_prauc_736">
            <a:extLst>
              <a:ext uri="{FF2B5EF4-FFF2-40B4-BE49-F238E27FC236}">
                <a16:creationId xmlns:a16="http://schemas.microsoft.com/office/drawing/2014/main" id="{6711B9F2-B075-4055-9DAA-93A1E9C4141D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F1_main_prauc_737">
            <a:extLst>
              <a:ext uri="{FF2B5EF4-FFF2-40B4-BE49-F238E27FC236}">
                <a16:creationId xmlns:a16="http://schemas.microsoft.com/office/drawing/2014/main" id="{9B45DDB0-8CE5-425B-8FAF-DFB0E330BBFF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F1_main_prauc_738">
            <a:extLst>
              <a:ext uri="{FF2B5EF4-FFF2-40B4-BE49-F238E27FC236}">
                <a16:creationId xmlns:a16="http://schemas.microsoft.com/office/drawing/2014/main" id="{8CCB302E-575A-4B0B-A3B1-F6EFFC79CD31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F1_main_prauc_739">
            <a:extLst>
              <a:ext uri="{FF2B5EF4-FFF2-40B4-BE49-F238E27FC236}">
                <a16:creationId xmlns:a16="http://schemas.microsoft.com/office/drawing/2014/main" id="{3B0989D5-64E9-49A0-AC44-EDD01C89736C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F1_main_prauc_740">
            <a:extLst>
              <a:ext uri="{FF2B5EF4-FFF2-40B4-BE49-F238E27FC236}">
                <a16:creationId xmlns:a16="http://schemas.microsoft.com/office/drawing/2014/main" id="{75D32290-41A1-4C95-BF1E-EFE3948E142D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F1_main_prauc_741">
            <a:extLst>
              <a:ext uri="{FF2B5EF4-FFF2-40B4-BE49-F238E27FC236}">
                <a16:creationId xmlns:a16="http://schemas.microsoft.com/office/drawing/2014/main" id="{FAB2631B-C5C6-41A4-B5C4-30866CAF3558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F1_main_prauc_742">
            <a:extLst>
              <a:ext uri="{FF2B5EF4-FFF2-40B4-BE49-F238E27FC236}">
                <a16:creationId xmlns:a16="http://schemas.microsoft.com/office/drawing/2014/main" id="{C879ECA9-AEB5-4248-9A76-191FE0587C03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F1_main_prauc_743">
            <a:extLst>
              <a:ext uri="{FF2B5EF4-FFF2-40B4-BE49-F238E27FC236}">
                <a16:creationId xmlns:a16="http://schemas.microsoft.com/office/drawing/2014/main" id="{69A9E071-DA04-4F76-AD07-61B36B921D8A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F1_main_prauc_744">
            <a:extLst>
              <a:ext uri="{FF2B5EF4-FFF2-40B4-BE49-F238E27FC236}">
                <a16:creationId xmlns:a16="http://schemas.microsoft.com/office/drawing/2014/main" id="{5EEBB27B-632B-4106-9355-26CDB704291E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F1_main_prauc_745">
            <a:extLst>
              <a:ext uri="{FF2B5EF4-FFF2-40B4-BE49-F238E27FC236}">
                <a16:creationId xmlns:a16="http://schemas.microsoft.com/office/drawing/2014/main" id="{9A75D480-38E8-4911-9A62-03D02C4453E4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F1_main_prauc_746">
            <a:extLst>
              <a:ext uri="{FF2B5EF4-FFF2-40B4-BE49-F238E27FC236}">
                <a16:creationId xmlns:a16="http://schemas.microsoft.com/office/drawing/2014/main" id="{C3489186-0C69-49EA-ABFA-F5980354BBDA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F1_main_prauc_747">
            <a:extLst>
              <a:ext uri="{FF2B5EF4-FFF2-40B4-BE49-F238E27FC236}">
                <a16:creationId xmlns:a16="http://schemas.microsoft.com/office/drawing/2014/main" id="{E8C5B36D-49B4-41E5-B5F1-EB0F068F0E90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F1_main_prauc_748">
            <a:extLst>
              <a:ext uri="{FF2B5EF4-FFF2-40B4-BE49-F238E27FC236}">
                <a16:creationId xmlns:a16="http://schemas.microsoft.com/office/drawing/2014/main" id="{295A9F75-BAAF-4396-82A2-F700861B31EA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F1_main_prauc_749">
            <a:extLst>
              <a:ext uri="{FF2B5EF4-FFF2-40B4-BE49-F238E27FC236}">
                <a16:creationId xmlns:a16="http://schemas.microsoft.com/office/drawing/2014/main" id="{8861019B-C7E9-454B-8174-5F8416D79E1D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F1_main_prauc_750">
            <a:extLst>
              <a:ext uri="{FF2B5EF4-FFF2-40B4-BE49-F238E27FC236}">
                <a16:creationId xmlns:a16="http://schemas.microsoft.com/office/drawing/2014/main" id="{3016BEAE-8C38-400D-9D22-83250E966CA3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F1_main_prauc_751">
            <a:extLst>
              <a:ext uri="{FF2B5EF4-FFF2-40B4-BE49-F238E27FC236}">
                <a16:creationId xmlns:a16="http://schemas.microsoft.com/office/drawing/2014/main" id="{9ED10B8E-8F21-4E30-8FCE-006A27DA4087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F1_main_prauc_752">
            <a:extLst>
              <a:ext uri="{FF2B5EF4-FFF2-40B4-BE49-F238E27FC236}">
                <a16:creationId xmlns:a16="http://schemas.microsoft.com/office/drawing/2014/main" id="{CEF8B913-0BC7-452F-B84A-9E3168784539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F1_main_prauc_753">
            <a:extLst>
              <a:ext uri="{FF2B5EF4-FFF2-40B4-BE49-F238E27FC236}">
                <a16:creationId xmlns:a16="http://schemas.microsoft.com/office/drawing/2014/main" id="{39CEB490-45B5-46FE-A92F-A061007286CF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F1_main_prauc_754">
            <a:extLst>
              <a:ext uri="{FF2B5EF4-FFF2-40B4-BE49-F238E27FC236}">
                <a16:creationId xmlns:a16="http://schemas.microsoft.com/office/drawing/2014/main" id="{EF64602A-38CC-4037-A608-6AD9965820BF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F1_main_prauc_755">
            <a:extLst>
              <a:ext uri="{FF2B5EF4-FFF2-40B4-BE49-F238E27FC236}">
                <a16:creationId xmlns:a16="http://schemas.microsoft.com/office/drawing/2014/main" id="{919984E4-BBD1-4A5D-9D52-C7E904D63E1B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F1_main_prauc_756">
            <a:extLst>
              <a:ext uri="{FF2B5EF4-FFF2-40B4-BE49-F238E27FC236}">
                <a16:creationId xmlns:a16="http://schemas.microsoft.com/office/drawing/2014/main" id="{E761EC6A-EECF-45F4-93D0-E2FD3E8AB0B7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F1_main_prauc_757">
            <a:extLst>
              <a:ext uri="{FF2B5EF4-FFF2-40B4-BE49-F238E27FC236}">
                <a16:creationId xmlns:a16="http://schemas.microsoft.com/office/drawing/2014/main" id="{6C7F03B9-D4C4-4C96-B625-29E987E02EE6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F1_main_prauc_758">
            <a:extLst>
              <a:ext uri="{FF2B5EF4-FFF2-40B4-BE49-F238E27FC236}">
                <a16:creationId xmlns:a16="http://schemas.microsoft.com/office/drawing/2014/main" id="{789F0924-E4F4-4A38-80F3-F0A56D090E41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F1_main_prauc_759">
            <a:extLst>
              <a:ext uri="{FF2B5EF4-FFF2-40B4-BE49-F238E27FC236}">
                <a16:creationId xmlns:a16="http://schemas.microsoft.com/office/drawing/2014/main" id="{6D85FF52-A254-4CEF-9881-35081438929E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F1_main_prauc_760">
            <a:extLst>
              <a:ext uri="{FF2B5EF4-FFF2-40B4-BE49-F238E27FC236}">
                <a16:creationId xmlns:a16="http://schemas.microsoft.com/office/drawing/2014/main" id="{5E9FC5E5-EB99-4F67-93F1-88DCD604DA60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F1_main_prauc_761">
            <a:extLst>
              <a:ext uri="{FF2B5EF4-FFF2-40B4-BE49-F238E27FC236}">
                <a16:creationId xmlns:a16="http://schemas.microsoft.com/office/drawing/2014/main" id="{9C6D03B9-9512-4091-B95B-5AC2EAB1ACBB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F1_main_prauc_762">
            <a:extLst>
              <a:ext uri="{FF2B5EF4-FFF2-40B4-BE49-F238E27FC236}">
                <a16:creationId xmlns:a16="http://schemas.microsoft.com/office/drawing/2014/main" id="{9EA1BD4B-99BD-43EB-AB2A-03DA3B1ACA5D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F1_main_prauc_763">
            <a:extLst>
              <a:ext uri="{FF2B5EF4-FFF2-40B4-BE49-F238E27FC236}">
                <a16:creationId xmlns:a16="http://schemas.microsoft.com/office/drawing/2014/main" id="{B3233322-4BD9-46EA-A607-EE0F00FA44F0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F1_main_prauc_764">
            <a:extLst>
              <a:ext uri="{FF2B5EF4-FFF2-40B4-BE49-F238E27FC236}">
                <a16:creationId xmlns:a16="http://schemas.microsoft.com/office/drawing/2014/main" id="{C13D167C-38E3-4403-BA2D-D9D82AAAA2B9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F1_main_prauc_765">
            <a:extLst>
              <a:ext uri="{FF2B5EF4-FFF2-40B4-BE49-F238E27FC236}">
                <a16:creationId xmlns:a16="http://schemas.microsoft.com/office/drawing/2014/main" id="{1F22F2A7-5628-4DF0-B484-B2DCE53A4002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F1_main_prauc_766">
            <a:extLst>
              <a:ext uri="{FF2B5EF4-FFF2-40B4-BE49-F238E27FC236}">
                <a16:creationId xmlns:a16="http://schemas.microsoft.com/office/drawing/2014/main" id="{C7A953C0-7A75-49B0-8B60-0F12A2760C8A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F1_main_prauc_767">
            <a:extLst>
              <a:ext uri="{FF2B5EF4-FFF2-40B4-BE49-F238E27FC236}">
                <a16:creationId xmlns:a16="http://schemas.microsoft.com/office/drawing/2014/main" id="{C96B88CC-88B0-4EC6-8309-73A03087A253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F1_main_prauc_768">
            <a:extLst>
              <a:ext uri="{FF2B5EF4-FFF2-40B4-BE49-F238E27FC236}">
                <a16:creationId xmlns:a16="http://schemas.microsoft.com/office/drawing/2014/main" id="{49473C21-6748-4FDB-83F9-DC09DAA61059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F1_main_prauc_769">
            <a:extLst>
              <a:ext uri="{FF2B5EF4-FFF2-40B4-BE49-F238E27FC236}">
                <a16:creationId xmlns:a16="http://schemas.microsoft.com/office/drawing/2014/main" id="{F5B1F76E-C4D8-4AE9-BA94-8FBC092F0C50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F1_main_prauc_770">
            <a:extLst>
              <a:ext uri="{FF2B5EF4-FFF2-40B4-BE49-F238E27FC236}">
                <a16:creationId xmlns:a16="http://schemas.microsoft.com/office/drawing/2014/main" id="{49D2D035-2E32-4024-A53F-BDFB3E9BFB39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F1_main_prauc_771">
            <a:extLst>
              <a:ext uri="{FF2B5EF4-FFF2-40B4-BE49-F238E27FC236}">
                <a16:creationId xmlns:a16="http://schemas.microsoft.com/office/drawing/2014/main" id="{AADBC412-1993-46AD-B6AB-13AF898040CA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F1_main_prauc_772">
            <a:extLst>
              <a:ext uri="{FF2B5EF4-FFF2-40B4-BE49-F238E27FC236}">
                <a16:creationId xmlns:a16="http://schemas.microsoft.com/office/drawing/2014/main" id="{0E82BBB3-0C52-4683-A83C-72C2DF09B110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F1_main_prauc_773">
            <a:extLst>
              <a:ext uri="{FF2B5EF4-FFF2-40B4-BE49-F238E27FC236}">
                <a16:creationId xmlns:a16="http://schemas.microsoft.com/office/drawing/2014/main" id="{8699B4FE-531D-4223-9052-FD96F7A84EA9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F1_main_prauc_774">
            <a:extLst>
              <a:ext uri="{FF2B5EF4-FFF2-40B4-BE49-F238E27FC236}">
                <a16:creationId xmlns:a16="http://schemas.microsoft.com/office/drawing/2014/main" id="{CB2C7CDB-F75A-4A84-BCC0-9851CFA58714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F1_main_prauc_775">
            <a:extLst>
              <a:ext uri="{FF2B5EF4-FFF2-40B4-BE49-F238E27FC236}">
                <a16:creationId xmlns:a16="http://schemas.microsoft.com/office/drawing/2014/main" id="{70449FBB-E8C1-4328-BA84-0064E8D17EDD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F1_main_prauc_776">
            <a:extLst>
              <a:ext uri="{FF2B5EF4-FFF2-40B4-BE49-F238E27FC236}">
                <a16:creationId xmlns:a16="http://schemas.microsoft.com/office/drawing/2014/main" id="{A1F9C3E2-8A88-4EAB-8358-02184BDF3783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F1_main_prauc_777">
            <a:extLst>
              <a:ext uri="{FF2B5EF4-FFF2-40B4-BE49-F238E27FC236}">
                <a16:creationId xmlns:a16="http://schemas.microsoft.com/office/drawing/2014/main" id="{BB8CB7F1-C448-4E7A-B658-F8201E9C5135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F1_main_prauc_778">
            <a:extLst>
              <a:ext uri="{FF2B5EF4-FFF2-40B4-BE49-F238E27FC236}">
                <a16:creationId xmlns:a16="http://schemas.microsoft.com/office/drawing/2014/main" id="{CB98FA13-F117-408B-9817-58A18871CBC5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F1_main_prauc_779">
            <a:extLst>
              <a:ext uri="{FF2B5EF4-FFF2-40B4-BE49-F238E27FC236}">
                <a16:creationId xmlns:a16="http://schemas.microsoft.com/office/drawing/2014/main" id="{BB2D1A88-3DBD-47C6-BFD9-B04D82FE92F5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F1_main_prauc_780">
            <a:extLst>
              <a:ext uri="{FF2B5EF4-FFF2-40B4-BE49-F238E27FC236}">
                <a16:creationId xmlns:a16="http://schemas.microsoft.com/office/drawing/2014/main" id="{78D502CE-96C2-4A9D-8459-B7A889E1FE10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F1_main_prauc_781">
            <a:extLst>
              <a:ext uri="{FF2B5EF4-FFF2-40B4-BE49-F238E27FC236}">
                <a16:creationId xmlns:a16="http://schemas.microsoft.com/office/drawing/2014/main" id="{906ED590-B693-4653-A3E6-2BABA5DDA663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F1_main_prauc_782">
            <a:extLst>
              <a:ext uri="{FF2B5EF4-FFF2-40B4-BE49-F238E27FC236}">
                <a16:creationId xmlns:a16="http://schemas.microsoft.com/office/drawing/2014/main" id="{25672B50-E80C-45E6-AE32-90EBBC8C60F7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F1_main_prauc_783">
            <a:extLst>
              <a:ext uri="{FF2B5EF4-FFF2-40B4-BE49-F238E27FC236}">
                <a16:creationId xmlns:a16="http://schemas.microsoft.com/office/drawing/2014/main" id="{9D2CEA56-E05F-4EF0-8EE9-8783F54FE573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F1_main_prauc_784">
            <a:extLst>
              <a:ext uri="{FF2B5EF4-FFF2-40B4-BE49-F238E27FC236}">
                <a16:creationId xmlns:a16="http://schemas.microsoft.com/office/drawing/2014/main" id="{9B226240-BF59-42C0-9831-8CF5E9E5C773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F1_main_prauc_785">
            <a:extLst>
              <a:ext uri="{FF2B5EF4-FFF2-40B4-BE49-F238E27FC236}">
                <a16:creationId xmlns:a16="http://schemas.microsoft.com/office/drawing/2014/main" id="{D7763F23-97F6-419D-AFEE-D85294BC5263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F1_main_prauc_786">
            <a:extLst>
              <a:ext uri="{FF2B5EF4-FFF2-40B4-BE49-F238E27FC236}">
                <a16:creationId xmlns:a16="http://schemas.microsoft.com/office/drawing/2014/main" id="{C9461676-0883-4BD5-BE0A-B3A63B264C2B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F1_main_prauc_787">
            <a:extLst>
              <a:ext uri="{FF2B5EF4-FFF2-40B4-BE49-F238E27FC236}">
                <a16:creationId xmlns:a16="http://schemas.microsoft.com/office/drawing/2014/main" id="{DDADD015-A1F9-49E4-8A4D-84BC58468052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F1_main_prauc_788">
            <a:extLst>
              <a:ext uri="{FF2B5EF4-FFF2-40B4-BE49-F238E27FC236}">
                <a16:creationId xmlns:a16="http://schemas.microsoft.com/office/drawing/2014/main" id="{4AE7A52B-8866-4F6F-B9F7-A197C5CA1B33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F1_main_prauc_789">
            <a:extLst>
              <a:ext uri="{FF2B5EF4-FFF2-40B4-BE49-F238E27FC236}">
                <a16:creationId xmlns:a16="http://schemas.microsoft.com/office/drawing/2014/main" id="{F173A755-FF8F-4836-A939-88AC73272E64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F1_main_prauc_790">
            <a:extLst>
              <a:ext uri="{FF2B5EF4-FFF2-40B4-BE49-F238E27FC236}">
                <a16:creationId xmlns:a16="http://schemas.microsoft.com/office/drawing/2014/main" id="{60FCC518-970F-495F-9C90-B79FE1946C6D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F1_main_prauc_791">
            <a:extLst>
              <a:ext uri="{FF2B5EF4-FFF2-40B4-BE49-F238E27FC236}">
                <a16:creationId xmlns:a16="http://schemas.microsoft.com/office/drawing/2014/main" id="{35AF9A20-80D2-4DD0-B9A7-D9FD50B461D2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F1_main_prauc_792">
            <a:extLst>
              <a:ext uri="{FF2B5EF4-FFF2-40B4-BE49-F238E27FC236}">
                <a16:creationId xmlns:a16="http://schemas.microsoft.com/office/drawing/2014/main" id="{15DBAED3-6DE1-4BC7-9EC7-257D6B4E42C4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F1_main_prauc_793">
            <a:extLst>
              <a:ext uri="{FF2B5EF4-FFF2-40B4-BE49-F238E27FC236}">
                <a16:creationId xmlns:a16="http://schemas.microsoft.com/office/drawing/2014/main" id="{6BBB9498-549F-410B-A80B-A1A050D18151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F1_main_prauc_794">
            <a:extLst>
              <a:ext uri="{FF2B5EF4-FFF2-40B4-BE49-F238E27FC236}">
                <a16:creationId xmlns:a16="http://schemas.microsoft.com/office/drawing/2014/main" id="{B4F3F591-6078-47BF-A76C-FA6C46E8DE0D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F1_main_prauc_795">
            <a:extLst>
              <a:ext uri="{FF2B5EF4-FFF2-40B4-BE49-F238E27FC236}">
                <a16:creationId xmlns:a16="http://schemas.microsoft.com/office/drawing/2014/main" id="{A231D03E-E044-4A8A-95B9-26E90C213452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F1_main_prauc_796">
            <a:extLst>
              <a:ext uri="{FF2B5EF4-FFF2-40B4-BE49-F238E27FC236}">
                <a16:creationId xmlns:a16="http://schemas.microsoft.com/office/drawing/2014/main" id="{5BA8C5A8-46D1-4325-8708-F99128E19A52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F1_main_prauc_797">
            <a:extLst>
              <a:ext uri="{FF2B5EF4-FFF2-40B4-BE49-F238E27FC236}">
                <a16:creationId xmlns:a16="http://schemas.microsoft.com/office/drawing/2014/main" id="{20609941-D2F4-4176-96D4-862FD60DFCB9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F1_main_prauc_798">
            <a:extLst>
              <a:ext uri="{FF2B5EF4-FFF2-40B4-BE49-F238E27FC236}">
                <a16:creationId xmlns:a16="http://schemas.microsoft.com/office/drawing/2014/main" id="{D954AB60-D3AA-424A-A397-6C3EF5609610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F1_main_prauc_799">
            <a:extLst>
              <a:ext uri="{FF2B5EF4-FFF2-40B4-BE49-F238E27FC236}">
                <a16:creationId xmlns:a16="http://schemas.microsoft.com/office/drawing/2014/main" id="{8FCA85AE-49CA-4EE0-9129-E18EDC9BDC40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F1_main_prauc_800">
            <a:extLst>
              <a:ext uri="{FF2B5EF4-FFF2-40B4-BE49-F238E27FC236}">
                <a16:creationId xmlns:a16="http://schemas.microsoft.com/office/drawing/2014/main" id="{440D8B2C-9C93-4432-8FC5-5F20CDC87F8C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F1_main_prauc_801">
            <a:extLst>
              <a:ext uri="{FF2B5EF4-FFF2-40B4-BE49-F238E27FC236}">
                <a16:creationId xmlns:a16="http://schemas.microsoft.com/office/drawing/2014/main" id="{581AE7D1-39FD-46EC-9BFA-9107664A1C9D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F1_main_prauc_802">
            <a:extLst>
              <a:ext uri="{FF2B5EF4-FFF2-40B4-BE49-F238E27FC236}">
                <a16:creationId xmlns:a16="http://schemas.microsoft.com/office/drawing/2014/main" id="{8C331540-33B8-4040-96CC-CC27BF70E0B1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F1_main_prauc_803">
            <a:extLst>
              <a:ext uri="{FF2B5EF4-FFF2-40B4-BE49-F238E27FC236}">
                <a16:creationId xmlns:a16="http://schemas.microsoft.com/office/drawing/2014/main" id="{8E015E60-E2D3-43CA-A4DB-E5B25C312B09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F1_main_prauc_804">
            <a:extLst>
              <a:ext uri="{FF2B5EF4-FFF2-40B4-BE49-F238E27FC236}">
                <a16:creationId xmlns:a16="http://schemas.microsoft.com/office/drawing/2014/main" id="{FBAC5E6D-B128-424F-8A28-A08C1C5FF1EA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F1_main_prauc_805">
            <a:extLst>
              <a:ext uri="{FF2B5EF4-FFF2-40B4-BE49-F238E27FC236}">
                <a16:creationId xmlns:a16="http://schemas.microsoft.com/office/drawing/2014/main" id="{899B5A93-2CAE-4DED-AEF2-9688AEFF7101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F1_main_prauc_806">
            <a:extLst>
              <a:ext uri="{FF2B5EF4-FFF2-40B4-BE49-F238E27FC236}">
                <a16:creationId xmlns:a16="http://schemas.microsoft.com/office/drawing/2014/main" id="{18BB5B8E-E781-4CE9-9466-EF37DEA38B4C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F1_main_prauc_807">
            <a:extLst>
              <a:ext uri="{FF2B5EF4-FFF2-40B4-BE49-F238E27FC236}">
                <a16:creationId xmlns:a16="http://schemas.microsoft.com/office/drawing/2014/main" id="{35442949-D5A4-4F13-9283-9B34CDFCB86A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F1_main_prauc_808">
            <a:extLst>
              <a:ext uri="{FF2B5EF4-FFF2-40B4-BE49-F238E27FC236}">
                <a16:creationId xmlns:a16="http://schemas.microsoft.com/office/drawing/2014/main" id="{58FA6169-7E1C-4576-9D5A-833831E943DA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F1_main_prauc_809">
            <a:extLst>
              <a:ext uri="{FF2B5EF4-FFF2-40B4-BE49-F238E27FC236}">
                <a16:creationId xmlns:a16="http://schemas.microsoft.com/office/drawing/2014/main" id="{14839854-9B8C-4AB8-89AE-87CCE77DF4CA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F1_main_prauc_810">
            <a:extLst>
              <a:ext uri="{FF2B5EF4-FFF2-40B4-BE49-F238E27FC236}">
                <a16:creationId xmlns:a16="http://schemas.microsoft.com/office/drawing/2014/main" id="{80ECCFF9-6A42-43CF-8B90-0C4F08196FF1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F1_main_prauc_811">
            <a:extLst>
              <a:ext uri="{FF2B5EF4-FFF2-40B4-BE49-F238E27FC236}">
                <a16:creationId xmlns:a16="http://schemas.microsoft.com/office/drawing/2014/main" id="{523B6B90-0D36-4956-87DD-E46A163C4C9B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F1_main_prauc_812">
            <a:extLst>
              <a:ext uri="{FF2B5EF4-FFF2-40B4-BE49-F238E27FC236}">
                <a16:creationId xmlns:a16="http://schemas.microsoft.com/office/drawing/2014/main" id="{CCFA6C54-9635-4C88-84B4-76379EC7BC7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F1_main_prauc_813">
            <a:extLst>
              <a:ext uri="{FF2B5EF4-FFF2-40B4-BE49-F238E27FC236}">
                <a16:creationId xmlns:a16="http://schemas.microsoft.com/office/drawing/2014/main" id="{50B366B3-A48C-43B6-9C51-8B5E3505CB05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F1_main_prauc_814">
            <a:extLst>
              <a:ext uri="{FF2B5EF4-FFF2-40B4-BE49-F238E27FC236}">
                <a16:creationId xmlns:a16="http://schemas.microsoft.com/office/drawing/2014/main" id="{275D5814-1379-426F-ABA0-EF0DF835379F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F1_main_prauc_815">
            <a:extLst>
              <a:ext uri="{FF2B5EF4-FFF2-40B4-BE49-F238E27FC236}">
                <a16:creationId xmlns:a16="http://schemas.microsoft.com/office/drawing/2014/main" id="{E22073CF-E083-41C5-85DE-7C1C0DCBFA27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F1_main_prauc_816">
            <a:extLst>
              <a:ext uri="{FF2B5EF4-FFF2-40B4-BE49-F238E27FC236}">
                <a16:creationId xmlns:a16="http://schemas.microsoft.com/office/drawing/2014/main" id="{F964647D-B160-4CF0-A41E-9FE820EA4522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F1_main_prauc_817">
            <a:extLst>
              <a:ext uri="{FF2B5EF4-FFF2-40B4-BE49-F238E27FC236}">
                <a16:creationId xmlns:a16="http://schemas.microsoft.com/office/drawing/2014/main" id="{34D81A10-E086-4651-9B4D-2C28497F466C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F1_main_prauc_818">
            <a:extLst>
              <a:ext uri="{FF2B5EF4-FFF2-40B4-BE49-F238E27FC236}">
                <a16:creationId xmlns:a16="http://schemas.microsoft.com/office/drawing/2014/main" id="{59D9BC90-9298-4601-AA84-AA10A66BCCD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F1_main_prauc_819">
            <a:extLst>
              <a:ext uri="{FF2B5EF4-FFF2-40B4-BE49-F238E27FC236}">
                <a16:creationId xmlns:a16="http://schemas.microsoft.com/office/drawing/2014/main" id="{A73703A2-BA80-4BD3-9CEA-06AB7122B023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F1_main_prauc_820">
            <a:extLst>
              <a:ext uri="{FF2B5EF4-FFF2-40B4-BE49-F238E27FC236}">
                <a16:creationId xmlns:a16="http://schemas.microsoft.com/office/drawing/2014/main" id="{65CD90F0-B0F3-4D2C-8B69-D2F86B71B14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F1_main_prauc_821">
            <a:extLst>
              <a:ext uri="{FF2B5EF4-FFF2-40B4-BE49-F238E27FC236}">
                <a16:creationId xmlns:a16="http://schemas.microsoft.com/office/drawing/2014/main" id="{8C254B4B-46EE-497F-9145-5C6AF36246BA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F1_main_prauc_822">
            <a:extLst>
              <a:ext uri="{FF2B5EF4-FFF2-40B4-BE49-F238E27FC236}">
                <a16:creationId xmlns:a16="http://schemas.microsoft.com/office/drawing/2014/main" id="{17895BCA-4A2E-4B21-A9D4-EA44E91BF5ED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F1_main_prauc_823">
            <a:extLst>
              <a:ext uri="{FF2B5EF4-FFF2-40B4-BE49-F238E27FC236}">
                <a16:creationId xmlns:a16="http://schemas.microsoft.com/office/drawing/2014/main" id="{80F934DD-9345-4CA6-B80C-B2B09E47E4A9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F1_main_prauc_824">
            <a:extLst>
              <a:ext uri="{FF2B5EF4-FFF2-40B4-BE49-F238E27FC236}">
                <a16:creationId xmlns:a16="http://schemas.microsoft.com/office/drawing/2014/main" id="{C379C7CF-38B9-44B6-BBE6-5AAD65FD638A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F1_main_prauc_825">
            <a:extLst>
              <a:ext uri="{FF2B5EF4-FFF2-40B4-BE49-F238E27FC236}">
                <a16:creationId xmlns:a16="http://schemas.microsoft.com/office/drawing/2014/main" id="{32CC641B-1616-48F2-96D5-D0285F4480CF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F1_main_prauc_826">
            <a:extLst>
              <a:ext uri="{FF2B5EF4-FFF2-40B4-BE49-F238E27FC236}">
                <a16:creationId xmlns:a16="http://schemas.microsoft.com/office/drawing/2014/main" id="{EE92CF40-B51D-46EF-983A-466F303A1967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F1_main_prauc_827">
            <a:extLst>
              <a:ext uri="{FF2B5EF4-FFF2-40B4-BE49-F238E27FC236}">
                <a16:creationId xmlns:a16="http://schemas.microsoft.com/office/drawing/2014/main" id="{7611A1CC-428D-4053-B58D-DAB8A4D9353C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F1_main_prauc_828">
            <a:extLst>
              <a:ext uri="{FF2B5EF4-FFF2-40B4-BE49-F238E27FC236}">
                <a16:creationId xmlns:a16="http://schemas.microsoft.com/office/drawing/2014/main" id="{CABFBBE6-7195-4B8F-AFCB-14C08FD4379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F1_main_prauc_829">
            <a:extLst>
              <a:ext uri="{FF2B5EF4-FFF2-40B4-BE49-F238E27FC236}">
                <a16:creationId xmlns:a16="http://schemas.microsoft.com/office/drawing/2014/main" id="{45E67F8D-CA93-476E-B1B4-9B3F806F8367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F1_main_prauc_830">
            <a:extLst>
              <a:ext uri="{FF2B5EF4-FFF2-40B4-BE49-F238E27FC236}">
                <a16:creationId xmlns:a16="http://schemas.microsoft.com/office/drawing/2014/main" id="{88BD1924-24CC-43DE-B0AA-FFC800FA254D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F1_main_prauc_831">
            <a:extLst>
              <a:ext uri="{FF2B5EF4-FFF2-40B4-BE49-F238E27FC236}">
                <a16:creationId xmlns:a16="http://schemas.microsoft.com/office/drawing/2014/main" id="{0D32D9DF-7393-4412-9EEE-82AE532FEFA7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F1_main_prauc_832">
            <a:extLst>
              <a:ext uri="{FF2B5EF4-FFF2-40B4-BE49-F238E27FC236}">
                <a16:creationId xmlns:a16="http://schemas.microsoft.com/office/drawing/2014/main" id="{5D9C725C-9DD3-464D-851C-5E026ADF1BA5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F1_main_prauc_833">
            <a:extLst>
              <a:ext uri="{FF2B5EF4-FFF2-40B4-BE49-F238E27FC236}">
                <a16:creationId xmlns:a16="http://schemas.microsoft.com/office/drawing/2014/main" id="{4387ABEF-ACC3-49AC-A885-8F8303C94565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F1_main_prauc_834">
            <a:extLst>
              <a:ext uri="{FF2B5EF4-FFF2-40B4-BE49-F238E27FC236}">
                <a16:creationId xmlns:a16="http://schemas.microsoft.com/office/drawing/2014/main" id="{1583C1DA-7301-4F4C-BD9F-CFF202AC07FB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F1_main_prauc_835">
            <a:extLst>
              <a:ext uri="{FF2B5EF4-FFF2-40B4-BE49-F238E27FC236}">
                <a16:creationId xmlns:a16="http://schemas.microsoft.com/office/drawing/2014/main" id="{0FA9D0BA-1FAD-4C76-A171-6AF7F82A8122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F1_main_prauc_836">
            <a:extLst>
              <a:ext uri="{FF2B5EF4-FFF2-40B4-BE49-F238E27FC236}">
                <a16:creationId xmlns:a16="http://schemas.microsoft.com/office/drawing/2014/main" id="{10DC681D-8250-4C76-9807-C93ACF3EC7D3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F1_main_prauc_837">
            <a:extLst>
              <a:ext uri="{FF2B5EF4-FFF2-40B4-BE49-F238E27FC236}">
                <a16:creationId xmlns:a16="http://schemas.microsoft.com/office/drawing/2014/main" id="{3C4D6BED-B01D-45CF-981C-0525ED3EC634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F1_main_prauc_838">
            <a:extLst>
              <a:ext uri="{FF2B5EF4-FFF2-40B4-BE49-F238E27FC236}">
                <a16:creationId xmlns:a16="http://schemas.microsoft.com/office/drawing/2014/main" id="{D6EFA2E5-A63D-4548-8873-344539DFEA1E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F1_main_prauc_839">
            <a:extLst>
              <a:ext uri="{FF2B5EF4-FFF2-40B4-BE49-F238E27FC236}">
                <a16:creationId xmlns:a16="http://schemas.microsoft.com/office/drawing/2014/main" id="{5212F6E1-6F7D-420C-B4FC-76084B34EDC4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F1_main_prauc_840">
            <a:extLst>
              <a:ext uri="{FF2B5EF4-FFF2-40B4-BE49-F238E27FC236}">
                <a16:creationId xmlns:a16="http://schemas.microsoft.com/office/drawing/2014/main" id="{B5459BEC-EBA5-44CF-894F-A17A4B1CB415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F1_main_prauc_841">
            <a:extLst>
              <a:ext uri="{FF2B5EF4-FFF2-40B4-BE49-F238E27FC236}">
                <a16:creationId xmlns:a16="http://schemas.microsoft.com/office/drawing/2014/main" id="{63613DE6-D2E4-43D6-B9EC-EA9E7C046428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F1_main_prauc_842">
            <a:extLst>
              <a:ext uri="{FF2B5EF4-FFF2-40B4-BE49-F238E27FC236}">
                <a16:creationId xmlns:a16="http://schemas.microsoft.com/office/drawing/2014/main" id="{9BBA81B1-E759-46BB-8038-99A0A7F7028D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F1_main_prauc_843">
            <a:extLst>
              <a:ext uri="{FF2B5EF4-FFF2-40B4-BE49-F238E27FC236}">
                <a16:creationId xmlns:a16="http://schemas.microsoft.com/office/drawing/2014/main" id="{26795576-0BBA-4CD5-A356-6A13AC483273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F1_main_prauc_844">
            <a:extLst>
              <a:ext uri="{FF2B5EF4-FFF2-40B4-BE49-F238E27FC236}">
                <a16:creationId xmlns:a16="http://schemas.microsoft.com/office/drawing/2014/main" id="{C9E1B9F5-9833-4CCE-9677-2D42D5F22251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F1_main_prauc_845">
            <a:extLst>
              <a:ext uri="{FF2B5EF4-FFF2-40B4-BE49-F238E27FC236}">
                <a16:creationId xmlns:a16="http://schemas.microsoft.com/office/drawing/2014/main" id="{5C344894-8A95-4579-9B06-768E357145F1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F1_main_prauc_846">
            <a:extLst>
              <a:ext uri="{FF2B5EF4-FFF2-40B4-BE49-F238E27FC236}">
                <a16:creationId xmlns:a16="http://schemas.microsoft.com/office/drawing/2014/main" id="{A68A5B87-5F2E-4EE4-AF4B-4B986E9B0AFC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F1_main_prauc_847">
            <a:extLst>
              <a:ext uri="{FF2B5EF4-FFF2-40B4-BE49-F238E27FC236}">
                <a16:creationId xmlns:a16="http://schemas.microsoft.com/office/drawing/2014/main" id="{1AE36E18-B3FD-4FE9-9B79-75900189A25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F1_main_prauc_848">
            <a:extLst>
              <a:ext uri="{FF2B5EF4-FFF2-40B4-BE49-F238E27FC236}">
                <a16:creationId xmlns:a16="http://schemas.microsoft.com/office/drawing/2014/main" id="{0BD57CB5-2CF5-4933-90B8-1C52F787660F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F1_main_prauc_849">
            <a:extLst>
              <a:ext uri="{FF2B5EF4-FFF2-40B4-BE49-F238E27FC236}">
                <a16:creationId xmlns:a16="http://schemas.microsoft.com/office/drawing/2014/main" id="{437BF178-D1CC-4A1F-8112-08CBD4C6D6DB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F1_main_prauc_850">
            <a:extLst>
              <a:ext uri="{FF2B5EF4-FFF2-40B4-BE49-F238E27FC236}">
                <a16:creationId xmlns:a16="http://schemas.microsoft.com/office/drawing/2014/main" id="{D31B6582-E7A3-4BAC-9848-D6A9653D1F9D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F1_main_prauc_851">
            <a:extLst>
              <a:ext uri="{FF2B5EF4-FFF2-40B4-BE49-F238E27FC236}">
                <a16:creationId xmlns:a16="http://schemas.microsoft.com/office/drawing/2014/main" id="{39D879BA-40E3-4351-BA96-6BB37638F5B0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F1_main_prauc_852">
            <a:extLst>
              <a:ext uri="{FF2B5EF4-FFF2-40B4-BE49-F238E27FC236}">
                <a16:creationId xmlns:a16="http://schemas.microsoft.com/office/drawing/2014/main" id="{A113C98E-262E-4E68-8A3F-576D3F0E72B2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F1_main_prauc_853">
            <a:extLst>
              <a:ext uri="{FF2B5EF4-FFF2-40B4-BE49-F238E27FC236}">
                <a16:creationId xmlns:a16="http://schemas.microsoft.com/office/drawing/2014/main" id="{C3721DFB-7468-4B67-A46A-D3E7464C90AE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F1_main_prauc_854">
            <a:extLst>
              <a:ext uri="{FF2B5EF4-FFF2-40B4-BE49-F238E27FC236}">
                <a16:creationId xmlns:a16="http://schemas.microsoft.com/office/drawing/2014/main" id="{200F61A1-2856-448B-B2D8-471F9B0A5B39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F1_main_prauc_855">
            <a:extLst>
              <a:ext uri="{FF2B5EF4-FFF2-40B4-BE49-F238E27FC236}">
                <a16:creationId xmlns:a16="http://schemas.microsoft.com/office/drawing/2014/main" id="{7CF136BF-E601-4008-9F84-E9753016E19F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F1_main_prauc_856">
            <a:extLst>
              <a:ext uri="{FF2B5EF4-FFF2-40B4-BE49-F238E27FC236}">
                <a16:creationId xmlns:a16="http://schemas.microsoft.com/office/drawing/2014/main" id="{5E8AF883-FC9C-4D36-AC8C-CE8DB2BB931A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F1_main_prauc_857">
            <a:extLst>
              <a:ext uri="{FF2B5EF4-FFF2-40B4-BE49-F238E27FC236}">
                <a16:creationId xmlns:a16="http://schemas.microsoft.com/office/drawing/2014/main" id="{31748618-D2E4-4566-A118-3EE3068C9B65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F1_main_prauc_858">
            <a:extLst>
              <a:ext uri="{FF2B5EF4-FFF2-40B4-BE49-F238E27FC236}">
                <a16:creationId xmlns:a16="http://schemas.microsoft.com/office/drawing/2014/main" id="{C53F39A6-5D30-4D79-A502-AE4DE50BBED0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F1_main_prauc_859">
            <a:extLst>
              <a:ext uri="{FF2B5EF4-FFF2-40B4-BE49-F238E27FC236}">
                <a16:creationId xmlns:a16="http://schemas.microsoft.com/office/drawing/2014/main" id="{95B15946-606C-4FED-B866-10DF1C101F1B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F1_main_prauc_860">
            <a:extLst>
              <a:ext uri="{FF2B5EF4-FFF2-40B4-BE49-F238E27FC236}">
                <a16:creationId xmlns:a16="http://schemas.microsoft.com/office/drawing/2014/main" id="{3E8A0A5C-A082-4FDA-A2C5-6DD35C8F3D32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F1_main_prauc_861">
            <a:extLst>
              <a:ext uri="{FF2B5EF4-FFF2-40B4-BE49-F238E27FC236}">
                <a16:creationId xmlns:a16="http://schemas.microsoft.com/office/drawing/2014/main" id="{22CB9E28-A55B-4C15-9D4F-7C7CEF636BB3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F1_main_prauc_862">
            <a:extLst>
              <a:ext uri="{FF2B5EF4-FFF2-40B4-BE49-F238E27FC236}">
                <a16:creationId xmlns:a16="http://schemas.microsoft.com/office/drawing/2014/main" id="{2E25DB9D-451A-40A1-B186-8FCDBEA48307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F1_main_prauc_863">
            <a:extLst>
              <a:ext uri="{FF2B5EF4-FFF2-40B4-BE49-F238E27FC236}">
                <a16:creationId xmlns:a16="http://schemas.microsoft.com/office/drawing/2014/main" id="{D1697BA1-0A65-455C-AEB4-AC7942B0EAC4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F1_main_prauc_864">
            <a:extLst>
              <a:ext uri="{FF2B5EF4-FFF2-40B4-BE49-F238E27FC236}">
                <a16:creationId xmlns:a16="http://schemas.microsoft.com/office/drawing/2014/main" id="{0FBB6542-3BB8-4F3C-9F45-1A92E0A78511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F1_main_prauc_865">
            <a:extLst>
              <a:ext uri="{FF2B5EF4-FFF2-40B4-BE49-F238E27FC236}">
                <a16:creationId xmlns:a16="http://schemas.microsoft.com/office/drawing/2014/main" id="{DFFDE4FD-849D-4F9A-8EF1-7EC09D187675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F1_main_prauc_866">
            <a:extLst>
              <a:ext uri="{FF2B5EF4-FFF2-40B4-BE49-F238E27FC236}">
                <a16:creationId xmlns:a16="http://schemas.microsoft.com/office/drawing/2014/main" id="{1288F3BB-4FB1-48AE-85D0-CDB8519DDD20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F1_main_prauc_867">
            <a:extLst>
              <a:ext uri="{FF2B5EF4-FFF2-40B4-BE49-F238E27FC236}">
                <a16:creationId xmlns:a16="http://schemas.microsoft.com/office/drawing/2014/main" id="{5FDF7090-8A18-4A23-BD6A-AACD222B166B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F1_main_prauc_868">
            <a:extLst>
              <a:ext uri="{FF2B5EF4-FFF2-40B4-BE49-F238E27FC236}">
                <a16:creationId xmlns:a16="http://schemas.microsoft.com/office/drawing/2014/main" id="{AFB070E0-FDA3-470C-A5F7-59347633ED92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F1_main_prauc_869">
            <a:extLst>
              <a:ext uri="{FF2B5EF4-FFF2-40B4-BE49-F238E27FC236}">
                <a16:creationId xmlns:a16="http://schemas.microsoft.com/office/drawing/2014/main" id="{2DF81E70-5BE0-42A2-B8DB-DD021C5C3C2D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F1_main_prauc_870">
            <a:extLst>
              <a:ext uri="{FF2B5EF4-FFF2-40B4-BE49-F238E27FC236}">
                <a16:creationId xmlns:a16="http://schemas.microsoft.com/office/drawing/2014/main" id="{64F14628-7FD1-416D-BCE5-FAB949822A12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F1_main_prauc_871">
            <a:extLst>
              <a:ext uri="{FF2B5EF4-FFF2-40B4-BE49-F238E27FC236}">
                <a16:creationId xmlns:a16="http://schemas.microsoft.com/office/drawing/2014/main" id="{1091798D-B0A4-4498-88C6-05F9269EBA3B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F1_main_prauc_872">
            <a:extLst>
              <a:ext uri="{FF2B5EF4-FFF2-40B4-BE49-F238E27FC236}">
                <a16:creationId xmlns:a16="http://schemas.microsoft.com/office/drawing/2014/main" id="{8B90CFDA-E90F-4DF5-ACEC-434052E17ADA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F1_main_prauc_873">
            <a:extLst>
              <a:ext uri="{FF2B5EF4-FFF2-40B4-BE49-F238E27FC236}">
                <a16:creationId xmlns:a16="http://schemas.microsoft.com/office/drawing/2014/main" id="{84A354D9-09EB-4B0B-A157-DC40194A8D0B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F1_main_prauc_874">
            <a:extLst>
              <a:ext uri="{FF2B5EF4-FFF2-40B4-BE49-F238E27FC236}">
                <a16:creationId xmlns:a16="http://schemas.microsoft.com/office/drawing/2014/main" id="{C720D32B-4D73-4D98-8F63-03AE14DC6518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F1_main_prauc_875">
            <a:extLst>
              <a:ext uri="{FF2B5EF4-FFF2-40B4-BE49-F238E27FC236}">
                <a16:creationId xmlns:a16="http://schemas.microsoft.com/office/drawing/2014/main" id="{900F2D9D-D819-4C6F-A19F-E6C5F44DBCBB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F1_main_prauc_876">
            <a:extLst>
              <a:ext uri="{FF2B5EF4-FFF2-40B4-BE49-F238E27FC236}">
                <a16:creationId xmlns:a16="http://schemas.microsoft.com/office/drawing/2014/main" id="{126156A8-C555-4227-9236-DCAD8BFC2958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F1_main_prauc_877">
            <a:extLst>
              <a:ext uri="{FF2B5EF4-FFF2-40B4-BE49-F238E27FC236}">
                <a16:creationId xmlns:a16="http://schemas.microsoft.com/office/drawing/2014/main" id="{3C2E1CF8-9322-4375-B7AB-0335B5069DE3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F1_main_prauc_878">
            <a:extLst>
              <a:ext uri="{FF2B5EF4-FFF2-40B4-BE49-F238E27FC236}">
                <a16:creationId xmlns:a16="http://schemas.microsoft.com/office/drawing/2014/main" id="{ADC27821-1A40-488B-AF06-EE75D9351D98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F1_main_prauc_879">
            <a:extLst>
              <a:ext uri="{FF2B5EF4-FFF2-40B4-BE49-F238E27FC236}">
                <a16:creationId xmlns:a16="http://schemas.microsoft.com/office/drawing/2014/main" id="{C8F6A098-1DFB-4AB6-93B2-4173F5965D88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F1_main_prauc_880">
            <a:extLst>
              <a:ext uri="{FF2B5EF4-FFF2-40B4-BE49-F238E27FC236}">
                <a16:creationId xmlns:a16="http://schemas.microsoft.com/office/drawing/2014/main" id="{7727D8C6-54BB-446D-9E1C-9A57C970DAAF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F1_main_prauc_881">
            <a:extLst>
              <a:ext uri="{FF2B5EF4-FFF2-40B4-BE49-F238E27FC236}">
                <a16:creationId xmlns:a16="http://schemas.microsoft.com/office/drawing/2014/main" id="{FCDA0C5B-8159-4249-ADEF-A608CAAF2D79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F1_main_prauc_882">
            <a:extLst>
              <a:ext uri="{FF2B5EF4-FFF2-40B4-BE49-F238E27FC236}">
                <a16:creationId xmlns:a16="http://schemas.microsoft.com/office/drawing/2014/main" id="{14FBDEAF-5171-43F1-A9BA-20116508C2DE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F1_main_prauc_883">
            <a:extLst>
              <a:ext uri="{FF2B5EF4-FFF2-40B4-BE49-F238E27FC236}">
                <a16:creationId xmlns:a16="http://schemas.microsoft.com/office/drawing/2014/main" id="{8EE3823B-5B12-4136-BC22-C2626990176C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F1_main_prauc_884">
            <a:extLst>
              <a:ext uri="{FF2B5EF4-FFF2-40B4-BE49-F238E27FC236}">
                <a16:creationId xmlns:a16="http://schemas.microsoft.com/office/drawing/2014/main" id="{52B8844F-75CA-46B6-A603-6645626501F2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F1_main_prauc_885">
            <a:extLst>
              <a:ext uri="{FF2B5EF4-FFF2-40B4-BE49-F238E27FC236}">
                <a16:creationId xmlns:a16="http://schemas.microsoft.com/office/drawing/2014/main" id="{9DAF46B1-DE90-457F-A877-A39210EE7F3C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F1_main_prauc_886">
            <a:extLst>
              <a:ext uri="{FF2B5EF4-FFF2-40B4-BE49-F238E27FC236}">
                <a16:creationId xmlns:a16="http://schemas.microsoft.com/office/drawing/2014/main" id="{F72A5CAE-BFF5-4376-B644-C26646D73FF5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F1_main_prauc_887">
            <a:extLst>
              <a:ext uri="{FF2B5EF4-FFF2-40B4-BE49-F238E27FC236}">
                <a16:creationId xmlns:a16="http://schemas.microsoft.com/office/drawing/2014/main" id="{0E42B4B0-53C2-4757-9619-D0C457F93AA9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F1_main_prauc_888">
            <a:extLst>
              <a:ext uri="{FF2B5EF4-FFF2-40B4-BE49-F238E27FC236}">
                <a16:creationId xmlns:a16="http://schemas.microsoft.com/office/drawing/2014/main" id="{036B9FBB-F16D-4668-942A-1417BA7DB1FD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F1_main_prauc_889">
            <a:extLst>
              <a:ext uri="{FF2B5EF4-FFF2-40B4-BE49-F238E27FC236}">
                <a16:creationId xmlns:a16="http://schemas.microsoft.com/office/drawing/2014/main" id="{03D29313-D8F9-4F33-9DCE-9FD241BEB62B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F1_main_prauc_890">
            <a:extLst>
              <a:ext uri="{FF2B5EF4-FFF2-40B4-BE49-F238E27FC236}">
                <a16:creationId xmlns:a16="http://schemas.microsoft.com/office/drawing/2014/main" id="{0534DB70-C5A5-4BD4-B0D4-1DD474671098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F1_main_prauc_891">
            <a:extLst>
              <a:ext uri="{FF2B5EF4-FFF2-40B4-BE49-F238E27FC236}">
                <a16:creationId xmlns:a16="http://schemas.microsoft.com/office/drawing/2014/main" id="{2285A68B-B79A-47FE-85EC-AEC40A1961CD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F1_main_prauc_892">
            <a:extLst>
              <a:ext uri="{FF2B5EF4-FFF2-40B4-BE49-F238E27FC236}">
                <a16:creationId xmlns:a16="http://schemas.microsoft.com/office/drawing/2014/main" id="{BABB75FD-CF70-4895-BBD9-C51DB14B1A79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F1_main_prauc_893">
            <a:extLst>
              <a:ext uri="{FF2B5EF4-FFF2-40B4-BE49-F238E27FC236}">
                <a16:creationId xmlns:a16="http://schemas.microsoft.com/office/drawing/2014/main" id="{D693CACA-B110-4CDD-9AA6-F9218E09F1B7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F1_main_prauc_894">
            <a:extLst>
              <a:ext uri="{FF2B5EF4-FFF2-40B4-BE49-F238E27FC236}">
                <a16:creationId xmlns:a16="http://schemas.microsoft.com/office/drawing/2014/main" id="{E6B6A749-8A7E-40CD-B18C-3E06C6B533AA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F1_main_prauc_895">
            <a:extLst>
              <a:ext uri="{FF2B5EF4-FFF2-40B4-BE49-F238E27FC236}">
                <a16:creationId xmlns:a16="http://schemas.microsoft.com/office/drawing/2014/main" id="{00B7B44B-91ED-412D-BA36-A0FF5872A61C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F1_main_prauc_896">
            <a:extLst>
              <a:ext uri="{FF2B5EF4-FFF2-40B4-BE49-F238E27FC236}">
                <a16:creationId xmlns:a16="http://schemas.microsoft.com/office/drawing/2014/main" id="{482664A3-78CD-45D8-819E-578198816A80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F1_main_prauc_897">
            <a:extLst>
              <a:ext uri="{FF2B5EF4-FFF2-40B4-BE49-F238E27FC236}">
                <a16:creationId xmlns:a16="http://schemas.microsoft.com/office/drawing/2014/main" id="{008149B0-C28D-4E1E-9A36-90919BFAECFF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F1_main_prauc_898">
            <a:extLst>
              <a:ext uri="{FF2B5EF4-FFF2-40B4-BE49-F238E27FC236}">
                <a16:creationId xmlns:a16="http://schemas.microsoft.com/office/drawing/2014/main" id="{58FCD5E0-537D-425F-B808-C8C5824E6F69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F1_main_prauc_899">
            <a:extLst>
              <a:ext uri="{FF2B5EF4-FFF2-40B4-BE49-F238E27FC236}">
                <a16:creationId xmlns:a16="http://schemas.microsoft.com/office/drawing/2014/main" id="{97294709-B5CC-4B07-B10F-24B12A172349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F1_main_prauc_900">
            <a:extLst>
              <a:ext uri="{FF2B5EF4-FFF2-40B4-BE49-F238E27FC236}">
                <a16:creationId xmlns:a16="http://schemas.microsoft.com/office/drawing/2014/main" id="{815DE6B0-38D5-4A02-9329-44F9F3387BDE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F1_main_prauc_901">
            <a:extLst>
              <a:ext uri="{FF2B5EF4-FFF2-40B4-BE49-F238E27FC236}">
                <a16:creationId xmlns:a16="http://schemas.microsoft.com/office/drawing/2014/main" id="{9929979D-D624-4FCB-946F-B9604B24BBDC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F1_main_prauc_902">
            <a:extLst>
              <a:ext uri="{FF2B5EF4-FFF2-40B4-BE49-F238E27FC236}">
                <a16:creationId xmlns:a16="http://schemas.microsoft.com/office/drawing/2014/main" id="{7585C4AA-DAD6-41C4-B9AF-F93070D53443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F1_main_prauc_903">
            <a:extLst>
              <a:ext uri="{FF2B5EF4-FFF2-40B4-BE49-F238E27FC236}">
                <a16:creationId xmlns:a16="http://schemas.microsoft.com/office/drawing/2014/main" id="{1AD473C1-08C7-473B-B96D-E66CC7820CD8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F1_main_prauc_904">
            <a:extLst>
              <a:ext uri="{FF2B5EF4-FFF2-40B4-BE49-F238E27FC236}">
                <a16:creationId xmlns:a16="http://schemas.microsoft.com/office/drawing/2014/main" id="{B786F309-0F5B-49DD-964E-657D322130B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F1_main_prauc_905">
            <a:extLst>
              <a:ext uri="{FF2B5EF4-FFF2-40B4-BE49-F238E27FC236}">
                <a16:creationId xmlns:a16="http://schemas.microsoft.com/office/drawing/2014/main" id="{7978D995-CC19-442B-B334-CF578BC70FEC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F1_main_prauc_906">
            <a:extLst>
              <a:ext uri="{FF2B5EF4-FFF2-40B4-BE49-F238E27FC236}">
                <a16:creationId xmlns:a16="http://schemas.microsoft.com/office/drawing/2014/main" id="{9112AA79-858D-4970-AC97-90AF1C7EBF1F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F1_main_prauc_907">
            <a:extLst>
              <a:ext uri="{FF2B5EF4-FFF2-40B4-BE49-F238E27FC236}">
                <a16:creationId xmlns:a16="http://schemas.microsoft.com/office/drawing/2014/main" id="{D59931EF-C44C-45A9-863D-5C75A90BC51F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F1_main_prauc_908">
            <a:extLst>
              <a:ext uri="{FF2B5EF4-FFF2-40B4-BE49-F238E27FC236}">
                <a16:creationId xmlns:a16="http://schemas.microsoft.com/office/drawing/2014/main" id="{5D1C7574-FB03-45FB-8A63-C5026632CE53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F1_main_prauc_909">
            <a:extLst>
              <a:ext uri="{FF2B5EF4-FFF2-40B4-BE49-F238E27FC236}">
                <a16:creationId xmlns:a16="http://schemas.microsoft.com/office/drawing/2014/main" id="{31334BF7-6022-48E8-AF78-F66D0C7D37FA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F1_main_prauc_910">
            <a:extLst>
              <a:ext uri="{FF2B5EF4-FFF2-40B4-BE49-F238E27FC236}">
                <a16:creationId xmlns:a16="http://schemas.microsoft.com/office/drawing/2014/main" id="{0E45EC87-7AED-4BEA-B6EC-4F14999BA34A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F1_main_prauc_911">
            <a:extLst>
              <a:ext uri="{FF2B5EF4-FFF2-40B4-BE49-F238E27FC236}">
                <a16:creationId xmlns:a16="http://schemas.microsoft.com/office/drawing/2014/main" id="{F5C54145-6F63-49CB-B7DD-73C02152BFEA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F1_main_prauc_912">
            <a:extLst>
              <a:ext uri="{FF2B5EF4-FFF2-40B4-BE49-F238E27FC236}">
                <a16:creationId xmlns:a16="http://schemas.microsoft.com/office/drawing/2014/main" id="{8F23AB22-719F-4A05-8435-8CA3A7A633E2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F1_main_prauc_913">
            <a:extLst>
              <a:ext uri="{FF2B5EF4-FFF2-40B4-BE49-F238E27FC236}">
                <a16:creationId xmlns:a16="http://schemas.microsoft.com/office/drawing/2014/main" id="{4536710F-B38A-463C-BCF9-7648EF111C54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F1_main_prauc_914">
            <a:extLst>
              <a:ext uri="{FF2B5EF4-FFF2-40B4-BE49-F238E27FC236}">
                <a16:creationId xmlns:a16="http://schemas.microsoft.com/office/drawing/2014/main" id="{473B9F8D-55AE-473E-9B43-5967D9BC4432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F1_main_prauc_915">
            <a:extLst>
              <a:ext uri="{FF2B5EF4-FFF2-40B4-BE49-F238E27FC236}">
                <a16:creationId xmlns:a16="http://schemas.microsoft.com/office/drawing/2014/main" id="{453230A4-A07D-47D1-B3E8-88A89399032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F1_main_prauc_916">
            <a:extLst>
              <a:ext uri="{FF2B5EF4-FFF2-40B4-BE49-F238E27FC236}">
                <a16:creationId xmlns:a16="http://schemas.microsoft.com/office/drawing/2014/main" id="{1989B6B9-27DC-46B2-8274-D99831D09832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F1_main_prauc_917">
            <a:extLst>
              <a:ext uri="{FF2B5EF4-FFF2-40B4-BE49-F238E27FC236}">
                <a16:creationId xmlns:a16="http://schemas.microsoft.com/office/drawing/2014/main" id="{D1FC4384-0F71-4315-A308-454FED1DDBEE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F1_main_prauc_918">
            <a:extLst>
              <a:ext uri="{FF2B5EF4-FFF2-40B4-BE49-F238E27FC236}">
                <a16:creationId xmlns:a16="http://schemas.microsoft.com/office/drawing/2014/main" id="{8C1E6887-2E91-425A-A9C1-6AE1CA800867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F1_main_prauc_919">
            <a:extLst>
              <a:ext uri="{FF2B5EF4-FFF2-40B4-BE49-F238E27FC236}">
                <a16:creationId xmlns:a16="http://schemas.microsoft.com/office/drawing/2014/main" id="{94553967-AC18-4CF1-9D31-9DA291F798FB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F1_main_prauc_920">
            <a:extLst>
              <a:ext uri="{FF2B5EF4-FFF2-40B4-BE49-F238E27FC236}">
                <a16:creationId xmlns:a16="http://schemas.microsoft.com/office/drawing/2014/main" id="{9308ACDC-728B-4D51-A82F-EC2D66ED68EB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F1_main_prauc_921">
            <a:extLst>
              <a:ext uri="{FF2B5EF4-FFF2-40B4-BE49-F238E27FC236}">
                <a16:creationId xmlns:a16="http://schemas.microsoft.com/office/drawing/2014/main" id="{12D6541B-9EBB-4018-83CA-F8F567EB39E1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F1_main_prauc_922">
            <a:extLst>
              <a:ext uri="{FF2B5EF4-FFF2-40B4-BE49-F238E27FC236}">
                <a16:creationId xmlns:a16="http://schemas.microsoft.com/office/drawing/2014/main" id="{BA4818A3-E0A6-4ECC-9F88-A756AEADD030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F1_main_prauc_923">
            <a:extLst>
              <a:ext uri="{FF2B5EF4-FFF2-40B4-BE49-F238E27FC236}">
                <a16:creationId xmlns:a16="http://schemas.microsoft.com/office/drawing/2014/main" id="{71C80EEA-6F47-46CD-ABDB-1349FF3093A3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F1_main_prauc_924">
            <a:extLst>
              <a:ext uri="{FF2B5EF4-FFF2-40B4-BE49-F238E27FC236}">
                <a16:creationId xmlns:a16="http://schemas.microsoft.com/office/drawing/2014/main" id="{2B99B208-35D6-4520-BCBA-6305093C8C28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F1_main_prauc_925">
            <a:extLst>
              <a:ext uri="{FF2B5EF4-FFF2-40B4-BE49-F238E27FC236}">
                <a16:creationId xmlns:a16="http://schemas.microsoft.com/office/drawing/2014/main" id="{DDF6AD96-B225-4034-8B97-406A5CCA8B9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F1_main_prauc_926">
            <a:extLst>
              <a:ext uri="{FF2B5EF4-FFF2-40B4-BE49-F238E27FC236}">
                <a16:creationId xmlns:a16="http://schemas.microsoft.com/office/drawing/2014/main" id="{4FC67F84-C336-462F-A2F2-7A890889013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F1_main_prauc_927">
            <a:extLst>
              <a:ext uri="{FF2B5EF4-FFF2-40B4-BE49-F238E27FC236}">
                <a16:creationId xmlns:a16="http://schemas.microsoft.com/office/drawing/2014/main" id="{AAAE26CD-E44A-465F-AFC7-F546A1923D01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F1_main_prauc_928">
            <a:extLst>
              <a:ext uri="{FF2B5EF4-FFF2-40B4-BE49-F238E27FC236}">
                <a16:creationId xmlns:a16="http://schemas.microsoft.com/office/drawing/2014/main" id="{4FB1E0C6-EAE7-403D-9317-F52BF8330DF4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F1_main_prauc_929">
            <a:extLst>
              <a:ext uri="{FF2B5EF4-FFF2-40B4-BE49-F238E27FC236}">
                <a16:creationId xmlns:a16="http://schemas.microsoft.com/office/drawing/2014/main" id="{45FCDE15-46FE-4E92-A023-63C4DEE09D7C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F1_main_prauc_930">
            <a:extLst>
              <a:ext uri="{FF2B5EF4-FFF2-40B4-BE49-F238E27FC236}">
                <a16:creationId xmlns:a16="http://schemas.microsoft.com/office/drawing/2014/main" id="{443DD6DA-C918-439E-88A2-EF8683EFB1AD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F1_main_prauc_931">
            <a:extLst>
              <a:ext uri="{FF2B5EF4-FFF2-40B4-BE49-F238E27FC236}">
                <a16:creationId xmlns:a16="http://schemas.microsoft.com/office/drawing/2014/main" id="{D8138A36-C5C0-4073-9B3F-32AE13897DCD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F1_main_prauc_932">
            <a:extLst>
              <a:ext uri="{FF2B5EF4-FFF2-40B4-BE49-F238E27FC236}">
                <a16:creationId xmlns:a16="http://schemas.microsoft.com/office/drawing/2014/main" id="{9D7703E3-FA8C-4773-8BEE-409BF7C0E23A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F1_main_prauc_933">
            <a:extLst>
              <a:ext uri="{FF2B5EF4-FFF2-40B4-BE49-F238E27FC236}">
                <a16:creationId xmlns:a16="http://schemas.microsoft.com/office/drawing/2014/main" id="{0A4A518B-501B-42AF-A74B-6FA8501795CB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F1_main_prauc_934">
            <a:extLst>
              <a:ext uri="{FF2B5EF4-FFF2-40B4-BE49-F238E27FC236}">
                <a16:creationId xmlns:a16="http://schemas.microsoft.com/office/drawing/2014/main" id="{3801E419-4097-4927-96DC-902FEBABD10F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F1_main_prauc_935">
            <a:extLst>
              <a:ext uri="{FF2B5EF4-FFF2-40B4-BE49-F238E27FC236}">
                <a16:creationId xmlns:a16="http://schemas.microsoft.com/office/drawing/2014/main" id="{590916FF-E937-4C39-9E30-67B6539DDBAA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F1_main_prauc_936">
            <a:extLst>
              <a:ext uri="{FF2B5EF4-FFF2-40B4-BE49-F238E27FC236}">
                <a16:creationId xmlns:a16="http://schemas.microsoft.com/office/drawing/2014/main" id="{32C703FC-57B2-4FB5-8BDE-20BA2B0DEF07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F1_main_prauc_937">
            <a:extLst>
              <a:ext uri="{FF2B5EF4-FFF2-40B4-BE49-F238E27FC236}">
                <a16:creationId xmlns:a16="http://schemas.microsoft.com/office/drawing/2014/main" id="{0D5E0C65-D1F7-4B42-8415-7CD194D5FC7E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F1_main_prauc_938">
            <a:extLst>
              <a:ext uri="{FF2B5EF4-FFF2-40B4-BE49-F238E27FC236}">
                <a16:creationId xmlns:a16="http://schemas.microsoft.com/office/drawing/2014/main" id="{B556272D-4EE3-414E-8056-2A3931D7D74D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F1_main_prauc_939">
            <a:extLst>
              <a:ext uri="{FF2B5EF4-FFF2-40B4-BE49-F238E27FC236}">
                <a16:creationId xmlns:a16="http://schemas.microsoft.com/office/drawing/2014/main" id="{5D3C32C5-1F8C-4C38-8DA6-77E4764AB9C8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F1_main_prauc_940">
            <a:extLst>
              <a:ext uri="{FF2B5EF4-FFF2-40B4-BE49-F238E27FC236}">
                <a16:creationId xmlns:a16="http://schemas.microsoft.com/office/drawing/2014/main" id="{EA25DE1A-480B-4FC9-BD6D-75B44F9C1D53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F1_main_prauc_941">
            <a:extLst>
              <a:ext uri="{FF2B5EF4-FFF2-40B4-BE49-F238E27FC236}">
                <a16:creationId xmlns:a16="http://schemas.microsoft.com/office/drawing/2014/main" id="{6525BB10-29D2-48E1-921A-1A2BA1CD1F88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F1_main_prauc_942">
            <a:extLst>
              <a:ext uri="{FF2B5EF4-FFF2-40B4-BE49-F238E27FC236}">
                <a16:creationId xmlns:a16="http://schemas.microsoft.com/office/drawing/2014/main" id="{DD87C411-3E20-498D-906D-DABAC502FECF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F1_main_prauc_943">
            <a:extLst>
              <a:ext uri="{FF2B5EF4-FFF2-40B4-BE49-F238E27FC236}">
                <a16:creationId xmlns:a16="http://schemas.microsoft.com/office/drawing/2014/main" id="{E00405BD-FBE9-4514-88D0-70727D606AD6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F1_main_prauc_944">
            <a:extLst>
              <a:ext uri="{FF2B5EF4-FFF2-40B4-BE49-F238E27FC236}">
                <a16:creationId xmlns:a16="http://schemas.microsoft.com/office/drawing/2014/main" id="{903FB428-6535-4A7D-8B86-9B875F8C53E3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F1_main_prauc_945">
            <a:extLst>
              <a:ext uri="{FF2B5EF4-FFF2-40B4-BE49-F238E27FC236}">
                <a16:creationId xmlns:a16="http://schemas.microsoft.com/office/drawing/2014/main" id="{5DF91AF9-F456-48AE-AAB3-8CEAC2280384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F1_main_prauc_946">
            <a:extLst>
              <a:ext uri="{FF2B5EF4-FFF2-40B4-BE49-F238E27FC236}">
                <a16:creationId xmlns:a16="http://schemas.microsoft.com/office/drawing/2014/main" id="{384E4045-4222-4B9F-9CCC-C9B4C2FC84DC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F1_main_prauc_947">
            <a:extLst>
              <a:ext uri="{FF2B5EF4-FFF2-40B4-BE49-F238E27FC236}">
                <a16:creationId xmlns:a16="http://schemas.microsoft.com/office/drawing/2014/main" id="{A00B01B5-E9E6-4903-BAA2-29C883DB9771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F1_main_prauc_948">
            <a:extLst>
              <a:ext uri="{FF2B5EF4-FFF2-40B4-BE49-F238E27FC236}">
                <a16:creationId xmlns:a16="http://schemas.microsoft.com/office/drawing/2014/main" id="{F62C07EC-82DC-4EFA-94CF-FFEFC33E7B2C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F1_main_prauc_949">
            <a:extLst>
              <a:ext uri="{FF2B5EF4-FFF2-40B4-BE49-F238E27FC236}">
                <a16:creationId xmlns:a16="http://schemas.microsoft.com/office/drawing/2014/main" id="{3AE80785-B453-41D8-B7EC-9B99B6B90AE8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F1_main_prauc_950">
            <a:extLst>
              <a:ext uri="{FF2B5EF4-FFF2-40B4-BE49-F238E27FC236}">
                <a16:creationId xmlns:a16="http://schemas.microsoft.com/office/drawing/2014/main" id="{C3487087-4859-49AD-9868-9E0E4D5CE214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F1_main_prauc_951">
            <a:extLst>
              <a:ext uri="{FF2B5EF4-FFF2-40B4-BE49-F238E27FC236}">
                <a16:creationId xmlns:a16="http://schemas.microsoft.com/office/drawing/2014/main" id="{1E370D58-DFAB-4176-BA16-1AE628527672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F1_main_prauc_952">
            <a:extLst>
              <a:ext uri="{FF2B5EF4-FFF2-40B4-BE49-F238E27FC236}">
                <a16:creationId xmlns:a16="http://schemas.microsoft.com/office/drawing/2014/main" id="{406BDA02-5C55-4FE8-9618-1A22FDE9E67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F1_main_prauc_953">
            <a:extLst>
              <a:ext uri="{FF2B5EF4-FFF2-40B4-BE49-F238E27FC236}">
                <a16:creationId xmlns:a16="http://schemas.microsoft.com/office/drawing/2014/main" id="{435A6817-1303-4408-91F6-A0ED537E0191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F1_main_prauc_954">
            <a:extLst>
              <a:ext uri="{FF2B5EF4-FFF2-40B4-BE49-F238E27FC236}">
                <a16:creationId xmlns:a16="http://schemas.microsoft.com/office/drawing/2014/main" id="{1C8E84C9-1C09-4366-AB5F-592EC109A86D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F1_main_prauc_955">
            <a:extLst>
              <a:ext uri="{FF2B5EF4-FFF2-40B4-BE49-F238E27FC236}">
                <a16:creationId xmlns:a16="http://schemas.microsoft.com/office/drawing/2014/main" id="{D17EB064-4A69-4527-B358-3EBAAE5C5487}"/>
              </a:ext>
            </a:extLst>
          </p:cNvPr>
          <p:cNvSpPr>
            <a:spLocks noGrp="1"/>
          </p:cNvSpPr>
          <p:nvPr/>
        </p:nvSpPr>
        <p:spPr>
          <a:xfrm>
            <a:off x="1886418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F1_main_prauc_956">
            <a:extLst>
              <a:ext uri="{FF2B5EF4-FFF2-40B4-BE49-F238E27FC236}">
                <a16:creationId xmlns:a16="http://schemas.microsoft.com/office/drawing/2014/main" id="{F703B5CE-5E10-4F63-954D-4C532D8E7166}"/>
              </a:ext>
            </a:extLst>
          </p:cNvPr>
          <p:cNvSpPr>
            <a:spLocks noGrp="1"/>
          </p:cNvSpPr>
          <p:nvPr/>
        </p:nvSpPr>
        <p:spPr>
          <a:xfrm>
            <a:off x="1908740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F1_main_prauc_957">
            <a:extLst>
              <a:ext uri="{FF2B5EF4-FFF2-40B4-BE49-F238E27FC236}">
                <a16:creationId xmlns:a16="http://schemas.microsoft.com/office/drawing/2014/main" id="{DA1669D9-E58B-42D3-923B-FDE3318DE26C}"/>
              </a:ext>
            </a:extLst>
          </p:cNvPr>
          <p:cNvSpPr>
            <a:spLocks noGrp="1"/>
          </p:cNvSpPr>
          <p:nvPr/>
        </p:nvSpPr>
        <p:spPr>
          <a:xfrm>
            <a:off x="1822620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F1_main_prauc_958">
            <a:extLst>
              <a:ext uri="{FF2B5EF4-FFF2-40B4-BE49-F238E27FC236}">
                <a16:creationId xmlns:a16="http://schemas.microsoft.com/office/drawing/2014/main" id="{BCF9F3E2-EA4A-4033-8609-F9EE895F65C0}"/>
              </a:ext>
            </a:extLst>
          </p:cNvPr>
          <p:cNvSpPr>
            <a:spLocks noGrp="1"/>
          </p:cNvSpPr>
          <p:nvPr/>
        </p:nvSpPr>
        <p:spPr>
          <a:xfrm>
            <a:off x="1822824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F1_main_prauc_959">
            <a:extLst>
              <a:ext uri="{FF2B5EF4-FFF2-40B4-BE49-F238E27FC236}">
                <a16:creationId xmlns:a16="http://schemas.microsoft.com/office/drawing/2014/main" id="{90D580F5-652F-4FFE-A505-7F7E7381E656}"/>
              </a:ext>
            </a:extLst>
          </p:cNvPr>
          <p:cNvSpPr>
            <a:spLocks noGrp="1"/>
          </p:cNvSpPr>
          <p:nvPr/>
        </p:nvSpPr>
        <p:spPr>
          <a:xfrm>
            <a:off x="1841849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F1_main_prauc_960">
            <a:extLst>
              <a:ext uri="{FF2B5EF4-FFF2-40B4-BE49-F238E27FC236}">
                <a16:creationId xmlns:a16="http://schemas.microsoft.com/office/drawing/2014/main" id="{8583303B-2BDA-4D5D-A6A2-85F085A4B8F5}"/>
              </a:ext>
            </a:extLst>
          </p:cNvPr>
          <p:cNvSpPr>
            <a:spLocks noGrp="1"/>
          </p:cNvSpPr>
          <p:nvPr/>
        </p:nvSpPr>
        <p:spPr>
          <a:xfrm>
            <a:off x="194485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F1_main_prauc_961">
            <a:extLst>
              <a:ext uri="{FF2B5EF4-FFF2-40B4-BE49-F238E27FC236}">
                <a16:creationId xmlns:a16="http://schemas.microsoft.com/office/drawing/2014/main" id="{FF51ACDA-7945-43A1-AB77-BB1C3178525A}"/>
              </a:ext>
            </a:extLst>
          </p:cNvPr>
          <p:cNvSpPr>
            <a:spLocks noGrp="1"/>
          </p:cNvSpPr>
          <p:nvPr/>
        </p:nvSpPr>
        <p:spPr>
          <a:xfrm>
            <a:off x="2004399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F1_main_prauc_962">
            <a:extLst>
              <a:ext uri="{FF2B5EF4-FFF2-40B4-BE49-F238E27FC236}">
                <a16:creationId xmlns:a16="http://schemas.microsoft.com/office/drawing/2014/main" id="{3E379AAE-6747-4DA7-BAC9-60B2243B6589}"/>
              </a:ext>
            </a:extLst>
          </p:cNvPr>
          <p:cNvSpPr>
            <a:spLocks noGrp="1"/>
          </p:cNvSpPr>
          <p:nvPr/>
        </p:nvSpPr>
        <p:spPr>
          <a:xfrm>
            <a:off x="1870979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F1_main_prauc_963">
            <a:extLst>
              <a:ext uri="{FF2B5EF4-FFF2-40B4-BE49-F238E27FC236}">
                <a16:creationId xmlns:a16="http://schemas.microsoft.com/office/drawing/2014/main" id="{1BE8F8FE-114F-4A17-8F19-0453D6A76969}"/>
              </a:ext>
            </a:extLst>
          </p:cNvPr>
          <p:cNvSpPr>
            <a:spLocks noGrp="1"/>
          </p:cNvSpPr>
          <p:nvPr/>
        </p:nvSpPr>
        <p:spPr>
          <a:xfrm>
            <a:off x="200636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F1_main_prauc_964">
            <a:extLst>
              <a:ext uri="{FF2B5EF4-FFF2-40B4-BE49-F238E27FC236}">
                <a16:creationId xmlns:a16="http://schemas.microsoft.com/office/drawing/2014/main" id="{58D10337-E985-409A-B4CA-E6B24FACDAD5}"/>
              </a:ext>
            </a:extLst>
          </p:cNvPr>
          <p:cNvSpPr>
            <a:spLocks noGrp="1"/>
          </p:cNvSpPr>
          <p:nvPr/>
        </p:nvSpPr>
        <p:spPr>
          <a:xfrm>
            <a:off x="200545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F1_main_prauc_965">
            <a:extLst>
              <a:ext uri="{FF2B5EF4-FFF2-40B4-BE49-F238E27FC236}">
                <a16:creationId xmlns:a16="http://schemas.microsoft.com/office/drawing/2014/main" id="{2CAF287D-E3E3-473F-A008-1212B0F83391}"/>
              </a:ext>
            </a:extLst>
          </p:cNvPr>
          <p:cNvSpPr>
            <a:spLocks noGrp="1"/>
          </p:cNvSpPr>
          <p:nvPr/>
        </p:nvSpPr>
        <p:spPr>
          <a:xfrm>
            <a:off x="182279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F1_main_prauc_966">
            <a:extLst>
              <a:ext uri="{FF2B5EF4-FFF2-40B4-BE49-F238E27FC236}">
                <a16:creationId xmlns:a16="http://schemas.microsoft.com/office/drawing/2014/main" id="{380B36B0-F2BF-4E70-890D-4AB97AD9E167}"/>
              </a:ext>
            </a:extLst>
          </p:cNvPr>
          <p:cNvSpPr>
            <a:spLocks noGrp="1"/>
          </p:cNvSpPr>
          <p:nvPr/>
        </p:nvSpPr>
        <p:spPr>
          <a:xfrm>
            <a:off x="1809565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F1_main_prauc_967">
            <a:extLst>
              <a:ext uri="{FF2B5EF4-FFF2-40B4-BE49-F238E27FC236}">
                <a16:creationId xmlns:a16="http://schemas.microsoft.com/office/drawing/2014/main" id="{C9DF7B68-EC59-4896-AB1D-E0D1B1415F11}"/>
              </a:ext>
            </a:extLst>
          </p:cNvPr>
          <p:cNvSpPr>
            <a:spLocks noGrp="1"/>
          </p:cNvSpPr>
          <p:nvPr/>
        </p:nvSpPr>
        <p:spPr>
          <a:xfrm>
            <a:off x="1903219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F1_main_prauc_968">
            <a:extLst>
              <a:ext uri="{FF2B5EF4-FFF2-40B4-BE49-F238E27FC236}">
                <a16:creationId xmlns:a16="http://schemas.microsoft.com/office/drawing/2014/main" id="{87B0BE1C-940A-4CA6-A2AE-D35A636152FA}"/>
              </a:ext>
            </a:extLst>
          </p:cNvPr>
          <p:cNvSpPr>
            <a:spLocks noGrp="1"/>
          </p:cNvSpPr>
          <p:nvPr/>
        </p:nvSpPr>
        <p:spPr>
          <a:xfrm>
            <a:off x="1860471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F1_main_prauc_969">
            <a:extLst>
              <a:ext uri="{FF2B5EF4-FFF2-40B4-BE49-F238E27FC236}">
                <a16:creationId xmlns:a16="http://schemas.microsoft.com/office/drawing/2014/main" id="{FCF3B2CF-257F-42CB-950D-B8B9F6D5E718}"/>
              </a:ext>
            </a:extLst>
          </p:cNvPr>
          <p:cNvSpPr>
            <a:spLocks noGrp="1"/>
          </p:cNvSpPr>
          <p:nvPr/>
        </p:nvSpPr>
        <p:spPr>
          <a:xfrm>
            <a:off x="1860600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F1_main_prauc_970">
            <a:extLst>
              <a:ext uri="{FF2B5EF4-FFF2-40B4-BE49-F238E27FC236}">
                <a16:creationId xmlns:a16="http://schemas.microsoft.com/office/drawing/2014/main" id="{F8C93B5A-C3A6-4E9C-848D-ADE26E2F8082}"/>
              </a:ext>
            </a:extLst>
          </p:cNvPr>
          <p:cNvSpPr>
            <a:spLocks noGrp="1"/>
          </p:cNvSpPr>
          <p:nvPr/>
        </p:nvSpPr>
        <p:spPr>
          <a:xfrm>
            <a:off x="191458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F1_main_prauc_971">
            <a:extLst>
              <a:ext uri="{FF2B5EF4-FFF2-40B4-BE49-F238E27FC236}">
                <a16:creationId xmlns:a16="http://schemas.microsoft.com/office/drawing/2014/main" id="{51D44FE4-862D-46BE-AEBA-84801BBB1A27}"/>
              </a:ext>
            </a:extLst>
          </p:cNvPr>
          <p:cNvSpPr>
            <a:spLocks noGrp="1"/>
          </p:cNvSpPr>
          <p:nvPr/>
        </p:nvSpPr>
        <p:spPr>
          <a:xfrm>
            <a:off x="197963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F1_main_prauc_972">
            <a:extLst>
              <a:ext uri="{FF2B5EF4-FFF2-40B4-BE49-F238E27FC236}">
                <a16:creationId xmlns:a16="http://schemas.microsoft.com/office/drawing/2014/main" id="{A3E31502-6FA7-4E8A-83E0-686AC386E7CF}"/>
              </a:ext>
            </a:extLst>
          </p:cNvPr>
          <p:cNvSpPr>
            <a:spLocks noGrp="1"/>
          </p:cNvSpPr>
          <p:nvPr/>
        </p:nvSpPr>
        <p:spPr>
          <a:xfrm>
            <a:off x="1814158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F1_main_prauc_973">
            <a:extLst>
              <a:ext uri="{FF2B5EF4-FFF2-40B4-BE49-F238E27FC236}">
                <a16:creationId xmlns:a16="http://schemas.microsoft.com/office/drawing/2014/main" id="{CFE70ED0-D4A7-4BE8-BDB9-24DCC71CCCDE}"/>
              </a:ext>
            </a:extLst>
          </p:cNvPr>
          <p:cNvSpPr>
            <a:spLocks noGrp="1"/>
          </p:cNvSpPr>
          <p:nvPr/>
        </p:nvSpPr>
        <p:spPr>
          <a:xfrm>
            <a:off x="1801171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F1_main_prauc_974">
            <a:extLst>
              <a:ext uri="{FF2B5EF4-FFF2-40B4-BE49-F238E27FC236}">
                <a16:creationId xmlns:a16="http://schemas.microsoft.com/office/drawing/2014/main" id="{016CF25D-B7C8-4EFA-B8E6-3E492FF3A6C5}"/>
              </a:ext>
            </a:extLst>
          </p:cNvPr>
          <p:cNvSpPr>
            <a:spLocks noGrp="1"/>
          </p:cNvSpPr>
          <p:nvPr/>
        </p:nvSpPr>
        <p:spPr>
          <a:xfrm>
            <a:off x="1787777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F1_main_prauc_975">
            <a:extLst>
              <a:ext uri="{FF2B5EF4-FFF2-40B4-BE49-F238E27FC236}">
                <a16:creationId xmlns:a16="http://schemas.microsoft.com/office/drawing/2014/main" id="{8485BA7C-A62A-4532-B03D-0F9F2E3F1F48}"/>
              </a:ext>
            </a:extLst>
          </p:cNvPr>
          <p:cNvSpPr>
            <a:spLocks noGrp="1"/>
          </p:cNvSpPr>
          <p:nvPr/>
        </p:nvSpPr>
        <p:spPr>
          <a:xfrm>
            <a:off x="1914121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F1_main_prauc_976">
            <a:extLst>
              <a:ext uri="{FF2B5EF4-FFF2-40B4-BE49-F238E27FC236}">
                <a16:creationId xmlns:a16="http://schemas.microsoft.com/office/drawing/2014/main" id="{A7F72349-17FE-4276-A68E-194EBDE9F4A0}"/>
              </a:ext>
            </a:extLst>
          </p:cNvPr>
          <p:cNvSpPr>
            <a:spLocks noGrp="1"/>
          </p:cNvSpPr>
          <p:nvPr/>
        </p:nvSpPr>
        <p:spPr>
          <a:xfrm>
            <a:off x="1856574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F1_main_prauc_977">
            <a:extLst>
              <a:ext uri="{FF2B5EF4-FFF2-40B4-BE49-F238E27FC236}">
                <a16:creationId xmlns:a16="http://schemas.microsoft.com/office/drawing/2014/main" id="{BE9CF41B-7BE6-47CB-972A-E08D14DFAD57}"/>
              </a:ext>
            </a:extLst>
          </p:cNvPr>
          <p:cNvSpPr>
            <a:spLocks noGrp="1"/>
          </p:cNvSpPr>
          <p:nvPr/>
        </p:nvSpPr>
        <p:spPr>
          <a:xfrm>
            <a:off x="196981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F1_main_prauc_978">
            <a:extLst>
              <a:ext uri="{FF2B5EF4-FFF2-40B4-BE49-F238E27FC236}">
                <a16:creationId xmlns:a16="http://schemas.microsoft.com/office/drawing/2014/main" id="{C376E3A9-57AB-48A0-8B48-D42E1B089ED6}"/>
              </a:ext>
            </a:extLst>
          </p:cNvPr>
          <p:cNvSpPr>
            <a:spLocks noGrp="1"/>
          </p:cNvSpPr>
          <p:nvPr/>
        </p:nvSpPr>
        <p:spPr>
          <a:xfrm>
            <a:off x="2010135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F1_main_prauc_979">
            <a:extLst>
              <a:ext uri="{FF2B5EF4-FFF2-40B4-BE49-F238E27FC236}">
                <a16:creationId xmlns:a16="http://schemas.microsoft.com/office/drawing/2014/main" id="{DA1B6C1A-ECB6-4AD9-8BA2-9262476713AA}"/>
              </a:ext>
            </a:extLst>
          </p:cNvPr>
          <p:cNvSpPr>
            <a:spLocks noGrp="1"/>
          </p:cNvSpPr>
          <p:nvPr/>
        </p:nvSpPr>
        <p:spPr>
          <a:xfrm>
            <a:off x="178581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F1_main_prauc_980">
            <a:extLst>
              <a:ext uri="{FF2B5EF4-FFF2-40B4-BE49-F238E27FC236}">
                <a16:creationId xmlns:a16="http://schemas.microsoft.com/office/drawing/2014/main" id="{ACCC6F6C-6099-4483-B060-E14EDA3C7CAA}"/>
              </a:ext>
            </a:extLst>
          </p:cNvPr>
          <p:cNvSpPr>
            <a:spLocks noGrp="1"/>
          </p:cNvSpPr>
          <p:nvPr/>
        </p:nvSpPr>
        <p:spPr>
          <a:xfrm>
            <a:off x="1999605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F1_main_prauc_981">
            <a:extLst>
              <a:ext uri="{FF2B5EF4-FFF2-40B4-BE49-F238E27FC236}">
                <a16:creationId xmlns:a16="http://schemas.microsoft.com/office/drawing/2014/main" id="{C7ECC499-65BA-435C-A6FF-7CAA4F4BF55F}"/>
              </a:ext>
            </a:extLst>
          </p:cNvPr>
          <p:cNvSpPr>
            <a:spLocks noGrp="1"/>
          </p:cNvSpPr>
          <p:nvPr/>
        </p:nvSpPr>
        <p:spPr>
          <a:xfrm>
            <a:off x="1846102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F1_main_prauc_982">
            <a:extLst>
              <a:ext uri="{FF2B5EF4-FFF2-40B4-BE49-F238E27FC236}">
                <a16:creationId xmlns:a16="http://schemas.microsoft.com/office/drawing/2014/main" id="{BB25E0A8-DF7A-4326-A419-B6E46845AE29}"/>
              </a:ext>
            </a:extLst>
          </p:cNvPr>
          <p:cNvSpPr>
            <a:spLocks noGrp="1"/>
          </p:cNvSpPr>
          <p:nvPr/>
        </p:nvSpPr>
        <p:spPr>
          <a:xfrm>
            <a:off x="193718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F1_main_prauc_983">
            <a:extLst>
              <a:ext uri="{FF2B5EF4-FFF2-40B4-BE49-F238E27FC236}">
                <a16:creationId xmlns:a16="http://schemas.microsoft.com/office/drawing/2014/main" id="{A9351EC8-49E1-4EBD-8DAB-AF6BF8424A97}"/>
              </a:ext>
            </a:extLst>
          </p:cNvPr>
          <p:cNvSpPr>
            <a:spLocks noGrp="1"/>
          </p:cNvSpPr>
          <p:nvPr/>
        </p:nvSpPr>
        <p:spPr>
          <a:xfrm>
            <a:off x="1797166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F1_main_prauc_984">
            <a:extLst>
              <a:ext uri="{FF2B5EF4-FFF2-40B4-BE49-F238E27FC236}">
                <a16:creationId xmlns:a16="http://schemas.microsoft.com/office/drawing/2014/main" id="{D0403717-B601-4908-B000-7F93C3329F28}"/>
              </a:ext>
            </a:extLst>
          </p:cNvPr>
          <p:cNvSpPr>
            <a:spLocks noGrp="1"/>
          </p:cNvSpPr>
          <p:nvPr/>
        </p:nvSpPr>
        <p:spPr>
          <a:xfrm>
            <a:off x="1874551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F1_main_prauc_985">
            <a:extLst>
              <a:ext uri="{FF2B5EF4-FFF2-40B4-BE49-F238E27FC236}">
                <a16:creationId xmlns:a16="http://schemas.microsoft.com/office/drawing/2014/main" id="{A5554E8C-4D30-4366-AF12-26A4DDD17ACE}"/>
              </a:ext>
            </a:extLst>
          </p:cNvPr>
          <p:cNvSpPr>
            <a:spLocks noGrp="1"/>
          </p:cNvSpPr>
          <p:nvPr/>
        </p:nvSpPr>
        <p:spPr>
          <a:xfrm>
            <a:off x="2011207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F1_main_prauc_986">
            <a:extLst>
              <a:ext uri="{FF2B5EF4-FFF2-40B4-BE49-F238E27FC236}">
                <a16:creationId xmlns:a16="http://schemas.microsoft.com/office/drawing/2014/main" id="{0C71E887-D535-4278-A3CA-354D62018BBB}"/>
              </a:ext>
            </a:extLst>
          </p:cNvPr>
          <p:cNvSpPr>
            <a:spLocks noGrp="1"/>
          </p:cNvSpPr>
          <p:nvPr/>
        </p:nvSpPr>
        <p:spPr>
          <a:xfrm>
            <a:off x="1974756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F1_main_prauc_987">
            <a:extLst>
              <a:ext uri="{FF2B5EF4-FFF2-40B4-BE49-F238E27FC236}">
                <a16:creationId xmlns:a16="http://schemas.microsoft.com/office/drawing/2014/main" id="{6DB64ACB-7B02-4BAE-BAE1-98D6D79D9EEA}"/>
              </a:ext>
            </a:extLst>
          </p:cNvPr>
          <p:cNvSpPr>
            <a:spLocks noGrp="1"/>
          </p:cNvSpPr>
          <p:nvPr/>
        </p:nvSpPr>
        <p:spPr>
          <a:xfrm>
            <a:off x="1938371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F1_main_prauc_988">
            <a:extLst>
              <a:ext uri="{FF2B5EF4-FFF2-40B4-BE49-F238E27FC236}">
                <a16:creationId xmlns:a16="http://schemas.microsoft.com/office/drawing/2014/main" id="{F775A745-0088-48D7-A0F5-F5E8C26CA759}"/>
              </a:ext>
            </a:extLst>
          </p:cNvPr>
          <p:cNvSpPr>
            <a:spLocks noGrp="1"/>
          </p:cNvSpPr>
          <p:nvPr/>
        </p:nvSpPr>
        <p:spPr>
          <a:xfrm>
            <a:off x="1910706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F1_main_prauc_989">
            <a:extLst>
              <a:ext uri="{FF2B5EF4-FFF2-40B4-BE49-F238E27FC236}">
                <a16:creationId xmlns:a16="http://schemas.microsoft.com/office/drawing/2014/main" id="{6E4A79D2-6039-459C-89FA-D9EDA7728C63}"/>
              </a:ext>
            </a:extLst>
          </p:cNvPr>
          <p:cNvSpPr>
            <a:spLocks noGrp="1"/>
          </p:cNvSpPr>
          <p:nvPr/>
        </p:nvSpPr>
        <p:spPr>
          <a:xfrm>
            <a:off x="2010535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F1_main_prauc_990">
            <a:extLst>
              <a:ext uri="{FF2B5EF4-FFF2-40B4-BE49-F238E27FC236}">
                <a16:creationId xmlns:a16="http://schemas.microsoft.com/office/drawing/2014/main" id="{067CAF2D-117C-4ECF-BA60-8F3C42C7A9DA}"/>
              </a:ext>
            </a:extLst>
          </p:cNvPr>
          <p:cNvSpPr>
            <a:spLocks noGrp="1"/>
          </p:cNvSpPr>
          <p:nvPr/>
        </p:nvSpPr>
        <p:spPr>
          <a:xfrm>
            <a:off x="2018224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F1_main_prauc_991">
            <a:extLst>
              <a:ext uri="{FF2B5EF4-FFF2-40B4-BE49-F238E27FC236}">
                <a16:creationId xmlns:a16="http://schemas.microsoft.com/office/drawing/2014/main" id="{05619AAB-FDA4-452F-AF6B-8B2F8A53D677}"/>
              </a:ext>
            </a:extLst>
          </p:cNvPr>
          <p:cNvSpPr>
            <a:spLocks noGrp="1"/>
          </p:cNvSpPr>
          <p:nvPr/>
        </p:nvSpPr>
        <p:spPr>
          <a:xfrm>
            <a:off x="1861556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F1_main_prauc_992">
            <a:extLst>
              <a:ext uri="{FF2B5EF4-FFF2-40B4-BE49-F238E27FC236}">
                <a16:creationId xmlns:a16="http://schemas.microsoft.com/office/drawing/2014/main" id="{6BCD28DD-5A08-4838-A9B6-9C8DD32EA746}"/>
              </a:ext>
            </a:extLst>
          </p:cNvPr>
          <p:cNvSpPr>
            <a:spLocks noGrp="1"/>
          </p:cNvSpPr>
          <p:nvPr/>
        </p:nvSpPr>
        <p:spPr>
          <a:xfrm>
            <a:off x="1850168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F1_main_prauc_993">
            <a:extLst>
              <a:ext uri="{FF2B5EF4-FFF2-40B4-BE49-F238E27FC236}">
                <a16:creationId xmlns:a16="http://schemas.microsoft.com/office/drawing/2014/main" id="{383BBF61-F41D-4290-A6BF-2622D8E6A65E}"/>
              </a:ext>
            </a:extLst>
          </p:cNvPr>
          <p:cNvSpPr>
            <a:spLocks noGrp="1"/>
          </p:cNvSpPr>
          <p:nvPr/>
        </p:nvSpPr>
        <p:spPr>
          <a:xfrm>
            <a:off x="1884082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F1_main_prauc_994">
            <a:extLst>
              <a:ext uri="{FF2B5EF4-FFF2-40B4-BE49-F238E27FC236}">
                <a16:creationId xmlns:a16="http://schemas.microsoft.com/office/drawing/2014/main" id="{9BF7CEA5-B668-4830-9E57-E2A2B6CFE850}"/>
              </a:ext>
            </a:extLst>
          </p:cNvPr>
          <p:cNvSpPr>
            <a:spLocks noGrp="1"/>
          </p:cNvSpPr>
          <p:nvPr/>
        </p:nvSpPr>
        <p:spPr>
          <a:xfrm>
            <a:off x="2008298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F1_main_prauc_995">
            <a:extLst>
              <a:ext uri="{FF2B5EF4-FFF2-40B4-BE49-F238E27FC236}">
                <a16:creationId xmlns:a16="http://schemas.microsoft.com/office/drawing/2014/main" id="{93FF9725-A367-465C-A687-805AC23E45C7}"/>
              </a:ext>
            </a:extLst>
          </p:cNvPr>
          <p:cNvSpPr>
            <a:spLocks noGrp="1"/>
          </p:cNvSpPr>
          <p:nvPr/>
        </p:nvSpPr>
        <p:spPr>
          <a:xfrm>
            <a:off x="1897358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F1_main_prauc_996">
            <a:extLst>
              <a:ext uri="{FF2B5EF4-FFF2-40B4-BE49-F238E27FC236}">
                <a16:creationId xmlns:a16="http://schemas.microsoft.com/office/drawing/2014/main" id="{ED94C00F-674E-4331-BE67-FEA3509F31D4}"/>
              </a:ext>
            </a:extLst>
          </p:cNvPr>
          <p:cNvSpPr>
            <a:spLocks noGrp="1"/>
          </p:cNvSpPr>
          <p:nvPr/>
        </p:nvSpPr>
        <p:spPr>
          <a:xfrm>
            <a:off x="1822617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F1_main_prauc_997">
            <a:extLst>
              <a:ext uri="{FF2B5EF4-FFF2-40B4-BE49-F238E27FC236}">
                <a16:creationId xmlns:a16="http://schemas.microsoft.com/office/drawing/2014/main" id="{909D8C8E-27CD-4EDE-8D3D-9C33F0010425}"/>
              </a:ext>
            </a:extLst>
          </p:cNvPr>
          <p:cNvSpPr>
            <a:spLocks noGrp="1"/>
          </p:cNvSpPr>
          <p:nvPr/>
        </p:nvSpPr>
        <p:spPr>
          <a:xfrm>
            <a:off x="1844426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F1_main_prauc_998">
            <a:extLst>
              <a:ext uri="{FF2B5EF4-FFF2-40B4-BE49-F238E27FC236}">
                <a16:creationId xmlns:a16="http://schemas.microsoft.com/office/drawing/2014/main" id="{62EBC62E-5475-46A7-A244-5B5F92A9E48D}"/>
              </a:ext>
            </a:extLst>
          </p:cNvPr>
          <p:cNvSpPr>
            <a:spLocks noGrp="1"/>
          </p:cNvSpPr>
          <p:nvPr/>
        </p:nvSpPr>
        <p:spPr>
          <a:xfrm>
            <a:off x="200704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F1_main_prauc_999">
            <a:extLst>
              <a:ext uri="{FF2B5EF4-FFF2-40B4-BE49-F238E27FC236}">
                <a16:creationId xmlns:a16="http://schemas.microsoft.com/office/drawing/2014/main" id="{4C470BD0-5ECE-4CE7-A8C8-F12789D71118}"/>
              </a:ext>
            </a:extLst>
          </p:cNvPr>
          <p:cNvSpPr>
            <a:spLocks noGrp="1"/>
          </p:cNvSpPr>
          <p:nvPr/>
        </p:nvSpPr>
        <p:spPr>
          <a:xfrm>
            <a:off x="1838660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F1_main_prauc_1000">
            <a:extLst>
              <a:ext uri="{FF2B5EF4-FFF2-40B4-BE49-F238E27FC236}">
                <a16:creationId xmlns:a16="http://schemas.microsoft.com/office/drawing/2014/main" id="{F51B980A-7754-4A96-A4A3-58914AF80070}"/>
              </a:ext>
            </a:extLst>
          </p:cNvPr>
          <p:cNvSpPr>
            <a:spLocks noGrp="1"/>
          </p:cNvSpPr>
          <p:nvPr/>
        </p:nvSpPr>
        <p:spPr>
          <a:xfrm>
            <a:off x="201004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F1_main_prauc_1001">
            <a:extLst>
              <a:ext uri="{FF2B5EF4-FFF2-40B4-BE49-F238E27FC236}">
                <a16:creationId xmlns:a16="http://schemas.microsoft.com/office/drawing/2014/main" id="{B4830AAA-8414-4434-99F5-A3BA32D40EA1}"/>
              </a:ext>
            </a:extLst>
          </p:cNvPr>
          <p:cNvSpPr>
            <a:spLocks noGrp="1"/>
          </p:cNvSpPr>
          <p:nvPr/>
        </p:nvSpPr>
        <p:spPr>
          <a:xfrm>
            <a:off x="179931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F1_main_prauc_1002">
            <a:extLst>
              <a:ext uri="{FF2B5EF4-FFF2-40B4-BE49-F238E27FC236}">
                <a16:creationId xmlns:a16="http://schemas.microsoft.com/office/drawing/2014/main" id="{A84A6695-FD6C-4DD0-B984-3EA43DE19E74}"/>
              </a:ext>
            </a:extLst>
          </p:cNvPr>
          <p:cNvSpPr>
            <a:spLocks noGrp="1"/>
          </p:cNvSpPr>
          <p:nvPr/>
        </p:nvSpPr>
        <p:spPr>
          <a:xfrm>
            <a:off x="1864943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F1_main_prauc_1003">
            <a:extLst>
              <a:ext uri="{FF2B5EF4-FFF2-40B4-BE49-F238E27FC236}">
                <a16:creationId xmlns:a16="http://schemas.microsoft.com/office/drawing/2014/main" id="{C0C34B19-2985-43E4-B1A8-66FAC32379CE}"/>
              </a:ext>
            </a:extLst>
          </p:cNvPr>
          <p:cNvSpPr>
            <a:spLocks noGrp="1"/>
          </p:cNvSpPr>
          <p:nvPr/>
        </p:nvSpPr>
        <p:spPr>
          <a:xfrm>
            <a:off x="1823695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F1_main_prauc_1004">
            <a:extLst>
              <a:ext uri="{FF2B5EF4-FFF2-40B4-BE49-F238E27FC236}">
                <a16:creationId xmlns:a16="http://schemas.microsoft.com/office/drawing/2014/main" id="{1D0E7DCE-2CCE-49C0-AB93-A02DA514D8CC}"/>
              </a:ext>
            </a:extLst>
          </p:cNvPr>
          <p:cNvSpPr>
            <a:spLocks noGrp="1"/>
          </p:cNvSpPr>
          <p:nvPr/>
        </p:nvSpPr>
        <p:spPr>
          <a:xfrm>
            <a:off x="1952871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F1_main_prauc_1005">
            <a:extLst>
              <a:ext uri="{FF2B5EF4-FFF2-40B4-BE49-F238E27FC236}">
                <a16:creationId xmlns:a16="http://schemas.microsoft.com/office/drawing/2014/main" id="{3C8679EB-1D31-47AE-904A-DDE85AFD1A63}"/>
              </a:ext>
            </a:extLst>
          </p:cNvPr>
          <p:cNvSpPr>
            <a:spLocks noGrp="1"/>
          </p:cNvSpPr>
          <p:nvPr/>
        </p:nvSpPr>
        <p:spPr>
          <a:xfrm>
            <a:off x="2020573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F1_main_prauc_1006">
            <a:extLst>
              <a:ext uri="{FF2B5EF4-FFF2-40B4-BE49-F238E27FC236}">
                <a16:creationId xmlns:a16="http://schemas.microsoft.com/office/drawing/2014/main" id="{72635C51-ACEF-4A19-B935-055A96C2C90D}"/>
              </a:ext>
            </a:extLst>
          </p:cNvPr>
          <p:cNvSpPr>
            <a:spLocks noGrp="1"/>
          </p:cNvSpPr>
          <p:nvPr/>
        </p:nvSpPr>
        <p:spPr>
          <a:xfrm>
            <a:off x="1904270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F1_main_prauc_1007">
            <a:extLst>
              <a:ext uri="{FF2B5EF4-FFF2-40B4-BE49-F238E27FC236}">
                <a16:creationId xmlns:a16="http://schemas.microsoft.com/office/drawing/2014/main" id="{97293414-4C05-402B-B1BC-62F762BF8D61}"/>
              </a:ext>
            </a:extLst>
          </p:cNvPr>
          <p:cNvSpPr>
            <a:spLocks noGrp="1"/>
          </p:cNvSpPr>
          <p:nvPr/>
        </p:nvSpPr>
        <p:spPr>
          <a:xfrm>
            <a:off x="1980490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F1_main_prauc_1008">
            <a:extLst>
              <a:ext uri="{FF2B5EF4-FFF2-40B4-BE49-F238E27FC236}">
                <a16:creationId xmlns:a16="http://schemas.microsoft.com/office/drawing/2014/main" id="{DCAC5737-1304-49DE-95C3-F1E99F128F68}"/>
              </a:ext>
            </a:extLst>
          </p:cNvPr>
          <p:cNvSpPr>
            <a:spLocks noGrp="1"/>
          </p:cNvSpPr>
          <p:nvPr/>
        </p:nvSpPr>
        <p:spPr>
          <a:xfrm>
            <a:off x="187927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F1_main_prauc_1009">
            <a:extLst>
              <a:ext uri="{FF2B5EF4-FFF2-40B4-BE49-F238E27FC236}">
                <a16:creationId xmlns:a16="http://schemas.microsoft.com/office/drawing/2014/main" id="{DC186C62-4A26-4F6B-B1C5-93A4DE3A1ABB}"/>
              </a:ext>
            </a:extLst>
          </p:cNvPr>
          <p:cNvSpPr>
            <a:spLocks noGrp="1"/>
          </p:cNvSpPr>
          <p:nvPr/>
        </p:nvSpPr>
        <p:spPr>
          <a:xfrm>
            <a:off x="1906122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F1_main_prauc_1010">
            <a:extLst>
              <a:ext uri="{FF2B5EF4-FFF2-40B4-BE49-F238E27FC236}">
                <a16:creationId xmlns:a16="http://schemas.microsoft.com/office/drawing/2014/main" id="{09C87B6A-2C62-4991-AC32-C714F5EA9977}"/>
              </a:ext>
            </a:extLst>
          </p:cNvPr>
          <p:cNvSpPr>
            <a:spLocks noGrp="1"/>
          </p:cNvSpPr>
          <p:nvPr/>
        </p:nvSpPr>
        <p:spPr>
          <a:xfrm>
            <a:off x="1774577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F1_main_prauc_1011">
            <a:extLst>
              <a:ext uri="{FF2B5EF4-FFF2-40B4-BE49-F238E27FC236}">
                <a16:creationId xmlns:a16="http://schemas.microsoft.com/office/drawing/2014/main" id="{9B34D3C6-9349-4FEA-A05B-E2E438CE69D0}"/>
              </a:ext>
            </a:extLst>
          </p:cNvPr>
          <p:cNvSpPr>
            <a:spLocks noGrp="1"/>
          </p:cNvSpPr>
          <p:nvPr/>
        </p:nvSpPr>
        <p:spPr>
          <a:xfrm>
            <a:off x="185804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F1_main_prauc_1012">
            <a:extLst>
              <a:ext uri="{FF2B5EF4-FFF2-40B4-BE49-F238E27FC236}">
                <a16:creationId xmlns:a16="http://schemas.microsoft.com/office/drawing/2014/main" id="{789E8CAA-F50D-42F0-8005-8504CBD99495}"/>
              </a:ext>
            </a:extLst>
          </p:cNvPr>
          <p:cNvSpPr>
            <a:spLocks noGrp="1"/>
          </p:cNvSpPr>
          <p:nvPr/>
        </p:nvSpPr>
        <p:spPr>
          <a:xfrm>
            <a:off x="199513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F1_main_prauc_1013">
            <a:extLst>
              <a:ext uri="{FF2B5EF4-FFF2-40B4-BE49-F238E27FC236}">
                <a16:creationId xmlns:a16="http://schemas.microsoft.com/office/drawing/2014/main" id="{4A575759-EBFF-43EC-988D-EEE6E20896F0}"/>
              </a:ext>
            </a:extLst>
          </p:cNvPr>
          <p:cNvSpPr>
            <a:spLocks noGrp="1"/>
          </p:cNvSpPr>
          <p:nvPr/>
        </p:nvSpPr>
        <p:spPr>
          <a:xfrm>
            <a:off x="1995100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F1_main_prauc_1014">
            <a:extLst>
              <a:ext uri="{FF2B5EF4-FFF2-40B4-BE49-F238E27FC236}">
                <a16:creationId xmlns:a16="http://schemas.microsoft.com/office/drawing/2014/main" id="{57407FB1-0895-4ED7-B3C0-E7D3D6C78E76}"/>
              </a:ext>
            </a:extLst>
          </p:cNvPr>
          <p:cNvSpPr>
            <a:spLocks noGrp="1"/>
          </p:cNvSpPr>
          <p:nvPr/>
        </p:nvSpPr>
        <p:spPr>
          <a:xfrm>
            <a:off x="1841831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F1_main_prauc_1015">
            <a:extLst>
              <a:ext uri="{FF2B5EF4-FFF2-40B4-BE49-F238E27FC236}">
                <a16:creationId xmlns:a16="http://schemas.microsoft.com/office/drawing/2014/main" id="{EE5CF292-9812-4819-8883-41191DA939CD}"/>
              </a:ext>
            </a:extLst>
          </p:cNvPr>
          <p:cNvSpPr>
            <a:spLocks noGrp="1"/>
          </p:cNvSpPr>
          <p:nvPr/>
        </p:nvSpPr>
        <p:spPr>
          <a:xfrm>
            <a:off x="1819876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F1_main_prauc_1016">
            <a:extLst>
              <a:ext uri="{FF2B5EF4-FFF2-40B4-BE49-F238E27FC236}">
                <a16:creationId xmlns:a16="http://schemas.microsoft.com/office/drawing/2014/main" id="{75306ACD-29A6-424E-B909-74F5DAB1B40D}"/>
              </a:ext>
            </a:extLst>
          </p:cNvPr>
          <p:cNvSpPr>
            <a:spLocks noGrp="1"/>
          </p:cNvSpPr>
          <p:nvPr/>
        </p:nvSpPr>
        <p:spPr>
          <a:xfrm>
            <a:off x="1845349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F1_main_prauc_1017">
            <a:extLst>
              <a:ext uri="{FF2B5EF4-FFF2-40B4-BE49-F238E27FC236}">
                <a16:creationId xmlns:a16="http://schemas.microsoft.com/office/drawing/2014/main" id="{79F9312A-D591-4147-8E00-3D7D2C971F6C}"/>
              </a:ext>
            </a:extLst>
          </p:cNvPr>
          <p:cNvSpPr>
            <a:spLocks noGrp="1"/>
          </p:cNvSpPr>
          <p:nvPr/>
        </p:nvSpPr>
        <p:spPr>
          <a:xfrm>
            <a:off x="1998101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F1_main_prauc_1018">
            <a:extLst>
              <a:ext uri="{FF2B5EF4-FFF2-40B4-BE49-F238E27FC236}">
                <a16:creationId xmlns:a16="http://schemas.microsoft.com/office/drawing/2014/main" id="{7B4F5BE2-9417-4862-AAA0-FE5B083C125A}"/>
              </a:ext>
            </a:extLst>
          </p:cNvPr>
          <p:cNvSpPr>
            <a:spLocks noGrp="1"/>
          </p:cNvSpPr>
          <p:nvPr/>
        </p:nvSpPr>
        <p:spPr>
          <a:xfrm>
            <a:off x="1913435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F1_main_prauc_1019">
            <a:extLst>
              <a:ext uri="{FF2B5EF4-FFF2-40B4-BE49-F238E27FC236}">
                <a16:creationId xmlns:a16="http://schemas.microsoft.com/office/drawing/2014/main" id="{237F0C93-DEBF-4150-8E82-E3C173B0E558}"/>
              </a:ext>
            </a:extLst>
          </p:cNvPr>
          <p:cNvSpPr>
            <a:spLocks noGrp="1"/>
          </p:cNvSpPr>
          <p:nvPr/>
        </p:nvSpPr>
        <p:spPr>
          <a:xfrm>
            <a:off x="1990423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F1_main_prauc_1020">
            <a:extLst>
              <a:ext uri="{FF2B5EF4-FFF2-40B4-BE49-F238E27FC236}">
                <a16:creationId xmlns:a16="http://schemas.microsoft.com/office/drawing/2014/main" id="{79A63344-2E09-471A-8FDE-0167B24BE486}"/>
              </a:ext>
            </a:extLst>
          </p:cNvPr>
          <p:cNvSpPr>
            <a:spLocks noGrp="1"/>
          </p:cNvSpPr>
          <p:nvPr/>
        </p:nvSpPr>
        <p:spPr>
          <a:xfrm>
            <a:off x="1837880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F1_main_prauc_1021">
            <a:extLst>
              <a:ext uri="{FF2B5EF4-FFF2-40B4-BE49-F238E27FC236}">
                <a16:creationId xmlns:a16="http://schemas.microsoft.com/office/drawing/2014/main" id="{075B4D04-EAE1-4757-8AC4-2D3EAE2EDD41}"/>
              </a:ext>
            </a:extLst>
          </p:cNvPr>
          <p:cNvSpPr>
            <a:spLocks noGrp="1"/>
          </p:cNvSpPr>
          <p:nvPr/>
        </p:nvSpPr>
        <p:spPr>
          <a:xfrm>
            <a:off x="1840692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F1_main_prauc_1022">
            <a:extLst>
              <a:ext uri="{FF2B5EF4-FFF2-40B4-BE49-F238E27FC236}">
                <a16:creationId xmlns:a16="http://schemas.microsoft.com/office/drawing/2014/main" id="{5856648C-D1A0-4DC5-AFB4-011A0EC75241}"/>
              </a:ext>
            </a:extLst>
          </p:cNvPr>
          <p:cNvSpPr>
            <a:spLocks noGrp="1"/>
          </p:cNvSpPr>
          <p:nvPr/>
        </p:nvSpPr>
        <p:spPr>
          <a:xfrm>
            <a:off x="1768840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F1_main_prauc_1023">
            <a:extLst>
              <a:ext uri="{FF2B5EF4-FFF2-40B4-BE49-F238E27FC236}">
                <a16:creationId xmlns:a16="http://schemas.microsoft.com/office/drawing/2014/main" id="{7DCC0EE0-127A-4654-9B4A-189266D8F469}"/>
              </a:ext>
            </a:extLst>
          </p:cNvPr>
          <p:cNvSpPr>
            <a:spLocks noGrp="1"/>
          </p:cNvSpPr>
          <p:nvPr/>
        </p:nvSpPr>
        <p:spPr>
          <a:xfrm>
            <a:off x="185485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F1_main_prauc_1024">
            <a:extLst>
              <a:ext uri="{FF2B5EF4-FFF2-40B4-BE49-F238E27FC236}">
                <a16:creationId xmlns:a16="http://schemas.microsoft.com/office/drawing/2014/main" id="{E1A71AAB-8138-4178-B571-86D970F01FE5}"/>
              </a:ext>
            </a:extLst>
          </p:cNvPr>
          <p:cNvSpPr>
            <a:spLocks noGrp="1"/>
          </p:cNvSpPr>
          <p:nvPr/>
        </p:nvSpPr>
        <p:spPr>
          <a:xfrm>
            <a:off x="196589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F1_main_prauc_1025">
            <a:extLst>
              <a:ext uri="{FF2B5EF4-FFF2-40B4-BE49-F238E27FC236}">
                <a16:creationId xmlns:a16="http://schemas.microsoft.com/office/drawing/2014/main" id="{2BD8DDDF-BEB0-48E2-BD5B-0E5E016F9B01}"/>
              </a:ext>
            </a:extLst>
          </p:cNvPr>
          <p:cNvSpPr>
            <a:spLocks noGrp="1"/>
          </p:cNvSpPr>
          <p:nvPr/>
        </p:nvSpPr>
        <p:spPr>
          <a:xfrm>
            <a:off x="1849789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F1_main_prauc_1026">
            <a:extLst>
              <a:ext uri="{FF2B5EF4-FFF2-40B4-BE49-F238E27FC236}">
                <a16:creationId xmlns:a16="http://schemas.microsoft.com/office/drawing/2014/main" id="{8CE00524-7247-443A-981C-F079C3BC2BA3}"/>
              </a:ext>
            </a:extLst>
          </p:cNvPr>
          <p:cNvSpPr>
            <a:spLocks noGrp="1"/>
          </p:cNvSpPr>
          <p:nvPr/>
        </p:nvSpPr>
        <p:spPr>
          <a:xfrm>
            <a:off x="199427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F1_main_prauc_1027">
            <a:extLst>
              <a:ext uri="{FF2B5EF4-FFF2-40B4-BE49-F238E27FC236}">
                <a16:creationId xmlns:a16="http://schemas.microsoft.com/office/drawing/2014/main" id="{17408B1A-93DB-458E-B998-B46851EA0951}"/>
              </a:ext>
            </a:extLst>
          </p:cNvPr>
          <p:cNvSpPr>
            <a:spLocks noGrp="1"/>
          </p:cNvSpPr>
          <p:nvPr/>
        </p:nvSpPr>
        <p:spPr>
          <a:xfrm>
            <a:off x="1989498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F1_main_prauc_1028">
            <a:extLst>
              <a:ext uri="{FF2B5EF4-FFF2-40B4-BE49-F238E27FC236}">
                <a16:creationId xmlns:a16="http://schemas.microsoft.com/office/drawing/2014/main" id="{7F7164CC-2E38-4E86-9DB4-63E09447AD32}"/>
              </a:ext>
            </a:extLst>
          </p:cNvPr>
          <p:cNvSpPr>
            <a:spLocks noGrp="1"/>
          </p:cNvSpPr>
          <p:nvPr/>
        </p:nvSpPr>
        <p:spPr>
          <a:xfrm>
            <a:off x="1895932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F1_main_prauc_1029">
            <a:extLst>
              <a:ext uri="{FF2B5EF4-FFF2-40B4-BE49-F238E27FC236}">
                <a16:creationId xmlns:a16="http://schemas.microsoft.com/office/drawing/2014/main" id="{7341F181-A2EC-43B1-B4EF-A87D61812671}"/>
              </a:ext>
            </a:extLst>
          </p:cNvPr>
          <p:cNvSpPr>
            <a:spLocks noGrp="1"/>
          </p:cNvSpPr>
          <p:nvPr/>
        </p:nvSpPr>
        <p:spPr>
          <a:xfrm>
            <a:off x="193572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F1_main_prauc_1030">
            <a:extLst>
              <a:ext uri="{FF2B5EF4-FFF2-40B4-BE49-F238E27FC236}">
                <a16:creationId xmlns:a16="http://schemas.microsoft.com/office/drawing/2014/main" id="{43B257DE-DBE6-4919-84F9-DBEDB3FB6131}"/>
              </a:ext>
            </a:extLst>
          </p:cNvPr>
          <p:cNvSpPr>
            <a:spLocks noGrp="1"/>
          </p:cNvSpPr>
          <p:nvPr/>
        </p:nvSpPr>
        <p:spPr>
          <a:xfrm>
            <a:off x="1807292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F1_main_prauc_1031">
            <a:extLst>
              <a:ext uri="{FF2B5EF4-FFF2-40B4-BE49-F238E27FC236}">
                <a16:creationId xmlns:a16="http://schemas.microsoft.com/office/drawing/2014/main" id="{E4DB1F60-51F4-42F7-B990-74553E0277E5}"/>
              </a:ext>
            </a:extLst>
          </p:cNvPr>
          <p:cNvSpPr>
            <a:spLocks noGrp="1"/>
          </p:cNvSpPr>
          <p:nvPr/>
        </p:nvSpPr>
        <p:spPr>
          <a:xfrm>
            <a:off x="1915489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F1_main_prauc_1032">
            <a:extLst>
              <a:ext uri="{FF2B5EF4-FFF2-40B4-BE49-F238E27FC236}">
                <a16:creationId xmlns:a16="http://schemas.microsoft.com/office/drawing/2014/main" id="{0EC6D9F4-485E-4B89-B2E4-EE1695245930}"/>
              </a:ext>
            </a:extLst>
          </p:cNvPr>
          <p:cNvSpPr>
            <a:spLocks noGrp="1"/>
          </p:cNvSpPr>
          <p:nvPr/>
        </p:nvSpPr>
        <p:spPr>
          <a:xfrm>
            <a:off x="1936601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F1_main_prauc_1033">
            <a:extLst>
              <a:ext uri="{FF2B5EF4-FFF2-40B4-BE49-F238E27FC236}">
                <a16:creationId xmlns:a16="http://schemas.microsoft.com/office/drawing/2014/main" id="{172D266F-416F-4E03-BAA1-1657AF48699B}"/>
              </a:ext>
            </a:extLst>
          </p:cNvPr>
          <p:cNvSpPr>
            <a:spLocks noGrp="1"/>
          </p:cNvSpPr>
          <p:nvPr/>
        </p:nvSpPr>
        <p:spPr>
          <a:xfrm>
            <a:off x="196495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F1_main_prauc_1034">
            <a:extLst>
              <a:ext uri="{FF2B5EF4-FFF2-40B4-BE49-F238E27FC236}">
                <a16:creationId xmlns:a16="http://schemas.microsoft.com/office/drawing/2014/main" id="{D6C644FD-9503-4DA6-B7AD-6DC254660696}"/>
              </a:ext>
            </a:extLst>
          </p:cNvPr>
          <p:cNvSpPr>
            <a:spLocks noGrp="1"/>
          </p:cNvSpPr>
          <p:nvPr/>
        </p:nvSpPr>
        <p:spPr>
          <a:xfrm>
            <a:off x="1962277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F1_main_prauc_1035">
            <a:extLst>
              <a:ext uri="{FF2B5EF4-FFF2-40B4-BE49-F238E27FC236}">
                <a16:creationId xmlns:a16="http://schemas.microsoft.com/office/drawing/2014/main" id="{5F791BA4-19A5-40E7-880E-29FBAC0AD63F}"/>
              </a:ext>
            </a:extLst>
          </p:cNvPr>
          <p:cNvSpPr>
            <a:spLocks noGrp="1"/>
          </p:cNvSpPr>
          <p:nvPr/>
        </p:nvSpPr>
        <p:spPr>
          <a:xfrm>
            <a:off x="197866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F1_main_prauc_1036">
            <a:extLst>
              <a:ext uri="{FF2B5EF4-FFF2-40B4-BE49-F238E27FC236}">
                <a16:creationId xmlns:a16="http://schemas.microsoft.com/office/drawing/2014/main" id="{A565FBFB-9C51-4CBF-A31D-BD09516E00E0}"/>
              </a:ext>
            </a:extLst>
          </p:cNvPr>
          <p:cNvSpPr>
            <a:spLocks noGrp="1"/>
          </p:cNvSpPr>
          <p:nvPr/>
        </p:nvSpPr>
        <p:spPr>
          <a:xfrm>
            <a:off x="1959962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F1_main_prauc_1037">
            <a:extLst>
              <a:ext uri="{FF2B5EF4-FFF2-40B4-BE49-F238E27FC236}">
                <a16:creationId xmlns:a16="http://schemas.microsoft.com/office/drawing/2014/main" id="{CF257AD4-9230-472D-A77B-F87EB0BBB724}"/>
              </a:ext>
            </a:extLst>
          </p:cNvPr>
          <p:cNvSpPr>
            <a:spLocks noGrp="1"/>
          </p:cNvSpPr>
          <p:nvPr/>
        </p:nvSpPr>
        <p:spPr>
          <a:xfrm>
            <a:off x="1803241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F1_main_prauc_1038">
            <a:extLst>
              <a:ext uri="{FF2B5EF4-FFF2-40B4-BE49-F238E27FC236}">
                <a16:creationId xmlns:a16="http://schemas.microsoft.com/office/drawing/2014/main" id="{E826462D-4B8E-4A79-AED5-4654788CCBE4}"/>
              </a:ext>
            </a:extLst>
          </p:cNvPr>
          <p:cNvSpPr>
            <a:spLocks noGrp="1"/>
          </p:cNvSpPr>
          <p:nvPr/>
        </p:nvSpPr>
        <p:spPr>
          <a:xfrm>
            <a:off x="1798797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F1_main_prauc_1039">
            <a:extLst>
              <a:ext uri="{FF2B5EF4-FFF2-40B4-BE49-F238E27FC236}">
                <a16:creationId xmlns:a16="http://schemas.microsoft.com/office/drawing/2014/main" id="{0CD1D9E1-8E70-47D3-9630-346AFA302A31}"/>
              </a:ext>
            </a:extLst>
          </p:cNvPr>
          <p:cNvSpPr>
            <a:spLocks noGrp="1"/>
          </p:cNvSpPr>
          <p:nvPr/>
        </p:nvSpPr>
        <p:spPr>
          <a:xfrm>
            <a:off x="1926812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F1_main_prauc_1040">
            <a:extLst>
              <a:ext uri="{FF2B5EF4-FFF2-40B4-BE49-F238E27FC236}">
                <a16:creationId xmlns:a16="http://schemas.microsoft.com/office/drawing/2014/main" id="{FACCFD59-A032-4A5A-9105-1A6FCCF2CC55}"/>
              </a:ext>
            </a:extLst>
          </p:cNvPr>
          <p:cNvSpPr>
            <a:spLocks noGrp="1"/>
          </p:cNvSpPr>
          <p:nvPr/>
        </p:nvSpPr>
        <p:spPr>
          <a:xfrm>
            <a:off x="2018334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F1_main_prauc_1041">
            <a:extLst>
              <a:ext uri="{FF2B5EF4-FFF2-40B4-BE49-F238E27FC236}">
                <a16:creationId xmlns:a16="http://schemas.microsoft.com/office/drawing/2014/main" id="{8E60B52B-0910-4252-87B8-80BFE6B87BBE}"/>
              </a:ext>
            </a:extLst>
          </p:cNvPr>
          <p:cNvSpPr>
            <a:spLocks noGrp="1"/>
          </p:cNvSpPr>
          <p:nvPr/>
        </p:nvSpPr>
        <p:spPr>
          <a:xfrm>
            <a:off x="1790173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F1_main_prauc_1042">
            <a:extLst>
              <a:ext uri="{FF2B5EF4-FFF2-40B4-BE49-F238E27FC236}">
                <a16:creationId xmlns:a16="http://schemas.microsoft.com/office/drawing/2014/main" id="{D5500289-1359-4C2C-A437-384CAAC238E5}"/>
              </a:ext>
            </a:extLst>
          </p:cNvPr>
          <p:cNvSpPr>
            <a:spLocks noGrp="1"/>
          </p:cNvSpPr>
          <p:nvPr/>
        </p:nvSpPr>
        <p:spPr>
          <a:xfrm>
            <a:off x="188191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F1_main_prauc_1043">
            <a:extLst>
              <a:ext uri="{FF2B5EF4-FFF2-40B4-BE49-F238E27FC236}">
                <a16:creationId xmlns:a16="http://schemas.microsoft.com/office/drawing/2014/main" id="{E4B482CE-3087-48DD-8B4F-C2DA1BD6916F}"/>
              </a:ext>
            </a:extLst>
          </p:cNvPr>
          <p:cNvSpPr>
            <a:spLocks noGrp="1"/>
          </p:cNvSpPr>
          <p:nvPr/>
        </p:nvSpPr>
        <p:spPr>
          <a:xfrm>
            <a:off x="185799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F1_main_prauc_1044">
            <a:extLst>
              <a:ext uri="{FF2B5EF4-FFF2-40B4-BE49-F238E27FC236}">
                <a16:creationId xmlns:a16="http://schemas.microsoft.com/office/drawing/2014/main" id="{75A44A7A-3F00-482F-910E-1E0B1714106E}"/>
              </a:ext>
            </a:extLst>
          </p:cNvPr>
          <p:cNvSpPr>
            <a:spLocks noGrp="1"/>
          </p:cNvSpPr>
          <p:nvPr/>
        </p:nvSpPr>
        <p:spPr>
          <a:xfrm>
            <a:off x="1955803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F1_main_prauc_1045">
            <a:extLst>
              <a:ext uri="{FF2B5EF4-FFF2-40B4-BE49-F238E27FC236}">
                <a16:creationId xmlns:a16="http://schemas.microsoft.com/office/drawing/2014/main" id="{7A5B2407-B456-4B69-968F-8822031EE473}"/>
              </a:ext>
            </a:extLst>
          </p:cNvPr>
          <p:cNvSpPr>
            <a:spLocks noGrp="1"/>
          </p:cNvSpPr>
          <p:nvPr/>
        </p:nvSpPr>
        <p:spPr>
          <a:xfrm>
            <a:off x="192336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F1_main_prauc_1046">
            <a:extLst>
              <a:ext uri="{FF2B5EF4-FFF2-40B4-BE49-F238E27FC236}">
                <a16:creationId xmlns:a16="http://schemas.microsoft.com/office/drawing/2014/main" id="{E22CBAB2-89A1-4E17-8C7B-7ECA3DB53425}"/>
              </a:ext>
            </a:extLst>
          </p:cNvPr>
          <p:cNvSpPr>
            <a:spLocks noGrp="1"/>
          </p:cNvSpPr>
          <p:nvPr/>
        </p:nvSpPr>
        <p:spPr>
          <a:xfrm>
            <a:off x="181808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F1_main_prauc_1047">
            <a:extLst>
              <a:ext uri="{FF2B5EF4-FFF2-40B4-BE49-F238E27FC236}">
                <a16:creationId xmlns:a16="http://schemas.microsoft.com/office/drawing/2014/main" id="{5C5C32C5-2B75-4EF9-82AC-5BCFAAB953B7}"/>
              </a:ext>
            </a:extLst>
          </p:cNvPr>
          <p:cNvSpPr>
            <a:spLocks noGrp="1"/>
          </p:cNvSpPr>
          <p:nvPr/>
        </p:nvSpPr>
        <p:spPr>
          <a:xfrm>
            <a:off x="1805355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F1_main_prauc_1048">
            <a:extLst>
              <a:ext uri="{FF2B5EF4-FFF2-40B4-BE49-F238E27FC236}">
                <a16:creationId xmlns:a16="http://schemas.microsoft.com/office/drawing/2014/main" id="{860565D4-CA03-4DBE-B415-0D0229FD7FB4}"/>
              </a:ext>
            </a:extLst>
          </p:cNvPr>
          <p:cNvSpPr>
            <a:spLocks noGrp="1"/>
          </p:cNvSpPr>
          <p:nvPr/>
        </p:nvSpPr>
        <p:spPr>
          <a:xfrm>
            <a:off x="1896610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F1_main_prauc_1049">
            <a:extLst>
              <a:ext uri="{FF2B5EF4-FFF2-40B4-BE49-F238E27FC236}">
                <a16:creationId xmlns:a16="http://schemas.microsoft.com/office/drawing/2014/main" id="{F982ABE0-808E-411A-962C-C028AC646802}"/>
              </a:ext>
            </a:extLst>
          </p:cNvPr>
          <p:cNvSpPr>
            <a:spLocks noGrp="1"/>
          </p:cNvSpPr>
          <p:nvPr/>
        </p:nvSpPr>
        <p:spPr>
          <a:xfrm>
            <a:off x="178977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F1_main_prauc_1050">
            <a:extLst>
              <a:ext uri="{FF2B5EF4-FFF2-40B4-BE49-F238E27FC236}">
                <a16:creationId xmlns:a16="http://schemas.microsoft.com/office/drawing/2014/main" id="{BE877489-ADEB-4571-BC33-3BD75CD268D3}"/>
              </a:ext>
            </a:extLst>
          </p:cNvPr>
          <p:cNvSpPr>
            <a:spLocks noGrp="1"/>
          </p:cNvSpPr>
          <p:nvPr/>
        </p:nvSpPr>
        <p:spPr>
          <a:xfrm>
            <a:off x="1966703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F1_main_prauc_1051">
            <a:extLst>
              <a:ext uri="{FF2B5EF4-FFF2-40B4-BE49-F238E27FC236}">
                <a16:creationId xmlns:a16="http://schemas.microsoft.com/office/drawing/2014/main" id="{9C047D0B-5BAC-4C08-B6B7-AF34DE3B146C}"/>
              </a:ext>
            </a:extLst>
          </p:cNvPr>
          <p:cNvSpPr>
            <a:spLocks noGrp="1"/>
          </p:cNvSpPr>
          <p:nvPr/>
        </p:nvSpPr>
        <p:spPr>
          <a:xfrm>
            <a:off x="181923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F1_main_prauc_1052">
            <a:extLst>
              <a:ext uri="{FF2B5EF4-FFF2-40B4-BE49-F238E27FC236}">
                <a16:creationId xmlns:a16="http://schemas.microsoft.com/office/drawing/2014/main" id="{96DA8ABA-7010-4B07-8D3D-F41900D14E2C}"/>
              </a:ext>
            </a:extLst>
          </p:cNvPr>
          <p:cNvSpPr>
            <a:spLocks noGrp="1"/>
          </p:cNvSpPr>
          <p:nvPr/>
        </p:nvSpPr>
        <p:spPr>
          <a:xfrm>
            <a:off x="1918898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F1_main_prauc_1053">
            <a:extLst>
              <a:ext uri="{FF2B5EF4-FFF2-40B4-BE49-F238E27FC236}">
                <a16:creationId xmlns:a16="http://schemas.microsoft.com/office/drawing/2014/main" id="{8393F9B8-FCA5-4FD0-AB9F-CDB269875970}"/>
              </a:ext>
            </a:extLst>
          </p:cNvPr>
          <p:cNvSpPr>
            <a:spLocks noGrp="1"/>
          </p:cNvSpPr>
          <p:nvPr/>
        </p:nvSpPr>
        <p:spPr>
          <a:xfrm>
            <a:off x="180939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F1_main_prauc_1054">
            <a:extLst>
              <a:ext uri="{FF2B5EF4-FFF2-40B4-BE49-F238E27FC236}">
                <a16:creationId xmlns:a16="http://schemas.microsoft.com/office/drawing/2014/main" id="{D478D4ED-3820-4BA1-8074-D70EC6C81A45}"/>
              </a:ext>
            </a:extLst>
          </p:cNvPr>
          <p:cNvSpPr>
            <a:spLocks noGrp="1"/>
          </p:cNvSpPr>
          <p:nvPr/>
        </p:nvSpPr>
        <p:spPr>
          <a:xfrm>
            <a:off x="1849808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F1_main_prauc_1055">
            <a:extLst>
              <a:ext uri="{FF2B5EF4-FFF2-40B4-BE49-F238E27FC236}">
                <a16:creationId xmlns:a16="http://schemas.microsoft.com/office/drawing/2014/main" id="{B7ABBCC9-6C74-42CF-8C36-ECF356060527}"/>
              </a:ext>
            </a:extLst>
          </p:cNvPr>
          <p:cNvSpPr>
            <a:spLocks noGrp="1"/>
          </p:cNvSpPr>
          <p:nvPr/>
        </p:nvSpPr>
        <p:spPr>
          <a:xfrm>
            <a:off x="1811389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F1_main_prauc_1056">
            <a:extLst>
              <a:ext uri="{FF2B5EF4-FFF2-40B4-BE49-F238E27FC236}">
                <a16:creationId xmlns:a16="http://schemas.microsoft.com/office/drawing/2014/main" id="{F5884DC1-F7F1-4995-A7FE-1192738FE610}"/>
              </a:ext>
            </a:extLst>
          </p:cNvPr>
          <p:cNvSpPr>
            <a:spLocks noGrp="1"/>
          </p:cNvSpPr>
          <p:nvPr/>
        </p:nvSpPr>
        <p:spPr>
          <a:xfrm>
            <a:off x="1896640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F1_main_prauc_1057">
            <a:extLst>
              <a:ext uri="{FF2B5EF4-FFF2-40B4-BE49-F238E27FC236}">
                <a16:creationId xmlns:a16="http://schemas.microsoft.com/office/drawing/2014/main" id="{9A0ECEAE-C64B-4844-8A81-86A021F068FF}"/>
              </a:ext>
            </a:extLst>
          </p:cNvPr>
          <p:cNvSpPr>
            <a:spLocks noGrp="1"/>
          </p:cNvSpPr>
          <p:nvPr/>
        </p:nvSpPr>
        <p:spPr>
          <a:xfrm>
            <a:off x="186365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F1_main_prauc_1058">
            <a:extLst>
              <a:ext uri="{FF2B5EF4-FFF2-40B4-BE49-F238E27FC236}">
                <a16:creationId xmlns:a16="http://schemas.microsoft.com/office/drawing/2014/main" id="{659D699F-1152-4C95-94CF-8FE48B53B2FF}"/>
              </a:ext>
            </a:extLst>
          </p:cNvPr>
          <p:cNvSpPr>
            <a:spLocks noGrp="1"/>
          </p:cNvSpPr>
          <p:nvPr/>
        </p:nvSpPr>
        <p:spPr>
          <a:xfrm>
            <a:off x="1985664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F1_main_prauc_1059">
            <a:extLst>
              <a:ext uri="{FF2B5EF4-FFF2-40B4-BE49-F238E27FC236}">
                <a16:creationId xmlns:a16="http://schemas.microsoft.com/office/drawing/2014/main" id="{1AC589FC-1843-406F-9360-C36FA93F0708}"/>
              </a:ext>
            </a:extLst>
          </p:cNvPr>
          <p:cNvSpPr>
            <a:spLocks noGrp="1"/>
          </p:cNvSpPr>
          <p:nvPr/>
        </p:nvSpPr>
        <p:spPr>
          <a:xfrm>
            <a:off x="1794774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F1_main_prauc_1060">
            <a:extLst>
              <a:ext uri="{FF2B5EF4-FFF2-40B4-BE49-F238E27FC236}">
                <a16:creationId xmlns:a16="http://schemas.microsoft.com/office/drawing/2014/main" id="{BD602D75-11F6-40DD-A3F5-D589C07C4EA8}"/>
              </a:ext>
            </a:extLst>
          </p:cNvPr>
          <p:cNvSpPr>
            <a:spLocks noGrp="1"/>
          </p:cNvSpPr>
          <p:nvPr/>
        </p:nvSpPr>
        <p:spPr>
          <a:xfrm>
            <a:off x="1936639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F1_main_prauc_1061">
            <a:extLst>
              <a:ext uri="{FF2B5EF4-FFF2-40B4-BE49-F238E27FC236}">
                <a16:creationId xmlns:a16="http://schemas.microsoft.com/office/drawing/2014/main" id="{13FB563E-CBC9-4859-9AC4-B5B011E2981D}"/>
              </a:ext>
            </a:extLst>
          </p:cNvPr>
          <p:cNvSpPr>
            <a:spLocks noGrp="1"/>
          </p:cNvSpPr>
          <p:nvPr/>
        </p:nvSpPr>
        <p:spPr>
          <a:xfrm>
            <a:off x="198338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F1_main_prauc_1062">
            <a:extLst>
              <a:ext uri="{FF2B5EF4-FFF2-40B4-BE49-F238E27FC236}">
                <a16:creationId xmlns:a16="http://schemas.microsoft.com/office/drawing/2014/main" id="{4867506E-8F97-4752-B34F-B682987FF113}"/>
              </a:ext>
            </a:extLst>
          </p:cNvPr>
          <p:cNvSpPr>
            <a:spLocks noGrp="1"/>
          </p:cNvSpPr>
          <p:nvPr/>
        </p:nvSpPr>
        <p:spPr>
          <a:xfrm>
            <a:off x="196430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F1_main_prauc_1063">
            <a:extLst>
              <a:ext uri="{FF2B5EF4-FFF2-40B4-BE49-F238E27FC236}">
                <a16:creationId xmlns:a16="http://schemas.microsoft.com/office/drawing/2014/main" id="{FCB6A0F3-486E-4F52-9532-9EFBFE039284}"/>
              </a:ext>
            </a:extLst>
          </p:cNvPr>
          <p:cNvSpPr>
            <a:spLocks noGrp="1"/>
          </p:cNvSpPr>
          <p:nvPr/>
        </p:nvSpPr>
        <p:spPr>
          <a:xfrm>
            <a:off x="1903198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F1_main_prauc_1064">
            <a:extLst>
              <a:ext uri="{FF2B5EF4-FFF2-40B4-BE49-F238E27FC236}">
                <a16:creationId xmlns:a16="http://schemas.microsoft.com/office/drawing/2014/main" id="{35B22E7A-6B9B-472C-A839-69E3DDAB959B}"/>
              </a:ext>
            </a:extLst>
          </p:cNvPr>
          <p:cNvSpPr>
            <a:spLocks noGrp="1"/>
          </p:cNvSpPr>
          <p:nvPr/>
        </p:nvSpPr>
        <p:spPr>
          <a:xfrm>
            <a:off x="2001373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F1_main_prauc_1065">
            <a:extLst>
              <a:ext uri="{FF2B5EF4-FFF2-40B4-BE49-F238E27FC236}">
                <a16:creationId xmlns:a16="http://schemas.microsoft.com/office/drawing/2014/main" id="{31335F42-D472-49CE-8233-32B61B861575}"/>
              </a:ext>
            </a:extLst>
          </p:cNvPr>
          <p:cNvSpPr>
            <a:spLocks noGrp="1"/>
          </p:cNvSpPr>
          <p:nvPr/>
        </p:nvSpPr>
        <p:spPr>
          <a:xfrm>
            <a:off x="199012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F1_main_prauc_1066">
            <a:extLst>
              <a:ext uri="{FF2B5EF4-FFF2-40B4-BE49-F238E27FC236}">
                <a16:creationId xmlns:a16="http://schemas.microsoft.com/office/drawing/2014/main" id="{625E2FFE-AD90-44E7-9573-183DD2EA4F86}"/>
              </a:ext>
            </a:extLst>
          </p:cNvPr>
          <p:cNvSpPr>
            <a:spLocks noGrp="1"/>
          </p:cNvSpPr>
          <p:nvPr/>
        </p:nvSpPr>
        <p:spPr>
          <a:xfrm>
            <a:off x="201541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F1_main_prauc_1067">
            <a:extLst>
              <a:ext uri="{FF2B5EF4-FFF2-40B4-BE49-F238E27FC236}">
                <a16:creationId xmlns:a16="http://schemas.microsoft.com/office/drawing/2014/main" id="{18EE72BA-8FE4-4C51-B242-3553DFB01F0E}"/>
              </a:ext>
            </a:extLst>
          </p:cNvPr>
          <p:cNvSpPr>
            <a:spLocks noGrp="1"/>
          </p:cNvSpPr>
          <p:nvPr/>
        </p:nvSpPr>
        <p:spPr>
          <a:xfrm>
            <a:off x="1962132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F1_main_prauc_1068">
            <a:extLst>
              <a:ext uri="{FF2B5EF4-FFF2-40B4-BE49-F238E27FC236}">
                <a16:creationId xmlns:a16="http://schemas.microsoft.com/office/drawing/2014/main" id="{720F4841-4E53-4C12-A6EB-F12B6C6D2D0C}"/>
              </a:ext>
            </a:extLst>
          </p:cNvPr>
          <p:cNvSpPr>
            <a:spLocks noGrp="1"/>
          </p:cNvSpPr>
          <p:nvPr/>
        </p:nvSpPr>
        <p:spPr>
          <a:xfrm>
            <a:off x="1851338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F1_main_prauc_1069">
            <a:extLst>
              <a:ext uri="{FF2B5EF4-FFF2-40B4-BE49-F238E27FC236}">
                <a16:creationId xmlns:a16="http://schemas.microsoft.com/office/drawing/2014/main" id="{F85EBCC1-962E-4760-8DB4-3C0130266DD2}"/>
              </a:ext>
            </a:extLst>
          </p:cNvPr>
          <p:cNvSpPr>
            <a:spLocks noGrp="1"/>
          </p:cNvSpPr>
          <p:nvPr/>
        </p:nvSpPr>
        <p:spPr>
          <a:xfrm>
            <a:off x="180011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F1_main_prauc_1070">
            <a:extLst>
              <a:ext uri="{FF2B5EF4-FFF2-40B4-BE49-F238E27FC236}">
                <a16:creationId xmlns:a16="http://schemas.microsoft.com/office/drawing/2014/main" id="{9C8F6263-2D5B-4842-B261-171F7AD7966C}"/>
              </a:ext>
            </a:extLst>
          </p:cNvPr>
          <p:cNvSpPr>
            <a:spLocks noGrp="1"/>
          </p:cNvSpPr>
          <p:nvPr/>
        </p:nvSpPr>
        <p:spPr>
          <a:xfrm>
            <a:off x="1988523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F1_main_prauc_1071">
            <a:extLst>
              <a:ext uri="{FF2B5EF4-FFF2-40B4-BE49-F238E27FC236}">
                <a16:creationId xmlns:a16="http://schemas.microsoft.com/office/drawing/2014/main" id="{1721CBF5-9EC0-46F2-BA90-9A9B36CEA190}"/>
              </a:ext>
            </a:extLst>
          </p:cNvPr>
          <p:cNvSpPr>
            <a:spLocks noGrp="1"/>
          </p:cNvSpPr>
          <p:nvPr/>
        </p:nvSpPr>
        <p:spPr>
          <a:xfrm>
            <a:off x="1788331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F1_main_prauc_1072">
            <a:extLst>
              <a:ext uri="{FF2B5EF4-FFF2-40B4-BE49-F238E27FC236}">
                <a16:creationId xmlns:a16="http://schemas.microsoft.com/office/drawing/2014/main" id="{0BBA53C8-FDD4-42F5-929F-7AED5C79AF08}"/>
              </a:ext>
            </a:extLst>
          </p:cNvPr>
          <p:cNvSpPr>
            <a:spLocks noGrp="1"/>
          </p:cNvSpPr>
          <p:nvPr/>
        </p:nvSpPr>
        <p:spPr>
          <a:xfrm>
            <a:off x="1787126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F1_main_prauc_1073">
            <a:extLst>
              <a:ext uri="{FF2B5EF4-FFF2-40B4-BE49-F238E27FC236}">
                <a16:creationId xmlns:a16="http://schemas.microsoft.com/office/drawing/2014/main" id="{5BFFD155-14A0-48D6-9891-21C2EA93ED36}"/>
              </a:ext>
            </a:extLst>
          </p:cNvPr>
          <p:cNvSpPr>
            <a:spLocks noGrp="1"/>
          </p:cNvSpPr>
          <p:nvPr/>
        </p:nvSpPr>
        <p:spPr>
          <a:xfrm>
            <a:off x="189748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F1_main_prauc_1074">
            <a:extLst>
              <a:ext uri="{FF2B5EF4-FFF2-40B4-BE49-F238E27FC236}">
                <a16:creationId xmlns:a16="http://schemas.microsoft.com/office/drawing/2014/main" id="{A0A2722C-E54C-46BA-BF53-A6324396058C}"/>
              </a:ext>
            </a:extLst>
          </p:cNvPr>
          <p:cNvSpPr>
            <a:spLocks noGrp="1"/>
          </p:cNvSpPr>
          <p:nvPr/>
        </p:nvSpPr>
        <p:spPr>
          <a:xfrm>
            <a:off x="190363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F1_main_prauc_1075">
            <a:extLst>
              <a:ext uri="{FF2B5EF4-FFF2-40B4-BE49-F238E27FC236}">
                <a16:creationId xmlns:a16="http://schemas.microsoft.com/office/drawing/2014/main" id="{6C55A13B-40CD-4DF4-8C01-0506455963E7}"/>
              </a:ext>
            </a:extLst>
          </p:cNvPr>
          <p:cNvSpPr>
            <a:spLocks noGrp="1"/>
          </p:cNvSpPr>
          <p:nvPr/>
        </p:nvSpPr>
        <p:spPr>
          <a:xfrm>
            <a:off x="1852663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F1_main_prauc_1076">
            <a:extLst>
              <a:ext uri="{FF2B5EF4-FFF2-40B4-BE49-F238E27FC236}">
                <a16:creationId xmlns:a16="http://schemas.microsoft.com/office/drawing/2014/main" id="{A8582164-6204-4031-8A21-D405228012C0}"/>
              </a:ext>
            </a:extLst>
          </p:cNvPr>
          <p:cNvSpPr>
            <a:spLocks noGrp="1"/>
          </p:cNvSpPr>
          <p:nvPr/>
        </p:nvSpPr>
        <p:spPr>
          <a:xfrm>
            <a:off x="1997626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F1_main_prauc_1077">
            <a:extLst>
              <a:ext uri="{FF2B5EF4-FFF2-40B4-BE49-F238E27FC236}">
                <a16:creationId xmlns:a16="http://schemas.microsoft.com/office/drawing/2014/main" id="{7404F056-B7C5-484F-9FD5-DF00138C4365}"/>
              </a:ext>
            </a:extLst>
          </p:cNvPr>
          <p:cNvSpPr>
            <a:spLocks noGrp="1"/>
          </p:cNvSpPr>
          <p:nvPr/>
        </p:nvSpPr>
        <p:spPr>
          <a:xfrm>
            <a:off x="1993617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F1_main_prauc_1078">
            <a:extLst>
              <a:ext uri="{FF2B5EF4-FFF2-40B4-BE49-F238E27FC236}">
                <a16:creationId xmlns:a16="http://schemas.microsoft.com/office/drawing/2014/main" id="{82E422A0-97A4-4E7F-88B2-439352E08342}"/>
              </a:ext>
            </a:extLst>
          </p:cNvPr>
          <p:cNvSpPr>
            <a:spLocks noGrp="1"/>
          </p:cNvSpPr>
          <p:nvPr/>
        </p:nvSpPr>
        <p:spPr>
          <a:xfrm>
            <a:off x="192282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F1_main_prauc_1079">
            <a:extLst>
              <a:ext uri="{FF2B5EF4-FFF2-40B4-BE49-F238E27FC236}">
                <a16:creationId xmlns:a16="http://schemas.microsoft.com/office/drawing/2014/main" id="{84DF9594-211F-4249-9F89-6D085DC4439D}"/>
              </a:ext>
            </a:extLst>
          </p:cNvPr>
          <p:cNvSpPr>
            <a:spLocks noGrp="1"/>
          </p:cNvSpPr>
          <p:nvPr/>
        </p:nvSpPr>
        <p:spPr>
          <a:xfrm>
            <a:off x="1923679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F1_main_prauc_1080">
            <a:extLst>
              <a:ext uri="{FF2B5EF4-FFF2-40B4-BE49-F238E27FC236}">
                <a16:creationId xmlns:a16="http://schemas.microsoft.com/office/drawing/2014/main" id="{D4D07707-FE74-4398-B6E1-0E00A17DA39C}"/>
              </a:ext>
            </a:extLst>
          </p:cNvPr>
          <p:cNvSpPr>
            <a:spLocks noGrp="1"/>
          </p:cNvSpPr>
          <p:nvPr/>
        </p:nvSpPr>
        <p:spPr>
          <a:xfrm>
            <a:off x="1932968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F1_main_prauc_1081">
            <a:extLst>
              <a:ext uri="{FF2B5EF4-FFF2-40B4-BE49-F238E27FC236}">
                <a16:creationId xmlns:a16="http://schemas.microsoft.com/office/drawing/2014/main" id="{880E533E-42A8-4AC2-AF02-D83D43E1439A}"/>
              </a:ext>
            </a:extLst>
          </p:cNvPr>
          <p:cNvSpPr>
            <a:spLocks noGrp="1"/>
          </p:cNvSpPr>
          <p:nvPr/>
        </p:nvSpPr>
        <p:spPr>
          <a:xfrm>
            <a:off x="1876809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F1_main_prauc_1082">
            <a:extLst>
              <a:ext uri="{FF2B5EF4-FFF2-40B4-BE49-F238E27FC236}">
                <a16:creationId xmlns:a16="http://schemas.microsoft.com/office/drawing/2014/main" id="{95BFB268-4AD6-472F-AC3D-E90B61C877DB}"/>
              </a:ext>
            </a:extLst>
          </p:cNvPr>
          <p:cNvSpPr>
            <a:spLocks noGrp="1"/>
          </p:cNvSpPr>
          <p:nvPr/>
        </p:nvSpPr>
        <p:spPr>
          <a:xfrm>
            <a:off x="181035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F1_main_prauc_1083">
            <a:extLst>
              <a:ext uri="{FF2B5EF4-FFF2-40B4-BE49-F238E27FC236}">
                <a16:creationId xmlns:a16="http://schemas.microsoft.com/office/drawing/2014/main" id="{399C982E-B0FB-4E02-9EE9-1B416C82DD70}"/>
              </a:ext>
            </a:extLst>
          </p:cNvPr>
          <p:cNvSpPr>
            <a:spLocks noGrp="1"/>
          </p:cNvSpPr>
          <p:nvPr/>
        </p:nvSpPr>
        <p:spPr>
          <a:xfrm>
            <a:off x="1782525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F1_main_prauc_1084">
            <a:extLst>
              <a:ext uri="{FF2B5EF4-FFF2-40B4-BE49-F238E27FC236}">
                <a16:creationId xmlns:a16="http://schemas.microsoft.com/office/drawing/2014/main" id="{D4FDA150-C119-4C46-8048-2DD8B6B99917}"/>
              </a:ext>
            </a:extLst>
          </p:cNvPr>
          <p:cNvSpPr>
            <a:spLocks noGrp="1"/>
          </p:cNvSpPr>
          <p:nvPr/>
        </p:nvSpPr>
        <p:spPr>
          <a:xfrm>
            <a:off x="187038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F1_main_prauc_1085">
            <a:extLst>
              <a:ext uri="{FF2B5EF4-FFF2-40B4-BE49-F238E27FC236}">
                <a16:creationId xmlns:a16="http://schemas.microsoft.com/office/drawing/2014/main" id="{A35173C0-1FE2-48A7-8424-9E5060C98043}"/>
              </a:ext>
            </a:extLst>
          </p:cNvPr>
          <p:cNvSpPr>
            <a:spLocks noGrp="1"/>
          </p:cNvSpPr>
          <p:nvPr/>
        </p:nvSpPr>
        <p:spPr>
          <a:xfrm>
            <a:off x="1779687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F1_main_prauc_1086">
            <a:extLst>
              <a:ext uri="{FF2B5EF4-FFF2-40B4-BE49-F238E27FC236}">
                <a16:creationId xmlns:a16="http://schemas.microsoft.com/office/drawing/2014/main" id="{3CC2420D-19A6-41F4-8974-07E48400588B}"/>
              </a:ext>
            </a:extLst>
          </p:cNvPr>
          <p:cNvSpPr>
            <a:spLocks noGrp="1"/>
          </p:cNvSpPr>
          <p:nvPr/>
        </p:nvSpPr>
        <p:spPr>
          <a:xfrm>
            <a:off x="2001161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F1_main_prauc_1087">
            <a:extLst>
              <a:ext uri="{FF2B5EF4-FFF2-40B4-BE49-F238E27FC236}">
                <a16:creationId xmlns:a16="http://schemas.microsoft.com/office/drawing/2014/main" id="{2A8C8A39-C518-4F72-A378-A8CD3993882A}"/>
              </a:ext>
            </a:extLst>
          </p:cNvPr>
          <p:cNvSpPr>
            <a:spLocks noGrp="1"/>
          </p:cNvSpPr>
          <p:nvPr/>
        </p:nvSpPr>
        <p:spPr>
          <a:xfrm>
            <a:off x="1868801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F1_main_prauc_1088">
            <a:extLst>
              <a:ext uri="{FF2B5EF4-FFF2-40B4-BE49-F238E27FC236}">
                <a16:creationId xmlns:a16="http://schemas.microsoft.com/office/drawing/2014/main" id="{B34ABF6A-80DF-430A-9C6B-3095D814B83B}"/>
              </a:ext>
            </a:extLst>
          </p:cNvPr>
          <p:cNvSpPr>
            <a:spLocks noGrp="1"/>
          </p:cNvSpPr>
          <p:nvPr/>
        </p:nvSpPr>
        <p:spPr>
          <a:xfrm>
            <a:off x="1888450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F1_main_prauc_1089">
            <a:extLst>
              <a:ext uri="{FF2B5EF4-FFF2-40B4-BE49-F238E27FC236}">
                <a16:creationId xmlns:a16="http://schemas.microsoft.com/office/drawing/2014/main" id="{AB1E6B37-0573-4136-895A-4DB78F7C1E33}"/>
              </a:ext>
            </a:extLst>
          </p:cNvPr>
          <p:cNvSpPr>
            <a:spLocks noGrp="1"/>
          </p:cNvSpPr>
          <p:nvPr/>
        </p:nvSpPr>
        <p:spPr>
          <a:xfrm>
            <a:off x="1939610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F1_main_prauc_1090">
            <a:extLst>
              <a:ext uri="{FF2B5EF4-FFF2-40B4-BE49-F238E27FC236}">
                <a16:creationId xmlns:a16="http://schemas.microsoft.com/office/drawing/2014/main" id="{17140900-5ABF-45E7-B244-63B9B4979226}"/>
              </a:ext>
            </a:extLst>
          </p:cNvPr>
          <p:cNvSpPr>
            <a:spLocks noGrp="1"/>
          </p:cNvSpPr>
          <p:nvPr/>
        </p:nvSpPr>
        <p:spPr>
          <a:xfrm>
            <a:off x="187413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F1_main_prauc_1091">
            <a:extLst>
              <a:ext uri="{FF2B5EF4-FFF2-40B4-BE49-F238E27FC236}">
                <a16:creationId xmlns:a16="http://schemas.microsoft.com/office/drawing/2014/main" id="{9F90283E-71A9-44EC-8194-7632888EE0EB}"/>
              </a:ext>
            </a:extLst>
          </p:cNvPr>
          <p:cNvSpPr>
            <a:spLocks noGrp="1"/>
          </p:cNvSpPr>
          <p:nvPr/>
        </p:nvSpPr>
        <p:spPr>
          <a:xfrm>
            <a:off x="1836179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F1_main_prauc_1092">
            <a:extLst>
              <a:ext uri="{FF2B5EF4-FFF2-40B4-BE49-F238E27FC236}">
                <a16:creationId xmlns:a16="http://schemas.microsoft.com/office/drawing/2014/main" id="{2A045ABC-01B2-4355-A2DF-2CE4ACED4819}"/>
              </a:ext>
            </a:extLst>
          </p:cNvPr>
          <p:cNvSpPr>
            <a:spLocks noGrp="1"/>
          </p:cNvSpPr>
          <p:nvPr/>
        </p:nvSpPr>
        <p:spPr>
          <a:xfrm>
            <a:off x="1986504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F1_main_prauc_1093">
            <a:extLst>
              <a:ext uri="{FF2B5EF4-FFF2-40B4-BE49-F238E27FC236}">
                <a16:creationId xmlns:a16="http://schemas.microsoft.com/office/drawing/2014/main" id="{85EDEDC5-9D79-4D7C-94A5-B28AFADF4C54}"/>
              </a:ext>
            </a:extLst>
          </p:cNvPr>
          <p:cNvSpPr>
            <a:spLocks noGrp="1"/>
          </p:cNvSpPr>
          <p:nvPr/>
        </p:nvSpPr>
        <p:spPr>
          <a:xfrm>
            <a:off x="182829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F1_main_prauc_1094">
            <a:extLst>
              <a:ext uri="{FF2B5EF4-FFF2-40B4-BE49-F238E27FC236}">
                <a16:creationId xmlns:a16="http://schemas.microsoft.com/office/drawing/2014/main" id="{4A578C7A-8C77-4973-B58B-7702CE3E0666}"/>
              </a:ext>
            </a:extLst>
          </p:cNvPr>
          <p:cNvSpPr>
            <a:spLocks noGrp="1"/>
          </p:cNvSpPr>
          <p:nvPr/>
        </p:nvSpPr>
        <p:spPr>
          <a:xfrm>
            <a:off x="1836507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F1_main_prauc_1095">
            <a:extLst>
              <a:ext uri="{FF2B5EF4-FFF2-40B4-BE49-F238E27FC236}">
                <a16:creationId xmlns:a16="http://schemas.microsoft.com/office/drawing/2014/main" id="{B7151E32-5F72-4746-A160-1CA427DE8B4C}"/>
              </a:ext>
            </a:extLst>
          </p:cNvPr>
          <p:cNvSpPr>
            <a:spLocks noGrp="1"/>
          </p:cNvSpPr>
          <p:nvPr/>
        </p:nvSpPr>
        <p:spPr>
          <a:xfrm>
            <a:off x="185461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F1_main_prauc_1096">
            <a:extLst>
              <a:ext uri="{FF2B5EF4-FFF2-40B4-BE49-F238E27FC236}">
                <a16:creationId xmlns:a16="http://schemas.microsoft.com/office/drawing/2014/main" id="{16BD3EDE-D476-4B56-BA71-D83D672506B1}"/>
              </a:ext>
            </a:extLst>
          </p:cNvPr>
          <p:cNvSpPr>
            <a:spLocks noGrp="1"/>
          </p:cNvSpPr>
          <p:nvPr/>
        </p:nvSpPr>
        <p:spPr>
          <a:xfrm>
            <a:off x="1880580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F1_main_prauc_1097">
            <a:extLst>
              <a:ext uri="{FF2B5EF4-FFF2-40B4-BE49-F238E27FC236}">
                <a16:creationId xmlns:a16="http://schemas.microsoft.com/office/drawing/2014/main" id="{351F9672-712B-4D1A-87DF-FA05AC39F94C}"/>
              </a:ext>
            </a:extLst>
          </p:cNvPr>
          <p:cNvSpPr>
            <a:spLocks noGrp="1"/>
          </p:cNvSpPr>
          <p:nvPr/>
        </p:nvSpPr>
        <p:spPr>
          <a:xfrm>
            <a:off x="177757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F1_main_prauc_1098">
            <a:extLst>
              <a:ext uri="{FF2B5EF4-FFF2-40B4-BE49-F238E27FC236}">
                <a16:creationId xmlns:a16="http://schemas.microsoft.com/office/drawing/2014/main" id="{5C9A644B-B841-46F8-ABE0-D4734D5580B8}"/>
              </a:ext>
            </a:extLst>
          </p:cNvPr>
          <p:cNvSpPr>
            <a:spLocks noGrp="1"/>
          </p:cNvSpPr>
          <p:nvPr/>
        </p:nvSpPr>
        <p:spPr>
          <a:xfrm>
            <a:off x="200588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F1_main_prauc_1099">
            <a:extLst>
              <a:ext uri="{FF2B5EF4-FFF2-40B4-BE49-F238E27FC236}">
                <a16:creationId xmlns:a16="http://schemas.microsoft.com/office/drawing/2014/main" id="{056C0D4B-968F-487C-8694-99E2582E3473}"/>
              </a:ext>
            </a:extLst>
          </p:cNvPr>
          <p:cNvSpPr>
            <a:spLocks noGrp="1"/>
          </p:cNvSpPr>
          <p:nvPr/>
        </p:nvSpPr>
        <p:spPr>
          <a:xfrm>
            <a:off x="190714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F1_main_prauc_1100">
            <a:extLst>
              <a:ext uri="{FF2B5EF4-FFF2-40B4-BE49-F238E27FC236}">
                <a16:creationId xmlns:a16="http://schemas.microsoft.com/office/drawing/2014/main" id="{C5BBB096-5DF1-48A6-A21E-E124EA22EDF1}"/>
              </a:ext>
            </a:extLst>
          </p:cNvPr>
          <p:cNvSpPr>
            <a:spLocks noGrp="1"/>
          </p:cNvSpPr>
          <p:nvPr/>
        </p:nvSpPr>
        <p:spPr>
          <a:xfrm>
            <a:off x="1974787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F1_main_prauc_1101">
            <a:extLst>
              <a:ext uri="{FF2B5EF4-FFF2-40B4-BE49-F238E27FC236}">
                <a16:creationId xmlns:a16="http://schemas.microsoft.com/office/drawing/2014/main" id="{B70677AE-D054-408F-86E7-B216331F1E39}"/>
              </a:ext>
            </a:extLst>
          </p:cNvPr>
          <p:cNvSpPr>
            <a:spLocks noGrp="1"/>
          </p:cNvSpPr>
          <p:nvPr/>
        </p:nvSpPr>
        <p:spPr>
          <a:xfrm>
            <a:off x="191869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F1_main_prauc_1102">
            <a:extLst>
              <a:ext uri="{FF2B5EF4-FFF2-40B4-BE49-F238E27FC236}">
                <a16:creationId xmlns:a16="http://schemas.microsoft.com/office/drawing/2014/main" id="{F48D900A-3FB9-4CB6-8F40-1E5DEE89C01A}"/>
              </a:ext>
            </a:extLst>
          </p:cNvPr>
          <p:cNvSpPr>
            <a:spLocks noGrp="1"/>
          </p:cNvSpPr>
          <p:nvPr/>
        </p:nvSpPr>
        <p:spPr>
          <a:xfrm>
            <a:off x="199845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F1_main_prauc_1103">
            <a:extLst>
              <a:ext uri="{FF2B5EF4-FFF2-40B4-BE49-F238E27FC236}">
                <a16:creationId xmlns:a16="http://schemas.microsoft.com/office/drawing/2014/main" id="{51E12472-CF6A-4C10-A941-D69AE1F4A5BA}"/>
              </a:ext>
            </a:extLst>
          </p:cNvPr>
          <p:cNvSpPr>
            <a:spLocks noGrp="1"/>
          </p:cNvSpPr>
          <p:nvPr/>
        </p:nvSpPr>
        <p:spPr>
          <a:xfrm>
            <a:off x="1809765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F1_main_prauc_1104">
            <a:extLst>
              <a:ext uri="{FF2B5EF4-FFF2-40B4-BE49-F238E27FC236}">
                <a16:creationId xmlns:a16="http://schemas.microsoft.com/office/drawing/2014/main" id="{7FDDE1D2-E62B-4BB4-B425-D2DEFC5E9657}"/>
              </a:ext>
            </a:extLst>
          </p:cNvPr>
          <p:cNvSpPr>
            <a:spLocks noGrp="1"/>
          </p:cNvSpPr>
          <p:nvPr/>
        </p:nvSpPr>
        <p:spPr>
          <a:xfrm>
            <a:off x="1921311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F1_main_prauc_1105">
            <a:extLst>
              <a:ext uri="{FF2B5EF4-FFF2-40B4-BE49-F238E27FC236}">
                <a16:creationId xmlns:a16="http://schemas.microsoft.com/office/drawing/2014/main" id="{63B7D10E-60E0-4AC8-BD7F-BAF4AF727780}"/>
              </a:ext>
            </a:extLst>
          </p:cNvPr>
          <p:cNvSpPr>
            <a:spLocks noGrp="1"/>
          </p:cNvSpPr>
          <p:nvPr/>
        </p:nvSpPr>
        <p:spPr>
          <a:xfrm>
            <a:off x="185983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F1_main_prauc_1106">
            <a:extLst>
              <a:ext uri="{FF2B5EF4-FFF2-40B4-BE49-F238E27FC236}">
                <a16:creationId xmlns:a16="http://schemas.microsoft.com/office/drawing/2014/main" id="{E80457B1-0248-4641-86B2-3BFA21CF2AF0}"/>
              </a:ext>
            </a:extLst>
          </p:cNvPr>
          <p:cNvSpPr>
            <a:spLocks noGrp="1"/>
          </p:cNvSpPr>
          <p:nvPr/>
        </p:nvSpPr>
        <p:spPr>
          <a:xfrm>
            <a:off x="177518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F1_main_prauc_1107">
            <a:extLst>
              <a:ext uri="{FF2B5EF4-FFF2-40B4-BE49-F238E27FC236}">
                <a16:creationId xmlns:a16="http://schemas.microsoft.com/office/drawing/2014/main" id="{92DC5C99-5E15-474D-BFF1-90981F311CC8}"/>
              </a:ext>
            </a:extLst>
          </p:cNvPr>
          <p:cNvSpPr>
            <a:spLocks noGrp="1"/>
          </p:cNvSpPr>
          <p:nvPr/>
        </p:nvSpPr>
        <p:spPr>
          <a:xfrm>
            <a:off x="1917277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F1_main_prauc_1108">
            <a:extLst>
              <a:ext uri="{FF2B5EF4-FFF2-40B4-BE49-F238E27FC236}">
                <a16:creationId xmlns:a16="http://schemas.microsoft.com/office/drawing/2014/main" id="{9086E9E2-466E-4A3A-B023-89463DA04979}"/>
              </a:ext>
            </a:extLst>
          </p:cNvPr>
          <p:cNvSpPr>
            <a:spLocks noGrp="1"/>
          </p:cNvSpPr>
          <p:nvPr/>
        </p:nvSpPr>
        <p:spPr>
          <a:xfrm>
            <a:off x="1921050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F1_main_prauc_1109">
            <a:extLst>
              <a:ext uri="{FF2B5EF4-FFF2-40B4-BE49-F238E27FC236}">
                <a16:creationId xmlns:a16="http://schemas.microsoft.com/office/drawing/2014/main" id="{735D508A-798A-412B-BD84-12915E86DEBF}"/>
              </a:ext>
            </a:extLst>
          </p:cNvPr>
          <p:cNvSpPr>
            <a:spLocks noGrp="1"/>
          </p:cNvSpPr>
          <p:nvPr/>
        </p:nvSpPr>
        <p:spPr>
          <a:xfrm>
            <a:off x="1798061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F1_main_prauc_1110">
            <a:extLst>
              <a:ext uri="{FF2B5EF4-FFF2-40B4-BE49-F238E27FC236}">
                <a16:creationId xmlns:a16="http://schemas.microsoft.com/office/drawing/2014/main" id="{0B4400DA-2DCE-4D41-A41D-93569D9C72EF}"/>
              </a:ext>
            </a:extLst>
          </p:cNvPr>
          <p:cNvSpPr>
            <a:spLocks noGrp="1"/>
          </p:cNvSpPr>
          <p:nvPr/>
        </p:nvSpPr>
        <p:spPr>
          <a:xfrm>
            <a:off x="1864670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F1_main_prauc_1111">
            <a:extLst>
              <a:ext uri="{FF2B5EF4-FFF2-40B4-BE49-F238E27FC236}">
                <a16:creationId xmlns:a16="http://schemas.microsoft.com/office/drawing/2014/main" id="{F55ACC68-2D70-484A-8B89-93938AF2D2E0}"/>
              </a:ext>
            </a:extLst>
          </p:cNvPr>
          <p:cNvSpPr>
            <a:spLocks noGrp="1"/>
          </p:cNvSpPr>
          <p:nvPr/>
        </p:nvSpPr>
        <p:spPr>
          <a:xfrm>
            <a:off x="188166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F1_main_prauc_1112">
            <a:extLst>
              <a:ext uri="{FF2B5EF4-FFF2-40B4-BE49-F238E27FC236}">
                <a16:creationId xmlns:a16="http://schemas.microsoft.com/office/drawing/2014/main" id="{BD4E4AF7-8669-4163-8B6F-629DBF2B8131}"/>
              </a:ext>
            </a:extLst>
          </p:cNvPr>
          <p:cNvSpPr>
            <a:spLocks noGrp="1"/>
          </p:cNvSpPr>
          <p:nvPr/>
        </p:nvSpPr>
        <p:spPr>
          <a:xfrm>
            <a:off x="179309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F1_main_prauc_1113">
            <a:extLst>
              <a:ext uri="{FF2B5EF4-FFF2-40B4-BE49-F238E27FC236}">
                <a16:creationId xmlns:a16="http://schemas.microsoft.com/office/drawing/2014/main" id="{AEF23E83-3DB9-465D-92B4-6CCF0D7556AD}"/>
              </a:ext>
            </a:extLst>
          </p:cNvPr>
          <p:cNvSpPr>
            <a:spLocks noGrp="1"/>
          </p:cNvSpPr>
          <p:nvPr/>
        </p:nvSpPr>
        <p:spPr>
          <a:xfrm>
            <a:off x="191981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F1_main_prauc_1114">
            <a:extLst>
              <a:ext uri="{FF2B5EF4-FFF2-40B4-BE49-F238E27FC236}">
                <a16:creationId xmlns:a16="http://schemas.microsoft.com/office/drawing/2014/main" id="{43ECB83A-8259-4238-8725-770780272308}"/>
              </a:ext>
            </a:extLst>
          </p:cNvPr>
          <p:cNvSpPr>
            <a:spLocks noGrp="1"/>
          </p:cNvSpPr>
          <p:nvPr/>
        </p:nvSpPr>
        <p:spPr>
          <a:xfrm>
            <a:off x="1885565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F1_main_prauc_1115">
            <a:extLst>
              <a:ext uri="{FF2B5EF4-FFF2-40B4-BE49-F238E27FC236}">
                <a16:creationId xmlns:a16="http://schemas.microsoft.com/office/drawing/2014/main" id="{62BD2317-BFD0-4F51-B04A-C72A9A2B9685}"/>
              </a:ext>
            </a:extLst>
          </p:cNvPr>
          <p:cNvSpPr>
            <a:spLocks noGrp="1"/>
          </p:cNvSpPr>
          <p:nvPr/>
        </p:nvSpPr>
        <p:spPr>
          <a:xfrm>
            <a:off x="1996905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F1_main_prauc_1116">
            <a:extLst>
              <a:ext uri="{FF2B5EF4-FFF2-40B4-BE49-F238E27FC236}">
                <a16:creationId xmlns:a16="http://schemas.microsoft.com/office/drawing/2014/main" id="{4697632F-FA7A-4725-A5CF-9DA85F1B4D67}"/>
              </a:ext>
            </a:extLst>
          </p:cNvPr>
          <p:cNvSpPr>
            <a:spLocks noGrp="1"/>
          </p:cNvSpPr>
          <p:nvPr/>
        </p:nvSpPr>
        <p:spPr>
          <a:xfrm>
            <a:off x="1982193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F1_main_prauc_1117">
            <a:extLst>
              <a:ext uri="{FF2B5EF4-FFF2-40B4-BE49-F238E27FC236}">
                <a16:creationId xmlns:a16="http://schemas.microsoft.com/office/drawing/2014/main" id="{E78C2F9E-AE3D-4E52-8763-12B1584F879E}"/>
              </a:ext>
            </a:extLst>
          </p:cNvPr>
          <p:cNvSpPr>
            <a:spLocks noGrp="1"/>
          </p:cNvSpPr>
          <p:nvPr/>
        </p:nvSpPr>
        <p:spPr>
          <a:xfrm>
            <a:off x="2007295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F1_main_prauc_1118">
            <a:extLst>
              <a:ext uri="{FF2B5EF4-FFF2-40B4-BE49-F238E27FC236}">
                <a16:creationId xmlns:a16="http://schemas.microsoft.com/office/drawing/2014/main" id="{060685AF-00F9-48F6-93C8-4715A7DD261D}"/>
              </a:ext>
            </a:extLst>
          </p:cNvPr>
          <p:cNvSpPr>
            <a:spLocks noGrp="1"/>
          </p:cNvSpPr>
          <p:nvPr/>
        </p:nvSpPr>
        <p:spPr>
          <a:xfrm>
            <a:off x="1777112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F1_main_prauc_1119">
            <a:extLst>
              <a:ext uri="{FF2B5EF4-FFF2-40B4-BE49-F238E27FC236}">
                <a16:creationId xmlns:a16="http://schemas.microsoft.com/office/drawing/2014/main" id="{B3308297-558C-4DED-9A87-817AE4433C10}"/>
              </a:ext>
            </a:extLst>
          </p:cNvPr>
          <p:cNvSpPr>
            <a:spLocks noGrp="1"/>
          </p:cNvSpPr>
          <p:nvPr/>
        </p:nvSpPr>
        <p:spPr>
          <a:xfrm>
            <a:off x="1927971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F1_main_prauc_1120">
            <a:extLst>
              <a:ext uri="{FF2B5EF4-FFF2-40B4-BE49-F238E27FC236}">
                <a16:creationId xmlns:a16="http://schemas.microsoft.com/office/drawing/2014/main" id="{C5E95B07-2810-44D3-9963-FA6AA0209483}"/>
              </a:ext>
            </a:extLst>
          </p:cNvPr>
          <p:cNvSpPr>
            <a:spLocks noGrp="1"/>
          </p:cNvSpPr>
          <p:nvPr/>
        </p:nvSpPr>
        <p:spPr>
          <a:xfrm>
            <a:off x="1956949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F1_main_prauc_1121">
            <a:extLst>
              <a:ext uri="{FF2B5EF4-FFF2-40B4-BE49-F238E27FC236}">
                <a16:creationId xmlns:a16="http://schemas.microsoft.com/office/drawing/2014/main" id="{98A9A9FB-5927-47E2-BBFB-97CCDD630D04}"/>
              </a:ext>
            </a:extLst>
          </p:cNvPr>
          <p:cNvSpPr>
            <a:spLocks noGrp="1"/>
          </p:cNvSpPr>
          <p:nvPr/>
        </p:nvSpPr>
        <p:spPr>
          <a:xfrm>
            <a:off x="1966980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F1_main_prauc_1122">
            <a:extLst>
              <a:ext uri="{FF2B5EF4-FFF2-40B4-BE49-F238E27FC236}">
                <a16:creationId xmlns:a16="http://schemas.microsoft.com/office/drawing/2014/main" id="{C8CB7AA1-3BF1-4FE3-AA04-075DFB0A1E2D}"/>
              </a:ext>
            </a:extLst>
          </p:cNvPr>
          <p:cNvSpPr>
            <a:spLocks noGrp="1"/>
          </p:cNvSpPr>
          <p:nvPr/>
        </p:nvSpPr>
        <p:spPr>
          <a:xfrm>
            <a:off x="1824817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F1_main_prauc_1123">
            <a:extLst>
              <a:ext uri="{FF2B5EF4-FFF2-40B4-BE49-F238E27FC236}">
                <a16:creationId xmlns:a16="http://schemas.microsoft.com/office/drawing/2014/main" id="{8CBA33AA-AFA6-40FE-8C67-61BF37252B20}"/>
              </a:ext>
            </a:extLst>
          </p:cNvPr>
          <p:cNvSpPr>
            <a:spLocks noGrp="1"/>
          </p:cNvSpPr>
          <p:nvPr/>
        </p:nvSpPr>
        <p:spPr>
          <a:xfrm>
            <a:off x="1779073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F1_main_prauc_1124">
            <a:extLst>
              <a:ext uri="{FF2B5EF4-FFF2-40B4-BE49-F238E27FC236}">
                <a16:creationId xmlns:a16="http://schemas.microsoft.com/office/drawing/2014/main" id="{DD9E6503-0ABF-420C-A2AE-260C0730F33A}"/>
              </a:ext>
            </a:extLst>
          </p:cNvPr>
          <p:cNvSpPr>
            <a:spLocks noGrp="1"/>
          </p:cNvSpPr>
          <p:nvPr/>
        </p:nvSpPr>
        <p:spPr>
          <a:xfrm>
            <a:off x="1964192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F1_main_prauc_1125">
            <a:extLst>
              <a:ext uri="{FF2B5EF4-FFF2-40B4-BE49-F238E27FC236}">
                <a16:creationId xmlns:a16="http://schemas.microsoft.com/office/drawing/2014/main" id="{A0B55734-E524-4B03-8735-184FA42186B5}"/>
              </a:ext>
            </a:extLst>
          </p:cNvPr>
          <p:cNvSpPr>
            <a:spLocks noGrp="1"/>
          </p:cNvSpPr>
          <p:nvPr/>
        </p:nvSpPr>
        <p:spPr>
          <a:xfrm>
            <a:off x="1939995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F1_main_prauc_1126">
            <a:extLst>
              <a:ext uri="{FF2B5EF4-FFF2-40B4-BE49-F238E27FC236}">
                <a16:creationId xmlns:a16="http://schemas.microsoft.com/office/drawing/2014/main" id="{4132CE2E-B2F5-475C-8D73-CBDEC8943DC8}"/>
              </a:ext>
            </a:extLst>
          </p:cNvPr>
          <p:cNvSpPr>
            <a:spLocks noGrp="1"/>
          </p:cNvSpPr>
          <p:nvPr/>
        </p:nvSpPr>
        <p:spPr>
          <a:xfrm>
            <a:off x="1879244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F1_main_prauc_1127">
            <a:extLst>
              <a:ext uri="{FF2B5EF4-FFF2-40B4-BE49-F238E27FC236}">
                <a16:creationId xmlns:a16="http://schemas.microsoft.com/office/drawing/2014/main" id="{E3E2D3AD-F470-4080-B11A-4A7BB1D58BE4}"/>
              </a:ext>
            </a:extLst>
          </p:cNvPr>
          <p:cNvSpPr>
            <a:spLocks noGrp="1"/>
          </p:cNvSpPr>
          <p:nvPr/>
        </p:nvSpPr>
        <p:spPr>
          <a:xfrm>
            <a:off x="2009307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F1_main_prauc_1128">
            <a:extLst>
              <a:ext uri="{FF2B5EF4-FFF2-40B4-BE49-F238E27FC236}">
                <a16:creationId xmlns:a16="http://schemas.microsoft.com/office/drawing/2014/main" id="{5AB2CAC5-CF37-42CF-8E42-2CA3BD78B82E}"/>
              </a:ext>
            </a:extLst>
          </p:cNvPr>
          <p:cNvSpPr>
            <a:spLocks noGrp="1"/>
          </p:cNvSpPr>
          <p:nvPr/>
        </p:nvSpPr>
        <p:spPr>
          <a:xfrm>
            <a:off x="1957777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F1_main_prauc_1129">
            <a:extLst>
              <a:ext uri="{FF2B5EF4-FFF2-40B4-BE49-F238E27FC236}">
                <a16:creationId xmlns:a16="http://schemas.microsoft.com/office/drawing/2014/main" id="{6FF7706A-2869-4BA4-9563-851D5DDBA8DE}"/>
              </a:ext>
            </a:extLst>
          </p:cNvPr>
          <p:cNvSpPr>
            <a:spLocks noGrp="1"/>
          </p:cNvSpPr>
          <p:nvPr/>
        </p:nvSpPr>
        <p:spPr>
          <a:xfrm>
            <a:off x="179567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F1_main_prauc_1130">
            <a:extLst>
              <a:ext uri="{FF2B5EF4-FFF2-40B4-BE49-F238E27FC236}">
                <a16:creationId xmlns:a16="http://schemas.microsoft.com/office/drawing/2014/main" id="{B86427A7-B106-41C7-8B52-08D80E163E5B}"/>
              </a:ext>
            </a:extLst>
          </p:cNvPr>
          <p:cNvSpPr>
            <a:spLocks noGrp="1"/>
          </p:cNvSpPr>
          <p:nvPr/>
        </p:nvSpPr>
        <p:spPr>
          <a:xfrm>
            <a:off x="1773031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F1_main_prauc_1131">
            <a:extLst>
              <a:ext uri="{FF2B5EF4-FFF2-40B4-BE49-F238E27FC236}">
                <a16:creationId xmlns:a16="http://schemas.microsoft.com/office/drawing/2014/main" id="{0F6E29BA-01B6-4B46-A1B1-EB5405928D0E}"/>
              </a:ext>
            </a:extLst>
          </p:cNvPr>
          <p:cNvSpPr>
            <a:spLocks noGrp="1"/>
          </p:cNvSpPr>
          <p:nvPr/>
        </p:nvSpPr>
        <p:spPr>
          <a:xfrm>
            <a:off x="1889808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F1_main_prauc_1132">
            <a:extLst>
              <a:ext uri="{FF2B5EF4-FFF2-40B4-BE49-F238E27FC236}">
                <a16:creationId xmlns:a16="http://schemas.microsoft.com/office/drawing/2014/main" id="{5853B867-90BD-4255-8BAF-11337081D1E1}"/>
              </a:ext>
            </a:extLst>
          </p:cNvPr>
          <p:cNvSpPr>
            <a:spLocks noGrp="1"/>
          </p:cNvSpPr>
          <p:nvPr/>
        </p:nvSpPr>
        <p:spPr>
          <a:xfrm>
            <a:off x="1979987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F1_main_prauc_1133">
            <a:extLst>
              <a:ext uri="{FF2B5EF4-FFF2-40B4-BE49-F238E27FC236}">
                <a16:creationId xmlns:a16="http://schemas.microsoft.com/office/drawing/2014/main" id="{47C02436-974D-436A-8DA9-8AB7094D10FE}"/>
              </a:ext>
            </a:extLst>
          </p:cNvPr>
          <p:cNvSpPr>
            <a:spLocks noGrp="1"/>
          </p:cNvSpPr>
          <p:nvPr/>
        </p:nvSpPr>
        <p:spPr>
          <a:xfrm>
            <a:off x="1809232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F1_main_prauc_1134">
            <a:extLst>
              <a:ext uri="{FF2B5EF4-FFF2-40B4-BE49-F238E27FC236}">
                <a16:creationId xmlns:a16="http://schemas.microsoft.com/office/drawing/2014/main" id="{E69AF1AF-5C1E-4EAF-AB6B-41AD1C999E49}"/>
              </a:ext>
            </a:extLst>
          </p:cNvPr>
          <p:cNvSpPr>
            <a:spLocks noGrp="1"/>
          </p:cNvSpPr>
          <p:nvPr/>
        </p:nvSpPr>
        <p:spPr>
          <a:xfrm>
            <a:off x="34977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F1_main_prauc_1135">
            <a:extLst>
              <a:ext uri="{FF2B5EF4-FFF2-40B4-BE49-F238E27FC236}">
                <a16:creationId xmlns:a16="http://schemas.microsoft.com/office/drawing/2014/main" id="{7DDC1538-AD0C-4890-9AA0-E1D4ED1EE52C}"/>
              </a:ext>
            </a:extLst>
          </p:cNvPr>
          <p:cNvSpPr>
            <a:spLocks noGrp="1"/>
          </p:cNvSpPr>
          <p:nvPr/>
        </p:nvSpPr>
        <p:spPr>
          <a:xfrm>
            <a:off x="351359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F1_main_prauc_1136">
            <a:extLst>
              <a:ext uri="{FF2B5EF4-FFF2-40B4-BE49-F238E27FC236}">
                <a16:creationId xmlns:a16="http://schemas.microsoft.com/office/drawing/2014/main" id="{AC13B073-EAF8-4429-98DA-28A43E584338}"/>
              </a:ext>
            </a:extLst>
          </p:cNvPr>
          <p:cNvSpPr>
            <a:spLocks noGrp="1"/>
          </p:cNvSpPr>
          <p:nvPr/>
        </p:nvSpPr>
        <p:spPr>
          <a:xfrm>
            <a:off x="34253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F1_main_prauc_1137">
            <a:extLst>
              <a:ext uri="{FF2B5EF4-FFF2-40B4-BE49-F238E27FC236}">
                <a16:creationId xmlns:a16="http://schemas.microsoft.com/office/drawing/2014/main" id="{40C7DC87-C7ED-47B9-A020-6EB48ED1BECA}"/>
              </a:ext>
            </a:extLst>
          </p:cNvPr>
          <p:cNvSpPr>
            <a:spLocks noGrp="1"/>
          </p:cNvSpPr>
          <p:nvPr/>
        </p:nvSpPr>
        <p:spPr>
          <a:xfrm>
            <a:off x="34608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F1_main_prauc_1138">
            <a:extLst>
              <a:ext uri="{FF2B5EF4-FFF2-40B4-BE49-F238E27FC236}">
                <a16:creationId xmlns:a16="http://schemas.microsoft.com/office/drawing/2014/main" id="{3D4CA040-6032-48A3-AC0A-F0491E25A2D9}"/>
              </a:ext>
            </a:extLst>
          </p:cNvPr>
          <p:cNvSpPr>
            <a:spLocks noGrp="1"/>
          </p:cNvSpPr>
          <p:nvPr/>
        </p:nvSpPr>
        <p:spPr>
          <a:xfrm>
            <a:off x="337094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F1_main_prauc_1139">
            <a:extLst>
              <a:ext uri="{FF2B5EF4-FFF2-40B4-BE49-F238E27FC236}">
                <a16:creationId xmlns:a16="http://schemas.microsoft.com/office/drawing/2014/main" id="{6DA3D678-37B1-42BD-B93B-D266AEC4CA53}"/>
              </a:ext>
            </a:extLst>
          </p:cNvPr>
          <p:cNvSpPr>
            <a:spLocks noGrp="1"/>
          </p:cNvSpPr>
          <p:nvPr/>
        </p:nvSpPr>
        <p:spPr>
          <a:xfrm>
            <a:off x="3564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F1_main_prauc_1140">
            <a:extLst>
              <a:ext uri="{FF2B5EF4-FFF2-40B4-BE49-F238E27FC236}">
                <a16:creationId xmlns:a16="http://schemas.microsoft.com/office/drawing/2014/main" id="{811B34BB-1DD6-447A-B1D7-23452A9C9300}"/>
              </a:ext>
            </a:extLst>
          </p:cNvPr>
          <p:cNvSpPr>
            <a:spLocks noGrp="1"/>
          </p:cNvSpPr>
          <p:nvPr/>
        </p:nvSpPr>
        <p:spPr>
          <a:xfrm>
            <a:off x="33485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F1_main_prauc_1141">
            <a:extLst>
              <a:ext uri="{FF2B5EF4-FFF2-40B4-BE49-F238E27FC236}">
                <a16:creationId xmlns:a16="http://schemas.microsoft.com/office/drawing/2014/main" id="{17443F82-9269-49A6-A620-38B6822EC3F2}"/>
              </a:ext>
            </a:extLst>
          </p:cNvPr>
          <p:cNvSpPr>
            <a:spLocks noGrp="1"/>
          </p:cNvSpPr>
          <p:nvPr/>
        </p:nvSpPr>
        <p:spPr>
          <a:xfrm>
            <a:off x="34148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F1_main_prauc_1142">
            <a:extLst>
              <a:ext uri="{FF2B5EF4-FFF2-40B4-BE49-F238E27FC236}">
                <a16:creationId xmlns:a16="http://schemas.microsoft.com/office/drawing/2014/main" id="{1826B98E-973B-4BAF-9579-313BCC7FE277}"/>
              </a:ext>
            </a:extLst>
          </p:cNvPr>
          <p:cNvSpPr>
            <a:spLocks noGrp="1"/>
          </p:cNvSpPr>
          <p:nvPr/>
        </p:nvSpPr>
        <p:spPr>
          <a:xfrm>
            <a:off x="3531608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F1_main_prauc_1143">
            <a:extLst>
              <a:ext uri="{FF2B5EF4-FFF2-40B4-BE49-F238E27FC236}">
                <a16:creationId xmlns:a16="http://schemas.microsoft.com/office/drawing/2014/main" id="{D76A0B67-6F1B-4BBD-B246-17C4D23C9565}"/>
              </a:ext>
            </a:extLst>
          </p:cNvPr>
          <p:cNvSpPr>
            <a:spLocks noGrp="1"/>
          </p:cNvSpPr>
          <p:nvPr/>
        </p:nvSpPr>
        <p:spPr>
          <a:xfrm>
            <a:off x="358378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F1_main_prauc_1144">
            <a:extLst>
              <a:ext uri="{FF2B5EF4-FFF2-40B4-BE49-F238E27FC236}">
                <a16:creationId xmlns:a16="http://schemas.microsoft.com/office/drawing/2014/main" id="{3711C2AD-5633-42D1-A00D-F65A8BB2B3B8}"/>
              </a:ext>
            </a:extLst>
          </p:cNvPr>
          <p:cNvSpPr>
            <a:spLocks noGrp="1"/>
          </p:cNvSpPr>
          <p:nvPr/>
        </p:nvSpPr>
        <p:spPr>
          <a:xfrm>
            <a:off x="3574994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F1_main_prauc_1145">
            <a:extLst>
              <a:ext uri="{FF2B5EF4-FFF2-40B4-BE49-F238E27FC236}">
                <a16:creationId xmlns:a16="http://schemas.microsoft.com/office/drawing/2014/main" id="{23155D70-CF55-4936-831E-EF7A10443888}"/>
              </a:ext>
            </a:extLst>
          </p:cNvPr>
          <p:cNvSpPr>
            <a:spLocks noGrp="1"/>
          </p:cNvSpPr>
          <p:nvPr/>
        </p:nvSpPr>
        <p:spPr>
          <a:xfrm>
            <a:off x="3527747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F1_main_prauc_1146">
            <a:extLst>
              <a:ext uri="{FF2B5EF4-FFF2-40B4-BE49-F238E27FC236}">
                <a16:creationId xmlns:a16="http://schemas.microsoft.com/office/drawing/2014/main" id="{381A7CA8-A33B-43D4-AE85-B47C9C9C3C60}"/>
              </a:ext>
            </a:extLst>
          </p:cNvPr>
          <p:cNvSpPr>
            <a:spLocks noGrp="1"/>
          </p:cNvSpPr>
          <p:nvPr/>
        </p:nvSpPr>
        <p:spPr>
          <a:xfrm>
            <a:off x="338148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F1_main_prauc_1147">
            <a:extLst>
              <a:ext uri="{FF2B5EF4-FFF2-40B4-BE49-F238E27FC236}">
                <a16:creationId xmlns:a16="http://schemas.microsoft.com/office/drawing/2014/main" id="{C0514709-7FBF-467A-A6A1-4901090F6194}"/>
              </a:ext>
            </a:extLst>
          </p:cNvPr>
          <p:cNvSpPr>
            <a:spLocks noGrp="1"/>
          </p:cNvSpPr>
          <p:nvPr/>
        </p:nvSpPr>
        <p:spPr>
          <a:xfrm>
            <a:off x="357428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F1_main_prauc_1148">
            <a:extLst>
              <a:ext uri="{FF2B5EF4-FFF2-40B4-BE49-F238E27FC236}">
                <a16:creationId xmlns:a16="http://schemas.microsoft.com/office/drawing/2014/main" id="{4C2AA513-AD0C-4F3E-ACBC-BFCC39AB8888}"/>
              </a:ext>
            </a:extLst>
          </p:cNvPr>
          <p:cNvSpPr>
            <a:spLocks noGrp="1"/>
          </p:cNvSpPr>
          <p:nvPr/>
        </p:nvSpPr>
        <p:spPr>
          <a:xfrm>
            <a:off x="338164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F1_main_prauc_1149">
            <a:extLst>
              <a:ext uri="{FF2B5EF4-FFF2-40B4-BE49-F238E27FC236}">
                <a16:creationId xmlns:a16="http://schemas.microsoft.com/office/drawing/2014/main" id="{88D5239C-267D-4E8F-81B1-AA56BBEE0CBD}"/>
              </a:ext>
            </a:extLst>
          </p:cNvPr>
          <p:cNvSpPr>
            <a:spLocks noGrp="1"/>
          </p:cNvSpPr>
          <p:nvPr/>
        </p:nvSpPr>
        <p:spPr>
          <a:xfrm>
            <a:off x="350816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F1_main_prauc_1150">
            <a:extLst>
              <a:ext uri="{FF2B5EF4-FFF2-40B4-BE49-F238E27FC236}">
                <a16:creationId xmlns:a16="http://schemas.microsoft.com/office/drawing/2014/main" id="{CD368E0B-1A29-40EF-9EB8-1EDC3121B5CE}"/>
              </a:ext>
            </a:extLst>
          </p:cNvPr>
          <p:cNvSpPr>
            <a:spLocks noGrp="1"/>
          </p:cNvSpPr>
          <p:nvPr/>
        </p:nvSpPr>
        <p:spPr>
          <a:xfrm>
            <a:off x="359231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F1_main_prauc_1151">
            <a:extLst>
              <a:ext uri="{FF2B5EF4-FFF2-40B4-BE49-F238E27FC236}">
                <a16:creationId xmlns:a16="http://schemas.microsoft.com/office/drawing/2014/main" id="{4B14A18C-FDE1-4B9F-82A4-6DBF3914B1AA}"/>
              </a:ext>
            </a:extLst>
          </p:cNvPr>
          <p:cNvSpPr>
            <a:spLocks noGrp="1"/>
          </p:cNvSpPr>
          <p:nvPr/>
        </p:nvSpPr>
        <p:spPr>
          <a:xfrm>
            <a:off x="346844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F1_main_prauc_1152">
            <a:extLst>
              <a:ext uri="{FF2B5EF4-FFF2-40B4-BE49-F238E27FC236}">
                <a16:creationId xmlns:a16="http://schemas.microsoft.com/office/drawing/2014/main" id="{4D50F023-1D72-445D-BF82-7886E97870FE}"/>
              </a:ext>
            </a:extLst>
          </p:cNvPr>
          <p:cNvSpPr>
            <a:spLocks noGrp="1"/>
          </p:cNvSpPr>
          <p:nvPr/>
        </p:nvSpPr>
        <p:spPr>
          <a:xfrm>
            <a:off x="3583944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F1_main_prauc_1153">
            <a:extLst>
              <a:ext uri="{FF2B5EF4-FFF2-40B4-BE49-F238E27FC236}">
                <a16:creationId xmlns:a16="http://schemas.microsoft.com/office/drawing/2014/main" id="{E8D2384C-AE83-4723-9E5E-C4A952748356}"/>
              </a:ext>
            </a:extLst>
          </p:cNvPr>
          <p:cNvSpPr>
            <a:spLocks noGrp="1"/>
          </p:cNvSpPr>
          <p:nvPr/>
        </p:nvSpPr>
        <p:spPr>
          <a:xfrm>
            <a:off x="33702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F1_main_prauc_1154">
            <a:extLst>
              <a:ext uri="{FF2B5EF4-FFF2-40B4-BE49-F238E27FC236}">
                <a16:creationId xmlns:a16="http://schemas.microsoft.com/office/drawing/2014/main" id="{37B8D181-2EDD-40BC-8C93-21803A1424DE}"/>
              </a:ext>
            </a:extLst>
          </p:cNvPr>
          <p:cNvSpPr>
            <a:spLocks noGrp="1"/>
          </p:cNvSpPr>
          <p:nvPr/>
        </p:nvSpPr>
        <p:spPr>
          <a:xfrm>
            <a:off x="358031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F1_main_prauc_1155">
            <a:extLst>
              <a:ext uri="{FF2B5EF4-FFF2-40B4-BE49-F238E27FC236}">
                <a16:creationId xmlns:a16="http://schemas.microsoft.com/office/drawing/2014/main" id="{918A2B4C-CA1C-42EB-A6B9-C1A7EDFCD360}"/>
              </a:ext>
            </a:extLst>
          </p:cNvPr>
          <p:cNvSpPr>
            <a:spLocks noGrp="1"/>
          </p:cNvSpPr>
          <p:nvPr/>
        </p:nvSpPr>
        <p:spPr>
          <a:xfrm>
            <a:off x="340683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F1_main_prauc_1156">
            <a:extLst>
              <a:ext uri="{FF2B5EF4-FFF2-40B4-BE49-F238E27FC236}">
                <a16:creationId xmlns:a16="http://schemas.microsoft.com/office/drawing/2014/main" id="{2AB28D6E-E5C5-44EA-9400-D9A815A58C76}"/>
              </a:ext>
            </a:extLst>
          </p:cNvPr>
          <p:cNvSpPr>
            <a:spLocks noGrp="1"/>
          </p:cNvSpPr>
          <p:nvPr/>
        </p:nvSpPr>
        <p:spPr>
          <a:xfrm>
            <a:off x="3584824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F1_main_prauc_1157">
            <a:extLst>
              <a:ext uri="{FF2B5EF4-FFF2-40B4-BE49-F238E27FC236}">
                <a16:creationId xmlns:a16="http://schemas.microsoft.com/office/drawing/2014/main" id="{B2DBD28D-2922-4C5B-9E6F-19678D62A71E}"/>
              </a:ext>
            </a:extLst>
          </p:cNvPr>
          <p:cNvSpPr>
            <a:spLocks noGrp="1"/>
          </p:cNvSpPr>
          <p:nvPr/>
        </p:nvSpPr>
        <p:spPr>
          <a:xfrm>
            <a:off x="342149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F1_main_prauc_1158">
            <a:extLst>
              <a:ext uri="{FF2B5EF4-FFF2-40B4-BE49-F238E27FC236}">
                <a16:creationId xmlns:a16="http://schemas.microsoft.com/office/drawing/2014/main" id="{55A2D9DD-B7D2-406F-90E4-A6F86F3F9A2D}"/>
              </a:ext>
            </a:extLst>
          </p:cNvPr>
          <p:cNvSpPr>
            <a:spLocks noGrp="1"/>
          </p:cNvSpPr>
          <p:nvPr/>
        </p:nvSpPr>
        <p:spPr>
          <a:xfrm>
            <a:off x="347105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F1_main_prauc_1159">
            <a:extLst>
              <a:ext uri="{FF2B5EF4-FFF2-40B4-BE49-F238E27FC236}">
                <a16:creationId xmlns:a16="http://schemas.microsoft.com/office/drawing/2014/main" id="{6DB9EA8C-82E3-417C-88C3-18803BFFAAE5}"/>
              </a:ext>
            </a:extLst>
          </p:cNvPr>
          <p:cNvSpPr>
            <a:spLocks noGrp="1"/>
          </p:cNvSpPr>
          <p:nvPr/>
        </p:nvSpPr>
        <p:spPr>
          <a:xfrm>
            <a:off x="35637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F1_main_prauc_1160">
            <a:extLst>
              <a:ext uri="{FF2B5EF4-FFF2-40B4-BE49-F238E27FC236}">
                <a16:creationId xmlns:a16="http://schemas.microsoft.com/office/drawing/2014/main" id="{92A9B17B-ED9A-4C80-A4B0-5F62989C3F4E}"/>
              </a:ext>
            </a:extLst>
          </p:cNvPr>
          <p:cNvSpPr>
            <a:spLocks noGrp="1"/>
          </p:cNvSpPr>
          <p:nvPr/>
        </p:nvSpPr>
        <p:spPr>
          <a:xfrm>
            <a:off x="3390995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F1_main_prauc_1161">
            <a:extLst>
              <a:ext uri="{FF2B5EF4-FFF2-40B4-BE49-F238E27FC236}">
                <a16:creationId xmlns:a16="http://schemas.microsoft.com/office/drawing/2014/main" id="{D222AB63-398E-464E-8C2B-6E738B62D061}"/>
              </a:ext>
            </a:extLst>
          </p:cNvPr>
          <p:cNvSpPr>
            <a:spLocks noGrp="1"/>
          </p:cNvSpPr>
          <p:nvPr/>
        </p:nvSpPr>
        <p:spPr>
          <a:xfrm>
            <a:off x="347520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F1_main_prauc_1162">
            <a:extLst>
              <a:ext uri="{FF2B5EF4-FFF2-40B4-BE49-F238E27FC236}">
                <a16:creationId xmlns:a16="http://schemas.microsoft.com/office/drawing/2014/main" id="{2761A59B-269C-4995-88EF-FCBA9EED9E81}"/>
              </a:ext>
            </a:extLst>
          </p:cNvPr>
          <p:cNvSpPr>
            <a:spLocks noGrp="1"/>
          </p:cNvSpPr>
          <p:nvPr/>
        </p:nvSpPr>
        <p:spPr>
          <a:xfrm>
            <a:off x="34695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F1_main_prauc_1163">
            <a:extLst>
              <a:ext uri="{FF2B5EF4-FFF2-40B4-BE49-F238E27FC236}">
                <a16:creationId xmlns:a16="http://schemas.microsoft.com/office/drawing/2014/main" id="{6DBA815C-156E-4725-A599-CFF9BFAB972C}"/>
              </a:ext>
            </a:extLst>
          </p:cNvPr>
          <p:cNvSpPr>
            <a:spLocks noGrp="1"/>
          </p:cNvSpPr>
          <p:nvPr/>
        </p:nvSpPr>
        <p:spPr>
          <a:xfrm>
            <a:off x="34457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F1_main_prauc_1164">
            <a:extLst>
              <a:ext uri="{FF2B5EF4-FFF2-40B4-BE49-F238E27FC236}">
                <a16:creationId xmlns:a16="http://schemas.microsoft.com/office/drawing/2014/main" id="{D6D08D31-1E09-4FB6-A378-465FFC084463}"/>
              </a:ext>
            </a:extLst>
          </p:cNvPr>
          <p:cNvSpPr>
            <a:spLocks noGrp="1"/>
          </p:cNvSpPr>
          <p:nvPr/>
        </p:nvSpPr>
        <p:spPr>
          <a:xfrm>
            <a:off x="3439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F1_main_prauc_1165">
            <a:extLst>
              <a:ext uri="{FF2B5EF4-FFF2-40B4-BE49-F238E27FC236}">
                <a16:creationId xmlns:a16="http://schemas.microsoft.com/office/drawing/2014/main" id="{4F693E7D-79AA-48F3-B1DE-C895B8CC1D24}"/>
              </a:ext>
            </a:extLst>
          </p:cNvPr>
          <p:cNvSpPr>
            <a:spLocks noGrp="1"/>
          </p:cNvSpPr>
          <p:nvPr/>
        </p:nvSpPr>
        <p:spPr>
          <a:xfrm>
            <a:off x="340483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F1_main_prauc_1166">
            <a:extLst>
              <a:ext uri="{FF2B5EF4-FFF2-40B4-BE49-F238E27FC236}">
                <a16:creationId xmlns:a16="http://schemas.microsoft.com/office/drawing/2014/main" id="{4503DB3A-CE8A-41AE-8B5F-0A7AF812590C}"/>
              </a:ext>
            </a:extLst>
          </p:cNvPr>
          <p:cNvSpPr>
            <a:spLocks noGrp="1"/>
          </p:cNvSpPr>
          <p:nvPr/>
        </p:nvSpPr>
        <p:spPr>
          <a:xfrm>
            <a:off x="35800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F1_main_prauc_1167">
            <a:extLst>
              <a:ext uri="{FF2B5EF4-FFF2-40B4-BE49-F238E27FC236}">
                <a16:creationId xmlns:a16="http://schemas.microsoft.com/office/drawing/2014/main" id="{F737A46C-D46A-4B82-A7F8-25EBCBA9F27C}"/>
              </a:ext>
            </a:extLst>
          </p:cNvPr>
          <p:cNvSpPr>
            <a:spLocks noGrp="1"/>
          </p:cNvSpPr>
          <p:nvPr/>
        </p:nvSpPr>
        <p:spPr>
          <a:xfrm>
            <a:off x="35820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F1_main_prauc_1168">
            <a:extLst>
              <a:ext uri="{FF2B5EF4-FFF2-40B4-BE49-F238E27FC236}">
                <a16:creationId xmlns:a16="http://schemas.microsoft.com/office/drawing/2014/main" id="{B7DE4015-36FC-4AA5-AFD8-CB5D7ECEA1D7}"/>
              </a:ext>
            </a:extLst>
          </p:cNvPr>
          <p:cNvSpPr>
            <a:spLocks noGrp="1"/>
          </p:cNvSpPr>
          <p:nvPr/>
        </p:nvSpPr>
        <p:spPr>
          <a:xfrm>
            <a:off x="35780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F1_main_prauc_1169">
            <a:extLst>
              <a:ext uri="{FF2B5EF4-FFF2-40B4-BE49-F238E27FC236}">
                <a16:creationId xmlns:a16="http://schemas.microsoft.com/office/drawing/2014/main" id="{7CAB8F65-8DD9-458B-8743-C4F164384BAB}"/>
              </a:ext>
            </a:extLst>
          </p:cNvPr>
          <p:cNvSpPr>
            <a:spLocks noGrp="1"/>
          </p:cNvSpPr>
          <p:nvPr/>
        </p:nvSpPr>
        <p:spPr>
          <a:xfrm>
            <a:off x="35288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F1_main_prauc_1170">
            <a:extLst>
              <a:ext uri="{FF2B5EF4-FFF2-40B4-BE49-F238E27FC236}">
                <a16:creationId xmlns:a16="http://schemas.microsoft.com/office/drawing/2014/main" id="{F4B4773E-E838-4706-8F91-014AFBE30DBF}"/>
              </a:ext>
            </a:extLst>
          </p:cNvPr>
          <p:cNvSpPr>
            <a:spLocks noGrp="1"/>
          </p:cNvSpPr>
          <p:nvPr/>
        </p:nvSpPr>
        <p:spPr>
          <a:xfrm>
            <a:off x="35704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F1_main_prauc_1171">
            <a:extLst>
              <a:ext uri="{FF2B5EF4-FFF2-40B4-BE49-F238E27FC236}">
                <a16:creationId xmlns:a16="http://schemas.microsoft.com/office/drawing/2014/main" id="{2C2A8FAD-AB50-45F8-945C-F3D75EA33392}"/>
              </a:ext>
            </a:extLst>
          </p:cNvPr>
          <p:cNvSpPr>
            <a:spLocks noGrp="1"/>
          </p:cNvSpPr>
          <p:nvPr/>
        </p:nvSpPr>
        <p:spPr>
          <a:xfrm>
            <a:off x="3359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F1_main_prauc_1172">
            <a:extLst>
              <a:ext uri="{FF2B5EF4-FFF2-40B4-BE49-F238E27FC236}">
                <a16:creationId xmlns:a16="http://schemas.microsoft.com/office/drawing/2014/main" id="{05A9A3EF-4521-4F05-B13D-20028DF94541}"/>
              </a:ext>
            </a:extLst>
          </p:cNvPr>
          <p:cNvSpPr>
            <a:spLocks noGrp="1"/>
          </p:cNvSpPr>
          <p:nvPr/>
        </p:nvSpPr>
        <p:spPr>
          <a:xfrm>
            <a:off x="3346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F1_main_prauc_1173">
            <a:extLst>
              <a:ext uri="{FF2B5EF4-FFF2-40B4-BE49-F238E27FC236}">
                <a16:creationId xmlns:a16="http://schemas.microsoft.com/office/drawing/2014/main" id="{CABD0D9A-2BEB-4E06-837F-D52EB0A8802E}"/>
              </a:ext>
            </a:extLst>
          </p:cNvPr>
          <p:cNvSpPr>
            <a:spLocks noGrp="1"/>
          </p:cNvSpPr>
          <p:nvPr/>
        </p:nvSpPr>
        <p:spPr>
          <a:xfrm>
            <a:off x="3518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F1_main_prauc_1174">
            <a:extLst>
              <a:ext uri="{FF2B5EF4-FFF2-40B4-BE49-F238E27FC236}">
                <a16:creationId xmlns:a16="http://schemas.microsoft.com/office/drawing/2014/main" id="{A15124C2-7223-4592-9249-6E2A0997028C}"/>
              </a:ext>
            </a:extLst>
          </p:cNvPr>
          <p:cNvSpPr>
            <a:spLocks noGrp="1"/>
          </p:cNvSpPr>
          <p:nvPr/>
        </p:nvSpPr>
        <p:spPr>
          <a:xfrm>
            <a:off x="3490911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F1_main_prauc_1175">
            <a:extLst>
              <a:ext uri="{FF2B5EF4-FFF2-40B4-BE49-F238E27FC236}">
                <a16:creationId xmlns:a16="http://schemas.microsoft.com/office/drawing/2014/main" id="{18B0A9C1-E97B-4B6E-AD2C-24C915AAD1C9}"/>
              </a:ext>
            </a:extLst>
          </p:cNvPr>
          <p:cNvSpPr>
            <a:spLocks noGrp="1"/>
          </p:cNvSpPr>
          <p:nvPr/>
        </p:nvSpPr>
        <p:spPr>
          <a:xfrm>
            <a:off x="35046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F1_main_prauc_1176">
            <a:extLst>
              <a:ext uri="{FF2B5EF4-FFF2-40B4-BE49-F238E27FC236}">
                <a16:creationId xmlns:a16="http://schemas.microsoft.com/office/drawing/2014/main" id="{B615557C-F222-4980-B743-20319284EBAE}"/>
              </a:ext>
            </a:extLst>
          </p:cNvPr>
          <p:cNvSpPr>
            <a:spLocks noGrp="1"/>
          </p:cNvSpPr>
          <p:nvPr/>
        </p:nvSpPr>
        <p:spPr>
          <a:xfrm>
            <a:off x="35084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F1_main_prauc_1177">
            <a:extLst>
              <a:ext uri="{FF2B5EF4-FFF2-40B4-BE49-F238E27FC236}">
                <a16:creationId xmlns:a16="http://schemas.microsoft.com/office/drawing/2014/main" id="{A4D802D9-926A-427A-943B-844A7A7EF3DA}"/>
              </a:ext>
            </a:extLst>
          </p:cNvPr>
          <p:cNvSpPr>
            <a:spLocks noGrp="1"/>
          </p:cNvSpPr>
          <p:nvPr/>
        </p:nvSpPr>
        <p:spPr>
          <a:xfrm>
            <a:off x="3472408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F1_main_prauc_1178">
            <a:extLst>
              <a:ext uri="{FF2B5EF4-FFF2-40B4-BE49-F238E27FC236}">
                <a16:creationId xmlns:a16="http://schemas.microsoft.com/office/drawing/2014/main" id="{9CEEE136-CDEB-4E9B-AA83-CFBBFCD3F932}"/>
              </a:ext>
            </a:extLst>
          </p:cNvPr>
          <p:cNvSpPr>
            <a:spLocks noGrp="1"/>
          </p:cNvSpPr>
          <p:nvPr/>
        </p:nvSpPr>
        <p:spPr>
          <a:xfrm>
            <a:off x="34192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F1_main_prauc_1179">
            <a:extLst>
              <a:ext uri="{FF2B5EF4-FFF2-40B4-BE49-F238E27FC236}">
                <a16:creationId xmlns:a16="http://schemas.microsoft.com/office/drawing/2014/main" id="{D5599465-5020-4639-B8E1-40BB9FF9DF32}"/>
              </a:ext>
            </a:extLst>
          </p:cNvPr>
          <p:cNvSpPr>
            <a:spLocks noGrp="1"/>
          </p:cNvSpPr>
          <p:nvPr/>
        </p:nvSpPr>
        <p:spPr>
          <a:xfrm>
            <a:off x="35424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F1_main_prauc_1180">
            <a:extLst>
              <a:ext uri="{FF2B5EF4-FFF2-40B4-BE49-F238E27FC236}">
                <a16:creationId xmlns:a16="http://schemas.microsoft.com/office/drawing/2014/main" id="{FADFF5C7-291C-499A-A2F2-9BD0A2DBD3AD}"/>
              </a:ext>
            </a:extLst>
          </p:cNvPr>
          <p:cNvSpPr>
            <a:spLocks noGrp="1"/>
          </p:cNvSpPr>
          <p:nvPr/>
        </p:nvSpPr>
        <p:spPr>
          <a:xfrm>
            <a:off x="3476939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F1_main_prauc_1181">
            <a:extLst>
              <a:ext uri="{FF2B5EF4-FFF2-40B4-BE49-F238E27FC236}">
                <a16:creationId xmlns:a16="http://schemas.microsoft.com/office/drawing/2014/main" id="{9E7326D3-667D-4B7E-A0A4-946EEA5535F1}"/>
              </a:ext>
            </a:extLst>
          </p:cNvPr>
          <p:cNvSpPr>
            <a:spLocks noGrp="1"/>
          </p:cNvSpPr>
          <p:nvPr/>
        </p:nvSpPr>
        <p:spPr>
          <a:xfrm>
            <a:off x="335164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F1_main_prauc_1182">
            <a:extLst>
              <a:ext uri="{FF2B5EF4-FFF2-40B4-BE49-F238E27FC236}">
                <a16:creationId xmlns:a16="http://schemas.microsoft.com/office/drawing/2014/main" id="{43E91C1C-41CF-4E4E-92E1-81B64A328E8C}"/>
              </a:ext>
            </a:extLst>
          </p:cNvPr>
          <p:cNvSpPr>
            <a:spLocks noGrp="1"/>
          </p:cNvSpPr>
          <p:nvPr/>
        </p:nvSpPr>
        <p:spPr>
          <a:xfrm>
            <a:off x="340233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F1_main_prauc_1183">
            <a:extLst>
              <a:ext uri="{FF2B5EF4-FFF2-40B4-BE49-F238E27FC236}">
                <a16:creationId xmlns:a16="http://schemas.microsoft.com/office/drawing/2014/main" id="{1DD9EFCA-4322-4D6A-8202-A7E468AE6C0B}"/>
              </a:ext>
            </a:extLst>
          </p:cNvPr>
          <p:cNvSpPr>
            <a:spLocks noGrp="1"/>
          </p:cNvSpPr>
          <p:nvPr/>
        </p:nvSpPr>
        <p:spPr>
          <a:xfrm>
            <a:off x="344075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F1_main_prauc_1184">
            <a:extLst>
              <a:ext uri="{FF2B5EF4-FFF2-40B4-BE49-F238E27FC236}">
                <a16:creationId xmlns:a16="http://schemas.microsoft.com/office/drawing/2014/main" id="{93690650-CCA8-419D-A818-1DE1B1E4555D}"/>
              </a:ext>
            </a:extLst>
          </p:cNvPr>
          <p:cNvSpPr>
            <a:spLocks noGrp="1"/>
          </p:cNvSpPr>
          <p:nvPr/>
        </p:nvSpPr>
        <p:spPr>
          <a:xfrm>
            <a:off x="3459787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F1_main_prauc_1185">
            <a:extLst>
              <a:ext uri="{FF2B5EF4-FFF2-40B4-BE49-F238E27FC236}">
                <a16:creationId xmlns:a16="http://schemas.microsoft.com/office/drawing/2014/main" id="{DEE8B110-4964-49FB-BBD6-6F95D737837F}"/>
              </a:ext>
            </a:extLst>
          </p:cNvPr>
          <p:cNvSpPr>
            <a:spLocks noGrp="1"/>
          </p:cNvSpPr>
          <p:nvPr/>
        </p:nvSpPr>
        <p:spPr>
          <a:xfrm>
            <a:off x="35886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F1_main_prauc_1186">
            <a:extLst>
              <a:ext uri="{FF2B5EF4-FFF2-40B4-BE49-F238E27FC236}">
                <a16:creationId xmlns:a16="http://schemas.microsoft.com/office/drawing/2014/main" id="{1595290F-F200-4845-823C-56D65FCA9D9F}"/>
              </a:ext>
            </a:extLst>
          </p:cNvPr>
          <p:cNvSpPr>
            <a:spLocks noGrp="1"/>
          </p:cNvSpPr>
          <p:nvPr/>
        </p:nvSpPr>
        <p:spPr>
          <a:xfrm>
            <a:off x="353839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F1_main_prauc_1187">
            <a:extLst>
              <a:ext uri="{FF2B5EF4-FFF2-40B4-BE49-F238E27FC236}">
                <a16:creationId xmlns:a16="http://schemas.microsoft.com/office/drawing/2014/main" id="{539CA843-1590-431B-8AA6-B2C2124C7D73}"/>
              </a:ext>
            </a:extLst>
          </p:cNvPr>
          <p:cNvSpPr>
            <a:spLocks noGrp="1"/>
          </p:cNvSpPr>
          <p:nvPr/>
        </p:nvSpPr>
        <p:spPr>
          <a:xfrm>
            <a:off x="3579054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F1_main_prauc_1188">
            <a:extLst>
              <a:ext uri="{FF2B5EF4-FFF2-40B4-BE49-F238E27FC236}">
                <a16:creationId xmlns:a16="http://schemas.microsoft.com/office/drawing/2014/main" id="{BB251F95-B8BE-4AA2-B2EF-4F9BAD350ECE}"/>
              </a:ext>
            </a:extLst>
          </p:cNvPr>
          <p:cNvSpPr>
            <a:spLocks noGrp="1"/>
          </p:cNvSpPr>
          <p:nvPr/>
        </p:nvSpPr>
        <p:spPr>
          <a:xfrm>
            <a:off x="344076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F1_main_prauc_1189">
            <a:extLst>
              <a:ext uri="{FF2B5EF4-FFF2-40B4-BE49-F238E27FC236}">
                <a16:creationId xmlns:a16="http://schemas.microsoft.com/office/drawing/2014/main" id="{80822B4A-7DAB-409D-93B0-3F7826F1C4D5}"/>
              </a:ext>
            </a:extLst>
          </p:cNvPr>
          <p:cNvSpPr>
            <a:spLocks noGrp="1"/>
          </p:cNvSpPr>
          <p:nvPr/>
        </p:nvSpPr>
        <p:spPr>
          <a:xfrm>
            <a:off x="3530303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F1_main_prauc_1190">
            <a:extLst>
              <a:ext uri="{FF2B5EF4-FFF2-40B4-BE49-F238E27FC236}">
                <a16:creationId xmlns:a16="http://schemas.microsoft.com/office/drawing/2014/main" id="{C6BB6119-71E4-48F3-AF79-6DB158F51DE2}"/>
              </a:ext>
            </a:extLst>
          </p:cNvPr>
          <p:cNvSpPr>
            <a:spLocks noGrp="1"/>
          </p:cNvSpPr>
          <p:nvPr/>
        </p:nvSpPr>
        <p:spPr>
          <a:xfrm>
            <a:off x="3555548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F1_main_prauc_1191">
            <a:extLst>
              <a:ext uri="{FF2B5EF4-FFF2-40B4-BE49-F238E27FC236}">
                <a16:creationId xmlns:a16="http://schemas.microsoft.com/office/drawing/2014/main" id="{9E4F04C5-5C90-4BD7-B342-05DF671B976E}"/>
              </a:ext>
            </a:extLst>
          </p:cNvPr>
          <p:cNvSpPr>
            <a:spLocks noGrp="1"/>
          </p:cNvSpPr>
          <p:nvPr/>
        </p:nvSpPr>
        <p:spPr>
          <a:xfrm>
            <a:off x="34966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F1_main_prauc_1192">
            <a:extLst>
              <a:ext uri="{FF2B5EF4-FFF2-40B4-BE49-F238E27FC236}">
                <a16:creationId xmlns:a16="http://schemas.microsoft.com/office/drawing/2014/main" id="{6580F185-B8B8-433F-B85E-0FA3972AE4CE}"/>
              </a:ext>
            </a:extLst>
          </p:cNvPr>
          <p:cNvSpPr>
            <a:spLocks noGrp="1"/>
          </p:cNvSpPr>
          <p:nvPr/>
        </p:nvSpPr>
        <p:spPr>
          <a:xfrm>
            <a:off x="3580084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F1_main_prauc_1193">
            <a:extLst>
              <a:ext uri="{FF2B5EF4-FFF2-40B4-BE49-F238E27FC236}">
                <a16:creationId xmlns:a16="http://schemas.microsoft.com/office/drawing/2014/main" id="{98EB84C9-0BCA-4721-A39C-BCFA9E4D4A88}"/>
              </a:ext>
            </a:extLst>
          </p:cNvPr>
          <p:cNvSpPr>
            <a:spLocks noGrp="1"/>
          </p:cNvSpPr>
          <p:nvPr/>
        </p:nvSpPr>
        <p:spPr>
          <a:xfrm>
            <a:off x="335313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F1_main_prauc_1194">
            <a:extLst>
              <a:ext uri="{FF2B5EF4-FFF2-40B4-BE49-F238E27FC236}">
                <a16:creationId xmlns:a16="http://schemas.microsoft.com/office/drawing/2014/main" id="{26B9DCB2-683F-4DC5-BD28-B06E5EDAABCC}"/>
              </a:ext>
            </a:extLst>
          </p:cNvPr>
          <p:cNvSpPr>
            <a:spLocks noGrp="1"/>
          </p:cNvSpPr>
          <p:nvPr/>
        </p:nvSpPr>
        <p:spPr>
          <a:xfrm>
            <a:off x="342642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F1_main_prauc_1195">
            <a:extLst>
              <a:ext uri="{FF2B5EF4-FFF2-40B4-BE49-F238E27FC236}">
                <a16:creationId xmlns:a16="http://schemas.microsoft.com/office/drawing/2014/main" id="{B6F61321-E711-4AB5-B03E-0AE93CA1A4AF}"/>
              </a:ext>
            </a:extLst>
          </p:cNvPr>
          <p:cNvSpPr>
            <a:spLocks noGrp="1"/>
          </p:cNvSpPr>
          <p:nvPr/>
        </p:nvSpPr>
        <p:spPr>
          <a:xfrm>
            <a:off x="35461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F1_main_prauc_1196">
            <a:extLst>
              <a:ext uri="{FF2B5EF4-FFF2-40B4-BE49-F238E27FC236}">
                <a16:creationId xmlns:a16="http://schemas.microsoft.com/office/drawing/2014/main" id="{D5952CBE-9402-454C-B62D-DD7B616CFF62}"/>
              </a:ext>
            </a:extLst>
          </p:cNvPr>
          <p:cNvSpPr>
            <a:spLocks noGrp="1"/>
          </p:cNvSpPr>
          <p:nvPr/>
        </p:nvSpPr>
        <p:spPr>
          <a:xfrm>
            <a:off x="34240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F1_main_prauc_1197">
            <a:extLst>
              <a:ext uri="{FF2B5EF4-FFF2-40B4-BE49-F238E27FC236}">
                <a16:creationId xmlns:a16="http://schemas.microsoft.com/office/drawing/2014/main" id="{9085851E-02BC-4E0D-B1C5-5D3AB008741C}"/>
              </a:ext>
            </a:extLst>
          </p:cNvPr>
          <p:cNvSpPr>
            <a:spLocks noGrp="1"/>
          </p:cNvSpPr>
          <p:nvPr/>
        </p:nvSpPr>
        <p:spPr>
          <a:xfrm>
            <a:off x="345353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F1_main_prauc_1198">
            <a:extLst>
              <a:ext uri="{FF2B5EF4-FFF2-40B4-BE49-F238E27FC236}">
                <a16:creationId xmlns:a16="http://schemas.microsoft.com/office/drawing/2014/main" id="{697F4F93-C2C8-4560-A54A-802D7EEFE1FF}"/>
              </a:ext>
            </a:extLst>
          </p:cNvPr>
          <p:cNvSpPr>
            <a:spLocks noGrp="1"/>
          </p:cNvSpPr>
          <p:nvPr/>
        </p:nvSpPr>
        <p:spPr>
          <a:xfrm>
            <a:off x="3526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F1_main_prauc_1199">
            <a:extLst>
              <a:ext uri="{FF2B5EF4-FFF2-40B4-BE49-F238E27FC236}">
                <a16:creationId xmlns:a16="http://schemas.microsoft.com/office/drawing/2014/main" id="{5BE6C87A-50AA-47D3-ABF6-0A91D32E06E5}"/>
              </a:ext>
            </a:extLst>
          </p:cNvPr>
          <p:cNvSpPr>
            <a:spLocks noGrp="1"/>
          </p:cNvSpPr>
          <p:nvPr/>
        </p:nvSpPr>
        <p:spPr>
          <a:xfrm>
            <a:off x="3498910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F1_main_prauc_1200">
            <a:extLst>
              <a:ext uri="{FF2B5EF4-FFF2-40B4-BE49-F238E27FC236}">
                <a16:creationId xmlns:a16="http://schemas.microsoft.com/office/drawing/2014/main" id="{154037BE-50A6-401C-86BB-B863B65089CD}"/>
              </a:ext>
            </a:extLst>
          </p:cNvPr>
          <p:cNvSpPr>
            <a:spLocks noGrp="1"/>
          </p:cNvSpPr>
          <p:nvPr/>
        </p:nvSpPr>
        <p:spPr>
          <a:xfrm>
            <a:off x="346281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F1_main_prauc_1201">
            <a:extLst>
              <a:ext uri="{FF2B5EF4-FFF2-40B4-BE49-F238E27FC236}">
                <a16:creationId xmlns:a16="http://schemas.microsoft.com/office/drawing/2014/main" id="{7351EB50-9207-45BF-A69F-0CD4CF44B068}"/>
              </a:ext>
            </a:extLst>
          </p:cNvPr>
          <p:cNvSpPr>
            <a:spLocks noGrp="1"/>
          </p:cNvSpPr>
          <p:nvPr/>
        </p:nvSpPr>
        <p:spPr>
          <a:xfrm>
            <a:off x="35096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F1_main_prauc_1202">
            <a:extLst>
              <a:ext uri="{FF2B5EF4-FFF2-40B4-BE49-F238E27FC236}">
                <a16:creationId xmlns:a16="http://schemas.microsoft.com/office/drawing/2014/main" id="{FA746D3F-F9A1-429C-9F7B-53294236CE91}"/>
              </a:ext>
            </a:extLst>
          </p:cNvPr>
          <p:cNvSpPr>
            <a:spLocks noGrp="1"/>
          </p:cNvSpPr>
          <p:nvPr/>
        </p:nvSpPr>
        <p:spPr>
          <a:xfrm>
            <a:off x="35248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F1_main_prauc_1203">
            <a:extLst>
              <a:ext uri="{FF2B5EF4-FFF2-40B4-BE49-F238E27FC236}">
                <a16:creationId xmlns:a16="http://schemas.microsoft.com/office/drawing/2014/main" id="{AB4B8652-9F5D-4D1B-A83D-50C96CD5264B}"/>
              </a:ext>
            </a:extLst>
          </p:cNvPr>
          <p:cNvSpPr>
            <a:spLocks noGrp="1"/>
          </p:cNvSpPr>
          <p:nvPr/>
        </p:nvSpPr>
        <p:spPr>
          <a:xfrm>
            <a:off x="3390150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F1_main_prauc_1204">
            <a:extLst>
              <a:ext uri="{FF2B5EF4-FFF2-40B4-BE49-F238E27FC236}">
                <a16:creationId xmlns:a16="http://schemas.microsoft.com/office/drawing/2014/main" id="{E333C298-AB13-4527-941D-A5E39E2CFFCB}"/>
              </a:ext>
            </a:extLst>
          </p:cNvPr>
          <p:cNvSpPr>
            <a:spLocks noGrp="1"/>
          </p:cNvSpPr>
          <p:nvPr/>
        </p:nvSpPr>
        <p:spPr>
          <a:xfrm>
            <a:off x="34447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F1_main_prauc_1205">
            <a:extLst>
              <a:ext uri="{FF2B5EF4-FFF2-40B4-BE49-F238E27FC236}">
                <a16:creationId xmlns:a16="http://schemas.microsoft.com/office/drawing/2014/main" id="{D4AD96A9-FF31-4CBE-9531-E719B6936BC0}"/>
              </a:ext>
            </a:extLst>
          </p:cNvPr>
          <p:cNvSpPr>
            <a:spLocks noGrp="1"/>
          </p:cNvSpPr>
          <p:nvPr/>
        </p:nvSpPr>
        <p:spPr>
          <a:xfrm>
            <a:off x="3355402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F1_main_prauc_1206">
            <a:extLst>
              <a:ext uri="{FF2B5EF4-FFF2-40B4-BE49-F238E27FC236}">
                <a16:creationId xmlns:a16="http://schemas.microsoft.com/office/drawing/2014/main" id="{A235F793-6A2E-4222-A9F9-5A08EA2A2157}"/>
              </a:ext>
            </a:extLst>
          </p:cNvPr>
          <p:cNvSpPr>
            <a:spLocks noGrp="1"/>
          </p:cNvSpPr>
          <p:nvPr/>
        </p:nvSpPr>
        <p:spPr>
          <a:xfrm>
            <a:off x="3559826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F1_main_prauc_1207">
            <a:extLst>
              <a:ext uri="{FF2B5EF4-FFF2-40B4-BE49-F238E27FC236}">
                <a16:creationId xmlns:a16="http://schemas.microsoft.com/office/drawing/2014/main" id="{7FC8B63F-E874-446F-9452-D4F72FACB14F}"/>
              </a:ext>
            </a:extLst>
          </p:cNvPr>
          <p:cNvSpPr>
            <a:spLocks noGrp="1"/>
          </p:cNvSpPr>
          <p:nvPr/>
        </p:nvSpPr>
        <p:spPr>
          <a:xfrm>
            <a:off x="3493938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F1_main_prauc_1208">
            <a:extLst>
              <a:ext uri="{FF2B5EF4-FFF2-40B4-BE49-F238E27FC236}">
                <a16:creationId xmlns:a16="http://schemas.microsoft.com/office/drawing/2014/main" id="{A460C9BD-BA07-43F9-901D-F8955252CF82}"/>
              </a:ext>
            </a:extLst>
          </p:cNvPr>
          <p:cNvSpPr>
            <a:spLocks noGrp="1"/>
          </p:cNvSpPr>
          <p:nvPr/>
        </p:nvSpPr>
        <p:spPr>
          <a:xfrm>
            <a:off x="340852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F1_main_prauc_1209">
            <a:extLst>
              <a:ext uri="{FF2B5EF4-FFF2-40B4-BE49-F238E27FC236}">
                <a16:creationId xmlns:a16="http://schemas.microsoft.com/office/drawing/2014/main" id="{C58E815C-F39C-4744-9BF8-6D35077F3D4B}"/>
              </a:ext>
            </a:extLst>
          </p:cNvPr>
          <p:cNvSpPr>
            <a:spLocks noGrp="1"/>
          </p:cNvSpPr>
          <p:nvPr/>
        </p:nvSpPr>
        <p:spPr>
          <a:xfrm>
            <a:off x="3423901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F1_main_prauc_1210">
            <a:extLst>
              <a:ext uri="{FF2B5EF4-FFF2-40B4-BE49-F238E27FC236}">
                <a16:creationId xmlns:a16="http://schemas.microsoft.com/office/drawing/2014/main" id="{4DB9448E-2EC3-470E-9032-50BBD1874A33}"/>
              </a:ext>
            </a:extLst>
          </p:cNvPr>
          <p:cNvSpPr>
            <a:spLocks noGrp="1"/>
          </p:cNvSpPr>
          <p:nvPr/>
        </p:nvSpPr>
        <p:spPr>
          <a:xfrm>
            <a:off x="35563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F1_main_prauc_1211">
            <a:extLst>
              <a:ext uri="{FF2B5EF4-FFF2-40B4-BE49-F238E27FC236}">
                <a16:creationId xmlns:a16="http://schemas.microsoft.com/office/drawing/2014/main" id="{950D99F3-E599-409C-AC90-120670E59D78}"/>
              </a:ext>
            </a:extLst>
          </p:cNvPr>
          <p:cNvSpPr>
            <a:spLocks noGrp="1"/>
          </p:cNvSpPr>
          <p:nvPr/>
        </p:nvSpPr>
        <p:spPr>
          <a:xfrm>
            <a:off x="353397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F1_main_prauc_1212">
            <a:extLst>
              <a:ext uri="{FF2B5EF4-FFF2-40B4-BE49-F238E27FC236}">
                <a16:creationId xmlns:a16="http://schemas.microsoft.com/office/drawing/2014/main" id="{44ACE072-2C00-4AC0-9FD9-80734B9F45B9}"/>
              </a:ext>
            </a:extLst>
          </p:cNvPr>
          <p:cNvSpPr>
            <a:spLocks noGrp="1"/>
          </p:cNvSpPr>
          <p:nvPr/>
        </p:nvSpPr>
        <p:spPr>
          <a:xfrm>
            <a:off x="343090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F1_main_prauc_1213">
            <a:extLst>
              <a:ext uri="{FF2B5EF4-FFF2-40B4-BE49-F238E27FC236}">
                <a16:creationId xmlns:a16="http://schemas.microsoft.com/office/drawing/2014/main" id="{8AF3393F-AD6B-4DCF-B0AF-DDFB7D7BF5D3}"/>
              </a:ext>
            </a:extLst>
          </p:cNvPr>
          <p:cNvSpPr>
            <a:spLocks noGrp="1"/>
          </p:cNvSpPr>
          <p:nvPr/>
        </p:nvSpPr>
        <p:spPr>
          <a:xfrm>
            <a:off x="3407096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F1_main_prauc_1214">
            <a:extLst>
              <a:ext uri="{FF2B5EF4-FFF2-40B4-BE49-F238E27FC236}">
                <a16:creationId xmlns:a16="http://schemas.microsoft.com/office/drawing/2014/main" id="{82C091FC-C9E6-4B9D-BB1D-83829943AC61}"/>
              </a:ext>
            </a:extLst>
          </p:cNvPr>
          <p:cNvSpPr>
            <a:spLocks noGrp="1"/>
          </p:cNvSpPr>
          <p:nvPr/>
        </p:nvSpPr>
        <p:spPr>
          <a:xfrm>
            <a:off x="35026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F1_main_prauc_1215">
            <a:extLst>
              <a:ext uri="{FF2B5EF4-FFF2-40B4-BE49-F238E27FC236}">
                <a16:creationId xmlns:a16="http://schemas.microsoft.com/office/drawing/2014/main" id="{A7970191-A938-4980-8672-FE98F567F3D4}"/>
              </a:ext>
            </a:extLst>
          </p:cNvPr>
          <p:cNvSpPr>
            <a:spLocks noGrp="1"/>
          </p:cNvSpPr>
          <p:nvPr/>
        </p:nvSpPr>
        <p:spPr>
          <a:xfrm>
            <a:off x="3494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F1_main_prauc_1216">
            <a:extLst>
              <a:ext uri="{FF2B5EF4-FFF2-40B4-BE49-F238E27FC236}">
                <a16:creationId xmlns:a16="http://schemas.microsoft.com/office/drawing/2014/main" id="{76C539C9-C53D-4BFB-9064-5C20A8374C5C}"/>
              </a:ext>
            </a:extLst>
          </p:cNvPr>
          <p:cNvSpPr>
            <a:spLocks noGrp="1"/>
          </p:cNvSpPr>
          <p:nvPr/>
        </p:nvSpPr>
        <p:spPr>
          <a:xfrm>
            <a:off x="33988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F1_main_prauc_1217">
            <a:extLst>
              <a:ext uri="{FF2B5EF4-FFF2-40B4-BE49-F238E27FC236}">
                <a16:creationId xmlns:a16="http://schemas.microsoft.com/office/drawing/2014/main" id="{2E338602-A3CE-4C3F-A827-2523D784F4AA}"/>
              </a:ext>
            </a:extLst>
          </p:cNvPr>
          <p:cNvSpPr>
            <a:spLocks noGrp="1"/>
          </p:cNvSpPr>
          <p:nvPr/>
        </p:nvSpPr>
        <p:spPr>
          <a:xfrm>
            <a:off x="35685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F1_main_prauc_1218">
            <a:extLst>
              <a:ext uri="{FF2B5EF4-FFF2-40B4-BE49-F238E27FC236}">
                <a16:creationId xmlns:a16="http://schemas.microsoft.com/office/drawing/2014/main" id="{6883EAAF-E19D-413E-9DCC-D3BE2B683DAC}"/>
              </a:ext>
            </a:extLst>
          </p:cNvPr>
          <p:cNvSpPr>
            <a:spLocks noGrp="1"/>
          </p:cNvSpPr>
          <p:nvPr/>
        </p:nvSpPr>
        <p:spPr>
          <a:xfrm>
            <a:off x="34618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F1_main_prauc_1219">
            <a:extLst>
              <a:ext uri="{FF2B5EF4-FFF2-40B4-BE49-F238E27FC236}">
                <a16:creationId xmlns:a16="http://schemas.microsoft.com/office/drawing/2014/main" id="{E06260B0-C2BE-4669-8EB9-67D3A2E3F02C}"/>
              </a:ext>
            </a:extLst>
          </p:cNvPr>
          <p:cNvSpPr>
            <a:spLocks noGrp="1"/>
          </p:cNvSpPr>
          <p:nvPr/>
        </p:nvSpPr>
        <p:spPr>
          <a:xfrm>
            <a:off x="3413648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F1_main_prauc_1220">
            <a:extLst>
              <a:ext uri="{FF2B5EF4-FFF2-40B4-BE49-F238E27FC236}">
                <a16:creationId xmlns:a16="http://schemas.microsoft.com/office/drawing/2014/main" id="{1D9BEF66-AA69-404B-AA21-9B53F210F4AD}"/>
              </a:ext>
            </a:extLst>
          </p:cNvPr>
          <p:cNvSpPr>
            <a:spLocks noGrp="1"/>
          </p:cNvSpPr>
          <p:nvPr/>
        </p:nvSpPr>
        <p:spPr>
          <a:xfrm>
            <a:off x="34681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F1_main_prauc_1221">
            <a:extLst>
              <a:ext uri="{FF2B5EF4-FFF2-40B4-BE49-F238E27FC236}">
                <a16:creationId xmlns:a16="http://schemas.microsoft.com/office/drawing/2014/main" id="{AEABAA8F-ED2B-4A32-979C-81B746BF47F1}"/>
              </a:ext>
            </a:extLst>
          </p:cNvPr>
          <p:cNvSpPr>
            <a:spLocks noGrp="1"/>
          </p:cNvSpPr>
          <p:nvPr/>
        </p:nvSpPr>
        <p:spPr>
          <a:xfrm>
            <a:off x="3353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F1_main_prauc_1222">
            <a:extLst>
              <a:ext uri="{FF2B5EF4-FFF2-40B4-BE49-F238E27FC236}">
                <a16:creationId xmlns:a16="http://schemas.microsoft.com/office/drawing/2014/main" id="{88C61F77-ADAA-49B5-9150-B23FA83CD547}"/>
              </a:ext>
            </a:extLst>
          </p:cNvPr>
          <p:cNvSpPr>
            <a:spLocks noGrp="1"/>
          </p:cNvSpPr>
          <p:nvPr/>
        </p:nvSpPr>
        <p:spPr>
          <a:xfrm>
            <a:off x="3359655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F1_main_prauc_1223">
            <a:extLst>
              <a:ext uri="{FF2B5EF4-FFF2-40B4-BE49-F238E27FC236}">
                <a16:creationId xmlns:a16="http://schemas.microsoft.com/office/drawing/2014/main" id="{01D10B0C-2810-4CA6-8E99-360DDB93DC29}"/>
              </a:ext>
            </a:extLst>
          </p:cNvPr>
          <p:cNvSpPr>
            <a:spLocks noGrp="1"/>
          </p:cNvSpPr>
          <p:nvPr/>
        </p:nvSpPr>
        <p:spPr>
          <a:xfrm>
            <a:off x="342786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F1_main_prauc_1224">
            <a:extLst>
              <a:ext uri="{FF2B5EF4-FFF2-40B4-BE49-F238E27FC236}">
                <a16:creationId xmlns:a16="http://schemas.microsoft.com/office/drawing/2014/main" id="{4CFE6CE7-73F4-4CA0-BCB3-D2E5968E8064}"/>
              </a:ext>
            </a:extLst>
          </p:cNvPr>
          <p:cNvSpPr>
            <a:spLocks noGrp="1"/>
          </p:cNvSpPr>
          <p:nvPr/>
        </p:nvSpPr>
        <p:spPr>
          <a:xfrm>
            <a:off x="33512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F1_main_prauc_1225">
            <a:extLst>
              <a:ext uri="{FF2B5EF4-FFF2-40B4-BE49-F238E27FC236}">
                <a16:creationId xmlns:a16="http://schemas.microsoft.com/office/drawing/2014/main" id="{EFC24172-0A66-4A7C-8E62-BA1BAC3B76D4}"/>
              </a:ext>
            </a:extLst>
          </p:cNvPr>
          <p:cNvSpPr>
            <a:spLocks noGrp="1"/>
          </p:cNvSpPr>
          <p:nvPr/>
        </p:nvSpPr>
        <p:spPr>
          <a:xfrm>
            <a:off x="34266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F1_main_prauc_1226">
            <a:extLst>
              <a:ext uri="{FF2B5EF4-FFF2-40B4-BE49-F238E27FC236}">
                <a16:creationId xmlns:a16="http://schemas.microsoft.com/office/drawing/2014/main" id="{0DB7F463-45C1-412D-9903-6128B433B36D}"/>
              </a:ext>
            </a:extLst>
          </p:cNvPr>
          <p:cNvSpPr>
            <a:spLocks noGrp="1"/>
          </p:cNvSpPr>
          <p:nvPr/>
        </p:nvSpPr>
        <p:spPr>
          <a:xfrm>
            <a:off x="337545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F1_main_prauc_1227">
            <a:extLst>
              <a:ext uri="{FF2B5EF4-FFF2-40B4-BE49-F238E27FC236}">
                <a16:creationId xmlns:a16="http://schemas.microsoft.com/office/drawing/2014/main" id="{040AE84B-412E-463D-8023-61641AFA701D}"/>
              </a:ext>
            </a:extLst>
          </p:cNvPr>
          <p:cNvSpPr>
            <a:spLocks noGrp="1"/>
          </p:cNvSpPr>
          <p:nvPr/>
        </p:nvSpPr>
        <p:spPr>
          <a:xfrm>
            <a:off x="349402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F1_main_prauc_1228">
            <a:extLst>
              <a:ext uri="{FF2B5EF4-FFF2-40B4-BE49-F238E27FC236}">
                <a16:creationId xmlns:a16="http://schemas.microsoft.com/office/drawing/2014/main" id="{689CFF36-196E-489F-A448-E73FCD319046}"/>
              </a:ext>
            </a:extLst>
          </p:cNvPr>
          <p:cNvSpPr>
            <a:spLocks noGrp="1"/>
          </p:cNvSpPr>
          <p:nvPr/>
        </p:nvSpPr>
        <p:spPr>
          <a:xfrm>
            <a:off x="354132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F1_main_prauc_1229">
            <a:extLst>
              <a:ext uri="{FF2B5EF4-FFF2-40B4-BE49-F238E27FC236}">
                <a16:creationId xmlns:a16="http://schemas.microsoft.com/office/drawing/2014/main" id="{7B89BC83-6A3F-434D-BFBB-DEBAC3A2D99F}"/>
              </a:ext>
            </a:extLst>
          </p:cNvPr>
          <p:cNvSpPr>
            <a:spLocks noGrp="1"/>
          </p:cNvSpPr>
          <p:nvPr/>
        </p:nvSpPr>
        <p:spPr>
          <a:xfrm>
            <a:off x="3372456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F1_main_prauc_1230">
            <a:extLst>
              <a:ext uri="{FF2B5EF4-FFF2-40B4-BE49-F238E27FC236}">
                <a16:creationId xmlns:a16="http://schemas.microsoft.com/office/drawing/2014/main" id="{80AFD3DE-39C1-49AE-96AE-A48AEAA27FBA}"/>
              </a:ext>
            </a:extLst>
          </p:cNvPr>
          <p:cNvSpPr>
            <a:spLocks noGrp="1"/>
          </p:cNvSpPr>
          <p:nvPr/>
        </p:nvSpPr>
        <p:spPr>
          <a:xfrm>
            <a:off x="34091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F1_main_prauc_1231">
            <a:extLst>
              <a:ext uri="{FF2B5EF4-FFF2-40B4-BE49-F238E27FC236}">
                <a16:creationId xmlns:a16="http://schemas.microsoft.com/office/drawing/2014/main" id="{DC34F2CA-A599-4177-8E51-0E7A76C1A929}"/>
              </a:ext>
            </a:extLst>
          </p:cNvPr>
          <p:cNvSpPr>
            <a:spLocks noGrp="1"/>
          </p:cNvSpPr>
          <p:nvPr/>
        </p:nvSpPr>
        <p:spPr>
          <a:xfrm>
            <a:off x="35099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F1_main_prauc_1232">
            <a:extLst>
              <a:ext uri="{FF2B5EF4-FFF2-40B4-BE49-F238E27FC236}">
                <a16:creationId xmlns:a16="http://schemas.microsoft.com/office/drawing/2014/main" id="{AE257779-0DCD-4911-A778-38C79CF80882}"/>
              </a:ext>
            </a:extLst>
          </p:cNvPr>
          <p:cNvSpPr>
            <a:spLocks noGrp="1"/>
          </p:cNvSpPr>
          <p:nvPr/>
        </p:nvSpPr>
        <p:spPr>
          <a:xfrm>
            <a:off x="3425879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F1_main_prauc_1233">
            <a:extLst>
              <a:ext uri="{FF2B5EF4-FFF2-40B4-BE49-F238E27FC236}">
                <a16:creationId xmlns:a16="http://schemas.microsoft.com/office/drawing/2014/main" id="{2E255741-749B-456C-96ED-1FB3D9CF9B6B}"/>
              </a:ext>
            </a:extLst>
          </p:cNvPr>
          <p:cNvSpPr>
            <a:spLocks noGrp="1"/>
          </p:cNvSpPr>
          <p:nvPr/>
        </p:nvSpPr>
        <p:spPr>
          <a:xfrm>
            <a:off x="3391241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F1_main_prauc_1234">
            <a:extLst>
              <a:ext uri="{FF2B5EF4-FFF2-40B4-BE49-F238E27FC236}">
                <a16:creationId xmlns:a16="http://schemas.microsoft.com/office/drawing/2014/main" id="{DC174CCE-C974-42DB-8776-CC00260ABF22}"/>
              </a:ext>
            </a:extLst>
          </p:cNvPr>
          <p:cNvSpPr>
            <a:spLocks noGrp="1"/>
          </p:cNvSpPr>
          <p:nvPr/>
        </p:nvSpPr>
        <p:spPr>
          <a:xfrm>
            <a:off x="3593927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F1_main_prauc_1235">
            <a:extLst>
              <a:ext uri="{FF2B5EF4-FFF2-40B4-BE49-F238E27FC236}">
                <a16:creationId xmlns:a16="http://schemas.microsoft.com/office/drawing/2014/main" id="{A44C6D22-CE45-4FAA-9670-383E2B90B628}"/>
              </a:ext>
            </a:extLst>
          </p:cNvPr>
          <p:cNvSpPr>
            <a:spLocks noGrp="1"/>
          </p:cNvSpPr>
          <p:nvPr/>
        </p:nvSpPr>
        <p:spPr>
          <a:xfrm>
            <a:off x="334846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F1_main_prauc_1236">
            <a:extLst>
              <a:ext uri="{FF2B5EF4-FFF2-40B4-BE49-F238E27FC236}">
                <a16:creationId xmlns:a16="http://schemas.microsoft.com/office/drawing/2014/main" id="{5EEFC6BB-5D6A-439C-9CA9-336119D69AAD}"/>
              </a:ext>
            </a:extLst>
          </p:cNvPr>
          <p:cNvSpPr>
            <a:spLocks noGrp="1"/>
          </p:cNvSpPr>
          <p:nvPr/>
        </p:nvSpPr>
        <p:spPr>
          <a:xfrm>
            <a:off x="35347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F1_main_prauc_1237">
            <a:extLst>
              <a:ext uri="{FF2B5EF4-FFF2-40B4-BE49-F238E27FC236}">
                <a16:creationId xmlns:a16="http://schemas.microsoft.com/office/drawing/2014/main" id="{258ECA30-52C1-4C09-ADC7-F0A0847E45B3}"/>
              </a:ext>
            </a:extLst>
          </p:cNvPr>
          <p:cNvSpPr>
            <a:spLocks noGrp="1"/>
          </p:cNvSpPr>
          <p:nvPr/>
        </p:nvSpPr>
        <p:spPr>
          <a:xfrm>
            <a:off x="33839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F1_main_prauc_1238">
            <a:extLst>
              <a:ext uri="{FF2B5EF4-FFF2-40B4-BE49-F238E27FC236}">
                <a16:creationId xmlns:a16="http://schemas.microsoft.com/office/drawing/2014/main" id="{7A436383-2BBE-468B-B202-9FFA77CD20CF}"/>
              </a:ext>
            </a:extLst>
          </p:cNvPr>
          <p:cNvSpPr>
            <a:spLocks noGrp="1"/>
          </p:cNvSpPr>
          <p:nvPr/>
        </p:nvSpPr>
        <p:spPr>
          <a:xfrm>
            <a:off x="3344887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F1_main_prauc_1239">
            <a:extLst>
              <a:ext uri="{FF2B5EF4-FFF2-40B4-BE49-F238E27FC236}">
                <a16:creationId xmlns:a16="http://schemas.microsoft.com/office/drawing/2014/main" id="{997EEE5E-86C7-4B33-880E-4A18DE718BD6}"/>
              </a:ext>
            </a:extLst>
          </p:cNvPr>
          <p:cNvSpPr>
            <a:spLocks noGrp="1"/>
          </p:cNvSpPr>
          <p:nvPr/>
        </p:nvSpPr>
        <p:spPr>
          <a:xfrm>
            <a:off x="356956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F1_main_prauc_1240">
            <a:extLst>
              <a:ext uri="{FF2B5EF4-FFF2-40B4-BE49-F238E27FC236}">
                <a16:creationId xmlns:a16="http://schemas.microsoft.com/office/drawing/2014/main" id="{13C540ED-1E0A-4360-BB76-AC50D10D145D}"/>
              </a:ext>
            </a:extLst>
          </p:cNvPr>
          <p:cNvSpPr>
            <a:spLocks noGrp="1"/>
          </p:cNvSpPr>
          <p:nvPr/>
        </p:nvSpPr>
        <p:spPr>
          <a:xfrm>
            <a:off x="34080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F1_main_prauc_1241">
            <a:extLst>
              <a:ext uri="{FF2B5EF4-FFF2-40B4-BE49-F238E27FC236}">
                <a16:creationId xmlns:a16="http://schemas.microsoft.com/office/drawing/2014/main" id="{C2066BA0-856D-4664-ACD7-F70035CCBE2A}"/>
              </a:ext>
            </a:extLst>
          </p:cNvPr>
          <p:cNvSpPr>
            <a:spLocks noGrp="1"/>
          </p:cNvSpPr>
          <p:nvPr/>
        </p:nvSpPr>
        <p:spPr>
          <a:xfrm>
            <a:off x="3451703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F1_main_prauc_1242">
            <a:extLst>
              <a:ext uri="{FF2B5EF4-FFF2-40B4-BE49-F238E27FC236}">
                <a16:creationId xmlns:a16="http://schemas.microsoft.com/office/drawing/2014/main" id="{985F43E9-3894-4515-9C80-5DE17D7C9AD2}"/>
              </a:ext>
            </a:extLst>
          </p:cNvPr>
          <p:cNvSpPr>
            <a:spLocks noGrp="1"/>
          </p:cNvSpPr>
          <p:nvPr/>
        </p:nvSpPr>
        <p:spPr>
          <a:xfrm>
            <a:off x="336486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F1_main_prauc_1243">
            <a:extLst>
              <a:ext uri="{FF2B5EF4-FFF2-40B4-BE49-F238E27FC236}">
                <a16:creationId xmlns:a16="http://schemas.microsoft.com/office/drawing/2014/main" id="{1210909E-C00E-4012-8BB6-2385BD0F9CC1}"/>
              </a:ext>
            </a:extLst>
          </p:cNvPr>
          <p:cNvSpPr>
            <a:spLocks noGrp="1"/>
          </p:cNvSpPr>
          <p:nvPr/>
        </p:nvSpPr>
        <p:spPr>
          <a:xfrm>
            <a:off x="33726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F1_main_prauc_1244">
            <a:extLst>
              <a:ext uri="{FF2B5EF4-FFF2-40B4-BE49-F238E27FC236}">
                <a16:creationId xmlns:a16="http://schemas.microsoft.com/office/drawing/2014/main" id="{AA737DEF-DD79-4C88-8BD4-80B676427554}"/>
              </a:ext>
            </a:extLst>
          </p:cNvPr>
          <p:cNvSpPr>
            <a:spLocks noGrp="1"/>
          </p:cNvSpPr>
          <p:nvPr/>
        </p:nvSpPr>
        <p:spPr>
          <a:xfrm>
            <a:off x="35398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F1_main_prauc_1245">
            <a:extLst>
              <a:ext uri="{FF2B5EF4-FFF2-40B4-BE49-F238E27FC236}">
                <a16:creationId xmlns:a16="http://schemas.microsoft.com/office/drawing/2014/main" id="{50821969-C77B-4EFA-BB61-AEE3E01C496C}"/>
              </a:ext>
            </a:extLst>
          </p:cNvPr>
          <p:cNvSpPr>
            <a:spLocks noGrp="1"/>
          </p:cNvSpPr>
          <p:nvPr/>
        </p:nvSpPr>
        <p:spPr>
          <a:xfrm>
            <a:off x="3449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F1_main_prauc_1246">
            <a:extLst>
              <a:ext uri="{FF2B5EF4-FFF2-40B4-BE49-F238E27FC236}">
                <a16:creationId xmlns:a16="http://schemas.microsoft.com/office/drawing/2014/main" id="{B89F4ACF-8626-4482-8D1D-94DC8EA70813}"/>
              </a:ext>
            </a:extLst>
          </p:cNvPr>
          <p:cNvSpPr>
            <a:spLocks noGrp="1"/>
          </p:cNvSpPr>
          <p:nvPr/>
        </p:nvSpPr>
        <p:spPr>
          <a:xfrm>
            <a:off x="3549925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F1_main_prauc_1247">
            <a:extLst>
              <a:ext uri="{FF2B5EF4-FFF2-40B4-BE49-F238E27FC236}">
                <a16:creationId xmlns:a16="http://schemas.microsoft.com/office/drawing/2014/main" id="{DE8C2DF2-BBDE-46DD-BC18-D8FC034D5D9C}"/>
              </a:ext>
            </a:extLst>
          </p:cNvPr>
          <p:cNvSpPr>
            <a:spLocks noGrp="1"/>
          </p:cNvSpPr>
          <p:nvPr/>
        </p:nvSpPr>
        <p:spPr>
          <a:xfrm>
            <a:off x="349708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F1_main_prauc_1248">
            <a:extLst>
              <a:ext uri="{FF2B5EF4-FFF2-40B4-BE49-F238E27FC236}">
                <a16:creationId xmlns:a16="http://schemas.microsoft.com/office/drawing/2014/main" id="{177202EF-15F3-4EB8-B0B7-C4E3EB61EAA1}"/>
              </a:ext>
            </a:extLst>
          </p:cNvPr>
          <p:cNvSpPr>
            <a:spLocks noGrp="1"/>
          </p:cNvSpPr>
          <p:nvPr/>
        </p:nvSpPr>
        <p:spPr>
          <a:xfrm>
            <a:off x="33912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F1_main_prauc_1249">
            <a:extLst>
              <a:ext uri="{FF2B5EF4-FFF2-40B4-BE49-F238E27FC236}">
                <a16:creationId xmlns:a16="http://schemas.microsoft.com/office/drawing/2014/main" id="{3D3BC1CB-D443-4CF1-A8F3-952CB28DBE96}"/>
              </a:ext>
            </a:extLst>
          </p:cNvPr>
          <p:cNvSpPr>
            <a:spLocks noGrp="1"/>
          </p:cNvSpPr>
          <p:nvPr/>
        </p:nvSpPr>
        <p:spPr>
          <a:xfrm>
            <a:off x="345691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F1_main_prauc_1250">
            <a:extLst>
              <a:ext uri="{FF2B5EF4-FFF2-40B4-BE49-F238E27FC236}">
                <a16:creationId xmlns:a16="http://schemas.microsoft.com/office/drawing/2014/main" id="{4D109E57-C963-49C8-8FB5-DD2CBDBA061B}"/>
              </a:ext>
            </a:extLst>
          </p:cNvPr>
          <p:cNvSpPr>
            <a:spLocks noGrp="1"/>
          </p:cNvSpPr>
          <p:nvPr/>
        </p:nvSpPr>
        <p:spPr>
          <a:xfrm>
            <a:off x="3473734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F1_main_prauc_1251">
            <a:extLst>
              <a:ext uri="{FF2B5EF4-FFF2-40B4-BE49-F238E27FC236}">
                <a16:creationId xmlns:a16="http://schemas.microsoft.com/office/drawing/2014/main" id="{5473F0E3-D6E8-437F-8435-A1F0A300B644}"/>
              </a:ext>
            </a:extLst>
          </p:cNvPr>
          <p:cNvSpPr>
            <a:spLocks noGrp="1"/>
          </p:cNvSpPr>
          <p:nvPr/>
        </p:nvSpPr>
        <p:spPr>
          <a:xfrm>
            <a:off x="34285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F1_main_prauc_1252">
            <a:extLst>
              <a:ext uri="{FF2B5EF4-FFF2-40B4-BE49-F238E27FC236}">
                <a16:creationId xmlns:a16="http://schemas.microsoft.com/office/drawing/2014/main" id="{D794D548-9CC2-415E-81E2-8A4DF31AAEDC}"/>
              </a:ext>
            </a:extLst>
          </p:cNvPr>
          <p:cNvSpPr>
            <a:spLocks noGrp="1"/>
          </p:cNvSpPr>
          <p:nvPr/>
        </p:nvSpPr>
        <p:spPr>
          <a:xfrm>
            <a:off x="35441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F1_main_prauc_1253">
            <a:extLst>
              <a:ext uri="{FF2B5EF4-FFF2-40B4-BE49-F238E27FC236}">
                <a16:creationId xmlns:a16="http://schemas.microsoft.com/office/drawing/2014/main" id="{0AE88270-FBE0-4F04-B507-54C81EBF0942}"/>
              </a:ext>
            </a:extLst>
          </p:cNvPr>
          <p:cNvSpPr>
            <a:spLocks noGrp="1"/>
          </p:cNvSpPr>
          <p:nvPr/>
        </p:nvSpPr>
        <p:spPr>
          <a:xfrm>
            <a:off x="3481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F1_main_prauc_1254">
            <a:extLst>
              <a:ext uri="{FF2B5EF4-FFF2-40B4-BE49-F238E27FC236}">
                <a16:creationId xmlns:a16="http://schemas.microsoft.com/office/drawing/2014/main" id="{6385CB13-1B62-450F-A074-36806A57241D}"/>
              </a:ext>
            </a:extLst>
          </p:cNvPr>
          <p:cNvSpPr>
            <a:spLocks noGrp="1"/>
          </p:cNvSpPr>
          <p:nvPr/>
        </p:nvSpPr>
        <p:spPr>
          <a:xfrm>
            <a:off x="3349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F1_main_prauc_1255">
            <a:extLst>
              <a:ext uri="{FF2B5EF4-FFF2-40B4-BE49-F238E27FC236}">
                <a16:creationId xmlns:a16="http://schemas.microsoft.com/office/drawing/2014/main" id="{5F45C621-B068-4345-A802-4A7D0FAF8F3D}"/>
              </a:ext>
            </a:extLst>
          </p:cNvPr>
          <p:cNvSpPr>
            <a:spLocks noGrp="1"/>
          </p:cNvSpPr>
          <p:nvPr/>
        </p:nvSpPr>
        <p:spPr>
          <a:xfrm>
            <a:off x="349273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F1_main_prauc_1256">
            <a:extLst>
              <a:ext uri="{FF2B5EF4-FFF2-40B4-BE49-F238E27FC236}">
                <a16:creationId xmlns:a16="http://schemas.microsoft.com/office/drawing/2014/main" id="{BA9ADA11-AF9B-4853-9468-36F587E7220E}"/>
              </a:ext>
            </a:extLst>
          </p:cNvPr>
          <p:cNvSpPr>
            <a:spLocks noGrp="1"/>
          </p:cNvSpPr>
          <p:nvPr/>
        </p:nvSpPr>
        <p:spPr>
          <a:xfrm>
            <a:off x="3431302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F1_main_prauc_1257">
            <a:extLst>
              <a:ext uri="{FF2B5EF4-FFF2-40B4-BE49-F238E27FC236}">
                <a16:creationId xmlns:a16="http://schemas.microsoft.com/office/drawing/2014/main" id="{5F24EA0B-CD31-448D-91AA-EE115D2F649B}"/>
              </a:ext>
            </a:extLst>
          </p:cNvPr>
          <p:cNvSpPr>
            <a:spLocks noGrp="1"/>
          </p:cNvSpPr>
          <p:nvPr/>
        </p:nvSpPr>
        <p:spPr>
          <a:xfrm>
            <a:off x="3513798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F1_main_prauc_1258">
            <a:extLst>
              <a:ext uri="{FF2B5EF4-FFF2-40B4-BE49-F238E27FC236}">
                <a16:creationId xmlns:a16="http://schemas.microsoft.com/office/drawing/2014/main" id="{6108A0A5-A8BC-4AE9-ACD6-70FB1DF69E7B}"/>
              </a:ext>
            </a:extLst>
          </p:cNvPr>
          <p:cNvSpPr>
            <a:spLocks noGrp="1"/>
          </p:cNvSpPr>
          <p:nvPr/>
        </p:nvSpPr>
        <p:spPr>
          <a:xfrm>
            <a:off x="34938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F1_main_prauc_1259">
            <a:extLst>
              <a:ext uri="{FF2B5EF4-FFF2-40B4-BE49-F238E27FC236}">
                <a16:creationId xmlns:a16="http://schemas.microsoft.com/office/drawing/2014/main" id="{1E267060-03C9-4D0D-91D0-4D0FA993F5A0}"/>
              </a:ext>
            </a:extLst>
          </p:cNvPr>
          <p:cNvSpPr>
            <a:spLocks noGrp="1"/>
          </p:cNvSpPr>
          <p:nvPr/>
        </p:nvSpPr>
        <p:spPr>
          <a:xfrm>
            <a:off x="34838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F1_main_prauc_1260">
            <a:extLst>
              <a:ext uri="{FF2B5EF4-FFF2-40B4-BE49-F238E27FC236}">
                <a16:creationId xmlns:a16="http://schemas.microsoft.com/office/drawing/2014/main" id="{C057308F-0922-490B-BD48-7AC23F290FA8}"/>
              </a:ext>
            </a:extLst>
          </p:cNvPr>
          <p:cNvSpPr>
            <a:spLocks noGrp="1"/>
          </p:cNvSpPr>
          <p:nvPr/>
        </p:nvSpPr>
        <p:spPr>
          <a:xfrm>
            <a:off x="3465785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F1_main_prauc_1261">
            <a:extLst>
              <a:ext uri="{FF2B5EF4-FFF2-40B4-BE49-F238E27FC236}">
                <a16:creationId xmlns:a16="http://schemas.microsoft.com/office/drawing/2014/main" id="{1F451CC4-9255-4F57-B626-7E8334E63CE5}"/>
              </a:ext>
            </a:extLst>
          </p:cNvPr>
          <p:cNvSpPr>
            <a:spLocks noGrp="1"/>
          </p:cNvSpPr>
          <p:nvPr/>
        </p:nvSpPr>
        <p:spPr>
          <a:xfrm>
            <a:off x="34824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F1_main_prauc_1262">
            <a:extLst>
              <a:ext uri="{FF2B5EF4-FFF2-40B4-BE49-F238E27FC236}">
                <a16:creationId xmlns:a16="http://schemas.microsoft.com/office/drawing/2014/main" id="{DEE354B8-8932-4156-A428-2E5C92388010}"/>
              </a:ext>
            </a:extLst>
          </p:cNvPr>
          <p:cNvSpPr>
            <a:spLocks noGrp="1"/>
          </p:cNvSpPr>
          <p:nvPr/>
        </p:nvSpPr>
        <p:spPr>
          <a:xfrm>
            <a:off x="3368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F1_main_prauc_1263">
            <a:extLst>
              <a:ext uri="{FF2B5EF4-FFF2-40B4-BE49-F238E27FC236}">
                <a16:creationId xmlns:a16="http://schemas.microsoft.com/office/drawing/2014/main" id="{47D759FA-7F9E-4CC0-8F43-16557A20D5B0}"/>
              </a:ext>
            </a:extLst>
          </p:cNvPr>
          <p:cNvSpPr>
            <a:spLocks noGrp="1"/>
          </p:cNvSpPr>
          <p:nvPr/>
        </p:nvSpPr>
        <p:spPr>
          <a:xfrm>
            <a:off x="33488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F1_main_prauc_1264">
            <a:extLst>
              <a:ext uri="{FF2B5EF4-FFF2-40B4-BE49-F238E27FC236}">
                <a16:creationId xmlns:a16="http://schemas.microsoft.com/office/drawing/2014/main" id="{7B188679-C591-45A2-92ED-CB9BEC58C19C}"/>
              </a:ext>
            </a:extLst>
          </p:cNvPr>
          <p:cNvSpPr>
            <a:spLocks noGrp="1"/>
          </p:cNvSpPr>
          <p:nvPr/>
        </p:nvSpPr>
        <p:spPr>
          <a:xfrm>
            <a:off x="3431728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F1_main_prauc_1265">
            <a:extLst>
              <a:ext uri="{FF2B5EF4-FFF2-40B4-BE49-F238E27FC236}">
                <a16:creationId xmlns:a16="http://schemas.microsoft.com/office/drawing/2014/main" id="{2181F56D-4C2E-4528-8D8C-925D866FB243}"/>
              </a:ext>
            </a:extLst>
          </p:cNvPr>
          <p:cNvSpPr>
            <a:spLocks noGrp="1"/>
          </p:cNvSpPr>
          <p:nvPr/>
        </p:nvSpPr>
        <p:spPr>
          <a:xfrm>
            <a:off x="356021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F1_main_prauc_1266">
            <a:extLst>
              <a:ext uri="{FF2B5EF4-FFF2-40B4-BE49-F238E27FC236}">
                <a16:creationId xmlns:a16="http://schemas.microsoft.com/office/drawing/2014/main" id="{343DD472-A0EA-4608-97B2-55FA5A452F87}"/>
              </a:ext>
            </a:extLst>
          </p:cNvPr>
          <p:cNvSpPr>
            <a:spLocks noGrp="1"/>
          </p:cNvSpPr>
          <p:nvPr/>
        </p:nvSpPr>
        <p:spPr>
          <a:xfrm>
            <a:off x="34140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F1_main_prauc_1267">
            <a:extLst>
              <a:ext uri="{FF2B5EF4-FFF2-40B4-BE49-F238E27FC236}">
                <a16:creationId xmlns:a16="http://schemas.microsoft.com/office/drawing/2014/main" id="{E0427CD7-89DA-4937-9A9A-D4CCB166C1E5}"/>
              </a:ext>
            </a:extLst>
          </p:cNvPr>
          <p:cNvSpPr>
            <a:spLocks noGrp="1"/>
          </p:cNvSpPr>
          <p:nvPr/>
        </p:nvSpPr>
        <p:spPr>
          <a:xfrm>
            <a:off x="340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F1_main_prauc_1268">
            <a:extLst>
              <a:ext uri="{FF2B5EF4-FFF2-40B4-BE49-F238E27FC236}">
                <a16:creationId xmlns:a16="http://schemas.microsoft.com/office/drawing/2014/main" id="{164692F0-937F-490E-80CC-55B79FA86C4C}"/>
              </a:ext>
            </a:extLst>
          </p:cNvPr>
          <p:cNvSpPr>
            <a:spLocks noGrp="1"/>
          </p:cNvSpPr>
          <p:nvPr/>
        </p:nvSpPr>
        <p:spPr>
          <a:xfrm>
            <a:off x="345220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F1_main_prauc_1269">
            <a:extLst>
              <a:ext uri="{FF2B5EF4-FFF2-40B4-BE49-F238E27FC236}">
                <a16:creationId xmlns:a16="http://schemas.microsoft.com/office/drawing/2014/main" id="{7FB40953-2AFB-40DA-81C5-EA19E7B8826C}"/>
              </a:ext>
            </a:extLst>
          </p:cNvPr>
          <p:cNvSpPr>
            <a:spLocks noGrp="1"/>
          </p:cNvSpPr>
          <p:nvPr/>
        </p:nvSpPr>
        <p:spPr>
          <a:xfrm>
            <a:off x="3429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F1_main_prauc_1270">
            <a:extLst>
              <a:ext uri="{FF2B5EF4-FFF2-40B4-BE49-F238E27FC236}">
                <a16:creationId xmlns:a16="http://schemas.microsoft.com/office/drawing/2014/main" id="{2A71C65A-138A-4A10-BAAC-22540DA73556}"/>
              </a:ext>
            </a:extLst>
          </p:cNvPr>
          <p:cNvSpPr>
            <a:spLocks noGrp="1"/>
          </p:cNvSpPr>
          <p:nvPr/>
        </p:nvSpPr>
        <p:spPr>
          <a:xfrm>
            <a:off x="345591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F1_main_prauc_1271">
            <a:extLst>
              <a:ext uri="{FF2B5EF4-FFF2-40B4-BE49-F238E27FC236}">
                <a16:creationId xmlns:a16="http://schemas.microsoft.com/office/drawing/2014/main" id="{4D8F644D-4763-45E2-882E-647DFDC1743A}"/>
              </a:ext>
            </a:extLst>
          </p:cNvPr>
          <p:cNvSpPr>
            <a:spLocks noGrp="1"/>
          </p:cNvSpPr>
          <p:nvPr/>
        </p:nvSpPr>
        <p:spPr>
          <a:xfrm>
            <a:off x="359294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F1_main_prauc_1272">
            <a:extLst>
              <a:ext uri="{FF2B5EF4-FFF2-40B4-BE49-F238E27FC236}">
                <a16:creationId xmlns:a16="http://schemas.microsoft.com/office/drawing/2014/main" id="{FE3E6B23-4B7E-4065-A2A7-4A936F6ED760}"/>
              </a:ext>
            </a:extLst>
          </p:cNvPr>
          <p:cNvSpPr>
            <a:spLocks noGrp="1"/>
          </p:cNvSpPr>
          <p:nvPr/>
        </p:nvSpPr>
        <p:spPr>
          <a:xfrm>
            <a:off x="33439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F1_main_prauc_1273">
            <a:extLst>
              <a:ext uri="{FF2B5EF4-FFF2-40B4-BE49-F238E27FC236}">
                <a16:creationId xmlns:a16="http://schemas.microsoft.com/office/drawing/2014/main" id="{46E12233-FBA5-4969-9043-4F4A9A1EFE44}"/>
              </a:ext>
            </a:extLst>
          </p:cNvPr>
          <p:cNvSpPr>
            <a:spLocks noGrp="1"/>
          </p:cNvSpPr>
          <p:nvPr/>
        </p:nvSpPr>
        <p:spPr>
          <a:xfrm>
            <a:off x="342838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F1_main_prauc_1274">
            <a:extLst>
              <a:ext uri="{FF2B5EF4-FFF2-40B4-BE49-F238E27FC236}">
                <a16:creationId xmlns:a16="http://schemas.microsoft.com/office/drawing/2014/main" id="{808AA802-6039-4527-8E63-EB055CE6A473}"/>
              </a:ext>
            </a:extLst>
          </p:cNvPr>
          <p:cNvSpPr>
            <a:spLocks noGrp="1"/>
          </p:cNvSpPr>
          <p:nvPr/>
        </p:nvSpPr>
        <p:spPr>
          <a:xfrm>
            <a:off x="33516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F1_main_prauc_1275">
            <a:extLst>
              <a:ext uri="{FF2B5EF4-FFF2-40B4-BE49-F238E27FC236}">
                <a16:creationId xmlns:a16="http://schemas.microsoft.com/office/drawing/2014/main" id="{9A3E1428-0AEA-413F-BE08-A6E47C6C50EB}"/>
              </a:ext>
            </a:extLst>
          </p:cNvPr>
          <p:cNvSpPr>
            <a:spLocks noGrp="1"/>
          </p:cNvSpPr>
          <p:nvPr/>
        </p:nvSpPr>
        <p:spPr>
          <a:xfrm>
            <a:off x="3343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F1_main_prauc_1276">
            <a:extLst>
              <a:ext uri="{FF2B5EF4-FFF2-40B4-BE49-F238E27FC236}">
                <a16:creationId xmlns:a16="http://schemas.microsoft.com/office/drawing/2014/main" id="{90EBDB37-CB58-42C7-B9A5-1115BD9B3ABB}"/>
              </a:ext>
            </a:extLst>
          </p:cNvPr>
          <p:cNvSpPr>
            <a:spLocks noGrp="1"/>
          </p:cNvSpPr>
          <p:nvPr/>
        </p:nvSpPr>
        <p:spPr>
          <a:xfrm>
            <a:off x="335267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F1_main_prauc_1277">
            <a:extLst>
              <a:ext uri="{FF2B5EF4-FFF2-40B4-BE49-F238E27FC236}">
                <a16:creationId xmlns:a16="http://schemas.microsoft.com/office/drawing/2014/main" id="{70A4EA1E-455D-40F9-BD48-D46E2E6C0216}"/>
              </a:ext>
            </a:extLst>
          </p:cNvPr>
          <p:cNvSpPr>
            <a:spLocks noGrp="1"/>
          </p:cNvSpPr>
          <p:nvPr/>
        </p:nvSpPr>
        <p:spPr>
          <a:xfrm>
            <a:off x="33656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F1_main_prauc_1278">
            <a:extLst>
              <a:ext uri="{FF2B5EF4-FFF2-40B4-BE49-F238E27FC236}">
                <a16:creationId xmlns:a16="http://schemas.microsoft.com/office/drawing/2014/main" id="{F21FC5FC-FD21-46BE-AF42-AF31577FDD52}"/>
              </a:ext>
            </a:extLst>
          </p:cNvPr>
          <p:cNvSpPr>
            <a:spLocks noGrp="1"/>
          </p:cNvSpPr>
          <p:nvPr/>
        </p:nvSpPr>
        <p:spPr>
          <a:xfrm>
            <a:off x="3558625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F1_main_prauc_1279">
            <a:extLst>
              <a:ext uri="{FF2B5EF4-FFF2-40B4-BE49-F238E27FC236}">
                <a16:creationId xmlns:a16="http://schemas.microsoft.com/office/drawing/2014/main" id="{EDE3C0CC-0ED4-45C2-8412-ABB1E9193DD1}"/>
              </a:ext>
            </a:extLst>
          </p:cNvPr>
          <p:cNvSpPr>
            <a:spLocks noGrp="1"/>
          </p:cNvSpPr>
          <p:nvPr/>
        </p:nvSpPr>
        <p:spPr>
          <a:xfrm>
            <a:off x="3546035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F1_main_prauc_1280">
            <a:extLst>
              <a:ext uri="{FF2B5EF4-FFF2-40B4-BE49-F238E27FC236}">
                <a16:creationId xmlns:a16="http://schemas.microsoft.com/office/drawing/2014/main" id="{51EA65A9-F14F-4A13-9495-6183361B03C9}"/>
              </a:ext>
            </a:extLst>
          </p:cNvPr>
          <p:cNvSpPr>
            <a:spLocks noGrp="1"/>
          </p:cNvSpPr>
          <p:nvPr/>
        </p:nvSpPr>
        <p:spPr>
          <a:xfrm>
            <a:off x="3432803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F1_main_prauc_1281">
            <a:extLst>
              <a:ext uri="{FF2B5EF4-FFF2-40B4-BE49-F238E27FC236}">
                <a16:creationId xmlns:a16="http://schemas.microsoft.com/office/drawing/2014/main" id="{FB3CDC23-19B3-45E3-8C85-1191A2D09F90}"/>
              </a:ext>
            </a:extLst>
          </p:cNvPr>
          <p:cNvSpPr>
            <a:spLocks noGrp="1"/>
          </p:cNvSpPr>
          <p:nvPr/>
        </p:nvSpPr>
        <p:spPr>
          <a:xfrm>
            <a:off x="34241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F1_main_prauc_1282">
            <a:extLst>
              <a:ext uri="{FF2B5EF4-FFF2-40B4-BE49-F238E27FC236}">
                <a16:creationId xmlns:a16="http://schemas.microsoft.com/office/drawing/2014/main" id="{135C4A8E-2374-4680-838C-D0FB8B9FFE8D}"/>
              </a:ext>
            </a:extLst>
          </p:cNvPr>
          <p:cNvSpPr>
            <a:spLocks noGrp="1"/>
          </p:cNvSpPr>
          <p:nvPr/>
        </p:nvSpPr>
        <p:spPr>
          <a:xfrm>
            <a:off x="35461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F1_main_prauc_1283">
            <a:extLst>
              <a:ext uri="{FF2B5EF4-FFF2-40B4-BE49-F238E27FC236}">
                <a16:creationId xmlns:a16="http://schemas.microsoft.com/office/drawing/2014/main" id="{B1296AEE-A7EB-4C0A-9C4E-A5C64EB3D2B8}"/>
              </a:ext>
            </a:extLst>
          </p:cNvPr>
          <p:cNvSpPr>
            <a:spLocks noGrp="1"/>
          </p:cNvSpPr>
          <p:nvPr/>
        </p:nvSpPr>
        <p:spPr>
          <a:xfrm>
            <a:off x="35750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F1_main_prauc_1284">
            <a:extLst>
              <a:ext uri="{FF2B5EF4-FFF2-40B4-BE49-F238E27FC236}">
                <a16:creationId xmlns:a16="http://schemas.microsoft.com/office/drawing/2014/main" id="{598A2AE5-D4EC-483D-AD0F-F675B02C135B}"/>
              </a:ext>
            </a:extLst>
          </p:cNvPr>
          <p:cNvSpPr>
            <a:spLocks noGrp="1"/>
          </p:cNvSpPr>
          <p:nvPr/>
        </p:nvSpPr>
        <p:spPr>
          <a:xfrm>
            <a:off x="35522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F1_main_prauc_1285">
            <a:extLst>
              <a:ext uri="{FF2B5EF4-FFF2-40B4-BE49-F238E27FC236}">
                <a16:creationId xmlns:a16="http://schemas.microsoft.com/office/drawing/2014/main" id="{1FABF677-123F-4971-93CB-EFA743972073}"/>
              </a:ext>
            </a:extLst>
          </p:cNvPr>
          <p:cNvSpPr>
            <a:spLocks noGrp="1"/>
          </p:cNvSpPr>
          <p:nvPr/>
        </p:nvSpPr>
        <p:spPr>
          <a:xfrm>
            <a:off x="33889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F1_main_prauc_1286">
            <a:extLst>
              <a:ext uri="{FF2B5EF4-FFF2-40B4-BE49-F238E27FC236}">
                <a16:creationId xmlns:a16="http://schemas.microsoft.com/office/drawing/2014/main" id="{5DDEA1EC-10E4-48BE-99EF-F6420FED4ADD}"/>
              </a:ext>
            </a:extLst>
          </p:cNvPr>
          <p:cNvSpPr>
            <a:spLocks noGrp="1"/>
          </p:cNvSpPr>
          <p:nvPr/>
        </p:nvSpPr>
        <p:spPr>
          <a:xfrm>
            <a:off x="348612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F1_main_prauc_1287">
            <a:extLst>
              <a:ext uri="{FF2B5EF4-FFF2-40B4-BE49-F238E27FC236}">
                <a16:creationId xmlns:a16="http://schemas.microsoft.com/office/drawing/2014/main" id="{2C0DA4EC-9FE7-4089-B4B0-96BBED2CDFDF}"/>
              </a:ext>
            </a:extLst>
          </p:cNvPr>
          <p:cNvSpPr>
            <a:spLocks noGrp="1"/>
          </p:cNvSpPr>
          <p:nvPr/>
        </p:nvSpPr>
        <p:spPr>
          <a:xfrm>
            <a:off x="357333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F1_main_prauc_1288">
            <a:extLst>
              <a:ext uri="{FF2B5EF4-FFF2-40B4-BE49-F238E27FC236}">
                <a16:creationId xmlns:a16="http://schemas.microsoft.com/office/drawing/2014/main" id="{9E6A5127-6FF8-46B0-9E4E-A755E55735A0}"/>
              </a:ext>
            </a:extLst>
          </p:cNvPr>
          <p:cNvSpPr>
            <a:spLocks noGrp="1"/>
          </p:cNvSpPr>
          <p:nvPr/>
        </p:nvSpPr>
        <p:spPr>
          <a:xfrm>
            <a:off x="358616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F1_main_prauc_1289">
            <a:extLst>
              <a:ext uri="{FF2B5EF4-FFF2-40B4-BE49-F238E27FC236}">
                <a16:creationId xmlns:a16="http://schemas.microsoft.com/office/drawing/2014/main" id="{F3083E25-A5E1-48B2-874B-716CE37D6206}"/>
              </a:ext>
            </a:extLst>
          </p:cNvPr>
          <p:cNvSpPr>
            <a:spLocks noGrp="1"/>
          </p:cNvSpPr>
          <p:nvPr/>
        </p:nvSpPr>
        <p:spPr>
          <a:xfrm>
            <a:off x="35261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F1_main_prauc_1290">
            <a:extLst>
              <a:ext uri="{FF2B5EF4-FFF2-40B4-BE49-F238E27FC236}">
                <a16:creationId xmlns:a16="http://schemas.microsoft.com/office/drawing/2014/main" id="{09EB843C-ACED-49B4-B245-00F0242AC5E1}"/>
              </a:ext>
            </a:extLst>
          </p:cNvPr>
          <p:cNvSpPr>
            <a:spLocks noGrp="1"/>
          </p:cNvSpPr>
          <p:nvPr/>
        </p:nvSpPr>
        <p:spPr>
          <a:xfrm>
            <a:off x="34370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F1_main_prauc_1291">
            <a:extLst>
              <a:ext uri="{FF2B5EF4-FFF2-40B4-BE49-F238E27FC236}">
                <a16:creationId xmlns:a16="http://schemas.microsoft.com/office/drawing/2014/main" id="{88A769BD-BC37-422C-9286-42AB4AA76F95}"/>
              </a:ext>
            </a:extLst>
          </p:cNvPr>
          <p:cNvSpPr>
            <a:spLocks noGrp="1"/>
          </p:cNvSpPr>
          <p:nvPr/>
        </p:nvSpPr>
        <p:spPr>
          <a:xfrm>
            <a:off x="353818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F1_main_prauc_1292">
            <a:extLst>
              <a:ext uri="{FF2B5EF4-FFF2-40B4-BE49-F238E27FC236}">
                <a16:creationId xmlns:a16="http://schemas.microsoft.com/office/drawing/2014/main" id="{20486A7B-ED8C-408D-9D0C-9A34D50F6610}"/>
              </a:ext>
            </a:extLst>
          </p:cNvPr>
          <p:cNvSpPr>
            <a:spLocks noGrp="1"/>
          </p:cNvSpPr>
          <p:nvPr/>
        </p:nvSpPr>
        <p:spPr>
          <a:xfrm>
            <a:off x="3516051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F1_main_prauc_1293">
            <a:extLst>
              <a:ext uri="{FF2B5EF4-FFF2-40B4-BE49-F238E27FC236}">
                <a16:creationId xmlns:a16="http://schemas.microsoft.com/office/drawing/2014/main" id="{A201FFC3-6A14-426D-9A02-B182989662B4}"/>
              </a:ext>
            </a:extLst>
          </p:cNvPr>
          <p:cNvSpPr>
            <a:spLocks noGrp="1"/>
          </p:cNvSpPr>
          <p:nvPr/>
        </p:nvSpPr>
        <p:spPr>
          <a:xfrm>
            <a:off x="359329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F1_main_prauc_1294">
            <a:extLst>
              <a:ext uri="{FF2B5EF4-FFF2-40B4-BE49-F238E27FC236}">
                <a16:creationId xmlns:a16="http://schemas.microsoft.com/office/drawing/2014/main" id="{6D2C970B-D1EC-42A8-BBC8-57DAAAB92639}"/>
              </a:ext>
            </a:extLst>
          </p:cNvPr>
          <p:cNvSpPr>
            <a:spLocks noGrp="1"/>
          </p:cNvSpPr>
          <p:nvPr/>
        </p:nvSpPr>
        <p:spPr>
          <a:xfrm>
            <a:off x="33870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F1_main_prauc_1295">
            <a:extLst>
              <a:ext uri="{FF2B5EF4-FFF2-40B4-BE49-F238E27FC236}">
                <a16:creationId xmlns:a16="http://schemas.microsoft.com/office/drawing/2014/main" id="{94C0A777-60F8-4196-B0D9-5F9C0CE47B43}"/>
              </a:ext>
            </a:extLst>
          </p:cNvPr>
          <p:cNvSpPr>
            <a:spLocks noGrp="1"/>
          </p:cNvSpPr>
          <p:nvPr/>
        </p:nvSpPr>
        <p:spPr>
          <a:xfrm>
            <a:off x="35200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F1_main_prauc_1296">
            <a:extLst>
              <a:ext uri="{FF2B5EF4-FFF2-40B4-BE49-F238E27FC236}">
                <a16:creationId xmlns:a16="http://schemas.microsoft.com/office/drawing/2014/main" id="{2D2A650F-2BFF-4908-9631-29494F185CA6}"/>
              </a:ext>
            </a:extLst>
          </p:cNvPr>
          <p:cNvSpPr>
            <a:spLocks noGrp="1"/>
          </p:cNvSpPr>
          <p:nvPr/>
        </p:nvSpPr>
        <p:spPr>
          <a:xfrm>
            <a:off x="351212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F1_main_prauc_1297">
            <a:extLst>
              <a:ext uri="{FF2B5EF4-FFF2-40B4-BE49-F238E27FC236}">
                <a16:creationId xmlns:a16="http://schemas.microsoft.com/office/drawing/2014/main" id="{6F48D098-7E11-4C1A-9468-CC39869B065B}"/>
              </a:ext>
            </a:extLst>
          </p:cNvPr>
          <p:cNvSpPr>
            <a:spLocks noGrp="1"/>
          </p:cNvSpPr>
          <p:nvPr/>
        </p:nvSpPr>
        <p:spPr>
          <a:xfrm>
            <a:off x="3463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F1_main_prauc_1298">
            <a:extLst>
              <a:ext uri="{FF2B5EF4-FFF2-40B4-BE49-F238E27FC236}">
                <a16:creationId xmlns:a16="http://schemas.microsoft.com/office/drawing/2014/main" id="{D07AEDEB-7B68-493B-AB53-79C06E1B79C6}"/>
              </a:ext>
            </a:extLst>
          </p:cNvPr>
          <p:cNvSpPr>
            <a:spLocks noGrp="1"/>
          </p:cNvSpPr>
          <p:nvPr/>
        </p:nvSpPr>
        <p:spPr>
          <a:xfrm>
            <a:off x="3450843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F1_main_prauc_1299">
            <a:extLst>
              <a:ext uri="{FF2B5EF4-FFF2-40B4-BE49-F238E27FC236}">
                <a16:creationId xmlns:a16="http://schemas.microsoft.com/office/drawing/2014/main" id="{7A7D082D-9594-4FB2-B223-848C8AA6C13E}"/>
              </a:ext>
            </a:extLst>
          </p:cNvPr>
          <p:cNvSpPr>
            <a:spLocks noGrp="1"/>
          </p:cNvSpPr>
          <p:nvPr/>
        </p:nvSpPr>
        <p:spPr>
          <a:xfrm>
            <a:off x="351651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F1_main_prauc_1300">
            <a:extLst>
              <a:ext uri="{FF2B5EF4-FFF2-40B4-BE49-F238E27FC236}">
                <a16:creationId xmlns:a16="http://schemas.microsoft.com/office/drawing/2014/main" id="{83A7CB59-677E-4CD9-AD1F-EF40AD8157E3}"/>
              </a:ext>
            </a:extLst>
          </p:cNvPr>
          <p:cNvSpPr>
            <a:spLocks noGrp="1"/>
          </p:cNvSpPr>
          <p:nvPr/>
        </p:nvSpPr>
        <p:spPr>
          <a:xfrm>
            <a:off x="338374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F1_main_prauc_1301">
            <a:extLst>
              <a:ext uri="{FF2B5EF4-FFF2-40B4-BE49-F238E27FC236}">
                <a16:creationId xmlns:a16="http://schemas.microsoft.com/office/drawing/2014/main" id="{A3EC928B-500B-4DAE-90DE-D8BC72137B02}"/>
              </a:ext>
            </a:extLst>
          </p:cNvPr>
          <p:cNvSpPr>
            <a:spLocks noGrp="1"/>
          </p:cNvSpPr>
          <p:nvPr/>
        </p:nvSpPr>
        <p:spPr>
          <a:xfrm>
            <a:off x="34076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F1_main_prauc_1302">
            <a:extLst>
              <a:ext uri="{FF2B5EF4-FFF2-40B4-BE49-F238E27FC236}">
                <a16:creationId xmlns:a16="http://schemas.microsoft.com/office/drawing/2014/main" id="{5F4F0229-CA45-4D2A-86F7-5E314E6946A7}"/>
              </a:ext>
            </a:extLst>
          </p:cNvPr>
          <p:cNvSpPr>
            <a:spLocks noGrp="1"/>
          </p:cNvSpPr>
          <p:nvPr/>
        </p:nvSpPr>
        <p:spPr>
          <a:xfrm>
            <a:off x="3524672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F1_main_prauc_1303">
            <a:extLst>
              <a:ext uri="{FF2B5EF4-FFF2-40B4-BE49-F238E27FC236}">
                <a16:creationId xmlns:a16="http://schemas.microsoft.com/office/drawing/2014/main" id="{0FC1B2B6-70A3-4386-8869-C3D82E62E5D8}"/>
              </a:ext>
            </a:extLst>
          </p:cNvPr>
          <p:cNvSpPr>
            <a:spLocks noGrp="1"/>
          </p:cNvSpPr>
          <p:nvPr/>
        </p:nvSpPr>
        <p:spPr>
          <a:xfrm>
            <a:off x="352013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F1_main_prauc_1304">
            <a:extLst>
              <a:ext uri="{FF2B5EF4-FFF2-40B4-BE49-F238E27FC236}">
                <a16:creationId xmlns:a16="http://schemas.microsoft.com/office/drawing/2014/main" id="{8E85D5AB-A8BA-4B45-AE8C-5EC59E6D59C5}"/>
              </a:ext>
            </a:extLst>
          </p:cNvPr>
          <p:cNvSpPr>
            <a:spLocks noGrp="1"/>
          </p:cNvSpPr>
          <p:nvPr/>
        </p:nvSpPr>
        <p:spPr>
          <a:xfrm>
            <a:off x="34484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F1_main_prauc_1305">
            <a:extLst>
              <a:ext uri="{FF2B5EF4-FFF2-40B4-BE49-F238E27FC236}">
                <a16:creationId xmlns:a16="http://schemas.microsoft.com/office/drawing/2014/main" id="{7D917020-2123-48ED-BA69-30A86DD52AF3}"/>
              </a:ext>
            </a:extLst>
          </p:cNvPr>
          <p:cNvSpPr>
            <a:spLocks noGrp="1"/>
          </p:cNvSpPr>
          <p:nvPr/>
        </p:nvSpPr>
        <p:spPr>
          <a:xfrm>
            <a:off x="3419030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F1_main_prauc_1306">
            <a:extLst>
              <a:ext uri="{FF2B5EF4-FFF2-40B4-BE49-F238E27FC236}">
                <a16:creationId xmlns:a16="http://schemas.microsoft.com/office/drawing/2014/main" id="{EE34FCB0-063E-4672-AE7C-0CBBE9534E11}"/>
              </a:ext>
            </a:extLst>
          </p:cNvPr>
          <p:cNvSpPr>
            <a:spLocks noGrp="1"/>
          </p:cNvSpPr>
          <p:nvPr/>
        </p:nvSpPr>
        <p:spPr>
          <a:xfrm>
            <a:off x="343720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F1_main_prauc_1307">
            <a:extLst>
              <a:ext uri="{FF2B5EF4-FFF2-40B4-BE49-F238E27FC236}">
                <a16:creationId xmlns:a16="http://schemas.microsoft.com/office/drawing/2014/main" id="{A150C97B-EE0F-4318-8552-244978A300E2}"/>
              </a:ext>
            </a:extLst>
          </p:cNvPr>
          <p:cNvSpPr>
            <a:spLocks noGrp="1"/>
          </p:cNvSpPr>
          <p:nvPr/>
        </p:nvSpPr>
        <p:spPr>
          <a:xfrm>
            <a:off x="35711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F1_main_prauc_1308">
            <a:extLst>
              <a:ext uri="{FF2B5EF4-FFF2-40B4-BE49-F238E27FC236}">
                <a16:creationId xmlns:a16="http://schemas.microsoft.com/office/drawing/2014/main" id="{4A346858-B71C-48B4-BA9C-97BFB6633A70}"/>
              </a:ext>
            </a:extLst>
          </p:cNvPr>
          <p:cNvSpPr>
            <a:spLocks noGrp="1"/>
          </p:cNvSpPr>
          <p:nvPr/>
        </p:nvSpPr>
        <p:spPr>
          <a:xfrm>
            <a:off x="35635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F1_main_prauc_1309">
            <a:extLst>
              <a:ext uri="{FF2B5EF4-FFF2-40B4-BE49-F238E27FC236}">
                <a16:creationId xmlns:a16="http://schemas.microsoft.com/office/drawing/2014/main" id="{0C803EC2-988B-4836-AD89-6D001A2688AB}"/>
              </a:ext>
            </a:extLst>
          </p:cNvPr>
          <p:cNvSpPr>
            <a:spLocks noGrp="1"/>
          </p:cNvSpPr>
          <p:nvPr/>
        </p:nvSpPr>
        <p:spPr>
          <a:xfrm>
            <a:off x="35545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F1_main_prauc_1310">
            <a:extLst>
              <a:ext uri="{FF2B5EF4-FFF2-40B4-BE49-F238E27FC236}">
                <a16:creationId xmlns:a16="http://schemas.microsoft.com/office/drawing/2014/main" id="{E9DFE604-BD99-4EB3-8E9A-FD8105B931DF}"/>
              </a:ext>
            </a:extLst>
          </p:cNvPr>
          <p:cNvSpPr>
            <a:spLocks noGrp="1"/>
          </p:cNvSpPr>
          <p:nvPr/>
        </p:nvSpPr>
        <p:spPr>
          <a:xfrm>
            <a:off x="3531046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F1_main_prauc_1311">
            <a:extLst>
              <a:ext uri="{FF2B5EF4-FFF2-40B4-BE49-F238E27FC236}">
                <a16:creationId xmlns:a16="http://schemas.microsoft.com/office/drawing/2014/main" id="{B3416051-72DD-4F0A-B638-9D6A661E4E5D}"/>
              </a:ext>
            </a:extLst>
          </p:cNvPr>
          <p:cNvSpPr>
            <a:spLocks noGrp="1"/>
          </p:cNvSpPr>
          <p:nvPr/>
        </p:nvSpPr>
        <p:spPr>
          <a:xfrm>
            <a:off x="33589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F1_main_prauc_1312">
            <a:extLst>
              <a:ext uri="{FF2B5EF4-FFF2-40B4-BE49-F238E27FC236}">
                <a16:creationId xmlns:a16="http://schemas.microsoft.com/office/drawing/2014/main" id="{AD69A56B-B74A-4BA4-BE14-0A961978AE66}"/>
              </a:ext>
            </a:extLst>
          </p:cNvPr>
          <p:cNvSpPr>
            <a:spLocks noGrp="1"/>
          </p:cNvSpPr>
          <p:nvPr/>
        </p:nvSpPr>
        <p:spPr>
          <a:xfrm>
            <a:off x="3403264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F1_main_prauc_1313">
            <a:extLst>
              <a:ext uri="{FF2B5EF4-FFF2-40B4-BE49-F238E27FC236}">
                <a16:creationId xmlns:a16="http://schemas.microsoft.com/office/drawing/2014/main" id="{C01FBFAF-2266-4FC3-9921-D973F03285E3}"/>
              </a:ext>
            </a:extLst>
          </p:cNvPr>
          <p:cNvSpPr>
            <a:spLocks noGrp="1"/>
          </p:cNvSpPr>
          <p:nvPr/>
        </p:nvSpPr>
        <p:spPr>
          <a:xfrm>
            <a:off x="50357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F1_main_prauc_1314">
            <a:extLst>
              <a:ext uri="{FF2B5EF4-FFF2-40B4-BE49-F238E27FC236}">
                <a16:creationId xmlns:a16="http://schemas.microsoft.com/office/drawing/2014/main" id="{B29BC3BF-AD1A-4FDC-B40A-F6C94BACD0BE}"/>
              </a:ext>
            </a:extLst>
          </p:cNvPr>
          <p:cNvSpPr>
            <a:spLocks noGrp="1"/>
          </p:cNvSpPr>
          <p:nvPr/>
        </p:nvSpPr>
        <p:spPr>
          <a:xfrm>
            <a:off x="4915990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F1_main_prauc_1315">
            <a:extLst>
              <a:ext uri="{FF2B5EF4-FFF2-40B4-BE49-F238E27FC236}">
                <a16:creationId xmlns:a16="http://schemas.microsoft.com/office/drawing/2014/main" id="{AA4D2099-D3D6-4D32-A4E9-F141089E02E7}"/>
              </a:ext>
            </a:extLst>
          </p:cNvPr>
          <p:cNvSpPr>
            <a:spLocks noGrp="1"/>
          </p:cNvSpPr>
          <p:nvPr/>
        </p:nvSpPr>
        <p:spPr>
          <a:xfrm>
            <a:off x="50872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F1_main_prauc_1316">
            <a:extLst>
              <a:ext uri="{FF2B5EF4-FFF2-40B4-BE49-F238E27FC236}">
                <a16:creationId xmlns:a16="http://schemas.microsoft.com/office/drawing/2014/main" id="{3DF460A0-3DE8-4F6C-919A-0815C246FB2E}"/>
              </a:ext>
            </a:extLst>
          </p:cNvPr>
          <p:cNvSpPr>
            <a:spLocks noGrp="1"/>
          </p:cNvSpPr>
          <p:nvPr/>
        </p:nvSpPr>
        <p:spPr>
          <a:xfrm>
            <a:off x="50213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F1_main_prauc_1317">
            <a:extLst>
              <a:ext uri="{FF2B5EF4-FFF2-40B4-BE49-F238E27FC236}">
                <a16:creationId xmlns:a16="http://schemas.microsoft.com/office/drawing/2014/main" id="{652C2AC2-96BE-4D7A-A5AD-78CB82B9CCE3}"/>
              </a:ext>
            </a:extLst>
          </p:cNvPr>
          <p:cNvSpPr>
            <a:spLocks noGrp="1"/>
          </p:cNvSpPr>
          <p:nvPr/>
        </p:nvSpPr>
        <p:spPr>
          <a:xfrm>
            <a:off x="5004494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F1_main_prauc_1318">
            <a:extLst>
              <a:ext uri="{FF2B5EF4-FFF2-40B4-BE49-F238E27FC236}">
                <a16:creationId xmlns:a16="http://schemas.microsoft.com/office/drawing/2014/main" id="{60F7AEAF-BDAC-4B9D-83AE-1008003DBDF7}"/>
              </a:ext>
            </a:extLst>
          </p:cNvPr>
          <p:cNvSpPr>
            <a:spLocks noGrp="1"/>
          </p:cNvSpPr>
          <p:nvPr/>
        </p:nvSpPr>
        <p:spPr>
          <a:xfrm>
            <a:off x="49687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F1_main_prauc_1319">
            <a:extLst>
              <a:ext uri="{FF2B5EF4-FFF2-40B4-BE49-F238E27FC236}">
                <a16:creationId xmlns:a16="http://schemas.microsoft.com/office/drawing/2014/main" id="{A9984D63-4BC5-4F55-90B5-912E03F5F5A8}"/>
              </a:ext>
            </a:extLst>
          </p:cNvPr>
          <p:cNvSpPr>
            <a:spLocks noGrp="1"/>
          </p:cNvSpPr>
          <p:nvPr/>
        </p:nvSpPr>
        <p:spPr>
          <a:xfrm>
            <a:off x="4989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F1_main_prauc_1320">
            <a:extLst>
              <a:ext uri="{FF2B5EF4-FFF2-40B4-BE49-F238E27FC236}">
                <a16:creationId xmlns:a16="http://schemas.microsoft.com/office/drawing/2014/main" id="{D3E765E3-029F-449C-BCCA-6A5AE67F06EB}"/>
              </a:ext>
            </a:extLst>
          </p:cNvPr>
          <p:cNvSpPr>
            <a:spLocks noGrp="1"/>
          </p:cNvSpPr>
          <p:nvPr/>
        </p:nvSpPr>
        <p:spPr>
          <a:xfrm>
            <a:off x="49779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F1_main_prauc_1321">
            <a:extLst>
              <a:ext uri="{FF2B5EF4-FFF2-40B4-BE49-F238E27FC236}">
                <a16:creationId xmlns:a16="http://schemas.microsoft.com/office/drawing/2014/main" id="{806DA6BA-C661-488A-AC78-ABE4F429783F}"/>
              </a:ext>
            </a:extLst>
          </p:cNvPr>
          <p:cNvSpPr>
            <a:spLocks noGrp="1"/>
          </p:cNvSpPr>
          <p:nvPr/>
        </p:nvSpPr>
        <p:spPr>
          <a:xfrm>
            <a:off x="4965629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F1_main_prauc_1322">
            <a:extLst>
              <a:ext uri="{FF2B5EF4-FFF2-40B4-BE49-F238E27FC236}">
                <a16:creationId xmlns:a16="http://schemas.microsoft.com/office/drawing/2014/main" id="{347C92AC-5442-424C-ADB7-FDCB45CEFCF7}"/>
              </a:ext>
            </a:extLst>
          </p:cNvPr>
          <p:cNvSpPr>
            <a:spLocks noGrp="1"/>
          </p:cNvSpPr>
          <p:nvPr/>
        </p:nvSpPr>
        <p:spPr>
          <a:xfrm>
            <a:off x="51220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F1_main_prauc_1323">
            <a:extLst>
              <a:ext uri="{FF2B5EF4-FFF2-40B4-BE49-F238E27FC236}">
                <a16:creationId xmlns:a16="http://schemas.microsoft.com/office/drawing/2014/main" id="{8E031C0F-63C0-4C62-9814-79E72BABD72D}"/>
              </a:ext>
            </a:extLst>
          </p:cNvPr>
          <p:cNvSpPr>
            <a:spLocks noGrp="1"/>
          </p:cNvSpPr>
          <p:nvPr/>
        </p:nvSpPr>
        <p:spPr>
          <a:xfrm>
            <a:off x="5067431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F1_main_prauc_1324">
            <a:extLst>
              <a:ext uri="{FF2B5EF4-FFF2-40B4-BE49-F238E27FC236}">
                <a16:creationId xmlns:a16="http://schemas.microsoft.com/office/drawing/2014/main" id="{C86DDFD9-27DB-4275-A3A7-D334CF6AF043}"/>
              </a:ext>
            </a:extLst>
          </p:cNvPr>
          <p:cNvSpPr>
            <a:spLocks noGrp="1"/>
          </p:cNvSpPr>
          <p:nvPr/>
        </p:nvSpPr>
        <p:spPr>
          <a:xfrm>
            <a:off x="502599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F1_main_prauc_1325">
            <a:extLst>
              <a:ext uri="{FF2B5EF4-FFF2-40B4-BE49-F238E27FC236}">
                <a16:creationId xmlns:a16="http://schemas.microsoft.com/office/drawing/2014/main" id="{0FD0C8C4-6F5D-45EE-A390-036EF9C170BE}"/>
              </a:ext>
            </a:extLst>
          </p:cNvPr>
          <p:cNvSpPr>
            <a:spLocks noGrp="1"/>
          </p:cNvSpPr>
          <p:nvPr/>
        </p:nvSpPr>
        <p:spPr>
          <a:xfrm>
            <a:off x="507790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F1_main_prauc_1326">
            <a:extLst>
              <a:ext uri="{FF2B5EF4-FFF2-40B4-BE49-F238E27FC236}">
                <a16:creationId xmlns:a16="http://schemas.microsoft.com/office/drawing/2014/main" id="{F75CC0EB-66C7-4FBA-909A-62A8B3FF49D8}"/>
              </a:ext>
            </a:extLst>
          </p:cNvPr>
          <p:cNvSpPr>
            <a:spLocks noGrp="1"/>
          </p:cNvSpPr>
          <p:nvPr/>
        </p:nvSpPr>
        <p:spPr>
          <a:xfrm>
            <a:off x="505130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F1_main_prauc_1327">
            <a:extLst>
              <a:ext uri="{FF2B5EF4-FFF2-40B4-BE49-F238E27FC236}">
                <a16:creationId xmlns:a16="http://schemas.microsoft.com/office/drawing/2014/main" id="{E419D702-9D84-43BF-9359-06D99F7A8EFB}"/>
              </a:ext>
            </a:extLst>
          </p:cNvPr>
          <p:cNvSpPr>
            <a:spLocks noGrp="1"/>
          </p:cNvSpPr>
          <p:nvPr/>
        </p:nvSpPr>
        <p:spPr>
          <a:xfrm>
            <a:off x="506601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F1_main_prauc_1328">
            <a:extLst>
              <a:ext uri="{FF2B5EF4-FFF2-40B4-BE49-F238E27FC236}">
                <a16:creationId xmlns:a16="http://schemas.microsoft.com/office/drawing/2014/main" id="{FB8DADB7-5961-498A-9400-4439BD093EE7}"/>
              </a:ext>
            </a:extLst>
          </p:cNvPr>
          <p:cNvSpPr>
            <a:spLocks noGrp="1"/>
          </p:cNvSpPr>
          <p:nvPr/>
        </p:nvSpPr>
        <p:spPr>
          <a:xfrm>
            <a:off x="49953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F1_main_prauc_1329">
            <a:extLst>
              <a:ext uri="{FF2B5EF4-FFF2-40B4-BE49-F238E27FC236}">
                <a16:creationId xmlns:a16="http://schemas.microsoft.com/office/drawing/2014/main" id="{69BA7983-2487-418E-A2B0-AE8FDC04990E}"/>
              </a:ext>
            </a:extLst>
          </p:cNvPr>
          <p:cNvSpPr>
            <a:spLocks noGrp="1"/>
          </p:cNvSpPr>
          <p:nvPr/>
        </p:nvSpPr>
        <p:spPr>
          <a:xfrm>
            <a:off x="50533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F1_main_prauc_1330">
            <a:extLst>
              <a:ext uri="{FF2B5EF4-FFF2-40B4-BE49-F238E27FC236}">
                <a16:creationId xmlns:a16="http://schemas.microsoft.com/office/drawing/2014/main" id="{6EA9F583-03C8-4BDE-BA2E-0E14AC925EDF}"/>
              </a:ext>
            </a:extLst>
          </p:cNvPr>
          <p:cNvSpPr>
            <a:spLocks noGrp="1"/>
          </p:cNvSpPr>
          <p:nvPr/>
        </p:nvSpPr>
        <p:spPr>
          <a:xfrm>
            <a:off x="5038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F1_main_prauc_1331">
            <a:extLst>
              <a:ext uri="{FF2B5EF4-FFF2-40B4-BE49-F238E27FC236}">
                <a16:creationId xmlns:a16="http://schemas.microsoft.com/office/drawing/2014/main" id="{15A7583A-ACED-40EC-B099-D90CBC4FB372}"/>
              </a:ext>
            </a:extLst>
          </p:cNvPr>
          <p:cNvSpPr>
            <a:spLocks noGrp="1"/>
          </p:cNvSpPr>
          <p:nvPr/>
        </p:nvSpPr>
        <p:spPr>
          <a:xfrm>
            <a:off x="503746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F1_main_prauc_1332">
            <a:extLst>
              <a:ext uri="{FF2B5EF4-FFF2-40B4-BE49-F238E27FC236}">
                <a16:creationId xmlns:a16="http://schemas.microsoft.com/office/drawing/2014/main" id="{DEEECB78-029E-43F1-8407-B0DD2732C3C3}"/>
              </a:ext>
            </a:extLst>
          </p:cNvPr>
          <p:cNvSpPr>
            <a:spLocks noGrp="1"/>
          </p:cNvSpPr>
          <p:nvPr/>
        </p:nvSpPr>
        <p:spPr>
          <a:xfrm>
            <a:off x="514207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F1_main_prauc_1333">
            <a:extLst>
              <a:ext uri="{FF2B5EF4-FFF2-40B4-BE49-F238E27FC236}">
                <a16:creationId xmlns:a16="http://schemas.microsoft.com/office/drawing/2014/main" id="{CAAD95AB-F1B5-4FE5-AFC0-8C5F0B875B5B}"/>
              </a:ext>
            </a:extLst>
          </p:cNvPr>
          <p:cNvSpPr>
            <a:spLocks noGrp="1"/>
          </p:cNvSpPr>
          <p:nvPr/>
        </p:nvSpPr>
        <p:spPr>
          <a:xfrm>
            <a:off x="5090194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F1_main_prauc_1334">
            <a:extLst>
              <a:ext uri="{FF2B5EF4-FFF2-40B4-BE49-F238E27FC236}">
                <a16:creationId xmlns:a16="http://schemas.microsoft.com/office/drawing/2014/main" id="{73020468-FF5D-44AD-B0CF-B58081F3E6C5}"/>
              </a:ext>
            </a:extLst>
          </p:cNvPr>
          <p:cNvSpPr>
            <a:spLocks noGrp="1"/>
          </p:cNvSpPr>
          <p:nvPr/>
        </p:nvSpPr>
        <p:spPr>
          <a:xfrm>
            <a:off x="502547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F1_main_prauc_1335">
            <a:extLst>
              <a:ext uri="{FF2B5EF4-FFF2-40B4-BE49-F238E27FC236}">
                <a16:creationId xmlns:a16="http://schemas.microsoft.com/office/drawing/2014/main" id="{E66DD511-A79F-48D4-84BB-72BF90350608}"/>
              </a:ext>
            </a:extLst>
          </p:cNvPr>
          <p:cNvSpPr>
            <a:spLocks noGrp="1"/>
          </p:cNvSpPr>
          <p:nvPr/>
        </p:nvSpPr>
        <p:spPr>
          <a:xfrm>
            <a:off x="4967610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F1_main_prauc_1336">
            <a:extLst>
              <a:ext uri="{FF2B5EF4-FFF2-40B4-BE49-F238E27FC236}">
                <a16:creationId xmlns:a16="http://schemas.microsoft.com/office/drawing/2014/main" id="{6B981A4C-21ED-4170-B807-548706DFD844}"/>
              </a:ext>
            </a:extLst>
          </p:cNvPr>
          <p:cNvSpPr>
            <a:spLocks noGrp="1"/>
          </p:cNvSpPr>
          <p:nvPr/>
        </p:nvSpPr>
        <p:spPr>
          <a:xfrm>
            <a:off x="4955265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F1_main_prauc_1337">
            <a:extLst>
              <a:ext uri="{FF2B5EF4-FFF2-40B4-BE49-F238E27FC236}">
                <a16:creationId xmlns:a16="http://schemas.microsoft.com/office/drawing/2014/main" id="{F82F0187-B859-46A7-99F2-84313979823A}"/>
              </a:ext>
            </a:extLst>
          </p:cNvPr>
          <p:cNvSpPr>
            <a:spLocks noGrp="1"/>
          </p:cNvSpPr>
          <p:nvPr/>
        </p:nvSpPr>
        <p:spPr>
          <a:xfrm>
            <a:off x="507310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F1_main_prauc_1338">
            <a:extLst>
              <a:ext uri="{FF2B5EF4-FFF2-40B4-BE49-F238E27FC236}">
                <a16:creationId xmlns:a16="http://schemas.microsoft.com/office/drawing/2014/main" id="{5AEC39C4-6681-4B15-AF42-FE79DDFACF54}"/>
              </a:ext>
            </a:extLst>
          </p:cNvPr>
          <p:cNvSpPr>
            <a:spLocks noGrp="1"/>
          </p:cNvSpPr>
          <p:nvPr/>
        </p:nvSpPr>
        <p:spPr>
          <a:xfrm>
            <a:off x="50101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F1_main_prauc_1339">
            <a:extLst>
              <a:ext uri="{FF2B5EF4-FFF2-40B4-BE49-F238E27FC236}">
                <a16:creationId xmlns:a16="http://schemas.microsoft.com/office/drawing/2014/main" id="{FCA17557-5897-402D-81C4-1E73CF37F41E}"/>
              </a:ext>
            </a:extLst>
          </p:cNvPr>
          <p:cNvSpPr>
            <a:spLocks noGrp="1"/>
          </p:cNvSpPr>
          <p:nvPr/>
        </p:nvSpPr>
        <p:spPr>
          <a:xfrm>
            <a:off x="5129240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F1_main_prauc_1340">
            <a:extLst>
              <a:ext uri="{FF2B5EF4-FFF2-40B4-BE49-F238E27FC236}">
                <a16:creationId xmlns:a16="http://schemas.microsoft.com/office/drawing/2014/main" id="{CD1ECEB4-FD19-463C-900E-99D7FAE14D57}"/>
              </a:ext>
            </a:extLst>
          </p:cNvPr>
          <p:cNvSpPr>
            <a:spLocks noGrp="1"/>
          </p:cNvSpPr>
          <p:nvPr/>
        </p:nvSpPr>
        <p:spPr>
          <a:xfrm>
            <a:off x="51276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F1_main_prauc_1341">
            <a:extLst>
              <a:ext uri="{FF2B5EF4-FFF2-40B4-BE49-F238E27FC236}">
                <a16:creationId xmlns:a16="http://schemas.microsoft.com/office/drawing/2014/main" id="{9E19DA72-8488-4E43-B059-D641A62070E7}"/>
              </a:ext>
            </a:extLst>
          </p:cNvPr>
          <p:cNvSpPr>
            <a:spLocks noGrp="1"/>
          </p:cNvSpPr>
          <p:nvPr/>
        </p:nvSpPr>
        <p:spPr>
          <a:xfrm>
            <a:off x="5045397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F1_main_prauc_1342">
            <a:extLst>
              <a:ext uri="{FF2B5EF4-FFF2-40B4-BE49-F238E27FC236}">
                <a16:creationId xmlns:a16="http://schemas.microsoft.com/office/drawing/2014/main" id="{0927A2F8-386C-4815-AFB6-C4E6CDF9CB3C}"/>
              </a:ext>
            </a:extLst>
          </p:cNvPr>
          <p:cNvSpPr>
            <a:spLocks noGrp="1"/>
          </p:cNvSpPr>
          <p:nvPr/>
        </p:nvSpPr>
        <p:spPr>
          <a:xfrm>
            <a:off x="49175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F1_main_prauc_1343">
            <a:extLst>
              <a:ext uri="{FF2B5EF4-FFF2-40B4-BE49-F238E27FC236}">
                <a16:creationId xmlns:a16="http://schemas.microsoft.com/office/drawing/2014/main" id="{7D9A3543-EC91-4FCC-A741-9F8F71D80FC7}"/>
              </a:ext>
            </a:extLst>
          </p:cNvPr>
          <p:cNvSpPr>
            <a:spLocks noGrp="1"/>
          </p:cNvSpPr>
          <p:nvPr/>
        </p:nvSpPr>
        <p:spPr>
          <a:xfrm>
            <a:off x="5149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F1_main_prauc_1344">
            <a:extLst>
              <a:ext uri="{FF2B5EF4-FFF2-40B4-BE49-F238E27FC236}">
                <a16:creationId xmlns:a16="http://schemas.microsoft.com/office/drawing/2014/main" id="{9A0C5ED9-220A-4888-A37C-2909C79AB5DD}"/>
              </a:ext>
            </a:extLst>
          </p:cNvPr>
          <p:cNvSpPr>
            <a:spLocks noGrp="1"/>
          </p:cNvSpPr>
          <p:nvPr/>
        </p:nvSpPr>
        <p:spPr>
          <a:xfrm>
            <a:off x="497029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F1_main_prauc_1345">
            <a:extLst>
              <a:ext uri="{FF2B5EF4-FFF2-40B4-BE49-F238E27FC236}">
                <a16:creationId xmlns:a16="http://schemas.microsoft.com/office/drawing/2014/main" id="{0CB84416-FE7A-4DC2-9D01-F3B5D9BDE83B}"/>
              </a:ext>
            </a:extLst>
          </p:cNvPr>
          <p:cNvSpPr>
            <a:spLocks noGrp="1"/>
          </p:cNvSpPr>
          <p:nvPr/>
        </p:nvSpPr>
        <p:spPr>
          <a:xfrm>
            <a:off x="50122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F1_main_prauc_1346">
            <a:extLst>
              <a:ext uri="{FF2B5EF4-FFF2-40B4-BE49-F238E27FC236}">
                <a16:creationId xmlns:a16="http://schemas.microsoft.com/office/drawing/2014/main" id="{5AF9137F-A5EB-40ED-8010-D9116C46A1CC}"/>
              </a:ext>
            </a:extLst>
          </p:cNvPr>
          <p:cNvSpPr>
            <a:spLocks noGrp="1"/>
          </p:cNvSpPr>
          <p:nvPr/>
        </p:nvSpPr>
        <p:spPr>
          <a:xfrm>
            <a:off x="501292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F1_main_prauc_1347">
            <a:extLst>
              <a:ext uri="{FF2B5EF4-FFF2-40B4-BE49-F238E27FC236}">
                <a16:creationId xmlns:a16="http://schemas.microsoft.com/office/drawing/2014/main" id="{16F99F10-E1CE-422C-83B6-449258FB5A9E}"/>
              </a:ext>
            </a:extLst>
          </p:cNvPr>
          <p:cNvSpPr>
            <a:spLocks noGrp="1"/>
          </p:cNvSpPr>
          <p:nvPr/>
        </p:nvSpPr>
        <p:spPr>
          <a:xfrm>
            <a:off x="49517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F1_main_prauc_1348">
            <a:extLst>
              <a:ext uri="{FF2B5EF4-FFF2-40B4-BE49-F238E27FC236}">
                <a16:creationId xmlns:a16="http://schemas.microsoft.com/office/drawing/2014/main" id="{D34CEA64-8724-434F-8320-1284203427DA}"/>
              </a:ext>
            </a:extLst>
          </p:cNvPr>
          <p:cNvSpPr>
            <a:spLocks noGrp="1"/>
          </p:cNvSpPr>
          <p:nvPr/>
        </p:nvSpPr>
        <p:spPr>
          <a:xfrm>
            <a:off x="49958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F1_main_prauc_1349">
            <a:extLst>
              <a:ext uri="{FF2B5EF4-FFF2-40B4-BE49-F238E27FC236}">
                <a16:creationId xmlns:a16="http://schemas.microsoft.com/office/drawing/2014/main" id="{76BC35BA-3676-4024-9286-76E9FD5C6A90}"/>
              </a:ext>
            </a:extLst>
          </p:cNvPr>
          <p:cNvSpPr>
            <a:spLocks noGrp="1"/>
          </p:cNvSpPr>
          <p:nvPr/>
        </p:nvSpPr>
        <p:spPr>
          <a:xfrm>
            <a:off x="49995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F1_main_prauc_1350">
            <a:extLst>
              <a:ext uri="{FF2B5EF4-FFF2-40B4-BE49-F238E27FC236}">
                <a16:creationId xmlns:a16="http://schemas.microsoft.com/office/drawing/2014/main" id="{DBA395D6-2195-4583-8FBD-32F9C7C6B6D4}"/>
              </a:ext>
            </a:extLst>
          </p:cNvPr>
          <p:cNvSpPr>
            <a:spLocks noGrp="1"/>
          </p:cNvSpPr>
          <p:nvPr/>
        </p:nvSpPr>
        <p:spPr>
          <a:xfrm>
            <a:off x="50768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F1_main_prauc_1351">
            <a:extLst>
              <a:ext uri="{FF2B5EF4-FFF2-40B4-BE49-F238E27FC236}">
                <a16:creationId xmlns:a16="http://schemas.microsoft.com/office/drawing/2014/main" id="{9B2D2297-2326-4962-8E09-D8F46DE4E605}"/>
              </a:ext>
            </a:extLst>
          </p:cNvPr>
          <p:cNvSpPr>
            <a:spLocks noGrp="1"/>
          </p:cNvSpPr>
          <p:nvPr/>
        </p:nvSpPr>
        <p:spPr>
          <a:xfrm>
            <a:off x="492352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F1_main_prauc_1352">
            <a:extLst>
              <a:ext uri="{FF2B5EF4-FFF2-40B4-BE49-F238E27FC236}">
                <a16:creationId xmlns:a16="http://schemas.microsoft.com/office/drawing/2014/main" id="{AE2948E5-394E-4C2A-BE7F-C4593BC8CF83}"/>
              </a:ext>
            </a:extLst>
          </p:cNvPr>
          <p:cNvSpPr>
            <a:spLocks noGrp="1"/>
          </p:cNvSpPr>
          <p:nvPr/>
        </p:nvSpPr>
        <p:spPr>
          <a:xfrm>
            <a:off x="5096001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F1_main_prauc_1353">
            <a:extLst>
              <a:ext uri="{FF2B5EF4-FFF2-40B4-BE49-F238E27FC236}">
                <a16:creationId xmlns:a16="http://schemas.microsoft.com/office/drawing/2014/main" id="{31E5EAF6-60E9-4741-9307-649943C39AEE}"/>
              </a:ext>
            </a:extLst>
          </p:cNvPr>
          <p:cNvSpPr>
            <a:spLocks noGrp="1"/>
          </p:cNvSpPr>
          <p:nvPr/>
        </p:nvSpPr>
        <p:spPr>
          <a:xfrm>
            <a:off x="493354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F1_main_prauc_1354">
            <a:extLst>
              <a:ext uri="{FF2B5EF4-FFF2-40B4-BE49-F238E27FC236}">
                <a16:creationId xmlns:a16="http://schemas.microsoft.com/office/drawing/2014/main" id="{B68359F7-FD71-433D-9026-AA3CF000DDB9}"/>
              </a:ext>
            </a:extLst>
          </p:cNvPr>
          <p:cNvSpPr>
            <a:spLocks noGrp="1"/>
          </p:cNvSpPr>
          <p:nvPr/>
        </p:nvSpPr>
        <p:spPr>
          <a:xfrm>
            <a:off x="516718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F1_main_prauc_1355">
            <a:extLst>
              <a:ext uri="{FF2B5EF4-FFF2-40B4-BE49-F238E27FC236}">
                <a16:creationId xmlns:a16="http://schemas.microsoft.com/office/drawing/2014/main" id="{6CB9251A-53A6-4E0F-B1BA-83F67D2E0DDB}"/>
              </a:ext>
            </a:extLst>
          </p:cNvPr>
          <p:cNvSpPr>
            <a:spLocks noGrp="1"/>
          </p:cNvSpPr>
          <p:nvPr/>
        </p:nvSpPr>
        <p:spPr>
          <a:xfrm>
            <a:off x="49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F1_main_prauc_1356">
            <a:extLst>
              <a:ext uri="{FF2B5EF4-FFF2-40B4-BE49-F238E27FC236}">
                <a16:creationId xmlns:a16="http://schemas.microsoft.com/office/drawing/2014/main" id="{A50AE476-A775-4397-B75D-F566237D9D2D}"/>
              </a:ext>
            </a:extLst>
          </p:cNvPr>
          <p:cNvSpPr>
            <a:spLocks noGrp="1"/>
          </p:cNvSpPr>
          <p:nvPr/>
        </p:nvSpPr>
        <p:spPr>
          <a:xfrm>
            <a:off x="5064841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F1_main_prauc_1357">
            <a:extLst>
              <a:ext uri="{FF2B5EF4-FFF2-40B4-BE49-F238E27FC236}">
                <a16:creationId xmlns:a16="http://schemas.microsoft.com/office/drawing/2014/main" id="{CFDF6553-F072-4804-909A-3D0511013A0F}"/>
              </a:ext>
            </a:extLst>
          </p:cNvPr>
          <p:cNvSpPr>
            <a:spLocks noGrp="1"/>
          </p:cNvSpPr>
          <p:nvPr/>
        </p:nvSpPr>
        <p:spPr>
          <a:xfrm>
            <a:off x="51157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F1_main_prauc_1358">
            <a:extLst>
              <a:ext uri="{FF2B5EF4-FFF2-40B4-BE49-F238E27FC236}">
                <a16:creationId xmlns:a16="http://schemas.microsoft.com/office/drawing/2014/main" id="{300CE515-740A-4A7F-8F48-EABF98EF73F5}"/>
              </a:ext>
            </a:extLst>
          </p:cNvPr>
          <p:cNvSpPr>
            <a:spLocks noGrp="1"/>
          </p:cNvSpPr>
          <p:nvPr/>
        </p:nvSpPr>
        <p:spPr>
          <a:xfrm>
            <a:off x="5128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F1_main_prauc_1359">
            <a:extLst>
              <a:ext uri="{FF2B5EF4-FFF2-40B4-BE49-F238E27FC236}">
                <a16:creationId xmlns:a16="http://schemas.microsoft.com/office/drawing/2014/main" id="{9892D772-149D-45CD-879B-09E11F09ABBF}"/>
              </a:ext>
            </a:extLst>
          </p:cNvPr>
          <p:cNvSpPr>
            <a:spLocks noGrp="1"/>
          </p:cNvSpPr>
          <p:nvPr/>
        </p:nvSpPr>
        <p:spPr>
          <a:xfrm>
            <a:off x="4995495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F1_main_prauc_1360">
            <a:extLst>
              <a:ext uri="{FF2B5EF4-FFF2-40B4-BE49-F238E27FC236}">
                <a16:creationId xmlns:a16="http://schemas.microsoft.com/office/drawing/2014/main" id="{F2A36DEC-9810-443E-8CC8-95CE8EF0A687}"/>
              </a:ext>
            </a:extLst>
          </p:cNvPr>
          <p:cNvSpPr>
            <a:spLocks noGrp="1"/>
          </p:cNvSpPr>
          <p:nvPr/>
        </p:nvSpPr>
        <p:spPr>
          <a:xfrm>
            <a:off x="50039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F1_main_prauc_1361">
            <a:extLst>
              <a:ext uri="{FF2B5EF4-FFF2-40B4-BE49-F238E27FC236}">
                <a16:creationId xmlns:a16="http://schemas.microsoft.com/office/drawing/2014/main" id="{A0F33946-16FA-43AC-B711-6781E32D4971}"/>
              </a:ext>
            </a:extLst>
          </p:cNvPr>
          <p:cNvSpPr>
            <a:spLocks noGrp="1"/>
          </p:cNvSpPr>
          <p:nvPr/>
        </p:nvSpPr>
        <p:spPr>
          <a:xfrm>
            <a:off x="505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F1_main_prauc_1362">
            <a:extLst>
              <a:ext uri="{FF2B5EF4-FFF2-40B4-BE49-F238E27FC236}">
                <a16:creationId xmlns:a16="http://schemas.microsoft.com/office/drawing/2014/main" id="{253531FC-C036-40E0-8CB2-C0773DB46166}"/>
              </a:ext>
            </a:extLst>
          </p:cNvPr>
          <p:cNvSpPr>
            <a:spLocks noGrp="1"/>
          </p:cNvSpPr>
          <p:nvPr/>
        </p:nvSpPr>
        <p:spPr>
          <a:xfrm>
            <a:off x="4966752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F1_main_prauc_1363">
            <a:extLst>
              <a:ext uri="{FF2B5EF4-FFF2-40B4-BE49-F238E27FC236}">
                <a16:creationId xmlns:a16="http://schemas.microsoft.com/office/drawing/2014/main" id="{2FFF5247-1031-4401-BAE1-FEEAE051FD77}"/>
              </a:ext>
            </a:extLst>
          </p:cNvPr>
          <p:cNvSpPr>
            <a:spLocks noGrp="1"/>
          </p:cNvSpPr>
          <p:nvPr/>
        </p:nvSpPr>
        <p:spPr>
          <a:xfrm>
            <a:off x="5061943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F1_main_prauc_1364">
            <a:extLst>
              <a:ext uri="{FF2B5EF4-FFF2-40B4-BE49-F238E27FC236}">
                <a16:creationId xmlns:a16="http://schemas.microsoft.com/office/drawing/2014/main" id="{8AE21687-B4C7-4DB3-857B-BD66640EF500}"/>
              </a:ext>
            </a:extLst>
          </p:cNvPr>
          <p:cNvSpPr>
            <a:spLocks noGrp="1"/>
          </p:cNvSpPr>
          <p:nvPr/>
        </p:nvSpPr>
        <p:spPr>
          <a:xfrm>
            <a:off x="49230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F1_main_prauc_1365">
            <a:extLst>
              <a:ext uri="{FF2B5EF4-FFF2-40B4-BE49-F238E27FC236}">
                <a16:creationId xmlns:a16="http://schemas.microsoft.com/office/drawing/2014/main" id="{2F882257-11B0-47E2-A594-F0B465A7A0D7}"/>
              </a:ext>
            </a:extLst>
          </p:cNvPr>
          <p:cNvSpPr>
            <a:spLocks noGrp="1"/>
          </p:cNvSpPr>
          <p:nvPr/>
        </p:nvSpPr>
        <p:spPr>
          <a:xfrm>
            <a:off x="4967546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F1_main_prauc_1366">
            <a:extLst>
              <a:ext uri="{FF2B5EF4-FFF2-40B4-BE49-F238E27FC236}">
                <a16:creationId xmlns:a16="http://schemas.microsoft.com/office/drawing/2014/main" id="{EFE2B5E9-E116-4D8D-A9CB-CDEDABEB8519}"/>
              </a:ext>
            </a:extLst>
          </p:cNvPr>
          <p:cNvSpPr>
            <a:spLocks noGrp="1"/>
          </p:cNvSpPr>
          <p:nvPr/>
        </p:nvSpPr>
        <p:spPr>
          <a:xfrm>
            <a:off x="5117907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F1_main_prauc_1367">
            <a:extLst>
              <a:ext uri="{FF2B5EF4-FFF2-40B4-BE49-F238E27FC236}">
                <a16:creationId xmlns:a16="http://schemas.microsoft.com/office/drawing/2014/main" id="{45E69B64-C424-4846-A50A-7621D2F8A439}"/>
              </a:ext>
            </a:extLst>
          </p:cNvPr>
          <p:cNvSpPr>
            <a:spLocks noGrp="1"/>
          </p:cNvSpPr>
          <p:nvPr/>
        </p:nvSpPr>
        <p:spPr>
          <a:xfrm>
            <a:off x="5024428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F1_main_prauc_1368">
            <a:extLst>
              <a:ext uri="{FF2B5EF4-FFF2-40B4-BE49-F238E27FC236}">
                <a16:creationId xmlns:a16="http://schemas.microsoft.com/office/drawing/2014/main" id="{00145A79-FD5B-4349-AEBF-73627C46EA4B}"/>
              </a:ext>
            </a:extLst>
          </p:cNvPr>
          <p:cNvSpPr>
            <a:spLocks noGrp="1"/>
          </p:cNvSpPr>
          <p:nvPr/>
        </p:nvSpPr>
        <p:spPr>
          <a:xfrm>
            <a:off x="508988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F1_main_prauc_1369">
            <a:extLst>
              <a:ext uri="{FF2B5EF4-FFF2-40B4-BE49-F238E27FC236}">
                <a16:creationId xmlns:a16="http://schemas.microsoft.com/office/drawing/2014/main" id="{2EEE7054-537B-4851-A5EB-767D4BB18E01}"/>
              </a:ext>
            </a:extLst>
          </p:cNvPr>
          <p:cNvSpPr>
            <a:spLocks noGrp="1"/>
          </p:cNvSpPr>
          <p:nvPr/>
        </p:nvSpPr>
        <p:spPr>
          <a:xfrm>
            <a:off x="49627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F1_main_prauc_1370">
            <a:extLst>
              <a:ext uri="{FF2B5EF4-FFF2-40B4-BE49-F238E27FC236}">
                <a16:creationId xmlns:a16="http://schemas.microsoft.com/office/drawing/2014/main" id="{BE30F7AD-9350-4395-8E46-65609A4AE581}"/>
              </a:ext>
            </a:extLst>
          </p:cNvPr>
          <p:cNvSpPr>
            <a:spLocks noGrp="1"/>
          </p:cNvSpPr>
          <p:nvPr/>
        </p:nvSpPr>
        <p:spPr>
          <a:xfrm>
            <a:off x="50067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F1_main_prauc_1371">
            <a:extLst>
              <a:ext uri="{FF2B5EF4-FFF2-40B4-BE49-F238E27FC236}">
                <a16:creationId xmlns:a16="http://schemas.microsoft.com/office/drawing/2014/main" id="{391611E8-802E-4C9F-B804-946248B7AD8D}"/>
              </a:ext>
            </a:extLst>
          </p:cNvPr>
          <p:cNvSpPr>
            <a:spLocks noGrp="1"/>
          </p:cNvSpPr>
          <p:nvPr/>
        </p:nvSpPr>
        <p:spPr>
          <a:xfrm>
            <a:off x="504619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F1_main_prauc_1372">
            <a:extLst>
              <a:ext uri="{FF2B5EF4-FFF2-40B4-BE49-F238E27FC236}">
                <a16:creationId xmlns:a16="http://schemas.microsoft.com/office/drawing/2014/main" id="{90D49940-9107-498D-9C4F-1D1F637A8D4A}"/>
              </a:ext>
            </a:extLst>
          </p:cNvPr>
          <p:cNvSpPr>
            <a:spLocks noGrp="1"/>
          </p:cNvSpPr>
          <p:nvPr/>
        </p:nvSpPr>
        <p:spPr>
          <a:xfrm>
            <a:off x="49608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F1_main_prauc_1373">
            <a:extLst>
              <a:ext uri="{FF2B5EF4-FFF2-40B4-BE49-F238E27FC236}">
                <a16:creationId xmlns:a16="http://schemas.microsoft.com/office/drawing/2014/main" id="{887815EC-AEE2-4361-B22D-D3852FF5C7A6}"/>
              </a:ext>
            </a:extLst>
          </p:cNvPr>
          <p:cNvSpPr>
            <a:spLocks noGrp="1"/>
          </p:cNvSpPr>
          <p:nvPr/>
        </p:nvSpPr>
        <p:spPr>
          <a:xfrm>
            <a:off x="5023619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F1_main_prauc_1374">
            <a:extLst>
              <a:ext uri="{FF2B5EF4-FFF2-40B4-BE49-F238E27FC236}">
                <a16:creationId xmlns:a16="http://schemas.microsoft.com/office/drawing/2014/main" id="{3D7238F5-4D2D-4BCD-9258-8DB9EC5E32D9}"/>
              </a:ext>
            </a:extLst>
          </p:cNvPr>
          <p:cNvSpPr>
            <a:spLocks noGrp="1"/>
          </p:cNvSpPr>
          <p:nvPr/>
        </p:nvSpPr>
        <p:spPr>
          <a:xfrm>
            <a:off x="49983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F1_main_prauc_1375">
            <a:extLst>
              <a:ext uri="{FF2B5EF4-FFF2-40B4-BE49-F238E27FC236}">
                <a16:creationId xmlns:a16="http://schemas.microsoft.com/office/drawing/2014/main" id="{C50AFA85-C1F2-42C7-8208-2583FF34E4F2}"/>
              </a:ext>
            </a:extLst>
          </p:cNvPr>
          <p:cNvSpPr>
            <a:spLocks noGrp="1"/>
          </p:cNvSpPr>
          <p:nvPr/>
        </p:nvSpPr>
        <p:spPr>
          <a:xfrm>
            <a:off x="49210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F1_main_prauc_1376">
            <a:extLst>
              <a:ext uri="{FF2B5EF4-FFF2-40B4-BE49-F238E27FC236}">
                <a16:creationId xmlns:a16="http://schemas.microsoft.com/office/drawing/2014/main" id="{F5338681-FA49-44B5-A6C8-566FA663213E}"/>
              </a:ext>
            </a:extLst>
          </p:cNvPr>
          <p:cNvSpPr>
            <a:spLocks noGrp="1"/>
          </p:cNvSpPr>
          <p:nvPr/>
        </p:nvSpPr>
        <p:spPr>
          <a:xfrm>
            <a:off x="500325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F1_main_prauc_1377">
            <a:extLst>
              <a:ext uri="{FF2B5EF4-FFF2-40B4-BE49-F238E27FC236}">
                <a16:creationId xmlns:a16="http://schemas.microsoft.com/office/drawing/2014/main" id="{5EB81C89-7F57-43AB-A1D4-D8FE6BFD7C67}"/>
              </a:ext>
            </a:extLst>
          </p:cNvPr>
          <p:cNvSpPr>
            <a:spLocks noGrp="1"/>
          </p:cNvSpPr>
          <p:nvPr/>
        </p:nvSpPr>
        <p:spPr>
          <a:xfrm>
            <a:off x="49987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F1_main_prauc_1378">
            <a:extLst>
              <a:ext uri="{FF2B5EF4-FFF2-40B4-BE49-F238E27FC236}">
                <a16:creationId xmlns:a16="http://schemas.microsoft.com/office/drawing/2014/main" id="{5AC8A95B-F62D-4621-BE9E-4B47EE027090}"/>
              </a:ext>
            </a:extLst>
          </p:cNvPr>
          <p:cNvSpPr>
            <a:spLocks noGrp="1"/>
          </p:cNvSpPr>
          <p:nvPr/>
        </p:nvSpPr>
        <p:spPr>
          <a:xfrm>
            <a:off x="510909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F1_main_prauc_1379">
            <a:extLst>
              <a:ext uri="{FF2B5EF4-FFF2-40B4-BE49-F238E27FC236}">
                <a16:creationId xmlns:a16="http://schemas.microsoft.com/office/drawing/2014/main" id="{A79917CD-39B6-4BDA-93EF-30912FE92C7C}"/>
              </a:ext>
            </a:extLst>
          </p:cNvPr>
          <p:cNvSpPr>
            <a:spLocks noGrp="1"/>
          </p:cNvSpPr>
          <p:nvPr/>
        </p:nvSpPr>
        <p:spPr>
          <a:xfrm>
            <a:off x="4927230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F1_main_prauc_1380">
            <a:extLst>
              <a:ext uri="{FF2B5EF4-FFF2-40B4-BE49-F238E27FC236}">
                <a16:creationId xmlns:a16="http://schemas.microsoft.com/office/drawing/2014/main" id="{215B2179-D5B1-4FCE-8877-FE99A2C4DF71}"/>
              </a:ext>
            </a:extLst>
          </p:cNvPr>
          <p:cNvSpPr>
            <a:spLocks noGrp="1"/>
          </p:cNvSpPr>
          <p:nvPr/>
        </p:nvSpPr>
        <p:spPr>
          <a:xfrm>
            <a:off x="5098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F1_main_prauc_1381">
            <a:extLst>
              <a:ext uri="{FF2B5EF4-FFF2-40B4-BE49-F238E27FC236}">
                <a16:creationId xmlns:a16="http://schemas.microsoft.com/office/drawing/2014/main" id="{23580311-CCED-4645-9F11-FDB59CB263DD}"/>
              </a:ext>
            </a:extLst>
          </p:cNvPr>
          <p:cNvSpPr>
            <a:spLocks noGrp="1"/>
          </p:cNvSpPr>
          <p:nvPr/>
        </p:nvSpPr>
        <p:spPr>
          <a:xfrm>
            <a:off x="50495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F1_main_prauc_1382">
            <a:extLst>
              <a:ext uri="{FF2B5EF4-FFF2-40B4-BE49-F238E27FC236}">
                <a16:creationId xmlns:a16="http://schemas.microsoft.com/office/drawing/2014/main" id="{6F8DDA59-C07F-440F-A789-4BB2A9708D3B}"/>
              </a:ext>
            </a:extLst>
          </p:cNvPr>
          <p:cNvSpPr>
            <a:spLocks noGrp="1"/>
          </p:cNvSpPr>
          <p:nvPr/>
        </p:nvSpPr>
        <p:spPr>
          <a:xfrm>
            <a:off x="493266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F1_main_prauc_1383">
            <a:extLst>
              <a:ext uri="{FF2B5EF4-FFF2-40B4-BE49-F238E27FC236}">
                <a16:creationId xmlns:a16="http://schemas.microsoft.com/office/drawing/2014/main" id="{384089D5-E6DB-42AE-B522-8335B52D2A75}"/>
              </a:ext>
            </a:extLst>
          </p:cNvPr>
          <p:cNvSpPr>
            <a:spLocks noGrp="1"/>
          </p:cNvSpPr>
          <p:nvPr/>
        </p:nvSpPr>
        <p:spPr>
          <a:xfrm>
            <a:off x="505050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F1_main_prauc_1384">
            <a:extLst>
              <a:ext uri="{FF2B5EF4-FFF2-40B4-BE49-F238E27FC236}">
                <a16:creationId xmlns:a16="http://schemas.microsoft.com/office/drawing/2014/main" id="{0C04B5C3-8DF4-48AC-8D77-37BBEB4F718B}"/>
              </a:ext>
            </a:extLst>
          </p:cNvPr>
          <p:cNvSpPr>
            <a:spLocks noGrp="1"/>
          </p:cNvSpPr>
          <p:nvPr/>
        </p:nvSpPr>
        <p:spPr>
          <a:xfrm>
            <a:off x="503448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F1_main_prauc_1385">
            <a:extLst>
              <a:ext uri="{FF2B5EF4-FFF2-40B4-BE49-F238E27FC236}">
                <a16:creationId xmlns:a16="http://schemas.microsoft.com/office/drawing/2014/main" id="{80399693-E43E-42A2-95BF-B1942B6D289D}"/>
              </a:ext>
            </a:extLst>
          </p:cNvPr>
          <p:cNvSpPr>
            <a:spLocks noGrp="1"/>
          </p:cNvSpPr>
          <p:nvPr/>
        </p:nvSpPr>
        <p:spPr>
          <a:xfrm>
            <a:off x="496052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F1_main_prauc_1386">
            <a:extLst>
              <a:ext uri="{FF2B5EF4-FFF2-40B4-BE49-F238E27FC236}">
                <a16:creationId xmlns:a16="http://schemas.microsoft.com/office/drawing/2014/main" id="{4A3F919B-F866-495F-AA75-29A796AE3B81}"/>
              </a:ext>
            </a:extLst>
          </p:cNvPr>
          <p:cNvSpPr>
            <a:spLocks noGrp="1"/>
          </p:cNvSpPr>
          <p:nvPr/>
        </p:nvSpPr>
        <p:spPr>
          <a:xfrm>
            <a:off x="49931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F1_main_prauc_1387">
            <a:extLst>
              <a:ext uri="{FF2B5EF4-FFF2-40B4-BE49-F238E27FC236}">
                <a16:creationId xmlns:a16="http://schemas.microsoft.com/office/drawing/2014/main" id="{BC77EA49-4B07-4AAE-B25C-ADAD1DD5F08B}"/>
              </a:ext>
            </a:extLst>
          </p:cNvPr>
          <p:cNvSpPr>
            <a:spLocks noGrp="1"/>
          </p:cNvSpPr>
          <p:nvPr/>
        </p:nvSpPr>
        <p:spPr>
          <a:xfrm>
            <a:off x="5003855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F1_main_prauc_1388">
            <a:extLst>
              <a:ext uri="{FF2B5EF4-FFF2-40B4-BE49-F238E27FC236}">
                <a16:creationId xmlns:a16="http://schemas.microsoft.com/office/drawing/2014/main" id="{32DCAFB5-F746-4EED-AC76-2183115B8EA5}"/>
              </a:ext>
            </a:extLst>
          </p:cNvPr>
          <p:cNvSpPr>
            <a:spLocks noGrp="1"/>
          </p:cNvSpPr>
          <p:nvPr/>
        </p:nvSpPr>
        <p:spPr>
          <a:xfrm>
            <a:off x="5030313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F1_main_prauc_1389">
            <a:extLst>
              <a:ext uri="{FF2B5EF4-FFF2-40B4-BE49-F238E27FC236}">
                <a16:creationId xmlns:a16="http://schemas.microsoft.com/office/drawing/2014/main" id="{1B68AC5F-4D38-4139-8BA5-42260CC73575}"/>
              </a:ext>
            </a:extLst>
          </p:cNvPr>
          <p:cNvSpPr>
            <a:spLocks noGrp="1"/>
          </p:cNvSpPr>
          <p:nvPr/>
        </p:nvSpPr>
        <p:spPr>
          <a:xfrm>
            <a:off x="4968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F1_main_prauc_1390">
            <a:extLst>
              <a:ext uri="{FF2B5EF4-FFF2-40B4-BE49-F238E27FC236}">
                <a16:creationId xmlns:a16="http://schemas.microsoft.com/office/drawing/2014/main" id="{686C4BF4-F3C4-4F02-A5B4-03BE595062D7}"/>
              </a:ext>
            </a:extLst>
          </p:cNvPr>
          <p:cNvSpPr>
            <a:spLocks noGrp="1"/>
          </p:cNvSpPr>
          <p:nvPr/>
        </p:nvSpPr>
        <p:spPr>
          <a:xfrm>
            <a:off x="51667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F1_main_prauc_1391">
            <a:extLst>
              <a:ext uri="{FF2B5EF4-FFF2-40B4-BE49-F238E27FC236}">
                <a16:creationId xmlns:a16="http://schemas.microsoft.com/office/drawing/2014/main" id="{178CD6C5-0AAF-4E36-941C-CF7F55FECA33}"/>
              </a:ext>
            </a:extLst>
          </p:cNvPr>
          <p:cNvSpPr>
            <a:spLocks noGrp="1"/>
          </p:cNvSpPr>
          <p:nvPr/>
        </p:nvSpPr>
        <p:spPr>
          <a:xfrm>
            <a:off x="513789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F1_main_prauc_1392">
            <a:extLst>
              <a:ext uri="{FF2B5EF4-FFF2-40B4-BE49-F238E27FC236}">
                <a16:creationId xmlns:a16="http://schemas.microsoft.com/office/drawing/2014/main" id="{0687C45D-043F-4677-87B1-8DDDD3D15FB2}"/>
              </a:ext>
            </a:extLst>
          </p:cNvPr>
          <p:cNvSpPr>
            <a:spLocks noGrp="1"/>
          </p:cNvSpPr>
          <p:nvPr/>
        </p:nvSpPr>
        <p:spPr>
          <a:xfrm>
            <a:off x="5075761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F1_main_prauc_1393">
            <a:extLst>
              <a:ext uri="{FF2B5EF4-FFF2-40B4-BE49-F238E27FC236}">
                <a16:creationId xmlns:a16="http://schemas.microsoft.com/office/drawing/2014/main" id="{8ADB6007-2EA9-4738-A315-4D69BDA0AB71}"/>
              </a:ext>
            </a:extLst>
          </p:cNvPr>
          <p:cNvSpPr>
            <a:spLocks noGrp="1"/>
          </p:cNvSpPr>
          <p:nvPr/>
        </p:nvSpPr>
        <p:spPr>
          <a:xfrm>
            <a:off x="494721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F1_main_prauc_1394">
            <a:extLst>
              <a:ext uri="{FF2B5EF4-FFF2-40B4-BE49-F238E27FC236}">
                <a16:creationId xmlns:a16="http://schemas.microsoft.com/office/drawing/2014/main" id="{0E6A5ADD-BB3E-42A2-9153-83DF868AA1AD}"/>
              </a:ext>
            </a:extLst>
          </p:cNvPr>
          <p:cNvSpPr>
            <a:spLocks noGrp="1"/>
          </p:cNvSpPr>
          <p:nvPr/>
        </p:nvSpPr>
        <p:spPr>
          <a:xfrm>
            <a:off x="514881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F1_main_prauc_1395">
            <a:extLst>
              <a:ext uri="{FF2B5EF4-FFF2-40B4-BE49-F238E27FC236}">
                <a16:creationId xmlns:a16="http://schemas.microsoft.com/office/drawing/2014/main" id="{A9F1FD0E-BD65-4989-842E-8CC1F5DD728C}"/>
              </a:ext>
            </a:extLst>
          </p:cNvPr>
          <p:cNvSpPr>
            <a:spLocks noGrp="1"/>
          </p:cNvSpPr>
          <p:nvPr/>
        </p:nvSpPr>
        <p:spPr>
          <a:xfrm>
            <a:off x="5120242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F1_main_prauc_1396">
            <a:extLst>
              <a:ext uri="{FF2B5EF4-FFF2-40B4-BE49-F238E27FC236}">
                <a16:creationId xmlns:a16="http://schemas.microsoft.com/office/drawing/2014/main" id="{FB8CE0DF-E342-43EE-9B44-01C5D3B09B00}"/>
              </a:ext>
            </a:extLst>
          </p:cNvPr>
          <p:cNvSpPr>
            <a:spLocks noGrp="1"/>
          </p:cNvSpPr>
          <p:nvPr/>
        </p:nvSpPr>
        <p:spPr>
          <a:xfrm>
            <a:off x="49271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F1_main_prauc_1397">
            <a:extLst>
              <a:ext uri="{FF2B5EF4-FFF2-40B4-BE49-F238E27FC236}">
                <a16:creationId xmlns:a16="http://schemas.microsoft.com/office/drawing/2014/main" id="{42A8EA44-3BB7-4E16-8B95-BA780447A609}"/>
              </a:ext>
            </a:extLst>
          </p:cNvPr>
          <p:cNvSpPr>
            <a:spLocks noGrp="1"/>
          </p:cNvSpPr>
          <p:nvPr/>
        </p:nvSpPr>
        <p:spPr>
          <a:xfrm>
            <a:off x="4974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F1_main_prauc_1398">
            <a:extLst>
              <a:ext uri="{FF2B5EF4-FFF2-40B4-BE49-F238E27FC236}">
                <a16:creationId xmlns:a16="http://schemas.microsoft.com/office/drawing/2014/main" id="{71E829CE-55A1-415E-BB72-650986C03F25}"/>
              </a:ext>
            </a:extLst>
          </p:cNvPr>
          <p:cNvSpPr>
            <a:spLocks noGrp="1"/>
          </p:cNvSpPr>
          <p:nvPr/>
        </p:nvSpPr>
        <p:spPr>
          <a:xfrm>
            <a:off x="4995188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F1_main_prauc_1399">
            <a:extLst>
              <a:ext uri="{FF2B5EF4-FFF2-40B4-BE49-F238E27FC236}">
                <a16:creationId xmlns:a16="http://schemas.microsoft.com/office/drawing/2014/main" id="{55123043-0B3C-4953-B731-2DDF8AA908F4}"/>
              </a:ext>
            </a:extLst>
          </p:cNvPr>
          <p:cNvSpPr>
            <a:spLocks noGrp="1"/>
          </p:cNvSpPr>
          <p:nvPr/>
        </p:nvSpPr>
        <p:spPr>
          <a:xfrm>
            <a:off x="502438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F1_main_prauc_1400">
            <a:extLst>
              <a:ext uri="{FF2B5EF4-FFF2-40B4-BE49-F238E27FC236}">
                <a16:creationId xmlns:a16="http://schemas.microsoft.com/office/drawing/2014/main" id="{B1E42E35-21E3-4BFD-A9CF-3B4372A60506}"/>
              </a:ext>
            </a:extLst>
          </p:cNvPr>
          <p:cNvSpPr>
            <a:spLocks noGrp="1"/>
          </p:cNvSpPr>
          <p:nvPr/>
        </p:nvSpPr>
        <p:spPr>
          <a:xfrm>
            <a:off x="4987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F1_main_prauc_1401">
            <a:extLst>
              <a:ext uri="{FF2B5EF4-FFF2-40B4-BE49-F238E27FC236}">
                <a16:creationId xmlns:a16="http://schemas.microsoft.com/office/drawing/2014/main" id="{1CB6F40E-21F7-4ABE-B7DF-F24218287598}"/>
              </a:ext>
            </a:extLst>
          </p:cNvPr>
          <p:cNvSpPr>
            <a:spLocks noGrp="1"/>
          </p:cNvSpPr>
          <p:nvPr/>
        </p:nvSpPr>
        <p:spPr>
          <a:xfrm>
            <a:off x="5142979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F1_main_prauc_1402">
            <a:extLst>
              <a:ext uri="{FF2B5EF4-FFF2-40B4-BE49-F238E27FC236}">
                <a16:creationId xmlns:a16="http://schemas.microsoft.com/office/drawing/2014/main" id="{99FB28FF-055A-4F32-8B92-2AF60E81A31C}"/>
              </a:ext>
            </a:extLst>
          </p:cNvPr>
          <p:cNvSpPr>
            <a:spLocks noGrp="1"/>
          </p:cNvSpPr>
          <p:nvPr/>
        </p:nvSpPr>
        <p:spPr>
          <a:xfrm>
            <a:off x="494966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F1_main_prauc_1403">
            <a:extLst>
              <a:ext uri="{FF2B5EF4-FFF2-40B4-BE49-F238E27FC236}">
                <a16:creationId xmlns:a16="http://schemas.microsoft.com/office/drawing/2014/main" id="{B4B29343-6DC2-45C2-B3E1-84FC3772E43F}"/>
              </a:ext>
            </a:extLst>
          </p:cNvPr>
          <p:cNvSpPr>
            <a:spLocks noGrp="1"/>
          </p:cNvSpPr>
          <p:nvPr/>
        </p:nvSpPr>
        <p:spPr>
          <a:xfrm>
            <a:off x="51376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F1_main_prauc_1404">
            <a:extLst>
              <a:ext uri="{FF2B5EF4-FFF2-40B4-BE49-F238E27FC236}">
                <a16:creationId xmlns:a16="http://schemas.microsoft.com/office/drawing/2014/main" id="{D5175B7D-6324-4727-8E5F-8817DB1DCFE4}"/>
              </a:ext>
            </a:extLst>
          </p:cNvPr>
          <p:cNvSpPr>
            <a:spLocks noGrp="1"/>
          </p:cNvSpPr>
          <p:nvPr/>
        </p:nvSpPr>
        <p:spPr>
          <a:xfrm>
            <a:off x="500048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F1_main_prauc_1405">
            <a:extLst>
              <a:ext uri="{FF2B5EF4-FFF2-40B4-BE49-F238E27FC236}">
                <a16:creationId xmlns:a16="http://schemas.microsoft.com/office/drawing/2014/main" id="{13933FC1-2DFD-4315-86D2-1D77DEF92CD8}"/>
              </a:ext>
            </a:extLst>
          </p:cNvPr>
          <p:cNvSpPr>
            <a:spLocks noGrp="1"/>
          </p:cNvSpPr>
          <p:nvPr/>
        </p:nvSpPr>
        <p:spPr>
          <a:xfrm>
            <a:off x="51211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F1_main_prauc_1406">
            <a:extLst>
              <a:ext uri="{FF2B5EF4-FFF2-40B4-BE49-F238E27FC236}">
                <a16:creationId xmlns:a16="http://schemas.microsoft.com/office/drawing/2014/main" id="{856669DB-0406-46F8-A9D8-056454092580}"/>
              </a:ext>
            </a:extLst>
          </p:cNvPr>
          <p:cNvSpPr>
            <a:spLocks noGrp="1"/>
          </p:cNvSpPr>
          <p:nvPr/>
        </p:nvSpPr>
        <p:spPr>
          <a:xfrm>
            <a:off x="5108181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F1_main_prauc_1407">
            <a:extLst>
              <a:ext uri="{FF2B5EF4-FFF2-40B4-BE49-F238E27FC236}">
                <a16:creationId xmlns:a16="http://schemas.microsoft.com/office/drawing/2014/main" id="{386DCD1D-2686-4D6B-952E-87D88E8575E1}"/>
              </a:ext>
            </a:extLst>
          </p:cNvPr>
          <p:cNvSpPr>
            <a:spLocks noGrp="1"/>
          </p:cNvSpPr>
          <p:nvPr/>
        </p:nvSpPr>
        <p:spPr>
          <a:xfrm>
            <a:off x="49372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F1_main_prauc_1408">
            <a:extLst>
              <a:ext uri="{FF2B5EF4-FFF2-40B4-BE49-F238E27FC236}">
                <a16:creationId xmlns:a16="http://schemas.microsoft.com/office/drawing/2014/main" id="{13441FC1-ACFF-42D8-BAEF-BDD8B062E2AA}"/>
              </a:ext>
            </a:extLst>
          </p:cNvPr>
          <p:cNvSpPr>
            <a:spLocks noGrp="1"/>
          </p:cNvSpPr>
          <p:nvPr/>
        </p:nvSpPr>
        <p:spPr>
          <a:xfrm>
            <a:off x="5155749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F1_main_prauc_1409">
            <a:extLst>
              <a:ext uri="{FF2B5EF4-FFF2-40B4-BE49-F238E27FC236}">
                <a16:creationId xmlns:a16="http://schemas.microsoft.com/office/drawing/2014/main" id="{B3EFBC5F-F580-48C3-970F-6744890ACE1E}"/>
              </a:ext>
            </a:extLst>
          </p:cNvPr>
          <p:cNvSpPr>
            <a:spLocks noGrp="1"/>
          </p:cNvSpPr>
          <p:nvPr/>
        </p:nvSpPr>
        <p:spPr>
          <a:xfrm>
            <a:off x="515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F1_main_prauc_1410">
            <a:extLst>
              <a:ext uri="{FF2B5EF4-FFF2-40B4-BE49-F238E27FC236}">
                <a16:creationId xmlns:a16="http://schemas.microsoft.com/office/drawing/2014/main" id="{95DE7E12-DA24-42D5-A8BC-54E1512E3D76}"/>
              </a:ext>
            </a:extLst>
          </p:cNvPr>
          <p:cNvSpPr>
            <a:spLocks noGrp="1"/>
          </p:cNvSpPr>
          <p:nvPr/>
        </p:nvSpPr>
        <p:spPr>
          <a:xfrm>
            <a:off x="50997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F1_main_prauc_1411">
            <a:extLst>
              <a:ext uri="{FF2B5EF4-FFF2-40B4-BE49-F238E27FC236}">
                <a16:creationId xmlns:a16="http://schemas.microsoft.com/office/drawing/2014/main" id="{EBC16C15-4DDB-445E-9CB4-3454754EAEA0}"/>
              </a:ext>
            </a:extLst>
          </p:cNvPr>
          <p:cNvSpPr>
            <a:spLocks noGrp="1"/>
          </p:cNvSpPr>
          <p:nvPr/>
        </p:nvSpPr>
        <p:spPr>
          <a:xfrm>
            <a:off x="500292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F1_main_prauc_1412">
            <a:extLst>
              <a:ext uri="{FF2B5EF4-FFF2-40B4-BE49-F238E27FC236}">
                <a16:creationId xmlns:a16="http://schemas.microsoft.com/office/drawing/2014/main" id="{E4150F88-6059-49BB-A128-BF8E0ABAC999}"/>
              </a:ext>
            </a:extLst>
          </p:cNvPr>
          <p:cNvSpPr>
            <a:spLocks noGrp="1"/>
          </p:cNvSpPr>
          <p:nvPr/>
        </p:nvSpPr>
        <p:spPr>
          <a:xfrm>
            <a:off x="5100798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F1_main_prauc_1413">
            <a:extLst>
              <a:ext uri="{FF2B5EF4-FFF2-40B4-BE49-F238E27FC236}">
                <a16:creationId xmlns:a16="http://schemas.microsoft.com/office/drawing/2014/main" id="{B87B29D8-19AC-4CE1-BF1B-34341E546031}"/>
              </a:ext>
            </a:extLst>
          </p:cNvPr>
          <p:cNvSpPr>
            <a:spLocks noGrp="1"/>
          </p:cNvSpPr>
          <p:nvPr/>
        </p:nvSpPr>
        <p:spPr>
          <a:xfrm>
            <a:off x="501493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F1_main_prauc_1414">
            <a:extLst>
              <a:ext uri="{FF2B5EF4-FFF2-40B4-BE49-F238E27FC236}">
                <a16:creationId xmlns:a16="http://schemas.microsoft.com/office/drawing/2014/main" id="{02742736-9B59-40CA-B8A6-5AFBC03CA611}"/>
              </a:ext>
            </a:extLst>
          </p:cNvPr>
          <p:cNvSpPr>
            <a:spLocks noGrp="1"/>
          </p:cNvSpPr>
          <p:nvPr/>
        </p:nvSpPr>
        <p:spPr>
          <a:xfrm>
            <a:off x="512974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F1_main_prauc_1415">
            <a:extLst>
              <a:ext uri="{FF2B5EF4-FFF2-40B4-BE49-F238E27FC236}">
                <a16:creationId xmlns:a16="http://schemas.microsoft.com/office/drawing/2014/main" id="{F43219C0-2B31-488C-9115-D94DD7AB9749}"/>
              </a:ext>
            </a:extLst>
          </p:cNvPr>
          <p:cNvSpPr>
            <a:spLocks noGrp="1"/>
          </p:cNvSpPr>
          <p:nvPr/>
        </p:nvSpPr>
        <p:spPr>
          <a:xfrm>
            <a:off x="49858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F1_main_prauc_1416">
            <a:extLst>
              <a:ext uri="{FF2B5EF4-FFF2-40B4-BE49-F238E27FC236}">
                <a16:creationId xmlns:a16="http://schemas.microsoft.com/office/drawing/2014/main" id="{82E6C7E8-0F3C-4AE6-8BE0-B537F60A5036}"/>
              </a:ext>
            </a:extLst>
          </p:cNvPr>
          <p:cNvSpPr>
            <a:spLocks noGrp="1"/>
          </p:cNvSpPr>
          <p:nvPr/>
        </p:nvSpPr>
        <p:spPr>
          <a:xfrm>
            <a:off x="50028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F1_main_prauc_1417">
            <a:extLst>
              <a:ext uri="{FF2B5EF4-FFF2-40B4-BE49-F238E27FC236}">
                <a16:creationId xmlns:a16="http://schemas.microsoft.com/office/drawing/2014/main" id="{DFA359C8-23C7-4E8B-866C-6E7AEE189334}"/>
              </a:ext>
            </a:extLst>
          </p:cNvPr>
          <p:cNvSpPr>
            <a:spLocks noGrp="1"/>
          </p:cNvSpPr>
          <p:nvPr/>
        </p:nvSpPr>
        <p:spPr>
          <a:xfrm>
            <a:off x="5132129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F1_main_prauc_1418">
            <a:extLst>
              <a:ext uri="{FF2B5EF4-FFF2-40B4-BE49-F238E27FC236}">
                <a16:creationId xmlns:a16="http://schemas.microsoft.com/office/drawing/2014/main" id="{C167E7B2-8D61-4D4E-8E26-1A5E52A6D02F}"/>
              </a:ext>
            </a:extLst>
          </p:cNvPr>
          <p:cNvSpPr>
            <a:spLocks noGrp="1"/>
          </p:cNvSpPr>
          <p:nvPr/>
        </p:nvSpPr>
        <p:spPr>
          <a:xfrm>
            <a:off x="493197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F1_main_prauc_1419">
            <a:extLst>
              <a:ext uri="{FF2B5EF4-FFF2-40B4-BE49-F238E27FC236}">
                <a16:creationId xmlns:a16="http://schemas.microsoft.com/office/drawing/2014/main" id="{79918FF3-B05B-410D-8B6F-CF4F5974E6CA}"/>
              </a:ext>
            </a:extLst>
          </p:cNvPr>
          <p:cNvSpPr>
            <a:spLocks noGrp="1"/>
          </p:cNvSpPr>
          <p:nvPr/>
        </p:nvSpPr>
        <p:spPr>
          <a:xfrm>
            <a:off x="50629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F1_main_prauc_1420">
            <a:extLst>
              <a:ext uri="{FF2B5EF4-FFF2-40B4-BE49-F238E27FC236}">
                <a16:creationId xmlns:a16="http://schemas.microsoft.com/office/drawing/2014/main" id="{3D8905BA-FCE0-4A7D-AFAA-77F59DE734FA}"/>
              </a:ext>
            </a:extLst>
          </p:cNvPr>
          <p:cNvSpPr>
            <a:spLocks noGrp="1"/>
          </p:cNvSpPr>
          <p:nvPr/>
        </p:nvSpPr>
        <p:spPr>
          <a:xfrm>
            <a:off x="508534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F1_main_prauc_1421">
            <a:extLst>
              <a:ext uri="{FF2B5EF4-FFF2-40B4-BE49-F238E27FC236}">
                <a16:creationId xmlns:a16="http://schemas.microsoft.com/office/drawing/2014/main" id="{C9A33A9A-7422-4A10-BF07-AF143C0D42B7}"/>
              </a:ext>
            </a:extLst>
          </p:cNvPr>
          <p:cNvSpPr>
            <a:spLocks noGrp="1"/>
          </p:cNvSpPr>
          <p:nvPr/>
        </p:nvSpPr>
        <p:spPr>
          <a:xfrm>
            <a:off x="504844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F1_main_prauc_1422">
            <a:extLst>
              <a:ext uri="{FF2B5EF4-FFF2-40B4-BE49-F238E27FC236}">
                <a16:creationId xmlns:a16="http://schemas.microsoft.com/office/drawing/2014/main" id="{A8B609EA-6DF2-444F-B02C-4325CEBF6CE3}"/>
              </a:ext>
            </a:extLst>
          </p:cNvPr>
          <p:cNvSpPr>
            <a:spLocks noGrp="1"/>
          </p:cNvSpPr>
          <p:nvPr/>
        </p:nvSpPr>
        <p:spPr>
          <a:xfrm>
            <a:off x="503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F1_main_prauc_1423">
            <a:extLst>
              <a:ext uri="{FF2B5EF4-FFF2-40B4-BE49-F238E27FC236}">
                <a16:creationId xmlns:a16="http://schemas.microsoft.com/office/drawing/2014/main" id="{8DD6CF10-1B5E-4693-80BF-F682DB9A4E52}"/>
              </a:ext>
            </a:extLst>
          </p:cNvPr>
          <p:cNvSpPr>
            <a:spLocks noGrp="1"/>
          </p:cNvSpPr>
          <p:nvPr/>
        </p:nvSpPr>
        <p:spPr>
          <a:xfrm>
            <a:off x="493216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F1_main_prauc_1424">
            <a:extLst>
              <a:ext uri="{FF2B5EF4-FFF2-40B4-BE49-F238E27FC236}">
                <a16:creationId xmlns:a16="http://schemas.microsoft.com/office/drawing/2014/main" id="{7BFC23B4-B895-4C39-A831-3FBCF79136AB}"/>
              </a:ext>
            </a:extLst>
          </p:cNvPr>
          <p:cNvSpPr>
            <a:spLocks noGrp="1"/>
          </p:cNvSpPr>
          <p:nvPr/>
        </p:nvSpPr>
        <p:spPr>
          <a:xfrm>
            <a:off x="51443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F1_main_prauc_1425">
            <a:extLst>
              <a:ext uri="{FF2B5EF4-FFF2-40B4-BE49-F238E27FC236}">
                <a16:creationId xmlns:a16="http://schemas.microsoft.com/office/drawing/2014/main" id="{24162740-6D1E-4A8E-A964-B1D7820CC11C}"/>
              </a:ext>
            </a:extLst>
          </p:cNvPr>
          <p:cNvSpPr>
            <a:spLocks noGrp="1"/>
          </p:cNvSpPr>
          <p:nvPr/>
        </p:nvSpPr>
        <p:spPr>
          <a:xfrm>
            <a:off x="494432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F1_main_prauc_1426">
            <a:extLst>
              <a:ext uri="{FF2B5EF4-FFF2-40B4-BE49-F238E27FC236}">
                <a16:creationId xmlns:a16="http://schemas.microsoft.com/office/drawing/2014/main" id="{742A4F9A-DEDB-4008-AC8C-25DCB97D6A91}"/>
              </a:ext>
            </a:extLst>
          </p:cNvPr>
          <p:cNvSpPr>
            <a:spLocks noGrp="1"/>
          </p:cNvSpPr>
          <p:nvPr/>
        </p:nvSpPr>
        <p:spPr>
          <a:xfrm>
            <a:off x="5009745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F1_main_prauc_1427">
            <a:extLst>
              <a:ext uri="{FF2B5EF4-FFF2-40B4-BE49-F238E27FC236}">
                <a16:creationId xmlns:a16="http://schemas.microsoft.com/office/drawing/2014/main" id="{56E7E9B7-3D15-42CF-A0E1-45C3B852E1EE}"/>
              </a:ext>
            </a:extLst>
          </p:cNvPr>
          <p:cNvSpPr>
            <a:spLocks noGrp="1"/>
          </p:cNvSpPr>
          <p:nvPr/>
        </p:nvSpPr>
        <p:spPr>
          <a:xfrm>
            <a:off x="5037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F1_main_prauc_1428">
            <a:extLst>
              <a:ext uri="{FF2B5EF4-FFF2-40B4-BE49-F238E27FC236}">
                <a16:creationId xmlns:a16="http://schemas.microsoft.com/office/drawing/2014/main" id="{8E63AC75-952A-43BC-AD88-B3A60BB9306D}"/>
              </a:ext>
            </a:extLst>
          </p:cNvPr>
          <p:cNvSpPr>
            <a:spLocks noGrp="1"/>
          </p:cNvSpPr>
          <p:nvPr/>
        </p:nvSpPr>
        <p:spPr>
          <a:xfrm>
            <a:off x="51042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F1_main_prauc_1429">
            <a:extLst>
              <a:ext uri="{FF2B5EF4-FFF2-40B4-BE49-F238E27FC236}">
                <a16:creationId xmlns:a16="http://schemas.microsoft.com/office/drawing/2014/main" id="{D06AF33F-D1F7-420E-9504-B343FAE99BDC}"/>
              </a:ext>
            </a:extLst>
          </p:cNvPr>
          <p:cNvSpPr>
            <a:spLocks noGrp="1"/>
          </p:cNvSpPr>
          <p:nvPr/>
        </p:nvSpPr>
        <p:spPr>
          <a:xfrm>
            <a:off x="494817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F1_main_prauc_1430">
            <a:extLst>
              <a:ext uri="{FF2B5EF4-FFF2-40B4-BE49-F238E27FC236}">
                <a16:creationId xmlns:a16="http://schemas.microsoft.com/office/drawing/2014/main" id="{B8B94998-7B82-4B0B-B746-D8499F374C9B}"/>
              </a:ext>
            </a:extLst>
          </p:cNvPr>
          <p:cNvSpPr>
            <a:spLocks noGrp="1"/>
          </p:cNvSpPr>
          <p:nvPr/>
        </p:nvSpPr>
        <p:spPr>
          <a:xfrm>
            <a:off x="51232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F1_main_prauc_1431">
            <a:extLst>
              <a:ext uri="{FF2B5EF4-FFF2-40B4-BE49-F238E27FC236}">
                <a16:creationId xmlns:a16="http://schemas.microsoft.com/office/drawing/2014/main" id="{4C85C239-5FFE-45AB-84EC-50D68A495B94}"/>
              </a:ext>
            </a:extLst>
          </p:cNvPr>
          <p:cNvSpPr>
            <a:spLocks noGrp="1"/>
          </p:cNvSpPr>
          <p:nvPr/>
        </p:nvSpPr>
        <p:spPr>
          <a:xfrm>
            <a:off x="50028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F1_main_prauc_1432">
            <a:extLst>
              <a:ext uri="{FF2B5EF4-FFF2-40B4-BE49-F238E27FC236}">
                <a16:creationId xmlns:a16="http://schemas.microsoft.com/office/drawing/2014/main" id="{39BFA382-BF3A-40A7-8D15-0FBB4276D82F}"/>
              </a:ext>
            </a:extLst>
          </p:cNvPr>
          <p:cNvSpPr>
            <a:spLocks noGrp="1"/>
          </p:cNvSpPr>
          <p:nvPr/>
        </p:nvSpPr>
        <p:spPr>
          <a:xfrm>
            <a:off x="5154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F1_main_prauc_1433">
            <a:extLst>
              <a:ext uri="{FF2B5EF4-FFF2-40B4-BE49-F238E27FC236}">
                <a16:creationId xmlns:a16="http://schemas.microsoft.com/office/drawing/2014/main" id="{AEFCAAFD-B78D-400C-A10B-8EB81E380300}"/>
              </a:ext>
            </a:extLst>
          </p:cNvPr>
          <p:cNvSpPr>
            <a:spLocks noGrp="1"/>
          </p:cNvSpPr>
          <p:nvPr/>
        </p:nvSpPr>
        <p:spPr>
          <a:xfrm>
            <a:off x="50222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F1_main_prauc_1434">
            <a:extLst>
              <a:ext uri="{FF2B5EF4-FFF2-40B4-BE49-F238E27FC236}">
                <a16:creationId xmlns:a16="http://schemas.microsoft.com/office/drawing/2014/main" id="{7ECF25BA-A1BB-4DCB-AC98-FF7632A98627}"/>
              </a:ext>
            </a:extLst>
          </p:cNvPr>
          <p:cNvSpPr>
            <a:spLocks noGrp="1"/>
          </p:cNvSpPr>
          <p:nvPr/>
        </p:nvSpPr>
        <p:spPr>
          <a:xfrm>
            <a:off x="5034355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F1_main_prauc_1435">
            <a:extLst>
              <a:ext uri="{FF2B5EF4-FFF2-40B4-BE49-F238E27FC236}">
                <a16:creationId xmlns:a16="http://schemas.microsoft.com/office/drawing/2014/main" id="{171993E5-A746-4C3B-AF73-072ADA293318}"/>
              </a:ext>
            </a:extLst>
          </p:cNvPr>
          <p:cNvSpPr>
            <a:spLocks noGrp="1"/>
          </p:cNvSpPr>
          <p:nvPr/>
        </p:nvSpPr>
        <p:spPr>
          <a:xfrm>
            <a:off x="504721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F1_main_prauc_1436">
            <a:extLst>
              <a:ext uri="{FF2B5EF4-FFF2-40B4-BE49-F238E27FC236}">
                <a16:creationId xmlns:a16="http://schemas.microsoft.com/office/drawing/2014/main" id="{23629C02-3F4A-4BFB-AAE9-9EF1E0A6697F}"/>
              </a:ext>
            </a:extLst>
          </p:cNvPr>
          <p:cNvSpPr>
            <a:spLocks noGrp="1"/>
          </p:cNvSpPr>
          <p:nvPr/>
        </p:nvSpPr>
        <p:spPr>
          <a:xfrm>
            <a:off x="496082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F1_main_prauc_1437">
            <a:extLst>
              <a:ext uri="{FF2B5EF4-FFF2-40B4-BE49-F238E27FC236}">
                <a16:creationId xmlns:a16="http://schemas.microsoft.com/office/drawing/2014/main" id="{602F1894-17DB-4829-9054-E9F3C0E5E6B6}"/>
              </a:ext>
            </a:extLst>
          </p:cNvPr>
          <p:cNvSpPr>
            <a:spLocks noGrp="1"/>
          </p:cNvSpPr>
          <p:nvPr/>
        </p:nvSpPr>
        <p:spPr>
          <a:xfrm>
            <a:off x="4994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F1_main_prauc_1438">
            <a:extLst>
              <a:ext uri="{FF2B5EF4-FFF2-40B4-BE49-F238E27FC236}">
                <a16:creationId xmlns:a16="http://schemas.microsoft.com/office/drawing/2014/main" id="{965101EC-883B-48F1-9A2A-821BACFDE881}"/>
              </a:ext>
            </a:extLst>
          </p:cNvPr>
          <p:cNvSpPr>
            <a:spLocks noGrp="1"/>
          </p:cNvSpPr>
          <p:nvPr/>
        </p:nvSpPr>
        <p:spPr>
          <a:xfrm>
            <a:off x="51423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F1_main_prauc_1439">
            <a:extLst>
              <a:ext uri="{FF2B5EF4-FFF2-40B4-BE49-F238E27FC236}">
                <a16:creationId xmlns:a16="http://schemas.microsoft.com/office/drawing/2014/main" id="{3EF58234-1E8F-47E6-93A1-28B226123F8B}"/>
              </a:ext>
            </a:extLst>
          </p:cNvPr>
          <p:cNvSpPr>
            <a:spLocks noGrp="1"/>
          </p:cNvSpPr>
          <p:nvPr/>
        </p:nvSpPr>
        <p:spPr>
          <a:xfrm>
            <a:off x="496708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F1_main_prauc_1440">
            <a:extLst>
              <a:ext uri="{FF2B5EF4-FFF2-40B4-BE49-F238E27FC236}">
                <a16:creationId xmlns:a16="http://schemas.microsoft.com/office/drawing/2014/main" id="{D60EC350-F497-49F1-B1AA-0D4D81A1705E}"/>
              </a:ext>
            </a:extLst>
          </p:cNvPr>
          <p:cNvSpPr>
            <a:spLocks noGrp="1"/>
          </p:cNvSpPr>
          <p:nvPr/>
        </p:nvSpPr>
        <p:spPr>
          <a:xfrm>
            <a:off x="49692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F1_main_prauc_1441">
            <a:extLst>
              <a:ext uri="{FF2B5EF4-FFF2-40B4-BE49-F238E27FC236}">
                <a16:creationId xmlns:a16="http://schemas.microsoft.com/office/drawing/2014/main" id="{2EFBBAF5-B2F4-41F7-931A-113044E8675D}"/>
              </a:ext>
            </a:extLst>
          </p:cNvPr>
          <p:cNvSpPr>
            <a:spLocks noGrp="1"/>
          </p:cNvSpPr>
          <p:nvPr/>
        </p:nvSpPr>
        <p:spPr>
          <a:xfrm>
            <a:off x="49995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F1_main_prauc_1442">
            <a:extLst>
              <a:ext uri="{FF2B5EF4-FFF2-40B4-BE49-F238E27FC236}">
                <a16:creationId xmlns:a16="http://schemas.microsoft.com/office/drawing/2014/main" id="{5B941AFD-1F5A-47D7-A22B-106429E5158C}"/>
              </a:ext>
            </a:extLst>
          </p:cNvPr>
          <p:cNvSpPr>
            <a:spLocks noGrp="1"/>
          </p:cNvSpPr>
          <p:nvPr/>
        </p:nvSpPr>
        <p:spPr>
          <a:xfrm>
            <a:off x="50630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F1_main_prauc_1443">
            <a:extLst>
              <a:ext uri="{FF2B5EF4-FFF2-40B4-BE49-F238E27FC236}">
                <a16:creationId xmlns:a16="http://schemas.microsoft.com/office/drawing/2014/main" id="{E8C2D61E-E3D1-454E-AB31-532163BFA455}"/>
              </a:ext>
            </a:extLst>
          </p:cNvPr>
          <p:cNvSpPr>
            <a:spLocks noGrp="1"/>
          </p:cNvSpPr>
          <p:nvPr/>
        </p:nvSpPr>
        <p:spPr>
          <a:xfrm>
            <a:off x="515670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F1_main_prauc_1444">
            <a:extLst>
              <a:ext uri="{FF2B5EF4-FFF2-40B4-BE49-F238E27FC236}">
                <a16:creationId xmlns:a16="http://schemas.microsoft.com/office/drawing/2014/main" id="{271B7725-2F0E-4CCB-82D4-ADC5A358C094}"/>
              </a:ext>
            </a:extLst>
          </p:cNvPr>
          <p:cNvSpPr>
            <a:spLocks noGrp="1"/>
          </p:cNvSpPr>
          <p:nvPr/>
        </p:nvSpPr>
        <p:spPr>
          <a:xfrm>
            <a:off x="50168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F1_main_prauc_1445">
            <a:extLst>
              <a:ext uri="{FF2B5EF4-FFF2-40B4-BE49-F238E27FC236}">
                <a16:creationId xmlns:a16="http://schemas.microsoft.com/office/drawing/2014/main" id="{3D125FAA-4ACA-41CE-8F41-5DB7980B41A9}"/>
              </a:ext>
            </a:extLst>
          </p:cNvPr>
          <p:cNvSpPr>
            <a:spLocks noGrp="1"/>
          </p:cNvSpPr>
          <p:nvPr/>
        </p:nvSpPr>
        <p:spPr>
          <a:xfrm>
            <a:off x="49829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F1_main_prauc_1446">
            <a:extLst>
              <a:ext uri="{FF2B5EF4-FFF2-40B4-BE49-F238E27FC236}">
                <a16:creationId xmlns:a16="http://schemas.microsoft.com/office/drawing/2014/main" id="{414EC3B4-79A2-4057-8D48-9D317DA8AA0A}"/>
              </a:ext>
            </a:extLst>
          </p:cNvPr>
          <p:cNvSpPr>
            <a:spLocks noGrp="1"/>
          </p:cNvSpPr>
          <p:nvPr/>
        </p:nvSpPr>
        <p:spPr>
          <a:xfrm>
            <a:off x="513584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F1_main_prauc_1447">
            <a:extLst>
              <a:ext uri="{FF2B5EF4-FFF2-40B4-BE49-F238E27FC236}">
                <a16:creationId xmlns:a16="http://schemas.microsoft.com/office/drawing/2014/main" id="{3254EFD8-BD6C-46C0-A4A5-83CB2E50D861}"/>
              </a:ext>
            </a:extLst>
          </p:cNvPr>
          <p:cNvSpPr>
            <a:spLocks noGrp="1"/>
          </p:cNvSpPr>
          <p:nvPr/>
        </p:nvSpPr>
        <p:spPr>
          <a:xfrm>
            <a:off x="5003694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F1_main_prauc_1448">
            <a:extLst>
              <a:ext uri="{FF2B5EF4-FFF2-40B4-BE49-F238E27FC236}">
                <a16:creationId xmlns:a16="http://schemas.microsoft.com/office/drawing/2014/main" id="{AC4F4E3F-6EF4-4FA3-99F3-7692FB6316DA}"/>
              </a:ext>
            </a:extLst>
          </p:cNvPr>
          <p:cNvSpPr>
            <a:spLocks noGrp="1"/>
          </p:cNvSpPr>
          <p:nvPr/>
        </p:nvSpPr>
        <p:spPr>
          <a:xfrm>
            <a:off x="51291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F1_main_prauc_1449">
            <a:extLst>
              <a:ext uri="{FF2B5EF4-FFF2-40B4-BE49-F238E27FC236}">
                <a16:creationId xmlns:a16="http://schemas.microsoft.com/office/drawing/2014/main" id="{27AF034D-D316-4E32-AAA7-5EADE36F200B}"/>
              </a:ext>
            </a:extLst>
          </p:cNvPr>
          <p:cNvSpPr>
            <a:spLocks noGrp="1"/>
          </p:cNvSpPr>
          <p:nvPr/>
        </p:nvSpPr>
        <p:spPr>
          <a:xfrm>
            <a:off x="511657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F1_main_prauc_1450">
            <a:extLst>
              <a:ext uri="{FF2B5EF4-FFF2-40B4-BE49-F238E27FC236}">
                <a16:creationId xmlns:a16="http://schemas.microsoft.com/office/drawing/2014/main" id="{FE050272-3F17-4578-B7DB-15E165E04984}"/>
              </a:ext>
            </a:extLst>
          </p:cNvPr>
          <p:cNvSpPr>
            <a:spLocks noGrp="1"/>
          </p:cNvSpPr>
          <p:nvPr/>
        </p:nvSpPr>
        <p:spPr>
          <a:xfrm>
            <a:off x="49979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F1_main_prauc_1451">
            <a:extLst>
              <a:ext uri="{FF2B5EF4-FFF2-40B4-BE49-F238E27FC236}">
                <a16:creationId xmlns:a16="http://schemas.microsoft.com/office/drawing/2014/main" id="{7C317275-8402-4608-9754-79D8806B4FF5}"/>
              </a:ext>
            </a:extLst>
          </p:cNvPr>
          <p:cNvSpPr>
            <a:spLocks noGrp="1"/>
          </p:cNvSpPr>
          <p:nvPr/>
        </p:nvSpPr>
        <p:spPr>
          <a:xfrm>
            <a:off x="49987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F1_main_prauc_1452">
            <a:extLst>
              <a:ext uri="{FF2B5EF4-FFF2-40B4-BE49-F238E27FC236}">
                <a16:creationId xmlns:a16="http://schemas.microsoft.com/office/drawing/2014/main" id="{8176E8BF-AAF1-4E3F-A66E-E67F7FE5A0EE}"/>
              </a:ext>
            </a:extLst>
          </p:cNvPr>
          <p:cNvSpPr>
            <a:spLocks noGrp="1"/>
          </p:cNvSpPr>
          <p:nvPr/>
        </p:nvSpPr>
        <p:spPr>
          <a:xfrm>
            <a:off x="512318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F1_main_prauc_1453">
            <a:extLst>
              <a:ext uri="{FF2B5EF4-FFF2-40B4-BE49-F238E27FC236}">
                <a16:creationId xmlns:a16="http://schemas.microsoft.com/office/drawing/2014/main" id="{66CCC449-E1DA-4146-B850-866FCC5885F4}"/>
              </a:ext>
            </a:extLst>
          </p:cNvPr>
          <p:cNvSpPr>
            <a:spLocks noGrp="1"/>
          </p:cNvSpPr>
          <p:nvPr/>
        </p:nvSpPr>
        <p:spPr>
          <a:xfrm>
            <a:off x="510289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F1_main_prauc_1454">
            <a:extLst>
              <a:ext uri="{FF2B5EF4-FFF2-40B4-BE49-F238E27FC236}">
                <a16:creationId xmlns:a16="http://schemas.microsoft.com/office/drawing/2014/main" id="{5F030DA2-C5A4-446C-97A4-E93E04D21BA4}"/>
              </a:ext>
            </a:extLst>
          </p:cNvPr>
          <p:cNvSpPr>
            <a:spLocks noGrp="1"/>
          </p:cNvSpPr>
          <p:nvPr/>
        </p:nvSpPr>
        <p:spPr>
          <a:xfrm>
            <a:off x="49228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F1_main_prauc_1455">
            <a:extLst>
              <a:ext uri="{FF2B5EF4-FFF2-40B4-BE49-F238E27FC236}">
                <a16:creationId xmlns:a16="http://schemas.microsoft.com/office/drawing/2014/main" id="{6676A7E0-D53C-4EFC-B53E-FA40820D9B7E}"/>
              </a:ext>
            </a:extLst>
          </p:cNvPr>
          <p:cNvSpPr>
            <a:spLocks noGrp="1"/>
          </p:cNvSpPr>
          <p:nvPr/>
        </p:nvSpPr>
        <p:spPr>
          <a:xfrm>
            <a:off x="512208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F1_main_prauc_1456">
            <a:extLst>
              <a:ext uri="{FF2B5EF4-FFF2-40B4-BE49-F238E27FC236}">
                <a16:creationId xmlns:a16="http://schemas.microsoft.com/office/drawing/2014/main" id="{451C5F90-4A9D-49BD-AA78-5AE6396DA6EA}"/>
              </a:ext>
            </a:extLst>
          </p:cNvPr>
          <p:cNvSpPr>
            <a:spLocks noGrp="1"/>
          </p:cNvSpPr>
          <p:nvPr/>
        </p:nvSpPr>
        <p:spPr>
          <a:xfrm>
            <a:off x="4949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F1_main_prauc_1457">
            <a:extLst>
              <a:ext uri="{FF2B5EF4-FFF2-40B4-BE49-F238E27FC236}">
                <a16:creationId xmlns:a16="http://schemas.microsoft.com/office/drawing/2014/main" id="{FE209F18-A55F-4120-A458-6F84F89E4EB1}"/>
              </a:ext>
            </a:extLst>
          </p:cNvPr>
          <p:cNvSpPr>
            <a:spLocks noGrp="1"/>
          </p:cNvSpPr>
          <p:nvPr/>
        </p:nvSpPr>
        <p:spPr>
          <a:xfrm>
            <a:off x="493677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F1_main_prauc_1458">
            <a:extLst>
              <a:ext uri="{FF2B5EF4-FFF2-40B4-BE49-F238E27FC236}">
                <a16:creationId xmlns:a16="http://schemas.microsoft.com/office/drawing/2014/main" id="{81BDAA8B-CE7C-46F6-AF7C-C7AE06C5CF07}"/>
              </a:ext>
            </a:extLst>
          </p:cNvPr>
          <p:cNvSpPr>
            <a:spLocks noGrp="1"/>
          </p:cNvSpPr>
          <p:nvPr/>
        </p:nvSpPr>
        <p:spPr>
          <a:xfrm>
            <a:off x="5085616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F1_main_prauc_1459">
            <a:extLst>
              <a:ext uri="{FF2B5EF4-FFF2-40B4-BE49-F238E27FC236}">
                <a16:creationId xmlns:a16="http://schemas.microsoft.com/office/drawing/2014/main" id="{04EEEE44-B00B-435B-AB0E-9F73A8709823}"/>
              </a:ext>
            </a:extLst>
          </p:cNvPr>
          <p:cNvSpPr>
            <a:spLocks noGrp="1"/>
          </p:cNvSpPr>
          <p:nvPr/>
        </p:nvSpPr>
        <p:spPr>
          <a:xfrm>
            <a:off x="504734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F1_main_prauc_1460">
            <a:extLst>
              <a:ext uri="{FF2B5EF4-FFF2-40B4-BE49-F238E27FC236}">
                <a16:creationId xmlns:a16="http://schemas.microsoft.com/office/drawing/2014/main" id="{9B9E6275-F33B-4DED-BC54-7CDCA11CBC11}"/>
              </a:ext>
            </a:extLst>
          </p:cNvPr>
          <p:cNvSpPr>
            <a:spLocks noGrp="1"/>
          </p:cNvSpPr>
          <p:nvPr/>
        </p:nvSpPr>
        <p:spPr>
          <a:xfrm>
            <a:off x="49981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F1_main_prauc_1461">
            <a:extLst>
              <a:ext uri="{FF2B5EF4-FFF2-40B4-BE49-F238E27FC236}">
                <a16:creationId xmlns:a16="http://schemas.microsoft.com/office/drawing/2014/main" id="{199E3204-3CA4-4257-8F08-0C6B0406EF85}"/>
              </a:ext>
            </a:extLst>
          </p:cNvPr>
          <p:cNvSpPr>
            <a:spLocks noGrp="1"/>
          </p:cNvSpPr>
          <p:nvPr/>
        </p:nvSpPr>
        <p:spPr>
          <a:xfrm>
            <a:off x="49800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F1_main_prauc_1462">
            <a:extLst>
              <a:ext uri="{FF2B5EF4-FFF2-40B4-BE49-F238E27FC236}">
                <a16:creationId xmlns:a16="http://schemas.microsoft.com/office/drawing/2014/main" id="{DD0F2D27-2EE1-4DC2-957E-466171110E6B}"/>
              </a:ext>
            </a:extLst>
          </p:cNvPr>
          <p:cNvSpPr>
            <a:spLocks noGrp="1"/>
          </p:cNvSpPr>
          <p:nvPr/>
        </p:nvSpPr>
        <p:spPr>
          <a:xfrm>
            <a:off x="508929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F1_main_prauc_1463">
            <a:extLst>
              <a:ext uri="{FF2B5EF4-FFF2-40B4-BE49-F238E27FC236}">
                <a16:creationId xmlns:a16="http://schemas.microsoft.com/office/drawing/2014/main" id="{BDC25D83-7665-4E3B-B4E6-7333CC019B4D}"/>
              </a:ext>
            </a:extLst>
          </p:cNvPr>
          <p:cNvSpPr>
            <a:spLocks noGrp="1"/>
          </p:cNvSpPr>
          <p:nvPr/>
        </p:nvSpPr>
        <p:spPr>
          <a:xfrm>
            <a:off x="497251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F1_main_prauc_1464">
            <a:extLst>
              <a:ext uri="{FF2B5EF4-FFF2-40B4-BE49-F238E27FC236}">
                <a16:creationId xmlns:a16="http://schemas.microsoft.com/office/drawing/2014/main" id="{FE9FB1D8-2B77-4359-8245-A3C9F333ADBA}"/>
              </a:ext>
            </a:extLst>
          </p:cNvPr>
          <p:cNvSpPr>
            <a:spLocks noGrp="1"/>
          </p:cNvSpPr>
          <p:nvPr/>
        </p:nvSpPr>
        <p:spPr>
          <a:xfrm>
            <a:off x="5096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F1_main_prauc_1465">
            <a:extLst>
              <a:ext uri="{FF2B5EF4-FFF2-40B4-BE49-F238E27FC236}">
                <a16:creationId xmlns:a16="http://schemas.microsoft.com/office/drawing/2014/main" id="{8E42662F-EC86-43B8-9F19-86817447125C}"/>
              </a:ext>
            </a:extLst>
          </p:cNvPr>
          <p:cNvSpPr>
            <a:spLocks noGrp="1"/>
          </p:cNvSpPr>
          <p:nvPr/>
        </p:nvSpPr>
        <p:spPr>
          <a:xfrm>
            <a:off x="5134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F1_main_prauc_1466">
            <a:extLst>
              <a:ext uri="{FF2B5EF4-FFF2-40B4-BE49-F238E27FC236}">
                <a16:creationId xmlns:a16="http://schemas.microsoft.com/office/drawing/2014/main" id="{745F62DE-2CEA-4027-9253-A56CCBDF0F74}"/>
              </a:ext>
            </a:extLst>
          </p:cNvPr>
          <p:cNvSpPr>
            <a:spLocks noGrp="1"/>
          </p:cNvSpPr>
          <p:nvPr/>
        </p:nvSpPr>
        <p:spPr>
          <a:xfrm>
            <a:off x="49837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F1_main_prauc_1467">
            <a:extLst>
              <a:ext uri="{FF2B5EF4-FFF2-40B4-BE49-F238E27FC236}">
                <a16:creationId xmlns:a16="http://schemas.microsoft.com/office/drawing/2014/main" id="{AC33DF85-C303-4D12-8FE3-62697372856B}"/>
              </a:ext>
            </a:extLst>
          </p:cNvPr>
          <p:cNvSpPr>
            <a:spLocks noGrp="1"/>
          </p:cNvSpPr>
          <p:nvPr/>
        </p:nvSpPr>
        <p:spPr>
          <a:xfrm>
            <a:off x="4952453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F1_main_prauc_1468">
            <a:extLst>
              <a:ext uri="{FF2B5EF4-FFF2-40B4-BE49-F238E27FC236}">
                <a16:creationId xmlns:a16="http://schemas.microsoft.com/office/drawing/2014/main" id="{88E639AF-3C86-4FCD-B158-50AFA3FA6942}"/>
              </a:ext>
            </a:extLst>
          </p:cNvPr>
          <p:cNvSpPr>
            <a:spLocks noGrp="1"/>
          </p:cNvSpPr>
          <p:nvPr/>
        </p:nvSpPr>
        <p:spPr>
          <a:xfrm>
            <a:off x="503420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F1_main_prauc_1469">
            <a:extLst>
              <a:ext uri="{FF2B5EF4-FFF2-40B4-BE49-F238E27FC236}">
                <a16:creationId xmlns:a16="http://schemas.microsoft.com/office/drawing/2014/main" id="{5A7E67EE-4B36-4048-B715-516EBD81A01B}"/>
              </a:ext>
            </a:extLst>
          </p:cNvPr>
          <p:cNvSpPr>
            <a:spLocks noGrp="1"/>
          </p:cNvSpPr>
          <p:nvPr/>
        </p:nvSpPr>
        <p:spPr>
          <a:xfrm>
            <a:off x="5062287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F1_main_prauc_1470">
            <a:extLst>
              <a:ext uri="{FF2B5EF4-FFF2-40B4-BE49-F238E27FC236}">
                <a16:creationId xmlns:a16="http://schemas.microsoft.com/office/drawing/2014/main" id="{5A9B69A5-0ADF-4144-A29A-41B6E6F00084}"/>
              </a:ext>
            </a:extLst>
          </p:cNvPr>
          <p:cNvSpPr>
            <a:spLocks noGrp="1"/>
          </p:cNvSpPr>
          <p:nvPr/>
        </p:nvSpPr>
        <p:spPr>
          <a:xfrm>
            <a:off x="497783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F1_main_prauc_1471">
            <a:extLst>
              <a:ext uri="{FF2B5EF4-FFF2-40B4-BE49-F238E27FC236}">
                <a16:creationId xmlns:a16="http://schemas.microsoft.com/office/drawing/2014/main" id="{55A978DD-0218-4D57-88D7-1C1A57302B2D}"/>
              </a:ext>
            </a:extLst>
          </p:cNvPr>
          <p:cNvSpPr>
            <a:spLocks noGrp="1"/>
          </p:cNvSpPr>
          <p:nvPr/>
        </p:nvSpPr>
        <p:spPr>
          <a:xfrm>
            <a:off x="500710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F1_main_prauc_1472">
            <a:extLst>
              <a:ext uri="{FF2B5EF4-FFF2-40B4-BE49-F238E27FC236}">
                <a16:creationId xmlns:a16="http://schemas.microsoft.com/office/drawing/2014/main" id="{510F10F1-399E-4929-A42B-7DF1C334DCDD}"/>
              </a:ext>
            </a:extLst>
          </p:cNvPr>
          <p:cNvSpPr>
            <a:spLocks noGrp="1"/>
          </p:cNvSpPr>
          <p:nvPr/>
        </p:nvSpPr>
        <p:spPr>
          <a:xfrm>
            <a:off x="5058224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F1_main_prauc_1473">
            <a:extLst>
              <a:ext uri="{FF2B5EF4-FFF2-40B4-BE49-F238E27FC236}">
                <a16:creationId xmlns:a16="http://schemas.microsoft.com/office/drawing/2014/main" id="{8B5B688B-382C-4A93-8CDD-F04267F8CFDB}"/>
              </a:ext>
            </a:extLst>
          </p:cNvPr>
          <p:cNvSpPr>
            <a:spLocks noGrp="1"/>
          </p:cNvSpPr>
          <p:nvPr/>
        </p:nvSpPr>
        <p:spPr>
          <a:xfrm>
            <a:off x="49438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F1_main_prauc_1474">
            <a:extLst>
              <a:ext uri="{FF2B5EF4-FFF2-40B4-BE49-F238E27FC236}">
                <a16:creationId xmlns:a16="http://schemas.microsoft.com/office/drawing/2014/main" id="{35EDE87E-C01C-4FC8-948E-572671869E87}"/>
              </a:ext>
            </a:extLst>
          </p:cNvPr>
          <p:cNvSpPr>
            <a:spLocks noGrp="1"/>
          </p:cNvSpPr>
          <p:nvPr/>
        </p:nvSpPr>
        <p:spPr>
          <a:xfrm>
            <a:off x="51443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F1_main_prauc_1475">
            <a:extLst>
              <a:ext uri="{FF2B5EF4-FFF2-40B4-BE49-F238E27FC236}">
                <a16:creationId xmlns:a16="http://schemas.microsoft.com/office/drawing/2014/main" id="{7CC1B55E-D1C5-4452-BC4E-0B32F97ECD39}"/>
              </a:ext>
            </a:extLst>
          </p:cNvPr>
          <p:cNvSpPr>
            <a:spLocks noGrp="1"/>
          </p:cNvSpPr>
          <p:nvPr/>
        </p:nvSpPr>
        <p:spPr>
          <a:xfrm>
            <a:off x="50381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F1_main_prauc_1476">
            <a:extLst>
              <a:ext uri="{FF2B5EF4-FFF2-40B4-BE49-F238E27FC236}">
                <a16:creationId xmlns:a16="http://schemas.microsoft.com/office/drawing/2014/main" id="{3A4E1D6C-0617-486A-9A28-961B50B03182}"/>
              </a:ext>
            </a:extLst>
          </p:cNvPr>
          <p:cNvSpPr>
            <a:spLocks noGrp="1"/>
          </p:cNvSpPr>
          <p:nvPr/>
        </p:nvSpPr>
        <p:spPr>
          <a:xfrm>
            <a:off x="49199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F1_main_prauc_1477">
            <a:extLst>
              <a:ext uri="{FF2B5EF4-FFF2-40B4-BE49-F238E27FC236}">
                <a16:creationId xmlns:a16="http://schemas.microsoft.com/office/drawing/2014/main" id="{6B9BCEAA-9A6B-4F88-93F8-566BFA4E9A78}"/>
              </a:ext>
            </a:extLst>
          </p:cNvPr>
          <p:cNvSpPr>
            <a:spLocks noGrp="1"/>
          </p:cNvSpPr>
          <p:nvPr/>
        </p:nvSpPr>
        <p:spPr>
          <a:xfrm>
            <a:off x="515230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F1_main_prauc_1478">
            <a:extLst>
              <a:ext uri="{FF2B5EF4-FFF2-40B4-BE49-F238E27FC236}">
                <a16:creationId xmlns:a16="http://schemas.microsoft.com/office/drawing/2014/main" id="{8813EF1A-B3FB-47BA-AB0E-F4CF54C927C9}"/>
              </a:ext>
            </a:extLst>
          </p:cNvPr>
          <p:cNvSpPr>
            <a:spLocks noGrp="1"/>
          </p:cNvSpPr>
          <p:nvPr/>
        </p:nvSpPr>
        <p:spPr>
          <a:xfrm>
            <a:off x="4919088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F1_main_prauc_1479">
            <a:extLst>
              <a:ext uri="{FF2B5EF4-FFF2-40B4-BE49-F238E27FC236}">
                <a16:creationId xmlns:a16="http://schemas.microsoft.com/office/drawing/2014/main" id="{9B38632E-8E92-4FF6-B91B-3F2D24AA9135}"/>
              </a:ext>
            </a:extLst>
          </p:cNvPr>
          <p:cNvSpPr>
            <a:spLocks noGrp="1"/>
          </p:cNvSpPr>
          <p:nvPr/>
        </p:nvSpPr>
        <p:spPr>
          <a:xfrm>
            <a:off x="501656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F1_main_prauc_1480">
            <a:extLst>
              <a:ext uri="{FF2B5EF4-FFF2-40B4-BE49-F238E27FC236}">
                <a16:creationId xmlns:a16="http://schemas.microsoft.com/office/drawing/2014/main" id="{D16FEC8F-EA78-4376-8A4A-3D3208E153FF}"/>
              </a:ext>
            </a:extLst>
          </p:cNvPr>
          <p:cNvSpPr>
            <a:spLocks noGrp="1"/>
          </p:cNvSpPr>
          <p:nvPr/>
        </p:nvSpPr>
        <p:spPr>
          <a:xfrm>
            <a:off x="51093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F1_main_prauc_1481">
            <a:extLst>
              <a:ext uri="{FF2B5EF4-FFF2-40B4-BE49-F238E27FC236}">
                <a16:creationId xmlns:a16="http://schemas.microsoft.com/office/drawing/2014/main" id="{A68774DA-12B1-4661-A127-C52C175C0028}"/>
              </a:ext>
            </a:extLst>
          </p:cNvPr>
          <p:cNvSpPr>
            <a:spLocks noGrp="1"/>
          </p:cNvSpPr>
          <p:nvPr/>
        </p:nvSpPr>
        <p:spPr>
          <a:xfrm>
            <a:off x="5106194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F1_main_prauc_1482">
            <a:extLst>
              <a:ext uri="{FF2B5EF4-FFF2-40B4-BE49-F238E27FC236}">
                <a16:creationId xmlns:a16="http://schemas.microsoft.com/office/drawing/2014/main" id="{AC226FC0-1ED2-4FD7-B96D-73CC1513EF5F}"/>
              </a:ext>
            </a:extLst>
          </p:cNvPr>
          <p:cNvSpPr>
            <a:spLocks noGrp="1"/>
          </p:cNvSpPr>
          <p:nvPr/>
        </p:nvSpPr>
        <p:spPr>
          <a:xfrm>
            <a:off x="4953652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F1_main_prauc_1483">
            <a:extLst>
              <a:ext uri="{FF2B5EF4-FFF2-40B4-BE49-F238E27FC236}">
                <a16:creationId xmlns:a16="http://schemas.microsoft.com/office/drawing/2014/main" id="{E1AB9421-1253-44CC-A22F-CFD2C2F8BF27}"/>
              </a:ext>
            </a:extLst>
          </p:cNvPr>
          <p:cNvSpPr>
            <a:spLocks noGrp="1"/>
          </p:cNvSpPr>
          <p:nvPr/>
        </p:nvSpPr>
        <p:spPr>
          <a:xfrm>
            <a:off x="5040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F1_main_prauc_1484">
            <a:extLst>
              <a:ext uri="{FF2B5EF4-FFF2-40B4-BE49-F238E27FC236}">
                <a16:creationId xmlns:a16="http://schemas.microsoft.com/office/drawing/2014/main" id="{BDE464D7-CC03-45E7-8F1C-682EFB18E239}"/>
              </a:ext>
            </a:extLst>
          </p:cNvPr>
          <p:cNvSpPr>
            <a:spLocks noGrp="1"/>
          </p:cNvSpPr>
          <p:nvPr/>
        </p:nvSpPr>
        <p:spPr>
          <a:xfrm>
            <a:off x="5047413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F1_main_prauc_1485">
            <a:extLst>
              <a:ext uri="{FF2B5EF4-FFF2-40B4-BE49-F238E27FC236}">
                <a16:creationId xmlns:a16="http://schemas.microsoft.com/office/drawing/2014/main" id="{3FAA2241-FD51-4989-9B4A-8F7C2003C02B}"/>
              </a:ext>
            </a:extLst>
          </p:cNvPr>
          <p:cNvSpPr>
            <a:spLocks noGrp="1"/>
          </p:cNvSpPr>
          <p:nvPr/>
        </p:nvSpPr>
        <p:spPr>
          <a:xfrm>
            <a:off x="513059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F1_main_prauc_1486">
            <a:extLst>
              <a:ext uri="{FF2B5EF4-FFF2-40B4-BE49-F238E27FC236}">
                <a16:creationId xmlns:a16="http://schemas.microsoft.com/office/drawing/2014/main" id="{D63A2630-8894-49BD-BBAD-0AC1D1DD9C59}"/>
              </a:ext>
            </a:extLst>
          </p:cNvPr>
          <p:cNvSpPr>
            <a:spLocks noGrp="1"/>
          </p:cNvSpPr>
          <p:nvPr/>
        </p:nvSpPr>
        <p:spPr>
          <a:xfrm>
            <a:off x="49253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F1_main_prauc_1487">
            <a:extLst>
              <a:ext uri="{FF2B5EF4-FFF2-40B4-BE49-F238E27FC236}">
                <a16:creationId xmlns:a16="http://schemas.microsoft.com/office/drawing/2014/main" id="{F2DA7D32-705D-403D-89BA-281D9F339D51}"/>
              </a:ext>
            </a:extLst>
          </p:cNvPr>
          <p:cNvSpPr>
            <a:spLocks noGrp="1"/>
          </p:cNvSpPr>
          <p:nvPr/>
        </p:nvSpPr>
        <p:spPr>
          <a:xfrm>
            <a:off x="49817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F1_main_prauc_1488">
            <a:extLst>
              <a:ext uri="{FF2B5EF4-FFF2-40B4-BE49-F238E27FC236}">
                <a16:creationId xmlns:a16="http://schemas.microsoft.com/office/drawing/2014/main" id="{C32A8F56-74A6-4DAF-BA43-7B6E5530D506}"/>
              </a:ext>
            </a:extLst>
          </p:cNvPr>
          <p:cNvSpPr>
            <a:spLocks noGrp="1"/>
          </p:cNvSpPr>
          <p:nvPr/>
        </p:nvSpPr>
        <p:spPr>
          <a:xfrm>
            <a:off x="49657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F1_main_prauc_1489">
            <a:extLst>
              <a:ext uri="{FF2B5EF4-FFF2-40B4-BE49-F238E27FC236}">
                <a16:creationId xmlns:a16="http://schemas.microsoft.com/office/drawing/2014/main" id="{7B0F98D3-B914-4701-B18A-FCA527A914F4}"/>
              </a:ext>
            </a:extLst>
          </p:cNvPr>
          <p:cNvSpPr>
            <a:spLocks noGrp="1"/>
          </p:cNvSpPr>
          <p:nvPr/>
        </p:nvSpPr>
        <p:spPr>
          <a:xfrm>
            <a:off x="4944757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F1_main_prauc_1490">
            <a:extLst>
              <a:ext uri="{FF2B5EF4-FFF2-40B4-BE49-F238E27FC236}">
                <a16:creationId xmlns:a16="http://schemas.microsoft.com/office/drawing/2014/main" id="{7FD3EE3D-43BF-4957-B307-2D777299D902}"/>
              </a:ext>
            </a:extLst>
          </p:cNvPr>
          <p:cNvSpPr>
            <a:spLocks noGrp="1"/>
          </p:cNvSpPr>
          <p:nvPr/>
        </p:nvSpPr>
        <p:spPr>
          <a:xfrm>
            <a:off x="4973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F1_main_prauc_1491">
            <a:extLst>
              <a:ext uri="{FF2B5EF4-FFF2-40B4-BE49-F238E27FC236}">
                <a16:creationId xmlns:a16="http://schemas.microsoft.com/office/drawing/2014/main" id="{ECB8DBE5-1510-4EA0-BD28-37F89495FFF8}"/>
              </a:ext>
            </a:extLst>
          </p:cNvPr>
          <p:cNvSpPr>
            <a:spLocks noGrp="1"/>
          </p:cNvSpPr>
          <p:nvPr/>
        </p:nvSpPr>
        <p:spPr>
          <a:xfrm>
            <a:off x="4957437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F1_main_prauc_1492">
            <a:extLst>
              <a:ext uri="{FF2B5EF4-FFF2-40B4-BE49-F238E27FC236}">
                <a16:creationId xmlns:a16="http://schemas.microsoft.com/office/drawing/2014/main" id="{D4E3F1BE-726E-4F42-98FA-765DB4F88536}"/>
              </a:ext>
            </a:extLst>
          </p:cNvPr>
          <p:cNvSpPr>
            <a:spLocks noGrp="1"/>
          </p:cNvSpPr>
          <p:nvPr/>
        </p:nvSpPr>
        <p:spPr>
          <a:xfrm>
            <a:off x="6552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F1_main_prauc_1493">
            <a:extLst>
              <a:ext uri="{FF2B5EF4-FFF2-40B4-BE49-F238E27FC236}">
                <a16:creationId xmlns:a16="http://schemas.microsoft.com/office/drawing/2014/main" id="{1F35D641-99C9-4684-B18C-4E59B64558CD}"/>
              </a:ext>
            </a:extLst>
          </p:cNvPr>
          <p:cNvSpPr>
            <a:spLocks noGrp="1"/>
          </p:cNvSpPr>
          <p:nvPr/>
        </p:nvSpPr>
        <p:spPr>
          <a:xfrm>
            <a:off x="6583666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F1_main_prauc_1494">
            <a:extLst>
              <a:ext uri="{FF2B5EF4-FFF2-40B4-BE49-F238E27FC236}">
                <a16:creationId xmlns:a16="http://schemas.microsoft.com/office/drawing/2014/main" id="{0C2884CF-55D7-43A7-AB03-850C759EAF63}"/>
              </a:ext>
            </a:extLst>
          </p:cNvPr>
          <p:cNvSpPr>
            <a:spLocks noGrp="1"/>
          </p:cNvSpPr>
          <p:nvPr/>
        </p:nvSpPr>
        <p:spPr>
          <a:xfrm>
            <a:off x="6657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F1_main_prauc_1495">
            <a:extLst>
              <a:ext uri="{FF2B5EF4-FFF2-40B4-BE49-F238E27FC236}">
                <a16:creationId xmlns:a16="http://schemas.microsoft.com/office/drawing/2014/main" id="{D3563167-CFEC-4DB4-A3D7-DEDDD29B9A77}"/>
              </a:ext>
            </a:extLst>
          </p:cNvPr>
          <p:cNvSpPr>
            <a:spLocks noGrp="1"/>
          </p:cNvSpPr>
          <p:nvPr/>
        </p:nvSpPr>
        <p:spPr>
          <a:xfrm>
            <a:off x="654831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F1_main_prauc_1496">
            <a:extLst>
              <a:ext uri="{FF2B5EF4-FFF2-40B4-BE49-F238E27FC236}">
                <a16:creationId xmlns:a16="http://schemas.microsoft.com/office/drawing/2014/main" id="{3DC095E9-B249-4771-B9F7-19380F377E2B}"/>
              </a:ext>
            </a:extLst>
          </p:cNvPr>
          <p:cNvSpPr>
            <a:spLocks noGrp="1"/>
          </p:cNvSpPr>
          <p:nvPr/>
        </p:nvSpPr>
        <p:spPr>
          <a:xfrm>
            <a:off x="668164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F1_main_prauc_1497">
            <a:extLst>
              <a:ext uri="{FF2B5EF4-FFF2-40B4-BE49-F238E27FC236}">
                <a16:creationId xmlns:a16="http://schemas.microsoft.com/office/drawing/2014/main" id="{3F8CA47C-D21A-4481-9A44-CDCB39BAD0DF}"/>
              </a:ext>
            </a:extLst>
          </p:cNvPr>
          <p:cNvSpPr>
            <a:spLocks noGrp="1"/>
          </p:cNvSpPr>
          <p:nvPr/>
        </p:nvSpPr>
        <p:spPr>
          <a:xfrm>
            <a:off x="65660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F1_main_prauc_1498">
            <a:extLst>
              <a:ext uri="{FF2B5EF4-FFF2-40B4-BE49-F238E27FC236}">
                <a16:creationId xmlns:a16="http://schemas.microsoft.com/office/drawing/2014/main" id="{3243F146-7444-479D-80BE-B86C86AB01A4}"/>
              </a:ext>
            </a:extLst>
          </p:cNvPr>
          <p:cNvSpPr>
            <a:spLocks noGrp="1"/>
          </p:cNvSpPr>
          <p:nvPr/>
        </p:nvSpPr>
        <p:spPr>
          <a:xfrm>
            <a:off x="669863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F1_main_prauc_1499">
            <a:extLst>
              <a:ext uri="{FF2B5EF4-FFF2-40B4-BE49-F238E27FC236}">
                <a16:creationId xmlns:a16="http://schemas.microsoft.com/office/drawing/2014/main" id="{BB9B0AF8-DD8E-41A0-919B-7395D4B23A61}"/>
              </a:ext>
            </a:extLst>
          </p:cNvPr>
          <p:cNvSpPr>
            <a:spLocks noGrp="1"/>
          </p:cNvSpPr>
          <p:nvPr/>
        </p:nvSpPr>
        <p:spPr>
          <a:xfrm>
            <a:off x="6528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F1_main_prauc_1500">
            <a:extLst>
              <a:ext uri="{FF2B5EF4-FFF2-40B4-BE49-F238E27FC236}">
                <a16:creationId xmlns:a16="http://schemas.microsoft.com/office/drawing/2014/main" id="{8B1697E7-9032-4DBB-A3C2-A822DC37A43A}"/>
              </a:ext>
            </a:extLst>
          </p:cNvPr>
          <p:cNvSpPr>
            <a:spLocks noGrp="1"/>
          </p:cNvSpPr>
          <p:nvPr/>
        </p:nvSpPr>
        <p:spPr>
          <a:xfrm>
            <a:off x="6588968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F1_main_prauc_1501">
            <a:extLst>
              <a:ext uri="{FF2B5EF4-FFF2-40B4-BE49-F238E27FC236}">
                <a16:creationId xmlns:a16="http://schemas.microsoft.com/office/drawing/2014/main" id="{8C896D24-87FF-458E-B965-928DD596F5C6}"/>
              </a:ext>
            </a:extLst>
          </p:cNvPr>
          <p:cNvSpPr>
            <a:spLocks noGrp="1"/>
          </p:cNvSpPr>
          <p:nvPr/>
        </p:nvSpPr>
        <p:spPr>
          <a:xfrm>
            <a:off x="66310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F1_main_prauc_1502">
            <a:extLst>
              <a:ext uri="{FF2B5EF4-FFF2-40B4-BE49-F238E27FC236}">
                <a16:creationId xmlns:a16="http://schemas.microsoft.com/office/drawing/2014/main" id="{E94690D3-1CD7-4BD0-AC4D-B772A4CB97D6}"/>
              </a:ext>
            </a:extLst>
          </p:cNvPr>
          <p:cNvSpPr>
            <a:spLocks noGrp="1"/>
          </p:cNvSpPr>
          <p:nvPr/>
        </p:nvSpPr>
        <p:spPr>
          <a:xfrm>
            <a:off x="6640466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F1_main_prauc_1503">
            <a:extLst>
              <a:ext uri="{FF2B5EF4-FFF2-40B4-BE49-F238E27FC236}">
                <a16:creationId xmlns:a16="http://schemas.microsoft.com/office/drawing/2014/main" id="{555C3C70-715E-4D90-A00B-50054284ABA8}"/>
              </a:ext>
            </a:extLst>
          </p:cNvPr>
          <p:cNvSpPr>
            <a:spLocks noGrp="1"/>
          </p:cNvSpPr>
          <p:nvPr/>
        </p:nvSpPr>
        <p:spPr>
          <a:xfrm>
            <a:off x="6492914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F1_main_prauc_1504">
            <a:extLst>
              <a:ext uri="{FF2B5EF4-FFF2-40B4-BE49-F238E27FC236}">
                <a16:creationId xmlns:a16="http://schemas.microsoft.com/office/drawing/2014/main" id="{DFCF241F-1B55-4934-8833-8A88EF4248FA}"/>
              </a:ext>
            </a:extLst>
          </p:cNvPr>
          <p:cNvSpPr>
            <a:spLocks noGrp="1"/>
          </p:cNvSpPr>
          <p:nvPr/>
        </p:nvSpPr>
        <p:spPr>
          <a:xfrm>
            <a:off x="6594152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F1_main_prauc_1505">
            <a:extLst>
              <a:ext uri="{FF2B5EF4-FFF2-40B4-BE49-F238E27FC236}">
                <a16:creationId xmlns:a16="http://schemas.microsoft.com/office/drawing/2014/main" id="{49EF3D94-060F-4222-B3D0-EDE96B785079}"/>
              </a:ext>
            </a:extLst>
          </p:cNvPr>
          <p:cNvSpPr>
            <a:spLocks noGrp="1"/>
          </p:cNvSpPr>
          <p:nvPr/>
        </p:nvSpPr>
        <p:spPr>
          <a:xfrm>
            <a:off x="665915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F1_main_prauc_1506">
            <a:extLst>
              <a:ext uri="{FF2B5EF4-FFF2-40B4-BE49-F238E27FC236}">
                <a16:creationId xmlns:a16="http://schemas.microsoft.com/office/drawing/2014/main" id="{CA4D3859-A93F-4E07-A4D4-91CFF54C8851}"/>
              </a:ext>
            </a:extLst>
          </p:cNvPr>
          <p:cNvSpPr>
            <a:spLocks noGrp="1"/>
          </p:cNvSpPr>
          <p:nvPr/>
        </p:nvSpPr>
        <p:spPr>
          <a:xfrm>
            <a:off x="66342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F1_main_prauc_1507">
            <a:extLst>
              <a:ext uri="{FF2B5EF4-FFF2-40B4-BE49-F238E27FC236}">
                <a16:creationId xmlns:a16="http://schemas.microsoft.com/office/drawing/2014/main" id="{BCC3CB33-85EC-42DB-8948-F0AD8D8A8DCA}"/>
              </a:ext>
            </a:extLst>
          </p:cNvPr>
          <p:cNvSpPr>
            <a:spLocks noGrp="1"/>
          </p:cNvSpPr>
          <p:nvPr/>
        </p:nvSpPr>
        <p:spPr>
          <a:xfrm>
            <a:off x="65886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F1_main_prauc_1508">
            <a:extLst>
              <a:ext uri="{FF2B5EF4-FFF2-40B4-BE49-F238E27FC236}">
                <a16:creationId xmlns:a16="http://schemas.microsoft.com/office/drawing/2014/main" id="{A4EF58DB-69AA-4E1C-ABCF-42CEFD0A9BB4}"/>
              </a:ext>
            </a:extLst>
          </p:cNvPr>
          <p:cNvSpPr>
            <a:spLocks noGrp="1"/>
          </p:cNvSpPr>
          <p:nvPr/>
        </p:nvSpPr>
        <p:spPr>
          <a:xfrm>
            <a:off x="66843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F1_main_prauc_1509">
            <a:extLst>
              <a:ext uri="{FF2B5EF4-FFF2-40B4-BE49-F238E27FC236}">
                <a16:creationId xmlns:a16="http://schemas.microsoft.com/office/drawing/2014/main" id="{A28A999F-7797-42C4-A08D-A848A6961C8A}"/>
              </a:ext>
            </a:extLst>
          </p:cNvPr>
          <p:cNvSpPr>
            <a:spLocks noGrp="1"/>
          </p:cNvSpPr>
          <p:nvPr/>
        </p:nvSpPr>
        <p:spPr>
          <a:xfrm>
            <a:off x="6706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F1_main_prauc_1510">
            <a:extLst>
              <a:ext uri="{FF2B5EF4-FFF2-40B4-BE49-F238E27FC236}">
                <a16:creationId xmlns:a16="http://schemas.microsoft.com/office/drawing/2014/main" id="{C0457625-8ED2-4AA9-825C-8F2F6D933C49}"/>
              </a:ext>
            </a:extLst>
          </p:cNvPr>
          <p:cNvSpPr>
            <a:spLocks noGrp="1"/>
          </p:cNvSpPr>
          <p:nvPr/>
        </p:nvSpPr>
        <p:spPr>
          <a:xfrm>
            <a:off x="65766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F1_main_prauc_1511">
            <a:extLst>
              <a:ext uri="{FF2B5EF4-FFF2-40B4-BE49-F238E27FC236}">
                <a16:creationId xmlns:a16="http://schemas.microsoft.com/office/drawing/2014/main" id="{7C609D9C-6F31-4A6E-980C-06952B92360A}"/>
              </a:ext>
            </a:extLst>
          </p:cNvPr>
          <p:cNvSpPr>
            <a:spLocks noGrp="1"/>
          </p:cNvSpPr>
          <p:nvPr/>
        </p:nvSpPr>
        <p:spPr>
          <a:xfrm>
            <a:off x="6501164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F1_main_prauc_1512">
            <a:extLst>
              <a:ext uri="{FF2B5EF4-FFF2-40B4-BE49-F238E27FC236}">
                <a16:creationId xmlns:a16="http://schemas.microsoft.com/office/drawing/2014/main" id="{923C5D35-C611-49A2-92DA-436CA2FA910C}"/>
              </a:ext>
            </a:extLst>
          </p:cNvPr>
          <p:cNvSpPr>
            <a:spLocks noGrp="1"/>
          </p:cNvSpPr>
          <p:nvPr/>
        </p:nvSpPr>
        <p:spPr>
          <a:xfrm>
            <a:off x="664504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F1_main_prauc_1513">
            <a:extLst>
              <a:ext uri="{FF2B5EF4-FFF2-40B4-BE49-F238E27FC236}">
                <a16:creationId xmlns:a16="http://schemas.microsoft.com/office/drawing/2014/main" id="{660E0D28-A4F6-45B1-B027-3BE2705B9693}"/>
              </a:ext>
            </a:extLst>
          </p:cNvPr>
          <p:cNvSpPr>
            <a:spLocks noGrp="1"/>
          </p:cNvSpPr>
          <p:nvPr/>
        </p:nvSpPr>
        <p:spPr>
          <a:xfrm>
            <a:off x="66584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F1_main_prauc_1514">
            <a:extLst>
              <a:ext uri="{FF2B5EF4-FFF2-40B4-BE49-F238E27FC236}">
                <a16:creationId xmlns:a16="http://schemas.microsoft.com/office/drawing/2014/main" id="{3342575B-036D-47C5-B269-6006402484D0}"/>
              </a:ext>
            </a:extLst>
          </p:cNvPr>
          <p:cNvSpPr>
            <a:spLocks noGrp="1"/>
          </p:cNvSpPr>
          <p:nvPr/>
        </p:nvSpPr>
        <p:spPr>
          <a:xfrm>
            <a:off x="6683922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F1_main_prauc_1515">
            <a:extLst>
              <a:ext uri="{FF2B5EF4-FFF2-40B4-BE49-F238E27FC236}">
                <a16:creationId xmlns:a16="http://schemas.microsoft.com/office/drawing/2014/main" id="{BD755697-42DD-42C4-BC97-93DD33A80136}"/>
              </a:ext>
            </a:extLst>
          </p:cNvPr>
          <p:cNvSpPr>
            <a:spLocks noGrp="1"/>
          </p:cNvSpPr>
          <p:nvPr/>
        </p:nvSpPr>
        <p:spPr>
          <a:xfrm>
            <a:off x="672585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F1_main_prauc_1516">
            <a:extLst>
              <a:ext uri="{FF2B5EF4-FFF2-40B4-BE49-F238E27FC236}">
                <a16:creationId xmlns:a16="http://schemas.microsoft.com/office/drawing/2014/main" id="{3BD927D6-CCBF-48E5-BBA7-6A6C989EB8E6}"/>
              </a:ext>
            </a:extLst>
          </p:cNvPr>
          <p:cNvSpPr>
            <a:spLocks noGrp="1"/>
          </p:cNvSpPr>
          <p:nvPr/>
        </p:nvSpPr>
        <p:spPr>
          <a:xfrm>
            <a:off x="670327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F1_main_prauc_1517">
            <a:extLst>
              <a:ext uri="{FF2B5EF4-FFF2-40B4-BE49-F238E27FC236}">
                <a16:creationId xmlns:a16="http://schemas.microsoft.com/office/drawing/2014/main" id="{18D31813-24DE-40F9-907C-3E98E5725C89}"/>
              </a:ext>
            </a:extLst>
          </p:cNvPr>
          <p:cNvSpPr>
            <a:spLocks noGrp="1"/>
          </p:cNvSpPr>
          <p:nvPr/>
        </p:nvSpPr>
        <p:spPr>
          <a:xfrm>
            <a:off x="672080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F1_main_prauc_1518">
            <a:extLst>
              <a:ext uri="{FF2B5EF4-FFF2-40B4-BE49-F238E27FC236}">
                <a16:creationId xmlns:a16="http://schemas.microsoft.com/office/drawing/2014/main" id="{2C40FF44-A9E7-436D-99AA-F18404A38E68}"/>
              </a:ext>
            </a:extLst>
          </p:cNvPr>
          <p:cNvSpPr>
            <a:spLocks noGrp="1"/>
          </p:cNvSpPr>
          <p:nvPr/>
        </p:nvSpPr>
        <p:spPr>
          <a:xfrm>
            <a:off x="65615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F1_main_prauc_1519">
            <a:extLst>
              <a:ext uri="{FF2B5EF4-FFF2-40B4-BE49-F238E27FC236}">
                <a16:creationId xmlns:a16="http://schemas.microsoft.com/office/drawing/2014/main" id="{B387EA83-57CD-4EB5-BD12-B630348AE651}"/>
              </a:ext>
            </a:extLst>
          </p:cNvPr>
          <p:cNvSpPr>
            <a:spLocks noGrp="1"/>
          </p:cNvSpPr>
          <p:nvPr/>
        </p:nvSpPr>
        <p:spPr>
          <a:xfrm>
            <a:off x="66250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F1_main_prauc_1520">
            <a:extLst>
              <a:ext uri="{FF2B5EF4-FFF2-40B4-BE49-F238E27FC236}">
                <a16:creationId xmlns:a16="http://schemas.microsoft.com/office/drawing/2014/main" id="{90BFF722-E5DA-42CB-A976-C3B919F30859}"/>
              </a:ext>
            </a:extLst>
          </p:cNvPr>
          <p:cNvSpPr>
            <a:spLocks noGrp="1"/>
          </p:cNvSpPr>
          <p:nvPr/>
        </p:nvSpPr>
        <p:spPr>
          <a:xfrm>
            <a:off x="672992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F1_main_prauc_1521">
            <a:extLst>
              <a:ext uri="{FF2B5EF4-FFF2-40B4-BE49-F238E27FC236}">
                <a16:creationId xmlns:a16="http://schemas.microsoft.com/office/drawing/2014/main" id="{F209BE17-6E94-4260-BF55-2EC0A466D8EA}"/>
              </a:ext>
            </a:extLst>
          </p:cNvPr>
          <p:cNvSpPr>
            <a:spLocks noGrp="1"/>
          </p:cNvSpPr>
          <p:nvPr/>
        </p:nvSpPr>
        <p:spPr>
          <a:xfrm>
            <a:off x="66794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F1_main_prauc_1522">
            <a:extLst>
              <a:ext uri="{FF2B5EF4-FFF2-40B4-BE49-F238E27FC236}">
                <a16:creationId xmlns:a16="http://schemas.microsoft.com/office/drawing/2014/main" id="{944F88C5-F2AE-438E-80F3-CD0747CEFA10}"/>
              </a:ext>
            </a:extLst>
          </p:cNvPr>
          <p:cNvSpPr>
            <a:spLocks noGrp="1"/>
          </p:cNvSpPr>
          <p:nvPr/>
        </p:nvSpPr>
        <p:spPr>
          <a:xfrm>
            <a:off x="666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F1_main_prauc_1523">
            <a:extLst>
              <a:ext uri="{FF2B5EF4-FFF2-40B4-BE49-F238E27FC236}">
                <a16:creationId xmlns:a16="http://schemas.microsoft.com/office/drawing/2014/main" id="{FC575864-CA27-41D4-957D-C5DADC026D75}"/>
              </a:ext>
            </a:extLst>
          </p:cNvPr>
          <p:cNvSpPr>
            <a:spLocks noGrp="1"/>
          </p:cNvSpPr>
          <p:nvPr/>
        </p:nvSpPr>
        <p:spPr>
          <a:xfrm>
            <a:off x="672455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F1_main_prauc_1524">
            <a:extLst>
              <a:ext uri="{FF2B5EF4-FFF2-40B4-BE49-F238E27FC236}">
                <a16:creationId xmlns:a16="http://schemas.microsoft.com/office/drawing/2014/main" id="{4258526D-954E-4BEE-96E5-940D4F2F117E}"/>
              </a:ext>
            </a:extLst>
          </p:cNvPr>
          <p:cNvSpPr>
            <a:spLocks noGrp="1"/>
          </p:cNvSpPr>
          <p:nvPr/>
        </p:nvSpPr>
        <p:spPr>
          <a:xfrm>
            <a:off x="65540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F1_main_prauc_1525">
            <a:extLst>
              <a:ext uri="{FF2B5EF4-FFF2-40B4-BE49-F238E27FC236}">
                <a16:creationId xmlns:a16="http://schemas.microsoft.com/office/drawing/2014/main" id="{61FB959B-C099-421F-A8F6-ABF679CBCD68}"/>
              </a:ext>
            </a:extLst>
          </p:cNvPr>
          <p:cNvSpPr>
            <a:spLocks noGrp="1"/>
          </p:cNvSpPr>
          <p:nvPr/>
        </p:nvSpPr>
        <p:spPr>
          <a:xfrm>
            <a:off x="664213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F1_main_prauc_1526">
            <a:extLst>
              <a:ext uri="{FF2B5EF4-FFF2-40B4-BE49-F238E27FC236}">
                <a16:creationId xmlns:a16="http://schemas.microsoft.com/office/drawing/2014/main" id="{3DAABAAD-81E7-4C7C-BD01-B5AA4CC14D35}"/>
              </a:ext>
            </a:extLst>
          </p:cNvPr>
          <p:cNvSpPr>
            <a:spLocks noGrp="1"/>
          </p:cNvSpPr>
          <p:nvPr/>
        </p:nvSpPr>
        <p:spPr>
          <a:xfrm>
            <a:off x="674270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F1_main_prauc_1527">
            <a:extLst>
              <a:ext uri="{FF2B5EF4-FFF2-40B4-BE49-F238E27FC236}">
                <a16:creationId xmlns:a16="http://schemas.microsoft.com/office/drawing/2014/main" id="{3C869A5A-4991-425E-8800-8320B86AFF0C}"/>
              </a:ext>
            </a:extLst>
          </p:cNvPr>
          <p:cNvSpPr>
            <a:spLocks noGrp="1"/>
          </p:cNvSpPr>
          <p:nvPr/>
        </p:nvSpPr>
        <p:spPr>
          <a:xfrm>
            <a:off x="65416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F1_main_prauc_1528">
            <a:extLst>
              <a:ext uri="{FF2B5EF4-FFF2-40B4-BE49-F238E27FC236}">
                <a16:creationId xmlns:a16="http://schemas.microsoft.com/office/drawing/2014/main" id="{86F06E5D-C857-4A85-9196-280E3B91A145}"/>
              </a:ext>
            </a:extLst>
          </p:cNvPr>
          <p:cNvSpPr>
            <a:spLocks noGrp="1"/>
          </p:cNvSpPr>
          <p:nvPr/>
        </p:nvSpPr>
        <p:spPr>
          <a:xfrm>
            <a:off x="6659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F1_main_prauc_1529">
            <a:extLst>
              <a:ext uri="{FF2B5EF4-FFF2-40B4-BE49-F238E27FC236}">
                <a16:creationId xmlns:a16="http://schemas.microsoft.com/office/drawing/2014/main" id="{DA9A5541-771A-484B-BACC-061B4C3C520A}"/>
              </a:ext>
            </a:extLst>
          </p:cNvPr>
          <p:cNvSpPr>
            <a:spLocks noGrp="1"/>
          </p:cNvSpPr>
          <p:nvPr/>
        </p:nvSpPr>
        <p:spPr>
          <a:xfrm>
            <a:off x="67284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F1_main_prauc_1530">
            <a:extLst>
              <a:ext uri="{FF2B5EF4-FFF2-40B4-BE49-F238E27FC236}">
                <a16:creationId xmlns:a16="http://schemas.microsoft.com/office/drawing/2014/main" id="{20FBBBA6-348A-4794-BFE7-FB942DDDA66C}"/>
              </a:ext>
            </a:extLst>
          </p:cNvPr>
          <p:cNvSpPr>
            <a:spLocks noGrp="1"/>
          </p:cNvSpPr>
          <p:nvPr/>
        </p:nvSpPr>
        <p:spPr>
          <a:xfrm>
            <a:off x="6709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F1_main_prauc_1531">
            <a:extLst>
              <a:ext uri="{FF2B5EF4-FFF2-40B4-BE49-F238E27FC236}">
                <a16:creationId xmlns:a16="http://schemas.microsoft.com/office/drawing/2014/main" id="{70329F4E-BDE4-4CD2-BBCA-EE6D32D558D0}"/>
              </a:ext>
            </a:extLst>
          </p:cNvPr>
          <p:cNvSpPr>
            <a:spLocks noGrp="1"/>
          </p:cNvSpPr>
          <p:nvPr/>
        </p:nvSpPr>
        <p:spPr>
          <a:xfrm>
            <a:off x="6658839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F1_main_prauc_1532">
            <a:extLst>
              <a:ext uri="{FF2B5EF4-FFF2-40B4-BE49-F238E27FC236}">
                <a16:creationId xmlns:a16="http://schemas.microsoft.com/office/drawing/2014/main" id="{624C239A-5168-4387-9B01-DF94D956FDC0}"/>
              </a:ext>
            </a:extLst>
          </p:cNvPr>
          <p:cNvSpPr>
            <a:spLocks noGrp="1"/>
          </p:cNvSpPr>
          <p:nvPr/>
        </p:nvSpPr>
        <p:spPr>
          <a:xfrm>
            <a:off x="656051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F1_main_prauc_1533">
            <a:extLst>
              <a:ext uri="{FF2B5EF4-FFF2-40B4-BE49-F238E27FC236}">
                <a16:creationId xmlns:a16="http://schemas.microsoft.com/office/drawing/2014/main" id="{7D8A78F3-0F75-41C0-BF18-AB0B65051571}"/>
              </a:ext>
            </a:extLst>
          </p:cNvPr>
          <p:cNvSpPr>
            <a:spLocks noGrp="1"/>
          </p:cNvSpPr>
          <p:nvPr/>
        </p:nvSpPr>
        <p:spPr>
          <a:xfrm>
            <a:off x="64904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F1_main_prauc_1534">
            <a:extLst>
              <a:ext uri="{FF2B5EF4-FFF2-40B4-BE49-F238E27FC236}">
                <a16:creationId xmlns:a16="http://schemas.microsoft.com/office/drawing/2014/main" id="{2A2E2619-EDC7-4D64-8324-BE9DF34752AC}"/>
              </a:ext>
            </a:extLst>
          </p:cNvPr>
          <p:cNvSpPr>
            <a:spLocks noGrp="1"/>
          </p:cNvSpPr>
          <p:nvPr/>
        </p:nvSpPr>
        <p:spPr>
          <a:xfrm>
            <a:off x="65290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F1_main_prauc_1535">
            <a:extLst>
              <a:ext uri="{FF2B5EF4-FFF2-40B4-BE49-F238E27FC236}">
                <a16:creationId xmlns:a16="http://schemas.microsoft.com/office/drawing/2014/main" id="{2597D3D7-FACD-4A2D-A146-9C1D61D7127D}"/>
              </a:ext>
            </a:extLst>
          </p:cNvPr>
          <p:cNvSpPr>
            <a:spLocks noGrp="1"/>
          </p:cNvSpPr>
          <p:nvPr/>
        </p:nvSpPr>
        <p:spPr>
          <a:xfrm>
            <a:off x="6515033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F1_main_prauc_1536">
            <a:extLst>
              <a:ext uri="{FF2B5EF4-FFF2-40B4-BE49-F238E27FC236}">
                <a16:creationId xmlns:a16="http://schemas.microsoft.com/office/drawing/2014/main" id="{2741876B-2926-4ADB-B8CD-18B08304831A}"/>
              </a:ext>
            </a:extLst>
          </p:cNvPr>
          <p:cNvSpPr>
            <a:spLocks noGrp="1"/>
          </p:cNvSpPr>
          <p:nvPr/>
        </p:nvSpPr>
        <p:spPr>
          <a:xfrm>
            <a:off x="660045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F1_main_prauc_1537">
            <a:extLst>
              <a:ext uri="{FF2B5EF4-FFF2-40B4-BE49-F238E27FC236}">
                <a16:creationId xmlns:a16="http://schemas.microsoft.com/office/drawing/2014/main" id="{4DC3E8E2-59B9-44FD-A9E7-24112541C633}"/>
              </a:ext>
            </a:extLst>
          </p:cNvPr>
          <p:cNvSpPr>
            <a:spLocks noGrp="1"/>
          </p:cNvSpPr>
          <p:nvPr/>
        </p:nvSpPr>
        <p:spPr>
          <a:xfrm>
            <a:off x="67059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F1_main_prauc_1538">
            <a:extLst>
              <a:ext uri="{FF2B5EF4-FFF2-40B4-BE49-F238E27FC236}">
                <a16:creationId xmlns:a16="http://schemas.microsoft.com/office/drawing/2014/main" id="{2DEDD71B-80CF-4C7D-AD26-0C6FFC7136B5}"/>
              </a:ext>
            </a:extLst>
          </p:cNvPr>
          <p:cNvSpPr>
            <a:spLocks noGrp="1"/>
          </p:cNvSpPr>
          <p:nvPr/>
        </p:nvSpPr>
        <p:spPr>
          <a:xfrm>
            <a:off x="658123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F1_main_prauc_1539">
            <a:extLst>
              <a:ext uri="{FF2B5EF4-FFF2-40B4-BE49-F238E27FC236}">
                <a16:creationId xmlns:a16="http://schemas.microsoft.com/office/drawing/2014/main" id="{2B9D8112-7685-4F36-9C73-6CB7008264D7}"/>
              </a:ext>
            </a:extLst>
          </p:cNvPr>
          <p:cNvSpPr>
            <a:spLocks noGrp="1"/>
          </p:cNvSpPr>
          <p:nvPr/>
        </p:nvSpPr>
        <p:spPr>
          <a:xfrm>
            <a:off x="66047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F1_main_prauc_1540">
            <a:extLst>
              <a:ext uri="{FF2B5EF4-FFF2-40B4-BE49-F238E27FC236}">
                <a16:creationId xmlns:a16="http://schemas.microsoft.com/office/drawing/2014/main" id="{04DB267D-A275-4580-A8AF-394DA9CFB4D0}"/>
              </a:ext>
            </a:extLst>
          </p:cNvPr>
          <p:cNvSpPr>
            <a:spLocks noGrp="1"/>
          </p:cNvSpPr>
          <p:nvPr/>
        </p:nvSpPr>
        <p:spPr>
          <a:xfrm>
            <a:off x="662454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F1_main_prauc_1541">
            <a:extLst>
              <a:ext uri="{FF2B5EF4-FFF2-40B4-BE49-F238E27FC236}">
                <a16:creationId xmlns:a16="http://schemas.microsoft.com/office/drawing/2014/main" id="{D92F50C7-7E1A-4BAA-824E-CCC1477DA044}"/>
              </a:ext>
            </a:extLst>
          </p:cNvPr>
          <p:cNvSpPr>
            <a:spLocks noGrp="1"/>
          </p:cNvSpPr>
          <p:nvPr/>
        </p:nvSpPr>
        <p:spPr>
          <a:xfrm>
            <a:off x="656011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F1_main_prauc_1542">
            <a:extLst>
              <a:ext uri="{FF2B5EF4-FFF2-40B4-BE49-F238E27FC236}">
                <a16:creationId xmlns:a16="http://schemas.microsoft.com/office/drawing/2014/main" id="{BE07352F-D6E9-40D7-82D6-2026834141E8}"/>
              </a:ext>
            </a:extLst>
          </p:cNvPr>
          <p:cNvSpPr>
            <a:spLocks noGrp="1"/>
          </p:cNvSpPr>
          <p:nvPr/>
        </p:nvSpPr>
        <p:spPr>
          <a:xfrm>
            <a:off x="65393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F1_main_prauc_1543">
            <a:extLst>
              <a:ext uri="{FF2B5EF4-FFF2-40B4-BE49-F238E27FC236}">
                <a16:creationId xmlns:a16="http://schemas.microsoft.com/office/drawing/2014/main" id="{38B55BBC-E592-433C-84AC-70A6D81FD3BB}"/>
              </a:ext>
            </a:extLst>
          </p:cNvPr>
          <p:cNvSpPr>
            <a:spLocks noGrp="1"/>
          </p:cNvSpPr>
          <p:nvPr/>
        </p:nvSpPr>
        <p:spPr>
          <a:xfrm>
            <a:off x="65320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F1_main_prauc_1544">
            <a:extLst>
              <a:ext uri="{FF2B5EF4-FFF2-40B4-BE49-F238E27FC236}">
                <a16:creationId xmlns:a16="http://schemas.microsoft.com/office/drawing/2014/main" id="{DB3E63C9-0C3F-4C7A-87E8-F2DE800E58C7}"/>
              </a:ext>
            </a:extLst>
          </p:cNvPr>
          <p:cNvSpPr>
            <a:spLocks noGrp="1"/>
          </p:cNvSpPr>
          <p:nvPr/>
        </p:nvSpPr>
        <p:spPr>
          <a:xfrm>
            <a:off x="6556198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F1_main_prauc_1545">
            <a:extLst>
              <a:ext uri="{FF2B5EF4-FFF2-40B4-BE49-F238E27FC236}">
                <a16:creationId xmlns:a16="http://schemas.microsoft.com/office/drawing/2014/main" id="{C78F0EDC-0C3E-40FF-9E23-31D0DF61E007}"/>
              </a:ext>
            </a:extLst>
          </p:cNvPr>
          <p:cNvSpPr>
            <a:spLocks noGrp="1"/>
          </p:cNvSpPr>
          <p:nvPr/>
        </p:nvSpPr>
        <p:spPr>
          <a:xfrm>
            <a:off x="6682185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F1_main_prauc_1546">
            <a:extLst>
              <a:ext uri="{FF2B5EF4-FFF2-40B4-BE49-F238E27FC236}">
                <a16:creationId xmlns:a16="http://schemas.microsoft.com/office/drawing/2014/main" id="{C052443B-AE8B-4B57-B228-BCEF517F1CD8}"/>
              </a:ext>
            </a:extLst>
          </p:cNvPr>
          <p:cNvSpPr>
            <a:spLocks noGrp="1"/>
          </p:cNvSpPr>
          <p:nvPr/>
        </p:nvSpPr>
        <p:spPr>
          <a:xfrm>
            <a:off x="666306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F1_main_prauc_1547">
            <a:extLst>
              <a:ext uri="{FF2B5EF4-FFF2-40B4-BE49-F238E27FC236}">
                <a16:creationId xmlns:a16="http://schemas.microsoft.com/office/drawing/2014/main" id="{692D1F8B-6C2F-448A-9D22-D24BC84F7169}"/>
              </a:ext>
            </a:extLst>
          </p:cNvPr>
          <p:cNvSpPr>
            <a:spLocks noGrp="1"/>
          </p:cNvSpPr>
          <p:nvPr/>
        </p:nvSpPr>
        <p:spPr>
          <a:xfrm>
            <a:off x="649372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F1_main_prauc_1548">
            <a:extLst>
              <a:ext uri="{FF2B5EF4-FFF2-40B4-BE49-F238E27FC236}">
                <a16:creationId xmlns:a16="http://schemas.microsoft.com/office/drawing/2014/main" id="{6DE9A202-62F7-4304-84C3-5C5F239CECF6}"/>
              </a:ext>
            </a:extLst>
          </p:cNvPr>
          <p:cNvSpPr>
            <a:spLocks noGrp="1"/>
          </p:cNvSpPr>
          <p:nvPr/>
        </p:nvSpPr>
        <p:spPr>
          <a:xfrm>
            <a:off x="656412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F1_main_prauc_1549">
            <a:extLst>
              <a:ext uri="{FF2B5EF4-FFF2-40B4-BE49-F238E27FC236}">
                <a16:creationId xmlns:a16="http://schemas.microsoft.com/office/drawing/2014/main" id="{261D07EE-0760-4CCD-8448-091959811395}"/>
              </a:ext>
            </a:extLst>
          </p:cNvPr>
          <p:cNvSpPr>
            <a:spLocks noGrp="1"/>
          </p:cNvSpPr>
          <p:nvPr/>
        </p:nvSpPr>
        <p:spPr>
          <a:xfrm>
            <a:off x="6573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F1_main_prauc_1550">
            <a:extLst>
              <a:ext uri="{FF2B5EF4-FFF2-40B4-BE49-F238E27FC236}">
                <a16:creationId xmlns:a16="http://schemas.microsoft.com/office/drawing/2014/main" id="{A043FF7F-E4FF-4427-B17C-C6E42CEF90B5}"/>
              </a:ext>
            </a:extLst>
          </p:cNvPr>
          <p:cNvSpPr>
            <a:spLocks noGrp="1"/>
          </p:cNvSpPr>
          <p:nvPr/>
        </p:nvSpPr>
        <p:spPr>
          <a:xfrm>
            <a:off x="6722778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F1_main_prauc_1551">
            <a:extLst>
              <a:ext uri="{FF2B5EF4-FFF2-40B4-BE49-F238E27FC236}">
                <a16:creationId xmlns:a16="http://schemas.microsoft.com/office/drawing/2014/main" id="{35A125EA-306E-48E5-8740-118ACCA682C8}"/>
              </a:ext>
            </a:extLst>
          </p:cNvPr>
          <p:cNvSpPr>
            <a:spLocks noGrp="1"/>
          </p:cNvSpPr>
          <p:nvPr/>
        </p:nvSpPr>
        <p:spPr>
          <a:xfrm>
            <a:off x="655359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F1_main_prauc_1552">
            <a:extLst>
              <a:ext uri="{FF2B5EF4-FFF2-40B4-BE49-F238E27FC236}">
                <a16:creationId xmlns:a16="http://schemas.microsoft.com/office/drawing/2014/main" id="{17524605-099E-41BF-A534-CF40F3AA4F7A}"/>
              </a:ext>
            </a:extLst>
          </p:cNvPr>
          <p:cNvSpPr>
            <a:spLocks noGrp="1"/>
          </p:cNvSpPr>
          <p:nvPr/>
        </p:nvSpPr>
        <p:spPr>
          <a:xfrm>
            <a:off x="670118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F1_main_prauc_1553">
            <a:extLst>
              <a:ext uri="{FF2B5EF4-FFF2-40B4-BE49-F238E27FC236}">
                <a16:creationId xmlns:a16="http://schemas.microsoft.com/office/drawing/2014/main" id="{0CC267E8-DC8D-4CF4-9363-A19878B7C071}"/>
              </a:ext>
            </a:extLst>
          </p:cNvPr>
          <p:cNvSpPr>
            <a:spLocks noGrp="1"/>
          </p:cNvSpPr>
          <p:nvPr/>
        </p:nvSpPr>
        <p:spPr>
          <a:xfrm>
            <a:off x="65742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F1_main_prauc_1554">
            <a:extLst>
              <a:ext uri="{FF2B5EF4-FFF2-40B4-BE49-F238E27FC236}">
                <a16:creationId xmlns:a16="http://schemas.microsoft.com/office/drawing/2014/main" id="{93EA1571-CBAB-4227-AA55-B0E650B4555E}"/>
              </a:ext>
            </a:extLst>
          </p:cNvPr>
          <p:cNvSpPr>
            <a:spLocks noGrp="1"/>
          </p:cNvSpPr>
          <p:nvPr/>
        </p:nvSpPr>
        <p:spPr>
          <a:xfrm>
            <a:off x="65229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F1_main_prauc_1555">
            <a:extLst>
              <a:ext uri="{FF2B5EF4-FFF2-40B4-BE49-F238E27FC236}">
                <a16:creationId xmlns:a16="http://schemas.microsoft.com/office/drawing/2014/main" id="{D4E9FED0-19E2-42C8-980B-A0924290E6F3}"/>
              </a:ext>
            </a:extLst>
          </p:cNvPr>
          <p:cNvSpPr>
            <a:spLocks noGrp="1"/>
          </p:cNvSpPr>
          <p:nvPr/>
        </p:nvSpPr>
        <p:spPr>
          <a:xfrm>
            <a:off x="65986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F1_main_prauc_1556">
            <a:extLst>
              <a:ext uri="{FF2B5EF4-FFF2-40B4-BE49-F238E27FC236}">
                <a16:creationId xmlns:a16="http://schemas.microsoft.com/office/drawing/2014/main" id="{CD98F379-633D-415B-88E8-C84E624BC292}"/>
              </a:ext>
            </a:extLst>
          </p:cNvPr>
          <p:cNvSpPr>
            <a:spLocks noGrp="1"/>
          </p:cNvSpPr>
          <p:nvPr/>
        </p:nvSpPr>
        <p:spPr>
          <a:xfrm>
            <a:off x="66944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F1_main_prauc_1557">
            <a:extLst>
              <a:ext uri="{FF2B5EF4-FFF2-40B4-BE49-F238E27FC236}">
                <a16:creationId xmlns:a16="http://schemas.microsoft.com/office/drawing/2014/main" id="{2519E1EA-5085-46D6-9F32-ACF17FA9CE6B}"/>
              </a:ext>
            </a:extLst>
          </p:cNvPr>
          <p:cNvSpPr>
            <a:spLocks noGrp="1"/>
          </p:cNvSpPr>
          <p:nvPr/>
        </p:nvSpPr>
        <p:spPr>
          <a:xfrm>
            <a:off x="663528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F1_main_prauc_1558">
            <a:extLst>
              <a:ext uri="{FF2B5EF4-FFF2-40B4-BE49-F238E27FC236}">
                <a16:creationId xmlns:a16="http://schemas.microsoft.com/office/drawing/2014/main" id="{678C5304-3B6F-445E-8E08-17D8299C949E}"/>
              </a:ext>
            </a:extLst>
          </p:cNvPr>
          <p:cNvSpPr>
            <a:spLocks noGrp="1"/>
          </p:cNvSpPr>
          <p:nvPr/>
        </p:nvSpPr>
        <p:spPr>
          <a:xfrm>
            <a:off x="649105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F1_main_prauc_1559">
            <a:extLst>
              <a:ext uri="{FF2B5EF4-FFF2-40B4-BE49-F238E27FC236}">
                <a16:creationId xmlns:a16="http://schemas.microsoft.com/office/drawing/2014/main" id="{F0EBB050-5400-451B-A7BC-DEA40B64E486}"/>
              </a:ext>
            </a:extLst>
          </p:cNvPr>
          <p:cNvSpPr>
            <a:spLocks noGrp="1"/>
          </p:cNvSpPr>
          <p:nvPr/>
        </p:nvSpPr>
        <p:spPr>
          <a:xfrm>
            <a:off x="6631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F1_main_prauc_1560">
            <a:extLst>
              <a:ext uri="{FF2B5EF4-FFF2-40B4-BE49-F238E27FC236}">
                <a16:creationId xmlns:a16="http://schemas.microsoft.com/office/drawing/2014/main" id="{161403A7-F20E-48A9-B978-792DC9E9C817}"/>
              </a:ext>
            </a:extLst>
          </p:cNvPr>
          <p:cNvSpPr>
            <a:spLocks noGrp="1"/>
          </p:cNvSpPr>
          <p:nvPr/>
        </p:nvSpPr>
        <p:spPr>
          <a:xfrm>
            <a:off x="6597418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F1_main_prauc_1561">
            <a:extLst>
              <a:ext uri="{FF2B5EF4-FFF2-40B4-BE49-F238E27FC236}">
                <a16:creationId xmlns:a16="http://schemas.microsoft.com/office/drawing/2014/main" id="{15A059BD-DA98-4953-B24F-D6071B435514}"/>
              </a:ext>
            </a:extLst>
          </p:cNvPr>
          <p:cNvSpPr>
            <a:spLocks noGrp="1"/>
          </p:cNvSpPr>
          <p:nvPr/>
        </p:nvSpPr>
        <p:spPr>
          <a:xfrm>
            <a:off x="658534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F1_main_prauc_1562">
            <a:extLst>
              <a:ext uri="{FF2B5EF4-FFF2-40B4-BE49-F238E27FC236}">
                <a16:creationId xmlns:a16="http://schemas.microsoft.com/office/drawing/2014/main" id="{A52AD66C-E419-4991-BA44-87F1916191FA}"/>
              </a:ext>
            </a:extLst>
          </p:cNvPr>
          <p:cNvSpPr>
            <a:spLocks noGrp="1"/>
          </p:cNvSpPr>
          <p:nvPr/>
        </p:nvSpPr>
        <p:spPr>
          <a:xfrm>
            <a:off x="66077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F1_main_prauc_1563">
            <a:extLst>
              <a:ext uri="{FF2B5EF4-FFF2-40B4-BE49-F238E27FC236}">
                <a16:creationId xmlns:a16="http://schemas.microsoft.com/office/drawing/2014/main" id="{DC4A2863-98FF-4286-9133-3D5CF54BDC73}"/>
              </a:ext>
            </a:extLst>
          </p:cNvPr>
          <p:cNvSpPr>
            <a:spLocks noGrp="1"/>
          </p:cNvSpPr>
          <p:nvPr/>
        </p:nvSpPr>
        <p:spPr>
          <a:xfrm>
            <a:off x="6519906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F1_main_prauc_1564">
            <a:extLst>
              <a:ext uri="{FF2B5EF4-FFF2-40B4-BE49-F238E27FC236}">
                <a16:creationId xmlns:a16="http://schemas.microsoft.com/office/drawing/2014/main" id="{0681CA39-6EC5-408E-B60E-9331C97D8C58}"/>
              </a:ext>
            </a:extLst>
          </p:cNvPr>
          <p:cNvSpPr>
            <a:spLocks noGrp="1"/>
          </p:cNvSpPr>
          <p:nvPr/>
        </p:nvSpPr>
        <p:spPr>
          <a:xfrm>
            <a:off x="67098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F1_main_prauc_1565">
            <a:extLst>
              <a:ext uri="{FF2B5EF4-FFF2-40B4-BE49-F238E27FC236}">
                <a16:creationId xmlns:a16="http://schemas.microsoft.com/office/drawing/2014/main" id="{E729639E-1A3F-43CD-94D0-9AE4AE447366}"/>
              </a:ext>
            </a:extLst>
          </p:cNvPr>
          <p:cNvSpPr>
            <a:spLocks noGrp="1"/>
          </p:cNvSpPr>
          <p:nvPr/>
        </p:nvSpPr>
        <p:spPr>
          <a:xfrm>
            <a:off x="663626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F1_main_prauc_1566">
            <a:extLst>
              <a:ext uri="{FF2B5EF4-FFF2-40B4-BE49-F238E27FC236}">
                <a16:creationId xmlns:a16="http://schemas.microsoft.com/office/drawing/2014/main" id="{E4313A13-2E8C-46EB-A381-ED7C3FD23D84}"/>
              </a:ext>
            </a:extLst>
          </p:cNvPr>
          <p:cNvSpPr>
            <a:spLocks noGrp="1"/>
          </p:cNvSpPr>
          <p:nvPr/>
        </p:nvSpPr>
        <p:spPr>
          <a:xfrm>
            <a:off x="6562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F1_main_prauc_1567">
            <a:extLst>
              <a:ext uri="{FF2B5EF4-FFF2-40B4-BE49-F238E27FC236}">
                <a16:creationId xmlns:a16="http://schemas.microsoft.com/office/drawing/2014/main" id="{084DC078-E182-4FD2-8202-C3ED7BA3503E}"/>
              </a:ext>
            </a:extLst>
          </p:cNvPr>
          <p:cNvSpPr>
            <a:spLocks noGrp="1"/>
          </p:cNvSpPr>
          <p:nvPr/>
        </p:nvSpPr>
        <p:spPr>
          <a:xfrm>
            <a:off x="66620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F1_main_prauc_1568">
            <a:extLst>
              <a:ext uri="{FF2B5EF4-FFF2-40B4-BE49-F238E27FC236}">
                <a16:creationId xmlns:a16="http://schemas.microsoft.com/office/drawing/2014/main" id="{962DD523-E239-4744-B3EC-DC8F23EFB292}"/>
              </a:ext>
            </a:extLst>
          </p:cNvPr>
          <p:cNvSpPr>
            <a:spLocks noGrp="1"/>
          </p:cNvSpPr>
          <p:nvPr/>
        </p:nvSpPr>
        <p:spPr>
          <a:xfrm>
            <a:off x="65386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F1_main_prauc_1569">
            <a:extLst>
              <a:ext uri="{FF2B5EF4-FFF2-40B4-BE49-F238E27FC236}">
                <a16:creationId xmlns:a16="http://schemas.microsoft.com/office/drawing/2014/main" id="{BA88CC90-AAFD-4369-BF33-E684B275076B}"/>
              </a:ext>
            </a:extLst>
          </p:cNvPr>
          <p:cNvSpPr>
            <a:spLocks noGrp="1"/>
          </p:cNvSpPr>
          <p:nvPr/>
        </p:nvSpPr>
        <p:spPr>
          <a:xfrm>
            <a:off x="664589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F1_main_prauc_1570">
            <a:extLst>
              <a:ext uri="{FF2B5EF4-FFF2-40B4-BE49-F238E27FC236}">
                <a16:creationId xmlns:a16="http://schemas.microsoft.com/office/drawing/2014/main" id="{0881864B-9079-4FEC-83F6-F5431EEF069F}"/>
              </a:ext>
            </a:extLst>
          </p:cNvPr>
          <p:cNvSpPr>
            <a:spLocks noGrp="1"/>
          </p:cNvSpPr>
          <p:nvPr/>
        </p:nvSpPr>
        <p:spPr>
          <a:xfrm>
            <a:off x="671240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F1_main_prauc_1571">
            <a:extLst>
              <a:ext uri="{FF2B5EF4-FFF2-40B4-BE49-F238E27FC236}">
                <a16:creationId xmlns:a16="http://schemas.microsoft.com/office/drawing/2014/main" id="{97D6D111-3597-49AF-8B19-7C7023C2BD68}"/>
              </a:ext>
            </a:extLst>
          </p:cNvPr>
          <p:cNvSpPr>
            <a:spLocks noGrp="1"/>
          </p:cNvSpPr>
          <p:nvPr/>
        </p:nvSpPr>
        <p:spPr>
          <a:xfrm>
            <a:off x="665794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F1_main_prauc_1572">
            <a:extLst>
              <a:ext uri="{FF2B5EF4-FFF2-40B4-BE49-F238E27FC236}">
                <a16:creationId xmlns:a16="http://schemas.microsoft.com/office/drawing/2014/main" id="{CDE5DAE5-8723-4C45-9AA0-0AA360F89EF2}"/>
              </a:ext>
            </a:extLst>
          </p:cNvPr>
          <p:cNvSpPr>
            <a:spLocks noGrp="1"/>
          </p:cNvSpPr>
          <p:nvPr/>
        </p:nvSpPr>
        <p:spPr>
          <a:xfrm>
            <a:off x="653689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F1_main_prauc_1573">
            <a:extLst>
              <a:ext uri="{FF2B5EF4-FFF2-40B4-BE49-F238E27FC236}">
                <a16:creationId xmlns:a16="http://schemas.microsoft.com/office/drawing/2014/main" id="{B1BCB116-1407-4BD5-ADF5-6899463E15F7}"/>
              </a:ext>
            </a:extLst>
          </p:cNvPr>
          <p:cNvSpPr>
            <a:spLocks noGrp="1"/>
          </p:cNvSpPr>
          <p:nvPr/>
        </p:nvSpPr>
        <p:spPr>
          <a:xfrm>
            <a:off x="65685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F1_main_prauc_1574">
            <a:extLst>
              <a:ext uri="{FF2B5EF4-FFF2-40B4-BE49-F238E27FC236}">
                <a16:creationId xmlns:a16="http://schemas.microsoft.com/office/drawing/2014/main" id="{898B14D8-E2F4-4290-B4DA-E8E8955D383F}"/>
              </a:ext>
            </a:extLst>
          </p:cNvPr>
          <p:cNvSpPr>
            <a:spLocks noGrp="1"/>
          </p:cNvSpPr>
          <p:nvPr/>
        </p:nvSpPr>
        <p:spPr>
          <a:xfrm>
            <a:off x="667491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F1_main_prauc_1575">
            <a:extLst>
              <a:ext uri="{FF2B5EF4-FFF2-40B4-BE49-F238E27FC236}">
                <a16:creationId xmlns:a16="http://schemas.microsoft.com/office/drawing/2014/main" id="{3326A29E-65FD-4B61-ABB7-0592333EE7EF}"/>
              </a:ext>
            </a:extLst>
          </p:cNvPr>
          <p:cNvSpPr>
            <a:spLocks noGrp="1"/>
          </p:cNvSpPr>
          <p:nvPr/>
        </p:nvSpPr>
        <p:spPr>
          <a:xfrm>
            <a:off x="6495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F1_main_prauc_1576">
            <a:extLst>
              <a:ext uri="{FF2B5EF4-FFF2-40B4-BE49-F238E27FC236}">
                <a16:creationId xmlns:a16="http://schemas.microsoft.com/office/drawing/2014/main" id="{95936915-AD08-4457-B3CE-5E541D4C39CC}"/>
              </a:ext>
            </a:extLst>
          </p:cNvPr>
          <p:cNvSpPr>
            <a:spLocks noGrp="1"/>
          </p:cNvSpPr>
          <p:nvPr/>
        </p:nvSpPr>
        <p:spPr>
          <a:xfrm>
            <a:off x="6712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F1_main_prauc_1577">
            <a:extLst>
              <a:ext uri="{FF2B5EF4-FFF2-40B4-BE49-F238E27FC236}">
                <a16:creationId xmlns:a16="http://schemas.microsoft.com/office/drawing/2014/main" id="{ABDCDB34-0BF1-4FF5-8933-E6E8FCC85AA4}"/>
              </a:ext>
            </a:extLst>
          </p:cNvPr>
          <p:cNvSpPr>
            <a:spLocks noGrp="1"/>
          </p:cNvSpPr>
          <p:nvPr/>
        </p:nvSpPr>
        <p:spPr>
          <a:xfrm>
            <a:off x="674251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F1_main_prauc_1578">
            <a:extLst>
              <a:ext uri="{FF2B5EF4-FFF2-40B4-BE49-F238E27FC236}">
                <a16:creationId xmlns:a16="http://schemas.microsoft.com/office/drawing/2014/main" id="{F1B220FA-9912-4930-ACBC-29FE80EDEAC6}"/>
              </a:ext>
            </a:extLst>
          </p:cNvPr>
          <p:cNvSpPr>
            <a:spLocks noGrp="1"/>
          </p:cNvSpPr>
          <p:nvPr/>
        </p:nvSpPr>
        <p:spPr>
          <a:xfrm>
            <a:off x="655946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F1_main_prauc_1579">
            <a:extLst>
              <a:ext uri="{FF2B5EF4-FFF2-40B4-BE49-F238E27FC236}">
                <a16:creationId xmlns:a16="http://schemas.microsoft.com/office/drawing/2014/main" id="{CA52D9D1-481F-469D-9A19-25DA45A1673E}"/>
              </a:ext>
            </a:extLst>
          </p:cNvPr>
          <p:cNvSpPr>
            <a:spLocks noGrp="1"/>
          </p:cNvSpPr>
          <p:nvPr/>
        </p:nvSpPr>
        <p:spPr>
          <a:xfrm>
            <a:off x="67361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F1_main_prauc_1580">
            <a:extLst>
              <a:ext uri="{FF2B5EF4-FFF2-40B4-BE49-F238E27FC236}">
                <a16:creationId xmlns:a16="http://schemas.microsoft.com/office/drawing/2014/main" id="{958AA0E6-3E72-4E39-85DB-911E9C202D66}"/>
              </a:ext>
            </a:extLst>
          </p:cNvPr>
          <p:cNvSpPr>
            <a:spLocks noGrp="1"/>
          </p:cNvSpPr>
          <p:nvPr/>
        </p:nvSpPr>
        <p:spPr>
          <a:xfrm>
            <a:off x="66425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F1_main_prauc_1581">
            <a:extLst>
              <a:ext uri="{FF2B5EF4-FFF2-40B4-BE49-F238E27FC236}">
                <a16:creationId xmlns:a16="http://schemas.microsoft.com/office/drawing/2014/main" id="{013AE72D-6461-4067-95E2-6D62D316BE3D}"/>
              </a:ext>
            </a:extLst>
          </p:cNvPr>
          <p:cNvSpPr>
            <a:spLocks noGrp="1"/>
          </p:cNvSpPr>
          <p:nvPr/>
        </p:nvSpPr>
        <p:spPr>
          <a:xfrm>
            <a:off x="67271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F1_main_prauc_1582">
            <a:extLst>
              <a:ext uri="{FF2B5EF4-FFF2-40B4-BE49-F238E27FC236}">
                <a16:creationId xmlns:a16="http://schemas.microsoft.com/office/drawing/2014/main" id="{CD3F8AA7-995E-4763-9B6C-C159F3BC6216}"/>
              </a:ext>
            </a:extLst>
          </p:cNvPr>
          <p:cNvSpPr>
            <a:spLocks noGrp="1"/>
          </p:cNvSpPr>
          <p:nvPr/>
        </p:nvSpPr>
        <p:spPr>
          <a:xfrm>
            <a:off x="654954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F1_main_prauc_1583">
            <a:extLst>
              <a:ext uri="{FF2B5EF4-FFF2-40B4-BE49-F238E27FC236}">
                <a16:creationId xmlns:a16="http://schemas.microsoft.com/office/drawing/2014/main" id="{00673D8A-1ECB-41B0-AF48-7446294057E9}"/>
              </a:ext>
            </a:extLst>
          </p:cNvPr>
          <p:cNvSpPr>
            <a:spLocks noGrp="1"/>
          </p:cNvSpPr>
          <p:nvPr/>
        </p:nvSpPr>
        <p:spPr>
          <a:xfrm>
            <a:off x="669734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F1_main_prauc_1584">
            <a:extLst>
              <a:ext uri="{FF2B5EF4-FFF2-40B4-BE49-F238E27FC236}">
                <a16:creationId xmlns:a16="http://schemas.microsoft.com/office/drawing/2014/main" id="{DE64F817-D0D8-437A-AC51-91D266A05997}"/>
              </a:ext>
            </a:extLst>
          </p:cNvPr>
          <p:cNvSpPr>
            <a:spLocks noGrp="1"/>
          </p:cNvSpPr>
          <p:nvPr/>
        </p:nvSpPr>
        <p:spPr>
          <a:xfrm>
            <a:off x="6594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F1_main_prauc_1585">
            <a:extLst>
              <a:ext uri="{FF2B5EF4-FFF2-40B4-BE49-F238E27FC236}">
                <a16:creationId xmlns:a16="http://schemas.microsoft.com/office/drawing/2014/main" id="{FC3826D8-2B38-46E4-BA36-7CE7749965C8}"/>
              </a:ext>
            </a:extLst>
          </p:cNvPr>
          <p:cNvSpPr>
            <a:spLocks noGrp="1"/>
          </p:cNvSpPr>
          <p:nvPr/>
        </p:nvSpPr>
        <p:spPr>
          <a:xfrm>
            <a:off x="669274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F1_main_prauc_1586">
            <a:extLst>
              <a:ext uri="{FF2B5EF4-FFF2-40B4-BE49-F238E27FC236}">
                <a16:creationId xmlns:a16="http://schemas.microsoft.com/office/drawing/2014/main" id="{DBB875A4-BB3B-47F5-82CD-227AAB84F91E}"/>
              </a:ext>
            </a:extLst>
          </p:cNvPr>
          <p:cNvSpPr>
            <a:spLocks noGrp="1"/>
          </p:cNvSpPr>
          <p:nvPr/>
        </p:nvSpPr>
        <p:spPr>
          <a:xfrm>
            <a:off x="6598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F1_main_prauc_1587">
            <a:extLst>
              <a:ext uri="{FF2B5EF4-FFF2-40B4-BE49-F238E27FC236}">
                <a16:creationId xmlns:a16="http://schemas.microsoft.com/office/drawing/2014/main" id="{6FC5223B-20B2-4E4C-A073-BC55D44FDD92}"/>
              </a:ext>
            </a:extLst>
          </p:cNvPr>
          <p:cNvSpPr>
            <a:spLocks noGrp="1"/>
          </p:cNvSpPr>
          <p:nvPr/>
        </p:nvSpPr>
        <p:spPr>
          <a:xfrm>
            <a:off x="66672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F1_main_prauc_1588">
            <a:extLst>
              <a:ext uri="{FF2B5EF4-FFF2-40B4-BE49-F238E27FC236}">
                <a16:creationId xmlns:a16="http://schemas.microsoft.com/office/drawing/2014/main" id="{9B6DE54F-BBAB-4F5B-A3CB-6A73FB6D1E0A}"/>
              </a:ext>
            </a:extLst>
          </p:cNvPr>
          <p:cNvSpPr>
            <a:spLocks noGrp="1"/>
          </p:cNvSpPr>
          <p:nvPr/>
        </p:nvSpPr>
        <p:spPr>
          <a:xfrm>
            <a:off x="65562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F1_main_prauc_1589">
            <a:extLst>
              <a:ext uri="{FF2B5EF4-FFF2-40B4-BE49-F238E27FC236}">
                <a16:creationId xmlns:a16="http://schemas.microsoft.com/office/drawing/2014/main" id="{820FC0DB-8E00-40CA-B399-5D1B7CE934EC}"/>
              </a:ext>
            </a:extLst>
          </p:cNvPr>
          <p:cNvSpPr>
            <a:spLocks noGrp="1"/>
          </p:cNvSpPr>
          <p:nvPr/>
        </p:nvSpPr>
        <p:spPr>
          <a:xfrm>
            <a:off x="667812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F1_main_prauc_1590">
            <a:extLst>
              <a:ext uri="{FF2B5EF4-FFF2-40B4-BE49-F238E27FC236}">
                <a16:creationId xmlns:a16="http://schemas.microsoft.com/office/drawing/2014/main" id="{56C85DC4-A189-46FC-8B47-F6EE244BC4C5}"/>
              </a:ext>
            </a:extLst>
          </p:cNvPr>
          <p:cNvSpPr>
            <a:spLocks noGrp="1"/>
          </p:cNvSpPr>
          <p:nvPr/>
        </p:nvSpPr>
        <p:spPr>
          <a:xfrm>
            <a:off x="66741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F1_main_prauc_1591">
            <a:extLst>
              <a:ext uri="{FF2B5EF4-FFF2-40B4-BE49-F238E27FC236}">
                <a16:creationId xmlns:a16="http://schemas.microsoft.com/office/drawing/2014/main" id="{D5B643A0-E7C2-4E23-95F8-4EFB17A0BEF7}"/>
              </a:ext>
            </a:extLst>
          </p:cNvPr>
          <p:cNvSpPr>
            <a:spLocks noGrp="1"/>
          </p:cNvSpPr>
          <p:nvPr/>
        </p:nvSpPr>
        <p:spPr>
          <a:xfrm>
            <a:off x="656413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F1_main_prauc_1592">
            <a:extLst>
              <a:ext uri="{FF2B5EF4-FFF2-40B4-BE49-F238E27FC236}">
                <a16:creationId xmlns:a16="http://schemas.microsoft.com/office/drawing/2014/main" id="{267E7227-EF36-42DE-A3BF-7E1C4DE61AB6}"/>
              </a:ext>
            </a:extLst>
          </p:cNvPr>
          <p:cNvSpPr>
            <a:spLocks noGrp="1"/>
          </p:cNvSpPr>
          <p:nvPr/>
        </p:nvSpPr>
        <p:spPr>
          <a:xfrm>
            <a:off x="660825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F1_main_prauc_1593">
            <a:extLst>
              <a:ext uri="{FF2B5EF4-FFF2-40B4-BE49-F238E27FC236}">
                <a16:creationId xmlns:a16="http://schemas.microsoft.com/office/drawing/2014/main" id="{89DE635F-A9BD-4F01-BDB2-9B76C6D6E685}"/>
              </a:ext>
            </a:extLst>
          </p:cNvPr>
          <p:cNvSpPr>
            <a:spLocks noGrp="1"/>
          </p:cNvSpPr>
          <p:nvPr/>
        </p:nvSpPr>
        <p:spPr>
          <a:xfrm>
            <a:off x="661828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F1_main_prauc_1594">
            <a:extLst>
              <a:ext uri="{FF2B5EF4-FFF2-40B4-BE49-F238E27FC236}">
                <a16:creationId xmlns:a16="http://schemas.microsoft.com/office/drawing/2014/main" id="{7C0008A0-B5C4-40D5-80CE-C0D33A76DB2D}"/>
              </a:ext>
            </a:extLst>
          </p:cNvPr>
          <p:cNvSpPr>
            <a:spLocks noGrp="1"/>
          </p:cNvSpPr>
          <p:nvPr/>
        </p:nvSpPr>
        <p:spPr>
          <a:xfrm>
            <a:off x="66969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F1_main_prauc_1595">
            <a:extLst>
              <a:ext uri="{FF2B5EF4-FFF2-40B4-BE49-F238E27FC236}">
                <a16:creationId xmlns:a16="http://schemas.microsoft.com/office/drawing/2014/main" id="{6F9C8CE4-0809-4685-AA70-FC34E74CB7ED}"/>
              </a:ext>
            </a:extLst>
          </p:cNvPr>
          <p:cNvSpPr>
            <a:spLocks noGrp="1"/>
          </p:cNvSpPr>
          <p:nvPr/>
        </p:nvSpPr>
        <p:spPr>
          <a:xfrm>
            <a:off x="659429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F1_main_prauc_1596">
            <a:extLst>
              <a:ext uri="{FF2B5EF4-FFF2-40B4-BE49-F238E27FC236}">
                <a16:creationId xmlns:a16="http://schemas.microsoft.com/office/drawing/2014/main" id="{B58C90DA-53EB-4651-B56F-608E4217E774}"/>
              </a:ext>
            </a:extLst>
          </p:cNvPr>
          <p:cNvSpPr>
            <a:spLocks noGrp="1"/>
          </p:cNvSpPr>
          <p:nvPr/>
        </p:nvSpPr>
        <p:spPr>
          <a:xfrm>
            <a:off x="66909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F1_main_prauc_1597">
            <a:extLst>
              <a:ext uri="{FF2B5EF4-FFF2-40B4-BE49-F238E27FC236}">
                <a16:creationId xmlns:a16="http://schemas.microsoft.com/office/drawing/2014/main" id="{48522FA4-28BD-4054-B2A0-E0693D7FC417}"/>
              </a:ext>
            </a:extLst>
          </p:cNvPr>
          <p:cNvSpPr>
            <a:spLocks noGrp="1"/>
          </p:cNvSpPr>
          <p:nvPr/>
        </p:nvSpPr>
        <p:spPr>
          <a:xfrm>
            <a:off x="649978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F1_main_prauc_1598">
            <a:extLst>
              <a:ext uri="{FF2B5EF4-FFF2-40B4-BE49-F238E27FC236}">
                <a16:creationId xmlns:a16="http://schemas.microsoft.com/office/drawing/2014/main" id="{75C93A58-53E0-4FBC-9296-F1EC509A93D5}"/>
              </a:ext>
            </a:extLst>
          </p:cNvPr>
          <p:cNvSpPr>
            <a:spLocks noGrp="1"/>
          </p:cNvSpPr>
          <p:nvPr/>
        </p:nvSpPr>
        <p:spPr>
          <a:xfrm>
            <a:off x="66802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F1_main_prauc_1599">
            <a:extLst>
              <a:ext uri="{FF2B5EF4-FFF2-40B4-BE49-F238E27FC236}">
                <a16:creationId xmlns:a16="http://schemas.microsoft.com/office/drawing/2014/main" id="{8B20011E-5CBF-4DA5-BE45-409FA70311DB}"/>
              </a:ext>
            </a:extLst>
          </p:cNvPr>
          <p:cNvSpPr>
            <a:spLocks noGrp="1"/>
          </p:cNvSpPr>
          <p:nvPr/>
        </p:nvSpPr>
        <p:spPr>
          <a:xfrm>
            <a:off x="6653461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F1_main_prauc_1600">
            <a:extLst>
              <a:ext uri="{FF2B5EF4-FFF2-40B4-BE49-F238E27FC236}">
                <a16:creationId xmlns:a16="http://schemas.microsoft.com/office/drawing/2014/main" id="{A6433CD7-4A0C-4F3B-A3B4-77D5C97E705D}"/>
              </a:ext>
            </a:extLst>
          </p:cNvPr>
          <p:cNvSpPr>
            <a:spLocks noGrp="1"/>
          </p:cNvSpPr>
          <p:nvPr/>
        </p:nvSpPr>
        <p:spPr>
          <a:xfrm>
            <a:off x="670407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F1_main_prauc_1601">
            <a:extLst>
              <a:ext uri="{FF2B5EF4-FFF2-40B4-BE49-F238E27FC236}">
                <a16:creationId xmlns:a16="http://schemas.microsoft.com/office/drawing/2014/main" id="{C2749C11-8B55-473D-9B49-94CEDB5BC783}"/>
              </a:ext>
            </a:extLst>
          </p:cNvPr>
          <p:cNvSpPr>
            <a:spLocks noGrp="1"/>
          </p:cNvSpPr>
          <p:nvPr/>
        </p:nvSpPr>
        <p:spPr>
          <a:xfrm>
            <a:off x="65149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F1_main_prauc_1602">
            <a:extLst>
              <a:ext uri="{FF2B5EF4-FFF2-40B4-BE49-F238E27FC236}">
                <a16:creationId xmlns:a16="http://schemas.microsoft.com/office/drawing/2014/main" id="{E88B94AA-239B-4EF0-987F-8C6278FC9CB1}"/>
              </a:ext>
            </a:extLst>
          </p:cNvPr>
          <p:cNvSpPr>
            <a:spLocks noGrp="1"/>
          </p:cNvSpPr>
          <p:nvPr/>
        </p:nvSpPr>
        <p:spPr>
          <a:xfrm>
            <a:off x="65090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F1_main_prauc_1603">
            <a:extLst>
              <a:ext uri="{FF2B5EF4-FFF2-40B4-BE49-F238E27FC236}">
                <a16:creationId xmlns:a16="http://schemas.microsoft.com/office/drawing/2014/main" id="{ABFDA27D-2873-41AA-942C-2F93C2282EEC}"/>
              </a:ext>
            </a:extLst>
          </p:cNvPr>
          <p:cNvSpPr>
            <a:spLocks noGrp="1"/>
          </p:cNvSpPr>
          <p:nvPr/>
        </p:nvSpPr>
        <p:spPr>
          <a:xfrm>
            <a:off x="6703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F1_main_prauc_1604">
            <a:extLst>
              <a:ext uri="{FF2B5EF4-FFF2-40B4-BE49-F238E27FC236}">
                <a16:creationId xmlns:a16="http://schemas.microsoft.com/office/drawing/2014/main" id="{3E710388-42DC-46A4-A96F-FD8123856C3A}"/>
              </a:ext>
            </a:extLst>
          </p:cNvPr>
          <p:cNvSpPr>
            <a:spLocks noGrp="1"/>
          </p:cNvSpPr>
          <p:nvPr/>
        </p:nvSpPr>
        <p:spPr>
          <a:xfrm>
            <a:off x="664507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F1_main_prauc_1605">
            <a:extLst>
              <a:ext uri="{FF2B5EF4-FFF2-40B4-BE49-F238E27FC236}">
                <a16:creationId xmlns:a16="http://schemas.microsoft.com/office/drawing/2014/main" id="{12643FE5-B7D9-47C3-A929-7D4EB2398902}"/>
              </a:ext>
            </a:extLst>
          </p:cNvPr>
          <p:cNvSpPr>
            <a:spLocks noGrp="1"/>
          </p:cNvSpPr>
          <p:nvPr/>
        </p:nvSpPr>
        <p:spPr>
          <a:xfrm>
            <a:off x="655855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F1_main_prauc_1606">
            <a:extLst>
              <a:ext uri="{FF2B5EF4-FFF2-40B4-BE49-F238E27FC236}">
                <a16:creationId xmlns:a16="http://schemas.microsoft.com/office/drawing/2014/main" id="{C4FE1746-1114-4B5D-B357-31C6F408C47A}"/>
              </a:ext>
            </a:extLst>
          </p:cNvPr>
          <p:cNvSpPr>
            <a:spLocks noGrp="1"/>
          </p:cNvSpPr>
          <p:nvPr/>
        </p:nvSpPr>
        <p:spPr>
          <a:xfrm>
            <a:off x="6694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F1_main_prauc_1607">
            <a:extLst>
              <a:ext uri="{FF2B5EF4-FFF2-40B4-BE49-F238E27FC236}">
                <a16:creationId xmlns:a16="http://schemas.microsoft.com/office/drawing/2014/main" id="{EF333DAB-9231-40D1-93AF-C9C9429C0C72}"/>
              </a:ext>
            </a:extLst>
          </p:cNvPr>
          <p:cNvSpPr>
            <a:spLocks noGrp="1"/>
          </p:cNvSpPr>
          <p:nvPr/>
        </p:nvSpPr>
        <p:spPr>
          <a:xfrm>
            <a:off x="66641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F1_main_prauc_1608">
            <a:extLst>
              <a:ext uri="{FF2B5EF4-FFF2-40B4-BE49-F238E27FC236}">
                <a16:creationId xmlns:a16="http://schemas.microsoft.com/office/drawing/2014/main" id="{B32EF684-4EF6-4A0A-A3FF-A2DC1ECDE8A0}"/>
              </a:ext>
            </a:extLst>
          </p:cNvPr>
          <p:cNvSpPr>
            <a:spLocks noGrp="1"/>
          </p:cNvSpPr>
          <p:nvPr/>
        </p:nvSpPr>
        <p:spPr>
          <a:xfrm>
            <a:off x="659510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F1_main_prauc_1609">
            <a:extLst>
              <a:ext uri="{FF2B5EF4-FFF2-40B4-BE49-F238E27FC236}">
                <a16:creationId xmlns:a16="http://schemas.microsoft.com/office/drawing/2014/main" id="{88A72B93-B677-4E0F-989A-8E43573C9668}"/>
              </a:ext>
            </a:extLst>
          </p:cNvPr>
          <p:cNvSpPr>
            <a:spLocks noGrp="1"/>
          </p:cNvSpPr>
          <p:nvPr/>
        </p:nvSpPr>
        <p:spPr>
          <a:xfrm>
            <a:off x="65081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F1_main_prauc_1610">
            <a:extLst>
              <a:ext uri="{FF2B5EF4-FFF2-40B4-BE49-F238E27FC236}">
                <a16:creationId xmlns:a16="http://schemas.microsoft.com/office/drawing/2014/main" id="{1C7A128B-3C87-4D00-B900-2FC3EB27D3BE}"/>
              </a:ext>
            </a:extLst>
          </p:cNvPr>
          <p:cNvSpPr>
            <a:spLocks noGrp="1"/>
          </p:cNvSpPr>
          <p:nvPr/>
        </p:nvSpPr>
        <p:spPr>
          <a:xfrm>
            <a:off x="66262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F1_main_prauc_1611">
            <a:extLst>
              <a:ext uri="{FF2B5EF4-FFF2-40B4-BE49-F238E27FC236}">
                <a16:creationId xmlns:a16="http://schemas.microsoft.com/office/drawing/2014/main" id="{6AABFA54-51CA-4C98-8CF8-B00EB1FE498E}"/>
              </a:ext>
            </a:extLst>
          </p:cNvPr>
          <p:cNvSpPr>
            <a:spLocks noGrp="1"/>
          </p:cNvSpPr>
          <p:nvPr/>
        </p:nvSpPr>
        <p:spPr>
          <a:xfrm>
            <a:off x="67411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F1_main_prauc_1612">
            <a:extLst>
              <a:ext uri="{FF2B5EF4-FFF2-40B4-BE49-F238E27FC236}">
                <a16:creationId xmlns:a16="http://schemas.microsoft.com/office/drawing/2014/main" id="{27DD4293-C334-468C-97B2-D4A44993B9D2}"/>
              </a:ext>
            </a:extLst>
          </p:cNvPr>
          <p:cNvSpPr>
            <a:spLocks noGrp="1"/>
          </p:cNvSpPr>
          <p:nvPr/>
        </p:nvSpPr>
        <p:spPr>
          <a:xfrm>
            <a:off x="67101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F1_main_prauc_1613">
            <a:extLst>
              <a:ext uri="{FF2B5EF4-FFF2-40B4-BE49-F238E27FC236}">
                <a16:creationId xmlns:a16="http://schemas.microsoft.com/office/drawing/2014/main" id="{BE3624BB-CAED-43CB-BD24-4EAF403B3FDE}"/>
              </a:ext>
            </a:extLst>
          </p:cNvPr>
          <p:cNvSpPr>
            <a:spLocks noGrp="1"/>
          </p:cNvSpPr>
          <p:nvPr/>
        </p:nvSpPr>
        <p:spPr>
          <a:xfrm>
            <a:off x="653915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F1_main_prauc_1614">
            <a:extLst>
              <a:ext uri="{FF2B5EF4-FFF2-40B4-BE49-F238E27FC236}">
                <a16:creationId xmlns:a16="http://schemas.microsoft.com/office/drawing/2014/main" id="{76D3B58B-71F1-4DB1-83EE-FAE57D8FD012}"/>
              </a:ext>
            </a:extLst>
          </p:cNvPr>
          <p:cNvSpPr>
            <a:spLocks noGrp="1"/>
          </p:cNvSpPr>
          <p:nvPr/>
        </p:nvSpPr>
        <p:spPr>
          <a:xfrm>
            <a:off x="6551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F1_main_prauc_1615">
            <a:extLst>
              <a:ext uri="{FF2B5EF4-FFF2-40B4-BE49-F238E27FC236}">
                <a16:creationId xmlns:a16="http://schemas.microsoft.com/office/drawing/2014/main" id="{EF916435-3E70-4606-A2B1-9788EE06CA49}"/>
              </a:ext>
            </a:extLst>
          </p:cNvPr>
          <p:cNvSpPr>
            <a:spLocks noGrp="1"/>
          </p:cNvSpPr>
          <p:nvPr/>
        </p:nvSpPr>
        <p:spPr>
          <a:xfrm>
            <a:off x="6553510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F1_main_prauc_1616">
            <a:extLst>
              <a:ext uri="{FF2B5EF4-FFF2-40B4-BE49-F238E27FC236}">
                <a16:creationId xmlns:a16="http://schemas.microsoft.com/office/drawing/2014/main" id="{2A983EF6-933E-42C4-A5C5-746927CD81B2}"/>
              </a:ext>
            </a:extLst>
          </p:cNvPr>
          <p:cNvSpPr>
            <a:spLocks noGrp="1"/>
          </p:cNvSpPr>
          <p:nvPr/>
        </p:nvSpPr>
        <p:spPr>
          <a:xfrm>
            <a:off x="65764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F1_main_prauc_1617">
            <a:extLst>
              <a:ext uri="{FF2B5EF4-FFF2-40B4-BE49-F238E27FC236}">
                <a16:creationId xmlns:a16="http://schemas.microsoft.com/office/drawing/2014/main" id="{1820E812-3CBF-4DD7-845A-F9B288A2F571}"/>
              </a:ext>
            </a:extLst>
          </p:cNvPr>
          <p:cNvSpPr>
            <a:spLocks noGrp="1"/>
          </p:cNvSpPr>
          <p:nvPr/>
        </p:nvSpPr>
        <p:spPr>
          <a:xfrm>
            <a:off x="65685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F1_main_prauc_1618">
            <a:extLst>
              <a:ext uri="{FF2B5EF4-FFF2-40B4-BE49-F238E27FC236}">
                <a16:creationId xmlns:a16="http://schemas.microsoft.com/office/drawing/2014/main" id="{D7B3955E-C136-498C-ABDE-51983487C393}"/>
              </a:ext>
            </a:extLst>
          </p:cNvPr>
          <p:cNvSpPr>
            <a:spLocks noGrp="1"/>
          </p:cNvSpPr>
          <p:nvPr/>
        </p:nvSpPr>
        <p:spPr>
          <a:xfrm>
            <a:off x="667558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F1_main_prauc_1619">
            <a:extLst>
              <a:ext uri="{FF2B5EF4-FFF2-40B4-BE49-F238E27FC236}">
                <a16:creationId xmlns:a16="http://schemas.microsoft.com/office/drawing/2014/main" id="{7D864E3A-7576-432D-8B8F-1B14F6A01A6F}"/>
              </a:ext>
            </a:extLst>
          </p:cNvPr>
          <p:cNvSpPr>
            <a:spLocks noGrp="1"/>
          </p:cNvSpPr>
          <p:nvPr/>
        </p:nvSpPr>
        <p:spPr>
          <a:xfrm>
            <a:off x="66315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F1_main_prauc_1620">
            <a:extLst>
              <a:ext uri="{FF2B5EF4-FFF2-40B4-BE49-F238E27FC236}">
                <a16:creationId xmlns:a16="http://schemas.microsoft.com/office/drawing/2014/main" id="{045888C1-2DC4-4629-A5E1-86093612C24C}"/>
              </a:ext>
            </a:extLst>
          </p:cNvPr>
          <p:cNvSpPr>
            <a:spLocks noGrp="1"/>
          </p:cNvSpPr>
          <p:nvPr/>
        </p:nvSpPr>
        <p:spPr>
          <a:xfrm>
            <a:off x="65313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F1_main_prauc_1621">
            <a:extLst>
              <a:ext uri="{FF2B5EF4-FFF2-40B4-BE49-F238E27FC236}">
                <a16:creationId xmlns:a16="http://schemas.microsoft.com/office/drawing/2014/main" id="{4DAFA329-5C79-4D7F-9735-D0461D20C914}"/>
              </a:ext>
            </a:extLst>
          </p:cNvPr>
          <p:cNvSpPr>
            <a:spLocks noGrp="1"/>
          </p:cNvSpPr>
          <p:nvPr/>
        </p:nvSpPr>
        <p:spPr>
          <a:xfrm>
            <a:off x="666897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F1_main_prauc_1622">
            <a:extLst>
              <a:ext uri="{FF2B5EF4-FFF2-40B4-BE49-F238E27FC236}">
                <a16:creationId xmlns:a16="http://schemas.microsoft.com/office/drawing/2014/main" id="{AACD73BF-FB2D-457E-BB6F-0022A4EA2E47}"/>
              </a:ext>
            </a:extLst>
          </p:cNvPr>
          <p:cNvSpPr>
            <a:spLocks noGrp="1"/>
          </p:cNvSpPr>
          <p:nvPr/>
        </p:nvSpPr>
        <p:spPr>
          <a:xfrm>
            <a:off x="67422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F1_main_prauc_1623">
            <a:extLst>
              <a:ext uri="{FF2B5EF4-FFF2-40B4-BE49-F238E27FC236}">
                <a16:creationId xmlns:a16="http://schemas.microsoft.com/office/drawing/2014/main" id="{33940FCB-AB06-4F2A-80C5-77F53D3D0395}"/>
              </a:ext>
            </a:extLst>
          </p:cNvPr>
          <p:cNvSpPr>
            <a:spLocks noGrp="1"/>
          </p:cNvSpPr>
          <p:nvPr/>
        </p:nvSpPr>
        <p:spPr>
          <a:xfrm>
            <a:off x="670235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F1_main_prauc_1624">
            <a:extLst>
              <a:ext uri="{FF2B5EF4-FFF2-40B4-BE49-F238E27FC236}">
                <a16:creationId xmlns:a16="http://schemas.microsoft.com/office/drawing/2014/main" id="{9FD45EBA-398C-40A8-9039-C2001A7CF935}"/>
              </a:ext>
            </a:extLst>
          </p:cNvPr>
          <p:cNvSpPr>
            <a:spLocks noGrp="1"/>
          </p:cNvSpPr>
          <p:nvPr/>
        </p:nvSpPr>
        <p:spPr>
          <a:xfrm>
            <a:off x="66601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F1_main_prauc_1625">
            <a:extLst>
              <a:ext uri="{FF2B5EF4-FFF2-40B4-BE49-F238E27FC236}">
                <a16:creationId xmlns:a16="http://schemas.microsoft.com/office/drawing/2014/main" id="{6E25A2A1-6D17-4E75-8E6E-6E026E7DB5C4}"/>
              </a:ext>
            </a:extLst>
          </p:cNvPr>
          <p:cNvSpPr>
            <a:spLocks noGrp="1"/>
          </p:cNvSpPr>
          <p:nvPr/>
        </p:nvSpPr>
        <p:spPr>
          <a:xfrm>
            <a:off x="66815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F1_main_prauc_1626">
            <a:extLst>
              <a:ext uri="{FF2B5EF4-FFF2-40B4-BE49-F238E27FC236}">
                <a16:creationId xmlns:a16="http://schemas.microsoft.com/office/drawing/2014/main" id="{7C2E624A-87EB-4E1B-8BAF-299FADE9DC98}"/>
              </a:ext>
            </a:extLst>
          </p:cNvPr>
          <p:cNvSpPr>
            <a:spLocks noGrp="1"/>
          </p:cNvSpPr>
          <p:nvPr/>
        </p:nvSpPr>
        <p:spPr>
          <a:xfrm>
            <a:off x="66640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F1_main_prauc_1627">
            <a:extLst>
              <a:ext uri="{FF2B5EF4-FFF2-40B4-BE49-F238E27FC236}">
                <a16:creationId xmlns:a16="http://schemas.microsoft.com/office/drawing/2014/main" id="{48FE1008-F094-45CC-B8C0-69144C6A0561}"/>
              </a:ext>
            </a:extLst>
          </p:cNvPr>
          <p:cNvSpPr>
            <a:spLocks noGrp="1"/>
          </p:cNvSpPr>
          <p:nvPr/>
        </p:nvSpPr>
        <p:spPr>
          <a:xfrm>
            <a:off x="65784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F1_main_prauc_1628">
            <a:extLst>
              <a:ext uri="{FF2B5EF4-FFF2-40B4-BE49-F238E27FC236}">
                <a16:creationId xmlns:a16="http://schemas.microsoft.com/office/drawing/2014/main" id="{BA76788E-1AA5-44A1-A5F0-CF414B857191}"/>
              </a:ext>
            </a:extLst>
          </p:cNvPr>
          <p:cNvSpPr>
            <a:spLocks noGrp="1"/>
          </p:cNvSpPr>
          <p:nvPr/>
        </p:nvSpPr>
        <p:spPr>
          <a:xfrm>
            <a:off x="65689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F1_main_prauc_1629">
            <a:extLst>
              <a:ext uri="{FF2B5EF4-FFF2-40B4-BE49-F238E27FC236}">
                <a16:creationId xmlns:a16="http://schemas.microsoft.com/office/drawing/2014/main" id="{DE969161-8F75-4658-BA47-6C0AA12EA722}"/>
              </a:ext>
            </a:extLst>
          </p:cNvPr>
          <p:cNvSpPr>
            <a:spLocks noGrp="1"/>
          </p:cNvSpPr>
          <p:nvPr/>
        </p:nvSpPr>
        <p:spPr>
          <a:xfrm>
            <a:off x="665766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F1_main_prauc_1630">
            <a:extLst>
              <a:ext uri="{FF2B5EF4-FFF2-40B4-BE49-F238E27FC236}">
                <a16:creationId xmlns:a16="http://schemas.microsoft.com/office/drawing/2014/main" id="{F4DE89C3-4F60-4373-9C7E-E657C21657E2}"/>
              </a:ext>
            </a:extLst>
          </p:cNvPr>
          <p:cNvSpPr>
            <a:spLocks noGrp="1"/>
          </p:cNvSpPr>
          <p:nvPr/>
        </p:nvSpPr>
        <p:spPr>
          <a:xfrm>
            <a:off x="6651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F1_main_prauc_1631">
            <a:extLst>
              <a:ext uri="{FF2B5EF4-FFF2-40B4-BE49-F238E27FC236}">
                <a16:creationId xmlns:a16="http://schemas.microsoft.com/office/drawing/2014/main" id="{93F1EF32-772A-4A5A-8357-24C8F2FAC49B}"/>
              </a:ext>
            </a:extLst>
          </p:cNvPr>
          <p:cNvSpPr>
            <a:spLocks noGrp="1"/>
          </p:cNvSpPr>
          <p:nvPr/>
        </p:nvSpPr>
        <p:spPr>
          <a:xfrm>
            <a:off x="6491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F1_main_prauc_1632">
            <a:extLst>
              <a:ext uri="{FF2B5EF4-FFF2-40B4-BE49-F238E27FC236}">
                <a16:creationId xmlns:a16="http://schemas.microsoft.com/office/drawing/2014/main" id="{7E5C2126-D501-4512-90DF-67CCD10C48CF}"/>
              </a:ext>
            </a:extLst>
          </p:cNvPr>
          <p:cNvSpPr>
            <a:spLocks noGrp="1"/>
          </p:cNvSpPr>
          <p:nvPr/>
        </p:nvSpPr>
        <p:spPr>
          <a:xfrm>
            <a:off x="6616365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F1_main_prauc_1633">
            <a:extLst>
              <a:ext uri="{FF2B5EF4-FFF2-40B4-BE49-F238E27FC236}">
                <a16:creationId xmlns:a16="http://schemas.microsoft.com/office/drawing/2014/main" id="{DD60FD9A-15FB-46DC-87AD-1D5ED0E084E3}"/>
              </a:ext>
            </a:extLst>
          </p:cNvPr>
          <p:cNvSpPr>
            <a:spLocks noGrp="1"/>
          </p:cNvSpPr>
          <p:nvPr/>
        </p:nvSpPr>
        <p:spPr>
          <a:xfrm>
            <a:off x="6493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F1_main_prauc_1634">
            <a:extLst>
              <a:ext uri="{FF2B5EF4-FFF2-40B4-BE49-F238E27FC236}">
                <a16:creationId xmlns:a16="http://schemas.microsoft.com/office/drawing/2014/main" id="{25C4F67F-99A3-4465-8026-E38BB5E781AF}"/>
              </a:ext>
            </a:extLst>
          </p:cNvPr>
          <p:cNvSpPr>
            <a:spLocks noGrp="1"/>
          </p:cNvSpPr>
          <p:nvPr/>
        </p:nvSpPr>
        <p:spPr>
          <a:xfrm>
            <a:off x="659408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F1_main_prauc_1635">
            <a:extLst>
              <a:ext uri="{FF2B5EF4-FFF2-40B4-BE49-F238E27FC236}">
                <a16:creationId xmlns:a16="http://schemas.microsoft.com/office/drawing/2014/main" id="{C034A6DE-2987-429B-B6A6-5BD7F797C833}"/>
              </a:ext>
            </a:extLst>
          </p:cNvPr>
          <p:cNvSpPr>
            <a:spLocks noGrp="1"/>
          </p:cNvSpPr>
          <p:nvPr/>
        </p:nvSpPr>
        <p:spPr>
          <a:xfrm>
            <a:off x="664457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F1_main_prauc_1636">
            <a:extLst>
              <a:ext uri="{FF2B5EF4-FFF2-40B4-BE49-F238E27FC236}">
                <a16:creationId xmlns:a16="http://schemas.microsoft.com/office/drawing/2014/main" id="{40EB4576-467D-46E6-A009-53749A581626}"/>
              </a:ext>
            </a:extLst>
          </p:cNvPr>
          <p:cNvSpPr>
            <a:spLocks noGrp="1"/>
          </p:cNvSpPr>
          <p:nvPr/>
        </p:nvSpPr>
        <p:spPr>
          <a:xfrm>
            <a:off x="671205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F1_main_prauc_1637">
            <a:extLst>
              <a:ext uri="{FF2B5EF4-FFF2-40B4-BE49-F238E27FC236}">
                <a16:creationId xmlns:a16="http://schemas.microsoft.com/office/drawing/2014/main" id="{8BD7BCA7-D3FA-416D-84C1-B30F2A00D906}"/>
              </a:ext>
            </a:extLst>
          </p:cNvPr>
          <p:cNvSpPr>
            <a:spLocks noGrp="1"/>
          </p:cNvSpPr>
          <p:nvPr/>
        </p:nvSpPr>
        <p:spPr>
          <a:xfrm>
            <a:off x="6681479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F1_main_prauc_1638">
            <a:extLst>
              <a:ext uri="{FF2B5EF4-FFF2-40B4-BE49-F238E27FC236}">
                <a16:creationId xmlns:a16="http://schemas.microsoft.com/office/drawing/2014/main" id="{326BAE7D-0590-4195-96B6-36672934ABD7}"/>
              </a:ext>
            </a:extLst>
          </p:cNvPr>
          <p:cNvSpPr>
            <a:spLocks noGrp="1"/>
          </p:cNvSpPr>
          <p:nvPr/>
        </p:nvSpPr>
        <p:spPr>
          <a:xfrm>
            <a:off x="6684292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F1_main_prauc_1639">
            <a:extLst>
              <a:ext uri="{FF2B5EF4-FFF2-40B4-BE49-F238E27FC236}">
                <a16:creationId xmlns:a16="http://schemas.microsoft.com/office/drawing/2014/main" id="{0C78ED29-F009-4CA1-97C2-BE59ACBED598}"/>
              </a:ext>
            </a:extLst>
          </p:cNvPr>
          <p:cNvSpPr>
            <a:spLocks noGrp="1"/>
          </p:cNvSpPr>
          <p:nvPr/>
        </p:nvSpPr>
        <p:spPr>
          <a:xfrm>
            <a:off x="661280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F1_main_prauc_1640">
            <a:extLst>
              <a:ext uri="{FF2B5EF4-FFF2-40B4-BE49-F238E27FC236}">
                <a16:creationId xmlns:a16="http://schemas.microsoft.com/office/drawing/2014/main" id="{D82EC9E8-2EAA-4105-9482-E73666BDD918}"/>
              </a:ext>
            </a:extLst>
          </p:cNvPr>
          <p:cNvSpPr>
            <a:spLocks noGrp="1"/>
          </p:cNvSpPr>
          <p:nvPr/>
        </p:nvSpPr>
        <p:spPr>
          <a:xfrm>
            <a:off x="6631346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F1_main_prauc_1641">
            <a:extLst>
              <a:ext uri="{FF2B5EF4-FFF2-40B4-BE49-F238E27FC236}">
                <a16:creationId xmlns:a16="http://schemas.microsoft.com/office/drawing/2014/main" id="{C0108694-BB3B-4D3A-921A-C3EC44FF7E1B}"/>
              </a:ext>
            </a:extLst>
          </p:cNvPr>
          <p:cNvSpPr>
            <a:spLocks noGrp="1"/>
          </p:cNvSpPr>
          <p:nvPr/>
        </p:nvSpPr>
        <p:spPr>
          <a:xfrm>
            <a:off x="65921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F1_main_prauc_1642">
            <a:extLst>
              <a:ext uri="{FF2B5EF4-FFF2-40B4-BE49-F238E27FC236}">
                <a16:creationId xmlns:a16="http://schemas.microsoft.com/office/drawing/2014/main" id="{F8E2F9A0-597F-46FE-BF77-40BB42E94246}"/>
              </a:ext>
            </a:extLst>
          </p:cNvPr>
          <p:cNvSpPr>
            <a:spLocks noGrp="1"/>
          </p:cNvSpPr>
          <p:nvPr/>
        </p:nvSpPr>
        <p:spPr>
          <a:xfrm>
            <a:off x="66327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F1_main_prauc_1643">
            <a:extLst>
              <a:ext uri="{FF2B5EF4-FFF2-40B4-BE49-F238E27FC236}">
                <a16:creationId xmlns:a16="http://schemas.microsoft.com/office/drawing/2014/main" id="{505A5344-A7F3-4BA5-A1A0-9F8583A67FA1}"/>
              </a:ext>
            </a:extLst>
          </p:cNvPr>
          <p:cNvSpPr>
            <a:spLocks noGrp="1"/>
          </p:cNvSpPr>
          <p:nvPr/>
        </p:nvSpPr>
        <p:spPr>
          <a:xfrm>
            <a:off x="6587323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F1_main_prauc_1644">
            <a:extLst>
              <a:ext uri="{FF2B5EF4-FFF2-40B4-BE49-F238E27FC236}">
                <a16:creationId xmlns:a16="http://schemas.microsoft.com/office/drawing/2014/main" id="{96762A4F-0BB6-4F32-BBB8-955BABABF6A0}"/>
              </a:ext>
            </a:extLst>
          </p:cNvPr>
          <p:cNvSpPr>
            <a:spLocks noGrp="1"/>
          </p:cNvSpPr>
          <p:nvPr/>
        </p:nvSpPr>
        <p:spPr>
          <a:xfrm>
            <a:off x="669688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F1_main_prauc_1645">
            <a:extLst>
              <a:ext uri="{FF2B5EF4-FFF2-40B4-BE49-F238E27FC236}">
                <a16:creationId xmlns:a16="http://schemas.microsoft.com/office/drawing/2014/main" id="{F6495706-76B1-4D63-ACA8-FC6C557553E3}"/>
              </a:ext>
            </a:extLst>
          </p:cNvPr>
          <p:cNvSpPr>
            <a:spLocks noGrp="1"/>
          </p:cNvSpPr>
          <p:nvPr/>
        </p:nvSpPr>
        <p:spPr>
          <a:xfrm>
            <a:off x="6501827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F1_main_prauc_1646">
            <a:extLst>
              <a:ext uri="{FF2B5EF4-FFF2-40B4-BE49-F238E27FC236}">
                <a16:creationId xmlns:a16="http://schemas.microsoft.com/office/drawing/2014/main" id="{AD5640D5-CA8B-4866-8045-A769DA594579}"/>
              </a:ext>
            </a:extLst>
          </p:cNvPr>
          <p:cNvSpPr>
            <a:spLocks noGrp="1"/>
          </p:cNvSpPr>
          <p:nvPr/>
        </p:nvSpPr>
        <p:spPr>
          <a:xfrm>
            <a:off x="6730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F1_main_prauc_1647">
            <a:extLst>
              <a:ext uri="{FF2B5EF4-FFF2-40B4-BE49-F238E27FC236}">
                <a16:creationId xmlns:a16="http://schemas.microsoft.com/office/drawing/2014/main" id="{C706A5A9-82CE-447E-8BEA-636A804046E6}"/>
              </a:ext>
            </a:extLst>
          </p:cNvPr>
          <p:cNvSpPr>
            <a:spLocks noGrp="1"/>
          </p:cNvSpPr>
          <p:nvPr/>
        </p:nvSpPr>
        <p:spPr>
          <a:xfrm>
            <a:off x="669993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F1_main_prauc_1648">
            <a:extLst>
              <a:ext uri="{FF2B5EF4-FFF2-40B4-BE49-F238E27FC236}">
                <a16:creationId xmlns:a16="http://schemas.microsoft.com/office/drawing/2014/main" id="{0DCB7FE9-E00D-4E14-B45C-7E5D3E642957}"/>
              </a:ext>
            </a:extLst>
          </p:cNvPr>
          <p:cNvSpPr>
            <a:spLocks noGrp="1"/>
          </p:cNvSpPr>
          <p:nvPr/>
        </p:nvSpPr>
        <p:spPr>
          <a:xfrm>
            <a:off x="657939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F1_main_prauc_1649">
            <a:extLst>
              <a:ext uri="{FF2B5EF4-FFF2-40B4-BE49-F238E27FC236}">
                <a16:creationId xmlns:a16="http://schemas.microsoft.com/office/drawing/2014/main" id="{0A689FFF-AF50-47F5-A5AE-644AB9E51922}"/>
              </a:ext>
            </a:extLst>
          </p:cNvPr>
          <p:cNvSpPr>
            <a:spLocks noGrp="1"/>
          </p:cNvSpPr>
          <p:nvPr/>
        </p:nvSpPr>
        <p:spPr>
          <a:xfrm>
            <a:off x="660653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F1_main_prauc_1650">
            <a:extLst>
              <a:ext uri="{FF2B5EF4-FFF2-40B4-BE49-F238E27FC236}">
                <a16:creationId xmlns:a16="http://schemas.microsoft.com/office/drawing/2014/main" id="{8C1C7EEC-FD0D-4ECB-9F71-56EAA2F29B67}"/>
              </a:ext>
            </a:extLst>
          </p:cNvPr>
          <p:cNvSpPr>
            <a:spLocks noGrp="1"/>
          </p:cNvSpPr>
          <p:nvPr/>
        </p:nvSpPr>
        <p:spPr>
          <a:xfrm>
            <a:off x="662274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F1_main_prauc_1651">
            <a:extLst>
              <a:ext uri="{FF2B5EF4-FFF2-40B4-BE49-F238E27FC236}">
                <a16:creationId xmlns:a16="http://schemas.microsoft.com/office/drawing/2014/main" id="{909985A2-F861-4B91-AAAF-D371ECC2C8AB}"/>
              </a:ext>
            </a:extLst>
          </p:cNvPr>
          <p:cNvSpPr>
            <a:spLocks noGrp="1"/>
          </p:cNvSpPr>
          <p:nvPr/>
        </p:nvSpPr>
        <p:spPr>
          <a:xfrm>
            <a:off x="656627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F1_main_prauc_1652">
            <a:extLst>
              <a:ext uri="{FF2B5EF4-FFF2-40B4-BE49-F238E27FC236}">
                <a16:creationId xmlns:a16="http://schemas.microsoft.com/office/drawing/2014/main" id="{A2D56C75-7365-45E3-884D-B556B1D3702D}"/>
              </a:ext>
            </a:extLst>
          </p:cNvPr>
          <p:cNvSpPr>
            <a:spLocks noGrp="1"/>
          </p:cNvSpPr>
          <p:nvPr/>
        </p:nvSpPr>
        <p:spPr>
          <a:xfrm>
            <a:off x="671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F1_main_prauc_1653">
            <a:extLst>
              <a:ext uri="{FF2B5EF4-FFF2-40B4-BE49-F238E27FC236}">
                <a16:creationId xmlns:a16="http://schemas.microsoft.com/office/drawing/2014/main" id="{4F02C9DA-14A0-4170-AA11-0058630B831A}"/>
              </a:ext>
            </a:extLst>
          </p:cNvPr>
          <p:cNvSpPr>
            <a:spLocks noGrp="1"/>
          </p:cNvSpPr>
          <p:nvPr/>
        </p:nvSpPr>
        <p:spPr>
          <a:xfrm>
            <a:off x="67069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F1_main_prauc_1654">
            <a:extLst>
              <a:ext uri="{FF2B5EF4-FFF2-40B4-BE49-F238E27FC236}">
                <a16:creationId xmlns:a16="http://schemas.microsoft.com/office/drawing/2014/main" id="{D14AEA4E-BCDD-464A-A0B6-896E05C4EA7A}"/>
              </a:ext>
            </a:extLst>
          </p:cNvPr>
          <p:cNvSpPr>
            <a:spLocks noGrp="1"/>
          </p:cNvSpPr>
          <p:nvPr/>
        </p:nvSpPr>
        <p:spPr>
          <a:xfrm>
            <a:off x="65105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F1_main_prauc_1655">
            <a:extLst>
              <a:ext uri="{FF2B5EF4-FFF2-40B4-BE49-F238E27FC236}">
                <a16:creationId xmlns:a16="http://schemas.microsoft.com/office/drawing/2014/main" id="{CB4F8D5A-D251-469F-A69E-A3ECAE63E7E6}"/>
              </a:ext>
            </a:extLst>
          </p:cNvPr>
          <p:cNvSpPr>
            <a:spLocks noGrp="1"/>
          </p:cNvSpPr>
          <p:nvPr/>
        </p:nvSpPr>
        <p:spPr>
          <a:xfrm>
            <a:off x="6741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F1_main_prauc_1656">
            <a:extLst>
              <a:ext uri="{FF2B5EF4-FFF2-40B4-BE49-F238E27FC236}">
                <a16:creationId xmlns:a16="http://schemas.microsoft.com/office/drawing/2014/main" id="{B59AAF87-2B6D-485C-BCE5-70590A342B29}"/>
              </a:ext>
            </a:extLst>
          </p:cNvPr>
          <p:cNvSpPr>
            <a:spLocks noGrp="1"/>
          </p:cNvSpPr>
          <p:nvPr/>
        </p:nvSpPr>
        <p:spPr>
          <a:xfrm>
            <a:off x="669625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F1_main_prauc_1657">
            <a:extLst>
              <a:ext uri="{FF2B5EF4-FFF2-40B4-BE49-F238E27FC236}">
                <a16:creationId xmlns:a16="http://schemas.microsoft.com/office/drawing/2014/main" id="{645BD43A-B154-4184-A9BF-AF3B7FA7BA69}"/>
              </a:ext>
            </a:extLst>
          </p:cNvPr>
          <p:cNvSpPr>
            <a:spLocks noGrp="1"/>
          </p:cNvSpPr>
          <p:nvPr/>
        </p:nvSpPr>
        <p:spPr>
          <a:xfrm>
            <a:off x="65282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F1_main_prauc_1658">
            <a:extLst>
              <a:ext uri="{FF2B5EF4-FFF2-40B4-BE49-F238E27FC236}">
                <a16:creationId xmlns:a16="http://schemas.microsoft.com/office/drawing/2014/main" id="{25C9CD66-A5DD-47E8-987B-48105A3ACB5C}"/>
              </a:ext>
            </a:extLst>
          </p:cNvPr>
          <p:cNvSpPr>
            <a:spLocks noGrp="1"/>
          </p:cNvSpPr>
          <p:nvPr/>
        </p:nvSpPr>
        <p:spPr>
          <a:xfrm>
            <a:off x="659560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F1_main_prauc_1659">
            <a:extLst>
              <a:ext uri="{FF2B5EF4-FFF2-40B4-BE49-F238E27FC236}">
                <a16:creationId xmlns:a16="http://schemas.microsoft.com/office/drawing/2014/main" id="{B7F699E0-1077-4AA2-9621-25AC12EA6EB4}"/>
              </a:ext>
            </a:extLst>
          </p:cNvPr>
          <p:cNvSpPr>
            <a:spLocks noGrp="1"/>
          </p:cNvSpPr>
          <p:nvPr/>
        </p:nvSpPr>
        <p:spPr>
          <a:xfrm>
            <a:off x="6528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F1_main_prauc_1660">
            <a:extLst>
              <a:ext uri="{FF2B5EF4-FFF2-40B4-BE49-F238E27FC236}">
                <a16:creationId xmlns:a16="http://schemas.microsoft.com/office/drawing/2014/main" id="{13503348-1BD8-4303-B02A-C141FA66E378}"/>
              </a:ext>
            </a:extLst>
          </p:cNvPr>
          <p:cNvSpPr>
            <a:spLocks noGrp="1"/>
          </p:cNvSpPr>
          <p:nvPr/>
        </p:nvSpPr>
        <p:spPr>
          <a:xfrm>
            <a:off x="6694526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F1_main_prauc_1661">
            <a:extLst>
              <a:ext uri="{FF2B5EF4-FFF2-40B4-BE49-F238E27FC236}">
                <a16:creationId xmlns:a16="http://schemas.microsoft.com/office/drawing/2014/main" id="{E7B0F312-3792-465D-8459-E2434B68F2DC}"/>
              </a:ext>
            </a:extLst>
          </p:cNvPr>
          <p:cNvSpPr>
            <a:spLocks noGrp="1"/>
          </p:cNvSpPr>
          <p:nvPr/>
        </p:nvSpPr>
        <p:spPr>
          <a:xfrm>
            <a:off x="664583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F1_main_prauc_1662">
            <a:extLst>
              <a:ext uri="{FF2B5EF4-FFF2-40B4-BE49-F238E27FC236}">
                <a16:creationId xmlns:a16="http://schemas.microsoft.com/office/drawing/2014/main" id="{3AAD2C12-AA53-4008-8691-88C76C287AAC}"/>
              </a:ext>
            </a:extLst>
          </p:cNvPr>
          <p:cNvSpPr>
            <a:spLocks noGrp="1"/>
          </p:cNvSpPr>
          <p:nvPr/>
        </p:nvSpPr>
        <p:spPr>
          <a:xfrm>
            <a:off x="65535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F1_main_prauc_1663">
            <a:extLst>
              <a:ext uri="{FF2B5EF4-FFF2-40B4-BE49-F238E27FC236}">
                <a16:creationId xmlns:a16="http://schemas.microsoft.com/office/drawing/2014/main" id="{73340BF2-E312-40BC-88AE-74DF5C9F93F9}"/>
              </a:ext>
            </a:extLst>
          </p:cNvPr>
          <p:cNvSpPr>
            <a:spLocks noGrp="1"/>
          </p:cNvSpPr>
          <p:nvPr/>
        </p:nvSpPr>
        <p:spPr>
          <a:xfrm>
            <a:off x="6516279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F1_main_prauc_1664">
            <a:extLst>
              <a:ext uri="{FF2B5EF4-FFF2-40B4-BE49-F238E27FC236}">
                <a16:creationId xmlns:a16="http://schemas.microsoft.com/office/drawing/2014/main" id="{D249D666-BCE3-4A33-B18E-C7331117A02E}"/>
              </a:ext>
            </a:extLst>
          </p:cNvPr>
          <p:cNvSpPr>
            <a:spLocks noGrp="1"/>
          </p:cNvSpPr>
          <p:nvPr/>
        </p:nvSpPr>
        <p:spPr>
          <a:xfrm>
            <a:off x="6724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F1_main_prauc_1665">
            <a:extLst>
              <a:ext uri="{FF2B5EF4-FFF2-40B4-BE49-F238E27FC236}">
                <a16:creationId xmlns:a16="http://schemas.microsoft.com/office/drawing/2014/main" id="{75335807-7CAB-4AB8-A27D-DA64220B6E20}"/>
              </a:ext>
            </a:extLst>
          </p:cNvPr>
          <p:cNvSpPr>
            <a:spLocks noGrp="1"/>
          </p:cNvSpPr>
          <p:nvPr/>
        </p:nvSpPr>
        <p:spPr>
          <a:xfrm>
            <a:off x="6708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F1_main_prauc_1666">
            <a:extLst>
              <a:ext uri="{FF2B5EF4-FFF2-40B4-BE49-F238E27FC236}">
                <a16:creationId xmlns:a16="http://schemas.microsoft.com/office/drawing/2014/main" id="{8064F72A-94E7-43E4-B131-F7FA48E7867D}"/>
              </a:ext>
            </a:extLst>
          </p:cNvPr>
          <p:cNvSpPr>
            <a:spLocks noGrp="1"/>
          </p:cNvSpPr>
          <p:nvPr/>
        </p:nvSpPr>
        <p:spPr>
          <a:xfrm>
            <a:off x="65040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F1_main_prauc_1667">
            <a:extLst>
              <a:ext uri="{FF2B5EF4-FFF2-40B4-BE49-F238E27FC236}">
                <a16:creationId xmlns:a16="http://schemas.microsoft.com/office/drawing/2014/main" id="{45985DA7-A991-465F-B00C-1A68BFC66F7E}"/>
              </a:ext>
            </a:extLst>
          </p:cNvPr>
          <p:cNvSpPr>
            <a:spLocks noGrp="1"/>
          </p:cNvSpPr>
          <p:nvPr/>
        </p:nvSpPr>
        <p:spPr>
          <a:xfrm>
            <a:off x="66480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F1_main_prauc_1668">
            <a:extLst>
              <a:ext uri="{FF2B5EF4-FFF2-40B4-BE49-F238E27FC236}">
                <a16:creationId xmlns:a16="http://schemas.microsoft.com/office/drawing/2014/main" id="{14BB9DC1-EDBA-43EC-9253-C42641FD0742}"/>
              </a:ext>
            </a:extLst>
          </p:cNvPr>
          <p:cNvSpPr>
            <a:spLocks noGrp="1"/>
          </p:cNvSpPr>
          <p:nvPr/>
        </p:nvSpPr>
        <p:spPr>
          <a:xfrm>
            <a:off x="6528465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F1_main_prauc_1669">
            <a:extLst>
              <a:ext uri="{FF2B5EF4-FFF2-40B4-BE49-F238E27FC236}">
                <a16:creationId xmlns:a16="http://schemas.microsoft.com/office/drawing/2014/main" id="{00811172-5DB9-44CF-BD3A-33138B1F1E16}"/>
              </a:ext>
            </a:extLst>
          </p:cNvPr>
          <p:cNvSpPr>
            <a:spLocks noGrp="1"/>
          </p:cNvSpPr>
          <p:nvPr/>
        </p:nvSpPr>
        <p:spPr>
          <a:xfrm>
            <a:off x="6557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F1_main_prauc_1670">
            <a:extLst>
              <a:ext uri="{FF2B5EF4-FFF2-40B4-BE49-F238E27FC236}">
                <a16:creationId xmlns:a16="http://schemas.microsoft.com/office/drawing/2014/main" id="{659A67F1-F3ED-43BC-8ECE-5B15E547A3D8}"/>
              </a:ext>
            </a:extLst>
          </p:cNvPr>
          <p:cNvSpPr>
            <a:spLocks noGrp="1"/>
          </p:cNvSpPr>
          <p:nvPr/>
        </p:nvSpPr>
        <p:spPr>
          <a:xfrm>
            <a:off x="64896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F1_main_prauc_1671">
            <a:extLst>
              <a:ext uri="{FF2B5EF4-FFF2-40B4-BE49-F238E27FC236}">
                <a16:creationId xmlns:a16="http://schemas.microsoft.com/office/drawing/2014/main" id="{E0E46EF5-0944-4039-9E67-15875C3691B7}"/>
              </a:ext>
            </a:extLst>
          </p:cNvPr>
          <p:cNvSpPr>
            <a:spLocks noGrp="1"/>
          </p:cNvSpPr>
          <p:nvPr/>
        </p:nvSpPr>
        <p:spPr>
          <a:xfrm>
            <a:off x="81100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F1_main_prauc_1672">
            <a:extLst>
              <a:ext uri="{FF2B5EF4-FFF2-40B4-BE49-F238E27FC236}">
                <a16:creationId xmlns:a16="http://schemas.microsoft.com/office/drawing/2014/main" id="{BFF7F5EF-8269-4228-A739-118813141098}"/>
              </a:ext>
            </a:extLst>
          </p:cNvPr>
          <p:cNvSpPr>
            <a:spLocks noGrp="1"/>
          </p:cNvSpPr>
          <p:nvPr/>
        </p:nvSpPr>
        <p:spPr>
          <a:xfrm>
            <a:off x="8275988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F1_main_prauc_1673">
            <a:extLst>
              <a:ext uri="{FF2B5EF4-FFF2-40B4-BE49-F238E27FC236}">
                <a16:creationId xmlns:a16="http://schemas.microsoft.com/office/drawing/2014/main" id="{FEB84B37-7DE6-42F3-99FB-46ECCE7EC706}"/>
              </a:ext>
            </a:extLst>
          </p:cNvPr>
          <p:cNvSpPr>
            <a:spLocks noGrp="1"/>
          </p:cNvSpPr>
          <p:nvPr/>
        </p:nvSpPr>
        <p:spPr>
          <a:xfrm>
            <a:off x="82295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F1_main_prauc_1674">
            <a:extLst>
              <a:ext uri="{FF2B5EF4-FFF2-40B4-BE49-F238E27FC236}">
                <a16:creationId xmlns:a16="http://schemas.microsoft.com/office/drawing/2014/main" id="{3DF5C5C3-899D-4030-A4B0-A2E38299B21A}"/>
              </a:ext>
            </a:extLst>
          </p:cNvPr>
          <p:cNvSpPr>
            <a:spLocks noGrp="1"/>
          </p:cNvSpPr>
          <p:nvPr/>
        </p:nvSpPr>
        <p:spPr>
          <a:xfrm>
            <a:off x="812447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F1_main_prauc_1675">
            <a:extLst>
              <a:ext uri="{FF2B5EF4-FFF2-40B4-BE49-F238E27FC236}">
                <a16:creationId xmlns:a16="http://schemas.microsoft.com/office/drawing/2014/main" id="{F881491B-705F-4AFE-A6D2-F991BB02440C}"/>
              </a:ext>
            </a:extLst>
          </p:cNvPr>
          <p:cNvSpPr>
            <a:spLocks noGrp="1"/>
          </p:cNvSpPr>
          <p:nvPr/>
        </p:nvSpPr>
        <p:spPr>
          <a:xfrm>
            <a:off x="8073309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F1_main_prauc_1676">
            <a:extLst>
              <a:ext uri="{FF2B5EF4-FFF2-40B4-BE49-F238E27FC236}">
                <a16:creationId xmlns:a16="http://schemas.microsoft.com/office/drawing/2014/main" id="{CC7E624A-EC51-4C3C-AC1E-CB330D68EB2C}"/>
              </a:ext>
            </a:extLst>
          </p:cNvPr>
          <p:cNvSpPr>
            <a:spLocks noGrp="1"/>
          </p:cNvSpPr>
          <p:nvPr/>
        </p:nvSpPr>
        <p:spPr>
          <a:xfrm>
            <a:off x="81043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F1_main_prauc_1677">
            <a:extLst>
              <a:ext uri="{FF2B5EF4-FFF2-40B4-BE49-F238E27FC236}">
                <a16:creationId xmlns:a16="http://schemas.microsoft.com/office/drawing/2014/main" id="{27DDF31C-4424-40B9-9537-0D82D4AC8F90}"/>
              </a:ext>
            </a:extLst>
          </p:cNvPr>
          <p:cNvSpPr>
            <a:spLocks noGrp="1"/>
          </p:cNvSpPr>
          <p:nvPr/>
        </p:nvSpPr>
        <p:spPr>
          <a:xfrm>
            <a:off x="80675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F1_main_prauc_1678">
            <a:extLst>
              <a:ext uri="{FF2B5EF4-FFF2-40B4-BE49-F238E27FC236}">
                <a16:creationId xmlns:a16="http://schemas.microsoft.com/office/drawing/2014/main" id="{10454B44-F7DC-4C82-AC04-6C659E6A1293}"/>
              </a:ext>
            </a:extLst>
          </p:cNvPr>
          <p:cNvSpPr>
            <a:spLocks noGrp="1"/>
          </p:cNvSpPr>
          <p:nvPr/>
        </p:nvSpPr>
        <p:spPr>
          <a:xfrm>
            <a:off x="80879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F1_main_prauc_1679">
            <a:extLst>
              <a:ext uri="{FF2B5EF4-FFF2-40B4-BE49-F238E27FC236}">
                <a16:creationId xmlns:a16="http://schemas.microsoft.com/office/drawing/2014/main" id="{A0776D32-28C5-44A3-987A-555D119409BE}"/>
              </a:ext>
            </a:extLst>
          </p:cNvPr>
          <p:cNvSpPr>
            <a:spLocks noGrp="1"/>
          </p:cNvSpPr>
          <p:nvPr/>
        </p:nvSpPr>
        <p:spPr>
          <a:xfrm>
            <a:off x="8240385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F1_main_prauc_1680">
            <a:extLst>
              <a:ext uri="{FF2B5EF4-FFF2-40B4-BE49-F238E27FC236}">
                <a16:creationId xmlns:a16="http://schemas.microsoft.com/office/drawing/2014/main" id="{91A517FD-52A6-40B2-AD2B-21439E9285A4}"/>
              </a:ext>
            </a:extLst>
          </p:cNvPr>
          <p:cNvSpPr>
            <a:spLocks noGrp="1"/>
          </p:cNvSpPr>
          <p:nvPr/>
        </p:nvSpPr>
        <p:spPr>
          <a:xfrm>
            <a:off x="82112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F1_main_prauc_1681">
            <a:extLst>
              <a:ext uri="{FF2B5EF4-FFF2-40B4-BE49-F238E27FC236}">
                <a16:creationId xmlns:a16="http://schemas.microsoft.com/office/drawing/2014/main" id="{E67EB811-ADB4-4954-874D-5B8899D16732}"/>
              </a:ext>
            </a:extLst>
          </p:cNvPr>
          <p:cNvSpPr>
            <a:spLocks noGrp="1"/>
          </p:cNvSpPr>
          <p:nvPr/>
        </p:nvSpPr>
        <p:spPr>
          <a:xfrm>
            <a:off x="8268844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F1_main_prauc_1682">
            <a:extLst>
              <a:ext uri="{FF2B5EF4-FFF2-40B4-BE49-F238E27FC236}">
                <a16:creationId xmlns:a16="http://schemas.microsoft.com/office/drawing/2014/main" id="{4D9C30EF-8112-4240-B468-3FCA2138FC3F}"/>
              </a:ext>
            </a:extLst>
          </p:cNvPr>
          <p:cNvSpPr>
            <a:spLocks noGrp="1"/>
          </p:cNvSpPr>
          <p:nvPr/>
        </p:nvSpPr>
        <p:spPr>
          <a:xfrm>
            <a:off x="812427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F1_main_prauc_1683">
            <a:extLst>
              <a:ext uri="{FF2B5EF4-FFF2-40B4-BE49-F238E27FC236}">
                <a16:creationId xmlns:a16="http://schemas.microsoft.com/office/drawing/2014/main" id="{05582F4F-E042-4478-A6FA-DE50922ADD70}"/>
              </a:ext>
            </a:extLst>
          </p:cNvPr>
          <p:cNvSpPr>
            <a:spLocks noGrp="1"/>
          </p:cNvSpPr>
          <p:nvPr/>
        </p:nvSpPr>
        <p:spPr>
          <a:xfrm>
            <a:off x="810729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F1_main_prauc_1684">
            <a:extLst>
              <a:ext uri="{FF2B5EF4-FFF2-40B4-BE49-F238E27FC236}">
                <a16:creationId xmlns:a16="http://schemas.microsoft.com/office/drawing/2014/main" id="{9847D620-F835-4C08-863A-AFEE4C6B0507}"/>
              </a:ext>
            </a:extLst>
          </p:cNvPr>
          <p:cNvSpPr>
            <a:spLocks noGrp="1"/>
          </p:cNvSpPr>
          <p:nvPr/>
        </p:nvSpPr>
        <p:spPr>
          <a:xfrm>
            <a:off x="82995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F1_main_prauc_1685">
            <a:extLst>
              <a:ext uri="{FF2B5EF4-FFF2-40B4-BE49-F238E27FC236}">
                <a16:creationId xmlns:a16="http://schemas.microsoft.com/office/drawing/2014/main" id="{DF1D56CD-7FAD-4BBE-809E-D2C3E931AFF3}"/>
              </a:ext>
            </a:extLst>
          </p:cNvPr>
          <p:cNvSpPr>
            <a:spLocks noGrp="1"/>
          </p:cNvSpPr>
          <p:nvPr/>
        </p:nvSpPr>
        <p:spPr>
          <a:xfrm>
            <a:off x="82954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F1_main_prauc_1686">
            <a:extLst>
              <a:ext uri="{FF2B5EF4-FFF2-40B4-BE49-F238E27FC236}">
                <a16:creationId xmlns:a16="http://schemas.microsoft.com/office/drawing/2014/main" id="{05140611-8485-4900-A579-68EEB86C99FE}"/>
              </a:ext>
            </a:extLst>
          </p:cNvPr>
          <p:cNvSpPr>
            <a:spLocks noGrp="1"/>
          </p:cNvSpPr>
          <p:nvPr/>
        </p:nvSpPr>
        <p:spPr>
          <a:xfrm>
            <a:off x="809216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F1_main_prauc_1687">
            <a:extLst>
              <a:ext uri="{FF2B5EF4-FFF2-40B4-BE49-F238E27FC236}">
                <a16:creationId xmlns:a16="http://schemas.microsoft.com/office/drawing/2014/main" id="{8E2AA01E-7993-4143-B4B0-FB2650B454E2}"/>
              </a:ext>
            </a:extLst>
          </p:cNvPr>
          <p:cNvSpPr>
            <a:spLocks noGrp="1"/>
          </p:cNvSpPr>
          <p:nvPr/>
        </p:nvSpPr>
        <p:spPr>
          <a:xfrm>
            <a:off x="825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F1_main_prauc_1688">
            <a:extLst>
              <a:ext uri="{FF2B5EF4-FFF2-40B4-BE49-F238E27FC236}">
                <a16:creationId xmlns:a16="http://schemas.microsoft.com/office/drawing/2014/main" id="{99A624E1-71D9-408A-B385-69B7ABAEDC5D}"/>
              </a:ext>
            </a:extLst>
          </p:cNvPr>
          <p:cNvSpPr>
            <a:spLocks noGrp="1"/>
          </p:cNvSpPr>
          <p:nvPr/>
        </p:nvSpPr>
        <p:spPr>
          <a:xfrm>
            <a:off x="81467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F1_main_prauc_1689">
            <a:extLst>
              <a:ext uri="{FF2B5EF4-FFF2-40B4-BE49-F238E27FC236}">
                <a16:creationId xmlns:a16="http://schemas.microsoft.com/office/drawing/2014/main" id="{03974551-3214-4EDC-8F28-62712C7E1CDF}"/>
              </a:ext>
            </a:extLst>
          </p:cNvPr>
          <p:cNvSpPr>
            <a:spLocks noGrp="1"/>
          </p:cNvSpPr>
          <p:nvPr/>
        </p:nvSpPr>
        <p:spPr>
          <a:xfrm>
            <a:off x="81765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F1_main_prauc_1690">
            <a:extLst>
              <a:ext uri="{FF2B5EF4-FFF2-40B4-BE49-F238E27FC236}">
                <a16:creationId xmlns:a16="http://schemas.microsoft.com/office/drawing/2014/main" id="{81A8B336-1E4D-42CD-B8CD-492C5AC2E253}"/>
              </a:ext>
            </a:extLst>
          </p:cNvPr>
          <p:cNvSpPr>
            <a:spLocks noGrp="1"/>
          </p:cNvSpPr>
          <p:nvPr/>
        </p:nvSpPr>
        <p:spPr>
          <a:xfrm>
            <a:off x="8239979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F1_main_prauc_1691">
            <a:extLst>
              <a:ext uri="{FF2B5EF4-FFF2-40B4-BE49-F238E27FC236}">
                <a16:creationId xmlns:a16="http://schemas.microsoft.com/office/drawing/2014/main" id="{60151CB1-1D91-4101-A04F-3CC52738D582}"/>
              </a:ext>
            </a:extLst>
          </p:cNvPr>
          <p:cNvSpPr>
            <a:spLocks noGrp="1"/>
          </p:cNvSpPr>
          <p:nvPr/>
        </p:nvSpPr>
        <p:spPr>
          <a:xfrm>
            <a:off x="831128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F1_main_prauc_1692">
            <a:extLst>
              <a:ext uri="{FF2B5EF4-FFF2-40B4-BE49-F238E27FC236}">
                <a16:creationId xmlns:a16="http://schemas.microsoft.com/office/drawing/2014/main" id="{CAE2ABF8-B815-4ED0-8D84-959F639DED71}"/>
              </a:ext>
            </a:extLst>
          </p:cNvPr>
          <p:cNvSpPr>
            <a:spLocks noGrp="1"/>
          </p:cNvSpPr>
          <p:nvPr/>
        </p:nvSpPr>
        <p:spPr>
          <a:xfrm>
            <a:off x="80984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F1_main_prauc_1693">
            <a:extLst>
              <a:ext uri="{FF2B5EF4-FFF2-40B4-BE49-F238E27FC236}">
                <a16:creationId xmlns:a16="http://schemas.microsoft.com/office/drawing/2014/main" id="{7E23C581-DB65-4951-9497-622545757868}"/>
              </a:ext>
            </a:extLst>
          </p:cNvPr>
          <p:cNvSpPr>
            <a:spLocks noGrp="1"/>
          </p:cNvSpPr>
          <p:nvPr/>
        </p:nvSpPr>
        <p:spPr>
          <a:xfrm>
            <a:off x="822748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F1_main_prauc_1694">
            <a:extLst>
              <a:ext uri="{FF2B5EF4-FFF2-40B4-BE49-F238E27FC236}">
                <a16:creationId xmlns:a16="http://schemas.microsoft.com/office/drawing/2014/main" id="{640B3524-1CD6-4118-AA3C-F2D7E85805C5}"/>
              </a:ext>
            </a:extLst>
          </p:cNvPr>
          <p:cNvSpPr>
            <a:spLocks noGrp="1"/>
          </p:cNvSpPr>
          <p:nvPr/>
        </p:nvSpPr>
        <p:spPr>
          <a:xfrm>
            <a:off x="8157697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F1_main_prauc_1695">
            <a:extLst>
              <a:ext uri="{FF2B5EF4-FFF2-40B4-BE49-F238E27FC236}">
                <a16:creationId xmlns:a16="http://schemas.microsoft.com/office/drawing/2014/main" id="{968FF260-2CB9-4220-9724-8EAB57BF77F2}"/>
              </a:ext>
            </a:extLst>
          </p:cNvPr>
          <p:cNvSpPr>
            <a:spLocks noGrp="1"/>
          </p:cNvSpPr>
          <p:nvPr/>
        </p:nvSpPr>
        <p:spPr>
          <a:xfrm>
            <a:off x="818427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F1_main_prauc_1696">
            <a:extLst>
              <a:ext uri="{FF2B5EF4-FFF2-40B4-BE49-F238E27FC236}">
                <a16:creationId xmlns:a16="http://schemas.microsoft.com/office/drawing/2014/main" id="{78212BA6-4DF5-454F-A2FE-2804212EFF09}"/>
              </a:ext>
            </a:extLst>
          </p:cNvPr>
          <p:cNvSpPr>
            <a:spLocks noGrp="1"/>
          </p:cNvSpPr>
          <p:nvPr/>
        </p:nvSpPr>
        <p:spPr>
          <a:xfrm>
            <a:off x="80876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F1_main_prauc_1697">
            <a:extLst>
              <a:ext uri="{FF2B5EF4-FFF2-40B4-BE49-F238E27FC236}">
                <a16:creationId xmlns:a16="http://schemas.microsoft.com/office/drawing/2014/main" id="{74E77BDA-526D-4C66-889D-A54179F6991D}"/>
              </a:ext>
            </a:extLst>
          </p:cNvPr>
          <p:cNvSpPr>
            <a:spLocks noGrp="1"/>
          </p:cNvSpPr>
          <p:nvPr/>
        </p:nvSpPr>
        <p:spPr>
          <a:xfrm>
            <a:off x="83121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F1_main_prauc_1698">
            <a:extLst>
              <a:ext uri="{FF2B5EF4-FFF2-40B4-BE49-F238E27FC236}">
                <a16:creationId xmlns:a16="http://schemas.microsoft.com/office/drawing/2014/main" id="{F916CFC6-DBDC-4EEB-A522-9F0FB2A378BF}"/>
              </a:ext>
            </a:extLst>
          </p:cNvPr>
          <p:cNvSpPr>
            <a:spLocks noGrp="1"/>
          </p:cNvSpPr>
          <p:nvPr/>
        </p:nvSpPr>
        <p:spPr>
          <a:xfrm>
            <a:off x="806416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F1_main_prauc_1699">
            <a:extLst>
              <a:ext uri="{FF2B5EF4-FFF2-40B4-BE49-F238E27FC236}">
                <a16:creationId xmlns:a16="http://schemas.microsoft.com/office/drawing/2014/main" id="{0DB7A507-0833-443E-80FF-E9E3C68D4391}"/>
              </a:ext>
            </a:extLst>
          </p:cNvPr>
          <p:cNvSpPr>
            <a:spLocks noGrp="1"/>
          </p:cNvSpPr>
          <p:nvPr/>
        </p:nvSpPr>
        <p:spPr>
          <a:xfrm>
            <a:off x="817339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F1_main_prauc_1700">
            <a:extLst>
              <a:ext uri="{FF2B5EF4-FFF2-40B4-BE49-F238E27FC236}">
                <a16:creationId xmlns:a16="http://schemas.microsoft.com/office/drawing/2014/main" id="{1C26D647-355A-48AD-A8AE-4AAC6AB7F7FD}"/>
              </a:ext>
            </a:extLst>
          </p:cNvPr>
          <p:cNvSpPr>
            <a:spLocks noGrp="1"/>
          </p:cNvSpPr>
          <p:nvPr/>
        </p:nvSpPr>
        <p:spPr>
          <a:xfrm>
            <a:off x="81897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F1_main_prauc_1701">
            <a:extLst>
              <a:ext uri="{FF2B5EF4-FFF2-40B4-BE49-F238E27FC236}">
                <a16:creationId xmlns:a16="http://schemas.microsoft.com/office/drawing/2014/main" id="{080D7E86-79F8-4A5D-99A4-AF18C1E9856B}"/>
              </a:ext>
            </a:extLst>
          </p:cNvPr>
          <p:cNvSpPr>
            <a:spLocks noGrp="1"/>
          </p:cNvSpPr>
          <p:nvPr/>
        </p:nvSpPr>
        <p:spPr>
          <a:xfrm>
            <a:off x="81005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F1_main_prauc_1702">
            <a:extLst>
              <a:ext uri="{FF2B5EF4-FFF2-40B4-BE49-F238E27FC236}">
                <a16:creationId xmlns:a16="http://schemas.microsoft.com/office/drawing/2014/main" id="{B9F534A6-6CFC-43C4-9F08-908120FF2ADA}"/>
              </a:ext>
            </a:extLst>
          </p:cNvPr>
          <p:cNvSpPr>
            <a:spLocks noGrp="1"/>
          </p:cNvSpPr>
          <p:nvPr/>
        </p:nvSpPr>
        <p:spPr>
          <a:xfrm>
            <a:off x="814788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F1_main_prauc_1703">
            <a:extLst>
              <a:ext uri="{FF2B5EF4-FFF2-40B4-BE49-F238E27FC236}">
                <a16:creationId xmlns:a16="http://schemas.microsoft.com/office/drawing/2014/main" id="{2C6FCBC9-C67F-4B2E-963E-7017979A869F}"/>
              </a:ext>
            </a:extLst>
          </p:cNvPr>
          <p:cNvSpPr>
            <a:spLocks noGrp="1"/>
          </p:cNvSpPr>
          <p:nvPr/>
        </p:nvSpPr>
        <p:spPr>
          <a:xfrm>
            <a:off x="8176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F1_main_prauc_1704">
            <a:extLst>
              <a:ext uri="{FF2B5EF4-FFF2-40B4-BE49-F238E27FC236}">
                <a16:creationId xmlns:a16="http://schemas.microsoft.com/office/drawing/2014/main" id="{FF00954C-2550-44A2-BDA7-E8CABC1CB052}"/>
              </a:ext>
            </a:extLst>
          </p:cNvPr>
          <p:cNvSpPr>
            <a:spLocks noGrp="1"/>
          </p:cNvSpPr>
          <p:nvPr/>
        </p:nvSpPr>
        <p:spPr>
          <a:xfrm>
            <a:off x="82669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F1_main_prauc_1705">
            <a:extLst>
              <a:ext uri="{FF2B5EF4-FFF2-40B4-BE49-F238E27FC236}">
                <a16:creationId xmlns:a16="http://schemas.microsoft.com/office/drawing/2014/main" id="{AE973693-9874-469B-B1E2-6F447E1D3C86}"/>
              </a:ext>
            </a:extLst>
          </p:cNvPr>
          <p:cNvSpPr>
            <a:spLocks noGrp="1"/>
          </p:cNvSpPr>
          <p:nvPr/>
        </p:nvSpPr>
        <p:spPr>
          <a:xfrm>
            <a:off x="827044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F1_main_prauc_1706">
            <a:extLst>
              <a:ext uri="{FF2B5EF4-FFF2-40B4-BE49-F238E27FC236}">
                <a16:creationId xmlns:a16="http://schemas.microsoft.com/office/drawing/2014/main" id="{2846806F-BF59-4025-93E7-0A126B466D8E}"/>
              </a:ext>
            </a:extLst>
          </p:cNvPr>
          <p:cNvSpPr>
            <a:spLocks noGrp="1"/>
          </p:cNvSpPr>
          <p:nvPr/>
        </p:nvSpPr>
        <p:spPr>
          <a:xfrm>
            <a:off x="8069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F1_main_prauc_1707">
            <a:extLst>
              <a:ext uri="{FF2B5EF4-FFF2-40B4-BE49-F238E27FC236}">
                <a16:creationId xmlns:a16="http://schemas.microsoft.com/office/drawing/2014/main" id="{D313B6EB-49DC-4FC1-A7E7-F44404639EE3}"/>
              </a:ext>
            </a:extLst>
          </p:cNvPr>
          <p:cNvSpPr>
            <a:spLocks noGrp="1"/>
          </p:cNvSpPr>
          <p:nvPr/>
        </p:nvSpPr>
        <p:spPr>
          <a:xfrm>
            <a:off x="8139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F1_main_prauc_1708">
            <a:extLst>
              <a:ext uri="{FF2B5EF4-FFF2-40B4-BE49-F238E27FC236}">
                <a16:creationId xmlns:a16="http://schemas.microsoft.com/office/drawing/2014/main" id="{D9082A38-39A2-43DB-A7D5-F1DB783F1C6A}"/>
              </a:ext>
            </a:extLst>
          </p:cNvPr>
          <p:cNvSpPr>
            <a:spLocks noGrp="1"/>
          </p:cNvSpPr>
          <p:nvPr/>
        </p:nvSpPr>
        <p:spPr>
          <a:xfrm>
            <a:off x="81250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F1_main_prauc_1709">
            <a:extLst>
              <a:ext uri="{FF2B5EF4-FFF2-40B4-BE49-F238E27FC236}">
                <a16:creationId xmlns:a16="http://schemas.microsoft.com/office/drawing/2014/main" id="{54013461-C7B5-4EF5-AB93-99CE3981EF6A}"/>
              </a:ext>
            </a:extLst>
          </p:cNvPr>
          <p:cNvSpPr>
            <a:spLocks noGrp="1"/>
          </p:cNvSpPr>
          <p:nvPr/>
        </p:nvSpPr>
        <p:spPr>
          <a:xfrm>
            <a:off x="82709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F1_main_prauc_1710">
            <a:extLst>
              <a:ext uri="{FF2B5EF4-FFF2-40B4-BE49-F238E27FC236}">
                <a16:creationId xmlns:a16="http://schemas.microsoft.com/office/drawing/2014/main" id="{7D6D6C9F-B78D-425A-AD13-DCCF5AC03E1F}"/>
              </a:ext>
            </a:extLst>
          </p:cNvPr>
          <p:cNvSpPr>
            <a:spLocks noGrp="1"/>
          </p:cNvSpPr>
          <p:nvPr/>
        </p:nvSpPr>
        <p:spPr>
          <a:xfrm>
            <a:off x="810870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F1_main_prauc_1711">
            <a:extLst>
              <a:ext uri="{FF2B5EF4-FFF2-40B4-BE49-F238E27FC236}">
                <a16:creationId xmlns:a16="http://schemas.microsoft.com/office/drawing/2014/main" id="{AE01E563-4E31-4865-8091-7405E5C2B7E4}"/>
              </a:ext>
            </a:extLst>
          </p:cNvPr>
          <p:cNvSpPr>
            <a:spLocks noGrp="1"/>
          </p:cNvSpPr>
          <p:nvPr/>
        </p:nvSpPr>
        <p:spPr>
          <a:xfrm>
            <a:off x="814153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F1_main_prauc_1712">
            <a:extLst>
              <a:ext uri="{FF2B5EF4-FFF2-40B4-BE49-F238E27FC236}">
                <a16:creationId xmlns:a16="http://schemas.microsoft.com/office/drawing/2014/main" id="{8C8EBB57-8386-43C3-AFA2-307C2D41F3E6}"/>
              </a:ext>
            </a:extLst>
          </p:cNvPr>
          <p:cNvSpPr>
            <a:spLocks noGrp="1"/>
          </p:cNvSpPr>
          <p:nvPr/>
        </p:nvSpPr>
        <p:spPr>
          <a:xfrm>
            <a:off x="80826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F1_main_prauc_1713">
            <a:extLst>
              <a:ext uri="{FF2B5EF4-FFF2-40B4-BE49-F238E27FC236}">
                <a16:creationId xmlns:a16="http://schemas.microsoft.com/office/drawing/2014/main" id="{2AF6ADA6-9AB1-4DC5-942A-BBCC9D5FC807}"/>
              </a:ext>
            </a:extLst>
          </p:cNvPr>
          <p:cNvSpPr>
            <a:spLocks noGrp="1"/>
          </p:cNvSpPr>
          <p:nvPr/>
        </p:nvSpPr>
        <p:spPr>
          <a:xfrm>
            <a:off x="82452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F1_main_prauc_1714">
            <a:extLst>
              <a:ext uri="{FF2B5EF4-FFF2-40B4-BE49-F238E27FC236}">
                <a16:creationId xmlns:a16="http://schemas.microsoft.com/office/drawing/2014/main" id="{795C7444-5887-4765-BF3F-4E3E5B02E161}"/>
              </a:ext>
            </a:extLst>
          </p:cNvPr>
          <p:cNvSpPr>
            <a:spLocks noGrp="1"/>
          </p:cNvSpPr>
          <p:nvPr/>
        </p:nvSpPr>
        <p:spPr>
          <a:xfrm>
            <a:off x="81224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F1_main_prauc_1715">
            <a:extLst>
              <a:ext uri="{FF2B5EF4-FFF2-40B4-BE49-F238E27FC236}">
                <a16:creationId xmlns:a16="http://schemas.microsoft.com/office/drawing/2014/main" id="{667F4A12-6BCD-4D2A-84E8-AD8026673129}"/>
              </a:ext>
            </a:extLst>
          </p:cNvPr>
          <p:cNvSpPr>
            <a:spLocks noGrp="1"/>
          </p:cNvSpPr>
          <p:nvPr/>
        </p:nvSpPr>
        <p:spPr>
          <a:xfrm>
            <a:off x="81417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F1_main_prauc_1716">
            <a:extLst>
              <a:ext uri="{FF2B5EF4-FFF2-40B4-BE49-F238E27FC236}">
                <a16:creationId xmlns:a16="http://schemas.microsoft.com/office/drawing/2014/main" id="{D877CB08-2E46-4B44-BD5C-2447903CE75F}"/>
              </a:ext>
            </a:extLst>
          </p:cNvPr>
          <p:cNvSpPr>
            <a:spLocks noGrp="1"/>
          </p:cNvSpPr>
          <p:nvPr/>
        </p:nvSpPr>
        <p:spPr>
          <a:xfrm>
            <a:off x="8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F1_main_prauc_1717">
            <a:extLst>
              <a:ext uri="{FF2B5EF4-FFF2-40B4-BE49-F238E27FC236}">
                <a16:creationId xmlns:a16="http://schemas.microsoft.com/office/drawing/2014/main" id="{360D33B5-B0E1-4239-A028-D83F773D5071}"/>
              </a:ext>
            </a:extLst>
          </p:cNvPr>
          <p:cNvSpPr>
            <a:spLocks noGrp="1"/>
          </p:cNvSpPr>
          <p:nvPr/>
        </p:nvSpPr>
        <p:spPr>
          <a:xfrm>
            <a:off x="8253975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F1_main_prauc_1718">
            <a:extLst>
              <a:ext uri="{FF2B5EF4-FFF2-40B4-BE49-F238E27FC236}">
                <a16:creationId xmlns:a16="http://schemas.microsoft.com/office/drawing/2014/main" id="{15E44A51-A334-47B0-B087-03503911668A}"/>
              </a:ext>
            </a:extLst>
          </p:cNvPr>
          <p:cNvSpPr>
            <a:spLocks noGrp="1"/>
          </p:cNvSpPr>
          <p:nvPr/>
        </p:nvSpPr>
        <p:spPr>
          <a:xfrm>
            <a:off x="83130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F1_main_prauc_1719">
            <a:extLst>
              <a:ext uri="{FF2B5EF4-FFF2-40B4-BE49-F238E27FC236}">
                <a16:creationId xmlns:a16="http://schemas.microsoft.com/office/drawing/2014/main" id="{83EFC26B-FBD6-4E99-9048-682FB37D174A}"/>
              </a:ext>
            </a:extLst>
          </p:cNvPr>
          <p:cNvSpPr>
            <a:spLocks noGrp="1"/>
          </p:cNvSpPr>
          <p:nvPr/>
        </p:nvSpPr>
        <p:spPr>
          <a:xfrm>
            <a:off x="827497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F1_main_prauc_1720">
            <a:extLst>
              <a:ext uri="{FF2B5EF4-FFF2-40B4-BE49-F238E27FC236}">
                <a16:creationId xmlns:a16="http://schemas.microsoft.com/office/drawing/2014/main" id="{374CB370-05C9-4AFE-A800-6D4EF9D830D9}"/>
              </a:ext>
            </a:extLst>
          </p:cNvPr>
          <p:cNvSpPr>
            <a:spLocks noGrp="1"/>
          </p:cNvSpPr>
          <p:nvPr/>
        </p:nvSpPr>
        <p:spPr>
          <a:xfrm>
            <a:off x="81464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F1_main_prauc_1721">
            <a:extLst>
              <a:ext uri="{FF2B5EF4-FFF2-40B4-BE49-F238E27FC236}">
                <a16:creationId xmlns:a16="http://schemas.microsoft.com/office/drawing/2014/main" id="{49660B52-C493-411E-BC9F-1E22B89412E4}"/>
              </a:ext>
            </a:extLst>
          </p:cNvPr>
          <p:cNvSpPr>
            <a:spLocks noGrp="1"/>
          </p:cNvSpPr>
          <p:nvPr/>
        </p:nvSpPr>
        <p:spPr>
          <a:xfrm>
            <a:off x="81978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F1_main_prauc_1722">
            <a:extLst>
              <a:ext uri="{FF2B5EF4-FFF2-40B4-BE49-F238E27FC236}">
                <a16:creationId xmlns:a16="http://schemas.microsoft.com/office/drawing/2014/main" id="{0CD1A19A-62BE-4CD7-9B97-19724BA00041}"/>
              </a:ext>
            </a:extLst>
          </p:cNvPr>
          <p:cNvSpPr>
            <a:spLocks noGrp="1"/>
          </p:cNvSpPr>
          <p:nvPr/>
        </p:nvSpPr>
        <p:spPr>
          <a:xfrm>
            <a:off x="80897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F1_main_prauc_1723">
            <a:extLst>
              <a:ext uri="{FF2B5EF4-FFF2-40B4-BE49-F238E27FC236}">
                <a16:creationId xmlns:a16="http://schemas.microsoft.com/office/drawing/2014/main" id="{94F8C7B2-4746-4779-AD9E-14512F8B8121}"/>
              </a:ext>
            </a:extLst>
          </p:cNvPr>
          <p:cNvSpPr>
            <a:spLocks noGrp="1"/>
          </p:cNvSpPr>
          <p:nvPr/>
        </p:nvSpPr>
        <p:spPr>
          <a:xfrm>
            <a:off x="8182832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F1_main_prauc_1724">
            <a:extLst>
              <a:ext uri="{FF2B5EF4-FFF2-40B4-BE49-F238E27FC236}">
                <a16:creationId xmlns:a16="http://schemas.microsoft.com/office/drawing/2014/main" id="{B1653425-21D7-4F4F-94DF-AADACA33433A}"/>
              </a:ext>
            </a:extLst>
          </p:cNvPr>
          <p:cNvSpPr>
            <a:spLocks noGrp="1"/>
          </p:cNvSpPr>
          <p:nvPr/>
        </p:nvSpPr>
        <p:spPr>
          <a:xfrm>
            <a:off x="8087907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F1_main_prauc_1725">
            <a:extLst>
              <a:ext uri="{FF2B5EF4-FFF2-40B4-BE49-F238E27FC236}">
                <a16:creationId xmlns:a16="http://schemas.microsoft.com/office/drawing/2014/main" id="{606E85C0-A0C8-457F-9BF8-58CB5B4DE127}"/>
              </a:ext>
            </a:extLst>
          </p:cNvPr>
          <p:cNvSpPr>
            <a:spLocks noGrp="1"/>
          </p:cNvSpPr>
          <p:nvPr/>
        </p:nvSpPr>
        <p:spPr>
          <a:xfrm>
            <a:off x="8132464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F1_main_prauc_1726">
            <a:extLst>
              <a:ext uri="{FF2B5EF4-FFF2-40B4-BE49-F238E27FC236}">
                <a16:creationId xmlns:a16="http://schemas.microsoft.com/office/drawing/2014/main" id="{59116721-3D71-4221-999A-F317BA89B7B3}"/>
              </a:ext>
            </a:extLst>
          </p:cNvPr>
          <p:cNvSpPr>
            <a:spLocks noGrp="1"/>
          </p:cNvSpPr>
          <p:nvPr/>
        </p:nvSpPr>
        <p:spPr>
          <a:xfrm>
            <a:off x="816205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F1_main_prauc_1727">
            <a:extLst>
              <a:ext uri="{FF2B5EF4-FFF2-40B4-BE49-F238E27FC236}">
                <a16:creationId xmlns:a16="http://schemas.microsoft.com/office/drawing/2014/main" id="{6599DBCB-87D4-417F-BF70-830DEC4F602F}"/>
              </a:ext>
            </a:extLst>
          </p:cNvPr>
          <p:cNvSpPr>
            <a:spLocks noGrp="1"/>
          </p:cNvSpPr>
          <p:nvPr/>
        </p:nvSpPr>
        <p:spPr>
          <a:xfrm>
            <a:off x="8268729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F1_main_prauc_1728">
            <a:extLst>
              <a:ext uri="{FF2B5EF4-FFF2-40B4-BE49-F238E27FC236}">
                <a16:creationId xmlns:a16="http://schemas.microsoft.com/office/drawing/2014/main" id="{4A369FED-E462-4383-9E78-B79A294DD7CC}"/>
              </a:ext>
            </a:extLst>
          </p:cNvPr>
          <p:cNvSpPr>
            <a:spLocks noGrp="1"/>
          </p:cNvSpPr>
          <p:nvPr/>
        </p:nvSpPr>
        <p:spPr>
          <a:xfrm>
            <a:off x="8156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F1_main_prauc_1729">
            <a:extLst>
              <a:ext uri="{FF2B5EF4-FFF2-40B4-BE49-F238E27FC236}">
                <a16:creationId xmlns:a16="http://schemas.microsoft.com/office/drawing/2014/main" id="{344757EC-B99B-4C98-9777-8C763987C49E}"/>
              </a:ext>
            </a:extLst>
          </p:cNvPr>
          <p:cNvSpPr>
            <a:spLocks noGrp="1"/>
          </p:cNvSpPr>
          <p:nvPr/>
        </p:nvSpPr>
        <p:spPr>
          <a:xfrm>
            <a:off x="8193011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F1_main_prauc_1730">
            <a:extLst>
              <a:ext uri="{FF2B5EF4-FFF2-40B4-BE49-F238E27FC236}">
                <a16:creationId xmlns:a16="http://schemas.microsoft.com/office/drawing/2014/main" id="{B890453F-C8BB-4E0C-99A4-1F777DCD5541}"/>
              </a:ext>
            </a:extLst>
          </p:cNvPr>
          <p:cNvSpPr>
            <a:spLocks noGrp="1"/>
          </p:cNvSpPr>
          <p:nvPr/>
        </p:nvSpPr>
        <p:spPr>
          <a:xfrm>
            <a:off x="81524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F1_main_prauc_1731">
            <a:extLst>
              <a:ext uri="{FF2B5EF4-FFF2-40B4-BE49-F238E27FC236}">
                <a16:creationId xmlns:a16="http://schemas.microsoft.com/office/drawing/2014/main" id="{102832AC-9F33-45C1-9696-5F806311677F}"/>
              </a:ext>
            </a:extLst>
          </p:cNvPr>
          <p:cNvSpPr>
            <a:spLocks noGrp="1"/>
          </p:cNvSpPr>
          <p:nvPr/>
        </p:nvSpPr>
        <p:spPr>
          <a:xfrm>
            <a:off x="8228721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F1_main_prauc_1732">
            <a:extLst>
              <a:ext uri="{FF2B5EF4-FFF2-40B4-BE49-F238E27FC236}">
                <a16:creationId xmlns:a16="http://schemas.microsoft.com/office/drawing/2014/main" id="{52CC2968-C521-47B6-995F-8CD0F70C9FE4}"/>
              </a:ext>
            </a:extLst>
          </p:cNvPr>
          <p:cNvSpPr>
            <a:spLocks noGrp="1"/>
          </p:cNvSpPr>
          <p:nvPr/>
        </p:nvSpPr>
        <p:spPr>
          <a:xfrm>
            <a:off x="81517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F1_main_prauc_1733">
            <a:extLst>
              <a:ext uri="{FF2B5EF4-FFF2-40B4-BE49-F238E27FC236}">
                <a16:creationId xmlns:a16="http://schemas.microsoft.com/office/drawing/2014/main" id="{31D5418A-4D82-4505-BB96-DA039E7B29DC}"/>
              </a:ext>
            </a:extLst>
          </p:cNvPr>
          <p:cNvSpPr>
            <a:spLocks noGrp="1"/>
          </p:cNvSpPr>
          <p:nvPr/>
        </p:nvSpPr>
        <p:spPr>
          <a:xfrm>
            <a:off x="82251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F1_main_prauc_1734">
            <a:extLst>
              <a:ext uri="{FF2B5EF4-FFF2-40B4-BE49-F238E27FC236}">
                <a16:creationId xmlns:a16="http://schemas.microsoft.com/office/drawing/2014/main" id="{8491748B-7C05-4E28-8D20-100E44C1956F}"/>
              </a:ext>
            </a:extLst>
          </p:cNvPr>
          <p:cNvSpPr>
            <a:spLocks noGrp="1"/>
          </p:cNvSpPr>
          <p:nvPr/>
        </p:nvSpPr>
        <p:spPr>
          <a:xfrm>
            <a:off x="8199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F1_main_prauc_1735">
            <a:extLst>
              <a:ext uri="{FF2B5EF4-FFF2-40B4-BE49-F238E27FC236}">
                <a16:creationId xmlns:a16="http://schemas.microsoft.com/office/drawing/2014/main" id="{BAFD5D2A-49EF-43CB-864D-E601415549EF}"/>
              </a:ext>
            </a:extLst>
          </p:cNvPr>
          <p:cNvSpPr>
            <a:spLocks noGrp="1"/>
          </p:cNvSpPr>
          <p:nvPr/>
        </p:nvSpPr>
        <p:spPr>
          <a:xfrm>
            <a:off x="8242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F1_main_prauc_1736">
            <a:extLst>
              <a:ext uri="{FF2B5EF4-FFF2-40B4-BE49-F238E27FC236}">
                <a16:creationId xmlns:a16="http://schemas.microsoft.com/office/drawing/2014/main" id="{7F6D0913-5CC9-451E-92EB-6B74013110C3}"/>
              </a:ext>
            </a:extLst>
          </p:cNvPr>
          <p:cNvSpPr>
            <a:spLocks noGrp="1"/>
          </p:cNvSpPr>
          <p:nvPr/>
        </p:nvSpPr>
        <p:spPr>
          <a:xfrm>
            <a:off x="8126293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F1_main_prauc_1737">
            <a:extLst>
              <a:ext uri="{FF2B5EF4-FFF2-40B4-BE49-F238E27FC236}">
                <a16:creationId xmlns:a16="http://schemas.microsoft.com/office/drawing/2014/main" id="{545955CD-867E-4678-8F40-084D4EB0458B}"/>
              </a:ext>
            </a:extLst>
          </p:cNvPr>
          <p:cNvSpPr>
            <a:spLocks noGrp="1"/>
          </p:cNvSpPr>
          <p:nvPr/>
        </p:nvSpPr>
        <p:spPr>
          <a:xfrm>
            <a:off x="8264316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F1_main_prauc_1738">
            <a:extLst>
              <a:ext uri="{FF2B5EF4-FFF2-40B4-BE49-F238E27FC236}">
                <a16:creationId xmlns:a16="http://schemas.microsoft.com/office/drawing/2014/main" id="{CEC5D8BF-5D76-4C65-8760-0039B2DE9009}"/>
              </a:ext>
            </a:extLst>
          </p:cNvPr>
          <p:cNvSpPr>
            <a:spLocks noGrp="1"/>
          </p:cNvSpPr>
          <p:nvPr/>
        </p:nvSpPr>
        <p:spPr>
          <a:xfrm>
            <a:off x="81416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F1_main_prauc_1739">
            <a:extLst>
              <a:ext uri="{FF2B5EF4-FFF2-40B4-BE49-F238E27FC236}">
                <a16:creationId xmlns:a16="http://schemas.microsoft.com/office/drawing/2014/main" id="{F52C596A-1A88-4971-82AF-D760E66D0FD0}"/>
              </a:ext>
            </a:extLst>
          </p:cNvPr>
          <p:cNvSpPr>
            <a:spLocks noGrp="1"/>
          </p:cNvSpPr>
          <p:nvPr/>
        </p:nvSpPr>
        <p:spPr>
          <a:xfrm>
            <a:off x="818198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F1_main_prauc_1740">
            <a:extLst>
              <a:ext uri="{FF2B5EF4-FFF2-40B4-BE49-F238E27FC236}">
                <a16:creationId xmlns:a16="http://schemas.microsoft.com/office/drawing/2014/main" id="{5DB3BE9B-FD59-4500-867E-E0EF97BFCE84}"/>
              </a:ext>
            </a:extLst>
          </p:cNvPr>
          <p:cNvSpPr>
            <a:spLocks noGrp="1"/>
          </p:cNvSpPr>
          <p:nvPr/>
        </p:nvSpPr>
        <p:spPr>
          <a:xfrm>
            <a:off x="809583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F1_main_prauc_1741">
            <a:extLst>
              <a:ext uri="{FF2B5EF4-FFF2-40B4-BE49-F238E27FC236}">
                <a16:creationId xmlns:a16="http://schemas.microsoft.com/office/drawing/2014/main" id="{7B626337-01D1-4DF4-9C13-7BB7FD7585A1}"/>
              </a:ext>
            </a:extLst>
          </p:cNvPr>
          <p:cNvSpPr>
            <a:spLocks noGrp="1"/>
          </p:cNvSpPr>
          <p:nvPr/>
        </p:nvSpPr>
        <p:spPr>
          <a:xfrm>
            <a:off x="81140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F1_main_prauc_1742">
            <a:extLst>
              <a:ext uri="{FF2B5EF4-FFF2-40B4-BE49-F238E27FC236}">
                <a16:creationId xmlns:a16="http://schemas.microsoft.com/office/drawing/2014/main" id="{B87143CA-B6DB-4043-A5E3-55E5C4477243}"/>
              </a:ext>
            </a:extLst>
          </p:cNvPr>
          <p:cNvSpPr>
            <a:spLocks noGrp="1"/>
          </p:cNvSpPr>
          <p:nvPr/>
        </p:nvSpPr>
        <p:spPr>
          <a:xfrm>
            <a:off x="8106559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F1_main_prauc_1743">
            <a:extLst>
              <a:ext uri="{FF2B5EF4-FFF2-40B4-BE49-F238E27FC236}">
                <a16:creationId xmlns:a16="http://schemas.microsoft.com/office/drawing/2014/main" id="{86563015-1F03-4749-BACC-D713760F9DA1}"/>
              </a:ext>
            </a:extLst>
          </p:cNvPr>
          <p:cNvSpPr>
            <a:spLocks noGrp="1"/>
          </p:cNvSpPr>
          <p:nvPr/>
        </p:nvSpPr>
        <p:spPr>
          <a:xfrm>
            <a:off x="808687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F1_main_prauc_1744">
            <a:extLst>
              <a:ext uri="{FF2B5EF4-FFF2-40B4-BE49-F238E27FC236}">
                <a16:creationId xmlns:a16="http://schemas.microsoft.com/office/drawing/2014/main" id="{3F40A90E-37C5-4467-9D7F-1F309965EE8F}"/>
              </a:ext>
            </a:extLst>
          </p:cNvPr>
          <p:cNvSpPr>
            <a:spLocks noGrp="1"/>
          </p:cNvSpPr>
          <p:nvPr/>
        </p:nvSpPr>
        <p:spPr>
          <a:xfrm>
            <a:off x="8088956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F1_main_prauc_1745">
            <a:extLst>
              <a:ext uri="{FF2B5EF4-FFF2-40B4-BE49-F238E27FC236}">
                <a16:creationId xmlns:a16="http://schemas.microsoft.com/office/drawing/2014/main" id="{616181AA-C16E-48F5-A210-929846430BB5}"/>
              </a:ext>
            </a:extLst>
          </p:cNvPr>
          <p:cNvSpPr>
            <a:spLocks noGrp="1"/>
          </p:cNvSpPr>
          <p:nvPr/>
        </p:nvSpPr>
        <p:spPr>
          <a:xfrm>
            <a:off x="808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F1_main_prauc_1746">
            <a:extLst>
              <a:ext uri="{FF2B5EF4-FFF2-40B4-BE49-F238E27FC236}">
                <a16:creationId xmlns:a16="http://schemas.microsoft.com/office/drawing/2014/main" id="{C6030A47-D0BD-4FDD-B45B-D714F87A0E35}"/>
              </a:ext>
            </a:extLst>
          </p:cNvPr>
          <p:cNvSpPr>
            <a:spLocks noGrp="1"/>
          </p:cNvSpPr>
          <p:nvPr/>
        </p:nvSpPr>
        <p:spPr>
          <a:xfrm>
            <a:off x="81405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F1_main_prauc_1747">
            <a:extLst>
              <a:ext uri="{FF2B5EF4-FFF2-40B4-BE49-F238E27FC236}">
                <a16:creationId xmlns:a16="http://schemas.microsoft.com/office/drawing/2014/main" id="{0A6DA658-5A25-48BC-94C5-66315E37B5E7}"/>
              </a:ext>
            </a:extLst>
          </p:cNvPr>
          <p:cNvSpPr>
            <a:spLocks noGrp="1"/>
          </p:cNvSpPr>
          <p:nvPr/>
        </p:nvSpPr>
        <p:spPr>
          <a:xfrm>
            <a:off x="8191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F1_main_prauc_1748">
            <a:extLst>
              <a:ext uri="{FF2B5EF4-FFF2-40B4-BE49-F238E27FC236}">
                <a16:creationId xmlns:a16="http://schemas.microsoft.com/office/drawing/2014/main" id="{03362DD5-32AC-431E-AE67-FD33E33CFE3B}"/>
              </a:ext>
            </a:extLst>
          </p:cNvPr>
          <p:cNvSpPr>
            <a:spLocks noGrp="1"/>
          </p:cNvSpPr>
          <p:nvPr/>
        </p:nvSpPr>
        <p:spPr>
          <a:xfrm>
            <a:off x="811489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F1_main_prauc_1749">
            <a:extLst>
              <a:ext uri="{FF2B5EF4-FFF2-40B4-BE49-F238E27FC236}">
                <a16:creationId xmlns:a16="http://schemas.microsoft.com/office/drawing/2014/main" id="{860933CB-06C2-477D-B8F8-25C88ABFA256}"/>
              </a:ext>
            </a:extLst>
          </p:cNvPr>
          <p:cNvSpPr>
            <a:spLocks noGrp="1"/>
          </p:cNvSpPr>
          <p:nvPr/>
        </p:nvSpPr>
        <p:spPr>
          <a:xfrm>
            <a:off x="821912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F1_main_prauc_1750">
            <a:extLst>
              <a:ext uri="{FF2B5EF4-FFF2-40B4-BE49-F238E27FC236}">
                <a16:creationId xmlns:a16="http://schemas.microsoft.com/office/drawing/2014/main" id="{47677108-B627-4867-8448-58F1EE6DA2EB}"/>
              </a:ext>
            </a:extLst>
          </p:cNvPr>
          <p:cNvSpPr>
            <a:spLocks noGrp="1"/>
          </p:cNvSpPr>
          <p:nvPr/>
        </p:nvSpPr>
        <p:spPr>
          <a:xfrm>
            <a:off x="819167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F1_main_prauc_1751">
            <a:extLst>
              <a:ext uri="{FF2B5EF4-FFF2-40B4-BE49-F238E27FC236}">
                <a16:creationId xmlns:a16="http://schemas.microsoft.com/office/drawing/2014/main" id="{ED4DC4FE-6646-464B-906D-067969528DA4}"/>
              </a:ext>
            </a:extLst>
          </p:cNvPr>
          <p:cNvSpPr>
            <a:spLocks noGrp="1"/>
          </p:cNvSpPr>
          <p:nvPr/>
        </p:nvSpPr>
        <p:spPr>
          <a:xfrm>
            <a:off x="81524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F1_main_prauc_1752">
            <a:extLst>
              <a:ext uri="{FF2B5EF4-FFF2-40B4-BE49-F238E27FC236}">
                <a16:creationId xmlns:a16="http://schemas.microsoft.com/office/drawing/2014/main" id="{1DABFC2C-6F6D-4651-A019-F5C22FCACD10}"/>
              </a:ext>
            </a:extLst>
          </p:cNvPr>
          <p:cNvSpPr>
            <a:spLocks noGrp="1"/>
          </p:cNvSpPr>
          <p:nvPr/>
        </p:nvSpPr>
        <p:spPr>
          <a:xfrm>
            <a:off x="81748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F1_main_prauc_1753">
            <a:extLst>
              <a:ext uri="{FF2B5EF4-FFF2-40B4-BE49-F238E27FC236}">
                <a16:creationId xmlns:a16="http://schemas.microsoft.com/office/drawing/2014/main" id="{F89723BA-A6B0-405A-B951-57077A30363C}"/>
              </a:ext>
            </a:extLst>
          </p:cNvPr>
          <p:cNvSpPr>
            <a:spLocks noGrp="1"/>
          </p:cNvSpPr>
          <p:nvPr/>
        </p:nvSpPr>
        <p:spPr>
          <a:xfrm>
            <a:off x="827588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F1_main_prauc_1754">
            <a:extLst>
              <a:ext uri="{FF2B5EF4-FFF2-40B4-BE49-F238E27FC236}">
                <a16:creationId xmlns:a16="http://schemas.microsoft.com/office/drawing/2014/main" id="{438E0326-D4B4-40D2-970D-541B3A99AD08}"/>
              </a:ext>
            </a:extLst>
          </p:cNvPr>
          <p:cNvSpPr>
            <a:spLocks noGrp="1"/>
          </p:cNvSpPr>
          <p:nvPr/>
        </p:nvSpPr>
        <p:spPr>
          <a:xfrm>
            <a:off x="82399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F1_main_prauc_1755">
            <a:extLst>
              <a:ext uri="{FF2B5EF4-FFF2-40B4-BE49-F238E27FC236}">
                <a16:creationId xmlns:a16="http://schemas.microsoft.com/office/drawing/2014/main" id="{3D3215D3-B87A-45CE-8EFF-D117590FDC80}"/>
              </a:ext>
            </a:extLst>
          </p:cNvPr>
          <p:cNvSpPr>
            <a:spLocks noGrp="1"/>
          </p:cNvSpPr>
          <p:nvPr/>
        </p:nvSpPr>
        <p:spPr>
          <a:xfrm>
            <a:off x="81127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F1_main_prauc_1756">
            <a:extLst>
              <a:ext uri="{FF2B5EF4-FFF2-40B4-BE49-F238E27FC236}">
                <a16:creationId xmlns:a16="http://schemas.microsoft.com/office/drawing/2014/main" id="{DFB22908-7310-4A19-A124-78193B2CC589}"/>
              </a:ext>
            </a:extLst>
          </p:cNvPr>
          <p:cNvSpPr>
            <a:spLocks noGrp="1"/>
          </p:cNvSpPr>
          <p:nvPr/>
        </p:nvSpPr>
        <p:spPr>
          <a:xfrm>
            <a:off x="8099362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F1_main_prauc_1757">
            <a:extLst>
              <a:ext uri="{FF2B5EF4-FFF2-40B4-BE49-F238E27FC236}">
                <a16:creationId xmlns:a16="http://schemas.microsoft.com/office/drawing/2014/main" id="{D2ACDB9B-C785-45F9-8A7E-0C5F252252BD}"/>
              </a:ext>
            </a:extLst>
          </p:cNvPr>
          <p:cNvSpPr>
            <a:spLocks noGrp="1"/>
          </p:cNvSpPr>
          <p:nvPr/>
        </p:nvSpPr>
        <p:spPr>
          <a:xfrm>
            <a:off x="82446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F1_main_prauc_1758">
            <a:extLst>
              <a:ext uri="{FF2B5EF4-FFF2-40B4-BE49-F238E27FC236}">
                <a16:creationId xmlns:a16="http://schemas.microsoft.com/office/drawing/2014/main" id="{EA9D86DC-98C4-451D-BEFA-5A0EC378DA6B}"/>
              </a:ext>
            </a:extLst>
          </p:cNvPr>
          <p:cNvSpPr>
            <a:spLocks noGrp="1"/>
          </p:cNvSpPr>
          <p:nvPr/>
        </p:nvSpPr>
        <p:spPr>
          <a:xfrm>
            <a:off x="8095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F1_main_prauc_1759">
            <a:extLst>
              <a:ext uri="{FF2B5EF4-FFF2-40B4-BE49-F238E27FC236}">
                <a16:creationId xmlns:a16="http://schemas.microsoft.com/office/drawing/2014/main" id="{4940950E-51C5-41C8-AD4D-131C4AC124B2}"/>
              </a:ext>
            </a:extLst>
          </p:cNvPr>
          <p:cNvSpPr>
            <a:spLocks noGrp="1"/>
          </p:cNvSpPr>
          <p:nvPr/>
        </p:nvSpPr>
        <p:spPr>
          <a:xfrm>
            <a:off x="8087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F1_main_prauc_1760">
            <a:extLst>
              <a:ext uri="{FF2B5EF4-FFF2-40B4-BE49-F238E27FC236}">
                <a16:creationId xmlns:a16="http://schemas.microsoft.com/office/drawing/2014/main" id="{A108CCAE-5BBA-49E6-9568-54B3886A6C4F}"/>
              </a:ext>
            </a:extLst>
          </p:cNvPr>
          <p:cNvSpPr>
            <a:spLocks noGrp="1"/>
          </p:cNvSpPr>
          <p:nvPr/>
        </p:nvSpPr>
        <p:spPr>
          <a:xfrm>
            <a:off x="8173922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F1_main_prauc_1761">
            <a:extLst>
              <a:ext uri="{FF2B5EF4-FFF2-40B4-BE49-F238E27FC236}">
                <a16:creationId xmlns:a16="http://schemas.microsoft.com/office/drawing/2014/main" id="{5FC8AD90-3E2D-44AC-9BD0-B0FFD1F31AFF}"/>
              </a:ext>
            </a:extLst>
          </p:cNvPr>
          <p:cNvSpPr>
            <a:spLocks noGrp="1"/>
          </p:cNvSpPr>
          <p:nvPr/>
        </p:nvSpPr>
        <p:spPr>
          <a:xfrm>
            <a:off x="82362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F1_main_prauc_1762">
            <a:extLst>
              <a:ext uri="{FF2B5EF4-FFF2-40B4-BE49-F238E27FC236}">
                <a16:creationId xmlns:a16="http://schemas.microsoft.com/office/drawing/2014/main" id="{02EF7410-8859-4022-8D61-0CC0B2688074}"/>
              </a:ext>
            </a:extLst>
          </p:cNvPr>
          <p:cNvSpPr>
            <a:spLocks noGrp="1"/>
          </p:cNvSpPr>
          <p:nvPr/>
        </p:nvSpPr>
        <p:spPr>
          <a:xfrm>
            <a:off x="818125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F1_main_prauc_1763">
            <a:extLst>
              <a:ext uri="{FF2B5EF4-FFF2-40B4-BE49-F238E27FC236}">
                <a16:creationId xmlns:a16="http://schemas.microsoft.com/office/drawing/2014/main" id="{C464EAA5-5F42-4689-A004-FE9BF4EB4F80}"/>
              </a:ext>
            </a:extLst>
          </p:cNvPr>
          <p:cNvSpPr>
            <a:spLocks noGrp="1"/>
          </p:cNvSpPr>
          <p:nvPr/>
        </p:nvSpPr>
        <p:spPr>
          <a:xfrm>
            <a:off x="8183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F1_main_prauc_1764">
            <a:extLst>
              <a:ext uri="{FF2B5EF4-FFF2-40B4-BE49-F238E27FC236}">
                <a16:creationId xmlns:a16="http://schemas.microsoft.com/office/drawing/2014/main" id="{1A241A4D-0968-4EA4-9BA7-5C937ED5E331}"/>
              </a:ext>
            </a:extLst>
          </p:cNvPr>
          <p:cNvSpPr>
            <a:spLocks noGrp="1"/>
          </p:cNvSpPr>
          <p:nvPr/>
        </p:nvSpPr>
        <p:spPr>
          <a:xfrm>
            <a:off x="827130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F1_main_prauc_1765">
            <a:extLst>
              <a:ext uri="{FF2B5EF4-FFF2-40B4-BE49-F238E27FC236}">
                <a16:creationId xmlns:a16="http://schemas.microsoft.com/office/drawing/2014/main" id="{BBBBE166-1E84-4564-8616-0B4F9364A1CA}"/>
              </a:ext>
            </a:extLst>
          </p:cNvPr>
          <p:cNvSpPr>
            <a:spLocks noGrp="1"/>
          </p:cNvSpPr>
          <p:nvPr/>
        </p:nvSpPr>
        <p:spPr>
          <a:xfrm>
            <a:off x="81372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F1_main_prauc_1766">
            <a:extLst>
              <a:ext uri="{FF2B5EF4-FFF2-40B4-BE49-F238E27FC236}">
                <a16:creationId xmlns:a16="http://schemas.microsoft.com/office/drawing/2014/main" id="{3B1F18BF-76C0-46AF-B2FF-EE076A511AAD}"/>
              </a:ext>
            </a:extLst>
          </p:cNvPr>
          <p:cNvSpPr>
            <a:spLocks noGrp="1"/>
          </p:cNvSpPr>
          <p:nvPr/>
        </p:nvSpPr>
        <p:spPr>
          <a:xfrm>
            <a:off x="82066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F1_main_prauc_1767">
            <a:extLst>
              <a:ext uri="{FF2B5EF4-FFF2-40B4-BE49-F238E27FC236}">
                <a16:creationId xmlns:a16="http://schemas.microsoft.com/office/drawing/2014/main" id="{CC32669C-C651-4C45-8188-231AAFD947F8}"/>
              </a:ext>
            </a:extLst>
          </p:cNvPr>
          <p:cNvSpPr>
            <a:spLocks noGrp="1"/>
          </p:cNvSpPr>
          <p:nvPr/>
        </p:nvSpPr>
        <p:spPr>
          <a:xfrm>
            <a:off x="80949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F1_main_prauc_1768">
            <a:extLst>
              <a:ext uri="{FF2B5EF4-FFF2-40B4-BE49-F238E27FC236}">
                <a16:creationId xmlns:a16="http://schemas.microsoft.com/office/drawing/2014/main" id="{E7E94955-258E-47C8-99C4-50B1FA4466D8}"/>
              </a:ext>
            </a:extLst>
          </p:cNvPr>
          <p:cNvSpPr>
            <a:spLocks noGrp="1"/>
          </p:cNvSpPr>
          <p:nvPr/>
        </p:nvSpPr>
        <p:spPr>
          <a:xfrm>
            <a:off x="820617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F1_main_prauc_1769">
            <a:extLst>
              <a:ext uri="{FF2B5EF4-FFF2-40B4-BE49-F238E27FC236}">
                <a16:creationId xmlns:a16="http://schemas.microsoft.com/office/drawing/2014/main" id="{34376A5B-E23C-4F42-BFB1-B4CFC82E21D5}"/>
              </a:ext>
            </a:extLst>
          </p:cNvPr>
          <p:cNvSpPr>
            <a:spLocks noGrp="1"/>
          </p:cNvSpPr>
          <p:nvPr/>
        </p:nvSpPr>
        <p:spPr>
          <a:xfrm>
            <a:off x="80835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F1_main_prauc_1770">
            <a:extLst>
              <a:ext uri="{FF2B5EF4-FFF2-40B4-BE49-F238E27FC236}">
                <a16:creationId xmlns:a16="http://schemas.microsoft.com/office/drawing/2014/main" id="{FB872F98-F653-4717-86B2-A0AAC3D28050}"/>
              </a:ext>
            </a:extLst>
          </p:cNvPr>
          <p:cNvSpPr>
            <a:spLocks noGrp="1"/>
          </p:cNvSpPr>
          <p:nvPr/>
        </p:nvSpPr>
        <p:spPr>
          <a:xfrm>
            <a:off x="812159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F1_main_prauc_1771">
            <a:extLst>
              <a:ext uri="{FF2B5EF4-FFF2-40B4-BE49-F238E27FC236}">
                <a16:creationId xmlns:a16="http://schemas.microsoft.com/office/drawing/2014/main" id="{FD3BFDC8-5442-4A02-B3B4-0E4E6DED46D9}"/>
              </a:ext>
            </a:extLst>
          </p:cNvPr>
          <p:cNvSpPr>
            <a:spLocks noGrp="1"/>
          </p:cNvSpPr>
          <p:nvPr/>
        </p:nvSpPr>
        <p:spPr>
          <a:xfrm>
            <a:off x="8193769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F1_main_prauc_1772">
            <a:extLst>
              <a:ext uri="{FF2B5EF4-FFF2-40B4-BE49-F238E27FC236}">
                <a16:creationId xmlns:a16="http://schemas.microsoft.com/office/drawing/2014/main" id="{A36D826D-9A7B-47A7-A0AF-29754D6F69C0}"/>
              </a:ext>
            </a:extLst>
          </p:cNvPr>
          <p:cNvSpPr>
            <a:spLocks noGrp="1"/>
          </p:cNvSpPr>
          <p:nvPr/>
        </p:nvSpPr>
        <p:spPr>
          <a:xfrm>
            <a:off x="806786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F1_main_prauc_1773">
            <a:extLst>
              <a:ext uri="{FF2B5EF4-FFF2-40B4-BE49-F238E27FC236}">
                <a16:creationId xmlns:a16="http://schemas.microsoft.com/office/drawing/2014/main" id="{DDEB0F49-743D-4FD0-8CBC-66335B4E6BDD}"/>
              </a:ext>
            </a:extLst>
          </p:cNvPr>
          <p:cNvSpPr>
            <a:spLocks noGrp="1"/>
          </p:cNvSpPr>
          <p:nvPr/>
        </p:nvSpPr>
        <p:spPr>
          <a:xfrm>
            <a:off x="8188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F1_main_prauc_1774">
            <a:extLst>
              <a:ext uri="{FF2B5EF4-FFF2-40B4-BE49-F238E27FC236}">
                <a16:creationId xmlns:a16="http://schemas.microsoft.com/office/drawing/2014/main" id="{CDE1D00B-9EEB-48C1-BA44-01258CA3DD29}"/>
              </a:ext>
            </a:extLst>
          </p:cNvPr>
          <p:cNvSpPr>
            <a:spLocks noGrp="1"/>
          </p:cNvSpPr>
          <p:nvPr/>
        </p:nvSpPr>
        <p:spPr>
          <a:xfrm>
            <a:off x="82708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F1_main_prauc_1775">
            <a:extLst>
              <a:ext uri="{FF2B5EF4-FFF2-40B4-BE49-F238E27FC236}">
                <a16:creationId xmlns:a16="http://schemas.microsoft.com/office/drawing/2014/main" id="{E4BC4401-8CE6-40B3-9533-C43471A96CDE}"/>
              </a:ext>
            </a:extLst>
          </p:cNvPr>
          <p:cNvSpPr>
            <a:spLocks noGrp="1"/>
          </p:cNvSpPr>
          <p:nvPr/>
        </p:nvSpPr>
        <p:spPr>
          <a:xfrm>
            <a:off x="81242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F1_main_prauc_1776">
            <a:extLst>
              <a:ext uri="{FF2B5EF4-FFF2-40B4-BE49-F238E27FC236}">
                <a16:creationId xmlns:a16="http://schemas.microsoft.com/office/drawing/2014/main" id="{C437D7EF-C7CE-4DDB-9326-39078AF9A4E4}"/>
              </a:ext>
            </a:extLst>
          </p:cNvPr>
          <p:cNvSpPr>
            <a:spLocks noGrp="1"/>
          </p:cNvSpPr>
          <p:nvPr/>
        </p:nvSpPr>
        <p:spPr>
          <a:xfrm>
            <a:off x="8134596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F1_main_prauc_1777">
            <a:extLst>
              <a:ext uri="{FF2B5EF4-FFF2-40B4-BE49-F238E27FC236}">
                <a16:creationId xmlns:a16="http://schemas.microsoft.com/office/drawing/2014/main" id="{9E409B49-07A9-4849-89C2-A0BB65867306}"/>
              </a:ext>
            </a:extLst>
          </p:cNvPr>
          <p:cNvSpPr>
            <a:spLocks noGrp="1"/>
          </p:cNvSpPr>
          <p:nvPr/>
        </p:nvSpPr>
        <p:spPr>
          <a:xfrm>
            <a:off x="82406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F1_main_prauc_1778">
            <a:extLst>
              <a:ext uri="{FF2B5EF4-FFF2-40B4-BE49-F238E27FC236}">
                <a16:creationId xmlns:a16="http://schemas.microsoft.com/office/drawing/2014/main" id="{0C2E5AEE-1F65-4C1E-91C6-0E658F1787E9}"/>
              </a:ext>
            </a:extLst>
          </p:cNvPr>
          <p:cNvSpPr>
            <a:spLocks noGrp="1"/>
          </p:cNvSpPr>
          <p:nvPr/>
        </p:nvSpPr>
        <p:spPr>
          <a:xfrm>
            <a:off x="8277827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F1_main_prauc_1779">
            <a:extLst>
              <a:ext uri="{FF2B5EF4-FFF2-40B4-BE49-F238E27FC236}">
                <a16:creationId xmlns:a16="http://schemas.microsoft.com/office/drawing/2014/main" id="{0CBB273F-C001-4834-B232-E06BBEFEAF1A}"/>
              </a:ext>
            </a:extLst>
          </p:cNvPr>
          <p:cNvSpPr>
            <a:spLocks noGrp="1"/>
          </p:cNvSpPr>
          <p:nvPr/>
        </p:nvSpPr>
        <p:spPr>
          <a:xfrm>
            <a:off x="812466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F1_main_prauc_1780">
            <a:extLst>
              <a:ext uri="{FF2B5EF4-FFF2-40B4-BE49-F238E27FC236}">
                <a16:creationId xmlns:a16="http://schemas.microsoft.com/office/drawing/2014/main" id="{6C0F8C05-5AAA-46A9-B610-F0C9C888E7B1}"/>
              </a:ext>
            </a:extLst>
          </p:cNvPr>
          <p:cNvSpPr>
            <a:spLocks noGrp="1"/>
          </p:cNvSpPr>
          <p:nvPr/>
        </p:nvSpPr>
        <p:spPr>
          <a:xfrm>
            <a:off x="82951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F1_main_prauc_1781">
            <a:extLst>
              <a:ext uri="{FF2B5EF4-FFF2-40B4-BE49-F238E27FC236}">
                <a16:creationId xmlns:a16="http://schemas.microsoft.com/office/drawing/2014/main" id="{3CCBA7A8-BC1A-4C79-9CD7-E6981319145E}"/>
              </a:ext>
            </a:extLst>
          </p:cNvPr>
          <p:cNvSpPr>
            <a:spLocks noGrp="1"/>
          </p:cNvSpPr>
          <p:nvPr/>
        </p:nvSpPr>
        <p:spPr>
          <a:xfrm>
            <a:off x="82993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F1_main_prauc_1782">
            <a:extLst>
              <a:ext uri="{FF2B5EF4-FFF2-40B4-BE49-F238E27FC236}">
                <a16:creationId xmlns:a16="http://schemas.microsoft.com/office/drawing/2014/main" id="{DE8795F0-1C56-4996-AFF1-550EB79BDE53}"/>
              </a:ext>
            </a:extLst>
          </p:cNvPr>
          <p:cNvSpPr>
            <a:spLocks noGrp="1"/>
          </p:cNvSpPr>
          <p:nvPr/>
        </p:nvSpPr>
        <p:spPr>
          <a:xfrm>
            <a:off x="82349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F1_main_prauc_1783">
            <a:extLst>
              <a:ext uri="{FF2B5EF4-FFF2-40B4-BE49-F238E27FC236}">
                <a16:creationId xmlns:a16="http://schemas.microsoft.com/office/drawing/2014/main" id="{471242A3-D8F7-4381-A963-387A4EB12478}"/>
              </a:ext>
            </a:extLst>
          </p:cNvPr>
          <p:cNvSpPr>
            <a:spLocks noGrp="1"/>
          </p:cNvSpPr>
          <p:nvPr/>
        </p:nvSpPr>
        <p:spPr>
          <a:xfrm>
            <a:off x="824496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F1_main_prauc_1784">
            <a:extLst>
              <a:ext uri="{FF2B5EF4-FFF2-40B4-BE49-F238E27FC236}">
                <a16:creationId xmlns:a16="http://schemas.microsoft.com/office/drawing/2014/main" id="{7758E64A-56F9-4F2C-9A2D-B7647EEC1027}"/>
              </a:ext>
            </a:extLst>
          </p:cNvPr>
          <p:cNvSpPr>
            <a:spLocks noGrp="1"/>
          </p:cNvSpPr>
          <p:nvPr/>
        </p:nvSpPr>
        <p:spPr>
          <a:xfrm>
            <a:off x="8315767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F1_main_prauc_1785">
            <a:extLst>
              <a:ext uri="{FF2B5EF4-FFF2-40B4-BE49-F238E27FC236}">
                <a16:creationId xmlns:a16="http://schemas.microsoft.com/office/drawing/2014/main" id="{124A494C-22C6-4A89-A4B2-E075031A6E02}"/>
              </a:ext>
            </a:extLst>
          </p:cNvPr>
          <p:cNvSpPr>
            <a:spLocks noGrp="1"/>
          </p:cNvSpPr>
          <p:nvPr/>
        </p:nvSpPr>
        <p:spPr>
          <a:xfrm>
            <a:off x="824766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F1_main_prauc_1786">
            <a:extLst>
              <a:ext uri="{FF2B5EF4-FFF2-40B4-BE49-F238E27FC236}">
                <a16:creationId xmlns:a16="http://schemas.microsoft.com/office/drawing/2014/main" id="{F83387C1-1D43-4907-A0D9-4D3A4CD02955}"/>
              </a:ext>
            </a:extLst>
          </p:cNvPr>
          <p:cNvSpPr>
            <a:spLocks noGrp="1"/>
          </p:cNvSpPr>
          <p:nvPr/>
        </p:nvSpPr>
        <p:spPr>
          <a:xfrm>
            <a:off x="8309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F1_main_prauc_1787">
            <a:extLst>
              <a:ext uri="{FF2B5EF4-FFF2-40B4-BE49-F238E27FC236}">
                <a16:creationId xmlns:a16="http://schemas.microsoft.com/office/drawing/2014/main" id="{A5A32906-BE13-47DE-966F-163BC2007A5F}"/>
              </a:ext>
            </a:extLst>
          </p:cNvPr>
          <p:cNvSpPr>
            <a:spLocks noGrp="1"/>
          </p:cNvSpPr>
          <p:nvPr/>
        </p:nvSpPr>
        <p:spPr>
          <a:xfrm>
            <a:off x="8301411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F1_main_prauc_1788">
            <a:extLst>
              <a:ext uri="{FF2B5EF4-FFF2-40B4-BE49-F238E27FC236}">
                <a16:creationId xmlns:a16="http://schemas.microsoft.com/office/drawing/2014/main" id="{85A979F2-55CE-432D-A7E3-C1A1F5C11D1D}"/>
              </a:ext>
            </a:extLst>
          </p:cNvPr>
          <p:cNvSpPr>
            <a:spLocks noGrp="1"/>
          </p:cNvSpPr>
          <p:nvPr/>
        </p:nvSpPr>
        <p:spPr>
          <a:xfrm>
            <a:off x="81354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F1_main_prauc_1789">
            <a:extLst>
              <a:ext uri="{FF2B5EF4-FFF2-40B4-BE49-F238E27FC236}">
                <a16:creationId xmlns:a16="http://schemas.microsoft.com/office/drawing/2014/main" id="{12805914-65B0-4FC9-AC31-1FA1E1545E02}"/>
              </a:ext>
            </a:extLst>
          </p:cNvPr>
          <p:cNvSpPr>
            <a:spLocks noGrp="1"/>
          </p:cNvSpPr>
          <p:nvPr/>
        </p:nvSpPr>
        <p:spPr>
          <a:xfrm>
            <a:off x="83161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F1_main_prauc_1790">
            <a:extLst>
              <a:ext uri="{FF2B5EF4-FFF2-40B4-BE49-F238E27FC236}">
                <a16:creationId xmlns:a16="http://schemas.microsoft.com/office/drawing/2014/main" id="{1BAA6C55-1619-4554-B566-4062ADDBCEE5}"/>
              </a:ext>
            </a:extLst>
          </p:cNvPr>
          <p:cNvSpPr>
            <a:spLocks noGrp="1"/>
          </p:cNvSpPr>
          <p:nvPr/>
        </p:nvSpPr>
        <p:spPr>
          <a:xfrm>
            <a:off x="80939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F1_main_prauc_1791">
            <a:extLst>
              <a:ext uri="{FF2B5EF4-FFF2-40B4-BE49-F238E27FC236}">
                <a16:creationId xmlns:a16="http://schemas.microsoft.com/office/drawing/2014/main" id="{2A8D2B05-0460-4E86-928E-C13606D3F235}"/>
              </a:ext>
            </a:extLst>
          </p:cNvPr>
          <p:cNvSpPr>
            <a:spLocks noGrp="1"/>
          </p:cNvSpPr>
          <p:nvPr/>
        </p:nvSpPr>
        <p:spPr>
          <a:xfrm>
            <a:off x="82498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F1_main_prauc_1792">
            <a:extLst>
              <a:ext uri="{FF2B5EF4-FFF2-40B4-BE49-F238E27FC236}">
                <a16:creationId xmlns:a16="http://schemas.microsoft.com/office/drawing/2014/main" id="{99FBEC1C-178C-418D-8BA5-71B21498B976}"/>
              </a:ext>
            </a:extLst>
          </p:cNvPr>
          <p:cNvSpPr>
            <a:spLocks noGrp="1"/>
          </p:cNvSpPr>
          <p:nvPr/>
        </p:nvSpPr>
        <p:spPr>
          <a:xfrm>
            <a:off x="808186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F1_main_prauc_1793">
            <a:extLst>
              <a:ext uri="{FF2B5EF4-FFF2-40B4-BE49-F238E27FC236}">
                <a16:creationId xmlns:a16="http://schemas.microsoft.com/office/drawing/2014/main" id="{F41B8330-76B7-4E31-AA36-EBC7AB390E0A}"/>
              </a:ext>
            </a:extLst>
          </p:cNvPr>
          <p:cNvSpPr>
            <a:spLocks noGrp="1"/>
          </p:cNvSpPr>
          <p:nvPr/>
        </p:nvSpPr>
        <p:spPr>
          <a:xfrm>
            <a:off x="82767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F1_main_prauc_1794">
            <a:extLst>
              <a:ext uri="{FF2B5EF4-FFF2-40B4-BE49-F238E27FC236}">
                <a16:creationId xmlns:a16="http://schemas.microsoft.com/office/drawing/2014/main" id="{95881AE4-8F02-4206-B36F-DD0443B72326}"/>
              </a:ext>
            </a:extLst>
          </p:cNvPr>
          <p:cNvSpPr>
            <a:spLocks noGrp="1"/>
          </p:cNvSpPr>
          <p:nvPr/>
        </p:nvSpPr>
        <p:spPr>
          <a:xfrm>
            <a:off x="8168625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F1_main_prauc_1795">
            <a:extLst>
              <a:ext uri="{FF2B5EF4-FFF2-40B4-BE49-F238E27FC236}">
                <a16:creationId xmlns:a16="http://schemas.microsoft.com/office/drawing/2014/main" id="{21F24AE1-173E-49D9-9A34-0FEF8E602437}"/>
              </a:ext>
            </a:extLst>
          </p:cNvPr>
          <p:cNvSpPr>
            <a:spLocks noGrp="1"/>
          </p:cNvSpPr>
          <p:nvPr/>
        </p:nvSpPr>
        <p:spPr>
          <a:xfrm>
            <a:off x="80732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F1_main_prauc_1796">
            <a:extLst>
              <a:ext uri="{FF2B5EF4-FFF2-40B4-BE49-F238E27FC236}">
                <a16:creationId xmlns:a16="http://schemas.microsoft.com/office/drawing/2014/main" id="{30A7A83F-DB2A-4E45-AD4D-F81AC0EC3D5D}"/>
              </a:ext>
            </a:extLst>
          </p:cNvPr>
          <p:cNvSpPr>
            <a:spLocks noGrp="1"/>
          </p:cNvSpPr>
          <p:nvPr/>
        </p:nvSpPr>
        <p:spPr>
          <a:xfrm>
            <a:off x="81116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F1_main_prauc_1797">
            <a:extLst>
              <a:ext uri="{FF2B5EF4-FFF2-40B4-BE49-F238E27FC236}">
                <a16:creationId xmlns:a16="http://schemas.microsoft.com/office/drawing/2014/main" id="{250981B8-618E-4EE7-9C2A-C5C83AD9D751}"/>
              </a:ext>
            </a:extLst>
          </p:cNvPr>
          <p:cNvSpPr>
            <a:spLocks noGrp="1"/>
          </p:cNvSpPr>
          <p:nvPr/>
        </p:nvSpPr>
        <p:spPr>
          <a:xfrm>
            <a:off x="8240538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F1_main_prauc_1798">
            <a:extLst>
              <a:ext uri="{FF2B5EF4-FFF2-40B4-BE49-F238E27FC236}">
                <a16:creationId xmlns:a16="http://schemas.microsoft.com/office/drawing/2014/main" id="{DB893877-E048-440D-AE07-FFFA6208E7ED}"/>
              </a:ext>
            </a:extLst>
          </p:cNvPr>
          <p:cNvSpPr>
            <a:spLocks noGrp="1"/>
          </p:cNvSpPr>
          <p:nvPr/>
        </p:nvSpPr>
        <p:spPr>
          <a:xfrm>
            <a:off x="82250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F1_main_prauc_1799">
            <a:extLst>
              <a:ext uri="{FF2B5EF4-FFF2-40B4-BE49-F238E27FC236}">
                <a16:creationId xmlns:a16="http://schemas.microsoft.com/office/drawing/2014/main" id="{EDCABDC3-238A-41D4-B5C4-2C7EC7045F2F}"/>
              </a:ext>
            </a:extLst>
          </p:cNvPr>
          <p:cNvSpPr>
            <a:spLocks noGrp="1"/>
          </p:cNvSpPr>
          <p:nvPr/>
        </p:nvSpPr>
        <p:spPr>
          <a:xfrm>
            <a:off x="81056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F1_main_prauc_1800">
            <a:extLst>
              <a:ext uri="{FF2B5EF4-FFF2-40B4-BE49-F238E27FC236}">
                <a16:creationId xmlns:a16="http://schemas.microsoft.com/office/drawing/2014/main" id="{F5B45A56-5D57-429E-A3DA-66C61D69F8D8}"/>
              </a:ext>
            </a:extLst>
          </p:cNvPr>
          <p:cNvSpPr>
            <a:spLocks noGrp="1"/>
          </p:cNvSpPr>
          <p:nvPr/>
        </p:nvSpPr>
        <p:spPr>
          <a:xfrm>
            <a:off x="828730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F1_main_prauc_1801">
            <a:extLst>
              <a:ext uri="{FF2B5EF4-FFF2-40B4-BE49-F238E27FC236}">
                <a16:creationId xmlns:a16="http://schemas.microsoft.com/office/drawing/2014/main" id="{9CF0E270-64A1-4CC1-B2CC-60C0BC7B4F61}"/>
              </a:ext>
            </a:extLst>
          </p:cNvPr>
          <p:cNvSpPr>
            <a:spLocks noGrp="1"/>
          </p:cNvSpPr>
          <p:nvPr/>
        </p:nvSpPr>
        <p:spPr>
          <a:xfrm>
            <a:off x="82592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F1_main_prauc_1802">
            <a:extLst>
              <a:ext uri="{FF2B5EF4-FFF2-40B4-BE49-F238E27FC236}">
                <a16:creationId xmlns:a16="http://schemas.microsoft.com/office/drawing/2014/main" id="{764F927E-22B6-4618-B7C1-F7193CBF28B7}"/>
              </a:ext>
            </a:extLst>
          </p:cNvPr>
          <p:cNvSpPr>
            <a:spLocks noGrp="1"/>
          </p:cNvSpPr>
          <p:nvPr/>
        </p:nvSpPr>
        <p:spPr>
          <a:xfrm>
            <a:off x="8238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F1_main_prauc_1803">
            <a:extLst>
              <a:ext uri="{FF2B5EF4-FFF2-40B4-BE49-F238E27FC236}">
                <a16:creationId xmlns:a16="http://schemas.microsoft.com/office/drawing/2014/main" id="{E35DD094-7671-4551-8810-1CA13807EC79}"/>
              </a:ext>
            </a:extLst>
          </p:cNvPr>
          <p:cNvSpPr>
            <a:spLocks noGrp="1"/>
          </p:cNvSpPr>
          <p:nvPr/>
        </p:nvSpPr>
        <p:spPr>
          <a:xfrm>
            <a:off x="81156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F1_main_prauc_1804">
            <a:extLst>
              <a:ext uri="{FF2B5EF4-FFF2-40B4-BE49-F238E27FC236}">
                <a16:creationId xmlns:a16="http://schemas.microsoft.com/office/drawing/2014/main" id="{71D4ADC2-DC59-42F4-A345-043AB6D2D66A}"/>
              </a:ext>
            </a:extLst>
          </p:cNvPr>
          <p:cNvSpPr>
            <a:spLocks noGrp="1"/>
          </p:cNvSpPr>
          <p:nvPr/>
        </p:nvSpPr>
        <p:spPr>
          <a:xfrm>
            <a:off x="8209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F1_main_prauc_1805">
            <a:extLst>
              <a:ext uri="{FF2B5EF4-FFF2-40B4-BE49-F238E27FC236}">
                <a16:creationId xmlns:a16="http://schemas.microsoft.com/office/drawing/2014/main" id="{82D4ABA7-4112-47E3-A78F-D0F4E5AA83A3}"/>
              </a:ext>
            </a:extLst>
          </p:cNvPr>
          <p:cNvSpPr>
            <a:spLocks noGrp="1"/>
          </p:cNvSpPr>
          <p:nvPr/>
        </p:nvSpPr>
        <p:spPr>
          <a:xfrm>
            <a:off x="82483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F1_main_prauc_1806">
            <a:extLst>
              <a:ext uri="{FF2B5EF4-FFF2-40B4-BE49-F238E27FC236}">
                <a16:creationId xmlns:a16="http://schemas.microsoft.com/office/drawing/2014/main" id="{DB59E917-E06F-47E3-86FE-454286D2E569}"/>
              </a:ext>
            </a:extLst>
          </p:cNvPr>
          <p:cNvSpPr>
            <a:spLocks noGrp="1"/>
          </p:cNvSpPr>
          <p:nvPr/>
        </p:nvSpPr>
        <p:spPr>
          <a:xfrm>
            <a:off x="80738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F1_main_prauc_1807">
            <a:extLst>
              <a:ext uri="{FF2B5EF4-FFF2-40B4-BE49-F238E27FC236}">
                <a16:creationId xmlns:a16="http://schemas.microsoft.com/office/drawing/2014/main" id="{BEF39927-E36F-404F-923F-B593B6047D25}"/>
              </a:ext>
            </a:extLst>
          </p:cNvPr>
          <p:cNvSpPr>
            <a:spLocks noGrp="1"/>
          </p:cNvSpPr>
          <p:nvPr/>
        </p:nvSpPr>
        <p:spPr>
          <a:xfrm>
            <a:off x="831168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F1_main_prauc_1808">
            <a:extLst>
              <a:ext uri="{FF2B5EF4-FFF2-40B4-BE49-F238E27FC236}">
                <a16:creationId xmlns:a16="http://schemas.microsoft.com/office/drawing/2014/main" id="{191AE705-B0BB-4EF0-9497-09E9A2F75657}"/>
              </a:ext>
            </a:extLst>
          </p:cNvPr>
          <p:cNvSpPr>
            <a:spLocks noGrp="1"/>
          </p:cNvSpPr>
          <p:nvPr/>
        </p:nvSpPr>
        <p:spPr>
          <a:xfrm>
            <a:off x="81363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F1_main_prauc_1809">
            <a:extLst>
              <a:ext uri="{FF2B5EF4-FFF2-40B4-BE49-F238E27FC236}">
                <a16:creationId xmlns:a16="http://schemas.microsoft.com/office/drawing/2014/main" id="{504EF5BE-57C9-4DF2-AE1C-EEA004AF912F}"/>
              </a:ext>
            </a:extLst>
          </p:cNvPr>
          <p:cNvSpPr>
            <a:spLocks noGrp="1"/>
          </p:cNvSpPr>
          <p:nvPr/>
        </p:nvSpPr>
        <p:spPr>
          <a:xfrm>
            <a:off x="82873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F1_main_prauc_1810">
            <a:extLst>
              <a:ext uri="{FF2B5EF4-FFF2-40B4-BE49-F238E27FC236}">
                <a16:creationId xmlns:a16="http://schemas.microsoft.com/office/drawing/2014/main" id="{8F5B0E72-6B81-42E1-9380-DF22594F4288}"/>
              </a:ext>
            </a:extLst>
          </p:cNvPr>
          <p:cNvSpPr>
            <a:spLocks noGrp="1"/>
          </p:cNvSpPr>
          <p:nvPr/>
        </p:nvSpPr>
        <p:spPr>
          <a:xfrm>
            <a:off x="82772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F1_main_prauc_1811">
            <a:extLst>
              <a:ext uri="{FF2B5EF4-FFF2-40B4-BE49-F238E27FC236}">
                <a16:creationId xmlns:a16="http://schemas.microsoft.com/office/drawing/2014/main" id="{A1A0F73D-970D-435A-8CCA-A7950A66871E}"/>
              </a:ext>
            </a:extLst>
          </p:cNvPr>
          <p:cNvSpPr>
            <a:spLocks noGrp="1"/>
          </p:cNvSpPr>
          <p:nvPr/>
        </p:nvSpPr>
        <p:spPr>
          <a:xfrm>
            <a:off x="811017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F1_main_prauc_1812">
            <a:extLst>
              <a:ext uri="{FF2B5EF4-FFF2-40B4-BE49-F238E27FC236}">
                <a16:creationId xmlns:a16="http://schemas.microsoft.com/office/drawing/2014/main" id="{6AEB123B-69C3-4333-86D6-0BAE2E6738D9}"/>
              </a:ext>
            </a:extLst>
          </p:cNvPr>
          <p:cNvSpPr>
            <a:spLocks noGrp="1"/>
          </p:cNvSpPr>
          <p:nvPr/>
        </p:nvSpPr>
        <p:spPr>
          <a:xfrm>
            <a:off x="83140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F1_main_prauc_1813">
            <a:extLst>
              <a:ext uri="{FF2B5EF4-FFF2-40B4-BE49-F238E27FC236}">
                <a16:creationId xmlns:a16="http://schemas.microsoft.com/office/drawing/2014/main" id="{99E3F9D9-CF53-4A6F-9B8E-5CB4A272C909}"/>
              </a:ext>
            </a:extLst>
          </p:cNvPr>
          <p:cNvSpPr>
            <a:spLocks noGrp="1"/>
          </p:cNvSpPr>
          <p:nvPr/>
        </p:nvSpPr>
        <p:spPr>
          <a:xfrm>
            <a:off x="825293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F1_main_prauc_1814">
            <a:extLst>
              <a:ext uri="{FF2B5EF4-FFF2-40B4-BE49-F238E27FC236}">
                <a16:creationId xmlns:a16="http://schemas.microsoft.com/office/drawing/2014/main" id="{D5801D8B-A17A-404D-AEA6-E84BE23D07DD}"/>
              </a:ext>
            </a:extLst>
          </p:cNvPr>
          <p:cNvSpPr>
            <a:spLocks noGrp="1"/>
          </p:cNvSpPr>
          <p:nvPr/>
        </p:nvSpPr>
        <p:spPr>
          <a:xfrm>
            <a:off x="81688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F1_main_prauc_1815">
            <a:extLst>
              <a:ext uri="{FF2B5EF4-FFF2-40B4-BE49-F238E27FC236}">
                <a16:creationId xmlns:a16="http://schemas.microsoft.com/office/drawing/2014/main" id="{8C61962D-16A9-4FD7-9229-EAE0E95A1C9E}"/>
              </a:ext>
            </a:extLst>
          </p:cNvPr>
          <p:cNvSpPr>
            <a:spLocks noGrp="1"/>
          </p:cNvSpPr>
          <p:nvPr/>
        </p:nvSpPr>
        <p:spPr>
          <a:xfrm>
            <a:off x="8116449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F1_main_prauc_1816">
            <a:extLst>
              <a:ext uri="{FF2B5EF4-FFF2-40B4-BE49-F238E27FC236}">
                <a16:creationId xmlns:a16="http://schemas.microsoft.com/office/drawing/2014/main" id="{48ED9BC2-AF98-4D1F-B53B-FA4F74807EC4}"/>
              </a:ext>
            </a:extLst>
          </p:cNvPr>
          <p:cNvSpPr>
            <a:spLocks noGrp="1"/>
          </p:cNvSpPr>
          <p:nvPr/>
        </p:nvSpPr>
        <p:spPr>
          <a:xfrm>
            <a:off x="806977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F1_main_prauc_1817">
            <a:extLst>
              <a:ext uri="{FF2B5EF4-FFF2-40B4-BE49-F238E27FC236}">
                <a16:creationId xmlns:a16="http://schemas.microsoft.com/office/drawing/2014/main" id="{FFD5E0D5-A2F0-477E-8664-F501A45B3BE7}"/>
              </a:ext>
            </a:extLst>
          </p:cNvPr>
          <p:cNvSpPr>
            <a:spLocks noGrp="1"/>
          </p:cNvSpPr>
          <p:nvPr/>
        </p:nvSpPr>
        <p:spPr>
          <a:xfrm>
            <a:off x="8291520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F1_main_prauc_1818">
            <a:extLst>
              <a:ext uri="{FF2B5EF4-FFF2-40B4-BE49-F238E27FC236}">
                <a16:creationId xmlns:a16="http://schemas.microsoft.com/office/drawing/2014/main" id="{55E5BC45-BC10-4B23-B320-E3B96A818538}"/>
              </a:ext>
            </a:extLst>
          </p:cNvPr>
          <p:cNvSpPr>
            <a:spLocks noGrp="1"/>
          </p:cNvSpPr>
          <p:nvPr/>
        </p:nvSpPr>
        <p:spPr>
          <a:xfrm>
            <a:off x="81185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F1_main_prauc_1819">
            <a:extLst>
              <a:ext uri="{FF2B5EF4-FFF2-40B4-BE49-F238E27FC236}">
                <a16:creationId xmlns:a16="http://schemas.microsoft.com/office/drawing/2014/main" id="{D1DDCB23-C1EF-4ACD-9D79-1C993C269714}"/>
              </a:ext>
            </a:extLst>
          </p:cNvPr>
          <p:cNvSpPr>
            <a:spLocks noGrp="1"/>
          </p:cNvSpPr>
          <p:nvPr/>
        </p:nvSpPr>
        <p:spPr>
          <a:xfrm>
            <a:off x="8258140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F1_main_prauc_1820">
            <a:extLst>
              <a:ext uri="{FF2B5EF4-FFF2-40B4-BE49-F238E27FC236}">
                <a16:creationId xmlns:a16="http://schemas.microsoft.com/office/drawing/2014/main" id="{25E971F1-F7A5-4944-B074-52E272A78895}"/>
              </a:ext>
            </a:extLst>
          </p:cNvPr>
          <p:cNvSpPr>
            <a:spLocks noGrp="1"/>
          </p:cNvSpPr>
          <p:nvPr/>
        </p:nvSpPr>
        <p:spPr>
          <a:xfrm>
            <a:off x="82397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F1_main_prauc_1821">
            <a:extLst>
              <a:ext uri="{FF2B5EF4-FFF2-40B4-BE49-F238E27FC236}">
                <a16:creationId xmlns:a16="http://schemas.microsoft.com/office/drawing/2014/main" id="{EC7FAAC3-D56A-46FA-92CA-96C758E6108D}"/>
              </a:ext>
            </a:extLst>
          </p:cNvPr>
          <p:cNvSpPr>
            <a:spLocks noGrp="1"/>
          </p:cNvSpPr>
          <p:nvPr/>
        </p:nvSpPr>
        <p:spPr>
          <a:xfrm>
            <a:off x="825507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F1_main_prauc_1822">
            <a:extLst>
              <a:ext uri="{FF2B5EF4-FFF2-40B4-BE49-F238E27FC236}">
                <a16:creationId xmlns:a16="http://schemas.microsoft.com/office/drawing/2014/main" id="{C3C8F170-B6BC-4618-BCF7-11789D36FFE3}"/>
              </a:ext>
            </a:extLst>
          </p:cNvPr>
          <p:cNvSpPr>
            <a:spLocks noGrp="1"/>
          </p:cNvSpPr>
          <p:nvPr/>
        </p:nvSpPr>
        <p:spPr>
          <a:xfrm>
            <a:off x="821885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F1_main_prauc_1823">
            <a:extLst>
              <a:ext uri="{FF2B5EF4-FFF2-40B4-BE49-F238E27FC236}">
                <a16:creationId xmlns:a16="http://schemas.microsoft.com/office/drawing/2014/main" id="{FD7D747B-48B2-498E-80AE-09FEC68DBE48}"/>
              </a:ext>
            </a:extLst>
          </p:cNvPr>
          <p:cNvSpPr>
            <a:spLocks noGrp="1"/>
          </p:cNvSpPr>
          <p:nvPr/>
        </p:nvSpPr>
        <p:spPr>
          <a:xfrm>
            <a:off x="830085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F1_main_prauc_1824">
            <a:extLst>
              <a:ext uri="{FF2B5EF4-FFF2-40B4-BE49-F238E27FC236}">
                <a16:creationId xmlns:a16="http://schemas.microsoft.com/office/drawing/2014/main" id="{0A45BCFA-6259-4064-B1C9-CB613223F0D0}"/>
              </a:ext>
            </a:extLst>
          </p:cNvPr>
          <p:cNvSpPr>
            <a:spLocks noGrp="1"/>
          </p:cNvSpPr>
          <p:nvPr/>
        </p:nvSpPr>
        <p:spPr>
          <a:xfrm>
            <a:off x="806864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F1_main_prauc_1825">
            <a:extLst>
              <a:ext uri="{FF2B5EF4-FFF2-40B4-BE49-F238E27FC236}">
                <a16:creationId xmlns:a16="http://schemas.microsoft.com/office/drawing/2014/main" id="{8E3306A0-4532-4B87-BE6C-6E3AFC2869E1}"/>
              </a:ext>
            </a:extLst>
          </p:cNvPr>
          <p:cNvSpPr>
            <a:spLocks noGrp="1"/>
          </p:cNvSpPr>
          <p:nvPr/>
        </p:nvSpPr>
        <p:spPr>
          <a:xfrm>
            <a:off x="825414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F1_main_prauc_1826">
            <a:extLst>
              <a:ext uri="{FF2B5EF4-FFF2-40B4-BE49-F238E27FC236}">
                <a16:creationId xmlns:a16="http://schemas.microsoft.com/office/drawing/2014/main" id="{D6B261FB-D7C1-4408-8B89-C368A3BF3367}"/>
              </a:ext>
            </a:extLst>
          </p:cNvPr>
          <p:cNvSpPr>
            <a:spLocks noGrp="1"/>
          </p:cNvSpPr>
          <p:nvPr/>
        </p:nvSpPr>
        <p:spPr>
          <a:xfrm>
            <a:off x="82594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F1_main_prauc_1827">
            <a:extLst>
              <a:ext uri="{FF2B5EF4-FFF2-40B4-BE49-F238E27FC236}">
                <a16:creationId xmlns:a16="http://schemas.microsoft.com/office/drawing/2014/main" id="{67630F70-F763-483F-9429-EEAF1F9F4B93}"/>
              </a:ext>
            </a:extLst>
          </p:cNvPr>
          <p:cNvSpPr>
            <a:spLocks noGrp="1"/>
          </p:cNvSpPr>
          <p:nvPr/>
        </p:nvSpPr>
        <p:spPr>
          <a:xfrm>
            <a:off x="8267263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F1_main_prauc_1828">
            <a:extLst>
              <a:ext uri="{FF2B5EF4-FFF2-40B4-BE49-F238E27FC236}">
                <a16:creationId xmlns:a16="http://schemas.microsoft.com/office/drawing/2014/main" id="{49AA674B-5330-4995-9C34-D3E4C1ABACB4}"/>
              </a:ext>
            </a:extLst>
          </p:cNvPr>
          <p:cNvSpPr>
            <a:spLocks noGrp="1"/>
          </p:cNvSpPr>
          <p:nvPr/>
        </p:nvSpPr>
        <p:spPr>
          <a:xfrm>
            <a:off x="829970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F1_main_prauc_1829">
            <a:extLst>
              <a:ext uri="{FF2B5EF4-FFF2-40B4-BE49-F238E27FC236}">
                <a16:creationId xmlns:a16="http://schemas.microsoft.com/office/drawing/2014/main" id="{09DAAE5F-A692-4E82-8E3C-A6AAF87142CD}"/>
              </a:ext>
            </a:extLst>
          </p:cNvPr>
          <p:cNvSpPr>
            <a:spLocks noGrp="1"/>
          </p:cNvSpPr>
          <p:nvPr/>
        </p:nvSpPr>
        <p:spPr>
          <a:xfrm>
            <a:off x="826945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F1_main_prauc_1830">
            <a:extLst>
              <a:ext uri="{FF2B5EF4-FFF2-40B4-BE49-F238E27FC236}">
                <a16:creationId xmlns:a16="http://schemas.microsoft.com/office/drawing/2014/main" id="{5DE7ACB2-B916-4AAF-848B-CC7D8433A5F9}"/>
              </a:ext>
            </a:extLst>
          </p:cNvPr>
          <p:cNvSpPr>
            <a:spLocks noGrp="1"/>
          </p:cNvSpPr>
          <p:nvPr/>
        </p:nvSpPr>
        <p:spPr>
          <a:xfrm>
            <a:off x="8193361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F1_main_prauc_1831">
            <a:extLst>
              <a:ext uri="{FF2B5EF4-FFF2-40B4-BE49-F238E27FC236}">
                <a16:creationId xmlns:a16="http://schemas.microsoft.com/office/drawing/2014/main" id="{3D25777A-DCFC-43F8-A63B-64ADC0A1A5FE}"/>
              </a:ext>
            </a:extLst>
          </p:cNvPr>
          <p:cNvSpPr>
            <a:spLocks noGrp="1"/>
          </p:cNvSpPr>
          <p:nvPr/>
        </p:nvSpPr>
        <p:spPr>
          <a:xfrm>
            <a:off x="8155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F1_main_prauc_1832">
            <a:extLst>
              <a:ext uri="{FF2B5EF4-FFF2-40B4-BE49-F238E27FC236}">
                <a16:creationId xmlns:a16="http://schemas.microsoft.com/office/drawing/2014/main" id="{B80C623E-1C70-469C-9883-071564BC70E0}"/>
              </a:ext>
            </a:extLst>
          </p:cNvPr>
          <p:cNvSpPr>
            <a:spLocks noGrp="1"/>
          </p:cNvSpPr>
          <p:nvPr/>
        </p:nvSpPr>
        <p:spPr>
          <a:xfrm>
            <a:off x="82121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F1_main_prauc_1833">
            <a:extLst>
              <a:ext uri="{FF2B5EF4-FFF2-40B4-BE49-F238E27FC236}">
                <a16:creationId xmlns:a16="http://schemas.microsoft.com/office/drawing/2014/main" id="{7B464693-4A04-4702-A83D-2F9C144B68EE}"/>
              </a:ext>
            </a:extLst>
          </p:cNvPr>
          <p:cNvSpPr>
            <a:spLocks noGrp="1"/>
          </p:cNvSpPr>
          <p:nvPr/>
        </p:nvSpPr>
        <p:spPr>
          <a:xfrm>
            <a:off x="821762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F1_main_prauc_1834">
            <a:extLst>
              <a:ext uri="{FF2B5EF4-FFF2-40B4-BE49-F238E27FC236}">
                <a16:creationId xmlns:a16="http://schemas.microsoft.com/office/drawing/2014/main" id="{6F54AC6F-1066-4A53-8531-697DF1AB0F42}"/>
              </a:ext>
            </a:extLst>
          </p:cNvPr>
          <p:cNvSpPr>
            <a:spLocks noGrp="1"/>
          </p:cNvSpPr>
          <p:nvPr/>
        </p:nvSpPr>
        <p:spPr>
          <a:xfrm>
            <a:off x="80868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F1_main_prauc_1835">
            <a:extLst>
              <a:ext uri="{FF2B5EF4-FFF2-40B4-BE49-F238E27FC236}">
                <a16:creationId xmlns:a16="http://schemas.microsoft.com/office/drawing/2014/main" id="{0E5BACF5-F564-4218-A77D-933057A0F225}"/>
              </a:ext>
            </a:extLst>
          </p:cNvPr>
          <p:cNvSpPr>
            <a:spLocks noGrp="1"/>
          </p:cNvSpPr>
          <p:nvPr/>
        </p:nvSpPr>
        <p:spPr>
          <a:xfrm>
            <a:off x="8256539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F1_main_prauc_1836">
            <a:extLst>
              <a:ext uri="{FF2B5EF4-FFF2-40B4-BE49-F238E27FC236}">
                <a16:creationId xmlns:a16="http://schemas.microsoft.com/office/drawing/2014/main" id="{62746121-AE58-4709-ABC0-7E228CE46520}"/>
              </a:ext>
            </a:extLst>
          </p:cNvPr>
          <p:cNvSpPr>
            <a:spLocks noGrp="1"/>
          </p:cNvSpPr>
          <p:nvPr/>
        </p:nvSpPr>
        <p:spPr>
          <a:xfrm>
            <a:off x="8288224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F1_main_prauc_1837">
            <a:extLst>
              <a:ext uri="{FF2B5EF4-FFF2-40B4-BE49-F238E27FC236}">
                <a16:creationId xmlns:a16="http://schemas.microsoft.com/office/drawing/2014/main" id="{7D8542EB-38E8-4F4E-83BA-54D6ED4A555F}"/>
              </a:ext>
            </a:extLst>
          </p:cNvPr>
          <p:cNvSpPr>
            <a:spLocks noGrp="1"/>
          </p:cNvSpPr>
          <p:nvPr/>
        </p:nvSpPr>
        <p:spPr>
          <a:xfrm>
            <a:off x="808129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F1_main_prauc_1838">
            <a:extLst>
              <a:ext uri="{FF2B5EF4-FFF2-40B4-BE49-F238E27FC236}">
                <a16:creationId xmlns:a16="http://schemas.microsoft.com/office/drawing/2014/main" id="{3FDACAA3-A812-4552-97C2-753D3D40B07F}"/>
              </a:ext>
            </a:extLst>
          </p:cNvPr>
          <p:cNvSpPr>
            <a:spLocks noGrp="1"/>
          </p:cNvSpPr>
          <p:nvPr/>
        </p:nvSpPr>
        <p:spPr>
          <a:xfrm>
            <a:off x="80891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F1_main_prauc_1839">
            <a:extLst>
              <a:ext uri="{FF2B5EF4-FFF2-40B4-BE49-F238E27FC236}">
                <a16:creationId xmlns:a16="http://schemas.microsoft.com/office/drawing/2014/main" id="{789497BB-7808-418E-A356-0FB8D76C1024}"/>
              </a:ext>
            </a:extLst>
          </p:cNvPr>
          <p:cNvSpPr>
            <a:spLocks noGrp="1"/>
          </p:cNvSpPr>
          <p:nvPr/>
        </p:nvSpPr>
        <p:spPr>
          <a:xfrm>
            <a:off x="8203688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F1_main_prauc_1840">
            <a:extLst>
              <a:ext uri="{FF2B5EF4-FFF2-40B4-BE49-F238E27FC236}">
                <a16:creationId xmlns:a16="http://schemas.microsoft.com/office/drawing/2014/main" id="{F458C8CE-5A78-488A-B428-0FDB38D65D03}"/>
              </a:ext>
            </a:extLst>
          </p:cNvPr>
          <p:cNvSpPr>
            <a:spLocks noGrp="1"/>
          </p:cNvSpPr>
          <p:nvPr/>
        </p:nvSpPr>
        <p:spPr>
          <a:xfrm>
            <a:off x="8246510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F1_main_prauc_1841">
            <a:extLst>
              <a:ext uri="{FF2B5EF4-FFF2-40B4-BE49-F238E27FC236}">
                <a16:creationId xmlns:a16="http://schemas.microsoft.com/office/drawing/2014/main" id="{8A92D1F8-44D3-4BED-A9BD-54B7F5EA3E91}"/>
              </a:ext>
            </a:extLst>
          </p:cNvPr>
          <p:cNvSpPr>
            <a:spLocks noGrp="1"/>
          </p:cNvSpPr>
          <p:nvPr/>
        </p:nvSpPr>
        <p:spPr>
          <a:xfrm>
            <a:off x="80801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F1_main_prauc_1842">
            <a:extLst>
              <a:ext uri="{FF2B5EF4-FFF2-40B4-BE49-F238E27FC236}">
                <a16:creationId xmlns:a16="http://schemas.microsoft.com/office/drawing/2014/main" id="{0C83F393-3396-4A4F-96B2-933670246E69}"/>
              </a:ext>
            </a:extLst>
          </p:cNvPr>
          <p:cNvSpPr>
            <a:spLocks noGrp="1"/>
          </p:cNvSpPr>
          <p:nvPr/>
        </p:nvSpPr>
        <p:spPr>
          <a:xfrm>
            <a:off x="8307381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F1_main_prauc_1843">
            <a:extLst>
              <a:ext uri="{FF2B5EF4-FFF2-40B4-BE49-F238E27FC236}">
                <a16:creationId xmlns:a16="http://schemas.microsoft.com/office/drawing/2014/main" id="{9E072DE3-73EE-4AD2-9E04-572FEA861C46}"/>
              </a:ext>
            </a:extLst>
          </p:cNvPr>
          <p:cNvSpPr>
            <a:spLocks noGrp="1"/>
          </p:cNvSpPr>
          <p:nvPr/>
        </p:nvSpPr>
        <p:spPr>
          <a:xfrm>
            <a:off x="8125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F1_main_prauc_1844">
            <a:extLst>
              <a:ext uri="{FF2B5EF4-FFF2-40B4-BE49-F238E27FC236}">
                <a16:creationId xmlns:a16="http://schemas.microsoft.com/office/drawing/2014/main" id="{8EEFC79E-D254-4AF2-B8FF-D1DCA47732D4}"/>
              </a:ext>
            </a:extLst>
          </p:cNvPr>
          <p:cNvSpPr>
            <a:spLocks noGrp="1"/>
          </p:cNvSpPr>
          <p:nvPr/>
        </p:nvSpPr>
        <p:spPr>
          <a:xfrm>
            <a:off x="82829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F1_main_prauc_1845">
            <a:extLst>
              <a:ext uri="{FF2B5EF4-FFF2-40B4-BE49-F238E27FC236}">
                <a16:creationId xmlns:a16="http://schemas.microsoft.com/office/drawing/2014/main" id="{30784710-CC5C-47C3-A913-DD89CE80A2BF}"/>
              </a:ext>
            </a:extLst>
          </p:cNvPr>
          <p:cNvSpPr>
            <a:spLocks noGrp="1"/>
          </p:cNvSpPr>
          <p:nvPr/>
        </p:nvSpPr>
        <p:spPr>
          <a:xfrm>
            <a:off x="83020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F1_main_prauc_1846">
            <a:extLst>
              <a:ext uri="{FF2B5EF4-FFF2-40B4-BE49-F238E27FC236}">
                <a16:creationId xmlns:a16="http://schemas.microsoft.com/office/drawing/2014/main" id="{6D847595-94A9-4A8C-BE97-D6623A356DA6}"/>
              </a:ext>
            </a:extLst>
          </p:cNvPr>
          <p:cNvSpPr>
            <a:spLocks noGrp="1"/>
          </p:cNvSpPr>
          <p:nvPr/>
        </p:nvSpPr>
        <p:spPr>
          <a:xfrm>
            <a:off x="8177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F1_main_prauc_1847">
            <a:extLst>
              <a:ext uri="{FF2B5EF4-FFF2-40B4-BE49-F238E27FC236}">
                <a16:creationId xmlns:a16="http://schemas.microsoft.com/office/drawing/2014/main" id="{7912AB25-27E0-4556-AF18-B298DE448722}"/>
              </a:ext>
            </a:extLst>
          </p:cNvPr>
          <p:cNvSpPr>
            <a:spLocks noGrp="1"/>
          </p:cNvSpPr>
          <p:nvPr/>
        </p:nvSpPr>
        <p:spPr>
          <a:xfrm>
            <a:off x="8114618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F1_main_prauc_1848">
            <a:extLst>
              <a:ext uri="{FF2B5EF4-FFF2-40B4-BE49-F238E27FC236}">
                <a16:creationId xmlns:a16="http://schemas.microsoft.com/office/drawing/2014/main" id="{00D937E0-5A39-4C52-9EE7-89E9B9E32BC7}"/>
              </a:ext>
            </a:extLst>
          </p:cNvPr>
          <p:cNvSpPr>
            <a:spLocks noGrp="1"/>
          </p:cNvSpPr>
          <p:nvPr/>
        </p:nvSpPr>
        <p:spPr>
          <a:xfrm>
            <a:off x="80646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F1_main_prauc_1849">
            <a:extLst>
              <a:ext uri="{FF2B5EF4-FFF2-40B4-BE49-F238E27FC236}">
                <a16:creationId xmlns:a16="http://schemas.microsoft.com/office/drawing/2014/main" id="{C79E6A41-D5A2-45FA-98AB-4C35A75638A5}"/>
              </a:ext>
            </a:extLst>
          </p:cNvPr>
          <p:cNvSpPr>
            <a:spLocks noGrp="1"/>
          </p:cNvSpPr>
          <p:nvPr/>
        </p:nvSpPr>
        <p:spPr>
          <a:xfrm>
            <a:off x="8266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F1_main_prauc_1850">
            <a:extLst>
              <a:ext uri="{FF2B5EF4-FFF2-40B4-BE49-F238E27FC236}">
                <a16:creationId xmlns:a16="http://schemas.microsoft.com/office/drawing/2014/main" id="{654786D9-2B3E-4017-9026-179C0DAAAF3F}"/>
              </a:ext>
            </a:extLst>
          </p:cNvPr>
          <p:cNvSpPr>
            <a:spLocks noGrp="1"/>
          </p:cNvSpPr>
          <p:nvPr/>
        </p:nvSpPr>
        <p:spPr>
          <a:xfrm>
            <a:off x="2270299" y="60978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F1_main_prauc_1851">
            <a:extLst>
              <a:ext uri="{FF2B5EF4-FFF2-40B4-BE49-F238E27FC236}">
                <a16:creationId xmlns:a16="http://schemas.microsoft.com/office/drawing/2014/main" id="{DD342B40-302C-4408-B26C-0CD416E6B3F4}"/>
              </a:ext>
            </a:extLst>
          </p:cNvPr>
          <p:cNvSpPr>
            <a:spLocks noGrp="1"/>
          </p:cNvSpPr>
          <p:nvPr/>
        </p:nvSpPr>
        <p:spPr>
          <a:xfrm>
            <a:off x="2253217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F1_main_prauc_1852">
            <a:extLst>
              <a:ext uri="{FF2B5EF4-FFF2-40B4-BE49-F238E27FC236}">
                <a16:creationId xmlns:a16="http://schemas.microsoft.com/office/drawing/2014/main" id="{6B2823BD-EBD7-471C-B231-F55D9779495B}"/>
              </a:ext>
            </a:extLst>
          </p:cNvPr>
          <p:cNvSpPr>
            <a:spLocks noGrp="1"/>
          </p:cNvSpPr>
          <p:nvPr/>
        </p:nvSpPr>
        <p:spPr>
          <a:xfrm>
            <a:off x="2375004" y="512232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F1_main_prauc_1853">
            <a:extLst>
              <a:ext uri="{FF2B5EF4-FFF2-40B4-BE49-F238E27FC236}">
                <a16:creationId xmlns:a16="http://schemas.microsoft.com/office/drawing/2014/main" id="{F46258B8-6E76-4A81-9E01-9971B77F9AD8}"/>
              </a:ext>
            </a:extLst>
          </p:cNvPr>
          <p:cNvSpPr>
            <a:spLocks noGrp="1"/>
          </p:cNvSpPr>
          <p:nvPr/>
        </p:nvSpPr>
        <p:spPr>
          <a:xfrm>
            <a:off x="2339271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F1_main_prauc_1854">
            <a:extLst>
              <a:ext uri="{FF2B5EF4-FFF2-40B4-BE49-F238E27FC236}">
                <a16:creationId xmlns:a16="http://schemas.microsoft.com/office/drawing/2014/main" id="{0F3A7457-F47D-4117-AB22-34906E1D1575}"/>
              </a:ext>
            </a:extLst>
          </p:cNvPr>
          <p:cNvSpPr>
            <a:spLocks noGrp="1"/>
          </p:cNvSpPr>
          <p:nvPr/>
        </p:nvSpPr>
        <p:spPr>
          <a:xfrm>
            <a:off x="2191403" y="44810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F1_main_prauc_1855">
            <a:extLst>
              <a:ext uri="{FF2B5EF4-FFF2-40B4-BE49-F238E27FC236}">
                <a16:creationId xmlns:a16="http://schemas.microsoft.com/office/drawing/2014/main" id="{89561ED8-178B-4AEF-8C72-60C34AEB2734}"/>
              </a:ext>
            </a:extLst>
          </p:cNvPr>
          <p:cNvSpPr>
            <a:spLocks noGrp="1"/>
          </p:cNvSpPr>
          <p:nvPr/>
        </p:nvSpPr>
        <p:spPr>
          <a:xfrm>
            <a:off x="2307722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F1_main_prauc_1856">
            <a:extLst>
              <a:ext uri="{FF2B5EF4-FFF2-40B4-BE49-F238E27FC236}">
                <a16:creationId xmlns:a16="http://schemas.microsoft.com/office/drawing/2014/main" id="{73E2DDF0-7CC4-4B66-A9FC-C7FDDBB7A689}"/>
              </a:ext>
            </a:extLst>
          </p:cNvPr>
          <p:cNvSpPr>
            <a:spLocks noGrp="1"/>
          </p:cNvSpPr>
          <p:nvPr/>
        </p:nvSpPr>
        <p:spPr>
          <a:xfrm>
            <a:off x="2159612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F1_main_prauc_1857">
            <a:extLst>
              <a:ext uri="{FF2B5EF4-FFF2-40B4-BE49-F238E27FC236}">
                <a16:creationId xmlns:a16="http://schemas.microsoft.com/office/drawing/2014/main" id="{994DA5FF-C85B-4B8B-B41E-5BFB3F213610}"/>
              </a:ext>
            </a:extLst>
          </p:cNvPr>
          <p:cNvSpPr>
            <a:spLocks noGrp="1"/>
          </p:cNvSpPr>
          <p:nvPr/>
        </p:nvSpPr>
        <p:spPr>
          <a:xfrm>
            <a:off x="2133118" y="40391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F1_main_prauc_1858">
            <a:extLst>
              <a:ext uri="{FF2B5EF4-FFF2-40B4-BE49-F238E27FC236}">
                <a16:creationId xmlns:a16="http://schemas.microsoft.com/office/drawing/2014/main" id="{45F69016-1FD1-4DDA-BDDB-3545F2B752B6}"/>
              </a:ext>
            </a:extLst>
          </p:cNvPr>
          <p:cNvSpPr>
            <a:spLocks noGrp="1"/>
          </p:cNvSpPr>
          <p:nvPr/>
        </p:nvSpPr>
        <p:spPr>
          <a:xfrm>
            <a:off x="2217714" y="60977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F1_main_prauc_1859">
            <a:extLst>
              <a:ext uri="{FF2B5EF4-FFF2-40B4-BE49-F238E27FC236}">
                <a16:creationId xmlns:a16="http://schemas.microsoft.com/office/drawing/2014/main" id="{CB5B1C1F-69B3-4D54-BA49-17AC28A867EE}"/>
              </a:ext>
            </a:extLst>
          </p:cNvPr>
          <p:cNvSpPr>
            <a:spLocks noGrp="1"/>
          </p:cNvSpPr>
          <p:nvPr/>
        </p:nvSpPr>
        <p:spPr>
          <a:xfrm>
            <a:off x="2307601" y="55895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F1_main_prauc_1860">
            <a:extLst>
              <a:ext uri="{FF2B5EF4-FFF2-40B4-BE49-F238E27FC236}">
                <a16:creationId xmlns:a16="http://schemas.microsoft.com/office/drawing/2014/main" id="{431318D0-390E-424D-A320-600D3271478B}"/>
              </a:ext>
            </a:extLst>
          </p:cNvPr>
          <p:cNvSpPr>
            <a:spLocks noGrp="1"/>
          </p:cNvSpPr>
          <p:nvPr/>
        </p:nvSpPr>
        <p:spPr>
          <a:xfrm>
            <a:off x="2215720" y="450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F1_main_prauc_1861">
            <a:extLst>
              <a:ext uri="{FF2B5EF4-FFF2-40B4-BE49-F238E27FC236}">
                <a16:creationId xmlns:a16="http://schemas.microsoft.com/office/drawing/2014/main" id="{FBF86249-F160-4306-B1AB-920EDE7DC10E}"/>
              </a:ext>
            </a:extLst>
          </p:cNvPr>
          <p:cNvSpPr>
            <a:spLocks noGrp="1"/>
          </p:cNvSpPr>
          <p:nvPr/>
        </p:nvSpPr>
        <p:spPr>
          <a:xfrm>
            <a:off x="2254047" y="5205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F1_main_prauc_1862">
            <a:extLst>
              <a:ext uri="{FF2B5EF4-FFF2-40B4-BE49-F238E27FC236}">
                <a16:creationId xmlns:a16="http://schemas.microsoft.com/office/drawing/2014/main" id="{5077C29C-7A01-4FE6-B4E7-ED37855C6BAA}"/>
              </a:ext>
            </a:extLst>
          </p:cNvPr>
          <p:cNvSpPr>
            <a:spLocks noGrp="1"/>
          </p:cNvSpPr>
          <p:nvPr/>
        </p:nvSpPr>
        <p:spPr>
          <a:xfrm>
            <a:off x="2196492" y="51753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F1_main_prauc_1863">
            <a:extLst>
              <a:ext uri="{FF2B5EF4-FFF2-40B4-BE49-F238E27FC236}">
                <a16:creationId xmlns:a16="http://schemas.microsoft.com/office/drawing/2014/main" id="{F4A88B59-60C7-4969-B587-80D9044914AC}"/>
              </a:ext>
            </a:extLst>
          </p:cNvPr>
          <p:cNvSpPr>
            <a:spLocks noGrp="1"/>
          </p:cNvSpPr>
          <p:nvPr/>
        </p:nvSpPr>
        <p:spPr>
          <a:xfrm>
            <a:off x="215151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F1_main_prauc_1864">
            <a:extLst>
              <a:ext uri="{FF2B5EF4-FFF2-40B4-BE49-F238E27FC236}">
                <a16:creationId xmlns:a16="http://schemas.microsoft.com/office/drawing/2014/main" id="{676CEF27-79CD-4F68-BDBB-8CA33C8719FD}"/>
              </a:ext>
            </a:extLst>
          </p:cNvPr>
          <p:cNvSpPr>
            <a:spLocks noGrp="1"/>
          </p:cNvSpPr>
          <p:nvPr/>
        </p:nvSpPr>
        <p:spPr>
          <a:xfrm>
            <a:off x="2278439" y="56694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F1_main_prauc_1865">
            <a:extLst>
              <a:ext uri="{FF2B5EF4-FFF2-40B4-BE49-F238E27FC236}">
                <a16:creationId xmlns:a16="http://schemas.microsoft.com/office/drawing/2014/main" id="{86487E13-E951-44A2-B41E-35FBE7D7BBE7}"/>
              </a:ext>
            </a:extLst>
          </p:cNvPr>
          <p:cNvSpPr>
            <a:spLocks noGrp="1"/>
          </p:cNvSpPr>
          <p:nvPr/>
        </p:nvSpPr>
        <p:spPr>
          <a:xfrm>
            <a:off x="2367762" y="4997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F1_main_prauc_1866">
            <a:extLst>
              <a:ext uri="{FF2B5EF4-FFF2-40B4-BE49-F238E27FC236}">
                <a16:creationId xmlns:a16="http://schemas.microsoft.com/office/drawing/2014/main" id="{C7257074-C4B6-4EA3-95C6-DB812E6DEE95}"/>
              </a:ext>
            </a:extLst>
          </p:cNvPr>
          <p:cNvSpPr>
            <a:spLocks noGrp="1"/>
          </p:cNvSpPr>
          <p:nvPr/>
        </p:nvSpPr>
        <p:spPr>
          <a:xfrm>
            <a:off x="2164027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F1_main_prauc_1867">
            <a:extLst>
              <a:ext uri="{FF2B5EF4-FFF2-40B4-BE49-F238E27FC236}">
                <a16:creationId xmlns:a16="http://schemas.microsoft.com/office/drawing/2014/main" id="{8AB23525-025A-4893-B8AE-D08ECA4DE328}"/>
              </a:ext>
            </a:extLst>
          </p:cNvPr>
          <p:cNvSpPr>
            <a:spLocks noGrp="1"/>
          </p:cNvSpPr>
          <p:nvPr/>
        </p:nvSpPr>
        <p:spPr>
          <a:xfrm>
            <a:off x="2173086" y="48096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F1_main_prauc_1868">
            <a:extLst>
              <a:ext uri="{FF2B5EF4-FFF2-40B4-BE49-F238E27FC236}">
                <a16:creationId xmlns:a16="http://schemas.microsoft.com/office/drawing/2014/main" id="{07711C43-962C-459E-B715-F02DC3357F01}"/>
              </a:ext>
            </a:extLst>
          </p:cNvPr>
          <p:cNvSpPr>
            <a:spLocks noGrp="1"/>
          </p:cNvSpPr>
          <p:nvPr/>
        </p:nvSpPr>
        <p:spPr>
          <a:xfrm>
            <a:off x="2143640" y="45583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F1_main_prauc_1869">
            <a:extLst>
              <a:ext uri="{FF2B5EF4-FFF2-40B4-BE49-F238E27FC236}">
                <a16:creationId xmlns:a16="http://schemas.microsoft.com/office/drawing/2014/main" id="{775567E1-1299-4681-BB5E-1E843419FE47}"/>
              </a:ext>
            </a:extLst>
          </p:cNvPr>
          <p:cNvSpPr>
            <a:spLocks noGrp="1"/>
          </p:cNvSpPr>
          <p:nvPr/>
        </p:nvSpPr>
        <p:spPr>
          <a:xfrm>
            <a:off x="2296631" y="53254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F1_main_prauc_1870">
            <a:extLst>
              <a:ext uri="{FF2B5EF4-FFF2-40B4-BE49-F238E27FC236}">
                <a16:creationId xmlns:a16="http://schemas.microsoft.com/office/drawing/2014/main" id="{DB81934E-9AD7-4A60-9797-0A9CFECD664D}"/>
              </a:ext>
            </a:extLst>
          </p:cNvPr>
          <p:cNvSpPr>
            <a:spLocks noGrp="1"/>
          </p:cNvSpPr>
          <p:nvPr/>
        </p:nvSpPr>
        <p:spPr>
          <a:xfrm>
            <a:off x="2146937" y="5546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F1_main_prauc_1871">
            <a:extLst>
              <a:ext uri="{FF2B5EF4-FFF2-40B4-BE49-F238E27FC236}">
                <a16:creationId xmlns:a16="http://schemas.microsoft.com/office/drawing/2014/main" id="{80363673-BA49-4F5E-9C74-5C178A1E8347}"/>
              </a:ext>
            </a:extLst>
          </p:cNvPr>
          <p:cNvSpPr>
            <a:spLocks noGrp="1"/>
          </p:cNvSpPr>
          <p:nvPr/>
        </p:nvSpPr>
        <p:spPr>
          <a:xfrm>
            <a:off x="2245002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F1_main_prauc_1872">
            <a:extLst>
              <a:ext uri="{FF2B5EF4-FFF2-40B4-BE49-F238E27FC236}">
                <a16:creationId xmlns:a16="http://schemas.microsoft.com/office/drawing/2014/main" id="{ADC49A39-7433-4B4E-ACF1-5D999B2AB975}"/>
              </a:ext>
            </a:extLst>
          </p:cNvPr>
          <p:cNvSpPr>
            <a:spLocks noGrp="1"/>
          </p:cNvSpPr>
          <p:nvPr/>
        </p:nvSpPr>
        <p:spPr>
          <a:xfrm>
            <a:off x="2203224" y="51328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F1_main_prauc_1873">
            <a:extLst>
              <a:ext uri="{FF2B5EF4-FFF2-40B4-BE49-F238E27FC236}">
                <a16:creationId xmlns:a16="http://schemas.microsoft.com/office/drawing/2014/main" id="{DB2CC9B4-3F3E-4C22-9935-F7EA64F1E4AE}"/>
              </a:ext>
            </a:extLst>
          </p:cNvPr>
          <p:cNvSpPr>
            <a:spLocks noGrp="1"/>
          </p:cNvSpPr>
          <p:nvPr/>
        </p:nvSpPr>
        <p:spPr>
          <a:xfrm>
            <a:off x="2218952" y="37007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F1_main_prauc_1874">
            <a:extLst>
              <a:ext uri="{FF2B5EF4-FFF2-40B4-BE49-F238E27FC236}">
                <a16:creationId xmlns:a16="http://schemas.microsoft.com/office/drawing/2014/main" id="{F4BFACB8-A10F-40FD-8438-25C0C2E7CF1D}"/>
              </a:ext>
            </a:extLst>
          </p:cNvPr>
          <p:cNvSpPr>
            <a:spLocks noGrp="1"/>
          </p:cNvSpPr>
          <p:nvPr/>
        </p:nvSpPr>
        <p:spPr>
          <a:xfrm>
            <a:off x="2133473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F1_main_prauc_1875">
            <a:extLst>
              <a:ext uri="{FF2B5EF4-FFF2-40B4-BE49-F238E27FC236}">
                <a16:creationId xmlns:a16="http://schemas.microsoft.com/office/drawing/2014/main" id="{0D12DE2A-B0B6-43CB-B915-52ED5720C97E}"/>
              </a:ext>
            </a:extLst>
          </p:cNvPr>
          <p:cNvSpPr>
            <a:spLocks noGrp="1"/>
          </p:cNvSpPr>
          <p:nvPr/>
        </p:nvSpPr>
        <p:spPr>
          <a:xfrm>
            <a:off x="2278205" y="60978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F1_main_prauc_1876">
            <a:extLst>
              <a:ext uri="{FF2B5EF4-FFF2-40B4-BE49-F238E27FC236}">
                <a16:creationId xmlns:a16="http://schemas.microsoft.com/office/drawing/2014/main" id="{77702432-74FE-4132-A39B-7B3626DC43E9}"/>
              </a:ext>
            </a:extLst>
          </p:cNvPr>
          <p:cNvSpPr>
            <a:spLocks noGrp="1"/>
          </p:cNvSpPr>
          <p:nvPr/>
        </p:nvSpPr>
        <p:spPr>
          <a:xfrm>
            <a:off x="2161070" y="54594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F1_main_prauc_1877">
            <a:extLst>
              <a:ext uri="{FF2B5EF4-FFF2-40B4-BE49-F238E27FC236}">
                <a16:creationId xmlns:a16="http://schemas.microsoft.com/office/drawing/2014/main" id="{E590ED64-ADA0-4419-BC40-2109BB4C5337}"/>
              </a:ext>
            </a:extLst>
          </p:cNvPr>
          <p:cNvSpPr>
            <a:spLocks noGrp="1"/>
          </p:cNvSpPr>
          <p:nvPr/>
        </p:nvSpPr>
        <p:spPr>
          <a:xfrm>
            <a:off x="2236864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F1_main_prauc_1878">
            <a:extLst>
              <a:ext uri="{FF2B5EF4-FFF2-40B4-BE49-F238E27FC236}">
                <a16:creationId xmlns:a16="http://schemas.microsoft.com/office/drawing/2014/main" id="{A160A53C-6FB5-4ACB-AABD-5FEED285D613}"/>
              </a:ext>
            </a:extLst>
          </p:cNvPr>
          <p:cNvSpPr>
            <a:spLocks noGrp="1"/>
          </p:cNvSpPr>
          <p:nvPr/>
        </p:nvSpPr>
        <p:spPr>
          <a:xfrm>
            <a:off x="2197179" y="4207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F1_main_prauc_1879">
            <a:extLst>
              <a:ext uri="{FF2B5EF4-FFF2-40B4-BE49-F238E27FC236}">
                <a16:creationId xmlns:a16="http://schemas.microsoft.com/office/drawing/2014/main" id="{76580F5C-C6C5-4471-8C91-5917A9D87304}"/>
              </a:ext>
            </a:extLst>
          </p:cNvPr>
          <p:cNvSpPr>
            <a:spLocks noGrp="1"/>
          </p:cNvSpPr>
          <p:nvPr/>
        </p:nvSpPr>
        <p:spPr>
          <a:xfrm>
            <a:off x="2144755" y="41661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F1_main_prauc_1880">
            <a:extLst>
              <a:ext uri="{FF2B5EF4-FFF2-40B4-BE49-F238E27FC236}">
                <a16:creationId xmlns:a16="http://schemas.microsoft.com/office/drawing/2014/main" id="{9BA2746D-BC23-4C6D-A745-E0ECE2C5B9A0}"/>
              </a:ext>
            </a:extLst>
          </p:cNvPr>
          <p:cNvSpPr>
            <a:spLocks noGrp="1"/>
          </p:cNvSpPr>
          <p:nvPr/>
        </p:nvSpPr>
        <p:spPr>
          <a:xfrm>
            <a:off x="2181299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F1_main_prauc_1881">
            <a:extLst>
              <a:ext uri="{FF2B5EF4-FFF2-40B4-BE49-F238E27FC236}">
                <a16:creationId xmlns:a16="http://schemas.microsoft.com/office/drawing/2014/main" id="{1BE4697B-7752-470A-B728-A53D1FD39A32}"/>
              </a:ext>
            </a:extLst>
          </p:cNvPr>
          <p:cNvSpPr>
            <a:spLocks noGrp="1"/>
          </p:cNvSpPr>
          <p:nvPr/>
        </p:nvSpPr>
        <p:spPr>
          <a:xfrm>
            <a:off x="2329961" y="486378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F1_main_prauc_1882">
            <a:extLst>
              <a:ext uri="{FF2B5EF4-FFF2-40B4-BE49-F238E27FC236}">
                <a16:creationId xmlns:a16="http://schemas.microsoft.com/office/drawing/2014/main" id="{7C4E0176-F81E-458F-B138-657E4F848537}"/>
              </a:ext>
            </a:extLst>
          </p:cNvPr>
          <p:cNvSpPr>
            <a:spLocks noGrp="1"/>
          </p:cNvSpPr>
          <p:nvPr/>
        </p:nvSpPr>
        <p:spPr>
          <a:xfrm>
            <a:off x="2186971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F1_main_prauc_1883">
            <a:extLst>
              <a:ext uri="{FF2B5EF4-FFF2-40B4-BE49-F238E27FC236}">
                <a16:creationId xmlns:a16="http://schemas.microsoft.com/office/drawing/2014/main" id="{C31DA8C3-6D91-49D4-980F-4BB563E8F442}"/>
              </a:ext>
            </a:extLst>
          </p:cNvPr>
          <p:cNvSpPr>
            <a:spLocks noGrp="1"/>
          </p:cNvSpPr>
          <p:nvPr/>
        </p:nvSpPr>
        <p:spPr>
          <a:xfrm>
            <a:off x="2261542" y="50734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F1_main_prauc_1884">
            <a:extLst>
              <a:ext uri="{FF2B5EF4-FFF2-40B4-BE49-F238E27FC236}">
                <a16:creationId xmlns:a16="http://schemas.microsoft.com/office/drawing/2014/main" id="{8948BC7D-C88C-41D0-8433-BD4F11AD1AD9}"/>
              </a:ext>
            </a:extLst>
          </p:cNvPr>
          <p:cNvSpPr>
            <a:spLocks noGrp="1"/>
          </p:cNvSpPr>
          <p:nvPr/>
        </p:nvSpPr>
        <p:spPr>
          <a:xfrm>
            <a:off x="2263628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F1_main_prauc_1885">
            <a:extLst>
              <a:ext uri="{FF2B5EF4-FFF2-40B4-BE49-F238E27FC236}">
                <a16:creationId xmlns:a16="http://schemas.microsoft.com/office/drawing/2014/main" id="{59E02887-8DE9-48A8-B5AB-4FD58FCBC3B2}"/>
              </a:ext>
            </a:extLst>
          </p:cNvPr>
          <p:cNvSpPr>
            <a:spLocks noGrp="1"/>
          </p:cNvSpPr>
          <p:nvPr/>
        </p:nvSpPr>
        <p:spPr>
          <a:xfrm>
            <a:off x="2343540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F1_main_prauc_1886">
            <a:extLst>
              <a:ext uri="{FF2B5EF4-FFF2-40B4-BE49-F238E27FC236}">
                <a16:creationId xmlns:a16="http://schemas.microsoft.com/office/drawing/2014/main" id="{06BBE393-B288-4A84-907E-5723F55A25B5}"/>
              </a:ext>
            </a:extLst>
          </p:cNvPr>
          <p:cNvSpPr>
            <a:spLocks noGrp="1"/>
          </p:cNvSpPr>
          <p:nvPr/>
        </p:nvSpPr>
        <p:spPr>
          <a:xfrm>
            <a:off x="2219129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F1_main_prauc_1887">
            <a:extLst>
              <a:ext uri="{FF2B5EF4-FFF2-40B4-BE49-F238E27FC236}">
                <a16:creationId xmlns:a16="http://schemas.microsoft.com/office/drawing/2014/main" id="{1C41A726-0A43-4F91-A98A-AB05F51641CD}"/>
              </a:ext>
            </a:extLst>
          </p:cNvPr>
          <p:cNvSpPr>
            <a:spLocks noGrp="1"/>
          </p:cNvSpPr>
          <p:nvPr/>
        </p:nvSpPr>
        <p:spPr>
          <a:xfrm>
            <a:off x="2132928" y="55816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F1_main_prauc_1888">
            <a:extLst>
              <a:ext uri="{FF2B5EF4-FFF2-40B4-BE49-F238E27FC236}">
                <a16:creationId xmlns:a16="http://schemas.microsoft.com/office/drawing/2014/main" id="{50357EF9-8410-4346-803F-AE4ACC714548}"/>
              </a:ext>
            </a:extLst>
          </p:cNvPr>
          <p:cNvSpPr>
            <a:spLocks noGrp="1"/>
          </p:cNvSpPr>
          <p:nvPr/>
        </p:nvSpPr>
        <p:spPr>
          <a:xfrm>
            <a:off x="2219344" y="60978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F1_main_prauc_1889">
            <a:extLst>
              <a:ext uri="{FF2B5EF4-FFF2-40B4-BE49-F238E27FC236}">
                <a16:creationId xmlns:a16="http://schemas.microsoft.com/office/drawing/2014/main" id="{1C122EF3-2B14-47AC-AE39-8E2C1DF3ECF6}"/>
              </a:ext>
            </a:extLst>
          </p:cNvPr>
          <p:cNvSpPr>
            <a:spLocks noGrp="1"/>
          </p:cNvSpPr>
          <p:nvPr/>
        </p:nvSpPr>
        <p:spPr>
          <a:xfrm>
            <a:off x="2242125" y="40894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F1_main_prauc_1890">
            <a:extLst>
              <a:ext uri="{FF2B5EF4-FFF2-40B4-BE49-F238E27FC236}">
                <a16:creationId xmlns:a16="http://schemas.microsoft.com/office/drawing/2014/main" id="{E155A915-FE1E-4491-9185-66559B45B9EE}"/>
              </a:ext>
            </a:extLst>
          </p:cNvPr>
          <p:cNvSpPr>
            <a:spLocks noGrp="1"/>
          </p:cNvSpPr>
          <p:nvPr/>
        </p:nvSpPr>
        <p:spPr>
          <a:xfrm>
            <a:off x="2366194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F1_main_prauc_1891">
            <a:extLst>
              <a:ext uri="{FF2B5EF4-FFF2-40B4-BE49-F238E27FC236}">
                <a16:creationId xmlns:a16="http://schemas.microsoft.com/office/drawing/2014/main" id="{956A405C-9A96-4FF3-98A0-10A50B7CB6D0}"/>
              </a:ext>
            </a:extLst>
          </p:cNvPr>
          <p:cNvSpPr>
            <a:spLocks noGrp="1"/>
          </p:cNvSpPr>
          <p:nvPr/>
        </p:nvSpPr>
        <p:spPr>
          <a:xfrm>
            <a:off x="2187618" y="37130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F1_main_prauc_1892">
            <a:extLst>
              <a:ext uri="{FF2B5EF4-FFF2-40B4-BE49-F238E27FC236}">
                <a16:creationId xmlns:a16="http://schemas.microsoft.com/office/drawing/2014/main" id="{390750A9-C8BB-42C9-A589-308D4BE6EC42}"/>
              </a:ext>
            </a:extLst>
          </p:cNvPr>
          <p:cNvSpPr>
            <a:spLocks noGrp="1"/>
          </p:cNvSpPr>
          <p:nvPr/>
        </p:nvSpPr>
        <p:spPr>
          <a:xfrm>
            <a:off x="2183040" y="60978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F1_main_prauc_1893">
            <a:extLst>
              <a:ext uri="{FF2B5EF4-FFF2-40B4-BE49-F238E27FC236}">
                <a16:creationId xmlns:a16="http://schemas.microsoft.com/office/drawing/2014/main" id="{EAF6EFAD-DECE-49F1-80F9-007F4B5CE4DB}"/>
              </a:ext>
            </a:extLst>
          </p:cNvPr>
          <p:cNvSpPr>
            <a:spLocks noGrp="1"/>
          </p:cNvSpPr>
          <p:nvPr/>
        </p:nvSpPr>
        <p:spPr>
          <a:xfrm>
            <a:off x="2366218" y="60978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F1_main_prauc_1894">
            <a:extLst>
              <a:ext uri="{FF2B5EF4-FFF2-40B4-BE49-F238E27FC236}">
                <a16:creationId xmlns:a16="http://schemas.microsoft.com/office/drawing/2014/main" id="{CC1F13F9-A09D-4B1B-9F94-E99F32B9F810}"/>
              </a:ext>
            </a:extLst>
          </p:cNvPr>
          <p:cNvSpPr>
            <a:spLocks noGrp="1"/>
          </p:cNvSpPr>
          <p:nvPr/>
        </p:nvSpPr>
        <p:spPr>
          <a:xfrm>
            <a:off x="2183311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F1_main_prauc_1895">
            <a:extLst>
              <a:ext uri="{FF2B5EF4-FFF2-40B4-BE49-F238E27FC236}">
                <a16:creationId xmlns:a16="http://schemas.microsoft.com/office/drawing/2014/main" id="{70B80D38-2E6C-45B2-B774-1E5D57FB2716}"/>
              </a:ext>
            </a:extLst>
          </p:cNvPr>
          <p:cNvSpPr>
            <a:spLocks noGrp="1"/>
          </p:cNvSpPr>
          <p:nvPr/>
        </p:nvSpPr>
        <p:spPr>
          <a:xfrm>
            <a:off x="2375263" y="60864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F1_main_prauc_1896">
            <a:extLst>
              <a:ext uri="{FF2B5EF4-FFF2-40B4-BE49-F238E27FC236}">
                <a16:creationId xmlns:a16="http://schemas.microsoft.com/office/drawing/2014/main" id="{1156AAED-198C-43FA-BA93-62FA8D168827}"/>
              </a:ext>
            </a:extLst>
          </p:cNvPr>
          <p:cNvSpPr>
            <a:spLocks noGrp="1"/>
          </p:cNvSpPr>
          <p:nvPr/>
        </p:nvSpPr>
        <p:spPr>
          <a:xfrm>
            <a:off x="2189488" y="599850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F1_main_prauc_1897">
            <a:extLst>
              <a:ext uri="{FF2B5EF4-FFF2-40B4-BE49-F238E27FC236}">
                <a16:creationId xmlns:a16="http://schemas.microsoft.com/office/drawing/2014/main" id="{0B4F2C08-6B36-4319-808F-BAC3B21E9599}"/>
              </a:ext>
            </a:extLst>
          </p:cNvPr>
          <p:cNvSpPr>
            <a:spLocks noGrp="1"/>
          </p:cNvSpPr>
          <p:nvPr/>
        </p:nvSpPr>
        <p:spPr>
          <a:xfrm>
            <a:off x="2355635" y="60976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F1_main_prauc_1898">
            <a:extLst>
              <a:ext uri="{FF2B5EF4-FFF2-40B4-BE49-F238E27FC236}">
                <a16:creationId xmlns:a16="http://schemas.microsoft.com/office/drawing/2014/main" id="{FC5BB1F6-4265-4AA1-9954-0154493930A2}"/>
              </a:ext>
            </a:extLst>
          </p:cNvPr>
          <p:cNvSpPr>
            <a:spLocks noGrp="1"/>
          </p:cNvSpPr>
          <p:nvPr/>
        </p:nvSpPr>
        <p:spPr>
          <a:xfrm>
            <a:off x="2236916" y="56598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F1_main_prauc_1899">
            <a:extLst>
              <a:ext uri="{FF2B5EF4-FFF2-40B4-BE49-F238E27FC236}">
                <a16:creationId xmlns:a16="http://schemas.microsoft.com/office/drawing/2014/main" id="{54E8E8D4-6164-4F41-B1BD-47DDD54D71A8}"/>
              </a:ext>
            </a:extLst>
          </p:cNvPr>
          <p:cNvSpPr>
            <a:spLocks noGrp="1"/>
          </p:cNvSpPr>
          <p:nvPr/>
        </p:nvSpPr>
        <p:spPr>
          <a:xfrm>
            <a:off x="2341074" y="4322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F1_main_prauc_1900">
            <a:extLst>
              <a:ext uri="{FF2B5EF4-FFF2-40B4-BE49-F238E27FC236}">
                <a16:creationId xmlns:a16="http://schemas.microsoft.com/office/drawing/2014/main" id="{1C03C970-127A-4AD0-AC0B-EB6ED99F2274}"/>
              </a:ext>
            </a:extLst>
          </p:cNvPr>
          <p:cNvSpPr>
            <a:spLocks noGrp="1"/>
          </p:cNvSpPr>
          <p:nvPr/>
        </p:nvSpPr>
        <p:spPr>
          <a:xfrm>
            <a:off x="2177716" y="59342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F1_main_prauc_1901">
            <a:extLst>
              <a:ext uri="{FF2B5EF4-FFF2-40B4-BE49-F238E27FC236}">
                <a16:creationId xmlns:a16="http://schemas.microsoft.com/office/drawing/2014/main" id="{95486ABD-1B07-428B-83B2-A9602F0FEAFA}"/>
              </a:ext>
            </a:extLst>
          </p:cNvPr>
          <p:cNvSpPr>
            <a:spLocks noGrp="1"/>
          </p:cNvSpPr>
          <p:nvPr/>
        </p:nvSpPr>
        <p:spPr>
          <a:xfrm>
            <a:off x="2207715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F1_main_prauc_1902">
            <a:extLst>
              <a:ext uri="{FF2B5EF4-FFF2-40B4-BE49-F238E27FC236}">
                <a16:creationId xmlns:a16="http://schemas.microsoft.com/office/drawing/2014/main" id="{E5FB5750-BC66-4E9F-A01D-86FCDFA30957}"/>
              </a:ext>
            </a:extLst>
          </p:cNvPr>
          <p:cNvSpPr>
            <a:spLocks noGrp="1"/>
          </p:cNvSpPr>
          <p:nvPr/>
        </p:nvSpPr>
        <p:spPr>
          <a:xfrm>
            <a:off x="2262161" y="56084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F1_main_prauc_1903">
            <a:extLst>
              <a:ext uri="{FF2B5EF4-FFF2-40B4-BE49-F238E27FC236}">
                <a16:creationId xmlns:a16="http://schemas.microsoft.com/office/drawing/2014/main" id="{A2FCCB98-A338-41E8-A37D-EA10A09B1AC3}"/>
              </a:ext>
            </a:extLst>
          </p:cNvPr>
          <p:cNvSpPr>
            <a:spLocks noGrp="1"/>
          </p:cNvSpPr>
          <p:nvPr/>
        </p:nvSpPr>
        <p:spPr>
          <a:xfrm>
            <a:off x="2257892" y="48577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F1_main_prauc_1904">
            <a:extLst>
              <a:ext uri="{FF2B5EF4-FFF2-40B4-BE49-F238E27FC236}">
                <a16:creationId xmlns:a16="http://schemas.microsoft.com/office/drawing/2014/main" id="{CF004B15-3B30-4D74-A368-BAC651542F76}"/>
              </a:ext>
            </a:extLst>
          </p:cNvPr>
          <p:cNvSpPr>
            <a:spLocks noGrp="1"/>
          </p:cNvSpPr>
          <p:nvPr/>
        </p:nvSpPr>
        <p:spPr>
          <a:xfrm>
            <a:off x="2281437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F1_main_prauc_1905">
            <a:extLst>
              <a:ext uri="{FF2B5EF4-FFF2-40B4-BE49-F238E27FC236}">
                <a16:creationId xmlns:a16="http://schemas.microsoft.com/office/drawing/2014/main" id="{7675E9D7-F4EC-46DF-99C1-18E2253403E7}"/>
              </a:ext>
            </a:extLst>
          </p:cNvPr>
          <p:cNvSpPr>
            <a:spLocks noGrp="1"/>
          </p:cNvSpPr>
          <p:nvPr/>
        </p:nvSpPr>
        <p:spPr>
          <a:xfrm>
            <a:off x="2243317" y="47129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F1_main_prauc_1906">
            <a:extLst>
              <a:ext uri="{FF2B5EF4-FFF2-40B4-BE49-F238E27FC236}">
                <a16:creationId xmlns:a16="http://schemas.microsoft.com/office/drawing/2014/main" id="{76A5D968-A443-4FCC-9183-C7463F1E9E01}"/>
              </a:ext>
            </a:extLst>
          </p:cNvPr>
          <p:cNvSpPr>
            <a:spLocks noGrp="1"/>
          </p:cNvSpPr>
          <p:nvPr/>
        </p:nvSpPr>
        <p:spPr>
          <a:xfrm>
            <a:off x="2292765" y="52069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F1_main_prauc_1907">
            <a:extLst>
              <a:ext uri="{FF2B5EF4-FFF2-40B4-BE49-F238E27FC236}">
                <a16:creationId xmlns:a16="http://schemas.microsoft.com/office/drawing/2014/main" id="{1E5743F4-D84E-43AC-AB56-DDB4DECBA4BA}"/>
              </a:ext>
            </a:extLst>
          </p:cNvPr>
          <p:cNvSpPr>
            <a:spLocks noGrp="1"/>
          </p:cNvSpPr>
          <p:nvPr/>
        </p:nvSpPr>
        <p:spPr>
          <a:xfrm>
            <a:off x="2305049" y="3831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F1_main_prauc_1908">
            <a:extLst>
              <a:ext uri="{FF2B5EF4-FFF2-40B4-BE49-F238E27FC236}">
                <a16:creationId xmlns:a16="http://schemas.microsoft.com/office/drawing/2014/main" id="{8619AF06-AE6D-4788-869B-2366C407555B}"/>
              </a:ext>
            </a:extLst>
          </p:cNvPr>
          <p:cNvSpPr>
            <a:spLocks noGrp="1"/>
          </p:cNvSpPr>
          <p:nvPr/>
        </p:nvSpPr>
        <p:spPr>
          <a:xfrm>
            <a:off x="2191328" y="37076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F1_main_prauc_1909">
            <a:extLst>
              <a:ext uri="{FF2B5EF4-FFF2-40B4-BE49-F238E27FC236}">
                <a16:creationId xmlns:a16="http://schemas.microsoft.com/office/drawing/2014/main" id="{D18DE03A-956B-4DBD-BC03-D58A4CFB9FB1}"/>
              </a:ext>
            </a:extLst>
          </p:cNvPr>
          <p:cNvSpPr>
            <a:spLocks noGrp="1"/>
          </p:cNvSpPr>
          <p:nvPr/>
        </p:nvSpPr>
        <p:spPr>
          <a:xfrm>
            <a:off x="2329084" y="5136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F1_main_prauc_1910">
            <a:extLst>
              <a:ext uri="{FF2B5EF4-FFF2-40B4-BE49-F238E27FC236}">
                <a16:creationId xmlns:a16="http://schemas.microsoft.com/office/drawing/2014/main" id="{A2FC98CF-70FF-4B94-8E4A-E3798513A8E8}"/>
              </a:ext>
            </a:extLst>
          </p:cNvPr>
          <p:cNvSpPr>
            <a:spLocks noGrp="1"/>
          </p:cNvSpPr>
          <p:nvPr/>
        </p:nvSpPr>
        <p:spPr>
          <a:xfrm>
            <a:off x="2170690" y="46775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F1_main_prauc_1911">
            <a:extLst>
              <a:ext uri="{FF2B5EF4-FFF2-40B4-BE49-F238E27FC236}">
                <a16:creationId xmlns:a16="http://schemas.microsoft.com/office/drawing/2014/main" id="{9EE62C5E-1D47-4342-B87C-A41372086FE0}"/>
              </a:ext>
            </a:extLst>
          </p:cNvPr>
          <p:cNvSpPr>
            <a:spLocks noGrp="1"/>
          </p:cNvSpPr>
          <p:nvPr/>
        </p:nvSpPr>
        <p:spPr>
          <a:xfrm>
            <a:off x="232891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F1_main_prauc_1912">
            <a:extLst>
              <a:ext uri="{FF2B5EF4-FFF2-40B4-BE49-F238E27FC236}">
                <a16:creationId xmlns:a16="http://schemas.microsoft.com/office/drawing/2014/main" id="{A00CB097-D892-4888-80FA-4C3BA2C29036}"/>
              </a:ext>
            </a:extLst>
          </p:cNvPr>
          <p:cNvSpPr>
            <a:spLocks noGrp="1"/>
          </p:cNvSpPr>
          <p:nvPr/>
        </p:nvSpPr>
        <p:spPr>
          <a:xfrm>
            <a:off x="2357807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F1_main_prauc_1913">
            <a:extLst>
              <a:ext uri="{FF2B5EF4-FFF2-40B4-BE49-F238E27FC236}">
                <a16:creationId xmlns:a16="http://schemas.microsoft.com/office/drawing/2014/main" id="{038266CD-2CAA-434F-8B06-E82E535FAF80}"/>
              </a:ext>
            </a:extLst>
          </p:cNvPr>
          <p:cNvSpPr>
            <a:spLocks noGrp="1"/>
          </p:cNvSpPr>
          <p:nvPr/>
        </p:nvSpPr>
        <p:spPr>
          <a:xfrm>
            <a:off x="2188309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F1_main_prauc_1914">
            <a:extLst>
              <a:ext uri="{FF2B5EF4-FFF2-40B4-BE49-F238E27FC236}">
                <a16:creationId xmlns:a16="http://schemas.microsoft.com/office/drawing/2014/main" id="{2D262F62-7AB1-4DA7-862D-6CED00FB9C34}"/>
              </a:ext>
            </a:extLst>
          </p:cNvPr>
          <p:cNvSpPr>
            <a:spLocks noGrp="1"/>
          </p:cNvSpPr>
          <p:nvPr/>
        </p:nvSpPr>
        <p:spPr>
          <a:xfrm>
            <a:off x="2227932" y="57264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F1_main_prauc_1915">
            <a:extLst>
              <a:ext uri="{FF2B5EF4-FFF2-40B4-BE49-F238E27FC236}">
                <a16:creationId xmlns:a16="http://schemas.microsoft.com/office/drawing/2014/main" id="{D0ABA665-7241-405B-B081-59B600EA2B4C}"/>
              </a:ext>
            </a:extLst>
          </p:cNvPr>
          <p:cNvSpPr>
            <a:spLocks noGrp="1"/>
          </p:cNvSpPr>
          <p:nvPr/>
        </p:nvSpPr>
        <p:spPr>
          <a:xfrm>
            <a:off x="2316693" y="60978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F1_main_prauc_1916">
            <a:extLst>
              <a:ext uri="{FF2B5EF4-FFF2-40B4-BE49-F238E27FC236}">
                <a16:creationId xmlns:a16="http://schemas.microsoft.com/office/drawing/2014/main" id="{75F776D9-DB35-41BE-BD44-E6C0877D0160}"/>
              </a:ext>
            </a:extLst>
          </p:cNvPr>
          <p:cNvSpPr>
            <a:spLocks noGrp="1"/>
          </p:cNvSpPr>
          <p:nvPr/>
        </p:nvSpPr>
        <p:spPr>
          <a:xfrm>
            <a:off x="2326018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F1_main_prauc_1917">
            <a:extLst>
              <a:ext uri="{FF2B5EF4-FFF2-40B4-BE49-F238E27FC236}">
                <a16:creationId xmlns:a16="http://schemas.microsoft.com/office/drawing/2014/main" id="{994096BA-6717-40F0-B764-C41FBEEF1563}"/>
              </a:ext>
            </a:extLst>
          </p:cNvPr>
          <p:cNvSpPr>
            <a:spLocks noGrp="1"/>
          </p:cNvSpPr>
          <p:nvPr/>
        </p:nvSpPr>
        <p:spPr>
          <a:xfrm>
            <a:off x="217193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F1_main_prauc_1918">
            <a:extLst>
              <a:ext uri="{FF2B5EF4-FFF2-40B4-BE49-F238E27FC236}">
                <a16:creationId xmlns:a16="http://schemas.microsoft.com/office/drawing/2014/main" id="{2EEBD24D-DC07-4BA1-9BDE-CEC7D22D49AE}"/>
              </a:ext>
            </a:extLst>
          </p:cNvPr>
          <p:cNvSpPr>
            <a:spLocks noGrp="1"/>
          </p:cNvSpPr>
          <p:nvPr/>
        </p:nvSpPr>
        <p:spPr>
          <a:xfrm>
            <a:off x="2205990" y="46202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F1_main_prauc_1919">
            <a:extLst>
              <a:ext uri="{FF2B5EF4-FFF2-40B4-BE49-F238E27FC236}">
                <a16:creationId xmlns:a16="http://schemas.microsoft.com/office/drawing/2014/main" id="{5F2CEA36-451F-4C2F-AADC-7208F70B3E46}"/>
              </a:ext>
            </a:extLst>
          </p:cNvPr>
          <p:cNvSpPr>
            <a:spLocks noGrp="1"/>
          </p:cNvSpPr>
          <p:nvPr/>
        </p:nvSpPr>
        <p:spPr>
          <a:xfrm>
            <a:off x="2164742" y="60978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F1_main_prauc_1920">
            <a:extLst>
              <a:ext uri="{FF2B5EF4-FFF2-40B4-BE49-F238E27FC236}">
                <a16:creationId xmlns:a16="http://schemas.microsoft.com/office/drawing/2014/main" id="{BC4D6CEC-1C54-40FF-9242-AC8947B0589E}"/>
              </a:ext>
            </a:extLst>
          </p:cNvPr>
          <p:cNvSpPr>
            <a:spLocks noGrp="1"/>
          </p:cNvSpPr>
          <p:nvPr/>
        </p:nvSpPr>
        <p:spPr>
          <a:xfrm>
            <a:off x="2202299" y="45284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F1_main_prauc_1921">
            <a:extLst>
              <a:ext uri="{FF2B5EF4-FFF2-40B4-BE49-F238E27FC236}">
                <a16:creationId xmlns:a16="http://schemas.microsoft.com/office/drawing/2014/main" id="{BADE392D-37D8-4552-99A0-A6190A8EC568}"/>
              </a:ext>
            </a:extLst>
          </p:cNvPr>
          <p:cNvSpPr>
            <a:spLocks noGrp="1"/>
          </p:cNvSpPr>
          <p:nvPr/>
        </p:nvSpPr>
        <p:spPr>
          <a:xfrm>
            <a:off x="2362063" y="55626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F1_main_prauc_1922">
            <a:extLst>
              <a:ext uri="{FF2B5EF4-FFF2-40B4-BE49-F238E27FC236}">
                <a16:creationId xmlns:a16="http://schemas.microsoft.com/office/drawing/2014/main" id="{691DCE86-698C-4CDB-91E6-958CA0F73324}"/>
              </a:ext>
            </a:extLst>
          </p:cNvPr>
          <p:cNvSpPr>
            <a:spLocks noGrp="1"/>
          </p:cNvSpPr>
          <p:nvPr/>
        </p:nvSpPr>
        <p:spPr>
          <a:xfrm>
            <a:off x="2345312" y="60895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F1_main_prauc_1923">
            <a:extLst>
              <a:ext uri="{FF2B5EF4-FFF2-40B4-BE49-F238E27FC236}">
                <a16:creationId xmlns:a16="http://schemas.microsoft.com/office/drawing/2014/main" id="{AE35E422-DD56-4138-910F-29A309647690}"/>
              </a:ext>
            </a:extLst>
          </p:cNvPr>
          <p:cNvSpPr>
            <a:spLocks noGrp="1"/>
          </p:cNvSpPr>
          <p:nvPr/>
        </p:nvSpPr>
        <p:spPr>
          <a:xfrm>
            <a:off x="2152287" y="59919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F1_main_prauc_1924">
            <a:extLst>
              <a:ext uri="{FF2B5EF4-FFF2-40B4-BE49-F238E27FC236}">
                <a16:creationId xmlns:a16="http://schemas.microsoft.com/office/drawing/2014/main" id="{0ECFEBF8-710C-4C7D-924C-BF2C9C017FB7}"/>
              </a:ext>
            </a:extLst>
          </p:cNvPr>
          <p:cNvSpPr>
            <a:spLocks noGrp="1"/>
          </p:cNvSpPr>
          <p:nvPr/>
        </p:nvSpPr>
        <p:spPr>
          <a:xfrm>
            <a:off x="2254005" y="5870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F1_main_prauc_1925">
            <a:extLst>
              <a:ext uri="{FF2B5EF4-FFF2-40B4-BE49-F238E27FC236}">
                <a16:creationId xmlns:a16="http://schemas.microsoft.com/office/drawing/2014/main" id="{920C6682-B017-4727-B8F3-DAAA737B5473}"/>
              </a:ext>
            </a:extLst>
          </p:cNvPr>
          <p:cNvSpPr>
            <a:spLocks noGrp="1"/>
          </p:cNvSpPr>
          <p:nvPr/>
        </p:nvSpPr>
        <p:spPr>
          <a:xfrm>
            <a:off x="2278313" y="6080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F1_main_prauc_1926">
            <a:extLst>
              <a:ext uri="{FF2B5EF4-FFF2-40B4-BE49-F238E27FC236}">
                <a16:creationId xmlns:a16="http://schemas.microsoft.com/office/drawing/2014/main" id="{5C6E2536-EC32-4124-8621-2EA16B5D43B8}"/>
              </a:ext>
            </a:extLst>
          </p:cNvPr>
          <p:cNvSpPr>
            <a:spLocks noGrp="1"/>
          </p:cNvSpPr>
          <p:nvPr/>
        </p:nvSpPr>
        <p:spPr>
          <a:xfrm>
            <a:off x="2276447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F1_main_prauc_1927">
            <a:extLst>
              <a:ext uri="{FF2B5EF4-FFF2-40B4-BE49-F238E27FC236}">
                <a16:creationId xmlns:a16="http://schemas.microsoft.com/office/drawing/2014/main" id="{7A08B0A6-DEAE-4E5A-BC7D-EAE2886CE557}"/>
              </a:ext>
            </a:extLst>
          </p:cNvPr>
          <p:cNvSpPr>
            <a:spLocks noGrp="1"/>
          </p:cNvSpPr>
          <p:nvPr/>
        </p:nvSpPr>
        <p:spPr>
          <a:xfrm>
            <a:off x="2316524" y="42911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F1_main_prauc_1928">
            <a:extLst>
              <a:ext uri="{FF2B5EF4-FFF2-40B4-BE49-F238E27FC236}">
                <a16:creationId xmlns:a16="http://schemas.microsoft.com/office/drawing/2014/main" id="{2DB5E970-7F4E-4BA3-AB31-19A09868760E}"/>
              </a:ext>
            </a:extLst>
          </p:cNvPr>
          <p:cNvSpPr>
            <a:spLocks noGrp="1"/>
          </p:cNvSpPr>
          <p:nvPr/>
        </p:nvSpPr>
        <p:spPr>
          <a:xfrm>
            <a:off x="2201662" y="60978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F1_main_prauc_1929">
            <a:extLst>
              <a:ext uri="{FF2B5EF4-FFF2-40B4-BE49-F238E27FC236}">
                <a16:creationId xmlns:a16="http://schemas.microsoft.com/office/drawing/2014/main" id="{92F65A24-ABF8-47F5-8849-DC803BE3F428}"/>
              </a:ext>
            </a:extLst>
          </p:cNvPr>
          <p:cNvSpPr>
            <a:spLocks noGrp="1"/>
          </p:cNvSpPr>
          <p:nvPr/>
        </p:nvSpPr>
        <p:spPr>
          <a:xfrm>
            <a:off x="2210974" y="60975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F1_main_prauc_1930">
            <a:extLst>
              <a:ext uri="{FF2B5EF4-FFF2-40B4-BE49-F238E27FC236}">
                <a16:creationId xmlns:a16="http://schemas.microsoft.com/office/drawing/2014/main" id="{35DACB15-C23D-4D3E-8479-86473BD0B922}"/>
              </a:ext>
            </a:extLst>
          </p:cNvPr>
          <p:cNvSpPr>
            <a:spLocks noGrp="1"/>
          </p:cNvSpPr>
          <p:nvPr/>
        </p:nvSpPr>
        <p:spPr>
          <a:xfrm>
            <a:off x="2153110" y="42421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F1_main_prauc_1931">
            <a:extLst>
              <a:ext uri="{FF2B5EF4-FFF2-40B4-BE49-F238E27FC236}">
                <a16:creationId xmlns:a16="http://schemas.microsoft.com/office/drawing/2014/main" id="{28FC6ED7-E4C6-482F-BD8E-441016F96D66}"/>
              </a:ext>
            </a:extLst>
          </p:cNvPr>
          <p:cNvSpPr>
            <a:spLocks noGrp="1"/>
          </p:cNvSpPr>
          <p:nvPr/>
        </p:nvSpPr>
        <p:spPr>
          <a:xfrm>
            <a:off x="2209925" y="45415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F1_main_prauc_1932">
            <a:extLst>
              <a:ext uri="{FF2B5EF4-FFF2-40B4-BE49-F238E27FC236}">
                <a16:creationId xmlns:a16="http://schemas.microsoft.com/office/drawing/2014/main" id="{38B14DAA-6FDF-42DE-9751-74F0696DB3BF}"/>
              </a:ext>
            </a:extLst>
          </p:cNvPr>
          <p:cNvSpPr>
            <a:spLocks noGrp="1"/>
          </p:cNvSpPr>
          <p:nvPr/>
        </p:nvSpPr>
        <p:spPr>
          <a:xfrm>
            <a:off x="2262840" y="47880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F1_main_prauc_1933">
            <a:extLst>
              <a:ext uri="{FF2B5EF4-FFF2-40B4-BE49-F238E27FC236}">
                <a16:creationId xmlns:a16="http://schemas.microsoft.com/office/drawing/2014/main" id="{5F958CA3-22F8-4A0C-8423-5D9FC2D71638}"/>
              </a:ext>
            </a:extLst>
          </p:cNvPr>
          <p:cNvSpPr>
            <a:spLocks noGrp="1"/>
          </p:cNvSpPr>
          <p:nvPr/>
        </p:nvSpPr>
        <p:spPr>
          <a:xfrm>
            <a:off x="2297194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F1_main_prauc_1934">
            <a:extLst>
              <a:ext uri="{FF2B5EF4-FFF2-40B4-BE49-F238E27FC236}">
                <a16:creationId xmlns:a16="http://schemas.microsoft.com/office/drawing/2014/main" id="{DDC9E1BB-B3EE-48BA-989D-8327725384E4}"/>
              </a:ext>
            </a:extLst>
          </p:cNvPr>
          <p:cNvSpPr>
            <a:spLocks noGrp="1"/>
          </p:cNvSpPr>
          <p:nvPr/>
        </p:nvSpPr>
        <p:spPr>
          <a:xfrm>
            <a:off x="2159649" y="4622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F1_main_prauc_1935">
            <a:extLst>
              <a:ext uri="{FF2B5EF4-FFF2-40B4-BE49-F238E27FC236}">
                <a16:creationId xmlns:a16="http://schemas.microsoft.com/office/drawing/2014/main" id="{FF6CBC69-0CE0-42EC-AC6F-62E5B53C113D}"/>
              </a:ext>
            </a:extLst>
          </p:cNvPr>
          <p:cNvSpPr>
            <a:spLocks noGrp="1"/>
          </p:cNvSpPr>
          <p:nvPr/>
        </p:nvSpPr>
        <p:spPr>
          <a:xfrm>
            <a:off x="2167171" y="54333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F1_main_prauc_1936">
            <a:extLst>
              <a:ext uri="{FF2B5EF4-FFF2-40B4-BE49-F238E27FC236}">
                <a16:creationId xmlns:a16="http://schemas.microsoft.com/office/drawing/2014/main" id="{686E9DFB-BEEE-4E3C-A3EF-D78224F11D78}"/>
              </a:ext>
            </a:extLst>
          </p:cNvPr>
          <p:cNvSpPr>
            <a:spLocks noGrp="1"/>
          </p:cNvSpPr>
          <p:nvPr/>
        </p:nvSpPr>
        <p:spPr>
          <a:xfrm>
            <a:off x="2313857" y="60925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F1_main_prauc_1937">
            <a:extLst>
              <a:ext uri="{FF2B5EF4-FFF2-40B4-BE49-F238E27FC236}">
                <a16:creationId xmlns:a16="http://schemas.microsoft.com/office/drawing/2014/main" id="{DAF9C895-59DB-42CB-A257-37886FD40C10}"/>
              </a:ext>
            </a:extLst>
          </p:cNvPr>
          <p:cNvSpPr>
            <a:spLocks noGrp="1"/>
          </p:cNvSpPr>
          <p:nvPr/>
        </p:nvSpPr>
        <p:spPr>
          <a:xfrm>
            <a:off x="2195006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F1_main_prauc_1938">
            <a:extLst>
              <a:ext uri="{FF2B5EF4-FFF2-40B4-BE49-F238E27FC236}">
                <a16:creationId xmlns:a16="http://schemas.microsoft.com/office/drawing/2014/main" id="{63639508-7CC3-4170-896C-C9D4235E8DEB}"/>
              </a:ext>
            </a:extLst>
          </p:cNvPr>
          <p:cNvSpPr>
            <a:spLocks noGrp="1"/>
          </p:cNvSpPr>
          <p:nvPr/>
        </p:nvSpPr>
        <p:spPr>
          <a:xfrm>
            <a:off x="2192925" y="6097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F1_main_prauc_1939">
            <a:extLst>
              <a:ext uri="{FF2B5EF4-FFF2-40B4-BE49-F238E27FC236}">
                <a16:creationId xmlns:a16="http://schemas.microsoft.com/office/drawing/2014/main" id="{04F2291A-933A-4697-96AE-75CCE4A9F818}"/>
              </a:ext>
            </a:extLst>
          </p:cNvPr>
          <p:cNvSpPr>
            <a:spLocks noGrp="1"/>
          </p:cNvSpPr>
          <p:nvPr/>
        </p:nvSpPr>
        <p:spPr>
          <a:xfrm>
            <a:off x="2313657" y="51625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F1_main_prauc_1940">
            <a:extLst>
              <a:ext uri="{FF2B5EF4-FFF2-40B4-BE49-F238E27FC236}">
                <a16:creationId xmlns:a16="http://schemas.microsoft.com/office/drawing/2014/main" id="{9946B9E8-827F-421A-B504-A9F152A9CAA8}"/>
              </a:ext>
            </a:extLst>
          </p:cNvPr>
          <p:cNvSpPr>
            <a:spLocks noGrp="1"/>
          </p:cNvSpPr>
          <p:nvPr/>
        </p:nvSpPr>
        <p:spPr>
          <a:xfrm>
            <a:off x="2182177" y="60978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F1_main_prauc_1941">
            <a:extLst>
              <a:ext uri="{FF2B5EF4-FFF2-40B4-BE49-F238E27FC236}">
                <a16:creationId xmlns:a16="http://schemas.microsoft.com/office/drawing/2014/main" id="{F9C112F5-BCB1-4C31-96D9-1FA600397E7E}"/>
              </a:ext>
            </a:extLst>
          </p:cNvPr>
          <p:cNvSpPr>
            <a:spLocks noGrp="1"/>
          </p:cNvSpPr>
          <p:nvPr/>
        </p:nvSpPr>
        <p:spPr>
          <a:xfrm>
            <a:off x="2174945" y="60922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F1_main_prauc_1942">
            <a:extLst>
              <a:ext uri="{FF2B5EF4-FFF2-40B4-BE49-F238E27FC236}">
                <a16:creationId xmlns:a16="http://schemas.microsoft.com/office/drawing/2014/main" id="{112938A8-4447-42A4-9E6A-66B53427A780}"/>
              </a:ext>
            </a:extLst>
          </p:cNvPr>
          <p:cNvSpPr>
            <a:spLocks noGrp="1"/>
          </p:cNvSpPr>
          <p:nvPr/>
        </p:nvSpPr>
        <p:spPr>
          <a:xfrm>
            <a:off x="2191379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F1_main_prauc_1943">
            <a:extLst>
              <a:ext uri="{FF2B5EF4-FFF2-40B4-BE49-F238E27FC236}">
                <a16:creationId xmlns:a16="http://schemas.microsoft.com/office/drawing/2014/main" id="{1165B6A5-DBE7-43D8-8041-8641BB178146}"/>
              </a:ext>
            </a:extLst>
          </p:cNvPr>
          <p:cNvSpPr>
            <a:spLocks noGrp="1"/>
          </p:cNvSpPr>
          <p:nvPr/>
        </p:nvSpPr>
        <p:spPr>
          <a:xfrm>
            <a:off x="2334377" y="6081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F1_main_prauc_1944">
            <a:extLst>
              <a:ext uri="{FF2B5EF4-FFF2-40B4-BE49-F238E27FC236}">
                <a16:creationId xmlns:a16="http://schemas.microsoft.com/office/drawing/2014/main" id="{CBB78D80-1983-411C-8EB6-D48316E3D724}"/>
              </a:ext>
            </a:extLst>
          </p:cNvPr>
          <p:cNvSpPr>
            <a:spLocks noGrp="1"/>
          </p:cNvSpPr>
          <p:nvPr/>
        </p:nvSpPr>
        <p:spPr>
          <a:xfrm>
            <a:off x="237398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F1_main_prauc_1945">
            <a:extLst>
              <a:ext uri="{FF2B5EF4-FFF2-40B4-BE49-F238E27FC236}">
                <a16:creationId xmlns:a16="http://schemas.microsoft.com/office/drawing/2014/main" id="{5E926ED2-D8F4-4122-AA9B-C684EC5775BB}"/>
              </a:ext>
            </a:extLst>
          </p:cNvPr>
          <p:cNvSpPr>
            <a:spLocks noGrp="1"/>
          </p:cNvSpPr>
          <p:nvPr/>
        </p:nvSpPr>
        <p:spPr>
          <a:xfrm>
            <a:off x="2189147" y="5656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F1_main_prauc_1946">
            <a:extLst>
              <a:ext uri="{FF2B5EF4-FFF2-40B4-BE49-F238E27FC236}">
                <a16:creationId xmlns:a16="http://schemas.microsoft.com/office/drawing/2014/main" id="{22107FC2-EBA1-48E2-9690-AB371361D428}"/>
              </a:ext>
            </a:extLst>
          </p:cNvPr>
          <p:cNvSpPr>
            <a:spLocks noGrp="1"/>
          </p:cNvSpPr>
          <p:nvPr/>
        </p:nvSpPr>
        <p:spPr>
          <a:xfrm>
            <a:off x="2143465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F1_main_prauc_1947">
            <a:extLst>
              <a:ext uri="{FF2B5EF4-FFF2-40B4-BE49-F238E27FC236}">
                <a16:creationId xmlns:a16="http://schemas.microsoft.com/office/drawing/2014/main" id="{74CD2859-3C0F-4617-84C3-1C80D7560ACD}"/>
              </a:ext>
            </a:extLst>
          </p:cNvPr>
          <p:cNvSpPr>
            <a:spLocks noGrp="1"/>
          </p:cNvSpPr>
          <p:nvPr/>
        </p:nvSpPr>
        <p:spPr>
          <a:xfrm>
            <a:off x="2267695" y="454299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F1_main_prauc_1948">
            <a:extLst>
              <a:ext uri="{FF2B5EF4-FFF2-40B4-BE49-F238E27FC236}">
                <a16:creationId xmlns:a16="http://schemas.microsoft.com/office/drawing/2014/main" id="{180AD488-98CC-4CC6-98EC-F7AD99C38AFD}"/>
              </a:ext>
            </a:extLst>
          </p:cNvPr>
          <p:cNvSpPr>
            <a:spLocks noGrp="1"/>
          </p:cNvSpPr>
          <p:nvPr/>
        </p:nvSpPr>
        <p:spPr>
          <a:xfrm>
            <a:off x="2307617" y="58267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F1_main_prauc_1949">
            <a:extLst>
              <a:ext uri="{FF2B5EF4-FFF2-40B4-BE49-F238E27FC236}">
                <a16:creationId xmlns:a16="http://schemas.microsoft.com/office/drawing/2014/main" id="{83BAF9BE-D645-428F-9B98-72908ACEA002}"/>
              </a:ext>
            </a:extLst>
          </p:cNvPr>
          <p:cNvSpPr>
            <a:spLocks noGrp="1"/>
          </p:cNvSpPr>
          <p:nvPr/>
        </p:nvSpPr>
        <p:spPr>
          <a:xfrm>
            <a:off x="2311360" y="43429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F1_main_prauc_1950">
            <a:extLst>
              <a:ext uri="{FF2B5EF4-FFF2-40B4-BE49-F238E27FC236}">
                <a16:creationId xmlns:a16="http://schemas.microsoft.com/office/drawing/2014/main" id="{55337D77-1B76-4A13-8F53-FFEA60C8E447}"/>
              </a:ext>
            </a:extLst>
          </p:cNvPr>
          <p:cNvSpPr>
            <a:spLocks noGrp="1"/>
          </p:cNvSpPr>
          <p:nvPr/>
        </p:nvSpPr>
        <p:spPr>
          <a:xfrm>
            <a:off x="2163029" y="38311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F1_main_prauc_1951">
            <a:extLst>
              <a:ext uri="{FF2B5EF4-FFF2-40B4-BE49-F238E27FC236}">
                <a16:creationId xmlns:a16="http://schemas.microsoft.com/office/drawing/2014/main" id="{215A82DA-8C19-4D81-97FC-77027FBF9781}"/>
              </a:ext>
            </a:extLst>
          </p:cNvPr>
          <p:cNvSpPr>
            <a:spLocks noGrp="1"/>
          </p:cNvSpPr>
          <p:nvPr/>
        </p:nvSpPr>
        <p:spPr>
          <a:xfrm>
            <a:off x="2356710" y="60977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F1_main_prauc_1952">
            <a:extLst>
              <a:ext uri="{FF2B5EF4-FFF2-40B4-BE49-F238E27FC236}">
                <a16:creationId xmlns:a16="http://schemas.microsoft.com/office/drawing/2014/main" id="{4A75108A-3A1E-4CF5-BE77-CDF20BF0BF21}"/>
              </a:ext>
            </a:extLst>
          </p:cNvPr>
          <p:cNvSpPr>
            <a:spLocks noGrp="1"/>
          </p:cNvSpPr>
          <p:nvPr/>
        </p:nvSpPr>
        <p:spPr>
          <a:xfrm>
            <a:off x="2268540" y="60978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F1_main_prauc_1953">
            <a:extLst>
              <a:ext uri="{FF2B5EF4-FFF2-40B4-BE49-F238E27FC236}">
                <a16:creationId xmlns:a16="http://schemas.microsoft.com/office/drawing/2014/main" id="{79D33E84-8EAE-4733-AE7E-422CDF9A536F}"/>
              </a:ext>
            </a:extLst>
          </p:cNvPr>
          <p:cNvSpPr>
            <a:spLocks noGrp="1"/>
          </p:cNvSpPr>
          <p:nvPr/>
        </p:nvSpPr>
        <p:spPr>
          <a:xfrm>
            <a:off x="2176200" y="557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F1_main_prauc_1954">
            <a:extLst>
              <a:ext uri="{FF2B5EF4-FFF2-40B4-BE49-F238E27FC236}">
                <a16:creationId xmlns:a16="http://schemas.microsoft.com/office/drawing/2014/main" id="{06658BA5-D619-4C6B-B0B9-849D24A9154D}"/>
              </a:ext>
            </a:extLst>
          </p:cNvPr>
          <p:cNvSpPr>
            <a:spLocks noGrp="1"/>
          </p:cNvSpPr>
          <p:nvPr/>
        </p:nvSpPr>
        <p:spPr>
          <a:xfrm>
            <a:off x="2185414" y="5231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F1_main_prauc_1955">
            <a:extLst>
              <a:ext uri="{FF2B5EF4-FFF2-40B4-BE49-F238E27FC236}">
                <a16:creationId xmlns:a16="http://schemas.microsoft.com/office/drawing/2014/main" id="{172C5327-0E65-49DF-867E-E78BDC274ACC}"/>
              </a:ext>
            </a:extLst>
          </p:cNvPr>
          <p:cNvSpPr>
            <a:spLocks noGrp="1"/>
          </p:cNvSpPr>
          <p:nvPr/>
        </p:nvSpPr>
        <p:spPr>
          <a:xfrm>
            <a:off x="2204165" y="5365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F1_main_prauc_1956">
            <a:extLst>
              <a:ext uri="{FF2B5EF4-FFF2-40B4-BE49-F238E27FC236}">
                <a16:creationId xmlns:a16="http://schemas.microsoft.com/office/drawing/2014/main" id="{46ADD2B6-4AA6-4831-BC92-D689703208A3}"/>
              </a:ext>
            </a:extLst>
          </p:cNvPr>
          <p:cNvSpPr>
            <a:spLocks noGrp="1"/>
          </p:cNvSpPr>
          <p:nvPr/>
        </p:nvSpPr>
        <p:spPr>
          <a:xfrm>
            <a:off x="2300690" y="41791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F1_main_prauc_1957">
            <a:extLst>
              <a:ext uri="{FF2B5EF4-FFF2-40B4-BE49-F238E27FC236}">
                <a16:creationId xmlns:a16="http://schemas.microsoft.com/office/drawing/2014/main" id="{F0C4E5FC-8DEF-4FBF-8E30-F62BCA1ED700}"/>
              </a:ext>
            </a:extLst>
          </p:cNvPr>
          <p:cNvSpPr>
            <a:spLocks noGrp="1"/>
          </p:cNvSpPr>
          <p:nvPr/>
        </p:nvSpPr>
        <p:spPr>
          <a:xfrm>
            <a:off x="2140162" y="3908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F1_main_prauc_1958">
            <a:extLst>
              <a:ext uri="{FF2B5EF4-FFF2-40B4-BE49-F238E27FC236}">
                <a16:creationId xmlns:a16="http://schemas.microsoft.com/office/drawing/2014/main" id="{3C4A1E67-91FE-451D-A133-FD04CA713A1D}"/>
              </a:ext>
            </a:extLst>
          </p:cNvPr>
          <p:cNvSpPr>
            <a:spLocks noGrp="1"/>
          </p:cNvSpPr>
          <p:nvPr/>
        </p:nvSpPr>
        <p:spPr>
          <a:xfrm>
            <a:off x="2133391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F1_main_prauc_1959">
            <a:extLst>
              <a:ext uri="{FF2B5EF4-FFF2-40B4-BE49-F238E27FC236}">
                <a16:creationId xmlns:a16="http://schemas.microsoft.com/office/drawing/2014/main" id="{1EBA63E1-B4C4-422E-9C41-7D1CCBE96E60}"/>
              </a:ext>
            </a:extLst>
          </p:cNvPr>
          <p:cNvSpPr>
            <a:spLocks noGrp="1"/>
          </p:cNvSpPr>
          <p:nvPr/>
        </p:nvSpPr>
        <p:spPr>
          <a:xfrm>
            <a:off x="2199680" y="5185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F1_main_prauc_1960">
            <a:extLst>
              <a:ext uri="{FF2B5EF4-FFF2-40B4-BE49-F238E27FC236}">
                <a16:creationId xmlns:a16="http://schemas.microsoft.com/office/drawing/2014/main" id="{52F36525-1BA2-4CD5-AAD8-5EE16DB9903E}"/>
              </a:ext>
            </a:extLst>
          </p:cNvPr>
          <p:cNvSpPr>
            <a:spLocks noGrp="1"/>
          </p:cNvSpPr>
          <p:nvPr/>
        </p:nvSpPr>
        <p:spPr>
          <a:xfrm>
            <a:off x="2245462" y="5982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F1_main_prauc_1961">
            <a:extLst>
              <a:ext uri="{FF2B5EF4-FFF2-40B4-BE49-F238E27FC236}">
                <a16:creationId xmlns:a16="http://schemas.microsoft.com/office/drawing/2014/main" id="{583DF391-DC01-4A48-9460-799A8A2F1944}"/>
              </a:ext>
            </a:extLst>
          </p:cNvPr>
          <p:cNvSpPr>
            <a:spLocks noGrp="1"/>
          </p:cNvSpPr>
          <p:nvPr/>
        </p:nvSpPr>
        <p:spPr>
          <a:xfrm>
            <a:off x="2204474" y="60978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F1_main_prauc_1962">
            <a:extLst>
              <a:ext uri="{FF2B5EF4-FFF2-40B4-BE49-F238E27FC236}">
                <a16:creationId xmlns:a16="http://schemas.microsoft.com/office/drawing/2014/main" id="{64D54DB6-7584-458E-B36A-BFDE44992C37}"/>
              </a:ext>
            </a:extLst>
          </p:cNvPr>
          <p:cNvSpPr>
            <a:spLocks noGrp="1"/>
          </p:cNvSpPr>
          <p:nvPr/>
        </p:nvSpPr>
        <p:spPr>
          <a:xfrm>
            <a:off x="2142855" y="60977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F1_main_prauc_1963">
            <a:extLst>
              <a:ext uri="{FF2B5EF4-FFF2-40B4-BE49-F238E27FC236}">
                <a16:creationId xmlns:a16="http://schemas.microsoft.com/office/drawing/2014/main" id="{27717857-AF49-44FE-9C9A-9BBBDED3D04C}"/>
              </a:ext>
            </a:extLst>
          </p:cNvPr>
          <p:cNvSpPr>
            <a:spLocks noGrp="1"/>
          </p:cNvSpPr>
          <p:nvPr/>
        </p:nvSpPr>
        <p:spPr>
          <a:xfrm>
            <a:off x="2147147" y="5192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F1_main_prauc_1964">
            <a:extLst>
              <a:ext uri="{FF2B5EF4-FFF2-40B4-BE49-F238E27FC236}">
                <a16:creationId xmlns:a16="http://schemas.microsoft.com/office/drawing/2014/main" id="{70C7F99C-8E38-484D-AB6E-72ADBD81C2CB}"/>
              </a:ext>
            </a:extLst>
          </p:cNvPr>
          <p:cNvSpPr>
            <a:spLocks noGrp="1"/>
          </p:cNvSpPr>
          <p:nvPr/>
        </p:nvSpPr>
        <p:spPr>
          <a:xfrm>
            <a:off x="2265696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F1_main_prauc_1965">
            <a:extLst>
              <a:ext uri="{FF2B5EF4-FFF2-40B4-BE49-F238E27FC236}">
                <a16:creationId xmlns:a16="http://schemas.microsoft.com/office/drawing/2014/main" id="{974EB8C6-A44E-4226-B25F-396BB9A1FD4B}"/>
              </a:ext>
            </a:extLst>
          </p:cNvPr>
          <p:cNvSpPr>
            <a:spLocks noGrp="1"/>
          </p:cNvSpPr>
          <p:nvPr/>
        </p:nvSpPr>
        <p:spPr>
          <a:xfrm>
            <a:off x="2224770" y="60977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F1_main_prauc_1966">
            <a:extLst>
              <a:ext uri="{FF2B5EF4-FFF2-40B4-BE49-F238E27FC236}">
                <a16:creationId xmlns:a16="http://schemas.microsoft.com/office/drawing/2014/main" id="{0AE7F491-90B8-4AED-A3D5-562AA76A5609}"/>
              </a:ext>
            </a:extLst>
          </p:cNvPr>
          <p:cNvSpPr>
            <a:spLocks noGrp="1"/>
          </p:cNvSpPr>
          <p:nvPr/>
        </p:nvSpPr>
        <p:spPr>
          <a:xfrm>
            <a:off x="2199673" y="58757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F1_main_prauc_1967">
            <a:extLst>
              <a:ext uri="{FF2B5EF4-FFF2-40B4-BE49-F238E27FC236}">
                <a16:creationId xmlns:a16="http://schemas.microsoft.com/office/drawing/2014/main" id="{401D1782-8DBE-40A8-A191-DEC77E6472AC}"/>
              </a:ext>
            </a:extLst>
          </p:cNvPr>
          <p:cNvSpPr>
            <a:spLocks noGrp="1"/>
          </p:cNvSpPr>
          <p:nvPr/>
        </p:nvSpPr>
        <p:spPr>
          <a:xfrm>
            <a:off x="2311898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F1_main_prauc_1968">
            <a:extLst>
              <a:ext uri="{FF2B5EF4-FFF2-40B4-BE49-F238E27FC236}">
                <a16:creationId xmlns:a16="http://schemas.microsoft.com/office/drawing/2014/main" id="{F42F06E3-A20B-4E25-87F8-10FA4C33605A}"/>
              </a:ext>
            </a:extLst>
          </p:cNvPr>
          <p:cNvSpPr>
            <a:spLocks noGrp="1"/>
          </p:cNvSpPr>
          <p:nvPr/>
        </p:nvSpPr>
        <p:spPr>
          <a:xfrm>
            <a:off x="229200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F1_main_prauc_1969">
            <a:extLst>
              <a:ext uri="{FF2B5EF4-FFF2-40B4-BE49-F238E27FC236}">
                <a16:creationId xmlns:a16="http://schemas.microsoft.com/office/drawing/2014/main" id="{A24539E5-0B6C-4A0A-841F-05713C229969}"/>
              </a:ext>
            </a:extLst>
          </p:cNvPr>
          <p:cNvSpPr>
            <a:spLocks noGrp="1"/>
          </p:cNvSpPr>
          <p:nvPr/>
        </p:nvSpPr>
        <p:spPr>
          <a:xfrm>
            <a:off x="2296354" y="43052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F1_main_prauc_1970">
            <a:extLst>
              <a:ext uri="{FF2B5EF4-FFF2-40B4-BE49-F238E27FC236}">
                <a16:creationId xmlns:a16="http://schemas.microsoft.com/office/drawing/2014/main" id="{FB97A0A7-71FA-4D9F-AA43-D8FE81BAF0F4}"/>
              </a:ext>
            </a:extLst>
          </p:cNvPr>
          <p:cNvSpPr>
            <a:spLocks noGrp="1"/>
          </p:cNvSpPr>
          <p:nvPr/>
        </p:nvSpPr>
        <p:spPr>
          <a:xfrm>
            <a:off x="2354865" y="58676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F1_main_prauc_1971">
            <a:extLst>
              <a:ext uri="{FF2B5EF4-FFF2-40B4-BE49-F238E27FC236}">
                <a16:creationId xmlns:a16="http://schemas.microsoft.com/office/drawing/2014/main" id="{0CA30C75-ACC6-4960-A0D9-1C187663CE22}"/>
              </a:ext>
            </a:extLst>
          </p:cNvPr>
          <p:cNvSpPr>
            <a:spLocks noGrp="1"/>
          </p:cNvSpPr>
          <p:nvPr/>
        </p:nvSpPr>
        <p:spPr>
          <a:xfrm>
            <a:off x="2190698" y="60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F1_main_prauc_1972">
            <a:extLst>
              <a:ext uri="{FF2B5EF4-FFF2-40B4-BE49-F238E27FC236}">
                <a16:creationId xmlns:a16="http://schemas.microsoft.com/office/drawing/2014/main" id="{2C29FEFF-88F0-4CA7-823E-3B04E4E22F57}"/>
              </a:ext>
            </a:extLst>
          </p:cNvPr>
          <p:cNvSpPr>
            <a:spLocks noGrp="1"/>
          </p:cNvSpPr>
          <p:nvPr/>
        </p:nvSpPr>
        <p:spPr>
          <a:xfrm>
            <a:off x="2292818" y="60977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F1_main_prauc_1973">
            <a:extLst>
              <a:ext uri="{FF2B5EF4-FFF2-40B4-BE49-F238E27FC236}">
                <a16:creationId xmlns:a16="http://schemas.microsoft.com/office/drawing/2014/main" id="{FA9B933D-00BA-4EA9-A4D0-3B2EA2C122D2}"/>
              </a:ext>
            </a:extLst>
          </p:cNvPr>
          <p:cNvSpPr>
            <a:spLocks noGrp="1"/>
          </p:cNvSpPr>
          <p:nvPr/>
        </p:nvSpPr>
        <p:spPr>
          <a:xfrm>
            <a:off x="2170844" y="55850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F1_main_prauc_1974">
            <a:extLst>
              <a:ext uri="{FF2B5EF4-FFF2-40B4-BE49-F238E27FC236}">
                <a16:creationId xmlns:a16="http://schemas.microsoft.com/office/drawing/2014/main" id="{8865BD02-B2DF-4D0A-8D46-3603D7CC811E}"/>
              </a:ext>
            </a:extLst>
          </p:cNvPr>
          <p:cNvSpPr>
            <a:spLocks noGrp="1"/>
          </p:cNvSpPr>
          <p:nvPr/>
        </p:nvSpPr>
        <p:spPr>
          <a:xfrm>
            <a:off x="2243164" y="60675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F1_main_prauc_1975">
            <a:extLst>
              <a:ext uri="{FF2B5EF4-FFF2-40B4-BE49-F238E27FC236}">
                <a16:creationId xmlns:a16="http://schemas.microsoft.com/office/drawing/2014/main" id="{00D44FE9-DA09-4BB7-948C-0B9E1BC2AECB}"/>
              </a:ext>
            </a:extLst>
          </p:cNvPr>
          <p:cNvSpPr>
            <a:spLocks noGrp="1"/>
          </p:cNvSpPr>
          <p:nvPr/>
        </p:nvSpPr>
        <p:spPr>
          <a:xfrm>
            <a:off x="2196150" y="60978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F1_main_prauc_1976">
            <a:extLst>
              <a:ext uri="{FF2B5EF4-FFF2-40B4-BE49-F238E27FC236}">
                <a16:creationId xmlns:a16="http://schemas.microsoft.com/office/drawing/2014/main" id="{B63140F9-D280-4F7D-8718-0684472B1946}"/>
              </a:ext>
            </a:extLst>
          </p:cNvPr>
          <p:cNvSpPr>
            <a:spLocks noGrp="1"/>
          </p:cNvSpPr>
          <p:nvPr/>
        </p:nvSpPr>
        <p:spPr>
          <a:xfrm>
            <a:off x="2219946" y="60977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F1_main_prauc_1977">
            <a:extLst>
              <a:ext uri="{FF2B5EF4-FFF2-40B4-BE49-F238E27FC236}">
                <a16:creationId xmlns:a16="http://schemas.microsoft.com/office/drawing/2014/main" id="{FBD3BF9B-122F-41B7-8E62-AC29FBF7CC79}"/>
              </a:ext>
            </a:extLst>
          </p:cNvPr>
          <p:cNvSpPr>
            <a:spLocks noGrp="1"/>
          </p:cNvSpPr>
          <p:nvPr/>
        </p:nvSpPr>
        <p:spPr>
          <a:xfrm>
            <a:off x="2364724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F1_main_prauc_1978">
            <a:extLst>
              <a:ext uri="{FF2B5EF4-FFF2-40B4-BE49-F238E27FC236}">
                <a16:creationId xmlns:a16="http://schemas.microsoft.com/office/drawing/2014/main" id="{56025AC5-B107-467F-80DB-5F37C549BC1F}"/>
              </a:ext>
            </a:extLst>
          </p:cNvPr>
          <p:cNvSpPr>
            <a:spLocks noGrp="1"/>
          </p:cNvSpPr>
          <p:nvPr/>
        </p:nvSpPr>
        <p:spPr>
          <a:xfrm>
            <a:off x="2378927" y="58131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F1_main_prauc_1979">
            <a:extLst>
              <a:ext uri="{FF2B5EF4-FFF2-40B4-BE49-F238E27FC236}">
                <a16:creationId xmlns:a16="http://schemas.microsoft.com/office/drawing/2014/main" id="{7A21AD92-1B17-407D-96F8-72A26BD7BE8D}"/>
              </a:ext>
            </a:extLst>
          </p:cNvPr>
          <p:cNvSpPr>
            <a:spLocks noGrp="1"/>
          </p:cNvSpPr>
          <p:nvPr/>
        </p:nvSpPr>
        <p:spPr>
          <a:xfrm>
            <a:off x="2326531" y="4275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F1_main_prauc_1980">
            <a:extLst>
              <a:ext uri="{FF2B5EF4-FFF2-40B4-BE49-F238E27FC236}">
                <a16:creationId xmlns:a16="http://schemas.microsoft.com/office/drawing/2014/main" id="{6E59DD34-AC59-4D40-8CC0-AEB453F372CB}"/>
              </a:ext>
            </a:extLst>
          </p:cNvPr>
          <p:cNvSpPr>
            <a:spLocks noGrp="1"/>
          </p:cNvSpPr>
          <p:nvPr/>
        </p:nvSpPr>
        <p:spPr>
          <a:xfrm>
            <a:off x="2219862" y="475577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F1_main_prauc_1981">
            <a:extLst>
              <a:ext uri="{FF2B5EF4-FFF2-40B4-BE49-F238E27FC236}">
                <a16:creationId xmlns:a16="http://schemas.microsoft.com/office/drawing/2014/main" id="{788CECDD-9B72-45BE-B8A6-42C39E4D34D3}"/>
              </a:ext>
            </a:extLst>
          </p:cNvPr>
          <p:cNvSpPr>
            <a:spLocks noGrp="1"/>
          </p:cNvSpPr>
          <p:nvPr/>
        </p:nvSpPr>
        <p:spPr>
          <a:xfrm>
            <a:off x="2370484" y="4663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F1_main_prauc_1982">
            <a:extLst>
              <a:ext uri="{FF2B5EF4-FFF2-40B4-BE49-F238E27FC236}">
                <a16:creationId xmlns:a16="http://schemas.microsoft.com/office/drawing/2014/main" id="{F822659B-408D-4B41-9F88-26568808B70D}"/>
              </a:ext>
            </a:extLst>
          </p:cNvPr>
          <p:cNvSpPr>
            <a:spLocks noGrp="1"/>
          </p:cNvSpPr>
          <p:nvPr/>
        </p:nvSpPr>
        <p:spPr>
          <a:xfrm>
            <a:off x="2375090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F1_main_prauc_1983">
            <a:extLst>
              <a:ext uri="{FF2B5EF4-FFF2-40B4-BE49-F238E27FC236}">
                <a16:creationId xmlns:a16="http://schemas.microsoft.com/office/drawing/2014/main" id="{C3B70EEF-C6E0-46CB-B2E0-89E24A7F5D8F}"/>
              </a:ext>
            </a:extLst>
          </p:cNvPr>
          <p:cNvSpPr>
            <a:spLocks noGrp="1"/>
          </p:cNvSpPr>
          <p:nvPr/>
        </p:nvSpPr>
        <p:spPr>
          <a:xfrm>
            <a:off x="2149381" y="4178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F1_main_prauc_1984">
            <a:extLst>
              <a:ext uri="{FF2B5EF4-FFF2-40B4-BE49-F238E27FC236}">
                <a16:creationId xmlns:a16="http://schemas.microsoft.com/office/drawing/2014/main" id="{2B4F1B70-D450-40EE-8F5A-85BBC1169713}"/>
              </a:ext>
            </a:extLst>
          </p:cNvPr>
          <p:cNvSpPr>
            <a:spLocks noGrp="1"/>
          </p:cNvSpPr>
          <p:nvPr/>
        </p:nvSpPr>
        <p:spPr>
          <a:xfrm>
            <a:off x="2328357" y="4795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F1_main_prauc_1985">
            <a:extLst>
              <a:ext uri="{FF2B5EF4-FFF2-40B4-BE49-F238E27FC236}">
                <a16:creationId xmlns:a16="http://schemas.microsoft.com/office/drawing/2014/main" id="{AED83F65-A095-4A8F-A250-5A6D86E2AE8E}"/>
              </a:ext>
            </a:extLst>
          </p:cNvPr>
          <p:cNvSpPr>
            <a:spLocks noGrp="1"/>
          </p:cNvSpPr>
          <p:nvPr/>
        </p:nvSpPr>
        <p:spPr>
          <a:xfrm>
            <a:off x="2204361" y="35650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F1_main_prauc_1986">
            <a:extLst>
              <a:ext uri="{FF2B5EF4-FFF2-40B4-BE49-F238E27FC236}">
                <a16:creationId xmlns:a16="http://schemas.microsoft.com/office/drawing/2014/main" id="{EF76486E-B22D-40C7-8C96-767E49DA7705}"/>
              </a:ext>
            </a:extLst>
          </p:cNvPr>
          <p:cNvSpPr>
            <a:spLocks noGrp="1"/>
          </p:cNvSpPr>
          <p:nvPr/>
        </p:nvSpPr>
        <p:spPr>
          <a:xfrm>
            <a:off x="2367213" y="50692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F1_main_prauc_1987">
            <a:extLst>
              <a:ext uri="{FF2B5EF4-FFF2-40B4-BE49-F238E27FC236}">
                <a16:creationId xmlns:a16="http://schemas.microsoft.com/office/drawing/2014/main" id="{19DA36E2-EC15-490C-96AE-16C7706F49D4}"/>
              </a:ext>
            </a:extLst>
          </p:cNvPr>
          <p:cNvSpPr>
            <a:spLocks noGrp="1"/>
          </p:cNvSpPr>
          <p:nvPr/>
        </p:nvSpPr>
        <p:spPr>
          <a:xfrm>
            <a:off x="2360134" y="48440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F1_main_prauc_1988">
            <a:extLst>
              <a:ext uri="{FF2B5EF4-FFF2-40B4-BE49-F238E27FC236}">
                <a16:creationId xmlns:a16="http://schemas.microsoft.com/office/drawing/2014/main" id="{13D4248E-A3E7-4D7A-80E9-D2D14D4BFD1B}"/>
              </a:ext>
            </a:extLst>
          </p:cNvPr>
          <p:cNvSpPr>
            <a:spLocks noGrp="1"/>
          </p:cNvSpPr>
          <p:nvPr/>
        </p:nvSpPr>
        <p:spPr>
          <a:xfrm>
            <a:off x="2369614" y="59440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F1_main_prauc_1989">
            <a:extLst>
              <a:ext uri="{FF2B5EF4-FFF2-40B4-BE49-F238E27FC236}">
                <a16:creationId xmlns:a16="http://schemas.microsoft.com/office/drawing/2014/main" id="{80963BDE-8332-459C-8D46-1125C21F7530}"/>
              </a:ext>
            </a:extLst>
          </p:cNvPr>
          <p:cNvSpPr>
            <a:spLocks noGrp="1"/>
          </p:cNvSpPr>
          <p:nvPr/>
        </p:nvSpPr>
        <p:spPr>
          <a:xfrm>
            <a:off x="2246216" y="609783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F1_main_prauc_1990">
            <a:extLst>
              <a:ext uri="{FF2B5EF4-FFF2-40B4-BE49-F238E27FC236}">
                <a16:creationId xmlns:a16="http://schemas.microsoft.com/office/drawing/2014/main" id="{FB2D9111-2C26-474E-9D46-692CAA63053E}"/>
              </a:ext>
            </a:extLst>
          </p:cNvPr>
          <p:cNvSpPr>
            <a:spLocks noGrp="1"/>
          </p:cNvSpPr>
          <p:nvPr/>
        </p:nvSpPr>
        <p:spPr>
          <a:xfrm>
            <a:off x="2298434" y="43753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F1_main_prauc_1991">
            <a:extLst>
              <a:ext uri="{FF2B5EF4-FFF2-40B4-BE49-F238E27FC236}">
                <a16:creationId xmlns:a16="http://schemas.microsoft.com/office/drawing/2014/main" id="{CF854372-EE10-42FE-927B-BC0453E023E9}"/>
              </a:ext>
            </a:extLst>
          </p:cNvPr>
          <p:cNvSpPr>
            <a:spLocks noGrp="1"/>
          </p:cNvSpPr>
          <p:nvPr/>
        </p:nvSpPr>
        <p:spPr>
          <a:xfrm>
            <a:off x="2186650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F1_main_prauc_1992">
            <a:extLst>
              <a:ext uri="{FF2B5EF4-FFF2-40B4-BE49-F238E27FC236}">
                <a16:creationId xmlns:a16="http://schemas.microsoft.com/office/drawing/2014/main" id="{5D48BC42-67D7-49B8-A32A-B0AFFD583F99}"/>
              </a:ext>
            </a:extLst>
          </p:cNvPr>
          <p:cNvSpPr>
            <a:spLocks noGrp="1"/>
          </p:cNvSpPr>
          <p:nvPr/>
        </p:nvSpPr>
        <p:spPr>
          <a:xfrm>
            <a:off x="2244269" y="5846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F1_main_prauc_1993">
            <a:extLst>
              <a:ext uri="{FF2B5EF4-FFF2-40B4-BE49-F238E27FC236}">
                <a16:creationId xmlns:a16="http://schemas.microsoft.com/office/drawing/2014/main" id="{16EE60F5-DCE3-4BD0-B765-816394A15288}"/>
              </a:ext>
            </a:extLst>
          </p:cNvPr>
          <p:cNvSpPr>
            <a:spLocks noGrp="1"/>
          </p:cNvSpPr>
          <p:nvPr/>
        </p:nvSpPr>
        <p:spPr>
          <a:xfrm>
            <a:off x="2341493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F1_main_prauc_1994">
            <a:extLst>
              <a:ext uri="{FF2B5EF4-FFF2-40B4-BE49-F238E27FC236}">
                <a16:creationId xmlns:a16="http://schemas.microsoft.com/office/drawing/2014/main" id="{B87B4877-6BB3-4D0F-BD3A-2870865C82EF}"/>
              </a:ext>
            </a:extLst>
          </p:cNvPr>
          <p:cNvSpPr>
            <a:spLocks noGrp="1"/>
          </p:cNvSpPr>
          <p:nvPr/>
        </p:nvSpPr>
        <p:spPr>
          <a:xfrm>
            <a:off x="2247791" y="55408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F1_main_prauc_1995">
            <a:extLst>
              <a:ext uri="{FF2B5EF4-FFF2-40B4-BE49-F238E27FC236}">
                <a16:creationId xmlns:a16="http://schemas.microsoft.com/office/drawing/2014/main" id="{E4609B98-648A-4A93-A0B0-E577E0EBB27C}"/>
              </a:ext>
            </a:extLst>
          </p:cNvPr>
          <p:cNvSpPr>
            <a:spLocks noGrp="1"/>
          </p:cNvSpPr>
          <p:nvPr/>
        </p:nvSpPr>
        <p:spPr>
          <a:xfrm>
            <a:off x="2305038" y="51998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F1_main_prauc_1996">
            <a:extLst>
              <a:ext uri="{FF2B5EF4-FFF2-40B4-BE49-F238E27FC236}">
                <a16:creationId xmlns:a16="http://schemas.microsoft.com/office/drawing/2014/main" id="{12DB8740-BF8F-4982-9802-1716392CC064}"/>
              </a:ext>
            </a:extLst>
          </p:cNvPr>
          <p:cNvSpPr>
            <a:spLocks noGrp="1"/>
          </p:cNvSpPr>
          <p:nvPr/>
        </p:nvSpPr>
        <p:spPr>
          <a:xfrm>
            <a:off x="2363432" y="52046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F1_main_prauc_1997">
            <a:extLst>
              <a:ext uri="{FF2B5EF4-FFF2-40B4-BE49-F238E27FC236}">
                <a16:creationId xmlns:a16="http://schemas.microsoft.com/office/drawing/2014/main" id="{41126217-72DA-461A-8459-61E53BC8FDE8}"/>
              </a:ext>
            </a:extLst>
          </p:cNvPr>
          <p:cNvSpPr>
            <a:spLocks noGrp="1"/>
          </p:cNvSpPr>
          <p:nvPr/>
        </p:nvSpPr>
        <p:spPr>
          <a:xfrm>
            <a:off x="2374672" y="60017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F1_main_prauc_1998">
            <a:extLst>
              <a:ext uri="{FF2B5EF4-FFF2-40B4-BE49-F238E27FC236}">
                <a16:creationId xmlns:a16="http://schemas.microsoft.com/office/drawing/2014/main" id="{A5798901-F027-4343-8725-5E07A6D9A650}"/>
              </a:ext>
            </a:extLst>
          </p:cNvPr>
          <p:cNvSpPr>
            <a:spLocks noGrp="1"/>
          </p:cNvSpPr>
          <p:nvPr/>
        </p:nvSpPr>
        <p:spPr>
          <a:xfrm>
            <a:off x="2279225" y="46783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F1_main_prauc_1999">
            <a:extLst>
              <a:ext uri="{FF2B5EF4-FFF2-40B4-BE49-F238E27FC236}">
                <a16:creationId xmlns:a16="http://schemas.microsoft.com/office/drawing/2014/main" id="{E8ECE38B-E095-4ED4-8450-8091A988CC87}"/>
              </a:ext>
            </a:extLst>
          </p:cNvPr>
          <p:cNvSpPr>
            <a:spLocks noGrp="1"/>
          </p:cNvSpPr>
          <p:nvPr/>
        </p:nvSpPr>
        <p:spPr>
          <a:xfrm>
            <a:off x="2151752" y="41233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F1_main_prauc_2000">
            <a:extLst>
              <a:ext uri="{FF2B5EF4-FFF2-40B4-BE49-F238E27FC236}">
                <a16:creationId xmlns:a16="http://schemas.microsoft.com/office/drawing/2014/main" id="{2C86C543-3ECE-4BA4-B62C-53A16DF32707}"/>
              </a:ext>
            </a:extLst>
          </p:cNvPr>
          <p:cNvSpPr>
            <a:spLocks noGrp="1"/>
          </p:cNvSpPr>
          <p:nvPr/>
        </p:nvSpPr>
        <p:spPr>
          <a:xfrm>
            <a:off x="2355193" y="43082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F1_main_prauc_2001">
            <a:extLst>
              <a:ext uri="{FF2B5EF4-FFF2-40B4-BE49-F238E27FC236}">
                <a16:creationId xmlns:a16="http://schemas.microsoft.com/office/drawing/2014/main" id="{AD4C99EF-9885-4B52-A33A-7B1B4A7BD7C1}"/>
              </a:ext>
            </a:extLst>
          </p:cNvPr>
          <p:cNvSpPr>
            <a:spLocks noGrp="1"/>
          </p:cNvSpPr>
          <p:nvPr/>
        </p:nvSpPr>
        <p:spPr>
          <a:xfrm>
            <a:off x="2134175" y="60973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F1_main_prauc_2002">
            <a:extLst>
              <a:ext uri="{FF2B5EF4-FFF2-40B4-BE49-F238E27FC236}">
                <a16:creationId xmlns:a16="http://schemas.microsoft.com/office/drawing/2014/main" id="{00D2F0ED-46B2-4B61-A064-30582A0E152C}"/>
              </a:ext>
            </a:extLst>
          </p:cNvPr>
          <p:cNvSpPr>
            <a:spLocks noGrp="1"/>
          </p:cNvSpPr>
          <p:nvPr/>
        </p:nvSpPr>
        <p:spPr>
          <a:xfrm>
            <a:off x="2165112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F1_main_prauc_2003">
            <a:extLst>
              <a:ext uri="{FF2B5EF4-FFF2-40B4-BE49-F238E27FC236}">
                <a16:creationId xmlns:a16="http://schemas.microsoft.com/office/drawing/2014/main" id="{F816DED7-B5FE-4C5F-AE7A-613B52945972}"/>
              </a:ext>
            </a:extLst>
          </p:cNvPr>
          <p:cNvSpPr>
            <a:spLocks noGrp="1"/>
          </p:cNvSpPr>
          <p:nvPr/>
        </p:nvSpPr>
        <p:spPr>
          <a:xfrm>
            <a:off x="2210748" y="53463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F1_main_prauc_2004">
            <a:extLst>
              <a:ext uri="{FF2B5EF4-FFF2-40B4-BE49-F238E27FC236}">
                <a16:creationId xmlns:a16="http://schemas.microsoft.com/office/drawing/2014/main" id="{B19A9D4C-FC1D-431F-9B39-F9294CC343D6}"/>
              </a:ext>
            </a:extLst>
          </p:cNvPr>
          <p:cNvSpPr>
            <a:spLocks noGrp="1"/>
          </p:cNvSpPr>
          <p:nvPr/>
        </p:nvSpPr>
        <p:spPr>
          <a:xfrm>
            <a:off x="2235855" y="507002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F1_main_prauc_2005">
            <a:extLst>
              <a:ext uri="{FF2B5EF4-FFF2-40B4-BE49-F238E27FC236}">
                <a16:creationId xmlns:a16="http://schemas.microsoft.com/office/drawing/2014/main" id="{F89A175A-AA87-432E-96E2-249A00D35F63}"/>
              </a:ext>
            </a:extLst>
          </p:cNvPr>
          <p:cNvSpPr>
            <a:spLocks noGrp="1"/>
          </p:cNvSpPr>
          <p:nvPr/>
        </p:nvSpPr>
        <p:spPr>
          <a:xfrm>
            <a:off x="2334756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F1_main_prauc_2006">
            <a:extLst>
              <a:ext uri="{FF2B5EF4-FFF2-40B4-BE49-F238E27FC236}">
                <a16:creationId xmlns:a16="http://schemas.microsoft.com/office/drawing/2014/main" id="{B5F90F77-388F-4D12-9C62-B9DCAA1BB534}"/>
              </a:ext>
            </a:extLst>
          </p:cNvPr>
          <p:cNvSpPr>
            <a:spLocks noGrp="1"/>
          </p:cNvSpPr>
          <p:nvPr/>
        </p:nvSpPr>
        <p:spPr>
          <a:xfrm>
            <a:off x="2311438" y="52605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F1_main_prauc_2007">
            <a:extLst>
              <a:ext uri="{FF2B5EF4-FFF2-40B4-BE49-F238E27FC236}">
                <a16:creationId xmlns:a16="http://schemas.microsoft.com/office/drawing/2014/main" id="{B9F184A5-CB54-4487-AEAB-F251E14C5E19}"/>
              </a:ext>
            </a:extLst>
          </p:cNvPr>
          <p:cNvSpPr>
            <a:spLocks noGrp="1"/>
          </p:cNvSpPr>
          <p:nvPr/>
        </p:nvSpPr>
        <p:spPr>
          <a:xfrm>
            <a:off x="2213253" y="575611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F1_main_prauc_2008">
            <a:extLst>
              <a:ext uri="{FF2B5EF4-FFF2-40B4-BE49-F238E27FC236}">
                <a16:creationId xmlns:a16="http://schemas.microsoft.com/office/drawing/2014/main" id="{48B22F92-3437-4479-8088-B96BE8B252A2}"/>
              </a:ext>
            </a:extLst>
          </p:cNvPr>
          <p:cNvSpPr>
            <a:spLocks noGrp="1"/>
          </p:cNvSpPr>
          <p:nvPr/>
        </p:nvSpPr>
        <p:spPr>
          <a:xfrm>
            <a:off x="234617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F1_main_prauc_2009">
            <a:extLst>
              <a:ext uri="{FF2B5EF4-FFF2-40B4-BE49-F238E27FC236}">
                <a16:creationId xmlns:a16="http://schemas.microsoft.com/office/drawing/2014/main" id="{9C8CCC78-3AB5-4A7F-8C9F-818AB1AD8F09}"/>
              </a:ext>
            </a:extLst>
          </p:cNvPr>
          <p:cNvSpPr>
            <a:spLocks noGrp="1"/>
          </p:cNvSpPr>
          <p:nvPr/>
        </p:nvSpPr>
        <p:spPr>
          <a:xfrm>
            <a:off x="2372182" y="476907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F1_main_prauc_2010">
            <a:extLst>
              <a:ext uri="{FF2B5EF4-FFF2-40B4-BE49-F238E27FC236}">
                <a16:creationId xmlns:a16="http://schemas.microsoft.com/office/drawing/2014/main" id="{BC087216-4A01-4B04-9D44-2898000B1F4F}"/>
              </a:ext>
            </a:extLst>
          </p:cNvPr>
          <p:cNvSpPr>
            <a:spLocks noGrp="1"/>
          </p:cNvSpPr>
          <p:nvPr/>
        </p:nvSpPr>
        <p:spPr>
          <a:xfrm>
            <a:off x="2206593" y="5978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F1_main_prauc_2011">
            <a:extLst>
              <a:ext uri="{FF2B5EF4-FFF2-40B4-BE49-F238E27FC236}">
                <a16:creationId xmlns:a16="http://schemas.microsoft.com/office/drawing/2014/main" id="{2CDD8996-9BBB-4491-9D20-C7420AE9580B}"/>
              </a:ext>
            </a:extLst>
          </p:cNvPr>
          <p:cNvSpPr>
            <a:spLocks noGrp="1"/>
          </p:cNvSpPr>
          <p:nvPr/>
        </p:nvSpPr>
        <p:spPr>
          <a:xfrm>
            <a:off x="2361126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F1_main_prauc_2012">
            <a:extLst>
              <a:ext uri="{FF2B5EF4-FFF2-40B4-BE49-F238E27FC236}">
                <a16:creationId xmlns:a16="http://schemas.microsoft.com/office/drawing/2014/main" id="{941BDBE1-309E-4AF3-87C2-BC971BB5C54E}"/>
              </a:ext>
            </a:extLst>
          </p:cNvPr>
          <p:cNvSpPr>
            <a:spLocks noGrp="1"/>
          </p:cNvSpPr>
          <p:nvPr/>
        </p:nvSpPr>
        <p:spPr>
          <a:xfrm>
            <a:off x="2373833" y="6097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F1_main_prauc_2013">
            <a:extLst>
              <a:ext uri="{FF2B5EF4-FFF2-40B4-BE49-F238E27FC236}">
                <a16:creationId xmlns:a16="http://schemas.microsoft.com/office/drawing/2014/main" id="{9F615A52-D147-4493-A172-FB41C938C389}"/>
              </a:ext>
            </a:extLst>
          </p:cNvPr>
          <p:cNvSpPr>
            <a:spLocks noGrp="1"/>
          </p:cNvSpPr>
          <p:nvPr/>
        </p:nvSpPr>
        <p:spPr>
          <a:xfrm>
            <a:off x="2149753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F1_main_prauc_2014">
            <a:extLst>
              <a:ext uri="{FF2B5EF4-FFF2-40B4-BE49-F238E27FC236}">
                <a16:creationId xmlns:a16="http://schemas.microsoft.com/office/drawing/2014/main" id="{F4065633-92AE-4BCD-A299-701C347A9DDF}"/>
              </a:ext>
            </a:extLst>
          </p:cNvPr>
          <p:cNvSpPr>
            <a:spLocks noGrp="1"/>
          </p:cNvSpPr>
          <p:nvPr/>
        </p:nvSpPr>
        <p:spPr>
          <a:xfrm>
            <a:off x="2214190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F1_main_prauc_2015">
            <a:extLst>
              <a:ext uri="{FF2B5EF4-FFF2-40B4-BE49-F238E27FC236}">
                <a16:creationId xmlns:a16="http://schemas.microsoft.com/office/drawing/2014/main" id="{647C352E-8A66-4921-9825-EAC66BE59A61}"/>
              </a:ext>
            </a:extLst>
          </p:cNvPr>
          <p:cNvSpPr>
            <a:spLocks noGrp="1"/>
          </p:cNvSpPr>
          <p:nvPr/>
        </p:nvSpPr>
        <p:spPr>
          <a:xfrm>
            <a:off x="2217277" y="44577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F1_main_prauc_2016">
            <a:extLst>
              <a:ext uri="{FF2B5EF4-FFF2-40B4-BE49-F238E27FC236}">
                <a16:creationId xmlns:a16="http://schemas.microsoft.com/office/drawing/2014/main" id="{62BF5832-738A-4C20-BF48-FA5EF5F0A883}"/>
              </a:ext>
            </a:extLst>
          </p:cNvPr>
          <p:cNvSpPr>
            <a:spLocks noGrp="1"/>
          </p:cNvSpPr>
          <p:nvPr/>
        </p:nvSpPr>
        <p:spPr>
          <a:xfrm>
            <a:off x="2305388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F1_main_prauc_2017">
            <a:extLst>
              <a:ext uri="{FF2B5EF4-FFF2-40B4-BE49-F238E27FC236}">
                <a16:creationId xmlns:a16="http://schemas.microsoft.com/office/drawing/2014/main" id="{D76557DC-95E5-4971-AC1C-96C6A9BD399C}"/>
              </a:ext>
            </a:extLst>
          </p:cNvPr>
          <p:cNvSpPr>
            <a:spLocks noGrp="1"/>
          </p:cNvSpPr>
          <p:nvPr/>
        </p:nvSpPr>
        <p:spPr>
          <a:xfrm>
            <a:off x="2148089" y="51634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F1_main_prauc_2018">
            <a:extLst>
              <a:ext uri="{FF2B5EF4-FFF2-40B4-BE49-F238E27FC236}">
                <a16:creationId xmlns:a16="http://schemas.microsoft.com/office/drawing/2014/main" id="{7EB9F33F-3111-40AA-A59E-69F4601F69CB}"/>
              </a:ext>
            </a:extLst>
          </p:cNvPr>
          <p:cNvSpPr>
            <a:spLocks noGrp="1"/>
          </p:cNvSpPr>
          <p:nvPr/>
        </p:nvSpPr>
        <p:spPr>
          <a:xfrm>
            <a:off x="2210870" y="56204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F1_main_prauc_2019">
            <a:extLst>
              <a:ext uri="{FF2B5EF4-FFF2-40B4-BE49-F238E27FC236}">
                <a16:creationId xmlns:a16="http://schemas.microsoft.com/office/drawing/2014/main" id="{62048CE2-35F2-4AC7-B8E7-1C87ECCAF106}"/>
              </a:ext>
            </a:extLst>
          </p:cNvPr>
          <p:cNvSpPr>
            <a:spLocks noGrp="1"/>
          </p:cNvSpPr>
          <p:nvPr/>
        </p:nvSpPr>
        <p:spPr>
          <a:xfrm>
            <a:off x="2366386" y="55202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F1_main_prauc_2020">
            <a:extLst>
              <a:ext uri="{FF2B5EF4-FFF2-40B4-BE49-F238E27FC236}">
                <a16:creationId xmlns:a16="http://schemas.microsoft.com/office/drawing/2014/main" id="{406AFBF4-C1C7-4670-AA90-5ECB3A2FEE5A}"/>
              </a:ext>
            </a:extLst>
          </p:cNvPr>
          <p:cNvSpPr>
            <a:spLocks noGrp="1"/>
          </p:cNvSpPr>
          <p:nvPr/>
        </p:nvSpPr>
        <p:spPr>
          <a:xfrm>
            <a:off x="2325767" y="5812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F1_main_prauc_2021">
            <a:extLst>
              <a:ext uri="{FF2B5EF4-FFF2-40B4-BE49-F238E27FC236}">
                <a16:creationId xmlns:a16="http://schemas.microsoft.com/office/drawing/2014/main" id="{2A6E8828-803E-487F-B451-6FAF57C1A4C3}"/>
              </a:ext>
            </a:extLst>
          </p:cNvPr>
          <p:cNvSpPr>
            <a:spLocks noGrp="1"/>
          </p:cNvSpPr>
          <p:nvPr/>
        </p:nvSpPr>
        <p:spPr>
          <a:xfrm>
            <a:off x="2298495" y="52171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F1_main_prauc_2022">
            <a:extLst>
              <a:ext uri="{FF2B5EF4-FFF2-40B4-BE49-F238E27FC236}">
                <a16:creationId xmlns:a16="http://schemas.microsoft.com/office/drawing/2014/main" id="{CB61DA35-3C17-42C9-83A5-E721162F0603}"/>
              </a:ext>
            </a:extLst>
          </p:cNvPr>
          <p:cNvSpPr>
            <a:spLocks noGrp="1"/>
          </p:cNvSpPr>
          <p:nvPr/>
        </p:nvSpPr>
        <p:spPr>
          <a:xfrm>
            <a:off x="2340992" y="60960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F1_main_prauc_2023">
            <a:extLst>
              <a:ext uri="{FF2B5EF4-FFF2-40B4-BE49-F238E27FC236}">
                <a16:creationId xmlns:a16="http://schemas.microsoft.com/office/drawing/2014/main" id="{1D6912F0-F5D0-4128-8A84-56665670AF3C}"/>
              </a:ext>
            </a:extLst>
          </p:cNvPr>
          <p:cNvSpPr>
            <a:spLocks noGrp="1"/>
          </p:cNvSpPr>
          <p:nvPr/>
        </p:nvSpPr>
        <p:spPr>
          <a:xfrm>
            <a:off x="2285867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F1_main_prauc_2024">
            <a:extLst>
              <a:ext uri="{FF2B5EF4-FFF2-40B4-BE49-F238E27FC236}">
                <a16:creationId xmlns:a16="http://schemas.microsoft.com/office/drawing/2014/main" id="{EBC84646-9019-4C59-AA62-95602D5362E5}"/>
              </a:ext>
            </a:extLst>
          </p:cNvPr>
          <p:cNvSpPr>
            <a:spLocks noGrp="1"/>
          </p:cNvSpPr>
          <p:nvPr/>
        </p:nvSpPr>
        <p:spPr>
          <a:xfrm>
            <a:off x="2169715" y="59088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F1_main_prauc_2025">
            <a:extLst>
              <a:ext uri="{FF2B5EF4-FFF2-40B4-BE49-F238E27FC236}">
                <a16:creationId xmlns:a16="http://schemas.microsoft.com/office/drawing/2014/main" id="{AAC6D875-4D97-4188-9239-B77C5FC43CC0}"/>
              </a:ext>
            </a:extLst>
          </p:cNvPr>
          <p:cNvSpPr>
            <a:spLocks noGrp="1"/>
          </p:cNvSpPr>
          <p:nvPr/>
        </p:nvSpPr>
        <p:spPr>
          <a:xfrm>
            <a:off x="2281156" y="541220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F1_main_prauc_2026">
            <a:extLst>
              <a:ext uri="{FF2B5EF4-FFF2-40B4-BE49-F238E27FC236}">
                <a16:creationId xmlns:a16="http://schemas.microsoft.com/office/drawing/2014/main" id="{9A3E859A-CEAF-41A1-ADD1-EBF386D30BA6}"/>
              </a:ext>
            </a:extLst>
          </p:cNvPr>
          <p:cNvSpPr>
            <a:spLocks noGrp="1"/>
          </p:cNvSpPr>
          <p:nvPr/>
        </p:nvSpPr>
        <p:spPr>
          <a:xfrm>
            <a:off x="2315898" y="54723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F1_main_prauc_2027">
            <a:extLst>
              <a:ext uri="{FF2B5EF4-FFF2-40B4-BE49-F238E27FC236}">
                <a16:creationId xmlns:a16="http://schemas.microsoft.com/office/drawing/2014/main" id="{3D51C9E9-3712-41DC-9B18-C4699F0B076E}"/>
              </a:ext>
            </a:extLst>
          </p:cNvPr>
          <p:cNvSpPr>
            <a:spLocks noGrp="1"/>
          </p:cNvSpPr>
          <p:nvPr/>
        </p:nvSpPr>
        <p:spPr>
          <a:xfrm>
            <a:off x="2381830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F1_main_prauc_2028">
            <a:extLst>
              <a:ext uri="{FF2B5EF4-FFF2-40B4-BE49-F238E27FC236}">
                <a16:creationId xmlns:a16="http://schemas.microsoft.com/office/drawing/2014/main" id="{C09433A8-24AC-4FAA-9DB5-828094612C53}"/>
              </a:ext>
            </a:extLst>
          </p:cNvPr>
          <p:cNvSpPr>
            <a:spLocks noGrp="1"/>
          </p:cNvSpPr>
          <p:nvPr/>
        </p:nvSpPr>
        <p:spPr>
          <a:xfrm>
            <a:off x="2213830" y="59865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F1_main_prauc_2029">
            <a:extLst>
              <a:ext uri="{FF2B5EF4-FFF2-40B4-BE49-F238E27FC236}">
                <a16:creationId xmlns:a16="http://schemas.microsoft.com/office/drawing/2014/main" id="{05DC758E-302F-4F00-A7E0-59F02906826F}"/>
              </a:ext>
            </a:extLst>
          </p:cNvPr>
          <p:cNvSpPr>
            <a:spLocks noGrp="1"/>
          </p:cNvSpPr>
          <p:nvPr/>
        </p:nvSpPr>
        <p:spPr>
          <a:xfrm>
            <a:off x="3831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F1_main_prauc_2030">
            <a:extLst>
              <a:ext uri="{FF2B5EF4-FFF2-40B4-BE49-F238E27FC236}">
                <a16:creationId xmlns:a16="http://schemas.microsoft.com/office/drawing/2014/main" id="{D6277B2E-4628-4696-B72B-2A839988E492}"/>
              </a:ext>
            </a:extLst>
          </p:cNvPr>
          <p:cNvSpPr>
            <a:spLocks noGrp="1"/>
          </p:cNvSpPr>
          <p:nvPr/>
        </p:nvSpPr>
        <p:spPr>
          <a:xfrm>
            <a:off x="37866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F1_main_prauc_2031">
            <a:extLst>
              <a:ext uri="{FF2B5EF4-FFF2-40B4-BE49-F238E27FC236}">
                <a16:creationId xmlns:a16="http://schemas.microsoft.com/office/drawing/2014/main" id="{19AF6190-46F1-4306-8F71-B2D6B1419786}"/>
              </a:ext>
            </a:extLst>
          </p:cNvPr>
          <p:cNvSpPr>
            <a:spLocks noGrp="1"/>
          </p:cNvSpPr>
          <p:nvPr/>
        </p:nvSpPr>
        <p:spPr>
          <a:xfrm>
            <a:off x="3766079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F1_main_prauc_2032">
            <a:extLst>
              <a:ext uri="{FF2B5EF4-FFF2-40B4-BE49-F238E27FC236}">
                <a16:creationId xmlns:a16="http://schemas.microsoft.com/office/drawing/2014/main" id="{FC63549A-7D65-4B3A-9327-7FA4AAF765CD}"/>
              </a:ext>
            </a:extLst>
          </p:cNvPr>
          <p:cNvSpPr>
            <a:spLocks noGrp="1"/>
          </p:cNvSpPr>
          <p:nvPr/>
        </p:nvSpPr>
        <p:spPr>
          <a:xfrm>
            <a:off x="3935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F1_main_prauc_2033">
            <a:extLst>
              <a:ext uri="{FF2B5EF4-FFF2-40B4-BE49-F238E27FC236}">
                <a16:creationId xmlns:a16="http://schemas.microsoft.com/office/drawing/2014/main" id="{B31A8588-6098-4A6E-B4E1-92AC539E1227}"/>
              </a:ext>
            </a:extLst>
          </p:cNvPr>
          <p:cNvSpPr>
            <a:spLocks noGrp="1"/>
          </p:cNvSpPr>
          <p:nvPr/>
        </p:nvSpPr>
        <p:spPr>
          <a:xfrm>
            <a:off x="3873071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F1_main_prauc_2034">
            <a:extLst>
              <a:ext uri="{FF2B5EF4-FFF2-40B4-BE49-F238E27FC236}">
                <a16:creationId xmlns:a16="http://schemas.microsoft.com/office/drawing/2014/main" id="{832CB5BD-7B07-4AB8-AAA7-35326C30FBF9}"/>
              </a:ext>
            </a:extLst>
          </p:cNvPr>
          <p:cNvSpPr>
            <a:spLocks noGrp="1"/>
          </p:cNvSpPr>
          <p:nvPr/>
        </p:nvSpPr>
        <p:spPr>
          <a:xfrm>
            <a:off x="3760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F1_main_prauc_2035">
            <a:extLst>
              <a:ext uri="{FF2B5EF4-FFF2-40B4-BE49-F238E27FC236}">
                <a16:creationId xmlns:a16="http://schemas.microsoft.com/office/drawing/2014/main" id="{09762FF4-C3CC-4F58-8E27-FB9C2067D52B}"/>
              </a:ext>
            </a:extLst>
          </p:cNvPr>
          <p:cNvSpPr>
            <a:spLocks noGrp="1"/>
          </p:cNvSpPr>
          <p:nvPr/>
        </p:nvSpPr>
        <p:spPr>
          <a:xfrm>
            <a:off x="39313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F1_main_prauc_2036">
            <a:extLst>
              <a:ext uri="{FF2B5EF4-FFF2-40B4-BE49-F238E27FC236}">
                <a16:creationId xmlns:a16="http://schemas.microsoft.com/office/drawing/2014/main" id="{67A19BCD-09E9-4E9B-92D9-D733EBBDDD45}"/>
              </a:ext>
            </a:extLst>
          </p:cNvPr>
          <p:cNvSpPr>
            <a:spLocks noGrp="1"/>
          </p:cNvSpPr>
          <p:nvPr/>
        </p:nvSpPr>
        <p:spPr>
          <a:xfrm>
            <a:off x="37603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F1_main_prauc_2037">
            <a:extLst>
              <a:ext uri="{FF2B5EF4-FFF2-40B4-BE49-F238E27FC236}">
                <a16:creationId xmlns:a16="http://schemas.microsoft.com/office/drawing/2014/main" id="{00E48429-FFB3-42D6-8B72-2C4704689F41}"/>
              </a:ext>
            </a:extLst>
          </p:cNvPr>
          <p:cNvSpPr>
            <a:spLocks noGrp="1"/>
          </p:cNvSpPr>
          <p:nvPr/>
        </p:nvSpPr>
        <p:spPr>
          <a:xfrm>
            <a:off x="37262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F1_main_prauc_2038">
            <a:extLst>
              <a:ext uri="{FF2B5EF4-FFF2-40B4-BE49-F238E27FC236}">
                <a16:creationId xmlns:a16="http://schemas.microsoft.com/office/drawing/2014/main" id="{B198F44A-2BCF-42F1-933B-7C8AE6182C43}"/>
              </a:ext>
            </a:extLst>
          </p:cNvPr>
          <p:cNvSpPr>
            <a:spLocks noGrp="1"/>
          </p:cNvSpPr>
          <p:nvPr/>
        </p:nvSpPr>
        <p:spPr>
          <a:xfrm>
            <a:off x="390397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F1_main_prauc_2039">
            <a:extLst>
              <a:ext uri="{FF2B5EF4-FFF2-40B4-BE49-F238E27FC236}">
                <a16:creationId xmlns:a16="http://schemas.microsoft.com/office/drawing/2014/main" id="{92BD54C6-B7FB-44C9-A6B6-B2A0CE0DCE2F}"/>
              </a:ext>
            </a:extLst>
          </p:cNvPr>
          <p:cNvSpPr>
            <a:spLocks noGrp="1"/>
          </p:cNvSpPr>
          <p:nvPr/>
        </p:nvSpPr>
        <p:spPr>
          <a:xfrm>
            <a:off x="3772774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F1_main_prauc_2040">
            <a:extLst>
              <a:ext uri="{FF2B5EF4-FFF2-40B4-BE49-F238E27FC236}">
                <a16:creationId xmlns:a16="http://schemas.microsoft.com/office/drawing/2014/main" id="{0004C83C-6123-4CEA-B2AB-8F48993E69AE}"/>
              </a:ext>
            </a:extLst>
          </p:cNvPr>
          <p:cNvSpPr>
            <a:spLocks noGrp="1"/>
          </p:cNvSpPr>
          <p:nvPr/>
        </p:nvSpPr>
        <p:spPr>
          <a:xfrm>
            <a:off x="38377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F1_main_prauc_2041">
            <a:extLst>
              <a:ext uri="{FF2B5EF4-FFF2-40B4-BE49-F238E27FC236}">
                <a16:creationId xmlns:a16="http://schemas.microsoft.com/office/drawing/2014/main" id="{526D5BF0-A74C-4A10-9BC3-32604A374F23}"/>
              </a:ext>
            </a:extLst>
          </p:cNvPr>
          <p:cNvSpPr>
            <a:spLocks noGrp="1"/>
          </p:cNvSpPr>
          <p:nvPr/>
        </p:nvSpPr>
        <p:spPr>
          <a:xfrm>
            <a:off x="3945906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F1_main_prauc_2042">
            <a:extLst>
              <a:ext uri="{FF2B5EF4-FFF2-40B4-BE49-F238E27FC236}">
                <a16:creationId xmlns:a16="http://schemas.microsoft.com/office/drawing/2014/main" id="{18097300-4077-4B27-B96C-612A88856239}"/>
              </a:ext>
            </a:extLst>
          </p:cNvPr>
          <p:cNvSpPr>
            <a:spLocks noGrp="1"/>
          </p:cNvSpPr>
          <p:nvPr/>
        </p:nvSpPr>
        <p:spPr>
          <a:xfrm>
            <a:off x="38804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F1_main_prauc_2043">
            <a:extLst>
              <a:ext uri="{FF2B5EF4-FFF2-40B4-BE49-F238E27FC236}">
                <a16:creationId xmlns:a16="http://schemas.microsoft.com/office/drawing/2014/main" id="{91921140-E995-40D1-A5FD-8862DD4EA6AE}"/>
              </a:ext>
            </a:extLst>
          </p:cNvPr>
          <p:cNvSpPr>
            <a:spLocks noGrp="1"/>
          </p:cNvSpPr>
          <p:nvPr/>
        </p:nvSpPr>
        <p:spPr>
          <a:xfrm>
            <a:off x="3726451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F1_main_prauc_2044">
            <a:extLst>
              <a:ext uri="{FF2B5EF4-FFF2-40B4-BE49-F238E27FC236}">
                <a16:creationId xmlns:a16="http://schemas.microsoft.com/office/drawing/2014/main" id="{24590310-59B6-4275-A326-E95EBB377CC6}"/>
              </a:ext>
            </a:extLst>
          </p:cNvPr>
          <p:cNvSpPr>
            <a:spLocks noGrp="1"/>
          </p:cNvSpPr>
          <p:nvPr/>
        </p:nvSpPr>
        <p:spPr>
          <a:xfrm>
            <a:off x="38723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F1_main_prauc_2045">
            <a:extLst>
              <a:ext uri="{FF2B5EF4-FFF2-40B4-BE49-F238E27FC236}">
                <a16:creationId xmlns:a16="http://schemas.microsoft.com/office/drawing/2014/main" id="{D308BF39-2794-43A9-91EA-5E7FFEFD3728}"/>
              </a:ext>
            </a:extLst>
          </p:cNvPr>
          <p:cNvSpPr>
            <a:spLocks noGrp="1"/>
          </p:cNvSpPr>
          <p:nvPr/>
        </p:nvSpPr>
        <p:spPr>
          <a:xfrm>
            <a:off x="377224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F1_main_prauc_2046">
            <a:extLst>
              <a:ext uri="{FF2B5EF4-FFF2-40B4-BE49-F238E27FC236}">
                <a16:creationId xmlns:a16="http://schemas.microsoft.com/office/drawing/2014/main" id="{8B93233C-2BE3-4F2A-848B-722E8F930F5B}"/>
              </a:ext>
            </a:extLst>
          </p:cNvPr>
          <p:cNvSpPr>
            <a:spLocks noGrp="1"/>
          </p:cNvSpPr>
          <p:nvPr/>
        </p:nvSpPr>
        <p:spPr>
          <a:xfrm>
            <a:off x="3949558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F1_main_prauc_2047">
            <a:extLst>
              <a:ext uri="{FF2B5EF4-FFF2-40B4-BE49-F238E27FC236}">
                <a16:creationId xmlns:a16="http://schemas.microsoft.com/office/drawing/2014/main" id="{B1431EEA-51F1-44B5-B423-3B690F99F6B3}"/>
              </a:ext>
            </a:extLst>
          </p:cNvPr>
          <p:cNvSpPr>
            <a:spLocks noGrp="1"/>
          </p:cNvSpPr>
          <p:nvPr/>
        </p:nvSpPr>
        <p:spPr>
          <a:xfrm>
            <a:off x="3878584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F1_main_prauc_2048">
            <a:extLst>
              <a:ext uri="{FF2B5EF4-FFF2-40B4-BE49-F238E27FC236}">
                <a16:creationId xmlns:a16="http://schemas.microsoft.com/office/drawing/2014/main" id="{BC6425ED-469E-43BC-947A-2E1AD5F268B3}"/>
              </a:ext>
            </a:extLst>
          </p:cNvPr>
          <p:cNvSpPr>
            <a:spLocks noGrp="1"/>
          </p:cNvSpPr>
          <p:nvPr/>
        </p:nvSpPr>
        <p:spPr>
          <a:xfrm>
            <a:off x="3860440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F1_main_prauc_2049">
            <a:extLst>
              <a:ext uri="{FF2B5EF4-FFF2-40B4-BE49-F238E27FC236}">
                <a16:creationId xmlns:a16="http://schemas.microsoft.com/office/drawing/2014/main" id="{096E09E5-90E4-4013-8A23-9E17C0B4D8C5}"/>
              </a:ext>
            </a:extLst>
          </p:cNvPr>
          <p:cNvSpPr>
            <a:spLocks noGrp="1"/>
          </p:cNvSpPr>
          <p:nvPr/>
        </p:nvSpPr>
        <p:spPr>
          <a:xfrm>
            <a:off x="3897889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F1_main_prauc_2050">
            <a:extLst>
              <a:ext uri="{FF2B5EF4-FFF2-40B4-BE49-F238E27FC236}">
                <a16:creationId xmlns:a16="http://schemas.microsoft.com/office/drawing/2014/main" id="{F3F01ACA-BE9D-4936-92D3-05B65A75038D}"/>
              </a:ext>
            </a:extLst>
          </p:cNvPr>
          <p:cNvSpPr>
            <a:spLocks noGrp="1"/>
          </p:cNvSpPr>
          <p:nvPr/>
        </p:nvSpPr>
        <p:spPr>
          <a:xfrm>
            <a:off x="3885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F1_main_prauc_2051">
            <a:extLst>
              <a:ext uri="{FF2B5EF4-FFF2-40B4-BE49-F238E27FC236}">
                <a16:creationId xmlns:a16="http://schemas.microsoft.com/office/drawing/2014/main" id="{C248CA4D-14D0-4F4D-91C5-3771FB930F2D}"/>
              </a:ext>
            </a:extLst>
          </p:cNvPr>
          <p:cNvSpPr>
            <a:spLocks noGrp="1"/>
          </p:cNvSpPr>
          <p:nvPr/>
        </p:nvSpPr>
        <p:spPr>
          <a:xfrm>
            <a:off x="3905983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F1_main_prauc_2052">
            <a:extLst>
              <a:ext uri="{FF2B5EF4-FFF2-40B4-BE49-F238E27FC236}">
                <a16:creationId xmlns:a16="http://schemas.microsoft.com/office/drawing/2014/main" id="{00433F49-EDFF-42E0-B184-4B8B3A834577}"/>
              </a:ext>
            </a:extLst>
          </p:cNvPr>
          <p:cNvSpPr>
            <a:spLocks noGrp="1"/>
          </p:cNvSpPr>
          <p:nvPr/>
        </p:nvSpPr>
        <p:spPr>
          <a:xfrm>
            <a:off x="3849680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F1_main_prauc_2053">
            <a:extLst>
              <a:ext uri="{FF2B5EF4-FFF2-40B4-BE49-F238E27FC236}">
                <a16:creationId xmlns:a16="http://schemas.microsoft.com/office/drawing/2014/main" id="{F6D12E2E-661F-4893-AAB8-A953C5B90971}"/>
              </a:ext>
            </a:extLst>
          </p:cNvPr>
          <p:cNvSpPr>
            <a:spLocks noGrp="1"/>
          </p:cNvSpPr>
          <p:nvPr/>
        </p:nvSpPr>
        <p:spPr>
          <a:xfrm>
            <a:off x="37212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F1_main_prauc_2054">
            <a:extLst>
              <a:ext uri="{FF2B5EF4-FFF2-40B4-BE49-F238E27FC236}">
                <a16:creationId xmlns:a16="http://schemas.microsoft.com/office/drawing/2014/main" id="{939890F9-510E-4A87-8CD3-F2D97A2E2D34}"/>
              </a:ext>
            </a:extLst>
          </p:cNvPr>
          <p:cNvSpPr>
            <a:spLocks noGrp="1"/>
          </p:cNvSpPr>
          <p:nvPr/>
        </p:nvSpPr>
        <p:spPr>
          <a:xfrm>
            <a:off x="38884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F1_main_prauc_2055">
            <a:extLst>
              <a:ext uri="{FF2B5EF4-FFF2-40B4-BE49-F238E27FC236}">
                <a16:creationId xmlns:a16="http://schemas.microsoft.com/office/drawing/2014/main" id="{15F128EA-62E3-45CE-BA6E-93B13446E742}"/>
              </a:ext>
            </a:extLst>
          </p:cNvPr>
          <p:cNvSpPr>
            <a:spLocks noGrp="1"/>
          </p:cNvSpPr>
          <p:nvPr/>
        </p:nvSpPr>
        <p:spPr>
          <a:xfrm>
            <a:off x="3897268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F1_main_prauc_2056">
            <a:extLst>
              <a:ext uri="{FF2B5EF4-FFF2-40B4-BE49-F238E27FC236}">
                <a16:creationId xmlns:a16="http://schemas.microsoft.com/office/drawing/2014/main" id="{A1DC554E-CC63-413F-8FFE-AEA2C2DE7D86}"/>
              </a:ext>
            </a:extLst>
          </p:cNvPr>
          <p:cNvSpPr>
            <a:spLocks noGrp="1"/>
          </p:cNvSpPr>
          <p:nvPr/>
        </p:nvSpPr>
        <p:spPr>
          <a:xfrm>
            <a:off x="39529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F1_main_prauc_2057">
            <a:extLst>
              <a:ext uri="{FF2B5EF4-FFF2-40B4-BE49-F238E27FC236}">
                <a16:creationId xmlns:a16="http://schemas.microsoft.com/office/drawing/2014/main" id="{57853F5D-5B08-49D7-8B99-987EC10D1EB9}"/>
              </a:ext>
            </a:extLst>
          </p:cNvPr>
          <p:cNvSpPr>
            <a:spLocks noGrp="1"/>
          </p:cNvSpPr>
          <p:nvPr/>
        </p:nvSpPr>
        <p:spPr>
          <a:xfrm>
            <a:off x="3902087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F1_main_prauc_2058">
            <a:extLst>
              <a:ext uri="{FF2B5EF4-FFF2-40B4-BE49-F238E27FC236}">
                <a16:creationId xmlns:a16="http://schemas.microsoft.com/office/drawing/2014/main" id="{3E5FAABA-8970-4601-B7FC-A3545F7A8925}"/>
              </a:ext>
            </a:extLst>
          </p:cNvPr>
          <p:cNvSpPr>
            <a:spLocks noGrp="1"/>
          </p:cNvSpPr>
          <p:nvPr/>
        </p:nvSpPr>
        <p:spPr>
          <a:xfrm>
            <a:off x="371910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F1_main_prauc_2059">
            <a:extLst>
              <a:ext uri="{FF2B5EF4-FFF2-40B4-BE49-F238E27FC236}">
                <a16:creationId xmlns:a16="http://schemas.microsoft.com/office/drawing/2014/main" id="{0DFD7571-5C02-4293-A598-D16BC69B15ED}"/>
              </a:ext>
            </a:extLst>
          </p:cNvPr>
          <p:cNvSpPr>
            <a:spLocks noGrp="1"/>
          </p:cNvSpPr>
          <p:nvPr/>
        </p:nvSpPr>
        <p:spPr>
          <a:xfrm>
            <a:off x="37148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F1_main_prauc_2060">
            <a:extLst>
              <a:ext uri="{FF2B5EF4-FFF2-40B4-BE49-F238E27FC236}">
                <a16:creationId xmlns:a16="http://schemas.microsoft.com/office/drawing/2014/main" id="{D1C5D0F5-5E8A-4200-A542-299C82ED98F7}"/>
              </a:ext>
            </a:extLst>
          </p:cNvPr>
          <p:cNvSpPr>
            <a:spLocks noGrp="1"/>
          </p:cNvSpPr>
          <p:nvPr/>
        </p:nvSpPr>
        <p:spPr>
          <a:xfrm>
            <a:off x="3780285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F1_main_prauc_2061">
            <a:extLst>
              <a:ext uri="{FF2B5EF4-FFF2-40B4-BE49-F238E27FC236}">
                <a16:creationId xmlns:a16="http://schemas.microsoft.com/office/drawing/2014/main" id="{57ADAFAB-29FE-4248-9D1E-C1C6916B63DE}"/>
              </a:ext>
            </a:extLst>
          </p:cNvPr>
          <p:cNvSpPr>
            <a:spLocks noGrp="1"/>
          </p:cNvSpPr>
          <p:nvPr/>
        </p:nvSpPr>
        <p:spPr>
          <a:xfrm>
            <a:off x="37383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F1_main_prauc_2062">
            <a:extLst>
              <a:ext uri="{FF2B5EF4-FFF2-40B4-BE49-F238E27FC236}">
                <a16:creationId xmlns:a16="http://schemas.microsoft.com/office/drawing/2014/main" id="{4348E1EC-7906-4D42-B3F5-C4E0E12ACD0F}"/>
              </a:ext>
            </a:extLst>
          </p:cNvPr>
          <p:cNvSpPr>
            <a:spLocks noGrp="1"/>
          </p:cNvSpPr>
          <p:nvPr/>
        </p:nvSpPr>
        <p:spPr>
          <a:xfrm>
            <a:off x="376266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F1_main_prauc_2063">
            <a:extLst>
              <a:ext uri="{FF2B5EF4-FFF2-40B4-BE49-F238E27FC236}">
                <a16:creationId xmlns:a16="http://schemas.microsoft.com/office/drawing/2014/main" id="{A84CFE00-A923-4327-AC47-6489106F30C6}"/>
              </a:ext>
            </a:extLst>
          </p:cNvPr>
          <p:cNvSpPr>
            <a:spLocks noGrp="1"/>
          </p:cNvSpPr>
          <p:nvPr/>
        </p:nvSpPr>
        <p:spPr>
          <a:xfrm>
            <a:off x="39028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F1_main_prauc_2064">
            <a:extLst>
              <a:ext uri="{FF2B5EF4-FFF2-40B4-BE49-F238E27FC236}">
                <a16:creationId xmlns:a16="http://schemas.microsoft.com/office/drawing/2014/main" id="{569D0E9C-A17A-4D7E-BCC8-7B70B68DCC00}"/>
              </a:ext>
            </a:extLst>
          </p:cNvPr>
          <p:cNvSpPr>
            <a:spLocks noGrp="1"/>
          </p:cNvSpPr>
          <p:nvPr/>
        </p:nvSpPr>
        <p:spPr>
          <a:xfrm>
            <a:off x="3911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F1_main_prauc_2065">
            <a:extLst>
              <a:ext uri="{FF2B5EF4-FFF2-40B4-BE49-F238E27FC236}">
                <a16:creationId xmlns:a16="http://schemas.microsoft.com/office/drawing/2014/main" id="{AF87CEF4-3CBB-4AB9-831C-CD1E605D7532}"/>
              </a:ext>
            </a:extLst>
          </p:cNvPr>
          <p:cNvSpPr>
            <a:spLocks noGrp="1"/>
          </p:cNvSpPr>
          <p:nvPr/>
        </p:nvSpPr>
        <p:spPr>
          <a:xfrm>
            <a:off x="37613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F1_main_prauc_2066">
            <a:extLst>
              <a:ext uri="{FF2B5EF4-FFF2-40B4-BE49-F238E27FC236}">
                <a16:creationId xmlns:a16="http://schemas.microsoft.com/office/drawing/2014/main" id="{0F5C0E7B-8BDD-4A99-B3D8-5FF33142F99E}"/>
              </a:ext>
            </a:extLst>
          </p:cNvPr>
          <p:cNvSpPr>
            <a:spLocks noGrp="1"/>
          </p:cNvSpPr>
          <p:nvPr/>
        </p:nvSpPr>
        <p:spPr>
          <a:xfrm>
            <a:off x="386022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F1_main_prauc_2067">
            <a:extLst>
              <a:ext uri="{FF2B5EF4-FFF2-40B4-BE49-F238E27FC236}">
                <a16:creationId xmlns:a16="http://schemas.microsoft.com/office/drawing/2014/main" id="{32510989-1C9A-49FC-8902-429933B23905}"/>
              </a:ext>
            </a:extLst>
          </p:cNvPr>
          <p:cNvSpPr>
            <a:spLocks noGrp="1"/>
          </p:cNvSpPr>
          <p:nvPr/>
        </p:nvSpPr>
        <p:spPr>
          <a:xfrm>
            <a:off x="3726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F1_main_prauc_2068">
            <a:extLst>
              <a:ext uri="{FF2B5EF4-FFF2-40B4-BE49-F238E27FC236}">
                <a16:creationId xmlns:a16="http://schemas.microsoft.com/office/drawing/2014/main" id="{5DF98A15-F6E5-4778-9224-0D6DAD95C840}"/>
              </a:ext>
            </a:extLst>
          </p:cNvPr>
          <p:cNvSpPr>
            <a:spLocks noGrp="1"/>
          </p:cNvSpPr>
          <p:nvPr/>
        </p:nvSpPr>
        <p:spPr>
          <a:xfrm>
            <a:off x="3793178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F1_main_prauc_2069">
            <a:extLst>
              <a:ext uri="{FF2B5EF4-FFF2-40B4-BE49-F238E27FC236}">
                <a16:creationId xmlns:a16="http://schemas.microsoft.com/office/drawing/2014/main" id="{79211284-D419-46F2-9490-E05089302250}"/>
              </a:ext>
            </a:extLst>
          </p:cNvPr>
          <p:cNvSpPr>
            <a:spLocks noGrp="1"/>
          </p:cNvSpPr>
          <p:nvPr/>
        </p:nvSpPr>
        <p:spPr>
          <a:xfrm>
            <a:off x="38640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F1_main_prauc_2070">
            <a:extLst>
              <a:ext uri="{FF2B5EF4-FFF2-40B4-BE49-F238E27FC236}">
                <a16:creationId xmlns:a16="http://schemas.microsoft.com/office/drawing/2014/main" id="{1E43B977-9A34-4C99-97CD-FA114110301D}"/>
              </a:ext>
            </a:extLst>
          </p:cNvPr>
          <p:cNvSpPr>
            <a:spLocks noGrp="1"/>
          </p:cNvSpPr>
          <p:nvPr/>
        </p:nvSpPr>
        <p:spPr>
          <a:xfrm>
            <a:off x="388949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F1_main_prauc_2071">
            <a:extLst>
              <a:ext uri="{FF2B5EF4-FFF2-40B4-BE49-F238E27FC236}">
                <a16:creationId xmlns:a16="http://schemas.microsoft.com/office/drawing/2014/main" id="{05929834-0802-4E19-AE34-BABCBCD7E03E}"/>
              </a:ext>
            </a:extLst>
          </p:cNvPr>
          <p:cNvSpPr>
            <a:spLocks noGrp="1"/>
          </p:cNvSpPr>
          <p:nvPr/>
        </p:nvSpPr>
        <p:spPr>
          <a:xfrm>
            <a:off x="38801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F1_main_prauc_2072">
            <a:extLst>
              <a:ext uri="{FF2B5EF4-FFF2-40B4-BE49-F238E27FC236}">
                <a16:creationId xmlns:a16="http://schemas.microsoft.com/office/drawing/2014/main" id="{9C28DEB6-F717-4FC4-823D-4AB965878628}"/>
              </a:ext>
            </a:extLst>
          </p:cNvPr>
          <p:cNvSpPr>
            <a:spLocks noGrp="1"/>
          </p:cNvSpPr>
          <p:nvPr/>
        </p:nvSpPr>
        <p:spPr>
          <a:xfrm>
            <a:off x="39214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F1_main_prauc_2073">
            <a:extLst>
              <a:ext uri="{FF2B5EF4-FFF2-40B4-BE49-F238E27FC236}">
                <a16:creationId xmlns:a16="http://schemas.microsoft.com/office/drawing/2014/main" id="{70B0CC77-07ED-4FCE-A94E-F95313F69A34}"/>
              </a:ext>
            </a:extLst>
          </p:cNvPr>
          <p:cNvSpPr>
            <a:spLocks noGrp="1"/>
          </p:cNvSpPr>
          <p:nvPr/>
        </p:nvSpPr>
        <p:spPr>
          <a:xfrm>
            <a:off x="37458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F1_main_prauc_2074">
            <a:extLst>
              <a:ext uri="{FF2B5EF4-FFF2-40B4-BE49-F238E27FC236}">
                <a16:creationId xmlns:a16="http://schemas.microsoft.com/office/drawing/2014/main" id="{56CBF249-2E5E-4416-9651-CB57C6DC7BBC}"/>
              </a:ext>
            </a:extLst>
          </p:cNvPr>
          <p:cNvSpPr>
            <a:spLocks noGrp="1"/>
          </p:cNvSpPr>
          <p:nvPr/>
        </p:nvSpPr>
        <p:spPr>
          <a:xfrm>
            <a:off x="3870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F1_main_prauc_2075">
            <a:extLst>
              <a:ext uri="{FF2B5EF4-FFF2-40B4-BE49-F238E27FC236}">
                <a16:creationId xmlns:a16="http://schemas.microsoft.com/office/drawing/2014/main" id="{DAC9D10A-6417-402F-9A7C-9736AB890767}"/>
              </a:ext>
            </a:extLst>
          </p:cNvPr>
          <p:cNvSpPr>
            <a:spLocks noGrp="1"/>
          </p:cNvSpPr>
          <p:nvPr/>
        </p:nvSpPr>
        <p:spPr>
          <a:xfrm>
            <a:off x="3768844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F1_main_prauc_2076">
            <a:extLst>
              <a:ext uri="{FF2B5EF4-FFF2-40B4-BE49-F238E27FC236}">
                <a16:creationId xmlns:a16="http://schemas.microsoft.com/office/drawing/2014/main" id="{D4657B22-4087-4A48-A91E-A43D133ED5B5}"/>
              </a:ext>
            </a:extLst>
          </p:cNvPr>
          <p:cNvSpPr>
            <a:spLocks noGrp="1"/>
          </p:cNvSpPr>
          <p:nvPr/>
        </p:nvSpPr>
        <p:spPr>
          <a:xfrm>
            <a:off x="38845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F1_main_prauc_2077">
            <a:extLst>
              <a:ext uri="{FF2B5EF4-FFF2-40B4-BE49-F238E27FC236}">
                <a16:creationId xmlns:a16="http://schemas.microsoft.com/office/drawing/2014/main" id="{23B6F2E2-C685-4C57-979A-784B3040E2B2}"/>
              </a:ext>
            </a:extLst>
          </p:cNvPr>
          <p:cNvSpPr>
            <a:spLocks noGrp="1"/>
          </p:cNvSpPr>
          <p:nvPr/>
        </p:nvSpPr>
        <p:spPr>
          <a:xfrm>
            <a:off x="3810509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F1_main_prauc_2078">
            <a:extLst>
              <a:ext uri="{FF2B5EF4-FFF2-40B4-BE49-F238E27FC236}">
                <a16:creationId xmlns:a16="http://schemas.microsoft.com/office/drawing/2014/main" id="{B1F2D03B-7E62-4BA0-94BA-A9069463DA6F}"/>
              </a:ext>
            </a:extLst>
          </p:cNvPr>
          <p:cNvSpPr>
            <a:spLocks noGrp="1"/>
          </p:cNvSpPr>
          <p:nvPr/>
        </p:nvSpPr>
        <p:spPr>
          <a:xfrm>
            <a:off x="3944814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F1_main_prauc_2079">
            <a:extLst>
              <a:ext uri="{FF2B5EF4-FFF2-40B4-BE49-F238E27FC236}">
                <a16:creationId xmlns:a16="http://schemas.microsoft.com/office/drawing/2014/main" id="{179CB34D-0C3A-467A-A62A-70A1F1D388DD}"/>
              </a:ext>
            </a:extLst>
          </p:cNvPr>
          <p:cNvSpPr>
            <a:spLocks noGrp="1"/>
          </p:cNvSpPr>
          <p:nvPr/>
        </p:nvSpPr>
        <p:spPr>
          <a:xfrm>
            <a:off x="38039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F1_main_prauc_2080">
            <a:extLst>
              <a:ext uri="{FF2B5EF4-FFF2-40B4-BE49-F238E27FC236}">
                <a16:creationId xmlns:a16="http://schemas.microsoft.com/office/drawing/2014/main" id="{85EA7589-B191-4095-9600-B3C893A27228}"/>
              </a:ext>
            </a:extLst>
          </p:cNvPr>
          <p:cNvSpPr>
            <a:spLocks noGrp="1"/>
          </p:cNvSpPr>
          <p:nvPr/>
        </p:nvSpPr>
        <p:spPr>
          <a:xfrm>
            <a:off x="38494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F1_main_prauc_2081">
            <a:extLst>
              <a:ext uri="{FF2B5EF4-FFF2-40B4-BE49-F238E27FC236}">
                <a16:creationId xmlns:a16="http://schemas.microsoft.com/office/drawing/2014/main" id="{9E422B89-3DBC-4405-A8FE-4DF573984E00}"/>
              </a:ext>
            </a:extLst>
          </p:cNvPr>
          <p:cNvSpPr>
            <a:spLocks noGrp="1"/>
          </p:cNvSpPr>
          <p:nvPr/>
        </p:nvSpPr>
        <p:spPr>
          <a:xfrm>
            <a:off x="39211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F1_main_prauc_2082">
            <a:extLst>
              <a:ext uri="{FF2B5EF4-FFF2-40B4-BE49-F238E27FC236}">
                <a16:creationId xmlns:a16="http://schemas.microsoft.com/office/drawing/2014/main" id="{5D2115A0-042F-40BD-BC2A-B256053D7B68}"/>
              </a:ext>
            </a:extLst>
          </p:cNvPr>
          <p:cNvSpPr>
            <a:spLocks noGrp="1"/>
          </p:cNvSpPr>
          <p:nvPr/>
        </p:nvSpPr>
        <p:spPr>
          <a:xfrm>
            <a:off x="3733470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F1_main_prauc_2083">
            <a:extLst>
              <a:ext uri="{FF2B5EF4-FFF2-40B4-BE49-F238E27FC236}">
                <a16:creationId xmlns:a16="http://schemas.microsoft.com/office/drawing/2014/main" id="{40976C44-70B3-4186-B7E6-05EF4947D649}"/>
              </a:ext>
            </a:extLst>
          </p:cNvPr>
          <p:cNvSpPr>
            <a:spLocks noGrp="1"/>
          </p:cNvSpPr>
          <p:nvPr/>
        </p:nvSpPr>
        <p:spPr>
          <a:xfrm>
            <a:off x="391058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F1_main_prauc_2084">
            <a:extLst>
              <a:ext uri="{FF2B5EF4-FFF2-40B4-BE49-F238E27FC236}">
                <a16:creationId xmlns:a16="http://schemas.microsoft.com/office/drawing/2014/main" id="{92905C5F-002F-42B2-BB22-070D9BFCCF17}"/>
              </a:ext>
            </a:extLst>
          </p:cNvPr>
          <p:cNvSpPr>
            <a:spLocks noGrp="1"/>
          </p:cNvSpPr>
          <p:nvPr/>
        </p:nvSpPr>
        <p:spPr>
          <a:xfrm>
            <a:off x="3739250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F1_main_prauc_2085">
            <a:extLst>
              <a:ext uri="{FF2B5EF4-FFF2-40B4-BE49-F238E27FC236}">
                <a16:creationId xmlns:a16="http://schemas.microsoft.com/office/drawing/2014/main" id="{E1B996E9-090D-4F61-8492-95F679C79A5E}"/>
              </a:ext>
            </a:extLst>
          </p:cNvPr>
          <p:cNvSpPr>
            <a:spLocks noGrp="1"/>
          </p:cNvSpPr>
          <p:nvPr/>
        </p:nvSpPr>
        <p:spPr>
          <a:xfrm>
            <a:off x="37341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F1_main_prauc_2086">
            <a:extLst>
              <a:ext uri="{FF2B5EF4-FFF2-40B4-BE49-F238E27FC236}">
                <a16:creationId xmlns:a16="http://schemas.microsoft.com/office/drawing/2014/main" id="{704878D7-A3B8-484E-A77D-821E53EE7225}"/>
              </a:ext>
            </a:extLst>
          </p:cNvPr>
          <p:cNvSpPr>
            <a:spLocks noGrp="1"/>
          </p:cNvSpPr>
          <p:nvPr/>
        </p:nvSpPr>
        <p:spPr>
          <a:xfrm>
            <a:off x="37092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F1_main_prauc_2087">
            <a:extLst>
              <a:ext uri="{FF2B5EF4-FFF2-40B4-BE49-F238E27FC236}">
                <a16:creationId xmlns:a16="http://schemas.microsoft.com/office/drawing/2014/main" id="{FE027A2A-9E54-45F8-B622-3C0A91ED5BF7}"/>
              </a:ext>
            </a:extLst>
          </p:cNvPr>
          <p:cNvSpPr>
            <a:spLocks noGrp="1"/>
          </p:cNvSpPr>
          <p:nvPr/>
        </p:nvSpPr>
        <p:spPr>
          <a:xfrm>
            <a:off x="388660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F1_main_prauc_2088">
            <a:extLst>
              <a:ext uri="{FF2B5EF4-FFF2-40B4-BE49-F238E27FC236}">
                <a16:creationId xmlns:a16="http://schemas.microsoft.com/office/drawing/2014/main" id="{CA6695FB-2F82-4767-8B09-F18E641CDEBD}"/>
              </a:ext>
            </a:extLst>
          </p:cNvPr>
          <p:cNvSpPr>
            <a:spLocks noGrp="1"/>
          </p:cNvSpPr>
          <p:nvPr/>
        </p:nvSpPr>
        <p:spPr>
          <a:xfrm>
            <a:off x="3896491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F1_main_prauc_2089">
            <a:extLst>
              <a:ext uri="{FF2B5EF4-FFF2-40B4-BE49-F238E27FC236}">
                <a16:creationId xmlns:a16="http://schemas.microsoft.com/office/drawing/2014/main" id="{9F8AE4A0-06F4-4BD5-9A5F-F81BFA3AB7F6}"/>
              </a:ext>
            </a:extLst>
          </p:cNvPr>
          <p:cNvSpPr>
            <a:spLocks noGrp="1"/>
          </p:cNvSpPr>
          <p:nvPr/>
        </p:nvSpPr>
        <p:spPr>
          <a:xfrm>
            <a:off x="3788741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F1_main_prauc_2090">
            <a:extLst>
              <a:ext uri="{FF2B5EF4-FFF2-40B4-BE49-F238E27FC236}">
                <a16:creationId xmlns:a16="http://schemas.microsoft.com/office/drawing/2014/main" id="{3B6E3CA4-2937-4C51-9B49-614023F1497F}"/>
              </a:ext>
            </a:extLst>
          </p:cNvPr>
          <p:cNvSpPr>
            <a:spLocks noGrp="1"/>
          </p:cNvSpPr>
          <p:nvPr/>
        </p:nvSpPr>
        <p:spPr>
          <a:xfrm>
            <a:off x="38111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F1_main_prauc_2091">
            <a:extLst>
              <a:ext uri="{FF2B5EF4-FFF2-40B4-BE49-F238E27FC236}">
                <a16:creationId xmlns:a16="http://schemas.microsoft.com/office/drawing/2014/main" id="{64AB050F-A338-4290-B4AF-4083535751AB}"/>
              </a:ext>
            </a:extLst>
          </p:cNvPr>
          <p:cNvSpPr>
            <a:spLocks noGrp="1"/>
          </p:cNvSpPr>
          <p:nvPr/>
        </p:nvSpPr>
        <p:spPr>
          <a:xfrm>
            <a:off x="38664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F1_main_prauc_2092">
            <a:extLst>
              <a:ext uri="{FF2B5EF4-FFF2-40B4-BE49-F238E27FC236}">
                <a16:creationId xmlns:a16="http://schemas.microsoft.com/office/drawing/2014/main" id="{6EF20635-29D0-414D-80C9-02276EC3A8CF}"/>
              </a:ext>
            </a:extLst>
          </p:cNvPr>
          <p:cNvSpPr>
            <a:spLocks noGrp="1"/>
          </p:cNvSpPr>
          <p:nvPr/>
        </p:nvSpPr>
        <p:spPr>
          <a:xfrm>
            <a:off x="37804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F1_main_prauc_2093">
            <a:extLst>
              <a:ext uri="{FF2B5EF4-FFF2-40B4-BE49-F238E27FC236}">
                <a16:creationId xmlns:a16="http://schemas.microsoft.com/office/drawing/2014/main" id="{0D4B31A9-DBD7-46A0-B1B4-E982315B76AF}"/>
              </a:ext>
            </a:extLst>
          </p:cNvPr>
          <p:cNvSpPr>
            <a:spLocks noGrp="1"/>
          </p:cNvSpPr>
          <p:nvPr/>
        </p:nvSpPr>
        <p:spPr>
          <a:xfrm>
            <a:off x="375816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F1_main_prauc_2094">
            <a:extLst>
              <a:ext uri="{FF2B5EF4-FFF2-40B4-BE49-F238E27FC236}">
                <a16:creationId xmlns:a16="http://schemas.microsoft.com/office/drawing/2014/main" id="{6D1477FE-A3DC-4F92-BE29-CA6080BD30A3}"/>
              </a:ext>
            </a:extLst>
          </p:cNvPr>
          <p:cNvSpPr>
            <a:spLocks noGrp="1"/>
          </p:cNvSpPr>
          <p:nvPr/>
        </p:nvSpPr>
        <p:spPr>
          <a:xfrm>
            <a:off x="3845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F1_main_prauc_2095">
            <a:extLst>
              <a:ext uri="{FF2B5EF4-FFF2-40B4-BE49-F238E27FC236}">
                <a16:creationId xmlns:a16="http://schemas.microsoft.com/office/drawing/2014/main" id="{46D37D4A-7F0D-4D2F-BBC4-1F3ECBBD1B3F}"/>
              </a:ext>
            </a:extLst>
          </p:cNvPr>
          <p:cNvSpPr>
            <a:spLocks noGrp="1"/>
          </p:cNvSpPr>
          <p:nvPr/>
        </p:nvSpPr>
        <p:spPr>
          <a:xfrm>
            <a:off x="37121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F1_main_prauc_2096">
            <a:extLst>
              <a:ext uri="{FF2B5EF4-FFF2-40B4-BE49-F238E27FC236}">
                <a16:creationId xmlns:a16="http://schemas.microsoft.com/office/drawing/2014/main" id="{7D8BA51A-FE96-443D-97AB-E042CF22FE02}"/>
              </a:ext>
            </a:extLst>
          </p:cNvPr>
          <p:cNvSpPr>
            <a:spLocks noGrp="1"/>
          </p:cNvSpPr>
          <p:nvPr/>
        </p:nvSpPr>
        <p:spPr>
          <a:xfrm>
            <a:off x="38899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F1_main_prauc_2097">
            <a:extLst>
              <a:ext uri="{FF2B5EF4-FFF2-40B4-BE49-F238E27FC236}">
                <a16:creationId xmlns:a16="http://schemas.microsoft.com/office/drawing/2014/main" id="{24AC9825-FDCF-411E-B84A-2729281C7AF8}"/>
              </a:ext>
            </a:extLst>
          </p:cNvPr>
          <p:cNvSpPr>
            <a:spLocks noGrp="1"/>
          </p:cNvSpPr>
          <p:nvPr/>
        </p:nvSpPr>
        <p:spPr>
          <a:xfrm>
            <a:off x="3757688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F1_main_prauc_2098">
            <a:extLst>
              <a:ext uri="{FF2B5EF4-FFF2-40B4-BE49-F238E27FC236}">
                <a16:creationId xmlns:a16="http://schemas.microsoft.com/office/drawing/2014/main" id="{812693E3-3D32-4156-8606-2B41A9C22B0B}"/>
              </a:ext>
            </a:extLst>
          </p:cNvPr>
          <p:cNvSpPr>
            <a:spLocks noGrp="1"/>
          </p:cNvSpPr>
          <p:nvPr/>
        </p:nvSpPr>
        <p:spPr>
          <a:xfrm>
            <a:off x="388185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F1_main_prauc_2099">
            <a:extLst>
              <a:ext uri="{FF2B5EF4-FFF2-40B4-BE49-F238E27FC236}">
                <a16:creationId xmlns:a16="http://schemas.microsoft.com/office/drawing/2014/main" id="{2FA90E2C-E9FB-4B69-A7F4-7B923F0655C0}"/>
              </a:ext>
            </a:extLst>
          </p:cNvPr>
          <p:cNvSpPr>
            <a:spLocks noGrp="1"/>
          </p:cNvSpPr>
          <p:nvPr/>
        </p:nvSpPr>
        <p:spPr>
          <a:xfrm>
            <a:off x="39109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F1_main_prauc_2100">
            <a:extLst>
              <a:ext uri="{FF2B5EF4-FFF2-40B4-BE49-F238E27FC236}">
                <a16:creationId xmlns:a16="http://schemas.microsoft.com/office/drawing/2014/main" id="{68A5A00E-AF79-46AF-B217-DA6970E8899A}"/>
              </a:ext>
            </a:extLst>
          </p:cNvPr>
          <p:cNvSpPr>
            <a:spLocks noGrp="1"/>
          </p:cNvSpPr>
          <p:nvPr/>
        </p:nvSpPr>
        <p:spPr>
          <a:xfrm>
            <a:off x="3851784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F1_main_prauc_2101">
            <a:extLst>
              <a:ext uri="{FF2B5EF4-FFF2-40B4-BE49-F238E27FC236}">
                <a16:creationId xmlns:a16="http://schemas.microsoft.com/office/drawing/2014/main" id="{6DD2BCEF-B15F-4464-B6CC-E6BA1F9AADB6}"/>
              </a:ext>
            </a:extLst>
          </p:cNvPr>
          <p:cNvSpPr>
            <a:spLocks noGrp="1"/>
          </p:cNvSpPr>
          <p:nvPr/>
        </p:nvSpPr>
        <p:spPr>
          <a:xfrm>
            <a:off x="3779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F1_main_prauc_2102">
            <a:extLst>
              <a:ext uri="{FF2B5EF4-FFF2-40B4-BE49-F238E27FC236}">
                <a16:creationId xmlns:a16="http://schemas.microsoft.com/office/drawing/2014/main" id="{8749C793-AD8D-4600-9495-24964C541AD7}"/>
              </a:ext>
            </a:extLst>
          </p:cNvPr>
          <p:cNvSpPr>
            <a:spLocks noGrp="1"/>
          </p:cNvSpPr>
          <p:nvPr/>
        </p:nvSpPr>
        <p:spPr>
          <a:xfrm>
            <a:off x="3867854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F1_main_prauc_2103">
            <a:extLst>
              <a:ext uri="{FF2B5EF4-FFF2-40B4-BE49-F238E27FC236}">
                <a16:creationId xmlns:a16="http://schemas.microsoft.com/office/drawing/2014/main" id="{41293C07-6861-4F46-8BD1-0C7D54D12A87}"/>
              </a:ext>
            </a:extLst>
          </p:cNvPr>
          <p:cNvSpPr>
            <a:spLocks noGrp="1"/>
          </p:cNvSpPr>
          <p:nvPr/>
        </p:nvSpPr>
        <p:spPr>
          <a:xfrm>
            <a:off x="3868554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F1_main_prauc_2104">
            <a:extLst>
              <a:ext uri="{FF2B5EF4-FFF2-40B4-BE49-F238E27FC236}">
                <a16:creationId xmlns:a16="http://schemas.microsoft.com/office/drawing/2014/main" id="{09338FAF-E550-49E7-9C47-12EB4D6BC0E6}"/>
              </a:ext>
            </a:extLst>
          </p:cNvPr>
          <p:cNvSpPr>
            <a:spLocks noGrp="1"/>
          </p:cNvSpPr>
          <p:nvPr/>
        </p:nvSpPr>
        <p:spPr>
          <a:xfrm>
            <a:off x="3753491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F1_main_prauc_2105">
            <a:extLst>
              <a:ext uri="{FF2B5EF4-FFF2-40B4-BE49-F238E27FC236}">
                <a16:creationId xmlns:a16="http://schemas.microsoft.com/office/drawing/2014/main" id="{5B619182-909A-420F-8881-765D7F375176}"/>
              </a:ext>
            </a:extLst>
          </p:cNvPr>
          <p:cNvSpPr>
            <a:spLocks noGrp="1"/>
          </p:cNvSpPr>
          <p:nvPr/>
        </p:nvSpPr>
        <p:spPr>
          <a:xfrm>
            <a:off x="38560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F1_main_prauc_2106">
            <a:extLst>
              <a:ext uri="{FF2B5EF4-FFF2-40B4-BE49-F238E27FC236}">
                <a16:creationId xmlns:a16="http://schemas.microsoft.com/office/drawing/2014/main" id="{146C4039-9F40-45B4-B800-6AC04A08DB49}"/>
              </a:ext>
            </a:extLst>
          </p:cNvPr>
          <p:cNvSpPr>
            <a:spLocks noGrp="1"/>
          </p:cNvSpPr>
          <p:nvPr/>
        </p:nvSpPr>
        <p:spPr>
          <a:xfrm>
            <a:off x="384283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F1_main_prauc_2107">
            <a:extLst>
              <a:ext uri="{FF2B5EF4-FFF2-40B4-BE49-F238E27FC236}">
                <a16:creationId xmlns:a16="http://schemas.microsoft.com/office/drawing/2014/main" id="{7D1A4BCF-01B7-4B50-BAC2-8C5D315860F3}"/>
              </a:ext>
            </a:extLst>
          </p:cNvPr>
          <p:cNvSpPr>
            <a:spLocks noGrp="1"/>
          </p:cNvSpPr>
          <p:nvPr/>
        </p:nvSpPr>
        <p:spPr>
          <a:xfrm>
            <a:off x="38583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F1_main_prauc_2108">
            <a:extLst>
              <a:ext uri="{FF2B5EF4-FFF2-40B4-BE49-F238E27FC236}">
                <a16:creationId xmlns:a16="http://schemas.microsoft.com/office/drawing/2014/main" id="{D2AB787C-C040-4A84-9568-D5544F520EF0}"/>
              </a:ext>
            </a:extLst>
          </p:cNvPr>
          <p:cNvSpPr>
            <a:spLocks noGrp="1"/>
          </p:cNvSpPr>
          <p:nvPr/>
        </p:nvSpPr>
        <p:spPr>
          <a:xfrm>
            <a:off x="370635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F1_main_prauc_2109">
            <a:extLst>
              <a:ext uri="{FF2B5EF4-FFF2-40B4-BE49-F238E27FC236}">
                <a16:creationId xmlns:a16="http://schemas.microsoft.com/office/drawing/2014/main" id="{5CA6513B-10E3-4C99-A873-599BE37B98AB}"/>
              </a:ext>
            </a:extLst>
          </p:cNvPr>
          <p:cNvSpPr>
            <a:spLocks noGrp="1"/>
          </p:cNvSpPr>
          <p:nvPr/>
        </p:nvSpPr>
        <p:spPr>
          <a:xfrm>
            <a:off x="39156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F1_main_prauc_2110">
            <a:extLst>
              <a:ext uri="{FF2B5EF4-FFF2-40B4-BE49-F238E27FC236}">
                <a16:creationId xmlns:a16="http://schemas.microsoft.com/office/drawing/2014/main" id="{236A6BE1-FDE1-4FE3-A74F-4B9D6B0E7008}"/>
              </a:ext>
            </a:extLst>
          </p:cNvPr>
          <p:cNvSpPr>
            <a:spLocks noGrp="1"/>
          </p:cNvSpPr>
          <p:nvPr/>
        </p:nvSpPr>
        <p:spPr>
          <a:xfrm>
            <a:off x="39137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F1_main_prauc_2111">
            <a:extLst>
              <a:ext uri="{FF2B5EF4-FFF2-40B4-BE49-F238E27FC236}">
                <a16:creationId xmlns:a16="http://schemas.microsoft.com/office/drawing/2014/main" id="{13F483B3-A5FE-4B5B-99DB-3808701A939C}"/>
              </a:ext>
            </a:extLst>
          </p:cNvPr>
          <p:cNvSpPr>
            <a:spLocks noGrp="1"/>
          </p:cNvSpPr>
          <p:nvPr/>
        </p:nvSpPr>
        <p:spPr>
          <a:xfrm>
            <a:off x="3947868" y="3400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F1_main_prauc_2112">
            <a:extLst>
              <a:ext uri="{FF2B5EF4-FFF2-40B4-BE49-F238E27FC236}">
                <a16:creationId xmlns:a16="http://schemas.microsoft.com/office/drawing/2014/main" id="{306B9D6F-F631-4362-A52F-AA7C3D5A39C2}"/>
              </a:ext>
            </a:extLst>
          </p:cNvPr>
          <p:cNvSpPr>
            <a:spLocks noGrp="1"/>
          </p:cNvSpPr>
          <p:nvPr/>
        </p:nvSpPr>
        <p:spPr>
          <a:xfrm>
            <a:off x="37726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F1_main_prauc_2113">
            <a:extLst>
              <a:ext uri="{FF2B5EF4-FFF2-40B4-BE49-F238E27FC236}">
                <a16:creationId xmlns:a16="http://schemas.microsoft.com/office/drawing/2014/main" id="{76BF26AC-2699-4AF2-85C4-9C3483A4FA14}"/>
              </a:ext>
            </a:extLst>
          </p:cNvPr>
          <p:cNvSpPr>
            <a:spLocks noGrp="1"/>
          </p:cNvSpPr>
          <p:nvPr/>
        </p:nvSpPr>
        <p:spPr>
          <a:xfrm>
            <a:off x="394609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F1_main_prauc_2114">
            <a:extLst>
              <a:ext uri="{FF2B5EF4-FFF2-40B4-BE49-F238E27FC236}">
                <a16:creationId xmlns:a16="http://schemas.microsoft.com/office/drawing/2014/main" id="{10BC5F66-34A2-4AFD-9AC8-AD29C808A0CF}"/>
              </a:ext>
            </a:extLst>
          </p:cNvPr>
          <p:cNvSpPr>
            <a:spLocks noGrp="1"/>
          </p:cNvSpPr>
          <p:nvPr/>
        </p:nvSpPr>
        <p:spPr>
          <a:xfrm>
            <a:off x="3910220" y="5585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F1_main_prauc_2115">
            <a:extLst>
              <a:ext uri="{FF2B5EF4-FFF2-40B4-BE49-F238E27FC236}">
                <a16:creationId xmlns:a16="http://schemas.microsoft.com/office/drawing/2014/main" id="{374E7C30-9631-4CA9-8574-CFF9451DF34B}"/>
              </a:ext>
            </a:extLst>
          </p:cNvPr>
          <p:cNvSpPr>
            <a:spLocks noGrp="1"/>
          </p:cNvSpPr>
          <p:nvPr/>
        </p:nvSpPr>
        <p:spPr>
          <a:xfrm>
            <a:off x="382785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F1_main_prauc_2116">
            <a:extLst>
              <a:ext uri="{FF2B5EF4-FFF2-40B4-BE49-F238E27FC236}">
                <a16:creationId xmlns:a16="http://schemas.microsoft.com/office/drawing/2014/main" id="{78C2F5CD-DD07-4103-B9FC-038D1AC011BF}"/>
              </a:ext>
            </a:extLst>
          </p:cNvPr>
          <p:cNvSpPr>
            <a:spLocks noGrp="1"/>
          </p:cNvSpPr>
          <p:nvPr/>
        </p:nvSpPr>
        <p:spPr>
          <a:xfrm>
            <a:off x="38243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F1_main_prauc_2117">
            <a:extLst>
              <a:ext uri="{FF2B5EF4-FFF2-40B4-BE49-F238E27FC236}">
                <a16:creationId xmlns:a16="http://schemas.microsoft.com/office/drawing/2014/main" id="{7794C174-5EF0-4DE5-89D8-F48BBC7D68B2}"/>
              </a:ext>
            </a:extLst>
          </p:cNvPr>
          <p:cNvSpPr>
            <a:spLocks noGrp="1"/>
          </p:cNvSpPr>
          <p:nvPr/>
        </p:nvSpPr>
        <p:spPr>
          <a:xfrm>
            <a:off x="38204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F1_main_prauc_2118">
            <a:extLst>
              <a:ext uri="{FF2B5EF4-FFF2-40B4-BE49-F238E27FC236}">
                <a16:creationId xmlns:a16="http://schemas.microsoft.com/office/drawing/2014/main" id="{C60CFB19-E739-479F-B6AF-7AD14BC14AA7}"/>
              </a:ext>
            </a:extLst>
          </p:cNvPr>
          <p:cNvSpPr>
            <a:spLocks noGrp="1"/>
          </p:cNvSpPr>
          <p:nvPr/>
        </p:nvSpPr>
        <p:spPr>
          <a:xfrm>
            <a:off x="3819299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F1_main_prauc_2119">
            <a:extLst>
              <a:ext uri="{FF2B5EF4-FFF2-40B4-BE49-F238E27FC236}">
                <a16:creationId xmlns:a16="http://schemas.microsoft.com/office/drawing/2014/main" id="{646043BE-E87D-42A9-84CC-5A343363BD09}"/>
              </a:ext>
            </a:extLst>
          </p:cNvPr>
          <p:cNvSpPr>
            <a:spLocks noGrp="1"/>
          </p:cNvSpPr>
          <p:nvPr/>
        </p:nvSpPr>
        <p:spPr>
          <a:xfrm>
            <a:off x="38748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F1_main_prauc_2120">
            <a:extLst>
              <a:ext uri="{FF2B5EF4-FFF2-40B4-BE49-F238E27FC236}">
                <a16:creationId xmlns:a16="http://schemas.microsoft.com/office/drawing/2014/main" id="{8D395610-E859-4CA0-926F-A3C63B2B8E4D}"/>
              </a:ext>
            </a:extLst>
          </p:cNvPr>
          <p:cNvSpPr>
            <a:spLocks noGrp="1"/>
          </p:cNvSpPr>
          <p:nvPr/>
        </p:nvSpPr>
        <p:spPr>
          <a:xfrm>
            <a:off x="3800810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F1_main_prauc_2121">
            <a:extLst>
              <a:ext uri="{FF2B5EF4-FFF2-40B4-BE49-F238E27FC236}">
                <a16:creationId xmlns:a16="http://schemas.microsoft.com/office/drawing/2014/main" id="{2AAE0FBE-A57B-455E-9691-CCF82B503AC8}"/>
              </a:ext>
            </a:extLst>
          </p:cNvPr>
          <p:cNvSpPr>
            <a:spLocks noGrp="1"/>
          </p:cNvSpPr>
          <p:nvPr/>
        </p:nvSpPr>
        <p:spPr>
          <a:xfrm>
            <a:off x="3825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F1_main_prauc_2122">
            <a:extLst>
              <a:ext uri="{FF2B5EF4-FFF2-40B4-BE49-F238E27FC236}">
                <a16:creationId xmlns:a16="http://schemas.microsoft.com/office/drawing/2014/main" id="{58E35382-874A-445F-B22D-6CF53A72B6F2}"/>
              </a:ext>
            </a:extLst>
          </p:cNvPr>
          <p:cNvSpPr>
            <a:spLocks noGrp="1"/>
          </p:cNvSpPr>
          <p:nvPr/>
        </p:nvSpPr>
        <p:spPr>
          <a:xfrm>
            <a:off x="374775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F1_main_prauc_2123">
            <a:extLst>
              <a:ext uri="{FF2B5EF4-FFF2-40B4-BE49-F238E27FC236}">
                <a16:creationId xmlns:a16="http://schemas.microsoft.com/office/drawing/2014/main" id="{4AA8EB46-31DA-4484-9D5F-14928B1A28FC}"/>
              </a:ext>
            </a:extLst>
          </p:cNvPr>
          <p:cNvSpPr>
            <a:spLocks noGrp="1"/>
          </p:cNvSpPr>
          <p:nvPr/>
        </p:nvSpPr>
        <p:spPr>
          <a:xfrm>
            <a:off x="3748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F1_main_prauc_2124">
            <a:extLst>
              <a:ext uri="{FF2B5EF4-FFF2-40B4-BE49-F238E27FC236}">
                <a16:creationId xmlns:a16="http://schemas.microsoft.com/office/drawing/2014/main" id="{B34E015D-F663-4A12-9FA9-C268141FAD83}"/>
              </a:ext>
            </a:extLst>
          </p:cNvPr>
          <p:cNvSpPr>
            <a:spLocks noGrp="1"/>
          </p:cNvSpPr>
          <p:nvPr/>
        </p:nvSpPr>
        <p:spPr>
          <a:xfrm>
            <a:off x="3713881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F1_main_prauc_2125">
            <a:extLst>
              <a:ext uri="{FF2B5EF4-FFF2-40B4-BE49-F238E27FC236}">
                <a16:creationId xmlns:a16="http://schemas.microsoft.com/office/drawing/2014/main" id="{0D6F046C-CF2C-4665-BCA7-F4DE5876F14C}"/>
              </a:ext>
            </a:extLst>
          </p:cNvPr>
          <p:cNvSpPr>
            <a:spLocks noGrp="1"/>
          </p:cNvSpPr>
          <p:nvPr/>
        </p:nvSpPr>
        <p:spPr>
          <a:xfrm>
            <a:off x="3747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F1_main_prauc_2126">
            <a:extLst>
              <a:ext uri="{FF2B5EF4-FFF2-40B4-BE49-F238E27FC236}">
                <a16:creationId xmlns:a16="http://schemas.microsoft.com/office/drawing/2014/main" id="{DBF0ED9E-DCD0-4AAA-B230-9C19EECBAC72}"/>
              </a:ext>
            </a:extLst>
          </p:cNvPr>
          <p:cNvSpPr>
            <a:spLocks noGrp="1"/>
          </p:cNvSpPr>
          <p:nvPr/>
        </p:nvSpPr>
        <p:spPr>
          <a:xfrm>
            <a:off x="378306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F1_main_prauc_2127">
            <a:extLst>
              <a:ext uri="{FF2B5EF4-FFF2-40B4-BE49-F238E27FC236}">
                <a16:creationId xmlns:a16="http://schemas.microsoft.com/office/drawing/2014/main" id="{586E93BC-E29C-4EE2-8670-8597C3D28330}"/>
              </a:ext>
            </a:extLst>
          </p:cNvPr>
          <p:cNvSpPr>
            <a:spLocks noGrp="1"/>
          </p:cNvSpPr>
          <p:nvPr/>
        </p:nvSpPr>
        <p:spPr>
          <a:xfrm>
            <a:off x="37292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F1_main_prauc_2128">
            <a:extLst>
              <a:ext uri="{FF2B5EF4-FFF2-40B4-BE49-F238E27FC236}">
                <a16:creationId xmlns:a16="http://schemas.microsoft.com/office/drawing/2014/main" id="{AF4EAC15-E420-48A9-B601-D8A71852784D}"/>
              </a:ext>
            </a:extLst>
          </p:cNvPr>
          <p:cNvSpPr>
            <a:spLocks noGrp="1"/>
          </p:cNvSpPr>
          <p:nvPr/>
        </p:nvSpPr>
        <p:spPr>
          <a:xfrm>
            <a:off x="3831010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F1_main_prauc_2129">
            <a:extLst>
              <a:ext uri="{FF2B5EF4-FFF2-40B4-BE49-F238E27FC236}">
                <a16:creationId xmlns:a16="http://schemas.microsoft.com/office/drawing/2014/main" id="{05CB9BA3-97E7-4E4A-8D24-49E21F40D412}"/>
              </a:ext>
            </a:extLst>
          </p:cNvPr>
          <p:cNvSpPr>
            <a:spLocks noGrp="1"/>
          </p:cNvSpPr>
          <p:nvPr/>
        </p:nvSpPr>
        <p:spPr>
          <a:xfrm>
            <a:off x="3834190" y="36498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F1_main_prauc_2130">
            <a:extLst>
              <a:ext uri="{FF2B5EF4-FFF2-40B4-BE49-F238E27FC236}">
                <a16:creationId xmlns:a16="http://schemas.microsoft.com/office/drawing/2014/main" id="{EB10CCE6-598C-4462-B637-0BF093B74C23}"/>
              </a:ext>
            </a:extLst>
          </p:cNvPr>
          <p:cNvSpPr>
            <a:spLocks noGrp="1"/>
          </p:cNvSpPr>
          <p:nvPr/>
        </p:nvSpPr>
        <p:spPr>
          <a:xfrm>
            <a:off x="38854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F1_main_prauc_2131">
            <a:extLst>
              <a:ext uri="{FF2B5EF4-FFF2-40B4-BE49-F238E27FC236}">
                <a16:creationId xmlns:a16="http://schemas.microsoft.com/office/drawing/2014/main" id="{875FE60F-C47E-4BA8-952E-C011DDBD0391}"/>
              </a:ext>
            </a:extLst>
          </p:cNvPr>
          <p:cNvSpPr>
            <a:spLocks noGrp="1"/>
          </p:cNvSpPr>
          <p:nvPr/>
        </p:nvSpPr>
        <p:spPr>
          <a:xfrm>
            <a:off x="37974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F1_main_prauc_2132">
            <a:extLst>
              <a:ext uri="{FF2B5EF4-FFF2-40B4-BE49-F238E27FC236}">
                <a16:creationId xmlns:a16="http://schemas.microsoft.com/office/drawing/2014/main" id="{4EFE5B89-4DF4-4E0C-9794-29407FE028DA}"/>
              </a:ext>
            </a:extLst>
          </p:cNvPr>
          <p:cNvSpPr>
            <a:spLocks noGrp="1"/>
          </p:cNvSpPr>
          <p:nvPr/>
        </p:nvSpPr>
        <p:spPr>
          <a:xfrm>
            <a:off x="387780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F1_main_prauc_2133">
            <a:extLst>
              <a:ext uri="{FF2B5EF4-FFF2-40B4-BE49-F238E27FC236}">
                <a16:creationId xmlns:a16="http://schemas.microsoft.com/office/drawing/2014/main" id="{C049279C-83C8-4244-B1E3-1847ACEC9C48}"/>
              </a:ext>
            </a:extLst>
          </p:cNvPr>
          <p:cNvSpPr>
            <a:spLocks noGrp="1"/>
          </p:cNvSpPr>
          <p:nvPr/>
        </p:nvSpPr>
        <p:spPr>
          <a:xfrm>
            <a:off x="3942571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F1_main_prauc_2134">
            <a:extLst>
              <a:ext uri="{FF2B5EF4-FFF2-40B4-BE49-F238E27FC236}">
                <a16:creationId xmlns:a16="http://schemas.microsoft.com/office/drawing/2014/main" id="{B1596066-1476-4341-927F-B9894415FBC2}"/>
              </a:ext>
            </a:extLst>
          </p:cNvPr>
          <p:cNvSpPr>
            <a:spLocks noGrp="1"/>
          </p:cNvSpPr>
          <p:nvPr/>
        </p:nvSpPr>
        <p:spPr>
          <a:xfrm>
            <a:off x="379626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F1_main_prauc_2135">
            <a:extLst>
              <a:ext uri="{FF2B5EF4-FFF2-40B4-BE49-F238E27FC236}">
                <a16:creationId xmlns:a16="http://schemas.microsoft.com/office/drawing/2014/main" id="{54C221A6-2AED-4C06-BC62-BF6CB5DE917D}"/>
              </a:ext>
            </a:extLst>
          </p:cNvPr>
          <p:cNvSpPr>
            <a:spLocks noGrp="1"/>
          </p:cNvSpPr>
          <p:nvPr/>
        </p:nvSpPr>
        <p:spPr>
          <a:xfrm>
            <a:off x="3951333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F1_main_prauc_2136">
            <a:extLst>
              <a:ext uri="{FF2B5EF4-FFF2-40B4-BE49-F238E27FC236}">
                <a16:creationId xmlns:a16="http://schemas.microsoft.com/office/drawing/2014/main" id="{C7D71209-58A8-4E8A-B3DC-852D806BAE00}"/>
              </a:ext>
            </a:extLst>
          </p:cNvPr>
          <p:cNvSpPr>
            <a:spLocks noGrp="1"/>
          </p:cNvSpPr>
          <p:nvPr/>
        </p:nvSpPr>
        <p:spPr>
          <a:xfrm>
            <a:off x="3788428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F1_main_prauc_2137">
            <a:extLst>
              <a:ext uri="{FF2B5EF4-FFF2-40B4-BE49-F238E27FC236}">
                <a16:creationId xmlns:a16="http://schemas.microsoft.com/office/drawing/2014/main" id="{7A5F5F2B-78B2-4CBB-94B7-16B6B94C103B}"/>
              </a:ext>
            </a:extLst>
          </p:cNvPr>
          <p:cNvSpPr>
            <a:spLocks noGrp="1"/>
          </p:cNvSpPr>
          <p:nvPr/>
        </p:nvSpPr>
        <p:spPr>
          <a:xfrm>
            <a:off x="39253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F1_main_prauc_2138">
            <a:extLst>
              <a:ext uri="{FF2B5EF4-FFF2-40B4-BE49-F238E27FC236}">
                <a16:creationId xmlns:a16="http://schemas.microsoft.com/office/drawing/2014/main" id="{799B4172-FA55-4025-926B-9B1E3DC4265F}"/>
              </a:ext>
            </a:extLst>
          </p:cNvPr>
          <p:cNvSpPr>
            <a:spLocks noGrp="1"/>
          </p:cNvSpPr>
          <p:nvPr/>
        </p:nvSpPr>
        <p:spPr>
          <a:xfrm>
            <a:off x="3913976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F1_main_prauc_2139">
            <a:extLst>
              <a:ext uri="{FF2B5EF4-FFF2-40B4-BE49-F238E27FC236}">
                <a16:creationId xmlns:a16="http://schemas.microsoft.com/office/drawing/2014/main" id="{12A68F73-6499-4011-BEFA-8AF61BAC3B35}"/>
              </a:ext>
            </a:extLst>
          </p:cNvPr>
          <p:cNvSpPr>
            <a:spLocks noGrp="1"/>
          </p:cNvSpPr>
          <p:nvPr/>
        </p:nvSpPr>
        <p:spPr>
          <a:xfrm>
            <a:off x="3749400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F1_main_prauc_2140">
            <a:extLst>
              <a:ext uri="{FF2B5EF4-FFF2-40B4-BE49-F238E27FC236}">
                <a16:creationId xmlns:a16="http://schemas.microsoft.com/office/drawing/2014/main" id="{83B391CC-8DA2-4FE3-B4A4-78F74E7314C9}"/>
              </a:ext>
            </a:extLst>
          </p:cNvPr>
          <p:cNvSpPr>
            <a:spLocks noGrp="1"/>
          </p:cNvSpPr>
          <p:nvPr/>
        </p:nvSpPr>
        <p:spPr>
          <a:xfrm>
            <a:off x="37375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F1_main_prauc_2141">
            <a:extLst>
              <a:ext uri="{FF2B5EF4-FFF2-40B4-BE49-F238E27FC236}">
                <a16:creationId xmlns:a16="http://schemas.microsoft.com/office/drawing/2014/main" id="{D7D00417-BA65-46BE-821D-DD78E27C8690}"/>
              </a:ext>
            </a:extLst>
          </p:cNvPr>
          <p:cNvSpPr>
            <a:spLocks noGrp="1"/>
          </p:cNvSpPr>
          <p:nvPr/>
        </p:nvSpPr>
        <p:spPr>
          <a:xfrm>
            <a:off x="3817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F1_main_prauc_2142">
            <a:extLst>
              <a:ext uri="{FF2B5EF4-FFF2-40B4-BE49-F238E27FC236}">
                <a16:creationId xmlns:a16="http://schemas.microsoft.com/office/drawing/2014/main" id="{1B02F3EE-E65E-46F9-BB66-2A8ECD0C7975}"/>
              </a:ext>
            </a:extLst>
          </p:cNvPr>
          <p:cNvSpPr>
            <a:spLocks noGrp="1"/>
          </p:cNvSpPr>
          <p:nvPr/>
        </p:nvSpPr>
        <p:spPr>
          <a:xfrm>
            <a:off x="3907297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F1_main_prauc_2143">
            <a:extLst>
              <a:ext uri="{FF2B5EF4-FFF2-40B4-BE49-F238E27FC236}">
                <a16:creationId xmlns:a16="http://schemas.microsoft.com/office/drawing/2014/main" id="{B0AC9FB4-28D7-43F9-A90B-FC3162E137F4}"/>
              </a:ext>
            </a:extLst>
          </p:cNvPr>
          <p:cNvSpPr>
            <a:spLocks noGrp="1"/>
          </p:cNvSpPr>
          <p:nvPr/>
        </p:nvSpPr>
        <p:spPr>
          <a:xfrm>
            <a:off x="3821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F1_main_prauc_2144">
            <a:extLst>
              <a:ext uri="{FF2B5EF4-FFF2-40B4-BE49-F238E27FC236}">
                <a16:creationId xmlns:a16="http://schemas.microsoft.com/office/drawing/2014/main" id="{20FED5B2-E041-4621-BD7F-29966A0A4917}"/>
              </a:ext>
            </a:extLst>
          </p:cNvPr>
          <p:cNvSpPr>
            <a:spLocks noGrp="1"/>
          </p:cNvSpPr>
          <p:nvPr/>
        </p:nvSpPr>
        <p:spPr>
          <a:xfrm>
            <a:off x="39213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F1_main_prauc_2145">
            <a:extLst>
              <a:ext uri="{FF2B5EF4-FFF2-40B4-BE49-F238E27FC236}">
                <a16:creationId xmlns:a16="http://schemas.microsoft.com/office/drawing/2014/main" id="{36BBDA61-9C4E-4976-B852-E90F553466B5}"/>
              </a:ext>
            </a:extLst>
          </p:cNvPr>
          <p:cNvSpPr>
            <a:spLocks noGrp="1"/>
          </p:cNvSpPr>
          <p:nvPr/>
        </p:nvSpPr>
        <p:spPr>
          <a:xfrm>
            <a:off x="3714257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F1_main_prauc_2146">
            <a:extLst>
              <a:ext uri="{FF2B5EF4-FFF2-40B4-BE49-F238E27FC236}">
                <a16:creationId xmlns:a16="http://schemas.microsoft.com/office/drawing/2014/main" id="{314FE2B9-BD76-43E3-8F5E-EECAD322EE32}"/>
              </a:ext>
            </a:extLst>
          </p:cNvPr>
          <p:cNvSpPr>
            <a:spLocks noGrp="1"/>
          </p:cNvSpPr>
          <p:nvPr/>
        </p:nvSpPr>
        <p:spPr>
          <a:xfrm>
            <a:off x="38285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F1_main_prauc_2147">
            <a:extLst>
              <a:ext uri="{FF2B5EF4-FFF2-40B4-BE49-F238E27FC236}">
                <a16:creationId xmlns:a16="http://schemas.microsoft.com/office/drawing/2014/main" id="{053684B7-A417-45EE-A2BC-D3924EED5C81}"/>
              </a:ext>
            </a:extLst>
          </p:cNvPr>
          <p:cNvSpPr>
            <a:spLocks noGrp="1"/>
          </p:cNvSpPr>
          <p:nvPr/>
        </p:nvSpPr>
        <p:spPr>
          <a:xfrm>
            <a:off x="3814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F1_main_prauc_2148">
            <a:extLst>
              <a:ext uri="{FF2B5EF4-FFF2-40B4-BE49-F238E27FC236}">
                <a16:creationId xmlns:a16="http://schemas.microsoft.com/office/drawing/2014/main" id="{0C39E2CC-9A65-4D6F-BE1D-2D44CCE1CAD4}"/>
              </a:ext>
            </a:extLst>
          </p:cNvPr>
          <p:cNvSpPr>
            <a:spLocks noGrp="1"/>
          </p:cNvSpPr>
          <p:nvPr/>
        </p:nvSpPr>
        <p:spPr>
          <a:xfrm>
            <a:off x="384420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F1_main_prauc_2149">
            <a:extLst>
              <a:ext uri="{FF2B5EF4-FFF2-40B4-BE49-F238E27FC236}">
                <a16:creationId xmlns:a16="http://schemas.microsoft.com/office/drawing/2014/main" id="{39E7AD05-6EAD-46EE-9F0A-C6D77337B012}"/>
              </a:ext>
            </a:extLst>
          </p:cNvPr>
          <p:cNvSpPr>
            <a:spLocks noGrp="1"/>
          </p:cNvSpPr>
          <p:nvPr/>
        </p:nvSpPr>
        <p:spPr>
          <a:xfrm>
            <a:off x="37405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F1_main_prauc_2150">
            <a:extLst>
              <a:ext uri="{FF2B5EF4-FFF2-40B4-BE49-F238E27FC236}">
                <a16:creationId xmlns:a16="http://schemas.microsoft.com/office/drawing/2014/main" id="{A5D0E35C-3733-4FB0-84EA-271C25A4105D}"/>
              </a:ext>
            </a:extLst>
          </p:cNvPr>
          <p:cNvSpPr>
            <a:spLocks noGrp="1"/>
          </p:cNvSpPr>
          <p:nvPr/>
        </p:nvSpPr>
        <p:spPr>
          <a:xfrm>
            <a:off x="38832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F1_main_prauc_2151">
            <a:extLst>
              <a:ext uri="{FF2B5EF4-FFF2-40B4-BE49-F238E27FC236}">
                <a16:creationId xmlns:a16="http://schemas.microsoft.com/office/drawing/2014/main" id="{BBF2FAF7-02DA-4E3C-91C9-099FF74CA6D2}"/>
              </a:ext>
            </a:extLst>
          </p:cNvPr>
          <p:cNvSpPr>
            <a:spLocks noGrp="1"/>
          </p:cNvSpPr>
          <p:nvPr/>
        </p:nvSpPr>
        <p:spPr>
          <a:xfrm>
            <a:off x="3779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F1_main_prauc_2152">
            <a:extLst>
              <a:ext uri="{FF2B5EF4-FFF2-40B4-BE49-F238E27FC236}">
                <a16:creationId xmlns:a16="http://schemas.microsoft.com/office/drawing/2014/main" id="{25896591-B8BC-47B9-AB20-B14558EEA316}"/>
              </a:ext>
            </a:extLst>
          </p:cNvPr>
          <p:cNvSpPr>
            <a:spLocks noGrp="1"/>
          </p:cNvSpPr>
          <p:nvPr/>
        </p:nvSpPr>
        <p:spPr>
          <a:xfrm>
            <a:off x="375321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F1_main_prauc_2153">
            <a:extLst>
              <a:ext uri="{FF2B5EF4-FFF2-40B4-BE49-F238E27FC236}">
                <a16:creationId xmlns:a16="http://schemas.microsoft.com/office/drawing/2014/main" id="{34C2D09D-1446-402A-92AF-200C68D67EB9}"/>
              </a:ext>
            </a:extLst>
          </p:cNvPr>
          <p:cNvSpPr>
            <a:spLocks noGrp="1"/>
          </p:cNvSpPr>
          <p:nvPr/>
        </p:nvSpPr>
        <p:spPr>
          <a:xfrm>
            <a:off x="38100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F1_main_prauc_2154">
            <a:extLst>
              <a:ext uri="{FF2B5EF4-FFF2-40B4-BE49-F238E27FC236}">
                <a16:creationId xmlns:a16="http://schemas.microsoft.com/office/drawing/2014/main" id="{E9F45D2F-7884-450E-8A22-0538FBA234A3}"/>
              </a:ext>
            </a:extLst>
          </p:cNvPr>
          <p:cNvSpPr>
            <a:spLocks noGrp="1"/>
          </p:cNvSpPr>
          <p:nvPr/>
        </p:nvSpPr>
        <p:spPr>
          <a:xfrm>
            <a:off x="39147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F1_main_prauc_2155">
            <a:extLst>
              <a:ext uri="{FF2B5EF4-FFF2-40B4-BE49-F238E27FC236}">
                <a16:creationId xmlns:a16="http://schemas.microsoft.com/office/drawing/2014/main" id="{5C6CD2F6-5A25-42F0-B2AB-25CE5815E3FA}"/>
              </a:ext>
            </a:extLst>
          </p:cNvPr>
          <p:cNvSpPr>
            <a:spLocks noGrp="1"/>
          </p:cNvSpPr>
          <p:nvPr/>
        </p:nvSpPr>
        <p:spPr>
          <a:xfrm>
            <a:off x="3862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F1_main_prauc_2156">
            <a:extLst>
              <a:ext uri="{FF2B5EF4-FFF2-40B4-BE49-F238E27FC236}">
                <a16:creationId xmlns:a16="http://schemas.microsoft.com/office/drawing/2014/main" id="{CCD66200-68CF-4828-A7F0-86845061D5F9}"/>
              </a:ext>
            </a:extLst>
          </p:cNvPr>
          <p:cNvSpPr>
            <a:spLocks noGrp="1"/>
          </p:cNvSpPr>
          <p:nvPr/>
        </p:nvSpPr>
        <p:spPr>
          <a:xfrm>
            <a:off x="3914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F1_main_prauc_2157">
            <a:extLst>
              <a:ext uri="{FF2B5EF4-FFF2-40B4-BE49-F238E27FC236}">
                <a16:creationId xmlns:a16="http://schemas.microsoft.com/office/drawing/2014/main" id="{7EBE11A3-CF67-41D4-A0E8-C162DDD88C27}"/>
              </a:ext>
            </a:extLst>
          </p:cNvPr>
          <p:cNvSpPr>
            <a:spLocks noGrp="1"/>
          </p:cNvSpPr>
          <p:nvPr/>
        </p:nvSpPr>
        <p:spPr>
          <a:xfrm>
            <a:off x="39261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F1_main_prauc_2158">
            <a:extLst>
              <a:ext uri="{FF2B5EF4-FFF2-40B4-BE49-F238E27FC236}">
                <a16:creationId xmlns:a16="http://schemas.microsoft.com/office/drawing/2014/main" id="{0DAD9C5F-9C81-4B28-8D5E-6D27EC91A58C}"/>
              </a:ext>
            </a:extLst>
          </p:cNvPr>
          <p:cNvSpPr>
            <a:spLocks noGrp="1"/>
          </p:cNvSpPr>
          <p:nvPr/>
        </p:nvSpPr>
        <p:spPr>
          <a:xfrm>
            <a:off x="37431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F1_main_prauc_2159">
            <a:extLst>
              <a:ext uri="{FF2B5EF4-FFF2-40B4-BE49-F238E27FC236}">
                <a16:creationId xmlns:a16="http://schemas.microsoft.com/office/drawing/2014/main" id="{3A5FD603-EE01-46FF-B64A-75C08C6CB7F6}"/>
              </a:ext>
            </a:extLst>
          </p:cNvPr>
          <p:cNvSpPr>
            <a:spLocks noGrp="1"/>
          </p:cNvSpPr>
          <p:nvPr/>
        </p:nvSpPr>
        <p:spPr>
          <a:xfrm>
            <a:off x="3731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F1_main_prauc_2160">
            <a:extLst>
              <a:ext uri="{FF2B5EF4-FFF2-40B4-BE49-F238E27FC236}">
                <a16:creationId xmlns:a16="http://schemas.microsoft.com/office/drawing/2014/main" id="{4BB04CB8-0BD4-4500-A2E2-E3515CA5B1C7}"/>
              </a:ext>
            </a:extLst>
          </p:cNvPr>
          <p:cNvSpPr>
            <a:spLocks noGrp="1"/>
          </p:cNvSpPr>
          <p:nvPr/>
        </p:nvSpPr>
        <p:spPr>
          <a:xfrm>
            <a:off x="39562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F1_main_prauc_2161">
            <a:extLst>
              <a:ext uri="{FF2B5EF4-FFF2-40B4-BE49-F238E27FC236}">
                <a16:creationId xmlns:a16="http://schemas.microsoft.com/office/drawing/2014/main" id="{865F569E-C933-4C66-86D5-BE3625189A2B}"/>
              </a:ext>
            </a:extLst>
          </p:cNvPr>
          <p:cNvSpPr>
            <a:spLocks noGrp="1"/>
          </p:cNvSpPr>
          <p:nvPr/>
        </p:nvSpPr>
        <p:spPr>
          <a:xfrm>
            <a:off x="38329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F1_main_prauc_2162">
            <a:extLst>
              <a:ext uri="{FF2B5EF4-FFF2-40B4-BE49-F238E27FC236}">
                <a16:creationId xmlns:a16="http://schemas.microsoft.com/office/drawing/2014/main" id="{741FE0C6-590F-4E8D-9D9D-6F80F9147FFF}"/>
              </a:ext>
            </a:extLst>
          </p:cNvPr>
          <p:cNvSpPr>
            <a:spLocks noGrp="1"/>
          </p:cNvSpPr>
          <p:nvPr/>
        </p:nvSpPr>
        <p:spPr>
          <a:xfrm>
            <a:off x="3947091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F1_main_prauc_2163">
            <a:extLst>
              <a:ext uri="{FF2B5EF4-FFF2-40B4-BE49-F238E27FC236}">
                <a16:creationId xmlns:a16="http://schemas.microsoft.com/office/drawing/2014/main" id="{A67A125D-D56F-458A-B714-F3223E69FB9F}"/>
              </a:ext>
            </a:extLst>
          </p:cNvPr>
          <p:cNvSpPr>
            <a:spLocks noGrp="1"/>
          </p:cNvSpPr>
          <p:nvPr/>
        </p:nvSpPr>
        <p:spPr>
          <a:xfrm>
            <a:off x="380254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F1_main_prauc_2164">
            <a:extLst>
              <a:ext uri="{FF2B5EF4-FFF2-40B4-BE49-F238E27FC236}">
                <a16:creationId xmlns:a16="http://schemas.microsoft.com/office/drawing/2014/main" id="{A39E51FD-36E9-41F3-B9AF-68D060809397}"/>
              </a:ext>
            </a:extLst>
          </p:cNvPr>
          <p:cNvSpPr>
            <a:spLocks noGrp="1"/>
          </p:cNvSpPr>
          <p:nvPr/>
        </p:nvSpPr>
        <p:spPr>
          <a:xfrm>
            <a:off x="382559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F1_main_prauc_2165">
            <a:extLst>
              <a:ext uri="{FF2B5EF4-FFF2-40B4-BE49-F238E27FC236}">
                <a16:creationId xmlns:a16="http://schemas.microsoft.com/office/drawing/2014/main" id="{544A89C1-59CA-480E-B87D-D64C87C0F91F}"/>
              </a:ext>
            </a:extLst>
          </p:cNvPr>
          <p:cNvSpPr>
            <a:spLocks noGrp="1"/>
          </p:cNvSpPr>
          <p:nvPr/>
        </p:nvSpPr>
        <p:spPr>
          <a:xfrm>
            <a:off x="389969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F1_main_prauc_2166">
            <a:extLst>
              <a:ext uri="{FF2B5EF4-FFF2-40B4-BE49-F238E27FC236}">
                <a16:creationId xmlns:a16="http://schemas.microsoft.com/office/drawing/2014/main" id="{0F467BDE-8924-4F18-83CC-0388E6E44A9E}"/>
              </a:ext>
            </a:extLst>
          </p:cNvPr>
          <p:cNvSpPr>
            <a:spLocks noGrp="1"/>
          </p:cNvSpPr>
          <p:nvPr/>
        </p:nvSpPr>
        <p:spPr>
          <a:xfrm>
            <a:off x="38318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F1_main_prauc_2167">
            <a:extLst>
              <a:ext uri="{FF2B5EF4-FFF2-40B4-BE49-F238E27FC236}">
                <a16:creationId xmlns:a16="http://schemas.microsoft.com/office/drawing/2014/main" id="{588BE694-C3E2-4ABD-A3EE-145E33412ACF}"/>
              </a:ext>
            </a:extLst>
          </p:cNvPr>
          <p:cNvSpPr>
            <a:spLocks noGrp="1"/>
          </p:cNvSpPr>
          <p:nvPr/>
        </p:nvSpPr>
        <p:spPr>
          <a:xfrm>
            <a:off x="3800795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F1_main_prauc_2168">
            <a:extLst>
              <a:ext uri="{FF2B5EF4-FFF2-40B4-BE49-F238E27FC236}">
                <a16:creationId xmlns:a16="http://schemas.microsoft.com/office/drawing/2014/main" id="{9C1FC7A8-0B99-4876-ABED-797B255E635D}"/>
              </a:ext>
            </a:extLst>
          </p:cNvPr>
          <p:cNvSpPr>
            <a:spLocks noGrp="1"/>
          </p:cNvSpPr>
          <p:nvPr/>
        </p:nvSpPr>
        <p:spPr>
          <a:xfrm>
            <a:off x="3838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F1_main_prauc_2169">
            <a:extLst>
              <a:ext uri="{FF2B5EF4-FFF2-40B4-BE49-F238E27FC236}">
                <a16:creationId xmlns:a16="http://schemas.microsoft.com/office/drawing/2014/main" id="{8F822D53-4CE5-47FE-BAEF-C93EA7C83896}"/>
              </a:ext>
            </a:extLst>
          </p:cNvPr>
          <p:cNvSpPr>
            <a:spLocks noGrp="1"/>
          </p:cNvSpPr>
          <p:nvPr/>
        </p:nvSpPr>
        <p:spPr>
          <a:xfrm>
            <a:off x="3820045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F1_main_prauc_2170">
            <a:extLst>
              <a:ext uri="{FF2B5EF4-FFF2-40B4-BE49-F238E27FC236}">
                <a16:creationId xmlns:a16="http://schemas.microsoft.com/office/drawing/2014/main" id="{264B68CC-D406-44DA-9F83-A5F4F826D888}"/>
              </a:ext>
            </a:extLst>
          </p:cNvPr>
          <p:cNvSpPr>
            <a:spLocks noGrp="1"/>
          </p:cNvSpPr>
          <p:nvPr/>
        </p:nvSpPr>
        <p:spPr>
          <a:xfrm>
            <a:off x="37614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F1_main_prauc_2171">
            <a:extLst>
              <a:ext uri="{FF2B5EF4-FFF2-40B4-BE49-F238E27FC236}">
                <a16:creationId xmlns:a16="http://schemas.microsoft.com/office/drawing/2014/main" id="{66BD6568-22A3-438C-BB7F-4B89FAB75788}"/>
              </a:ext>
            </a:extLst>
          </p:cNvPr>
          <p:cNvSpPr>
            <a:spLocks noGrp="1"/>
          </p:cNvSpPr>
          <p:nvPr/>
        </p:nvSpPr>
        <p:spPr>
          <a:xfrm>
            <a:off x="38247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F1_main_prauc_2172">
            <a:extLst>
              <a:ext uri="{FF2B5EF4-FFF2-40B4-BE49-F238E27FC236}">
                <a16:creationId xmlns:a16="http://schemas.microsoft.com/office/drawing/2014/main" id="{A66D5FE3-2B0D-47CD-90FC-2A6BCBEB1C0E}"/>
              </a:ext>
            </a:extLst>
          </p:cNvPr>
          <p:cNvSpPr>
            <a:spLocks noGrp="1"/>
          </p:cNvSpPr>
          <p:nvPr/>
        </p:nvSpPr>
        <p:spPr>
          <a:xfrm>
            <a:off x="37085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F1_main_prauc_2173">
            <a:extLst>
              <a:ext uri="{FF2B5EF4-FFF2-40B4-BE49-F238E27FC236}">
                <a16:creationId xmlns:a16="http://schemas.microsoft.com/office/drawing/2014/main" id="{E8590597-8F38-4390-9A19-0D544AEDA4F7}"/>
              </a:ext>
            </a:extLst>
          </p:cNvPr>
          <p:cNvSpPr>
            <a:spLocks noGrp="1"/>
          </p:cNvSpPr>
          <p:nvPr/>
        </p:nvSpPr>
        <p:spPr>
          <a:xfrm>
            <a:off x="3945496" y="52694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F1_main_prauc_2174">
            <a:extLst>
              <a:ext uri="{FF2B5EF4-FFF2-40B4-BE49-F238E27FC236}">
                <a16:creationId xmlns:a16="http://schemas.microsoft.com/office/drawing/2014/main" id="{DF6878BD-975F-4D15-8325-B6DCA456E60A}"/>
              </a:ext>
            </a:extLst>
          </p:cNvPr>
          <p:cNvSpPr>
            <a:spLocks noGrp="1"/>
          </p:cNvSpPr>
          <p:nvPr/>
        </p:nvSpPr>
        <p:spPr>
          <a:xfrm>
            <a:off x="37186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F1_main_prauc_2175">
            <a:extLst>
              <a:ext uri="{FF2B5EF4-FFF2-40B4-BE49-F238E27FC236}">
                <a16:creationId xmlns:a16="http://schemas.microsoft.com/office/drawing/2014/main" id="{AFC235ED-E7C1-4671-8EEF-1C705F7FDA94}"/>
              </a:ext>
            </a:extLst>
          </p:cNvPr>
          <p:cNvSpPr>
            <a:spLocks noGrp="1"/>
          </p:cNvSpPr>
          <p:nvPr/>
        </p:nvSpPr>
        <p:spPr>
          <a:xfrm>
            <a:off x="3725265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F1_main_prauc_2176">
            <a:extLst>
              <a:ext uri="{FF2B5EF4-FFF2-40B4-BE49-F238E27FC236}">
                <a16:creationId xmlns:a16="http://schemas.microsoft.com/office/drawing/2014/main" id="{EBF4F19C-694E-4249-A32A-0039BE2CAFC9}"/>
              </a:ext>
            </a:extLst>
          </p:cNvPr>
          <p:cNvSpPr>
            <a:spLocks noGrp="1"/>
          </p:cNvSpPr>
          <p:nvPr/>
        </p:nvSpPr>
        <p:spPr>
          <a:xfrm>
            <a:off x="3862998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F1_main_prauc_2177">
            <a:extLst>
              <a:ext uri="{FF2B5EF4-FFF2-40B4-BE49-F238E27FC236}">
                <a16:creationId xmlns:a16="http://schemas.microsoft.com/office/drawing/2014/main" id="{05DB57E9-CA88-46B5-A909-6477CBB037F7}"/>
              </a:ext>
            </a:extLst>
          </p:cNvPr>
          <p:cNvSpPr>
            <a:spLocks noGrp="1"/>
          </p:cNvSpPr>
          <p:nvPr/>
        </p:nvSpPr>
        <p:spPr>
          <a:xfrm>
            <a:off x="3753161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F1_main_prauc_2178">
            <a:extLst>
              <a:ext uri="{FF2B5EF4-FFF2-40B4-BE49-F238E27FC236}">
                <a16:creationId xmlns:a16="http://schemas.microsoft.com/office/drawing/2014/main" id="{46B9375D-4BB0-45D0-BFEF-2D64B2DDD169}"/>
              </a:ext>
            </a:extLst>
          </p:cNvPr>
          <p:cNvSpPr>
            <a:spLocks noGrp="1"/>
          </p:cNvSpPr>
          <p:nvPr/>
        </p:nvSpPr>
        <p:spPr>
          <a:xfrm>
            <a:off x="3930009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F1_main_prauc_2179">
            <a:extLst>
              <a:ext uri="{FF2B5EF4-FFF2-40B4-BE49-F238E27FC236}">
                <a16:creationId xmlns:a16="http://schemas.microsoft.com/office/drawing/2014/main" id="{FBAC6939-7EAD-410C-ABD9-144F104C48E5}"/>
              </a:ext>
            </a:extLst>
          </p:cNvPr>
          <p:cNvSpPr>
            <a:spLocks noGrp="1"/>
          </p:cNvSpPr>
          <p:nvPr/>
        </p:nvSpPr>
        <p:spPr>
          <a:xfrm>
            <a:off x="379638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F1_main_prauc_2180">
            <a:extLst>
              <a:ext uri="{FF2B5EF4-FFF2-40B4-BE49-F238E27FC236}">
                <a16:creationId xmlns:a16="http://schemas.microsoft.com/office/drawing/2014/main" id="{6ADFEC7F-1A29-482B-9997-A14B2704DF62}"/>
              </a:ext>
            </a:extLst>
          </p:cNvPr>
          <p:cNvSpPr>
            <a:spLocks noGrp="1"/>
          </p:cNvSpPr>
          <p:nvPr/>
        </p:nvSpPr>
        <p:spPr>
          <a:xfrm>
            <a:off x="3937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F1_main_prauc_2181">
            <a:extLst>
              <a:ext uri="{FF2B5EF4-FFF2-40B4-BE49-F238E27FC236}">
                <a16:creationId xmlns:a16="http://schemas.microsoft.com/office/drawing/2014/main" id="{C8D7AA02-6FA1-4321-A11D-1889F182BDA5}"/>
              </a:ext>
            </a:extLst>
          </p:cNvPr>
          <p:cNvSpPr>
            <a:spLocks noGrp="1"/>
          </p:cNvSpPr>
          <p:nvPr/>
        </p:nvSpPr>
        <p:spPr>
          <a:xfrm>
            <a:off x="39421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F1_main_prauc_2182">
            <a:extLst>
              <a:ext uri="{FF2B5EF4-FFF2-40B4-BE49-F238E27FC236}">
                <a16:creationId xmlns:a16="http://schemas.microsoft.com/office/drawing/2014/main" id="{8BB98E0D-8C0B-49AA-8839-EB1502634DB5}"/>
              </a:ext>
            </a:extLst>
          </p:cNvPr>
          <p:cNvSpPr>
            <a:spLocks noGrp="1"/>
          </p:cNvSpPr>
          <p:nvPr/>
        </p:nvSpPr>
        <p:spPr>
          <a:xfrm>
            <a:off x="3948399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F1_main_prauc_2183">
            <a:extLst>
              <a:ext uri="{FF2B5EF4-FFF2-40B4-BE49-F238E27FC236}">
                <a16:creationId xmlns:a16="http://schemas.microsoft.com/office/drawing/2014/main" id="{6502F1FD-62BC-4CDD-817F-CBA6F6E9E3A5}"/>
              </a:ext>
            </a:extLst>
          </p:cNvPr>
          <p:cNvSpPr>
            <a:spLocks noGrp="1"/>
          </p:cNvSpPr>
          <p:nvPr/>
        </p:nvSpPr>
        <p:spPr>
          <a:xfrm>
            <a:off x="3753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F1_main_prauc_2184">
            <a:extLst>
              <a:ext uri="{FF2B5EF4-FFF2-40B4-BE49-F238E27FC236}">
                <a16:creationId xmlns:a16="http://schemas.microsoft.com/office/drawing/2014/main" id="{3C7C89BB-94D6-45C2-9981-437D6C07A709}"/>
              </a:ext>
            </a:extLst>
          </p:cNvPr>
          <p:cNvSpPr>
            <a:spLocks noGrp="1"/>
          </p:cNvSpPr>
          <p:nvPr/>
        </p:nvSpPr>
        <p:spPr>
          <a:xfrm>
            <a:off x="3765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F1_main_prauc_2185">
            <a:extLst>
              <a:ext uri="{FF2B5EF4-FFF2-40B4-BE49-F238E27FC236}">
                <a16:creationId xmlns:a16="http://schemas.microsoft.com/office/drawing/2014/main" id="{858D1C29-F00F-47EA-AC61-D1FA58D9DF2D}"/>
              </a:ext>
            </a:extLst>
          </p:cNvPr>
          <p:cNvSpPr>
            <a:spLocks noGrp="1"/>
          </p:cNvSpPr>
          <p:nvPr/>
        </p:nvSpPr>
        <p:spPr>
          <a:xfrm>
            <a:off x="371416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F1_main_prauc_2186">
            <a:extLst>
              <a:ext uri="{FF2B5EF4-FFF2-40B4-BE49-F238E27FC236}">
                <a16:creationId xmlns:a16="http://schemas.microsoft.com/office/drawing/2014/main" id="{3045F781-91FD-4D5E-9828-1A375F2E2123}"/>
              </a:ext>
            </a:extLst>
          </p:cNvPr>
          <p:cNvSpPr>
            <a:spLocks noGrp="1"/>
          </p:cNvSpPr>
          <p:nvPr/>
        </p:nvSpPr>
        <p:spPr>
          <a:xfrm>
            <a:off x="3726000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F1_main_prauc_2187">
            <a:extLst>
              <a:ext uri="{FF2B5EF4-FFF2-40B4-BE49-F238E27FC236}">
                <a16:creationId xmlns:a16="http://schemas.microsoft.com/office/drawing/2014/main" id="{7A5E09E3-7A80-4B29-AE84-AF3C99619427}"/>
              </a:ext>
            </a:extLst>
          </p:cNvPr>
          <p:cNvSpPr>
            <a:spLocks noGrp="1"/>
          </p:cNvSpPr>
          <p:nvPr/>
        </p:nvSpPr>
        <p:spPr>
          <a:xfrm>
            <a:off x="38936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F1_main_prauc_2188">
            <a:extLst>
              <a:ext uri="{FF2B5EF4-FFF2-40B4-BE49-F238E27FC236}">
                <a16:creationId xmlns:a16="http://schemas.microsoft.com/office/drawing/2014/main" id="{AF7EAFC2-DCFC-40AD-BEE9-7CCFAC14ACEE}"/>
              </a:ext>
            </a:extLst>
          </p:cNvPr>
          <p:cNvSpPr>
            <a:spLocks noGrp="1"/>
          </p:cNvSpPr>
          <p:nvPr/>
        </p:nvSpPr>
        <p:spPr>
          <a:xfrm>
            <a:off x="3858850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F1_main_prauc_2189">
            <a:extLst>
              <a:ext uri="{FF2B5EF4-FFF2-40B4-BE49-F238E27FC236}">
                <a16:creationId xmlns:a16="http://schemas.microsoft.com/office/drawing/2014/main" id="{86035ECC-63BC-4F01-B619-3688EDF3231C}"/>
              </a:ext>
            </a:extLst>
          </p:cNvPr>
          <p:cNvSpPr>
            <a:spLocks noGrp="1"/>
          </p:cNvSpPr>
          <p:nvPr/>
        </p:nvSpPr>
        <p:spPr>
          <a:xfrm>
            <a:off x="384335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F1_main_prauc_2190">
            <a:extLst>
              <a:ext uri="{FF2B5EF4-FFF2-40B4-BE49-F238E27FC236}">
                <a16:creationId xmlns:a16="http://schemas.microsoft.com/office/drawing/2014/main" id="{25EFF1E3-F412-442E-BCC0-DE585D6C4F44}"/>
              </a:ext>
            </a:extLst>
          </p:cNvPr>
          <p:cNvSpPr>
            <a:spLocks noGrp="1"/>
          </p:cNvSpPr>
          <p:nvPr/>
        </p:nvSpPr>
        <p:spPr>
          <a:xfrm>
            <a:off x="39399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F1_main_prauc_2191">
            <a:extLst>
              <a:ext uri="{FF2B5EF4-FFF2-40B4-BE49-F238E27FC236}">
                <a16:creationId xmlns:a16="http://schemas.microsoft.com/office/drawing/2014/main" id="{F1A13866-A1D0-4C06-A69D-DFB4331FDF08}"/>
              </a:ext>
            </a:extLst>
          </p:cNvPr>
          <p:cNvSpPr>
            <a:spLocks noGrp="1"/>
          </p:cNvSpPr>
          <p:nvPr/>
        </p:nvSpPr>
        <p:spPr>
          <a:xfrm>
            <a:off x="38303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F1_main_prauc_2192">
            <a:extLst>
              <a:ext uri="{FF2B5EF4-FFF2-40B4-BE49-F238E27FC236}">
                <a16:creationId xmlns:a16="http://schemas.microsoft.com/office/drawing/2014/main" id="{5B9657B9-57E4-473F-B38C-6308CA938718}"/>
              </a:ext>
            </a:extLst>
          </p:cNvPr>
          <p:cNvSpPr>
            <a:spLocks noGrp="1"/>
          </p:cNvSpPr>
          <p:nvPr/>
        </p:nvSpPr>
        <p:spPr>
          <a:xfrm>
            <a:off x="38305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F1_main_prauc_2193">
            <a:extLst>
              <a:ext uri="{FF2B5EF4-FFF2-40B4-BE49-F238E27FC236}">
                <a16:creationId xmlns:a16="http://schemas.microsoft.com/office/drawing/2014/main" id="{5105E0FC-D18F-4174-890D-9A67203C08CD}"/>
              </a:ext>
            </a:extLst>
          </p:cNvPr>
          <p:cNvSpPr>
            <a:spLocks noGrp="1"/>
          </p:cNvSpPr>
          <p:nvPr/>
        </p:nvSpPr>
        <p:spPr>
          <a:xfrm>
            <a:off x="39254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F1_main_prauc_2194">
            <a:extLst>
              <a:ext uri="{FF2B5EF4-FFF2-40B4-BE49-F238E27FC236}">
                <a16:creationId xmlns:a16="http://schemas.microsoft.com/office/drawing/2014/main" id="{F5A7AED6-94BE-45DE-9B04-784B5FBD27B4}"/>
              </a:ext>
            </a:extLst>
          </p:cNvPr>
          <p:cNvSpPr>
            <a:spLocks noGrp="1"/>
          </p:cNvSpPr>
          <p:nvPr/>
        </p:nvSpPr>
        <p:spPr>
          <a:xfrm>
            <a:off x="3839413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F1_main_prauc_2195">
            <a:extLst>
              <a:ext uri="{FF2B5EF4-FFF2-40B4-BE49-F238E27FC236}">
                <a16:creationId xmlns:a16="http://schemas.microsoft.com/office/drawing/2014/main" id="{A753C126-039D-45F6-9488-77458EA15525}"/>
              </a:ext>
            </a:extLst>
          </p:cNvPr>
          <p:cNvSpPr>
            <a:spLocks noGrp="1"/>
          </p:cNvSpPr>
          <p:nvPr/>
        </p:nvSpPr>
        <p:spPr>
          <a:xfrm>
            <a:off x="38505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F1_main_prauc_2196">
            <a:extLst>
              <a:ext uri="{FF2B5EF4-FFF2-40B4-BE49-F238E27FC236}">
                <a16:creationId xmlns:a16="http://schemas.microsoft.com/office/drawing/2014/main" id="{AE46A815-C531-4106-8556-6EE1A849A42C}"/>
              </a:ext>
            </a:extLst>
          </p:cNvPr>
          <p:cNvSpPr>
            <a:spLocks noGrp="1"/>
          </p:cNvSpPr>
          <p:nvPr/>
        </p:nvSpPr>
        <p:spPr>
          <a:xfrm>
            <a:off x="371194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F1_main_prauc_2197">
            <a:extLst>
              <a:ext uri="{FF2B5EF4-FFF2-40B4-BE49-F238E27FC236}">
                <a16:creationId xmlns:a16="http://schemas.microsoft.com/office/drawing/2014/main" id="{9009CDC3-1BB4-42B7-8DB9-E96BB93EAE9A}"/>
              </a:ext>
            </a:extLst>
          </p:cNvPr>
          <p:cNvSpPr>
            <a:spLocks noGrp="1"/>
          </p:cNvSpPr>
          <p:nvPr/>
        </p:nvSpPr>
        <p:spPr>
          <a:xfrm>
            <a:off x="3749276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F1_main_prauc_2198">
            <a:extLst>
              <a:ext uri="{FF2B5EF4-FFF2-40B4-BE49-F238E27FC236}">
                <a16:creationId xmlns:a16="http://schemas.microsoft.com/office/drawing/2014/main" id="{1D7B0054-83F0-48E7-843A-F8F09A344BA4}"/>
              </a:ext>
            </a:extLst>
          </p:cNvPr>
          <p:cNvSpPr>
            <a:spLocks noGrp="1"/>
          </p:cNvSpPr>
          <p:nvPr/>
        </p:nvSpPr>
        <p:spPr>
          <a:xfrm>
            <a:off x="3780206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F1_main_prauc_2199">
            <a:extLst>
              <a:ext uri="{FF2B5EF4-FFF2-40B4-BE49-F238E27FC236}">
                <a16:creationId xmlns:a16="http://schemas.microsoft.com/office/drawing/2014/main" id="{DEFAB983-15D9-4875-98F7-64B11FB964F3}"/>
              </a:ext>
            </a:extLst>
          </p:cNvPr>
          <p:cNvSpPr>
            <a:spLocks noGrp="1"/>
          </p:cNvSpPr>
          <p:nvPr/>
        </p:nvSpPr>
        <p:spPr>
          <a:xfrm>
            <a:off x="373535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F1_main_prauc_2200">
            <a:extLst>
              <a:ext uri="{FF2B5EF4-FFF2-40B4-BE49-F238E27FC236}">
                <a16:creationId xmlns:a16="http://schemas.microsoft.com/office/drawing/2014/main" id="{1F426C69-B1E9-4359-94A8-2AB1385631B9}"/>
              </a:ext>
            </a:extLst>
          </p:cNvPr>
          <p:cNvSpPr>
            <a:spLocks noGrp="1"/>
          </p:cNvSpPr>
          <p:nvPr/>
        </p:nvSpPr>
        <p:spPr>
          <a:xfrm>
            <a:off x="3870704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F1_main_prauc_2201">
            <a:extLst>
              <a:ext uri="{FF2B5EF4-FFF2-40B4-BE49-F238E27FC236}">
                <a16:creationId xmlns:a16="http://schemas.microsoft.com/office/drawing/2014/main" id="{2BF529AC-3E5D-4288-911B-9411CB453637}"/>
              </a:ext>
            </a:extLst>
          </p:cNvPr>
          <p:cNvSpPr>
            <a:spLocks noGrp="1"/>
          </p:cNvSpPr>
          <p:nvPr/>
        </p:nvSpPr>
        <p:spPr>
          <a:xfrm>
            <a:off x="3856885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F1_main_prauc_2202">
            <a:extLst>
              <a:ext uri="{FF2B5EF4-FFF2-40B4-BE49-F238E27FC236}">
                <a16:creationId xmlns:a16="http://schemas.microsoft.com/office/drawing/2014/main" id="{CFAB333E-DC40-40AB-A039-8E2B58BB4F09}"/>
              </a:ext>
            </a:extLst>
          </p:cNvPr>
          <p:cNvSpPr>
            <a:spLocks noGrp="1"/>
          </p:cNvSpPr>
          <p:nvPr/>
        </p:nvSpPr>
        <p:spPr>
          <a:xfrm>
            <a:off x="3747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F1_main_prauc_2203">
            <a:extLst>
              <a:ext uri="{FF2B5EF4-FFF2-40B4-BE49-F238E27FC236}">
                <a16:creationId xmlns:a16="http://schemas.microsoft.com/office/drawing/2014/main" id="{819581A4-CE06-428E-AA01-B289946E85BB}"/>
              </a:ext>
            </a:extLst>
          </p:cNvPr>
          <p:cNvSpPr>
            <a:spLocks noGrp="1"/>
          </p:cNvSpPr>
          <p:nvPr/>
        </p:nvSpPr>
        <p:spPr>
          <a:xfrm>
            <a:off x="379961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F1_main_prauc_2204">
            <a:extLst>
              <a:ext uri="{FF2B5EF4-FFF2-40B4-BE49-F238E27FC236}">
                <a16:creationId xmlns:a16="http://schemas.microsoft.com/office/drawing/2014/main" id="{0777AE8D-ECCA-4C45-96DD-CA7B56A2BF7B}"/>
              </a:ext>
            </a:extLst>
          </p:cNvPr>
          <p:cNvSpPr>
            <a:spLocks noGrp="1"/>
          </p:cNvSpPr>
          <p:nvPr/>
        </p:nvSpPr>
        <p:spPr>
          <a:xfrm>
            <a:off x="373555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F1_main_prauc_2205">
            <a:extLst>
              <a:ext uri="{FF2B5EF4-FFF2-40B4-BE49-F238E27FC236}">
                <a16:creationId xmlns:a16="http://schemas.microsoft.com/office/drawing/2014/main" id="{82ABEF1D-B9C9-4771-83CC-2E0B3C5EA4A3}"/>
              </a:ext>
            </a:extLst>
          </p:cNvPr>
          <p:cNvSpPr>
            <a:spLocks noGrp="1"/>
          </p:cNvSpPr>
          <p:nvPr/>
        </p:nvSpPr>
        <p:spPr>
          <a:xfrm>
            <a:off x="3714208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F1_main_prauc_2206">
            <a:extLst>
              <a:ext uri="{FF2B5EF4-FFF2-40B4-BE49-F238E27FC236}">
                <a16:creationId xmlns:a16="http://schemas.microsoft.com/office/drawing/2014/main" id="{097AB53E-C5DC-4385-B606-EA1CA80BF0CC}"/>
              </a:ext>
            </a:extLst>
          </p:cNvPr>
          <p:cNvSpPr>
            <a:spLocks noGrp="1"/>
          </p:cNvSpPr>
          <p:nvPr/>
        </p:nvSpPr>
        <p:spPr>
          <a:xfrm>
            <a:off x="3749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F1_main_prauc_2207">
            <a:extLst>
              <a:ext uri="{FF2B5EF4-FFF2-40B4-BE49-F238E27FC236}">
                <a16:creationId xmlns:a16="http://schemas.microsoft.com/office/drawing/2014/main" id="{6A8F3F75-225A-445F-B92D-1A02F1C8B76D}"/>
              </a:ext>
            </a:extLst>
          </p:cNvPr>
          <p:cNvSpPr>
            <a:spLocks noGrp="1"/>
          </p:cNvSpPr>
          <p:nvPr/>
        </p:nvSpPr>
        <p:spPr>
          <a:xfrm>
            <a:off x="3767015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F1_main_prauc_2208">
            <a:extLst>
              <a:ext uri="{FF2B5EF4-FFF2-40B4-BE49-F238E27FC236}">
                <a16:creationId xmlns:a16="http://schemas.microsoft.com/office/drawing/2014/main" id="{3244D51E-C6D3-45EE-9462-9D7787D03617}"/>
              </a:ext>
            </a:extLst>
          </p:cNvPr>
          <p:cNvSpPr>
            <a:spLocks noGrp="1"/>
          </p:cNvSpPr>
          <p:nvPr/>
        </p:nvSpPr>
        <p:spPr>
          <a:xfrm>
            <a:off x="5360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F1_main_prauc_2209">
            <a:extLst>
              <a:ext uri="{FF2B5EF4-FFF2-40B4-BE49-F238E27FC236}">
                <a16:creationId xmlns:a16="http://schemas.microsoft.com/office/drawing/2014/main" id="{0A0D2966-648E-4794-920D-3F77B815F5C0}"/>
              </a:ext>
            </a:extLst>
          </p:cNvPr>
          <p:cNvSpPr>
            <a:spLocks noGrp="1"/>
          </p:cNvSpPr>
          <p:nvPr/>
        </p:nvSpPr>
        <p:spPr>
          <a:xfrm>
            <a:off x="54665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F1_main_prauc_2210">
            <a:extLst>
              <a:ext uri="{FF2B5EF4-FFF2-40B4-BE49-F238E27FC236}">
                <a16:creationId xmlns:a16="http://schemas.microsoft.com/office/drawing/2014/main" id="{5DF7F105-D749-4DCD-9103-AD96018CD927}"/>
              </a:ext>
            </a:extLst>
          </p:cNvPr>
          <p:cNvSpPr>
            <a:spLocks noGrp="1"/>
          </p:cNvSpPr>
          <p:nvPr/>
        </p:nvSpPr>
        <p:spPr>
          <a:xfrm>
            <a:off x="54272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F1_main_prauc_2211">
            <a:extLst>
              <a:ext uri="{FF2B5EF4-FFF2-40B4-BE49-F238E27FC236}">
                <a16:creationId xmlns:a16="http://schemas.microsoft.com/office/drawing/2014/main" id="{25B9B833-C7C5-42F6-A593-815ECA7677DC}"/>
              </a:ext>
            </a:extLst>
          </p:cNvPr>
          <p:cNvSpPr>
            <a:spLocks noGrp="1"/>
          </p:cNvSpPr>
          <p:nvPr/>
        </p:nvSpPr>
        <p:spPr>
          <a:xfrm>
            <a:off x="5393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F1_main_prauc_2212">
            <a:extLst>
              <a:ext uri="{FF2B5EF4-FFF2-40B4-BE49-F238E27FC236}">
                <a16:creationId xmlns:a16="http://schemas.microsoft.com/office/drawing/2014/main" id="{F8B7EDA2-0C0C-41FE-9AA6-A4A85507D2A1}"/>
              </a:ext>
            </a:extLst>
          </p:cNvPr>
          <p:cNvSpPr>
            <a:spLocks noGrp="1"/>
          </p:cNvSpPr>
          <p:nvPr/>
        </p:nvSpPr>
        <p:spPr>
          <a:xfrm>
            <a:off x="5300447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F1_main_prauc_2213">
            <a:extLst>
              <a:ext uri="{FF2B5EF4-FFF2-40B4-BE49-F238E27FC236}">
                <a16:creationId xmlns:a16="http://schemas.microsoft.com/office/drawing/2014/main" id="{69386548-A18D-4711-8030-9AADC85FA91C}"/>
              </a:ext>
            </a:extLst>
          </p:cNvPr>
          <p:cNvSpPr>
            <a:spLocks noGrp="1"/>
          </p:cNvSpPr>
          <p:nvPr/>
        </p:nvSpPr>
        <p:spPr>
          <a:xfrm>
            <a:off x="54360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F1_main_prauc_2214">
            <a:extLst>
              <a:ext uri="{FF2B5EF4-FFF2-40B4-BE49-F238E27FC236}">
                <a16:creationId xmlns:a16="http://schemas.microsoft.com/office/drawing/2014/main" id="{0AE8EA20-CE06-466D-938F-79C26B74FB38}"/>
              </a:ext>
            </a:extLst>
          </p:cNvPr>
          <p:cNvSpPr>
            <a:spLocks noGrp="1"/>
          </p:cNvSpPr>
          <p:nvPr/>
        </p:nvSpPr>
        <p:spPr>
          <a:xfrm>
            <a:off x="5298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F1_main_prauc_2215">
            <a:extLst>
              <a:ext uri="{FF2B5EF4-FFF2-40B4-BE49-F238E27FC236}">
                <a16:creationId xmlns:a16="http://schemas.microsoft.com/office/drawing/2014/main" id="{63D618D6-A2D3-4FD9-9717-F4EEEADD88D4}"/>
              </a:ext>
            </a:extLst>
          </p:cNvPr>
          <p:cNvSpPr>
            <a:spLocks noGrp="1"/>
          </p:cNvSpPr>
          <p:nvPr/>
        </p:nvSpPr>
        <p:spPr>
          <a:xfrm>
            <a:off x="530615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F1_main_prauc_2216">
            <a:extLst>
              <a:ext uri="{FF2B5EF4-FFF2-40B4-BE49-F238E27FC236}">
                <a16:creationId xmlns:a16="http://schemas.microsoft.com/office/drawing/2014/main" id="{8A34C630-CC44-4876-A768-291CA5354BD5}"/>
              </a:ext>
            </a:extLst>
          </p:cNvPr>
          <p:cNvSpPr>
            <a:spLocks noGrp="1"/>
          </p:cNvSpPr>
          <p:nvPr/>
        </p:nvSpPr>
        <p:spPr>
          <a:xfrm>
            <a:off x="54767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F1_main_prauc_2217">
            <a:extLst>
              <a:ext uri="{FF2B5EF4-FFF2-40B4-BE49-F238E27FC236}">
                <a16:creationId xmlns:a16="http://schemas.microsoft.com/office/drawing/2014/main" id="{2813FBF9-2150-48EF-8DAA-43B51790B763}"/>
              </a:ext>
            </a:extLst>
          </p:cNvPr>
          <p:cNvSpPr>
            <a:spLocks noGrp="1"/>
          </p:cNvSpPr>
          <p:nvPr/>
        </p:nvSpPr>
        <p:spPr>
          <a:xfrm>
            <a:off x="528917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F1_main_prauc_2218">
            <a:extLst>
              <a:ext uri="{FF2B5EF4-FFF2-40B4-BE49-F238E27FC236}">
                <a16:creationId xmlns:a16="http://schemas.microsoft.com/office/drawing/2014/main" id="{302F05A0-D14C-4DE6-A39A-8F5480C50CD2}"/>
              </a:ext>
            </a:extLst>
          </p:cNvPr>
          <p:cNvSpPr>
            <a:spLocks noGrp="1"/>
          </p:cNvSpPr>
          <p:nvPr/>
        </p:nvSpPr>
        <p:spPr>
          <a:xfrm>
            <a:off x="5281320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F1_main_prauc_2219">
            <a:extLst>
              <a:ext uri="{FF2B5EF4-FFF2-40B4-BE49-F238E27FC236}">
                <a16:creationId xmlns:a16="http://schemas.microsoft.com/office/drawing/2014/main" id="{FC6FAA86-9ECB-47A9-A9FC-9223B09E4C45}"/>
              </a:ext>
            </a:extLst>
          </p:cNvPr>
          <p:cNvSpPr>
            <a:spLocks noGrp="1"/>
          </p:cNvSpPr>
          <p:nvPr/>
        </p:nvSpPr>
        <p:spPr>
          <a:xfrm>
            <a:off x="55074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F1_main_prauc_2220">
            <a:extLst>
              <a:ext uri="{FF2B5EF4-FFF2-40B4-BE49-F238E27FC236}">
                <a16:creationId xmlns:a16="http://schemas.microsoft.com/office/drawing/2014/main" id="{D677713D-0B22-4525-8003-2217A2277D19}"/>
              </a:ext>
            </a:extLst>
          </p:cNvPr>
          <p:cNvSpPr>
            <a:spLocks noGrp="1"/>
          </p:cNvSpPr>
          <p:nvPr/>
        </p:nvSpPr>
        <p:spPr>
          <a:xfrm>
            <a:off x="549455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F1_main_prauc_2221">
            <a:extLst>
              <a:ext uri="{FF2B5EF4-FFF2-40B4-BE49-F238E27FC236}">
                <a16:creationId xmlns:a16="http://schemas.microsoft.com/office/drawing/2014/main" id="{3BF2E24D-70EF-44C2-A5C3-784A0F5AD378}"/>
              </a:ext>
            </a:extLst>
          </p:cNvPr>
          <p:cNvSpPr>
            <a:spLocks noGrp="1"/>
          </p:cNvSpPr>
          <p:nvPr/>
        </p:nvSpPr>
        <p:spPr>
          <a:xfrm>
            <a:off x="5527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F1_main_prauc_2222">
            <a:extLst>
              <a:ext uri="{FF2B5EF4-FFF2-40B4-BE49-F238E27FC236}">
                <a16:creationId xmlns:a16="http://schemas.microsoft.com/office/drawing/2014/main" id="{4388BFD3-216A-4535-817F-AF9700A1B2DB}"/>
              </a:ext>
            </a:extLst>
          </p:cNvPr>
          <p:cNvSpPr>
            <a:spLocks noGrp="1"/>
          </p:cNvSpPr>
          <p:nvPr/>
        </p:nvSpPr>
        <p:spPr>
          <a:xfrm>
            <a:off x="5500020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F1_main_prauc_2223">
            <a:extLst>
              <a:ext uri="{FF2B5EF4-FFF2-40B4-BE49-F238E27FC236}">
                <a16:creationId xmlns:a16="http://schemas.microsoft.com/office/drawing/2014/main" id="{F293BC6C-94A9-452A-B51B-92D31C8A08BB}"/>
              </a:ext>
            </a:extLst>
          </p:cNvPr>
          <p:cNvSpPr>
            <a:spLocks noGrp="1"/>
          </p:cNvSpPr>
          <p:nvPr/>
        </p:nvSpPr>
        <p:spPr>
          <a:xfrm>
            <a:off x="55099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F1_main_prauc_2224">
            <a:extLst>
              <a:ext uri="{FF2B5EF4-FFF2-40B4-BE49-F238E27FC236}">
                <a16:creationId xmlns:a16="http://schemas.microsoft.com/office/drawing/2014/main" id="{3934092D-BA19-4614-9AA7-8B2E1C5CDF0A}"/>
              </a:ext>
            </a:extLst>
          </p:cNvPr>
          <p:cNvSpPr>
            <a:spLocks noGrp="1"/>
          </p:cNvSpPr>
          <p:nvPr/>
        </p:nvSpPr>
        <p:spPr>
          <a:xfrm>
            <a:off x="54596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F1_main_prauc_2225">
            <a:extLst>
              <a:ext uri="{FF2B5EF4-FFF2-40B4-BE49-F238E27FC236}">
                <a16:creationId xmlns:a16="http://schemas.microsoft.com/office/drawing/2014/main" id="{04D28E31-FBA2-4F04-8811-133D0C3DB640}"/>
              </a:ext>
            </a:extLst>
          </p:cNvPr>
          <p:cNvSpPr>
            <a:spLocks noGrp="1"/>
          </p:cNvSpPr>
          <p:nvPr/>
        </p:nvSpPr>
        <p:spPr>
          <a:xfrm>
            <a:off x="5526601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F1_main_prauc_2226">
            <a:extLst>
              <a:ext uri="{FF2B5EF4-FFF2-40B4-BE49-F238E27FC236}">
                <a16:creationId xmlns:a16="http://schemas.microsoft.com/office/drawing/2014/main" id="{8538CFD6-AD52-46C8-808D-C0BB378BF355}"/>
              </a:ext>
            </a:extLst>
          </p:cNvPr>
          <p:cNvSpPr>
            <a:spLocks noGrp="1"/>
          </p:cNvSpPr>
          <p:nvPr/>
        </p:nvSpPr>
        <p:spPr>
          <a:xfrm>
            <a:off x="5475456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F1_main_prauc_2227">
            <a:extLst>
              <a:ext uri="{FF2B5EF4-FFF2-40B4-BE49-F238E27FC236}">
                <a16:creationId xmlns:a16="http://schemas.microsoft.com/office/drawing/2014/main" id="{2197A6DA-7AFE-4EB8-933D-2938380983DC}"/>
              </a:ext>
            </a:extLst>
          </p:cNvPr>
          <p:cNvSpPr>
            <a:spLocks noGrp="1"/>
          </p:cNvSpPr>
          <p:nvPr/>
        </p:nvSpPr>
        <p:spPr>
          <a:xfrm>
            <a:off x="5347989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F1_main_prauc_2228">
            <a:extLst>
              <a:ext uri="{FF2B5EF4-FFF2-40B4-BE49-F238E27FC236}">
                <a16:creationId xmlns:a16="http://schemas.microsoft.com/office/drawing/2014/main" id="{27558B53-3E95-456C-992A-69C98278FA75}"/>
              </a:ext>
            </a:extLst>
          </p:cNvPr>
          <p:cNvSpPr>
            <a:spLocks noGrp="1"/>
          </p:cNvSpPr>
          <p:nvPr/>
        </p:nvSpPr>
        <p:spPr>
          <a:xfrm>
            <a:off x="5336055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F1_main_prauc_2229">
            <a:extLst>
              <a:ext uri="{FF2B5EF4-FFF2-40B4-BE49-F238E27FC236}">
                <a16:creationId xmlns:a16="http://schemas.microsoft.com/office/drawing/2014/main" id="{E1A63D8A-46DE-490F-B7C5-AAD01ADA90F3}"/>
              </a:ext>
            </a:extLst>
          </p:cNvPr>
          <p:cNvSpPr>
            <a:spLocks noGrp="1"/>
          </p:cNvSpPr>
          <p:nvPr/>
        </p:nvSpPr>
        <p:spPr>
          <a:xfrm>
            <a:off x="54884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F1_main_prauc_2230">
            <a:extLst>
              <a:ext uri="{FF2B5EF4-FFF2-40B4-BE49-F238E27FC236}">
                <a16:creationId xmlns:a16="http://schemas.microsoft.com/office/drawing/2014/main" id="{CB5185A1-289B-48E5-AB58-1E16279C5D42}"/>
              </a:ext>
            </a:extLst>
          </p:cNvPr>
          <p:cNvSpPr>
            <a:spLocks noGrp="1"/>
          </p:cNvSpPr>
          <p:nvPr/>
        </p:nvSpPr>
        <p:spPr>
          <a:xfrm>
            <a:off x="5368834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F1_main_prauc_2231">
            <a:extLst>
              <a:ext uri="{FF2B5EF4-FFF2-40B4-BE49-F238E27FC236}">
                <a16:creationId xmlns:a16="http://schemas.microsoft.com/office/drawing/2014/main" id="{4A7A5D86-CEB3-4D16-A17A-A1785616898B}"/>
              </a:ext>
            </a:extLst>
          </p:cNvPr>
          <p:cNvSpPr>
            <a:spLocks noGrp="1"/>
          </p:cNvSpPr>
          <p:nvPr/>
        </p:nvSpPr>
        <p:spPr>
          <a:xfrm>
            <a:off x="5282711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F1_main_prauc_2232">
            <a:extLst>
              <a:ext uri="{FF2B5EF4-FFF2-40B4-BE49-F238E27FC236}">
                <a16:creationId xmlns:a16="http://schemas.microsoft.com/office/drawing/2014/main" id="{E8EFF2BE-48C7-431A-83EC-5025979D7046}"/>
              </a:ext>
            </a:extLst>
          </p:cNvPr>
          <p:cNvSpPr>
            <a:spLocks noGrp="1"/>
          </p:cNvSpPr>
          <p:nvPr/>
        </p:nvSpPr>
        <p:spPr>
          <a:xfrm>
            <a:off x="54816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F1_main_prauc_2233">
            <a:extLst>
              <a:ext uri="{FF2B5EF4-FFF2-40B4-BE49-F238E27FC236}">
                <a16:creationId xmlns:a16="http://schemas.microsoft.com/office/drawing/2014/main" id="{F8C26EE4-D43A-4894-9896-6E1BCAC05780}"/>
              </a:ext>
            </a:extLst>
          </p:cNvPr>
          <p:cNvSpPr>
            <a:spLocks noGrp="1"/>
          </p:cNvSpPr>
          <p:nvPr/>
        </p:nvSpPr>
        <p:spPr>
          <a:xfrm>
            <a:off x="54906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F1_main_prauc_2234">
            <a:extLst>
              <a:ext uri="{FF2B5EF4-FFF2-40B4-BE49-F238E27FC236}">
                <a16:creationId xmlns:a16="http://schemas.microsoft.com/office/drawing/2014/main" id="{5B70C71C-847E-43D6-80B3-5DCEAAD20A20}"/>
              </a:ext>
            </a:extLst>
          </p:cNvPr>
          <p:cNvSpPr>
            <a:spLocks noGrp="1"/>
          </p:cNvSpPr>
          <p:nvPr/>
        </p:nvSpPr>
        <p:spPr>
          <a:xfrm>
            <a:off x="5350226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F1_main_prauc_2235">
            <a:extLst>
              <a:ext uri="{FF2B5EF4-FFF2-40B4-BE49-F238E27FC236}">
                <a16:creationId xmlns:a16="http://schemas.microsoft.com/office/drawing/2014/main" id="{C3F0100C-E48C-4016-825A-DD6D5ED047E3}"/>
              </a:ext>
            </a:extLst>
          </p:cNvPr>
          <p:cNvSpPr>
            <a:spLocks noGrp="1"/>
          </p:cNvSpPr>
          <p:nvPr/>
        </p:nvSpPr>
        <p:spPr>
          <a:xfrm>
            <a:off x="55030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F1_main_prauc_2236">
            <a:extLst>
              <a:ext uri="{FF2B5EF4-FFF2-40B4-BE49-F238E27FC236}">
                <a16:creationId xmlns:a16="http://schemas.microsoft.com/office/drawing/2014/main" id="{70D7F4DA-00BE-4CD5-B645-F30D131ED529}"/>
              </a:ext>
            </a:extLst>
          </p:cNvPr>
          <p:cNvSpPr>
            <a:spLocks noGrp="1"/>
          </p:cNvSpPr>
          <p:nvPr/>
        </p:nvSpPr>
        <p:spPr>
          <a:xfrm>
            <a:off x="5498562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F1_main_prauc_2237">
            <a:extLst>
              <a:ext uri="{FF2B5EF4-FFF2-40B4-BE49-F238E27FC236}">
                <a16:creationId xmlns:a16="http://schemas.microsoft.com/office/drawing/2014/main" id="{E60B11EB-BCEA-498F-8BAC-E04FF5A88341}"/>
              </a:ext>
            </a:extLst>
          </p:cNvPr>
          <p:cNvSpPr>
            <a:spLocks noGrp="1"/>
          </p:cNvSpPr>
          <p:nvPr/>
        </p:nvSpPr>
        <p:spPr>
          <a:xfrm>
            <a:off x="529581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F1_main_prauc_2238">
            <a:extLst>
              <a:ext uri="{FF2B5EF4-FFF2-40B4-BE49-F238E27FC236}">
                <a16:creationId xmlns:a16="http://schemas.microsoft.com/office/drawing/2014/main" id="{DC8D0B31-CA87-412E-90CD-93B9416A86BD}"/>
              </a:ext>
            </a:extLst>
          </p:cNvPr>
          <p:cNvSpPr>
            <a:spLocks noGrp="1"/>
          </p:cNvSpPr>
          <p:nvPr/>
        </p:nvSpPr>
        <p:spPr>
          <a:xfrm>
            <a:off x="5414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F1_main_prauc_2239">
            <a:extLst>
              <a:ext uri="{FF2B5EF4-FFF2-40B4-BE49-F238E27FC236}">
                <a16:creationId xmlns:a16="http://schemas.microsoft.com/office/drawing/2014/main" id="{3BB8A98A-CED6-44DE-A788-FFFBF169ADE2}"/>
              </a:ext>
            </a:extLst>
          </p:cNvPr>
          <p:cNvSpPr>
            <a:spLocks noGrp="1"/>
          </p:cNvSpPr>
          <p:nvPr/>
        </p:nvSpPr>
        <p:spPr>
          <a:xfrm>
            <a:off x="5363330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F1_main_prauc_2240">
            <a:extLst>
              <a:ext uri="{FF2B5EF4-FFF2-40B4-BE49-F238E27FC236}">
                <a16:creationId xmlns:a16="http://schemas.microsoft.com/office/drawing/2014/main" id="{17768781-72EC-40E1-BE12-734C276275C0}"/>
              </a:ext>
            </a:extLst>
          </p:cNvPr>
          <p:cNvSpPr>
            <a:spLocks noGrp="1"/>
          </p:cNvSpPr>
          <p:nvPr/>
        </p:nvSpPr>
        <p:spPr>
          <a:xfrm>
            <a:off x="5431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F1_main_prauc_2241">
            <a:extLst>
              <a:ext uri="{FF2B5EF4-FFF2-40B4-BE49-F238E27FC236}">
                <a16:creationId xmlns:a16="http://schemas.microsoft.com/office/drawing/2014/main" id="{931663F4-05F2-4704-8C90-377D84441CFD}"/>
              </a:ext>
            </a:extLst>
          </p:cNvPr>
          <p:cNvSpPr>
            <a:spLocks noGrp="1"/>
          </p:cNvSpPr>
          <p:nvPr/>
        </p:nvSpPr>
        <p:spPr>
          <a:xfrm>
            <a:off x="53105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F1_main_prauc_2242">
            <a:extLst>
              <a:ext uri="{FF2B5EF4-FFF2-40B4-BE49-F238E27FC236}">
                <a16:creationId xmlns:a16="http://schemas.microsoft.com/office/drawing/2014/main" id="{78ADDAF6-F327-48CE-A6E1-AB19B8E03248}"/>
              </a:ext>
            </a:extLst>
          </p:cNvPr>
          <p:cNvSpPr>
            <a:spLocks noGrp="1"/>
          </p:cNvSpPr>
          <p:nvPr/>
        </p:nvSpPr>
        <p:spPr>
          <a:xfrm>
            <a:off x="53153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F1_main_prauc_2243">
            <a:extLst>
              <a:ext uri="{FF2B5EF4-FFF2-40B4-BE49-F238E27FC236}">
                <a16:creationId xmlns:a16="http://schemas.microsoft.com/office/drawing/2014/main" id="{806C2D55-60B6-464B-94F9-21817EB35106}"/>
              </a:ext>
            </a:extLst>
          </p:cNvPr>
          <p:cNvSpPr>
            <a:spLocks noGrp="1"/>
          </p:cNvSpPr>
          <p:nvPr/>
        </p:nvSpPr>
        <p:spPr>
          <a:xfrm>
            <a:off x="53015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F1_main_prauc_2244">
            <a:extLst>
              <a:ext uri="{FF2B5EF4-FFF2-40B4-BE49-F238E27FC236}">
                <a16:creationId xmlns:a16="http://schemas.microsoft.com/office/drawing/2014/main" id="{58AD5547-9ADB-4D21-A298-E7438AD79845}"/>
              </a:ext>
            </a:extLst>
          </p:cNvPr>
          <p:cNvSpPr>
            <a:spLocks noGrp="1"/>
          </p:cNvSpPr>
          <p:nvPr/>
        </p:nvSpPr>
        <p:spPr>
          <a:xfrm>
            <a:off x="5472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F1_main_prauc_2245">
            <a:extLst>
              <a:ext uri="{FF2B5EF4-FFF2-40B4-BE49-F238E27FC236}">
                <a16:creationId xmlns:a16="http://schemas.microsoft.com/office/drawing/2014/main" id="{FB59A90D-6410-401B-89F5-AB6BD1A966A4}"/>
              </a:ext>
            </a:extLst>
          </p:cNvPr>
          <p:cNvSpPr>
            <a:spLocks noGrp="1"/>
          </p:cNvSpPr>
          <p:nvPr/>
        </p:nvSpPr>
        <p:spPr>
          <a:xfrm>
            <a:off x="530081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F1_main_prauc_2246">
            <a:extLst>
              <a:ext uri="{FF2B5EF4-FFF2-40B4-BE49-F238E27FC236}">
                <a16:creationId xmlns:a16="http://schemas.microsoft.com/office/drawing/2014/main" id="{18C29BE6-A8DD-4E0F-89ED-C215A37A9CB4}"/>
              </a:ext>
            </a:extLst>
          </p:cNvPr>
          <p:cNvSpPr>
            <a:spLocks noGrp="1"/>
          </p:cNvSpPr>
          <p:nvPr/>
        </p:nvSpPr>
        <p:spPr>
          <a:xfrm>
            <a:off x="53554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F1_main_prauc_2247">
            <a:extLst>
              <a:ext uri="{FF2B5EF4-FFF2-40B4-BE49-F238E27FC236}">
                <a16:creationId xmlns:a16="http://schemas.microsoft.com/office/drawing/2014/main" id="{64AC1672-CB60-444B-87E0-2B266ABB47E9}"/>
              </a:ext>
            </a:extLst>
          </p:cNvPr>
          <p:cNvSpPr>
            <a:spLocks noGrp="1"/>
          </p:cNvSpPr>
          <p:nvPr/>
        </p:nvSpPr>
        <p:spPr>
          <a:xfrm>
            <a:off x="5314984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F1_main_prauc_2248">
            <a:extLst>
              <a:ext uri="{FF2B5EF4-FFF2-40B4-BE49-F238E27FC236}">
                <a16:creationId xmlns:a16="http://schemas.microsoft.com/office/drawing/2014/main" id="{356071D8-469F-4899-8881-2F5921221B82}"/>
              </a:ext>
            </a:extLst>
          </p:cNvPr>
          <p:cNvSpPr>
            <a:spLocks noGrp="1"/>
          </p:cNvSpPr>
          <p:nvPr/>
        </p:nvSpPr>
        <p:spPr>
          <a:xfrm>
            <a:off x="54222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F1_main_prauc_2249">
            <a:extLst>
              <a:ext uri="{FF2B5EF4-FFF2-40B4-BE49-F238E27FC236}">
                <a16:creationId xmlns:a16="http://schemas.microsoft.com/office/drawing/2014/main" id="{63D0F1DF-F37A-4C07-A010-7093F3F827DD}"/>
              </a:ext>
            </a:extLst>
          </p:cNvPr>
          <p:cNvSpPr>
            <a:spLocks noGrp="1"/>
          </p:cNvSpPr>
          <p:nvPr/>
        </p:nvSpPr>
        <p:spPr>
          <a:xfrm>
            <a:off x="550790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F1_main_prauc_2250">
            <a:extLst>
              <a:ext uri="{FF2B5EF4-FFF2-40B4-BE49-F238E27FC236}">
                <a16:creationId xmlns:a16="http://schemas.microsoft.com/office/drawing/2014/main" id="{F74A8092-C9EC-4C0A-B268-5A519CAB83D5}"/>
              </a:ext>
            </a:extLst>
          </p:cNvPr>
          <p:cNvSpPr>
            <a:spLocks noGrp="1"/>
          </p:cNvSpPr>
          <p:nvPr/>
        </p:nvSpPr>
        <p:spPr>
          <a:xfrm>
            <a:off x="5382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F1_main_prauc_2251">
            <a:extLst>
              <a:ext uri="{FF2B5EF4-FFF2-40B4-BE49-F238E27FC236}">
                <a16:creationId xmlns:a16="http://schemas.microsoft.com/office/drawing/2014/main" id="{02D6E05D-F15A-458B-A9FF-13E2BE51A457}"/>
              </a:ext>
            </a:extLst>
          </p:cNvPr>
          <p:cNvSpPr>
            <a:spLocks noGrp="1"/>
          </p:cNvSpPr>
          <p:nvPr/>
        </p:nvSpPr>
        <p:spPr>
          <a:xfrm>
            <a:off x="53954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F1_main_prauc_2252">
            <a:extLst>
              <a:ext uri="{FF2B5EF4-FFF2-40B4-BE49-F238E27FC236}">
                <a16:creationId xmlns:a16="http://schemas.microsoft.com/office/drawing/2014/main" id="{A4066F2B-AF35-4331-B782-A32D625E3D76}"/>
              </a:ext>
            </a:extLst>
          </p:cNvPr>
          <p:cNvSpPr>
            <a:spLocks noGrp="1"/>
          </p:cNvSpPr>
          <p:nvPr/>
        </p:nvSpPr>
        <p:spPr>
          <a:xfrm>
            <a:off x="55042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F1_main_prauc_2253">
            <a:extLst>
              <a:ext uri="{FF2B5EF4-FFF2-40B4-BE49-F238E27FC236}">
                <a16:creationId xmlns:a16="http://schemas.microsoft.com/office/drawing/2014/main" id="{171BD89E-7929-43F4-811B-D45640084B30}"/>
              </a:ext>
            </a:extLst>
          </p:cNvPr>
          <p:cNvSpPr>
            <a:spLocks noGrp="1"/>
          </p:cNvSpPr>
          <p:nvPr/>
        </p:nvSpPr>
        <p:spPr>
          <a:xfrm>
            <a:off x="5472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F1_main_prauc_2254">
            <a:extLst>
              <a:ext uri="{FF2B5EF4-FFF2-40B4-BE49-F238E27FC236}">
                <a16:creationId xmlns:a16="http://schemas.microsoft.com/office/drawing/2014/main" id="{90A0C323-8303-4F05-91EB-B3026A925D2A}"/>
              </a:ext>
            </a:extLst>
          </p:cNvPr>
          <p:cNvSpPr>
            <a:spLocks noGrp="1"/>
          </p:cNvSpPr>
          <p:nvPr/>
        </p:nvSpPr>
        <p:spPr>
          <a:xfrm>
            <a:off x="5514029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F1_main_prauc_2255">
            <a:extLst>
              <a:ext uri="{FF2B5EF4-FFF2-40B4-BE49-F238E27FC236}">
                <a16:creationId xmlns:a16="http://schemas.microsoft.com/office/drawing/2014/main" id="{B654EF58-6E66-4728-BAFF-E0FAE9E8C016}"/>
              </a:ext>
            </a:extLst>
          </p:cNvPr>
          <p:cNvSpPr>
            <a:spLocks noGrp="1"/>
          </p:cNvSpPr>
          <p:nvPr/>
        </p:nvSpPr>
        <p:spPr>
          <a:xfrm>
            <a:off x="5451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F1_main_prauc_2256">
            <a:extLst>
              <a:ext uri="{FF2B5EF4-FFF2-40B4-BE49-F238E27FC236}">
                <a16:creationId xmlns:a16="http://schemas.microsoft.com/office/drawing/2014/main" id="{7CF90977-E2A6-4CEE-A8D0-B7CB98497926}"/>
              </a:ext>
            </a:extLst>
          </p:cNvPr>
          <p:cNvSpPr>
            <a:spLocks noGrp="1"/>
          </p:cNvSpPr>
          <p:nvPr/>
        </p:nvSpPr>
        <p:spPr>
          <a:xfrm>
            <a:off x="5356130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F1_main_prauc_2257">
            <a:extLst>
              <a:ext uri="{FF2B5EF4-FFF2-40B4-BE49-F238E27FC236}">
                <a16:creationId xmlns:a16="http://schemas.microsoft.com/office/drawing/2014/main" id="{73DA75B6-7034-47D7-8050-67F837BEE833}"/>
              </a:ext>
            </a:extLst>
          </p:cNvPr>
          <p:cNvSpPr>
            <a:spLocks noGrp="1"/>
          </p:cNvSpPr>
          <p:nvPr/>
        </p:nvSpPr>
        <p:spPr>
          <a:xfrm>
            <a:off x="544092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F1_main_prauc_2258">
            <a:extLst>
              <a:ext uri="{FF2B5EF4-FFF2-40B4-BE49-F238E27FC236}">
                <a16:creationId xmlns:a16="http://schemas.microsoft.com/office/drawing/2014/main" id="{7A0C162A-388D-4015-92BB-9549F9DC2E57}"/>
              </a:ext>
            </a:extLst>
          </p:cNvPr>
          <p:cNvSpPr>
            <a:spLocks noGrp="1"/>
          </p:cNvSpPr>
          <p:nvPr/>
        </p:nvSpPr>
        <p:spPr>
          <a:xfrm>
            <a:off x="5283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F1_main_prauc_2259">
            <a:extLst>
              <a:ext uri="{FF2B5EF4-FFF2-40B4-BE49-F238E27FC236}">
                <a16:creationId xmlns:a16="http://schemas.microsoft.com/office/drawing/2014/main" id="{BDCBCBE5-EF8B-43C3-8B56-64AEFFCDD3B1}"/>
              </a:ext>
            </a:extLst>
          </p:cNvPr>
          <p:cNvSpPr>
            <a:spLocks noGrp="1"/>
          </p:cNvSpPr>
          <p:nvPr/>
        </p:nvSpPr>
        <p:spPr>
          <a:xfrm>
            <a:off x="5528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F1_main_prauc_2260">
            <a:extLst>
              <a:ext uri="{FF2B5EF4-FFF2-40B4-BE49-F238E27FC236}">
                <a16:creationId xmlns:a16="http://schemas.microsoft.com/office/drawing/2014/main" id="{F21E6F5F-23C3-4A9C-82E1-4EA44FC6E23C}"/>
              </a:ext>
            </a:extLst>
          </p:cNvPr>
          <p:cNvSpPr>
            <a:spLocks noGrp="1"/>
          </p:cNvSpPr>
          <p:nvPr/>
        </p:nvSpPr>
        <p:spPr>
          <a:xfrm>
            <a:off x="53367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F1_main_prauc_2261">
            <a:extLst>
              <a:ext uri="{FF2B5EF4-FFF2-40B4-BE49-F238E27FC236}">
                <a16:creationId xmlns:a16="http://schemas.microsoft.com/office/drawing/2014/main" id="{E3DD4BD3-10F8-4C06-846D-38E695954D67}"/>
              </a:ext>
            </a:extLst>
          </p:cNvPr>
          <p:cNvSpPr>
            <a:spLocks noGrp="1"/>
          </p:cNvSpPr>
          <p:nvPr/>
        </p:nvSpPr>
        <p:spPr>
          <a:xfrm>
            <a:off x="5321794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F1_main_prauc_2262">
            <a:extLst>
              <a:ext uri="{FF2B5EF4-FFF2-40B4-BE49-F238E27FC236}">
                <a16:creationId xmlns:a16="http://schemas.microsoft.com/office/drawing/2014/main" id="{BC7344C6-AAA3-4EE3-B53E-8A20CD519D09}"/>
              </a:ext>
            </a:extLst>
          </p:cNvPr>
          <p:cNvSpPr>
            <a:spLocks noGrp="1"/>
          </p:cNvSpPr>
          <p:nvPr/>
        </p:nvSpPr>
        <p:spPr>
          <a:xfrm>
            <a:off x="53095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F1_main_prauc_2263">
            <a:extLst>
              <a:ext uri="{FF2B5EF4-FFF2-40B4-BE49-F238E27FC236}">
                <a16:creationId xmlns:a16="http://schemas.microsoft.com/office/drawing/2014/main" id="{3DBED667-94CF-4D2A-ADD6-128371511163}"/>
              </a:ext>
            </a:extLst>
          </p:cNvPr>
          <p:cNvSpPr>
            <a:spLocks noGrp="1"/>
          </p:cNvSpPr>
          <p:nvPr/>
        </p:nvSpPr>
        <p:spPr>
          <a:xfrm>
            <a:off x="5326785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F1_main_prauc_2264">
            <a:extLst>
              <a:ext uri="{FF2B5EF4-FFF2-40B4-BE49-F238E27FC236}">
                <a16:creationId xmlns:a16="http://schemas.microsoft.com/office/drawing/2014/main" id="{7C182CAD-5C19-4EA3-8029-6A7665FE4529}"/>
              </a:ext>
            </a:extLst>
          </p:cNvPr>
          <p:cNvSpPr>
            <a:spLocks noGrp="1"/>
          </p:cNvSpPr>
          <p:nvPr/>
        </p:nvSpPr>
        <p:spPr>
          <a:xfrm>
            <a:off x="5279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F1_main_prauc_2265">
            <a:extLst>
              <a:ext uri="{FF2B5EF4-FFF2-40B4-BE49-F238E27FC236}">
                <a16:creationId xmlns:a16="http://schemas.microsoft.com/office/drawing/2014/main" id="{69779A6B-20E2-4C49-A738-E509966209EC}"/>
              </a:ext>
            </a:extLst>
          </p:cNvPr>
          <p:cNvSpPr>
            <a:spLocks noGrp="1"/>
          </p:cNvSpPr>
          <p:nvPr/>
        </p:nvSpPr>
        <p:spPr>
          <a:xfrm>
            <a:off x="538794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F1_main_prauc_2266">
            <a:extLst>
              <a:ext uri="{FF2B5EF4-FFF2-40B4-BE49-F238E27FC236}">
                <a16:creationId xmlns:a16="http://schemas.microsoft.com/office/drawing/2014/main" id="{4BD9356E-B8C2-4835-A63C-4773D7D1BCAE}"/>
              </a:ext>
            </a:extLst>
          </p:cNvPr>
          <p:cNvSpPr>
            <a:spLocks noGrp="1"/>
          </p:cNvSpPr>
          <p:nvPr/>
        </p:nvSpPr>
        <p:spPr>
          <a:xfrm>
            <a:off x="551184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F1_main_prauc_2267">
            <a:extLst>
              <a:ext uri="{FF2B5EF4-FFF2-40B4-BE49-F238E27FC236}">
                <a16:creationId xmlns:a16="http://schemas.microsoft.com/office/drawing/2014/main" id="{9857DB72-12BA-488E-9EF1-D4E4A0C4238B}"/>
              </a:ext>
            </a:extLst>
          </p:cNvPr>
          <p:cNvSpPr>
            <a:spLocks noGrp="1"/>
          </p:cNvSpPr>
          <p:nvPr/>
        </p:nvSpPr>
        <p:spPr>
          <a:xfrm>
            <a:off x="5510263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F1_main_prauc_2268">
            <a:extLst>
              <a:ext uri="{FF2B5EF4-FFF2-40B4-BE49-F238E27FC236}">
                <a16:creationId xmlns:a16="http://schemas.microsoft.com/office/drawing/2014/main" id="{1B8AE7AD-E0B6-40F4-85D0-C367066965B5}"/>
              </a:ext>
            </a:extLst>
          </p:cNvPr>
          <p:cNvSpPr>
            <a:spLocks noGrp="1"/>
          </p:cNvSpPr>
          <p:nvPr/>
        </p:nvSpPr>
        <p:spPr>
          <a:xfrm>
            <a:off x="5476965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F1_main_prauc_2269">
            <a:extLst>
              <a:ext uri="{FF2B5EF4-FFF2-40B4-BE49-F238E27FC236}">
                <a16:creationId xmlns:a16="http://schemas.microsoft.com/office/drawing/2014/main" id="{E3777A23-DD48-4311-8DC7-0A0AD9BE520F}"/>
              </a:ext>
            </a:extLst>
          </p:cNvPr>
          <p:cNvSpPr>
            <a:spLocks noGrp="1"/>
          </p:cNvSpPr>
          <p:nvPr/>
        </p:nvSpPr>
        <p:spPr>
          <a:xfrm>
            <a:off x="54495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F1_main_prauc_2270">
            <a:extLst>
              <a:ext uri="{FF2B5EF4-FFF2-40B4-BE49-F238E27FC236}">
                <a16:creationId xmlns:a16="http://schemas.microsoft.com/office/drawing/2014/main" id="{46B056AE-9C11-422E-A616-B7785391C501}"/>
              </a:ext>
            </a:extLst>
          </p:cNvPr>
          <p:cNvSpPr>
            <a:spLocks noGrp="1"/>
          </p:cNvSpPr>
          <p:nvPr/>
        </p:nvSpPr>
        <p:spPr>
          <a:xfrm>
            <a:off x="5491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F1_main_prauc_2271">
            <a:extLst>
              <a:ext uri="{FF2B5EF4-FFF2-40B4-BE49-F238E27FC236}">
                <a16:creationId xmlns:a16="http://schemas.microsoft.com/office/drawing/2014/main" id="{62401180-CA5F-437C-85D7-9517012723F3}"/>
              </a:ext>
            </a:extLst>
          </p:cNvPr>
          <p:cNvSpPr>
            <a:spLocks noGrp="1"/>
          </p:cNvSpPr>
          <p:nvPr/>
        </p:nvSpPr>
        <p:spPr>
          <a:xfrm>
            <a:off x="5400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F1_main_prauc_2272">
            <a:extLst>
              <a:ext uri="{FF2B5EF4-FFF2-40B4-BE49-F238E27FC236}">
                <a16:creationId xmlns:a16="http://schemas.microsoft.com/office/drawing/2014/main" id="{5B01D1FD-75CD-448D-9021-9E9E2F9B14E4}"/>
              </a:ext>
            </a:extLst>
          </p:cNvPr>
          <p:cNvSpPr>
            <a:spLocks noGrp="1"/>
          </p:cNvSpPr>
          <p:nvPr/>
        </p:nvSpPr>
        <p:spPr>
          <a:xfrm>
            <a:off x="5437016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F1_main_prauc_2273">
            <a:extLst>
              <a:ext uri="{FF2B5EF4-FFF2-40B4-BE49-F238E27FC236}">
                <a16:creationId xmlns:a16="http://schemas.microsoft.com/office/drawing/2014/main" id="{656A81C3-2438-4396-8BB7-EB070B1B8222}"/>
              </a:ext>
            </a:extLst>
          </p:cNvPr>
          <p:cNvSpPr>
            <a:spLocks noGrp="1"/>
          </p:cNvSpPr>
          <p:nvPr/>
        </p:nvSpPr>
        <p:spPr>
          <a:xfrm>
            <a:off x="54662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F1_main_prauc_2274">
            <a:extLst>
              <a:ext uri="{FF2B5EF4-FFF2-40B4-BE49-F238E27FC236}">
                <a16:creationId xmlns:a16="http://schemas.microsoft.com/office/drawing/2014/main" id="{CEF00F4B-E9A9-4CFB-A200-B3CC68FF61E3}"/>
              </a:ext>
            </a:extLst>
          </p:cNvPr>
          <p:cNvSpPr>
            <a:spLocks noGrp="1"/>
          </p:cNvSpPr>
          <p:nvPr/>
        </p:nvSpPr>
        <p:spPr>
          <a:xfrm>
            <a:off x="5328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F1_main_prauc_2275">
            <a:extLst>
              <a:ext uri="{FF2B5EF4-FFF2-40B4-BE49-F238E27FC236}">
                <a16:creationId xmlns:a16="http://schemas.microsoft.com/office/drawing/2014/main" id="{416830DE-B4E0-4972-8B72-3F4EF7D95720}"/>
              </a:ext>
            </a:extLst>
          </p:cNvPr>
          <p:cNvSpPr>
            <a:spLocks noGrp="1"/>
          </p:cNvSpPr>
          <p:nvPr/>
        </p:nvSpPr>
        <p:spPr>
          <a:xfrm>
            <a:off x="5505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F1_main_prauc_2276">
            <a:extLst>
              <a:ext uri="{FF2B5EF4-FFF2-40B4-BE49-F238E27FC236}">
                <a16:creationId xmlns:a16="http://schemas.microsoft.com/office/drawing/2014/main" id="{9E53CE81-FD89-46EC-AF7D-FB292E144D3B}"/>
              </a:ext>
            </a:extLst>
          </p:cNvPr>
          <p:cNvSpPr>
            <a:spLocks noGrp="1"/>
          </p:cNvSpPr>
          <p:nvPr/>
        </p:nvSpPr>
        <p:spPr>
          <a:xfrm>
            <a:off x="5363060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F1_main_prauc_2277">
            <a:extLst>
              <a:ext uri="{FF2B5EF4-FFF2-40B4-BE49-F238E27FC236}">
                <a16:creationId xmlns:a16="http://schemas.microsoft.com/office/drawing/2014/main" id="{A7D936C6-70D3-4680-8460-24B01B5AE0B6}"/>
              </a:ext>
            </a:extLst>
          </p:cNvPr>
          <p:cNvSpPr>
            <a:spLocks noGrp="1"/>
          </p:cNvSpPr>
          <p:nvPr/>
        </p:nvSpPr>
        <p:spPr>
          <a:xfrm>
            <a:off x="542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F1_main_prauc_2278">
            <a:extLst>
              <a:ext uri="{FF2B5EF4-FFF2-40B4-BE49-F238E27FC236}">
                <a16:creationId xmlns:a16="http://schemas.microsoft.com/office/drawing/2014/main" id="{95008E29-4E56-4FDE-A83B-EDC5B26D9E77}"/>
              </a:ext>
            </a:extLst>
          </p:cNvPr>
          <p:cNvSpPr>
            <a:spLocks noGrp="1"/>
          </p:cNvSpPr>
          <p:nvPr/>
        </p:nvSpPr>
        <p:spPr>
          <a:xfrm>
            <a:off x="53428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F1_main_prauc_2279">
            <a:extLst>
              <a:ext uri="{FF2B5EF4-FFF2-40B4-BE49-F238E27FC236}">
                <a16:creationId xmlns:a16="http://schemas.microsoft.com/office/drawing/2014/main" id="{223D96FB-35CF-4CDC-B51F-F77795E04AA2}"/>
              </a:ext>
            </a:extLst>
          </p:cNvPr>
          <p:cNvSpPr>
            <a:spLocks noGrp="1"/>
          </p:cNvSpPr>
          <p:nvPr/>
        </p:nvSpPr>
        <p:spPr>
          <a:xfrm>
            <a:off x="5391991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F1_main_prauc_2280">
            <a:extLst>
              <a:ext uri="{FF2B5EF4-FFF2-40B4-BE49-F238E27FC236}">
                <a16:creationId xmlns:a16="http://schemas.microsoft.com/office/drawing/2014/main" id="{7A925BF8-FDAD-43E3-902A-D6FEF65D9F1C}"/>
              </a:ext>
            </a:extLst>
          </p:cNvPr>
          <p:cNvSpPr>
            <a:spLocks noGrp="1"/>
          </p:cNvSpPr>
          <p:nvPr/>
        </p:nvSpPr>
        <p:spPr>
          <a:xfrm>
            <a:off x="53652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F1_main_prauc_2281">
            <a:extLst>
              <a:ext uri="{FF2B5EF4-FFF2-40B4-BE49-F238E27FC236}">
                <a16:creationId xmlns:a16="http://schemas.microsoft.com/office/drawing/2014/main" id="{2E8EDC47-DA49-4130-A7D0-1E9B53FF1FB4}"/>
              </a:ext>
            </a:extLst>
          </p:cNvPr>
          <p:cNvSpPr>
            <a:spLocks noGrp="1"/>
          </p:cNvSpPr>
          <p:nvPr/>
        </p:nvSpPr>
        <p:spPr>
          <a:xfrm>
            <a:off x="5413967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F1_main_prauc_2282">
            <a:extLst>
              <a:ext uri="{FF2B5EF4-FFF2-40B4-BE49-F238E27FC236}">
                <a16:creationId xmlns:a16="http://schemas.microsoft.com/office/drawing/2014/main" id="{ACD9DB8E-6616-42DC-8C48-E9781C18BAFF}"/>
              </a:ext>
            </a:extLst>
          </p:cNvPr>
          <p:cNvSpPr>
            <a:spLocks noGrp="1"/>
          </p:cNvSpPr>
          <p:nvPr/>
        </p:nvSpPr>
        <p:spPr>
          <a:xfrm>
            <a:off x="5364272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F1_main_prauc_2283">
            <a:extLst>
              <a:ext uri="{FF2B5EF4-FFF2-40B4-BE49-F238E27FC236}">
                <a16:creationId xmlns:a16="http://schemas.microsoft.com/office/drawing/2014/main" id="{B42B2F93-8B65-4135-99F3-C9121DD7C815}"/>
              </a:ext>
            </a:extLst>
          </p:cNvPr>
          <p:cNvSpPr>
            <a:spLocks noGrp="1"/>
          </p:cNvSpPr>
          <p:nvPr/>
        </p:nvSpPr>
        <p:spPr>
          <a:xfrm>
            <a:off x="5287047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F1_main_prauc_2284">
            <a:extLst>
              <a:ext uri="{FF2B5EF4-FFF2-40B4-BE49-F238E27FC236}">
                <a16:creationId xmlns:a16="http://schemas.microsoft.com/office/drawing/2014/main" id="{1D0C5EE3-10C8-4DAA-8EF5-E8FD7323736D}"/>
              </a:ext>
            </a:extLst>
          </p:cNvPr>
          <p:cNvSpPr>
            <a:spLocks noGrp="1"/>
          </p:cNvSpPr>
          <p:nvPr/>
        </p:nvSpPr>
        <p:spPr>
          <a:xfrm>
            <a:off x="55158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F1_main_prauc_2285">
            <a:extLst>
              <a:ext uri="{FF2B5EF4-FFF2-40B4-BE49-F238E27FC236}">
                <a16:creationId xmlns:a16="http://schemas.microsoft.com/office/drawing/2014/main" id="{5B62D20A-0A56-4631-8A2F-24FDF8010320}"/>
              </a:ext>
            </a:extLst>
          </p:cNvPr>
          <p:cNvSpPr>
            <a:spLocks noGrp="1"/>
          </p:cNvSpPr>
          <p:nvPr/>
        </p:nvSpPr>
        <p:spPr>
          <a:xfrm>
            <a:off x="548979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F1_main_prauc_2286">
            <a:extLst>
              <a:ext uri="{FF2B5EF4-FFF2-40B4-BE49-F238E27FC236}">
                <a16:creationId xmlns:a16="http://schemas.microsoft.com/office/drawing/2014/main" id="{CD30769C-9BC0-4903-BB3E-4C83B003C165}"/>
              </a:ext>
            </a:extLst>
          </p:cNvPr>
          <p:cNvSpPr>
            <a:spLocks noGrp="1"/>
          </p:cNvSpPr>
          <p:nvPr/>
        </p:nvSpPr>
        <p:spPr>
          <a:xfrm>
            <a:off x="5333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F1_main_prauc_2287">
            <a:extLst>
              <a:ext uri="{FF2B5EF4-FFF2-40B4-BE49-F238E27FC236}">
                <a16:creationId xmlns:a16="http://schemas.microsoft.com/office/drawing/2014/main" id="{D90B6048-A2D7-48BA-B0F5-A7597B15A843}"/>
              </a:ext>
            </a:extLst>
          </p:cNvPr>
          <p:cNvSpPr>
            <a:spLocks noGrp="1"/>
          </p:cNvSpPr>
          <p:nvPr/>
        </p:nvSpPr>
        <p:spPr>
          <a:xfrm>
            <a:off x="5415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F1_main_prauc_2288">
            <a:extLst>
              <a:ext uri="{FF2B5EF4-FFF2-40B4-BE49-F238E27FC236}">
                <a16:creationId xmlns:a16="http://schemas.microsoft.com/office/drawing/2014/main" id="{2D6BE811-9093-462F-9724-9B0F0A7FA2E8}"/>
              </a:ext>
            </a:extLst>
          </p:cNvPr>
          <p:cNvSpPr>
            <a:spLocks noGrp="1"/>
          </p:cNvSpPr>
          <p:nvPr/>
        </p:nvSpPr>
        <p:spPr>
          <a:xfrm>
            <a:off x="535843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F1_main_prauc_2289">
            <a:extLst>
              <a:ext uri="{FF2B5EF4-FFF2-40B4-BE49-F238E27FC236}">
                <a16:creationId xmlns:a16="http://schemas.microsoft.com/office/drawing/2014/main" id="{64D395F0-2DD2-4938-8E08-40036A2B2587}"/>
              </a:ext>
            </a:extLst>
          </p:cNvPr>
          <p:cNvSpPr>
            <a:spLocks noGrp="1"/>
          </p:cNvSpPr>
          <p:nvPr/>
        </p:nvSpPr>
        <p:spPr>
          <a:xfrm>
            <a:off x="544088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F1_main_prauc_2290">
            <a:extLst>
              <a:ext uri="{FF2B5EF4-FFF2-40B4-BE49-F238E27FC236}">
                <a16:creationId xmlns:a16="http://schemas.microsoft.com/office/drawing/2014/main" id="{03D87B06-43DD-48A8-AB8E-B0CFB9393F91}"/>
              </a:ext>
            </a:extLst>
          </p:cNvPr>
          <p:cNvSpPr>
            <a:spLocks noGrp="1"/>
          </p:cNvSpPr>
          <p:nvPr/>
        </p:nvSpPr>
        <p:spPr>
          <a:xfrm>
            <a:off x="5403111" y="38497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F1_main_prauc_2291">
            <a:extLst>
              <a:ext uri="{FF2B5EF4-FFF2-40B4-BE49-F238E27FC236}">
                <a16:creationId xmlns:a16="http://schemas.microsoft.com/office/drawing/2014/main" id="{C24A6321-DACD-4EB4-9A91-FA7A05EA3E38}"/>
              </a:ext>
            </a:extLst>
          </p:cNvPr>
          <p:cNvSpPr>
            <a:spLocks noGrp="1"/>
          </p:cNvSpPr>
          <p:nvPr/>
        </p:nvSpPr>
        <p:spPr>
          <a:xfrm>
            <a:off x="5492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F1_main_prauc_2292">
            <a:extLst>
              <a:ext uri="{FF2B5EF4-FFF2-40B4-BE49-F238E27FC236}">
                <a16:creationId xmlns:a16="http://schemas.microsoft.com/office/drawing/2014/main" id="{967B4DE3-BDA2-4F98-834C-C562FBF93B3B}"/>
              </a:ext>
            </a:extLst>
          </p:cNvPr>
          <p:cNvSpPr>
            <a:spLocks noGrp="1"/>
          </p:cNvSpPr>
          <p:nvPr/>
        </p:nvSpPr>
        <p:spPr>
          <a:xfrm>
            <a:off x="54013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F1_main_prauc_2293">
            <a:extLst>
              <a:ext uri="{FF2B5EF4-FFF2-40B4-BE49-F238E27FC236}">
                <a16:creationId xmlns:a16="http://schemas.microsoft.com/office/drawing/2014/main" id="{9C223BCA-171D-4E84-90D3-A3FE205A2913}"/>
              </a:ext>
            </a:extLst>
          </p:cNvPr>
          <p:cNvSpPr>
            <a:spLocks noGrp="1"/>
          </p:cNvSpPr>
          <p:nvPr/>
        </p:nvSpPr>
        <p:spPr>
          <a:xfrm>
            <a:off x="5338320" y="56294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F1_main_prauc_2294">
            <a:extLst>
              <a:ext uri="{FF2B5EF4-FFF2-40B4-BE49-F238E27FC236}">
                <a16:creationId xmlns:a16="http://schemas.microsoft.com/office/drawing/2014/main" id="{FCBC6A05-4114-497C-8B9A-B0694A717186}"/>
              </a:ext>
            </a:extLst>
          </p:cNvPr>
          <p:cNvSpPr>
            <a:spLocks noGrp="1"/>
          </p:cNvSpPr>
          <p:nvPr/>
        </p:nvSpPr>
        <p:spPr>
          <a:xfrm>
            <a:off x="5299690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F1_main_prauc_2295">
            <a:extLst>
              <a:ext uri="{FF2B5EF4-FFF2-40B4-BE49-F238E27FC236}">
                <a16:creationId xmlns:a16="http://schemas.microsoft.com/office/drawing/2014/main" id="{CF7D4787-E4C5-4B78-BC15-CB887FACC852}"/>
              </a:ext>
            </a:extLst>
          </p:cNvPr>
          <p:cNvSpPr>
            <a:spLocks noGrp="1"/>
          </p:cNvSpPr>
          <p:nvPr/>
        </p:nvSpPr>
        <p:spPr>
          <a:xfrm>
            <a:off x="5343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F1_main_prauc_2296">
            <a:extLst>
              <a:ext uri="{FF2B5EF4-FFF2-40B4-BE49-F238E27FC236}">
                <a16:creationId xmlns:a16="http://schemas.microsoft.com/office/drawing/2014/main" id="{63AB5E16-D28F-492D-BAA6-800734E2F1CA}"/>
              </a:ext>
            </a:extLst>
          </p:cNvPr>
          <p:cNvSpPr>
            <a:spLocks noGrp="1"/>
          </p:cNvSpPr>
          <p:nvPr/>
        </p:nvSpPr>
        <p:spPr>
          <a:xfrm>
            <a:off x="5371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F1_main_prauc_2297">
            <a:extLst>
              <a:ext uri="{FF2B5EF4-FFF2-40B4-BE49-F238E27FC236}">
                <a16:creationId xmlns:a16="http://schemas.microsoft.com/office/drawing/2014/main" id="{65112FFE-D009-46AE-A37D-7773ACD36201}"/>
              </a:ext>
            </a:extLst>
          </p:cNvPr>
          <p:cNvSpPr>
            <a:spLocks noGrp="1"/>
          </p:cNvSpPr>
          <p:nvPr/>
        </p:nvSpPr>
        <p:spPr>
          <a:xfrm>
            <a:off x="5473653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F1_main_prauc_2298">
            <a:extLst>
              <a:ext uri="{FF2B5EF4-FFF2-40B4-BE49-F238E27FC236}">
                <a16:creationId xmlns:a16="http://schemas.microsoft.com/office/drawing/2014/main" id="{9796D7C0-1F82-4DEC-8FA0-5B6135443519}"/>
              </a:ext>
            </a:extLst>
          </p:cNvPr>
          <p:cNvSpPr>
            <a:spLocks noGrp="1"/>
          </p:cNvSpPr>
          <p:nvPr/>
        </p:nvSpPr>
        <p:spPr>
          <a:xfrm>
            <a:off x="54754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F1_main_prauc_2299">
            <a:extLst>
              <a:ext uri="{FF2B5EF4-FFF2-40B4-BE49-F238E27FC236}">
                <a16:creationId xmlns:a16="http://schemas.microsoft.com/office/drawing/2014/main" id="{1382C55D-8F60-494B-BD91-5D904BBC3CA1}"/>
              </a:ext>
            </a:extLst>
          </p:cNvPr>
          <p:cNvSpPr>
            <a:spLocks noGrp="1"/>
          </p:cNvSpPr>
          <p:nvPr/>
        </p:nvSpPr>
        <p:spPr>
          <a:xfrm>
            <a:off x="5505965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F1_main_prauc_2300">
            <a:extLst>
              <a:ext uri="{FF2B5EF4-FFF2-40B4-BE49-F238E27FC236}">
                <a16:creationId xmlns:a16="http://schemas.microsoft.com/office/drawing/2014/main" id="{0CDE651A-FB9F-446E-B218-E85B0FD2341A}"/>
              </a:ext>
            </a:extLst>
          </p:cNvPr>
          <p:cNvSpPr>
            <a:spLocks noGrp="1"/>
          </p:cNvSpPr>
          <p:nvPr/>
        </p:nvSpPr>
        <p:spPr>
          <a:xfrm>
            <a:off x="5452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F1_main_prauc_2301">
            <a:extLst>
              <a:ext uri="{FF2B5EF4-FFF2-40B4-BE49-F238E27FC236}">
                <a16:creationId xmlns:a16="http://schemas.microsoft.com/office/drawing/2014/main" id="{2E49A9F1-A174-4EC9-881D-95A363130875}"/>
              </a:ext>
            </a:extLst>
          </p:cNvPr>
          <p:cNvSpPr>
            <a:spLocks noGrp="1"/>
          </p:cNvSpPr>
          <p:nvPr/>
        </p:nvSpPr>
        <p:spPr>
          <a:xfrm>
            <a:off x="551338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F1_main_prauc_2302">
            <a:extLst>
              <a:ext uri="{FF2B5EF4-FFF2-40B4-BE49-F238E27FC236}">
                <a16:creationId xmlns:a16="http://schemas.microsoft.com/office/drawing/2014/main" id="{230C52A5-F15D-4FB0-B1BC-6D75BA3743C5}"/>
              </a:ext>
            </a:extLst>
          </p:cNvPr>
          <p:cNvSpPr>
            <a:spLocks noGrp="1"/>
          </p:cNvSpPr>
          <p:nvPr/>
        </p:nvSpPr>
        <p:spPr>
          <a:xfrm>
            <a:off x="5390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F1_main_prauc_2303">
            <a:extLst>
              <a:ext uri="{FF2B5EF4-FFF2-40B4-BE49-F238E27FC236}">
                <a16:creationId xmlns:a16="http://schemas.microsoft.com/office/drawing/2014/main" id="{8463F686-4A7D-49FE-A98E-8F0A3C805B80}"/>
              </a:ext>
            </a:extLst>
          </p:cNvPr>
          <p:cNvSpPr>
            <a:spLocks noGrp="1"/>
          </p:cNvSpPr>
          <p:nvPr/>
        </p:nvSpPr>
        <p:spPr>
          <a:xfrm>
            <a:off x="534838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F1_main_prauc_2304">
            <a:extLst>
              <a:ext uri="{FF2B5EF4-FFF2-40B4-BE49-F238E27FC236}">
                <a16:creationId xmlns:a16="http://schemas.microsoft.com/office/drawing/2014/main" id="{07A4F36E-3210-4998-85C5-77B274E68689}"/>
              </a:ext>
            </a:extLst>
          </p:cNvPr>
          <p:cNvSpPr>
            <a:spLocks noGrp="1"/>
          </p:cNvSpPr>
          <p:nvPr/>
        </p:nvSpPr>
        <p:spPr>
          <a:xfrm>
            <a:off x="53802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F1_main_prauc_2305">
            <a:extLst>
              <a:ext uri="{FF2B5EF4-FFF2-40B4-BE49-F238E27FC236}">
                <a16:creationId xmlns:a16="http://schemas.microsoft.com/office/drawing/2014/main" id="{87A40869-D9AE-482B-BE86-1D47E27138B3}"/>
              </a:ext>
            </a:extLst>
          </p:cNvPr>
          <p:cNvSpPr>
            <a:spLocks noGrp="1"/>
          </p:cNvSpPr>
          <p:nvPr/>
        </p:nvSpPr>
        <p:spPr>
          <a:xfrm>
            <a:off x="546110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F1_main_prauc_2306">
            <a:extLst>
              <a:ext uri="{FF2B5EF4-FFF2-40B4-BE49-F238E27FC236}">
                <a16:creationId xmlns:a16="http://schemas.microsoft.com/office/drawing/2014/main" id="{163E306A-0CC7-4EE0-A06D-F9B5F5BE134B}"/>
              </a:ext>
            </a:extLst>
          </p:cNvPr>
          <p:cNvSpPr>
            <a:spLocks noGrp="1"/>
          </p:cNvSpPr>
          <p:nvPr/>
        </p:nvSpPr>
        <p:spPr>
          <a:xfrm>
            <a:off x="52884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F1_main_prauc_2307">
            <a:extLst>
              <a:ext uri="{FF2B5EF4-FFF2-40B4-BE49-F238E27FC236}">
                <a16:creationId xmlns:a16="http://schemas.microsoft.com/office/drawing/2014/main" id="{5F85EDC6-AB82-4277-849E-1CB1F5A411D0}"/>
              </a:ext>
            </a:extLst>
          </p:cNvPr>
          <p:cNvSpPr>
            <a:spLocks noGrp="1"/>
          </p:cNvSpPr>
          <p:nvPr/>
        </p:nvSpPr>
        <p:spPr>
          <a:xfrm>
            <a:off x="5490862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F1_main_prauc_2308">
            <a:extLst>
              <a:ext uri="{FF2B5EF4-FFF2-40B4-BE49-F238E27FC236}">
                <a16:creationId xmlns:a16="http://schemas.microsoft.com/office/drawing/2014/main" id="{CF40CE6F-9E26-446A-AB17-F066DB1B08CC}"/>
              </a:ext>
            </a:extLst>
          </p:cNvPr>
          <p:cNvSpPr>
            <a:spLocks noGrp="1"/>
          </p:cNvSpPr>
          <p:nvPr/>
        </p:nvSpPr>
        <p:spPr>
          <a:xfrm>
            <a:off x="5483267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F1_main_prauc_2309">
            <a:extLst>
              <a:ext uri="{FF2B5EF4-FFF2-40B4-BE49-F238E27FC236}">
                <a16:creationId xmlns:a16="http://schemas.microsoft.com/office/drawing/2014/main" id="{32B1E7F6-20FB-41FD-93FB-FF3B770F00FE}"/>
              </a:ext>
            </a:extLst>
          </p:cNvPr>
          <p:cNvSpPr>
            <a:spLocks noGrp="1"/>
          </p:cNvSpPr>
          <p:nvPr/>
        </p:nvSpPr>
        <p:spPr>
          <a:xfrm>
            <a:off x="5465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F1_main_prauc_2310">
            <a:extLst>
              <a:ext uri="{FF2B5EF4-FFF2-40B4-BE49-F238E27FC236}">
                <a16:creationId xmlns:a16="http://schemas.microsoft.com/office/drawing/2014/main" id="{9F5ABB0C-CE56-43F6-8A3A-403B9B9D0039}"/>
              </a:ext>
            </a:extLst>
          </p:cNvPr>
          <p:cNvSpPr>
            <a:spLocks noGrp="1"/>
          </p:cNvSpPr>
          <p:nvPr/>
        </p:nvSpPr>
        <p:spPr>
          <a:xfrm>
            <a:off x="53995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F1_main_prauc_2311">
            <a:extLst>
              <a:ext uri="{FF2B5EF4-FFF2-40B4-BE49-F238E27FC236}">
                <a16:creationId xmlns:a16="http://schemas.microsoft.com/office/drawing/2014/main" id="{B7751D28-4517-41D9-AB00-BB79B110B451}"/>
              </a:ext>
            </a:extLst>
          </p:cNvPr>
          <p:cNvSpPr>
            <a:spLocks noGrp="1"/>
          </p:cNvSpPr>
          <p:nvPr/>
        </p:nvSpPr>
        <p:spPr>
          <a:xfrm>
            <a:off x="548567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F1_main_prauc_2312">
            <a:extLst>
              <a:ext uri="{FF2B5EF4-FFF2-40B4-BE49-F238E27FC236}">
                <a16:creationId xmlns:a16="http://schemas.microsoft.com/office/drawing/2014/main" id="{3A94BD4C-E40C-411B-9DA6-407D96421825}"/>
              </a:ext>
            </a:extLst>
          </p:cNvPr>
          <p:cNvSpPr>
            <a:spLocks noGrp="1"/>
          </p:cNvSpPr>
          <p:nvPr/>
        </p:nvSpPr>
        <p:spPr>
          <a:xfrm>
            <a:off x="5446204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F1_main_prauc_2313">
            <a:extLst>
              <a:ext uri="{FF2B5EF4-FFF2-40B4-BE49-F238E27FC236}">
                <a16:creationId xmlns:a16="http://schemas.microsoft.com/office/drawing/2014/main" id="{18D7FDDD-C3CC-4713-8502-0CE516F2761F}"/>
              </a:ext>
            </a:extLst>
          </p:cNvPr>
          <p:cNvSpPr>
            <a:spLocks noGrp="1"/>
          </p:cNvSpPr>
          <p:nvPr/>
        </p:nvSpPr>
        <p:spPr>
          <a:xfrm>
            <a:off x="542336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F1_main_prauc_2314">
            <a:extLst>
              <a:ext uri="{FF2B5EF4-FFF2-40B4-BE49-F238E27FC236}">
                <a16:creationId xmlns:a16="http://schemas.microsoft.com/office/drawing/2014/main" id="{F400C8F5-2630-499F-B29A-B86C0AE0636D}"/>
              </a:ext>
            </a:extLst>
          </p:cNvPr>
          <p:cNvSpPr>
            <a:spLocks noGrp="1"/>
          </p:cNvSpPr>
          <p:nvPr/>
        </p:nvSpPr>
        <p:spPr>
          <a:xfrm>
            <a:off x="5440392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F1_main_prauc_2315">
            <a:extLst>
              <a:ext uri="{FF2B5EF4-FFF2-40B4-BE49-F238E27FC236}">
                <a16:creationId xmlns:a16="http://schemas.microsoft.com/office/drawing/2014/main" id="{23770B1A-37F4-46AA-BFB1-B5A284A22722}"/>
              </a:ext>
            </a:extLst>
          </p:cNvPr>
          <p:cNvSpPr>
            <a:spLocks noGrp="1"/>
          </p:cNvSpPr>
          <p:nvPr/>
        </p:nvSpPr>
        <p:spPr>
          <a:xfrm>
            <a:off x="5416910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F1_main_prauc_2316">
            <a:extLst>
              <a:ext uri="{FF2B5EF4-FFF2-40B4-BE49-F238E27FC236}">
                <a16:creationId xmlns:a16="http://schemas.microsoft.com/office/drawing/2014/main" id="{61FAA115-8595-4A98-A931-4602A7AD22D9}"/>
              </a:ext>
            </a:extLst>
          </p:cNvPr>
          <p:cNvSpPr>
            <a:spLocks noGrp="1"/>
          </p:cNvSpPr>
          <p:nvPr/>
        </p:nvSpPr>
        <p:spPr>
          <a:xfrm>
            <a:off x="52853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F1_main_prauc_2317">
            <a:extLst>
              <a:ext uri="{FF2B5EF4-FFF2-40B4-BE49-F238E27FC236}">
                <a16:creationId xmlns:a16="http://schemas.microsoft.com/office/drawing/2014/main" id="{704CADE6-A3C3-45E2-B7FD-8128BF28CCC3}"/>
              </a:ext>
            </a:extLst>
          </p:cNvPr>
          <p:cNvSpPr>
            <a:spLocks noGrp="1"/>
          </p:cNvSpPr>
          <p:nvPr/>
        </p:nvSpPr>
        <p:spPr>
          <a:xfrm>
            <a:off x="528537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F1_main_prauc_2318">
            <a:extLst>
              <a:ext uri="{FF2B5EF4-FFF2-40B4-BE49-F238E27FC236}">
                <a16:creationId xmlns:a16="http://schemas.microsoft.com/office/drawing/2014/main" id="{49F688E8-0571-4960-BE8E-3DF33F42AA0A}"/>
              </a:ext>
            </a:extLst>
          </p:cNvPr>
          <p:cNvSpPr>
            <a:spLocks noGrp="1"/>
          </p:cNvSpPr>
          <p:nvPr/>
        </p:nvSpPr>
        <p:spPr>
          <a:xfrm>
            <a:off x="538568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F1_main_prauc_2319">
            <a:extLst>
              <a:ext uri="{FF2B5EF4-FFF2-40B4-BE49-F238E27FC236}">
                <a16:creationId xmlns:a16="http://schemas.microsoft.com/office/drawing/2014/main" id="{6E4D5569-784A-49AE-B17B-36121A64A315}"/>
              </a:ext>
            </a:extLst>
          </p:cNvPr>
          <p:cNvSpPr>
            <a:spLocks noGrp="1"/>
          </p:cNvSpPr>
          <p:nvPr/>
        </p:nvSpPr>
        <p:spPr>
          <a:xfrm>
            <a:off x="55282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F1_main_prauc_2320">
            <a:extLst>
              <a:ext uri="{FF2B5EF4-FFF2-40B4-BE49-F238E27FC236}">
                <a16:creationId xmlns:a16="http://schemas.microsoft.com/office/drawing/2014/main" id="{4CE9B550-C87E-4EC7-9A95-826780C2D819}"/>
              </a:ext>
            </a:extLst>
          </p:cNvPr>
          <p:cNvSpPr>
            <a:spLocks noGrp="1"/>
          </p:cNvSpPr>
          <p:nvPr/>
        </p:nvSpPr>
        <p:spPr>
          <a:xfrm>
            <a:off x="53770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F1_main_prauc_2321">
            <a:extLst>
              <a:ext uri="{FF2B5EF4-FFF2-40B4-BE49-F238E27FC236}">
                <a16:creationId xmlns:a16="http://schemas.microsoft.com/office/drawing/2014/main" id="{5470E4A0-E75E-45A6-B080-63E2E70886A6}"/>
              </a:ext>
            </a:extLst>
          </p:cNvPr>
          <p:cNvSpPr>
            <a:spLocks noGrp="1"/>
          </p:cNvSpPr>
          <p:nvPr/>
        </p:nvSpPr>
        <p:spPr>
          <a:xfrm>
            <a:off x="5493571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F1_main_prauc_2322">
            <a:extLst>
              <a:ext uri="{FF2B5EF4-FFF2-40B4-BE49-F238E27FC236}">
                <a16:creationId xmlns:a16="http://schemas.microsoft.com/office/drawing/2014/main" id="{AAFA1E3D-48ED-4A63-B5E4-C79B9A246DDC}"/>
              </a:ext>
            </a:extLst>
          </p:cNvPr>
          <p:cNvSpPr>
            <a:spLocks noGrp="1"/>
          </p:cNvSpPr>
          <p:nvPr/>
        </p:nvSpPr>
        <p:spPr>
          <a:xfrm>
            <a:off x="54158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F1_main_prauc_2323">
            <a:extLst>
              <a:ext uri="{FF2B5EF4-FFF2-40B4-BE49-F238E27FC236}">
                <a16:creationId xmlns:a16="http://schemas.microsoft.com/office/drawing/2014/main" id="{89056477-6F53-4B26-A353-E6E2E7EDCE28}"/>
              </a:ext>
            </a:extLst>
          </p:cNvPr>
          <p:cNvSpPr>
            <a:spLocks noGrp="1"/>
          </p:cNvSpPr>
          <p:nvPr/>
        </p:nvSpPr>
        <p:spPr>
          <a:xfrm>
            <a:off x="5407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F1_main_prauc_2324">
            <a:extLst>
              <a:ext uri="{FF2B5EF4-FFF2-40B4-BE49-F238E27FC236}">
                <a16:creationId xmlns:a16="http://schemas.microsoft.com/office/drawing/2014/main" id="{2E965D4C-9C3E-4796-B69B-F9D50AE0AA47}"/>
              </a:ext>
            </a:extLst>
          </p:cNvPr>
          <p:cNvSpPr>
            <a:spLocks noGrp="1"/>
          </p:cNvSpPr>
          <p:nvPr/>
        </p:nvSpPr>
        <p:spPr>
          <a:xfrm>
            <a:off x="5488782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F1_main_prauc_2325">
            <a:extLst>
              <a:ext uri="{FF2B5EF4-FFF2-40B4-BE49-F238E27FC236}">
                <a16:creationId xmlns:a16="http://schemas.microsoft.com/office/drawing/2014/main" id="{15FB7718-D5A2-4FF4-A1BE-1B727D0EE4FC}"/>
              </a:ext>
            </a:extLst>
          </p:cNvPr>
          <p:cNvSpPr>
            <a:spLocks noGrp="1"/>
          </p:cNvSpPr>
          <p:nvPr/>
        </p:nvSpPr>
        <p:spPr>
          <a:xfrm>
            <a:off x="53743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F1_main_prauc_2326">
            <a:extLst>
              <a:ext uri="{FF2B5EF4-FFF2-40B4-BE49-F238E27FC236}">
                <a16:creationId xmlns:a16="http://schemas.microsoft.com/office/drawing/2014/main" id="{3CCF9279-A1A8-4EE3-BB37-E6B16F4EA75C}"/>
              </a:ext>
            </a:extLst>
          </p:cNvPr>
          <p:cNvSpPr>
            <a:spLocks noGrp="1"/>
          </p:cNvSpPr>
          <p:nvPr/>
        </p:nvSpPr>
        <p:spPr>
          <a:xfrm>
            <a:off x="53508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F1_main_prauc_2327">
            <a:extLst>
              <a:ext uri="{FF2B5EF4-FFF2-40B4-BE49-F238E27FC236}">
                <a16:creationId xmlns:a16="http://schemas.microsoft.com/office/drawing/2014/main" id="{F6B30FE9-5089-44EB-976B-25BCD02DEFD8}"/>
              </a:ext>
            </a:extLst>
          </p:cNvPr>
          <p:cNvSpPr>
            <a:spLocks noGrp="1"/>
          </p:cNvSpPr>
          <p:nvPr/>
        </p:nvSpPr>
        <p:spPr>
          <a:xfrm>
            <a:off x="531431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F1_main_prauc_2328">
            <a:extLst>
              <a:ext uri="{FF2B5EF4-FFF2-40B4-BE49-F238E27FC236}">
                <a16:creationId xmlns:a16="http://schemas.microsoft.com/office/drawing/2014/main" id="{72A96061-D0F9-4F5D-8B93-35713EC37C84}"/>
              </a:ext>
            </a:extLst>
          </p:cNvPr>
          <p:cNvSpPr>
            <a:spLocks noGrp="1"/>
          </p:cNvSpPr>
          <p:nvPr/>
        </p:nvSpPr>
        <p:spPr>
          <a:xfrm>
            <a:off x="54510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F1_main_prauc_2329">
            <a:extLst>
              <a:ext uri="{FF2B5EF4-FFF2-40B4-BE49-F238E27FC236}">
                <a16:creationId xmlns:a16="http://schemas.microsoft.com/office/drawing/2014/main" id="{35A3A8F1-94E4-44A4-A699-C0572866744B}"/>
              </a:ext>
            </a:extLst>
          </p:cNvPr>
          <p:cNvSpPr>
            <a:spLocks noGrp="1"/>
          </p:cNvSpPr>
          <p:nvPr/>
        </p:nvSpPr>
        <p:spPr>
          <a:xfrm>
            <a:off x="53649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F1_main_prauc_2330">
            <a:extLst>
              <a:ext uri="{FF2B5EF4-FFF2-40B4-BE49-F238E27FC236}">
                <a16:creationId xmlns:a16="http://schemas.microsoft.com/office/drawing/2014/main" id="{00AC2328-25B5-4003-9A3E-CE828A799704}"/>
              </a:ext>
            </a:extLst>
          </p:cNvPr>
          <p:cNvSpPr>
            <a:spLocks noGrp="1"/>
          </p:cNvSpPr>
          <p:nvPr/>
        </p:nvSpPr>
        <p:spPr>
          <a:xfrm>
            <a:off x="54237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F1_main_prauc_2331">
            <a:extLst>
              <a:ext uri="{FF2B5EF4-FFF2-40B4-BE49-F238E27FC236}">
                <a16:creationId xmlns:a16="http://schemas.microsoft.com/office/drawing/2014/main" id="{E2767D0A-1E67-4056-8653-6C7228089F94}"/>
              </a:ext>
            </a:extLst>
          </p:cNvPr>
          <p:cNvSpPr>
            <a:spLocks noGrp="1"/>
          </p:cNvSpPr>
          <p:nvPr/>
        </p:nvSpPr>
        <p:spPr>
          <a:xfrm>
            <a:off x="542624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F1_main_prauc_2332">
            <a:extLst>
              <a:ext uri="{FF2B5EF4-FFF2-40B4-BE49-F238E27FC236}">
                <a16:creationId xmlns:a16="http://schemas.microsoft.com/office/drawing/2014/main" id="{F3082EF6-5A35-416D-A41D-A0EE93E803AE}"/>
              </a:ext>
            </a:extLst>
          </p:cNvPr>
          <p:cNvSpPr>
            <a:spLocks noGrp="1"/>
          </p:cNvSpPr>
          <p:nvPr/>
        </p:nvSpPr>
        <p:spPr>
          <a:xfrm>
            <a:off x="53040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F1_main_prauc_2333">
            <a:extLst>
              <a:ext uri="{FF2B5EF4-FFF2-40B4-BE49-F238E27FC236}">
                <a16:creationId xmlns:a16="http://schemas.microsoft.com/office/drawing/2014/main" id="{4D595901-3FE0-4CB9-8548-01623BCC205B}"/>
              </a:ext>
            </a:extLst>
          </p:cNvPr>
          <p:cNvSpPr>
            <a:spLocks noGrp="1"/>
          </p:cNvSpPr>
          <p:nvPr/>
        </p:nvSpPr>
        <p:spPr>
          <a:xfrm>
            <a:off x="54593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F1_main_prauc_2334">
            <a:extLst>
              <a:ext uri="{FF2B5EF4-FFF2-40B4-BE49-F238E27FC236}">
                <a16:creationId xmlns:a16="http://schemas.microsoft.com/office/drawing/2014/main" id="{06376E90-D83A-400C-81FA-FF9D242AE861}"/>
              </a:ext>
            </a:extLst>
          </p:cNvPr>
          <p:cNvSpPr>
            <a:spLocks noGrp="1"/>
          </p:cNvSpPr>
          <p:nvPr/>
        </p:nvSpPr>
        <p:spPr>
          <a:xfrm>
            <a:off x="52995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F1_main_prauc_2335">
            <a:extLst>
              <a:ext uri="{FF2B5EF4-FFF2-40B4-BE49-F238E27FC236}">
                <a16:creationId xmlns:a16="http://schemas.microsoft.com/office/drawing/2014/main" id="{71F2A25A-9825-40C0-93BE-5F5656D80E15}"/>
              </a:ext>
            </a:extLst>
          </p:cNvPr>
          <p:cNvSpPr>
            <a:spLocks noGrp="1"/>
          </p:cNvSpPr>
          <p:nvPr/>
        </p:nvSpPr>
        <p:spPr>
          <a:xfrm>
            <a:off x="54920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F1_main_prauc_2336">
            <a:extLst>
              <a:ext uri="{FF2B5EF4-FFF2-40B4-BE49-F238E27FC236}">
                <a16:creationId xmlns:a16="http://schemas.microsoft.com/office/drawing/2014/main" id="{A96C1774-CC66-4C17-8A56-EE3B798513CD}"/>
              </a:ext>
            </a:extLst>
          </p:cNvPr>
          <p:cNvSpPr>
            <a:spLocks noGrp="1"/>
          </p:cNvSpPr>
          <p:nvPr/>
        </p:nvSpPr>
        <p:spPr>
          <a:xfrm>
            <a:off x="5326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F1_main_prauc_2337">
            <a:extLst>
              <a:ext uri="{FF2B5EF4-FFF2-40B4-BE49-F238E27FC236}">
                <a16:creationId xmlns:a16="http://schemas.microsoft.com/office/drawing/2014/main" id="{99F1FCB4-000E-4A26-84A1-C8D5DFEBA0B1}"/>
              </a:ext>
            </a:extLst>
          </p:cNvPr>
          <p:cNvSpPr>
            <a:spLocks noGrp="1"/>
          </p:cNvSpPr>
          <p:nvPr/>
        </p:nvSpPr>
        <p:spPr>
          <a:xfrm>
            <a:off x="542767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F1_main_prauc_2338">
            <a:extLst>
              <a:ext uri="{FF2B5EF4-FFF2-40B4-BE49-F238E27FC236}">
                <a16:creationId xmlns:a16="http://schemas.microsoft.com/office/drawing/2014/main" id="{33E4DD82-EA1E-4E6A-AB36-2C7FCA2C8FBC}"/>
              </a:ext>
            </a:extLst>
          </p:cNvPr>
          <p:cNvSpPr>
            <a:spLocks noGrp="1"/>
          </p:cNvSpPr>
          <p:nvPr/>
        </p:nvSpPr>
        <p:spPr>
          <a:xfrm>
            <a:off x="54499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F1_main_prauc_2339">
            <a:extLst>
              <a:ext uri="{FF2B5EF4-FFF2-40B4-BE49-F238E27FC236}">
                <a16:creationId xmlns:a16="http://schemas.microsoft.com/office/drawing/2014/main" id="{0FA3832D-4E48-4B86-977A-C20996118B9F}"/>
              </a:ext>
            </a:extLst>
          </p:cNvPr>
          <p:cNvSpPr>
            <a:spLocks noGrp="1"/>
          </p:cNvSpPr>
          <p:nvPr/>
        </p:nvSpPr>
        <p:spPr>
          <a:xfrm>
            <a:off x="545385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F1_main_prauc_2340">
            <a:extLst>
              <a:ext uri="{FF2B5EF4-FFF2-40B4-BE49-F238E27FC236}">
                <a16:creationId xmlns:a16="http://schemas.microsoft.com/office/drawing/2014/main" id="{1390CF4F-DEDB-4A78-94A1-F5CC40EBB88E}"/>
              </a:ext>
            </a:extLst>
          </p:cNvPr>
          <p:cNvSpPr>
            <a:spLocks noGrp="1"/>
          </p:cNvSpPr>
          <p:nvPr/>
        </p:nvSpPr>
        <p:spPr>
          <a:xfrm>
            <a:off x="5511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F1_main_prauc_2341">
            <a:extLst>
              <a:ext uri="{FF2B5EF4-FFF2-40B4-BE49-F238E27FC236}">
                <a16:creationId xmlns:a16="http://schemas.microsoft.com/office/drawing/2014/main" id="{799A60D3-627C-4242-91FF-733C29CE269D}"/>
              </a:ext>
            </a:extLst>
          </p:cNvPr>
          <p:cNvSpPr>
            <a:spLocks noGrp="1"/>
          </p:cNvSpPr>
          <p:nvPr/>
        </p:nvSpPr>
        <p:spPr>
          <a:xfrm>
            <a:off x="5390194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F1_main_prauc_2342">
            <a:extLst>
              <a:ext uri="{FF2B5EF4-FFF2-40B4-BE49-F238E27FC236}">
                <a16:creationId xmlns:a16="http://schemas.microsoft.com/office/drawing/2014/main" id="{AD041C92-83D3-4A01-A350-6B9F60C1ECA2}"/>
              </a:ext>
            </a:extLst>
          </p:cNvPr>
          <p:cNvSpPr>
            <a:spLocks noGrp="1"/>
          </p:cNvSpPr>
          <p:nvPr/>
        </p:nvSpPr>
        <p:spPr>
          <a:xfrm>
            <a:off x="5515485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F1_main_prauc_2343">
            <a:extLst>
              <a:ext uri="{FF2B5EF4-FFF2-40B4-BE49-F238E27FC236}">
                <a16:creationId xmlns:a16="http://schemas.microsoft.com/office/drawing/2014/main" id="{2E522EA0-8764-44A4-9621-A769DD21C90E}"/>
              </a:ext>
            </a:extLst>
          </p:cNvPr>
          <p:cNvSpPr>
            <a:spLocks noGrp="1"/>
          </p:cNvSpPr>
          <p:nvPr/>
        </p:nvSpPr>
        <p:spPr>
          <a:xfrm>
            <a:off x="539992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F1_main_prauc_2344">
            <a:extLst>
              <a:ext uri="{FF2B5EF4-FFF2-40B4-BE49-F238E27FC236}">
                <a16:creationId xmlns:a16="http://schemas.microsoft.com/office/drawing/2014/main" id="{CF8D15FF-0B4B-43A7-8AA5-293EE6946831}"/>
              </a:ext>
            </a:extLst>
          </p:cNvPr>
          <p:cNvSpPr>
            <a:spLocks noGrp="1"/>
          </p:cNvSpPr>
          <p:nvPr/>
        </p:nvSpPr>
        <p:spPr>
          <a:xfrm>
            <a:off x="532580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F1_main_prauc_2345">
            <a:extLst>
              <a:ext uri="{FF2B5EF4-FFF2-40B4-BE49-F238E27FC236}">
                <a16:creationId xmlns:a16="http://schemas.microsoft.com/office/drawing/2014/main" id="{67C8EB6D-8E95-4DE8-A9A8-ABA2B1740561}"/>
              </a:ext>
            </a:extLst>
          </p:cNvPr>
          <p:cNvSpPr>
            <a:spLocks noGrp="1"/>
          </p:cNvSpPr>
          <p:nvPr/>
        </p:nvSpPr>
        <p:spPr>
          <a:xfrm>
            <a:off x="534395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F1_main_prauc_2346">
            <a:extLst>
              <a:ext uri="{FF2B5EF4-FFF2-40B4-BE49-F238E27FC236}">
                <a16:creationId xmlns:a16="http://schemas.microsoft.com/office/drawing/2014/main" id="{CC95B06F-EC3C-495E-B2C2-2AF6D1D07E00}"/>
              </a:ext>
            </a:extLst>
          </p:cNvPr>
          <p:cNvSpPr>
            <a:spLocks noGrp="1"/>
          </p:cNvSpPr>
          <p:nvPr/>
        </p:nvSpPr>
        <p:spPr>
          <a:xfrm>
            <a:off x="5443441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F1_main_prauc_2347">
            <a:extLst>
              <a:ext uri="{FF2B5EF4-FFF2-40B4-BE49-F238E27FC236}">
                <a16:creationId xmlns:a16="http://schemas.microsoft.com/office/drawing/2014/main" id="{CC224321-5018-47EA-B49C-98418C1E9305}"/>
              </a:ext>
            </a:extLst>
          </p:cNvPr>
          <p:cNvSpPr>
            <a:spLocks noGrp="1"/>
          </p:cNvSpPr>
          <p:nvPr/>
        </p:nvSpPr>
        <p:spPr>
          <a:xfrm>
            <a:off x="52977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F1_main_prauc_2348">
            <a:extLst>
              <a:ext uri="{FF2B5EF4-FFF2-40B4-BE49-F238E27FC236}">
                <a16:creationId xmlns:a16="http://schemas.microsoft.com/office/drawing/2014/main" id="{FFAE8268-6238-4366-9F07-F51B41A8A36E}"/>
              </a:ext>
            </a:extLst>
          </p:cNvPr>
          <p:cNvSpPr>
            <a:spLocks noGrp="1"/>
          </p:cNvSpPr>
          <p:nvPr/>
        </p:nvSpPr>
        <p:spPr>
          <a:xfrm>
            <a:off x="540821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F1_main_prauc_2349">
            <a:extLst>
              <a:ext uri="{FF2B5EF4-FFF2-40B4-BE49-F238E27FC236}">
                <a16:creationId xmlns:a16="http://schemas.microsoft.com/office/drawing/2014/main" id="{BF3C2CFA-1DFE-4344-A925-18AE41387EC9}"/>
              </a:ext>
            </a:extLst>
          </p:cNvPr>
          <p:cNvSpPr>
            <a:spLocks noGrp="1"/>
          </p:cNvSpPr>
          <p:nvPr/>
        </p:nvSpPr>
        <p:spPr>
          <a:xfrm>
            <a:off x="5281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F1_main_prauc_2350">
            <a:extLst>
              <a:ext uri="{FF2B5EF4-FFF2-40B4-BE49-F238E27FC236}">
                <a16:creationId xmlns:a16="http://schemas.microsoft.com/office/drawing/2014/main" id="{B450963C-3E8D-4A01-ADC5-1C4D0ED22DA0}"/>
              </a:ext>
            </a:extLst>
          </p:cNvPr>
          <p:cNvSpPr>
            <a:spLocks noGrp="1"/>
          </p:cNvSpPr>
          <p:nvPr/>
        </p:nvSpPr>
        <p:spPr>
          <a:xfrm>
            <a:off x="55134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F1_main_prauc_2351">
            <a:extLst>
              <a:ext uri="{FF2B5EF4-FFF2-40B4-BE49-F238E27FC236}">
                <a16:creationId xmlns:a16="http://schemas.microsoft.com/office/drawing/2014/main" id="{041D38A7-3F36-4079-A1FE-A1972FD005C2}"/>
              </a:ext>
            </a:extLst>
          </p:cNvPr>
          <p:cNvSpPr>
            <a:spLocks noGrp="1"/>
          </p:cNvSpPr>
          <p:nvPr/>
        </p:nvSpPr>
        <p:spPr>
          <a:xfrm>
            <a:off x="53475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F1_main_prauc_2352">
            <a:extLst>
              <a:ext uri="{FF2B5EF4-FFF2-40B4-BE49-F238E27FC236}">
                <a16:creationId xmlns:a16="http://schemas.microsoft.com/office/drawing/2014/main" id="{80DA4DBD-A54C-4A6D-9759-C5E87EC6FD96}"/>
              </a:ext>
            </a:extLst>
          </p:cNvPr>
          <p:cNvSpPr>
            <a:spLocks noGrp="1"/>
          </p:cNvSpPr>
          <p:nvPr/>
        </p:nvSpPr>
        <p:spPr>
          <a:xfrm>
            <a:off x="5334930" y="54267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F1_main_prauc_2353">
            <a:extLst>
              <a:ext uri="{FF2B5EF4-FFF2-40B4-BE49-F238E27FC236}">
                <a16:creationId xmlns:a16="http://schemas.microsoft.com/office/drawing/2014/main" id="{12B1CEBB-16F8-4B9C-BBDC-9D547B5B5B62}"/>
              </a:ext>
            </a:extLst>
          </p:cNvPr>
          <p:cNvSpPr>
            <a:spLocks noGrp="1"/>
          </p:cNvSpPr>
          <p:nvPr/>
        </p:nvSpPr>
        <p:spPr>
          <a:xfrm>
            <a:off x="53875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F1_main_prauc_2354">
            <a:extLst>
              <a:ext uri="{FF2B5EF4-FFF2-40B4-BE49-F238E27FC236}">
                <a16:creationId xmlns:a16="http://schemas.microsoft.com/office/drawing/2014/main" id="{80A401D2-4BA3-4027-8A60-4D0F31CBDDA3}"/>
              </a:ext>
            </a:extLst>
          </p:cNvPr>
          <p:cNvSpPr>
            <a:spLocks noGrp="1"/>
          </p:cNvSpPr>
          <p:nvPr/>
        </p:nvSpPr>
        <p:spPr>
          <a:xfrm>
            <a:off x="5321904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F1_main_prauc_2355">
            <a:extLst>
              <a:ext uri="{FF2B5EF4-FFF2-40B4-BE49-F238E27FC236}">
                <a16:creationId xmlns:a16="http://schemas.microsoft.com/office/drawing/2014/main" id="{135C9B66-56F1-4E4F-AF9B-68F4C5A440B2}"/>
              </a:ext>
            </a:extLst>
          </p:cNvPr>
          <p:cNvSpPr>
            <a:spLocks noGrp="1"/>
          </p:cNvSpPr>
          <p:nvPr/>
        </p:nvSpPr>
        <p:spPr>
          <a:xfrm>
            <a:off x="5477142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F1_main_prauc_2356">
            <a:extLst>
              <a:ext uri="{FF2B5EF4-FFF2-40B4-BE49-F238E27FC236}">
                <a16:creationId xmlns:a16="http://schemas.microsoft.com/office/drawing/2014/main" id="{052BDEA2-3410-428F-8677-BE8606392EC7}"/>
              </a:ext>
            </a:extLst>
          </p:cNvPr>
          <p:cNvSpPr>
            <a:spLocks noGrp="1"/>
          </p:cNvSpPr>
          <p:nvPr/>
        </p:nvSpPr>
        <p:spPr>
          <a:xfrm>
            <a:off x="5288810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F1_main_prauc_2357">
            <a:extLst>
              <a:ext uri="{FF2B5EF4-FFF2-40B4-BE49-F238E27FC236}">
                <a16:creationId xmlns:a16="http://schemas.microsoft.com/office/drawing/2014/main" id="{047A5269-EE60-4748-8774-6518669559CF}"/>
              </a:ext>
            </a:extLst>
          </p:cNvPr>
          <p:cNvSpPr>
            <a:spLocks noGrp="1"/>
          </p:cNvSpPr>
          <p:nvPr/>
        </p:nvSpPr>
        <p:spPr>
          <a:xfrm>
            <a:off x="5289788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F1_main_prauc_2358">
            <a:extLst>
              <a:ext uri="{FF2B5EF4-FFF2-40B4-BE49-F238E27FC236}">
                <a16:creationId xmlns:a16="http://schemas.microsoft.com/office/drawing/2014/main" id="{D0BA9F26-CA0A-4B70-A955-EBA5758BF628}"/>
              </a:ext>
            </a:extLst>
          </p:cNvPr>
          <p:cNvSpPr>
            <a:spLocks noGrp="1"/>
          </p:cNvSpPr>
          <p:nvPr/>
        </p:nvSpPr>
        <p:spPr>
          <a:xfrm>
            <a:off x="550438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F1_main_prauc_2359">
            <a:extLst>
              <a:ext uri="{FF2B5EF4-FFF2-40B4-BE49-F238E27FC236}">
                <a16:creationId xmlns:a16="http://schemas.microsoft.com/office/drawing/2014/main" id="{17E89F65-C591-4F60-A85A-BAA565195BED}"/>
              </a:ext>
            </a:extLst>
          </p:cNvPr>
          <p:cNvSpPr>
            <a:spLocks noGrp="1"/>
          </p:cNvSpPr>
          <p:nvPr/>
        </p:nvSpPr>
        <p:spPr>
          <a:xfrm>
            <a:off x="53145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F1_main_prauc_2360">
            <a:extLst>
              <a:ext uri="{FF2B5EF4-FFF2-40B4-BE49-F238E27FC236}">
                <a16:creationId xmlns:a16="http://schemas.microsoft.com/office/drawing/2014/main" id="{2B9F2D3B-C3FA-4B3B-ADB8-7493DB983100}"/>
              </a:ext>
            </a:extLst>
          </p:cNvPr>
          <p:cNvSpPr>
            <a:spLocks noGrp="1"/>
          </p:cNvSpPr>
          <p:nvPr/>
        </p:nvSpPr>
        <p:spPr>
          <a:xfrm>
            <a:off x="545378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F1_main_prauc_2361">
            <a:extLst>
              <a:ext uri="{FF2B5EF4-FFF2-40B4-BE49-F238E27FC236}">
                <a16:creationId xmlns:a16="http://schemas.microsoft.com/office/drawing/2014/main" id="{3A87CCC0-CE54-45D7-82C2-7A4DB15422D9}"/>
              </a:ext>
            </a:extLst>
          </p:cNvPr>
          <p:cNvSpPr>
            <a:spLocks noGrp="1"/>
          </p:cNvSpPr>
          <p:nvPr/>
        </p:nvSpPr>
        <p:spPr>
          <a:xfrm>
            <a:off x="5530148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F1_main_prauc_2362">
            <a:extLst>
              <a:ext uri="{FF2B5EF4-FFF2-40B4-BE49-F238E27FC236}">
                <a16:creationId xmlns:a16="http://schemas.microsoft.com/office/drawing/2014/main" id="{9F0BB2B2-ADFD-4BA7-82EB-7AB525F660E2}"/>
              </a:ext>
            </a:extLst>
          </p:cNvPr>
          <p:cNvSpPr>
            <a:spLocks noGrp="1"/>
          </p:cNvSpPr>
          <p:nvPr/>
        </p:nvSpPr>
        <p:spPr>
          <a:xfrm>
            <a:off x="53483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F1_main_prauc_2363">
            <a:extLst>
              <a:ext uri="{FF2B5EF4-FFF2-40B4-BE49-F238E27FC236}">
                <a16:creationId xmlns:a16="http://schemas.microsoft.com/office/drawing/2014/main" id="{E37744E6-5A32-4542-BC7B-3147D1DDFED8}"/>
              </a:ext>
            </a:extLst>
          </p:cNvPr>
          <p:cNvSpPr>
            <a:spLocks noGrp="1"/>
          </p:cNvSpPr>
          <p:nvPr/>
        </p:nvSpPr>
        <p:spPr>
          <a:xfrm>
            <a:off x="52942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F1_main_prauc_2364">
            <a:extLst>
              <a:ext uri="{FF2B5EF4-FFF2-40B4-BE49-F238E27FC236}">
                <a16:creationId xmlns:a16="http://schemas.microsoft.com/office/drawing/2014/main" id="{DA87947B-E50F-4729-8E67-D07889187195}"/>
              </a:ext>
            </a:extLst>
          </p:cNvPr>
          <p:cNvSpPr>
            <a:spLocks noGrp="1"/>
          </p:cNvSpPr>
          <p:nvPr/>
        </p:nvSpPr>
        <p:spPr>
          <a:xfrm>
            <a:off x="55300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F1_main_prauc_2365">
            <a:extLst>
              <a:ext uri="{FF2B5EF4-FFF2-40B4-BE49-F238E27FC236}">
                <a16:creationId xmlns:a16="http://schemas.microsoft.com/office/drawing/2014/main" id="{BEF76FB3-16E5-4AE1-9FFF-536F791938DC}"/>
              </a:ext>
            </a:extLst>
          </p:cNvPr>
          <p:cNvSpPr>
            <a:spLocks noGrp="1"/>
          </p:cNvSpPr>
          <p:nvPr/>
        </p:nvSpPr>
        <p:spPr>
          <a:xfrm>
            <a:off x="5401894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F1_main_prauc_2366">
            <a:extLst>
              <a:ext uri="{FF2B5EF4-FFF2-40B4-BE49-F238E27FC236}">
                <a16:creationId xmlns:a16="http://schemas.microsoft.com/office/drawing/2014/main" id="{09C00FE3-5A1A-4673-95ED-C6D0383A9E47}"/>
              </a:ext>
            </a:extLst>
          </p:cNvPr>
          <p:cNvSpPr>
            <a:spLocks noGrp="1"/>
          </p:cNvSpPr>
          <p:nvPr/>
        </p:nvSpPr>
        <p:spPr>
          <a:xfrm>
            <a:off x="5355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F1_main_prauc_2367">
            <a:extLst>
              <a:ext uri="{FF2B5EF4-FFF2-40B4-BE49-F238E27FC236}">
                <a16:creationId xmlns:a16="http://schemas.microsoft.com/office/drawing/2014/main" id="{8CA0F82A-FB84-48F8-BB4A-5A0A968FB70F}"/>
              </a:ext>
            </a:extLst>
          </p:cNvPr>
          <p:cNvSpPr>
            <a:spLocks noGrp="1"/>
          </p:cNvSpPr>
          <p:nvPr/>
        </p:nvSpPr>
        <p:spPr>
          <a:xfrm>
            <a:off x="5406643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F1_main_prauc_2368">
            <a:extLst>
              <a:ext uri="{FF2B5EF4-FFF2-40B4-BE49-F238E27FC236}">
                <a16:creationId xmlns:a16="http://schemas.microsoft.com/office/drawing/2014/main" id="{98ACA4CF-6925-44E9-AB7F-246E0CD3BDF0}"/>
              </a:ext>
            </a:extLst>
          </p:cNvPr>
          <p:cNvSpPr>
            <a:spLocks noGrp="1"/>
          </p:cNvSpPr>
          <p:nvPr/>
        </p:nvSpPr>
        <p:spPr>
          <a:xfrm>
            <a:off x="547844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F1_main_prauc_2369">
            <a:extLst>
              <a:ext uri="{FF2B5EF4-FFF2-40B4-BE49-F238E27FC236}">
                <a16:creationId xmlns:a16="http://schemas.microsoft.com/office/drawing/2014/main" id="{45D95CD9-B65E-4E9B-A689-CE768AB7A8ED}"/>
              </a:ext>
            </a:extLst>
          </p:cNvPr>
          <p:cNvSpPr>
            <a:spLocks noGrp="1"/>
          </p:cNvSpPr>
          <p:nvPr/>
        </p:nvSpPr>
        <p:spPr>
          <a:xfrm>
            <a:off x="53713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F1_main_prauc_2370">
            <a:extLst>
              <a:ext uri="{FF2B5EF4-FFF2-40B4-BE49-F238E27FC236}">
                <a16:creationId xmlns:a16="http://schemas.microsoft.com/office/drawing/2014/main" id="{9040214B-5524-4D6C-94B6-647325E79384}"/>
              </a:ext>
            </a:extLst>
          </p:cNvPr>
          <p:cNvSpPr>
            <a:spLocks noGrp="1"/>
          </p:cNvSpPr>
          <p:nvPr/>
        </p:nvSpPr>
        <p:spPr>
          <a:xfrm>
            <a:off x="5289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F1_main_prauc_2371">
            <a:extLst>
              <a:ext uri="{FF2B5EF4-FFF2-40B4-BE49-F238E27FC236}">
                <a16:creationId xmlns:a16="http://schemas.microsoft.com/office/drawing/2014/main" id="{E986DE73-C152-44CB-A788-7717C3189D44}"/>
              </a:ext>
            </a:extLst>
          </p:cNvPr>
          <p:cNvSpPr>
            <a:spLocks noGrp="1"/>
          </p:cNvSpPr>
          <p:nvPr/>
        </p:nvSpPr>
        <p:spPr>
          <a:xfrm>
            <a:off x="54872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F1_main_prauc_2372">
            <a:extLst>
              <a:ext uri="{FF2B5EF4-FFF2-40B4-BE49-F238E27FC236}">
                <a16:creationId xmlns:a16="http://schemas.microsoft.com/office/drawing/2014/main" id="{12C16D32-3D02-4890-8134-8BF66DBC3895}"/>
              </a:ext>
            </a:extLst>
          </p:cNvPr>
          <p:cNvSpPr>
            <a:spLocks noGrp="1"/>
          </p:cNvSpPr>
          <p:nvPr/>
        </p:nvSpPr>
        <p:spPr>
          <a:xfrm>
            <a:off x="54064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F1_main_prauc_2373">
            <a:extLst>
              <a:ext uri="{FF2B5EF4-FFF2-40B4-BE49-F238E27FC236}">
                <a16:creationId xmlns:a16="http://schemas.microsoft.com/office/drawing/2014/main" id="{B3511675-AEE5-4E04-9C59-FF268146B186}"/>
              </a:ext>
            </a:extLst>
          </p:cNvPr>
          <p:cNvSpPr>
            <a:spLocks noGrp="1"/>
          </p:cNvSpPr>
          <p:nvPr/>
        </p:nvSpPr>
        <p:spPr>
          <a:xfrm>
            <a:off x="5474198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F1_main_prauc_2374">
            <a:extLst>
              <a:ext uri="{FF2B5EF4-FFF2-40B4-BE49-F238E27FC236}">
                <a16:creationId xmlns:a16="http://schemas.microsoft.com/office/drawing/2014/main" id="{108869E1-AD09-4653-A705-E05900081FF2}"/>
              </a:ext>
            </a:extLst>
          </p:cNvPr>
          <p:cNvSpPr>
            <a:spLocks noGrp="1"/>
          </p:cNvSpPr>
          <p:nvPr/>
        </p:nvSpPr>
        <p:spPr>
          <a:xfrm>
            <a:off x="5439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F1_main_prauc_2375">
            <a:extLst>
              <a:ext uri="{FF2B5EF4-FFF2-40B4-BE49-F238E27FC236}">
                <a16:creationId xmlns:a16="http://schemas.microsoft.com/office/drawing/2014/main" id="{88A66EE0-BF11-4E20-B4C3-9CA366B591B7}"/>
              </a:ext>
            </a:extLst>
          </p:cNvPr>
          <p:cNvSpPr>
            <a:spLocks noGrp="1"/>
          </p:cNvSpPr>
          <p:nvPr/>
        </p:nvSpPr>
        <p:spPr>
          <a:xfrm>
            <a:off x="549947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F1_main_prauc_2376">
            <a:extLst>
              <a:ext uri="{FF2B5EF4-FFF2-40B4-BE49-F238E27FC236}">
                <a16:creationId xmlns:a16="http://schemas.microsoft.com/office/drawing/2014/main" id="{89C835BE-394A-44AC-A44C-848E21588469}"/>
              </a:ext>
            </a:extLst>
          </p:cNvPr>
          <p:cNvSpPr>
            <a:spLocks noGrp="1"/>
          </p:cNvSpPr>
          <p:nvPr/>
        </p:nvSpPr>
        <p:spPr>
          <a:xfrm>
            <a:off x="5315679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F1_main_prauc_2377">
            <a:extLst>
              <a:ext uri="{FF2B5EF4-FFF2-40B4-BE49-F238E27FC236}">
                <a16:creationId xmlns:a16="http://schemas.microsoft.com/office/drawing/2014/main" id="{D8F4E849-8ADC-409F-8162-B9AA3D7CC94D}"/>
              </a:ext>
            </a:extLst>
          </p:cNvPr>
          <p:cNvSpPr>
            <a:spLocks noGrp="1"/>
          </p:cNvSpPr>
          <p:nvPr/>
        </p:nvSpPr>
        <p:spPr>
          <a:xfrm>
            <a:off x="5316353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F1_main_prauc_2378">
            <a:extLst>
              <a:ext uri="{FF2B5EF4-FFF2-40B4-BE49-F238E27FC236}">
                <a16:creationId xmlns:a16="http://schemas.microsoft.com/office/drawing/2014/main" id="{3C0FD3BE-1E18-4BDB-9719-AF1B5D3FF648}"/>
              </a:ext>
            </a:extLst>
          </p:cNvPr>
          <p:cNvSpPr>
            <a:spLocks noGrp="1"/>
          </p:cNvSpPr>
          <p:nvPr/>
        </p:nvSpPr>
        <p:spPr>
          <a:xfrm>
            <a:off x="541798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F1_main_prauc_2379">
            <a:extLst>
              <a:ext uri="{FF2B5EF4-FFF2-40B4-BE49-F238E27FC236}">
                <a16:creationId xmlns:a16="http://schemas.microsoft.com/office/drawing/2014/main" id="{E0DD3E8F-5C33-4054-92C7-AF75EC1F678E}"/>
              </a:ext>
            </a:extLst>
          </p:cNvPr>
          <p:cNvSpPr>
            <a:spLocks noGrp="1"/>
          </p:cNvSpPr>
          <p:nvPr/>
        </p:nvSpPr>
        <p:spPr>
          <a:xfrm>
            <a:off x="5294885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F1_main_prauc_2380">
            <a:extLst>
              <a:ext uri="{FF2B5EF4-FFF2-40B4-BE49-F238E27FC236}">
                <a16:creationId xmlns:a16="http://schemas.microsoft.com/office/drawing/2014/main" id="{3EF52CD2-F7A3-4951-90AF-8EC675366A73}"/>
              </a:ext>
            </a:extLst>
          </p:cNvPr>
          <p:cNvSpPr>
            <a:spLocks noGrp="1"/>
          </p:cNvSpPr>
          <p:nvPr/>
        </p:nvSpPr>
        <p:spPr>
          <a:xfrm>
            <a:off x="5421546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F1_main_prauc_2381">
            <a:extLst>
              <a:ext uri="{FF2B5EF4-FFF2-40B4-BE49-F238E27FC236}">
                <a16:creationId xmlns:a16="http://schemas.microsoft.com/office/drawing/2014/main" id="{2229F841-4A41-4F18-8EC2-F196088DF5C4}"/>
              </a:ext>
            </a:extLst>
          </p:cNvPr>
          <p:cNvSpPr>
            <a:spLocks noGrp="1"/>
          </p:cNvSpPr>
          <p:nvPr/>
        </p:nvSpPr>
        <p:spPr>
          <a:xfrm>
            <a:off x="54989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F1_main_prauc_2382">
            <a:extLst>
              <a:ext uri="{FF2B5EF4-FFF2-40B4-BE49-F238E27FC236}">
                <a16:creationId xmlns:a16="http://schemas.microsoft.com/office/drawing/2014/main" id="{E582BD71-CB0C-493B-9E00-99D580003174}"/>
              </a:ext>
            </a:extLst>
          </p:cNvPr>
          <p:cNvSpPr>
            <a:spLocks noGrp="1"/>
          </p:cNvSpPr>
          <p:nvPr/>
        </p:nvSpPr>
        <p:spPr>
          <a:xfrm>
            <a:off x="539474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F1_main_prauc_2383">
            <a:extLst>
              <a:ext uri="{FF2B5EF4-FFF2-40B4-BE49-F238E27FC236}">
                <a16:creationId xmlns:a16="http://schemas.microsoft.com/office/drawing/2014/main" id="{DE757301-3B51-4E21-A2CF-E6DB2429C3A0}"/>
              </a:ext>
            </a:extLst>
          </p:cNvPr>
          <p:cNvSpPr>
            <a:spLocks noGrp="1"/>
          </p:cNvSpPr>
          <p:nvPr/>
        </p:nvSpPr>
        <p:spPr>
          <a:xfrm>
            <a:off x="54940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F1_main_prauc_2384">
            <a:extLst>
              <a:ext uri="{FF2B5EF4-FFF2-40B4-BE49-F238E27FC236}">
                <a16:creationId xmlns:a16="http://schemas.microsoft.com/office/drawing/2014/main" id="{4CEBA9B3-91AC-4E2E-AEEC-36931804079F}"/>
              </a:ext>
            </a:extLst>
          </p:cNvPr>
          <p:cNvSpPr>
            <a:spLocks noGrp="1"/>
          </p:cNvSpPr>
          <p:nvPr/>
        </p:nvSpPr>
        <p:spPr>
          <a:xfrm>
            <a:off x="5288469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F1_main_prauc_2385">
            <a:extLst>
              <a:ext uri="{FF2B5EF4-FFF2-40B4-BE49-F238E27FC236}">
                <a16:creationId xmlns:a16="http://schemas.microsoft.com/office/drawing/2014/main" id="{4C1FA493-02E7-4C38-8E11-1F534FA69D26}"/>
              </a:ext>
            </a:extLst>
          </p:cNvPr>
          <p:cNvSpPr>
            <a:spLocks noGrp="1"/>
          </p:cNvSpPr>
          <p:nvPr/>
        </p:nvSpPr>
        <p:spPr>
          <a:xfrm>
            <a:off x="52976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F1_main_prauc_2386">
            <a:extLst>
              <a:ext uri="{FF2B5EF4-FFF2-40B4-BE49-F238E27FC236}">
                <a16:creationId xmlns:a16="http://schemas.microsoft.com/office/drawing/2014/main" id="{6B094F01-0A4C-4B38-87BB-A371D5695D77}"/>
              </a:ext>
            </a:extLst>
          </p:cNvPr>
          <p:cNvSpPr>
            <a:spLocks noGrp="1"/>
          </p:cNvSpPr>
          <p:nvPr/>
        </p:nvSpPr>
        <p:spPr>
          <a:xfrm>
            <a:off x="5438567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F1_main_prauc_2387">
            <a:extLst>
              <a:ext uri="{FF2B5EF4-FFF2-40B4-BE49-F238E27FC236}">
                <a16:creationId xmlns:a16="http://schemas.microsoft.com/office/drawing/2014/main" id="{B273AD6D-6D8F-452C-8D6E-A5F9E0297336}"/>
              </a:ext>
            </a:extLst>
          </p:cNvPr>
          <p:cNvSpPr>
            <a:spLocks noGrp="1"/>
          </p:cNvSpPr>
          <p:nvPr/>
        </p:nvSpPr>
        <p:spPr>
          <a:xfrm>
            <a:off x="68897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F1_main_prauc_2388">
            <a:extLst>
              <a:ext uri="{FF2B5EF4-FFF2-40B4-BE49-F238E27FC236}">
                <a16:creationId xmlns:a16="http://schemas.microsoft.com/office/drawing/2014/main" id="{2DAFC132-60E8-4D0A-A722-18BFC93C48FD}"/>
              </a:ext>
            </a:extLst>
          </p:cNvPr>
          <p:cNvSpPr>
            <a:spLocks noGrp="1"/>
          </p:cNvSpPr>
          <p:nvPr/>
        </p:nvSpPr>
        <p:spPr>
          <a:xfrm>
            <a:off x="6883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F1_main_prauc_2389">
            <a:extLst>
              <a:ext uri="{FF2B5EF4-FFF2-40B4-BE49-F238E27FC236}">
                <a16:creationId xmlns:a16="http://schemas.microsoft.com/office/drawing/2014/main" id="{B5B37A93-6AEA-4747-9908-4F294F6C72A6}"/>
              </a:ext>
            </a:extLst>
          </p:cNvPr>
          <p:cNvSpPr>
            <a:spLocks noGrp="1"/>
          </p:cNvSpPr>
          <p:nvPr/>
        </p:nvSpPr>
        <p:spPr>
          <a:xfrm>
            <a:off x="69681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F1_main_prauc_2390">
            <a:extLst>
              <a:ext uri="{FF2B5EF4-FFF2-40B4-BE49-F238E27FC236}">
                <a16:creationId xmlns:a16="http://schemas.microsoft.com/office/drawing/2014/main" id="{906A0B2C-96E4-47AB-BDB5-F067B0541872}"/>
              </a:ext>
            </a:extLst>
          </p:cNvPr>
          <p:cNvSpPr>
            <a:spLocks noGrp="1"/>
          </p:cNvSpPr>
          <p:nvPr/>
        </p:nvSpPr>
        <p:spPr>
          <a:xfrm>
            <a:off x="70631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F1_main_prauc_2391">
            <a:extLst>
              <a:ext uri="{FF2B5EF4-FFF2-40B4-BE49-F238E27FC236}">
                <a16:creationId xmlns:a16="http://schemas.microsoft.com/office/drawing/2014/main" id="{8C0CB322-71D9-4CC2-BF99-ADEEDC0DC145}"/>
              </a:ext>
            </a:extLst>
          </p:cNvPr>
          <p:cNvSpPr>
            <a:spLocks noGrp="1"/>
          </p:cNvSpPr>
          <p:nvPr/>
        </p:nvSpPr>
        <p:spPr>
          <a:xfrm>
            <a:off x="7095122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F1_main_prauc_2392">
            <a:extLst>
              <a:ext uri="{FF2B5EF4-FFF2-40B4-BE49-F238E27FC236}">
                <a16:creationId xmlns:a16="http://schemas.microsoft.com/office/drawing/2014/main" id="{BE60DC22-D5C8-40C8-88B0-5E766A8CE25A}"/>
              </a:ext>
            </a:extLst>
          </p:cNvPr>
          <p:cNvSpPr>
            <a:spLocks noGrp="1"/>
          </p:cNvSpPr>
          <p:nvPr/>
        </p:nvSpPr>
        <p:spPr>
          <a:xfrm>
            <a:off x="69521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F1_main_prauc_2393">
            <a:extLst>
              <a:ext uri="{FF2B5EF4-FFF2-40B4-BE49-F238E27FC236}">
                <a16:creationId xmlns:a16="http://schemas.microsoft.com/office/drawing/2014/main" id="{01D1C1C6-C718-449F-AF4C-F8B7AB039D56}"/>
              </a:ext>
            </a:extLst>
          </p:cNvPr>
          <p:cNvSpPr>
            <a:spLocks noGrp="1"/>
          </p:cNvSpPr>
          <p:nvPr/>
        </p:nvSpPr>
        <p:spPr>
          <a:xfrm>
            <a:off x="69818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F1_main_prauc_2394">
            <a:extLst>
              <a:ext uri="{FF2B5EF4-FFF2-40B4-BE49-F238E27FC236}">
                <a16:creationId xmlns:a16="http://schemas.microsoft.com/office/drawing/2014/main" id="{46CE7385-97EF-4928-833C-F39E2D5AFF41}"/>
              </a:ext>
            </a:extLst>
          </p:cNvPr>
          <p:cNvSpPr>
            <a:spLocks noGrp="1"/>
          </p:cNvSpPr>
          <p:nvPr/>
        </p:nvSpPr>
        <p:spPr>
          <a:xfrm>
            <a:off x="688454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F1_main_prauc_2395">
            <a:extLst>
              <a:ext uri="{FF2B5EF4-FFF2-40B4-BE49-F238E27FC236}">
                <a16:creationId xmlns:a16="http://schemas.microsoft.com/office/drawing/2014/main" id="{EDFD159F-38F0-4984-8019-8FD319E291D7}"/>
              </a:ext>
            </a:extLst>
          </p:cNvPr>
          <p:cNvSpPr>
            <a:spLocks noGrp="1"/>
          </p:cNvSpPr>
          <p:nvPr/>
        </p:nvSpPr>
        <p:spPr>
          <a:xfrm>
            <a:off x="69486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F1_main_prauc_2396">
            <a:extLst>
              <a:ext uri="{FF2B5EF4-FFF2-40B4-BE49-F238E27FC236}">
                <a16:creationId xmlns:a16="http://schemas.microsoft.com/office/drawing/2014/main" id="{B7B855F7-07B7-4ABB-B408-4FC5945E5FDC}"/>
              </a:ext>
            </a:extLst>
          </p:cNvPr>
          <p:cNvSpPr>
            <a:spLocks noGrp="1"/>
          </p:cNvSpPr>
          <p:nvPr/>
        </p:nvSpPr>
        <p:spPr>
          <a:xfrm>
            <a:off x="702760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F1_main_prauc_2397">
            <a:extLst>
              <a:ext uri="{FF2B5EF4-FFF2-40B4-BE49-F238E27FC236}">
                <a16:creationId xmlns:a16="http://schemas.microsoft.com/office/drawing/2014/main" id="{14E0E94C-55CD-48B6-B4FE-C7910A54A09E}"/>
              </a:ext>
            </a:extLst>
          </p:cNvPr>
          <p:cNvSpPr>
            <a:spLocks noGrp="1"/>
          </p:cNvSpPr>
          <p:nvPr/>
        </p:nvSpPr>
        <p:spPr>
          <a:xfrm>
            <a:off x="7038274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F1_main_prauc_2398">
            <a:extLst>
              <a:ext uri="{FF2B5EF4-FFF2-40B4-BE49-F238E27FC236}">
                <a16:creationId xmlns:a16="http://schemas.microsoft.com/office/drawing/2014/main" id="{A15DF2F8-6BF5-4F0A-9A5B-9CFC7E7C4802}"/>
              </a:ext>
            </a:extLst>
          </p:cNvPr>
          <p:cNvSpPr>
            <a:spLocks noGrp="1"/>
          </p:cNvSpPr>
          <p:nvPr/>
        </p:nvSpPr>
        <p:spPr>
          <a:xfrm>
            <a:off x="6970130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F1_main_prauc_2399">
            <a:extLst>
              <a:ext uri="{FF2B5EF4-FFF2-40B4-BE49-F238E27FC236}">
                <a16:creationId xmlns:a16="http://schemas.microsoft.com/office/drawing/2014/main" id="{B013716F-3A8F-4519-A12A-FC9B84462D53}"/>
              </a:ext>
            </a:extLst>
          </p:cNvPr>
          <p:cNvSpPr>
            <a:spLocks noGrp="1"/>
          </p:cNvSpPr>
          <p:nvPr/>
        </p:nvSpPr>
        <p:spPr>
          <a:xfrm>
            <a:off x="685390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F1_main_prauc_2400">
            <a:extLst>
              <a:ext uri="{FF2B5EF4-FFF2-40B4-BE49-F238E27FC236}">
                <a16:creationId xmlns:a16="http://schemas.microsoft.com/office/drawing/2014/main" id="{08426A10-3CE6-498B-BA7D-23A7A8D8B4CC}"/>
              </a:ext>
            </a:extLst>
          </p:cNvPr>
          <p:cNvSpPr>
            <a:spLocks noGrp="1"/>
          </p:cNvSpPr>
          <p:nvPr/>
        </p:nvSpPr>
        <p:spPr>
          <a:xfrm>
            <a:off x="68786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F1_main_prauc_2401">
            <a:extLst>
              <a:ext uri="{FF2B5EF4-FFF2-40B4-BE49-F238E27FC236}">
                <a16:creationId xmlns:a16="http://schemas.microsoft.com/office/drawing/2014/main" id="{58129B4E-5D03-4DA9-9716-A238394D4191}"/>
              </a:ext>
            </a:extLst>
          </p:cNvPr>
          <p:cNvSpPr>
            <a:spLocks noGrp="1"/>
          </p:cNvSpPr>
          <p:nvPr/>
        </p:nvSpPr>
        <p:spPr>
          <a:xfrm>
            <a:off x="69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F1_main_prauc_2402">
            <a:extLst>
              <a:ext uri="{FF2B5EF4-FFF2-40B4-BE49-F238E27FC236}">
                <a16:creationId xmlns:a16="http://schemas.microsoft.com/office/drawing/2014/main" id="{12013785-4059-4161-8B56-6418B68EC339}"/>
              </a:ext>
            </a:extLst>
          </p:cNvPr>
          <p:cNvSpPr>
            <a:spLocks noGrp="1"/>
          </p:cNvSpPr>
          <p:nvPr/>
        </p:nvSpPr>
        <p:spPr>
          <a:xfrm>
            <a:off x="6933142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F1_main_prauc_2403">
            <a:extLst>
              <a:ext uri="{FF2B5EF4-FFF2-40B4-BE49-F238E27FC236}">
                <a16:creationId xmlns:a16="http://schemas.microsoft.com/office/drawing/2014/main" id="{21608A4A-34D1-42E6-B858-3AC0F15273DA}"/>
              </a:ext>
            </a:extLst>
          </p:cNvPr>
          <p:cNvSpPr>
            <a:spLocks noGrp="1"/>
          </p:cNvSpPr>
          <p:nvPr/>
        </p:nvSpPr>
        <p:spPr>
          <a:xfrm>
            <a:off x="70192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F1_main_prauc_2404">
            <a:extLst>
              <a:ext uri="{FF2B5EF4-FFF2-40B4-BE49-F238E27FC236}">
                <a16:creationId xmlns:a16="http://schemas.microsoft.com/office/drawing/2014/main" id="{55F97577-F5BD-4C7C-97EB-5F8655F16475}"/>
              </a:ext>
            </a:extLst>
          </p:cNvPr>
          <p:cNvSpPr>
            <a:spLocks noGrp="1"/>
          </p:cNvSpPr>
          <p:nvPr/>
        </p:nvSpPr>
        <p:spPr>
          <a:xfrm>
            <a:off x="6905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F1_main_prauc_2405">
            <a:extLst>
              <a:ext uri="{FF2B5EF4-FFF2-40B4-BE49-F238E27FC236}">
                <a16:creationId xmlns:a16="http://schemas.microsoft.com/office/drawing/2014/main" id="{86C9FF2D-8A54-420A-8800-C9AC5ACD3F6C}"/>
              </a:ext>
            </a:extLst>
          </p:cNvPr>
          <p:cNvSpPr>
            <a:spLocks noGrp="1"/>
          </p:cNvSpPr>
          <p:nvPr/>
        </p:nvSpPr>
        <p:spPr>
          <a:xfrm>
            <a:off x="7063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F1_main_prauc_2406">
            <a:extLst>
              <a:ext uri="{FF2B5EF4-FFF2-40B4-BE49-F238E27FC236}">
                <a16:creationId xmlns:a16="http://schemas.microsoft.com/office/drawing/2014/main" id="{B867AB8D-24F9-48BC-A2CF-8ADD091330C6}"/>
              </a:ext>
            </a:extLst>
          </p:cNvPr>
          <p:cNvSpPr>
            <a:spLocks noGrp="1"/>
          </p:cNvSpPr>
          <p:nvPr/>
        </p:nvSpPr>
        <p:spPr>
          <a:xfrm>
            <a:off x="7043375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F1_main_prauc_2407">
            <a:extLst>
              <a:ext uri="{FF2B5EF4-FFF2-40B4-BE49-F238E27FC236}">
                <a16:creationId xmlns:a16="http://schemas.microsoft.com/office/drawing/2014/main" id="{C45BC846-DB80-40F9-A6DB-ACDF6911CD23}"/>
              </a:ext>
            </a:extLst>
          </p:cNvPr>
          <p:cNvSpPr>
            <a:spLocks noGrp="1"/>
          </p:cNvSpPr>
          <p:nvPr/>
        </p:nvSpPr>
        <p:spPr>
          <a:xfrm>
            <a:off x="6895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F1_main_prauc_2408">
            <a:extLst>
              <a:ext uri="{FF2B5EF4-FFF2-40B4-BE49-F238E27FC236}">
                <a16:creationId xmlns:a16="http://schemas.microsoft.com/office/drawing/2014/main" id="{9480A575-D315-4641-8BB6-C6D416F55319}"/>
              </a:ext>
            </a:extLst>
          </p:cNvPr>
          <p:cNvSpPr>
            <a:spLocks noGrp="1"/>
          </p:cNvSpPr>
          <p:nvPr/>
        </p:nvSpPr>
        <p:spPr>
          <a:xfrm>
            <a:off x="69066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F1_main_prauc_2409">
            <a:extLst>
              <a:ext uri="{FF2B5EF4-FFF2-40B4-BE49-F238E27FC236}">
                <a16:creationId xmlns:a16="http://schemas.microsoft.com/office/drawing/2014/main" id="{C63A5665-6FE9-4B15-8F07-33738D38B98A}"/>
              </a:ext>
            </a:extLst>
          </p:cNvPr>
          <p:cNvSpPr>
            <a:spLocks noGrp="1"/>
          </p:cNvSpPr>
          <p:nvPr/>
        </p:nvSpPr>
        <p:spPr>
          <a:xfrm>
            <a:off x="6928367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F1_main_prauc_2410">
            <a:extLst>
              <a:ext uri="{FF2B5EF4-FFF2-40B4-BE49-F238E27FC236}">
                <a16:creationId xmlns:a16="http://schemas.microsoft.com/office/drawing/2014/main" id="{9E87F0AF-FD32-417D-8F0E-74EB598D49EB}"/>
              </a:ext>
            </a:extLst>
          </p:cNvPr>
          <p:cNvSpPr>
            <a:spLocks noGrp="1"/>
          </p:cNvSpPr>
          <p:nvPr/>
        </p:nvSpPr>
        <p:spPr>
          <a:xfrm>
            <a:off x="7021936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F1_main_prauc_2411">
            <a:extLst>
              <a:ext uri="{FF2B5EF4-FFF2-40B4-BE49-F238E27FC236}">
                <a16:creationId xmlns:a16="http://schemas.microsoft.com/office/drawing/2014/main" id="{46A08D41-803B-4656-9DF7-F2FB30586F7A}"/>
              </a:ext>
            </a:extLst>
          </p:cNvPr>
          <p:cNvSpPr>
            <a:spLocks noGrp="1"/>
          </p:cNvSpPr>
          <p:nvPr/>
        </p:nvSpPr>
        <p:spPr>
          <a:xfrm>
            <a:off x="70938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F1_main_prauc_2412">
            <a:extLst>
              <a:ext uri="{FF2B5EF4-FFF2-40B4-BE49-F238E27FC236}">
                <a16:creationId xmlns:a16="http://schemas.microsoft.com/office/drawing/2014/main" id="{D9D31F1F-7007-490A-BA71-024B88BA3580}"/>
              </a:ext>
            </a:extLst>
          </p:cNvPr>
          <p:cNvSpPr>
            <a:spLocks noGrp="1"/>
          </p:cNvSpPr>
          <p:nvPr/>
        </p:nvSpPr>
        <p:spPr>
          <a:xfrm>
            <a:off x="68642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F1_main_prauc_2413">
            <a:extLst>
              <a:ext uri="{FF2B5EF4-FFF2-40B4-BE49-F238E27FC236}">
                <a16:creationId xmlns:a16="http://schemas.microsoft.com/office/drawing/2014/main" id="{6831FEBB-FC4B-4A36-9ED6-3019B623E34F}"/>
              </a:ext>
            </a:extLst>
          </p:cNvPr>
          <p:cNvSpPr>
            <a:spLocks noGrp="1"/>
          </p:cNvSpPr>
          <p:nvPr/>
        </p:nvSpPr>
        <p:spPr>
          <a:xfrm>
            <a:off x="71006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F1_main_prauc_2414">
            <a:extLst>
              <a:ext uri="{FF2B5EF4-FFF2-40B4-BE49-F238E27FC236}">
                <a16:creationId xmlns:a16="http://schemas.microsoft.com/office/drawing/2014/main" id="{F45AE5C0-161B-433F-9374-73E3E06B6CD9}"/>
              </a:ext>
            </a:extLst>
          </p:cNvPr>
          <p:cNvSpPr>
            <a:spLocks noGrp="1"/>
          </p:cNvSpPr>
          <p:nvPr/>
        </p:nvSpPr>
        <p:spPr>
          <a:xfrm>
            <a:off x="71004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F1_main_prauc_2415">
            <a:extLst>
              <a:ext uri="{FF2B5EF4-FFF2-40B4-BE49-F238E27FC236}">
                <a16:creationId xmlns:a16="http://schemas.microsoft.com/office/drawing/2014/main" id="{65232FA6-0176-431A-83BC-6DA4ED489A00}"/>
              </a:ext>
            </a:extLst>
          </p:cNvPr>
          <p:cNvSpPr>
            <a:spLocks noGrp="1"/>
          </p:cNvSpPr>
          <p:nvPr/>
        </p:nvSpPr>
        <p:spPr>
          <a:xfrm>
            <a:off x="7045570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F1_main_prauc_2416">
            <a:extLst>
              <a:ext uri="{FF2B5EF4-FFF2-40B4-BE49-F238E27FC236}">
                <a16:creationId xmlns:a16="http://schemas.microsoft.com/office/drawing/2014/main" id="{1F4D97E8-B596-41DD-A46A-84BF793F0E68}"/>
              </a:ext>
            </a:extLst>
          </p:cNvPr>
          <p:cNvSpPr>
            <a:spLocks noGrp="1"/>
          </p:cNvSpPr>
          <p:nvPr/>
        </p:nvSpPr>
        <p:spPr>
          <a:xfrm>
            <a:off x="6926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F1_main_prauc_2417">
            <a:extLst>
              <a:ext uri="{FF2B5EF4-FFF2-40B4-BE49-F238E27FC236}">
                <a16:creationId xmlns:a16="http://schemas.microsoft.com/office/drawing/2014/main" id="{139CE085-DEC1-4B98-BFB8-3789A9807F4C}"/>
              </a:ext>
            </a:extLst>
          </p:cNvPr>
          <p:cNvSpPr>
            <a:spLocks noGrp="1"/>
          </p:cNvSpPr>
          <p:nvPr/>
        </p:nvSpPr>
        <p:spPr>
          <a:xfrm>
            <a:off x="68864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F1_main_prauc_2418">
            <a:extLst>
              <a:ext uri="{FF2B5EF4-FFF2-40B4-BE49-F238E27FC236}">
                <a16:creationId xmlns:a16="http://schemas.microsoft.com/office/drawing/2014/main" id="{28B092A7-73AC-4B2C-BE30-2BF18B20E162}"/>
              </a:ext>
            </a:extLst>
          </p:cNvPr>
          <p:cNvSpPr>
            <a:spLocks noGrp="1"/>
          </p:cNvSpPr>
          <p:nvPr/>
        </p:nvSpPr>
        <p:spPr>
          <a:xfrm>
            <a:off x="6916162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F1_main_prauc_2419">
            <a:extLst>
              <a:ext uri="{FF2B5EF4-FFF2-40B4-BE49-F238E27FC236}">
                <a16:creationId xmlns:a16="http://schemas.microsoft.com/office/drawing/2014/main" id="{441F2FC9-59A1-438A-848C-4F1122FEFC94}"/>
              </a:ext>
            </a:extLst>
          </p:cNvPr>
          <p:cNvSpPr>
            <a:spLocks noGrp="1"/>
          </p:cNvSpPr>
          <p:nvPr/>
        </p:nvSpPr>
        <p:spPr>
          <a:xfrm>
            <a:off x="69068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F1_main_prauc_2420">
            <a:extLst>
              <a:ext uri="{FF2B5EF4-FFF2-40B4-BE49-F238E27FC236}">
                <a16:creationId xmlns:a16="http://schemas.microsoft.com/office/drawing/2014/main" id="{58973540-B6F0-4C49-BC6B-47DD2BE7AB45}"/>
              </a:ext>
            </a:extLst>
          </p:cNvPr>
          <p:cNvSpPr>
            <a:spLocks noGrp="1"/>
          </p:cNvSpPr>
          <p:nvPr/>
        </p:nvSpPr>
        <p:spPr>
          <a:xfrm>
            <a:off x="7066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F1_main_prauc_2421">
            <a:extLst>
              <a:ext uri="{FF2B5EF4-FFF2-40B4-BE49-F238E27FC236}">
                <a16:creationId xmlns:a16="http://schemas.microsoft.com/office/drawing/2014/main" id="{96AB06C2-3FFC-4F89-9871-A5BE59DEF42B}"/>
              </a:ext>
            </a:extLst>
          </p:cNvPr>
          <p:cNvSpPr>
            <a:spLocks noGrp="1"/>
          </p:cNvSpPr>
          <p:nvPr/>
        </p:nvSpPr>
        <p:spPr>
          <a:xfrm>
            <a:off x="7085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F1_main_prauc_2422">
            <a:extLst>
              <a:ext uri="{FF2B5EF4-FFF2-40B4-BE49-F238E27FC236}">
                <a16:creationId xmlns:a16="http://schemas.microsoft.com/office/drawing/2014/main" id="{83155487-80A7-4395-9E99-CEE0BA3447C7}"/>
              </a:ext>
            </a:extLst>
          </p:cNvPr>
          <p:cNvSpPr>
            <a:spLocks noGrp="1"/>
          </p:cNvSpPr>
          <p:nvPr/>
        </p:nvSpPr>
        <p:spPr>
          <a:xfrm>
            <a:off x="68651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F1_main_prauc_2423">
            <a:extLst>
              <a:ext uri="{FF2B5EF4-FFF2-40B4-BE49-F238E27FC236}">
                <a16:creationId xmlns:a16="http://schemas.microsoft.com/office/drawing/2014/main" id="{22BF47C5-61DE-42E8-9618-7B528DC4D16B}"/>
              </a:ext>
            </a:extLst>
          </p:cNvPr>
          <p:cNvSpPr>
            <a:spLocks noGrp="1"/>
          </p:cNvSpPr>
          <p:nvPr/>
        </p:nvSpPr>
        <p:spPr>
          <a:xfrm>
            <a:off x="69966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F1_main_prauc_2424">
            <a:extLst>
              <a:ext uri="{FF2B5EF4-FFF2-40B4-BE49-F238E27FC236}">
                <a16:creationId xmlns:a16="http://schemas.microsoft.com/office/drawing/2014/main" id="{C0473DC1-67C5-46CA-B566-7205FE51C01F}"/>
              </a:ext>
            </a:extLst>
          </p:cNvPr>
          <p:cNvSpPr>
            <a:spLocks noGrp="1"/>
          </p:cNvSpPr>
          <p:nvPr/>
        </p:nvSpPr>
        <p:spPr>
          <a:xfrm>
            <a:off x="68996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F1_main_prauc_2425">
            <a:extLst>
              <a:ext uri="{FF2B5EF4-FFF2-40B4-BE49-F238E27FC236}">
                <a16:creationId xmlns:a16="http://schemas.microsoft.com/office/drawing/2014/main" id="{46042759-5027-4FE7-8092-5D41A56C0460}"/>
              </a:ext>
            </a:extLst>
          </p:cNvPr>
          <p:cNvSpPr>
            <a:spLocks noGrp="1"/>
          </p:cNvSpPr>
          <p:nvPr/>
        </p:nvSpPr>
        <p:spPr>
          <a:xfrm>
            <a:off x="6893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F1_main_prauc_2426">
            <a:extLst>
              <a:ext uri="{FF2B5EF4-FFF2-40B4-BE49-F238E27FC236}">
                <a16:creationId xmlns:a16="http://schemas.microsoft.com/office/drawing/2014/main" id="{30E84BB4-8546-4928-8E8C-36CD670DC833}"/>
              </a:ext>
            </a:extLst>
          </p:cNvPr>
          <p:cNvSpPr>
            <a:spLocks noGrp="1"/>
          </p:cNvSpPr>
          <p:nvPr/>
        </p:nvSpPr>
        <p:spPr>
          <a:xfrm>
            <a:off x="70975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F1_main_prauc_2427">
            <a:extLst>
              <a:ext uri="{FF2B5EF4-FFF2-40B4-BE49-F238E27FC236}">
                <a16:creationId xmlns:a16="http://schemas.microsoft.com/office/drawing/2014/main" id="{49EF3974-C6BB-4E23-B150-332DD6D6D206}"/>
              </a:ext>
            </a:extLst>
          </p:cNvPr>
          <p:cNvSpPr>
            <a:spLocks noGrp="1"/>
          </p:cNvSpPr>
          <p:nvPr/>
        </p:nvSpPr>
        <p:spPr>
          <a:xfrm>
            <a:off x="68783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F1_main_prauc_2428">
            <a:extLst>
              <a:ext uri="{FF2B5EF4-FFF2-40B4-BE49-F238E27FC236}">
                <a16:creationId xmlns:a16="http://schemas.microsoft.com/office/drawing/2014/main" id="{DB2CE413-ECEA-4D34-9807-F3F13905B105}"/>
              </a:ext>
            </a:extLst>
          </p:cNvPr>
          <p:cNvSpPr>
            <a:spLocks noGrp="1"/>
          </p:cNvSpPr>
          <p:nvPr/>
        </p:nvSpPr>
        <p:spPr>
          <a:xfrm>
            <a:off x="68646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F1_main_prauc_2429">
            <a:extLst>
              <a:ext uri="{FF2B5EF4-FFF2-40B4-BE49-F238E27FC236}">
                <a16:creationId xmlns:a16="http://schemas.microsoft.com/office/drawing/2014/main" id="{F9ABAC6D-5065-40C2-832D-56D31C527B1D}"/>
              </a:ext>
            </a:extLst>
          </p:cNvPr>
          <p:cNvSpPr>
            <a:spLocks noGrp="1"/>
          </p:cNvSpPr>
          <p:nvPr/>
        </p:nvSpPr>
        <p:spPr>
          <a:xfrm>
            <a:off x="68899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F1_main_prauc_2430">
            <a:extLst>
              <a:ext uri="{FF2B5EF4-FFF2-40B4-BE49-F238E27FC236}">
                <a16:creationId xmlns:a16="http://schemas.microsoft.com/office/drawing/2014/main" id="{0CD392A2-905E-4391-A78B-6D1E47E6AADF}"/>
              </a:ext>
            </a:extLst>
          </p:cNvPr>
          <p:cNvSpPr>
            <a:spLocks noGrp="1"/>
          </p:cNvSpPr>
          <p:nvPr/>
        </p:nvSpPr>
        <p:spPr>
          <a:xfrm>
            <a:off x="70311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F1_main_prauc_2431">
            <a:extLst>
              <a:ext uri="{FF2B5EF4-FFF2-40B4-BE49-F238E27FC236}">
                <a16:creationId xmlns:a16="http://schemas.microsoft.com/office/drawing/2014/main" id="{57881349-8E3D-4B4C-AD6E-3475CD5EBB03}"/>
              </a:ext>
            </a:extLst>
          </p:cNvPr>
          <p:cNvSpPr>
            <a:spLocks noGrp="1"/>
          </p:cNvSpPr>
          <p:nvPr/>
        </p:nvSpPr>
        <p:spPr>
          <a:xfrm>
            <a:off x="70163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F1_main_prauc_2432">
            <a:extLst>
              <a:ext uri="{FF2B5EF4-FFF2-40B4-BE49-F238E27FC236}">
                <a16:creationId xmlns:a16="http://schemas.microsoft.com/office/drawing/2014/main" id="{F6EC5794-23B4-430F-A3C7-E4796E5B30F9}"/>
              </a:ext>
            </a:extLst>
          </p:cNvPr>
          <p:cNvSpPr>
            <a:spLocks noGrp="1"/>
          </p:cNvSpPr>
          <p:nvPr/>
        </p:nvSpPr>
        <p:spPr>
          <a:xfrm>
            <a:off x="69478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F1_main_prauc_2433">
            <a:extLst>
              <a:ext uri="{FF2B5EF4-FFF2-40B4-BE49-F238E27FC236}">
                <a16:creationId xmlns:a16="http://schemas.microsoft.com/office/drawing/2014/main" id="{94BC9A14-8D15-44FB-8356-4BEA97ED6E3C}"/>
              </a:ext>
            </a:extLst>
          </p:cNvPr>
          <p:cNvSpPr>
            <a:spLocks noGrp="1"/>
          </p:cNvSpPr>
          <p:nvPr/>
        </p:nvSpPr>
        <p:spPr>
          <a:xfrm>
            <a:off x="6917207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F1_main_prauc_2434">
            <a:extLst>
              <a:ext uri="{FF2B5EF4-FFF2-40B4-BE49-F238E27FC236}">
                <a16:creationId xmlns:a16="http://schemas.microsoft.com/office/drawing/2014/main" id="{16498FD0-E8BA-4041-8867-594CA3F2C6EB}"/>
              </a:ext>
            </a:extLst>
          </p:cNvPr>
          <p:cNvSpPr>
            <a:spLocks noGrp="1"/>
          </p:cNvSpPr>
          <p:nvPr/>
        </p:nvSpPr>
        <p:spPr>
          <a:xfrm>
            <a:off x="6971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F1_main_prauc_2435">
            <a:extLst>
              <a:ext uri="{FF2B5EF4-FFF2-40B4-BE49-F238E27FC236}">
                <a16:creationId xmlns:a16="http://schemas.microsoft.com/office/drawing/2014/main" id="{F9A1556A-9F5C-4674-9256-B37D75E07415}"/>
              </a:ext>
            </a:extLst>
          </p:cNvPr>
          <p:cNvSpPr>
            <a:spLocks noGrp="1"/>
          </p:cNvSpPr>
          <p:nvPr/>
        </p:nvSpPr>
        <p:spPr>
          <a:xfrm>
            <a:off x="7005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F1_main_prauc_2436">
            <a:extLst>
              <a:ext uri="{FF2B5EF4-FFF2-40B4-BE49-F238E27FC236}">
                <a16:creationId xmlns:a16="http://schemas.microsoft.com/office/drawing/2014/main" id="{E17D31C7-8753-4D10-80EB-DE5BD06A4D50}"/>
              </a:ext>
            </a:extLst>
          </p:cNvPr>
          <p:cNvSpPr>
            <a:spLocks noGrp="1"/>
          </p:cNvSpPr>
          <p:nvPr/>
        </p:nvSpPr>
        <p:spPr>
          <a:xfrm>
            <a:off x="68550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F1_main_prauc_2437">
            <a:extLst>
              <a:ext uri="{FF2B5EF4-FFF2-40B4-BE49-F238E27FC236}">
                <a16:creationId xmlns:a16="http://schemas.microsoft.com/office/drawing/2014/main" id="{7D190600-55CD-4727-BF1D-6045429880CB}"/>
              </a:ext>
            </a:extLst>
          </p:cNvPr>
          <p:cNvSpPr>
            <a:spLocks noGrp="1"/>
          </p:cNvSpPr>
          <p:nvPr/>
        </p:nvSpPr>
        <p:spPr>
          <a:xfrm>
            <a:off x="70420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F1_main_prauc_2438">
            <a:extLst>
              <a:ext uri="{FF2B5EF4-FFF2-40B4-BE49-F238E27FC236}">
                <a16:creationId xmlns:a16="http://schemas.microsoft.com/office/drawing/2014/main" id="{8A2FBF56-BB30-4518-9D88-F2F17DBBFEEC}"/>
              </a:ext>
            </a:extLst>
          </p:cNvPr>
          <p:cNvSpPr>
            <a:spLocks noGrp="1"/>
          </p:cNvSpPr>
          <p:nvPr/>
        </p:nvSpPr>
        <p:spPr>
          <a:xfrm>
            <a:off x="6964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F1_main_prauc_2439">
            <a:extLst>
              <a:ext uri="{FF2B5EF4-FFF2-40B4-BE49-F238E27FC236}">
                <a16:creationId xmlns:a16="http://schemas.microsoft.com/office/drawing/2014/main" id="{34EDDF40-0741-4438-B3C0-0C9CC360EC1A}"/>
              </a:ext>
            </a:extLst>
          </p:cNvPr>
          <p:cNvSpPr>
            <a:spLocks noGrp="1"/>
          </p:cNvSpPr>
          <p:nvPr/>
        </p:nvSpPr>
        <p:spPr>
          <a:xfrm>
            <a:off x="6927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F1_main_prauc_2440">
            <a:extLst>
              <a:ext uri="{FF2B5EF4-FFF2-40B4-BE49-F238E27FC236}">
                <a16:creationId xmlns:a16="http://schemas.microsoft.com/office/drawing/2014/main" id="{C594640C-72D3-400F-A3BD-1EB13C8979D3}"/>
              </a:ext>
            </a:extLst>
          </p:cNvPr>
          <p:cNvSpPr>
            <a:spLocks noGrp="1"/>
          </p:cNvSpPr>
          <p:nvPr/>
        </p:nvSpPr>
        <p:spPr>
          <a:xfrm>
            <a:off x="7031284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F1_main_prauc_2441">
            <a:extLst>
              <a:ext uri="{FF2B5EF4-FFF2-40B4-BE49-F238E27FC236}">
                <a16:creationId xmlns:a16="http://schemas.microsoft.com/office/drawing/2014/main" id="{D8101246-591D-4F7C-867D-78C9AA9CC7BC}"/>
              </a:ext>
            </a:extLst>
          </p:cNvPr>
          <p:cNvSpPr>
            <a:spLocks noGrp="1"/>
          </p:cNvSpPr>
          <p:nvPr/>
        </p:nvSpPr>
        <p:spPr>
          <a:xfrm>
            <a:off x="70676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F1_main_prauc_2442">
            <a:extLst>
              <a:ext uri="{FF2B5EF4-FFF2-40B4-BE49-F238E27FC236}">
                <a16:creationId xmlns:a16="http://schemas.microsoft.com/office/drawing/2014/main" id="{D981A745-F0E5-4687-B0C5-3CA65F5D0C67}"/>
              </a:ext>
            </a:extLst>
          </p:cNvPr>
          <p:cNvSpPr>
            <a:spLocks noGrp="1"/>
          </p:cNvSpPr>
          <p:nvPr/>
        </p:nvSpPr>
        <p:spPr>
          <a:xfrm>
            <a:off x="7059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F1_main_prauc_2443">
            <a:extLst>
              <a:ext uri="{FF2B5EF4-FFF2-40B4-BE49-F238E27FC236}">
                <a16:creationId xmlns:a16="http://schemas.microsoft.com/office/drawing/2014/main" id="{A43D7E9C-0ADF-4E39-A084-C438345A0757}"/>
              </a:ext>
            </a:extLst>
          </p:cNvPr>
          <p:cNvSpPr>
            <a:spLocks noGrp="1"/>
          </p:cNvSpPr>
          <p:nvPr/>
        </p:nvSpPr>
        <p:spPr>
          <a:xfrm>
            <a:off x="70470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F1_main_prauc_2444">
            <a:extLst>
              <a:ext uri="{FF2B5EF4-FFF2-40B4-BE49-F238E27FC236}">
                <a16:creationId xmlns:a16="http://schemas.microsoft.com/office/drawing/2014/main" id="{239899A0-EE34-4C21-BBC4-4716DF3C5D92}"/>
              </a:ext>
            </a:extLst>
          </p:cNvPr>
          <p:cNvSpPr>
            <a:spLocks noGrp="1"/>
          </p:cNvSpPr>
          <p:nvPr/>
        </p:nvSpPr>
        <p:spPr>
          <a:xfrm>
            <a:off x="70301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F1_main_prauc_2445">
            <a:extLst>
              <a:ext uri="{FF2B5EF4-FFF2-40B4-BE49-F238E27FC236}">
                <a16:creationId xmlns:a16="http://schemas.microsoft.com/office/drawing/2014/main" id="{DE01FCBE-AD50-4623-9B4B-F6D8EE6C7C75}"/>
              </a:ext>
            </a:extLst>
          </p:cNvPr>
          <p:cNvSpPr>
            <a:spLocks noGrp="1"/>
          </p:cNvSpPr>
          <p:nvPr/>
        </p:nvSpPr>
        <p:spPr>
          <a:xfrm>
            <a:off x="7016072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F1_main_prauc_2446">
            <a:extLst>
              <a:ext uri="{FF2B5EF4-FFF2-40B4-BE49-F238E27FC236}">
                <a16:creationId xmlns:a16="http://schemas.microsoft.com/office/drawing/2014/main" id="{B18F3AE2-F793-458E-A171-5B7AA02A35A9}"/>
              </a:ext>
            </a:extLst>
          </p:cNvPr>
          <p:cNvSpPr>
            <a:spLocks noGrp="1"/>
          </p:cNvSpPr>
          <p:nvPr/>
        </p:nvSpPr>
        <p:spPr>
          <a:xfrm>
            <a:off x="70174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F1_main_prauc_2447">
            <a:extLst>
              <a:ext uri="{FF2B5EF4-FFF2-40B4-BE49-F238E27FC236}">
                <a16:creationId xmlns:a16="http://schemas.microsoft.com/office/drawing/2014/main" id="{46FD4FAC-361C-435F-9388-8CEDAF5987A2}"/>
              </a:ext>
            </a:extLst>
          </p:cNvPr>
          <p:cNvSpPr>
            <a:spLocks noGrp="1"/>
          </p:cNvSpPr>
          <p:nvPr/>
        </p:nvSpPr>
        <p:spPr>
          <a:xfrm>
            <a:off x="6909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F1_main_prauc_2448">
            <a:extLst>
              <a:ext uri="{FF2B5EF4-FFF2-40B4-BE49-F238E27FC236}">
                <a16:creationId xmlns:a16="http://schemas.microsoft.com/office/drawing/2014/main" id="{57EA9FE4-7006-4DCF-970B-C36008E65EE5}"/>
              </a:ext>
            </a:extLst>
          </p:cNvPr>
          <p:cNvSpPr>
            <a:spLocks noGrp="1"/>
          </p:cNvSpPr>
          <p:nvPr/>
        </p:nvSpPr>
        <p:spPr>
          <a:xfrm>
            <a:off x="70340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F1_main_prauc_2449">
            <a:extLst>
              <a:ext uri="{FF2B5EF4-FFF2-40B4-BE49-F238E27FC236}">
                <a16:creationId xmlns:a16="http://schemas.microsoft.com/office/drawing/2014/main" id="{239B0D07-63A8-4731-93F4-099BDC1617CC}"/>
              </a:ext>
            </a:extLst>
          </p:cNvPr>
          <p:cNvSpPr>
            <a:spLocks noGrp="1"/>
          </p:cNvSpPr>
          <p:nvPr/>
        </p:nvSpPr>
        <p:spPr>
          <a:xfrm>
            <a:off x="70621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F1_main_prauc_2450">
            <a:extLst>
              <a:ext uri="{FF2B5EF4-FFF2-40B4-BE49-F238E27FC236}">
                <a16:creationId xmlns:a16="http://schemas.microsoft.com/office/drawing/2014/main" id="{7CA5A82D-D4A7-4A30-ABEF-4E7712A16F42}"/>
              </a:ext>
            </a:extLst>
          </p:cNvPr>
          <p:cNvSpPr>
            <a:spLocks noGrp="1"/>
          </p:cNvSpPr>
          <p:nvPr/>
        </p:nvSpPr>
        <p:spPr>
          <a:xfrm>
            <a:off x="70587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F1_main_prauc_2451">
            <a:extLst>
              <a:ext uri="{FF2B5EF4-FFF2-40B4-BE49-F238E27FC236}">
                <a16:creationId xmlns:a16="http://schemas.microsoft.com/office/drawing/2014/main" id="{5961C0FB-A00E-4C7A-9B90-21B61C6F8D9F}"/>
              </a:ext>
            </a:extLst>
          </p:cNvPr>
          <p:cNvSpPr>
            <a:spLocks noGrp="1"/>
          </p:cNvSpPr>
          <p:nvPr/>
        </p:nvSpPr>
        <p:spPr>
          <a:xfrm>
            <a:off x="696653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F1_main_prauc_2452">
            <a:extLst>
              <a:ext uri="{FF2B5EF4-FFF2-40B4-BE49-F238E27FC236}">
                <a16:creationId xmlns:a16="http://schemas.microsoft.com/office/drawing/2014/main" id="{946E71EE-889D-4F20-8FC6-328D1B1BD9DF}"/>
              </a:ext>
            </a:extLst>
          </p:cNvPr>
          <p:cNvSpPr>
            <a:spLocks noGrp="1"/>
          </p:cNvSpPr>
          <p:nvPr/>
        </p:nvSpPr>
        <p:spPr>
          <a:xfrm>
            <a:off x="70708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F1_main_prauc_2453">
            <a:extLst>
              <a:ext uri="{FF2B5EF4-FFF2-40B4-BE49-F238E27FC236}">
                <a16:creationId xmlns:a16="http://schemas.microsoft.com/office/drawing/2014/main" id="{11D31962-6CB4-4262-8DA7-8E6E0E7D5FFB}"/>
              </a:ext>
            </a:extLst>
          </p:cNvPr>
          <p:cNvSpPr>
            <a:spLocks noGrp="1"/>
          </p:cNvSpPr>
          <p:nvPr/>
        </p:nvSpPr>
        <p:spPr>
          <a:xfrm>
            <a:off x="69095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F1_main_prauc_2454">
            <a:extLst>
              <a:ext uri="{FF2B5EF4-FFF2-40B4-BE49-F238E27FC236}">
                <a16:creationId xmlns:a16="http://schemas.microsoft.com/office/drawing/2014/main" id="{846BA8BF-B555-4D79-AB5B-964D3DB25933}"/>
              </a:ext>
            </a:extLst>
          </p:cNvPr>
          <p:cNvSpPr>
            <a:spLocks noGrp="1"/>
          </p:cNvSpPr>
          <p:nvPr/>
        </p:nvSpPr>
        <p:spPr>
          <a:xfrm>
            <a:off x="70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F1_main_prauc_2455">
            <a:extLst>
              <a:ext uri="{FF2B5EF4-FFF2-40B4-BE49-F238E27FC236}">
                <a16:creationId xmlns:a16="http://schemas.microsoft.com/office/drawing/2014/main" id="{DA053372-8413-4B1E-AAF6-418AACC612FE}"/>
              </a:ext>
            </a:extLst>
          </p:cNvPr>
          <p:cNvSpPr>
            <a:spLocks noGrp="1"/>
          </p:cNvSpPr>
          <p:nvPr/>
        </p:nvSpPr>
        <p:spPr>
          <a:xfrm>
            <a:off x="6885795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F1_main_prauc_2456">
            <a:extLst>
              <a:ext uri="{FF2B5EF4-FFF2-40B4-BE49-F238E27FC236}">
                <a16:creationId xmlns:a16="http://schemas.microsoft.com/office/drawing/2014/main" id="{5BBA9652-AD5D-4045-9B5C-8CC78656B94D}"/>
              </a:ext>
            </a:extLst>
          </p:cNvPr>
          <p:cNvSpPr>
            <a:spLocks noGrp="1"/>
          </p:cNvSpPr>
          <p:nvPr/>
        </p:nvSpPr>
        <p:spPr>
          <a:xfrm>
            <a:off x="6993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F1_main_prauc_2457">
            <a:extLst>
              <a:ext uri="{FF2B5EF4-FFF2-40B4-BE49-F238E27FC236}">
                <a16:creationId xmlns:a16="http://schemas.microsoft.com/office/drawing/2014/main" id="{704C02EE-A7FD-47D0-8A6F-27AF6751B2ED}"/>
              </a:ext>
            </a:extLst>
          </p:cNvPr>
          <p:cNvSpPr>
            <a:spLocks noGrp="1"/>
          </p:cNvSpPr>
          <p:nvPr/>
        </p:nvSpPr>
        <p:spPr>
          <a:xfrm>
            <a:off x="706860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F1_main_prauc_2458">
            <a:extLst>
              <a:ext uri="{FF2B5EF4-FFF2-40B4-BE49-F238E27FC236}">
                <a16:creationId xmlns:a16="http://schemas.microsoft.com/office/drawing/2014/main" id="{D04DD915-ED0F-42AA-A072-26BF6C85BB6C}"/>
              </a:ext>
            </a:extLst>
          </p:cNvPr>
          <p:cNvSpPr>
            <a:spLocks noGrp="1"/>
          </p:cNvSpPr>
          <p:nvPr/>
        </p:nvSpPr>
        <p:spPr>
          <a:xfrm>
            <a:off x="70924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F1_main_prauc_2459">
            <a:extLst>
              <a:ext uri="{FF2B5EF4-FFF2-40B4-BE49-F238E27FC236}">
                <a16:creationId xmlns:a16="http://schemas.microsoft.com/office/drawing/2014/main" id="{EF688FC6-23C6-4B8A-BD2F-BC8D1F2B2635}"/>
              </a:ext>
            </a:extLst>
          </p:cNvPr>
          <p:cNvSpPr>
            <a:spLocks noGrp="1"/>
          </p:cNvSpPr>
          <p:nvPr/>
        </p:nvSpPr>
        <p:spPr>
          <a:xfrm>
            <a:off x="69410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F1_main_prauc_2460">
            <a:extLst>
              <a:ext uri="{FF2B5EF4-FFF2-40B4-BE49-F238E27FC236}">
                <a16:creationId xmlns:a16="http://schemas.microsoft.com/office/drawing/2014/main" id="{186FBB4C-5CA1-4BB2-8FF7-BAD3C8701875}"/>
              </a:ext>
            </a:extLst>
          </p:cNvPr>
          <p:cNvSpPr>
            <a:spLocks noGrp="1"/>
          </p:cNvSpPr>
          <p:nvPr/>
        </p:nvSpPr>
        <p:spPr>
          <a:xfrm>
            <a:off x="6995116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F1_main_prauc_2461">
            <a:extLst>
              <a:ext uri="{FF2B5EF4-FFF2-40B4-BE49-F238E27FC236}">
                <a16:creationId xmlns:a16="http://schemas.microsoft.com/office/drawing/2014/main" id="{8DA81929-A94B-4179-8FB4-9C08A5C20D57}"/>
              </a:ext>
            </a:extLst>
          </p:cNvPr>
          <p:cNvSpPr>
            <a:spLocks noGrp="1"/>
          </p:cNvSpPr>
          <p:nvPr/>
        </p:nvSpPr>
        <p:spPr>
          <a:xfrm>
            <a:off x="6870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F1_main_prauc_2462">
            <a:extLst>
              <a:ext uri="{FF2B5EF4-FFF2-40B4-BE49-F238E27FC236}">
                <a16:creationId xmlns:a16="http://schemas.microsoft.com/office/drawing/2014/main" id="{1C8119BF-A112-4532-887E-8ED4268BFEF1}"/>
              </a:ext>
            </a:extLst>
          </p:cNvPr>
          <p:cNvSpPr>
            <a:spLocks noGrp="1"/>
          </p:cNvSpPr>
          <p:nvPr/>
        </p:nvSpPr>
        <p:spPr>
          <a:xfrm>
            <a:off x="69318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F1_main_prauc_2463">
            <a:extLst>
              <a:ext uri="{FF2B5EF4-FFF2-40B4-BE49-F238E27FC236}">
                <a16:creationId xmlns:a16="http://schemas.microsoft.com/office/drawing/2014/main" id="{7A3D61AA-3115-4071-947C-CD6303EBDFC4}"/>
              </a:ext>
            </a:extLst>
          </p:cNvPr>
          <p:cNvSpPr>
            <a:spLocks noGrp="1"/>
          </p:cNvSpPr>
          <p:nvPr/>
        </p:nvSpPr>
        <p:spPr>
          <a:xfrm>
            <a:off x="68969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F1_main_prauc_2464">
            <a:extLst>
              <a:ext uri="{FF2B5EF4-FFF2-40B4-BE49-F238E27FC236}">
                <a16:creationId xmlns:a16="http://schemas.microsoft.com/office/drawing/2014/main" id="{502B2AD9-56D1-423E-9908-7408228ECB7A}"/>
              </a:ext>
            </a:extLst>
          </p:cNvPr>
          <p:cNvSpPr>
            <a:spLocks noGrp="1"/>
          </p:cNvSpPr>
          <p:nvPr/>
        </p:nvSpPr>
        <p:spPr>
          <a:xfrm>
            <a:off x="687493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F1_main_prauc_2465">
            <a:extLst>
              <a:ext uri="{FF2B5EF4-FFF2-40B4-BE49-F238E27FC236}">
                <a16:creationId xmlns:a16="http://schemas.microsoft.com/office/drawing/2014/main" id="{6E27DBB3-7A08-4599-B4AA-4BF3FF8A4686}"/>
              </a:ext>
            </a:extLst>
          </p:cNvPr>
          <p:cNvSpPr>
            <a:spLocks noGrp="1"/>
          </p:cNvSpPr>
          <p:nvPr/>
        </p:nvSpPr>
        <p:spPr>
          <a:xfrm>
            <a:off x="70150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F1_main_prauc_2466">
            <a:extLst>
              <a:ext uri="{FF2B5EF4-FFF2-40B4-BE49-F238E27FC236}">
                <a16:creationId xmlns:a16="http://schemas.microsoft.com/office/drawing/2014/main" id="{BEBAFDDA-EEE4-4DD8-B075-4B7736FF64DA}"/>
              </a:ext>
            </a:extLst>
          </p:cNvPr>
          <p:cNvSpPr>
            <a:spLocks noGrp="1"/>
          </p:cNvSpPr>
          <p:nvPr/>
        </p:nvSpPr>
        <p:spPr>
          <a:xfrm>
            <a:off x="6854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F1_main_prauc_2467">
            <a:extLst>
              <a:ext uri="{FF2B5EF4-FFF2-40B4-BE49-F238E27FC236}">
                <a16:creationId xmlns:a16="http://schemas.microsoft.com/office/drawing/2014/main" id="{7104A945-DC57-45A8-B161-28D8196FC4E1}"/>
              </a:ext>
            </a:extLst>
          </p:cNvPr>
          <p:cNvSpPr>
            <a:spLocks noGrp="1"/>
          </p:cNvSpPr>
          <p:nvPr/>
        </p:nvSpPr>
        <p:spPr>
          <a:xfrm>
            <a:off x="709036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F1_main_prauc_2468">
            <a:extLst>
              <a:ext uri="{FF2B5EF4-FFF2-40B4-BE49-F238E27FC236}">
                <a16:creationId xmlns:a16="http://schemas.microsoft.com/office/drawing/2014/main" id="{BD9F2986-6F02-4AE4-98F7-F3FB277142B7}"/>
              </a:ext>
            </a:extLst>
          </p:cNvPr>
          <p:cNvSpPr>
            <a:spLocks noGrp="1"/>
          </p:cNvSpPr>
          <p:nvPr/>
        </p:nvSpPr>
        <p:spPr>
          <a:xfrm>
            <a:off x="710088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F1_main_prauc_2469">
            <a:extLst>
              <a:ext uri="{FF2B5EF4-FFF2-40B4-BE49-F238E27FC236}">
                <a16:creationId xmlns:a16="http://schemas.microsoft.com/office/drawing/2014/main" id="{28C0932B-D89C-4288-AA07-DD4D603D602F}"/>
              </a:ext>
            </a:extLst>
          </p:cNvPr>
          <p:cNvSpPr>
            <a:spLocks noGrp="1"/>
          </p:cNvSpPr>
          <p:nvPr/>
        </p:nvSpPr>
        <p:spPr>
          <a:xfrm>
            <a:off x="7017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F1_main_prauc_2470">
            <a:extLst>
              <a:ext uri="{FF2B5EF4-FFF2-40B4-BE49-F238E27FC236}">
                <a16:creationId xmlns:a16="http://schemas.microsoft.com/office/drawing/2014/main" id="{0E2624C4-1BED-4990-BE72-ED9BFA75C86D}"/>
              </a:ext>
            </a:extLst>
          </p:cNvPr>
          <p:cNvSpPr>
            <a:spLocks noGrp="1"/>
          </p:cNvSpPr>
          <p:nvPr/>
        </p:nvSpPr>
        <p:spPr>
          <a:xfrm>
            <a:off x="69071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F1_main_prauc_2471">
            <a:extLst>
              <a:ext uri="{FF2B5EF4-FFF2-40B4-BE49-F238E27FC236}">
                <a16:creationId xmlns:a16="http://schemas.microsoft.com/office/drawing/2014/main" id="{A3FAB91D-72DD-4ECD-B81B-6CFC4D583440}"/>
              </a:ext>
            </a:extLst>
          </p:cNvPr>
          <p:cNvSpPr>
            <a:spLocks noGrp="1"/>
          </p:cNvSpPr>
          <p:nvPr/>
        </p:nvSpPr>
        <p:spPr>
          <a:xfrm>
            <a:off x="6962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F1_main_prauc_2472">
            <a:extLst>
              <a:ext uri="{FF2B5EF4-FFF2-40B4-BE49-F238E27FC236}">
                <a16:creationId xmlns:a16="http://schemas.microsoft.com/office/drawing/2014/main" id="{02644978-9B3F-4B85-A7BE-F08254CDEC44}"/>
              </a:ext>
            </a:extLst>
          </p:cNvPr>
          <p:cNvSpPr>
            <a:spLocks noGrp="1"/>
          </p:cNvSpPr>
          <p:nvPr/>
        </p:nvSpPr>
        <p:spPr>
          <a:xfrm>
            <a:off x="6940440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F1_main_prauc_2473">
            <a:extLst>
              <a:ext uri="{FF2B5EF4-FFF2-40B4-BE49-F238E27FC236}">
                <a16:creationId xmlns:a16="http://schemas.microsoft.com/office/drawing/2014/main" id="{A0E6C328-18F4-4BA5-AD03-33031AFB49FD}"/>
              </a:ext>
            </a:extLst>
          </p:cNvPr>
          <p:cNvSpPr>
            <a:spLocks noGrp="1"/>
          </p:cNvSpPr>
          <p:nvPr/>
        </p:nvSpPr>
        <p:spPr>
          <a:xfrm>
            <a:off x="7057482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F1_main_prauc_2474">
            <a:extLst>
              <a:ext uri="{FF2B5EF4-FFF2-40B4-BE49-F238E27FC236}">
                <a16:creationId xmlns:a16="http://schemas.microsoft.com/office/drawing/2014/main" id="{132333F4-98A2-44EA-991A-CB31A58430A5}"/>
              </a:ext>
            </a:extLst>
          </p:cNvPr>
          <p:cNvSpPr>
            <a:spLocks noGrp="1"/>
          </p:cNvSpPr>
          <p:nvPr/>
        </p:nvSpPr>
        <p:spPr>
          <a:xfrm>
            <a:off x="7066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F1_main_prauc_2475">
            <a:extLst>
              <a:ext uri="{FF2B5EF4-FFF2-40B4-BE49-F238E27FC236}">
                <a16:creationId xmlns:a16="http://schemas.microsoft.com/office/drawing/2014/main" id="{CE902A5E-A921-479B-9A06-9C6F7E6ED295}"/>
              </a:ext>
            </a:extLst>
          </p:cNvPr>
          <p:cNvSpPr>
            <a:spLocks noGrp="1"/>
          </p:cNvSpPr>
          <p:nvPr/>
        </p:nvSpPr>
        <p:spPr>
          <a:xfrm>
            <a:off x="690919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F1_main_prauc_2476">
            <a:extLst>
              <a:ext uri="{FF2B5EF4-FFF2-40B4-BE49-F238E27FC236}">
                <a16:creationId xmlns:a16="http://schemas.microsoft.com/office/drawing/2014/main" id="{0244F03D-9B45-40F2-84CE-8BE6A453E88B}"/>
              </a:ext>
            </a:extLst>
          </p:cNvPr>
          <p:cNvSpPr>
            <a:spLocks noGrp="1"/>
          </p:cNvSpPr>
          <p:nvPr/>
        </p:nvSpPr>
        <p:spPr>
          <a:xfrm>
            <a:off x="6894358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F1_main_prauc_2477">
            <a:extLst>
              <a:ext uri="{FF2B5EF4-FFF2-40B4-BE49-F238E27FC236}">
                <a16:creationId xmlns:a16="http://schemas.microsoft.com/office/drawing/2014/main" id="{F48A7177-C3B1-401D-88E8-626B0BD81E93}"/>
              </a:ext>
            </a:extLst>
          </p:cNvPr>
          <p:cNvSpPr>
            <a:spLocks noGrp="1"/>
          </p:cNvSpPr>
          <p:nvPr/>
        </p:nvSpPr>
        <p:spPr>
          <a:xfrm>
            <a:off x="70780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F1_main_prauc_2478">
            <a:extLst>
              <a:ext uri="{FF2B5EF4-FFF2-40B4-BE49-F238E27FC236}">
                <a16:creationId xmlns:a16="http://schemas.microsoft.com/office/drawing/2014/main" id="{3BCBC2CA-0E1D-4A06-971E-32C2B837F608}"/>
              </a:ext>
            </a:extLst>
          </p:cNvPr>
          <p:cNvSpPr>
            <a:spLocks noGrp="1"/>
          </p:cNvSpPr>
          <p:nvPr/>
        </p:nvSpPr>
        <p:spPr>
          <a:xfrm>
            <a:off x="6980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F1_main_prauc_2479">
            <a:extLst>
              <a:ext uri="{FF2B5EF4-FFF2-40B4-BE49-F238E27FC236}">
                <a16:creationId xmlns:a16="http://schemas.microsoft.com/office/drawing/2014/main" id="{CD5FFB30-EF4B-4697-8B17-C57E743959CE}"/>
              </a:ext>
            </a:extLst>
          </p:cNvPr>
          <p:cNvSpPr>
            <a:spLocks noGrp="1"/>
          </p:cNvSpPr>
          <p:nvPr/>
        </p:nvSpPr>
        <p:spPr>
          <a:xfrm>
            <a:off x="7078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F1_main_prauc_2480">
            <a:extLst>
              <a:ext uri="{FF2B5EF4-FFF2-40B4-BE49-F238E27FC236}">
                <a16:creationId xmlns:a16="http://schemas.microsoft.com/office/drawing/2014/main" id="{8BC66D7D-F769-4532-B4BC-43B4EF4AC279}"/>
              </a:ext>
            </a:extLst>
          </p:cNvPr>
          <p:cNvSpPr>
            <a:spLocks noGrp="1"/>
          </p:cNvSpPr>
          <p:nvPr/>
        </p:nvSpPr>
        <p:spPr>
          <a:xfrm>
            <a:off x="70607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F1_main_prauc_2481">
            <a:extLst>
              <a:ext uri="{FF2B5EF4-FFF2-40B4-BE49-F238E27FC236}">
                <a16:creationId xmlns:a16="http://schemas.microsoft.com/office/drawing/2014/main" id="{25951394-626E-40A7-A8E1-C540F478160C}"/>
              </a:ext>
            </a:extLst>
          </p:cNvPr>
          <p:cNvSpPr>
            <a:spLocks noGrp="1"/>
          </p:cNvSpPr>
          <p:nvPr/>
        </p:nvSpPr>
        <p:spPr>
          <a:xfrm>
            <a:off x="7047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F1_main_prauc_2482">
            <a:extLst>
              <a:ext uri="{FF2B5EF4-FFF2-40B4-BE49-F238E27FC236}">
                <a16:creationId xmlns:a16="http://schemas.microsoft.com/office/drawing/2014/main" id="{8B9D0B14-3128-4E53-AB53-C4777D4A0F01}"/>
              </a:ext>
            </a:extLst>
          </p:cNvPr>
          <p:cNvSpPr>
            <a:spLocks noGrp="1"/>
          </p:cNvSpPr>
          <p:nvPr/>
        </p:nvSpPr>
        <p:spPr>
          <a:xfrm>
            <a:off x="7029597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F1_main_prauc_2483">
            <a:extLst>
              <a:ext uri="{FF2B5EF4-FFF2-40B4-BE49-F238E27FC236}">
                <a16:creationId xmlns:a16="http://schemas.microsoft.com/office/drawing/2014/main" id="{8572C75F-B772-498A-999C-3AABA71A7703}"/>
              </a:ext>
            </a:extLst>
          </p:cNvPr>
          <p:cNvSpPr>
            <a:spLocks noGrp="1"/>
          </p:cNvSpPr>
          <p:nvPr/>
        </p:nvSpPr>
        <p:spPr>
          <a:xfrm>
            <a:off x="7057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F1_main_prauc_2484">
            <a:extLst>
              <a:ext uri="{FF2B5EF4-FFF2-40B4-BE49-F238E27FC236}">
                <a16:creationId xmlns:a16="http://schemas.microsoft.com/office/drawing/2014/main" id="{7D3EC267-2AB8-4466-8BEA-1BE88094E07B}"/>
              </a:ext>
            </a:extLst>
          </p:cNvPr>
          <p:cNvSpPr>
            <a:spLocks noGrp="1"/>
          </p:cNvSpPr>
          <p:nvPr/>
        </p:nvSpPr>
        <p:spPr>
          <a:xfrm>
            <a:off x="70948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F1_main_prauc_2485">
            <a:extLst>
              <a:ext uri="{FF2B5EF4-FFF2-40B4-BE49-F238E27FC236}">
                <a16:creationId xmlns:a16="http://schemas.microsoft.com/office/drawing/2014/main" id="{423DF008-7439-471F-9187-E86FBB73A986}"/>
              </a:ext>
            </a:extLst>
          </p:cNvPr>
          <p:cNvSpPr>
            <a:spLocks noGrp="1"/>
          </p:cNvSpPr>
          <p:nvPr/>
        </p:nvSpPr>
        <p:spPr>
          <a:xfrm>
            <a:off x="68578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F1_main_prauc_2486">
            <a:extLst>
              <a:ext uri="{FF2B5EF4-FFF2-40B4-BE49-F238E27FC236}">
                <a16:creationId xmlns:a16="http://schemas.microsoft.com/office/drawing/2014/main" id="{90836574-9753-4AA9-8A9F-8D1E0B253DE3}"/>
              </a:ext>
            </a:extLst>
          </p:cNvPr>
          <p:cNvSpPr>
            <a:spLocks noGrp="1"/>
          </p:cNvSpPr>
          <p:nvPr/>
        </p:nvSpPr>
        <p:spPr>
          <a:xfrm>
            <a:off x="70167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F1_main_prauc_2487">
            <a:extLst>
              <a:ext uri="{FF2B5EF4-FFF2-40B4-BE49-F238E27FC236}">
                <a16:creationId xmlns:a16="http://schemas.microsoft.com/office/drawing/2014/main" id="{7F95A3D7-447C-41E9-8159-C10E603B1271}"/>
              </a:ext>
            </a:extLst>
          </p:cNvPr>
          <p:cNvSpPr>
            <a:spLocks noGrp="1"/>
          </p:cNvSpPr>
          <p:nvPr/>
        </p:nvSpPr>
        <p:spPr>
          <a:xfrm>
            <a:off x="6978734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F1_main_prauc_2488">
            <a:extLst>
              <a:ext uri="{FF2B5EF4-FFF2-40B4-BE49-F238E27FC236}">
                <a16:creationId xmlns:a16="http://schemas.microsoft.com/office/drawing/2014/main" id="{1D4E2E52-1E32-40A9-8B2C-46F9F300FA4F}"/>
              </a:ext>
            </a:extLst>
          </p:cNvPr>
          <p:cNvSpPr>
            <a:spLocks noGrp="1"/>
          </p:cNvSpPr>
          <p:nvPr/>
        </p:nvSpPr>
        <p:spPr>
          <a:xfrm>
            <a:off x="7054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F1_main_prauc_2489">
            <a:extLst>
              <a:ext uri="{FF2B5EF4-FFF2-40B4-BE49-F238E27FC236}">
                <a16:creationId xmlns:a16="http://schemas.microsoft.com/office/drawing/2014/main" id="{E2B60D55-BC82-432E-9A33-9A9A5F0310D7}"/>
              </a:ext>
            </a:extLst>
          </p:cNvPr>
          <p:cNvSpPr>
            <a:spLocks noGrp="1"/>
          </p:cNvSpPr>
          <p:nvPr/>
        </p:nvSpPr>
        <p:spPr>
          <a:xfrm>
            <a:off x="69398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F1_main_prauc_2490">
            <a:extLst>
              <a:ext uri="{FF2B5EF4-FFF2-40B4-BE49-F238E27FC236}">
                <a16:creationId xmlns:a16="http://schemas.microsoft.com/office/drawing/2014/main" id="{8CB49EB5-47CC-4BF9-9F20-16832D91B67D}"/>
              </a:ext>
            </a:extLst>
          </p:cNvPr>
          <p:cNvSpPr>
            <a:spLocks noGrp="1"/>
          </p:cNvSpPr>
          <p:nvPr/>
        </p:nvSpPr>
        <p:spPr>
          <a:xfrm>
            <a:off x="691737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F1_main_prauc_2491">
            <a:extLst>
              <a:ext uri="{FF2B5EF4-FFF2-40B4-BE49-F238E27FC236}">
                <a16:creationId xmlns:a16="http://schemas.microsoft.com/office/drawing/2014/main" id="{D9A28C88-8172-48A1-A910-44C8CCA4A41F}"/>
              </a:ext>
            </a:extLst>
          </p:cNvPr>
          <p:cNvSpPr>
            <a:spLocks noGrp="1"/>
          </p:cNvSpPr>
          <p:nvPr/>
        </p:nvSpPr>
        <p:spPr>
          <a:xfrm>
            <a:off x="7019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F1_main_prauc_2492">
            <a:extLst>
              <a:ext uri="{FF2B5EF4-FFF2-40B4-BE49-F238E27FC236}">
                <a16:creationId xmlns:a16="http://schemas.microsoft.com/office/drawing/2014/main" id="{FBDCB154-A50A-4D2E-978C-706E3AAD8754}"/>
              </a:ext>
            </a:extLst>
          </p:cNvPr>
          <p:cNvSpPr>
            <a:spLocks noGrp="1"/>
          </p:cNvSpPr>
          <p:nvPr/>
        </p:nvSpPr>
        <p:spPr>
          <a:xfrm>
            <a:off x="708806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F1_main_prauc_2493">
            <a:extLst>
              <a:ext uri="{FF2B5EF4-FFF2-40B4-BE49-F238E27FC236}">
                <a16:creationId xmlns:a16="http://schemas.microsoft.com/office/drawing/2014/main" id="{81822048-FB4E-4885-BDBC-2E369BDCE68A}"/>
              </a:ext>
            </a:extLst>
          </p:cNvPr>
          <p:cNvSpPr>
            <a:spLocks noGrp="1"/>
          </p:cNvSpPr>
          <p:nvPr/>
        </p:nvSpPr>
        <p:spPr>
          <a:xfrm>
            <a:off x="694540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F1_main_prauc_2494">
            <a:extLst>
              <a:ext uri="{FF2B5EF4-FFF2-40B4-BE49-F238E27FC236}">
                <a16:creationId xmlns:a16="http://schemas.microsoft.com/office/drawing/2014/main" id="{A81452BC-0AF4-4EEA-BDEB-23C10378B1DB}"/>
              </a:ext>
            </a:extLst>
          </p:cNvPr>
          <p:cNvSpPr>
            <a:spLocks noGrp="1"/>
          </p:cNvSpPr>
          <p:nvPr/>
        </p:nvSpPr>
        <p:spPr>
          <a:xfrm>
            <a:off x="701972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F1_main_prauc_2495">
            <a:extLst>
              <a:ext uri="{FF2B5EF4-FFF2-40B4-BE49-F238E27FC236}">
                <a16:creationId xmlns:a16="http://schemas.microsoft.com/office/drawing/2014/main" id="{7C259393-E3E3-4D6C-9B17-B52E0400B804}"/>
              </a:ext>
            </a:extLst>
          </p:cNvPr>
          <p:cNvSpPr>
            <a:spLocks noGrp="1"/>
          </p:cNvSpPr>
          <p:nvPr/>
        </p:nvSpPr>
        <p:spPr>
          <a:xfrm>
            <a:off x="69104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F1_main_prauc_2496">
            <a:extLst>
              <a:ext uri="{FF2B5EF4-FFF2-40B4-BE49-F238E27FC236}">
                <a16:creationId xmlns:a16="http://schemas.microsoft.com/office/drawing/2014/main" id="{D764E899-4D40-4B27-BCA0-64B694E1C06C}"/>
              </a:ext>
            </a:extLst>
          </p:cNvPr>
          <p:cNvSpPr>
            <a:spLocks noGrp="1"/>
          </p:cNvSpPr>
          <p:nvPr/>
        </p:nvSpPr>
        <p:spPr>
          <a:xfrm>
            <a:off x="68689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F1_main_prauc_2497">
            <a:extLst>
              <a:ext uri="{FF2B5EF4-FFF2-40B4-BE49-F238E27FC236}">
                <a16:creationId xmlns:a16="http://schemas.microsoft.com/office/drawing/2014/main" id="{1F215DCE-C907-4D50-B02E-84A3C6FB1ABB}"/>
              </a:ext>
            </a:extLst>
          </p:cNvPr>
          <p:cNvSpPr>
            <a:spLocks noGrp="1"/>
          </p:cNvSpPr>
          <p:nvPr/>
        </p:nvSpPr>
        <p:spPr>
          <a:xfrm>
            <a:off x="6872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F1_main_prauc_2498">
            <a:extLst>
              <a:ext uri="{FF2B5EF4-FFF2-40B4-BE49-F238E27FC236}">
                <a16:creationId xmlns:a16="http://schemas.microsoft.com/office/drawing/2014/main" id="{C6736233-D52B-46C8-A2F7-C7326B2F0A82}"/>
              </a:ext>
            </a:extLst>
          </p:cNvPr>
          <p:cNvSpPr>
            <a:spLocks noGrp="1"/>
          </p:cNvSpPr>
          <p:nvPr/>
        </p:nvSpPr>
        <p:spPr>
          <a:xfrm>
            <a:off x="70137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F1_main_prauc_2499">
            <a:extLst>
              <a:ext uri="{FF2B5EF4-FFF2-40B4-BE49-F238E27FC236}">
                <a16:creationId xmlns:a16="http://schemas.microsoft.com/office/drawing/2014/main" id="{AFC57934-F453-4F0B-B9F2-529AD68E4F2E}"/>
              </a:ext>
            </a:extLst>
          </p:cNvPr>
          <p:cNvSpPr>
            <a:spLocks noGrp="1"/>
          </p:cNvSpPr>
          <p:nvPr/>
        </p:nvSpPr>
        <p:spPr>
          <a:xfrm>
            <a:off x="70109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F1_main_prauc_2500">
            <a:extLst>
              <a:ext uri="{FF2B5EF4-FFF2-40B4-BE49-F238E27FC236}">
                <a16:creationId xmlns:a16="http://schemas.microsoft.com/office/drawing/2014/main" id="{97D4DCC6-C029-4663-8678-E1577E6AD10D}"/>
              </a:ext>
            </a:extLst>
          </p:cNvPr>
          <p:cNvSpPr>
            <a:spLocks noGrp="1"/>
          </p:cNvSpPr>
          <p:nvPr/>
        </p:nvSpPr>
        <p:spPr>
          <a:xfrm>
            <a:off x="68996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F1_main_prauc_2501">
            <a:extLst>
              <a:ext uri="{FF2B5EF4-FFF2-40B4-BE49-F238E27FC236}">
                <a16:creationId xmlns:a16="http://schemas.microsoft.com/office/drawing/2014/main" id="{E2289DF1-26FC-4C77-B160-2F60D31795E1}"/>
              </a:ext>
            </a:extLst>
          </p:cNvPr>
          <p:cNvSpPr>
            <a:spLocks noGrp="1"/>
          </p:cNvSpPr>
          <p:nvPr/>
        </p:nvSpPr>
        <p:spPr>
          <a:xfrm>
            <a:off x="7073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F1_main_prauc_2502">
            <a:extLst>
              <a:ext uri="{FF2B5EF4-FFF2-40B4-BE49-F238E27FC236}">
                <a16:creationId xmlns:a16="http://schemas.microsoft.com/office/drawing/2014/main" id="{432D3CC8-4131-4552-9FFD-710EED715FD3}"/>
              </a:ext>
            </a:extLst>
          </p:cNvPr>
          <p:cNvSpPr>
            <a:spLocks noGrp="1"/>
          </p:cNvSpPr>
          <p:nvPr/>
        </p:nvSpPr>
        <p:spPr>
          <a:xfrm>
            <a:off x="69633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F1_main_prauc_2503">
            <a:extLst>
              <a:ext uri="{FF2B5EF4-FFF2-40B4-BE49-F238E27FC236}">
                <a16:creationId xmlns:a16="http://schemas.microsoft.com/office/drawing/2014/main" id="{2285A24F-7A1F-4C27-9D87-8876D9A14C87}"/>
              </a:ext>
            </a:extLst>
          </p:cNvPr>
          <p:cNvSpPr>
            <a:spLocks noGrp="1"/>
          </p:cNvSpPr>
          <p:nvPr/>
        </p:nvSpPr>
        <p:spPr>
          <a:xfrm>
            <a:off x="7098122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F1_main_prauc_2504">
            <a:extLst>
              <a:ext uri="{FF2B5EF4-FFF2-40B4-BE49-F238E27FC236}">
                <a16:creationId xmlns:a16="http://schemas.microsoft.com/office/drawing/2014/main" id="{DCC016DB-7454-48B5-A087-067738470C4A}"/>
              </a:ext>
            </a:extLst>
          </p:cNvPr>
          <p:cNvSpPr>
            <a:spLocks noGrp="1"/>
          </p:cNvSpPr>
          <p:nvPr/>
        </p:nvSpPr>
        <p:spPr>
          <a:xfrm>
            <a:off x="6990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F1_main_prauc_2505">
            <a:extLst>
              <a:ext uri="{FF2B5EF4-FFF2-40B4-BE49-F238E27FC236}">
                <a16:creationId xmlns:a16="http://schemas.microsoft.com/office/drawing/2014/main" id="{6BEEA851-0439-499C-BB6D-28ADE09288AB}"/>
              </a:ext>
            </a:extLst>
          </p:cNvPr>
          <p:cNvSpPr>
            <a:spLocks noGrp="1"/>
          </p:cNvSpPr>
          <p:nvPr/>
        </p:nvSpPr>
        <p:spPr>
          <a:xfrm>
            <a:off x="70789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F1_main_prauc_2506">
            <a:extLst>
              <a:ext uri="{FF2B5EF4-FFF2-40B4-BE49-F238E27FC236}">
                <a16:creationId xmlns:a16="http://schemas.microsoft.com/office/drawing/2014/main" id="{A09A31C4-BDC3-470E-A60E-FF46B4537660}"/>
              </a:ext>
            </a:extLst>
          </p:cNvPr>
          <p:cNvSpPr>
            <a:spLocks noGrp="1"/>
          </p:cNvSpPr>
          <p:nvPr/>
        </p:nvSpPr>
        <p:spPr>
          <a:xfrm>
            <a:off x="700494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F1_main_prauc_2507">
            <a:extLst>
              <a:ext uri="{FF2B5EF4-FFF2-40B4-BE49-F238E27FC236}">
                <a16:creationId xmlns:a16="http://schemas.microsoft.com/office/drawing/2014/main" id="{5ACDE3B7-4111-4821-B19C-BCFD7D5F889D}"/>
              </a:ext>
            </a:extLst>
          </p:cNvPr>
          <p:cNvSpPr>
            <a:spLocks noGrp="1"/>
          </p:cNvSpPr>
          <p:nvPr/>
        </p:nvSpPr>
        <p:spPr>
          <a:xfrm>
            <a:off x="70054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F1_main_prauc_2508">
            <a:extLst>
              <a:ext uri="{FF2B5EF4-FFF2-40B4-BE49-F238E27FC236}">
                <a16:creationId xmlns:a16="http://schemas.microsoft.com/office/drawing/2014/main" id="{E9C485C4-3D4B-409A-812A-9A96384DE94F}"/>
              </a:ext>
            </a:extLst>
          </p:cNvPr>
          <p:cNvSpPr>
            <a:spLocks noGrp="1"/>
          </p:cNvSpPr>
          <p:nvPr/>
        </p:nvSpPr>
        <p:spPr>
          <a:xfrm>
            <a:off x="70037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F1_main_prauc_2509">
            <a:extLst>
              <a:ext uri="{FF2B5EF4-FFF2-40B4-BE49-F238E27FC236}">
                <a16:creationId xmlns:a16="http://schemas.microsoft.com/office/drawing/2014/main" id="{BC76F9C1-9019-41D8-B293-1F0513850C24}"/>
              </a:ext>
            </a:extLst>
          </p:cNvPr>
          <p:cNvSpPr>
            <a:spLocks noGrp="1"/>
          </p:cNvSpPr>
          <p:nvPr/>
        </p:nvSpPr>
        <p:spPr>
          <a:xfrm>
            <a:off x="7015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F1_main_prauc_2510">
            <a:extLst>
              <a:ext uri="{FF2B5EF4-FFF2-40B4-BE49-F238E27FC236}">
                <a16:creationId xmlns:a16="http://schemas.microsoft.com/office/drawing/2014/main" id="{C4655DAB-6B17-48B4-BDC3-BBEAB25B25C1}"/>
              </a:ext>
            </a:extLst>
          </p:cNvPr>
          <p:cNvSpPr>
            <a:spLocks noGrp="1"/>
          </p:cNvSpPr>
          <p:nvPr/>
        </p:nvSpPr>
        <p:spPr>
          <a:xfrm>
            <a:off x="6858309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F1_main_prauc_2511">
            <a:extLst>
              <a:ext uri="{FF2B5EF4-FFF2-40B4-BE49-F238E27FC236}">
                <a16:creationId xmlns:a16="http://schemas.microsoft.com/office/drawing/2014/main" id="{F11CFB6B-917F-4010-9219-C1E25D49133C}"/>
              </a:ext>
            </a:extLst>
          </p:cNvPr>
          <p:cNvSpPr>
            <a:spLocks noGrp="1"/>
          </p:cNvSpPr>
          <p:nvPr/>
        </p:nvSpPr>
        <p:spPr>
          <a:xfrm>
            <a:off x="6885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F1_main_prauc_2512">
            <a:extLst>
              <a:ext uri="{FF2B5EF4-FFF2-40B4-BE49-F238E27FC236}">
                <a16:creationId xmlns:a16="http://schemas.microsoft.com/office/drawing/2014/main" id="{EB33E3D1-4B13-4166-BC1B-F2FEAF13DAAF}"/>
              </a:ext>
            </a:extLst>
          </p:cNvPr>
          <p:cNvSpPr>
            <a:spLocks noGrp="1"/>
          </p:cNvSpPr>
          <p:nvPr/>
        </p:nvSpPr>
        <p:spPr>
          <a:xfrm>
            <a:off x="6968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F1_main_prauc_2513">
            <a:extLst>
              <a:ext uri="{FF2B5EF4-FFF2-40B4-BE49-F238E27FC236}">
                <a16:creationId xmlns:a16="http://schemas.microsoft.com/office/drawing/2014/main" id="{7857FEE3-2EA9-4494-B005-B0918F1BBA82}"/>
              </a:ext>
            </a:extLst>
          </p:cNvPr>
          <p:cNvSpPr>
            <a:spLocks noGrp="1"/>
          </p:cNvSpPr>
          <p:nvPr/>
        </p:nvSpPr>
        <p:spPr>
          <a:xfrm>
            <a:off x="69021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F1_main_prauc_2514">
            <a:extLst>
              <a:ext uri="{FF2B5EF4-FFF2-40B4-BE49-F238E27FC236}">
                <a16:creationId xmlns:a16="http://schemas.microsoft.com/office/drawing/2014/main" id="{B3BEC83C-4F26-4F55-80DB-607701645850}"/>
              </a:ext>
            </a:extLst>
          </p:cNvPr>
          <p:cNvSpPr>
            <a:spLocks noGrp="1"/>
          </p:cNvSpPr>
          <p:nvPr/>
        </p:nvSpPr>
        <p:spPr>
          <a:xfrm>
            <a:off x="69141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F1_main_prauc_2515">
            <a:extLst>
              <a:ext uri="{FF2B5EF4-FFF2-40B4-BE49-F238E27FC236}">
                <a16:creationId xmlns:a16="http://schemas.microsoft.com/office/drawing/2014/main" id="{CFA89BF1-3794-4439-A7FB-055E68A91B52}"/>
              </a:ext>
            </a:extLst>
          </p:cNvPr>
          <p:cNvSpPr>
            <a:spLocks noGrp="1"/>
          </p:cNvSpPr>
          <p:nvPr/>
        </p:nvSpPr>
        <p:spPr>
          <a:xfrm>
            <a:off x="69193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F1_main_prauc_2516">
            <a:extLst>
              <a:ext uri="{FF2B5EF4-FFF2-40B4-BE49-F238E27FC236}">
                <a16:creationId xmlns:a16="http://schemas.microsoft.com/office/drawing/2014/main" id="{3D58F5F8-41BA-4EC2-AA2F-7EA98D9FE409}"/>
              </a:ext>
            </a:extLst>
          </p:cNvPr>
          <p:cNvSpPr>
            <a:spLocks noGrp="1"/>
          </p:cNvSpPr>
          <p:nvPr/>
        </p:nvSpPr>
        <p:spPr>
          <a:xfrm>
            <a:off x="694169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F1_main_prauc_2517">
            <a:extLst>
              <a:ext uri="{FF2B5EF4-FFF2-40B4-BE49-F238E27FC236}">
                <a16:creationId xmlns:a16="http://schemas.microsoft.com/office/drawing/2014/main" id="{28113626-DA63-41D4-BB57-084C910960E5}"/>
              </a:ext>
            </a:extLst>
          </p:cNvPr>
          <p:cNvSpPr>
            <a:spLocks noGrp="1"/>
          </p:cNvSpPr>
          <p:nvPr/>
        </p:nvSpPr>
        <p:spPr>
          <a:xfrm>
            <a:off x="70282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F1_main_prauc_2518">
            <a:extLst>
              <a:ext uri="{FF2B5EF4-FFF2-40B4-BE49-F238E27FC236}">
                <a16:creationId xmlns:a16="http://schemas.microsoft.com/office/drawing/2014/main" id="{9CC8E555-E5F5-4A71-9F84-AA12FC7EA023}"/>
              </a:ext>
            </a:extLst>
          </p:cNvPr>
          <p:cNvSpPr>
            <a:spLocks noGrp="1"/>
          </p:cNvSpPr>
          <p:nvPr/>
        </p:nvSpPr>
        <p:spPr>
          <a:xfrm>
            <a:off x="699354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F1_main_prauc_2519">
            <a:extLst>
              <a:ext uri="{FF2B5EF4-FFF2-40B4-BE49-F238E27FC236}">
                <a16:creationId xmlns:a16="http://schemas.microsoft.com/office/drawing/2014/main" id="{0E41F6FE-F3DC-4F04-AD76-561807DD4031}"/>
              </a:ext>
            </a:extLst>
          </p:cNvPr>
          <p:cNvSpPr>
            <a:spLocks noGrp="1"/>
          </p:cNvSpPr>
          <p:nvPr/>
        </p:nvSpPr>
        <p:spPr>
          <a:xfrm>
            <a:off x="69900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F1_main_prauc_2520">
            <a:extLst>
              <a:ext uri="{FF2B5EF4-FFF2-40B4-BE49-F238E27FC236}">
                <a16:creationId xmlns:a16="http://schemas.microsoft.com/office/drawing/2014/main" id="{A662908B-3AC4-4937-AAE9-70BE62222992}"/>
              </a:ext>
            </a:extLst>
          </p:cNvPr>
          <p:cNvSpPr>
            <a:spLocks noGrp="1"/>
          </p:cNvSpPr>
          <p:nvPr/>
        </p:nvSpPr>
        <p:spPr>
          <a:xfrm>
            <a:off x="7095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F1_main_prauc_2521">
            <a:extLst>
              <a:ext uri="{FF2B5EF4-FFF2-40B4-BE49-F238E27FC236}">
                <a16:creationId xmlns:a16="http://schemas.microsoft.com/office/drawing/2014/main" id="{EDFA2370-F572-4297-9A28-9DF4D4B832A8}"/>
              </a:ext>
            </a:extLst>
          </p:cNvPr>
          <p:cNvSpPr>
            <a:spLocks noGrp="1"/>
          </p:cNvSpPr>
          <p:nvPr/>
        </p:nvSpPr>
        <p:spPr>
          <a:xfrm>
            <a:off x="69306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F1_main_prauc_2522">
            <a:extLst>
              <a:ext uri="{FF2B5EF4-FFF2-40B4-BE49-F238E27FC236}">
                <a16:creationId xmlns:a16="http://schemas.microsoft.com/office/drawing/2014/main" id="{8E5476A1-7B66-4FFF-A056-659F8DE7091E}"/>
              </a:ext>
            </a:extLst>
          </p:cNvPr>
          <p:cNvSpPr>
            <a:spLocks noGrp="1"/>
          </p:cNvSpPr>
          <p:nvPr/>
        </p:nvSpPr>
        <p:spPr>
          <a:xfrm>
            <a:off x="7081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F1_main_prauc_2523">
            <a:extLst>
              <a:ext uri="{FF2B5EF4-FFF2-40B4-BE49-F238E27FC236}">
                <a16:creationId xmlns:a16="http://schemas.microsoft.com/office/drawing/2014/main" id="{945CBE30-B5F4-42A1-816A-526BAAA4EF0D}"/>
              </a:ext>
            </a:extLst>
          </p:cNvPr>
          <p:cNvSpPr>
            <a:spLocks noGrp="1"/>
          </p:cNvSpPr>
          <p:nvPr/>
        </p:nvSpPr>
        <p:spPr>
          <a:xfrm>
            <a:off x="70433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F1_main_prauc_2524">
            <a:extLst>
              <a:ext uri="{FF2B5EF4-FFF2-40B4-BE49-F238E27FC236}">
                <a16:creationId xmlns:a16="http://schemas.microsoft.com/office/drawing/2014/main" id="{96CC6D8C-B3F8-42ED-B501-7E64FEDB2DE0}"/>
              </a:ext>
            </a:extLst>
          </p:cNvPr>
          <p:cNvSpPr>
            <a:spLocks noGrp="1"/>
          </p:cNvSpPr>
          <p:nvPr/>
        </p:nvSpPr>
        <p:spPr>
          <a:xfrm>
            <a:off x="68893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F1_main_prauc_2525">
            <a:extLst>
              <a:ext uri="{FF2B5EF4-FFF2-40B4-BE49-F238E27FC236}">
                <a16:creationId xmlns:a16="http://schemas.microsoft.com/office/drawing/2014/main" id="{CC75B25E-5B63-4330-B088-D0A9BF8ED595}"/>
              </a:ext>
            </a:extLst>
          </p:cNvPr>
          <p:cNvSpPr>
            <a:spLocks noGrp="1"/>
          </p:cNvSpPr>
          <p:nvPr/>
        </p:nvSpPr>
        <p:spPr>
          <a:xfrm>
            <a:off x="6975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F1_main_prauc_2526">
            <a:extLst>
              <a:ext uri="{FF2B5EF4-FFF2-40B4-BE49-F238E27FC236}">
                <a16:creationId xmlns:a16="http://schemas.microsoft.com/office/drawing/2014/main" id="{507F95D8-4233-4150-B50D-070D576802F9}"/>
              </a:ext>
            </a:extLst>
          </p:cNvPr>
          <p:cNvSpPr>
            <a:spLocks noGrp="1"/>
          </p:cNvSpPr>
          <p:nvPr/>
        </p:nvSpPr>
        <p:spPr>
          <a:xfrm>
            <a:off x="7035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F1_main_prauc_2527">
            <a:extLst>
              <a:ext uri="{FF2B5EF4-FFF2-40B4-BE49-F238E27FC236}">
                <a16:creationId xmlns:a16="http://schemas.microsoft.com/office/drawing/2014/main" id="{AB057352-0BD9-489C-935A-248809464789}"/>
              </a:ext>
            </a:extLst>
          </p:cNvPr>
          <p:cNvSpPr>
            <a:spLocks noGrp="1"/>
          </p:cNvSpPr>
          <p:nvPr/>
        </p:nvSpPr>
        <p:spPr>
          <a:xfrm>
            <a:off x="6938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F1_main_prauc_2528">
            <a:extLst>
              <a:ext uri="{FF2B5EF4-FFF2-40B4-BE49-F238E27FC236}">
                <a16:creationId xmlns:a16="http://schemas.microsoft.com/office/drawing/2014/main" id="{4832A2CD-D645-4D56-8D01-5C7A850CA319}"/>
              </a:ext>
            </a:extLst>
          </p:cNvPr>
          <p:cNvSpPr>
            <a:spLocks noGrp="1"/>
          </p:cNvSpPr>
          <p:nvPr/>
        </p:nvSpPr>
        <p:spPr>
          <a:xfrm>
            <a:off x="701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F1_main_prauc_2529">
            <a:extLst>
              <a:ext uri="{FF2B5EF4-FFF2-40B4-BE49-F238E27FC236}">
                <a16:creationId xmlns:a16="http://schemas.microsoft.com/office/drawing/2014/main" id="{78AD6620-5A66-4299-9639-EDACBE430434}"/>
              </a:ext>
            </a:extLst>
          </p:cNvPr>
          <p:cNvSpPr>
            <a:spLocks noGrp="1"/>
          </p:cNvSpPr>
          <p:nvPr/>
        </p:nvSpPr>
        <p:spPr>
          <a:xfrm>
            <a:off x="69288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F1_main_prauc_2530">
            <a:extLst>
              <a:ext uri="{FF2B5EF4-FFF2-40B4-BE49-F238E27FC236}">
                <a16:creationId xmlns:a16="http://schemas.microsoft.com/office/drawing/2014/main" id="{852C5B8F-619E-4CAF-9616-50003E0F0FFA}"/>
              </a:ext>
            </a:extLst>
          </p:cNvPr>
          <p:cNvSpPr>
            <a:spLocks noGrp="1"/>
          </p:cNvSpPr>
          <p:nvPr/>
        </p:nvSpPr>
        <p:spPr>
          <a:xfrm>
            <a:off x="7024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F1_main_prauc_2531">
            <a:extLst>
              <a:ext uri="{FF2B5EF4-FFF2-40B4-BE49-F238E27FC236}">
                <a16:creationId xmlns:a16="http://schemas.microsoft.com/office/drawing/2014/main" id="{970F49AD-9F2B-47AB-BF57-B8642C9AABCD}"/>
              </a:ext>
            </a:extLst>
          </p:cNvPr>
          <p:cNvSpPr>
            <a:spLocks noGrp="1"/>
          </p:cNvSpPr>
          <p:nvPr/>
        </p:nvSpPr>
        <p:spPr>
          <a:xfrm>
            <a:off x="7013597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F1_main_prauc_2532">
            <a:extLst>
              <a:ext uri="{FF2B5EF4-FFF2-40B4-BE49-F238E27FC236}">
                <a16:creationId xmlns:a16="http://schemas.microsoft.com/office/drawing/2014/main" id="{0246D6C9-1C45-4EB4-991C-3AD18FC37BC1}"/>
              </a:ext>
            </a:extLst>
          </p:cNvPr>
          <p:cNvSpPr>
            <a:spLocks noGrp="1"/>
          </p:cNvSpPr>
          <p:nvPr/>
        </p:nvSpPr>
        <p:spPr>
          <a:xfrm>
            <a:off x="6926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F1_main_prauc_2533">
            <a:extLst>
              <a:ext uri="{FF2B5EF4-FFF2-40B4-BE49-F238E27FC236}">
                <a16:creationId xmlns:a16="http://schemas.microsoft.com/office/drawing/2014/main" id="{5011F6A2-7BDF-444F-A635-744ACFD8F0CC}"/>
              </a:ext>
            </a:extLst>
          </p:cNvPr>
          <p:cNvSpPr>
            <a:spLocks noGrp="1"/>
          </p:cNvSpPr>
          <p:nvPr/>
        </p:nvSpPr>
        <p:spPr>
          <a:xfrm>
            <a:off x="6981988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F1_main_prauc_2534">
            <a:extLst>
              <a:ext uri="{FF2B5EF4-FFF2-40B4-BE49-F238E27FC236}">
                <a16:creationId xmlns:a16="http://schemas.microsoft.com/office/drawing/2014/main" id="{48150A1C-9B07-461E-A251-953133A5231B}"/>
              </a:ext>
            </a:extLst>
          </p:cNvPr>
          <p:cNvSpPr>
            <a:spLocks noGrp="1"/>
          </p:cNvSpPr>
          <p:nvPr/>
        </p:nvSpPr>
        <p:spPr>
          <a:xfrm>
            <a:off x="6900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F1_main_prauc_2535">
            <a:extLst>
              <a:ext uri="{FF2B5EF4-FFF2-40B4-BE49-F238E27FC236}">
                <a16:creationId xmlns:a16="http://schemas.microsoft.com/office/drawing/2014/main" id="{F2485307-2ADC-46C0-A0B5-02D72423DA4D}"/>
              </a:ext>
            </a:extLst>
          </p:cNvPr>
          <p:cNvSpPr>
            <a:spLocks noGrp="1"/>
          </p:cNvSpPr>
          <p:nvPr/>
        </p:nvSpPr>
        <p:spPr>
          <a:xfrm>
            <a:off x="69933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F1_main_prauc_2536">
            <a:extLst>
              <a:ext uri="{FF2B5EF4-FFF2-40B4-BE49-F238E27FC236}">
                <a16:creationId xmlns:a16="http://schemas.microsoft.com/office/drawing/2014/main" id="{298206D3-5FED-45AC-93E7-D0D7BC496B54}"/>
              </a:ext>
            </a:extLst>
          </p:cNvPr>
          <p:cNvSpPr>
            <a:spLocks noGrp="1"/>
          </p:cNvSpPr>
          <p:nvPr/>
        </p:nvSpPr>
        <p:spPr>
          <a:xfrm>
            <a:off x="69208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F1_main_prauc_2537">
            <a:extLst>
              <a:ext uri="{FF2B5EF4-FFF2-40B4-BE49-F238E27FC236}">
                <a16:creationId xmlns:a16="http://schemas.microsoft.com/office/drawing/2014/main" id="{421BC3EB-31E6-4D5A-97F7-68CBA31338AC}"/>
              </a:ext>
            </a:extLst>
          </p:cNvPr>
          <p:cNvSpPr>
            <a:spLocks noGrp="1"/>
          </p:cNvSpPr>
          <p:nvPr/>
        </p:nvSpPr>
        <p:spPr>
          <a:xfrm>
            <a:off x="706747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F1_main_prauc_2538">
            <a:extLst>
              <a:ext uri="{FF2B5EF4-FFF2-40B4-BE49-F238E27FC236}">
                <a16:creationId xmlns:a16="http://schemas.microsoft.com/office/drawing/2014/main" id="{CEEB1015-CFA2-4C60-B448-CC72698F0C89}"/>
              </a:ext>
            </a:extLst>
          </p:cNvPr>
          <p:cNvSpPr>
            <a:spLocks noGrp="1"/>
          </p:cNvSpPr>
          <p:nvPr/>
        </p:nvSpPr>
        <p:spPr>
          <a:xfrm>
            <a:off x="70928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F1_main_prauc_2539">
            <a:extLst>
              <a:ext uri="{FF2B5EF4-FFF2-40B4-BE49-F238E27FC236}">
                <a16:creationId xmlns:a16="http://schemas.microsoft.com/office/drawing/2014/main" id="{3EE293AD-B54A-4DA7-A362-E752FFD819E1}"/>
              </a:ext>
            </a:extLst>
          </p:cNvPr>
          <p:cNvSpPr>
            <a:spLocks noGrp="1"/>
          </p:cNvSpPr>
          <p:nvPr/>
        </p:nvSpPr>
        <p:spPr>
          <a:xfrm>
            <a:off x="6994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F1_main_prauc_2540">
            <a:extLst>
              <a:ext uri="{FF2B5EF4-FFF2-40B4-BE49-F238E27FC236}">
                <a16:creationId xmlns:a16="http://schemas.microsoft.com/office/drawing/2014/main" id="{AD4605CA-0B31-461F-8808-7C6E9351A279}"/>
              </a:ext>
            </a:extLst>
          </p:cNvPr>
          <p:cNvSpPr>
            <a:spLocks noGrp="1"/>
          </p:cNvSpPr>
          <p:nvPr/>
        </p:nvSpPr>
        <p:spPr>
          <a:xfrm>
            <a:off x="70824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F1_main_prauc_2541">
            <a:extLst>
              <a:ext uri="{FF2B5EF4-FFF2-40B4-BE49-F238E27FC236}">
                <a16:creationId xmlns:a16="http://schemas.microsoft.com/office/drawing/2014/main" id="{1D4125F4-22A0-407B-8EEA-64805E7C0908}"/>
              </a:ext>
            </a:extLst>
          </p:cNvPr>
          <p:cNvSpPr>
            <a:spLocks noGrp="1"/>
          </p:cNvSpPr>
          <p:nvPr/>
        </p:nvSpPr>
        <p:spPr>
          <a:xfrm>
            <a:off x="70466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F1_main_prauc_2542">
            <a:extLst>
              <a:ext uri="{FF2B5EF4-FFF2-40B4-BE49-F238E27FC236}">
                <a16:creationId xmlns:a16="http://schemas.microsoft.com/office/drawing/2014/main" id="{43C64923-759E-472B-A699-987CD743B66A}"/>
              </a:ext>
            </a:extLst>
          </p:cNvPr>
          <p:cNvSpPr>
            <a:spLocks noGrp="1"/>
          </p:cNvSpPr>
          <p:nvPr/>
        </p:nvSpPr>
        <p:spPr>
          <a:xfrm>
            <a:off x="7052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F1_main_prauc_2543">
            <a:extLst>
              <a:ext uri="{FF2B5EF4-FFF2-40B4-BE49-F238E27FC236}">
                <a16:creationId xmlns:a16="http://schemas.microsoft.com/office/drawing/2014/main" id="{3B95ACB5-B8F0-4764-A0B4-4A4BE5486607}"/>
              </a:ext>
            </a:extLst>
          </p:cNvPr>
          <p:cNvSpPr>
            <a:spLocks noGrp="1"/>
          </p:cNvSpPr>
          <p:nvPr/>
        </p:nvSpPr>
        <p:spPr>
          <a:xfrm>
            <a:off x="70972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F1_main_prauc_2544">
            <a:extLst>
              <a:ext uri="{FF2B5EF4-FFF2-40B4-BE49-F238E27FC236}">
                <a16:creationId xmlns:a16="http://schemas.microsoft.com/office/drawing/2014/main" id="{476AE696-4C53-4EC4-9DEF-61AEB4892568}"/>
              </a:ext>
            </a:extLst>
          </p:cNvPr>
          <p:cNvSpPr>
            <a:spLocks noGrp="1"/>
          </p:cNvSpPr>
          <p:nvPr/>
        </p:nvSpPr>
        <p:spPr>
          <a:xfrm>
            <a:off x="7063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F1_main_prauc_2545">
            <a:extLst>
              <a:ext uri="{FF2B5EF4-FFF2-40B4-BE49-F238E27FC236}">
                <a16:creationId xmlns:a16="http://schemas.microsoft.com/office/drawing/2014/main" id="{D16C5AF0-A161-4352-8F07-0A76E4E348C5}"/>
              </a:ext>
            </a:extLst>
          </p:cNvPr>
          <p:cNvSpPr>
            <a:spLocks noGrp="1"/>
          </p:cNvSpPr>
          <p:nvPr/>
        </p:nvSpPr>
        <p:spPr>
          <a:xfrm>
            <a:off x="69400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F1_main_prauc_2546">
            <a:extLst>
              <a:ext uri="{FF2B5EF4-FFF2-40B4-BE49-F238E27FC236}">
                <a16:creationId xmlns:a16="http://schemas.microsoft.com/office/drawing/2014/main" id="{0EDADAB2-2E54-4C5F-9A72-A0BA06EB0DD5}"/>
              </a:ext>
            </a:extLst>
          </p:cNvPr>
          <p:cNvSpPr>
            <a:spLocks noGrp="1"/>
          </p:cNvSpPr>
          <p:nvPr/>
        </p:nvSpPr>
        <p:spPr>
          <a:xfrm>
            <a:off x="68579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F1_main_prauc_2547">
            <a:extLst>
              <a:ext uri="{FF2B5EF4-FFF2-40B4-BE49-F238E27FC236}">
                <a16:creationId xmlns:a16="http://schemas.microsoft.com/office/drawing/2014/main" id="{71B891AE-7B3F-486C-9B0E-61EF7B15F57F}"/>
              </a:ext>
            </a:extLst>
          </p:cNvPr>
          <p:cNvSpPr>
            <a:spLocks noGrp="1"/>
          </p:cNvSpPr>
          <p:nvPr/>
        </p:nvSpPr>
        <p:spPr>
          <a:xfrm>
            <a:off x="7012623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F1_main_prauc_2548">
            <a:extLst>
              <a:ext uri="{FF2B5EF4-FFF2-40B4-BE49-F238E27FC236}">
                <a16:creationId xmlns:a16="http://schemas.microsoft.com/office/drawing/2014/main" id="{F4421662-3927-4CD2-8668-97E5C5048007}"/>
              </a:ext>
            </a:extLst>
          </p:cNvPr>
          <p:cNvSpPr>
            <a:spLocks noGrp="1"/>
          </p:cNvSpPr>
          <p:nvPr/>
        </p:nvSpPr>
        <p:spPr>
          <a:xfrm>
            <a:off x="69535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F1_main_prauc_2549">
            <a:extLst>
              <a:ext uri="{FF2B5EF4-FFF2-40B4-BE49-F238E27FC236}">
                <a16:creationId xmlns:a16="http://schemas.microsoft.com/office/drawing/2014/main" id="{8FEBF164-08FE-4F6A-86B3-D09786E4BAC5}"/>
              </a:ext>
            </a:extLst>
          </p:cNvPr>
          <p:cNvSpPr>
            <a:spLocks noGrp="1"/>
          </p:cNvSpPr>
          <p:nvPr/>
        </p:nvSpPr>
        <p:spPr>
          <a:xfrm>
            <a:off x="70056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F1_main_prauc_2550">
            <a:extLst>
              <a:ext uri="{FF2B5EF4-FFF2-40B4-BE49-F238E27FC236}">
                <a16:creationId xmlns:a16="http://schemas.microsoft.com/office/drawing/2014/main" id="{CC853836-3575-4695-A47E-36ACBA8292E6}"/>
              </a:ext>
            </a:extLst>
          </p:cNvPr>
          <p:cNvSpPr>
            <a:spLocks noGrp="1"/>
          </p:cNvSpPr>
          <p:nvPr/>
        </p:nvSpPr>
        <p:spPr>
          <a:xfrm>
            <a:off x="68808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F1_main_prauc_2551">
            <a:extLst>
              <a:ext uri="{FF2B5EF4-FFF2-40B4-BE49-F238E27FC236}">
                <a16:creationId xmlns:a16="http://schemas.microsoft.com/office/drawing/2014/main" id="{E6222E55-59AC-4347-9612-1519FE5DA2F8}"/>
              </a:ext>
            </a:extLst>
          </p:cNvPr>
          <p:cNvSpPr>
            <a:spLocks noGrp="1"/>
          </p:cNvSpPr>
          <p:nvPr/>
        </p:nvSpPr>
        <p:spPr>
          <a:xfrm>
            <a:off x="70096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F1_main_prauc_2552">
            <a:extLst>
              <a:ext uri="{FF2B5EF4-FFF2-40B4-BE49-F238E27FC236}">
                <a16:creationId xmlns:a16="http://schemas.microsoft.com/office/drawing/2014/main" id="{9B716F63-559F-4D36-B885-971A7992CF4A}"/>
              </a:ext>
            </a:extLst>
          </p:cNvPr>
          <p:cNvSpPr>
            <a:spLocks noGrp="1"/>
          </p:cNvSpPr>
          <p:nvPr/>
        </p:nvSpPr>
        <p:spPr>
          <a:xfrm>
            <a:off x="6927671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F1_main_prauc_2553">
            <a:extLst>
              <a:ext uri="{FF2B5EF4-FFF2-40B4-BE49-F238E27FC236}">
                <a16:creationId xmlns:a16="http://schemas.microsoft.com/office/drawing/2014/main" id="{3CCC35F1-A77B-43D4-B08A-178C252AB179}"/>
              </a:ext>
            </a:extLst>
          </p:cNvPr>
          <p:cNvSpPr>
            <a:spLocks noGrp="1"/>
          </p:cNvSpPr>
          <p:nvPr/>
        </p:nvSpPr>
        <p:spPr>
          <a:xfrm>
            <a:off x="7091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F1_main_prauc_2554">
            <a:extLst>
              <a:ext uri="{FF2B5EF4-FFF2-40B4-BE49-F238E27FC236}">
                <a16:creationId xmlns:a16="http://schemas.microsoft.com/office/drawing/2014/main" id="{2243F9F1-6B58-4E7B-A9DB-33C6BE7AC11F}"/>
              </a:ext>
            </a:extLst>
          </p:cNvPr>
          <p:cNvSpPr>
            <a:spLocks noGrp="1"/>
          </p:cNvSpPr>
          <p:nvPr/>
        </p:nvSpPr>
        <p:spPr>
          <a:xfrm>
            <a:off x="6977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F1_main_prauc_2555">
            <a:extLst>
              <a:ext uri="{FF2B5EF4-FFF2-40B4-BE49-F238E27FC236}">
                <a16:creationId xmlns:a16="http://schemas.microsoft.com/office/drawing/2014/main" id="{9313C6C2-7C4A-4F7D-BF69-1781B975AC77}"/>
              </a:ext>
            </a:extLst>
          </p:cNvPr>
          <p:cNvSpPr>
            <a:spLocks noGrp="1"/>
          </p:cNvSpPr>
          <p:nvPr/>
        </p:nvSpPr>
        <p:spPr>
          <a:xfrm>
            <a:off x="69357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F1_main_prauc_2556">
            <a:extLst>
              <a:ext uri="{FF2B5EF4-FFF2-40B4-BE49-F238E27FC236}">
                <a16:creationId xmlns:a16="http://schemas.microsoft.com/office/drawing/2014/main" id="{1416A5E4-B10C-4047-96A8-1650FF72597B}"/>
              </a:ext>
            </a:extLst>
          </p:cNvPr>
          <p:cNvSpPr>
            <a:spLocks noGrp="1"/>
          </p:cNvSpPr>
          <p:nvPr/>
        </p:nvSpPr>
        <p:spPr>
          <a:xfrm>
            <a:off x="70605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F1_main_prauc_2557">
            <a:extLst>
              <a:ext uri="{FF2B5EF4-FFF2-40B4-BE49-F238E27FC236}">
                <a16:creationId xmlns:a16="http://schemas.microsoft.com/office/drawing/2014/main" id="{97436BD1-A1DA-4C00-89EB-783E8E114AA8}"/>
              </a:ext>
            </a:extLst>
          </p:cNvPr>
          <p:cNvSpPr>
            <a:spLocks noGrp="1"/>
          </p:cNvSpPr>
          <p:nvPr/>
        </p:nvSpPr>
        <p:spPr>
          <a:xfrm>
            <a:off x="69756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F1_main_prauc_2558">
            <a:extLst>
              <a:ext uri="{FF2B5EF4-FFF2-40B4-BE49-F238E27FC236}">
                <a16:creationId xmlns:a16="http://schemas.microsoft.com/office/drawing/2014/main" id="{208D20FD-932A-4E29-AD7A-F8847FDAB9A8}"/>
              </a:ext>
            </a:extLst>
          </p:cNvPr>
          <p:cNvSpPr>
            <a:spLocks noGrp="1"/>
          </p:cNvSpPr>
          <p:nvPr/>
        </p:nvSpPr>
        <p:spPr>
          <a:xfrm>
            <a:off x="70600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F1_main_prauc_2559">
            <a:extLst>
              <a:ext uri="{FF2B5EF4-FFF2-40B4-BE49-F238E27FC236}">
                <a16:creationId xmlns:a16="http://schemas.microsoft.com/office/drawing/2014/main" id="{B7BD0BDC-4148-4ED2-B184-28D0D7F34F9E}"/>
              </a:ext>
            </a:extLst>
          </p:cNvPr>
          <p:cNvSpPr>
            <a:spLocks noGrp="1"/>
          </p:cNvSpPr>
          <p:nvPr/>
        </p:nvSpPr>
        <p:spPr>
          <a:xfrm>
            <a:off x="70243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F1_main_prauc_2560">
            <a:extLst>
              <a:ext uri="{FF2B5EF4-FFF2-40B4-BE49-F238E27FC236}">
                <a16:creationId xmlns:a16="http://schemas.microsoft.com/office/drawing/2014/main" id="{71F3D3D8-2180-4F0B-830E-0E16386086CB}"/>
              </a:ext>
            </a:extLst>
          </p:cNvPr>
          <p:cNvSpPr>
            <a:spLocks noGrp="1"/>
          </p:cNvSpPr>
          <p:nvPr/>
        </p:nvSpPr>
        <p:spPr>
          <a:xfrm>
            <a:off x="69972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F1_main_prauc_2561">
            <a:extLst>
              <a:ext uri="{FF2B5EF4-FFF2-40B4-BE49-F238E27FC236}">
                <a16:creationId xmlns:a16="http://schemas.microsoft.com/office/drawing/2014/main" id="{7806FC4F-E1FC-4A2B-8F35-7585F0AE1B43}"/>
              </a:ext>
            </a:extLst>
          </p:cNvPr>
          <p:cNvSpPr>
            <a:spLocks noGrp="1"/>
          </p:cNvSpPr>
          <p:nvPr/>
        </p:nvSpPr>
        <p:spPr>
          <a:xfrm>
            <a:off x="70882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F1_main_prauc_2562">
            <a:extLst>
              <a:ext uri="{FF2B5EF4-FFF2-40B4-BE49-F238E27FC236}">
                <a16:creationId xmlns:a16="http://schemas.microsoft.com/office/drawing/2014/main" id="{F7F55A9A-8EE5-4B2C-BE1A-00446C31839D}"/>
              </a:ext>
            </a:extLst>
          </p:cNvPr>
          <p:cNvSpPr>
            <a:spLocks noGrp="1"/>
          </p:cNvSpPr>
          <p:nvPr/>
        </p:nvSpPr>
        <p:spPr>
          <a:xfrm>
            <a:off x="6866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F1_main_prauc_2563">
            <a:extLst>
              <a:ext uri="{FF2B5EF4-FFF2-40B4-BE49-F238E27FC236}">
                <a16:creationId xmlns:a16="http://schemas.microsoft.com/office/drawing/2014/main" id="{A59504A4-F24C-41C7-B6D0-0FC4C70556D7}"/>
              </a:ext>
            </a:extLst>
          </p:cNvPr>
          <p:cNvSpPr>
            <a:spLocks noGrp="1"/>
          </p:cNvSpPr>
          <p:nvPr/>
        </p:nvSpPr>
        <p:spPr>
          <a:xfrm>
            <a:off x="7076590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F1_main_prauc_2564">
            <a:extLst>
              <a:ext uri="{FF2B5EF4-FFF2-40B4-BE49-F238E27FC236}">
                <a16:creationId xmlns:a16="http://schemas.microsoft.com/office/drawing/2014/main" id="{92126B28-7C38-41A0-BD83-8CAF60ECFF6A}"/>
              </a:ext>
            </a:extLst>
          </p:cNvPr>
          <p:cNvSpPr>
            <a:spLocks noGrp="1"/>
          </p:cNvSpPr>
          <p:nvPr/>
        </p:nvSpPr>
        <p:spPr>
          <a:xfrm>
            <a:off x="69319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F1_main_prauc_2565">
            <a:extLst>
              <a:ext uri="{FF2B5EF4-FFF2-40B4-BE49-F238E27FC236}">
                <a16:creationId xmlns:a16="http://schemas.microsoft.com/office/drawing/2014/main" id="{12DF05C4-531E-402A-B334-2338E9BA9843}"/>
              </a:ext>
            </a:extLst>
          </p:cNvPr>
          <p:cNvSpPr>
            <a:spLocks noGrp="1"/>
          </p:cNvSpPr>
          <p:nvPr/>
        </p:nvSpPr>
        <p:spPr>
          <a:xfrm>
            <a:off x="6865956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F1_main_prauc_2566">
            <a:extLst>
              <a:ext uri="{FF2B5EF4-FFF2-40B4-BE49-F238E27FC236}">
                <a16:creationId xmlns:a16="http://schemas.microsoft.com/office/drawing/2014/main" id="{A3FF1EE1-58C4-4669-AA54-25764127E1D1}"/>
              </a:ext>
            </a:extLst>
          </p:cNvPr>
          <p:cNvSpPr>
            <a:spLocks noGrp="1"/>
          </p:cNvSpPr>
          <p:nvPr/>
        </p:nvSpPr>
        <p:spPr>
          <a:xfrm>
            <a:off x="85439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F1_main_prauc_2567">
            <a:extLst>
              <a:ext uri="{FF2B5EF4-FFF2-40B4-BE49-F238E27FC236}">
                <a16:creationId xmlns:a16="http://schemas.microsoft.com/office/drawing/2014/main" id="{48FEA536-12D5-4CF2-AB83-D7E5852DC066}"/>
              </a:ext>
            </a:extLst>
          </p:cNvPr>
          <p:cNvSpPr>
            <a:spLocks noGrp="1"/>
          </p:cNvSpPr>
          <p:nvPr/>
        </p:nvSpPr>
        <p:spPr>
          <a:xfrm>
            <a:off x="84391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F1_main_prauc_2568">
            <a:extLst>
              <a:ext uri="{FF2B5EF4-FFF2-40B4-BE49-F238E27FC236}">
                <a16:creationId xmlns:a16="http://schemas.microsoft.com/office/drawing/2014/main" id="{F25CDFF3-DF2D-4AA7-9131-2FD4564A0EA2}"/>
              </a:ext>
            </a:extLst>
          </p:cNvPr>
          <p:cNvSpPr>
            <a:spLocks noGrp="1"/>
          </p:cNvSpPr>
          <p:nvPr/>
        </p:nvSpPr>
        <p:spPr>
          <a:xfrm>
            <a:off x="8476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F1_main_prauc_2569">
            <a:extLst>
              <a:ext uri="{FF2B5EF4-FFF2-40B4-BE49-F238E27FC236}">
                <a16:creationId xmlns:a16="http://schemas.microsoft.com/office/drawing/2014/main" id="{B098E2B3-7316-4BA7-AF53-F114B82E8452}"/>
              </a:ext>
            </a:extLst>
          </p:cNvPr>
          <p:cNvSpPr>
            <a:spLocks noGrp="1"/>
          </p:cNvSpPr>
          <p:nvPr/>
        </p:nvSpPr>
        <p:spPr>
          <a:xfrm>
            <a:off x="84791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F1_main_prauc_2570">
            <a:extLst>
              <a:ext uri="{FF2B5EF4-FFF2-40B4-BE49-F238E27FC236}">
                <a16:creationId xmlns:a16="http://schemas.microsoft.com/office/drawing/2014/main" id="{7246B895-64A3-4F94-855F-A59AED43A620}"/>
              </a:ext>
            </a:extLst>
          </p:cNvPr>
          <p:cNvSpPr>
            <a:spLocks noGrp="1"/>
          </p:cNvSpPr>
          <p:nvPr/>
        </p:nvSpPr>
        <p:spPr>
          <a:xfrm>
            <a:off x="8455457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F1_main_prauc_2571">
            <a:extLst>
              <a:ext uri="{FF2B5EF4-FFF2-40B4-BE49-F238E27FC236}">
                <a16:creationId xmlns:a16="http://schemas.microsoft.com/office/drawing/2014/main" id="{3FFD4CC4-5696-4A96-A1F4-E6C5037FA3DF}"/>
              </a:ext>
            </a:extLst>
          </p:cNvPr>
          <p:cNvSpPr>
            <a:spLocks noGrp="1"/>
          </p:cNvSpPr>
          <p:nvPr/>
        </p:nvSpPr>
        <p:spPr>
          <a:xfrm>
            <a:off x="86061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F1_main_prauc_2572">
            <a:extLst>
              <a:ext uri="{FF2B5EF4-FFF2-40B4-BE49-F238E27FC236}">
                <a16:creationId xmlns:a16="http://schemas.microsoft.com/office/drawing/2014/main" id="{32111956-923A-4A82-A2E4-869F9A7EAB25}"/>
              </a:ext>
            </a:extLst>
          </p:cNvPr>
          <p:cNvSpPr>
            <a:spLocks noGrp="1"/>
          </p:cNvSpPr>
          <p:nvPr/>
        </p:nvSpPr>
        <p:spPr>
          <a:xfrm>
            <a:off x="8428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F1_main_prauc_2573">
            <a:extLst>
              <a:ext uri="{FF2B5EF4-FFF2-40B4-BE49-F238E27FC236}">
                <a16:creationId xmlns:a16="http://schemas.microsoft.com/office/drawing/2014/main" id="{0790C603-3B89-4ADA-9B93-8B0968C58AA9}"/>
              </a:ext>
            </a:extLst>
          </p:cNvPr>
          <p:cNvSpPr>
            <a:spLocks noGrp="1"/>
          </p:cNvSpPr>
          <p:nvPr/>
        </p:nvSpPr>
        <p:spPr>
          <a:xfrm>
            <a:off x="8497050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F1_main_prauc_2574">
            <a:extLst>
              <a:ext uri="{FF2B5EF4-FFF2-40B4-BE49-F238E27FC236}">
                <a16:creationId xmlns:a16="http://schemas.microsoft.com/office/drawing/2014/main" id="{6C839DF9-BE2D-401F-8F04-6AC51A430357}"/>
              </a:ext>
            </a:extLst>
          </p:cNvPr>
          <p:cNvSpPr>
            <a:spLocks noGrp="1"/>
          </p:cNvSpPr>
          <p:nvPr/>
        </p:nvSpPr>
        <p:spPr>
          <a:xfrm>
            <a:off x="8605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F1_main_prauc_2575">
            <a:extLst>
              <a:ext uri="{FF2B5EF4-FFF2-40B4-BE49-F238E27FC236}">
                <a16:creationId xmlns:a16="http://schemas.microsoft.com/office/drawing/2014/main" id="{6BED4047-383C-4D17-A903-96566ABF3000}"/>
              </a:ext>
            </a:extLst>
          </p:cNvPr>
          <p:cNvSpPr>
            <a:spLocks noGrp="1"/>
          </p:cNvSpPr>
          <p:nvPr/>
        </p:nvSpPr>
        <p:spPr>
          <a:xfrm>
            <a:off x="855328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F1_main_prauc_2576">
            <a:extLst>
              <a:ext uri="{FF2B5EF4-FFF2-40B4-BE49-F238E27FC236}">
                <a16:creationId xmlns:a16="http://schemas.microsoft.com/office/drawing/2014/main" id="{DEBFEFF2-9E33-4AFE-AF95-586D243354B5}"/>
              </a:ext>
            </a:extLst>
          </p:cNvPr>
          <p:cNvSpPr>
            <a:spLocks noGrp="1"/>
          </p:cNvSpPr>
          <p:nvPr/>
        </p:nvSpPr>
        <p:spPr>
          <a:xfrm>
            <a:off x="8491003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F1_main_prauc_2577">
            <a:extLst>
              <a:ext uri="{FF2B5EF4-FFF2-40B4-BE49-F238E27FC236}">
                <a16:creationId xmlns:a16="http://schemas.microsoft.com/office/drawing/2014/main" id="{EB0A35EF-19E9-46CB-98BD-153D40169754}"/>
              </a:ext>
            </a:extLst>
          </p:cNvPr>
          <p:cNvSpPr>
            <a:spLocks noGrp="1"/>
          </p:cNvSpPr>
          <p:nvPr/>
        </p:nvSpPr>
        <p:spPr>
          <a:xfrm>
            <a:off x="8648935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F1_main_prauc_2578">
            <a:extLst>
              <a:ext uri="{FF2B5EF4-FFF2-40B4-BE49-F238E27FC236}">
                <a16:creationId xmlns:a16="http://schemas.microsoft.com/office/drawing/2014/main" id="{DBC03132-EE58-4F0E-A536-7EB852F55755}"/>
              </a:ext>
            </a:extLst>
          </p:cNvPr>
          <p:cNvSpPr>
            <a:spLocks noGrp="1"/>
          </p:cNvSpPr>
          <p:nvPr/>
        </p:nvSpPr>
        <p:spPr>
          <a:xfrm>
            <a:off x="8470437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F1_main_prauc_2579">
            <a:extLst>
              <a:ext uri="{FF2B5EF4-FFF2-40B4-BE49-F238E27FC236}">
                <a16:creationId xmlns:a16="http://schemas.microsoft.com/office/drawing/2014/main" id="{0F02FC2C-F878-4C85-81A2-B0BEDFC872B5}"/>
              </a:ext>
            </a:extLst>
          </p:cNvPr>
          <p:cNvSpPr>
            <a:spLocks noGrp="1"/>
          </p:cNvSpPr>
          <p:nvPr/>
        </p:nvSpPr>
        <p:spPr>
          <a:xfrm>
            <a:off x="86122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F1_main_prauc_2580">
            <a:extLst>
              <a:ext uri="{FF2B5EF4-FFF2-40B4-BE49-F238E27FC236}">
                <a16:creationId xmlns:a16="http://schemas.microsoft.com/office/drawing/2014/main" id="{4FBD027B-4419-4AD9-9E5A-AEC4C887B8A1}"/>
              </a:ext>
            </a:extLst>
          </p:cNvPr>
          <p:cNvSpPr>
            <a:spLocks noGrp="1"/>
          </p:cNvSpPr>
          <p:nvPr/>
        </p:nvSpPr>
        <p:spPr>
          <a:xfrm>
            <a:off x="84592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F1_main_prauc_2581">
            <a:extLst>
              <a:ext uri="{FF2B5EF4-FFF2-40B4-BE49-F238E27FC236}">
                <a16:creationId xmlns:a16="http://schemas.microsoft.com/office/drawing/2014/main" id="{B6D6CD84-4C3C-4D89-8AF6-AFD2E700E72D}"/>
              </a:ext>
            </a:extLst>
          </p:cNvPr>
          <p:cNvSpPr>
            <a:spLocks noGrp="1"/>
          </p:cNvSpPr>
          <p:nvPr/>
        </p:nvSpPr>
        <p:spPr>
          <a:xfrm>
            <a:off x="8543561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F1_main_prauc_2582">
            <a:extLst>
              <a:ext uri="{FF2B5EF4-FFF2-40B4-BE49-F238E27FC236}">
                <a16:creationId xmlns:a16="http://schemas.microsoft.com/office/drawing/2014/main" id="{CB178AD4-B680-43BF-9041-2B16FD04ABBA}"/>
              </a:ext>
            </a:extLst>
          </p:cNvPr>
          <p:cNvSpPr>
            <a:spLocks noGrp="1"/>
          </p:cNvSpPr>
          <p:nvPr/>
        </p:nvSpPr>
        <p:spPr>
          <a:xfrm>
            <a:off x="8670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F1_main_prauc_2583">
            <a:extLst>
              <a:ext uri="{FF2B5EF4-FFF2-40B4-BE49-F238E27FC236}">
                <a16:creationId xmlns:a16="http://schemas.microsoft.com/office/drawing/2014/main" id="{11FA7596-C249-4B37-98AD-DDBAA4601D10}"/>
              </a:ext>
            </a:extLst>
          </p:cNvPr>
          <p:cNvSpPr>
            <a:spLocks noGrp="1"/>
          </p:cNvSpPr>
          <p:nvPr/>
        </p:nvSpPr>
        <p:spPr>
          <a:xfrm>
            <a:off x="84828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F1_main_prauc_2584">
            <a:extLst>
              <a:ext uri="{FF2B5EF4-FFF2-40B4-BE49-F238E27FC236}">
                <a16:creationId xmlns:a16="http://schemas.microsoft.com/office/drawing/2014/main" id="{76867998-0D5D-4188-99DA-F8F465B8E7E7}"/>
              </a:ext>
            </a:extLst>
          </p:cNvPr>
          <p:cNvSpPr>
            <a:spLocks noGrp="1"/>
          </p:cNvSpPr>
          <p:nvPr/>
        </p:nvSpPr>
        <p:spPr>
          <a:xfrm>
            <a:off x="84274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F1_main_prauc_2585">
            <a:extLst>
              <a:ext uri="{FF2B5EF4-FFF2-40B4-BE49-F238E27FC236}">
                <a16:creationId xmlns:a16="http://schemas.microsoft.com/office/drawing/2014/main" id="{E4C04EFC-5796-49DA-B674-6D7DDF6827D9}"/>
              </a:ext>
            </a:extLst>
          </p:cNvPr>
          <p:cNvSpPr>
            <a:spLocks noGrp="1"/>
          </p:cNvSpPr>
          <p:nvPr/>
        </p:nvSpPr>
        <p:spPr>
          <a:xfrm>
            <a:off x="8497468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F1_main_prauc_2586">
            <a:extLst>
              <a:ext uri="{FF2B5EF4-FFF2-40B4-BE49-F238E27FC236}">
                <a16:creationId xmlns:a16="http://schemas.microsoft.com/office/drawing/2014/main" id="{A6FB7B26-ED55-4305-B2CE-561120533913}"/>
              </a:ext>
            </a:extLst>
          </p:cNvPr>
          <p:cNvSpPr>
            <a:spLocks noGrp="1"/>
          </p:cNvSpPr>
          <p:nvPr/>
        </p:nvSpPr>
        <p:spPr>
          <a:xfrm>
            <a:off x="86730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F1_main_prauc_2587">
            <a:extLst>
              <a:ext uri="{FF2B5EF4-FFF2-40B4-BE49-F238E27FC236}">
                <a16:creationId xmlns:a16="http://schemas.microsoft.com/office/drawing/2014/main" id="{98B44DCA-3F6D-4539-9A21-0D553A1930DC}"/>
              </a:ext>
            </a:extLst>
          </p:cNvPr>
          <p:cNvSpPr>
            <a:spLocks noGrp="1"/>
          </p:cNvSpPr>
          <p:nvPr/>
        </p:nvSpPr>
        <p:spPr>
          <a:xfrm>
            <a:off x="8452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F1_main_prauc_2588">
            <a:extLst>
              <a:ext uri="{FF2B5EF4-FFF2-40B4-BE49-F238E27FC236}">
                <a16:creationId xmlns:a16="http://schemas.microsoft.com/office/drawing/2014/main" id="{05F9E09A-995B-48CA-9E53-2E093860162E}"/>
              </a:ext>
            </a:extLst>
          </p:cNvPr>
          <p:cNvSpPr>
            <a:spLocks noGrp="1"/>
          </p:cNvSpPr>
          <p:nvPr/>
        </p:nvSpPr>
        <p:spPr>
          <a:xfrm>
            <a:off x="8586545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F1_main_prauc_2589">
            <a:extLst>
              <a:ext uri="{FF2B5EF4-FFF2-40B4-BE49-F238E27FC236}">
                <a16:creationId xmlns:a16="http://schemas.microsoft.com/office/drawing/2014/main" id="{32EEFF7B-AC1E-4F35-BFFD-CF5EACF458E1}"/>
              </a:ext>
            </a:extLst>
          </p:cNvPr>
          <p:cNvSpPr>
            <a:spLocks noGrp="1"/>
          </p:cNvSpPr>
          <p:nvPr/>
        </p:nvSpPr>
        <p:spPr>
          <a:xfrm>
            <a:off x="8570858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F1_main_prauc_2590">
            <a:extLst>
              <a:ext uri="{FF2B5EF4-FFF2-40B4-BE49-F238E27FC236}">
                <a16:creationId xmlns:a16="http://schemas.microsoft.com/office/drawing/2014/main" id="{DF4A6E94-7880-4BF5-9527-52F515D28A6A}"/>
              </a:ext>
            </a:extLst>
          </p:cNvPr>
          <p:cNvSpPr>
            <a:spLocks noGrp="1"/>
          </p:cNvSpPr>
          <p:nvPr/>
        </p:nvSpPr>
        <p:spPr>
          <a:xfrm>
            <a:off x="86040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F1_main_prauc_2591">
            <a:extLst>
              <a:ext uri="{FF2B5EF4-FFF2-40B4-BE49-F238E27FC236}">
                <a16:creationId xmlns:a16="http://schemas.microsoft.com/office/drawing/2014/main" id="{8A3DC7EC-E6A3-42FB-A39E-0C9C379710BF}"/>
              </a:ext>
            </a:extLst>
          </p:cNvPr>
          <p:cNvSpPr>
            <a:spLocks noGrp="1"/>
          </p:cNvSpPr>
          <p:nvPr/>
        </p:nvSpPr>
        <p:spPr>
          <a:xfrm>
            <a:off x="84862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F1_main_prauc_2592">
            <a:extLst>
              <a:ext uri="{FF2B5EF4-FFF2-40B4-BE49-F238E27FC236}">
                <a16:creationId xmlns:a16="http://schemas.microsoft.com/office/drawing/2014/main" id="{01E7FA14-1CAE-4B8F-82D6-639D7278C354}"/>
              </a:ext>
            </a:extLst>
          </p:cNvPr>
          <p:cNvSpPr>
            <a:spLocks noGrp="1"/>
          </p:cNvSpPr>
          <p:nvPr/>
        </p:nvSpPr>
        <p:spPr>
          <a:xfrm>
            <a:off x="85475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F1_main_prauc_2593">
            <a:extLst>
              <a:ext uri="{FF2B5EF4-FFF2-40B4-BE49-F238E27FC236}">
                <a16:creationId xmlns:a16="http://schemas.microsoft.com/office/drawing/2014/main" id="{915AC671-6C3B-4F36-B5AD-96EBC4A08C9A}"/>
              </a:ext>
            </a:extLst>
          </p:cNvPr>
          <p:cNvSpPr>
            <a:spLocks noGrp="1"/>
          </p:cNvSpPr>
          <p:nvPr/>
        </p:nvSpPr>
        <p:spPr>
          <a:xfrm>
            <a:off x="8614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F1_main_prauc_2594">
            <a:extLst>
              <a:ext uri="{FF2B5EF4-FFF2-40B4-BE49-F238E27FC236}">
                <a16:creationId xmlns:a16="http://schemas.microsoft.com/office/drawing/2014/main" id="{0370AEC7-CBB3-42DA-9199-B9095C9949FF}"/>
              </a:ext>
            </a:extLst>
          </p:cNvPr>
          <p:cNvSpPr>
            <a:spLocks noGrp="1"/>
          </p:cNvSpPr>
          <p:nvPr/>
        </p:nvSpPr>
        <p:spPr>
          <a:xfrm>
            <a:off x="8563388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F1_main_prauc_2595">
            <a:extLst>
              <a:ext uri="{FF2B5EF4-FFF2-40B4-BE49-F238E27FC236}">
                <a16:creationId xmlns:a16="http://schemas.microsoft.com/office/drawing/2014/main" id="{5FF3A89C-7D81-48C4-9B91-5069543D7EE1}"/>
              </a:ext>
            </a:extLst>
          </p:cNvPr>
          <p:cNvSpPr>
            <a:spLocks noGrp="1"/>
          </p:cNvSpPr>
          <p:nvPr/>
        </p:nvSpPr>
        <p:spPr>
          <a:xfrm>
            <a:off x="85521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F1_main_prauc_2596">
            <a:extLst>
              <a:ext uri="{FF2B5EF4-FFF2-40B4-BE49-F238E27FC236}">
                <a16:creationId xmlns:a16="http://schemas.microsoft.com/office/drawing/2014/main" id="{4A61638A-3129-4C40-990D-7CF325E4C948}"/>
              </a:ext>
            </a:extLst>
          </p:cNvPr>
          <p:cNvSpPr>
            <a:spLocks noGrp="1"/>
          </p:cNvSpPr>
          <p:nvPr/>
        </p:nvSpPr>
        <p:spPr>
          <a:xfrm>
            <a:off x="84387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F1_main_prauc_2597">
            <a:extLst>
              <a:ext uri="{FF2B5EF4-FFF2-40B4-BE49-F238E27FC236}">
                <a16:creationId xmlns:a16="http://schemas.microsoft.com/office/drawing/2014/main" id="{93EB88D1-1B99-473C-BD50-C1AB14D92110}"/>
              </a:ext>
            </a:extLst>
          </p:cNvPr>
          <p:cNvSpPr>
            <a:spLocks noGrp="1"/>
          </p:cNvSpPr>
          <p:nvPr/>
        </p:nvSpPr>
        <p:spPr>
          <a:xfrm>
            <a:off x="8463860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F1_main_prauc_2598">
            <a:extLst>
              <a:ext uri="{FF2B5EF4-FFF2-40B4-BE49-F238E27FC236}">
                <a16:creationId xmlns:a16="http://schemas.microsoft.com/office/drawing/2014/main" id="{AEC7813A-C783-46E3-8F69-1938F6DE5C92}"/>
              </a:ext>
            </a:extLst>
          </p:cNvPr>
          <p:cNvSpPr>
            <a:spLocks noGrp="1"/>
          </p:cNvSpPr>
          <p:nvPr/>
        </p:nvSpPr>
        <p:spPr>
          <a:xfrm>
            <a:off x="85807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F1_main_prauc_2599">
            <a:extLst>
              <a:ext uri="{FF2B5EF4-FFF2-40B4-BE49-F238E27FC236}">
                <a16:creationId xmlns:a16="http://schemas.microsoft.com/office/drawing/2014/main" id="{306DAA05-BD78-4990-AEA0-E7BB22ABE17D}"/>
              </a:ext>
            </a:extLst>
          </p:cNvPr>
          <p:cNvSpPr>
            <a:spLocks noGrp="1"/>
          </p:cNvSpPr>
          <p:nvPr/>
        </p:nvSpPr>
        <p:spPr>
          <a:xfrm>
            <a:off x="84457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F1_main_prauc_2600">
            <a:extLst>
              <a:ext uri="{FF2B5EF4-FFF2-40B4-BE49-F238E27FC236}">
                <a16:creationId xmlns:a16="http://schemas.microsoft.com/office/drawing/2014/main" id="{3577D70D-A73C-43FE-8B20-9A981CFC1568}"/>
              </a:ext>
            </a:extLst>
          </p:cNvPr>
          <p:cNvSpPr>
            <a:spLocks noGrp="1"/>
          </p:cNvSpPr>
          <p:nvPr/>
        </p:nvSpPr>
        <p:spPr>
          <a:xfrm>
            <a:off x="86351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F1_main_prauc_2601">
            <a:extLst>
              <a:ext uri="{FF2B5EF4-FFF2-40B4-BE49-F238E27FC236}">
                <a16:creationId xmlns:a16="http://schemas.microsoft.com/office/drawing/2014/main" id="{39071268-E452-4EE0-8890-564408DC22AC}"/>
              </a:ext>
            </a:extLst>
          </p:cNvPr>
          <p:cNvSpPr>
            <a:spLocks noGrp="1"/>
          </p:cNvSpPr>
          <p:nvPr/>
        </p:nvSpPr>
        <p:spPr>
          <a:xfrm>
            <a:off x="85402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F1_main_prauc_2602">
            <a:extLst>
              <a:ext uri="{FF2B5EF4-FFF2-40B4-BE49-F238E27FC236}">
                <a16:creationId xmlns:a16="http://schemas.microsoft.com/office/drawing/2014/main" id="{08DD898D-3E25-4A8D-A83C-42798ACEA524}"/>
              </a:ext>
            </a:extLst>
          </p:cNvPr>
          <p:cNvSpPr>
            <a:spLocks noGrp="1"/>
          </p:cNvSpPr>
          <p:nvPr/>
        </p:nvSpPr>
        <p:spPr>
          <a:xfrm>
            <a:off x="86637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F1_main_prauc_2603">
            <a:extLst>
              <a:ext uri="{FF2B5EF4-FFF2-40B4-BE49-F238E27FC236}">
                <a16:creationId xmlns:a16="http://schemas.microsoft.com/office/drawing/2014/main" id="{36C1E748-853D-4508-96D2-A74CC0C56321}"/>
              </a:ext>
            </a:extLst>
          </p:cNvPr>
          <p:cNvSpPr>
            <a:spLocks noGrp="1"/>
          </p:cNvSpPr>
          <p:nvPr/>
        </p:nvSpPr>
        <p:spPr>
          <a:xfrm>
            <a:off x="86716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F1_main_prauc_2604">
            <a:extLst>
              <a:ext uri="{FF2B5EF4-FFF2-40B4-BE49-F238E27FC236}">
                <a16:creationId xmlns:a16="http://schemas.microsoft.com/office/drawing/2014/main" id="{0BD39983-D791-4FE9-9D0B-0294CB2DCFFE}"/>
              </a:ext>
            </a:extLst>
          </p:cNvPr>
          <p:cNvSpPr>
            <a:spLocks noGrp="1"/>
          </p:cNvSpPr>
          <p:nvPr/>
        </p:nvSpPr>
        <p:spPr>
          <a:xfrm>
            <a:off x="84816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F1_main_prauc_2605">
            <a:extLst>
              <a:ext uri="{FF2B5EF4-FFF2-40B4-BE49-F238E27FC236}">
                <a16:creationId xmlns:a16="http://schemas.microsoft.com/office/drawing/2014/main" id="{84818012-950C-47CE-AFE1-0E4C91A39D63}"/>
              </a:ext>
            </a:extLst>
          </p:cNvPr>
          <p:cNvSpPr>
            <a:spLocks noGrp="1"/>
          </p:cNvSpPr>
          <p:nvPr/>
        </p:nvSpPr>
        <p:spPr>
          <a:xfrm>
            <a:off x="85083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F1_main_prauc_2606">
            <a:extLst>
              <a:ext uri="{FF2B5EF4-FFF2-40B4-BE49-F238E27FC236}">
                <a16:creationId xmlns:a16="http://schemas.microsoft.com/office/drawing/2014/main" id="{19F404C3-04D4-4787-AFD3-9F7869E2B81D}"/>
              </a:ext>
            </a:extLst>
          </p:cNvPr>
          <p:cNvSpPr>
            <a:spLocks noGrp="1"/>
          </p:cNvSpPr>
          <p:nvPr/>
        </p:nvSpPr>
        <p:spPr>
          <a:xfrm>
            <a:off x="8670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F1_main_prauc_2607">
            <a:extLst>
              <a:ext uri="{FF2B5EF4-FFF2-40B4-BE49-F238E27FC236}">
                <a16:creationId xmlns:a16="http://schemas.microsoft.com/office/drawing/2014/main" id="{F5751978-C21D-4E08-B856-1B92C40D1E70}"/>
              </a:ext>
            </a:extLst>
          </p:cNvPr>
          <p:cNvSpPr>
            <a:spLocks noGrp="1"/>
          </p:cNvSpPr>
          <p:nvPr/>
        </p:nvSpPr>
        <p:spPr>
          <a:xfrm>
            <a:off x="85599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F1_main_prauc_2608">
            <a:extLst>
              <a:ext uri="{FF2B5EF4-FFF2-40B4-BE49-F238E27FC236}">
                <a16:creationId xmlns:a16="http://schemas.microsoft.com/office/drawing/2014/main" id="{1475361B-0454-44D9-B78C-CB8B372D2CD1}"/>
              </a:ext>
            </a:extLst>
          </p:cNvPr>
          <p:cNvSpPr>
            <a:spLocks noGrp="1"/>
          </p:cNvSpPr>
          <p:nvPr/>
        </p:nvSpPr>
        <p:spPr>
          <a:xfrm>
            <a:off x="84619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F1_main_prauc_2609">
            <a:extLst>
              <a:ext uri="{FF2B5EF4-FFF2-40B4-BE49-F238E27FC236}">
                <a16:creationId xmlns:a16="http://schemas.microsoft.com/office/drawing/2014/main" id="{C9EDEBA7-F29F-4A4B-9ED0-88F9ADBE60D0}"/>
              </a:ext>
            </a:extLst>
          </p:cNvPr>
          <p:cNvSpPr>
            <a:spLocks noGrp="1"/>
          </p:cNvSpPr>
          <p:nvPr/>
        </p:nvSpPr>
        <p:spPr>
          <a:xfrm>
            <a:off x="8485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F1_main_prauc_2610">
            <a:extLst>
              <a:ext uri="{FF2B5EF4-FFF2-40B4-BE49-F238E27FC236}">
                <a16:creationId xmlns:a16="http://schemas.microsoft.com/office/drawing/2014/main" id="{23CDE72D-51A0-4D39-9794-001ED2E13297}"/>
              </a:ext>
            </a:extLst>
          </p:cNvPr>
          <p:cNvSpPr>
            <a:spLocks noGrp="1"/>
          </p:cNvSpPr>
          <p:nvPr/>
        </p:nvSpPr>
        <p:spPr>
          <a:xfrm>
            <a:off x="8574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F1_main_prauc_2611">
            <a:extLst>
              <a:ext uri="{FF2B5EF4-FFF2-40B4-BE49-F238E27FC236}">
                <a16:creationId xmlns:a16="http://schemas.microsoft.com/office/drawing/2014/main" id="{53DCC8E7-99FE-4959-AC1B-1C397B50E87C}"/>
              </a:ext>
            </a:extLst>
          </p:cNvPr>
          <p:cNvSpPr>
            <a:spLocks noGrp="1"/>
          </p:cNvSpPr>
          <p:nvPr/>
        </p:nvSpPr>
        <p:spPr>
          <a:xfrm>
            <a:off x="86608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F1_main_prauc_2612">
            <a:extLst>
              <a:ext uri="{FF2B5EF4-FFF2-40B4-BE49-F238E27FC236}">
                <a16:creationId xmlns:a16="http://schemas.microsoft.com/office/drawing/2014/main" id="{0A2D0485-BE5F-4024-A939-FA2FDEBC3535}"/>
              </a:ext>
            </a:extLst>
          </p:cNvPr>
          <p:cNvSpPr>
            <a:spLocks noGrp="1"/>
          </p:cNvSpPr>
          <p:nvPr/>
        </p:nvSpPr>
        <p:spPr>
          <a:xfrm>
            <a:off x="8667778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F1_main_prauc_2613">
            <a:extLst>
              <a:ext uri="{FF2B5EF4-FFF2-40B4-BE49-F238E27FC236}">
                <a16:creationId xmlns:a16="http://schemas.microsoft.com/office/drawing/2014/main" id="{FE2DF005-57DB-460C-A07D-14775586526E}"/>
              </a:ext>
            </a:extLst>
          </p:cNvPr>
          <p:cNvSpPr>
            <a:spLocks noGrp="1"/>
          </p:cNvSpPr>
          <p:nvPr/>
        </p:nvSpPr>
        <p:spPr>
          <a:xfrm>
            <a:off x="85750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F1_main_prauc_2614">
            <a:extLst>
              <a:ext uri="{FF2B5EF4-FFF2-40B4-BE49-F238E27FC236}">
                <a16:creationId xmlns:a16="http://schemas.microsoft.com/office/drawing/2014/main" id="{7E94173F-05D1-4D14-BF37-A520D731BD27}"/>
              </a:ext>
            </a:extLst>
          </p:cNvPr>
          <p:cNvSpPr>
            <a:spLocks noGrp="1"/>
          </p:cNvSpPr>
          <p:nvPr/>
        </p:nvSpPr>
        <p:spPr>
          <a:xfrm>
            <a:off x="86238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F1_main_prauc_2615">
            <a:extLst>
              <a:ext uri="{FF2B5EF4-FFF2-40B4-BE49-F238E27FC236}">
                <a16:creationId xmlns:a16="http://schemas.microsoft.com/office/drawing/2014/main" id="{0857A680-C16C-461A-8409-58702CA83E7D}"/>
              </a:ext>
            </a:extLst>
          </p:cNvPr>
          <p:cNvSpPr>
            <a:spLocks noGrp="1"/>
          </p:cNvSpPr>
          <p:nvPr/>
        </p:nvSpPr>
        <p:spPr>
          <a:xfrm>
            <a:off x="85404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F1_main_prauc_2616">
            <a:extLst>
              <a:ext uri="{FF2B5EF4-FFF2-40B4-BE49-F238E27FC236}">
                <a16:creationId xmlns:a16="http://schemas.microsoft.com/office/drawing/2014/main" id="{76AC4F79-0A31-448F-936D-7C2A3A6F1189}"/>
              </a:ext>
            </a:extLst>
          </p:cNvPr>
          <p:cNvSpPr>
            <a:spLocks noGrp="1"/>
          </p:cNvSpPr>
          <p:nvPr/>
        </p:nvSpPr>
        <p:spPr>
          <a:xfrm>
            <a:off x="86456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F1_main_prauc_2617">
            <a:extLst>
              <a:ext uri="{FF2B5EF4-FFF2-40B4-BE49-F238E27FC236}">
                <a16:creationId xmlns:a16="http://schemas.microsoft.com/office/drawing/2014/main" id="{FA5C7AD8-E90E-40BC-AE34-67F0EBC934A6}"/>
              </a:ext>
            </a:extLst>
          </p:cNvPr>
          <p:cNvSpPr>
            <a:spLocks noGrp="1"/>
          </p:cNvSpPr>
          <p:nvPr/>
        </p:nvSpPr>
        <p:spPr>
          <a:xfrm>
            <a:off x="8560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F1_main_prauc_2618">
            <a:extLst>
              <a:ext uri="{FF2B5EF4-FFF2-40B4-BE49-F238E27FC236}">
                <a16:creationId xmlns:a16="http://schemas.microsoft.com/office/drawing/2014/main" id="{37FD1295-1DC8-4E5C-8B94-41595C078A27}"/>
              </a:ext>
            </a:extLst>
          </p:cNvPr>
          <p:cNvSpPr>
            <a:spLocks noGrp="1"/>
          </p:cNvSpPr>
          <p:nvPr/>
        </p:nvSpPr>
        <p:spPr>
          <a:xfrm>
            <a:off x="8483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F1_main_prauc_2619">
            <a:extLst>
              <a:ext uri="{FF2B5EF4-FFF2-40B4-BE49-F238E27FC236}">
                <a16:creationId xmlns:a16="http://schemas.microsoft.com/office/drawing/2014/main" id="{934C9C79-9B58-4BEE-A77D-894E76E9C955}"/>
              </a:ext>
            </a:extLst>
          </p:cNvPr>
          <p:cNvSpPr>
            <a:spLocks noGrp="1"/>
          </p:cNvSpPr>
          <p:nvPr/>
        </p:nvSpPr>
        <p:spPr>
          <a:xfrm>
            <a:off x="8474465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F1_main_prauc_2620">
            <a:extLst>
              <a:ext uri="{FF2B5EF4-FFF2-40B4-BE49-F238E27FC236}">
                <a16:creationId xmlns:a16="http://schemas.microsoft.com/office/drawing/2014/main" id="{6A6040D8-7286-463C-9165-4230D9FAB8D5}"/>
              </a:ext>
            </a:extLst>
          </p:cNvPr>
          <p:cNvSpPr>
            <a:spLocks noGrp="1"/>
          </p:cNvSpPr>
          <p:nvPr/>
        </p:nvSpPr>
        <p:spPr>
          <a:xfrm>
            <a:off x="85650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F1_main_prauc_2621">
            <a:extLst>
              <a:ext uri="{FF2B5EF4-FFF2-40B4-BE49-F238E27FC236}">
                <a16:creationId xmlns:a16="http://schemas.microsoft.com/office/drawing/2014/main" id="{AFEE6C61-8BAB-4386-9C7A-6D17DBA08EA5}"/>
              </a:ext>
            </a:extLst>
          </p:cNvPr>
          <p:cNvSpPr>
            <a:spLocks noGrp="1"/>
          </p:cNvSpPr>
          <p:nvPr/>
        </p:nvSpPr>
        <p:spPr>
          <a:xfrm>
            <a:off x="8597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F1_main_prauc_2622">
            <a:extLst>
              <a:ext uri="{FF2B5EF4-FFF2-40B4-BE49-F238E27FC236}">
                <a16:creationId xmlns:a16="http://schemas.microsoft.com/office/drawing/2014/main" id="{5B3E91CF-380E-40DF-9621-ECB0264A12BA}"/>
              </a:ext>
            </a:extLst>
          </p:cNvPr>
          <p:cNvSpPr>
            <a:spLocks noGrp="1"/>
          </p:cNvSpPr>
          <p:nvPr/>
        </p:nvSpPr>
        <p:spPr>
          <a:xfrm>
            <a:off x="86781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F1_main_prauc_2623">
            <a:extLst>
              <a:ext uri="{FF2B5EF4-FFF2-40B4-BE49-F238E27FC236}">
                <a16:creationId xmlns:a16="http://schemas.microsoft.com/office/drawing/2014/main" id="{E01CB54F-B9A6-47E2-99FB-B3227DA092BE}"/>
              </a:ext>
            </a:extLst>
          </p:cNvPr>
          <p:cNvSpPr>
            <a:spLocks noGrp="1"/>
          </p:cNvSpPr>
          <p:nvPr/>
        </p:nvSpPr>
        <p:spPr>
          <a:xfrm>
            <a:off x="85378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F1_main_prauc_2624">
            <a:extLst>
              <a:ext uri="{FF2B5EF4-FFF2-40B4-BE49-F238E27FC236}">
                <a16:creationId xmlns:a16="http://schemas.microsoft.com/office/drawing/2014/main" id="{F92035D5-3B36-40BD-A96E-6633B752518F}"/>
              </a:ext>
            </a:extLst>
          </p:cNvPr>
          <p:cNvSpPr>
            <a:spLocks noGrp="1"/>
          </p:cNvSpPr>
          <p:nvPr/>
        </p:nvSpPr>
        <p:spPr>
          <a:xfrm>
            <a:off x="8434841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F1_main_prauc_2625">
            <a:extLst>
              <a:ext uri="{FF2B5EF4-FFF2-40B4-BE49-F238E27FC236}">
                <a16:creationId xmlns:a16="http://schemas.microsoft.com/office/drawing/2014/main" id="{2E4F2608-75D1-4CFE-A82B-1817CDEEAF6B}"/>
              </a:ext>
            </a:extLst>
          </p:cNvPr>
          <p:cNvSpPr>
            <a:spLocks noGrp="1"/>
          </p:cNvSpPr>
          <p:nvPr/>
        </p:nvSpPr>
        <p:spPr>
          <a:xfrm>
            <a:off x="8502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F1_main_prauc_2626">
            <a:extLst>
              <a:ext uri="{FF2B5EF4-FFF2-40B4-BE49-F238E27FC236}">
                <a16:creationId xmlns:a16="http://schemas.microsoft.com/office/drawing/2014/main" id="{B686F3F2-8185-4D0E-9582-BE5A54D4A10A}"/>
              </a:ext>
            </a:extLst>
          </p:cNvPr>
          <p:cNvSpPr>
            <a:spLocks noGrp="1"/>
          </p:cNvSpPr>
          <p:nvPr/>
        </p:nvSpPr>
        <p:spPr>
          <a:xfrm>
            <a:off x="8671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F1_main_prauc_2627">
            <a:extLst>
              <a:ext uri="{FF2B5EF4-FFF2-40B4-BE49-F238E27FC236}">
                <a16:creationId xmlns:a16="http://schemas.microsoft.com/office/drawing/2014/main" id="{C8E1F216-52EE-4111-BEE3-E5C6AFDA929A}"/>
              </a:ext>
            </a:extLst>
          </p:cNvPr>
          <p:cNvSpPr>
            <a:spLocks noGrp="1"/>
          </p:cNvSpPr>
          <p:nvPr/>
        </p:nvSpPr>
        <p:spPr>
          <a:xfrm>
            <a:off x="85549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F1_main_prauc_2628">
            <a:extLst>
              <a:ext uri="{FF2B5EF4-FFF2-40B4-BE49-F238E27FC236}">
                <a16:creationId xmlns:a16="http://schemas.microsoft.com/office/drawing/2014/main" id="{319713A5-AC05-4338-A067-AED39486A874}"/>
              </a:ext>
            </a:extLst>
          </p:cNvPr>
          <p:cNvSpPr>
            <a:spLocks noGrp="1"/>
          </p:cNvSpPr>
          <p:nvPr/>
        </p:nvSpPr>
        <p:spPr>
          <a:xfrm>
            <a:off x="85232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F1_main_prauc_2629">
            <a:extLst>
              <a:ext uri="{FF2B5EF4-FFF2-40B4-BE49-F238E27FC236}">
                <a16:creationId xmlns:a16="http://schemas.microsoft.com/office/drawing/2014/main" id="{D02C19CC-D268-4334-A89A-8F8541C8C22F}"/>
              </a:ext>
            </a:extLst>
          </p:cNvPr>
          <p:cNvSpPr>
            <a:spLocks noGrp="1"/>
          </p:cNvSpPr>
          <p:nvPr/>
        </p:nvSpPr>
        <p:spPr>
          <a:xfrm>
            <a:off x="8583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F1_main_prauc_2630">
            <a:extLst>
              <a:ext uri="{FF2B5EF4-FFF2-40B4-BE49-F238E27FC236}">
                <a16:creationId xmlns:a16="http://schemas.microsoft.com/office/drawing/2014/main" id="{755F6B29-6FF7-46CB-BD8A-5DBDA011E116}"/>
              </a:ext>
            </a:extLst>
          </p:cNvPr>
          <p:cNvSpPr>
            <a:spLocks noGrp="1"/>
          </p:cNvSpPr>
          <p:nvPr/>
        </p:nvSpPr>
        <p:spPr>
          <a:xfrm>
            <a:off x="862289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F1_main_prauc_2631">
            <a:extLst>
              <a:ext uri="{FF2B5EF4-FFF2-40B4-BE49-F238E27FC236}">
                <a16:creationId xmlns:a16="http://schemas.microsoft.com/office/drawing/2014/main" id="{CAC1AE75-BF2B-430A-B39B-1D7749E3C00C}"/>
              </a:ext>
            </a:extLst>
          </p:cNvPr>
          <p:cNvSpPr>
            <a:spLocks noGrp="1"/>
          </p:cNvSpPr>
          <p:nvPr/>
        </p:nvSpPr>
        <p:spPr>
          <a:xfrm>
            <a:off x="85058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F1_main_prauc_2632">
            <a:extLst>
              <a:ext uri="{FF2B5EF4-FFF2-40B4-BE49-F238E27FC236}">
                <a16:creationId xmlns:a16="http://schemas.microsoft.com/office/drawing/2014/main" id="{7CF1EC00-C321-4D7A-9981-1599478B06C3}"/>
              </a:ext>
            </a:extLst>
          </p:cNvPr>
          <p:cNvSpPr>
            <a:spLocks noGrp="1"/>
          </p:cNvSpPr>
          <p:nvPr/>
        </p:nvSpPr>
        <p:spPr>
          <a:xfrm>
            <a:off x="84355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F1_main_prauc_2633">
            <a:extLst>
              <a:ext uri="{FF2B5EF4-FFF2-40B4-BE49-F238E27FC236}">
                <a16:creationId xmlns:a16="http://schemas.microsoft.com/office/drawing/2014/main" id="{B744EFC5-6EE9-4DBD-BC9B-FEE313D02F45}"/>
              </a:ext>
            </a:extLst>
          </p:cNvPr>
          <p:cNvSpPr>
            <a:spLocks noGrp="1"/>
          </p:cNvSpPr>
          <p:nvPr/>
        </p:nvSpPr>
        <p:spPr>
          <a:xfrm>
            <a:off x="86314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F1_main_prauc_2634">
            <a:extLst>
              <a:ext uri="{FF2B5EF4-FFF2-40B4-BE49-F238E27FC236}">
                <a16:creationId xmlns:a16="http://schemas.microsoft.com/office/drawing/2014/main" id="{F313C65D-EE55-4C68-B795-7F0691758D3E}"/>
              </a:ext>
            </a:extLst>
          </p:cNvPr>
          <p:cNvSpPr>
            <a:spLocks noGrp="1"/>
          </p:cNvSpPr>
          <p:nvPr/>
        </p:nvSpPr>
        <p:spPr>
          <a:xfrm>
            <a:off x="8471242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F1_main_prauc_2635">
            <a:extLst>
              <a:ext uri="{FF2B5EF4-FFF2-40B4-BE49-F238E27FC236}">
                <a16:creationId xmlns:a16="http://schemas.microsoft.com/office/drawing/2014/main" id="{473D3E19-360A-4C0A-8612-CD6965BFF1D9}"/>
              </a:ext>
            </a:extLst>
          </p:cNvPr>
          <p:cNvSpPr>
            <a:spLocks noGrp="1"/>
          </p:cNvSpPr>
          <p:nvPr/>
        </p:nvSpPr>
        <p:spPr>
          <a:xfrm>
            <a:off x="84729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F1_main_prauc_2636">
            <a:extLst>
              <a:ext uri="{FF2B5EF4-FFF2-40B4-BE49-F238E27FC236}">
                <a16:creationId xmlns:a16="http://schemas.microsoft.com/office/drawing/2014/main" id="{9EA57940-B173-442A-BE90-F9DE44DDC268}"/>
              </a:ext>
            </a:extLst>
          </p:cNvPr>
          <p:cNvSpPr>
            <a:spLocks noGrp="1"/>
          </p:cNvSpPr>
          <p:nvPr/>
        </p:nvSpPr>
        <p:spPr>
          <a:xfrm>
            <a:off x="843790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F1_main_prauc_2637">
            <a:extLst>
              <a:ext uri="{FF2B5EF4-FFF2-40B4-BE49-F238E27FC236}">
                <a16:creationId xmlns:a16="http://schemas.microsoft.com/office/drawing/2014/main" id="{F5B87A55-DFFA-4576-832D-29AC0EEEC53F}"/>
              </a:ext>
            </a:extLst>
          </p:cNvPr>
          <p:cNvSpPr>
            <a:spLocks noGrp="1"/>
          </p:cNvSpPr>
          <p:nvPr/>
        </p:nvSpPr>
        <p:spPr>
          <a:xfrm>
            <a:off x="8469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F1_main_prauc_2638">
            <a:extLst>
              <a:ext uri="{FF2B5EF4-FFF2-40B4-BE49-F238E27FC236}">
                <a16:creationId xmlns:a16="http://schemas.microsoft.com/office/drawing/2014/main" id="{81E69929-7978-40CB-8AD4-42ACB18B28F4}"/>
              </a:ext>
            </a:extLst>
          </p:cNvPr>
          <p:cNvSpPr>
            <a:spLocks noGrp="1"/>
          </p:cNvSpPr>
          <p:nvPr/>
        </p:nvSpPr>
        <p:spPr>
          <a:xfrm>
            <a:off x="85436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F1_main_prauc_2639">
            <a:extLst>
              <a:ext uri="{FF2B5EF4-FFF2-40B4-BE49-F238E27FC236}">
                <a16:creationId xmlns:a16="http://schemas.microsoft.com/office/drawing/2014/main" id="{096D4038-1022-4838-B5E7-B86102E0AC64}"/>
              </a:ext>
            </a:extLst>
          </p:cNvPr>
          <p:cNvSpPr>
            <a:spLocks noGrp="1"/>
          </p:cNvSpPr>
          <p:nvPr/>
        </p:nvSpPr>
        <p:spPr>
          <a:xfrm>
            <a:off x="8640540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F1_main_prauc_2640">
            <a:extLst>
              <a:ext uri="{FF2B5EF4-FFF2-40B4-BE49-F238E27FC236}">
                <a16:creationId xmlns:a16="http://schemas.microsoft.com/office/drawing/2014/main" id="{EE3965B5-26C8-4AE6-888C-F36B461159C2}"/>
              </a:ext>
            </a:extLst>
          </p:cNvPr>
          <p:cNvSpPr>
            <a:spLocks noGrp="1"/>
          </p:cNvSpPr>
          <p:nvPr/>
        </p:nvSpPr>
        <p:spPr>
          <a:xfrm>
            <a:off x="86778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F1_main_prauc_2641">
            <a:extLst>
              <a:ext uri="{FF2B5EF4-FFF2-40B4-BE49-F238E27FC236}">
                <a16:creationId xmlns:a16="http://schemas.microsoft.com/office/drawing/2014/main" id="{3AFE7F3F-70DA-46BE-B973-B74E79621E97}"/>
              </a:ext>
            </a:extLst>
          </p:cNvPr>
          <p:cNvSpPr>
            <a:spLocks noGrp="1"/>
          </p:cNvSpPr>
          <p:nvPr/>
        </p:nvSpPr>
        <p:spPr>
          <a:xfrm>
            <a:off x="8438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F1_main_prauc_2642">
            <a:extLst>
              <a:ext uri="{FF2B5EF4-FFF2-40B4-BE49-F238E27FC236}">
                <a16:creationId xmlns:a16="http://schemas.microsoft.com/office/drawing/2014/main" id="{A510FD7B-79B2-46C1-8412-954801ADFE9B}"/>
              </a:ext>
            </a:extLst>
          </p:cNvPr>
          <p:cNvSpPr>
            <a:spLocks noGrp="1"/>
          </p:cNvSpPr>
          <p:nvPr/>
        </p:nvSpPr>
        <p:spPr>
          <a:xfrm>
            <a:off x="8496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F1_main_prauc_2643">
            <a:extLst>
              <a:ext uri="{FF2B5EF4-FFF2-40B4-BE49-F238E27FC236}">
                <a16:creationId xmlns:a16="http://schemas.microsoft.com/office/drawing/2014/main" id="{C9A083BB-A100-49B9-8FC9-FA0F2B3B6EB5}"/>
              </a:ext>
            </a:extLst>
          </p:cNvPr>
          <p:cNvSpPr>
            <a:spLocks noGrp="1"/>
          </p:cNvSpPr>
          <p:nvPr/>
        </p:nvSpPr>
        <p:spPr>
          <a:xfrm>
            <a:off x="844198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F1_main_prauc_2644">
            <a:extLst>
              <a:ext uri="{FF2B5EF4-FFF2-40B4-BE49-F238E27FC236}">
                <a16:creationId xmlns:a16="http://schemas.microsoft.com/office/drawing/2014/main" id="{17C2A3B5-BC0A-4E41-910B-CB3D1A3370A8}"/>
              </a:ext>
            </a:extLst>
          </p:cNvPr>
          <p:cNvSpPr>
            <a:spLocks noGrp="1"/>
          </p:cNvSpPr>
          <p:nvPr/>
        </p:nvSpPr>
        <p:spPr>
          <a:xfrm>
            <a:off x="85710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F1_main_prauc_2645">
            <a:extLst>
              <a:ext uri="{FF2B5EF4-FFF2-40B4-BE49-F238E27FC236}">
                <a16:creationId xmlns:a16="http://schemas.microsoft.com/office/drawing/2014/main" id="{C6A8B1D1-7A7B-4A9A-AC0A-76372361E0ED}"/>
              </a:ext>
            </a:extLst>
          </p:cNvPr>
          <p:cNvSpPr>
            <a:spLocks noGrp="1"/>
          </p:cNvSpPr>
          <p:nvPr/>
        </p:nvSpPr>
        <p:spPr>
          <a:xfrm>
            <a:off x="852199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F1_main_prauc_2646">
            <a:extLst>
              <a:ext uri="{FF2B5EF4-FFF2-40B4-BE49-F238E27FC236}">
                <a16:creationId xmlns:a16="http://schemas.microsoft.com/office/drawing/2014/main" id="{081ADC55-CD5E-452D-9B57-904393B6B020}"/>
              </a:ext>
            </a:extLst>
          </p:cNvPr>
          <p:cNvSpPr>
            <a:spLocks noGrp="1"/>
          </p:cNvSpPr>
          <p:nvPr/>
        </p:nvSpPr>
        <p:spPr>
          <a:xfrm>
            <a:off x="855647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F1_main_prauc_2647">
            <a:extLst>
              <a:ext uri="{FF2B5EF4-FFF2-40B4-BE49-F238E27FC236}">
                <a16:creationId xmlns:a16="http://schemas.microsoft.com/office/drawing/2014/main" id="{BF5DC167-431A-4F2F-A218-774F4F1E657B}"/>
              </a:ext>
            </a:extLst>
          </p:cNvPr>
          <p:cNvSpPr>
            <a:spLocks noGrp="1"/>
          </p:cNvSpPr>
          <p:nvPr/>
        </p:nvSpPr>
        <p:spPr>
          <a:xfrm>
            <a:off x="85489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F1_main_prauc_2648">
            <a:extLst>
              <a:ext uri="{FF2B5EF4-FFF2-40B4-BE49-F238E27FC236}">
                <a16:creationId xmlns:a16="http://schemas.microsoft.com/office/drawing/2014/main" id="{17A88C6F-13AE-4194-BD96-8E7706E298BA}"/>
              </a:ext>
            </a:extLst>
          </p:cNvPr>
          <p:cNvSpPr>
            <a:spLocks noGrp="1"/>
          </p:cNvSpPr>
          <p:nvPr/>
        </p:nvSpPr>
        <p:spPr>
          <a:xfrm>
            <a:off x="85750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F1_main_prauc_2649">
            <a:extLst>
              <a:ext uri="{FF2B5EF4-FFF2-40B4-BE49-F238E27FC236}">
                <a16:creationId xmlns:a16="http://schemas.microsoft.com/office/drawing/2014/main" id="{30F6C594-ACF3-45C6-A104-CB71EAE5BCA4}"/>
              </a:ext>
            </a:extLst>
          </p:cNvPr>
          <p:cNvSpPr>
            <a:spLocks noGrp="1"/>
          </p:cNvSpPr>
          <p:nvPr/>
        </p:nvSpPr>
        <p:spPr>
          <a:xfrm>
            <a:off x="8553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F1_main_prauc_2650">
            <a:extLst>
              <a:ext uri="{FF2B5EF4-FFF2-40B4-BE49-F238E27FC236}">
                <a16:creationId xmlns:a16="http://schemas.microsoft.com/office/drawing/2014/main" id="{2BEC557F-3E97-48D8-834E-2B2CF0A0AA3E}"/>
              </a:ext>
            </a:extLst>
          </p:cNvPr>
          <p:cNvSpPr>
            <a:spLocks noGrp="1"/>
          </p:cNvSpPr>
          <p:nvPr/>
        </p:nvSpPr>
        <p:spPr>
          <a:xfrm>
            <a:off x="84805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F1_main_prauc_2651">
            <a:extLst>
              <a:ext uri="{FF2B5EF4-FFF2-40B4-BE49-F238E27FC236}">
                <a16:creationId xmlns:a16="http://schemas.microsoft.com/office/drawing/2014/main" id="{177EF135-ED7D-47C6-91D5-ACF5F9CC4B19}"/>
              </a:ext>
            </a:extLst>
          </p:cNvPr>
          <p:cNvSpPr>
            <a:spLocks noGrp="1"/>
          </p:cNvSpPr>
          <p:nvPr/>
        </p:nvSpPr>
        <p:spPr>
          <a:xfrm>
            <a:off x="8594341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F1_main_prauc_2652">
            <a:extLst>
              <a:ext uri="{FF2B5EF4-FFF2-40B4-BE49-F238E27FC236}">
                <a16:creationId xmlns:a16="http://schemas.microsoft.com/office/drawing/2014/main" id="{692E05BD-1227-4FD4-A95D-837622583D81}"/>
              </a:ext>
            </a:extLst>
          </p:cNvPr>
          <p:cNvSpPr>
            <a:spLocks noGrp="1"/>
          </p:cNvSpPr>
          <p:nvPr/>
        </p:nvSpPr>
        <p:spPr>
          <a:xfrm>
            <a:off x="8616789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F1_main_prauc_2653">
            <a:extLst>
              <a:ext uri="{FF2B5EF4-FFF2-40B4-BE49-F238E27FC236}">
                <a16:creationId xmlns:a16="http://schemas.microsoft.com/office/drawing/2014/main" id="{A1D37794-2A5C-4518-BCD5-ADC0BA175F95}"/>
              </a:ext>
            </a:extLst>
          </p:cNvPr>
          <p:cNvSpPr>
            <a:spLocks noGrp="1"/>
          </p:cNvSpPr>
          <p:nvPr/>
        </p:nvSpPr>
        <p:spPr>
          <a:xfrm>
            <a:off x="85126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F1_main_prauc_2654">
            <a:extLst>
              <a:ext uri="{FF2B5EF4-FFF2-40B4-BE49-F238E27FC236}">
                <a16:creationId xmlns:a16="http://schemas.microsoft.com/office/drawing/2014/main" id="{8A9F2F6A-8D07-489F-8963-0EB3FEB277D6}"/>
              </a:ext>
            </a:extLst>
          </p:cNvPr>
          <p:cNvSpPr>
            <a:spLocks noGrp="1"/>
          </p:cNvSpPr>
          <p:nvPr/>
        </p:nvSpPr>
        <p:spPr>
          <a:xfrm>
            <a:off x="84405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F1_main_prauc_2655">
            <a:extLst>
              <a:ext uri="{FF2B5EF4-FFF2-40B4-BE49-F238E27FC236}">
                <a16:creationId xmlns:a16="http://schemas.microsoft.com/office/drawing/2014/main" id="{753DAAE4-330A-4BC6-97C8-42879314AE17}"/>
              </a:ext>
            </a:extLst>
          </p:cNvPr>
          <p:cNvSpPr>
            <a:spLocks noGrp="1"/>
          </p:cNvSpPr>
          <p:nvPr/>
        </p:nvSpPr>
        <p:spPr>
          <a:xfrm>
            <a:off x="8489029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F1_main_prauc_2656">
            <a:extLst>
              <a:ext uri="{FF2B5EF4-FFF2-40B4-BE49-F238E27FC236}">
                <a16:creationId xmlns:a16="http://schemas.microsoft.com/office/drawing/2014/main" id="{B1DCD699-FB25-4177-873E-F5C9D6A5B3C0}"/>
              </a:ext>
            </a:extLst>
          </p:cNvPr>
          <p:cNvSpPr>
            <a:spLocks noGrp="1"/>
          </p:cNvSpPr>
          <p:nvPr/>
        </p:nvSpPr>
        <p:spPr>
          <a:xfrm>
            <a:off x="86726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F1_main_prauc_2657">
            <a:extLst>
              <a:ext uri="{FF2B5EF4-FFF2-40B4-BE49-F238E27FC236}">
                <a16:creationId xmlns:a16="http://schemas.microsoft.com/office/drawing/2014/main" id="{96BC1B7F-19A9-4995-BDD2-C13F704239E9}"/>
              </a:ext>
            </a:extLst>
          </p:cNvPr>
          <p:cNvSpPr>
            <a:spLocks noGrp="1"/>
          </p:cNvSpPr>
          <p:nvPr/>
        </p:nvSpPr>
        <p:spPr>
          <a:xfrm>
            <a:off x="86660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F1_main_prauc_2658">
            <a:extLst>
              <a:ext uri="{FF2B5EF4-FFF2-40B4-BE49-F238E27FC236}">
                <a16:creationId xmlns:a16="http://schemas.microsoft.com/office/drawing/2014/main" id="{1593C830-44DF-4A2D-9212-AC7753BED9F1}"/>
              </a:ext>
            </a:extLst>
          </p:cNvPr>
          <p:cNvSpPr>
            <a:spLocks noGrp="1"/>
          </p:cNvSpPr>
          <p:nvPr/>
        </p:nvSpPr>
        <p:spPr>
          <a:xfrm>
            <a:off x="8433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F1_main_prauc_2659">
            <a:extLst>
              <a:ext uri="{FF2B5EF4-FFF2-40B4-BE49-F238E27FC236}">
                <a16:creationId xmlns:a16="http://schemas.microsoft.com/office/drawing/2014/main" id="{F888BA92-0456-4A03-A2AE-0362C10B44D8}"/>
              </a:ext>
            </a:extLst>
          </p:cNvPr>
          <p:cNvSpPr>
            <a:spLocks noGrp="1"/>
          </p:cNvSpPr>
          <p:nvPr/>
        </p:nvSpPr>
        <p:spPr>
          <a:xfrm>
            <a:off x="86044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F1_main_prauc_2660">
            <a:extLst>
              <a:ext uri="{FF2B5EF4-FFF2-40B4-BE49-F238E27FC236}">
                <a16:creationId xmlns:a16="http://schemas.microsoft.com/office/drawing/2014/main" id="{0AE6715E-71CF-4F46-BAD1-80475EE4AE8A}"/>
              </a:ext>
            </a:extLst>
          </p:cNvPr>
          <p:cNvSpPr>
            <a:spLocks noGrp="1"/>
          </p:cNvSpPr>
          <p:nvPr/>
        </p:nvSpPr>
        <p:spPr>
          <a:xfrm>
            <a:off x="84259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F1_main_prauc_2661">
            <a:extLst>
              <a:ext uri="{FF2B5EF4-FFF2-40B4-BE49-F238E27FC236}">
                <a16:creationId xmlns:a16="http://schemas.microsoft.com/office/drawing/2014/main" id="{B3DCDE71-80E4-492B-A708-FF0EF3653EAD}"/>
              </a:ext>
            </a:extLst>
          </p:cNvPr>
          <p:cNvSpPr>
            <a:spLocks noGrp="1"/>
          </p:cNvSpPr>
          <p:nvPr/>
        </p:nvSpPr>
        <p:spPr>
          <a:xfrm>
            <a:off x="8493896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F1_main_prauc_2662">
            <a:extLst>
              <a:ext uri="{FF2B5EF4-FFF2-40B4-BE49-F238E27FC236}">
                <a16:creationId xmlns:a16="http://schemas.microsoft.com/office/drawing/2014/main" id="{5F83EE41-75FA-478B-810F-CB31DFF09B10}"/>
              </a:ext>
            </a:extLst>
          </p:cNvPr>
          <p:cNvSpPr>
            <a:spLocks noGrp="1"/>
          </p:cNvSpPr>
          <p:nvPr/>
        </p:nvSpPr>
        <p:spPr>
          <a:xfrm>
            <a:off x="86096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F1_main_prauc_2663">
            <a:extLst>
              <a:ext uri="{FF2B5EF4-FFF2-40B4-BE49-F238E27FC236}">
                <a16:creationId xmlns:a16="http://schemas.microsoft.com/office/drawing/2014/main" id="{8579691B-0AD8-43D8-B68B-0A4B6C6E208D}"/>
              </a:ext>
            </a:extLst>
          </p:cNvPr>
          <p:cNvSpPr>
            <a:spLocks noGrp="1"/>
          </p:cNvSpPr>
          <p:nvPr/>
        </p:nvSpPr>
        <p:spPr>
          <a:xfrm>
            <a:off x="86513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F1_main_prauc_2664">
            <a:extLst>
              <a:ext uri="{FF2B5EF4-FFF2-40B4-BE49-F238E27FC236}">
                <a16:creationId xmlns:a16="http://schemas.microsoft.com/office/drawing/2014/main" id="{F42EB32A-FCDD-48A4-AF02-1F61CE61782C}"/>
              </a:ext>
            </a:extLst>
          </p:cNvPr>
          <p:cNvSpPr>
            <a:spLocks noGrp="1"/>
          </p:cNvSpPr>
          <p:nvPr/>
        </p:nvSpPr>
        <p:spPr>
          <a:xfrm>
            <a:off x="86658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F1_main_prauc_2665">
            <a:extLst>
              <a:ext uri="{FF2B5EF4-FFF2-40B4-BE49-F238E27FC236}">
                <a16:creationId xmlns:a16="http://schemas.microsoft.com/office/drawing/2014/main" id="{5414EAD0-BB38-4284-BECF-678671EEE781}"/>
              </a:ext>
            </a:extLst>
          </p:cNvPr>
          <p:cNvSpPr>
            <a:spLocks noGrp="1"/>
          </p:cNvSpPr>
          <p:nvPr/>
        </p:nvSpPr>
        <p:spPr>
          <a:xfrm>
            <a:off x="8493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F1_main_prauc_2666">
            <a:extLst>
              <a:ext uri="{FF2B5EF4-FFF2-40B4-BE49-F238E27FC236}">
                <a16:creationId xmlns:a16="http://schemas.microsoft.com/office/drawing/2014/main" id="{ECA2D5EE-2C10-42F8-8597-A64F30ED927C}"/>
              </a:ext>
            </a:extLst>
          </p:cNvPr>
          <p:cNvSpPr>
            <a:spLocks noGrp="1"/>
          </p:cNvSpPr>
          <p:nvPr/>
        </p:nvSpPr>
        <p:spPr>
          <a:xfrm>
            <a:off x="8657875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F1_main_prauc_2667">
            <a:extLst>
              <a:ext uri="{FF2B5EF4-FFF2-40B4-BE49-F238E27FC236}">
                <a16:creationId xmlns:a16="http://schemas.microsoft.com/office/drawing/2014/main" id="{8E88002B-0ABF-4E43-8921-CD94AF9ED8C8}"/>
              </a:ext>
            </a:extLst>
          </p:cNvPr>
          <p:cNvSpPr>
            <a:spLocks noGrp="1"/>
          </p:cNvSpPr>
          <p:nvPr/>
        </p:nvSpPr>
        <p:spPr>
          <a:xfrm>
            <a:off x="85160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F1_main_prauc_2668">
            <a:extLst>
              <a:ext uri="{FF2B5EF4-FFF2-40B4-BE49-F238E27FC236}">
                <a16:creationId xmlns:a16="http://schemas.microsoft.com/office/drawing/2014/main" id="{33B3CEB4-9944-4687-A19F-C665AA1A26E6}"/>
              </a:ext>
            </a:extLst>
          </p:cNvPr>
          <p:cNvSpPr>
            <a:spLocks noGrp="1"/>
          </p:cNvSpPr>
          <p:nvPr/>
        </p:nvSpPr>
        <p:spPr>
          <a:xfrm>
            <a:off x="8435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F1_main_prauc_2669">
            <a:extLst>
              <a:ext uri="{FF2B5EF4-FFF2-40B4-BE49-F238E27FC236}">
                <a16:creationId xmlns:a16="http://schemas.microsoft.com/office/drawing/2014/main" id="{F3EA72C8-517E-4430-8FDF-0E47BE6B7D5A}"/>
              </a:ext>
            </a:extLst>
          </p:cNvPr>
          <p:cNvSpPr>
            <a:spLocks noGrp="1"/>
          </p:cNvSpPr>
          <p:nvPr/>
        </p:nvSpPr>
        <p:spPr>
          <a:xfrm>
            <a:off x="844260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F1_main_prauc_2670">
            <a:extLst>
              <a:ext uri="{FF2B5EF4-FFF2-40B4-BE49-F238E27FC236}">
                <a16:creationId xmlns:a16="http://schemas.microsoft.com/office/drawing/2014/main" id="{A52F36C3-69D3-46C5-B0AB-F6DFE4F3333A}"/>
              </a:ext>
            </a:extLst>
          </p:cNvPr>
          <p:cNvSpPr>
            <a:spLocks noGrp="1"/>
          </p:cNvSpPr>
          <p:nvPr/>
        </p:nvSpPr>
        <p:spPr>
          <a:xfrm>
            <a:off x="8655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F1_main_prauc_2671">
            <a:extLst>
              <a:ext uri="{FF2B5EF4-FFF2-40B4-BE49-F238E27FC236}">
                <a16:creationId xmlns:a16="http://schemas.microsoft.com/office/drawing/2014/main" id="{819B5985-2A90-4E3E-9B6C-5955E70CCDE5}"/>
              </a:ext>
            </a:extLst>
          </p:cNvPr>
          <p:cNvSpPr>
            <a:spLocks noGrp="1"/>
          </p:cNvSpPr>
          <p:nvPr/>
        </p:nvSpPr>
        <p:spPr>
          <a:xfrm>
            <a:off x="862929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F1_main_prauc_2672">
            <a:extLst>
              <a:ext uri="{FF2B5EF4-FFF2-40B4-BE49-F238E27FC236}">
                <a16:creationId xmlns:a16="http://schemas.microsoft.com/office/drawing/2014/main" id="{888D8A80-1E49-4F4A-B58D-7CCEF23ED94B}"/>
              </a:ext>
            </a:extLst>
          </p:cNvPr>
          <p:cNvSpPr>
            <a:spLocks noGrp="1"/>
          </p:cNvSpPr>
          <p:nvPr/>
        </p:nvSpPr>
        <p:spPr>
          <a:xfrm>
            <a:off x="849525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F1_main_prauc_2673">
            <a:extLst>
              <a:ext uri="{FF2B5EF4-FFF2-40B4-BE49-F238E27FC236}">
                <a16:creationId xmlns:a16="http://schemas.microsoft.com/office/drawing/2014/main" id="{ABFB5E1F-DE00-4F1A-9271-7251F386684B}"/>
              </a:ext>
            </a:extLst>
          </p:cNvPr>
          <p:cNvSpPr>
            <a:spLocks noGrp="1"/>
          </p:cNvSpPr>
          <p:nvPr/>
        </p:nvSpPr>
        <p:spPr>
          <a:xfrm>
            <a:off x="860154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F1_main_prauc_2674">
            <a:extLst>
              <a:ext uri="{FF2B5EF4-FFF2-40B4-BE49-F238E27FC236}">
                <a16:creationId xmlns:a16="http://schemas.microsoft.com/office/drawing/2014/main" id="{87AE0CA4-57F6-457F-9E44-CD9ACCCDFC32}"/>
              </a:ext>
            </a:extLst>
          </p:cNvPr>
          <p:cNvSpPr>
            <a:spLocks noGrp="1"/>
          </p:cNvSpPr>
          <p:nvPr/>
        </p:nvSpPr>
        <p:spPr>
          <a:xfrm>
            <a:off x="8660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F1_main_prauc_2675">
            <a:extLst>
              <a:ext uri="{FF2B5EF4-FFF2-40B4-BE49-F238E27FC236}">
                <a16:creationId xmlns:a16="http://schemas.microsoft.com/office/drawing/2014/main" id="{2DC063CF-BAA0-4972-8D58-2F88CD888A8D}"/>
              </a:ext>
            </a:extLst>
          </p:cNvPr>
          <p:cNvSpPr>
            <a:spLocks noGrp="1"/>
          </p:cNvSpPr>
          <p:nvPr/>
        </p:nvSpPr>
        <p:spPr>
          <a:xfrm>
            <a:off x="85696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F1_main_prauc_2676">
            <a:extLst>
              <a:ext uri="{FF2B5EF4-FFF2-40B4-BE49-F238E27FC236}">
                <a16:creationId xmlns:a16="http://schemas.microsoft.com/office/drawing/2014/main" id="{EC822B1A-9C1B-43F0-AF18-344F470533A2}"/>
              </a:ext>
            </a:extLst>
          </p:cNvPr>
          <p:cNvSpPr>
            <a:spLocks noGrp="1"/>
          </p:cNvSpPr>
          <p:nvPr/>
        </p:nvSpPr>
        <p:spPr>
          <a:xfrm>
            <a:off x="85182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F1_main_prauc_2677">
            <a:extLst>
              <a:ext uri="{FF2B5EF4-FFF2-40B4-BE49-F238E27FC236}">
                <a16:creationId xmlns:a16="http://schemas.microsoft.com/office/drawing/2014/main" id="{05F5BB7B-8F38-45A6-B878-50E87CDAD5D8}"/>
              </a:ext>
            </a:extLst>
          </p:cNvPr>
          <p:cNvSpPr>
            <a:spLocks noGrp="1"/>
          </p:cNvSpPr>
          <p:nvPr/>
        </p:nvSpPr>
        <p:spPr>
          <a:xfrm>
            <a:off x="85643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F1_main_prauc_2678">
            <a:extLst>
              <a:ext uri="{FF2B5EF4-FFF2-40B4-BE49-F238E27FC236}">
                <a16:creationId xmlns:a16="http://schemas.microsoft.com/office/drawing/2014/main" id="{46EB85D3-CFB6-42EF-ADB9-C581B15DA14E}"/>
              </a:ext>
            </a:extLst>
          </p:cNvPr>
          <p:cNvSpPr>
            <a:spLocks noGrp="1"/>
          </p:cNvSpPr>
          <p:nvPr/>
        </p:nvSpPr>
        <p:spPr>
          <a:xfrm>
            <a:off x="8565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F1_main_prauc_2679">
            <a:extLst>
              <a:ext uri="{FF2B5EF4-FFF2-40B4-BE49-F238E27FC236}">
                <a16:creationId xmlns:a16="http://schemas.microsoft.com/office/drawing/2014/main" id="{CEB31636-6EDE-43AD-9649-4535C23FE138}"/>
              </a:ext>
            </a:extLst>
          </p:cNvPr>
          <p:cNvSpPr>
            <a:spLocks noGrp="1"/>
          </p:cNvSpPr>
          <p:nvPr/>
        </p:nvSpPr>
        <p:spPr>
          <a:xfrm>
            <a:off x="86451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F1_main_prauc_2680">
            <a:extLst>
              <a:ext uri="{FF2B5EF4-FFF2-40B4-BE49-F238E27FC236}">
                <a16:creationId xmlns:a16="http://schemas.microsoft.com/office/drawing/2014/main" id="{D370C13B-641F-4511-823F-B313B3F69AEC}"/>
              </a:ext>
            </a:extLst>
          </p:cNvPr>
          <p:cNvSpPr>
            <a:spLocks noGrp="1"/>
          </p:cNvSpPr>
          <p:nvPr/>
        </p:nvSpPr>
        <p:spPr>
          <a:xfrm>
            <a:off x="8661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F1_main_prauc_2681">
            <a:extLst>
              <a:ext uri="{FF2B5EF4-FFF2-40B4-BE49-F238E27FC236}">
                <a16:creationId xmlns:a16="http://schemas.microsoft.com/office/drawing/2014/main" id="{8FAB04C1-350D-4FD6-8BAA-9EDDD02E2BF5}"/>
              </a:ext>
            </a:extLst>
          </p:cNvPr>
          <p:cNvSpPr>
            <a:spLocks noGrp="1"/>
          </p:cNvSpPr>
          <p:nvPr/>
        </p:nvSpPr>
        <p:spPr>
          <a:xfrm>
            <a:off x="8528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F1_main_prauc_2682">
            <a:extLst>
              <a:ext uri="{FF2B5EF4-FFF2-40B4-BE49-F238E27FC236}">
                <a16:creationId xmlns:a16="http://schemas.microsoft.com/office/drawing/2014/main" id="{F04D2CC7-B6AA-46BE-BF47-19F9145C8B23}"/>
              </a:ext>
            </a:extLst>
          </p:cNvPr>
          <p:cNvSpPr>
            <a:spLocks noGrp="1"/>
          </p:cNvSpPr>
          <p:nvPr/>
        </p:nvSpPr>
        <p:spPr>
          <a:xfrm>
            <a:off x="8453940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F1_main_prauc_2683">
            <a:extLst>
              <a:ext uri="{FF2B5EF4-FFF2-40B4-BE49-F238E27FC236}">
                <a16:creationId xmlns:a16="http://schemas.microsoft.com/office/drawing/2014/main" id="{47060F73-CB95-4202-8F5D-F4AA0AD520C4}"/>
              </a:ext>
            </a:extLst>
          </p:cNvPr>
          <p:cNvSpPr>
            <a:spLocks noGrp="1"/>
          </p:cNvSpPr>
          <p:nvPr/>
        </p:nvSpPr>
        <p:spPr>
          <a:xfrm>
            <a:off x="86212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F1_main_prauc_2684">
            <a:extLst>
              <a:ext uri="{FF2B5EF4-FFF2-40B4-BE49-F238E27FC236}">
                <a16:creationId xmlns:a16="http://schemas.microsoft.com/office/drawing/2014/main" id="{CBD449AD-E219-44BE-86AE-E9A5BAFDF9F2}"/>
              </a:ext>
            </a:extLst>
          </p:cNvPr>
          <p:cNvSpPr>
            <a:spLocks noGrp="1"/>
          </p:cNvSpPr>
          <p:nvPr/>
        </p:nvSpPr>
        <p:spPr>
          <a:xfrm>
            <a:off x="8595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F1_main_prauc_2685">
            <a:extLst>
              <a:ext uri="{FF2B5EF4-FFF2-40B4-BE49-F238E27FC236}">
                <a16:creationId xmlns:a16="http://schemas.microsoft.com/office/drawing/2014/main" id="{C89A546A-DF83-4F61-A5EA-01269275D271}"/>
              </a:ext>
            </a:extLst>
          </p:cNvPr>
          <p:cNvSpPr>
            <a:spLocks noGrp="1"/>
          </p:cNvSpPr>
          <p:nvPr/>
        </p:nvSpPr>
        <p:spPr>
          <a:xfrm>
            <a:off x="865833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F1_main_prauc_2686">
            <a:extLst>
              <a:ext uri="{FF2B5EF4-FFF2-40B4-BE49-F238E27FC236}">
                <a16:creationId xmlns:a16="http://schemas.microsoft.com/office/drawing/2014/main" id="{45B8DDE3-0AC1-4FB5-A0B0-7BC048B7AB46}"/>
              </a:ext>
            </a:extLst>
          </p:cNvPr>
          <p:cNvSpPr>
            <a:spLocks noGrp="1"/>
          </p:cNvSpPr>
          <p:nvPr/>
        </p:nvSpPr>
        <p:spPr>
          <a:xfrm>
            <a:off x="8474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F1_main_prauc_2687">
            <a:extLst>
              <a:ext uri="{FF2B5EF4-FFF2-40B4-BE49-F238E27FC236}">
                <a16:creationId xmlns:a16="http://schemas.microsoft.com/office/drawing/2014/main" id="{01642303-C3CC-4713-822C-62F66EFED632}"/>
              </a:ext>
            </a:extLst>
          </p:cNvPr>
          <p:cNvSpPr>
            <a:spLocks noGrp="1"/>
          </p:cNvSpPr>
          <p:nvPr/>
        </p:nvSpPr>
        <p:spPr>
          <a:xfrm>
            <a:off x="8467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F1_main_prauc_2688">
            <a:extLst>
              <a:ext uri="{FF2B5EF4-FFF2-40B4-BE49-F238E27FC236}">
                <a16:creationId xmlns:a16="http://schemas.microsoft.com/office/drawing/2014/main" id="{89AC522B-E5A0-4B08-893B-AC4D8E3BB5AB}"/>
              </a:ext>
            </a:extLst>
          </p:cNvPr>
          <p:cNvSpPr>
            <a:spLocks noGrp="1"/>
          </p:cNvSpPr>
          <p:nvPr/>
        </p:nvSpPr>
        <p:spPr>
          <a:xfrm>
            <a:off x="8462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F1_main_prauc_2689">
            <a:extLst>
              <a:ext uri="{FF2B5EF4-FFF2-40B4-BE49-F238E27FC236}">
                <a16:creationId xmlns:a16="http://schemas.microsoft.com/office/drawing/2014/main" id="{7033BA2F-9B84-44C3-9BCD-3CDC7BE558D5}"/>
              </a:ext>
            </a:extLst>
          </p:cNvPr>
          <p:cNvSpPr>
            <a:spLocks noGrp="1"/>
          </p:cNvSpPr>
          <p:nvPr/>
        </p:nvSpPr>
        <p:spPr>
          <a:xfrm>
            <a:off x="8593275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F1_main_prauc_2690">
            <a:extLst>
              <a:ext uri="{FF2B5EF4-FFF2-40B4-BE49-F238E27FC236}">
                <a16:creationId xmlns:a16="http://schemas.microsoft.com/office/drawing/2014/main" id="{F6965925-8D61-4F8B-8084-52F602B908FB}"/>
              </a:ext>
            </a:extLst>
          </p:cNvPr>
          <p:cNvSpPr>
            <a:spLocks noGrp="1"/>
          </p:cNvSpPr>
          <p:nvPr/>
        </p:nvSpPr>
        <p:spPr>
          <a:xfrm>
            <a:off x="84460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F1_main_prauc_2691">
            <a:extLst>
              <a:ext uri="{FF2B5EF4-FFF2-40B4-BE49-F238E27FC236}">
                <a16:creationId xmlns:a16="http://schemas.microsoft.com/office/drawing/2014/main" id="{76615689-D435-46BD-88A2-7ADC70CE0D23}"/>
              </a:ext>
            </a:extLst>
          </p:cNvPr>
          <p:cNvSpPr>
            <a:spLocks noGrp="1"/>
          </p:cNvSpPr>
          <p:nvPr/>
        </p:nvSpPr>
        <p:spPr>
          <a:xfrm>
            <a:off x="85355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F1_main_prauc_2692">
            <a:extLst>
              <a:ext uri="{FF2B5EF4-FFF2-40B4-BE49-F238E27FC236}">
                <a16:creationId xmlns:a16="http://schemas.microsoft.com/office/drawing/2014/main" id="{7455070B-9F85-4FEF-AA59-89E0D3770E2E}"/>
              </a:ext>
            </a:extLst>
          </p:cNvPr>
          <p:cNvSpPr>
            <a:spLocks noGrp="1"/>
          </p:cNvSpPr>
          <p:nvPr/>
        </p:nvSpPr>
        <p:spPr>
          <a:xfrm>
            <a:off x="8574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F1_main_prauc_2693">
            <a:extLst>
              <a:ext uri="{FF2B5EF4-FFF2-40B4-BE49-F238E27FC236}">
                <a16:creationId xmlns:a16="http://schemas.microsoft.com/office/drawing/2014/main" id="{22BD84AC-A5DD-40EE-AD9E-5D7E89E885B3}"/>
              </a:ext>
            </a:extLst>
          </p:cNvPr>
          <p:cNvSpPr>
            <a:spLocks noGrp="1"/>
          </p:cNvSpPr>
          <p:nvPr/>
        </p:nvSpPr>
        <p:spPr>
          <a:xfrm>
            <a:off x="86504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F1_main_prauc_2694">
            <a:extLst>
              <a:ext uri="{FF2B5EF4-FFF2-40B4-BE49-F238E27FC236}">
                <a16:creationId xmlns:a16="http://schemas.microsoft.com/office/drawing/2014/main" id="{01B76B06-5A1F-4FE7-B854-93110E1F6431}"/>
              </a:ext>
            </a:extLst>
          </p:cNvPr>
          <p:cNvSpPr>
            <a:spLocks noGrp="1"/>
          </p:cNvSpPr>
          <p:nvPr/>
        </p:nvSpPr>
        <p:spPr>
          <a:xfrm>
            <a:off x="8444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F1_main_prauc_2695">
            <a:extLst>
              <a:ext uri="{FF2B5EF4-FFF2-40B4-BE49-F238E27FC236}">
                <a16:creationId xmlns:a16="http://schemas.microsoft.com/office/drawing/2014/main" id="{DD3B0F0E-3946-4855-A1D3-F7F18159D33A}"/>
              </a:ext>
            </a:extLst>
          </p:cNvPr>
          <p:cNvSpPr>
            <a:spLocks noGrp="1"/>
          </p:cNvSpPr>
          <p:nvPr/>
        </p:nvSpPr>
        <p:spPr>
          <a:xfrm>
            <a:off x="867516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F1_main_prauc_2696">
            <a:extLst>
              <a:ext uri="{FF2B5EF4-FFF2-40B4-BE49-F238E27FC236}">
                <a16:creationId xmlns:a16="http://schemas.microsoft.com/office/drawing/2014/main" id="{41762E61-F455-4C41-8A1D-A5DDDFAF57DF}"/>
              </a:ext>
            </a:extLst>
          </p:cNvPr>
          <p:cNvSpPr>
            <a:spLocks noGrp="1"/>
          </p:cNvSpPr>
          <p:nvPr/>
        </p:nvSpPr>
        <p:spPr>
          <a:xfrm>
            <a:off x="8611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F1_main_prauc_2697">
            <a:extLst>
              <a:ext uri="{FF2B5EF4-FFF2-40B4-BE49-F238E27FC236}">
                <a16:creationId xmlns:a16="http://schemas.microsoft.com/office/drawing/2014/main" id="{493F370C-DA16-4147-B89E-54F8B30EAAD7}"/>
              </a:ext>
            </a:extLst>
          </p:cNvPr>
          <p:cNvSpPr>
            <a:spLocks noGrp="1"/>
          </p:cNvSpPr>
          <p:nvPr/>
        </p:nvSpPr>
        <p:spPr>
          <a:xfrm>
            <a:off x="842557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F1_main_prauc_2698">
            <a:extLst>
              <a:ext uri="{FF2B5EF4-FFF2-40B4-BE49-F238E27FC236}">
                <a16:creationId xmlns:a16="http://schemas.microsoft.com/office/drawing/2014/main" id="{24C1A634-2CB2-45DE-806E-2D7C1502F0DC}"/>
              </a:ext>
            </a:extLst>
          </p:cNvPr>
          <p:cNvSpPr>
            <a:spLocks noGrp="1"/>
          </p:cNvSpPr>
          <p:nvPr/>
        </p:nvSpPr>
        <p:spPr>
          <a:xfrm>
            <a:off x="8516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F1_main_prauc_2699">
            <a:extLst>
              <a:ext uri="{FF2B5EF4-FFF2-40B4-BE49-F238E27FC236}">
                <a16:creationId xmlns:a16="http://schemas.microsoft.com/office/drawing/2014/main" id="{DC17A4CF-CD99-4B6C-9801-5EBCA0831B41}"/>
              </a:ext>
            </a:extLst>
          </p:cNvPr>
          <p:cNvSpPr>
            <a:spLocks noGrp="1"/>
          </p:cNvSpPr>
          <p:nvPr/>
        </p:nvSpPr>
        <p:spPr>
          <a:xfrm>
            <a:off x="84917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F1_main_prauc_2700">
            <a:extLst>
              <a:ext uri="{FF2B5EF4-FFF2-40B4-BE49-F238E27FC236}">
                <a16:creationId xmlns:a16="http://schemas.microsoft.com/office/drawing/2014/main" id="{A5A9848F-AF62-4F5D-A698-4A0F52B4BB15}"/>
              </a:ext>
            </a:extLst>
          </p:cNvPr>
          <p:cNvSpPr>
            <a:spLocks noGrp="1"/>
          </p:cNvSpPr>
          <p:nvPr/>
        </p:nvSpPr>
        <p:spPr>
          <a:xfrm>
            <a:off x="8466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F1_main_prauc_2701">
            <a:extLst>
              <a:ext uri="{FF2B5EF4-FFF2-40B4-BE49-F238E27FC236}">
                <a16:creationId xmlns:a16="http://schemas.microsoft.com/office/drawing/2014/main" id="{2175F637-DB69-48F6-A0C3-9F21B70398F1}"/>
              </a:ext>
            </a:extLst>
          </p:cNvPr>
          <p:cNvSpPr>
            <a:spLocks noGrp="1"/>
          </p:cNvSpPr>
          <p:nvPr/>
        </p:nvSpPr>
        <p:spPr>
          <a:xfrm>
            <a:off x="8538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F1_main_prauc_2702">
            <a:extLst>
              <a:ext uri="{FF2B5EF4-FFF2-40B4-BE49-F238E27FC236}">
                <a16:creationId xmlns:a16="http://schemas.microsoft.com/office/drawing/2014/main" id="{15CD9408-12D4-42D3-B54A-ED4CE75A04CE}"/>
              </a:ext>
            </a:extLst>
          </p:cNvPr>
          <p:cNvSpPr>
            <a:spLocks noGrp="1"/>
          </p:cNvSpPr>
          <p:nvPr/>
        </p:nvSpPr>
        <p:spPr>
          <a:xfrm>
            <a:off x="85604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F1_main_prauc_2703">
            <a:extLst>
              <a:ext uri="{FF2B5EF4-FFF2-40B4-BE49-F238E27FC236}">
                <a16:creationId xmlns:a16="http://schemas.microsoft.com/office/drawing/2014/main" id="{DEC8CAEA-6AB3-47E2-8DBE-E388319E53D9}"/>
              </a:ext>
            </a:extLst>
          </p:cNvPr>
          <p:cNvSpPr>
            <a:spLocks noGrp="1"/>
          </p:cNvSpPr>
          <p:nvPr/>
        </p:nvSpPr>
        <p:spPr>
          <a:xfrm>
            <a:off x="8612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F1_main_prauc_2704">
            <a:extLst>
              <a:ext uri="{FF2B5EF4-FFF2-40B4-BE49-F238E27FC236}">
                <a16:creationId xmlns:a16="http://schemas.microsoft.com/office/drawing/2014/main" id="{BBCDB68F-AD42-4A64-AE32-1527E509AFCE}"/>
              </a:ext>
            </a:extLst>
          </p:cNvPr>
          <p:cNvSpPr>
            <a:spLocks noGrp="1"/>
          </p:cNvSpPr>
          <p:nvPr/>
        </p:nvSpPr>
        <p:spPr>
          <a:xfrm>
            <a:off x="86770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F1_main_prauc_2705">
            <a:extLst>
              <a:ext uri="{FF2B5EF4-FFF2-40B4-BE49-F238E27FC236}">
                <a16:creationId xmlns:a16="http://schemas.microsoft.com/office/drawing/2014/main" id="{03CF529C-FBA0-4544-AD71-C1FA9E05EA26}"/>
              </a:ext>
            </a:extLst>
          </p:cNvPr>
          <p:cNvSpPr>
            <a:spLocks noGrp="1"/>
          </p:cNvSpPr>
          <p:nvPr/>
        </p:nvSpPr>
        <p:spPr>
          <a:xfrm>
            <a:off x="85712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F1_main_prauc_2706">
            <a:extLst>
              <a:ext uri="{FF2B5EF4-FFF2-40B4-BE49-F238E27FC236}">
                <a16:creationId xmlns:a16="http://schemas.microsoft.com/office/drawing/2014/main" id="{B4731E1B-3C34-461A-B45A-86FAA89F6224}"/>
              </a:ext>
            </a:extLst>
          </p:cNvPr>
          <p:cNvSpPr>
            <a:spLocks noGrp="1"/>
          </p:cNvSpPr>
          <p:nvPr/>
        </p:nvSpPr>
        <p:spPr>
          <a:xfrm>
            <a:off x="85790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F1_main_prauc_2707">
            <a:extLst>
              <a:ext uri="{FF2B5EF4-FFF2-40B4-BE49-F238E27FC236}">
                <a16:creationId xmlns:a16="http://schemas.microsoft.com/office/drawing/2014/main" id="{94CBB4C6-DECB-4D00-BE5C-3F012A93A859}"/>
              </a:ext>
            </a:extLst>
          </p:cNvPr>
          <p:cNvSpPr>
            <a:spLocks noGrp="1"/>
          </p:cNvSpPr>
          <p:nvPr/>
        </p:nvSpPr>
        <p:spPr>
          <a:xfrm>
            <a:off x="85410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F1_main_prauc_2708">
            <a:extLst>
              <a:ext uri="{FF2B5EF4-FFF2-40B4-BE49-F238E27FC236}">
                <a16:creationId xmlns:a16="http://schemas.microsoft.com/office/drawing/2014/main" id="{71C6E17D-7CF2-4AB1-95B7-EF8DE11C3A10}"/>
              </a:ext>
            </a:extLst>
          </p:cNvPr>
          <p:cNvSpPr>
            <a:spLocks noGrp="1"/>
          </p:cNvSpPr>
          <p:nvPr/>
        </p:nvSpPr>
        <p:spPr>
          <a:xfrm>
            <a:off x="84391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F1_main_prauc_2709">
            <a:extLst>
              <a:ext uri="{FF2B5EF4-FFF2-40B4-BE49-F238E27FC236}">
                <a16:creationId xmlns:a16="http://schemas.microsoft.com/office/drawing/2014/main" id="{AB0EC8AC-6CA2-4793-88B9-59E6AA548797}"/>
              </a:ext>
            </a:extLst>
          </p:cNvPr>
          <p:cNvSpPr>
            <a:spLocks noGrp="1"/>
          </p:cNvSpPr>
          <p:nvPr/>
        </p:nvSpPr>
        <p:spPr>
          <a:xfrm>
            <a:off x="8554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F1_main_prauc_2710">
            <a:extLst>
              <a:ext uri="{FF2B5EF4-FFF2-40B4-BE49-F238E27FC236}">
                <a16:creationId xmlns:a16="http://schemas.microsoft.com/office/drawing/2014/main" id="{3ECC64FB-D3C1-4B10-91C3-56255C7331A5}"/>
              </a:ext>
            </a:extLst>
          </p:cNvPr>
          <p:cNvSpPr>
            <a:spLocks noGrp="1"/>
          </p:cNvSpPr>
          <p:nvPr/>
        </p:nvSpPr>
        <p:spPr>
          <a:xfrm>
            <a:off x="8572106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F1_main_prauc_2711">
            <a:extLst>
              <a:ext uri="{FF2B5EF4-FFF2-40B4-BE49-F238E27FC236}">
                <a16:creationId xmlns:a16="http://schemas.microsoft.com/office/drawing/2014/main" id="{49206B48-C3D9-4742-9C68-0B696E49155F}"/>
              </a:ext>
            </a:extLst>
          </p:cNvPr>
          <p:cNvSpPr>
            <a:spLocks noGrp="1"/>
          </p:cNvSpPr>
          <p:nvPr/>
        </p:nvSpPr>
        <p:spPr>
          <a:xfrm>
            <a:off x="85805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F1_main_prauc_2712">
            <a:extLst>
              <a:ext uri="{FF2B5EF4-FFF2-40B4-BE49-F238E27FC236}">
                <a16:creationId xmlns:a16="http://schemas.microsoft.com/office/drawing/2014/main" id="{3D298EE5-13EC-4C2C-A1F6-44D629A68CB7}"/>
              </a:ext>
            </a:extLst>
          </p:cNvPr>
          <p:cNvSpPr>
            <a:spLocks noGrp="1"/>
          </p:cNvSpPr>
          <p:nvPr/>
        </p:nvSpPr>
        <p:spPr>
          <a:xfrm>
            <a:off x="8467065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F1_main_prauc_2713">
            <a:extLst>
              <a:ext uri="{FF2B5EF4-FFF2-40B4-BE49-F238E27FC236}">
                <a16:creationId xmlns:a16="http://schemas.microsoft.com/office/drawing/2014/main" id="{490434DC-8843-4AF5-89DB-8AB94B052744}"/>
              </a:ext>
            </a:extLst>
          </p:cNvPr>
          <p:cNvSpPr>
            <a:spLocks noGrp="1"/>
          </p:cNvSpPr>
          <p:nvPr/>
        </p:nvSpPr>
        <p:spPr>
          <a:xfrm>
            <a:off x="84973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F1_main_prauc_2714">
            <a:extLst>
              <a:ext uri="{FF2B5EF4-FFF2-40B4-BE49-F238E27FC236}">
                <a16:creationId xmlns:a16="http://schemas.microsoft.com/office/drawing/2014/main" id="{A90222BE-9ED5-4908-ACFA-C382C056BEB1}"/>
              </a:ext>
            </a:extLst>
          </p:cNvPr>
          <p:cNvSpPr>
            <a:spLocks noGrp="1"/>
          </p:cNvSpPr>
          <p:nvPr/>
        </p:nvSpPr>
        <p:spPr>
          <a:xfrm>
            <a:off x="85331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F1_main_prauc_2715">
            <a:extLst>
              <a:ext uri="{FF2B5EF4-FFF2-40B4-BE49-F238E27FC236}">
                <a16:creationId xmlns:a16="http://schemas.microsoft.com/office/drawing/2014/main" id="{CECC17A6-DD80-4A68-BA3B-A92891A1D5AE}"/>
              </a:ext>
            </a:extLst>
          </p:cNvPr>
          <p:cNvSpPr>
            <a:spLocks noGrp="1"/>
          </p:cNvSpPr>
          <p:nvPr/>
        </p:nvSpPr>
        <p:spPr>
          <a:xfrm>
            <a:off x="86648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F1_main_prauc_2716">
            <a:extLst>
              <a:ext uri="{FF2B5EF4-FFF2-40B4-BE49-F238E27FC236}">
                <a16:creationId xmlns:a16="http://schemas.microsoft.com/office/drawing/2014/main" id="{E2A783EF-264E-42D5-AC94-3973D5E156B1}"/>
              </a:ext>
            </a:extLst>
          </p:cNvPr>
          <p:cNvSpPr>
            <a:spLocks noGrp="1"/>
          </p:cNvSpPr>
          <p:nvPr/>
        </p:nvSpPr>
        <p:spPr>
          <a:xfrm>
            <a:off x="84992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F1_main_prauc_2717">
            <a:extLst>
              <a:ext uri="{FF2B5EF4-FFF2-40B4-BE49-F238E27FC236}">
                <a16:creationId xmlns:a16="http://schemas.microsoft.com/office/drawing/2014/main" id="{1405EBB6-E900-4B8F-93EC-B5F7A5E696FB}"/>
              </a:ext>
            </a:extLst>
          </p:cNvPr>
          <p:cNvSpPr>
            <a:spLocks noGrp="1"/>
          </p:cNvSpPr>
          <p:nvPr/>
        </p:nvSpPr>
        <p:spPr>
          <a:xfrm>
            <a:off x="86280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F1_main_prauc_2718">
            <a:extLst>
              <a:ext uri="{FF2B5EF4-FFF2-40B4-BE49-F238E27FC236}">
                <a16:creationId xmlns:a16="http://schemas.microsoft.com/office/drawing/2014/main" id="{034F881C-8FE1-4904-8978-DAFB7D06AC1A}"/>
              </a:ext>
            </a:extLst>
          </p:cNvPr>
          <p:cNvSpPr>
            <a:spLocks noGrp="1"/>
          </p:cNvSpPr>
          <p:nvPr/>
        </p:nvSpPr>
        <p:spPr>
          <a:xfrm>
            <a:off x="86081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F1_main_prauc_2719">
            <a:extLst>
              <a:ext uri="{FF2B5EF4-FFF2-40B4-BE49-F238E27FC236}">
                <a16:creationId xmlns:a16="http://schemas.microsoft.com/office/drawing/2014/main" id="{AAB7BF96-3D68-4029-8D67-F1AC0980E0FD}"/>
              </a:ext>
            </a:extLst>
          </p:cNvPr>
          <p:cNvSpPr>
            <a:spLocks noGrp="1"/>
          </p:cNvSpPr>
          <p:nvPr/>
        </p:nvSpPr>
        <p:spPr>
          <a:xfrm>
            <a:off x="84822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F1_main_prauc_2720">
            <a:extLst>
              <a:ext uri="{FF2B5EF4-FFF2-40B4-BE49-F238E27FC236}">
                <a16:creationId xmlns:a16="http://schemas.microsoft.com/office/drawing/2014/main" id="{2EA1D719-50ED-459A-88B2-79FFA73D1372}"/>
              </a:ext>
            </a:extLst>
          </p:cNvPr>
          <p:cNvSpPr>
            <a:spLocks noGrp="1"/>
          </p:cNvSpPr>
          <p:nvPr/>
        </p:nvSpPr>
        <p:spPr>
          <a:xfrm>
            <a:off x="85465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F1_main_prauc_2721">
            <a:extLst>
              <a:ext uri="{FF2B5EF4-FFF2-40B4-BE49-F238E27FC236}">
                <a16:creationId xmlns:a16="http://schemas.microsoft.com/office/drawing/2014/main" id="{E8555545-4212-49D3-A795-AD44D7270FCD}"/>
              </a:ext>
            </a:extLst>
          </p:cNvPr>
          <p:cNvSpPr>
            <a:spLocks noGrp="1"/>
          </p:cNvSpPr>
          <p:nvPr/>
        </p:nvSpPr>
        <p:spPr>
          <a:xfrm>
            <a:off x="84519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F1_main_prauc_2722">
            <a:extLst>
              <a:ext uri="{FF2B5EF4-FFF2-40B4-BE49-F238E27FC236}">
                <a16:creationId xmlns:a16="http://schemas.microsoft.com/office/drawing/2014/main" id="{7FD8CC18-AD34-4F52-922B-8F0244FB47DA}"/>
              </a:ext>
            </a:extLst>
          </p:cNvPr>
          <p:cNvSpPr>
            <a:spLocks noGrp="1"/>
          </p:cNvSpPr>
          <p:nvPr/>
        </p:nvSpPr>
        <p:spPr>
          <a:xfrm>
            <a:off x="8430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F1_main_prauc_2723">
            <a:extLst>
              <a:ext uri="{FF2B5EF4-FFF2-40B4-BE49-F238E27FC236}">
                <a16:creationId xmlns:a16="http://schemas.microsoft.com/office/drawing/2014/main" id="{7DE178BD-F46A-46F4-8079-0A7B3C9FEFA0}"/>
              </a:ext>
            </a:extLst>
          </p:cNvPr>
          <p:cNvSpPr>
            <a:spLocks noGrp="1"/>
          </p:cNvSpPr>
          <p:nvPr/>
        </p:nvSpPr>
        <p:spPr>
          <a:xfrm>
            <a:off x="8585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F1_main_prauc_2724">
            <a:extLst>
              <a:ext uri="{FF2B5EF4-FFF2-40B4-BE49-F238E27FC236}">
                <a16:creationId xmlns:a16="http://schemas.microsoft.com/office/drawing/2014/main" id="{DE29F3AE-CFB5-4E6B-852F-E554E4AECF0A}"/>
              </a:ext>
            </a:extLst>
          </p:cNvPr>
          <p:cNvSpPr>
            <a:spLocks noGrp="1"/>
          </p:cNvSpPr>
          <p:nvPr/>
        </p:nvSpPr>
        <p:spPr>
          <a:xfrm>
            <a:off x="84907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F1_main_prauc_2725">
            <a:extLst>
              <a:ext uri="{FF2B5EF4-FFF2-40B4-BE49-F238E27FC236}">
                <a16:creationId xmlns:a16="http://schemas.microsoft.com/office/drawing/2014/main" id="{D1D3B76A-E9F7-4FC9-8A9D-723179C7F9A7}"/>
              </a:ext>
            </a:extLst>
          </p:cNvPr>
          <p:cNvSpPr>
            <a:spLocks noGrp="1"/>
          </p:cNvSpPr>
          <p:nvPr/>
        </p:nvSpPr>
        <p:spPr>
          <a:xfrm>
            <a:off x="8651889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F1_main_prauc_2726">
            <a:extLst>
              <a:ext uri="{FF2B5EF4-FFF2-40B4-BE49-F238E27FC236}">
                <a16:creationId xmlns:a16="http://schemas.microsoft.com/office/drawing/2014/main" id="{123A4E11-3B9D-410F-865C-517030536491}"/>
              </a:ext>
            </a:extLst>
          </p:cNvPr>
          <p:cNvSpPr>
            <a:spLocks noGrp="1"/>
          </p:cNvSpPr>
          <p:nvPr/>
        </p:nvSpPr>
        <p:spPr>
          <a:xfrm>
            <a:off x="865440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F1_main_prauc_2727">
            <a:extLst>
              <a:ext uri="{FF2B5EF4-FFF2-40B4-BE49-F238E27FC236}">
                <a16:creationId xmlns:a16="http://schemas.microsoft.com/office/drawing/2014/main" id="{470ACED4-32E7-42B2-A130-D7A265E38258}"/>
              </a:ext>
            </a:extLst>
          </p:cNvPr>
          <p:cNvSpPr>
            <a:spLocks noGrp="1"/>
          </p:cNvSpPr>
          <p:nvPr/>
        </p:nvSpPr>
        <p:spPr>
          <a:xfrm>
            <a:off x="8678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F1_main_prauc_2728">
            <a:extLst>
              <a:ext uri="{FF2B5EF4-FFF2-40B4-BE49-F238E27FC236}">
                <a16:creationId xmlns:a16="http://schemas.microsoft.com/office/drawing/2014/main" id="{893C6E20-CE0E-4CC6-9C5E-44372A001F20}"/>
              </a:ext>
            </a:extLst>
          </p:cNvPr>
          <p:cNvSpPr>
            <a:spLocks noGrp="1"/>
          </p:cNvSpPr>
          <p:nvPr/>
        </p:nvSpPr>
        <p:spPr>
          <a:xfrm>
            <a:off x="85553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F1_main_prauc_2729">
            <a:extLst>
              <a:ext uri="{FF2B5EF4-FFF2-40B4-BE49-F238E27FC236}">
                <a16:creationId xmlns:a16="http://schemas.microsoft.com/office/drawing/2014/main" id="{EAF32EAE-3E2E-4606-9891-C1D685826346}"/>
              </a:ext>
            </a:extLst>
          </p:cNvPr>
          <p:cNvSpPr>
            <a:spLocks noGrp="1"/>
          </p:cNvSpPr>
          <p:nvPr/>
        </p:nvSpPr>
        <p:spPr>
          <a:xfrm>
            <a:off x="8543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F1_main_prauc_2730">
            <a:extLst>
              <a:ext uri="{FF2B5EF4-FFF2-40B4-BE49-F238E27FC236}">
                <a16:creationId xmlns:a16="http://schemas.microsoft.com/office/drawing/2014/main" id="{ABE5C78A-93EF-4AF7-B95B-786FF9A4795E}"/>
              </a:ext>
            </a:extLst>
          </p:cNvPr>
          <p:cNvSpPr>
            <a:spLocks noGrp="1"/>
          </p:cNvSpPr>
          <p:nvPr/>
        </p:nvSpPr>
        <p:spPr>
          <a:xfrm>
            <a:off x="8640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F1_main_prauc_2731">
            <a:extLst>
              <a:ext uri="{FF2B5EF4-FFF2-40B4-BE49-F238E27FC236}">
                <a16:creationId xmlns:a16="http://schemas.microsoft.com/office/drawing/2014/main" id="{9CDA90EE-DD9C-4EAC-A03B-966D4B8751FF}"/>
              </a:ext>
            </a:extLst>
          </p:cNvPr>
          <p:cNvSpPr>
            <a:spLocks noGrp="1"/>
          </p:cNvSpPr>
          <p:nvPr/>
        </p:nvSpPr>
        <p:spPr>
          <a:xfrm>
            <a:off x="8470705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F1_main_prauc_2732">
            <a:extLst>
              <a:ext uri="{FF2B5EF4-FFF2-40B4-BE49-F238E27FC236}">
                <a16:creationId xmlns:a16="http://schemas.microsoft.com/office/drawing/2014/main" id="{B7741F69-D882-4FAC-B923-86659EFC622D}"/>
              </a:ext>
            </a:extLst>
          </p:cNvPr>
          <p:cNvSpPr>
            <a:spLocks noGrp="1"/>
          </p:cNvSpPr>
          <p:nvPr/>
        </p:nvSpPr>
        <p:spPr>
          <a:xfrm>
            <a:off x="84753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F1_main_prauc_2733">
            <a:extLst>
              <a:ext uri="{FF2B5EF4-FFF2-40B4-BE49-F238E27FC236}">
                <a16:creationId xmlns:a16="http://schemas.microsoft.com/office/drawing/2014/main" id="{A0B0940F-A5AD-4FC5-952C-670D34AAA616}"/>
              </a:ext>
            </a:extLst>
          </p:cNvPr>
          <p:cNvSpPr>
            <a:spLocks noGrp="1"/>
          </p:cNvSpPr>
          <p:nvPr/>
        </p:nvSpPr>
        <p:spPr>
          <a:xfrm>
            <a:off x="8474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F1_main_prauc_2734">
            <a:extLst>
              <a:ext uri="{FF2B5EF4-FFF2-40B4-BE49-F238E27FC236}">
                <a16:creationId xmlns:a16="http://schemas.microsoft.com/office/drawing/2014/main" id="{C36765A0-42B8-4CEC-9C3A-10DA5692785F}"/>
              </a:ext>
            </a:extLst>
          </p:cNvPr>
          <p:cNvSpPr>
            <a:spLocks noGrp="1"/>
          </p:cNvSpPr>
          <p:nvPr/>
        </p:nvSpPr>
        <p:spPr>
          <a:xfrm>
            <a:off x="86486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F1_main_prauc_2735">
            <a:extLst>
              <a:ext uri="{FF2B5EF4-FFF2-40B4-BE49-F238E27FC236}">
                <a16:creationId xmlns:a16="http://schemas.microsoft.com/office/drawing/2014/main" id="{274AC9A2-FF4D-463F-A8D8-EDB786E233E2}"/>
              </a:ext>
            </a:extLst>
          </p:cNvPr>
          <p:cNvSpPr>
            <a:spLocks noGrp="1"/>
          </p:cNvSpPr>
          <p:nvPr/>
        </p:nvSpPr>
        <p:spPr>
          <a:xfrm>
            <a:off x="85625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F1_main_prauc_2736">
            <a:extLst>
              <a:ext uri="{FF2B5EF4-FFF2-40B4-BE49-F238E27FC236}">
                <a16:creationId xmlns:a16="http://schemas.microsoft.com/office/drawing/2014/main" id="{5B0D29A8-EC4B-416D-ACB1-98EF9F7FC127}"/>
              </a:ext>
            </a:extLst>
          </p:cNvPr>
          <p:cNvSpPr>
            <a:spLocks noGrp="1"/>
          </p:cNvSpPr>
          <p:nvPr/>
        </p:nvSpPr>
        <p:spPr>
          <a:xfrm>
            <a:off x="86504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F1_main_prauc_2737">
            <a:extLst>
              <a:ext uri="{FF2B5EF4-FFF2-40B4-BE49-F238E27FC236}">
                <a16:creationId xmlns:a16="http://schemas.microsoft.com/office/drawing/2014/main" id="{A2CBF595-7A7A-4A52-89D3-F92A5DEB6A9A}"/>
              </a:ext>
            </a:extLst>
          </p:cNvPr>
          <p:cNvSpPr>
            <a:spLocks noGrp="1"/>
          </p:cNvSpPr>
          <p:nvPr/>
        </p:nvSpPr>
        <p:spPr>
          <a:xfrm>
            <a:off x="85929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F1_main_prauc_2738">
            <a:extLst>
              <a:ext uri="{FF2B5EF4-FFF2-40B4-BE49-F238E27FC236}">
                <a16:creationId xmlns:a16="http://schemas.microsoft.com/office/drawing/2014/main" id="{C0F9BF90-2F3E-47F6-8948-41E8927B1E50}"/>
              </a:ext>
            </a:extLst>
          </p:cNvPr>
          <p:cNvSpPr>
            <a:spLocks noGrp="1"/>
          </p:cNvSpPr>
          <p:nvPr/>
        </p:nvSpPr>
        <p:spPr>
          <a:xfrm>
            <a:off x="8667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F1_main_prauc_2739">
            <a:extLst>
              <a:ext uri="{FF2B5EF4-FFF2-40B4-BE49-F238E27FC236}">
                <a16:creationId xmlns:a16="http://schemas.microsoft.com/office/drawing/2014/main" id="{07A1C5C9-30F9-4B08-B5A6-2000BCE6006C}"/>
              </a:ext>
            </a:extLst>
          </p:cNvPr>
          <p:cNvSpPr>
            <a:spLocks noGrp="1"/>
          </p:cNvSpPr>
          <p:nvPr/>
        </p:nvSpPr>
        <p:spPr>
          <a:xfrm>
            <a:off x="86166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F1_main_prauc_2740">
            <a:extLst>
              <a:ext uri="{FF2B5EF4-FFF2-40B4-BE49-F238E27FC236}">
                <a16:creationId xmlns:a16="http://schemas.microsoft.com/office/drawing/2014/main" id="{28095817-F90E-4401-9F04-866045D451B8}"/>
              </a:ext>
            </a:extLst>
          </p:cNvPr>
          <p:cNvSpPr>
            <a:spLocks noGrp="1"/>
          </p:cNvSpPr>
          <p:nvPr/>
        </p:nvSpPr>
        <p:spPr>
          <a:xfrm>
            <a:off x="85110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F1_main_prauc_2741">
            <a:extLst>
              <a:ext uri="{FF2B5EF4-FFF2-40B4-BE49-F238E27FC236}">
                <a16:creationId xmlns:a16="http://schemas.microsoft.com/office/drawing/2014/main" id="{3BDF048B-BA9B-4555-A1C4-9586482D3565}"/>
              </a:ext>
            </a:extLst>
          </p:cNvPr>
          <p:cNvSpPr>
            <a:spLocks noGrp="1"/>
          </p:cNvSpPr>
          <p:nvPr/>
        </p:nvSpPr>
        <p:spPr>
          <a:xfrm>
            <a:off x="86637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F1_main_prauc_2742">
            <a:extLst>
              <a:ext uri="{FF2B5EF4-FFF2-40B4-BE49-F238E27FC236}">
                <a16:creationId xmlns:a16="http://schemas.microsoft.com/office/drawing/2014/main" id="{EC50AF4E-3312-4DDA-B1F2-4799DB10C724}"/>
              </a:ext>
            </a:extLst>
          </p:cNvPr>
          <p:cNvSpPr>
            <a:spLocks noGrp="1"/>
          </p:cNvSpPr>
          <p:nvPr/>
        </p:nvSpPr>
        <p:spPr>
          <a:xfrm>
            <a:off x="8464499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F1_main_prauc_2743">
            <a:extLst>
              <a:ext uri="{FF2B5EF4-FFF2-40B4-BE49-F238E27FC236}">
                <a16:creationId xmlns:a16="http://schemas.microsoft.com/office/drawing/2014/main" id="{85B945BC-6CDC-4323-AC04-0940E002A717}"/>
              </a:ext>
            </a:extLst>
          </p:cNvPr>
          <p:cNvSpPr>
            <a:spLocks noGrp="1"/>
          </p:cNvSpPr>
          <p:nvPr/>
        </p:nvSpPr>
        <p:spPr>
          <a:xfrm>
            <a:off x="8647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F1_main_prauc_2744">
            <a:extLst>
              <a:ext uri="{FF2B5EF4-FFF2-40B4-BE49-F238E27FC236}">
                <a16:creationId xmlns:a16="http://schemas.microsoft.com/office/drawing/2014/main" id="{6B5F1E0F-3220-49D6-A83C-FF7C7C536699}"/>
              </a:ext>
            </a:extLst>
          </p:cNvPr>
          <p:cNvSpPr>
            <a:spLocks noGrp="1"/>
          </p:cNvSpPr>
          <p:nvPr/>
        </p:nvSpPr>
        <p:spPr>
          <a:xfrm>
            <a:off x="8635739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F1_main_prauc_2745">
            <a:extLst>
              <a:ext uri="{FF2B5EF4-FFF2-40B4-BE49-F238E27FC236}">
                <a16:creationId xmlns:a16="http://schemas.microsoft.com/office/drawing/2014/main" id="{3A4EB6F5-9BFF-4AD0-A25C-9CB7CF7AF7BD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F1_main_prauc_2746">
            <a:extLst>
              <a:ext uri="{FF2B5EF4-FFF2-40B4-BE49-F238E27FC236}">
                <a16:creationId xmlns:a16="http://schemas.microsoft.com/office/drawing/2014/main" id="{1BCEF6F0-8FC9-4864-AA05-100CBFFAFE0C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F1_main_prauc_2747">
            <a:extLst>
              <a:ext uri="{FF2B5EF4-FFF2-40B4-BE49-F238E27FC236}">
                <a16:creationId xmlns:a16="http://schemas.microsoft.com/office/drawing/2014/main" id="{CE422CF4-0240-489B-B043-A25DEB0ED057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F1_main_prauc_2748">
            <a:extLst>
              <a:ext uri="{FF2B5EF4-FFF2-40B4-BE49-F238E27FC236}">
                <a16:creationId xmlns:a16="http://schemas.microsoft.com/office/drawing/2014/main" id="{53E09EA1-F563-4B95-8452-16B1D44ED49E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F1_main_prauc_2749">
            <a:extLst>
              <a:ext uri="{FF2B5EF4-FFF2-40B4-BE49-F238E27FC236}">
                <a16:creationId xmlns:a16="http://schemas.microsoft.com/office/drawing/2014/main" id="{E8252774-7F0C-471A-A8EA-88113C3249B9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F1_main_prauc_2750">
            <a:extLst>
              <a:ext uri="{FF2B5EF4-FFF2-40B4-BE49-F238E27FC236}">
                <a16:creationId xmlns:a16="http://schemas.microsoft.com/office/drawing/2014/main" id="{B9C15C51-E3D4-40C9-A1CF-9B3E4E9F1661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F1_main_prauc_2751">
            <a:extLst>
              <a:ext uri="{FF2B5EF4-FFF2-40B4-BE49-F238E27FC236}">
                <a16:creationId xmlns:a16="http://schemas.microsoft.com/office/drawing/2014/main" id="{FE23AE77-0A47-4458-A1E1-2579D7867A0A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F1_main_prauc_2752">
            <a:extLst>
              <a:ext uri="{FF2B5EF4-FFF2-40B4-BE49-F238E27FC236}">
                <a16:creationId xmlns:a16="http://schemas.microsoft.com/office/drawing/2014/main" id="{7ACC539A-A458-4A48-84CE-C18058B2D9EB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F1_main_prauc_2753">
            <a:extLst>
              <a:ext uri="{FF2B5EF4-FFF2-40B4-BE49-F238E27FC236}">
                <a16:creationId xmlns:a16="http://schemas.microsoft.com/office/drawing/2014/main" id="{A194F52B-5B05-4FD6-BD9C-9C1F41498264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F1_main_prauc_2754">
            <a:extLst>
              <a:ext uri="{FF2B5EF4-FFF2-40B4-BE49-F238E27FC236}">
                <a16:creationId xmlns:a16="http://schemas.microsoft.com/office/drawing/2014/main" id="{EC0C1DA7-D58A-47DD-84DB-4555549B5C19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F1_main_prauc_2755">
            <a:extLst>
              <a:ext uri="{FF2B5EF4-FFF2-40B4-BE49-F238E27FC236}">
                <a16:creationId xmlns:a16="http://schemas.microsoft.com/office/drawing/2014/main" id="{34982DEE-2D63-467A-B1A1-E769C5AD8F74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F1_main_prauc_2756">
            <a:extLst>
              <a:ext uri="{FF2B5EF4-FFF2-40B4-BE49-F238E27FC236}">
                <a16:creationId xmlns:a16="http://schemas.microsoft.com/office/drawing/2014/main" id="{54D75BA2-654E-49EE-93B7-CADB9366494F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F1_main_prauc_2757">
            <a:extLst>
              <a:ext uri="{FF2B5EF4-FFF2-40B4-BE49-F238E27FC236}">
                <a16:creationId xmlns:a16="http://schemas.microsoft.com/office/drawing/2014/main" id="{329DC3DA-8B4D-4DB1-A35F-F91C775D6FF3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F1_main_prauc_2758">
            <a:extLst>
              <a:ext uri="{FF2B5EF4-FFF2-40B4-BE49-F238E27FC236}">
                <a16:creationId xmlns:a16="http://schemas.microsoft.com/office/drawing/2014/main" id="{ECE3FF54-D16C-4CAA-8FD7-D3C94F3B3139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F1_main_prauc_2759">
            <a:extLst>
              <a:ext uri="{FF2B5EF4-FFF2-40B4-BE49-F238E27FC236}">
                <a16:creationId xmlns:a16="http://schemas.microsoft.com/office/drawing/2014/main" id="{D26FF800-3756-4DA0-A3B9-B226B2538AC0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F1_main_prauc_2760">
            <a:extLst>
              <a:ext uri="{FF2B5EF4-FFF2-40B4-BE49-F238E27FC236}">
                <a16:creationId xmlns:a16="http://schemas.microsoft.com/office/drawing/2014/main" id="{6DF938E3-7145-4AE0-923B-BEDE8BE44AC1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F1_main_prauc_2761">
            <a:extLst>
              <a:ext uri="{FF2B5EF4-FFF2-40B4-BE49-F238E27FC236}">
                <a16:creationId xmlns:a16="http://schemas.microsoft.com/office/drawing/2014/main" id="{2370882F-5D9E-4B37-9782-648C772DF96E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F1_main_prauc_2762">
            <a:extLst>
              <a:ext uri="{FF2B5EF4-FFF2-40B4-BE49-F238E27FC236}">
                <a16:creationId xmlns:a16="http://schemas.microsoft.com/office/drawing/2014/main" id="{2282B57F-E961-431D-AABE-B703502C989A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4" name="F1_main_prauc_2763">
            <a:extLst>
              <a:ext uri="{FF2B5EF4-FFF2-40B4-BE49-F238E27FC236}">
                <a16:creationId xmlns:a16="http://schemas.microsoft.com/office/drawing/2014/main" id="{21F026E0-F419-451E-B8A3-105CF5884EFB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5" name="F1_main_prauc_2764">
            <a:extLst>
              <a:ext uri="{FF2B5EF4-FFF2-40B4-BE49-F238E27FC236}">
                <a16:creationId xmlns:a16="http://schemas.microsoft.com/office/drawing/2014/main" id="{58F012BB-F599-4A66-B6F4-8EC38693B028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6" name="F1_main_prauc_2765">
            <a:extLst>
              <a:ext uri="{FF2B5EF4-FFF2-40B4-BE49-F238E27FC236}">
                <a16:creationId xmlns:a16="http://schemas.microsoft.com/office/drawing/2014/main" id="{4A0DC066-03B0-47D5-BF0D-DE3DD3BA4A38}"/>
              </a:ext>
            </a:extLst>
          </p:cNvPr>
          <p:cNvSpPr>
            <a:spLocks noGrp="1"/>
          </p:cNvSpPr>
          <p:nvPr/>
        </p:nvSpPr>
        <p:spPr>
          <a:xfrm>
            <a:off x="3485857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7" name="F1_main_prauc_2766">
            <a:extLst>
              <a:ext uri="{FF2B5EF4-FFF2-40B4-BE49-F238E27FC236}">
                <a16:creationId xmlns:a16="http://schemas.microsoft.com/office/drawing/2014/main" id="{6BF6328B-D541-4644-A5BE-6C0FF9EDABF9}"/>
              </a:ext>
            </a:extLst>
          </p:cNvPr>
          <p:cNvSpPr>
            <a:spLocks noGrp="1"/>
          </p:cNvSpPr>
          <p:nvPr/>
        </p:nvSpPr>
        <p:spPr>
          <a:xfrm>
            <a:off x="3395362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8" name="F1_main_prauc_2767">
            <a:extLst>
              <a:ext uri="{FF2B5EF4-FFF2-40B4-BE49-F238E27FC236}">
                <a16:creationId xmlns:a16="http://schemas.microsoft.com/office/drawing/2014/main" id="{BF72328E-6F6D-4C1D-8343-031E3ED7F44D}"/>
              </a:ext>
            </a:extLst>
          </p:cNvPr>
          <p:cNvSpPr>
            <a:spLocks noGrp="1"/>
          </p:cNvSpPr>
          <p:nvPr/>
        </p:nvSpPr>
        <p:spPr>
          <a:xfrm>
            <a:off x="3395362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9" name="F1_main_prauc_2768">
            <a:extLst>
              <a:ext uri="{FF2B5EF4-FFF2-40B4-BE49-F238E27FC236}">
                <a16:creationId xmlns:a16="http://schemas.microsoft.com/office/drawing/2014/main" id="{B8DB31D0-CA9F-4379-B2AF-1D7A942170A1}"/>
              </a:ext>
            </a:extLst>
          </p:cNvPr>
          <p:cNvSpPr>
            <a:spLocks noGrp="1"/>
          </p:cNvSpPr>
          <p:nvPr/>
        </p:nvSpPr>
        <p:spPr>
          <a:xfrm>
            <a:off x="5059680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0" name="F1_main_prauc_2769">
            <a:extLst>
              <a:ext uri="{FF2B5EF4-FFF2-40B4-BE49-F238E27FC236}">
                <a16:creationId xmlns:a16="http://schemas.microsoft.com/office/drawing/2014/main" id="{A15EDA01-29CB-4A2E-96E9-B9CCD4EF019D}"/>
              </a:ext>
            </a:extLst>
          </p:cNvPr>
          <p:cNvSpPr>
            <a:spLocks noGrp="1"/>
          </p:cNvSpPr>
          <p:nvPr/>
        </p:nvSpPr>
        <p:spPr>
          <a:xfrm>
            <a:off x="4969185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1" name="F1_main_prauc_2770">
            <a:extLst>
              <a:ext uri="{FF2B5EF4-FFF2-40B4-BE49-F238E27FC236}">
                <a16:creationId xmlns:a16="http://schemas.microsoft.com/office/drawing/2014/main" id="{EF2ECD73-6A73-45EA-BA95-4EB50468B568}"/>
              </a:ext>
            </a:extLst>
          </p:cNvPr>
          <p:cNvSpPr>
            <a:spLocks noGrp="1"/>
          </p:cNvSpPr>
          <p:nvPr/>
        </p:nvSpPr>
        <p:spPr>
          <a:xfrm>
            <a:off x="4969185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2" name="F1_main_prauc_2771">
            <a:extLst>
              <a:ext uri="{FF2B5EF4-FFF2-40B4-BE49-F238E27FC236}">
                <a16:creationId xmlns:a16="http://schemas.microsoft.com/office/drawing/2014/main" id="{55419DC8-F604-4349-844A-C8F7CC553E4A}"/>
              </a:ext>
            </a:extLst>
          </p:cNvPr>
          <p:cNvSpPr>
            <a:spLocks noGrp="1"/>
          </p:cNvSpPr>
          <p:nvPr/>
        </p:nvSpPr>
        <p:spPr>
          <a:xfrm>
            <a:off x="6633503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3" name="F1_main_prauc_2772">
            <a:extLst>
              <a:ext uri="{FF2B5EF4-FFF2-40B4-BE49-F238E27FC236}">
                <a16:creationId xmlns:a16="http://schemas.microsoft.com/office/drawing/2014/main" id="{47757A69-B1BA-4A97-BE11-DEEA7B51BBFB}"/>
              </a:ext>
            </a:extLst>
          </p:cNvPr>
          <p:cNvSpPr>
            <a:spLocks noGrp="1"/>
          </p:cNvSpPr>
          <p:nvPr/>
        </p:nvSpPr>
        <p:spPr>
          <a:xfrm>
            <a:off x="6543008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4" name="F1_main_prauc_2773">
            <a:extLst>
              <a:ext uri="{FF2B5EF4-FFF2-40B4-BE49-F238E27FC236}">
                <a16:creationId xmlns:a16="http://schemas.microsoft.com/office/drawing/2014/main" id="{0878347C-B6C9-4612-976C-31256D0C3BFB}"/>
              </a:ext>
            </a:extLst>
          </p:cNvPr>
          <p:cNvSpPr>
            <a:spLocks noGrp="1"/>
          </p:cNvSpPr>
          <p:nvPr/>
        </p:nvSpPr>
        <p:spPr>
          <a:xfrm>
            <a:off x="6543008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5" name="F1_main_prauc_2774">
            <a:extLst>
              <a:ext uri="{FF2B5EF4-FFF2-40B4-BE49-F238E27FC236}">
                <a16:creationId xmlns:a16="http://schemas.microsoft.com/office/drawing/2014/main" id="{23DEB324-EC80-44E5-9909-EEBDD0B0662B}"/>
              </a:ext>
            </a:extLst>
          </p:cNvPr>
          <p:cNvSpPr>
            <a:spLocks noGrp="1"/>
          </p:cNvSpPr>
          <p:nvPr/>
        </p:nvSpPr>
        <p:spPr>
          <a:xfrm>
            <a:off x="8207326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6" name="F1_main_prauc_2775">
            <a:extLst>
              <a:ext uri="{FF2B5EF4-FFF2-40B4-BE49-F238E27FC236}">
                <a16:creationId xmlns:a16="http://schemas.microsoft.com/office/drawing/2014/main" id="{30B27825-9A6D-4224-A7A9-B1740E106A83}"/>
              </a:ext>
            </a:extLst>
          </p:cNvPr>
          <p:cNvSpPr>
            <a:spLocks noGrp="1"/>
          </p:cNvSpPr>
          <p:nvPr/>
        </p:nvSpPr>
        <p:spPr>
          <a:xfrm>
            <a:off x="8116831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7" name="F1_main_prauc_2776">
            <a:extLst>
              <a:ext uri="{FF2B5EF4-FFF2-40B4-BE49-F238E27FC236}">
                <a16:creationId xmlns:a16="http://schemas.microsoft.com/office/drawing/2014/main" id="{8B677A1E-88CE-4254-8420-0980C726BA18}"/>
              </a:ext>
            </a:extLst>
          </p:cNvPr>
          <p:cNvSpPr>
            <a:spLocks noGrp="1"/>
          </p:cNvSpPr>
          <p:nvPr/>
        </p:nvSpPr>
        <p:spPr>
          <a:xfrm>
            <a:off x="8116831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8" name="F1_main_prauc_2777">
            <a:extLst>
              <a:ext uri="{FF2B5EF4-FFF2-40B4-BE49-F238E27FC236}">
                <a16:creationId xmlns:a16="http://schemas.microsoft.com/office/drawing/2014/main" id="{E47F1C8C-4F32-4A83-813B-34857BC0CED6}"/>
              </a:ext>
            </a:extLst>
          </p:cNvPr>
          <p:cNvSpPr>
            <a:spLocks noGrp="1"/>
          </p:cNvSpPr>
          <p:nvPr/>
        </p:nvSpPr>
        <p:spPr>
          <a:xfrm>
            <a:off x="2274013" y="5406510"/>
            <a:ext cx="191" cy="210746"/>
          </a:xfrm>
          <a:custGeom>
            <a:avLst/>
            <a:gdLst/>
            <a:ahLst/>
            <a:cxnLst/>
            <a:rect l="0" t="0" r="0" b="0"/>
            <a:pathLst>
              <a:path w="191" h="210746">
                <a:moveTo>
                  <a:pt x="0" y="21074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69" name="F1_main_prauc_2778">
            <a:extLst>
              <a:ext uri="{FF2B5EF4-FFF2-40B4-BE49-F238E27FC236}">
                <a16:creationId xmlns:a16="http://schemas.microsoft.com/office/drawing/2014/main" id="{D9DBAA81-9040-48CA-BFC5-2552766B48C6}"/>
              </a:ext>
            </a:extLst>
          </p:cNvPr>
          <p:cNvSpPr>
            <a:spLocks noGrp="1"/>
          </p:cNvSpPr>
          <p:nvPr/>
        </p:nvSpPr>
        <p:spPr>
          <a:xfrm>
            <a:off x="2183518" y="561725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0" name="F1_main_prauc_2779">
            <a:extLst>
              <a:ext uri="{FF2B5EF4-FFF2-40B4-BE49-F238E27FC236}">
                <a16:creationId xmlns:a16="http://schemas.microsoft.com/office/drawing/2014/main" id="{E6D6F701-FB4D-4E00-93D0-96A9C679940B}"/>
              </a:ext>
            </a:extLst>
          </p:cNvPr>
          <p:cNvSpPr>
            <a:spLocks noGrp="1"/>
          </p:cNvSpPr>
          <p:nvPr/>
        </p:nvSpPr>
        <p:spPr>
          <a:xfrm>
            <a:off x="2183518" y="54065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1" name="F1_main_prauc_2780">
            <a:extLst>
              <a:ext uri="{FF2B5EF4-FFF2-40B4-BE49-F238E27FC236}">
                <a16:creationId xmlns:a16="http://schemas.microsoft.com/office/drawing/2014/main" id="{F563EAFB-77FA-4684-8FCB-FE54C7B490DD}"/>
              </a:ext>
            </a:extLst>
          </p:cNvPr>
          <p:cNvSpPr>
            <a:spLocks noGrp="1"/>
          </p:cNvSpPr>
          <p:nvPr/>
        </p:nvSpPr>
        <p:spPr>
          <a:xfrm>
            <a:off x="3847836" y="5151826"/>
            <a:ext cx="191" cy="300623"/>
          </a:xfrm>
          <a:custGeom>
            <a:avLst/>
            <a:gdLst/>
            <a:ahLst/>
            <a:cxnLst/>
            <a:rect l="0" t="0" r="0" b="0"/>
            <a:pathLst>
              <a:path w="191" h="300623">
                <a:moveTo>
                  <a:pt x="0" y="3006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2" name="F1_main_prauc_2781">
            <a:extLst>
              <a:ext uri="{FF2B5EF4-FFF2-40B4-BE49-F238E27FC236}">
                <a16:creationId xmlns:a16="http://schemas.microsoft.com/office/drawing/2014/main" id="{09821EB9-5DBE-46D6-96F1-AE90B7D21999}"/>
              </a:ext>
            </a:extLst>
          </p:cNvPr>
          <p:cNvSpPr>
            <a:spLocks noGrp="1"/>
          </p:cNvSpPr>
          <p:nvPr/>
        </p:nvSpPr>
        <p:spPr>
          <a:xfrm>
            <a:off x="3757341" y="54524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3" name="F1_main_prauc_2782">
            <a:extLst>
              <a:ext uri="{FF2B5EF4-FFF2-40B4-BE49-F238E27FC236}">
                <a16:creationId xmlns:a16="http://schemas.microsoft.com/office/drawing/2014/main" id="{ABC5E4C3-8CF2-4B11-A806-403200E637C7}"/>
              </a:ext>
            </a:extLst>
          </p:cNvPr>
          <p:cNvSpPr>
            <a:spLocks noGrp="1"/>
          </p:cNvSpPr>
          <p:nvPr/>
        </p:nvSpPr>
        <p:spPr>
          <a:xfrm>
            <a:off x="3757341" y="515182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4" name="F1_main_prauc_2783">
            <a:extLst>
              <a:ext uri="{FF2B5EF4-FFF2-40B4-BE49-F238E27FC236}">
                <a16:creationId xmlns:a16="http://schemas.microsoft.com/office/drawing/2014/main" id="{A090B67B-5DD0-4CC6-A900-DFD97D085587}"/>
              </a:ext>
            </a:extLst>
          </p:cNvPr>
          <p:cNvSpPr>
            <a:spLocks noGrp="1"/>
          </p:cNvSpPr>
          <p:nvPr/>
        </p:nvSpPr>
        <p:spPr>
          <a:xfrm>
            <a:off x="5421659" y="5158771"/>
            <a:ext cx="191" cy="299249"/>
          </a:xfrm>
          <a:custGeom>
            <a:avLst/>
            <a:gdLst/>
            <a:ahLst/>
            <a:cxnLst/>
            <a:rect l="0" t="0" r="0" b="0"/>
            <a:pathLst>
              <a:path w="191" h="299249">
                <a:moveTo>
                  <a:pt x="0" y="29924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5" name="F1_main_prauc_2784">
            <a:extLst>
              <a:ext uri="{FF2B5EF4-FFF2-40B4-BE49-F238E27FC236}">
                <a16:creationId xmlns:a16="http://schemas.microsoft.com/office/drawing/2014/main" id="{3B0BA845-8B2D-4E42-8D0C-F3143E83256D}"/>
              </a:ext>
            </a:extLst>
          </p:cNvPr>
          <p:cNvSpPr>
            <a:spLocks noGrp="1"/>
          </p:cNvSpPr>
          <p:nvPr/>
        </p:nvSpPr>
        <p:spPr>
          <a:xfrm>
            <a:off x="5331164" y="545802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6" name="F1_main_prauc_2785">
            <a:extLst>
              <a:ext uri="{FF2B5EF4-FFF2-40B4-BE49-F238E27FC236}">
                <a16:creationId xmlns:a16="http://schemas.microsoft.com/office/drawing/2014/main" id="{CC136D3D-45CB-48D1-AAB4-57E95D3ABE60}"/>
              </a:ext>
            </a:extLst>
          </p:cNvPr>
          <p:cNvSpPr>
            <a:spLocks noGrp="1"/>
          </p:cNvSpPr>
          <p:nvPr/>
        </p:nvSpPr>
        <p:spPr>
          <a:xfrm>
            <a:off x="5331164" y="515877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7" name="F1_main_prauc_2786">
            <a:extLst>
              <a:ext uri="{FF2B5EF4-FFF2-40B4-BE49-F238E27FC236}">
                <a16:creationId xmlns:a16="http://schemas.microsoft.com/office/drawing/2014/main" id="{B0D9B607-9621-4CF9-9080-65CE9A9119BD}"/>
              </a:ext>
            </a:extLst>
          </p:cNvPr>
          <p:cNvSpPr>
            <a:spLocks noGrp="1"/>
          </p:cNvSpPr>
          <p:nvPr/>
        </p:nvSpPr>
        <p:spPr>
          <a:xfrm>
            <a:off x="6995482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8" name="F1_main_prauc_2787">
            <a:extLst>
              <a:ext uri="{FF2B5EF4-FFF2-40B4-BE49-F238E27FC236}">
                <a16:creationId xmlns:a16="http://schemas.microsoft.com/office/drawing/2014/main" id="{50B6BE0F-1715-42DA-9A86-772826B182A7}"/>
              </a:ext>
            </a:extLst>
          </p:cNvPr>
          <p:cNvSpPr>
            <a:spLocks noGrp="1"/>
          </p:cNvSpPr>
          <p:nvPr/>
        </p:nvSpPr>
        <p:spPr>
          <a:xfrm>
            <a:off x="6904988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9" name="F1_main_prauc_2788">
            <a:extLst>
              <a:ext uri="{FF2B5EF4-FFF2-40B4-BE49-F238E27FC236}">
                <a16:creationId xmlns:a16="http://schemas.microsoft.com/office/drawing/2014/main" id="{FE619712-01BA-4D9A-97D1-E4FB05D0FD33}"/>
              </a:ext>
            </a:extLst>
          </p:cNvPr>
          <p:cNvSpPr>
            <a:spLocks noGrp="1"/>
          </p:cNvSpPr>
          <p:nvPr/>
        </p:nvSpPr>
        <p:spPr>
          <a:xfrm>
            <a:off x="6904988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0" name="F1_main_prauc_2789">
            <a:extLst>
              <a:ext uri="{FF2B5EF4-FFF2-40B4-BE49-F238E27FC236}">
                <a16:creationId xmlns:a16="http://schemas.microsoft.com/office/drawing/2014/main" id="{8D4381FD-C568-4086-9E26-DF0B6228DC3B}"/>
              </a:ext>
            </a:extLst>
          </p:cNvPr>
          <p:cNvSpPr>
            <a:spLocks noGrp="1"/>
          </p:cNvSpPr>
          <p:nvPr/>
        </p:nvSpPr>
        <p:spPr>
          <a:xfrm>
            <a:off x="8569305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1" name="F1_main_prauc_2790">
            <a:extLst>
              <a:ext uri="{FF2B5EF4-FFF2-40B4-BE49-F238E27FC236}">
                <a16:creationId xmlns:a16="http://schemas.microsoft.com/office/drawing/2014/main" id="{F6C8BAA5-2D3C-40C7-BACD-E2B6D574C5B0}"/>
              </a:ext>
            </a:extLst>
          </p:cNvPr>
          <p:cNvSpPr>
            <a:spLocks noGrp="1"/>
          </p:cNvSpPr>
          <p:nvPr/>
        </p:nvSpPr>
        <p:spPr>
          <a:xfrm>
            <a:off x="8478811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2" name="F1_main_prauc_2791">
            <a:extLst>
              <a:ext uri="{FF2B5EF4-FFF2-40B4-BE49-F238E27FC236}">
                <a16:creationId xmlns:a16="http://schemas.microsoft.com/office/drawing/2014/main" id="{04E4720C-A8B2-4F35-A0C2-0BADDD481403}"/>
              </a:ext>
            </a:extLst>
          </p:cNvPr>
          <p:cNvSpPr>
            <a:spLocks noGrp="1"/>
          </p:cNvSpPr>
          <p:nvPr/>
        </p:nvSpPr>
        <p:spPr>
          <a:xfrm>
            <a:off x="8478811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3" name="F1_main_prauc_2792">
            <a:extLst>
              <a:ext uri="{FF2B5EF4-FFF2-40B4-BE49-F238E27FC236}">
                <a16:creationId xmlns:a16="http://schemas.microsoft.com/office/drawing/2014/main" id="{6533A48B-F06D-46F7-9DDC-FF5E65553DCD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F1_main_prauc_2793">
            <a:extLst>
              <a:ext uri="{FF2B5EF4-FFF2-40B4-BE49-F238E27FC236}">
                <a16:creationId xmlns:a16="http://schemas.microsoft.com/office/drawing/2014/main" id="{B2E763B4-8005-4022-A63F-05DF03225AB9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F1_main_prauc_2794">
            <a:extLst>
              <a:ext uri="{FF2B5EF4-FFF2-40B4-BE49-F238E27FC236}">
                <a16:creationId xmlns:a16="http://schemas.microsoft.com/office/drawing/2014/main" id="{7B76BC86-8371-4929-80C2-D83982D840AE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F1_main_prauc_2795">
            <a:extLst>
              <a:ext uri="{FF2B5EF4-FFF2-40B4-BE49-F238E27FC236}">
                <a16:creationId xmlns:a16="http://schemas.microsoft.com/office/drawing/2014/main" id="{ECA7B5EA-4090-47CA-94FE-EDD9465FDDF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F1_main_prauc_2796">
            <a:extLst>
              <a:ext uri="{FF2B5EF4-FFF2-40B4-BE49-F238E27FC236}">
                <a16:creationId xmlns:a16="http://schemas.microsoft.com/office/drawing/2014/main" id="{B1944A35-59D3-4E6F-93EE-5C49B41F5C5B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F1_main_prauc_2797">
            <a:extLst>
              <a:ext uri="{FF2B5EF4-FFF2-40B4-BE49-F238E27FC236}">
                <a16:creationId xmlns:a16="http://schemas.microsoft.com/office/drawing/2014/main" id="{97ADC180-0384-4CA2-B8E3-FCD213DA6F6B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9" name="F1_main_prauc_2798">
            <a:extLst>
              <a:ext uri="{FF2B5EF4-FFF2-40B4-BE49-F238E27FC236}">
                <a16:creationId xmlns:a16="http://schemas.microsoft.com/office/drawing/2014/main" id="{B9E137CB-1072-4734-A08D-851B44A8F633}"/>
              </a:ext>
            </a:extLst>
          </p:cNvPr>
          <p:cNvSpPr>
            <a:spLocks noGrp="1"/>
          </p:cNvSpPr>
          <p:nvPr/>
        </p:nvSpPr>
        <p:spPr>
          <a:xfrm>
            <a:off x="3341065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0" name="F1_main_prauc_2799">
            <a:extLst>
              <a:ext uri="{FF2B5EF4-FFF2-40B4-BE49-F238E27FC236}">
                <a16:creationId xmlns:a16="http://schemas.microsoft.com/office/drawing/2014/main" id="{2F97A91D-8218-4311-BEE8-0CA626AED88A}"/>
              </a:ext>
            </a:extLst>
          </p:cNvPr>
          <p:cNvSpPr>
            <a:spLocks noGrp="1"/>
          </p:cNvSpPr>
          <p:nvPr/>
        </p:nvSpPr>
        <p:spPr>
          <a:xfrm>
            <a:off x="4914888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1" name="F1_main_prauc_2800">
            <a:extLst>
              <a:ext uri="{FF2B5EF4-FFF2-40B4-BE49-F238E27FC236}">
                <a16:creationId xmlns:a16="http://schemas.microsoft.com/office/drawing/2014/main" id="{E184528F-FF47-4A54-B3A8-A691D890F9F0}"/>
              </a:ext>
            </a:extLst>
          </p:cNvPr>
          <p:cNvSpPr>
            <a:spLocks noGrp="1"/>
          </p:cNvSpPr>
          <p:nvPr/>
        </p:nvSpPr>
        <p:spPr>
          <a:xfrm>
            <a:off x="6488711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2" name="F1_main_prauc_2801">
            <a:extLst>
              <a:ext uri="{FF2B5EF4-FFF2-40B4-BE49-F238E27FC236}">
                <a16:creationId xmlns:a16="http://schemas.microsoft.com/office/drawing/2014/main" id="{B18184B3-78AB-4E06-B803-21A99D341B8D}"/>
              </a:ext>
            </a:extLst>
          </p:cNvPr>
          <p:cNvSpPr>
            <a:spLocks noGrp="1"/>
          </p:cNvSpPr>
          <p:nvPr/>
        </p:nvSpPr>
        <p:spPr>
          <a:xfrm>
            <a:off x="8062534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3" name="F1_main_prauc_2802">
            <a:extLst>
              <a:ext uri="{FF2B5EF4-FFF2-40B4-BE49-F238E27FC236}">
                <a16:creationId xmlns:a16="http://schemas.microsoft.com/office/drawing/2014/main" id="{AB5187E5-29A6-4FD7-9EA7-7D5987108D5A}"/>
              </a:ext>
            </a:extLst>
          </p:cNvPr>
          <p:cNvSpPr>
            <a:spLocks noGrp="1"/>
          </p:cNvSpPr>
          <p:nvPr/>
        </p:nvSpPr>
        <p:spPr>
          <a:xfrm>
            <a:off x="2129221" y="551478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4" name="F1_main_prauc_2803">
            <a:extLst>
              <a:ext uri="{FF2B5EF4-FFF2-40B4-BE49-F238E27FC236}">
                <a16:creationId xmlns:a16="http://schemas.microsoft.com/office/drawing/2014/main" id="{34D4EE8E-1413-42B7-BBB7-375B675A87BC}"/>
              </a:ext>
            </a:extLst>
          </p:cNvPr>
          <p:cNvSpPr>
            <a:spLocks noGrp="1"/>
          </p:cNvSpPr>
          <p:nvPr/>
        </p:nvSpPr>
        <p:spPr>
          <a:xfrm>
            <a:off x="3703045" y="530619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5" name="F1_main_prauc_2804">
            <a:extLst>
              <a:ext uri="{FF2B5EF4-FFF2-40B4-BE49-F238E27FC236}">
                <a16:creationId xmlns:a16="http://schemas.microsoft.com/office/drawing/2014/main" id="{0E5643AC-5A76-4AF7-9683-7A9E811DC99B}"/>
              </a:ext>
            </a:extLst>
          </p:cNvPr>
          <p:cNvSpPr>
            <a:spLocks noGrp="1"/>
          </p:cNvSpPr>
          <p:nvPr/>
        </p:nvSpPr>
        <p:spPr>
          <a:xfrm>
            <a:off x="5276868" y="531178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6" name="F1_main_prauc_2805">
            <a:extLst>
              <a:ext uri="{FF2B5EF4-FFF2-40B4-BE49-F238E27FC236}">
                <a16:creationId xmlns:a16="http://schemas.microsoft.com/office/drawing/2014/main" id="{967351B4-E734-495C-A3FE-38523A3DF6D1}"/>
              </a:ext>
            </a:extLst>
          </p:cNvPr>
          <p:cNvSpPr>
            <a:spLocks noGrp="1"/>
          </p:cNvSpPr>
          <p:nvPr/>
        </p:nvSpPr>
        <p:spPr>
          <a:xfrm>
            <a:off x="6850691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7" name="F1_main_prauc_2806">
            <a:extLst>
              <a:ext uri="{FF2B5EF4-FFF2-40B4-BE49-F238E27FC236}">
                <a16:creationId xmlns:a16="http://schemas.microsoft.com/office/drawing/2014/main" id="{E3D17006-6704-4FCF-8C77-197AF723646F}"/>
              </a:ext>
            </a:extLst>
          </p:cNvPr>
          <p:cNvSpPr>
            <a:spLocks noGrp="1"/>
          </p:cNvSpPr>
          <p:nvPr/>
        </p:nvSpPr>
        <p:spPr>
          <a:xfrm>
            <a:off x="8424514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8" name="text_2807">
            <a:extLst>
              <a:ext uri="{FF2B5EF4-FFF2-40B4-BE49-F238E27FC236}">
                <a16:creationId xmlns:a16="http://schemas.microsoft.com/office/drawing/2014/main" id="{0959993B-33EC-4CBA-8D3A-38E2EAFE4EF0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2537707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Stage1 detection performance</a:t>
            </a:r>
          </a:p>
        </p:txBody>
      </p:sp>
      <p:sp>
        <p:nvSpPr>
          <p:cNvPr id="2799" name="text_2808">
            <a:extLst>
              <a:ext uri="{FF2B5EF4-FFF2-40B4-BE49-F238E27FC236}">
                <a16:creationId xmlns:a16="http://schemas.microsoft.com/office/drawing/2014/main" id="{8A5A0C1C-103C-4B3C-B0CE-F0C08CEC1A02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F1_main_prauc_2809">
            <a:extLst>
              <a:ext uri="{FF2B5EF4-FFF2-40B4-BE49-F238E27FC236}">
                <a16:creationId xmlns:a16="http://schemas.microsoft.com/office/drawing/2014/main" id="{49E45B3C-342A-4518-B04E-E2CD40CDE0BB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2810">
            <a:extLst>
              <a:ext uri="{FF2B5EF4-FFF2-40B4-BE49-F238E27FC236}">
                <a16:creationId xmlns:a16="http://schemas.microsoft.com/office/drawing/2014/main" id="{BE1A3F73-B2A3-42FD-905C-54CCF0D64266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154730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2802" name="F1_main_prauc_2811">
            <a:extLst>
              <a:ext uri="{FF2B5EF4-FFF2-40B4-BE49-F238E27FC236}">
                <a16:creationId xmlns:a16="http://schemas.microsoft.com/office/drawing/2014/main" id="{CD81157A-260E-48DC-8B8F-1A5ADD7ECDAC}"/>
              </a:ext>
            </a:extLst>
          </p:cNvPr>
          <p:cNvSpPr>
            <a:spLocks noGrp="1"/>
          </p:cNvSpPr>
          <p:nvPr/>
        </p:nvSpPr>
        <p:spPr>
          <a:xfrm>
            <a:off x="2603076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2812">
            <a:extLst>
              <a:ext uri="{FF2B5EF4-FFF2-40B4-BE49-F238E27FC236}">
                <a16:creationId xmlns:a16="http://schemas.microsoft.com/office/drawing/2014/main" id="{C873A4E6-085B-4622-B2E8-0180F0B574F9}"/>
              </a:ext>
            </a:extLst>
          </p:cNvPr>
          <p:cNvSpPr>
            <a:spLocks noGrp="1"/>
          </p:cNvSpPr>
          <p:nvPr/>
        </p:nvSpPr>
        <p:spPr>
          <a:xfrm>
            <a:off x="2837674" y="2160866"/>
            <a:ext cx="160074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2804" name="F1_main_prauc_2813">
            <a:extLst>
              <a:ext uri="{FF2B5EF4-FFF2-40B4-BE49-F238E27FC236}">
                <a16:creationId xmlns:a16="http://schemas.microsoft.com/office/drawing/2014/main" id="{844C1A1A-FDE2-4661-BA33-02A4B3C9F454}"/>
              </a:ext>
            </a:extLst>
          </p:cNvPr>
          <p:cNvSpPr>
            <a:spLocks noGrp="1"/>
          </p:cNvSpPr>
          <p:nvPr/>
        </p:nvSpPr>
        <p:spPr>
          <a:xfrm>
            <a:off x="4639519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92979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2814">
            <a:extLst>
              <a:ext uri="{FF2B5EF4-FFF2-40B4-BE49-F238E27FC236}">
                <a16:creationId xmlns:a16="http://schemas.microsoft.com/office/drawing/2014/main" id="{6995B52C-9C79-4374-B8FF-41BB6B950286}"/>
              </a:ext>
            </a:extLst>
          </p:cNvPr>
          <p:cNvSpPr>
            <a:spLocks noGrp="1"/>
          </p:cNvSpPr>
          <p:nvPr/>
        </p:nvSpPr>
        <p:spPr>
          <a:xfrm>
            <a:off x="4874116" y="2160866"/>
            <a:ext cx="52345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0651197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3_paired_semantic_8399">
            <a:extLst>
              <a:ext uri="{FF2B5EF4-FFF2-40B4-BE49-F238E27FC236}">
                <a16:creationId xmlns:a16="http://schemas.microsoft.com/office/drawing/2014/main" id="{2E8D5833-BFCF-4FDC-8D94-7349B6439CFC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3_paired_semantic_8400">
            <a:extLst>
              <a:ext uri="{FF2B5EF4-FFF2-40B4-BE49-F238E27FC236}">
                <a16:creationId xmlns:a16="http://schemas.microsoft.com/office/drawing/2014/main" id="{F11DF9EB-A0DD-4CB7-B176-3955B990416E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3_paired_semantic_8401">
            <a:extLst>
              <a:ext uri="{FF2B5EF4-FFF2-40B4-BE49-F238E27FC236}">
                <a16:creationId xmlns:a16="http://schemas.microsoft.com/office/drawing/2014/main" id="{3A984F1B-3F53-4D0D-B412-0737E8A660BF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3_paired_semantic_8402">
            <a:extLst>
              <a:ext uri="{FF2B5EF4-FFF2-40B4-BE49-F238E27FC236}">
                <a16:creationId xmlns:a16="http://schemas.microsoft.com/office/drawing/2014/main" id="{CD8585EF-D55D-4CCA-92A8-D7DDE712CAE8}"/>
              </a:ext>
            </a:extLst>
          </p:cNvPr>
          <p:cNvSpPr>
            <a:spLocks noGrp="1"/>
          </p:cNvSpPr>
          <p:nvPr/>
        </p:nvSpPr>
        <p:spPr>
          <a:xfrm>
            <a:off x="1864911" y="3730649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3_paired_semantic_8403">
            <a:extLst>
              <a:ext uri="{FF2B5EF4-FFF2-40B4-BE49-F238E27FC236}">
                <a16:creationId xmlns:a16="http://schemas.microsoft.com/office/drawing/2014/main" id="{F2E5D643-4A6A-45F0-8D16-2B5522167CEC}"/>
              </a:ext>
            </a:extLst>
          </p:cNvPr>
          <p:cNvSpPr>
            <a:spLocks noGrp="1"/>
          </p:cNvSpPr>
          <p:nvPr/>
        </p:nvSpPr>
        <p:spPr>
          <a:xfrm>
            <a:off x="1864902" y="236675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3_paired_semantic_8404">
            <a:extLst>
              <a:ext uri="{FF2B5EF4-FFF2-40B4-BE49-F238E27FC236}">
                <a16:creationId xmlns:a16="http://schemas.microsoft.com/office/drawing/2014/main" id="{5C578B17-9335-41CF-B38C-29C4DE3CD779}"/>
              </a:ext>
            </a:extLst>
          </p:cNvPr>
          <p:cNvSpPr>
            <a:spLocks noGrp="1"/>
          </p:cNvSpPr>
          <p:nvPr/>
        </p:nvSpPr>
        <p:spPr>
          <a:xfrm>
            <a:off x="3397573" y="26476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3_paired_semantic_8405">
            <a:extLst>
              <a:ext uri="{FF2B5EF4-FFF2-40B4-BE49-F238E27FC236}">
                <a16:creationId xmlns:a16="http://schemas.microsoft.com/office/drawing/2014/main" id="{97D90F0C-34CA-4C9C-B813-805183AE47BD}"/>
              </a:ext>
            </a:extLst>
          </p:cNvPr>
          <p:cNvSpPr>
            <a:spLocks noGrp="1"/>
          </p:cNvSpPr>
          <p:nvPr/>
        </p:nvSpPr>
        <p:spPr>
          <a:xfrm>
            <a:off x="1864912" y="6271011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3_paired_semantic_8406">
            <a:extLst>
              <a:ext uri="{FF2B5EF4-FFF2-40B4-BE49-F238E27FC236}">
                <a16:creationId xmlns:a16="http://schemas.microsoft.com/office/drawing/2014/main" id="{295FDD9E-BE10-43F8-9133-0361A248E11E}"/>
              </a:ext>
            </a:extLst>
          </p:cNvPr>
          <p:cNvSpPr>
            <a:spLocks noGrp="1"/>
          </p:cNvSpPr>
          <p:nvPr/>
        </p:nvSpPr>
        <p:spPr>
          <a:xfrm>
            <a:off x="4405134" y="3045861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3_paired_semantic_8407">
            <a:extLst>
              <a:ext uri="{FF2B5EF4-FFF2-40B4-BE49-F238E27FC236}">
                <a16:creationId xmlns:a16="http://schemas.microsoft.com/office/drawing/2014/main" id="{BD8FB2FD-EC16-47D3-A3C6-263354ED6C6F}"/>
              </a:ext>
            </a:extLst>
          </p:cNvPr>
          <p:cNvSpPr>
            <a:spLocks noGrp="1"/>
          </p:cNvSpPr>
          <p:nvPr/>
        </p:nvSpPr>
        <p:spPr>
          <a:xfrm>
            <a:off x="1864900" y="5173939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3_paired_semantic_8408">
            <a:extLst>
              <a:ext uri="{FF2B5EF4-FFF2-40B4-BE49-F238E27FC236}">
                <a16:creationId xmlns:a16="http://schemas.microsoft.com/office/drawing/2014/main" id="{6F5A4980-A835-4083-927E-29FD711002E1}"/>
              </a:ext>
            </a:extLst>
          </p:cNvPr>
          <p:cNvSpPr>
            <a:spLocks noGrp="1"/>
          </p:cNvSpPr>
          <p:nvPr/>
        </p:nvSpPr>
        <p:spPr>
          <a:xfrm>
            <a:off x="1865046" y="231613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3_paired_semantic_8409">
            <a:extLst>
              <a:ext uri="{FF2B5EF4-FFF2-40B4-BE49-F238E27FC236}">
                <a16:creationId xmlns:a16="http://schemas.microsoft.com/office/drawing/2014/main" id="{28FF2C6C-985F-4B8B-AAD4-74CF2D046503}"/>
              </a:ext>
            </a:extLst>
          </p:cNvPr>
          <p:cNvSpPr>
            <a:spLocks noGrp="1"/>
          </p:cNvSpPr>
          <p:nvPr/>
        </p:nvSpPr>
        <p:spPr>
          <a:xfrm>
            <a:off x="5099419" y="2398907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3_paired_semantic_8410">
            <a:extLst>
              <a:ext uri="{FF2B5EF4-FFF2-40B4-BE49-F238E27FC236}">
                <a16:creationId xmlns:a16="http://schemas.microsoft.com/office/drawing/2014/main" id="{F844706F-F6FE-4600-ADCE-B2E31E420658}"/>
              </a:ext>
            </a:extLst>
          </p:cNvPr>
          <p:cNvSpPr>
            <a:spLocks noGrp="1"/>
          </p:cNvSpPr>
          <p:nvPr/>
        </p:nvSpPr>
        <p:spPr>
          <a:xfrm>
            <a:off x="1865069" y="464483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3_paired_semantic_8411">
            <a:extLst>
              <a:ext uri="{FF2B5EF4-FFF2-40B4-BE49-F238E27FC236}">
                <a16:creationId xmlns:a16="http://schemas.microsoft.com/office/drawing/2014/main" id="{7ADBA0F1-3326-45C1-951E-3F1F9B259A37}"/>
              </a:ext>
            </a:extLst>
          </p:cNvPr>
          <p:cNvSpPr>
            <a:spLocks noGrp="1"/>
          </p:cNvSpPr>
          <p:nvPr/>
        </p:nvSpPr>
        <p:spPr>
          <a:xfrm>
            <a:off x="2663552" y="2703945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3_paired_semantic_8412">
            <a:extLst>
              <a:ext uri="{FF2B5EF4-FFF2-40B4-BE49-F238E27FC236}">
                <a16:creationId xmlns:a16="http://schemas.microsoft.com/office/drawing/2014/main" id="{D30E91EC-3408-441E-9172-7D274E87214D}"/>
              </a:ext>
            </a:extLst>
          </p:cNvPr>
          <p:cNvSpPr>
            <a:spLocks noGrp="1"/>
          </p:cNvSpPr>
          <p:nvPr/>
        </p:nvSpPr>
        <p:spPr>
          <a:xfrm>
            <a:off x="4368501" y="4826134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3_paired_semantic_8413">
            <a:extLst>
              <a:ext uri="{FF2B5EF4-FFF2-40B4-BE49-F238E27FC236}">
                <a16:creationId xmlns:a16="http://schemas.microsoft.com/office/drawing/2014/main" id="{876454C7-5B40-460B-82F2-DB6175611A21}"/>
              </a:ext>
            </a:extLst>
          </p:cNvPr>
          <p:cNvSpPr>
            <a:spLocks noGrp="1"/>
          </p:cNvSpPr>
          <p:nvPr/>
        </p:nvSpPr>
        <p:spPr>
          <a:xfrm>
            <a:off x="3266386" y="402403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3_paired_semantic_8414">
            <a:extLst>
              <a:ext uri="{FF2B5EF4-FFF2-40B4-BE49-F238E27FC236}">
                <a16:creationId xmlns:a16="http://schemas.microsoft.com/office/drawing/2014/main" id="{DEECBE06-7F6C-4ED6-8E8C-6DE81B146BEF}"/>
              </a:ext>
            </a:extLst>
          </p:cNvPr>
          <p:cNvSpPr>
            <a:spLocks noGrp="1"/>
          </p:cNvSpPr>
          <p:nvPr/>
        </p:nvSpPr>
        <p:spPr>
          <a:xfrm>
            <a:off x="3314336" y="420843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3_paired_semantic_8415">
            <a:extLst>
              <a:ext uri="{FF2B5EF4-FFF2-40B4-BE49-F238E27FC236}">
                <a16:creationId xmlns:a16="http://schemas.microsoft.com/office/drawing/2014/main" id="{539D679A-3FF2-4ED8-B303-7B371F57C9C3}"/>
              </a:ext>
            </a:extLst>
          </p:cNvPr>
          <p:cNvSpPr>
            <a:spLocks noGrp="1"/>
          </p:cNvSpPr>
          <p:nvPr/>
        </p:nvSpPr>
        <p:spPr>
          <a:xfrm>
            <a:off x="1864914" y="3790266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3_paired_semantic_8416">
            <a:extLst>
              <a:ext uri="{FF2B5EF4-FFF2-40B4-BE49-F238E27FC236}">
                <a16:creationId xmlns:a16="http://schemas.microsoft.com/office/drawing/2014/main" id="{CE99CC2F-7501-4955-8AA6-B463E705ED09}"/>
              </a:ext>
            </a:extLst>
          </p:cNvPr>
          <p:cNvSpPr>
            <a:spLocks noGrp="1"/>
          </p:cNvSpPr>
          <p:nvPr/>
        </p:nvSpPr>
        <p:spPr>
          <a:xfrm>
            <a:off x="2538045" y="2566717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3_paired_semantic_8417">
            <a:extLst>
              <a:ext uri="{FF2B5EF4-FFF2-40B4-BE49-F238E27FC236}">
                <a16:creationId xmlns:a16="http://schemas.microsoft.com/office/drawing/2014/main" id="{C866C7CB-7BCE-4405-A8EA-F9E92349C8E2}"/>
              </a:ext>
            </a:extLst>
          </p:cNvPr>
          <p:cNvSpPr>
            <a:spLocks noGrp="1"/>
          </p:cNvSpPr>
          <p:nvPr/>
        </p:nvSpPr>
        <p:spPr>
          <a:xfrm>
            <a:off x="3594320" y="293349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3_paired_semantic_8418">
            <a:extLst>
              <a:ext uri="{FF2B5EF4-FFF2-40B4-BE49-F238E27FC236}">
                <a16:creationId xmlns:a16="http://schemas.microsoft.com/office/drawing/2014/main" id="{DE51C92C-548A-4177-A051-FE211A101FED}"/>
              </a:ext>
            </a:extLst>
          </p:cNvPr>
          <p:cNvSpPr>
            <a:spLocks noGrp="1"/>
          </p:cNvSpPr>
          <p:nvPr/>
        </p:nvSpPr>
        <p:spPr>
          <a:xfrm>
            <a:off x="1864908" y="4438490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3_paired_semantic_8419">
            <a:extLst>
              <a:ext uri="{FF2B5EF4-FFF2-40B4-BE49-F238E27FC236}">
                <a16:creationId xmlns:a16="http://schemas.microsoft.com/office/drawing/2014/main" id="{F5BCEB6D-3B04-45E1-8CF4-127DB1834305}"/>
              </a:ext>
            </a:extLst>
          </p:cNvPr>
          <p:cNvSpPr>
            <a:spLocks noGrp="1"/>
          </p:cNvSpPr>
          <p:nvPr/>
        </p:nvSpPr>
        <p:spPr>
          <a:xfrm>
            <a:off x="3888789" y="492264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3_paired_semantic_8420">
            <a:extLst>
              <a:ext uri="{FF2B5EF4-FFF2-40B4-BE49-F238E27FC236}">
                <a16:creationId xmlns:a16="http://schemas.microsoft.com/office/drawing/2014/main" id="{E657F2EA-9AF1-4F1C-9599-FC15DEB5AF6B}"/>
              </a:ext>
            </a:extLst>
          </p:cNvPr>
          <p:cNvSpPr>
            <a:spLocks noGrp="1"/>
          </p:cNvSpPr>
          <p:nvPr/>
        </p:nvSpPr>
        <p:spPr>
          <a:xfrm>
            <a:off x="4283568" y="3496101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3_paired_semantic_8421">
            <a:extLst>
              <a:ext uri="{FF2B5EF4-FFF2-40B4-BE49-F238E27FC236}">
                <a16:creationId xmlns:a16="http://schemas.microsoft.com/office/drawing/2014/main" id="{9DF70CA3-E739-4D00-9493-C73A24DF73BA}"/>
              </a:ext>
            </a:extLst>
          </p:cNvPr>
          <p:cNvSpPr>
            <a:spLocks noGrp="1"/>
          </p:cNvSpPr>
          <p:nvPr/>
        </p:nvSpPr>
        <p:spPr>
          <a:xfrm>
            <a:off x="3078445" y="380180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3_paired_semantic_8422">
            <a:extLst>
              <a:ext uri="{FF2B5EF4-FFF2-40B4-BE49-F238E27FC236}">
                <a16:creationId xmlns:a16="http://schemas.microsoft.com/office/drawing/2014/main" id="{67D6CA14-2850-419C-8ADA-93AA77C23DA0}"/>
              </a:ext>
            </a:extLst>
          </p:cNvPr>
          <p:cNvSpPr>
            <a:spLocks noGrp="1"/>
          </p:cNvSpPr>
          <p:nvPr/>
        </p:nvSpPr>
        <p:spPr>
          <a:xfrm>
            <a:off x="2730608" y="5130571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3_paired_semantic_8423">
            <a:extLst>
              <a:ext uri="{FF2B5EF4-FFF2-40B4-BE49-F238E27FC236}">
                <a16:creationId xmlns:a16="http://schemas.microsoft.com/office/drawing/2014/main" id="{991942B7-B63C-4E2A-B5C3-4083F0A7AB70}"/>
              </a:ext>
            </a:extLst>
          </p:cNvPr>
          <p:cNvSpPr>
            <a:spLocks noGrp="1"/>
          </p:cNvSpPr>
          <p:nvPr/>
        </p:nvSpPr>
        <p:spPr>
          <a:xfrm>
            <a:off x="1865034" y="4909366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3_paired_semantic_8424">
            <a:extLst>
              <a:ext uri="{FF2B5EF4-FFF2-40B4-BE49-F238E27FC236}">
                <a16:creationId xmlns:a16="http://schemas.microsoft.com/office/drawing/2014/main" id="{327F64D3-BC8C-4357-8E4C-E7B560C697BA}"/>
              </a:ext>
            </a:extLst>
          </p:cNvPr>
          <p:cNvSpPr>
            <a:spLocks noGrp="1"/>
          </p:cNvSpPr>
          <p:nvPr/>
        </p:nvSpPr>
        <p:spPr>
          <a:xfrm>
            <a:off x="3381058" y="463445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3_paired_semantic_8425">
            <a:extLst>
              <a:ext uri="{FF2B5EF4-FFF2-40B4-BE49-F238E27FC236}">
                <a16:creationId xmlns:a16="http://schemas.microsoft.com/office/drawing/2014/main" id="{9BC1AEB1-87D0-4D40-A6E1-E061D8FB2FB0}"/>
              </a:ext>
            </a:extLst>
          </p:cNvPr>
          <p:cNvSpPr>
            <a:spLocks noGrp="1"/>
          </p:cNvSpPr>
          <p:nvPr/>
        </p:nvSpPr>
        <p:spPr>
          <a:xfrm>
            <a:off x="5631099" y="2284702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3_paired_semantic_8426">
            <a:extLst>
              <a:ext uri="{FF2B5EF4-FFF2-40B4-BE49-F238E27FC236}">
                <a16:creationId xmlns:a16="http://schemas.microsoft.com/office/drawing/2014/main" id="{1B70D5CD-5CB6-4B7F-804E-CD2AF35BE832}"/>
              </a:ext>
            </a:extLst>
          </p:cNvPr>
          <p:cNvSpPr>
            <a:spLocks noGrp="1"/>
          </p:cNvSpPr>
          <p:nvPr/>
        </p:nvSpPr>
        <p:spPr>
          <a:xfrm>
            <a:off x="1864908" y="6441246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3_paired_semantic_8427">
            <a:extLst>
              <a:ext uri="{FF2B5EF4-FFF2-40B4-BE49-F238E27FC236}">
                <a16:creationId xmlns:a16="http://schemas.microsoft.com/office/drawing/2014/main" id="{E0390D4D-6A2E-48C5-BB37-4B35EABBEAEB}"/>
              </a:ext>
            </a:extLst>
          </p:cNvPr>
          <p:cNvSpPr>
            <a:spLocks noGrp="1"/>
          </p:cNvSpPr>
          <p:nvPr/>
        </p:nvSpPr>
        <p:spPr>
          <a:xfrm>
            <a:off x="1864906" y="6545296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3_paired_semantic_8428">
            <a:extLst>
              <a:ext uri="{FF2B5EF4-FFF2-40B4-BE49-F238E27FC236}">
                <a16:creationId xmlns:a16="http://schemas.microsoft.com/office/drawing/2014/main" id="{6F1E15BF-A4BE-4BF3-A9C7-1AEAA8DEBEB4}"/>
              </a:ext>
            </a:extLst>
          </p:cNvPr>
          <p:cNvSpPr>
            <a:spLocks noGrp="1"/>
          </p:cNvSpPr>
          <p:nvPr/>
        </p:nvSpPr>
        <p:spPr>
          <a:xfrm>
            <a:off x="2867902" y="5558724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3_paired_semantic_8429">
            <a:extLst>
              <a:ext uri="{FF2B5EF4-FFF2-40B4-BE49-F238E27FC236}">
                <a16:creationId xmlns:a16="http://schemas.microsoft.com/office/drawing/2014/main" id="{4EEFC475-0627-430E-9764-2889121B96E4}"/>
              </a:ext>
            </a:extLst>
          </p:cNvPr>
          <p:cNvSpPr>
            <a:spLocks noGrp="1"/>
          </p:cNvSpPr>
          <p:nvPr/>
        </p:nvSpPr>
        <p:spPr>
          <a:xfrm>
            <a:off x="1865033" y="426952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3_paired_semantic_8430">
            <a:extLst>
              <a:ext uri="{FF2B5EF4-FFF2-40B4-BE49-F238E27FC236}">
                <a16:creationId xmlns:a16="http://schemas.microsoft.com/office/drawing/2014/main" id="{29B4B12E-CD69-4E6A-8DDB-9197ED97664A}"/>
              </a:ext>
            </a:extLst>
          </p:cNvPr>
          <p:cNvSpPr>
            <a:spLocks noGrp="1"/>
          </p:cNvSpPr>
          <p:nvPr/>
        </p:nvSpPr>
        <p:spPr>
          <a:xfrm>
            <a:off x="4834900" y="2159129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3_paired_semantic_8431">
            <a:extLst>
              <a:ext uri="{FF2B5EF4-FFF2-40B4-BE49-F238E27FC236}">
                <a16:creationId xmlns:a16="http://schemas.microsoft.com/office/drawing/2014/main" id="{00143370-B04D-4521-A2C6-4DD7C0E74E88}"/>
              </a:ext>
            </a:extLst>
          </p:cNvPr>
          <p:cNvSpPr>
            <a:spLocks noGrp="1"/>
          </p:cNvSpPr>
          <p:nvPr/>
        </p:nvSpPr>
        <p:spPr>
          <a:xfrm>
            <a:off x="4899895" y="2290388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3_paired_semantic_8432">
            <a:extLst>
              <a:ext uri="{FF2B5EF4-FFF2-40B4-BE49-F238E27FC236}">
                <a16:creationId xmlns:a16="http://schemas.microsoft.com/office/drawing/2014/main" id="{EF4E42D0-0665-4B36-920F-EE41671038A0}"/>
              </a:ext>
            </a:extLst>
          </p:cNvPr>
          <p:cNvSpPr>
            <a:spLocks noGrp="1"/>
          </p:cNvSpPr>
          <p:nvPr/>
        </p:nvSpPr>
        <p:spPr>
          <a:xfrm>
            <a:off x="1864896" y="6578023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3_paired_semantic_8433">
            <a:extLst>
              <a:ext uri="{FF2B5EF4-FFF2-40B4-BE49-F238E27FC236}">
                <a16:creationId xmlns:a16="http://schemas.microsoft.com/office/drawing/2014/main" id="{D5EB4E3F-BA2E-40A2-A392-50819299A19A}"/>
              </a:ext>
            </a:extLst>
          </p:cNvPr>
          <p:cNvSpPr>
            <a:spLocks noGrp="1"/>
          </p:cNvSpPr>
          <p:nvPr/>
        </p:nvSpPr>
        <p:spPr>
          <a:xfrm>
            <a:off x="3803766" y="3609717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3_paired_semantic_8434">
            <a:extLst>
              <a:ext uri="{FF2B5EF4-FFF2-40B4-BE49-F238E27FC236}">
                <a16:creationId xmlns:a16="http://schemas.microsoft.com/office/drawing/2014/main" id="{8E3207B6-C8E5-49E0-BDF1-5C482E450906}"/>
              </a:ext>
            </a:extLst>
          </p:cNvPr>
          <p:cNvSpPr>
            <a:spLocks noGrp="1"/>
          </p:cNvSpPr>
          <p:nvPr/>
        </p:nvSpPr>
        <p:spPr>
          <a:xfrm>
            <a:off x="1864954" y="6385322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3_paired_semantic_8435">
            <a:extLst>
              <a:ext uri="{FF2B5EF4-FFF2-40B4-BE49-F238E27FC236}">
                <a16:creationId xmlns:a16="http://schemas.microsoft.com/office/drawing/2014/main" id="{6634FCA9-75A7-4F66-98A6-59B14130843B}"/>
              </a:ext>
            </a:extLst>
          </p:cNvPr>
          <p:cNvSpPr>
            <a:spLocks noGrp="1"/>
          </p:cNvSpPr>
          <p:nvPr/>
        </p:nvSpPr>
        <p:spPr>
          <a:xfrm>
            <a:off x="3474397" y="5612118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3_paired_semantic_8436">
            <a:extLst>
              <a:ext uri="{FF2B5EF4-FFF2-40B4-BE49-F238E27FC236}">
                <a16:creationId xmlns:a16="http://schemas.microsoft.com/office/drawing/2014/main" id="{468FFED4-E322-4D97-BA69-DBE3AFB85A4A}"/>
              </a:ext>
            </a:extLst>
          </p:cNvPr>
          <p:cNvSpPr>
            <a:spLocks noGrp="1"/>
          </p:cNvSpPr>
          <p:nvPr/>
        </p:nvSpPr>
        <p:spPr>
          <a:xfrm>
            <a:off x="1864900" y="430787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3_paired_semantic_8437">
            <a:extLst>
              <a:ext uri="{FF2B5EF4-FFF2-40B4-BE49-F238E27FC236}">
                <a16:creationId xmlns:a16="http://schemas.microsoft.com/office/drawing/2014/main" id="{46AC6607-F280-4B57-BE7B-1FAC59B0662B}"/>
              </a:ext>
            </a:extLst>
          </p:cNvPr>
          <p:cNvSpPr>
            <a:spLocks noGrp="1"/>
          </p:cNvSpPr>
          <p:nvPr/>
        </p:nvSpPr>
        <p:spPr>
          <a:xfrm>
            <a:off x="1864954" y="6577966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3_paired_semantic_8438">
            <a:extLst>
              <a:ext uri="{FF2B5EF4-FFF2-40B4-BE49-F238E27FC236}">
                <a16:creationId xmlns:a16="http://schemas.microsoft.com/office/drawing/2014/main" id="{7B682EAD-98D1-4E92-AA68-BD04843456D4}"/>
              </a:ext>
            </a:extLst>
          </p:cNvPr>
          <p:cNvSpPr>
            <a:spLocks noGrp="1"/>
          </p:cNvSpPr>
          <p:nvPr/>
        </p:nvSpPr>
        <p:spPr>
          <a:xfrm>
            <a:off x="1864900" y="6578019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3_paired_semantic_8439">
            <a:extLst>
              <a:ext uri="{FF2B5EF4-FFF2-40B4-BE49-F238E27FC236}">
                <a16:creationId xmlns:a16="http://schemas.microsoft.com/office/drawing/2014/main" id="{4876E2C6-51AB-49FD-B22B-3661CE6EF9DF}"/>
              </a:ext>
            </a:extLst>
          </p:cNvPr>
          <p:cNvSpPr>
            <a:spLocks noGrp="1"/>
          </p:cNvSpPr>
          <p:nvPr/>
        </p:nvSpPr>
        <p:spPr>
          <a:xfrm>
            <a:off x="2675972" y="432386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3_paired_semantic_8440">
            <a:extLst>
              <a:ext uri="{FF2B5EF4-FFF2-40B4-BE49-F238E27FC236}">
                <a16:creationId xmlns:a16="http://schemas.microsoft.com/office/drawing/2014/main" id="{E97101C5-A6AD-47E4-83B5-BEEA32BD0798}"/>
              </a:ext>
            </a:extLst>
          </p:cNvPr>
          <p:cNvSpPr>
            <a:spLocks noGrp="1"/>
          </p:cNvSpPr>
          <p:nvPr/>
        </p:nvSpPr>
        <p:spPr>
          <a:xfrm>
            <a:off x="1864971" y="232813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3_paired_semantic_8441">
            <a:extLst>
              <a:ext uri="{FF2B5EF4-FFF2-40B4-BE49-F238E27FC236}">
                <a16:creationId xmlns:a16="http://schemas.microsoft.com/office/drawing/2014/main" id="{379380B4-617D-4740-BC4D-A0845CE973B4}"/>
              </a:ext>
            </a:extLst>
          </p:cNvPr>
          <p:cNvSpPr>
            <a:spLocks noGrp="1"/>
          </p:cNvSpPr>
          <p:nvPr/>
        </p:nvSpPr>
        <p:spPr>
          <a:xfrm>
            <a:off x="5020380" y="2060163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3_paired_semantic_8442">
            <a:extLst>
              <a:ext uri="{FF2B5EF4-FFF2-40B4-BE49-F238E27FC236}">
                <a16:creationId xmlns:a16="http://schemas.microsoft.com/office/drawing/2014/main" id="{6337EA44-58E8-4076-B768-C6E0A33D7C32}"/>
              </a:ext>
            </a:extLst>
          </p:cNvPr>
          <p:cNvSpPr>
            <a:spLocks noGrp="1"/>
          </p:cNvSpPr>
          <p:nvPr/>
        </p:nvSpPr>
        <p:spPr>
          <a:xfrm>
            <a:off x="1864927" y="6437761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3_paired_semantic_8443">
            <a:extLst>
              <a:ext uri="{FF2B5EF4-FFF2-40B4-BE49-F238E27FC236}">
                <a16:creationId xmlns:a16="http://schemas.microsoft.com/office/drawing/2014/main" id="{821A6B6A-6855-4105-9F4F-A965DFA25784}"/>
              </a:ext>
            </a:extLst>
          </p:cNvPr>
          <p:cNvSpPr>
            <a:spLocks noGrp="1"/>
          </p:cNvSpPr>
          <p:nvPr/>
        </p:nvSpPr>
        <p:spPr>
          <a:xfrm>
            <a:off x="5611695" y="2434708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3_paired_semantic_8444">
            <a:extLst>
              <a:ext uri="{FF2B5EF4-FFF2-40B4-BE49-F238E27FC236}">
                <a16:creationId xmlns:a16="http://schemas.microsoft.com/office/drawing/2014/main" id="{AFC465A0-EC7B-478D-B65A-E2A4014113CC}"/>
              </a:ext>
            </a:extLst>
          </p:cNvPr>
          <p:cNvSpPr>
            <a:spLocks noGrp="1"/>
          </p:cNvSpPr>
          <p:nvPr/>
        </p:nvSpPr>
        <p:spPr>
          <a:xfrm>
            <a:off x="1864899" y="310646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3_paired_semantic_8445">
            <a:extLst>
              <a:ext uri="{FF2B5EF4-FFF2-40B4-BE49-F238E27FC236}">
                <a16:creationId xmlns:a16="http://schemas.microsoft.com/office/drawing/2014/main" id="{E41DB13C-3407-409A-8546-CE85EBBD718E}"/>
              </a:ext>
            </a:extLst>
          </p:cNvPr>
          <p:cNvSpPr>
            <a:spLocks noGrp="1"/>
          </p:cNvSpPr>
          <p:nvPr/>
        </p:nvSpPr>
        <p:spPr>
          <a:xfrm>
            <a:off x="1864983" y="335244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3_paired_semantic_8446">
            <a:extLst>
              <a:ext uri="{FF2B5EF4-FFF2-40B4-BE49-F238E27FC236}">
                <a16:creationId xmlns:a16="http://schemas.microsoft.com/office/drawing/2014/main" id="{3CB1AE70-85B8-409B-B381-FE947700E3F3}"/>
              </a:ext>
            </a:extLst>
          </p:cNvPr>
          <p:cNvSpPr>
            <a:spLocks noGrp="1"/>
          </p:cNvSpPr>
          <p:nvPr/>
        </p:nvSpPr>
        <p:spPr>
          <a:xfrm>
            <a:off x="1864904" y="386119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3_paired_semantic_8447">
            <a:extLst>
              <a:ext uri="{FF2B5EF4-FFF2-40B4-BE49-F238E27FC236}">
                <a16:creationId xmlns:a16="http://schemas.microsoft.com/office/drawing/2014/main" id="{13B061F4-639D-4A46-9119-09C1833BFFFC}"/>
              </a:ext>
            </a:extLst>
          </p:cNvPr>
          <p:cNvSpPr>
            <a:spLocks noGrp="1"/>
          </p:cNvSpPr>
          <p:nvPr/>
        </p:nvSpPr>
        <p:spPr>
          <a:xfrm>
            <a:off x="1882803" y="3613914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3_paired_semantic_8448">
            <a:extLst>
              <a:ext uri="{FF2B5EF4-FFF2-40B4-BE49-F238E27FC236}">
                <a16:creationId xmlns:a16="http://schemas.microsoft.com/office/drawing/2014/main" id="{6EBDB878-F40F-481F-A0B1-2A82434C28AB}"/>
              </a:ext>
            </a:extLst>
          </p:cNvPr>
          <p:cNvSpPr>
            <a:spLocks noGrp="1"/>
          </p:cNvSpPr>
          <p:nvPr/>
        </p:nvSpPr>
        <p:spPr>
          <a:xfrm>
            <a:off x="2020992" y="5055807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3_paired_semantic_8449">
            <a:extLst>
              <a:ext uri="{FF2B5EF4-FFF2-40B4-BE49-F238E27FC236}">
                <a16:creationId xmlns:a16="http://schemas.microsoft.com/office/drawing/2014/main" id="{A9AEA4E8-EC6C-47AA-9314-CECA9345F976}"/>
              </a:ext>
            </a:extLst>
          </p:cNvPr>
          <p:cNvSpPr>
            <a:spLocks noGrp="1"/>
          </p:cNvSpPr>
          <p:nvPr/>
        </p:nvSpPr>
        <p:spPr>
          <a:xfrm>
            <a:off x="1865238" y="643170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3_paired_semantic_8450">
            <a:extLst>
              <a:ext uri="{FF2B5EF4-FFF2-40B4-BE49-F238E27FC236}">
                <a16:creationId xmlns:a16="http://schemas.microsoft.com/office/drawing/2014/main" id="{09961FF0-F618-42E8-9CD3-6A6AB7B4D967}"/>
              </a:ext>
            </a:extLst>
          </p:cNvPr>
          <p:cNvSpPr>
            <a:spLocks noGrp="1"/>
          </p:cNvSpPr>
          <p:nvPr/>
        </p:nvSpPr>
        <p:spPr>
          <a:xfrm>
            <a:off x="2553105" y="435843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3_paired_semantic_8451">
            <a:extLst>
              <a:ext uri="{FF2B5EF4-FFF2-40B4-BE49-F238E27FC236}">
                <a16:creationId xmlns:a16="http://schemas.microsoft.com/office/drawing/2014/main" id="{521B8E00-2804-47F4-93B8-EF31EDBE333F}"/>
              </a:ext>
            </a:extLst>
          </p:cNvPr>
          <p:cNvSpPr>
            <a:spLocks noGrp="1"/>
          </p:cNvSpPr>
          <p:nvPr/>
        </p:nvSpPr>
        <p:spPr>
          <a:xfrm>
            <a:off x="4653512" y="2365276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3_paired_semantic_8452">
            <a:extLst>
              <a:ext uri="{FF2B5EF4-FFF2-40B4-BE49-F238E27FC236}">
                <a16:creationId xmlns:a16="http://schemas.microsoft.com/office/drawing/2014/main" id="{C572FCCA-6D14-40AB-B95D-5F63FA0002E5}"/>
              </a:ext>
            </a:extLst>
          </p:cNvPr>
          <p:cNvSpPr>
            <a:spLocks noGrp="1"/>
          </p:cNvSpPr>
          <p:nvPr/>
        </p:nvSpPr>
        <p:spPr>
          <a:xfrm>
            <a:off x="2122013" y="4132503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3_paired_semantic_8453">
            <a:extLst>
              <a:ext uri="{FF2B5EF4-FFF2-40B4-BE49-F238E27FC236}">
                <a16:creationId xmlns:a16="http://schemas.microsoft.com/office/drawing/2014/main" id="{41C6D610-5D53-43ED-A502-D87E732932A5}"/>
              </a:ext>
            </a:extLst>
          </p:cNvPr>
          <p:cNvSpPr>
            <a:spLocks noGrp="1"/>
          </p:cNvSpPr>
          <p:nvPr/>
        </p:nvSpPr>
        <p:spPr>
          <a:xfrm>
            <a:off x="1865035" y="6444311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3_paired_semantic_8454">
            <a:extLst>
              <a:ext uri="{FF2B5EF4-FFF2-40B4-BE49-F238E27FC236}">
                <a16:creationId xmlns:a16="http://schemas.microsoft.com/office/drawing/2014/main" id="{9C1405B0-0320-4E3C-939D-2D35C8FBFCEE}"/>
              </a:ext>
            </a:extLst>
          </p:cNvPr>
          <p:cNvSpPr>
            <a:spLocks noGrp="1"/>
          </p:cNvSpPr>
          <p:nvPr/>
        </p:nvSpPr>
        <p:spPr>
          <a:xfrm>
            <a:off x="2633736" y="4146374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3_paired_semantic_8455">
            <a:extLst>
              <a:ext uri="{FF2B5EF4-FFF2-40B4-BE49-F238E27FC236}">
                <a16:creationId xmlns:a16="http://schemas.microsoft.com/office/drawing/2014/main" id="{3FD804A4-1D23-4FC7-ACB4-C95CAD854F86}"/>
              </a:ext>
            </a:extLst>
          </p:cNvPr>
          <p:cNvSpPr>
            <a:spLocks noGrp="1"/>
          </p:cNvSpPr>
          <p:nvPr/>
        </p:nvSpPr>
        <p:spPr>
          <a:xfrm>
            <a:off x="3813285" y="4296255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3_paired_semantic_8456">
            <a:extLst>
              <a:ext uri="{FF2B5EF4-FFF2-40B4-BE49-F238E27FC236}">
                <a16:creationId xmlns:a16="http://schemas.microsoft.com/office/drawing/2014/main" id="{688BBBBF-E4AD-43C1-A595-F0BC7ABCA106}"/>
              </a:ext>
            </a:extLst>
          </p:cNvPr>
          <p:cNvSpPr>
            <a:spLocks noGrp="1"/>
          </p:cNvSpPr>
          <p:nvPr/>
        </p:nvSpPr>
        <p:spPr>
          <a:xfrm>
            <a:off x="1864967" y="365570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3_paired_semantic_8457">
            <a:extLst>
              <a:ext uri="{FF2B5EF4-FFF2-40B4-BE49-F238E27FC236}">
                <a16:creationId xmlns:a16="http://schemas.microsoft.com/office/drawing/2014/main" id="{7A651ED2-4C6E-4936-AB0D-105F52EBA11D}"/>
              </a:ext>
            </a:extLst>
          </p:cNvPr>
          <p:cNvSpPr>
            <a:spLocks noGrp="1"/>
          </p:cNvSpPr>
          <p:nvPr/>
        </p:nvSpPr>
        <p:spPr>
          <a:xfrm>
            <a:off x="4040726" y="3923834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3_paired_semantic_8458">
            <a:extLst>
              <a:ext uri="{FF2B5EF4-FFF2-40B4-BE49-F238E27FC236}">
                <a16:creationId xmlns:a16="http://schemas.microsoft.com/office/drawing/2014/main" id="{80875DAC-6CF7-449F-B9C4-DBAEAB50EC93}"/>
              </a:ext>
            </a:extLst>
          </p:cNvPr>
          <p:cNvSpPr>
            <a:spLocks noGrp="1"/>
          </p:cNvSpPr>
          <p:nvPr/>
        </p:nvSpPr>
        <p:spPr>
          <a:xfrm>
            <a:off x="3264681" y="3882194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3_paired_semantic_8459">
            <a:extLst>
              <a:ext uri="{FF2B5EF4-FFF2-40B4-BE49-F238E27FC236}">
                <a16:creationId xmlns:a16="http://schemas.microsoft.com/office/drawing/2014/main" id="{C3263041-97B9-41C4-8CE1-CBB3A116C030}"/>
              </a:ext>
            </a:extLst>
          </p:cNvPr>
          <p:cNvSpPr>
            <a:spLocks noGrp="1"/>
          </p:cNvSpPr>
          <p:nvPr/>
        </p:nvSpPr>
        <p:spPr>
          <a:xfrm>
            <a:off x="5425825" y="200485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3_paired_semantic_8460">
            <a:extLst>
              <a:ext uri="{FF2B5EF4-FFF2-40B4-BE49-F238E27FC236}">
                <a16:creationId xmlns:a16="http://schemas.microsoft.com/office/drawing/2014/main" id="{0ED5F3D9-67FD-44A4-8213-BA5455234439}"/>
              </a:ext>
            </a:extLst>
          </p:cNvPr>
          <p:cNvSpPr>
            <a:spLocks noGrp="1"/>
          </p:cNvSpPr>
          <p:nvPr/>
        </p:nvSpPr>
        <p:spPr>
          <a:xfrm>
            <a:off x="5620131" y="2529654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3_paired_semantic_8461">
            <a:extLst>
              <a:ext uri="{FF2B5EF4-FFF2-40B4-BE49-F238E27FC236}">
                <a16:creationId xmlns:a16="http://schemas.microsoft.com/office/drawing/2014/main" id="{453B5470-087F-44ED-BB0A-E982D7E4A1B6}"/>
              </a:ext>
            </a:extLst>
          </p:cNvPr>
          <p:cNvSpPr>
            <a:spLocks noGrp="1"/>
          </p:cNvSpPr>
          <p:nvPr/>
        </p:nvSpPr>
        <p:spPr>
          <a:xfrm>
            <a:off x="3374830" y="2737945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3_paired_semantic_8462">
            <a:extLst>
              <a:ext uri="{FF2B5EF4-FFF2-40B4-BE49-F238E27FC236}">
                <a16:creationId xmlns:a16="http://schemas.microsoft.com/office/drawing/2014/main" id="{343A0F07-4BD5-4BFA-AD27-0EE751D95744}"/>
              </a:ext>
            </a:extLst>
          </p:cNvPr>
          <p:cNvSpPr>
            <a:spLocks noGrp="1"/>
          </p:cNvSpPr>
          <p:nvPr/>
        </p:nvSpPr>
        <p:spPr>
          <a:xfrm>
            <a:off x="4096363" y="3582512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3_paired_semantic_8463">
            <a:extLst>
              <a:ext uri="{FF2B5EF4-FFF2-40B4-BE49-F238E27FC236}">
                <a16:creationId xmlns:a16="http://schemas.microsoft.com/office/drawing/2014/main" id="{10280677-6DFE-4399-8EAB-B817A072C5F0}"/>
              </a:ext>
            </a:extLst>
          </p:cNvPr>
          <p:cNvSpPr>
            <a:spLocks noGrp="1"/>
          </p:cNvSpPr>
          <p:nvPr/>
        </p:nvSpPr>
        <p:spPr>
          <a:xfrm>
            <a:off x="1864914" y="2113312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3_paired_semantic_8464">
            <a:extLst>
              <a:ext uri="{FF2B5EF4-FFF2-40B4-BE49-F238E27FC236}">
                <a16:creationId xmlns:a16="http://schemas.microsoft.com/office/drawing/2014/main" id="{C373DF6B-87A0-42F8-A634-00A84E1E222F}"/>
              </a:ext>
            </a:extLst>
          </p:cNvPr>
          <p:cNvSpPr>
            <a:spLocks noGrp="1"/>
          </p:cNvSpPr>
          <p:nvPr/>
        </p:nvSpPr>
        <p:spPr>
          <a:xfrm>
            <a:off x="1864900" y="4603791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3_paired_semantic_8465">
            <a:extLst>
              <a:ext uri="{FF2B5EF4-FFF2-40B4-BE49-F238E27FC236}">
                <a16:creationId xmlns:a16="http://schemas.microsoft.com/office/drawing/2014/main" id="{56CFA405-5C3B-4160-8B43-22E02FBBA99C}"/>
              </a:ext>
            </a:extLst>
          </p:cNvPr>
          <p:cNvSpPr>
            <a:spLocks noGrp="1"/>
          </p:cNvSpPr>
          <p:nvPr/>
        </p:nvSpPr>
        <p:spPr>
          <a:xfrm>
            <a:off x="1864926" y="6142479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3_paired_semantic_8466">
            <a:extLst>
              <a:ext uri="{FF2B5EF4-FFF2-40B4-BE49-F238E27FC236}">
                <a16:creationId xmlns:a16="http://schemas.microsoft.com/office/drawing/2014/main" id="{04794F8A-5499-4778-A156-2994A75C5B73}"/>
              </a:ext>
            </a:extLst>
          </p:cNvPr>
          <p:cNvSpPr>
            <a:spLocks noGrp="1"/>
          </p:cNvSpPr>
          <p:nvPr/>
        </p:nvSpPr>
        <p:spPr>
          <a:xfrm>
            <a:off x="2448388" y="647615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3_paired_semantic_8467">
            <a:extLst>
              <a:ext uri="{FF2B5EF4-FFF2-40B4-BE49-F238E27FC236}">
                <a16:creationId xmlns:a16="http://schemas.microsoft.com/office/drawing/2014/main" id="{5D7F2BE7-3473-4622-8FBE-3130AC8518F9}"/>
              </a:ext>
            </a:extLst>
          </p:cNvPr>
          <p:cNvSpPr>
            <a:spLocks noGrp="1"/>
          </p:cNvSpPr>
          <p:nvPr/>
        </p:nvSpPr>
        <p:spPr>
          <a:xfrm>
            <a:off x="1864937" y="5738085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3_paired_semantic_8468">
            <a:extLst>
              <a:ext uri="{FF2B5EF4-FFF2-40B4-BE49-F238E27FC236}">
                <a16:creationId xmlns:a16="http://schemas.microsoft.com/office/drawing/2014/main" id="{7B551F6E-7425-4DEB-B71C-C322BF6AB16F}"/>
              </a:ext>
            </a:extLst>
          </p:cNvPr>
          <p:cNvSpPr>
            <a:spLocks noGrp="1"/>
          </p:cNvSpPr>
          <p:nvPr/>
        </p:nvSpPr>
        <p:spPr>
          <a:xfrm>
            <a:off x="1864999" y="5986084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3_paired_semantic_8469">
            <a:extLst>
              <a:ext uri="{FF2B5EF4-FFF2-40B4-BE49-F238E27FC236}">
                <a16:creationId xmlns:a16="http://schemas.microsoft.com/office/drawing/2014/main" id="{D1998FB1-8A15-4D65-AAED-182BBDB1B83F}"/>
              </a:ext>
            </a:extLst>
          </p:cNvPr>
          <p:cNvSpPr>
            <a:spLocks noGrp="1"/>
          </p:cNvSpPr>
          <p:nvPr/>
        </p:nvSpPr>
        <p:spPr>
          <a:xfrm>
            <a:off x="1864923" y="657751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3_paired_semantic_8470">
            <a:extLst>
              <a:ext uri="{FF2B5EF4-FFF2-40B4-BE49-F238E27FC236}">
                <a16:creationId xmlns:a16="http://schemas.microsoft.com/office/drawing/2014/main" id="{7E999EFD-1376-4A0E-BBD0-E5F82E66BBC1}"/>
              </a:ext>
            </a:extLst>
          </p:cNvPr>
          <p:cNvSpPr>
            <a:spLocks noGrp="1"/>
          </p:cNvSpPr>
          <p:nvPr/>
        </p:nvSpPr>
        <p:spPr>
          <a:xfrm>
            <a:off x="4186439" y="366500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3_paired_semantic_8471">
            <a:extLst>
              <a:ext uri="{FF2B5EF4-FFF2-40B4-BE49-F238E27FC236}">
                <a16:creationId xmlns:a16="http://schemas.microsoft.com/office/drawing/2014/main" id="{698F4BA9-B5C0-4F2E-BD7A-565712634EFA}"/>
              </a:ext>
            </a:extLst>
          </p:cNvPr>
          <p:cNvSpPr>
            <a:spLocks noGrp="1"/>
          </p:cNvSpPr>
          <p:nvPr/>
        </p:nvSpPr>
        <p:spPr>
          <a:xfrm>
            <a:off x="1864957" y="530078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3_paired_semantic_8472">
            <a:extLst>
              <a:ext uri="{FF2B5EF4-FFF2-40B4-BE49-F238E27FC236}">
                <a16:creationId xmlns:a16="http://schemas.microsoft.com/office/drawing/2014/main" id="{084464FB-B7A3-4E79-B18A-73BD47AFCB1F}"/>
              </a:ext>
            </a:extLst>
          </p:cNvPr>
          <p:cNvSpPr>
            <a:spLocks noGrp="1"/>
          </p:cNvSpPr>
          <p:nvPr/>
        </p:nvSpPr>
        <p:spPr>
          <a:xfrm>
            <a:off x="4330616" y="2125962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3_paired_semantic_8473">
            <a:extLst>
              <a:ext uri="{FF2B5EF4-FFF2-40B4-BE49-F238E27FC236}">
                <a16:creationId xmlns:a16="http://schemas.microsoft.com/office/drawing/2014/main" id="{6CFFA7F9-6BC2-495B-BDB2-E43D8102367B}"/>
              </a:ext>
            </a:extLst>
          </p:cNvPr>
          <p:cNvSpPr>
            <a:spLocks noGrp="1"/>
          </p:cNvSpPr>
          <p:nvPr/>
        </p:nvSpPr>
        <p:spPr>
          <a:xfrm>
            <a:off x="2705799" y="452951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3_paired_semantic_8474">
            <a:extLst>
              <a:ext uri="{FF2B5EF4-FFF2-40B4-BE49-F238E27FC236}">
                <a16:creationId xmlns:a16="http://schemas.microsoft.com/office/drawing/2014/main" id="{A0EDC878-2B7D-47A9-B8C6-8076442AAF78}"/>
              </a:ext>
            </a:extLst>
          </p:cNvPr>
          <p:cNvSpPr>
            <a:spLocks noGrp="1"/>
          </p:cNvSpPr>
          <p:nvPr/>
        </p:nvSpPr>
        <p:spPr>
          <a:xfrm>
            <a:off x="1877954" y="4596106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3_paired_semantic_8475">
            <a:extLst>
              <a:ext uri="{FF2B5EF4-FFF2-40B4-BE49-F238E27FC236}">
                <a16:creationId xmlns:a16="http://schemas.microsoft.com/office/drawing/2014/main" id="{988D7655-98F9-467D-A6B1-4F78ECF6DB6D}"/>
              </a:ext>
            </a:extLst>
          </p:cNvPr>
          <p:cNvSpPr>
            <a:spLocks noGrp="1"/>
          </p:cNvSpPr>
          <p:nvPr/>
        </p:nvSpPr>
        <p:spPr>
          <a:xfrm>
            <a:off x="2031245" y="232520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3_paired_semantic_8476">
            <a:extLst>
              <a:ext uri="{FF2B5EF4-FFF2-40B4-BE49-F238E27FC236}">
                <a16:creationId xmlns:a16="http://schemas.microsoft.com/office/drawing/2014/main" id="{2ABCD13B-F55F-4FF5-A300-BF22C6EEE4AE}"/>
              </a:ext>
            </a:extLst>
          </p:cNvPr>
          <p:cNvSpPr>
            <a:spLocks noGrp="1"/>
          </p:cNvSpPr>
          <p:nvPr/>
        </p:nvSpPr>
        <p:spPr>
          <a:xfrm>
            <a:off x="2222639" y="5811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3_paired_semantic_8477">
            <a:extLst>
              <a:ext uri="{FF2B5EF4-FFF2-40B4-BE49-F238E27FC236}">
                <a16:creationId xmlns:a16="http://schemas.microsoft.com/office/drawing/2014/main" id="{D21739F2-3643-442B-AF8B-595C2132098A}"/>
              </a:ext>
            </a:extLst>
          </p:cNvPr>
          <p:cNvSpPr>
            <a:spLocks noGrp="1"/>
          </p:cNvSpPr>
          <p:nvPr/>
        </p:nvSpPr>
        <p:spPr>
          <a:xfrm>
            <a:off x="1892200" y="5392897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3_paired_semantic_8478">
            <a:extLst>
              <a:ext uri="{FF2B5EF4-FFF2-40B4-BE49-F238E27FC236}">
                <a16:creationId xmlns:a16="http://schemas.microsoft.com/office/drawing/2014/main" id="{B38FAF9D-4DCF-4B37-B0E4-232E0E222DF9}"/>
              </a:ext>
            </a:extLst>
          </p:cNvPr>
          <p:cNvSpPr>
            <a:spLocks noGrp="1"/>
          </p:cNvSpPr>
          <p:nvPr/>
        </p:nvSpPr>
        <p:spPr>
          <a:xfrm>
            <a:off x="1865036" y="6320992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3_paired_semantic_8479">
            <a:extLst>
              <a:ext uri="{FF2B5EF4-FFF2-40B4-BE49-F238E27FC236}">
                <a16:creationId xmlns:a16="http://schemas.microsoft.com/office/drawing/2014/main" id="{C69BCBDB-65B4-4A74-B633-9B359C105D23}"/>
              </a:ext>
            </a:extLst>
          </p:cNvPr>
          <p:cNvSpPr>
            <a:spLocks noGrp="1"/>
          </p:cNvSpPr>
          <p:nvPr/>
        </p:nvSpPr>
        <p:spPr>
          <a:xfrm>
            <a:off x="4703370" y="220671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3_paired_semantic_8480">
            <a:extLst>
              <a:ext uri="{FF2B5EF4-FFF2-40B4-BE49-F238E27FC236}">
                <a16:creationId xmlns:a16="http://schemas.microsoft.com/office/drawing/2014/main" id="{89DB5D22-0589-4442-8BE7-F6D1BE31AC2D}"/>
              </a:ext>
            </a:extLst>
          </p:cNvPr>
          <p:cNvSpPr>
            <a:spLocks noGrp="1"/>
          </p:cNvSpPr>
          <p:nvPr/>
        </p:nvSpPr>
        <p:spPr>
          <a:xfrm>
            <a:off x="1864964" y="3488252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3_paired_semantic_8481">
            <a:extLst>
              <a:ext uri="{FF2B5EF4-FFF2-40B4-BE49-F238E27FC236}">
                <a16:creationId xmlns:a16="http://schemas.microsoft.com/office/drawing/2014/main" id="{21F74C1E-C53C-428E-95AD-3B8E17D0A972}"/>
              </a:ext>
            </a:extLst>
          </p:cNvPr>
          <p:cNvSpPr>
            <a:spLocks noGrp="1"/>
          </p:cNvSpPr>
          <p:nvPr/>
        </p:nvSpPr>
        <p:spPr>
          <a:xfrm>
            <a:off x="1865321" y="2400058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3_paired_semantic_8482">
            <a:extLst>
              <a:ext uri="{FF2B5EF4-FFF2-40B4-BE49-F238E27FC236}">
                <a16:creationId xmlns:a16="http://schemas.microsoft.com/office/drawing/2014/main" id="{DD933FE3-033E-4B81-BC2C-118A1BDB295E}"/>
              </a:ext>
            </a:extLst>
          </p:cNvPr>
          <p:cNvSpPr>
            <a:spLocks noGrp="1"/>
          </p:cNvSpPr>
          <p:nvPr/>
        </p:nvSpPr>
        <p:spPr>
          <a:xfrm>
            <a:off x="4780384" y="2236968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3_paired_semantic_8483">
            <a:extLst>
              <a:ext uri="{FF2B5EF4-FFF2-40B4-BE49-F238E27FC236}">
                <a16:creationId xmlns:a16="http://schemas.microsoft.com/office/drawing/2014/main" id="{05CB1454-964A-4D79-AB9E-8DB1F4C462EC}"/>
              </a:ext>
            </a:extLst>
          </p:cNvPr>
          <p:cNvSpPr>
            <a:spLocks noGrp="1"/>
          </p:cNvSpPr>
          <p:nvPr/>
        </p:nvSpPr>
        <p:spPr>
          <a:xfrm>
            <a:off x="4310045" y="4232400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3_paired_semantic_8484">
            <a:extLst>
              <a:ext uri="{FF2B5EF4-FFF2-40B4-BE49-F238E27FC236}">
                <a16:creationId xmlns:a16="http://schemas.microsoft.com/office/drawing/2014/main" id="{795DB825-FA17-48EA-9E9E-111E97D45EC3}"/>
              </a:ext>
            </a:extLst>
          </p:cNvPr>
          <p:cNvSpPr>
            <a:spLocks noGrp="1"/>
          </p:cNvSpPr>
          <p:nvPr/>
        </p:nvSpPr>
        <p:spPr>
          <a:xfrm>
            <a:off x="3922782" y="274614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3_paired_semantic_8485">
            <a:extLst>
              <a:ext uri="{FF2B5EF4-FFF2-40B4-BE49-F238E27FC236}">
                <a16:creationId xmlns:a16="http://schemas.microsoft.com/office/drawing/2014/main" id="{A323C231-86AA-4788-A036-7EF4F3834F94}"/>
              </a:ext>
            </a:extLst>
          </p:cNvPr>
          <p:cNvSpPr>
            <a:spLocks noGrp="1"/>
          </p:cNvSpPr>
          <p:nvPr/>
        </p:nvSpPr>
        <p:spPr>
          <a:xfrm>
            <a:off x="1864920" y="332525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3_paired_semantic_8486">
            <a:extLst>
              <a:ext uri="{FF2B5EF4-FFF2-40B4-BE49-F238E27FC236}">
                <a16:creationId xmlns:a16="http://schemas.microsoft.com/office/drawing/2014/main" id="{14351EEE-7E53-42A8-86B4-9346BAF64DC5}"/>
              </a:ext>
            </a:extLst>
          </p:cNvPr>
          <p:cNvSpPr>
            <a:spLocks noGrp="1"/>
          </p:cNvSpPr>
          <p:nvPr/>
        </p:nvSpPr>
        <p:spPr>
          <a:xfrm>
            <a:off x="4182294" y="2167502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3_paired_semantic_8487">
            <a:extLst>
              <a:ext uri="{FF2B5EF4-FFF2-40B4-BE49-F238E27FC236}">
                <a16:creationId xmlns:a16="http://schemas.microsoft.com/office/drawing/2014/main" id="{85C492BD-72FE-456F-8CAA-74C4443E9B85}"/>
              </a:ext>
            </a:extLst>
          </p:cNvPr>
          <p:cNvSpPr>
            <a:spLocks noGrp="1"/>
          </p:cNvSpPr>
          <p:nvPr/>
        </p:nvSpPr>
        <p:spPr>
          <a:xfrm>
            <a:off x="2908964" y="416678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3_paired_semantic_8488">
            <a:extLst>
              <a:ext uri="{FF2B5EF4-FFF2-40B4-BE49-F238E27FC236}">
                <a16:creationId xmlns:a16="http://schemas.microsoft.com/office/drawing/2014/main" id="{7F29D8E2-625D-4A26-9409-0C3CEB286356}"/>
              </a:ext>
            </a:extLst>
          </p:cNvPr>
          <p:cNvSpPr>
            <a:spLocks noGrp="1"/>
          </p:cNvSpPr>
          <p:nvPr/>
        </p:nvSpPr>
        <p:spPr>
          <a:xfrm>
            <a:off x="1873291" y="502559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3_paired_semantic_8489">
            <a:extLst>
              <a:ext uri="{FF2B5EF4-FFF2-40B4-BE49-F238E27FC236}">
                <a16:creationId xmlns:a16="http://schemas.microsoft.com/office/drawing/2014/main" id="{EE25ECFC-6B0A-4FCD-B344-0E34FDAAE4DA}"/>
              </a:ext>
            </a:extLst>
          </p:cNvPr>
          <p:cNvSpPr>
            <a:spLocks noGrp="1"/>
          </p:cNvSpPr>
          <p:nvPr/>
        </p:nvSpPr>
        <p:spPr>
          <a:xfrm>
            <a:off x="1864902" y="1654795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3_paired_semantic_8490">
            <a:extLst>
              <a:ext uri="{FF2B5EF4-FFF2-40B4-BE49-F238E27FC236}">
                <a16:creationId xmlns:a16="http://schemas.microsoft.com/office/drawing/2014/main" id="{283E998C-C5C3-4B9F-9C51-A022FC372544}"/>
              </a:ext>
            </a:extLst>
          </p:cNvPr>
          <p:cNvSpPr>
            <a:spLocks noGrp="1"/>
          </p:cNvSpPr>
          <p:nvPr/>
        </p:nvSpPr>
        <p:spPr>
          <a:xfrm>
            <a:off x="1864966" y="637673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3_paired_semantic_8491">
            <a:extLst>
              <a:ext uri="{FF2B5EF4-FFF2-40B4-BE49-F238E27FC236}">
                <a16:creationId xmlns:a16="http://schemas.microsoft.com/office/drawing/2014/main" id="{43CCBFB9-2A2A-4882-9581-DC456E3F6176}"/>
              </a:ext>
            </a:extLst>
          </p:cNvPr>
          <p:cNvSpPr>
            <a:spLocks noGrp="1"/>
          </p:cNvSpPr>
          <p:nvPr/>
        </p:nvSpPr>
        <p:spPr>
          <a:xfrm>
            <a:off x="3334377" y="2377776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3_paired_semantic_8492">
            <a:extLst>
              <a:ext uri="{FF2B5EF4-FFF2-40B4-BE49-F238E27FC236}">
                <a16:creationId xmlns:a16="http://schemas.microsoft.com/office/drawing/2014/main" id="{554F1D6A-F52A-417A-85F8-E98F63AA8575}"/>
              </a:ext>
            </a:extLst>
          </p:cNvPr>
          <p:cNvSpPr>
            <a:spLocks noGrp="1"/>
          </p:cNvSpPr>
          <p:nvPr/>
        </p:nvSpPr>
        <p:spPr>
          <a:xfrm>
            <a:off x="1864944" y="48441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3_paired_semantic_8493">
            <a:extLst>
              <a:ext uri="{FF2B5EF4-FFF2-40B4-BE49-F238E27FC236}">
                <a16:creationId xmlns:a16="http://schemas.microsoft.com/office/drawing/2014/main" id="{1A2290BD-CA64-4F75-942E-45F2EFB84CBE}"/>
              </a:ext>
            </a:extLst>
          </p:cNvPr>
          <p:cNvSpPr>
            <a:spLocks noGrp="1"/>
          </p:cNvSpPr>
          <p:nvPr/>
        </p:nvSpPr>
        <p:spPr>
          <a:xfrm>
            <a:off x="1873753" y="47116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3_paired_semantic_8494">
            <a:extLst>
              <a:ext uri="{FF2B5EF4-FFF2-40B4-BE49-F238E27FC236}">
                <a16:creationId xmlns:a16="http://schemas.microsoft.com/office/drawing/2014/main" id="{AF7BB085-F0C4-41B9-9F04-F5D608D04B9D}"/>
              </a:ext>
            </a:extLst>
          </p:cNvPr>
          <p:cNvSpPr>
            <a:spLocks noGrp="1"/>
          </p:cNvSpPr>
          <p:nvPr/>
        </p:nvSpPr>
        <p:spPr>
          <a:xfrm>
            <a:off x="1864902" y="221317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3_paired_semantic_8495">
            <a:extLst>
              <a:ext uri="{FF2B5EF4-FFF2-40B4-BE49-F238E27FC236}">
                <a16:creationId xmlns:a16="http://schemas.microsoft.com/office/drawing/2014/main" id="{E3C0C089-D309-4A24-89D4-4B915DDC514C}"/>
              </a:ext>
            </a:extLst>
          </p:cNvPr>
          <p:cNvSpPr>
            <a:spLocks noGrp="1"/>
          </p:cNvSpPr>
          <p:nvPr/>
        </p:nvSpPr>
        <p:spPr>
          <a:xfrm>
            <a:off x="1890019" y="308809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3_paired_semantic_8496">
            <a:extLst>
              <a:ext uri="{FF2B5EF4-FFF2-40B4-BE49-F238E27FC236}">
                <a16:creationId xmlns:a16="http://schemas.microsoft.com/office/drawing/2014/main" id="{BAAC7B89-C877-4656-AC05-2896FD694C3B}"/>
              </a:ext>
            </a:extLst>
          </p:cNvPr>
          <p:cNvSpPr>
            <a:spLocks noGrp="1"/>
          </p:cNvSpPr>
          <p:nvPr/>
        </p:nvSpPr>
        <p:spPr>
          <a:xfrm>
            <a:off x="1864914" y="6578006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3_paired_semantic_8497">
            <a:extLst>
              <a:ext uri="{FF2B5EF4-FFF2-40B4-BE49-F238E27FC236}">
                <a16:creationId xmlns:a16="http://schemas.microsoft.com/office/drawing/2014/main" id="{92289913-A2D2-4760-9F95-C9073D619EF2}"/>
              </a:ext>
            </a:extLst>
          </p:cNvPr>
          <p:cNvSpPr>
            <a:spLocks noGrp="1"/>
          </p:cNvSpPr>
          <p:nvPr/>
        </p:nvSpPr>
        <p:spPr>
          <a:xfrm>
            <a:off x="2558112" y="5369396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3_paired_semantic_8498">
            <a:extLst>
              <a:ext uri="{FF2B5EF4-FFF2-40B4-BE49-F238E27FC236}">
                <a16:creationId xmlns:a16="http://schemas.microsoft.com/office/drawing/2014/main" id="{D989C7FA-AB13-4236-B0DF-33B48494312B}"/>
              </a:ext>
            </a:extLst>
          </p:cNvPr>
          <p:cNvSpPr>
            <a:spLocks noGrp="1"/>
          </p:cNvSpPr>
          <p:nvPr/>
        </p:nvSpPr>
        <p:spPr>
          <a:xfrm>
            <a:off x="1864904" y="4723496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3_paired_semantic_8499">
            <a:extLst>
              <a:ext uri="{FF2B5EF4-FFF2-40B4-BE49-F238E27FC236}">
                <a16:creationId xmlns:a16="http://schemas.microsoft.com/office/drawing/2014/main" id="{BDA5D0F1-FFDB-478A-9387-41DD9DD59168}"/>
              </a:ext>
            </a:extLst>
          </p:cNvPr>
          <p:cNvSpPr>
            <a:spLocks noGrp="1"/>
          </p:cNvSpPr>
          <p:nvPr/>
        </p:nvSpPr>
        <p:spPr>
          <a:xfrm>
            <a:off x="4307761" y="4498377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3_paired_semantic_8500">
            <a:extLst>
              <a:ext uri="{FF2B5EF4-FFF2-40B4-BE49-F238E27FC236}">
                <a16:creationId xmlns:a16="http://schemas.microsoft.com/office/drawing/2014/main" id="{3D57A5CD-FBBB-4E18-B0B6-809BE2EE7DDD}"/>
              </a:ext>
            </a:extLst>
          </p:cNvPr>
          <p:cNvSpPr>
            <a:spLocks noGrp="1"/>
          </p:cNvSpPr>
          <p:nvPr/>
        </p:nvSpPr>
        <p:spPr>
          <a:xfrm>
            <a:off x="2290843" y="487782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3_paired_semantic_8501">
            <a:extLst>
              <a:ext uri="{FF2B5EF4-FFF2-40B4-BE49-F238E27FC236}">
                <a16:creationId xmlns:a16="http://schemas.microsoft.com/office/drawing/2014/main" id="{38496D5F-A27C-43EA-8714-D50F444489CB}"/>
              </a:ext>
            </a:extLst>
          </p:cNvPr>
          <p:cNvSpPr>
            <a:spLocks noGrp="1"/>
          </p:cNvSpPr>
          <p:nvPr/>
        </p:nvSpPr>
        <p:spPr>
          <a:xfrm>
            <a:off x="4621986" y="3932037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3_paired_semantic_8502">
            <a:extLst>
              <a:ext uri="{FF2B5EF4-FFF2-40B4-BE49-F238E27FC236}">
                <a16:creationId xmlns:a16="http://schemas.microsoft.com/office/drawing/2014/main" id="{B7462078-8CFB-4028-9619-77D32C2D5A99}"/>
              </a:ext>
            </a:extLst>
          </p:cNvPr>
          <p:cNvSpPr>
            <a:spLocks noGrp="1"/>
          </p:cNvSpPr>
          <p:nvPr/>
        </p:nvSpPr>
        <p:spPr>
          <a:xfrm>
            <a:off x="5426213" y="2272958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3_paired_semantic_8503">
            <a:extLst>
              <a:ext uri="{FF2B5EF4-FFF2-40B4-BE49-F238E27FC236}">
                <a16:creationId xmlns:a16="http://schemas.microsoft.com/office/drawing/2014/main" id="{EFFA5CDC-84EA-4CAA-8908-08DFDB7751BF}"/>
              </a:ext>
            </a:extLst>
          </p:cNvPr>
          <p:cNvSpPr>
            <a:spLocks noGrp="1"/>
          </p:cNvSpPr>
          <p:nvPr/>
        </p:nvSpPr>
        <p:spPr>
          <a:xfrm>
            <a:off x="1865031" y="591326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3_paired_semantic_8504">
            <a:extLst>
              <a:ext uri="{FF2B5EF4-FFF2-40B4-BE49-F238E27FC236}">
                <a16:creationId xmlns:a16="http://schemas.microsoft.com/office/drawing/2014/main" id="{E9CFF4ED-05F3-427F-8B71-F157BF4083F0}"/>
              </a:ext>
            </a:extLst>
          </p:cNvPr>
          <p:cNvSpPr>
            <a:spLocks noGrp="1"/>
          </p:cNvSpPr>
          <p:nvPr/>
        </p:nvSpPr>
        <p:spPr>
          <a:xfrm>
            <a:off x="1864921" y="6577999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3_paired_semantic_8505">
            <a:extLst>
              <a:ext uri="{FF2B5EF4-FFF2-40B4-BE49-F238E27FC236}">
                <a16:creationId xmlns:a16="http://schemas.microsoft.com/office/drawing/2014/main" id="{22D7A36E-DD6C-44E7-8514-EBC39E8A1700}"/>
              </a:ext>
            </a:extLst>
          </p:cNvPr>
          <p:cNvSpPr>
            <a:spLocks noGrp="1"/>
          </p:cNvSpPr>
          <p:nvPr/>
        </p:nvSpPr>
        <p:spPr>
          <a:xfrm>
            <a:off x="2688682" y="483317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3_paired_semantic_8506">
            <a:extLst>
              <a:ext uri="{FF2B5EF4-FFF2-40B4-BE49-F238E27FC236}">
                <a16:creationId xmlns:a16="http://schemas.microsoft.com/office/drawing/2014/main" id="{66772DD0-AD34-48A1-8DE3-A67DD9CD2483}"/>
              </a:ext>
            </a:extLst>
          </p:cNvPr>
          <p:cNvSpPr>
            <a:spLocks noGrp="1"/>
          </p:cNvSpPr>
          <p:nvPr/>
        </p:nvSpPr>
        <p:spPr>
          <a:xfrm>
            <a:off x="3225479" y="5004866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3_paired_semantic_8507">
            <a:extLst>
              <a:ext uri="{FF2B5EF4-FFF2-40B4-BE49-F238E27FC236}">
                <a16:creationId xmlns:a16="http://schemas.microsoft.com/office/drawing/2014/main" id="{C7E075B0-38D3-4597-B601-B0D481FAA59B}"/>
              </a:ext>
            </a:extLst>
          </p:cNvPr>
          <p:cNvSpPr>
            <a:spLocks noGrp="1"/>
          </p:cNvSpPr>
          <p:nvPr/>
        </p:nvSpPr>
        <p:spPr>
          <a:xfrm>
            <a:off x="3014957" y="286695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3_paired_semantic_8508">
            <a:extLst>
              <a:ext uri="{FF2B5EF4-FFF2-40B4-BE49-F238E27FC236}">
                <a16:creationId xmlns:a16="http://schemas.microsoft.com/office/drawing/2014/main" id="{1B791679-6A00-4A5B-9E93-BAF52902BE89}"/>
              </a:ext>
            </a:extLst>
          </p:cNvPr>
          <p:cNvSpPr>
            <a:spLocks noGrp="1"/>
          </p:cNvSpPr>
          <p:nvPr/>
        </p:nvSpPr>
        <p:spPr>
          <a:xfrm>
            <a:off x="4879410" y="2052610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3_paired_semantic_8509">
            <a:extLst>
              <a:ext uri="{FF2B5EF4-FFF2-40B4-BE49-F238E27FC236}">
                <a16:creationId xmlns:a16="http://schemas.microsoft.com/office/drawing/2014/main" id="{8C911B5B-19FB-48C1-BFFA-F6927145581F}"/>
              </a:ext>
            </a:extLst>
          </p:cNvPr>
          <p:cNvSpPr>
            <a:spLocks noGrp="1"/>
          </p:cNvSpPr>
          <p:nvPr/>
        </p:nvSpPr>
        <p:spPr>
          <a:xfrm>
            <a:off x="5304074" y="347523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3_paired_semantic_8510">
            <a:extLst>
              <a:ext uri="{FF2B5EF4-FFF2-40B4-BE49-F238E27FC236}">
                <a16:creationId xmlns:a16="http://schemas.microsoft.com/office/drawing/2014/main" id="{5C8E4A03-E906-4282-8D22-38616947D082}"/>
              </a:ext>
            </a:extLst>
          </p:cNvPr>
          <p:cNvSpPr>
            <a:spLocks noGrp="1"/>
          </p:cNvSpPr>
          <p:nvPr/>
        </p:nvSpPr>
        <p:spPr>
          <a:xfrm>
            <a:off x="1864915" y="4392968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3_paired_semantic_8511">
            <a:extLst>
              <a:ext uri="{FF2B5EF4-FFF2-40B4-BE49-F238E27FC236}">
                <a16:creationId xmlns:a16="http://schemas.microsoft.com/office/drawing/2014/main" id="{54571DA9-E23E-42DE-AF5A-20507DD46384}"/>
              </a:ext>
            </a:extLst>
          </p:cNvPr>
          <p:cNvSpPr>
            <a:spLocks noGrp="1"/>
          </p:cNvSpPr>
          <p:nvPr/>
        </p:nvSpPr>
        <p:spPr>
          <a:xfrm>
            <a:off x="3297826" y="5107688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3_paired_semantic_8512">
            <a:extLst>
              <a:ext uri="{FF2B5EF4-FFF2-40B4-BE49-F238E27FC236}">
                <a16:creationId xmlns:a16="http://schemas.microsoft.com/office/drawing/2014/main" id="{84A96AAF-B7D3-40C2-B1AB-E716034B9975}"/>
              </a:ext>
            </a:extLst>
          </p:cNvPr>
          <p:cNvSpPr>
            <a:spLocks noGrp="1"/>
          </p:cNvSpPr>
          <p:nvPr/>
        </p:nvSpPr>
        <p:spPr>
          <a:xfrm>
            <a:off x="2045776" y="5439202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3_paired_semantic_8513">
            <a:extLst>
              <a:ext uri="{FF2B5EF4-FFF2-40B4-BE49-F238E27FC236}">
                <a16:creationId xmlns:a16="http://schemas.microsoft.com/office/drawing/2014/main" id="{E1CED6CB-4E76-461A-997B-885B61F97403}"/>
              </a:ext>
            </a:extLst>
          </p:cNvPr>
          <p:cNvSpPr>
            <a:spLocks noGrp="1"/>
          </p:cNvSpPr>
          <p:nvPr/>
        </p:nvSpPr>
        <p:spPr>
          <a:xfrm>
            <a:off x="1864935" y="4817187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3_paired_semantic_8514">
            <a:extLst>
              <a:ext uri="{FF2B5EF4-FFF2-40B4-BE49-F238E27FC236}">
                <a16:creationId xmlns:a16="http://schemas.microsoft.com/office/drawing/2014/main" id="{CEF91EC2-776B-4DE1-9D3A-ABE5A1EAA292}"/>
              </a:ext>
            </a:extLst>
          </p:cNvPr>
          <p:cNvSpPr>
            <a:spLocks noGrp="1"/>
          </p:cNvSpPr>
          <p:nvPr/>
        </p:nvSpPr>
        <p:spPr>
          <a:xfrm>
            <a:off x="1864995" y="312374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3_paired_semantic_8515">
            <a:extLst>
              <a:ext uri="{FF2B5EF4-FFF2-40B4-BE49-F238E27FC236}">
                <a16:creationId xmlns:a16="http://schemas.microsoft.com/office/drawing/2014/main" id="{6BCB3FAF-7D0E-40A3-B412-6E4347CD8C09}"/>
              </a:ext>
            </a:extLst>
          </p:cNvPr>
          <p:cNvSpPr>
            <a:spLocks noGrp="1"/>
          </p:cNvSpPr>
          <p:nvPr/>
        </p:nvSpPr>
        <p:spPr>
          <a:xfrm>
            <a:off x="3287665" y="2727244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3_paired_semantic_8516">
            <a:extLst>
              <a:ext uri="{FF2B5EF4-FFF2-40B4-BE49-F238E27FC236}">
                <a16:creationId xmlns:a16="http://schemas.microsoft.com/office/drawing/2014/main" id="{55302EC9-7AA8-420E-A326-0AC68284D2DC}"/>
              </a:ext>
            </a:extLst>
          </p:cNvPr>
          <p:cNvSpPr>
            <a:spLocks noGrp="1"/>
          </p:cNvSpPr>
          <p:nvPr/>
        </p:nvSpPr>
        <p:spPr>
          <a:xfrm>
            <a:off x="1864912" y="392987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3_paired_semantic_8517">
            <a:extLst>
              <a:ext uri="{FF2B5EF4-FFF2-40B4-BE49-F238E27FC236}">
                <a16:creationId xmlns:a16="http://schemas.microsoft.com/office/drawing/2014/main" id="{9CF29308-1C17-4C88-B034-071C816B2EEF}"/>
              </a:ext>
            </a:extLst>
          </p:cNvPr>
          <p:cNvSpPr>
            <a:spLocks noGrp="1"/>
          </p:cNvSpPr>
          <p:nvPr/>
        </p:nvSpPr>
        <p:spPr>
          <a:xfrm>
            <a:off x="1865053" y="5031074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3_paired_semantic_8518">
            <a:extLst>
              <a:ext uri="{FF2B5EF4-FFF2-40B4-BE49-F238E27FC236}">
                <a16:creationId xmlns:a16="http://schemas.microsoft.com/office/drawing/2014/main" id="{F4EC4E32-9982-4D14-B1AF-BD5E04D0D7CB}"/>
              </a:ext>
            </a:extLst>
          </p:cNvPr>
          <p:cNvSpPr>
            <a:spLocks noGrp="1"/>
          </p:cNvSpPr>
          <p:nvPr/>
        </p:nvSpPr>
        <p:spPr>
          <a:xfrm>
            <a:off x="2213878" y="6127020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3_paired_semantic_8519">
            <a:extLst>
              <a:ext uri="{FF2B5EF4-FFF2-40B4-BE49-F238E27FC236}">
                <a16:creationId xmlns:a16="http://schemas.microsoft.com/office/drawing/2014/main" id="{A5D56407-2F67-4F9B-919B-15797655AB09}"/>
              </a:ext>
            </a:extLst>
          </p:cNvPr>
          <p:cNvSpPr>
            <a:spLocks noGrp="1"/>
          </p:cNvSpPr>
          <p:nvPr/>
        </p:nvSpPr>
        <p:spPr>
          <a:xfrm>
            <a:off x="1864901" y="2847523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3_paired_semantic_8520">
            <a:extLst>
              <a:ext uri="{FF2B5EF4-FFF2-40B4-BE49-F238E27FC236}">
                <a16:creationId xmlns:a16="http://schemas.microsoft.com/office/drawing/2014/main" id="{1504AA87-089A-4138-A499-D91D15808261}"/>
              </a:ext>
            </a:extLst>
          </p:cNvPr>
          <p:cNvSpPr>
            <a:spLocks noGrp="1"/>
          </p:cNvSpPr>
          <p:nvPr/>
        </p:nvSpPr>
        <p:spPr>
          <a:xfrm>
            <a:off x="1864915" y="6578005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3_paired_semantic_8521">
            <a:extLst>
              <a:ext uri="{FF2B5EF4-FFF2-40B4-BE49-F238E27FC236}">
                <a16:creationId xmlns:a16="http://schemas.microsoft.com/office/drawing/2014/main" id="{08430727-DFE0-4E3C-BE55-A9F1C371A772}"/>
              </a:ext>
            </a:extLst>
          </p:cNvPr>
          <p:cNvSpPr>
            <a:spLocks noGrp="1"/>
          </p:cNvSpPr>
          <p:nvPr/>
        </p:nvSpPr>
        <p:spPr>
          <a:xfrm>
            <a:off x="4681229" y="2589657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3_paired_semantic_8522">
            <a:extLst>
              <a:ext uri="{FF2B5EF4-FFF2-40B4-BE49-F238E27FC236}">
                <a16:creationId xmlns:a16="http://schemas.microsoft.com/office/drawing/2014/main" id="{5FF1001F-8A79-4BB7-BE17-E6202606C356}"/>
              </a:ext>
            </a:extLst>
          </p:cNvPr>
          <p:cNvSpPr>
            <a:spLocks noGrp="1"/>
          </p:cNvSpPr>
          <p:nvPr/>
        </p:nvSpPr>
        <p:spPr>
          <a:xfrm>
            <a:off x="2226623" y="630754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3_paired_semantic_8523">
            <a:extLst>
              <a:ext uri="{FF2B5EF4-FFF2-40B4-BE49-F238E27FC236}">
                <a16:creationId xmlns:a16="http://schemas.microsoft.com/office/drawing/2014/main" id="{E64EE206-E6DC-4C6D-B2ED-C58631096658}"/>
              </a:ext>
            </a:extLst>
          </p:cNvPr>
          <p:cNvSpPr>
            <a:spLocks noGrp="1"/>
          </p:cNvSpPr>
          <p:nvPr/>
        </p:nvSpPr>
        <p:spPr>
          <a:xfrm>
            <a:off x="1865917" y="380077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3_paired_semantic_8524">
            <a:extLst>
              <a:ext uri="{FF2B5EF4-FFF2-40B4-BE49-F238E27FC236}">
                <a16:creationId xmlns:a16="http://schemas.microsoft.com/office/drawing/2014/main" id="{57FC90B4-412D-4652-9D9E-CD5AC689D3E5}"/>
              </a:ext>
            </a:extLst>
          </p:cNvPr>
          <p:cNvSpPr>
            <a:spLocks noGrp="1"/>
          </p:cNvSpPr>
          <p:nvPr/>
        </p:nvSpPr>
        <p:spPr>
          <a:xfrm>
            <a:off x="1865088" y="42057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3_paired_semantic_8525">
            <a:extLst>
              <a:ext uri="{FF2B5EF4-FFF2-40B4-BE49-F238E27FC236}">
                <a16:creationId xmlns:a16="http://schemas.microsoft.com/office/drawing/2014/main" id="{B4651F30-1C3C-42CA-95F5-96F5882CC857}"/>
              </a:ext>
            </a:extLst>
          </p:cNvPr>
          <p:cNvSpPr>
            <a:spLocks noGrp="1"/>
          </p:cNvSpPr>
          <p:nvPr/>
        </p:nvSpPr>
        <p:spPr>
          <a:xfrm>
            <a:off x="2670522" y="4122893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3_paired_semantic_8526">
            <a:extLst>
              <a:ext uri="{FF2B5EF4-FFF2-40B4-BE49-F238E27FC236}">
                <a16:creationId xmlns:a16="http://schemas.microsoft.com/office/drawing/2014/main" id="{E7B8A00C-9D65-4E40-8099-E34F5EB49591}"/>
              </a:ext>
            </a:extLst>
          </p:cNvPr>
          <p:cNvSpPr>
            <a:spLocks noGrp="1"/>
          </p:cNvSpPr>
          <p:nvPr/>
        </p:nvSpPr>
        <p:spPr>
          <a:xfrm>
            <a:off x="1912548" y="253336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3_paired_semantic_8527">
            <a:extLst>
              <a:ext uri="{FF2B5EF4-FFF2-40B4-BE49-F238E27FC236}">
                <a16:creationId xmlns:a16="http://schemas.microsoft.com/office/drawing/2014/main" id="{55D86F46-B1B4-474F-A76D-6CB0F665B1F1}"/>
              </a:ext>
            </a:extLst>
          </p:cNvPr>
          <p:cNvSpPr>
            <a:spLocks noGrp="1"/>
          </p:cNvSpPr>
          <p:nvPr/>
        </p:nvSpPr>
        <p:spPr>
          <a:xfrm>
            <a:off x="1864958" y="2256792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3_paired_semantic_8528">
            <a:extLst>
              <a:ext uri="{FF2B5EF4-FFF2-40B4-BE49-F238E27FC236}">
                <a16:creationId xmlns:a16="http://schemas.microsoft.com/office/drawing/2014/main" id="{C14965DB-6083-4D55-8E6C-91455D2CD014}"/>
              </a:ext>
            </a:extLst>
          </p:cNvPr>
          <p:cNvSpPr>
            <a:spLocks noGrp="1"/>
          </p:cNvSpPr>
          <p:nvPr/>
        </p:nvSpPr>
        <p:spPr>
          <a:xfrm>
            <a:off x="1865065" y="6031633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3_paired_semantic_8529">
            <a:extLst>
              <a:ext uri="{FF2B5EF4-FFF2-40B4-BE49-F238E27FC236}">
                <a16:creationId xmlns:a16="http://schemas.microsoft.com/office/drawing/2014/main" id="{7F05A4A4-3C05-49FF-A543-4EBEC847D49E}"/>
              </a:ext>
            </a:extLst>
          </p:cNvPr>
          <p:cNvSpPr>
            <a:spLocks noGrp="1"/>
          </p:cNvSpPr>
          <p:nvPr/>
        </p:nvSpPr>
        <p:spPr>
          <a:xfrm>
            <a:off x="1864900" y="657802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3_paired_semantic_8530">
            <a:extLst>
              <a:ext uri="{FF2B5EF4-FFF2-40B4-BE49-F238E27FC236}">
                <a16:creationId xmlns:a16="http://schemas.microsoft.com/office/drawing/2014/main" id="{044CB4EB-C106-4E0F-ADC3-D55393A0F8E0}"/>
              </a:ext>
            </a:extLst>
          </p:cNvPr>
          <p:cNvSpPr>
            <a:spLocks noGrp="1"/>
          </p:cNvSpPr>
          <p:nvPr/>
        </p:nvSpPr>
        <p:spPr>
          <a:xfrm>
            <a:off x="2312248" y="4401838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3_paired_semantic_8531">
            <a:extLst>
              <a:ext uri="{FF2B5EF4-FFF2-40B4-BE49-F238E27FC236}">
                <a16:creationId xmlns:a16="http://schemas.microsoft.com/office/drawing/2014/main" id="{941B18B1-35B5-4D51-9A95-EB98ED633C7A}"/>
              </a:ext>
            </a:extLst>
          </p:cNvPr>
          <p:cNvSpPr>
            <a:spLocks noGrp="1"/>
          </p:cNvSpPr>
          <p:nvPr/>
        </p:nvSpPr>
        <p:spPr>
          <a:xfrm>
            <a:off x="4728017" y="2517884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3_paired_semantic_8532">
            <a:extLst>
              <a:ext uri="{FF2B5EF4-FFF2-40B4-BE49-F238E27FC236}">
                <a16:creationId xmlns:a16="http://schemas.microsoft.com/office/drawing/2014/main" id="{08564C61-2989-4CAB-8FDD-B03654D5E84A}"/>
              </a:ext>
            </a:extLst>
          </p:cNvPr>
          <p:cNvSpPr>
            <a:spLocks noGrp="1"/>
          </p:cNvSpPr>
          <p:nvPr/>
        </p:nvSpPr>
        <p:spPr>
          <a:xfrm>
            <a:off x="3973468" y="3223517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3_paired_semantic_8533">
            <a:extLst>
              <a:ext uri="{FF2B5EF4-FFF2-40B4-BE49-F238E27FC236}">
                <a16:creationId xmlns:a16="http://schemas.microsoft.com/office/drawing/2014/main" id="{B6910C0D-D817-499B-B522-60AB11ED396F}"/>
              </a:ext>
            </a:extLst>
          </p:cNvPr>
          <p:cNvSpPr>
            <a:spLocks noGrp="1"/>
          </p:cNvSpPr>
          <p:nvPr/>
        </p:nvSpPr>
        <p:spPr>
          <a:xfrm>
            <a:off x="4117880" y="415511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3_paired_semantic_8534">
            <a:extLst>
              <a:ext uri="{FF2B5EF4-FFF2-40B4-BE49-F238E27FC236}">
                <a16:creationId xmlns:a16="http://schemas.microsoft.com/office/drawing/2014/main" id="{DA95DFCD-FA50-4E92-9E72-DC3D80ED061D}"/>
              </a:ext>
            </a:extLst>
          </p:cNvPr>
          <p:cNvSpPr>
            <a:spLocks noGrp="1"/>
          </p:cNvSpPr>
          <p:nvPr/>
        </p:nvSpPr>
        <p:spPr>
          <a:xfrm>
            <a:off x="1864977" y="2886742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3_paired_semantic_8535">
            <a:extLst>
              <a:ext uri="{FF2B5EF4-FFF2-40B4-BE49-F238E27FC236}">
                <a16:creationId xmlns:a16="http://schemas.microsoft.com/office/drawing/2014/main" id="{16FEB5B4-FBCA-4645-A619-65652CB822CC}"/>
              </a:ext>
            </a:extLst>
          </p:cNvPr>
          <p:cNvSpPr>
            <a:spLocks noGrp="1"/>
          </p:cNvSpPr>
          <p:nvPr/>
        </p:nvSpPr>
        <p:spPr>
          <a:xfrm>
            <a:off x="4880647" y="2450206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3_paired_semantic_8536">
            <a:extLst>
              <a:ext uri="{FF2B5EF4-FFF2-40B4-BE49-F238E27FC236}">
                <a16:creationId xmlns:a16="http://schemas.microsoft.com/office/drawing/2014/main" id="{58A1B0A3-5F41-4BDF-B464-1729121EA9A1}"/>
              </a:ext>
            </a:extLst>
          </p:cNvPr>
          <p:cNvSpPr>
            <a:spLocks noGrp="1"/>
          </p:cNvSpPr>
          <p:nvPr/>
        </p:nvSpPr>
        <p:spPr>
          <a:xfrm>
            <a:off x="3911399" y="4428884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3_paired_semantic_8537">
            <a:extLst>
              <a:ext uri="{FF2B5EF4-FFF2-40B4-BE49-F238E27FC236}">
                <a16:creationId xmlns:a16="http://schemas.microsoft.com/office/drawing/2014/main" id="{5BBCD641-C320-4D6D-B38A-C32442338E52}"/>
              </a:ext>
            </a:extLst>
          </p:cNvPr>
          <p:cNvSpPr>
            <a:spLocks noGrp="1"/>
          </p:cNvSpPr>
          <p:nvPr/>
        </p:nvSpPr>
        <p:spPr>
          <a:xfrm>
            <a:off x="5844175" y="2510319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3_paired_semantic_8538">
            <a:extLst>
              <a:ext uri="{FF2B5EF4-FFF2-40B4-BE49-F238E27FC236}">
                <a16:creationId xmlns:a16="http://schemas.microsoft.com/office/drawing/2014/main" id="{BA54ABE6-5CDC-450B-95DD-28ADC1665464}"/>
              </a:ext>
            </a:extLst>
          </p:cNvPr>
          <p:cNvSpPr>
            <a:spLocks noGrp="1"/>
          </p:cNvSpPr>
          <p:nvPr/>
        </p:nvSpPr>
        <p:spPr>
          <a:xfrm>
            <a:off x="3481000" y="4057878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3_paired_semantic_8539">
            <a:extLst>
              <a:ext uri="{FF2B5EF4-FFF2-40B4-BE49-F238E27FC236}">
                <a16:creationId xmlns:a16="http://schemas.microsoft.com/office/drawing/2014/main" id="{F576CD97-CEAD-45AC-9C4D-02F8AD811F9B}"/>
              </a:ext>
            </a:extLst>
          </p:cNvPr>
          <p:cNvSpPr>
            <a:spLocks noGrp="1"/>
          </p:cNvSpPr>
          <p:nvPr/>
        </p:nvSpPr>
        <p:spPr>
          <a:xfrm>
            <a:off x="3834747" y="2883444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3_paired_semantic_8540">
            <a:extLst>
              <a:ext uri="{FF2B5EF4-FFF2-40B4-BE49-F238E27FC236}">
                <a16:creationId xmlns:a16="http://schemas.microsoft.com/office/drawing/2014/main" id="{7AA1F41B-800E-49AD-94ED-4CEEDA73D10C}"/>
              </a:ext>
            </a:extLst>
          </p:cNvPr>
          <p:cNvSpPr>
            <a:spLocks noGrp="1"/>
          </p:cNvSpPr>
          <p:nvPr/>
        </p:nvSpPr>
        <p:spPr>
          <a:xfrm>
            <a:off x="2106589" y="6458613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3_paired_semantic_8541">
            <a:extLst>
              <a:ext uri="{FF2B5EF4-FFF2-40B4-BE49-F238E27FC236}">
                <a16:creationId xmlns:a16="http://schemas.microsoft.com/office/drawing/2014/main" id="{7C7D9FB3-CB37-488C-8A95-C93B06F3BC7D}"/>
              </a:ext>
            </a:extLst>
          </p:cNvPr>
          <p:cNvSpPr>
            <a:spLocks noGrp="1"/>
          </p:cNvSpPr>
          <p:nvPr/>
        </p:nvSpPr>
        <p:spPr>
          <a:xfrm>
            <a:off x="1864923" y="4236347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3_paired_semantic_8542">
            <a:extLst>
              <a:ext uri="{FF2B5EF4-FFF2-40B4-BE49-F238E27FC236}">
                <a16:creationId xmlns:a16="http://schemas.microsoft.com/office/drawing/2014/main" id="{B648CA25-D630-4CD2-A2A8-E8143ED52715}"/>
              </a:ext>
            </a:extLst>
          </p:cNvPr>
          <p:cNvSpPr>
            <a:spLocks noGrp="1"/>
          </p:cNvSpPr>
          <p:nvPr/>
        </p:nvSpPr>
        <p:spPr>
          <a:xfrm>
            <a:off x="4571078" y="245989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3_paired_semantic_8543">
            <a:extLst>
              <a:ext uri="{FF2B5EF4-FFF2-40B4-BE49-F238E27FC236}">
                <a16:creationId xmlns:a16="http://schemas.microsoft.com/office/drawing/2014/main" id="{35E74F23-889E-4842-AED4-1989709D03C4}"/>
              </a:ext>
            </a:extLst>
          </p:cNvPr>
          <p:cNvSpPr>
            <a:spLocks noGrp="1"/>
          </p:cNvSpPr>
          <p:nvPr/>
        </p:nvSpPr>
        <p:spPr>
          <a:xfrm>
            <a:off x="1864897" y="6428215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3_paired_semantic_8544">
            <a:extLst>
              <a:ext uri="{FF2B5EF4-FFF2-40B4-BE49-F238E27FC236}">
                <a16:creationId xmlns:a16="http://schemas.microsoft.com/office/drawing/2014/main" id="{619BBFCE-7664-4769-A5D9-27122DD9B309}"/>
              </a:ext>
            </a:extLst>
          </p:cNvPr>
          <p:cNvSpPr>
            <a:spLocks noGrp="1"/>
          </p:cNvSpPr>
          <p:nvPr/>
        </p:nvSpPr>
        <p:spPr>
          <a:xfrm>
            <a:off x="2259794" y="3801404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3_paired_semantic_8545">
            <a:extLst>
              <a:ext uri="{FF2B5EF4-FFF2-40B4-BE49-F238E27FC236}">
                <a16:creationId xmlns:a16="http://schemas.microsoft.com/office/drawing/2014/main" id="{3C6BB578-86DF-4A00-ABE9-6ABAB01E8C3A}"/>
              </a:ext>
            </a:extLst>
          </p:cNvPr>
          <p:cNvSpPr>
            <a:spLocks noGrp="1"/>
          </p:cNvSpPr>
          <p:nvPr/>
        </p:nvSpPr>
        <p:spPr>
          <a:xfrm>
            <a:off x="1865047" y="6533186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3_paired_semantic_8546">
            <a:extLst>
              <a:ext uri="{FF2B5EF4-FFF2-40B4-BE49-F238E27FC236}">
                <a16:creationId xmlns:a16="http://schemas.microsoft.com/office/drawing/2014/main" id="{397C9811-CDD7-4D19-86D6-4545F9CED894}"/>
              </a:ext>
            </a:extLst>
          </p:cNvPr>
          <p:cNvSpPr>
            <a:spLocks noGrp="1"/>
          </p:cNvSpPr>
          <p:nvPr/>
        </p:nvSpPr>
        <p:spPr>
          <a:xfrm>
            <a:off x="2739960" y="4774855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3_paired_semantic_8547">
            <a:extLst>
              <a:ext uri="{FF2B5EF4-FFF2-40B4-BE49-F238E27FC236}">
                <a16:creationId xmlns:a16="http://schemas.microsoft.com/office/drawing/2014/main" id="{73A447E6-190C-43F9-8E6C-26D604E4B354}"/>
              </a:ext>
            </a:extLst>
          </p:cNvPr>
          <p:cNvSpPr>
            <a:spLocks noGrp="1"/>
          </p:cNvSpPr>
          <p:nvPr/>
        </p:nvSpPr>
        <p:spPr>
          <a:xfrm>
            <a:off x="3275752" y="5092021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3_paired_semantic_8548">
            <a:extLst>
              <a:ext uri="{FF2B5EF4-FFF2-40B4-BE49-F238E27FC236}">
                <a16:creationId xmlns:a16="http://schemas.microsoft.com/office/drawing/2014/main" id="{7DC9CA76-2CC9-4690-85D3-CCC60ABBF72B}"/>
              </a:ext>
            </a:extLst>
          </p:cNvPr>
          <p:cNvSpPr>
            <a:spLocks noGrp="1"/>
          </p:cNvSpPr>
          <p:nvPr/>
        </p:nvSpPr>
        <p:spPr>
          <a:xfrm>
            <a:off x="3268260" y="4166736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3_paired_semantic_8549">
            <a:extLst>
              <a:ext uri="{FF2B5EF4-FFF2-40B4-BE49-F238E27FC236}">
                <a16:creationId xmlns:a16="http://schemas.microsoft.com/office/drawing/2014/main" id="{7DF9D333-4397-4EC9-A11B-4CA36711088D}"/>
              </a:ext>
            </a:extLst>
          </p:cNvPr>
          <p:cNvSpPr>
            <a:spLocks noGrp="1"/>
          </p:cNvSpPr>
          <p:nvPr/>
        </p:nvSpPr>
        <p:spPr>
          <a:xfrm>
            <a:off x="2015851" y="6286495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3_paired_semantic_8550">
            <a:extLst>
              <a:ext uri="{FF2B5EF4-FFF2-40B4-BE49-F238E27FC236}">
                <a16:creationId xmlns:a16="http://schemas.microsoft.com/office/drawing/2014/main" id="{D5B16220-2AA1-4198-86FE-154EFB951D08}"/>
              </a:ext>
            </a:extLst>
          </p:cNvPr>
          <p:cNvSpPr>
            <a:spLocks noGrp="1"/>
          </p:cNvSpPr>
          <p:nvPr/>
        </p:nvSpPr>
        <p:spPr>
          <a:xfrm>
            <a:off x="4095098" y="3385825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3_paired_semantic_8551">
            <a:extLst>
              <a:ext uri="{FF2B5EF4-FFF2-40B4-BE49-F238E27FC236}">
                <a16:creationId xmlns:a16="http://schemas.microsoft.com/office/drawing/2014/main" id="{6E6B849D-0AE3-42D5-B9BC-708BDFA17FE5}"/>
              </a:ext>
            </a:extLst>
          </p:cNvPr>
          <p:cNvSpPr>
            <a:spLocks noGrp="1"/>
          </p:cNvSpPr>
          <p:nvPr/>
        </p:nvSpPr>
        <p:spPr>
          <a:xfrm>
            <a:off x="4967010" y="2626079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3_paired_semantic_8552">
            <a:extLst>
              <a:ext uri="{FF2B5EF4-FFF2-40B4-BE49-F238E27FC236}">
                <a16:creationId xmlns:a16="http://schemas.microsoft.com/office/drawing/2014/main" id="{0D51A56B-497D-4680-AD84-190E5C78687F}"/>
              </a:ext>
            </a:extLst>
          </p:cNvPr>
          <p:cNvSpPr>
            <a:spLocks noGrp="1"/>
          </p:cNvSpPr>
          <p:nvPr/>
        </p:nvSpPr>
        <p:spPr>
          <a:xfrm>
            <a:off x="4676538" y="520111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3_paired_semantic_8553">
            <a:extLst>
              <a:ext uri="{FF2B5EF4-FFF2-40B4-BE49-F238E27FC236}">
                <a16:creationId xmlns:a16="http://schemas.microsoft.com/office/drawing/2014/main" id="{BCA24503-2DA7-4D9A-97DC-05A15503A7CE}"/>
              </a:ext>
            </a:extLst>
          </p:cNvPr>
          <p:cNvSpPr>
            <a:spLocks noGrp="1"/>
          </p:cNvSpPr>
          <p:nvPr/>
        </p:nvSpPr>
        <p:spPr>
          <a:xfrm>
            <a:off x="1865728" y="265098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3_paired_semantic_8554">
            <a:extLst>
              <a:ext uri="{FF2B5EF4-FFF2-40B4-BE49-F238E27FC236}">
                <a16:creationId xmlns:a16="http://schemas.microsoft.com/office/drawing/2014/main" id="{07A00E0C-1B77-4B7F-9263-DFDE576A9B01}"/>
              </a:ext>
            </a:extLst>
          </p:cNvPr>
          <p:cNvSpPr>
            <a:spLocks noGrp="1"/>
          </p:cNvSpPr>
          <p:nvPr/>
        </p:nvSpPr>
        <p:spPr>
          <a:xfrm>
            <a:off x="1864919" y="552309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3_paired_semantic_8555">
            <a:extLst>
              <a:ext uri="{FF2B5EF4-FFF2-40B4-BE49-F238E27FC236}">
                <a16:creationId xmlns:a16="http://schemas.microsoft.com/office/drawing/2014/main" id="{90FDFC3E-9E7D-4C0B-9657-66953ACC3CFB}"/>
              </a:ext>
            </a:extLst>
          </p:cNvPr>
          <p:cNvSpPr>
            <a:spLocks noGrp="1"/>
          </p:cNvSpPr>
          <p:nvPr/>
        </p:nvSpPr>
        <p:spPr>
          <a:xfrm>
            <a:off x="3045620" y="386139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3_paired_semantic_8556">
            <a:extLst>
              <a:ext uri="{FF2B5EF4-FFF2-40B4-BE49-F238E27FC236}">
                <a16:creationId xmlns:a16="http://schemas.microsoft.com/office/drawing/2014/main" id="{F41038AA-7457-4A87-8719-5244158A0F7D}"/>
              </a:ext>
            </a:extLst>
          </p:cNvPr>
          <p:cNvSpPr>
            <a:spLocks noGrp="1"/>
          </p:cNvSpPr>
          <p:nvPr/>
        </p:nvSpPr>
        <p:spPr>
          <a:xfrm>
            <a:off x="3479740" y="419498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3_paired_semantic_8557">
            <a:extLst>
              <a:ext uri="{FF2B5EF4-FFF2-40B4-BE49-F238E27FC236}">
                <a16:creationId xmlns:a16="http://schemas.microsoft.com/office/drawing/2014/main" id="{E65A6E36-4F63-4A75-A12A-61B87182F778}"/>
              </a:ext>
            </a:extLst>
          </p:cNvPr>
          <p:cNvSpPr>
            <a:spLocks noGrp="1"/>
          </p:cNvSpPr>
          <p:nvPr/>
        </p:nvSpPr>
        <p:spPr>
          <a:xfrm>
            <a:off x="1864926" y="4016003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3_paired_semantic_8558">
            <a:extLst>
              <a:ext uri="{FF2B5EF4-FFF2-40B4-BE49-F238E27FC236}">
                <a16:creationId xmlns:a16="http://schemas.microsoft.com/office/drawing/2014/main" id="{2B8F1536-B95A-4996-8ADD-50CD8BA6B071}"/>
              </a:ext>
            </a:extLst>
          </p:cNvPr>
          <p:cNvSpPr>
            <a:spLocks noGrp="1"/>
          </p:cNvSpPr>
          <p:nvPr/>
        </p:nvSpPr>
        <p:spPr>
          <a:xfrm>
            <a:off x="3180391" y="3335813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3_paired_semantic_8559">
            <a:extLst>
              <a:ext uri="{FF2B5EF4-FFF2-40B4-BE49-F238E27FC236}">
                <a16:creationId xmlns:a16="http://schemas.microsoft.com/office/drawing/2014/main" id="{7E0B8BE9-A4B0-49DF-9197-3241EBF6CD1B}"/>
              </a:ext>
            </a:extLst>
          </p:cNvPr>
          <p:cNvSpPr>
            <a:spLocks noGrp="1"/>
          </p:cNvSpPr>
          <p:nvPr/>
        </p:nvSpPr>
        <p:spPr>
          <a:xfrm>
            <a:off x="2401814" y="294490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3_paired_semantic_8560">
            <a:extLst>
              <a:ext uri="{FF2B5EF4-FFF2-40B4-BE49-F238E27FC236}">
                <a16:creationId xmlns:a16="http://schemas.microsoft.com/office/drawing/2014/main" id="{0D58A817-84D8-4797-B0D4-290E1B152F01}"/>
              </a:ext>
            </a:extLst>
          </p:cNvPr>
          <p:cNvSpPr>
            <a:spLocks noGrp="1"/>
          </p:cNvSpPr>
          <p:nvPr/>
        </p:nvSpPr>
        <p:spPr>
          <a:xfrm>
            <a:off x="1864924" y="5623353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3_paired_semantic_8561">
            <a:extLst>
              <a:ext uri="{FF2B5EF4-FFF2-40B4-BE49-F238E27FC236}">
                <a16:creationId xmlns:a16="http://schemas.microsoft.com/office/drawing/2014/main" id="{2AEDE25D-ADCB-4E78-83BD-56880D86AB4C}"/>
              </a:ext>
            </a:extLst>
          </p:cNvPr>
          <p:cNvSpPr>
            <a:spLocks noGrp="1"/>
          </p:cNvSpPr>
          <p:nvPr/>
        </p:nvSpPr>
        <p:spPr>
          <a:xfrm>
            <a:off x="3952559" y="2646544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3_paired_semantic_8562">
            <a:extLst>
              <a:ext uri="{FF2B5EF4-FFF2-40B4-BE49-F238E27FC236}">
                <a16:creationId xmlns:a16="http://schemas.microsoft.com/office/drawing/2014/main" id="{9E90978F-1702-4600-A5B2-E69AC8FD60F5}"/>
              </a:ext>
            </a:extLst>
          </p:cNvPr>
          <p:cNvSpPr>
            <a:spLocks noGrp="1"/>
          </p:cNvSpPr>
          <p:nvPr/>
        </p:nvSpPr>
        <p:spPr>
          <a:xfrm>
            <a:off x="2051951" y="5786142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3_paired_semantic_8563">
            <a:extLst>
              <a:ext uri="{FF2B5EF4-FFF2-40B4-BE49-F238E27FC236}">
                <a16:creationId xmlns:a16="http://schemas.microsoft.com/office/drawing/2014/main" id="{D4B30102-377A-419B-A1EE-0C1B1816F157}"/>
              </a:ext>
            </a:extLst>
          </p:cNvPr>
          <p:cNvSpPr>
            <a:spLocks noGrp="1"/>
          </p:cNvSpPr>
          <p:nvPr/>
        </p:nvSpPr>
        <p:spPr>
          <a:xfrm>
            <a:off x="1864977" y="2869151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3_paired_semantic_8564">
            <a:extLst>
              <a:ext uri="{FF2B5EF4-FFF2-40B4-BE49-F238E27FC236}">
                <a16:creationId xmlns:a16="http://schemas.microsoft.com/office/drawing/2014/main" id="{3F46E94A-29A0-42D8-ABFD-385436BA5139}"/>
              </a:ext>
            </a:extLst>
          </p:cNvPr>
          <p:cNvSpPr>
            <a:spLocks noGrp="1"/>
          </p:cNvSpPr>
          <p:nvPr/>
        </p:nvSpPr>
        <p:spPr>
          <a:xfrm>
            <a:off x="1864950" y="385865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3_paired_semantic_8565">
            <a:extLst>
              <a:ext uri="{FF2B5EF4-FFF2-40B4-BE49-F238E27FC236}">
                <a16:creationId xmlns:a16="http://schemas.microsoft.com/office/drawing/2014/main" id="{A605F7F7-6810-4DE9-9CB1-281AE279D5EC}"/>
              </a:ext>
            </a:extLst>
          </p:cNvPr>
          <p:cNvSpPr>
            <a:spLocks noGrp="1"/>
          </p:cNvSpPr>
          <p:nvPr/>
        </p:nvSpPr>
        <p:spPr>
          <a:xfrm>
            <a:off x="1865000" y="223414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3_paired_semantic_8566">
            <a:extLst>
              <a:ext uri="{FF2B5EF4-FFF2-40B4-BE49-F238E27FC236}">
                <a16:creationId xmlns:a16="http://schemas.microsoft.com/office/drawing/2014/main" id="{CEA7066B-CF28-42A6-9F4C-F9C8F4CB7BA4}"/>
              </a:ext>
            </a:extLst>
          </p:cNvPr>
          <p:cNvSpPr>
            <a:spLocks noGrp="1"/>
          </p:cNvSpPr>
          <p:nvPr/>
        </p:nvSpPr>
        <p:spPr>
          <a:xfrm>
            <a:off x="1864903" y="3387458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3_paired_semantic_8567">
            <a:extLst>
              <a:ext uri="{FF2B5EF4-FFF2-40B4-BE49-F238E27FC236}">
                <a16:creationId xmlns:a16="http://schemas.microsoft.com/office/drawing/2014/main" id="{CDFE9E02-FECD-49C3-A4D8-322DA2882E06}"/>
              </a:ext>
            </a:extLst>
          </p:cNvPr>
          <p:cNvSpPr>
            <a:spLocks noGrp="1"/>
          </p:cNvSpPr>
          <p:nvPr/>
        </p:nvSpPr>
        <p:spPr>
          <a:xfrm>
            <a:off x="4441689" y="3262335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3_paired_semantic_8568">
            <a:extLst>
              <a:ext uri="{FF2B5EF4-FFF2-40B4-BE49-F238E27FC236}">
                <a16:creationId xmlns:a16="http://schemas.microsoft.com/office/drawing/2014/main" id="{C695FDF2-D9FF-4245-95C2-C87E22A9DA3F}"/>
              </a:ext>
            </a:extLst>
          </p:cNvPr>
          <p:cNvSpPr>
            <a:spLocks noGrp="1"/>
          </p:cNvSpPr>
          <p:nvPr/>
        </p:nvSpPr>
        <p:spPr>
          <a:xfrm>
            <a:off x="1864967" y="4223693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3_paired_semantic_8569">
            <a:extLst>
              <a:ext uri="{FF2B5EF4-FFF2-40B4-BE49-F238E27FC236}">
                <a16:creationId xmlns:a16="http://schemas.microsoft.com/office/drawing/2014/main" id="{90A38591-58A3-40E1-95B3-437347DC0F3D}"/>
              </a:ext>
            </a:extLst>
          </p:cNvPr>
          <p:cNvSpPr>
            <a:spLocks noGrp="1"/>
          </p:cNvSpPr>
          <p:nvPr/>
        </p:nvSpPr>
        <p:spPr>
          <a:xfrm>
            <a:off x="3332904" y="487060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3_paired_semantic_8570">
            <a:extLst>
              <a:ext uri="{FF2B5EF4-FFF2-40B4-BE49-F238E27FC236}">
                <a16:creationId xmlns:a16="http://schemas.microsoft.com/office/drawing/2014/main" id="{E5E7A37F-9FF4-4CD6-AC5C-C2AD941AA6E2}"/>
              </a:ext>
            </a:extLst>
          </p:cNvPr>
          <p:cNvSpPr>
            <a:spLocks noGrp="1"/>
          </p:cNvSpPr>
          <p:nvPr/>
        </p:nvSpPr>
        <p:spPr>
          <a:xfrm>
            <a:off x="2614986" y="4920464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3_paired_semantic_8571">
            <a:extLst>
              <a:ext uri="{FF2B5EF4-FFF2-40B4-BE49-F238E27FC236}">
                <a16:creationId xmlns:a16="http://schemas.microsoft.com/office/drawing/2014/main" id="{21BD6479-4177-4C01-B373-342FF19860DD}"/>
              </a:ext>
            </a:extLst>
          </p:cNvPr>
          <p:cNvSpPr>
            <a:spLocks noGrp="1"/>
          </p:cNvSpPr>
          <p:nvPr/>
        </p:nvSpPr>
        <p:spPr>
          <a:xfrm>
            <a:off x="2772319" y="4468395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3_paired_semantic_8572">
            <a:extLst>
              <a:ext uri="{FF2B5EF4-FFF2-40B4-BE49-F238E27FC236}">
                <a16:creationId xmlns:a16="http://schemas.microsoft.com/office/drawing/2014/main" id="{6B7CCE05-B485-4015-A1B8-7D14474E3598}"/>
              </a:ext>
            </a:extLst>
          </p:cNvPr>
          <p:cNvSpPr>
            <a:spLocks noGrp="1"/>
          </p:cNvSpPr>
          <p:nvPr/>
        </p:nvSpPr>
        <p:spPr>
          <a:xfrm>
            <a:off x="2313259" y="249587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3_paired_semantic_8573">
            <a:extLst>
              <a:ext uri="{FF2B5EF4-FFF2-40B4-BE49-F238E27FC236}">
                <a16:creationId xmlns:a16="http://schemas.microsoft.com/office/drawing/2014/main" id="{09D7DD4D-0FE1-46F4-9F12-FFFDE163A099}"/>
              </a:ext>
            </a:extLst>
          </p:cNvPr>
          <p:cNvSpPr>
            <a:spLocks noGrp="1"/>
          </p:cNvSpPr>
          <p:nvPr/>
        </p:nvSpPr>
        <p:spPr>
          <a:xfrm>
            <a:off x="3248606" y="415779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3_paired_semantic_8574">
            <a:extLst>
              <a:ext uri="{FF2B5EF4-FFF2-40B4-BE49-F238E27FC236}">
                <a16:creationId xmlns:a16="http://schemas.microsoft.com/office/drawing/2014/main" id="{719EEA6F-BFCF-4B18-898C-0E2E1BA4673E}"/>
              </a:ext>
            </a:extLst>
          </p:cNvPr>
          <p:cNvSpPr>
            <a:spLocks noGrp="1"/>
          </p:cNvSpPr>
          <p:nvPr/>
        </p:nvSpPr>
        <p:spPr>
          <a:xfrm>
            <a:off x="1867686" y="4719673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3_paired_semantic_8575">
            <a:extLst>
              <a:ext uri="{FF2B5EF4-FFF2-40B4-BE49-F238E27FC236}">
                <a16:creationId xmlns:a16="http://schemas.microsoft.com/office/drawing/2014/main" id="{6AB8F57D-D51C-47E5-8B2B-8A6CA7D710F7}"/>
              </a:ext>
            </a:extLst>
          </p:cNvPr>
          <p:cNvSpPr>
            <a:spLocks noGrp="1"/>
          </p:cNvSpPr>
          <p:nvPr/>
        </p:nvSpPr>
        <p:spPr>
          <a:xfrm>
            <a:off x="1864977" y="2824454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3_paired_semantic_8576">
            <a:extLst>
              <a:ext uri="{FF2B5EF4-FFF2-40B4-BE49-F238E27FC236}">
                <a16:creationId xmlns:a16="http://schemas.microsoft.com/office/drawing/2014/main" id="{EC4397EE-6F06-408C-88BC-59F8310B6C43}"/>
              </a:ext>
            </a:extLst>
          </p:cNvPr>
          <p:cNvSpPr>
            <a:spLocks noGrp="1"/>
          </p:cNvSpPr>
          <p:nvPr/>
        </p:nvSpPr>
        <p:spPr>
          <a:xfrm>
            <a:off x="2161922" y="488273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3_paired_semantic_8577">
            <a:extLst>
              <a:ext uri="{FF2B5EF4-FFF2-40B4-BE49-F238E27FC236}">
                <a16:creationId xmlns:a16="http://schemas.microsoft.com/office/drawing/2014/main" id="{13A93372-5FCE-4DAE-B81E-CD351656131C}"/>
              </a:ext>
            </a:extLst>
          </p:cNvPr>
          <p:cNvSpPr>
            <a:spLocks noGrp="1"/>
          </p:cNvSpPr>
          <p:nvPr/>
        </p:nvSpPr>
        <p:spPr>
          <a:xfrm>
            <a:off x="2942132" y="65286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3_paired_semantic_8578">
            <a:extLst>
              <a:ext uri="{FF2B5EF4-FFF2-40B4-BE49-F238E27FC236}">
                <a16:creationId xmlns:a16="http://schemas.microsoft.com/office/drawing/2014/main" id="{017BA172-C9DF-41D8-9899-F44D3B3357A4}"/>
              </a:ext>
            </a:extLst>
          </p:cNvPr>
          <p:cNvSpPr>
            <a:spLocks noGrp="1"/>
          </p:cNvSpPr>
          <p:nvPr/>
        </p:nvSpPr>
        <p:spPr>
          <a:xfrm>
            <a:off x="2847686" y="4854003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3_paired_semantic_8579">
            <a:extLst>
              <a:ext uri="{FF2B5EF4-FFF2-40B4-BE49-F238E27FC236}">
                <a16:creationId xmlns:a16="http://schemas.microsoft.com/office/drawing/2014/main" id="{7608B16D-B3E6-4099-A7B7-A20427C77470}"/>
              </a:ext>
            </a:extLst>
          </p:cNvPr>
          <p:cNvSpPr>
            <a:spLocks noGrp="1"/>
          </p:cNvSpPr>
          <p:nvPr/>
        </p:nvSpPr>
        <p:spPr>
          <a:xfrm>
            <a:off x="1864905" y="6320051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3_paired_semantic_8580">
            <a:extLst>
              <a:ext uri="{FF2B5EF4-FFF2-40B4-BE49-F238E27FC236}">
                <a16:creationId xmlns:a16="http://schemas.microsoft.com/office/drawing/2014/main" id="{6568488F-F551-4574-B2D6-9738186B06B6}"/>
              </a:ext>
            </a:extLst>
          </p:cNvPr>
          <p:cNvSpPr>
            <a:spLocks noGrp="1"/>
          </p:cNvSpPr>
          <p:nvPr/>
        </p:nvSpPr>
        <p:spPr>
          <a:xfrm>
            <a:off x="2039849" y="4265220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3_paired_semantic_8581">
            <a:extLst>
              <a:ext uri="{FF2B5EF4-FFF2-40B4-BE49-F238E27FC236}">
                <a16:creationId xmlns:a16="http://schemas.microsoft.com/office/drawing/2014/main" id="{ECC66E57-4C70-414B-9A2D-FB90CD68F0EC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8582">
            <a:extLst>
              <a:ext uri="{FF2B5EF4-FFF2-40B4-BE49-F238E27FC236}">
                <a16:creationId xmlns:a16="http://schemas.microsoft.com/office/drawing/2014/main" id="{A5D34B77-3850-4CA0-955C-73A4DDD92F69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3_paired_semantic_8583">
            <a:extLst>
              <a:ext uri="{FF2B5EF4-FFF2-40B4-BE49-F238E27FC236}">
                <a16:creationId xmlns:a16="http://schemas.microsoft.com/office/drawing/2014/main" id="{6381ECFC-4210-45E3-AA71-A1B39F21FB35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8584">
            <a:extLst>
              <a:ext uri="{FF2B5EF4-FFF2-40B4-BE49-F238E27FC236}">
                <a16:creationId xmlns:a16="http://schemas.microsoft.com/office/drawing/2014/main" id="{E6E4BD21-502B-4B28-83B3-4A80870F20D0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3_paired_semantic_8585">
            <a:extLst>
              <a:ext uri="{FF2B5EF4-FFF2-40B4-BE49-F238E27FC236}">
                <a16:creationId xmlns:a16="http://schemas.microsoft.com/office/drawing/2014/main" id="{0695352F-EE55-4349-A3A8-8181A699D581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8586">
            <a:extLst>
              <a:ext uri="{FF2B5EF4-FFF2-40B4-BE49-F238E27FC236}">
                <a16:creationId xmlns:a16="http://schemas.microsoft.com/office/drawing/2014/main" id="{4E93D133-62A5-4BC1-BD29-9975A7F3BF86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3_paired_semantic_8587">
            <a:extLst>
              <a:ext uri="{FF2B5EF4-FFF2-40B4-BE49-F238E27FC236}">
                <a16:creationId xmlns:a16="http://schemas.microsoft.com/office/drawing/2014/main" id="{B0DFEB1F-2192-4447-A6FD-61D91F48A7B7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8588">
            <a:extLst>
              <a:ext uri="{FF2B5EF4-FFF2-40B4-BE49-F238E27FC236}">
                <a16:creationId xmlns:a16="http://schemas.microsoft.com/office/drawing/2014/main" id="{2B691C74-8144-410E-8CA9-F9C0A2A57A55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3_paired_semantic_8589">
            <a:extLst>
              <a:ext uri="{FF2B5EF4-FFF2-40B4-BE49-F238E27FC236}">
                <a16:creationId xmlns:a16="http://schemas.microsoft.com/office/drawing/2014/main" id="{4D244BA8-77D9-4722-929C-5ED528D9AA13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8590">
            <a:extLst>
              <a:ext uri="{FF2B5EF4-FFF2-40B4-BE49-F238E27FC236}">
                <a16:creationId xmlns:a16="http://schemas.microsoft.com/office/drawing/2014/main" id="{6C6FE136-BD0F-4093-AD0C-6058E45BA8D3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3_paired_semantic_8591">
            <a:extLst>
              <a:ext uri="{FF2B5EF4-FFF2-40B4-BE49-F238E27FC236}">
                <a16:creationId xmlns:a16="http://schemas.microsoft.com/office/drawing/2014/main" id="{15C5EBAF-A0F2-4728-ADA4-15BCA9834776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8592">
            <a:extLst>
              <a:ext uri="{FF2B5EF4-FFF2-40B4-BE49-F238E27FC236}">
                <a16:creationId xmlns:a16="http://schemas.microsoft.com/office/drawing/2014/main" id="{DFF1A092-F13B-45D5-9E26-AAD75E7E172B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8593">
            <a:extLst>
              <a:ext uri="{FF2B5EF4-FFF2-40B4-BE49-F238E27FC236}">
                <a16:creationId xmlns:a16="http://schemas.microsoft.com/office/drawing/2014/main" id="{F68173F9-EFCD-434B-8435-6F16A65CAA7F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3_paired_semantic_8594">
            <a:extLst>
              <a:ext uri="{FF2B5EF4-FFF2-40B4-BE49-F238E27FC236}">
                <a16:creationId xmlns:a16="http://schemas.microsoft.com/office/drawing/2014/main" id="{9AAE5EC0-37FC-4B06-AEF5-469F70C3F367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8595">
            <a:extLst>
              <a:ext uri="{FF2B5EF4-FFF2-40B4-BE49-F238E27FC236}">
                <a16:creationId xmlns:a16="http://schemas.microsoft.com/office/drawing/2014/main" id="{C9B36622-2810-465B-B2FD-6D8A1B75F802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3_paired_semantic_8596">
            <a:extLst>
              <a:ext uri="{FF2B5EF4-FFF2-40B4-BE49-F238E27FC236}">
                <a16:creationId xmlns:a16="http://schemas.microsoft.com/office/drawing/2014/main" id="{9F5739CF-F290-4D2B-ADAE-B18B9CC5FCD5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8597">
            <a:extLst>
              <a:ext uri="{FF2B5EF4-FFF2-40B4-BE49-F238E27FC236}">
                <a16:creationId xmlns:a16="http://schemas.microsoft.com/office/drawing/2014/main" id="{E50F4E76-EB5E-41E1-B4E6-28DC78D4A611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3_paired_semantic_8598">
            <a:extLst>
              <a:ext uri="{FF2B5EF4-FFF2-40B4-BE49-F238E27FC236}">
                <a16:creationId xmlns:a16="http://schemas.microsoft.com/office/drawing/2014/main" id="{7FFB7BF3-BE68-4369-8C80-41446C4D66D8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8599">
            <a:extLst>
              <a:ext uri="{FF2B5EF4-FFF2-40B4-BE49-F238E27FC236}">
                <a16:creationId xmlns:a16="http://schemas.microsoft.com/office/drawing/2014/main" id="{7EBE270C-E064-408A-97F3-C9694BC86C48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3_paired_semantic_8600">
            <a:extLst>
              <a:ext uri="{FF2B5EF4-FFF2-40B4-BE49-F238E27FC236}">
                <a16:creationId xmlns:a16="http://schemas.microsoft.com/office/drawing/2014/main" id="{F16F0E27-2280-4E6D-9BA5-2D2520F5A467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8601">
            <a:extLst>
              <a:ext uri="{FF2B5EF4-FFF2-40B4-BE49-F238E27FC236}">
                <a16:creationId xmlns:a16="http://schemas.microsoft.com/office/drawing/2014/main" id="{BF033787-C623-4B10-972A-C1C470ACC257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3_paired_semantic_8602">
            <a:extLst>
              <a:ext uri="{FF2B5EF4-FFF2-40B4-BE49-F238E27FC236}">
                <a16:creationId xmlns:a16="http://schemas.microsoft.com/office/drawing/2014/main" id="{3F83464D-35E7-4071-A33D-1A25DB192B12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8603">
            <a:extLst>
              <a:ext uri="{FF2B5EF4-FFF2-40B4-BE49-F238E27FC236}">
                <a16:creationId xmlns:a16="http://schemas.microsoft.com/office/drawing/2014/main" id="{E8DEFB79-34FB-4E04-A2DD-1B4A16B06C1B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3_paired_semantic_8604">
            <a:extLst>
              <a:ext uri="{FF2B5EF4-FFF2-40B4-BE49-F238E27FC236}">
                <a16:creationId xmlns:a16="http://schemas.microsoft.com/office/drawing/2014/main" id="{2AC0EF5A-581E-46ED-A1A8-3ECBA81AB2DA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8605">
            <a:extLst>
              <a:ext uri="{FF2B5EF4-FFF2-40B4-BE49-F238E27FC236}">
                <a16:creationId xmlns:a16="http://schemas.microsoft.com/office/drawing/2014/main" id="{0E661BD6-48E1-4A9A-9AE3-8154CE961549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8606">
            <a:extLst>
              <a:ext uri="{FF2B5EF4-FFF2-40B4-BE49-F238E27FC236}">
                <a16:creationId xmlns:a16="http://schemas.microsoft.com/office/drawing/2014/main" id="{CEA680B7-033B-4186-991B-C963036B34F8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3_paired_semantic_8607">
            <a:extLst>
              <a:ext uri="{FF2B5EF4-FFF2-40B4-BE49-F238E27FC236}">
                <a16:creationId xmlns:a16="http://schemas.microsoft.com/office/drawing/2014/main" id="{73395B61-6BCF-4042-B739-08BFD46A49D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3_paired_semantic_8608">
            <a:extLst>
              <a:ext uri="{FF2B5EF4-FFF2-40B4-BE49-F238E27FC236}">
                <a16:creationId xmlns:a16="http://schemas.microsoft.com/office/drawing/2014/main" id="{9C419CE5-4DFF-41DC-912E-350953FC5A09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3_paired_semantic_8609">
            <a:extLst>
              <a:ext uri="{FF2B5EF4-FFF2-40B4-BE49-F238E27FC236}">
                <a16:creationId xmlns:a16="http://schemas.microsoft.com/office/drawing/2014/main" id="{F035F74D-1BC5-4087-B126-645C75D82E78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3_paired_semantic_8610">
            <a:extLst>
              <a:ext uri="{FF2B5EF4-FFF2-40B4-BE49-F238E27FC236}">
                <a16:creationId xmlns:a16="http://schemas.microsoft.com/office/drawing/2014/main" id="{D39E38D5-1509-4463-8631-D1142A87973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3_paired_semantic_8611">
            <a:extLst>
              <a:ext uri="{FF2B5EF4-FFF2-40B4-BE49-F238E27FC236}">
                <a16:creationId xmlns:a16="http://schemas.microsoft.com/office/drawing/2014/main" id="{B403E68F-A180-4789-96AD-FDAA843FCF47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3_paired_semantic_8612">
            <a:extLst>
              <a:ext uri="{FF2B5EF4-FFF2-40B4-BE49-F238E27FC236}">
                <a16:creationId xmlns:a16="http://schemas.microsoft.com/office/drawing/2014/main" id="{57F62874-58D3-43CA-8C61-9C96C849D01E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3_paired_semantic_8613">
            <a:extLst>
              <a:ext uri="{FF2B5EF4-FFF2-40B4-BE49-F238E27FC236}">
                <a16:creationId xmlns:a16="http://schemas.microsoft.com/office/drawing/2014/main" id="{A41C6F6C-F88D-4BE3-969E-E12CA453EA1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3_paired_semantic_8614">
            <a:extLst>
              <a:ext uri="{FF2B5EF4-FFF2-40B4-BE49-F238E27FC236}">
                <a16:creationId xmlns:a16="http://schemas.microsoft.com/office/drawing/2014/main" id="{EE831C31-42A4-4E56-AB7B-2E903A0E3233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3_paired_semantic_8615">
            <a:extLst>
              <a:ext uri="{FF2B5EF4-FFF2-40B4-BE49-F238E27FC236}">
                <a16:creationId xmlns:a16="http://schemas.microsoft.com/office/drawing/2014/main" id="{385E220E-AA47-474E-9B0B-A48BB9F6FCA9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3_paired_semantic_8616">
            <a:extLst>
              <a:ext uri="{FF2B5EF4-FFF2-40B4-BE49-F238E27FC236}">
                <a16:creationId xmlns:a16="http://schemas.microsoft.com/office/drawing/2014/main" id="{20A3B8A2-926A-4AB2-8643-C15E36B20ACE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3_paired_semantic_8617">
            <a:extLst>
              <a:ext uri="{FF2B5EF4-FFF2-40B4-BE49-F238E27FC236}">
                <a16:creationId xmlns:a16="http://schemas.microsoft.com/office/drawing/2014/main" id="{C18F7CCD-956B-4D73-9882-2B95E6E631C1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3_paired_semantic_8618">
            <a:extLst>
              <a:ext uri="{FF2B5EF4-FFF2-40B4-BE49-F238E27FC236}">
                <a16:creationId xmlns:a16="http://schemas.microsoft.com/office/drawing/2014/main" id="{F64715F2-022E-48A8-9A8B-77CC56D6E910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3_paired_semantic_8619">
            <a:extLst>
              <a:ext uri="{FF2B5EF4-FFF2-40B4-BE49-F238E27FC236}">
                <a16:creationId xmlns:a16="http://schemas.microsoft.com/office/drawing/2014/main" id="{B31F87D2-B2D6-411D-B706-6DE21955987E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3_paired_semantic_8620">
            <a:extLst>
              <a:ext uri="{FF2B5EF4-FFF2-40B4-BE49-F238E27FC236}">
                <a16:creationId xmlns:a16="http://schemas.microsoft.com/office/drawing/2014/main" id="{2BE1C975-1D3B-49D8-A5C9-C853DF541220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3_paired_semantic_8621">
            <a:extLst>
              <a:ext uri="{FF2B5EF4-FFF2-40B4-BE49-F238E27FC236}">
                <a16:creationId xmlns:a16="http://schemas.microsoft.com/office/drawing/2014/main" id="{AEB51568-D091-4D5C-8822-69F18E110EAF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3_paired_semantic_8622">
            <a:extLst>
              <a:ext uri="{FF2B5EF4-FFF2-40B4-BE49-F238E27FC236}">
                <a16:creationId xmlns:a16="http://schemas.microsoft.com/office/drawing/2014/main" id="{CA38E300-1C66-4A06-85F5-65B0573733C6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3_paired_semantic_8623">
            <a:extLst>
              <a:ext uri="{FF2B5EF4-FFF2-40B4-BE49-F238E27FC236}">
                <a16:creationId xmlns:a16="http://schemas.microsoft.com/office/drawing/2014/main" id="{4EA1E62D-DC64-45A2-978E-F5DE8032E163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3_paired_semantic_8624">
            <a:extLst>
              <a:ext uri="{FF2B5EF4-FFF2-40B4-BE49-F238E27FC236}">
                <a16:creationId xmlns:a16="http://schemas.microsoft.com/office/drawing/2014/main" id="{2D841B5B-8339-4ADF-A1E6-66EAEAF7FA38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3_paired_semantic_8625">
            <a:extLst>
              <a:ext uri="{FF2B5EF4-FFF2-40B4-BE49-F238E27FC236}">
                <a16:creationId xmlns:a16="http://schemas.microsoft.com/office/drawing/2014/main" id="{FF3B5E07-A64F-41C4-8ED4-A6FED8301E60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3_paired_semantic_8626">
            <a:extLst>
              <a:ext uri="{FF2B5EF4-FFF2-40B4-BE49-F238E27FC236}">
                <a16:creationId xmlns:a16="http://schemas.microsoft.com/office/drawing/2014/main" id="{FF5CB040-7F13-4660-B068-CF1BA9629193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3_paired_semantic_8627">
            <a:extLst>
              <a:ext uri="{FF2B5EF4-FFF2-40B4-BE49-F238E27FC236}">
                <a16:creationId xmlns:a16="http://schemas.microsoft.com/office/drawing/2014/main" id="{A5A80D3D-BDA0-4BB0-B730-DE2267BE957F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3_paired_semantic_8628">
            <a:extLst>
              <a:ext uri="{FF2B5EF4-FFF2-40B4-BE49-F238E27FC236}">
                <a16:creationId xmlns:a16="http://schemas.microsoft.com/office/drawing/2014/main" id="{8326987C-094C-4E70-B238-DE866F5D9122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3_paired_semantic_8629">
            <a:extLst>
              <a:ext uri="{FF2B5EF4-FFF2-40B4-BE49-F238E27FC236}">
                <a16:creationId xmlns:a16="http://schemas.microsoft.com/office/drawing/2014/main" id="{93039BCC-9CF0-415C-88B9-BE35AF4D4C44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3_paired_semantic_8630">
            <a:extLst>
              <a:ext uri="{FF2B5EF4-FFF2-40B4-BE49-F238E27FC236}">
                <a16:creationId xmlns:a16="http://schemas.microsoft.com/office/drawing/2014/main" id="{28A6F181-F5E2-4B5C-882E-B2AA87DCE003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3_paired_semantic_8631">
            <a:extLst>
              <a:ext uri="{FF2B5EF4-FFF2-40B4-BE49-F238E27FC236}">
                <a16:creationId xmlns:a16="http://schemas.microsoft.com/office/drawing/2014/main" id="{70FBB5EF-C39E-46BF-A736-FDFF3E052A9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3_paired_semantic_8632">
            <a:extLst>
              <a:ext uri="{FF2B5EF4-FFF2-40B4-BE49-F238E27FC236}">
                <a16:creationId xmlns:a16="http://schemas.microsoft.com/office/drawing/2014/main" id="{76139620-6A2B-47C7-BB29-6AB239C5A1F6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3_paired_semantic_8633">
            <a:extLst>
              <a:ext uri="{FF2B5EF4-FFF2-40B4-BE49-F238E27FC236}">
                <a16:creationId xmlns:a16="http://schemas.microsoft.com/office/drawing/2014/main" id="{721379CC-DA6F-4CC8-9B86-E2FA25D8F4E8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3_paired_semantic_8634">
            <a:extLst>
              <a:ext uri="{FF2B5EF4-FFF2-40B4-BE49-F238E27FC236}">
                <a16:creationId xmlns:a16="http://schemas.microsoft.com/office/drawing/2014/main" id="{FDF2BED5-9BB4-40FA-B941-37A0D0F78CD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3_paired_semantic_8635">
            <a:extLst>
              <a:ext uri="{FF2B5EF4-FFF2-40B4-BE49-F238E27FC236}">
                <a16:creationId xmlns:a16="http://schemas.microsoft.com/office/drawing/2014/main" id="{B2E0A4C6-2051-41D7-AA0A-9940FF6C878C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3_paired_semantic_8636">
            <a:extLst>
              <a:ext uri="{FF2B5EF4-FFF2-40B4-BE49-F238E27FC236}">
                <a16:creationId xmlns:a16="http://schemas.microsoft.com/office/drawing/2014/main" id="{16303C01-2044-45BF-9A2C-F8D1EA3C50C5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3_paired_semantic_8637">
            <a:extLst>
              <a:ext uri="{FF2B5EF4-FFF2-40B4-BE49-F238E27FC236}">
                <a16:creationId xmlns:a16="http://schemas.microsoft.com/office/drawing/2014/main" id="{38BA5AF0-B477-4DB6-B6C4-97B018FC8C3D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3_paired_semantic_8638">
            <a:extLst>
              <a:ext uri="{FF2B5EF4-FFF2-40B4-BE49-F238E27FC236}">
                <a16:creationId xmlns:a16="http://schemas.microsoft.com/office/drawing/2014/main" id="{E2B364DC-DF5F-405B-B5EB-68698ECAF20B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3_paired_semantic_8639">
            <a:extLst>
              <a:ext uri="{FF2B5EF4-FFF2-40B4-BE49-F238E27FC236}">
                <a16:creationId xmlns:a16="http://schemas.microsoft.com/office/drawing/2014/main" id="{C0C5544D-0B82-4D85-AA1D-24AD3026337E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3_paired_semantic_8640">
            <a:extLst>
              <a:ext uri="{FF2B5EF4-FFF2-40B4-BE49-F238E27FC236}">
                <a16:creationId xmlns:a16="http://schemas.microsoft.com/office/drawing/2014/main" id="{F52456E8-0D94-4F8E-8B81-5A8D7440B583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3_paired_semantic_8641">
            <a:extLst>
              <a:ext uri="{FF2B5EF4-FFF2-40B4-BE49-F238E27FC236}">
                <a16:creationId xmlns:a16="http://schemas.microsoft.com/office/drawing/2014/main" id="{CF1E5F90-27BC-4C3C-B572-F8A670569C30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3_paired_semantic_8642">
            <a:extLst>
              <a:ext uri="{FF2B5EF4-FFF2-40B4-BE49-F238E27FC236}">
                <a16:creationId xmlns:a16="http://schemas.microsoft.com/office/drawing/2014/main" id="{4D82AED7-AF68-4D4F-970C-A647571006E0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3_paired_semantic_8643">
            <a:extLst>
              <a:ext uri="{FF2B5EF4-FFF2-40B4-BE49-F238E27FC236}">
                <a16:creationId xmlns:a16="http://schemas.microsoft.com/office/drawing/2014/main" id="{8078B89D-31D6-4087-A79E-B764B5D8686D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3_paired_semantic_8644">
            <a:extLst>
              <a:ext uri="{FF2B5EF4-FFF2-40B4-BE49-F238E27FC236}">
                <a16:creationId xmlns:a16="http://schemas.microsoft.com/office/drawing/2014/main" id="{B9DCC2CE-1F28-42A9-8D6F-DC98938094EE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3_paired_semantic_8645">
            <a:extLst>
              <a:ext uri="{FF2B5EF4-FFF2-40B4-BE49-F238E27FC236}">
                <a16:creationId xmlns:a16="http://schemas.microsoft.com/office/drawing/2014/main" id="{81C8C5E0-A110-4C44-8198-738DA72824F4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3_paired_semantic_8646">
            <a:extLst>
              <a:ext uri="{FF2B5EF4-FFF2-40B4-BE49-F238E27FC236}">
                <a16:creationId xmlns:a16="http://schemas.microsoft.com/office/drawing/2014/main" id="{4531FE2E-7A0F-4898-A69D-75DC1F5C1FCB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3_paired_semantic_8647">
            <a:extLst>
              <a:ext uri="{FF2B5EF4-FFF2-40B4-BE49-F238E27FC236}">
                <a16:creationId xmlns:a16="http://schemas.microsoft.com/office/drawing/2014/main" id="{F2C8331F-826D-4995-B5BF-A611795C902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3_paired_semantic_8648">
            <a:extLst>
              <a:ext uri="{FF2B5EF4-FFF2-40B4-BE49-F238E27FC236}">
                <a16:creationId xmlns:a16="http://schemas.microsoft.com/office/drawing/2014/main" id="{B0072236-AA8F-47BD-969B-594FC7144889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3_paired_semantic_8649">
            <a:extLst>
              <a:ext uri="{FF2B5EF4-FFF2-40B4-BE49-F238E27FC236}">
                <a16:creationId xmlns:a16="http://schemas.microsoft.com/office/drawing/2014/main" id="{20F33499-0550-44BE-B836-CAA433CC112E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3_paired_semantic_8650">
            <a:extLst>
              <a:ext uri="{FF2B5EF4-FFF2-40B4-BE49-F238E27FC236}">
                <a16:creationId xmlns:a16="http://schemas.microsoft.com/office/drawing/2014/main" id="{E5139CE3-AA5E-484E-948A-C77F239A29A1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3_paired_semantic_8651">
            <a:extLst>
              <a:ext uri="{FF2B5EF4-FFF2-40B4-BE49-F238E27FC236}">
                <a16:creationId xmlns:a16="http://schemas.microsoft.com/office/drawing/2014/main" id="{71C65982-5BA0-425E-80F9-F45252ADE620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3_paired_semantic_8652">
            <a:extLst>
              <a:ext uri="{FF2B5EF4-FFF2-40B4-BE49-F238E27FC236}">
                <a16:creationId xmlns:a16="http://schemas.microsoft.com/office/drawing/2014/main" id="{73F3D8CC-18F4-434A-8F1D-F8E7A7DB18A9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3_paired_semantic_8653">
            <a:extLst>
              <a:ext uri="{FF2B5EF4-FFF2-40B4-BE49-F238E27FC236}">
                <a16:creationId xmlns:a16="http://schemas.microsoft.com/office/drawing/2014/main" id="{CE179EFC-E2C3-481F-A83F-78A57E9865FC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3_paired_semantic_8654">
            <a:extLst>
              <a:ext uri="{FF2B5EF4-FFF2-40B4-BE49-F238E27FC236}">
                <a16:creationId xmlns:a16="http://schemas.microsoft.com/office/drawing/2014/main" id="{CD08D098-A138-4450-A83E-97041A99F7B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3_paired_semantic_8655">
            <a:extLst>
              <a:ext uri="{FF2B5EF4-FFF2-40B4-BE49-F238E27FC236}">
                <a16:creationId xmlns:a16="http://schemas.microsoft.com/office/drawing/2014/main" id="{A13559CA-58C4-46D0-A608-71DC0531871B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3_paired_semantic_8656">
            <a:extLst>
              <a:ext uri="{FF2B5EF4-FFF2-40B4-BE49-F238E27FC236}">
                <a16:creationId xmlns:a16="http://schemas.microsoft.com/office/drawing/2014/main" id="{0A74B2A1-953E-4585-A2DC-A32855A125AE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3_paired_semantic_8657">
            <a:extLst>
              <a:ext uri="{FF2B5EF4-FFF2-40B4-BE49-F238E27FC236}">
                <a16:creationId xmlns:a16="http://schemas.microsoft.com/office/drawing/2014/main" id="{72B66FF9-E3C8-46FA-B7EB-1799BAF89A44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3_paired_semantic_8658">
            <a:extLst>
              <a:ext uri="{FF2B5EF4-FFF2-40B4-BE49-F238E27FC236}">
                <a16:creationId xmlns:a16="http://schemas.microsoft.com/office/drawing/2014/main" id="{9670BFE4-0127-4E82-9358-F2FD9B0C7329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3_paired_semantic_8659">
            <a:extLst>
              <a:ext uri="{FF2B5EF4-FFF2-40B4-BE49-F238E27FC236}">
                <a16:creationId xmlns:a16="http://schemas.microsoft.com/office/drawing/2014/main" id="{EF814B4E-3535-4E32-852A-B7D88E557E28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3_paired_semantic_8660">
            <a:extLst>
              <a:ext uri="{FF2B5EF4-FFF2-40B4-BE49-F238E27FC236}">
                <a16:creationId xmlns:a16="http://schemas.microsoft.com/office/drawing/2014/main" id="{801F0973-A7B4-4BAD-A133-0D34B30F4292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3_paired_semantic_8661">
            <a:extLst>
              <a:ext uri="{FF2B5EF4-FFF2-40B4-BE49-F238E27FC236}">
                <a16:creationId xmlns:a16="http://schemas.microsoft.com/office/drawing/2014/main" id="{B590D9A9-99C8-4A8C-B5DA-0DDC33BF1D7D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3_paired_semantic_8662">
            <a:extLst>
              <a:ext uri="{FF2B5EF4-FFF2-40B4-BE49-F238E27FC236}">
                <a16:creationId xmlns:a16="http://schemas.microsoft.com/office/drawing/2014/main" id="{E0A34DF6-176C-4FA7-AC85-30437D0BB61F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3_paired_semantic_8663">
            <a:extLst>
              <a:ext uri="{FF2B5EF4-FFF2-40B4-BE49-F238E27FC236}">
                <a16:creationId xmlns:a16="http://schemas.microsoft.com/office/drawing/2014/main" id="{122645E8-1A04-466E-9476-5FBA5A95F6F8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3_paired_semantic_8664">
            <a:extLst>
              <a:ext uri="{FF2B5EF4-FFF2-40B4-BE49-F238E27FC236}">
                <a16:creationId xmlns:a16="http://schemas.microsoft.com/office/drawing/2014/main" id="{2BD50DFF-8831-4618-B346-CA5C3D9DE4F3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3_paired_semantic_8665">
            <a:extLst>
              <a:ext uri="{FF2B5EF4-FFF2-40B4-BE49-F238E27FC236}">
                <a16:creationId xmlns:a16="http://schemas.microsoft.com/office/drawing/2014/main" id="{E5E3FEE1-0588-4A59-A164-6FD33490D09C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3_paired_semantic_8666">
            <a:extLst>
              <a:ext uri="{FF2B5EF4-FFF2-40B4-BE49-F238E27FC236}">
                <a16:creationId xmlns:a16="http://schemas.microsoft.com/office/drawing/2014/main" id="{63CDA2B4-C339-4893-83F8-3BCB573C4C8E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3_paired_semantic_8667">
            <a:extLst>
              <a:ext uri="{FF2B5EF4-FFF2-40B4-BE49-F238E27FC236}">
                <a16:creationId xmlns:a16="http://schemas.microsoft.com/office/drawing/2014/main" id="{4B85A487-0112-48A4-BE7E-7AFC84DE81B2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3_paired_semantic_8668">
            <a:extLst>
              <a:ext uri="{FF2B5EF4-FFF2-40B4-BE49-F238E27FC236}">
                <a16:creationId xmlns:a16="http://schemas.microsoft.com/office/drawing/2014/main" id="{DE1FBAD2-6703-447B-A3FA-8EF2B86695A5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3_paired_semantic_8669">
            <a:extLst>
              <a:ext uri="{FF2B5EF4-FFF2-40B4-BE49-F238E27FC236}">
                <a16:creationId xmlns:a16="http://schemas.microsoft.com/office/drawing/2014/main" id="{DF440CC3-8489-4FFC-97A1-84993D84F0D8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3_paired_semantic_8670">
            <a:extLst>
              <a:ext uri="{FF2B5EF4-FFF2-40B4-BE49-F238E27FC236}">
                <a16:creationId xmlns:a16="http://schemas.microsoft.com/office/drawing/2014/main" id="{DF592E10-E4BC-4067-92B6-F3190112207F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3_paired_semantic_8671">
            <a:extLst>
              <a:ext uri="{FF2B5EF4-FFF2-40B4-BE49-F238E27FC236}">
                <a16:creationId xmlns:a16="http://schemas.microsoft.com/office/drawing/2014/main" id="{9FC4C9CF-A40E-4856-A07A-3161D57EBF95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3_paired_semantic_8672">
            <a:extLst>
              <a:ext uri="{FF2B5EF4-FFF2-40B4-BE49-F238E27FC236}">
                <a16:creationId xmlns:a16="http://schemas.microsoft.com/office/drawing/2014/main" id="{ADAB2AA9-4A04-466C-B44C-FFDC52B240BA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3_paired_semantic_8673">
            <a:extLst>
              <a:ext uri="{FF2B5EF4-FFF2-40B4-BE49-F238E27FC236}">
                <a16:creationId xmlns:a16="http://schemas.microsoft.com/office/drawing/2014/main" id="{C64F9CD1-7973-462F-A82F-49AE08171F0F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3_paired_semantic_8674">
            <a:extLst>
              <a:ext uri="{FF2B5EF4-FFF2-40B4-BE49-F238E27FC236}">
                <a16:creationId xmlns:a16="http://schemas.microsoft.com/office/drawing/2014/main" id="{B81490E4-97C6-42FB-8CAC-D31DE442D08C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3_paired_semantic_8675">
            <a:extLst>
              <a:ext uri="{FF2B5EF4-FFF2-40B4-BE49-F238E27FC236}">
                <a16:creationId xmlns:a16="http://schemas.microsoft.com/office/drawing/2014/main" id="{B81E0AEB-9C31-4E8E-A24A-32850720B6B9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3_paired_semantic_8676">
            <a:extLst>
              <a:ext uri="{FF2B5EF4-FFF2-40B4-BE49-F238E27FC236}">
                <a16:creationId xmlns:a16="http://schemas.microsoft.com/office/drawing/2014/main" id="{DD55A736-CBC7-4AEE-B75F-63249DF70286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3_paired_semantic_8677">
            <a:extLst>
              <a:ext uri="{FF2B5EF4-FFF2-40B4-BE49-F238E27FC236}">
                <a16:creationId xmlns:a16="http://schemas.microsoft.com/office/drawing/2014/main" id="{83E23834-3ECC-429F-B92B-7BD6291F7295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3_paired_semantic_8678">
            <a:extLst>
              <a:ext uri="{FF2B5EF4-FFF2-40B4-BE49-F238E27FC236}">
                <a16:creationId xmlns:a16="http://schemas.microsoft.com/office/drawing/2014/main" id="{CC950A9A-DD3C-4D80-AA94-A181C16A1980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3_paired_semantic_8679">
            <a:extLst>
              <a:ext uri="{FF2B5EF4-FFF2-40B4-BE49-F238E27FC236}">
                <a16:creationId xmlns:a16="http://schemas.microsoft.com/office/drawing/2014/main" id="{F76D270E-1E3E-4F08-A63B-7378C439266E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3_paired_semantic_8680">
            <a:extLst>
              <a:ext uri="{FF2B5EF4-FFF2-40B4-BE49-F238E27FC236}">
                <a16:creationId xmlns:a16="http://schemas.microsoft.com/office/drawing/2014/main" id="{5E5695C8-7DAC-436F-9C8E-23D52527C868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3_paired_semantic_8681">
            <a:extLst>
              <a:ext uri="{FF2B5EF4-FFF2-40B4-BE49-F238E27FC236}">
                <a16:creationId xmlns:a16="http://schemas.microsoft.com/office/drawing/2014/main" id="{79BC2B31-4B63-4A17-A82F-A8C756A7528C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3_paired_semantic_8682">
            <a:extLst>
              <a:ext uri="{FF2B5EF4-FFF2-40B4-BE49-F238E27FC236}">
                <a16:creationId xmlns:a16="http://schemas.microsoft.com/office/drawing/2014/main" id="{101B49B9-EBBB-44D7-8CF2-B1F2E0D583F9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3_paired_semantic_8683">
            <a:extLst>
              <a:ext uri="{FF2B5EF4-FFF2-40B4-BE49-F238E27FC236}">
                <a16:creationId xmlns:a16="http://schemas.microsoft.com/office/drawing/2014/main" id="{42B87B74-0103-4E39-8037-91850FBD7D15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3_paired_semantic_8684">
            <a:extLst>
              <a:ext uri="{FF2B5EF4-FFF2-40B4-BE49-F238E27FC236}">
                <a16:creationId xmlns:a16="http://schemas.microsoft.com/office/drawing/2014/main" id="{A2801DAA-0CFE-4AF7-B7C7-72210B21785E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3_paired_semantic_8685">
            <a:extLst>
              <a:ext uri="{FF2B5EF4-FFF2-40B4-BE49-F238E27FC236}">
                <a16:creationId xmlns:a16="http://schemas.microsoft.com/office/drawing/2014/main" id="{B45D06E4-22E9-47B1-9661-51E30A3DAFAB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3_paired_semantic_8686">
            <a:extLst>
              <a:ext uri="{FF2B5EF4-FFF2-40B4-BE49-F238E27FC236}">
                <a16:creationId xmlns:a16="http://schemas.microsoft.com/office/drawing/2014/main" id="{9B3D17B1-03DA-4B8D-A013-A8EF9351673F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3_paired_semantic_8687">
            <a:extLst>
              <a:ext uri="{FF2B5EF4-FFF2-40B4-BE49-F238E27FC236}">
                <a16:creationId xmlns:a16="http://schemas.microsoft.com/office/drawing/2014/main" id="{2159BF7A-91E9-4BB0-92F0-78D38D9023F7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3_paired_semantic_8688">
            <a:extLst>
              <a:ext uri="{FF2B5EF4-FFF2-40B4-BE49-F238E27FC236}">
                <a16:creationId xmlns:a16="http://schemas.microsoft.com/office/drawing/2014/main" id="{4DF7480D-B0C8-4AF3-954C-3CB6665DC52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3_paired_semantic_8689">
            <a:extLst>
              <a:ext uri="{FF2B5EF4-FFF2-40B4-BE49-F238E27FC236}">
                <a16:creationId xmlns:a16="http://schemas.microsoft.com/office/drawing/2014/main" id="{E93A3924-F3D7-46CA-B310-1A22A3C4E6A3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3_paired_semantic_8690">
            <a:extLst>
              <a:ext uri="{FF2B5EF4-FFF2-40B4-BE49-F238E27FC236}">
                <a16:creationId xmlns:a16="http://schemas.microsoft.com/office/drawing/2014/main" id="{06D1125E-18B0-4688-82C4-BFBE5D006166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3_paired_semantic_8691">
            <a:extLst>
              <a:ext uri="{FF2B5EF4-FFF2-40B4-BE49-F238E27FC236}">
                <a16:creationId xmlns:a16="http://schemas.microsoft.com/office/drawing/2014/main" id="{355CE416-A476-4D76-A2FD-65D1698D491D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3_paired_semantic_8692">
            <a:extLst>
              <a:ext uri="{FF2B5EF4-FFF2-40B4-BE49-F238E27FC236}">
                <a16:creationId xmlns:a16="http://schemas.microsoft.com/office/drawing/2014/main" id="{94E8A260-13A0-4BCD-B4CE-B2F575BEE393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3_paired_semantic_8693">
            <a:extLst>
              <a:ext uri="{FF2B5EF4-FFF2-40B4-BE49-F238E27FC236}">
                <a16:creationId xmlns:a16="http://schemas.microsoft.com/office/drawing/2014/main" id="{236785D1-CD09-4720-9F8A-349928FCDF9B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3_paired_semantic_8694">
            <a:extLst>
              <a:ext uri="{FF2B5EF4-FFF2-40B4-BE49-F238E27FC236}">
                <a16:creationId xmlns:a16="http://schemas.microsoft.com/office/drawing/2014/main" id="{0C2330BC-059C-476E-A2BC-26A60EEF2263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3_paired_semantic_8695">
            <a:extLst>
              <a:ext uri="{FF2B5EF4-FFF2-40B4-BE49-F238E27FC236}">
                <a16:creationId xmlns:a16="http://schemas.microsoft.com/office/drawing/2014/main" id="{0398AD49-BB5E-4039-9D89-5C8FC493899F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3_paired_semantic_8696">
            <a:extLst>
              <a:ext uri="{FF2B5EF4-FFF2-40B4-BE49-F238E27FC236}">
                <a16:creationId xmlns:a16="http://schemas.microsoft.com/office/drawing/2014/main" id="{C475B41B-5976-49EC-B4D8-739DD94FED51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3_paired_semantic_8697">
            <a:extLst>
              <a:ext uri="{FF2B5EF4-FFF2-40B4-BE49-F238E27FC236}">
                <a16:creationId xmlns:a16="http://schemas.microsoft.com/office/drawing/2014/main" id="{F38C4484-8277-479D-8D98-AE9BEEE94D84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3_paired_semantic_8698">
            <a:extLst>
              <a:ext uri="{FF2B5EF4-FFF2-40B4-BE49-F238E27FC236}">
                <a16:creationId xmlns:a16="http://schemas.microsoft.com/office/drawing/2014/main" id="{870C72EF-3EF0-442B-9FE1-12A9E84EE4F5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3_paired_semantic_8699">
            <a:extLst>
              <a:ext uri="{FF2B5EF4-FFF2-40B4-BE49-F238E27FC236}">
                <a16:creationId xmlns:a16="http://schemas.microsoft.com/office/drawing/2014/main" id="{AD7D2BA9-1D8F-4932-86B7-78B0F1D117D3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3_paired_semantic_8700">
            <a:extLst>
              <a:ext uri="{FF2B5EF4-FFF2-40B4-BE49-F238E27FC236}">
                <a16:creationId xmlns:a16="http://schemas.microsoft.com/office/drawing/2014/main" id="{4C45C3C0-33EB-4360-A156-AB1E1C2983C1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3_paired_semantic_8701">
            <a:extLst>
              <a:ext uri="{FF2B5EF4-FFF2-40B4-BE49-F238E27FC236}">
                <a16:creationId xmlns:a16="http://schemas.microsoft.com/office/drawing/2014/main" id="{47A8BD78-1C39-4AB5-A984-D87F8C0B98EC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3_paired_semantic_8702">
            <a:extLst>
              <a:ext uri="{FF2B5EF4-FFF2-40B4-BE49-F238E27FC236}">
                <a16:creationId xmlns:a16="http://schemas.microsoft.com/office/drawing/2014/main" id="{11C7513C-E404-47A9-9B3D-68DE71263D95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3_paired_semantic_8703">
            <a:extLst>
              <a:ext uri="{FF2B5EF4-FFF2-40B4-BE49-F238E27FC236}">
                <a16:creationId xmlns:a16="http://schemas.microsoft.com/office/drawing/2014/main" id="{8D3CBF41-E1EC-491F-B42E-DDACFCBE2A19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3_paired_semantic_8704">
            <a:extLst>
              <a:ext uri="{FF2B5EF4-FFF2-40B4-BE49-F238E27FC236}">
                <a16:creationId xmlns:a16="http://schemas.microsoft.com/office/drawing/2014/main" id="{9D5C203A-59E9-425C-8F65-33733FAE9BF1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3_paired_semantic_8705">
            <a:extLst>
              <a:ext uri="{FF2B5EF4-FFF2-40B4-BE49-F238E27FC236}">
                <a16:creationId xmlns:a16="http://schemas.microsoft.com/office/drawing/2014/main" id="{E40DDD21-02FD-437E-8A23-07FE472CA0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3_paired_semantic_8706">
            <a:extLst>
              <a:ext uri="{FF2B5EF4-FFF2-40B4-BE49-F238E27FC236}">
                <a16:creationId xmlns:a16="http://schemas.microsoft.com/office/drawing/2014/main" id="{AB6D193C-6574-4D08-ACF3-5B7A988B06EA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3_paired_semantic_8707">
            <a:extLst>
              <a:ext uri="{FF2B5EF4-FFF2-40B4-BE49-F238E27FC236}">
                <a16:creationId xmlns:a16="http://schemas.microsoft.com/office/drawing/2014/main" id="{DE20EE7E-2C48-4156-AF69-9D5574F64408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3_paired_semantic_8708">
            <a:extLst>
              <a:ext uri="{FF2B5EF4-FFF2-40B4-BE49-F238E27FC236}">
                <a16:creationId xmlns:a16="http://schemas.microsoft.com/office/drawing/2014/main" id="{65C5BD96-0C5E-4825-80C1-A551C6EAAE00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3_paired_semantic_8709">
            <a:extLst>
              <a:ext uri="{FF2B5EF4-FFF2-40B4-BE49-F238E27FC236}">
                <a16:creationId xmlns:a16="http://schemas.microsoft.com/office/drawing/2014/main" id="{E5E4BB8B-A005-45C4-8E65-E6446EA50C16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3_paired_semantic_8710">
            <a:extLst>
              <a:ext uri="{FF2B5EF4-FFF2-40B4-BE49-F238E27FC236}">
                <a16:creationId xmlns:a16="http://schemas.microsoft.com/office/drawing/2014/main" id="{2003DC1F-C447-4238-8B5F-10BE84A910C6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3_paired_semantic_8711">
            <a:extLst>
              <a:ext uri="{FF2B5EF4-FFF2-40B4-BE49-F238E27FC236}">
                <a16:creationId xmlns:a16="http://schemas.microsoft.com/office/drawing/2014/main" id="{E9FE9FAD-BB96-40A0-AE9C-5397347E5849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3_paired_semantic_8712">
            <a:extLst>
              <a:ext uri="{FF2B5EF4-FFF2-40B4-BE49-F238E27FC236}">
                <a16:creationId xmlns:a16="http://schemas.microsoft.com/office/drawing/2014/main" id="{C242D6C7-37BA-448C-9AB3-5F136048164B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3_paired_semantic_8713">
            <a:extLst>
              <a:ext uri="{FF2B5EF4-FFF2-40B4-BE49-F238E27FC236}">
                <a16:creationId xmlns:a16="http://schemas.microsoft.com/office/drawing/2014/main" id="{3EBFD580-4CA8-4DAB-A011-E589331504A1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3_paired_semantic_8714">
            <a:extLst>
              <a:ext uri="{FF2B5EF4-FFF2-40B4-BE49-F238E27FC236}">
                <a16:creationId xmlns:a16="http://schemas.microsoft.com/office/drawing/2014/main" id="{D10E0BBD-8639-4304-B3D5-C23F0060B6FF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3_paired_semantic_8715">
            <a:extLst>
              <a:ext uri="{FF2B5EF4-FFF2-40B4-BE49-F238E27FC236}">
                <a16:creationId xmlns:a16="http://schemas.microsoft.com/office/drawing/2014/main" id="{F2D46822-D8D9-420D-B2AD-0F203E789945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3_paired_semantic_8716">
            <a:extLst>
              <a:ext uri="{FF2B5EF4-FFF2-40B4-BE49-F238E27FC236}">
                <a16:creationId xmlns:a16="http://schemas.microsoft.com/office/drawing/2014/main" id="{C48FEE1E-39FE-460C-96C1-DAE6A783EAF4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3_paired_semantic_8717">
            <a:extLst>
              <a:ext uri="{FF2B5EF4-FFF2-40B4-BE49-F238E27FC236}">
                <a16:creationId xmlns:a16="http://schemas.microsoft.com/office/drawing/2014/main" id="{D993FCED-ED3B-4A3D-9F20-E6A963FEAF44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3_paired_semantic_8718">
            <a:extLst>
              <a:ext uri="{FF2B5EF4-FFF2-40B4-BE49-F238E27FC236}">
                <a16:creationId xmlns:a16="http://schemas.microsoft.com/office/drawing/2014/main" id="{60B98E74-EE1F-4562-B41F-A2C7CEB92E12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3_paired_semantic_8719">
            <a:extLst>
              <a:ext uri="{FF2B5EF4-FFF2-40B4-BE49-F238E27FC236}">
                <a16:creationId xmlns:a16="http://schemas.microsoft.com/office/drawing/2014/main" id="{456143C2-2DAE-4CB6-9037-92025621B81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3_paired_semantic_8720">
            <a:extLst>
              <a:ext uri="{FF2B5EF4-FFF2-40B4-BE49-F238E27FC236}">
                <a16:creationId xmlns:a16="http://schemas.microsoft.com/office/drawing/2014/main" id="{0C49160D-5740-4F56-9B65-E6EB22A97EF8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3_paired_semantic_8721">
            <a:extLst>
              <a:ext uri="{FF2B5EF4-FFF2-40B4-BE49-F238E27FC236}">
                <a16:creationId xmlns:a16="http://schemas.microsoft.com/office/drawing/2014/main" id="{7ED825C6-9F78-429C-8417-5BB63E52EC97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3_paired_semantic_8722">
            <a:extLst>
              <a:ext uri="{FF2B5EF4-FFF2-40B4-BE49-F238E27FC236}">
                <a16:creationId xmlns:a16="http://schemas.microsoft.com/office/drawing/2014/main" id="{28DE4307-5B10-4FE0-8F9C-7F5EF25C75FB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3_paired_semantic_8723">
            <a:extLst>
              <a:ext uri="{FF2B5EF4-FFF2-40B4-BE49-F238E27FC236}">
                <a16:creationId xmlns:a16="http://schemas.microsoft.com/office/drawing/2014/main" id="{EC1360AE-3F25-4FD2-8E43-B259EB29C7DC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3_paired_semantic_8724">
            <a:extLst>
              <a:ext uri="{FF2B5EF4-FFF2-40B4-BE49-F238E27FC236}">
                <a16:creationId xmlns:a16="http://schemas.microsoft.com/office/drawing/2014/main" id="{0E65EA26-952D-48CF-AD24-65322D87D069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3_paired_semantic_8725">
            <a:extLst>
              <a:ext uri="{FF2B5EF4-FFF2-40B4-BE49-F238E27FC236}">
                <a16:creationId xmlns:a16="http://schemas.microsoft.com/office/drawing/2014/main" id="{5D642DC2-8D1B-4F03-802D-81C684EFEEFC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3_paired_semantic_8726">
            <a:extLst>
              <a:ext uri="{FF2B5EF4-FFF2-40B4-BE49-F238E27FC236}">
                <a16:creationId xmlns:a16="http://schemas.microsoft.com/office/drawing/2014/main" id="{570BD007-05B2-45C8-9A5A-D59668E6A24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3_paired_semantic_8727">
            <a:extLst>
              <a:ext uri="{FF2B5EF4-FFF2-40B4-BE49-F238E27FC236}">
                <a16:creationId xmlns:a16="http://schemas.microsoft.com/office/drawing/2014/main" id="{59210A69-2215-451C-B048-385AAE3B848D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3_paired_semantic_8728">
            <a:extLst>
              <a:ext uri="{FF2B5EF4-FFF2-40B4-BE49-F238E27FC236}">
                <a16:creationId xmlns:a16="http://schemas.microsoft.com/office/drawing/2014/main" id="{8056F1F3-00C4-4CEF-9F66-42129B7B6FF2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3_paired_semantic_8729">
            <a:extLst>
              <a:ext uri="{FF2B5EF4-FFF2-40B4-BE49-F238E27FC236}">
                <a16:creationId xmlns:a16="http://schemas.microsoft.com/office/drawing/2014/main" id="{8378DCCD-4650-48EC-8F50-DEEDEEDFD933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3_paired_semantic_8730">
            <a:extLst>
              <a:ext uri="{FF2B5EF4-FFF2-40B4-BE49-F238E27FC236}">
                <a16:creationId xmlns:a16="http://schemas.microsoft.com/office/drawing/2014/main" id="{93FA502B-5669-451C-912D-5EB920E3D6ED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3_paired_semantic_8731">
            <a:extLst>
              <a:ext uri="{FF2B5EF4-FFF2-40B4-BE49-F238E27FC236}">
                <a16:creationId xmlns:a16="http://schemas.microsoft.com/office/drawing/2014/main" id="{B2ED9F40-707E-43CA-A394-31486D6130FF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3_paired_semantic_8732">
            <a:extLst>
              <a:ext uri="{FF2B5EF4-FFF2-40B4-BE49-F238E27FC236}">
                <a16:creationId xmlns:a16="http://schemas.microsoft.com/office/drawing/2014/main" id="{621EFC4B-91F3-4455-9E19-C592D6763DE3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3_paired_semantic_8733">
            <a:extLst>
              <a:ext uri="{FF2B5EF4-FFF2-40B4-BE49-F238E27FC236}">
                <a16:creationId xmlns:a16="http://schemas.microsoft.com/office/drawing/2014/main" id="{EE939FD3-5687-433E-965F-9285F0386F9F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3_paired_semantic_8734">
            <a:extLst>
              <a:ext uri="{FF2B5EF4-FFF2-40B4-BE49-F238E27FC236}">
                <a16:creationId xmlns:a16="http://schemas.microsoft.com/office/drawing/2014/main" id="{DF232E97-9B9E-42D4-A4DA-95A4F421D2AA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3_paired_semantic_8735">
            <a:extLst>
              <a:ext uri="{FF2B5EF4-FFF2-40B4-BE49-F238E27FC236}">
                <a16:creationId xmlns:a16="http://schemas.microsoft.com/office/drawing/2014/main" id="{14EF4786-B35E-4C29-9521-54074B50D7E6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3_paired_semantic_8736">
            <a:extLst>
              <a:ext uri="{FF2B5EF4-FFF2-40B4-BE49-F238E27FC236}">
                <a16:creationId xmlns:a16="http://schemas.microsoft.com/office/drawing/2014/main" id="{E4EF5E57-9930-4A3C-AD20-4BA0D962633D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3_paired_semantic_8737">
            <a:extLst>
              <a:ext uri="{FF2B5EF4-FFF2-40B4-BE49-F238E27FC236}">
                <a16:creationId xmlns:a16="http://schemas.microsoft.com/office/drawing/2014/main" id="{FA238A92-CCE1-4F10-849D-8F41076F0631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3_paired_semantic_8738">
            <a:extLst>
              <a:ext uri="{FF2B5EF4-FFF2-40B4-BE49-F238E27FC236}">
                <a16:creationId xmlns:a16="http://schemas.microsoft.com/office/drawing/2014/main" id="{10442BB3-AD55-418F-A672-5F347DACE118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3_paired_semantic_8739">
            <a:extLst>
              <a:ext uri="{FF2B5EF4-FFF2-40B4-BE49-F238E27FC236}">
                <a16:creationId xmlns:a16="http://schemas.microsoft.com/office/drawing/2014/main" id="{DB42DB80-3E02-43EA-B358-B5EA068D92DD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3_paired_semantic_8740">
            <a:extLst>
              <a:ext uri="{FF2B5EF4-FFF2-40B4-BE49-F238E27FC236}">
                <a16:creationId xmlns:a16="http://schemas.microsoft.com/office/drawing/2014/main" id="{3ACA7E8D-3AC7-463F-B03D-0DB53247FC9F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3_paired_semantic_8741">
            <a:extLst>
              <a:ext uri="{FF2B5EF4-FFF2-40B4-BE49-F238E27FC236}">
                <a16:creationId xmlns:a16="http://schemas.microsoft.com/office/drawing/2014/main" id="{1959B1FD-9480-45AF-B870-A9B2BFE718A3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3_paired_semantic_8742">
            <a:extLst>
              <a:ext uri="{FF2B5EF4-FFF2-40B4-BE49-F238E27FC236}">
                <a16:creationId xmlns:a16="http://schemas.microsoft.com/office/drawing/2014/main" id="{8B2FBBB4-DB0A-4EAD-AE3C-CB4ED58A4A11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3_paired_semantic_8743">
            <a:extLst>
              <a:ext uri="{FF2B5EF4-FFF2-40B4-BE49-F238E27FC236}">
                <a16:creationId xmlns:a16="http://schemas.microsoft.com/office/drawing/2014/main" id="{ED38586F-C4B1-4338-AF54-1D5055057ED6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3_paired_semantic_8744">
            <a:extLst>
              <a:ext uri="{FF2B5EF4-FFF2-40B4-BE49-F238E27FC236}">
                <a16:creationId xmlns:a16="http://schemas.microsoft.com/office/drawing/2014/main" id="{6ED3695B-14CD-4A69-988D-F9AFFF0CFFA7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3_paired_semantic_8745">
            <a:extLst>
              <a:ext uri="{FF2B5EF4-FFF2-40B4-BE49-F238E27FC236}">
                <a16:creationId xmlns:a16="http://schemas.microsoft.com/office/drawing/2014/main" id="{6C4579D9-F0A6-4916-97A1-CCF412526FB0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3_paired_semantic_8746">
            <a:extLst>
              <a:ext uri="{FF2B5EF4-FFF2-40B4-BE49-F238E27FC236}">
                <a16:creationId xmlns:a16="http://schemas.microsoft.com/office/drawing/2014/main" id="{B6120E81-BC7D-4248-BDC0-42802B9B4E5F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3_paired_semantic_8747">
            <a:extLst>
              <a:ext uri="{FF2B5EF4-FFF2-40B4-BE49-F238E27FC236}">
                <a16:creationId xmlns:a16="http://schemas.microsoft.com/office/drawing/2014/main" id="{05144458-CDFE-4DF1-908D-319FD8692025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3_paired_semantic_8748">
            <a:extLst>
              <a:ext uri="{FF2B5EF4-FFF2-40B4-BE49-F238E27FC236}">
                <a16:creationId xmlns:a16="http://schemas.microsoft.com/office/drawing/2014/main" id="{66C3E40F-A314-4C51-A41E-387EB8ED0BC1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3_paired_semantic_8749">
            <a:extLst>
              <a:ext uri="{FF2B5EF4-FFF2-40B4-BE49-F238E27FC236}">
                <a16:creationId xmlns:a16="http://schemas.microsoft.com/office/drawing/2014/main" id="{6CCD4A3B-59E8-42F4-9F4E-20EF1704A22D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3_paired_semantic_8750">
            <a:extLst>
              <a:ext uri="{FF2B5EF4-FFF2-40B4-BE49-F238E27FC236}">
                <a16:creationId xmlns:a16="http://schemas.microsoft.com/office/drawing/2014/main" id="{CA8C741B-BAA3-49B0-80F1-441D59402C24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3_paired_semantic_8751">
            <a:extLst>
              <a:ext uri="{FF2B5EF4-FFF2-40B4-BE49-F238E27FC236}">
                <a16:creationId xmlns:a16="http://schemas.microsoft.com/office/drawing/2014/main" id="{1918DBAF-6472-4981-8C5A-50A89F6F3625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3_paired_semantic_8752">
            <a:extLst>
              <a:ext uri="{FF2B5EF4-FFF2-40B4-BE49-F238E27FC236}">
                <a16:creationId xmlns:a16="http://schemas.microsoft.com/office/drawing/2014/main" id="{85D50824-1ADD-4207-B70C-4BB2B62C13FC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3_paired_semantic_8753">
            <a:extLst>
              <a:ext uri="{FF2B5EF4-FFF2-40B4-BE49-F238E27FC236}">
                <a16:creationId xmlns:a16="http://schemas.microsoft.com/office/drawing/2014/main" id="{039C9ADB-FB3D-4839-AC43-BFD40E1C12F2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3_paired_semantic_8754">
            <a:extLst>
              <a:ext uri="{FF2B5EF4-FFF2-40B4-BE49-F238E27FC236}">
                <a16:creationId xmlns:a16="http://schemas.microsoft.com/office/drawing/2014/main" id="{2DFCD1DA-2E70-4EA8-99F8-0BD2A7B517E6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3_paired_semantic_8755">
            <a:extLst>
              <a:ext uri="{FF2B5EF4-FFF2-40B4-BE49-F238E27FC236}">
                <a16:creationId xmlns:a16="http://schemas.microsoft.com/office/drawing/2014/main" id="{8699558D-355C-4251-BD01-A67801C3FF66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3_paired_semantic_8756">
            <a:extLst>
              <a:ext uri="{FF2B5EF4-FFF2-40B4-BE49-F238E27FC236}">
                <a16:creationId xmlns:a16="http://schemas.microsoft.com/office/drawing/2014/main" id="{8F1D7905-EF5D-46BC-B013-F6B1601F2F3E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3_paired_semantic_8757">
            <a:extLst>
              <a:ext uri="{FF2B5EF4-FFF2-40B4-BE49-F238E27FC236}">
                <a16:creationId xmlns:a16="http://schemas.microsoft.com/office/drawing/2014/main" id="{2911856F-0B6F-43D6-8FBE-1B580C5830A7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3_paired_semantic_8758">
            <a:extLst>
              <a:ext uri="{FF2B5EF4-FFF2-40B4-BE49-F238E27FC236}">
                <a16:creationId xmlns:a16="http://schemas.microsoft.com/office/drawing/2014/main" id="{F871BE10-40BB-4BE3-BB43-3B08D9CA95D9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3_paired_semantic_8759">
            <a:extLst>
              <a:ext uri="{FF2B5EF4-FFF2-40B4-BE49-F238E27FC236}">
                <a16:creationId xmlns:a16="http://schemas.microsoft.com/office/drawing/2014/main" id="{577B019B-D742-4BEC-9F75-EAF407790B7E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3_paired_semantic_8760">
            <a:extLst>
              <a:ext uri="{FF2B5EF4-FFF2-40B4-BE49-F238E27FC236}">
                <a16:creationId xmlns:a16="http://schemas.microsoft.com/office/drawing/2014/main" id="{10AAB067-8040-4ECA-83FB-1C76FFE20005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3_paired_semantic_8761">
            <a:extLst>
              <a:ext uri="{FF2B5EF4-FFF2-40B4-BE49-F238E27FC236}">
                <a16:creationId xmlns:a16="http://schemas.microsoft.com/office/drawing/2014/main" id="{B7B29F64-C58C-45F5-A63F-6B541C7D71E1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3_paired_semantic_8762">
            <a:extLst>
              <a:ext uri="{FF2B5EF4-FFF2-40B4-BE49-F238E27FC236}">
                <a16:creationId xmlns:a16="http://schemas.microsoft.com/office/drawing/2014/main" id="{91A6B78B-CDBB-4A85-A5A6-FC80A568F4E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3_paired_semantic_8763">
            <a:extLst>
              <a:ext uri="{FF2B5EF4-FFF2-40B4-BE49-F238E27FC236}">
                <a16:creationId xmlns:a16="http://schemas.microsoft.com/office/drawing/2014/main" id="{4FDCD369-ED90-4AEC-A724-1C002A49BBD4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3_paired_semantic_8764">
            <a:extLst>
              <a:ext uri="{FF2B5EF4-FFF2-40B4-BE49-F238E27FC236}">
                <a16:creationId xmlns:a16="http://schemas.microsoft.com/office/drawing/2014/main" id="{A774DDD1-1318-4670-A5A1-568246103115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3_paired_semantic_8765">
            <a:extLst>
              <a:ext uri="{FF2B5EF4-FFF2-40B4-BE49-F238E27FC236}">
                <a16:creationId xmlns:a16="http://schemas.microsoft.com/office/drawing/2014/main" id="{C81C358C-4662-4A00-9B6D-95782A789321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3_paired_semantic_8766">
            <a:extLst>
              <a:ext uri="{FF2B5EF4-FFF2-40B4-BE49-F238E27FC236}">
                <a16:creationId xmlns:a16="http://schemas.microsoft.com/office/drawing/2014/main" id="{3018C3A0-79E8-4925-A5E2-769228C918A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3_paired_semantic_8767">
            <a:extLst>
              <a:ext uri="{FF2B5EF4-FFF2-40B4-BE49-F238E27FC236}">
                <a16:creationId xmlns:a16="http://schemas.microsoft.com/office/drawing/2014/main" id="{3F60049C-42EB-4CD6-9101-586EEA3867DE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3_paired_semantic_8768">
            <a:extLst>
              <a:ext uri="{FF2B5EF4-FFF2-40B4-BE49-F238E27FC236}">
                <a16:creationId xmlns:a16="http://schemas.microsoft.com/office/drawing/2014/main" id="{4E3B774F-8316-43F1-97EC-150A9A082FE5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3_paired_semantic_8769">
            <a:extLst>
              <a:ext uri="{FF2B5EF4-FFF2-40B4-BE49-F238E27FC236}">
                <a16:creationId xmlns:a16="http://schemas.microsoft.com/office/drawing/2014/main" id="{1DDBF44B-822D-4BB1-94F4-D5762A63F903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3_paired_semantic_8770">
            <a:extLst>
              <a:ext uri="{FF2B5EF4-FFF2-40B4-BE49-F238E27FC236}">
                <a16:creationId xmlns:a16="http://schemas.microsoft.com/office/drawing/2014/main" id="{5900D498-95DB-4583-BEB6-03DC0DBB7061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3_paired_semantic_8771">
            <a:extLst>
              <a:ext uri="{FF2B5EF4-FFF2-40B4-BE49-F238E27FC236}">
                <a16:creationId xmlns:a16="http://schemas.microsoft.com/office/drawing/2014/main" id="{C3CC08CB-3366-4448-9D57-D4C2DEB0DCE0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3_paired_semantic_8772">
            <a:extLst>
              <a:ext uri="{FF2B5EF4-FFF2-40B4-BE49-F238E27FC236}">
                <a16:creationId xmlns:a16="http://schemas.microsoft.com/office/drawing/2014/main" id="{074E8B1D-452D-4C4F-B7BF-681F050C79ED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3_paired_semantic_8773">
            <a:extLst>
              <a:ext uri="{FF2B5EF4-FFF2-40B4-BE49-F238E27FC236}">
                <a16:creationId xmlns:a16="http://schemas.microsoft.com/office/drawing/2014/main" id="{ACAACD3A-ABE7-4B98-BD88-6017FBA89F0F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3_paired_semantic_8774">
            <a:extLst>
              <a:ext uri="{FF2B5EF4-FFF2-40B4-BE49-F238E27FC236}">
                <a16:creationId xmlns:a16="http://schemas.microsoft.com/office/drawing/2014/main" id="{38FBBC43-E1FC-4022-B065-41F7E8AA4055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3_paired_semantic_8775">
            <a:extLst>
              <a:ext uri="{FF2B5EF4-FFF2-40B4-BE49-F238E27FC236}">
                <a16:creationId xmlns:a16="http://schemas.microsoft.com/office/drawing/2014/main" id="{94DE03F5-ACD0-4097-8487-C9E0D52E6E01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3_paired_semantic_8776">
            <a:extLst>
              <a:ext uri="{FF2B5EF4-FFF2-40B4-BE49-F238E27FC236}">
                <a16:creationId xmlns:a16="http://schemas.microsoft.com/office/drawing/2014/main" id="{A0ABEC75-135F-4015-89FD-DD742091DE59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3_paired_semantic_8777">
            <a:extLst>
              <a:ext uri="{FF2B5EF4-FFF2-40B4-BE49-F238E27FC236}">
                <a16:creationId xmlns:a16="http://schemas.microsoft.com/office/drawing/2014/main" id="{439AE3EF-D640-4056-815F-8DE3DC79621A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3_paired_semantic_8778">
            <a:extLst>
              <a:ext uri="{FF2B5EF4-FFF2-40B4-BE49-F238E27FC236}">
                <a16:creationId xmlns:a16="http://schemas.microsoft.com/office/drawing/2014/main" id="{15E9A811-466A-4FBB-B456-BB7A7983CCD8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3_paired_semantic_8779">
            <a:extLst>
              <a:ext uri="{FF2B5EF4-FFF2-40B4-BE49-F238E27FC236}">
                <a16:creationId xmlns:a16="http://schemas.microsoft.com/office/drawing/2014/main" id="{F83E8A77-2DC8-4D8D-A074-275EA8C3B80B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3_paired_semantic_8780">
            <a:extLst>
              <a:ext uri="{FF2B5EF4-FFF2-40B4-BE49-F238E27FC236}">
                <a16:creationId xmlns:a16="http://schemas.microsoft.com/office/drawing/2014/main" id="{4BAE3667-0B7B-44E3-BBBD-DDF8F7DDA07F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3_paired_semantic_8781">
            <a:extLst>
              <a:ext uri="{FF2B5EF4-FFF2-40B4-BE49-F238E27FC236}">
                <a16:creationId xmlns:a16="http://schemas.microsoft.com/office/drawing/2014/main" id="{C22AF7FF-F27E-4BD0-9D0F-3D9B4F921D98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3_paired_semantic_8782">
            <a:extLst>
              <a:ext uri="{FF2B5EF4-FFF2-40B4-BE49-F238E27FC236}">
                <a16:creationId xmlns:a16="http://schemas.microsoft.com/office/drawing/2014/main" id="{4222AB2C-32A8-42C4-9480-D54D2687ECB3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3_paired_semantic_8783">
            <a:extLst>
              <a:ext uri="{FF2B5EF4-FFF2-40B4-BE49-F238E27FC236}">
                <a16:creationId xmlns:a16="http://schemas.microsoft.com/office/drawing/2014/main" id="{43BD03AD-C435-49B7-83E8-6B05371C6AC9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3_paired_semantic_8784">
            <a:extLst>
              <a:ext uri="{FF2B5EF4-FFF2-40B4-BE49-F238E27FC236}">
                <a16:creationId xmlns:a16="http://schemas.microsoft.com/office/drawing/2014/main" id="{D37059E5-A3F8-4DD7-BEC5-CA514B818347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3_paired_semantic_8785">
            <a:extLst>
              <a:ext uri="{FF2B5EF4-FFF2-40B4-BE49-F238E27FC236}">
                <a16:creationId xmlns:a16="http://schemas.microsoft.com/office/drawing/2014/main" id="{DB6BFBF2-F278-4FC2-9238-7FAFE7BEB33E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3_paired_semantic_8786">
            <a:extLst>
              <a:ext uri="{FF2B5EF4-FFF2-40B4-BE49-F238E27FC236}">
                <a16:creationId xmlns:a16="http://schemas.microsoft.com/office/drawing/2014/main" id="{4CCD1836-8BD3-471B-A59F-7ABB94E75AC7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3_paired_semantic_8787">
            <a:extLst>
              <a:ext uri="{FF2B5EF4-FFF2-40B4-BE49-F238E27FC236}">
                <a16:creationId xmlns:a16="http://schemas.microsoft.com/office/drawing/2014/main" id="{43C95AFA-6AE0-4E90-B392-81FCC06C105E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3_paired_semantic_8788">
            <a:extLst>
              <a:ext uri="{FF2B5EF4-FFF2-40B4-BE49-F238E27FC236}">
                <a16:creationId xmlns:a16="http://schemas.microsoft.com/office/drawing/2014/main" id="{801013A5-AC41-4EE8-B473-F1B0406BFA51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3_paired_semantic_8789">
            <a:extLst>
              <a:ext uri="{FF2B5EF4-FFF2-40B4-BE49-F238E27FC236}">
                <a16:creationId xmlns:a16="http://schemas.microsoft.com/office/drawing/2014/main" id="{4D1A4465-0924-440A-A0A6-4C24DCE09034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3_paired_semantic_8790">
            <a:extLst>
              <a:ext uri="{FF2B5EF4-FFF2-40B4-BE49-F238E27FC236}">
                <a16:creationId xmlns:a16="http://schemas.microsoft.com/office/drawing/2014/main" id="{795A9BDF-A5CD-457B-824B-0BEC23AAC104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3_paired_semantic_8791">
            <a:extLst>
              <a:ext uri="{FF2B5EF4-FFF2-40B4-BE49-F238E27FC236}">
                <a16:creationId xmlns:a16="http://schemas.microsoft.com/office/drawing/2014/main" id="{4ED19E40-7C12-4240-86AF-EC8D86D9DA89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3_paired_semantic_8792">
            <a:extLst>
              <a:ext uri="{FF2B5EF4-FFF2-40B4-BE49-F238E27FC236}">
                <a16:creationId xmlns:a16="http://schemas.microsoft.com/office/drawing/2014/main" id="{CF8CD25D-4948-4654-99AF-A1D872B3B43D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3_paired_semantic_8793">
            <a:extLst>
              <a:ext uri="{FF2B5EF4-FFF2-40B4-BE49-F238E27FC236}">
                <a16:creationId xmlns:a16="http://schemas.microsoft.com/office/drawing/2014/main" id="{D9F9AFD1-C3A6-4632-ABC5-E9B39BCEE9FC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3_paired_semantic_8794">
            <a:extLst>
              <a:ext uri="{FF2B5EF4-FFF2-40B4-BE49-F238E27FC236}">
                <a16:creationId xmlns:a16="http://schemas.microsoft.com/office/drawing/2014/main" id="{0CC1B03B-7311-4ADA-8656-D3E06D1CD882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3_paired_semantic_8795">
            <a:extLst>
              <a:ext uri="{FF2B5EF4-FFF2-40B4-BE49-F238E27FC236}">
                <a16:creationId xmlns:a16="http://schemas.microsoft.com/office/drawing/2014/main" id="{7E55D8F7-9BAC-46CB-86BE-EB8E3B441246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3_paired_semantic_8796">
            <a:extLst>
              <a:ext uri="{FF2B5EF4-FFF2-40B4-BE49-F238E27FC236}">
                <a16:creationId xmlns:a16="http://schemas.microsoft.com/office/drawing/2014/main" id="{7DD0544F-D828-4A7A-91BD-3B20348FF71C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3_paired_semantic_8797">
            <a:extLst>
              <a:ext uri="{FF2B5EF4-FFF2-40B4-BE49-F238E27FC236}">
                <a16:creationId xmlns:a16="http://schemas.microsoft.com/office/drawing/2014/main" id="{F0C24709-B199-4CA1-B484-F3F3A3FB874A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3_paired_semantic_8798">
            <a:extLst>
              <a:ext uri="{FF2B5EF4-FFF2-40B4-BE49-F238E27FC236}">
                <a16:creationId xmlns:a16="http://schemas.microsoft.com/office/drawing/2014/main" id="{05AC2C30-D6CE-478C-AB34-C0148426F98C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3_paired_semantic_8799">
            <a:extLst>
              <a:ext uri="{FF2B5EF4-FFF2-40B4-BE49-F238E27FC236}">
                <a16:creationId xmlns:a16="http://schemas.microsoft.com/office/drawing/2014/main" id="{AF207EA1-459C-48FF-949A-CAE14B7B8D03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3_paired_semantic_8800">
            <a:extLst>
              <a:ext uri="{FF2B5EF4-FFF2-40B4-BE49-F238E27FC236}">
                <a16:creationId xmlns:a16="http://schemas.microsoft.com/office/drawing/2014/main" id="{B0E2B59B-C53E-4ECB-AF99-31D8A1468EA9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3_paired_semantic_8801">
            <a:extLst>
              <a:ext uri="{FF2B5EF4-FFF2-40B4-BE49-F238E27FC236}">
                <a16:creationId xmlns:a16="http://schemas.microsoft.com/office/drawing/2014/main" id="{65E366EB-4BD1-476B-89E4-29111A38A60C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3_paired_semantic_8802">
            <a:extLst>
              <a:ext uri="{FF2B5EF4-FFF2-40B4-BE49-F238E27FC236}">
                <a16:creationId xmlns:a16="http://schemas.microsoft.com/office/drawing/2014/main" id="{CFDE6094-361E-48DC-B081-BF4AD3EB6CB1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3_paired_semantic_8803">
            <a:extLst>
              <a:ext uri="{FF2B5EF4-FFF2-40B4-BE49-F238E27FC236}">
                <a16:creationId xmlns:a16="http://schemas.microsoft.com/office/drawing/2014/main" id="{38615778-ACE4-489D-9090-80BC9394B081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3_paired_semantic_8804">
            <a:extLst>
              <a:ext uri="{FF2B5EF4-FFF2-40B4-BE49-F238E27FC236}">
                <a16:creationId xmlns:a16="http://schemas.microsoft.com/office/drawing/2014/main" id="{996B7C8E-A944-4C40-9BDD-ABE1A1A85207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3_paired_semantic_8805">
            <a:extLst>
              <a:ext uri="{FF2B5EF4-FFF2-40B4-BE49-F238E27FC236}">
                <a16:creationId xmlns:a16="http://schemas.microsoft.com/office/drawing/2014/main" id="{266F541C-2BBB-415C-B5F1-65AFBE4E1B2D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3_paired_semantic_8806">
            <a:extLst>
              <a:ext uri="{FF2B5EF4-FFF2-40B4-BE49-F238E27FC236}">
                <a16:creationId xmlns:a16="http://schemas.microsoft.com/office/drawing/2014/main" id="{3D6520C3-C26C-42EF-A322-923FEF19C91D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3_paired_semantic_8807">
            <a:extLst>
              <a:ext uri="{FF2B5EF4-FFF2-40B4-BE49-F238E27FC236}">
                <a16:creationId xmlns:a16="http://schemas.microsoft.com/office/drawing/2014/main" id="{0AAEF2D2-950D-4A1C-AC23-36FB578A6F14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3_paired_semantic_8808">
            <a:extLst>
              <a:ext uri="{FF2B5EF4-FFF2-40B4-BE49-F238E27FC236}">
                <a16:creationId xmlns:a16="http://schemas.microsoft.com/office/drawing/2014/main" id="{9498B547-C29A-4E55-8F19-C9E84AD6E3C2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3_paired_semantic_8809">
            <a:extLst>
              <a:ext uri="{FF2B5EF4-FFF2-40B4-BE49-F238E27FC236}">
                <a16:creationId xmlns:a16="http://schemas.microsoft.com/office/drawing/2014/main" id="{2769E4A3-3D38-47B5-97F8-3F0BF8FB7863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3_paired_semantic_8810">
            <a:extLst>
              <a:ext uri="{FF2B5EF4-FFF2-40B4-BE49-F238E27FC236}">
                <a16:creationId xmlns:a16="http://schemas.microsoft.com/office/drawing/2014/main" id="{4BEB8F18-E620-4C4E-BD43-35B117A333DD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3_paired_semantic_8811">
            <a:extLst>
              <a:ext uri="{FF2B5EF4-FFF2-40B4-BE49-F238E27FC236}">
                <a16:creationId xmlns:a16="http://schemas.microsoft.com/office/drawing/2014/main" id="{D21D805A-9787-48D7-95D5-773280321CFA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3_paired_semantic_8812">
            <a:extLst>
              <a:ext uri="{FF2B5EF4-FFF2-40B4-BE49-F238E27FC236}">
                <a16:creationId xmlns:a16="http://schemas.microsoft.com/office/drawing/2014/main" id="{B526F107-9973-4F90-81CE-A9FB0188A232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3_paired_semantic_8813">
            <a:extLst>
              <a:ext uri="{FF2B5EF4-FFF2-40B4-BE49-F238E27FC236}">
                <a16:creationId xmlns:a16="http://schemas.microsoft.com/office/drawing/2014/main" id="{511E1692-A0B4-4F79-85C9-A57F4D0CF657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3_paired_semantic_8814">
            <a:extLst>
              <a:ext uri="{FF2B5EF4-FFF2-40B4-BE49-F238E27FC236}">
                <a16:creationId xmlns:a16="http://schemas.microsoft.com/office/drawing/2014/main" id="{3CD6CDF9-09C0-4AD5-A50D-01AF63F5B985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3_paired_semantic_8815">
            <a:extLst>
              <a:ext uri="{FF2B5EF4-FFF2-40B4-BE49-F238E27FC236}">
                <a16:creationId xmlns:a16="http://schemas.microsoft.com/office/drawing/2014/main" id="{78630C31-FD89-45FB-8413-92686A91EE6D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3_paired_semantic_8816">
            <a:extLst>
              <a:ext uri="{FF2B5EF4-FFF2-40B4-BE49-F238E27FC236}">
                <a16:creationId xmlns:a16="http://schemas.microsoft.com/office/drawing/2014/main" id="{A79BAAB0-18D3-470C-A280-F5F93DB15D8D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3_paired_semantic_8817">
            <a:extLst>
              <a:ext uri="{FF2B5EF4-FFF2-40B4-BE49-F238E27FC236}">
                <a16:creationId xmlns:a16="http://schemas.microsoft.com/office/drawing/2014/main" id="{8AED1FFE-BE01-4511-86F7-82105369ACD2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3_paired_semantic_8818">
            <a:extLst>
              <a:ext uri="{FF2B5EF4-FFF2-40B4-BE49-F238E27FC236}">
                <a16:creationId xmlns:a16="http://schemas.microsoft.com/office/drawing/2014/main" id="{F740F085-C156-4A47-BA1F-0E2889D718A6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3_paired_semantic_8819">
            <a:extLst>
              <a:ext uri="{FF2B5EF4-FFF2-40B4-BE49-F238E27FC236}">
                <a16:creationId xmlns:a16="http://schemas.microsoft.com/office/drawing/2014/main" id="{2ABE5187-B255-4256-A958-03C88C0655F2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3_paired_semantic_8820">
            <a:extLst>
              <a:ext uri="{FF2B5EF4-FFF2-40B4-BE49-F238E27FC236}">
                <a16:creationId xmlns:a16="http://schemas.microsoft.com/office/drawing/2014/main" id="{6689F757-B4C7-43D6-8B45-961CDF16470C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3_paired_semantic_8821">
            <a:extLst>
              <a:ext uri="{FF2B5EF4-FFF2-40B4-BE49-F238E27FC236}">
                <a16:creationId xmlns:a16="http://schemas.microsoft.com/office/drawing/2014/main" id="{470CA98C-8D64-4D0E-83E4-B5F1A60C23C6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3_paired_semantic_8822">
            <a:extLst>
              <a:ext uri="{FF2B5EF4-FFF2-40B4-BE49-F238E27FC236}">
                <a16:creationId xmlns:a16="http://schemas.microsoft.com/office/drawing/2014/main" id="{8149D2CD-7193-4231-A164-FAC1B30A6331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3_paired_semantic_8823">
            <a:extLst>
              <a:ext uri="{FF2B5EF4-FFF2-40B4-BE49-F238E27FC236}">
                <a16:creationId xmlns:a16="http://schemas.microsoft.com/office/drawing/2014/main" id="{081F3019-1E03-4FD3-AF97-C17D52F76D26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3_paired_semantic_8824">
            <a:extLst>
              <a:ext uri="{FF2B5EF4-FFF2-40B4-BE49-F238E27FC236}">
                <a16:creationId xmlns:a16="http://schemas.microsoft.com/office/drawing/2014/main" id="{8E66A31D-BDF2-436D-A9FD-1D73D854467F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3_paired_semantic_8825">
            <a:extLst>
              <a:ext uri="{FF2B5EF4-FFF2-40B4-BE49-F238E27FC236}">
                <a16:creationId xmlns:a16="http://schemas.microsoft.com/office/drawing/2014/main" id="{84D91578-5408-4C56-B84B-8BB1CEDECCB4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3_paired_semantic_8826">
            <a:extLst>
              <a:ext uri="{FF2B5EF4-FFF2-40B4-BE49-F238E27FC236}">
                <a16:creationId xmlns:a16="http://schemas.microsoft.com/office/drawing/2014/main" id="{4E6AFA0A-61D1-49FA-A64D-2FC9828AFBE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3_paired_semantic_8827">
            <a:extLst>
              <a:ext uri="{FF2B5EF4-FFF2-40B4-BE49-F238E27FC236}">
                <a16:creationId xmlns:a16="http://schemas.microsoft.com/office/drawing/2014/main" id="{5E25C3BF-621E-4BB6-A0B3-04A1C38F668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3_paired_semantic_8828">
            <a:extLst>
              <a:ext uri="{FF2B5EF4-FFF2-40B4-BE49-F238E27FC236}">
                <a16:creationId xmlns:a16="http://schemas.microsoft.com/office/drawing/2014/main" id="{B7D59D8B-BF2D-48AA-88E5-4F06F5AC7424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3_paired_semantic_8829">
            <a:extLst>
              <a:ext uri="{FF2B5EF4-FFF2-40B4-BE49-F238E27FC236}">
                <a16:creationId xmlns:a16="http://schemas.microsoft.com/office/drawing/2014/main" id="{10384980-DE80-4A93-8577-3C1219C60ED5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3_paired_semantic_8830">
            <a:extLst>
              <a:ext uri="{FF2B5EF4-FFF2-40B4-BE49-F238E27FC236}">
                <a16:creationId xmlns:a16="http://schemas.microsoft.com/office/drawing/2014/main" id="{2866545B-CE7A-45BC-9A6B-0DA7B9464683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3_paired_semantic_8831">
            <a:extLst>
              <a:ext uri="{FF2B5EF4-FFF2-40B4-BE49-F238E27FC236}">
                <a16:creationId xmlns:a16="http://schemas.microsoft.com/office/drawing/2014/main" id="{A943D6DA-FC1B-4398-B009-CADC511DAD93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3_paired_semantic_8832">
            <a:extLst>
              <a:ext uri="{FF2B5EF4-FFF2-40B4-BE49-F238E27FC236}">
                <a16:creationId xmlns:a16="http://schemas.microsoft.com/office/drawing/2014/main" id="{B1D63274-FECD-404F-8F5D-0958EB9363AA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3_paired_semantic_8833">
            <a:extLst>
              <a:ext uri="{FF2B5EF4-FFF2-40B4-BE49-F238E27FC236}">
                <a16:creationId xmlns:a16="http://schemas.microsoft.com/office/drawing/2014/main" id="{F60C9497-CBC4-4C67-B73B-BCD2B9EEC8F7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3_paired_semantic_8834">
            <a:extLst>
              <a:ext uri="{FF2B5EF4-FFF2-40B4-BE49-F238E27FC236}">
                <a16:creationId xmlns:a16="http://schemas.microsoft.com/office/drawing/2014/main" id="{22B7DF40-D878-4F53-9C2A-11CD97BFE655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3_paired_semantic_8835">
            <a:extLst>
              <a:ext uri="{FF2B5EF4-FFF2-40B4-BE49-F238E27FC236}">
                <a16:creationId xmlns:a16="http://schemas.microsoft.com/office/drawing/2014/main" id="{8631705A-DEB8-447F-B188-03B7B5DAFB4B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3_paired_semantic_8836">
            <a:extLst>
              <a:ext uri="{FF2B5EF4-FFF2-40B4-BE49-F238E27FC236}">
                <a16:creationId xmlns:a16="http://schemas.microsoft.com/office/drawing/2014/main" id="{09787428-3E0B-4F44-A030-6CD33FADA4FE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3_paired_semantic_8837">
            <a:extLst>
              <a:ext uri="{FF2B5EF4-FFF2-40B4-BE49-F238E27FC236}">
                <a16:creationId xmlns:a16="http://schemas.microsoft.com/office/drawing/2014/main" id="{695BC0F8-831D-4641-990F-C216FC799002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3_paired_semantic_8838">
            <a:extLst>
              <a:ext uri="{FF2B5EF4-FFF2-40B4-BE49-F238E27FC236}">
                <a16:creationId xmlns:a16="http://schemas.microsoft.com/office/drawing/2014/main" id="{2A55AB8F-BC45-42E0-9306-83744E1032C4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3_paired_semantic_8839">
            <a:extLst>
              <a:ext uri="{FF2B5EF4-FFF2-40B4-BE49-F238E27FC236}">
                <a16:creationId xmlns:a16="http://schemas.microsoft.com/office/drawing/2014/main" id="{157B5E96-4536-4C14-BECF-1612A2ACAA5C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3_paired_semantic_8840">
            <a:extLst>
              <a:ext uri="{FF2B5EF4-FFF2-40B4-BE49-F238E27FC236}">
                <a16:creationId xmlns:a16="http://schemas.microsoft.com/office/drawing/2014/main" id="{40F79710-23EA-465B-B350-6939BB0FDC57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3_paired_semantic_8841">
            <a:extLst>
              <a:ext uri="{FF2B5EF4-FFF2-40B4-BE49-F238E27FC236}">
                <a16:creationId xmlns:a16="http://schemas.microsoft.com/office/drawing/2014/main" id="{1C3A95DE-D8D4-4F07-B4B5-C73952E821D0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3_paired_semantic_8842">
            <a:extLst>
              <a:ext uri="{FF2B5EF4-FFF2-40B4-BE49-F238E27FC236}">
                <a16:creationId xmlns:a16="http://schemas.microsoft.com/office/drawing/2014/main" id="{B8480BEC-3FC2-4E0A-B7F9-C4DDF22FB9BA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3_paired_semantic_8843">
            <a:extLst>
              <a:ext uri="{FF2B5EF4-FFF2-40B4-BE49-F238E27FC236}">
                <a16:creationId xmlns:a16="http://schemas.microsoft.com/office/drawing/2014/main" id="{BD1F358F-C183-476E-B7CE-DE0AAB35D16E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3_paired_semantic_8844">
            <a:extLst>
              <a:ext uri="{FF2B5EF4-FFF2-40B4-BE49-F238E27FC236}">
                <a16:creationId xmlns:a16="http://schemas.microsoft.com/office/drawing/2014/main" id="{A52CC5AE-3B68-45A0-BCE5-203BF0743677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3_paired_semantic_8845">
            <a:extLst>
              <a:ext uri="{FF2B5EF4-FFF2-40B4-BE49-F238E27FC236}">
                <a16:creationId xmlns:a16="http://schemas.microsoft.com/office/drawing/2014/main" id="{59C22D1A-A12F-49DB-BFC8-179A99CD1535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3_paired_semantic_8846">
            <a:extLst>
              <a:ext uri="{FF2B5EF4-FFF2-40B4-BE49-F238E27FC236}">
                <a16:creationId xmlns:a16="http://schemas.microsoft.com/office/drawing/2014/main" id="{3F184125-C377-43BA-AB43-7D52C3A16542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3_paired_semantic_8847">
            <a:extLst>
              <a:ext uri="{FF2B5EF4-FFF2-40B4-BE49-F238E27FC236}">
                <a16:creationId xmlns:a16="http://schemas.microsoft.com/office/drawing/2014/main" id="{976F83C9-F1F0-4F4E-8B47-D79101ACA253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3_paired_semantic_8848">
            <a:extLst>
              <a:ext uri="{FF2B5EF4-FFF2-40B4-BE49-F238E27FC236}">
                <a16:creationId xmlns:a16="http://schemas.microsoft.com/office/drawing/2014/main" id="{3E52F96B-AB14-468B-832C-34F1CF3ADE3A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3_paired_semantic_8849">
            <a:extLst>
              <a:ext uri="{FF2B5EF4-FFF2-40B4-BE49-F238E27FC236}">
                <a16:creationId xmlns:a16="http://schemas.microsoft.com/office/drawing/2014/main" id="{018746B6-5266-4842-BE8B-F3C8EF36D14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3_paired_semantic_8850">
            <a:extLst>
              <a:ext uri="{FF2B5EF4-FFF2-40B4-BE49-F238E27FC236}">
                <a16:creationId xmlns:a16="http://schemas.microsoft.com/office/drawing/2014/main" id="{093D8176-3B39-4461-ACB7-10128EC747C1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3_paired_semantic_8851">
            <a:extLst>
              <a:ext uri="{FF2B5EF4-FFF2-40B4-BE49-F238E27FC236}">
                <a16:creationId xmlns:a16="http://schemas.microsoft.com/office/drawing/2014/main" id="{FDDA3AC4-4516-42EC-90E1-1720C287294A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3_paired_semantic_8852">
            <a:extLst>
              <a:ext uri="{FF2B5EF4-FFF2-40B4-BE49-F238E27FC236}">
                <a16:creationId xmlns:a16="http://schemas.microsoft.com/office/drawing/2014/main" id="{9421E1D3-8A20-4126-BA11-AE47C01712C7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3_paired_semantic_8853">
            <a:extLst>
              <a:ext uri="{FF2B5EF4-FFF2-40B4-BE49-F238E27FC236}">
                <a16:creationId xmlns:a16="http://schemas.microsoft.com/office/drawing/2014/main" id="{DFF53C9C-5BB7-4CF3-946B-F4024C0666C3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3_paired_semantic_8854">
            <a:extLst>
              <a:ext uri="{FF2B5EF4-FFF2-40B4-BE49-F238E27FC236}">
                <a16:creationId xmlns:a16="http://schemas.microsoft.com/office/drawing/2014/main" id="{41BF18E8-0A4C-4899-A9D6-591B9FADCB28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3_paired_semantic_8855">
            <a:extLst>
              <a:ext uri="{FF2B5EF4-FFF2-40B4-BE49-F238E27FC236}">
                <a16:creationId xmlns:a16="http://schemas.microsoft.com/office/drawing/2014/main" id="{197A8F15-5823-4BF9-A482-D2C0A947AA82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3_paired_semantic_8856">
            <a:extLst>
              <a:ext uri="{FF2B5EF4-FFF2-40B4-BE49-F238E27FC236}">
                <a16:creationId xmlns:a16="http://schemas.microsoft.com/office/drawing/2014/main" id="{06BB8136-6D5B-451E-BD57-084F5CDA6B7B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3_paired_semantic_8857">
            <a:extLst>
              <a:ext uri="{FF2B5EF4-FFF2-40B4-BE49-F238E27FC236}">
                <a16:creationId xmlns:a16="http://schemas.microsoft.com/office/drawing/2014/main" id="{4CB839AA-43EA-480E-8B2C-5ECB4D9501B3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3_paired_semantic_8858">
            <a:extLst>
              <a:ext uri="{FF2B5EF4-FFF2-40B4-BE49-F238E27FC236}">
                <a16:creationId xmlns:a16="http://schemas.microsoft.com/office/drawing/2014/main" id="{62F24A59-851C-46A1-A1B6-079E57842BFE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3_paired_semantic_8859">
            <a:extLst>
              <a:ext uri="{FF2B5EF4-FFF2-40B4-BE49-F238E27FC236}">
                <a16:creationId xmlns:a16="http://schemas.microsoft.com/office/drawing/2014/main" id="{90F9AF58-8920-43C3-8E42-ABE3B27DE2E5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3_paired_semantic_8860">
            <a:extLst>
              <a:ext uri="{FF2B5EF4-FFF2-40B4-BE49-F238E27FC236}">
                <a16:creationId xmlns:a16="http://schemas.microsoft.com/office/drawing/2014/main" id="{10E6BECA-1D2B-4463-84B6-B6B97E5B5425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3_paired_semantic_8861">
            <a:extLst>
              <a:ext uri="{FF2B5EF4-FFF2-40B4-BE49-F238E27FC236}">
                <a16:creationId xmlns:a16="http://schemas.microsoft.com/office/drawing/2014/main" id="{A8F60FDB-61B2-43F9-91EA-6E2A5D687A23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3_paired_semantic_8862">
            <a:extLst>
              <a:ext uri="{FF2B5EF4-FFF2-40B4-BE49-F238E27FC236}">
                <a16:creationId xmlns:a16="http://schemas.microsoft.com/office/drawing/2014/main" id="{D9EDDFF8-9225-4BC6-AC7F-9A817E5FE5EB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3_paired_semantic_8863">
            <a:extLst>
              <a:ext uri="{FF2B5EF4-FFF2-40B4-BE49-F238E27FC236}">
                <a16:creationId xmlns:a16="http://schemas.microsoft.com/office/drawing/2014/main" id="{DFEC2018-2C14-4ABF-BAD7-35772405DFC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3_paired_semantic_8864">
            <a:extLst>
              <a:ext uri="{FF2B5EF4-FFF2-40B4-BE49-F238E27FC236}">
                <a16:creationId xmlns:a16="http://schemas.microsoft.com/office/drawing/2014/main" id="{3C264B9F-388E-4905-A1A2-E2337957C274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3_paired_semantic_8865">
            <a:extLst>
              <a:ext uri="{FF2B5EF4-FFF2-40B4-BE49-F238E27FC236}">
                <a16:creationId xmlns:a16="http://schemas.microsoft.com/office/drawing/2014/main" id="{21232766-E977-4CE5-A253-08A5BF659AF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3_paired_semantic_8866">
            <a:extLst>
              <a:ext uri="{FF2B5EF4-FFF2-40B4-BE49-F238E27FC236}">
                <a16:creationId xmlns:a16="http://schemas.microsoft.com/office/drawing/2014/main" id="{3243A9BA-BC49-47DC-A824-81A7ECBD09DF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8867">
            <a:extLst>
              <a:ext uri="{FF2B5EF4-FFF2-40B4-BE49-F238E27FC236}">
                <a16:creationId xmlns:a16="http://schemas.microsoft.com/office/drawing/2014/main" id="{14A2AA43-1E43-4998-9033-AAC85EF6DEAF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3_paired_semantic_8868">
            <a:extLst>
              <a:ext uri="{FF2B5EF4-FFF2-40B4-BE49-F238E27FC236}">
                <a16:creationId xmlns:a16="http://schemas.microsoft.com/office/drawing/2014/main" id="{14F79462-08FC-44BE-863E-0CA37B5EA31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8869">
            <a:extLst>
              <a:ext uri="{FF2B5EF4-FFF2-40B4-BE49-F238E27FC236}">
                <a16:creationId xmlns:a16="http://schemas.microsoft.com/office/drawing/2014/main" id="{F25423DA-53DE-4399-A14A-2442E7957C59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3_paired_semantic_8870">
            <a:extLst>
              <a:ext uri="{FF2B5EF4-FFF2-40B4-BE49-F238E27FC236}">
                <a16:creationId xmlns:a16="http://schemas.microsoft.com/office/drawing/2014/main" id="{CCBE2D4C-622A-44A0-91BE-834CF8E41588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8871">
            <a:extLst>
              <a:ext uri="{FF2B5EF4-FFF2-40B4-BE49-F238E27FC236}">
                <a16:creationId xmlns:a16="http://schemas.microsoft.com/office/drawing/2014/main" id="{2D42739C-413B-4D0A-A726-2FD3E345572D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3_paired_semantic_8872">
            <a:extLst>
              <a:ext uri="{FF2B5EF4-FFF2-40B4-BE49-F238E27FC236}">
                <a16:creationId xmlns:a16="http://schemas.microsoft.com/office/drawing/2014/main" id="{53B978BD-2D58-439F-8AE7-42683767784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8873">
            <a:extLst>
              <a:ext uri="{FF2B5EF4-FFF2-40B4-BE49-F238E27FC236}">
                <a16:creationId xmlns:a16="http://schemas.microsoft.com/office/drawing/2014/main" id="{5E8C011B-D9EE-4E9E-AFD6-25DA0140F2B6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8874">
            <a:extLst>
              <a:ext uri="{FF2B5EF4-FFF2-40B4-BE49-F238E27FC236}">
                <a16:creationId xmlns:a16="http://schemas.microsoft.com/office/drawing/2014/main" id="{63B2E507-E544-4D34-B443-ACA06C77C4E0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8875">
            <a:extLst>
              <a:ext uri="{FF2B5EF4-FFF2-40B4-BE49-F238E27FC236}">
                <a16:creationId xmlns:a16="http://schemas.microsoft.com/office/drawing/2014/main" id="{7099331D-B666-4B77-8D6F-327B5FEAD77D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2104671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PRAUC</a:t>
            </a:r>
          </a:p>
        </p:txBody>
      </p:sp>
      <p:sp>
        <p:nvSpPr>
          <p:cNvPr id="478" name="text_8876">
            <a:extLst>
              <a:ext uri="{FF2B5EF4-FFF2-40B4-BE49-F238E27FC236}">
                <a16:creationId xmlns:a16="http://schemas.microsoft.com/office/drawing/2014/main" id="{E858F729-8587-45FD-B43B-5958BA29E941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810746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160    Equal: 7    Emap2lig higher: 12</a:t>
            </a:r>
          </a:p>
        </p:txBody>
      </p:sp>
      <p:sp>
        <p:nvSpPr>
          <p:cNvPr id="479" name="text_8877">
            <a:extLst>
              <a:ext uri="{FF2B5EF4-FFF2-40B4-BE49-F238E27FC236}">
                <a16:creationId xmlns:a16="http://schemas.microsoft.com/office/drawing/2014/main" id="{8419C8D3-6181-4BD7-A3F1-4331621AD3D2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8925737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4_paired_one_to_one_0p3_8878">
            <a:extLst>
              <a:ext uri="{FF2B5EF4-FFF2-40B4-BE49-F238E27FC236}">
                <a16:creationId xmlns:a16="http://schemas.microsoft.com/office/drawing/2014/main" id="{D9A49E04-C57F-4C19-9B18-A21430315CF0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4_paired_one_to_one_0p3_8879">
            <a:extLst>
              <a:ext uri="{FF2B5EF4-FFF2-40B4-BE49-F238E27FC236}">
                <a16:creationId xmlns:a16="http://schemas.microsoft.com/office/drawing/2014/main" id="{A8AF2F34-6C47-4FBE-B552-6F5E900CBC5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4_paired_one_to_one_0p3_8880">
            <a:extLst>
              <a:ext uri="{FF2B5EF4-FFF2-40B4-BE49-F238E27FC236}">
                <a16:creationId xmlns:a16="http://schemas.microsoft.com/office/drawing/2014/main" id="{80BB94A6-174C-47AD-9626-43846CCB2760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4_paired_one_to_one_0p3_8881">
            <a:extLst>
              <a:ext uri="{FF2B5EF4-FFF2-40B4-BE49-F238E27FC236}">
                <a16:creationId xmlns:a16="http://schemas.microsoft.com/office/drawing/2014/main" id="{727B968F-3C26-4125-A932-D52BD01DB7F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4_paired_one_to_one_0p3_8882">
            <a:extLst>
              <a:ext uri="{FF2B5EF4-FFF2-40B4-BE49-F238E27FC236}">
                <a16:creationId xmlns:a16="http://schemas.microsoft.com/office/drawing/2014/main" id="{C965888D-10B6-4317-9A26-2347E2CF509C}"/>
              </a:ext>
            </a:extLst>
          </p:cNvPr>
          <p:cNvSpPr>
            <a:spLocks noGrp="1"/>
          </p:cNvSpPr>
          <p:nvPr/>
        </p:nvSpPr>
        <p:spPr>
          <a:xfrm>
            <a:off x="1864893" y="294586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4_paired_one_to_one_0p3_8883">
            <a:extLst>
              <a:ext uri="{FF2B5EF4-FFF2-40B4-BE49-F238E27FC236}">
                <a16:creationId xmlns:a16="http://schemas.microsoft.com/office/drawing/2014/main" id="{0038789C-A161-4ED8-B2EB-F01FC2841F3D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4_paired_one_to_one_0p3_8884">
            <a:extLst>
              <a:ext uri="{FF2B5EF4-FFF2-40B4-BE49-F238E27FC236}">
                <a16:creationId xmlns:a16="http://schemas.microsoft.com/office/drawing/2014/main" id="{B97C9F96-05DF-46E8-B46D-BB72FBD6339B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4_paired_one_to_one_0p3_8885">
            <a:extLst>
              <a:ext uri="{FF2B5EF4-FFF2-40B4-BE49-F238E27FC236}">
                <a16:creationId xmlns:a16="http://schemas.microsoft.com/office/drawing/2014/main" id="{619398B0-7B7A-413D-B927-ECC853672684}"/>
              </a:ext>
            </a:extLst>
          </p:cNvPr>
          <p:cNvSpPr>
            <a:spLocks noGrp="1"/>
          </p:cNvSpPr>
          <p:nvPr/>
        </p:nvSpPr>
        <p:spPr>
          <a:xfrm>
            <a:off x="4201216" y="3760529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4_paired_one_to_one_0p3_8886">
            <a:extLst>
              <a:ext uri="{FF2B5EF4-FFF2-40B4-BE49-F238E27FC236}">
                <a16:creationId xmlns:a16="http://schemas.microsoft.com/office/drawing/2014/main" id="{244E5A50-5F2D-44CE-98C5-54D65D31B17E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4_paired_one_to_one_0p3_8887">
            <a:extLst>
              <a:ext uri="{FF2B5EF4-FFF2-40B4-BE49-F238E27FC236}">
                <a16:creationId xmlns:a16="http://schemas.microsoft.com/office/drawing/2014/main" id="{DD1A1AD4-0FA2-4199-A89B-B71247616428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4_paired_one_to_one_0p3_8888">
            <a:extLst>
              <a:ext uri="{FF2B5EF4-FFF2-40B4-BE49-F238E27FC236}">
                <a16:creationId xmlns:a16="http://schemas.microsoft.com/office/drawing/2014/main" id="{9B5DF5ED-9186-401F-9FA2-AC28888030B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4_paired_one_to_one_0p3_8889">
            <a:extLst>
              <a:ext uri="{FF2B5EF4-FFF2-40B4-BE49-F238E27FC236}">
                <a16:creationId xmlns:a16="http://schemas.microsoft.com/office/drawing/2014/main" id="{1DB67F1D-5600-43E2-A073-9D9315C156E2}"/>
              </a:ext>
            </a:extLst>
          </p:cNvPr>
          <p:cNvSpPr>
            <a:spLocks noGrp="1"/>
          </p:cNvSpPr>
          <p:nvPr/>
        </p:nvSpPr>
        <p:spPr>
          <a:xfrm>
            <a:off x="1864893" y="5259383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4_paired_one_to_one_0p3_8890">
            <a:extLst>
              <a:ext uri="{FF2B5EF4-FFF2-40B4-BE49-F238E27FC236}">
                <a16:creationId xmlns:a16="http://schemas.microsoft.com/office/drawing/2014/main" id="{460418DE-81C8-4E17-88F1-52D784E0289A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4_paired_one_to_one_0p3_8891">
            <a:extLst>
              <a:ext uri="{FF2B5EF4-FFF2-40B4-BE49-F238E27FC236}">
                <a16:creationId xmlns:a16="http://schemas.microsoft.com/office/drawing/2014/main" id="{8827CA58-97AB-4152-9576-82FB5F965F94}"/>
              </a:ext>
            </a:extLst>
          </p:cNvPr>
          <p:cNvSpPr>
            <a:spLocks noGrp="1"/>
          </p:cNvSpPr>
          <p:nvPr/>
        </p:nvSpPr>
        <p:spPr>
          <a:xfrm>
            <a:off x="5759811" y="4195161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4_paired_one_to_one_0p3_8892">
            <a:extLst>
              <a:ext uri="{FF2B5EF4-FFF2-40B4-BE49-F238E27FC236}">
                <a16:creationId xmlns:a16="http://schemas.microsoft.com/office/drawing/2014/main" id="{8749FA6F-EBAC-4C7A-AC48-E3EFC0A87BA3}"/>
              </a:ext>
            </a:extLst>
          </p:cNvPr>
          <p:cNvSpPr>
            <a:spLocks noGrp="1"/>
          </p:cNvSpPr>
          <p:nvPr/>
        </p:nvSpPr>
        <p:spPr>
          <a:xfrm>
            <a:off x="4961352" y="358883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4_paired_one_to_one_0p3_8893">
            <a:extLst>
              <a:ext uri="{FF2B5EF4-FFF2-40B4-BE49-F238E27FC236}">
                <a16:creationId xmlns:a16="http://schemas.microsoft.com/office/drawing/2014/main" id="{25D36AAE-216E-4885-A32E-54EA236BF948}"/>
              </a:ext>
            </a:extLst>
          </p:cNvPr>
          <p:cNvSpPr>
            <a:spLocks noGrp="1"/>
          </p:cNvSpPr>
          <p:nvPr/>
        </p:nvSpPr>
        <p:spPr>
          <a:xfrm>
            <a:off x="5793354" y="431535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4_paired_one_to_one_0p3_8894">
            <a:extLst>
              <a:ext uri="{FF2B5EF4-FFF2-40B4-BE49-F238E27FC236}">
                <a16:creationId xmlns:a16="http://schemas.microsoft.com/office/drawing/2014/main" id="{0E2C77DB-BB5E-4A11-AA7B-DC88801F4927}"/>
              </a:ext>
            </a:extLst>
          </p:cNvPr>
          <p:cNvSpPr>
            <a:spLocks noGrp="1"/>
          </p:cNvSpPr>
          <p:nvPr/>
        </p:nvSpPr>
        <p:spPr>
          <a:xfrm>
            <a:off x="1864893" y="348745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4_paired_one_to_one_0p3_8895">
            <a:extLst>
              <a:ext uri="{FF2B5EF4-FFF2-40B4-BE49-F238E27FC236}">
                <a16:creationId xmlns:a16="http://schemas.microsoft.com/office/drawing/2014/main" id="{A67BD799-61D9-4FAE-B087-20E782394B6D}"/>
              </a:ext>
            </a:extLst>
          </p:cNvPr>
          <p:cNvSpPr>
            <a:spLocks noGrp="1"/>
          </p:cNvSpPr>
          <p:nvPr/>
        </p:nvSpPr>
        <p:spPr>
          <a:xfrm>
            <a:off x="2963763" y="4929721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4_paired_one_to_one_0p3_8896">
            <a:extLst>
              <a:ext uri="{FF2B5EF4-FFF2-40B4-BE49-F238E27FC236}">
                <a16:creationId xmlns:a16="http://schemas.microsoft.com/office/drawing/2014/main" id="{95566909-D679-4D9F-9A22-2769FBA4E628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4_paired_one_to_one_0p3_8897">
            <a:extLst>
              <a:ext uri="{FF2B5EF4-FFF2-40B4-BE49-F238E27FC236}">
                <a16:creationId xmlns:a16="http://schemas.microsoft.com/office/drawing/2014/main" id="{5EC81AF9-A129-48D8-80A4-C3DA45FC42C4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4_paired_one_to_one_0p3_8898">
            <a:extLst>
              <a:ext uri="{FF2B5EF4-FFF2-40B4-BE49-F238E27FC236}">
                <a16:creationId xmlns:a16="http://schemas.microsoft.com/office/drawing/2014/main" id="{D2EB8F0A-51A2-4DF0-AF33-F03FAF1D0B01}"/>
              </a:ext>
            </a:extLst>
          </p:cNvPr>
          <p:cNvSpPr>
            <a:spLocks noGrp="1"/>
          </p:cNvSpPr>
          <p:nvPr/>
        </p:nvSpPr>
        <p:spPr>
          <a:xfrm>
            <a:off x="3101122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4_paired_one_to_one_0p3_8899">
            <a:extLst>
              <a:ext uri="{FF2B5EF4-FFF2-40B4-BE49-F238E27FC236}">
                <a16:creationId xmlns:a16="http://schemas.microsoft.com/office/drawing/2014/main" id="{4CD082F5-56C3-4DA1-96E3-089A8BEC93B8}"/>
              </a:ext>
            </a:extLst>
          </p:cNvPr>
          <p:cNvSpPr>
            <a:spLocks noGrp="1"/>
          </p:cNvSpPr>
          <p:nvPr/>
        </p:nvSpPr>
        <p:spPr>
          <a:xfrm>
            <a:off x="5602513" y="1838808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4_paired_one_to_one_0p3_8900">
            <a:extLst>
              <a:ext uri="{FF2B5EF4-FFF2-40B4-BE49-F238E27FC236}">
                <a16:creationId xmlns:a16="http://schemas.microsoft.com/office/drawing/2014/main" id="{94612DF8-F1CB-474E-B9E6-6FBEA95B96E9}"/>
              </a:ext>
            </a:extLst>
          </p:cNvPr>
          <p:cNvSpPr>
            <a:spLocks noGrp="1"/>
          </p:cNvSpPr>
          <p:nvPr/>
        </p:nvSpPr>
        <p:spPr>
          <a:xfrm>
            <a:off x="5304523" y="286934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4_paired_one_to_one_0p3_8901">
            <a:extLst>
              <a:ext uri="{FF2B5EF4-FFF2-40B4-BE49-F238E27FC236}">
                <a16:creationId xmlns:a16="http://schemas.microsoft.com/office/drawing/2014/main" id="{55306D13-DE62-4C2D-808B-2FFAC9334E88}"/>
              </a:ext>
            </a:extLst>
          </p:cNvPr>
          <p:cNvSpPr>
            <a:spLocks noGrp="1"/>
          </p:cNvSpPr>
          <p:nvPr/>
        </p:nvSpPr>
        <p:spPr>
          <a:xfrm>
            <a:off x="2981825" y="4310219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4_paired_one_to_one_0p3_8902">
            <a:extLst>
              <a:ext uri="{FF2B5EF4-FFF2-40B4-BE49-F238E27FC236}">
                <a16:creationId xmlns:a16="http://schemas.microsoft.com/office/drawing/2014/main" id="{4E653A38-B47B-4D33-A7D3-380382514A38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4_paired_one_to_one_0p3_8903">
            <a:extLst>
              <a:ext uri="{FF2B5EF4-FFF2-40B4-BE49-F238E27FC236}">
                <a16:creationId xmlns:a16="http://schemas.microsoft.com/office/drawing/2014/main" id="{AD66A589-26A7-4CED-A022-EFFE59D89B69}"/>
              </a:ext>
            </a:extLst>
          </p:cNvPr>
          <p:cNvSpPr>
            <a:spLocks noGrp="1"/>
          </p:cNvSpPr>
          <p:nvPr/>
        </p:nvSpPr>
        <p:spPr>
          <a:xfrm>
            <a:off x="5095572" y="262209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4_paired_one_to_one_0p3_8904">
            <a:extLst>
              <a:ext uri="{FF2B5EF4-FFF2-40B4-BE49-F238E27FC236}">
                <a16:creationId xmlns:a16="http://schemas.microsoft.com/office/drawing/2014/main" id="{96EA9162-E190-45FC-AE99-C72A7561BF3C}"/>
              </a:ext>
            </a:extLst>
          </p:cNvPr>
          <p:cNvSpPr>
            <a:spLocks noGrp="1"/>
          </p:cNvSpPr>
          <p:nvPr/>
        </p:nvSpPr>
        <p:spPr>
          <a:xfrm>
            <a:off x="4955466" y="348745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4_paired_one_to_one_0p3_8905">
            <a:extLst>
              <a:ext uri="{FF2B5EF4-FFF2-40B4-BE49-F238E27FC236}">
                <a16:creationId xmlns:a16="http://schemas.microsoft.com/office/drawing/2014/main" id="{F10210F4-7B5D-476A-ADB8-1F142768D3B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4_paired_one_to_one_0p3_8906">
            <a:extLst>
              <a:ext uri="{FF2B5EF4-FFF2-40B4-BE49-F238E27FC236}">
                <a16:creationId xmlns:a16="http://schemas.microsoft.com/office/drawing/2014/main" id="{31470127-51A5-492A-9D66-48C6B021F671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4_paired_one_to_one_0p3_8907">
            <a:extLst>
              <a:ext uri="{FF2B5EF4-FFF2-40B4-BE49-F238E27FC236}">
                <a16:creationId xmlns:a16="http://schemas.microsoft.com/office/drawing/2014/main" id="{590182B7-3878-4BE2-831D-F74B3FBCB3CB}"/>
              </a:ext>
            </a:extLst>
          </p:cNvPr>
          <p:cNvSpPr>
            <a:spLocks noGrp="1"/>
          </p:cNvSpPr>
          <p:nvPr/>
        </p:nvSpPr>
        <p:spPr>
          <a:xfrm>
            <a:off x="2826404" y="443523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4_paired_one_to_one_0p3_8908">
            <a:extLst>
              <a:ext uri="{FF2B5EF4-FFF2-40B4-BE49-F238E27FC236}">
                <a16:creationId xmlns:a16="http://schemas.microsoft.com/office/drawing/2014/main" id="{B2414177-C1C2-4D8E-9333-2631995B449F}"/>
              </a:ext>
            </a:extLst>
          </p:cNvPr>
          <p:cNvSpPr>
            <a:spLocks noGrp="1"/>
          </p:cNvSpPr>
          <p:nvPr/>
        </p:nvSpPr>
        <p:spPr>
          <a:xfrm>
            <a:off x="1864893" y="553951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4_paired_one_to_one_0p3_8909">
            <a:extLst>
              <a:ext uri="{FF2B5EF4-FFF2-40B4-BE49-F238E27FC236}">
                <a16:creationId xmlns:a16="http://schemas.microsoft.com/office/drawing/2014/main" id="{9157AA31-0E3F-4E34-87A5-958EABCFB6C8}"/>
              </a:ext>
            </a:extLst>
          </p:cNvPr>
          <p:cNvSpPr>
            <a:spLocks noGrp="1"/>
          </p:cNvSpPr>
          <p:nvPr/>
        </p:nvSpPr>
        <p:spPr>
          <a:xfrm>
            <a:off x="2571309" y="5165194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4_paired_one_to_one_0p3_8910">
            <a:extLst>
              <a:ext uri="{FF2B5EF4-FFF2-40B4-BE49-F238E27FC236}">
                <a16:creationId xmlns:a16="http://schemas.microsoft.com/office/drawing/2014/main" id="{48EDE240-FE4E-4CF2-AF3A-E4C37313EBBB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4_paired_one_to_one_0p3_8911">
            <a:extLst>
              <a:ext uri="{FF2B5EF4-FFF2-40B4-BE49-F238E27FC236}">
                <a16:creationId xmlns:a16="http://schemas.microsoft.com/office/drawing/2014/main" id="{F09AB154-D7D1-4D8C-887A-971B110E6B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4_paired_one_to_one_0p3_8912">
            <a:extLst>
              <a:ext uri="{FF2B5EF4-FFF2-40B4-BE49-F238E27FC236}">
                <a16:creationId xmlns:a16="http://schemas.microsoft.com/office/drawing/2014/main" id="{7FE97567-DB6E-464D-8BF5-9636C8B558CD}"/>
              </a:ext>
            </a:extLst>
          </p:cNvPr>
          <p:cNvSpPr>
            <a:spLocks noGrp="1"/>
          </p:cNvSpPr>
          <p:nvPr/>
        </p:nvSpPr>
        <p:spPr>
          <a:xfrm>
            <a:off x="2562253" y="5344300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4_paired_one_to_one_0p3_8913">
            <a:extLst>
              <a:ext uri="{FF2B5EF4-FFF2-40B4-BE49-F238E27FC236}">
                <a16:creationId xmlns:a16="http://schemas.microsoft.com/office/drawing/2014/main" id="{63F60157-C2DC-4F7B-99BF-808747D1E18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4_paired_one_to_one_0p3_8914">
            <a:extLst>
              <a:ext uri="{FF2B5EF4-FFF2-40B4-BE49-F238E27FC236}">
                <a16:creationId xmlns:a16="http://schemas.microsoft.com/office/drawing/2014/main" id="{9AAB4F22-872B-408F-81F7-95C1DBB48A91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4_paired_one_to_one_0p3_8915">
            <a:extLst>
              <a:ext uri="{FF2B5EF4-FFF2-40B4-BE49-F238E27FC236}">
                <a16:creationId xmlns:a16="http://schemas.microsoft.com/office/drawing/2014/main" id="{EE214E77-A16C-4309-BA4D-B6DF5061378D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4_paired_one_to_one_0p3_8916">
            <a:extLst>
              <a:ext uri="{FF2B5EF4-FFF2-40B4-BE49-F238E27FC236}">
                <a16:creationId xmlns:a16="http://schemas.microsoft.com/office/drawing/2014/main" id="{A7CF33FA-00A2-412F-BAB4-98D6F0F9E77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4_paired_one_to_one_0p3_8917">
            <a:extLst>
              <a:ext uri="{FF2B5EF4-FFF2-40B4-BE49-F238E27FC236}">
                <a16:creationId xmlns:a16="http://schemas.microsoft.com/office/drawing/2014/main" id="{9C1F91F0-A430-4FF7-9951-1CD6B5E90CE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4_paired_one_to_one_0p3_8918">
            <a:extLst>
              <a:ext uri="{FF2B5EF4-FFF2-40B4-BE49-F238E27FC236}">
                <a16:creationId xmlns:a16="http://schemas.microsoft.com/office/drawing/2014/main" id="{B218C4D8-DF42-43F6-AA8C-E27E15C3D22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4_paired_one_to_one_0p3_8919">
            <a:extLst>
              <a:ext uri="{FF2B5EF4-FFF2-40B4-BE49-F238E27FC236}">
                <a16:creationId xmlns:a16="http://schemas.microsoft.com/office/drawing/2014/main" id="{9E8974C7-E12B-40E2-B0B7-38C64804DA0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4_paired_one_to_one_0p3_8920">
            <a:extLst>
              <a:ext uri="{FF2B5EF4-FFF2-40B4-BE49-F238E27FC236}">
                <a16:creationId xmlns:a16="http://schemas.microsoft.com/office/drawing/2014/main" id="{95849163-ABAF-4460-BC90-A144B2785D56}"/>
              </a:ext>
            </a:extLst>
          </p:cNvPr>
          <p:cNvSpPr>
            <a:spLocks noGrp="1"/>
          </p:cNvSpPr>
          <p:nvPr/>
        </p:nvSpPr>
        <p:spPr>
          <a:xfrm>
            <a:off x="3719236" y="2251225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4_paired_one_to_one_0p3_8921">
            <a:extLst>
              <a:ext uri="{FF2B5EF4-FFF2-40B4-BE49-F238E27FC236}">
                <a16:creationId xmlns:a16="http://schemas.microsoft.com/office/drawing/2014/main" id="{8EF92FB5-D501-4525-B7BF-BF4F05275E01}"/>
              </a:ext>
            </a:extLst>
          </p:cNvPr>
          <p:cNvSpPr>
            <a:spLocks noGrp="1"/>
          </p:cNvSpPr>
          <p:nvPr/>
        </p:nvSpPr>
        <p:spPr>
          <a:xfrm>
            <a:off x="1864893" y="6028592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4_paired_one_to_one_0p3_8922">
            <a:extLst>
              <a:ext uri="{FF2B5EF4-FFF2-40B4-BE49-F238E27FC236}">
                <a16:creationId xmlns:a16="http://schemas.microsoft.com/office/drawing/2014/main" id="{E78C343F-3880-4AC4-A6B5-C2BDA8E2855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4_paired_one_to_one_0p3_8923">
            <a:extLst>
              <a:ext uri="{FF2B5EF4-FFF2-40B4-BE49-F238E27FC236}">
                <a16:creationId xmlns:a16="http://schemas.microsoft.com/office/drawing/2014/main" id="{B185C5C3-1477-427E-9496-A0979121E2A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4_paired_one_to_one_0p3_8924">
            <a:extLst>
              <a:ext uri="{FF2B5EF4-FFF2-40B4-BE49-F238E27FC236}">
                <a16:creationId xmlns:a16="http://schemas.microsoft.com/office/drawing/2014/main" id="{17BE0255-5EB6-4BCB-8ED3-7399C6E230E0}"/>
              </a:ext>
            </a:extLst>
          </p:cNvPr>
          <p:cNvSpPr>
            <a:spLocks noGrp="1"/>
          </p:cNvSpPr>
          <p:nvPr/>
        </p:nvSpPr>
        <p:spPr>
          <a:xfrm>
            <a:off x="1864893" y="270928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4_paired_one_to_one_0p3_8925">
            <a:extLst>
              <a:ext uri="{FF2B5EF4-FFF2-40B4-BE49-F238E27FC236}">
                <a16:creationId xmlns:a16="http://schemas.microsoft.com/office/drawing/2014/main" id="{EF83FB8E-3FB2-43D9-A535-BF561CD0E01B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4_paired_one_to_one_0p3_8926">
            <a:extLst>
              <a:ext uri="{FF2B5EF4-FFF2-40B4-BE49-F238E27FC236}">
                <a16:creationId xmlns:a16="http://schemas.microsoft.com/office/drawing/2014/main" id="{24B24778-29A7-46AD-8D4E-E227B5EE504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4_paired_one_to_one_0p3_8927">
            <a:extLst>
              <a:ext uri="{FF2B5EF4-FFF2-40B4-BE49-F238E27FC236}">
                <a16:creationId xmlns:a16="http://schemas.microsoft.com/office/drawing/2014/main" id="{08B3BC3A-F8CA-4874-B120-F9773146F13F}"/>
              </a:ext>
            </a:extLst>
          </p:cNvPr>
          <p:cNvSpPr>
            <a:spLocks noGrp="1"/>
          </p:cNvSpPr>
          <p:nvPr/>
        </p:nvSpPr>
        <p:spPr>
          <a:xfrm>
            <a:off x="2907392" y="5057091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4_paired_one_to_one_0p3_8928">
            <a:extLst>
              <a:ext uri="{FF2B5EF4-FFF2-40B4-BE49-F238E27FC236}">
                <a16:creationId xmlns:a16="http://schemas.microsoft.com/office/drawing/2014/main" id="{59BFCA26-8293-4E86-A27A-C45C0EA703F2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4_paired_one_to_one_0p3_8929">
            <a:extLst>
              <a:ext uri="{FF2B5EF4-FFF2-40B4-BE49-F238E27FC236}">
                <a16:creationId xmlns:a16="http://schemas.microsoft.com/office/drawing/2014/main" id="{FF413423-980D-4BB1-B9E1-B16E9C8A83D0}"/>
              </a:ext>
            </a:extLst>
          </p:cNvPr>
          <p:cNvSpPr>
            <a:spLocks noGrp="1"/>
          </p:cNvSpPr>
          <p:nvPr/>
        </p:nvSpPr>
        <p:spPr>
          <a:xfrm>
            <a:off x="4667012" y="4105569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4_paired_one_to_one_0p3_8930">
            <a:extLst>
              <a:ext uri="{FF2B5EF4-FFF2-40B4-BE49-F238E27FC236}">
                <a16:creationId xmlns:a16="http://schemas.microsoft.com/office/drawing/2014/main" id="{C038D9AA-D384-4A1E-8B37-A911881D5E59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4_paired_one_to_one_0p3_8931">
            <a:extLst>
              <a:ext uri="{FF2B5EF4-FFF2-40B4-BE49-F238E27FC236}">
                <a16:creationId xmlns:a16="http://schemas.microsoft.com/office/drawing/2014/main" id="{3B5A3C78-B622-4CD0-804D-704346E495C3}"/>
              </a:ext>
            </a:extLst>
          </p:cNvPr>
          <p:cNvSpPr>
            <a:spLocks noGrp="1"/>
          </p:cNvSpPr>
          <p:nvPr/>
        </p:nvSpPr>
        <p:spPr>
          <a:xfrm>
            <a:off x="1864893" y="52233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4_paired_one_to_one_0p3_8932">
            <a:extLst>
              <a:ext uri="{FF2B5EF4-FFF2-40B4-BE49-F238E27FC236}">
                <a16:creationId xmlns:a16="http://schemas.microsoft.com/office/drawing/2014/main" id="{DB0AC39D-AD4E-4B5A-B4C2-7F6C1C7DD416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4_paired_one_to_one_0p3_8933">
            <a:extLst>
              <a:ext uri="{FF2B5EF4-FFF2-40B4-BE49-F238E27FC236}">
                <a16:creationId xmlns:a16="http://schemas.microsoft.com/office/drawing/2014/main" id="{A5AFEDF8-57C0-4D58-8B77-3F862CC18024}"/>
              </a:ext>
            </a:extLst>
          </p:cNvPr>
          <p:cNvSpPr>
            <a:spLocks noGrp="1"/>
          </p:cNvSpPr>
          <p:nvPr/>
        </p:nvSpPr>
        <p:spPr>
          <a:xfrm>
            <a:off x="1864893" y="300824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4_paired_one_to_one_0p3_8934">
            <a:extLst>
              <a:ext uri="{FF2B5EF4-FFF2-40B4-BE49-F238E27FC236}">
                <a16:creationId xmlns:a16="http://schemas.microsoft.com/office/drawing/2014/main" id="{B3368E0D-684A-41F5-9FAD-E3431EAC87C4}"/>
              </a:ext>
            </a:extLst>
          </p:cNvPr>
          <p:cNvSpPr>
            <a:spLocks noGrp="1"/>
          </p:cNvSpPr>
          <p:nvPr/>
        </p:nvSpPr>
        <p:spPr>
          <a:xfrm>
            <a:off x="5642488" y="3246712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4_paired_one_to_one_0p3_8935">
            <a:extLst>
              <a:ext uri="{FF2B5EF4-FFF2-40B4-BE49-F238E27FC236}">
                <a16:creationId xmlns:a16="http://schemas.microsoft.com/office/drawing/2014/main" id="{89659C56-97C6-40E2-A563-C7D7899E1AF9}"/>
              </a:ext>
            </a:extLst>
          </p:cNvPr>
          <p:cNvSpPr>
            <a:spLocks noGrp="1"/>
          </p:cNvSpPr>
          <p:nvPr/>
        </p:nvSpPr>
        <p:spPr>
          <a:xfrm>
            <a:off x="1864893" y="35518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4_paired_one_to_one_0p3_8936">
            <a:extLst>
              <a:ext uri="{FF2B5EF4-FFF2-40B4-BE49-F238E27FC236}">
                <a16:creationId xmlns:a16="http://schemas.microsoft.com/office/drawing/2014/main" id="{1C80269B-47D1-4CF5-91C4-5FEA435735B8}"/>
              </a:ext>
            </a:extLst>
          </p:cNvPr>
          <p:cNvSpPr>
            <a:spLocks noGrp="1"/>
          </p:cNvSpPr>
          <p:nvPr/>
        </p:nvSpPr>
        <p:spPr>
          <a:xfrm>
            <a:off x="5161504" y="3640511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4_paired_one_to_one_0p3_8937">
            <a:extLst>
              <a:ext uri="{FF2B5EF4-FFF2-40B4-BE49-F238E27FC236}">
                <a16:creationId xmlns:a16="http://schemas.microsoft.com/office/drawing/2014/main" id="{121E9209-C9E5-4D08-9173-0CBE3C42F019}"/>
              </a:ext>
            </a:extLst>
          </p:cNvPr>
          <p:cNvSpPr>
            <a:spLocks noGrp="1"/>
          </p:cNvSpPr>
          <p:nvPr/>
        </p:nvSpPr>
        <p:spPr>
          <a:xfrm>
            <a:off x="1864893" y="445877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4_paired_one_to_one_0p3_8938">
            <a:extLst>
              <a:ext uri="{FF2B5EF4-FFF2-40B4-BE49-F238E27FC236}">
                <a16:creationId xmlns:a16="http://schemas.microsoft.com/office/drawing/2014/main" id="{D1A1A434-9F2A-4DAE-A56F-840F732BB88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4_paired_one_to_one_0p3_8939">
            <a:extLst>
              <a:ext uri="{FF2B5EF4-FFF2-40B4-BE49-F238E27FC236}">
                <a16:creationId xmlns:a16="http://schemas.microsoft.com/office/drawing/2014/main" id="{8E8A8B96-FA62-4685-ABD3-8D8C32E1D3AE}"/>
              </a:ext>
            </a:extLst>
          </p:cNvPr>
          <p:cNvSpPr>
            <a:spLocks noGrp="1"/>
          </p:cNvSpPr>
          <p:nvPr/>
        </p:nvSpPr>
        <p:spPr>
          <a:xfrm>
            <a:off x="1960060" y="6464131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4_paired_one_to_one_0p3_8940">
            <a:extLst>
              <a:ext uri="{FF2B5EF4-FFF2-40B4-BE49-F238E27FC236}">
                <a16:creationId xmlns:a16="http://schemas.microsoft.com/office/drawing/2014/main" id="{F97BC0D4-9230-4CAF-84C8-93636AD64AD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4_paired_one_to_one_0p3_8941">
            <a:extLst>
              <a:ext uri="{FF2B5EF4-FFF2-40B4-BE49-F238E27FC236}">
                <a16:creationId xmlns:a16="http://schemas.microsoft.com/office/drawing/2014/main" id="{5DE5BF82-E369-40AD-BF47-218E9E56F5E2}"/>
              </a:ext>
            </a:extLst>
          </p:cNvPr>
          <p:cNvSpPr>
            <a:spLocks noGrp="1"/>
          </p:cNvSpPr>
          <p:nvPr/>
        </p:nvSpPr>
        <p:spPr>
          <a:xfrm>
            <a:off x="3307160" y="321960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4_paired_one_to_one_0p3_8942">
            <a:extLst>
              <a:ext uri="{FF2B5EF4-FFF2-40B4-BE49-F238E27FC236}">
                <a16:creationId xmlns:a16="http://schemas.microsoft.com/office/drawing/2014/main" id="{FBF1EE40-ECAB-4D05-A750-8994FBE6A53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4_paired_one_to_one_0p3_8943">
            <a:extLst>
              <a:ext uri="{FF2B5EF4-FFF2-40B4-BE49-F238E27FC236}">
                <a16:creationId xmlns:a16="http://schemas.microsoft.com/office/drawing/2014/main" id="{E16E3183-B042-4A8C-BE21-074E87320BB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4_paired_one_to_one_0p3_8944">
            <a:extLst>
              <a:ext uri="{FF2B5EF4-FFF2-40B4-BE49-F238E27FC236}">
                <a16:creationId xmlns:a16="http://schemas.microsoft.com/office/drawing/2014/main" id="{7340405B-18A3-4F1B-B8B3-28FEC0E3EEC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4_paired_one_to_one_0p3_8945">
            <a:extLst>
              <a:ext uri="{FF2B5EF4-FFF2-40B4-BE49-F238E27FC236}">
                <a16:creationId xmlns:a16="http://schemas.microsoft.com/office/drawing/2014/main" id="{FE36C1C9-BE79-414D-A034-EBA1A7038B7D}"/>
              </a:ext>
            </a:extLst>
          </p:cNvPr>
          <p:cNvSpPr>
            <a:spLocks noGrp="1"/>
          </p:cNvSpPr>
          <p:nvPr/>
        </p:nvSpPr>
        <p:spPr>
          <a:xfrm>
            <a:off x="3513198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4_paired_one_to_one_0p3_8946">
            <a:extLst>
              <a:ext uri="{FF2B5EF4-FFF2-40B4-BE49-F238E27FC236}">
                <a16:creationId xmlns:a16="http://schemas.microsoft.com/office/drawing/2014/main" id="{8097BF4B-D84B-455B-9CDC-C2CE4B9952B8}"/>
              </a:ext>
            </a:extLst>
          </p:cNvPr>
          <p:cNvSpPr>
            <a:spLocks noGrp="1"/>
          </p:cNvSpPr>
          <p:nvPr/>
        </p:nvSpPr>
        <p:spPr>
          <a:xfrm>
            <a:off x="1864893" y="430179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4_paired_one_to_one_0p3_8947">
            <a:extLst>
              <a:ext uri="{FF2B5EF4-FFF2-40B4-BE49-F238E27FC236}">
                <a16:creationId xmlns:a16="http://schemas.microsoft.com/office/drawing/2014/main" id="{FEFC35A9-200F-4B6E-9A24-137DC34EE18E}"/>
              </a:ext>
            </a:extLst>
          </p:cNvPr>
          <p:cNvSpPr>
            <a:spLocks noGrp="1"/>
          </p:cNvSpPr>
          <p:nvPr/>
        </p:nvSpPr>
        <p:spPr>
          <a:xfrm>
            <a:off x="1864893" y="3247777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4_paired_one_to_one_0p3_8948">
            <a:extLst>
              <a:ext uri="{FF2B5EF4-FFF2-40B4-BE49-F238E27FC236}">
                <a16:creationId xmlns:a16="http://schemas.microsoft.com/office/drawing/2014/main" id="{B5EACBB8-932C-4BAA-AC9A-CF6812895CF9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4_paired_one_to_one_0p3_8949">
            <a:extLst>
              <a:ext uri="{FF2B5EF4-FFF2-40B4-BE49-F238E27FC236}">
                <a16:creationId xmlns:a16="http://schemas.microsoft.com/office/drawing/2014/main" id="{3B673C37-AA04-4C71-BAFC-5D66F3CAB004}"/>
              </a:ext>
            </a:extLst>
          </p:cNvPr>
          <p:cNvSpPr>
            <a:spLocks noGrp="1"/>
          </p:cNvSpPr>
          <p:nvPr/>
        </p:nvSpPr>
        <p:spPr>
          <a:xfrm>
            <a:off x="3804175" y="16331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4_paired_one_to_one_0p3_8950">
            <a:extLst>
              <a:ext uri="{FF2B5EF4-FFF2-40B4-BE49-F238E27FC236}">
                <a16:creationId xmlns:a16="http://schemas.microsoft.com/office/drawing/2014/main" id="{102115B3-73F2-4018-88E1-4D0BA270AB1B}"/>
              </a:ext>
            </a:extLst>
          </p:cNvPr>
          <p:cNvSpPr>
            <a:spLocks noGrp="1"/>
          </p:cNvSpPr>
          <p:nvPr/>
        </p:nvSpPr>
        <p:spPr>
          <a:xfrm>
            <a:off x="1864893" y="3719907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4_paired_one_to_one_0p3_8951">
            <a:extLst>
              <a:ext uri="{FF2B5EF4-FFF2-40B4-BE49-F238E27FC236}">
                <a16:creationId xmlns:a16="http://schemas.microsoft.com/office/drawing/2014/main" id="{93BF8E5A-7EF8-4964-8263-1471FD1ED2C3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4_paired_one_to_one_0p3_8952">
            <a:extLst>
              <a:ext uri="{FF2B5EF4-FFF2-40B4-BE49-F238E27FC236}">
                <a16:creationId xmlns:a16="http://schemas.microsoft.com/office/drawing/2014/main" id="{1CC9A752-CB0E-4FCA-9005-52D21F545A67}"/>
              </a:ext>
            </a:extLst>
          </p:cNvPr>
          <p:cNvSpPr>
            <a:spLocks noGrp="1"/>
          </p:cNvSpPr>
          <p:nvPr/>
        </p:nvSpPr>
        <p:spPr>
          <a:xfrm>
            <a:off x="4867164" y="188035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4_paired_one_to_one_0p3_8953">
            <a:extLst>
              <a:ext uri="{FF2B5EF4-FFF2-40B4-BE49-F238E27FC236}">
                <a16:creationId xmlns:a16="http://schemas.microsoft.com/office/drawing/2014/main" id="{75DB2352-FE64-4DDB-BBBF-4B14E7608E41}"/>
              </a:ext>
            </a:extLst>
          </p:cNvPr>
          <p:cNvSpPr>
            <a:spLocks noGrp="1"/>
          </p:cNvSpPr>
          <p:nvPr/>
        </p:nvSpPr>
        <p:spPr>
          <a:xfrm>
            <a:off x="1864893" y="4929721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4_paired_one_to_one_0p3_8954">
            <a:extLst>
              <a:ext uri="{FF2B5EF4-FFF2-40B4-BE49-F238E27FC236}">
                <a16:creationId xmlns:a16="http://schemas.microsoft.com/office/drawing/2014/main" id="{0E1D5D36-44CD-4798-AB06-D120EF3A9EEE}"/>
              </a:ext>
            </a:extLst>
          </p:cNvPr>
          <p:cNvSpPr>
            <a:spLocks noGrp="1"/>
          </p:cNvSpPr>
          <p:nvPr/>
        </p:nvSpPr>
        <p:spPr>
          <a:xfrm>
            <a:off x="2448668" y="410556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4_paired_one_to_one_0p3_8955">
            <a:extLst>
              <a:ext uri="{FF2B5EF4-FFF2-40B4-BE49-F238E27FC236}">
                <a16:creationId xmlns:a16="http://schemas.microsoft.com/office/drawing/2014/main" id="{CE84CEB4-EE3E-4F2E-B4FF-B17BDE8256A7}"/>
              </a:ext>
            </a:extLst>
          </p:cNvPr>
          <p:cNvSpPr>
            <a:spLocks noGrp="1"/>
          </p:cNvSpPr>
          <p:nvPr/>
        </p:nvSpPr>
        <p:spPr>
          <a:xfrm>
            <a:off x="3389575" y="6036441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4_paired_one_to_one_0p3_8956">
            <a:extLst>
              <a:ext uri="{FF2B5EF4-FFF2-40B4-BE49-F238E27FC236}">
                <a16:creationId xmlns:a16="http://schemas.microsoft.com/office/drawing/2014/main" id="{77A91EC5-7145-4AEE-9C03-854001F43F7B}"/>
              </a:ext>
            </a:extLst>
          </p:cNvPr>
          <p:cNvSpPr>
            <a:spLocks noGrp="1"/>
          </p:cNvSpPr>
          <p:nvPr/>
        </p:nvSpPr>
        <p:spPr>
          <a:xfrm>
            <a:off x="2029723" y="3782776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4_paired_one_to_one_0p3_8957">
            <a:extLst>
              <a:ext uri="{FF2B5EF4-FFF2-40B4-BE49-F238E27FC236}">
                <a16:creationId xmlns:a16="http://schemas.microsoft.com/office/drawing/2014/main" id="{B69181E5-F732-4DE3-990D-10FA2950092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4_paired_one_to_one_0p3_8958">
            <a:extLst>
              <a:ext uri="{FF2B5EF4-FFF2-40B4-BE49-F238E27FC236}">
                <a16:creationId xmlns:a16="http://schemas.microsoft.com/office/drawing/2014/main" id="{9C4B4BF0-A81E-4DFD-B353-C655D26D1B9E}"/>
              </a:ext>
            </a:extLst>
          </p:cNvPr>
          <p:cNvSpPr>
            <a:spLocks noGrp="1"/>
          </p:cNvSpPr>
          <p:nvPr/>
        </p:nvSpPr>
        <p:spPr>
          <a:xfrm>
            <a:off x="3513198" y="492972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4_paired_one_to_one_0p3_8959">
            <a:extLst>
              <a:ext uri="{FF2B5EF4-FFF2-40B4-BE49-F238E27FC236}">
                <a16:creationId xmlns:a16="http://schemas.microsoft.com/office/drawing/2014/main" id="{1DAD6A03-228C-467D-895B-820EB935253C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4_paired_one_to_one_0p3_8960">
            <a:extLst>
              <a:ext uri="{FF2B5EF4-FFF2-40B4-BE49-F238E27FC236}">
                <a16:creationId xmlns:a16="http://schemas.microsoft.com/office/drawing/2014/main" id="{79213DF9-85D5-4E19-9E60-27B8471001BD}"/>
              </a:ext>
            </a:extLst>
          </p:cNvPr>
          <p:cNvSpPr>
            <a:spLocks noGrp="1"/>
          </p:cNvSpPr>
          <p:nvPr/>
        </p:nvSpPr>
        <p:spPr>
          <a:xfrm>
            <a:off x="1864893" y="2283327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4_paired_one_to_one_0p3_8961">
            <a:extLst>
              <a:ext uri="{FF2B5EF4-FFF2-40B4-BE49-F238E27FC236}">
                <a16:creationId xmlns:a16="http://schemas.microsoft.com/office/drawing/2014/main" id="{A19B6368-7E00-45FF-BF20-D52B90466AE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4_paired_one_to_one_0p3_8962">
            <a:extLst>
              <a:ext uri="{FF2B5EF4-FFF2-40B4-BE49-F238E27FC236}">
                <a16:creationId xmlns:a16="http://schemas.microsoft.com/office/drawing/2014/main" id="{7AB7E4D7-5E9B-4FF9-82EA-72E3FC53A700}"/>
              </a:ext>
            </a:extLst>
          </p:cNvPr>
          <p:cNvSpPr>
            <a:spLocks noGrp="1"/>
          </p:cNvSpPr>
          <p:nvPr/>
        </p:nvSpPr>
        <p:spPr>
          <a:xfrm>
            <a:off x="4337351" y="5341798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4_paired_one_to_one_0p3_8963">
            <a:extLst>
              <a:ext uri="{FF2B5EF4-FFF2-40B4-BE49-F238E27FC236}">
                <a16:creationId xmlns:a16="http://schemas.microsoft.com/office/drawing/2014/main" id="{4385E0AA-271C-42F5-AD09-DA414E40E6DE}"/>
              </a:ext>
            </a:extLst>
          </p:cNvPr>
          <p:cNvSpPr>
            <a:spLocks noGrp="1"/>
          </p:cNvSpPr>
          <p:nvPr/>
        </p:nvSpPr>
        <p:spPr>
          <a:xfrm>
            <a:off x="5396976" y="304594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4_paired_one_to_one_0p3_8964">
            <a:extLst>
              <a:ext uri="{FF2B5EF4-FFF2-40B4-BE49-F238E27FC236}">
                <a16:creationId xmlns:a16="http://schemas.microsoft.com/office/drawing/2014/main" id="{FED4252A-C1A8-46F2-B933-6CD6C62CCE0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4_paired_one_to_one_0p3_8965">
            <a:extLst>
              <a:ext uri="{FF2B5EF4-FFF2-40B4-BE49-F238E27FC236}">
                <a16:creationId xmlns:a16="http://schemas.microsoft.com/office/drawing/2014/main" id="{C5EE269B-DBBA-48A2-96E6-1B55732ADC35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4_paired_one_to_one_0p3_8966">
            <a:extLst>
              <a:ext uri="{FF2B5EF4-FFF2-40B4-BE49-F238E27FC236}">
                <a16:creationId xmlns:a16="http://schemas.microsoft.com/office/drawing/2014/main" id="{7D85A001-AE1F-496D-8B03-CCA733539C1C}"/>
              </a:ext>
            </a:extLst>
          </p:cNvPr>
          <p:cNvSpPr>
            <a:spLocks noGrp="1"/>
          </p:cNvSpPr>
          <p:nvPr/>
        </p:nvSpPr>
        <p:spPr>
          <a:xfrm>
            <a:off x="2600844" y="508121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4_paired_one_to_one_0p3_8967">
            <a:extLst>
              <a:ext uri="{FF2B5EF4-FFF2-40B4-BE49-F238E27FC236}">
                <a16:creationId xmlns:a16="http://schemas.microsoft.com/office/drawing/2014/main" id="{70508F14-EFFA-4087-A7B5-F937209864C1}"/>
              </a:ext>
            </a:extLst>
          </p:cNvPr>
          <p:cNvSpPr>
            <a:spLocks noGrp="1"/>
          </p:cNvSpPr>
          <p:nvPr/>
        </p:nvSpPr>
        <p:spPr>
          <a:xfrm>
            <a:off x="2689045" y="383085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4_paired_one_to_one_0p3_8968">
            <a:extLst>
              <a:ext uri="{FF2B5EF4-FFF2-40B4-BE49-F238E27FC236}">
                <a16:creationId xmlns:a16="http://schemas.microsoft.com/office/drawing/2014/main" id="{A5F999E9-3D70-4975-941F-7FA3A70FE9F4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4_paired_one_to_one_0p3_8969">
            <a:extLst>
              <a:ext uri="{FF2B5EF4-FFF2-40B4-BE49-F238E27FC236}">
                <a16:creationId xmlns:a16="http://schemas.microsoft.com/office/drawing/2014/main" id="{11881FED-9668-4DD0-BC80-750C21E996E0}"/>
              </a:ext>
            </a:extLst>
          </p:cNvPr>
          <p:cNvSpPr>
            <a:spLocks noGrp="1"/>
          </p:cNvSpPr>
          <p:nvPr/>
        </p:nvSpPr>
        <p:spPr>
          <a:xfrm>
            <a:off x="1864893" y="450415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4_paired_one_to_one_0p3_8970">
            <a:extLst>
              <a:ext uri="{FF2B5EF4-FFF2-40B4-BE49-F238E27FC236}">
                <a16:creationId xmlns:a16="http://schemas.microsoft.com/office/drawing/2014/main" id="{59A4C9EC-D34D-4555-B1AC-CD013C4E0E1B}"/>
              </a:ext>
            </a:extLst>
          </p:cNvPr>
          <p:cNvSpPr>
            <a:spLocks noGrp="1"/>
          </p:cNvSpPr>
          <p:nvPr/>
        </p:nvSpPr>
        <p:spPr>
          <a:xfrm>
            <a:off x="4882892" y="188371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4_paired_one_to_one_0p3_8971">
            <a:extLst>
              <a:ext uri="{FF2B5EF4-FFF2-40B4-BE49-F238E27FC236}">
                <a16:creationId xmlns:a16="http://schemas.microsoft.com/office/drawing/2014/main" id="{0A7D652E-3962-4531-9399-C90628720578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4_paired_one_to_one_0p3_8972">
            <a:extLst>
              <a:ext uri="{FF2B5EF4-FFF2-40B4-BE49-F238E27FC236}">
                <a16:creationId xmlns:a16="http://schemas.microsoft.com/office/drawing/2014/main" id="{875EA9CD-D936-48BB-88E8-54DEC9EBE93E}"/>
              </a:ext>
            </a:extLst>
          </p:cNvPr>
          <p:cNvSpPr>
            <a:spLocks noGrp="1"/>
          </p:cNvSpPr>
          <p:nvPr/>
        </p:nvSpPr>
        <p:spPr>
          <a:xfrm>
            <a:off x="1867879" y="4929721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4_paired_one_to_one_0p3_8973">
            <a:extLst>
              <a:ext uri="{FF2B5EF4-FFF2-40B4-BE49-F238E27FC236}">
                <a16:creationId xmlns:a16="http://schemas.microsoft.com/office/drawing/2014/main" id="{17A7B737-3508-4F1C-99FC-D5FB21ADCDD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4_paired_one_to_one_0p3_8974">
            <a:extLst>
              <a:ext uri="{FF2B5EF4-FFF2-40B4-BE49-F238E27FC236}">
                <a16:creationId xmlns:a16="http://schemas.microsoft.com/office/drawing/2014/main" id="{A425FE5F-5E77-48D5-803D-E78D2D1F822E}"/>
              </a:ext>
            </a:extLst>
          </p:cNvPr>
          <p:cNvSpPr>
            <a:spLocks noGrp="1"/>
          </p:cNvSpPr>
          <p:nvPr/>
        </p:nvSpPr>
        <p:spPr>
          <a:xfrm>
            <a:off x="2508517" y="204518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4_paired_one_to_one_0p3_8975">
            <a:extLst>
              <a:ext uri="{FF2B5EF4-FFF2-40B4-BE49-F238E27FC236}">
                <a16:creationId xmlns:a16="http://schemas.microsoft.com/office/drawing/2014/main" id="{FA78E5B3-D430-40BC-A1B9-383DE5E571F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4_paired_one_to_one_0p3_8976">
            <a:extLst>
              <a:ext uri="{FF2B5EF4-FFF2-40B4-BE49-F238E27FC236}">
                <a16:creationId xmlns:a16="http://schemas.microsoft.com/office/drawing/2014/main" id="{F3D98973-79D8-4668-A3EF-FD18426F420F}"/>
              </a:ext>
            </a:extLst>
          </p:cNvPr>
          <p:cNvSpPr>
            <a:spLocks noGrp="1"/>
          </p:cNvSpPr>
          <p:nvPr/>
        </p:nvSpPr>
        <p:spPr>
          <a:xfrm>
            <a:off x="2689045" y="5204439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4_paired_one_to_one_0p3_8977">
            <a:extLst>
              <a:ext uri="{FF2B5EF4-FFF2-40B4-BE49-F238E27FC236}">
                <a16:creationId xmlns:a16="http://schemas.microsoft.com/office/drawing/2014/main" id="{16C9BF91-409A-49F6-905D-53993590159D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4_paired_one_to_one_0p3_8978">
            <a:extLst>
              <a:ext uri="{FF2B5EF4-FFF2-40B4-BE49-F238E27FC236}">
                <a16:creationId xmlns:a16="http://schemas.microsoft.com/office/drawing/2014/main" id="{8EDB30C9-5F14-45BE-A8E2-3D44F4F1A87C}"/>
              </a:ext>
            </a:extLst>
          </p:cNvPr>
          <p:cNvSpPr>
            <a:spLocks noGrp="1"/>
          </p:cNvSpPr>
          <p:nvPr/>
        </p:nvSpPr>
        <p:spPr>
          <a:xfrm>
            <a:off x="5573580" y="4105569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4_paired_one_to_one_0p3_8979">
            <a:extLst>
              <a:ext uri="{FF2B5EF4-FFF2-40B4-BE49-F238E27FC236}">
                <a16:creationId xmlns:a16="http://schemas.microsoft.com/office/drawing/2014/main" id="{B347B8FC-4FE0-4DD3-818C-C6CBB92D4731}"/>
              </a:ext>
            </a:extLst>
          </p:cNvPr>
          <p:cNvSpPr>
            <a:spLocks noGrp="1"/>
          </p:cNvSpPr>
          <p:nvPr/>
        </p:nvSpPr>
        <p:spPr>
          <a:xfrm>
            <a:off x="1864893" y="587161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4_paired_one_to_one_0p3_8980">
            <a:extLst>
              <a:ext uri="{FF2B5EF4-FFF2-40B4-BE49-F238E27FC236}">
                <a16:creationId xmlns:a16="http://schemas.microsoft.com/office/drawing/2014/main" id="{8B01226E-F447-41A0-850F-BA6B1FE33E7F}"/>
              </a:ext>
            </a:extLst>
          </p:cNvPr>
          <p:cNvSpPr>
            <a:spLocks noGrp="1"/>
          </p:cNvSpPr>
          <p:nvPr/>
        </p:nvSpPr>
        <p:spPr>
          <a:xfrm>
            <a:off x="4053232" y="421158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4_paired_one_to_one_0p3_8981">
            <a:extLst>
              <a:ext uri="{FF2B5EF4-FFF2-40B4-BE49-F238E27FC236}">
                <a16:creationId xmlns:a16="http://schemas.microsoft.com/office/drawing/2014/main" id="{4A46D046-9FE2-48EF-90D4-B3809805349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4_paired_one_to_one_0p3_8982">
            <a:extLst>
              <a:ext uri="{FF2B5EF4-FFF2-40B4-BE49-F238E27FC236}">
                <a16:creationId xmlns:a16="http://schemas.microsoft.com/office/drawing/2014/main" id="{49B99B08-657F-4B14-A3C6-8145CE781463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4_paired_one_to_one_0p3_8983">
            <a:extLst>
              <a:ext uri="{FF2B5EF4-FFF2-40B4-BE49-F238E27FC236}">
                <a16:creationId xmlns:a16="http://schemas.microsoft.com/office/drawing/2014/main" id="{102D7267-B59B-4364-B160-622DCFDC5CD2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4_paired_one_to_one_0p3_8984">
            <a:extLst>
              <a:ext uri="{FF2B5EF4-FFF2-40B4-BE49-F238E27FC236}">
                <a16:creationId xmlns:a16="http://schemas.microsoft.com/office/drawing/2014/main" id="{2D29B182-8D69-4DFC-A878-8B1132BE99CB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4_paired_one_to_one_0p3_8985">
            <a:extLst>
              <a:ext uri="{FF2B5EF4-FFF2-40B4-BE49-F238E27FC236}">
                <a16:creationId xmlns:a16="http://schemas.microsoft.com/office/drawing/2014/main" id="{C45F7A8D-0C26-421C-AFFD-591F0B7675CE}"/>
              </a:ext>
            </a:extLst>
          </p:cNvPr>
          <p:cNvSpPr>
            <a:spLocks noGrp="1"/>
          </p:cNvSpPr>
          <p:nvPr/>
        </p:nvSpPr>
        <p:spPr>
          <a:xfrm>
            <a:off x="5765879" y="2831611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4_paired_one_to_one_0p3_8986">
            <a:extLst>
              <a:ext uri="{FF2B5EF4-FFF2-40B4-BE49-F238E27FC236}">
                <a16:creationId xmlns:a16="http://schemas.microsoft.com/office/drawing/2014/main" id="{80319655-6EEB-4AC7-834E-02953DF81D84}"/>
              </a:ext>
            </a:extLst>
          </p:cNvPr>
          <p:cNvSpPr>
            <a:spLocks noGrp="1"/>
          </p:cNvSpPr>
          <p:nvPr/>
        </p:nvSpPr>
        <p:spPr>
          <a:xfrm>
            <a:off x="6809809" y="321960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4_paired_one_to_one_0p3_8987">
            <a:extLst>
              <a:ext uri="{FF2B5EF4-FFF2-40B4-BE49-F238E27FC236}">
                <a16:creationId xmlns:a16="http://schemas.microsoft.com/office/drawing/2014/main" id="{2D290CD0-9A07-4CBB-8F96-01CE1B56C312}"/>
              </a:ext>
            </a:extLst>
          </p:cNvPr>
          <p:cNvSpPr>
            <a:spLocks noGrp="1"/>
          </p:cNvSpPr>
          <p:nvPr/>
        </p:nvSpPr>
        <p:spPr>
          <a:xfrm>
            <a:off x="4231772" y="4105569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4_paired_one_to_one_0p3_8988">
            <a:extLst>
              <a:ext uri="{FF2B5EF4-FFF2-40B4-BE49-F238E27FC236}">
                <a16:creationId xmlns:a16="http://schemas.microsoft.com/office/drawing/2014/main" id="{19AA33F5-576E-4F37-9701-94F769E814E3}"/>
              </a:ext>
            </a:extLst>
          </p:cNvPr>
          <p:cNvSpPr>
            <a:spLocks noGrp="1"/>
          </p:cNvSpPr>
          <p:nvPr/>
        </p:nvSpPr>
        <p:spPr>
          <a:xfrm>
            <a:off x="3595614" y="510035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4_paired_one_to_one_0p3_8989">
            <a:extLst>
              <a:ext uri="{FF2B5EF4-FFF2-40B4-BE49-F238E27FC236}">
                <a16:creationId xmlns:a16="http://schemas.microsoft.com/office/drawing/2014/main" id="{FA603A65-1313-4F7A-9113-FEC8EE46DB5C}"/>
              </a:ext>
            </a:extLst>
          </p:cNvPr>
          <p:cNvSpPr>
            <a:spLocks noGrp="1"/>
          </p:cNvSpPr>
          <p:nvPr/>
        </p:nvSpPr>
        <p:spPr>
          <a:xfrm>
            <a:off x="1864893" y="3116585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4_paired_one_to_one_0p3_8990">
            <a:extLst>
              <a:ext uri="{FF2B5EF4-FFF2-40B4-BE49-F238E27FC236}">
                <a16:creationId xmlns:a16="http://schemas.microsoft.com/office/drawing/2014/main" id="{41634815-2223-4AEF-9020-BC2FE120E74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4_paired_one_to_one_0p3_8991">
            <a:extLst>
              <a:ext uri="{FF2B5EF4-FFF2-40B4-BE49-F238E27FC236}">
                <a16:creationId xmlns:a16="http://schemas.microsoft.com/office/drawing/2014/main" id="{9AA3D0EF-3255-4A37-ABF6-999040AC085F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4_paired_one_to_one_0p3_8992">
            <a:extLst>
              <a:ext uri="{FF2B5EF4-FFF2-40B4-BE49-F238E27FC236}">
                <a16:creationId xmlns:a16="http://schemas.microsoft.com/office/drawing/2014/main" id="{D03CDDF8-E6E6-46CF-9EBA-B8E7AFF7640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4_paired_one_to_one_0p3_8993">
            <a:extLst>
              <a:ext uri="{FF2B5EF4-FFF2-40B4-BE49-F238E27FC236}">
                <a16:creationId xmlns:a16="http://schemas.microsoft.com/office/drawing/2014/main" id="{D6583006-46C6-4B87-AE6A-2B00A890EBFE}"/>
              </a:ext>
            </a:extLst>
          </p:cNvPr>
          <p:cNvSpPr>
            <a:spLocks noGrp="1"/>
          </p:cNvSpPr>
          <p:nvPr/>
        </p:nvSpPr>
        <p:spPr>
          <a:xfrm>
            <a:off x="1864893" y="312556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4_paired_one_to_one_0p3_8994">
            <a:extLst>
              <a:ext uri="{FF2B5EF4-FFF2-40B4-BE49-F238E27FC236}">
                <a16:creationId xmlns:a16="http://schemas.microsoft.com/office/drawing/2014/main" id="{C0F13994-99B2-4202-A713-6926EEB94A57}"/>
              </a:ext>
            </a:extLst>
          </p:cNvPr>
          <p:cNvSpPr>
            <a:spLocks noGrp="1"/>
          </p:cNvSpPr>
          <p:nvPr/>
        </p:nvSpPr>
        <p:spPr>
          <a:xfrm>
            <a:off x="3667727" y="2457263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4_paired_one_to_one_0p3_8995">
            <a:extLst>
              <a:ext uri="{FF2B5EF4-FFF2-40B4-BE49-F238E27FC236}">
                <a16:creationId xmlns:a16="http://schemas.microsoft.com/office/drawing/2014/main" id="{A4708552-6CEE-4300-97B3-248C6AC3DCCD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4_paired_one_to_one_0p3_8996">
            <a:extLst>
              <a:ext uri="{FF2B5EF4-FFF2-40B4-BE49-F238E27FC236}">
                <a16:creationId xmlns:a16="http://schemas.microsoft.com/office/drawing/2014/main" id="{E3C6AB48-1FBD-48BE-A095-66F95B9423A2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4_paired_one_to_one_0p3_8997">
            <a:extLst>
              <a:ext uri="{FF2B5EF4-FFF2-40B4-BE49-F238E27FC236}">
                <a16:creationId xmlns:a16="http://schemas.microsoft.com/office/drawing/2014/main" id="{BE6FB6BE-A763-4B18-A17C-FE69F1821054}"/>
              </a:ext>
            </a:extLst>
          </p:cNvPr>
          <p:cNvSpPr>
            <a:spLocks noGrp="1"/>
          </p:cNvSpPr>
          <p:nvPr/>
        </p:nvSpPr>
        <p:spPr>
          <a:xfrm>
            <a:off x="2064818" y="4624254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4_paired_one_to_one_0p3_8998">
            <a:extLst>
              <a:ext uri="{FF2B5EF4-FFF2-40B4-BE49-F238E27FC236}">
                <a16:creationId xmlns:a16="http://schemas.microsoft.com/office/drawing/2014/main" id="{8613D652-FABB-45DB-AF39-961038509CE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4_paired_one_to_one_0p3_8999">
            <a:extLst>
              <a:ext uri="{FF2B5EF4-FFF2-40B4-BE49-F238E27FC236}">
                <a16:creationId xmlns:a16="http://schemas.microsoft.com/office/drawing/2014/main" id="{BD940915-3FAE-4383-9E6F-88846AA96117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4_paired_one_to_one_0p3_9000">
            <a:extLst>
              <a:ext uri="{FF2B5EF4-FFF2-40B4-BE49-F238E27FC236}">
                <a16:creationId xmlns:a16="http://schemas.microsoft.com/office/drawing/2014/main" id="{C580DBE0-8030-41A3-9660-256D16EFC85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4_paired_one_to_one_0p3_9001">
            <a:extLst>
              <a:ext uri="{FF2B5EF4-FFF2-40B4-BE49-F238E27FC236}">
                <a16:creationId xmlns:a16="http://schemas.microsoft.com/office/drawing/2014/main" id="{C8B984D8-1009-48AA-9225-37FA3DAAF91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4_paired_one_to_one_0p3_9002">
            <a:extLst>
              <a:ext uri="{FF2B5EF4-FFF2-40B4-BE49-F238E27FC236}">
                <a16:creationId xmlns:a16="http://schemas.microsoft.com/office/drawing/2014/main" id="{F63DC961-15F0-47DA-9EE7-553ACC3ADBBA}"/>
              </a:ext>
            </a:extLst>
          </p:cNvPr>
          <p:cNvSpPr>
            <a:spLocks noGrp="1"/>
          </p:cNvSpPr>
          <p:nvPr/>
        </p:nvSpPr>
        <p:spPr>
          <a:xfrm>
            <a:off x="1864893" y="3824761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4_paired_one_to_one_0p3_9003">
            <a:extLst>
              <a:ext uri="{FF2B5EF4-FFF2-40B4-BE49-F238E27FC236}">
                <a16:creationId xmlns:a16="http://schemas.microsoft.com/office/drawing/2014/main" id="{8A07D2A8-0662-4153-8B40-CA40F80BF23E}"/>
              </a:ext>
            </a:extLst>
          </p:cNvPr>
          <p:cNvSpPr>
            <a:spLocks noGrp="1"/>
          </p:cNvSpPr>
          <p:nvPr/>
        </p:nvSpPr>
        <p:spPr>
          <a:xfrm>
            <a:off x="1864893" y="1888205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4_paired_one_to_one_0p3_9004">
            <a:extLst>
              <a:ext uri="{FF2B5EF4-FFF2-40B4-BE49-F238E27FC236}">
                <a16:creationId xmlns:a16="http://schemas.microsoft.com/office/drawing/2014/main" id="{EEFBE65F-9562-4959-ADAC-3B74EE803D43}"/>
              </a:ext>
            </a:extLst>
          </p:cNvPr>
          <p:cNvSpPr>
            <a:spLocks noGrp="1"/>
          </p:cNvSpPr>
          <p:nvPr/>
        </p:nvSpPr>
        <p:spPr>
          <a:xfrm>
            <a:off x="3485303" y="5573591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4_paired_one_to_one_0p3_9005">
            <a:extLst>
              <a:ext uri="{FF2B5EF4-FFF2-40B4-BE49-F238E27FC236}">
                <a16:creationId xmlns:a16="http://schemas.microsoft.com/office/drawing/2014/main" id="{8CCDDCBC-682D-4794-B234-2D16183ED43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4_paired_one_to_one_0p3_9006">
            <a:extLst>
              <a:ext uri="{FF2B5EF4-FFF2-40B4-BE49-F238E27FC236}">
                <a16:creationId xmlns:a16="http://schemas.microsoft.com/office/drawing/2014/main" id="{8E42D482-FE78-4A00-B7F5-B6760803FB83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4_paired_one_to_one_0p3_9007">
            <a:extLst>
              <a:ext uri="{FF2B5EF4-FFF2-40B4-BE49-F238E27FC236}">
                <a16:creationId xmlns:a16="http://schemas.microsoft.com/office/drawing/2014/main" id="{B381D43B-284B-44B2-957B-3F9D9143FCCC}"/>
              </a:ext>
            </a:extLst>
          </p:cNvPr>
          <p:cNvSpPr>
            <a:spLocks noGrp="1"/>
          </p:cNvSpPr>
          <p:nvPr/>
        </p:nvSpPr>
        <p:spPr>
          <a:xfrm>
            <a:off x="1864893" y="4339079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4_paired_one_to_one_0p3_9008">
            <a:extLst>
              <a:ext uri="{FF2B5EF4-FFF2-40B4-BE49-F238E27FC236}">
                <a16:creationId xmlns:a16="http://schemas.microsoft.com/office/drawing/2014/main" id="{C1BCA116-1286-41F3-AA7B-482FA5EE0C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4_paired_one_to_one_0p3_9009">
            <a:extLst>
              <a:ext uri="{FF2B5EF4-FFF2-40B4-BE49-F238E27FC236}">
                <a16:creationId xmlns:a16="http://schemas.microsoft.com/office/drawing/2014/main" id="{23CD19FF-611B-4C4C-8DA1-E5B0CD51DA4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4_paired_one_to_one_0p3_9010">
            <a:extLst>
              <a:ext uri="{FF2B5EF4-FFF2-40B4-BE49-F238E27FC236}">
                <a16:creationId xmlns:a16="http://schemas.microsoft.com/office/drawing/2014/main" id="{8BF2A41C-C880-4F63-AB3C-8609A3D2C7BD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4_paired_one_to_one_0p3_9011">
            <a:extLst>
              <a:ext uri="{FF2B5EF4-FFF2-40B4-BE49-F238E27FC236}">
                <a16:creationId xmlns:a16="http://schemas.microsoft.com/office/drawing/2014/main" id="{6C63A458-4911-442A-9CF2-1DE81653D995}"/>
              </a:ext>
            </a:extLst>
          </p:cNvPr>
          <p:cNvSpPr>
            <a:spLocks noGrp="1"/>
          </p:cNvSpPr>
          <p:nvPr/>
        </p:nvSpPr>
        <p:spPr>
          <a:xfrm>
            <a:off x="1864893" y="6548593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4_paired_one_to_one_0p3_9012">
            <a:extLst>
              <a:ext uri="{FF2B5EF4-FFF2-40B4-BE49-F238E27FC236}">
                <a16:creationId xmlns:a16="http://schemas.microsoft.com/office/drawing/2014/main" id="{584976DF-B260-4AE1-9BD2-8B1BA6929BD8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4_paired_one_to_one_0p3_9013">
            <a:extLst>
              <a:ext uri="{FF2B5EF4-FFF2-40B4-BE49-F238E27FC236}">
                <a16:creationId xmlns:a16="http://schemas.microsoft.com/office/drawing/2014/main" id="{E41C0E50-7D7D-4354-87EC-304243CAAAA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4_paired_one_to_one_0p3_9014">
            <a:extLst>
              <a:ext uri="{FF2B5EF4-FFF2-40B4-BE49-F238E27FC236}">
                <a16:creationId xmlns:a16="http://schemas.microsoft.com/office/drawing/2014/main" id="{DEB5599D-95EE-4BAA-ABF1-508C0A999341}"/>
              </a:ext>
            </a:extLst>
          </p:cNvPr>
          <p:cNvSpPr>
            <a:spLocks noGrp="1"/>
          </p:cNvSpPr>
          <p:nvPr/>
        </p:nvSpPr>
        <p:spPr>
          <a:xfrm>
            <a:off x="4278483" y="410556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4_paired_one_to_one_0p3_9015">
            <a:extLst>
              <a:ext uri="{FF2B5EF4-FFF2-40B4-BE49-F238E27FC236}">
                <a16:creationId xmlns:a16="http://schemas.microsoft.com/office/drawing/2014/main" id="{1F178579-0039-4395-B3DA-A96E7AA29E27}"/>
              </a:ext>
            </a:extLst>
          </p:cNvPr>
          <p:cNvSpPr>
            <a:spLocks noGrp="1"/>
          </p:cNvSpPr>
          <p:nvPr/>
        </p:nvSpPr>
        <p:spPr>
          <a:xfrm>
            <a:off x="5573580" y="4523577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4_paired_one_to_one_0p3_9016">
            <a:extLst>
              <a:ext uri="{FF2B5EF4-FFF2-40B4-BE49-F238E27FC236}">
                <a16:creationId xmlns:a16="http://schemas.microsoft.com/office/drawing/2014/main" id="{B21B62B9-33C4-4827-906E-E41202416674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4_paired_one_to_one_0p3_9017">
            <a:extLst>
              <a:ext uri="{FF2B5EF4-FFF2-40B4-BE49-F238E27FC236}">
                <a16:creationId xmlns:a16="http://schemas.microsoft.com/office/drawing/2014/main" id="{3E464CF5-DD0B-4118-882F-6C9E7C3F888B}"/>
              </a:ext>
            </a:extLst>
          </p:cNvPr>
          <p:cNvSpPr>
            <a:spLocks noGrp="1"/>
          </p:cNvSpPr>
          <p:nvPr/>
        </p:nvSpPr>
        <p:spPr>
          <a:xfrm>
            <a:off x="4337351" y="433907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4_paired_one_to_one_0p3_9018">
            <a:extLst>
              <a:ext uri="{FF2B5EF4-FFF2-40B4-BE49-F238E27FC236}">
                <a16:creationId xmlns:a16="http://schemas.microsoft.com/office/drawing/2014/main" id="{73353A81-0A39-44D9-9D44-C0423BC8671E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4_paired_one_to_one_0p3_9019">
            <a:extLst>
              <a:ext uri="{FF2B5EF4-FFF2-40B4-BE49-F238E27FC236}">
                <a16:creationId xmlns:a16="http://schemas.microsoft.com/office/drawing/2014/main" id="{03E332DA-9BB8-4B10-9048-277335C25B54}"/>
              </a:ext>
            </a:extLst>
          </p:cNvPr>
          <p:cNvSpPr>
            <a:spLocks noGrp="1"/>
          </p:cNvSpPr>
          <p:nvPr/>
        </p:nvSpPr>
        <p:spPr>
          <a:xfrm>
            <a:off x="1942157" y="6578027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4_paired_one_to_one_0p3_9020">
            <a:extLst>
              <a:ext uri="{FF2B5EF4-FFF2-40B4-BE49-F238E27FC236}">
                <a16:creationId xmlns:a16="http://schemas.microsoft.com/office/drawing/2014/main" id="{444020A9-5E4E-4E2A-829A-2D43E23D49E3}"/>
              </a:ext>
            </a:extLst>
          </p:cNvPr>
          <p:cNvSpPr>
            <a:spLocks noGrp="1"/>
          </p:cNvSpPr>
          <p:nvPr/>
        </p:nvSpPr>
        <p:spPr>
          <a:xfrm>
            <a:off x="1864893" y="451764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4_paired_one_to_one_0p3_9021">
            <a:extLst>
              <a:ext uri="{FF2B5EF4-FFF2-40B4-BE49-F238E27FC236}">
                <a16:creationId xmlns:a16="http://schemas.microsoft.com/office/drawing/2014/main" id="{608FEC02-D105-475D-B753-3320388E5ECA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4_paired_one_to_one_0p3_9022">
            <a:extLst>
              <a:ext uri="{FF2B5EF4-FFF2-40B4-BE49-F238E27FC236}">
                <a16:creationId xmlns:a16="http://schemas.microsoft.com/office/drawing/2014/main" id="{097A1E7F-6A67-4A92-A52E-461788C361DB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4_paired_one_to_one_0p3_9023">
            <a:extLst>
              <a:ext uri="{FF2B5EF4-FFF2-40B4-BE49-F238E27FC236}">
                <a16:creationId xmlns:a16="http://schemas.microsoft.com/office/drawing/2014/main" id="{679E7F33-2273-429C-A368-878EDF5638D6}"/>
              </a:ext>
            </a:extLst>
          </p:cNvPr>
          <p:cNvSpPr>
            <a:spLocks noGrp="1"/>
          </p:cNvSpPr>
          <p:nvPr/>
        </p:nvSpPr>
        <p:spPr>
          <a:xfrm>
            <a:off x="1864893" y="5018896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4_paired_one_to_one_0p3_9024">
            <a:extLst>
              <a:ext uri="{FF2B5EF4-FFF2-40B4-BE49-F238E27FC236}">
                <a16:creationId xmlns:a16="http://schemas.microsoft.com/office/drawing/2014/main" id="{68BE0E7F-D60D-4FB3-A30F-48874292CF3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4_paired_one_to_one_0p3_9025">
            <a:extLst>
              <a:ext uri="{FF2B5EF4-FFF2-40B4-BE49-F238E27FC236}">
                <a16:creationId xmlns:a16="http://schemas.microsoft.com/office/drawing/2014/main" id="{DF078732-71A2-4EE7-955C-9FF637ACA076}"/>
              </a:ext>
            </a:extLst>
          </p:cNvPr>
          <p:cNvSpPr>
            <a:spLocks noGrp="1"/>
          </p:cNvSpPr>
          <p:nvPr/>
        </p:nvSpPr>
        <p:spPr>
          <a:xfrm>
            <a:off x="2919220" y="5040233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4_paired_one_to_one_0p3_9026">
            <a:extLst>
              <a:ext uri="{FF2B5EF4-FFF2-40B4-BE49-F238E27FC236}">
                <a16:creationId xmlns:a16="http://schemas.microsoft.com/office/drawing/2014/main" id="{47726CB2-2617-44E8-9E7C-875A7C5E1A32}"/>
              </a:ext>
            </a:extLst>
          </p:cNvPr>
          <p:cNvSpPr>
            <a:spLocks noGrp="1"/>
          </p:cNvSpPr>
          <p:nvPr/>
        </p:nvSpPr>
        <p:spPr>
          <a:xfrm>
            <a:off x="1864893" y="6231883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4_paired_one_to_one_0p3_9027">
            <a:extLst>
              <a:ext uri="{FF2B5EF4-FFF2-40B4-BE49-F238E27FC236}">
                <a16:creationId xmlns:a16="http://schemas.microsoft.com/office/drawing/2014/main" id="{38179773-81FA-4E55-8A5A-01C95F0A8900}"/>
              </a:ext>
            </a:extLst>
          </p:cNvPr>
          <p:cNvSpPr>
            <a:spLocks noGrp="1"/>
          </p:cNvSpPr>
          <p:nvPr/>
        </p:nvSpPr>
        <p:spPr>
          <a:xfrm>
            <a:off x="4670428" y="3306319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4_paired_one_to_one_0p3_9028">
            <a:extLst>
              <a:ext uri="{FF2B5EF4-FFF2-40B4-BE49-F238E27FC236}">
                <a16:creationId xmlns:a16="http://schemas.microsoft.com/office/drawing/2014/main" id="{65A1E1F5-8559-4FEA-92CC-52BBECA59D7A}"/>
              </a:ext>
            </a:extLst>
          </p:cNvPr>
          <p:cNvSpPr>
            <a:spLocks noGrp="1"/>
          </p:cNvSpPr>
          <p:nvPr/>
        </p:nvSpPr>
        <p:spPr>
          <a:xfrm>
            <a:off x="2029723" y="6578027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4_paired_one_to_one_0p3_9029">
            <a:extLst>
              <a:ext uri="{FF2B5EF4-FFF2-40B4-BE49-F238E27FC236}">
                <a16:creationId xmlns:a16="http://schemas.microsoft.com/office/drawing/2014/main" id="{18E1F532-9880-4F03-8B75-530B9B42A363}"/>
              </a:ext>
            </a:extLst>
          </p:cNvPr>
          <p:cNvSpPr>
            <a:spLocks noGrp="1"/>
          </p:cNvSpPr>
          <p:nvPr/>
        </p:nvSpPr>
        <p:spPr>
          <a:xfrm>
            <a:off x="4320969" y="163311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4_paired_one_to_one_0p3_9030">
            <a:extLst>
              <a:ext uri="{FF2B5EF4-FFF2-40B4-BE49-F238E27FC236}">
                <a16:creationId xmlns:a16="http://schemas.microsoft.com/office/drawing/2014/main" id="{B8647F6A-95CC-4260-94C4-450487E55B20}"/>
              </a:ext>
            </a:extLst>
          </p:cNvPr>
          <p:cNvSpPr>
            <a:spLocks noGrp="1"/>
          </p:cNvSpPr>
          <p:nvPr/>
        </p:nvSpPr>
        <p:spPr>
          <a:xfrm>
            <a:off x="2985068" y="1633110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4_paired_one_to_one_0p3_9031">
            <a:extLst>
              <a:ext uri="{FF2B5EF4-FFF2-40B4-BE49-F238E27FC236}">
                <a16:creationId xmlns:a16="http://schemas.microsoft.com/office/drawing/2014/main" id="{982465B1-950A-454A-8849-ADA26A31D6C2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4_paired_one_to_one_0p3_9032">
            <a:extLst>
              <a:ext uri="{FF2B5EF4-FFF2-40B4-BE49-F238E27FC236}">
                <a16:creationId xmlns:a16="http://schemas.microsoft.com/office/drawing/2014/main" id="{CD7BEB5D-4CC2-43DD-82C2-1B88EA5DA24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4_paired_one_to_one_0p3_9033">
            <a:extLst>
              <a:ext uri="{FF2B5EF4-FFF2-40B4-BE49-F238E27FC236}">
                <a16:creationId xmlns:a16="http://schemas.microsoft.com/office/drawing/2014/main" id="{4B4BED6C-176E-4E39-8542-98669ECE1F21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4_paired_one_to_one_0p3_9034">
            <a:extLst>
              <a:ext uri="{FF2B5EF4-FFF2-40B4-BE49-F238E27FC236}">
                <a16:creationId xmlns:a16="http://schemas.microsoft.com/office/drawing/2014/main" id="{2DA8FED0-6CFF-4B3A-8E54-9468E48242F7}"/>
              </a:ext>
            </a:extLst>
          </p:cNvPr>
          <p:cNvSpPr>
            <a:spLocks noGrp="1"/>
          </p:cNvSpPr>
          <p:nvPr/>
        </p:nvSpPr>
        <p:spPr>
          <a:xfrm>
            <a:off x="3992839" y="313866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4_paired_one_to_one_0p3_9035">
            <a:extLst>
              <a:ext uri="{FF2B5EF4-FFF2-40B4-BE49-F238E27FC236}">
                <a16:creationId xmlns:a16="http://schemas.microsoft.com/office/drawing/2014/main" id="{005D3F26-5CE2-484C-AB85-F96577BA0683}"/>
              </a:ext>
            </a:extLst>
          </p:cNvPr>
          <p:cNvSpPr>
            <a:spLocks noGrp="1"/>
          </p:cNvSpPr>
          <p:nvPr/>
        </p:nvSpPr>
        <p:spPr>
          <a:xfrm>
            <a:off x="1864893" y="553410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4_paired_one_to_one_0p3_9036">
            <a:extLst>
              <a:ext uri="{FF2B5EF4-FFF2-40B4-BE49-F238E27FC236}">
                <a16:creationId xmlns:a16="http://schemas.microsoft.com/office/drawing/2014/main" id="{02241E03-8D5C-422E-8F58-70D56E5600CB}"/>
              </a:ext>
            </a:extLst>
          </p:cNvPr>
          <p:cNvSpPr>
            <a:spLocks noGrp="1"/>
          </p:cNvSpPr>
          <p:nvPr/>
        </p:nvSpPr>
        <p:spPr>
          <a:xfrm>
            <a:off x="1864893" y="3229906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4_paired_one_to_one_0p3_9037">
            <a:extLst>
              <a:ext uri="{FF2B5EF4-FFF2-40B4-BE49-F238E27FC236}">
                <a16:creationId xmlns:a16="http://schemas.microsoft.com/office/drawing/2014/main" id="{1638E76E-E7C6-409C-973B-F31E1EC6063E}"/>
              </a:ext>
            </a:extLst>
          </p:cNvPr>
          <p:cNvSpPr>
            <a:spLocks noGrp="1"/>
          </p:cNvSpPr>
          <p:nvPr/>
        </p:nvSpPr>
        <p:spPr>
          <a:xfrm>
            <a:off x="6809809" y="4517645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4_paired_one_to_one_0p3_9038">
            <a:extLst>
              <a:ext uri="{FF2B5EF4-FFF2-40B4-BE49-F238E27FC236}">
                <a16:creationId xmlns:a16="http://schemas.microsoft.com/office/drawing/2014/main" id="{3B009B70-DA4A-4444-A3B3-C78EE4694C4A}"/>
              </a:ext>
            </a:extLst>
          </p:cNvPr>
          <p:cNvSpPr>
            <a:spLocks noGrp="1"/>
          </p:cNvSpPr>
          <p:nvPr/>
        </p:nvSpPr>
        <p:spPr>
          <a:xfrm>
            <a:off x="2483007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4_paired_one_to_one_0p3_9039">
            <a:extLst>
              <a:ext uri="{FF2B5EF4-FFF2-40B4-BE49-F238E27FC236}">
                <a16:creationId xmlns:a16="http://schemas.microsoft.com/office/drawing/2014/main" id="{7DA15BFC-B62E-44CE-8387-CB2757049B79}"/>
              </a:ext>
            </a:extLst>
          </p:cNvPr>
          <p:cNvSpPr>
            <a:spLocks noGrp="1"/>
          </p:cNvSpPr>
          <p:nvPr/>
        </p:nvSpPr>
        <p:spPr>
          <a:xfrm>
            <a:off x="1864893" y="5094552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4_paired_one_to_one_0p3_9040">
            <a:extLst>
              <a:ext uri="{FF2B5EF4-FFF2-40B4-BE49-F238E27FC236}">
                <a16:creationId xmlns:a16="http://schemas.microsoft.com/office/drawing/2014/main" id="{218D974B-2CAD-4F3C-B56B-C428C2EDE1B8}"/>
              </a:ext>
            </a:extLst>
          </p:cNvPr>
          <p:cNvSpPr>
            <a:spLocks noGrp="1"/>
          </p:cNvSpPr>
          <p:nvPr/>
        </p:nvSpPr>
        <p:spPr>
          <a:xfrm>
            <a:off x="4983994" y="3611077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4_paired_one_to_one_0p3_9041">
            <a:extLst>
              <a:ext uri="{FF2B5EF4-FFF2-40B4-BE49-F238E27FC236}">
                <a16:creationId xmlns:a16="http://schemas.microsoft.com/office/drawing/2014/main" id="{D1E52D87-5C1C-484C-AF87-733BE3B365E9}"/>
              </a:ext>
            </a:extLst>
          </p:cNvPr>
          <p:cNvSpPr>
            <a:spLocks noGrp="1"/>
          </p:cNvSpPr>
          <p:nvPr/>
        </p:nvSpPr>
        <p:spPr>
          <a:xfrm>
            <a:off x="5985657" y="1633110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4_paired_one_to_one_0p3_9042">
            <a:extLst>
              <a:ext uri="{FF2B5EF4-FFF2-40B4-BE49-F238E27FC236}">
                <a16:creationId xmlns:a16="http://schemas.microsoft.com/office/drawing/2014/main" id="{330FFFEC-AC9F-43C1-97B3-8936DDB4235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4_paired_one_to_one_0p3_9043">
            <a:extLst>
              <a:ext uri="{FF2B5EF4-FFF2-40B4-BE49-F238E27FC236}">
                <a16:creationId xmlns:a16="http://schemas.microsoft.com/office/drawing/2014/main" id="{9601F649-7CBB-420F-B741-6E3B7E24DAE1}"/>
              </a:ext>
            </a:extLst>
          </p:cNvPr>
          <p:cNvSpPr>
            <a:spLocks noGrp="1"/>
          </p:cNvSpPr>
          <p:nvPr/>
        </p:nvSpPr>
        <p:spPr>
          <a:xfrm>
            <a:off x="1864893" y="3830851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4_paired_one_to_one_0p3_9044">
            <a:extLst>
              <a:ext uri="{FF2B5EF4-FFF2-40B4-BE49-F238E27FC236}">
                <a16:creationId xmlns:a16="http://schemas.microsoft.com/office/drawing/2014/main" id="{BE9FB9B5-6191-42E6-A349-94EBE2A4A36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4_paired_one_to_one_0p3_9045">
            <a:extLst>
              <a:ext uri="{FF2B5EF4-FFF2-40B4-BE49-F238E27FC236}">
                <a16:creationId xmlns:a16="http://schemas.microsoft.com/office/drawing/2014/main" id="{949CA7B6-08B7-418E-BC1D-7308D4542E53}"/>
              </a:ext>
            </a:extLst>
          </p:cNvPr>
          <p:cNvSpPr>
            <a:spLocks noGrp="1"/>
          </p:cNvSpPr>
          <p:nvPr/>
        </p:nvSpPr>
        <p:spPr>
          <a:xfrm>
            <a:off x="1864893" y="2457263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4_paired_one_to_one_0p3_9046">
            <a:extLst>
              <a:ext uri="{FF2B5EF4-FFF2-40B4-BE49-F238E27FC236}">
                <a16:creationId xmlns:a16="http://schemas.microsoft.com/office/drawing/2014/main" id="{11638FC9-933D-4AF6-AA8D-6522EA06574B}"/>
              </a:ext>
            </a:extLst>
          </p:cNvPr>
          <p:cNvSpPr>
            <a:spLocks noGrp="1"/>
          </p:cNvSpPr>
          <p:nvPr/>
        </p:nvSpPr>
        <p:spPr>
          <a:xfrm>
            <a:off x="3933684" y="5319092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4_paired_one_to_one_0p3_9047">
            <a:extLst>
              <a:ext uri="{FF2B5EF4-FFF2-40B4-BE49-F238E27FC236}">
                <a16:creationId xmlns:a16="http://schemas.microsoft.com/office/drawing/2014/main" id="{9B703CF4-EE15-4D17-B966-33AFD1010CFD}"/>
              </a:ext>
            </a:extLst>
          </p:cNvPr>
          <p:cNvSpPr>
            <a:spLocks noGrp="1"/>
          </p:cNvSpPr>
          <p:nvPr/>
        </p:nvSpPr>
        <p:spPr>
          <a:xfrm>
            <a:off x="1864893" y="4462854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4_paired_one_to_one_0p3_9048">
            <a:extLst>
              <a:ext uri="{FF2B5EF4-FFF2-40B4-BE49-F238E27FC236}">
                <a16:creationId xmlns:a16="http://schemas.microsoft.com/office/drawing/2014/main" id="{F270F96C-35CF-4CCC-A0A8-1F74513092F2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4_paired_one_to_one_0p3_9049">
            <a:extLst>
              <a:ext uri="{FF2B5EF4-FFF2-40B4-BE49-F238E27FC236}">
                <a16:creationId xmlns:a16="http://schemas.microsoft.com/office/drawing/2014/main" id="{3AF03890-C922-4F85-9A47-08544042E7EE}"/>
              </a:ext>
            </a:extLst>
          </p:cNvPr>
          <p:cNvSpPr>
            <a:spLocks noGrp="1"/>
          </p:cNvSpPr>
          <p:nvPr/>
        </p:nvSpPr>
        <p:spPr>
          <a:xfrm>
            <a:off x="2235964" y="4298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4_paired_one_to_one_0p3_9050">
            <a:extLst>
              <a:ext uri="{FF2B5EF4-FFF2-40B4-BE49-F238E27FC236}">
                <a16:creationId xmlns:a16="http://schemas.microsoft.com/office/drawing/2014/main" id="{B0E95BAE-2732-40F4-BB15-27C35289D20E}"/>
              </a:ext>
            </a:extLst>
          </p:cNvPr>
          <p:cNvSpPr>
            <a:spLocks noGrp="1"/>
          </p:cNvSpPr>
          <p:nvPr/>
        </p:nvSpPr>
        <p:spPr>
          <a:xfrm>
            <a:off x="3937048" y="4600060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4_paired_one_to_one_0p3_9051">
            <a:extLst>
              <a:ext uri="{FF2B5EF4-FFF2-40B4-BE49-F238E27FC236}">
                <a16:creationId xmlns:a16="http://schemas.microsoft.com/office/drawing/2014/main" id="{88F9BF19-F9C7-4682-89F1-B906ED6D0770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4_paired_one_to_one_0p3_9052">
            <a:extLst>
              <a:ext uri="{FF2B5EF4-FFF2-40B4-BE49-F238E27FC236}">
                <a16:creationId xmlns:a16="http://schemas.microsoft.com/office/drawing/2014/main" id="{13756776-8CB6-4C4A-B098-3F68042456C8}"/>
              </a:ext>
            </a:extLst>
          </p:cNvPr>
          <p:cNvSpPr>
            <a:spLocks noGrp="1"/>
          </p:cNvSpPr>
          <p:nvPr/>
        </p:nvSpPr>
        <p:spPr>
          <a:xfrm>
            <a:off x="1976331" y="5524192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4_paired_one_to_one_0p3_9053">
            <a:extLst>
              <a:ext uri="{FF2B5EF4-FFF2-40B4-BE49-F238E27FC236}">
                <a16:creationId xmlns:a16="http://schemas.microsoft.com/office/drawing/2014/main" id="{2E0203BF-31F9-4002-AA45-CBF4E50DFBCC}"/>
              </a:ext>
            </a:extLst>
          </p:cNvPr>
          <p:cNvSpPr>
            <a:spLocks noGrp="1"/>
          </p:cNvSpPr>
          <p:nvPr/>
        </p:nvSpPr>
        <p:spPr>
          <a:xfrm>
            <a:off x="1877770" y="6165951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4_paired_one_to_one_0p3_9054">
            <a:extLst>
              <a:ext uri="{FF2B5EF4-FFF2-40B4-BE49-F238E27FC236}">
                <a16:creationId xmlns:a16="http://schemas.microsoft.com/office/drawing/2014/main" id="{990C5C90-D0E2-4846-9BBA-907D2493A37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4_paired_one_to_one_0p3_9055">
            <a:extLst>
              <a:ext uri="{FF2B5EF4-FFF2-40B4-BE49-F238E27FC236}">
                <a16:creationId xmlns:a16="http://schemas.microsoft.com/office/drawing/2014/main" id="{87D23585-55F5-4C08-8E8B-DF63CFEE9456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4_paired_one_to_one_0p3_9056">
            <a:extLst>
              <a:ext uri="{FF2B5EF4-FFF2-40B4-BE49-F238E27FC236}">
                <a16:creationId xmlns:a16="http://schemas.microsoft.com/office/drawing/2014/main" id="{A6A70E33-4992-4F45-B6C4-9C9FFD1183F3}"/>
              </a:ext>
            </a:extLst>
          </p:cNvPr>
          <p:cNvSpPr>
            <a:spLocks noGrp="1"/>
          </p:cNvSpPr>
          <p:nvPr/>
        </p:nvSpPr>
        <p:spPr>
          <a:xfrm>
            <a:off x="6809809" y="6578027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4_paired_one_to_one_0p3_9057">
            <a:extLst>
              <a:ext uri="{FF2B5EF4-FFF2-40B4-BE49-F238E27FC236}">
                <a16:creationId xmlns:a16="http://schemas.microsoft.com/office/drawing/2014/main" id="{809850F6-4250-4ECB-B0A8-CCEBAD7188BE}"/>
              </a:ext>
            </a:extLst>
          </p:cNvPr>
          <p:cNvSpPr>
            <a:spLocks noGrp="1"/>
          </p:cNvSpPr>
          <p:nvPr/>
        </p:nvSpPr>
        <p:spPr>
          <a:xfrm>
            <a:off x="3919488" y="4647479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4_paired_one_to_one_0p3_9058">
            <a:extLst>
              <a:ext uri="{FF2B5EF4-FFF2-40B4-BE49-F238E27FC236}">
                <a16:creationId xmlns:a16="http://schemas.microsoft.com/office/drawing/2014/main" id="{529D1BCD-F51F-4132-A702-84345F1A8BD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4_paired_one_to_one_0p3_9059">
            <a:extLst>
              <a:ext uri="{FF2B5EF4-FFF2-40B4-BE49-F238E27FC236}">
                <a16:creationId xmlns:a16="http://schemas.microsoft.com/office/drawing/2014/main" id="{0BE96ED2-E1D2-47E5-90C8-6BF5343DAE3C}"/>
              </a:ext>
            </a:extLst>
          </p:cNvPr>
          <p:cNvSpPr>
            <a:spLocks noGrp="1"/>
          </p:cNvSpPr>
          <p:nvPr/>
        </p:nvSpPr>
        <p:spPr>
          <a:xfrm>
            <a:off x="2359384" y="6224819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4_paired_one_to_one_0p3_9060">
            <a:extLst>
              <a:ext uri="{FF2B5EF4-FFF2-40B4-BE49-F238E27FC236}">
                <a16:creationId xmlns:a16="http://schemas.microsoft.com/office/drawing/2014/main" id="{F977E494-347C-4637-9B58-EDD5CCFDB584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9061">
            <a:extLst>
              <a:ext uri="{FF2B5EF4-FFF2-40B4-BE49-F238E27FC236}">
                <a16:creationId xmlns:a16="http://schemas.microsoft.com/office/drawing/2014/main" id="{8003EFA5-6976-4276-85E1-C63C37621EAD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4_paired_one_to_one_0p3_9062">
            <a:extLst>
              <a:ext uri="{FF2B5EF4-FFF2-40B4-BE49-F238E27FC236}">
                <a16:creationId xmlns:a16="http://schemas.microsoft.com/office/drawing/2014/main" id="{72802385-A7DC-49C1-90C6-EA2DE996B878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9063">
            <a:extLst>
              <a:ext uri="{FF2B5EF4-FFF2-40B4-BE49-F238E27FC236}">
                <a16:creationId xmlns:a16="http://schemas.microsoft.com/office/drawing/2014/main" id="{E475E535-E612-469C-8393-95D43208E2A8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4_paired_one_to_one_0p3_9064">
            <a:extLst>
              <a:ext uri="{FF2B5EF4-FFF2-40B4-BE49-F238E27FC236}">
                <a16:creationId xmlns:a16="http://schemas.microsoft.com/office/drawing/2014/main" id="{15BF74C5-9BF2-447F-9F0D-F7219F1D2278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9065">
            <a:extLst>
              <a:ext uri="{FF2B5EF4-FFF2-40B4-BE49-F238E27FC236}">
                <a16:creationId xmlns:a16="http://schemas.microsoft.com/office/drawing/2014/main" id="{3EC27F76-344F-4C22-A0B0-B716426D10DA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4_paired_one_to_one_0p3_9066">
            <a:extLst>
              <a:ext uri="{FF2B5EF4-FFF2-40B4-BE49-F238E27FC236}">
                <a16:creationId xmlns:a16="http://schemas.microsoft.com/office/drawing/2014/main" id="{595A5DDA-3756-4C7C-BC2A-EB8418190635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9067">
            <a:extLst>
              <a:ext uri="{FF2B5EF4-FFF2-40B4-BE49-F238E27FC236}">
                <a16:creationId xmlns:a16="http://schemas.microsoft.com/office/drawing/2014/main" id="{77C4470A-043C-4FBA-831B-BEA65A859458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4_paired_one_to_one_0p3_9068">
            <a:extLst>
              <a:ext uri="{FF2B5EF4-FFF2-40B4-BE49-F238E27FC236}">
                <a16:creationId xmlns:a16="http://schemas.microsoft.com/office/drawing/2014/main" id="{6504CC0D-1FD7-4A0D-AF48-E633529B2E5C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9069">
            <a:extLst>
              <a:ext uri="{FF2B5EF4-FFF2-40B4-BE49-F238E27FC236}">
                <a16:creationId xmlns:a16="http://schemas.microsoft.com/office/drawing/2014/main" id="{3DF9CE4B-57BC-4006-9D36-4B1424E5664D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4_paired_one_to_one_0p3_9070">
            <a:extLst>
              <a:ext uri="{FF2B5EF4-FFF2-40B4-BE49-F238E27FC236}">
                <a16:creationId xmlns:a16="http://schemas.microsoft.com/office/drawing/2014/main" id="{2D999F9A-3216-4A83-AFDC-71DA423066CB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9071">
            <a:extLst>
              <a:ext uri="{FF2B5EF4-FFF2-40B4-BE49-F238E27FC236}">
                <a16:creationId xmlns:a16="http://schemas.microsoft.com/office/drawing/2014/main" id="{DD29CBDC-2592-4FCF-86F2-8AD6A48E6897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9072">
            <a:extLst>
              <a:ext uri="{FF2B5EF4-FFF2-40B4-BE49-F238E27FC236}">
                <a16:creationId xmlns:a16="http://schemas.microsoft.com/office/drawing/2014/main" id="{B4D8E14E-1EC7-4019-BA8C-6A25EFF784C8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4_paired_one_to_one_0p3_9073">
            <a:extLst>
              <a:ext uri="{FF2B5EF4-FFF2-40B4-BE49-F238E27FC236}">
                <a16:creationId xmlns:a16="http://schemas.microsoft.com/office/drawing/2014/main" id="{04984E79-64F4-4A29-BC81-CEEBAF494B89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9074">
            <a:extLst>
              <a:ext uri="{FF2B5EF4-FFF2-40B4-BE49-F238E27FC236}">
                <a16:creationId xmlns:a16="http://schemas.microsoft.com/office/drawing/2014/main" id="{ADCB14EB-B0C0-465D-99C1-6539EC4A9295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4_paired_one_to_one_0p3_9075">
            <a:extLst>
              <a:ext uri="{FF2B5EF4-FFF2-40B4-BE49-F238E27FC236}">
                <a16:creationId xmlns:a16="http://schemas.microsoft.com/office/drawing/2014/main" id="{742DE624-0C4E-40E8-929C-2680A341C22B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9076">
            <a:extLst>
              <a:ext uri="{FF2B5EF4-FFF2-40B4-BE49-F238E27FC236}">
                <a16:creationId xmlns:a16="http://schemas.microsoft.com/office/drawing/2014/main" id="{4ED1D117-0519-4A5E-B571-8A9B61E1A947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4_paired_one_to_one_0p3_9077">
            <a:extLst>
              <a:ext uri="{FF2B5EF4-FFF2-40B4-BE49-F238E27FC236}">
                <a16:creationId xmlns:a16="http://schemas.microsoft.com/office/drawing/2014/main" id="{6C4C6686-7BB8-4955-B6A7-AFBB7F27D045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9078">
            <a:extLst>
              <a:ext uri="{FF2B5EF4-FFF2-40B4-BE49-F238E27FC236}">
                <a16:creationId xmlns:a16="http://schemas.microsoft.com/office/drawing/2014/main" id="{EA468B37-2077-472B-BA48-9E9CFA773EB7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4_paired_one_to_one_0p3_9079">
            <a:extLst>
              <a:ext uri="{FF2B5EF4-FFF2-40B4-BE49-F238E27FC236}">
                <a16:creationId xmlns:a16="http://schemas.microsoft.com/office/drawing/2014/main" id="{B3156606-DADD-43A1-87BB-B96BBC3070A1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9080">
            <a:extLst>
              <a:ext uri="{FF2B5EF4-FFF2-40B4-BE49-F238E27FC236}">
                <a16:creationId xmlns:a16="http://schemas.microsoft.com/office/drawing/2014/main" id="{A20B5FC2-3BD3-4089-87C8-543EDFB4679E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4_paired_one_to_one_0p3_9081">
            <a:extLst>
              <a:ext uri="{FF2B5EF4-FFF2-40B4-BE49-F238E27FC236}">
                <a16:creationId xmlns:a16="http://schemas.microsoft.com/office/drawing/2014/main" id="{9B936F9D-EABD-44D4-80BB-C0D356CFEF36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9082">
            <a:extLst>
              <a:ext uri="{FF2B5EF4-FFF2-40B4-BE49-F238E27FC236}">
                <a16:creationId xmlns:a16="http://schemas.microsoft.com/office/drawing/2014/main" id="{45B2D7B2-243D-48D3-9F8C-4C83D1012320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4_paired_one_to_one_0p3_9083">
            <a:extLst>
              <a:ext uri="{FF2B5EF4-FFF2-40B4-BE49-F238E27FC236}">
                <a16:creationId xmlns:a16="http://schemas.microsoft.com/office/drawing/2014/main" id="{F8418E20-AAB2-4E7A-8B2D-B587D550F6BF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9084">
            <a:extLst>
              <a:ext uri="{FF2B5EF4-FFF2-40B4-BE49-F238E27FC236}">
                <a16:creationId xmlns:a16="http://schemas.microsoft.com/office/drawing/2014/main" id="{322CD34C-2FEA-4CC3-849E-E2F9C3BF1D00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9085">
            <a:extLst>
              <a:ext uri="{FF2B5EF4-FFF2-40B4-BE49-F238E27FC236}">
                <a16:creationId xmlns:a16="http://schemas.microsoft.com/office/drawing/2014/main" id="{52E1E696-39EE-43DC-9F84-AC83F6AD00ED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4_paired_one_to_one_0p3_9086">
            <a:extLst>
              <a:ext uri="{FF2B5EF4-FFF2-40B4-BE49-F238E27FC236}">
                <a16:creationId xmlns:a16="http://schemas.microsoft.com/office/drawing/2014/main" id="{01E65EA5-DC1C-4E15-A551-7D292EE584C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4_paired_one_to_one_0p3_9087">
            <a:extLst>
              <a:ext uri="{FF2B5EF4-FFF2-40B4-BE49-F238E27FC236}">
                <a16:creationId xmlns:a16="http://schemas.microsoft.com/office/drawing/2014/main" id="{6A4ACDB8-D9DA-4874-AEBD-3E14CBF195C7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4_paired_one_to_one_0p3_9088">
            <a:extLst>
              <a:ext uri="{FF2B5EF4-FFF2-40B4-BE49-F238E27FC236}">
                <a16:creationId xmlns:a16="http://schemas.microsoft.com/office/drawing/2014/main" id="{ABDB28DB-6B42-462E-AF67-6D5AC96D8CBA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4_paired_one_to_one_0p3_9089">
            <a:extLst>
              <a:ext uri="{FF2B5EF4-FFF2-40B4-BE49-F238E27FC236}">
                <a16:creationId xmlns:a16="http://schemas.microsoft.com/office/drawing/2014/main" id="{2CC1E910-C638-4449-9157-1B39E9EE572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4_paired_one_to_one_0p3_9090">
            <a:extLst>
              <a:ext uri="{FF2B5EF4-FFF2-40B4-BE49-F238E27FC236}">
                <a16:creationId xmlns:a16="http://schemas.microsoft.com/office/drawing/2014/main" id="{88023E65-93B7-4771-967F-02FC96AA5BC0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4_paired_one_to_one_0p3_9091">
            <a:extLst>
              <a:ext uri="{FF2B5EF4-FFF2-40B4-BE49-F238E27FC236}">
                <a16:creationId xmlns:a16="http://schemas.microsoft.com/office/drawing/2014/main" id="{89EB550F-99CD-4144-80E2-56EF02FD5B0C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4_paired_one_to_one_0p3_9092">
            <a:extLst>
              <a:ext uri="{FF2B5EF4-FFF2-40B4-BE49-F238E27FC236}">
                <a16:creationId xmlns:a16="http://schemas.microsoft.com/office/drawing/2014/main" id="{F247F4F7-A51B-4F3A-905B-6926E6F621F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4_paired_one_to_one_0p3_9093">
            <a:extLst>
              <a:ext uri="{FF2B5EF4-FFF2-40B4-BE49-F238E27FC236}">
                <a16:creationId xmlns:a16="http://schemas.microsoft.com/office/drawing/2014/main" id="{06B6C11C-E714-4187-A185-228B044C0C46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4_paired_one_to_one_0p3_9094">
            <a:extLst>
              <a:ext uri="{FF2B5EF4-FFF2-40B4-BE49-F238E27FC236}">
                <a16:creationId xmlns:a16="http://schemas.microsoft.com/office/drawing/2014/main" id="{7644D556-5332-4734-BE6E-B3F19AE693D7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4_paired_one_to_one_0p3_9095">
            <a:extLst>
              <a:ext uri="{FF2B5EF4-FFF2-40B4-BE49-F238E27FC236}">
                <a16:creationId xmlns:a16="http://schemas.microsoft.com/office/drawing/2014/main" id="{24409110-57D9-42B4-975B-CC4A69D16D97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4_paired_one_to_one_0p3_9096">
            <a:extLst>
              <a:ext uri="{FF2B5EF4-FFF2-40B4-BE49-F238E27FC236}">
                <a16:creationId xmlns:a16="http://schemas.microsoft.com/office/drawing/2014/main" id="{17CF816A-B9A2-455E-AEB2-DB50A61BCCB5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4_paired_one_to_one_0p3_9097">
            <a:extLst>
              <a:ext uri="{FF2B5EF4-FFF2-40B4-BE49-F238E27FC236}">
                <a16:creationId xmlns:a16="http://schemas.microsoft.com/office/drawing/2014/main" id="{B2765764-4923-4326-AE9B-B03CBE35C20B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4_paired_one_to_one_0p3_9098">
            <a:extLst>
              <a:ext uri="{FF2B5EF4-FFF2-40B4-BE49-F238E27FC236}">
                <a16:creationId xmlns:a16="http://schemas.microsoft.com/office/drawing/2014/main" id="{DD7963AB-1998-454C-B3C9-2F1CCB8BF0B1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4_paired_one_to_one_0p3_9099">
            <a:extLst>
              <a:ext uri="{FF2B5EF4-FFF2-40B4-BE49-F238E27FC236}">
                <a16:creationId xmlns:a16="http://schemas.microsoft.com/office/drawing/2014/main" id="{A8FB64D6-CA0C-4F6D-A935-E5AE8E53E514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4_paired_one_to_one_0p3_9100">
            <a:extLst>
              <a:ext uri="{FF2B5EF4-FFF2-40B4-BE49-F238E27FC236}">
                <a16:creationId xmlns:a16="http://schemas.microsoft.com/office/drawing/2014/main" id="{F106BEF0-4A09-4B78-B99E-870B97CF34FB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4_paired_one_to_one_0p3_9101">
            <a:extLst>
              <a:ext uri="{FF2B5EF4-FFF2-40B4-BE49-F238E27FC236}">
                <a16:creationId xmlns:a16="http://schemas.microsoft.com/office/drawing/2014/main" id="{6D5FFB7E-9748-4FD9-BAA1-352EAC27E61D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4_paired_one_to_one_0p3_9102">
            <a:extLst>
              <a:ext uri="{FF2B5EF4-FFF2-40B4-BE49-F238E27FC236}">
                <a16:creationId xmlns:a16="http://schemas.microsoft.com/office/drawing/2014/main" id="{8DF475FB-D3D1-488C-8243-868032D92DE4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4_paired_one_to_one_0p3_9103">
            <a:extLst>
              <a:ext uri="{FF2B5EF4-FFF2-40B4-BE49-F238E27FC236}">
                <a16:creationId xmlns:a16="http://schemas.microsoft.com/office/drawing/2014/main" id="{B5F85F29-720F-40BB-A53B-D3DD6E897153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4_paired_one_to_one_0p3_9104">
            <a:extLst>
              <a:ext uri="{FF2B5EF4-FFF2-40B4-BE49-F238E27FC236}">
                <a16:creationId xmlns:a16="http://schemas.microsoft.com/office/drawing/2014/main" id="{93703351-AB10-46C2-AD75-C6FE6FAA27DC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4_paired_one_to_one_0p3_9105">
            <a:extLst>
              <a:ext uri="{FF2B5EF4-FFF2-40B4-BE49-F238E27FC236}">
                <a16:creationId xmlns:a16="http://schemas.microsoft.com/office/drawing/2014/main" id="{75EAFA3D-7F42-4402-B0F8-DCF782CBA3B5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4_paired_one_to_one_0p3_9106">
            <a:extLst>
              <a:ext uri="{FF2B5EF4-FFF2-40B4-BE49-F238E27FC236}">
                <a16:creationId xmlns:a16="http://schemas.microsoft.com/office/drawing/2014/main" id="{1A5FC42F-F6BA-43A7-AFA3-C599EADC9957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4_paired_one_to_one_0p3_9107">
            <a:extLst>
              <a:ext uri="{FF2B5EF4-FFF2-40B4-BE49-F238E27FC236}">
                <a16:creationId xmlns:a16="http://schemas.microsoft.com/office/drawing/2014/main" id="{5D33B484-76D3-4034-92F2-B5226AE13F90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4_paired_one_to_one_0p3_9108">
            <a:extLst>
              <a:ext uri="{FF2B5EF4-FFF2-40B4-BE49-F238E27FC236}">
                <a16:creationId xmlns:a16="http://schemas.microsoft.com/office/drawing/2014/main" id="{C778DE8B-6DEB-40CE-9CC2-8D3B55D427BB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4_paired_one_to_one_0p3_9109">
            <a:extLst>
              <a:ext uri="{FF2B5EF4-FFF2-40B4-BE49-F238E27FC236}">
                <a16:creationId xmlns:a16="http://schemas.microsoft.com/office/drawing/2014/main" id="{DDADE496-AA25-4A98-907C-D12D62B32DE4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4_paired_one_to_one_0p3_9110">
            <a:extLst>
              <a:ext uri="{FF2B5EF4-FFF2-40B4-BE49-F238E27FC236}">
                <a16:creationId xmlns:a16="http://schemas.microsoft.com/office/drawing/2014/main" id="{E707D3AC-5F49-4992-A2D6-39781088FE1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4_paired_one_to_one_0p3_9111">
            <a:extLst>
              <a:ext uri="{FF2B5EF4-FFF2-40B4-BE49-F238E27FC236}">
                <a16:creationId xmlns:a16="http://schemas.microsoft.com/office/drawing/2014/main" id="{71ADC874-C382-4A2A-9F01-4532DA454CDD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4_paired_one_to_one_0p3_9112">
            <a:extLst>
              <a:ext uri="{FF2B5EF4-FFF2-40B4-BE49-F238E27FC236}">
                <a16:creationId xmlns:a16="http://schemas.microsoft.com/office/drawing/2014/main" id="{96787BCF-1C3B-44DF-826C-5AFD8A8CA952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4_paired_one_to_one_0p3_9113">
            <a:extLst>
              <a:ext uri="{FF2B5EF4-FFF2-40B4-BE49-F238E27FC236}">
                <a16:creationId xmlns:a16="http://schemas.microsoft.com/office/drawing/2014/main" id="{6CC4AAD5-B69F-4843-8C99-09DC1567C82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4_paired_one_to_one_0p3_9114">
            <a:extLst>
              <a:ext uri="{FF2B5EF4-FFF2-40B4-BE49-F238E27FC236}">
                <a16:creationId xmlns:a16="http://schemas.microsoft.com/office/drawing/2014/main" id="{EB28AD16-DFCE-4EC4-A4CA-37374FC4816E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4_paired_one_to_one_0p3_9115">
            <a:extLst>
              <a:ext uri="{FF2B5EF4-FFF2-40B4-BE49-F238E27FC236}">
                <a16:creationId xmlns:a16="http://schemas.microsoft.com/office/drawing/2014/main" id="{D23F1D42-4261-486B-8E0D-263B6AF72AD4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4_paired_one_to_one_0p3_9116">
            <a:extLst>
              <a:ext uri="{FF2B5EF4-FFF2-40B4-BE49-F238E27FC236}">
                <a16:creationId xmlns:a16="http://schemas.microsoft.com/office/drawing/2014/main" id="{B3E181FA-0718-40F6-B491-0A5EB62F8810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4_paired_one_to_one_0p3_9117">
            <a:extLst>
              <a:ext uri="{FF2B5EF4-FFF2-40B4-BE49-F238E27FC236}">
                <a16:creationId xmlns:a16="http://schemas.microsoft.com/office/drawing/2014/main" id="{693BCBFF-A2DE-4FF1-B84A-1FCBC0AA3582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4_paired_one_to_one_0p3_9118">
            <a:extLst>
              <a:ext uri="{FF2B5EF4-FFF2-40B4-BE49-F238E27FC236}">
                <a16:creationId xmlns:a16="http://schemas.microsoft.com/office/drawing/2014/main" id="{EABDAFBD-903D-4EB4-99FA-D56F7285F314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4_paired_one_to_one_0p3_9119">
            <a:extLst>
              <a:ext uri="{FF2B5EF4-FFF2-40B4-BE49-F238E27FC236}">
                <a16:creationId xmlns:a16="http://schemas.microsoft.com/office/drawing/2014/main" id="{77E392DC-0512-473D-B08A-7593C45738D1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4_paired_one_to_one_0p3_9120">
            <a:extLst>
              <a:ext uri="{FF2B5EF4-FFF2-40B4-BE49-F238E27FC236}">
                <a16:creationId xmlns:a16="http://schemas.microsoft.com/office/drawing/2014/main" id="{2701295D-F1C5-4FD2-AD7D-BB642713935E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4_paired_one_to_one_0p3_9121">
            <a:extLst>
              <a:ext uri="{FF2B5EF4-FFF2-40B4-BE49-F238E27FC236}">
                <a16:creationId xmlns:a16="http://schemas.microsoft.com/office/drawing/2014/main" id="{05B95F83-32F5-410D-BB8A-E4DD70939D2B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4_paired_one_to_one_0p3_9122">
            <a:extLst>
              <a:ext uri="{FF2B5EF4-FFF2-40B4-BE49-F238E27FC236}">
                <a16:creationId xmlns:a16="http://schemas.microsoft.com/office/drawing/2014/main" id="{0A576B5C-7EE3-4BEC-BDF1-BB8EF2C89A3B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4_paired_one_to_one_0p3_9123">
            <a:extLst>
              <a:ext uri="{FF2B5EF4-FFF2-40B4-BE49-F238E27FC236}">
                <a16:creationId xmlns:a16="http://schemas.microsoft.com/office/drawing/2014/main" id="{959FFC4D-3251-43D5-83CE-108B4A1018B3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4_paired_one_to_one_0p3_9124">
            <a:extLst>
              <a:ext uri="{FF2B5EF4-FFF2-40B4-BE49-F238E27FC236}">
                <a16:creationId xmlns:a16="http://schemas.microsoft.com/office/drawing/2014/main" id="{7799F501-59E2-496D-AC35-7B53C63FA755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4_paired_one_to_one_0p3_9125">
            <a:extLst>
              <a:ext uri="{FF2B5EF4-FFF2-40B4-BE49-F238E27FC236}">
                <a16:creationId xmlns:a16="http://schemas.microsoft.com/office/drawing/2014/main" id="{1CD76434-A439-45CD-8E51-CD0718479D1C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4_paired_one_to_one_0p3_9126">
            <a:extLst>
              <a:ext uri="{FF2B5EF4-FFF2-40B4-BE49-F238E27FC236}">
                <a16:creationId xmlns:a16="http://schemas.microsoft.com/office/drawing/2014/main" id="{50392057-C095-4652-9335-3C2E219365E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4_paired_one_to_one_0p3_9127">
            <a:extLst>
              <a:ext uri="{FF2B5EF4-FFF2-40B4-BE49-F238E27FC236}">
                <a16:creationId xmlns:a16="http://schemas.microsoft.com/office/drawing/2014/main" id="{C18FCBF4-62E4-4A4C-AE72-69CBFE7094A7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4_paired_one_to_one_0p3_9128">
            <a:extLst>
              <a:ext uri="{FF2B5EF4-FFF2-40B4-BE49-F238E27FC236}">
                <a16:creationId xmlns:a16="http://schemas.microsoft.com/office/drawing/2014/main" id="{030692E1-3DD5-481E-820C-88574CB73649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4_paired_one_to_one_0p3_9129">
            <a:extLst>
              <a:ext uri="{FF2B5EF4-FFF2-40B4-BE49-F238E27FC236}">
                <a16:creationId xmlns:a16="http://schemas.microsoft.com/office/drawing/2014/main" id="{AE8C7D1F-F3BE-41FF-9F5A-97F7B3562FEE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4_paired_one_to_one_0p3_9130">
            <a:extLst>
              <a:ext uri="{FF2B5EF4-FFF2-40B4-BE49-F238E27FC236}">
                <a16:creationId xmlns:a16="http://schemas.microsoft.com/office/drawing/2014/main" id="{272CE21D-76F1-41B9-B3C4-67ACE1178562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4_paired_one_to_one_0p3_9131">
            <a:extLst>
              <a:ext uri="{FF2B5EF4-FFF2-40B4-BE49-F238E27FC236}">
                <a16:creationId xmlns:a16="http://schemas.microsoft.com/office/drawing/2014/main" id="{1CC8A4D5-299B-4568-BB21-FD0B88A97FD6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4_paired_one_to_one_0p3_9132">
            <a:extLst>
              <a:ext uri="{FF2B5EF4-FFF2-40B4-BE49-F238E27FC236}">
                <a16:creationId xmlns:a16="http://schemas.microsoft.com/office/drawing/2014/main" id="{15F2926D-C9B2-4C8E-A42D-96DCB51D5018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4_paired_one_to_one_0p3_9133">
            <a:extLst>
              <a:ext uri="{FF2B5EF4-FFF2-40B4-BE49-F238E27FC236}">
                <a16:creationId xmlns:a16="http://schemas.microsoft.com/office/drawing/2014/main" id="{A3A393BC-54A5-43F1-B7F9-11CA4552805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4_paired_one_to_one_0p3_9134">
            <a:extLst>
              <a:ext uri="{FF2B5EF4-FFF2-40B4-BE49-F238E27FC236}">
                <a16:creationId xmlns:a16="http://schemas.microsoft.com/office/drawing/2014/main" id="{DCC3D747-054D-4015-BA43-733A8DD59875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4_paired_one_to_one_0p3_9135">
            <a:extLst>
              <a:ext uri="{FF2B5EF4-FFF2-40B4-BE49-F238E27FC236}">
                <a16:creationId xmlns:a16="http://schemas.microsoft.com/office/drawing/2014/main" id="{C20DB864-A2DA-48B1-839E-104EF414174C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4_paired_one_to_one_0p3_9136">
            <a:extLst>
              <a:ext uri="{FF2B5EF4-FFF2-40B4-BE49-F238E27FC236}">
                <a16:creationId xmlns:a16="http://schemas.microsoft.com/office/drawing/2014/main" id="{96C97663-A7E5-40AA-BF7F-B8CBEA8A3349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4_paired_one_to_one_0p3_9137">
            <a:extLst>
              <a:ext uri="{FF2B5EF4-FFF2-40B4-BE49-F238E27FC236}">
                <a16:creationId xmlns:a16="http://schemas.microsoft.com/office/drawing/2014/main" id="{78423675-C1ED-4A09-9F9C-2D0EFF152D2B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4_paired_one_to_one_0p3_9138">
            <a:extLst>
              <a:ext uri="{FF2B5EF4-FFF2-40B4-BE49-F238E27FC236}">
                <a16:creationId xmlns:a16="http://schemas.microsoft.com/office/drawing/2014/main" id="{DF25F82C-03EC-409B-9DBC-6A7D35C48872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4_paired_one_to_one_0p3_9139">
            <a:extLst>
              <a:ext uri="{FF2B5EF4-FFF2-40B4-BE49-F238E27FC236}">
                <a16:creationId xmlns:a16="http://schemas.microsoft.com/office/drawing/2014/main" id="{4BF3D18A-28CA-4E8E-9676-4906CB5B50AF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4_paired_one_to_one_0p3_9140">
            <a:extLst>
              <a:ext uri="{FF2B5EF4-FFF2-40B4-BE49-F238E27FC236}">
                <a16:creationId xmlns:a16="http://schemas.microsoft.com/office/drawing/2014/main" id="{EA40D213-6B8E-4740-84B1-B30DCD0316CE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4_paired_one_to_one_0p3_9141">
            <a:extLst>
              <a:ext uri="{FF2B5EF4-FFF2-40B4-BE49-F238E27FC236}">
                <a16:creationId xmlns:a16="http://schemas.microsoft.com/office/drawing/2014/main" id="{38BEA05A-6ED7-44E2-B93F-E9C5C27340D3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4_paired_one_to_one_0p3_9142">
            <a:extLst>
              <a:ext uri="{FF2B5EF4-FFF2-40B4-BE49-F238E27FC236}">
                <a16:creationId xmlns:a16="http://schemas.microsoft.com/office/drawing/2014/main" id="{6AC4852C-E3AB-4FED-A475-A91D8EB7B7C2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4_paired_one_to_one_0p3_9143">
            <a:extLst>
              <a:ext uri="{FF2B5EF4-FFF2-40B4-BE49-F238E27FC236}">
                <a16:creationId xmlns:a16="http://schemas.microsoft.com/office/drawing/2014/main" id="{909AC0BB-37D2-4AFD-AC14-871B49703212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4_paired_one_to_one_0p3_9144">
            <a:extLst>
              <a:ext uri="{FF2B5EF4-FFF2-40B4-BE49-F238E27FC236}">
                <a16:creationId xmlns:a16="http://schemas.microsoft.com/office/drawing/2014/main" id="{CE6F8ECB-F955-4A49-8E80-337B6769F72E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4_paired_one_to_one_0p3_9145">
            <a:extLst>
              <a:ext uri="{FF2B5EF4-FFF2-40B4-BE49-F238E27FC236}">
                <a16:creationId xmlns:a16="http://schemas.microsoft.com/office/drawing/2014/main" id="{F9BF6DB8-34DB-46E6-B14E-F284332F9F3A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4_paired_one_to_one_0p3_9146">
            <a:extLst>
              <a:ext uri="{FF2B5EF4-FFF2-40B4-BE49-F238E27FC236}">
                <a16:creationId xmlns:a16="http://schemas.microsoft.com/office/drawing/2014/main" id="{4EA6F089-89DF-49FA-8470-63CB87399718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4_paired_one_to_one_0p3_9147">
            <a:extLst>
              <a:ext uri="{FF2B5EF4-FFF2-40B4-BE49-F238E27FC236}">
                <a16:creationId xmlns:a16="http://schemas.microsoft.com/office/drawing/2014/main" id="{D2EFCFFB-E35F-465F-8FD1-035EE1A1F601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4_paired_one_to_one_0p3_9148">
            <a:extLst>
              <a:ext uri="{FF2B5EF4-FFF2-40B4-BE49-F238E27FC236}">
                <a16:creationId xmlns:a16="http://schemas.microsoft.com/office/drawing/2014/main" id="{EF70645D-53AC-4E4D-9527-3462AECB961F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4_paired_one_to_one_0p3_9149">
            <a:extLst>
              <a:ext uri="{FF2B5EF4-FFF2-40B4-BE49-F238E27FC236}">
                <a16:creationId xmlns:a16="http://schemas.microsoft.com/office/drawing/2014/main" id="{AB5EFD7C-AB9F-4C22-974B-83B25EBD1835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4_paired_one_to_one_0p3_9150">
            <a:extLst>
              <a:ext uri="{FF2B5EF4-FFF2-40B4-BE49-F238E27FC236}">
                <a16:creationId xmlns:a16="http://schemas.microsoft.com/office/drawing/2014/main" id="{4BE742A5-0B85-4ED0-B7C1-C9F43AB8D471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4_paired_one_to_one_0p3_9151">
            <a:extLst>
              <a:ext uri="{FF2B5EF4-FFF2-40B4-BE49-F238E27FC236}">
                <a16:creationId xmlns:a16="http://schemas.microsoft.com/office/drawing/2014/main" id="{8D4FBA86-7FB2-4EA2-ACE4-9094A78610DC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4_paired_one_to_one_0p3_9152">
            <a:extLst>
              <a:ext uri="{FF2B5EF4-FFF2-40B4-BE49-F238E27FC236}">
                <a16:creationId xmlns:a16="http://schemas.microsoft.com/office/drawing/2014/main" id="{F9D0CEE2-E640-40C8-BC3D-1D358E4E5393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4_paired_one_to_one_0p3_9153">
            <a:extLst>
              <a:ext uri="{FF2B5EF4-FFF2-40B4-BE49-F238E27FC236}">
                <a16:creationId xmlns:a16="http://schemas.microsoft.com/office/drawing/2014/main" id="{A9085807-4F17-40FC-8060-E790B9844A9D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4_paired_one_to_one_0p3_9154">
            <a:extLst>
              <a:ext uri="{FF2B5EF4-FFF2-40B4-BE49-F238E27FC236}">
                <a16:creationId xmlns:a16="http://schemas.microsoft.com/office/drawing/2014/main" id="{9B62CCF0-14E4-4659-89A7-004D6F62FF67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4_paired_one_to_one_0p3_9155">
            <a:extLst>
              <a:ext uri="{FF2B5EF4-FFF2-40B4-BE49-F238E27FC236}">
                <a16:creationId xmlns:a16="http://schemas.microsoft.com/office/drawing/2014/main" id="{9AEA28D7-3534-4C9E-B94A-875B9E1CF5B3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4_paired_one_to_one_0p3_9156">
            <a:extLst>
              <a:ext uri="{FF2B5EF4-FFF2-40B4-BE49-F238E27FC236}">
                <a16:creationId xmlns:a16="http://schemas.microsoft.com/office/drawing/2014/main" id="{2ECDB2F6-FB56-4A36-97E5-CA1DEEE47022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4_paired_one_to_one_0p3_9157">
            <a:extLst>
              <a:ext uri="{FF2B5EF4-FFF2-40B4-BE49-F238E27FC236}">
                <a16:creationId xmlns:a16="http://schemas.microsoft.com/office/drawing/2014/main" id="{C0A6A5E7-67C8-4931-9216-B878CC00F72A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4_paired_one_to_one_0p3_9158">
            <a:extLst>
              <a:ext uri="{FF2B5EF4-FFF2-40B4-BE49-F238E27FC236}">
                <a16:creationId xmlns:a16="http://schemas.microsoft.com/office/drawing/2014/main" id="{CB2E372F-4B28-4CAA-88FB-37C2D57E7CC9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4_paired_one_to_one_0p3_9159">
            <a:extLst>
              <a:ext uri="{FF2B5EF4-FFF2-40B4-BE49-F238E27FC236}">
                <a16:creationId xmlns:a16="http://schemas.microsoft.com/office/drawing/2014/main" id="{263CAD7F-CFBE-4A9E-8F6D-DE02EAF06350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4_paired_one_to_one_0p3_9160">
            <a:extLst>
              <a:ext uri="{FF2B5EF4-FFF2-40B4-BE49-F238E27FC236}">
                <a16:creationId xmlns:a16="http://schemas.microsoft.com/office/drawing/2014/main" id="{139B3061-3F0D-448E-AF29-727EABBF5F44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4_paired_one_to_one_0p3_9161">
            <a:extLst>
              <a:ext uri="{FF2B5EF4-FFF2-40B4-BE49-F238E27FC236}">
                <a16:creationId xmlns:a16="http://schemas.microsoft.com/office/drawing/2014/main" id="{2253FF4B-7B6E-42DB-94C9-49ACFE3179B0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4_paired_one_to_one_0p3_9162">
            <a:extLst>
              <a:ext uri="{FF2B5EF4-FFF2-40B4-BE49-F238E27FC236}">
                <a16:creationId xmlns:a16="http://schemas.microsoft.com/office/drawing/2014/main" id="{6D3A05DC-6FEA-4D35-A13C-FBDB090E27D0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4_paired_one_to_one_0p3_9163">
            <a:extLst>
              <a:ext uri="{FF2B5EF4-FFF2-40B4-BE49-F238E27FC236}">
                <a16:creationId xmlns:a16="http://schemas.microsoft.com/office/drawing/2014/main" id="{7BDE048C-9F9C-42D8-8374-87CBE8034DD1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4_paired_one_to_one_0p3_9164">
            <a:extLst>
              <a:ext uri="{FF2B5EF4-FFF2-40B4-BE49-F238E27FC236}">
                <a16:creationId xmlns:a16="http://schemas.microsoft.com/office/drawing/2014/main" id="{746FAB63-B262-423D-BEC4-C53D887ABB9E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4_paired_one_to_one_0p3_9165">
            <a:extLst>
              <a:ext uri="{FF2B5EF4-FFF2-40B4-BE49-F238E27FC236}">
                <a16:creationId xmlns:a16="http://schemas.microsoft.com/office/drawing/2014/main" id="{9A5A66CE-AA5E-44E6-BCE6-E0183541A616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4_paired_one_to_one_0p3_9166">
            <a:extLst>
              <a:ext uri="{FF2B5EF4-FFF2-40B4-BE49-F238E27FC236}">
                <a16:creationId xmlns:a16="http://schemas.microsoft.com/office/drawing/2014/main" id="{0925CE06-CA0B-4C35-A62D-9ECF041E8AF5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4_paired_one_to_one_0p3_9167">
            <a:extLst>
              <a:ext uri="{FF2B5EF4-FFF2-40B4-BE49-F238E27FC236}">
                <a16:creationId xmlns:a16="http://schemas.microsoft.com/office/drawing/2014/main" id="{B73C76B2-26BC-4DED-B8B3-9A352445E4F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4_paired_one_to_one_0p3_9168">
            <a:extLst>
              <a:ext uri="{FF2B5EF4-FFF2-40B4-BE49-F238E27FC236}">
                <a16:creationId xmlns:a16="http://schemas.microsoft.com/office/drawing/2014/main" id="{BFA4268B-D221-4B5C-BF43-7476F7C2AC1B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4_paired_one_to_one_0p3_9169">
            <a:extLst>
              <a:ext uri="{FF2B5EF4-FFF2-40B4-BE49-F238E27FC236}">
                <a16:creationId xmlns:a16="http://schemas.microsoft.com/office/drawing/2014/main" id="{0509F556-CBB7-466F-97FE-22E268A16B4A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4_paired_one_to_one_0p3_9170">
            <a:extLst>
              <a:ext uri="{FF2B5EF4-FFF2-40B4-BE49-F238E27FC236}">
                <a16:creationId xmlns:a16="http://schemas.microsoft.com/office/drawing/2014/main" id="{EE531A1B-C4E3-44F2-BE1C-F07A70F3A901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4_paired_one_to_one_0p3_9171">
            <a:extLst>
              <a:ext uri="{FF2B5EF4-FFF2-40B4-BE49-F238E27FC236}">
                <a16:creationId xmlns:a16="http://schemas.microsoft.com/office/drawing/2014/main" id="{EBE16A57-1F37-40D7-8AD0-CABC4A3A0E05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4_paired_one_to_one_0p3_9172">
            <a:extLst>
              <a:ext uri="{FF2B5EF4-FFF2-40B4-BE49-F238E27FC236}">
                <a16:creationId xmlns:a16="http://schemas.microsoft.com/office/drawing/2014/main" id="{7CFEDA17-3A8C-494D-89C4-A33EC1911240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4_paired_one_to_one_0p3_9173">
            <a:extLst>
              <a:ext uri="{FF2B5EF4-FFF2-40B4-BE49-F238E27FC236}">
                <a16:creationId xmlns:a16="http://schemas.microsoft.com/office/drawing/2014/main" id="{A8E22E05-56BB-4BB7-9D22-F575E6F544D0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4_paired_one_to_one_0p3_9174">
            <a:extLst>
              <a:ext uri="{FF2B5EF4-FFF2-40B4-BE49-F238E27FC236}">
                <a16:creationId xmlns:a16="http://schemas.microsoft.com/office/drawing/2014/main" id="{2CC1F411-34CD-4B03-A1A9-A9C068042628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4_paired_one_to_one_0p3_9175">
            <a:extLst>
              <a:ext uri="{FF2B5EF4-FFF2-40B4-BE49-F238E27FC236}">
                <a16:creationId xmlns:a16="http://schemas.microsoft.com/office/drawing/2014/main" id="{0DFB96B1-5F0A-4A22-96AB-C8B127BC29B4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4_paired_one_to_one_0p3_9176">
            <a:extLst>
              <a:ext uri="{FF2B5EF4-FFF2-40B4-BE49-F238E27FC236}">
                <a16:creationId xmlns:a16="http://schemas.microsoft.com/office/drawing/2014/main" id="{3D0C5FDB-9ACA-4D9C-9EE4-04BA63A190CE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4_paired_one_to_one_0p3_9177">
            <a:extLst>
              <a:ext uri="{FF2B5EF4-FFF2-40B4-BE49-F238E27FC236}">
                <a16:creationId xmlns:a16="http://schemas.microsoft.com/office/drawing/2014/main" id="{CA9EAC0D-CA5F-45D8-B60F-545562875246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4_paired_one_to_one_0p3_9178">
            <a:extLst>
              <a:ext uri="{FF2B5EF4-FFF2-40B4-BE49-F238E27FC236}">
                <a16:creationId xmlns:a16="http://schemas.microsoft.com/office/drawing/2014/main" id="{6BCAC911-7741-48EB-BF89-FECFD3AAE49F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4_paired_one_to_one_0p3_9179">
            <a:extLst>
              <a:ext uri="{FF2B5EF4-FFF2-40B4-BE49-F238E27FC236}">
                <a16:creationId xmlns:a16="http://schemas.microsoft.com/office/drawing/2014/main" id="{2542796C-50A7-4602-BBC8-469A8E8EBE49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4_paired_one_to_one_0p3_9180">
            <a:extLst>
              <a:ext uri="{FF2B5EF4-FFF2-40B4-BE49-F238E27FC236}">
                <a16:creationId xmlns:a16="http://schemas.microsoft.com/office/drawing/2014/main" id="{3E88DD48-33A6-47F5-8D7A-0BB02D793EFD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4_paired_one_to_one_0p3_9181">
            <a:extLst>
              <a:ext uri="{FF2B5EF4-FFF2-40B4-BE49-F238E27FC236}">
                <a16:creationId xmlns:a16="http://schemas.microsoft.com/office/drawing/2014/main" id="{E0C7B977-AF72-4F93-9EE7-02C3EB589E2E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4_paired_one_to_one_0p3_9182">
            <a:extLst>
              <a:ext uri="{FF2B5EF4-FFF2-40B4-BE49-F238E27FC236}">
                <a16:creationId xmlns:a16="http://schemas.microsoft.com/office/drawing/2014/main" id="{9AFF0EFF-0CD8-46D4-A687-A8474BC84BD1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4_paired_one_to_one_0p3_9183">
            <a:extLst>
              <a:ext uri="{FF2B5EF4-FFF2-40B4-BE49-F238E27FC236}">
                <a16:creationId xmlns:a16="http://schemas.microsoft.com/office/drawing/2014/main" id="{7193DCE1-DE33-45DE-9B82-197235A1AB07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4_paired_one_to_one_0p3_9184">
            <a:extLst>
              <a:ext uri="{FF2B5EF4-FFF2-40B4-BE49-F238E27FC236}">
                <a16:creationId xmlns:a16="http://schemas.microsoft.com/office/drawing/2014/main" id="{EDC91792-6B67-4A21-9EE2-0AF1745FF7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4_paired_one_to_one_0p3_9185">
            <a:extLst>
              <a:ext uri="{FF2B5EF4-FFF2-40B4-BE49-F238E27FC236}">
                <a16:creationId xmlns:a16="http://schemas.microsoft.com/office/drawing/2014/main" id="{0C089217-07ED-45BD-A554-C975F94427C0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4_paired_one_to_one_0p3_9186">
            <a:extLst>
              <a:ext uri="{FF2B5EF4-FFF2-40B4-BE49-F238E27FC236}">
                <a16:creationId xmlns:a16="http://schemas.microsoft.com/office/drawing/2014/main" id="{7CBEEE8B-FE6E-436A-A832-2FEF33386246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4_paired_one_to_one_0p3_9187">
            <a:extLst>
              <a:ext uri="{FF2B5EF4-FFF2-40B4-BE49-F238E27FC236}">
                <a16:creationId xmlns:a16="http://schemas.microsoft.com/office/drawing/2014/main" id="{9FE06068-17FF-4A93-A58C-91159178DEF6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4_paired_one_to_one_0p3_9188">
            <a:extLst>
              <a:ext uri="{FF2B5EF4-FFF2-40B4-BE49-F238E27FC236}">
                <a16:creationId xmlns:a16="http://schemas.microsoft.com/office/drawing/2014/main" id="{B009B9D3-F6AA-4381-9957-AED95F73EF6E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4_paired_one_to_one_0p3_9189">
            <a:extLst>
              <a:ext uri="{FF2B5EF4-FFF2-40B4-BE49-F238E27FC236}">
                <a16:creationId xmlns:a16="http://schemas.microsoft.com/office/drawing/2014/main" id="{F6CE9985-435F-4582-A92C-896C9CF37593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4_paired_one_to_one_0p3_9190">
            <a:extLst>
              <a:ext uri="{FF2B5EF4-FFF2-40B4-BE49-F238E27FC236}">
                <a16:creationId xmlns:a16="http://schemas.microsoft.com/office/drawing/2014/main" id="{1180690A-9571-4DD1-99FE-709B944F28B1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4_paired_one_to_one_0p3_9191">
            <a:extLst>
              <a:ext uri="{FF2B5EF4-FFF2-40B4-BE49-F238E27FC236}">
                <a16:creationId xmlns:a16="http://schemas.microsoft.com/office/drawing/2014/main" id="{1986F121-6156-4370-9A89-816AAD21A1A6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4_paired_one_to_one_0p3_9192">
            <a:extLst>
              <a:ext uri="{FF2B5EF4-FFF2-40B4-BE49-F238E27FC236}">
                <a16:creationId xmlns:a16="http://schemas.microsoft.com/office/drawing/2014/main" id="{477BEC61-0472-4ED8-ACFE-9F0FBF522214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4_paired_one_to_one_0p3_9193">
            <a:extLst>
              <a:ext uri="{FF2B5EF4-FFF2-40B4-BE49-F238E27FC236}">
                <a16:creationId xmlns:a16="http://schemas.microsoft.com/office/drawing/2014/main" id="{AD7131CA-51F1-4347-8C36-77647ED43980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4_paired_one_to_one_0p3_9194">
            <a:extLst>
              <a:ext uri="{FF2B5EF4-FFF2-40B4-BE49-F238E27FC236}">
                <a16:creationId xmlns:a16="http://schemas.microsoft.com/office/drawing/2014/main" id="{DA567F69-28F9-4896-9C65-36231EE52180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4_paired_one_to_one_0p3_9195">
            <a:extLst>
              <a:ext uri="{FF2B5EF4-FFF2-40B4-BE49-F238E27FC236}">
                <a16:creationId xmlns:a16="http://schemas.microsoft.com/office/drawing/2014/main" id="{B199277F-FA62-473E-8C1B-D285B359037F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4_paired_one_to_one_0p3_9196">
            <a:extLst>
              <a:ext uri="{FF2B5EF4-FFF2-40B4-BE49-F238E27FC236}">
                <a16:creationId xmlns:a16="http://schemas.microsoft.com/office/drawing/2014/main" id="{DAF945CA-BCE7-4C61-AA3D-BA977C2259AF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4_paired_one_to_one_0p3_9197">
            <a:extLst>
              <a:ext uri="{FF2B5EF4-FFF2-40B4-BE49-F238E27FC236}">
                <a16:creationId xmlns:a16="http://schemas.microsoft.com/office/drawing/2014/main" id="{3396C135-56A0-487C-B17E-7E00A2F912E8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4_paired_one_to_one_0p3_9198">
            <a:extLst>
              <a:ext uri="{FF2B5EF4-FFF2-40B4-BE49-F238E27FC236}">
                <a16:creationId xmlns:a16="http://schemas.microsoft.com/office/drawing/2014/main" id="{0C23B08F-3446-4D23-B883-A560C07D4AA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4_paired_one_to_one_0p3_9199">
            <a:extLst>
              <a:ext uri="{FF2B5EF4-FFF2-40B4-BE49-F238E27FC236}">
                <a16:creationId xmlns:a16="http://schemas.microsoft.com/office/drawing/2014/main" id="{F7BE8F6A-3014-4102-AAF5-6534C010629C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4_paired_one_to_one_0p3_9200">
            <a:extLst>
              <a:ext uri="{FF2B5EF4-FFF2-40B4-BE49-F238E27FC236}">
                <a16:creationId xmlns:a16="http://schemas.microsoft.com/office/drawing/2014/main" id="{288AB06C-E654-43AD-B406-C5F6A6BA38DB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4_paired_one_to_one_0p3_9201">
            <a:extLst>
              <a:ext uri="{FF2B5EF4-FFF2-40B4-BE49-F238E27FC236}">
                <a16:creationId xmlns:a16="http://schemas.microsoft.com/office/drawing/2014/main" id="{D8833CEA-FD10-4D41-BDE5-65B810F61073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4_paired_one_to_one_0p3_9202">
            <a:extLst>
              <a:ext uri="{FF2B5EF4-FFF2-40B4-BE49-F238E27FC236}">
                <a16:creationId xmlns:a16="http://schemas.microsoft.com/office/drawing/2014/main" id="{5D4FBD61-EEF8-4462-836D-FBA7C1E0A4B6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4_paired_one_to_one_0p3_9203">
            <a:extLst>
              <a:ext uri="{FF2B5EF4-FFF2-40B4-BE49-F238E27FC236}">
                <a16:creationId xmlns:a16="http://schemas.microsoft.com/office/drawing/2014/main" id="{7D84A495-E837-4E10-9DD3-1E99882303ED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4_paired_one_to_one_0p3_9204">
            <a:extLst>
              <a:ext uri="{FF2B5EF4-FFF2-40B4-BE49-F238E27FC236}">
                <a16:creationId xmlns:a16="http://schemas.microsoft.com/office/drawing/2014/main" id="{9C85B5CF-906C-4265-BA86-EA81B925EDAA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4_paired_one_to_one_0p3_9205">
            <a:extLst>
              <a:ext uri="{FF2B5EF4-FFF2-40B4-BE49-F238E27FC236}">
                <a16:creationId xmlns:a16="http://schemas.microsoft.com/office/drawing/2014/main" id="{4BEA4E82-D37A-4B42-B50F-E131997971E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4_paired_one_to_one_0p3_9206">
            <a:extLst>
              <a:ext uri="{FF2B5EF4-FFF2-40B4-BE49-F238E27FC236}">
                <a16:creationId xmlns:a16="http://schemas.microsoft.com/office/drawing/2014/main" id="{CC5E18C6-3E72-40CD-92FC-4BB8766E31EC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4_paired_one_to_one_0p3_9207">
            <a:extLst>
              <a:ext uri="{FF2B5EF4-FFF2-40B4-BE49-F238E27FC236}">
                <a16:creationId xmlns:a16="http://schemas.microsoft.com/office/drawing/2014/main" id="{7D2AB5CC-1CF5-4D01-B54F-42216F485A34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4_paired_one_to_one_0p3_9208">
            <a:extLst>
              <a:ext uri="{FF2B5EF4-FFF2-40B4-BE49-F238E27FC236}">
                <a16:creationId xmlns:a16="http://schemas.microsoft.com/office/drawing/2014/main" id="{02FE9E1E-A043-4A56-99C5-C0F8BDFEDCE8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4_paired_one_to_one_0p3_9209">
            <a:extLst>
              <a:ext uri="{FF2B5EF4-FFF2-40B4-BE49-F238E27FC236}">
                <a16:creationId xmlns:a16="http://schemas.microsoft.com/office/drawing/2014/main" id="{B022AE18-2391-4237-83BF-81F698F45219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4_paired_one_to_one_0p3_9210">
            <a:extLst>
              <a:ext uri="{FF2B5EF4-FFF2-40B4-BE49-F238E27FC236}">
                <a16:creationId xmlns:a16="http://schemas.microsoft.com/office/drawing/2014/main" id="{E019B9AF-275C-4B1C-BF45-BBCC61A7E40E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4_paired_one_to_one_0p3_9211">
            <a:extLst>
              <a:ext uri="{FF2B5EF4-FFF2-40B4-BE49-F238E27FC236}">
                <a16:creationId xmlns:a16="http://schemas.microsoft.com/office/drawing/2014/main" id="{A8CF88EE-3D63-48E9-995C-742AF3B55304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4_paired_one_to_one_0p3_9212">
            <a:extLst>
              <a:ext uri="{FF2B5EF4-FFF2-40B4-BE49-F238E27FC236}">
                <a16:creationId xmlns:a16="http://schemas.microsoft.com/office/drawing/2014/main" id="{0B5026BB-FF08-4B3B-A234-487708EAF6BA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4_paired_one_to_one_0p3_9213">
            <a:extLst>
              <a:ext uri="{FF2B5EF4-FFF2-40B4-BE49-F238E27FC236}">
                <a16:creationId xmlns:a16="http://schemas.microsoft.com/office/drawing/2014/main" id="{F4F4A800-9435-4E55-ABC9-C05F528E75CF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4_paired_one_to_one_0p3_9214">
            <a:extLst>
              <a:ext uri="{FF2B5EF4-FFF2-40B4-BE49-F238E27FC236}">
                <a16:creationId xmlns:a16="http://schemas.microsoft.com/office/drawing/2014/main" id="{094A4B2C-78D6-4D08-BDB8-E840715533D2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4_paired_one_to_one_0p3_9215">
            <a:extLst>
              <a:ext uri="{FF2B5EF4-FFF2-40B4-BE49-F238E27FC236}">
                <a16:creationId xmlns:a16="http://schemas.microsoft.com/office/drawing/2014/main" id="{AC9BDF87-2D64-4211-AE59-135464B42387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4_paired_one_to_one_0p3_9216">
            <a:extLst>
              <a:ext uri="{FF2B5EF4-FFF2-40B4-BE49-F238E27FC236}">
                <a16:creationId xmlns:a16="http://schemas.microsoft.com/office/drawing/2014/main" id="{A96915E6-5897-401C-9E79-43BFCFD11448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4_paired_one_to_one_0p3_9217">
            <a:extLst>
              <a:ext uri="{FF2B5EF4-FFF2-40B4-BE49-F238E27FC236}">
                <a16:creationId xmlns:a16="http://schemas.microsoft.com/office/drawing/2014/main" id="{A11C72DE-E313-4CD0-BB12-B924BBA8C250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4_paired_one_to_one_0p3_9218">
            <a:extLst>
              <a:ext uri="{FF2B5EF4-FFF2-40B4-BE49-F238E27FC236}">
                <a16:creationId xmlns:a16="http://schemas.microsoft.com/office/drawing/2014/main" id="{21F7BAF1-5024-45C7-BCFF-528F00DFFAE7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4_paired_one_to_one_0p3_9219">
            <a:extLst>
              <a:ext uri="{FF2B5EF4-FFF2-40B4-BE49-F238E27FC236}">
                <a16:creationId xmlns:a16="http://schemas.microsoft.com/office/drawing/2014/main" id="{453280ED-D624-4F74-967E-A24453BA9274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4_paired_one_to_one_0p3_9220">
            <a:extLst>
              <a:ext uri="{FF2B5EF4-FFF2-40B4-BE49-F238E27FC236}">
                <a16:creationId xmlns:a16="http://schemas.microsoft.com/office/drawing/2014/main" id="{4AEA4DCC-BAFD-4DEC-8103-2175CEFFCA27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4_paired_one_to_one_0p3_9221">
            <a:extLst>
              <a:ext uri="{FF2B5EF4-FFF2-40B4-BE49-F238E27FC236}">
                <a16:creationId xmlns:a16="http://schemas.microsoft.com/office/drawing/2014/main" id="{0B9764BF-C935-477D-BC86-FEA82CF51464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4_paired_one_to_one_0p3_9222">
            <a:extLst>
              <a:ext uri="{FF2B5EF4-FFF2-40B4-BE49-F238E27FC236}">
                <a16:creationId xmlns:a16="http://schemas.microsoft.com/office/drawing/2014/main" id="{8787D327-A68C-418F-9BC9-69E4FE7A7B6D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4_paired_one_to_one_0p3_9223">
            <a:extLst>
              <a:ext uri="{FF2B5EF4-FFF2-40B4-BE49-F238E27FC236}">
                <a16:creationId xmlns:a16="http://schemas.microsoft.com/office/drawing/2014/main" id="{E8A5F0D9-48AD-448B-9D6F-D4028F5EE123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4_paired_one_to_one_0p3_9224">
            <a:extLst>
              <a:ext uri="{FF2B5EF4-FFF2-40B4-BE49-F238E27FC236}">
                <a16:creationId xmlns:a16="http://schemas.microsoft.com/office/drawing/2014/main" id="{2F45A658-5A83-4393-B724-2E902E2AEFED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4_paired_one_to_one_0p3_9225">
            <a:extLst>
              <a:ext uri="{FF2B5EF4-FFF2-40B4-BE49-F238E27FC236}">
                <a16:creationId xmlns:a16="http://schemas.microsoft.com/office/drawing/2014/main" id="{42930D0A-509F-49A6-A532-916DA01977A3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4_paired_one_to_one_0p3_9226">
            <a:extLst>
              <a:ext uri="{FF2B5EF4-FFF2-40B4-BE49-F238E27FC236}">
                <a16:creationId xmlns:a16="http://schemas.microsoft.com/office/drawing/2014/main" id="{582DCA61-D90B-4ED5-B0CF-DFB9DE708CAB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4_paired_one_to_one_0p3_9227">
            <a:extLst>
              <a:ext uri="{FF2B5EF4-FFF2-40B4-BE49-F238E27FC236}">
                <a16:creationId xmlns:a16="http://schemas.microsoft.com/office/drawing/2014/main" id="{6FFCC3B5-A3A0-40EA-9FF0-278E6003D740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4_paired_one_to_one_0p3_9228">
            <a:extLst>
              <a:ext uri="{FF2B5EF4-FFF2-40B4-BE49-F238E27FC236}">
                <a16:creationId xmlns:a16="http://schemas.microsoft.com/office/drawing/2014/main" id="{E93731C5-DC42-4E7C-B8B3-EEA8488B8353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4_paired_one_to_one_0p3_9229">
            <a:extLst>
              <a:ext uri="{FF2B5EF4-FFF2-40B4-BE49-F238E27FC236}">
                <a16:creationId xmlns:a16="http://schemas.microsoft.com/office/drawing/2014/main" id="{342360F6-64AA-4E6C-9216-6BCBE325B8E8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4_paired_one_to_one_0p3_9230">
            <a:extLst>
              <a:ext uri="{FF2B5EF4-FFF2-40B4-BE49-F238E27FC236}">
                <a16:creationId xmlns:a16="http://schemas.microsoft.com/office/drawing/2014/main" id="{2DFE4385-5270-4F12-9C93-FFAD01EE6311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4_paired_one_to_one_0p3_9231">
            <a:extLst>
              <a:ext uri="{FF2B5EF4-FFF2-40B4-BE49-F238E27FC236}">
                <a16:creationId xmlns:a16="http://schemas.microsoft.com/office/drawing/2014/main" id="{F7F72E74-A30B-4225-9A70-51526731DC99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4_paired_one_to_one_0p3_9232">
            <a:extLst>
              <a:ext uri="{FF2B5EF4-FFF2-40B4-BE49-F238E27FC236}">
                <a16:creationId xmlns:a16="http://schemas.microsoft.com/office/drawing/2014/main" id="{45F5E995-1740-4A35-B053-6B47C3C1F210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4_paired_one_to_one_0p3_9233">
            <a:extLst>
              <a:ext uri="{FF2B5EF4-FFF2-40B4-BE49-F238E27FC236}">
                <a16:creationId xmlns:a16="http://schemas.microsoft.com/office/drawing/2014/main" id="{C8E3F798-605E-4F67-BA94-C66CB4AFCE99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4_paired_one_to_one_0p3_9234">
            <a:extLst>
              <a:ext uri="{FF2B5EF4-FFF2-40B4-BE49-F238E27FC236}">
                <a16:creationId xmlns:a16="http://schemas.microsoft.com/office/drawing/2014/main" id="{8F4A4BC1-249C-4550-9494-DF69BC8C4E68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4_paired_one_to_one_0p3_9235">
            <a:extLst>
              <a:ext uri="{FF2B5EF4-FFF2-40B4-BE49-F238E27FC236}">
                <a16:creationId xmlns:a16="http://schemas.microsoft.com/office/drawing/2014/main" id="{2B53C4A7-437E-4AC8-BC02-5D0B47EC9527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4_paired_one_to_one_0p3_9236">
            <a:extLst>
              <a:ext uri="{FF2B5EF4-FFF2-40B4-BE49-F238E27FC236}">
                <a16:creationId xmlns:a16="http://schemas.microsoft.com/office/drawing/2014/main" id="{4026871C-04F7-4EED-837B-E0FC0406B0FC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4_paired_one_to_one_0p3_9237">
            <a:extLst>
              <a:ext uri="{FF2B5EF4-FFF2-40B4-BE49-F238E27FC236}">
                <a16:creationId xmlns:a16="http://schemas.microsoft.com/office/drawing/2014/main" id="{88CD2378-FA6F-49B9-B636-83F9EF63A356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4_paired_one_to_one_0p3_9238">
            <a:extLst>
              <a:ext uri="{FF2B5EF4-FFF2-40B4-BE49-F238E27FC236}">
                <a16:creationId xmlns:a16="http://schemas.microsoft.com/office/drawing/2014/main" id="{062AC414-CA36-4B05-95B3-4335C0F46741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4_paired_one_to_one_0p3_9239">
            <a:extLst>
              <a:ext uri="{FF2B5EF4-FFF2-40B4-BE49-F238E27FC236}">
                <a16:creationId xmlns:a16="http://schemas.microsoft.com/office/drawing/2014/main" id="{E48D74AF-03CB-4722-A925-A834CC64ADD8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4_paired_one_to_one_0p3_9240">
            <a:extLst>
              <a:ext uri="{FF2B5EF4-FFF2-40B4-BE49-F238E27FC236}">
                <a16:creationId xmlns:a16="http://schemas.microsoft.com/office/drawing/2014/main" id="{5C6CF892-351F-4917-AA84-AD1087247543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4_paired_one_to_one_0p3_9241">
            <a:extLst>
              <a:ext uri="{FF2B5EF4-FFF2-40B4-BE49-F238E27FC236}">
                <a16:creationId xmlns:a16="http://schemas.microsoft.com/office/drawing/2014/main" id="{5308F42F-3C9C-436B-9719-839DD6913B6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4_paired_one_to_one_0p3_9242">
            <a:extLst>
              <a:ext uri="{FF2B5EF4-FFF2-40B4-BE49-F238E27FC236}">
                <a16:creationId xmlns:a16="http://schemas.microsoft.com/office/drawing/2014/main" id="{5DC6AF2A-6302-4C48-9D56-DE8D39EAF6AA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4_paired_one_to_one_0p3_9243">
            <a:extLst>
              <a:ext uri="{FF2B5EF4-FFF2-40B4-BE49-F238E27FC236}">
                <a16:creationId xmlns:a16="http://schemas.microsoft.com/office/drawing/2014/main" id="{A1C9A1C7-0710-4E05-91D4-5E31000B3EE1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4_paired_one_to_one_0p3_9244">
            <a:extLst>
              <a:ext uri="{FF2B5EF4-FFF2-40B4-BE49-F238E27FC236}">
                <a16:creationId xmlns:a16="http://schemas.microsoft.com/office/drawing/2014/main" id="{93A866DD-4AEE-4BE1-8092-D9BEF4DE02A9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4_paired_one_to_one_0p3_9245">
            <a:extLst>
              <a:ext uri="{FF2B5EF4-FFF2-40B4-BE49-F238E27FC236}">
                <a16:creationId xmlns:a16="http://schemas.microsoft.com/office/drawing/2014/main" id="{6CA83BB4-1BA4-4088-8C6F-41D971A1D64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4_paired_one_to_one_0p3_9246">
            <a:extLst>
              <a:ext uri="{FF2B5EF4-FFF2-40B4-BE49-F238E27FC236}">
                <a16:creationId xmlns:a16="http://schemas.microsoft.com/office/drawing/2014/main" id="{0741FF7C-2171-4D7D-9BF3-DE6F52764DDA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4_paired_one_to_one_0p3_9247">
            <a:extLst>
              <a:ext uri="{FF2B5EF4-FFF2-40B4-BE49-F238E27FC236}">
                <a16:creationId xmlns:a16="http://schemas.microsoft.com/office/drawing/2014/main" id="{AAA7866E-F040-4812-9332-3B7E1E402439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4_paired_one_to_one_0p3_9248">
            <a:extLst>
              <a:ext uri="{FF2B5EF4-FFF2-40B4-BE49-F238E27FC236}">
                <a16:creationId xmlns:a16="http://schemas.microsoft.com/office/drawing/2014/main" id="{AFA27CFF-9308-4E0A-A781-25DF7CB9C404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4_paired_one_to_one_0p3_9249">
            <a:extLst>
              <a:ext uri="{FF2B5EF4-FFF2-40B4-BE49-F238E27FC236}">
                <a16:creationId xmlns:a16="http://schemas.microsoft.com/office/drawing/2014/main" id="{AC1B9A27-65E2-4BFB-A4B8-1ADAEC9E7B2F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4_paired_one_to_one_0p3_9250">
            <a:extLst>
              <a:ext uri="{FF2B5EF4-FFF2-40B4-BE49-F238E27FC236}">
                <a16:creationId xmlns:a16="http://schemas.microsoft.com/office/drawing/2014/main" id="{0AEB5376-C751-4813-A8D7-EB06B9C70F2B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4_paired_one_to_one_0p3_9251">
            <a:extLst>
              <a:ext uri="{FF2B5EF4-FFF2-40B4-BE49-F238E27FC236}">
                <a16:creationId xmlns:a16="http://schemas.microsoft.com/office/drawing/2014/main" id="{3C06E10A-F395-4DFD-8CE2-B7F375799C47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4_paired_one_to_one_0p3_9252">
            <a:extLst>
              <a:ext uri="{FF2B5EF4-FFF2-40B4-BE49-F238E27FC236}">
                <a16:creationId xmlns:a16="http://schemas.microsoft.com/office/drawing/2014/main" id="{8BD19BBD-9E6A-4E3F-B6BD-803D2958A177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4_paired_one_to_one_0p3_9253">
            <a:extLst>
              <a:ext uri="{FF2B5EF4-FFF2-40B4-BE49-F238E27FC236}">
                <a16:creationId xmlns:a16="http://schemas.microsoft.com/office/drawing/2014/main" id="{8B193233-A210-4EBF-B07F-0A5BABA34BD1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4_paired_one_to_one_0p3_9254">
            <a:extLst>
              <a:ext uri="{FF2B5EF4-FFF2-40B4-BE49-F238E27FC236}">
                <a16:creationId xmlns:a16="http://schemas.microsoft.com/office/drawing/2014/main" id="{C822C904-2135-4EDE-BF28-5F1066D54C4C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4_paired_one_to_one_0p3_9255">
            <a:extLst>
              <a:ext uri="{FF2B5EF4-FFF2-40B4-BE49-F238E27FC236}">
                <a16:creationId xmlns:a16="http://schemas.microsoft.com/office/drawing/2014/main" id="{B355FDCF-3F8E-40B5-9BCD-BAE01CF0BDD4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4_paired_one_to_one_0p3_9256">
            <a:extLst>
              <a:ext uri="{FF2B5EF4-FFF2-40B4-BE49-F238E27FC236}">
                <a16:creationId xmlns:a16="http://schemas.microsoft.com/office/drawing/2014/main" id="{E0802462-8E4B-4C16-B870-DA1E62D0EAC1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4_paired_one_to_one_0p3_9257">
            <a:extLst>
              <a:ext uri="{FF2B5EF4-FFF2-40B4-BE49-F238E27FC236}">
                <a16:creationId xmlns:a16="http://schemas.microsoft.com/office/drawing/2014/main" id="{F4587F36-92DC-4D99-89A5-BAD52DD056E6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4_paired_one_to_one_0p3_9258">
            <a:extLst>
              <a:ext uri="{FF2B5EF4-FFF2-40B4-BE49-F238E27FC236}">
                <a16:creationId xmlns:a16="http://schemas.microsoft.com/office/drawing/2014/main" id="{F1E3DB0B-8E7D-4B77-A32C-7BF37A6C4702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4_paired_one_to_one_0p3_9259">
            <a:extLst>
              <a:ext uri="{FF2B5EF4-FFF2-40B4-BE49-F238E27FC236}">
                <a16:creationId xmlns:a16="http://schemas.microsoft.com/office/drawing/2014/main" id="{D4C77FDE-624A-43FE-99AE-730904D8198A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4_paired_one_to_one_0p3_9260">
            <a:extLst>
              <a:ext uri="{FF2B5EF4-FFF2-40B4-BE49-F238E27FC236}">
                <a16:creationId xmlns:a16="http://schemas.microsoft.com/office/drawing/2014/main" id="{D6DD3615-0946-4A17-9489-89308181AD7D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4_paired_one_to_one_0p3_9261">
            <a:extLst>
              <a:ext uri="{FF2B5EF4-FFF2-40B4-BE49-F238E27FC236}">
                <a16:creationId xmlns:a16="http://schemas.microsoft.com/office/drawing/2014/main" id="{490B87CC-EF2D-4D86-B53E-9FCA6E56943D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4_paired_one_to_one_0p3_9262">
            <a:extLst>
              <a:ext uri="{FF2B5EF4-FFF2-40B4-BE49-F238E27FC236}">
                <a16:creationId xmlns:a16="http://schemas.microsoft.com/office/drawing/2014/main" id="{FC7E5A55-6DBC-41E7-99DE-D9FBE56D19A5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4_paired_one_to_one_0p3_9263">
            <a:extLst>
              <a:ext uri="{FF2B5EF4-FFF2-40B4-BE49-F238E27FC236}">
                <a16:creationId xmlns:a16="http://schemas.microsoft.com/office/drawing/2014/main" id="{DE4AD592-7561-4437-AB54-412EF82065C9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4_paired_one_to_one_0p3_9264">
            <a:extLst>
              <a:ext uri="{FF2B5EF4-FFF2-40B4-BE49-F238E27FC236}">
                <a16:creationId xmlns:a16="http://schemas.microsoft.com/office/drawing/2014/main" id="{10B46B25-6C1C-4343-BB85-159B21AF1AB3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4_paired_one_to_one_0p3_9265">
            <a:extLst>
              <a:ext uri="{FF2B5EF4-FFF2-40B4-BE49-F238E27FC236}">
                <a16:creationId xmlns:a16="http://schemas.microsoft.com/office/drawing/2014/main" id="{225B38AB-BC5C-4B68-96D9-E207B210DE20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4_paired_one_to_one_0p3_9266">
            <a:extLst>
              <a:ext uri="{FF2B5EF4-FFF2-40B4-BE49-F238E27FC236}">
                <a16:creationId xmlns:a16="http://schemas.microsoft.com/office/drawing/2014/main" id="{04356E76-57BD-4352-BECE-61FD1611C24D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4_paired_one_to_one_0p3_9267">
            <a:extLst>
              <a:ext uri="{FF2B5EF4-FFF2-40B4-BE49-F238E27FC236}">
                <a16:creationId xmlns:a16="http://schemas.microsoft.com/office/drawing/2014/main" id="{8FAB81FD-279E-4DF7-81DC-B8F785325BAD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4_paired_one_to_one_0p3_9268">
            <a:extLst>
              <a:ext uri="{FF2B5EF4-FFF2-40B4-BE49-F238E27FC236}">
                <a16:creationId xmlns:a16="http://schemas.microsoft.com/office/drawing/2014/main" id="{D3BB61AF-7E0D-4154-87A0-343E641BD96D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4_paired_one_to_one_0p3_9269">
            <a:extLst>
              <a:ext uri="{FF2B5EF4-FFF2-40B4-BE49-F238E27FC236}">
                <a16:creationId xmlns:a16="http://schemas.microsoft.com/office/drawing/2014/main" id="{0DA1B3C2-EEAB-409A-A7F6-4E77D7E42513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4_paired_one_to_one_0p3_9270">
            <a:extLst>
              <a:ext uri="{FF2B5EF4-FFF2-40B4-BE49-F238E27FC236}">
                <a16:creationId xmlns:a16="http://schemas.microsoft.com/office/drawing/2014/main" id="{EF800211-764D-4A13-814C-F63966045E01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4_paired_one_to_one_0p3_9271">
            <a:extLst>
              <a:ext uri="{FF2B5EF4-FFF2-40B4-BE49-F238E27FC236}">
                <a16:creationId xmlns:a16="http://schemas.microsoft.com/office/drawing/2014/main" id="{DE9190EA-A65D-48AD-B4C0-2B559F8751DA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4_paired_one_to_one_0p3_9272">
            <a:extLst>
              <a:ext uri="{FF2B5EF4-FFF2-40B4-BE49-F238E27FC236}">
                <a16:creationId xmlns:a16="http://schemas.microsoft.com/office/drawing/2014/main" id="{67550DD9-FE88-43A1-B753-A0F4AF9F8B95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4_paired_one_to_one_0p3_9273">
            <a:extLst>
              <a:ext uri="{FF2B5EF4-FFF2-40B4-BE49-F238E27FC236}">
                <a16:creationId xmlns:a16="http://schemas.microsoft.com/office/drawing/2014/main" id="{E579CFA3-2E71-42F5-BEBD-2B766C74BF90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4_paired_one_to_one_0p3_9274">
            <a:extLst>
              <a:ext uri="{FF2B5EF4-FFF2-40B4-BE49-F238E27FC236}">
                <a16:creationId xmlns:a16="http://schemas.microsoft.com/office/drawing/2014/main" id="{5ADD462F-B443-407E-B1FB-001B897F09A9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4_paired_one_to_one_0p3_9275">
            <a:extLst>
              <a:ext uri="{FF2B5EF4-FFF2-40B4-BE49-F238E27FC236}">
                <a16:creationId xmlns:a16="http://schemas.microsoft.com/office/drawing/2014/main" id="{8A870582-E005-4B3E-BF2E-4F657F39B061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4_paired_one_to_one_0p3_9276">
            <a:extLst>
              <a:ext uri="{FF2B5EF4-FFF2-40B4-BE49-F238E27FC236}">
                <a16:creationId xmlns:a16="http://schemas.microsoft.com/office/drawing/2014/main" id="{9D11A244-89CB-4E8F-BB67-392ED34048A5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4_paired_one_to_one_0p3_9277">
            <a:extLst>
              <a:ext uri="{FF2B5EF4-FFF2-40B4-BE49-F238E27FC236}">
                <a16:creationId xmlns:a16="http://schemas.microsoft.com/office/drawing/2014/main" id="{8A85635A-DAB5-4DF6-B4AA-A3220780E8F0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4_paired_one_to_one_0p3_9278">
            <a:extLst>
              <a:ext uri="{FF2B5EF4-FFF2-40B4-BE49-F238E27FC236}">
                <a16:creationId xmlns:a16="http://schemas.microsoft.com/office/drawing/2014/main" id="{44365298-DCB3-4826-B739-3EE564C69B1D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4_paired_one_to_one_0p3_9279">
            <a:extLst>
              <a:ext uri="{FF2B5EF4-FFF2-40B4-BE49-F238E27FC236}">
                <a16:creationId xmlns:a16="http://schemas.microsoft.com/office/drawing/2014/main" id="{70DB6D43-0371-459F-B935-676DE947A0B6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4_paired_one_to_one_0p3_9280">
            <a:extLst>
              <a:ext uri="{FF2B5EF4-FFF2-40B4-BE49-F238E27FC236}">
                <a16:creationId xmlns:a16="http://schemas.microsoft.com/office/drawing/2014/main" id="{BF005A19-820D-4C67-B20B-567E9CFC77AB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4_paired_one_to_one_0p3_9281">
            <a:extLst>
              <a:ext uri="{FF2B5EF4-FFF2-40B4-BE49-F238E27FC236}">
                <a16:creationId xmlns:a16="http://schemas.microsoft.com/office/drawing/2014/main" id="{92FE08C4-ED4B-4F6D-808C-D8F994894528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4_paired_one_to_one_0p3_9282">
            <a:extLst>
              <a:ext uri="{FF2B5EF4-FFF2-40B4-BE49-F238E27FC236}">
                <a16:creationId xmlns:a16="http://schemas.microsoft.com/office/drawing/2014/main" id="{ABB9F841-1B6A-4872-93A1-11EEF5F47B4A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4_paired_one_to_one_0p3_9283">
            <a:extLst>
              <a:ext uri="{FF2B5EF4-FFF2-40B4-BE49-F238E27FC236}">
                <a16:creationId xmlns:a16="http://schemas.microsoft.com/office/drawing/2014/main" id="{6784D40B-CB43-4BB1-BE95-CE8CE76CBE98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4_paired_one_to_one_0p3_9284">
            <a:extLst>
              <a:ext uri="{FF2B5EF4-FFF2-40B4-BE49-F238E27FC236}">
                <a16:creationId xmlns:a16="http://schemas.microsoft.com/office/drawing/2014/main" id="{332513B6-C349-468D-9AA3-AF9EDEED7F1C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4_paired_one_to_one_0p3_9285">
            <a:extLst>
              <a:ext uri="{FF2B5EF4-FFF2-40B4-BE49-F238E27FC236}">
                <a16:creationId xmlns:a16="http://schemas.microsoft.com/office/drawing/2014/main" id="{2320FF1F-56E9-4A01-81BD-A569B9F5B1D2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4_paired_one_to_one_0p3_9286">
            <a:extLst>
              <a:ext uri="{FF2B5EF4-FFF2-40B4-BE49-F238E27FC236}">
                <a16:creationId xmlns:a16="http://schemas.microsoft.com/office/drawing/2014/main" id="{2BCCFFBA-010D-42F2-9754-934F558A1856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4_paired_one_to_one_0p3_9287">
            <a:extLst>
              <a:ext uri="{FF2B5EF4-FFF2-40B4-BE49-F238E27FC236}">
                <a16:creationId xmlns:a16="http://schemas.microsoft.com/office/drawing/2014/main" id="{6507BCC6-32FC-465A-A3EC-9044DDF4D1D3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4_paired_one_to_one_0p3_9288">
            <a:extLst>
              <a:ext uri="{FF2B5EF4-FFF2-40B4-BE49-F238E27FC236}">
                <a16:creationId xmlns:a16="http://schemas.microsoft.com/office/drawing/2014/main" id="{DE514F1E-B0EA-4286-9BFD-089410C7CC37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4_paired_one_to_one_0p3_9289">
            <a:extLst>
              <a:ext uri="{FF2B5EF4-FFF2-40B4-BE49-F238E27FC236}">
                <a16:creationId xmlns:a16="http://schemas.microsoft.com/office/drawing/2014/main" id="{AEAA1A55-0F93-41B8-8CF6-E82955AA6F72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4_paired_one_to_one_0p3_9290">
            <a:extLst>
              <a:ext uri="{FF2B5EF4-FFF2-40B4-BE49-F238E27FC236}">
                <a16:creationId xmlns:a16="http://schemas.microsoft.com/office/drawing/2014/main" id="{34881236-FC9B-42DD-AF08-F6534C6AF335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4_paired_one_to_one_0p3_9291">
            <a:extLst>
              <a:ext uri="{FF2B5EF4-FFF2-40B4-BE49-F238E27FC236}">
                <a16:creationId xmlns:a16="http://schemas.microsoft.com/office/drawing/2014/main" id="{B5A39350-FB71-41AA-AD2F-DC7A47856CA9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4_paired_one_to_one_0p3_9292">
            <a:extLst>
              <a:ext uri="{FF2B5EF4-FFF2-40B4-BE49-F238E27FC236}">
                <a16:creationId xmlns:a16="http://schemas.microsoft.com/office/drawing/2014/main" id="{C2F2ADEC-BDF1-45F4-B142-21C63F9937DB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4_paired_one_to_one_0p3_9293">
            <a:extLst>
              <a:ext uri="{FF2B5EF4-FFF2-40B4-BE49-F238E27FC236}">
                <a16:creationId xmlns:a16="http://schemas.microsoft.com/office/drawing/2014/main" id="{375D8E21-8AAB-454B-8FB4-53C1697E6A84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4_paired_one_to_one_0p3_9294">
            <a:extLst>
              <a:ext uri="{FF2B5EF4-FFF2-40B4-BE49-F238E27FC236}">
                <a16:creationId xmlns:a16="http://schemas.microsoft.com/office/drawing/2014/main" id="{94E04E07-5748-40C3-A4B9-7D6B68C1799E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4_paired_one_to_one_0p3_9295">
            <a:extLst>
              <a:ext uri="{FF2B5EF4-FFF2-40B4-BE49-F238E27FC236}">
                <a16:creationId xmlns:a16="http://schemas.microsoft.com/office/drawing/2014/main" id="{A77DAC17-EBDE-477D-BD63-FCCAD653C462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4_paired_one_to_one_0p3_9296">
            <a:extLst>
              <a:ext uri="{FF2B5EF4-FFF2-40B4-BE49-F238E27FC236}">
                <a16:creationId xmlns:a16="http://schemas.microsoft.com/office/drawing/2014/main" id="{CF876591-04A0-4653-9B8A-A3CAC1052549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4_paired_one_to_one_0p3_9297">
            <a:extLst>
              <a:ext uri="{FF2B5EF4-FFF2-40B4-BE49-F238E27FC236}">
                <a16:creationId xmlns:a16="http://schemas.microsoft.com/office/drawing/2014/main" id="{CC383109-3DA4-4478-9223-5273C78B5500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4_paired_one_to_one_0p3_9298">
            <a:extLst>
              <a:ext uri="{FF2B5EF4-FFF2-40B4-BE49-F238E27FC236}">
                <a16:creationId xmlns:a16="http://schemas.microsoft.com/office/drawing/2014/main" id="{26B4D941-DA92-416C-A3E9-402F7709943B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4_paired_one_to_one_0p3_9299">
            <a:extLst>
              <a:ext uri="{FF2B5EF4-FFF2-40B4-BE49-F238E27FC236}">
                <a16:creationId xmlns:a16="http://schemas.microsoft.com/office/drawing/2014/main" id="{0EFDA1EC-D3C6-4BF5-B871-5D5A6B1A2BF9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4_paired_one_to_one_0p3_9300">
            <a:extLst>
              <a:ext uri="{FF2B5EF4-FFF2-40B4-BE49-F238E27FC236}">
                <a16:creationId xmlns:a16="http://schemas.microsoft.com/office/drawing/2014/main" id="{29FBDE4D-4BAA-47C5-A936-A4803C4C3903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4_paired_one_to_one_0p3_9301">
            <a:extLst>
              <a:ext uri="{FF2B5EF4-FFF2-40B4-BE49-F238E27FC236}">
                <a16:creationId xmlns:a16="http://schemas.microsoft.com/office/drawing/2014/main" id="{33FB4E47-E9E0-430A-B59D-57B87BB891F3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4_paired_one_to_one_0p3_9302">
            <a:extLst>
              <a:ext uri="{FF2B5EF4-FFF2-40B4-BE49-F238E27FC236}">
                <a16:creationId xmlns:a16="http://schemas.microsoft.com/office/drawing/2014/main" id="{7C8D5C16-7C79-4AD8-A467-A1AC1A1710BA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4_paired_one_to_one_0p3_9303">
            <a:extLst>
              <a:ext uri="{FF2B5EF4-FFF2-40B4-BE49-F238E27FC236}">
                <a16:creationId xmlns:a16="http://schemas.microsoft.com/office/drawing/2014/main" id="{6A808487-09FB-439C-BE38-0270B836C576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4_paired_one_to_one_0p3_9304">
            <a:extLst>
              <a:ext uri="{FF2B5EF4-FFF2-40B4-BE49-F238E27FC236}">
                <a16:creationId xmlns:a16="http://schemas.microsoft.com/office/drawing/2014/main" id="{EF75B01C-48D5-4694-ACD7-8975489842CB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4_paired_one_to_one_0p3_9305">
            <a:extLst>
              <a:ext uri="{FF2B5EF4-FFF2-40B4-BE49-F238E27FC236}">
                <a16:creationId xmlns:a16="http://schemas.microsoft.com/office/drawing/2014/main" id="{2F321955-678D-4AFA-9005-01A6B06078B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4_paired_one_to_one_0p3_9306">
            <a:extLst>
              <a:ext uri="{FF2B5EF4-FFF2-40B4-BE49-F238E27FC236}">
                <a16:creationId xmlns:a16="http://schemas.microsoft.com/office/drawing/2014/main" id="{174F5E0F-A38A-40B4-BE34-DB88B455119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4_paired_one_to_one_0p3_9307">
            <a:extLst>
              <a:ext uri="{FF2B5EF4-FFF2-40B4-BE49-F238E27FC236}">
                <a16:creationId xmlns:a16="http://schemas.microsoft.com/office/drawing/2014/main" id="{76489D12-B7CA-40B8-B2C1-389B295CAAA5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4_paired_one_to_one_0p3_9308">
            <a:extLst>
              <a:ext uri="{FF2B5EF4-FFF2-40B4-BE49-F238E27FC236}">
                <a16:creationId xmlns:a16="http://schemas.microsoft.com/office/drawing/2014/main" id="{CCD17FA3-44D6-4073-8028-7F914D1F22DC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4_paired_one_to_one_0p3_9309">
            <a:extLst>
              <a:ext uri="{FF2B5EF4-FFF2-40B4-BE49-F238E27FC236}">
                <a16:creationId xmlns:a16="http://schemas.microsoft.com/office/drawing/2014/main" id="{1CD06D97-9946-4B67-96EA-9BE3C720A877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4_paired_one_to_one_0p3_9310">
            <a:extLst>
              <a:ext uri="{FF2B5EF4-FFF2-40B4-BE49-F238E27FC236}">
                <a16:creationId xmlns:a16="http://schemas.microsoft.com/office/drawing/2014/main" id="{C5D7633F-EDD7-49FE-87D1-41425FA89B95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4_paired_one_to_one_0p3_9311">
            <a:extLst>
              <a:ext uri="{FF2B5EF4-FFF2-40B4-BE49-F238E27FC236}">
                <a16:creationId xmlns:a16="http://schemas.microsoft.com/office/drawing/2014/main" id="{BCF4AF5D-E154-4646-BC00-6B3CD8F2E4C2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4_paired_one_to_one_0p3_9312">
            <a:extLst>
              <a:ext uri="{FF2B5EF4-FFF2-40B4-BE49-F238E27FC236}">
                <a16:creationId xmlns:a16="http://schemas.microsoft.com/office/drawing/2014/main" id="{A460D50B-43D4-4948-AC7D-75E86C348952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4_paired_one_to_one_0p3_9313">
            <a:extLst>
              <a:ext uri="{FF2B5EF4-FFF2-40B4-BE49-F238E27FC236}">
                <a16:creationId xmlns:a16="http://schemas.microsoft.com/office/drawing/2014/main" id="{05EEE040-37B2-4911-BD36-4AE28F1C7476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4_paired_one_to_one_0p3_9314">
            <a:extLst>
              <a:ext uri="{FF2B5EF4-FFF2-40B4-BE49-F238E27FC236}">
                <a16:creationId xmlns:a16="http://schemas.microsoft.com/office/drawing/2014/main" id="{D8307434-8AD1-4184-BE07-D47A9A5C5CE9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4_paired_one_to_one_0p3_9315">
            <a:extLst>
              <a:ext uri="{FF2B5EF4-FFF2-40B4-BE49-F238E27FC236}">
                <a16:creationId xmlns:a16="http://schemas.microsoft.com/office/drawing/2014/main" id="{50E0B321-2403-4853-BE69-ADDC66E9E21B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4_paired_one_to_one_0p3_9316">
            <a:extLst>
              <a:ext uri="{FF2B5EF4-FFF2-40B4-BE49-F238E27FC236}">
                <a16:creationId xmlns:a16="http://schemas.microsoft.com/office/drawing/2014/main" id="{FB697524-D010-4981-8E80-5886DF45ACAB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4_paired_one_to_one_0p3_9317">
            <a:extLst>
              <a:ext uri="{FF2B5EF4-FFF2-40B4-BE49-F238E27FC236}">
                <a16:creationId xmlns:a16="http://schemas.microsoft.com/office/drawing/2014/main" id="{54BEE81D-91B1-4F5E-A187-785874EE4A1A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4_paired_one_to_one_0p3_9318">
            <a:extLst>
              <a:ext uri="{FF2B5EF4-FFF2-40B4-BE49-F238E27FC236}">
                <a16:creationId xmlns:a16="http://schemas.microsoft.com/office/drawing/2014/main" id="{C583E068-58D0-49D6-9347-8C0F8BD95D21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4_paired_one_to_one_0p3_9319">
            <a:extLst>
              <a:ext uri="{FF2B5EF4-FFF2-40B4-BE49-F238E27FC236}">
                <a16:creationId xmlns:a16="http://schemas.microsoft.com/office/drawing/2014/main" id="{6C25EB7D-A952-4257-AB22-90E1A8419394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4_paired_one_to_one_0p3_9320">
            <a:extLst>
              <a:ext uri="{FF2B5EF4-FFF2-40B4-BE49-F238E27FC236}">
                <a16:creationId xmlns:a16="http://schemas.microsoft.com/office/drawing/2014/main" id="{5D6C64A5-C3A7-4584-91BC-DBF099DDFDF9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4_paired_one_to_one_0p3_9321">
            <a:extLst>
              <a:ext uri="{FF2B5EF4-FFF2-40B4-BE49-F238E27FC236}">
                <a16:creationId xmlns:a16="http://schemas.microsoft.com/office/drawing/2014/main" id="{6E502F1A-5CC8-4BED-8716-B4378447DB17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4_paired_one_to_one_0p3_9322">
            <a:extLst>
              <a:ext uri="{FF2B5EF4-FFF2-40B4-BE49-F238E27FC236}">
                <a16:creationId xmlns:a16="http://schemas.microsoft.com/office/drawing/2014/main" id="{9BACAF1D-BD94-4FAF-8193-0A917A8D80DB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4_paired_one_to_one_0p3_9323">
            <a:extLst>
              <a:ext uri="{FF2B5EF4-FFF2-40B4-BE49-F238E27FC236}">
                <a16:creationId xmlns:a16="http://schemas.microsoft.com/office/drawing/2014/main" id="{127D0857-3074-4FBF-8EEA-31CC9D77244B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4_paired_one_to_one_0p3_9324">
            <a:extLst>
              <a:ext uri="{FF2B5EF4-FFF2-40B4-BE49-F238E27FC236}">
                <a16:creationId xmlns:a16="http://schemas.microsoft.com/office/drawing/2014/main" id="{3AEE9500-4497-4B38-82B9-AF5D8075375D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4_paired_one_to_one_0p3_9325">
            <a:extLst>
              <a:ext uri="{FF2B5EF4-FFF2-40B4-BE49-F238E27FC236}">
                <a16:creationId xmlns:a16="http://schemas.microsoft.com/office/drawing/2014/main" id="{82A2B4B2-775B-48DD-A3D1-1448BFA53381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4_paired_one_to_one_0p3_9326">
            <a:extLst>
              <a:ext uri="{FF2B5EF4-FFF2-40B4-BE49-F238E27FC236}">
                <a16:creationId xmlns:a16="http://schemas.microsoft.com/office/drawing/2014/main" id="{76969E7E-BCC0-42BB-89C7-22B2A466D096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4_paired_one_to_one_0p3_9327">
            <a:extLst>
              <a:ext uri="{FF2B5EF4-FFF2-40B4-BE49-F238E27FC236}">
                <a16:creationId xmlns:a16="http://schemas.microsoft.com/office/drawing/2014/main" id="{DA9E81B1-D91C-42B2-B21B-52AAD5EAEB90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4_paired_one_to_one_0p3_9328">
            <a:extLst>
              <a:ext uri="{FF2B5EF4-FFF2-40B4-BE49-F238E27FC236}">
                <a16:creationId xmlns:a16="http://schemas.microsoft.com/office/drawing/2014/main" id="{146CB94B-EB36-4A8F-84BC-A13CF676A60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4_paired_one_to_one_0p3_9329">
            <a:extLst>
              <a:ext uri="{FF2B5EF4-FFF2-40B4-BE49-F238E27FC236}">
                <a16:creationId xmlns:a16="http://schemas.microsoft.com/office/drawing/2014/main" id="{E026E984-E744-405F-A75D-18B4CC2670FD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4_paired_one_to_one_0p3_9330">
            <a:extLst>
              <a:ext uri="{FF2B5EF4-FFF2-40B4-BE49-F238E27FC236}">
                <a16:creationId xmlns:a16="http://schemas.microsoft.com/office/drawing/2014/main" id="{7BB407B3-F730-487D-BB12-A76D6A673964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4_paired_one_to_one_0p3_9331">
            <a:extLst>
              <a:ext uri="{FF2B5EF4-FFF2-40B4-BE49-F238E27FC236}">
                <a16:creationId xmlns:a16="http://schemas.microsoft.com/office/drawing/2014/main" id="{20F4848A-AF8C-431D-A8C4-4A78D2181F8F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4_paired_one_to_one_0p3_9332">
            <a:extLst>
              <a:ext uri="{FF2B5EF4-FFF2-40B4-BE49-F238E27FC236}">
                <a16:creationId xmlns:a16="http://schemas.microsoft.com/office/drawing/2014/main" id="{39F66976-8D6F-40C6-9952-D5D134220B3F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4_paired_one_to_one_0p3_9333">
            <a:extLst>
              <a:ext uri="{FF2B5EF4-FFF2-40B4-BE49-F238E27FC236}">
                <a16:creationId xmlns:a16="http://schemas.microsoft.com/office/drawing/2014/main" id="{2DF8643E-FEF7-4FE1-B266-DBCEF4649822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4_paired_one_to_one_0p3_9334">
            <a:extLst>
              <a:ext uri="{FF2B5EF4-FFF2-40B4-BE49-F238E27FC236}">
                <a16:creationId xmlns:a16="http://schemas.microsoft.com/office/drawing/2014/main" id="{35ABD6B8-ACC3-4F93-BD19-DA9806577EDF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4_paired_one_to_one_0p3_9335">
            <a:extLst>
              <a:ext uri="{FF2B5EF4-FFF2-40B4-BE49-F238E27FC236}">
                <a16:creationId xmlns:a16="http://schemas.microsoft.com/office/drawing/2014/main" id="{6CD2E847-49CF-42C8-A03F-7281498996D0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4_paired_one_to_one_0p3_9336">
            <a:extLst>
              <a:ext uri="{FF2B5EF4-FFF2-40B4-BE49-F238E27FC236}">
                <a16:creationId xmlns:a16="http://schemas.microsoft.com/office/drawing/2014/main" id="{9031A822-D8DA-4FAD-A979-260DF0AD468E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4_paired_one_to_one_0p3_9337">
            <a:extLst>
              <a:ext uri="{FF2B5EF4-FFF2-40B4-BE49-F238E27FC236}">
                <a16:creationId xmlns:a16="http://schemas.microsoft.com/office/drawing/2014/main" id="{5322ACAB-A6FB-4BAA-82D7-2374BCD1D1A2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4_paired_one_to_one_0p3_9338">
            <a:extLst>
              <a:ext uri="{FF2B5EF4-FFF2-40B4-BE49-F238E27FC236}">
                <a16:creationId xmlns:a16="http://schemas.microsoft.com/office/drawing/2014/main" id="{FE615C8C-C528-4D12-98BD-949A4634D7DB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4_paired_one_to_one_0p3_9339">
            <a:extLst>
              <a:ext uri="{FF2B5EF4-FFF2-40B4-BE49-F238E27FC236}">
                <a16:creationId xmlns:a16="http://schemas.microsoft.com/office/drawing/2014/main" id="{F304A645-8C4C-4050-9319-26BF7A2518C4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4_paired_one_to_one_0p3_9340">
            <a:extLst>
              <a:ext uri="{FF2B5EF4-FFF2-40B4-BE49-F238E27FC236}">
                <a16:creationId xmlns:a16="http://schemas.microsoft.com/office/drawing/2014/main" id="{FC548F00-FF43-485D-8AA8-2B74D5804444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4_paired_one_to_one_0p3_9341">
            <a:extLst>
              <a:ext uri="{FF2B5EF4-FFF2-40B4-BE49-F238E27FC236}">
                <a16:creationId xmlns:a16="http://schemas.microsoft.com/office/drawing/2014/main" id="{E3E4C155-F22D-443E-9A35-E4CE75DA8905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4_paired_one_to_one_0p3_9342">
            <a:extLst>
              <a:ext uri="{FF2B5EF4-FFF2-40B4-BE49-F238E27FC236}">
                <a16:creationId xmlns:a16="http://schemas.microsoft.com/office/drawing/2014/main" id="{876E789B-E15E-441B-A13B-25FF34060A0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4_paired_one_to_one_0p3_9343">
            <a:extLst>
              <a:ext uri="{FF2B5EF4-FFF2-40B4-BE49-F238E27FC236}">
                <a16:creationId xmlns:a16="http://schemas.microsoft.com/office/drawing/2014/main" id="{0C9D2CD0-4DC6-4512-9297-B73897339781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4_paired_one_to_one_0p3_9344">
            <a:extLst>
              <a:ext uri="{FF2B5EF4-FFF2-40B4-BE49-F238E27FC236}">
                <a16:creationId xmlns:a16="http://schemas.microsoft.com/office/drawing/2014/main" id="{1036395D-914C-41CA-BC31-402A3E4480A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4_paired_one_to_one_0p3_9345">
            <a:extLst>
              <a:ext uri="{FF2B5EF4-FFF2-40B4-BE49-F238E27FC236}">
                <a16:creationId xmlns:a16="http://schemas.microsoft.com/office/drawing/2014/main" id="{EC151ACF-B498-466B-B83B-6E1175B98D07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9346">
            <a:extLst>
              <a:ext uri="{FF2B5EF4-FFF2-40B4-BE49-F238E27FC236}">
                <a16:creationId xmlns:a16="http://schemas.microsoft.com/office/drawing/2014/main" id="{6073D5FB-83FB-4209-83F7-A9E7552BEF20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4_paired_one_to_one_0p3_9347">
            <a:extLst>
              <a:ext uri="{FF2B5EF4-FFF2-40B4-BE49-F238E27FC236}">
                <a16:creationId xmlns:a16="http://schemas.microsoft.com/office/drawing/2014/main" id="{E52ABB46-80C4-4851-BB5E-DD6296A5C2C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9348">
            <a:extLst>
              <a:ext uri="{FF2B5EF4-FFF2-40B4-BE49-F238E27FC236}">
                <a16:creationId xmlns:a16="http://schemas.microsoft.com/office/drawing/2014/main" id="{355C99AC-F922-439C-9BDE-B34E662F2312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4_paired_one_to_one_0p3_9349">
            <a:extLst>
              <a:ext uri="{FF2B5EF4-FFF2-40B4-BE49-F238E27FC236}">
                <a16:creationId xmlns:a16="http://schemas.microsoft.com/office/drawing/2014/main" id="{4298915E-A6A0-43A7-B928-09AA55B51907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9350">
            <a:extLst>
              <a:ext uri="{FF2B5EF4-FFF2-40B4-BE49-F238E27FC236}">
                <a16:creationId xmlns:a16="http://schemas.microsoft.com/office/drawing/2014/main" id="{6AC46456-3A42-4390-AA78-DF40CBA12F25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4_paired_one_to_one_0p3_9351">
            <a:extLst>
              <a:ext uri="{FF2B5EF4-FFF2-40B4-BE49-F238E27FC236}">
                <a16:creationId xmlns:a16="http://schemas.microsoft.com/office/drawing/2014/main" id="{D3C7DF2E-2BCC-4283-8165-E6E0F3E0E79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9352">
            <a:extLst>
              <a:ext uri="{FF2B5EF4-FFF2-40B4-BE49-F238E27FC236}">
                <a16:creationId xmlns:a16="http://schemas.microsoft.com/office/drawing/2014/main" id="{4721D26B-E37E-45A3-B9A2-47748647F01D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9353">
            <a:extLst>
              <a:ext uri="{FF2B5EF4-FFF2-40B4-BE49-F238E27FC236}">
                <a16:creationId xmlns:a16="http://schemas.microsoft.com/office/drawing/2014/main" id="{54C90F83-EB46-41E1-8214-947F3085CA57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9354">
            <a:extLst>
              <a:ext uri="{FF2B5EF4-FFF2-40B4-BE49-F238E27FC236}">
                <a16:creationId xmlns:a16="http://schemas.microsoft.com/office/drawing/2014/main" id="{374048CF-219A-4C8C-AD34-3B0A3315DEB2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3445960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at τ = 0.3</a:t>
            </a:r>
          </a:p>
        </p:txBody>
      </p:sp>
      <p:sp>
        <p:nvSpPr>
          <p:cNvPr id="478" name="text_9355">
            <a:extLst>
              <a:ext uri="{FF2B5EF4-FFF2-40B4-BE49-F238E27FC236}">
                <a16:creationId xmlns:a16="http://schemas.microsoft.com/office/drawing/2014/main" id="{03212A43-4049-4C9C-BD83-F3D804ECA1EB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901879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112    Equal: 40    Emap2lig higher: 27</a:t>
            </a:r>
          </a:p>
        </p:txBody>
      </p:sp>
      <p:sp>
        <p:nvSpPr>
          <p:cNvPr id="479" name="text_9356">
            <a:extLst>
              <a:ext uri="{FF2B5EF4-FFF2-40B4-BE49-F238E27FC236}">
                <a16:creationId xmlns:a16="http://schemas.microsoft.com/office/drawing/2014/main" id="{D40F59C3-BEB5-4974-A884-23E23025E498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69903408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F2_precision_recall_distributions_2815">
            <a:extLst>
              <a:ext uri="{FF2B5EF4-FFF2-40B4-BE49-F238E27FC236}">
                <a16:creationId xmlns:a16="http://schemas.microsoft.com/office/drawing/2014/main" id="{F308BEDA-75E1-4E5D-B19B-46AF65A732DB}"/>
              </a:ext>
            </a:extLst>
          </p:cNvPr>
          <p:cNvSpPr>
            <a:spLocks noGrp="1"/>
          </p:cNvSpPr>
          <p:nvPr/>
        </p:nvSpPr>
        <p:spPr>
          <a:xfrm>
            <a:off x="379568" y="352425"/>
            <a:ext cx="8765865" cy="8096250"/>
          </a:xfrm>
          <a:custGeom>
            <a:avLst/>
            <a:gdLst/>
            <a:ahLst/>
            <a:cxnLst/>
            <a:rect l="0" t="0" r="0" b="0"/>
            <a:pathLst>
              <a:path w="8765865" h="8096250">
                <a:moveTo>
                  <a:pt x="0" y="8096250"/>
                </a:moveTo>
                <a:lnTo>
                  <a:pt x="8765865" y="8096250"/>
                </a:lnTo>
                <a:lnTo>
                  <a:pt x="8765865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2_precision_recall_distributions_2816">
            <a:extLst>
              <a:ext uri="{FF2B5EF4-FFF2-40B4-BE49-F238E27FC236}">
                <a16:creationId xmlns:a16="http://schemas.microsoft.com/office/drawing/2014/main" id="{262A838D-B551-4539-85A2-F2CAC02AEEBF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2_precision_recall_distributions_2817">
            <a:extLst>
              <a:ext uri="{FF2B5EF4-FFF2-40B4-BE49-F238E27FC236}">
                <a16:creationId xmlns:a16="http://schemas.microsoft.com/office/drawing/2014/main" id="{2A1E9668-07DB-40BB-8E9C-966A6C713B03}"/>
              </a:ext>
            </a:extLst>
          </p:cNvPr>
          <p:cNvSpPr>
            <a:spLocks noGrp="1"/>
          </p:cNvSpPr>
          <p:nvPr/>
        </p:nvSpPr>
        <p:spPr>
          <a:xfrm>
            <a:off x="1212325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" name="F2_precision_recall_distributions_2818">
            <a:extLst>
              <a:ext uri="{FF2B5EF4-FFF2-40B4-BE49-F238E27FC236}">
                <a16:creationId xmlns:a16="http://schemas.microsoft.com/office/drawing/2014/main" id="{C8BC0E14-858C-459C-AF73-0BA2F01E8ED9}"/>
              </a:ext>
            </a:extLst>
          </p:cNvPr>
          <p:cNvSpPr>
            <a:spLocks noGrp="1"/>
          </p:cNvSpPr>
          <p:nvPr/>
        </p:nvSpPr>
        <p:spPr>
          <a:xfrm>
            <a:off x="1170051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" name="text_2819">
            <a:extLst>
              <a:ext uri="{FF2B5EF4-FFF2-40B4-BE49-F238E27FC236}">
                <a16:creationId xmlns:a16="http://schemas.microsoft.com/office/drawing/2014/main" id="{79C14D9B-B5F1-4EA9-A85B-4F2C26BD6080}"/>
              </a:ext>
            </a:extLst>
          </p:cNvPr>
          <p:cNvSpPr>
            <a:spLocks noGrp="1"/>
          </p:cNvSpPr>
          <p:nvPr/>
        </p:nvSpPr>
        <p:spPr>
          <a:xfrm>
            <a:off x="958091" y="230839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F2_precision_recall_distributions_2820">
            <a:extLst>
              <a:ext uri="{FF2B5EF4-FFF2-40B4-BE49-F238E27FC236}">
                <a16:creationId xmlns:a16="http://schemas.microsoft.com/office/drawing/2014/main" id="{58451265-6442-42E7-9A26-B3881C2E5ADB}"/>
              </a:ext>
            </a:extLst>
          </p:cNvPr>
          <p:cNvSpPr>
            <a:spLocks noGrp="1"/>
          </p:cNvSpPr>
          <p:nvPr/>
        </p:nvSpPr>
        <p:spPr>
          <a:xfrm>
            <a:off x="1212325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7" name="F2_precision_recall_distributions_2821">
            <a:extLst>
              <a:ext uri="{FF2B5EF4-FFF2-40B4-BE49-F238E27FC236}">
                <a16:creationId xmlns:a16="http://schemas.microsoft.com/office/drawing/2014/main" id="{4C10C15B-B019-4028-8F79-49D9286656FC}"/>
              </a:ext>
            </a:extLst>
          </p:cNvPr>
          <p:cNvSpPr>
            <a:spLocks noGrp="1"/>
          </p:cNvSpPr>
          <p:nvPr/>
        </p:nvSpPr>
        <p:spPr>
          <a:xfrm>
            <a:off x="1170051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8" name="text_2822">
            <a:extLst>
              <a:ext uri="{FF2B5EF4-FFF2-40B4-BE49-F238E27FC236}">
                <a16:creationId xmlns:a16="http://schemas.microsoft.com/office/drawing/2014/main" id="{8091EF86-77D9-4FC5-A687-69C350E6C57D}"/>
              </a:ext>
            </a:extLst>
          </p:cNvPr>
          <p:cNvSpPr>
            <a:spLocks noGrp="1"/>
          </p:cNvSpPr>
          <p:nvPr/>
        </p:nvSpPr>
        <p:spPr>
          <a:xfrm>
            <a:off x="958091" y="188400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F2_precision_recall_distributions_2823">
            <a:extLst>
              <a:ext uri="{FF2B5EF4-FFF2-40B4-BE49-F238E27FC236}">
                <a16:creationId xmlns:a16="http://schemas.microsoft.com/office/drawing/2014/main" id="{3561E7C9-452F-4274-823F-61538CCF7DC7}"/>
              </a:ext>
            </a:extLst>
          </p:cNvPr>
          <p:cNvSpPr>
            <a:spLocks noGrp="1"/>
          </p:cNvSpPr>
          <p:nvPr/>
        </p:nvSpPr>
        <p:spPr>
          <a:xfrm>
            <a:off x="1212325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0" name="F2_precision_recall_distributions_2824">
            <a:extLst>
              <a:ext uri="{FF2B5EF4-FFF2-40B4-BE49-F238E27FC236}">
                <a16:creationId xmlns:a16="http://schemas.microsoft.com/office/drawing/2014/main" id="{23ADF799-E431-4E44-BDE9-2CAD0074A886}"/>
              </a:ext>
            </a:extLst>
          </p:cNvPr>
          <p:cNvSpPr>
            <a:spLocks noGrp="1"/>
          </p:cNvSpPr>
          <p:nvPr/>
        </p:nvSpPr>
        <p:spPr>
          <a:xfrm>
            <a:off x="1170051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" name="text_2825">
            <a:extLst>
              <a:ext uri="{FF2B5EF4-FFF2-40B4-BE49-F238E27FC236}">
                <a16:creationId xmlns:a16="http://schemas.microsoft.com/office/drawing/2014/main" id="{209D63C8-306B-4CFA-8EE7-AA0402F5DBD4}"/>
              </a:ext>
            </a:extLst>
          </p:cNvPr>
          <p:cNvSpPr>
            <a:spLocks noGrp="1"/>
          </p:cNvSpPr>
          <p:nvPr/>
        </p:nvSpPr>
        <p:spPr>
          <a:xfrm>
            <a:off x="958091" y="145962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2" name="F2_precision_recall_distributions_2826">
            <a:extLst>
              <a:ext uri="{FF2B5EF4-FFF2-40B4-BE49-F238E27FC236}">
                <a16:creationId xmlns:a16="http://schemas.microsoft.com/office/drawing/2014/main" id="{C93ECA7B-8022-45A0-BCF0-94F503AC45CC}"/>
              </a:ext>
            </a:extLst>
          </p:cNvPr>
          <p:cNvSpPr>
            <a:spLocks noGrp="1"/>
          </p:cNvSpPr>
          <p:nvPr/>
        </p:nvSpPr>
        <p:spPr>
          <a:xfrm>
            <a:off x="151495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49205" y="848766"/>
                </a:moveTo>
                <a:lnTo>
                  <a:pt x="125891" y="848766"/>
                </a:lnTo>
                <a:lnTo>
                  <a:pt x="129654" y="842186"/>
                </a:lnTo>
                <a:lnTo>
                  <a:pt x="140478" y="835606"/>
                </a:lnTo>
                <a:lnTo>
                  <a:pt x="157061" y="829027"/>
                </a:lnTo>
                <a:lnTo>
                  <a:pt x="177525" y="822447"/>
                </a:lnTo>
                <a:lnTo>
                  <a:pt x="199760" y="815868"/>
                </a:lnTo>
                <a:lnTo>
                  <a:pt x="221786" y="809288"/>
                </a:lnTo>
                <a:lnTo>
                  <a:pt x="242030" y="802708"/>
                </a:lnTo>
                <a:lnTo>
                  <a:pt x="259477" y="796129"/>
                </a:lnTo>
                <a:lnTo>
                  <a:pt x="273686" y="789549"/>
                </a:lnTo>
                <a:lnTo>
                  <a:pt x="284694" y="782970"/>
                </a:lnTo>
                <a:lnTo>
                  <a:pt x="292857" y="776390"/>
                </a:lnTo>
                <a:lnTo>
                  <a:pt x="298682" y="769811"/>
                </a:lnTo>
                <a:lnTo>
                  <a:pt x="302689" y="763231"/>
                </a:lnTo>
                <a:lnTo>
                  <a:pt x="305323" y="756651"/>
                </a:lnTo>
                <a:lnTo>
                  <a:pt x="306919" y="750072"/>
                </a:lnTo>
                <a:lnTo>
                  <a:pt x="307705" y="743492"/>
                </a:lnTo>
                <a:lnTo>
                  <a:pt x="307826" y="736913"/>
                </a:lnTo>
                <a:lnTo>
                  <a:pt x="307376" y="730333"/>
                </a:lnTo>
                <a:lnTo>
                  <a:pt x="306422" y="723754"/>
                </a:lnTo>
                <a:lnTo>
                  <a:pt x="305024" y="717174"/>
                </a:lnTo>
                <a:lnTo>
                  <a:pt x="303234" y="710594"/>
                </a:lnTo>
                <a:lnTo>
                  <a:pt x="301109" y="704015"/>
                </a:lnTo>
                <a:lnTo>
                  <a:pt x="298696" y="697435"/>
                </a:lnTo>
                <a:lnTo>
                  <a:pt x="296036" y="690856"/>
                </a:lnTo>
                <a:lnTo>
                  <a:pt x="293155" y="684276"/>
                </a:lnTo>
                <a:lnTo>
                  <a:pt x="290061" y="677697"/>
                </a:lnTo>
                <a:lnTo>
                  <a:pt x="286753" y="671117"/>
                </a:lnTo>
                <a:lnTo>
                  <a:pt x="283234" y="664537"/>
                </a:lnTo>
                <a:lnTo>
                  <a:pt x="279532" y="657958"/>
                </a:lnTo>
                <a:lnTo>
                  <a:pt x="275722" y="651378"/>
                </a:lnTo>
                <a:lnTo>
                  <a:pt x="271950" y="644799"/>
                </a:lnTo>
                <a:lnTo>
                  <a:pt x="268429" y="638219"/>
                </a:lnTo>
                <a:lnTo>
                  <a:pt x="265424" y="631639"/>
                </a:lnTo>
                <a:lnTo>
                  <a:pt x="263210" y="625060"/>
                </a:lnTo>
                <a:lnTo>
                  <a:pt x="262017" y="618480"/>
                </a:lnTo>
                <a:lnTo>
                  <a:pt x="261967" y="611901"/>
                </a:lnTo>
                <a:lnTo>
                  <a:pt x="263030" y="605321"/>
                </a:lnTo>
                <a:lnTo>
                  <a:pt x="265000" y="598742"/>
                </a:lnTo>
                <a:lnTo>
                  <a:pt x="267509" y="592162"/>
                </a:lnTo>
                <a:lnTo>
                  <a:pt x="270069" y="585582"/>
                </a:lnTo>
                <a:lnTo>
                  <a:pt x="272142" y="579003"/>
                </a:lnTo>
                <a:lnTo>
                  <a:pt x="273216" y="572423"/>
                </a:lnTo>
                <a:lnTo>
                  <a:pt x="272887" y="565844"/>
                </a:lnTo>
                <a:lnTo>
                  <a:pt x="270912" y="559264"/>
                </a:lnTo>
                <a:lnTo>
                  <a:pt x="267244" y="552685"/>
                </a:lnTo>
                <a:lnTo>
                  <a:pt x="262037" y="546105"/>
                </a:lnTo>
                <a:lnTo>
                  <a:pt x="255629" y="539525"/>
                </a:lnTo>
                <a:lnTo>
                  <a:pt x="248499" y="532946"/>
                </a:lnTo>
                <a:lnTo>
                  <a:pt x="241218" y="526366"/>
                </a:lnTo>
                <a:lnTo>
                  <a:pt x="234387" y="519787"/>
                </a:lnTo>
                <a:lnTo>
                  <a:pt x="228573" y="513207"/>
                </a:lnTo>
                <a:lnTo>
                  <a:pt x="224254" y="506627"/>
                </a:lnTo>
                <a:lnTo>
                  <a:pt x="221758" y="500048"/>
                </a:lnTo>
                <a:lnTo>
                  <a:pt x="221229" y="493468"/>
                </a:lnTo>
                <a:lnTo>
                  <a:pt x="222598" y="486889"/>
                </a:lnTo>
                <a:lnTo>
                  <a:pt x="225591" y="480309"/>
                </a:lnTo>
                <a:lnTo>
                  <a:pt x="229752" y="473730"/>
                </a:lnTo>
                <a:lnTo>
                  <a:pt x="234500" y="467150"/>
                </a:lnTo>
                <a:lnTo>
                  <a:pt x="239191" y="460570"/>
                </a:lnTo>
                <a:lnTo>
                  <a:pt x="243207" y="453991"/>
                </a:lnTo>
                <a:lnTo>
                  <a:pt x="246022" y="447411"/>
                </a:lnTo>
                <a:lnTo>
                  <a:pt x="247259" y="440832"/>
                </a:lnTo>
                <a:lnTo>
                  <a:pt x="246727" y="434252"/>
                </a:lnTo>
                <a:lnTo>
                  <a:pt x="244422" y="427673"/>
                </a:lnTo>
                <a:lnTo>
                  <a:pt x="240507" y="421093"/>
                </a:lnTo>
                <a:lnTo>
                  <a:pt x="235269" y="414513"/>
                </a:lnTo>
                <a:lnTo>
                  <a:pt x="229073" y="407934"/>
                </a:lnTo>
                <a:lnTo>
                  <a:pt x="222315" y="401354"/>
                </a:lnTo>
                <a:lnTo>
                  <a:pt x="215375" y="394775"/>
                </a:lnTo>
                <a:lnTo>
                  <a:pt x="208595" y="388195"/>
                </a:lnTo>
                <a:lnTo>
                  <a:pt x="202260" y="381616"/>
                </a:lnTo>
                <a:lnTo>
                  <a:pt x="196593" y="375036"/>
                </a:lnTo>
                <a:lnTo>
                  <a:pt x="191756" y="368456"/>
                </a:lnTo>
                <a:lnTo>
                  <a:pt x="187847" y="361877"/>
                </a:lnTo>
                <a:lnTo>
                  <a:pt x="184894" y="355297"/>
                </a:lnTo>
                <a:lnTo>
                  <a:pt x="182851" y="348718"/>
                </a:lnTo>
                <a:lnTo>
                  <a:pt x="181582" y="342138"/>
                </a:lnTo>
                <a:lnTo>
                  <a:pt x="180856" y="335558"/>
                </a:lnTo>
                <a:lnTo>
                  <a:pt x="180349" y="328979"/>
                </a:lnTo>
                <a:lnTo>
                  <a:pt x="179660" y="322399"/>
                </a:lnTo>
                <a:lnTo>
                  <a:pt x="178334" y="315820"/>
                </a:lnTo>
                <a:lnTo>
                  <a:pt x="175907" y="309240"/>
                </a:lnTo>
                <a:lnTo>
                  <a:pt x="171946" y="302661"/>
                </a:lnTo>
                <a:lnTo>
                  <a:pt x="166089" y="296081"/>
                </a:lnTo>
                <a:lnTo>
                  <a:pt x="158075" y="289501"/>
                </a:lnTo>
                <a:lnTo>
                  <a:pt x="147771" y="282922"/>
                </a:lnTo>
                <a:lnTo>
                  <a:pt x="135188" y="276342"/>
                </a:lnTo>
                <a:lnTo>
                  <a:pt x="120494" y="269763"/>
                </a:lnTo>
                <a:lnTo>
                  <a:pt x="104032" y="263183"/>
                </a:lnTo>
                <a:lnTo>
                  <a:pt x="86327" y="256604"/>
                </a:lnTo>
                <a:lnTo>
                  <a:pt x="68093" y="250024"/>
                </a:lnTo>
                <a:lnTo>
                  <a:pt x="50211" y="243444"/>
                </a:lnTo>
                <a:lnTo>
                  <a:pt x="33680" y="236865"/>
                </a:lnTo>
                <a:lnTo>
                  <a:pt x="19538" y="230285"/>
                </a:lnTo>
                <a:lnTo>
                  <a:pt x="8748" y="223706"/>
                </a:lnTo>
                <a:lnTo>
                  <a:pt x="2080" y="217126"/>
                </a:lnTo>
                <a:lnTo>
                  <a:pt x="0" y="210546"/>
                </a:lnTo>
                <a:lnTo>
                  <a:pt x="2592" y="203967"/>
                </a:lnTo>
                <a:lnTo>
                  <a:pt x="9539" y="197387"/>
                </a:lnTo>
                <a:lnTo>
                  <a:pt x="20168" y="190808"/>
                </a:lnTo>
                <a:lnTo>
                  <a:pt x="33551" y="184228"/>
                </a:lnTo>
                <a:lnTo>
                  <a:pt x="48646" y="177649"/>
                </a:lnTo>
                <a:lnTo>
                  <a:pt x="64455" y="171069"/>
                </a:lnTo>
                <a:lnTo>
                  <a:pt x="80148" y="164489"/>
                </a:lnTo>
                <a:lnTo>
                  <a:pt x="95150" y="157910"/>
                </a:lnTo>
                <a:lnTo>
                  <a:pt x="109163" y="151330"/>
                </a:lnTo>
                <a:lnTo>
                  <a:pt x="122133" y="144751"/>
                </a:lnTo>
                <a:lnTo>
                  <a:pt x="134176" y="138171"/>
                </a:lnTo>
                <a:lnTo>
                  <a:pt x="145489" y="131592"/>
                </a:lnTo>
                <a:lnTo>
                  <a:pt x="156274" y="125012"/>
                </a:lnTo>
                <a:lnTo>
                  <a:pt x="166689" y="118432"/>
                </a:lnTo>
                <a:lnTo>
                  <a:pt x="176827" y="111853"/>
                </a:lnTo>
                <a:lnTo>
                  <a:pt x="186727" y="105273"/>
                </a:lnTo>
                <a:lnTo>
                  <a:pt x="196399" y="98694"/>
                </a:lnTo>
                <a:lnTo>
                  <a:pt x="205843" y="92114"/>
                </a:lnTo>
                <a:lnTo>
                  <a:pt x="215060" y="85535"/>
                </a:lnTo>
                <a:lnTo>
                  <a:pt x="224053" y="78955"/>
                </a:lnTo>
                <a:lnTo>
                  <a:pt x="232811" y="72375"/>
                </a:lnTo>
                <a:lnTo>
                  <a:pt x="241296" y="65796"/>
                </a:lnTo>
                <a:lnTo>
                  <a:pt x="249434" y="59216"/>
                </a:lnTo>
                <a:lnTo>
                  <a:pt x="257116" y="52637"/>
                </a:lnTo>
                <a:lnTo>
                  <a:pt x="264207" y="46057"/>
                </a:lnTo>
                <a:lnTo>
                  <a:pt x="270570" y="39477"/>
                </a:lnTo>
                <a:lnTo>
                  <a:pt x="276082" y="32898"/>
                </a:lnTo>
                <a:lnTo>
                  <a:pt x="280651" y="26318"/>
                </a:lnTo>
                <a:lnTo>
                  <a:pt x="284221" y="19739"/>
                </a:lnTo>
                <a:lnTo>
                  <a:pt x="286768" y="13159"/>
                </a:lnTo>
                <a:lnTo>
                  <a:pt x="288292" y="6580"/>
                </a:lnTo>
                <a:lnTo>
                  <a:pt x="288799" y="0"/>
                </a:lnTo>
                <a:lnTo>
                  <a:pt x="386298" y="0"/>
                </a:lnTo>
                <a:lnTo>
                  <a:pt x="386298" y="0"/>
                </a:lnTo>
                <a:lnTo>
                  <a:pt x="386805" y="6580"/>
                </a:lnTo>
                <a:lnTo>
                  <a:pt x="388328" y="13159"/>
                </a:lnTo>
                <a:lnTo>
                  <a:pt x="390876" y="19739"/>
                </a:lnTo>
                <a:lnTo>
                  <a:pt x="394445" y="26318"/>
                </a:lnTo>
                <a:lnTo>
                  <a:pt x="399014" y="32898"/>
                </a:lnTo>
                <a:lnTo>
                  <a:pt x="404526" y="39477"/>
                </a:lnTo>
                <a:lnTo>
                  <a:pt x="410890" y="46057"/>
                </a:lnTo>
                <a:lnTo>
                  <a:pt x="417981" y="52637"/>
                </a:lnTo>
                <a:lnTo>
                  <a:pt x="425662" y="59216"/>
                </a:lnTo>
                <a:lnTo>
                  <a:pt x="433801" y="65796"/>
                </a:lnTo>
                <a:lnTo>
                  <a:pt x="442286" y="72375"/>
                </a:lnTo>
                <a:lnTo>
                  <a:pt x="451044" y="78955"/>
                </a:lnTo>
                <a:lnTo>
                  <a:pt x="460036" y="85535"/>
                </a:lnTo>
                <a:lnTo>
                  <a:pt x="469254" y="92114"/>
                </a:lnTo>
                <a:lnTo>
                  <a:pt x="478697" y="98694"/>
                </a:lnTo>
                <a:lnTo>
                  <a:pt x="488369" y="105273"/>
                </a:lnTo>
                <a:lnTo>
                  <a:pt x="498270" y="111853"/>
                </a:lnTo>
                <a:lnTo>
                  <a:pt x="508408" y="118432"/>
                </a:lnTo>
                <a:lnTo>
                  <a:pt x="518822" y="125012"/>
                </a:lnTo>
                <a:lnTo>
                  <a:pt x="529608" y="131592"/>
                </a:lnTo>
                <a:lnTo>
                  <a:pt x="540921" y="138171"/>
                </a:lnTo>
                <a:lnTo>
                  <a:pt x="552964" y="144751"/>
                </a:lnTo>
                <a:lnTo>
                  <a:pt x="565934" y="151330"/>
                </a:lnTo>
                <a:lnTo>
                  <a:pt x="579947" y="157910"/>
                </a:lnTo>
                <a:lnTo>
                  <a:pt x="594949" y="164489"/>
                </a:lnTo>
                <a:lnTo>
                  <a:pt x="610642" y="171069"/>
                </a:lnTo>
                <a:lnTo>
                  <a:pt x="626450" y="177649"/>
                </a:lnTo>
                <a:lnTo>
                  <a:pt x="641546" y="184228"/>
                </a:lnTo>
                <a:lnTo>
                  <a:pt x="654928" y="190808"/>
                </a:lnTo>
                <a:lnTo>
                  <a:pt x="665557" y="197387"/>
                </a:lnTo>
                <a:lnTo>
                  <a:pt x="672505" y="203967"/>
                </a:lnTo>
                <a:lnTo>
                  <a:pt x="675097" y="210546"/>
                </a:lnTo>
                <a:lnTo>
                  <a:pt x="673016" y="217126"/>
                </a:lnTo>
                <a:lnTo>
                  <a:pt x="666349" y="223706"/>
                </a:lnTo>
                <a:lnTo>
                  <a:pt x="655559" y="230285"/>
                </a:lnTo>
                <a:lnTo>
                  <a:pt x="641416" y="236865"/>
                </a:lnTo>
                <a:lnTo>
                  <a:pt x="624885" y="243444"/>
                </a:lnTo>
                <a:lnTo>
                  <a:pt x="607003" y="250024"/>
                </a:lnTo>
                <a:lnTo>
                  <a:pt x="588769" y="256604"/>
                </a:lnTo>
                <a:lnTo>
                  <a:pt x="571065" y="263183"/>
                </a:lnTo>
                <a:lnTo>
                  <a:pt x="554602" y="269763"/>
                </a:lnTo>
                <a:lnTo>
                  <a:pt x="539908" y="276342"/>
                </a:lnTo>
                <a:lnTo>
                  <a:pt x="527325" y="282922"/>
                </a:lnTo>
                <a:lnTo>
                  <a:pt x="517022" y="289501"/>
                </a:lnTo>
                <a:lnTo>
                  <a:pt x="509008" y="296081"/>
                </a:lnTo>
                <a:lnTo>
                  <a:pt x="503150" y="302661"/>
                </a:lnTo>
                <a:lnTo>
                  <a:pt x="499189" y="309240"/>
                </a:lnTo>
                <a:lnTo>
                  <a:pt x="496763" y="315820"/>
                </a:lnTo>
                <a:lnTo>
                  <a:pt x="495437" y="322399"/>
                </a:lnTo>
                <a:lnTo>
                  <a:pt x="494747" y="328979"/>
                </a:lnTo>
                <a:lnTo>
                  <a:pt x="494240" y="335558"/>
                </a:lnTo>
                <a:lnTo>
                  <a:pt x="493514" y="342138"/>
                </a:lnTo>
                <a:lnTo>
                  <a:pt x="492245" y="348718"/>
                </a:lnTo>
                <a:lnTo>
                  <a:pt x="490202" y="355297"/>
                </a:lnTo>
                <a:lnTo>
                  <a:pt x="487250" y="361877"/>
                </a:lnTo>
                <a:lnTo>
                  <a:pt x="483340" y="368456"/>
                </a:lnTo>
                <a:lnTo>
                  <a:pt x="478503" y="375036"/>
                </a:lnTo>
                <a:lnTo>
                  <a:pt x="472837" y="381616"/>
                </a:lnTo>
                <a:lnTo>
                  <a:pt x="466501" y="388195"/>
                </a:lnTo>
                <a:lnTo>
                  <a:pt x="459721" y="394775"/>
                </a:lnTo>
                <a:lnTo>
                  <a:pt x="452781" y="401354"/>
                </a:lnTo>
                <a:lnTo>
                  <a:pt x="446023" y="407934"/>
                </a:lnTo>
                <a:lnTo>
                  <a:pt x="439828" y="414513"/>
                </a:lnTo>
                <a:lnTo>
                  <a:pt x="434590" y="421093"/>
                </a:lnTo>
                <a:lnTo>
                  <a:pt x="430674" y="427673"/>
                </a:lnTo>
                <a:lnTo>
                  <a:pt x="428369" y="434252"/>
                </a:lnTo>
                <a:lnTo>
                  <a:pt x="427838" y="440832"/>
                </a:lnTo>
                <a:lnTo>
                  <a:pt x="429075" y="447411"/>
                </a:lnTo>
                <a:lnTo>
                  <a:pt x="431889" y="453991"/>
                </a:lnTo>
                <a:lnTo>
                  <a:pt x="435905" y="460570"/>
                </a:lnTo>
                <a:lnTo>
                  <a:pt x="440597" y="467150"/>
                </a:lnTo>
                <a:lnTo>
                  <a:pt x="445344" y="473730"/>
                </a:lnTo>
                <a:lnTo>
                  <a:pt x="449506" y="480309"/>
                </a:lnTo>
                <a:lnTo>
                  <a:pt x="452499" y="486889"/>
                </a:lnTo>
                <a:lnTo>
                  <a:pt x="453868" y="493468"/>
                </a:lnTo>
                <a:lnTo>
                  <a:pt x="453338" y="500048"/>
                </a:lnTo>
                <a:lnTo>
                  <a:pt x="450843" y="506627"/>
                </a:lnTo>
                <a:lnTo>
                  <a:pt x="446523" y="513207"/>
                </a:lnTo>
                <a:lnTo>
                  <a:pt x="440710" y="519787"/>
                </a:lnTo>
                <a:lnTo>
                  <a:pt x="433878" y="526366"/>
                </a:lnTo>
                <a:lnTo>
                  <a:pt x="426597" y="532946"/>
                </a:lnTo>
                <a:lnTo>
                  <a:pt x="419467" y="539525"/>
                </a:lnTo>
                <a:lnTo>
                  <a:pt x="413059" y="546105"/>
                </a:lnTo>
                <a:lnTo>
                  <a:pt x="407852" y="552685"/>
                </a:lnTo>
                <a:lnTo>
                  <a:pt x="404184" y="559264"/>
                </a:lnTo>
                <a:lnTo>
                  <a:pt x="402209" y="565844"/>
                </a:lnTo>
                <a:lnTo>
                  <a:pt x="401880" y="572423"/>
                </a:lnTo>
                <a:lnTo>
                  <a:pt x="402955" y="579003"/>
                </a:lnTo>
                <a:lnTo>
                  <a:pt x="405027" y="585582"/>
                </a:lnTo>
                <a:lnTo>
                  <a:pt x="407587" y="592162"/>
                </a:lnTo>
                <a:lnTo>
                  <a:pt x="410097" y="598742"/>
                </a:lnTo>
                <a:lnTo>
                  <a:pt x="412067" y="605321"/>
                </a:lnTo>
                <a:lnTo>
                  <a:pt x="413130" y="611901"/>
                </a:lnTo>
                <a:lnTo>
                  <a:pt x="413079" y="618480"/>
                </a:lnTo>
                <a:lnTo>
                  <a:pt x="411886" y="625060"/>
                </a:lnTo>
                <a:lnTo>
                  <a:pt x="409673" y="631639"/>
                </a:lnTo>
                <a:lnTo>
                  <a:pt x="406668" y="638219"/>
                </a:lnTo>
                <a:lnTo>
                  <a:pt x="403147" y="644799"/>
                </a:lnTo>
                <a:lnTo>
                  <a:pt x="399375" y="651378"/>
                </a:lnTo>
                <a:lnTo>
                  <a:pt x="395565" y="657958"/>
                </a:lnTo>
                <a:lnTo>
                  <a:pt x="391862" y="664537"/>
                </a:lnTo>
                <a:lnTo>
                  <a:pt x="388343" y="671117"/>
                </a:lnTo>
                <a:lnTo>
                  <a:pt x="385035" y="677697"/>
                </a:lnTo>
                <a:lnTo>
                  <a:pt x="381941" y="684276"/>
                </a:lnTo>
                <a:lnTo>
                  <a:pt x="379060" y="690856"/>
                </a:lnTo>
                <a:lnTo>
                  <a:pt x="376400" y="697435"/>
                </a:lnTo>
                <a:lnTo>
                  <a:pt x="373988" y="704015"/>
                </a:lnTo>
                <a:lnTo>
                  <a:pt x="371862" y="710594"/>
                </a:lnTo>
                <a:lnTo>
                  <a:pt x="370073" y="717174"/>
                </a:lnTo>
                <a:lnTo>
                  <a:pt x="368674" y="723754"/>
                </a:lnTo>
                <a:lnTo>
                  <a:pt x="367721" y="730333"/>
                </a:lnTo>
                <a:lnTo>
                  <a:pt x="367271" y="736913"/>
                </a:lnTo>
                <a:lnTo>
                  <a:pt x="367392" y="743492"/>
                </a:lnTo>
                <a:lnTo>
                  <a:pt x="368177" y="750072"/>
                </a:lnTo>
                <a:lnTo>
                  <a:pt x="369773" y="756651"/>
                </a:lnTo>
                <a:lnTo>
                  <a:pt x="372407" y="763231"/>
                </a:lnTo>
                <a:lnTo>
                  <a:pt x="376414" y="769811"/>
                </a:lnTo>
                <a:lnTo>
                  <a:pt x="382239" y="776390"/>
                </a:lnTo>
                <a:lnTo>
                  <a:pt x="390402" y="782970"/>
                </a:lnTo>
                <a:lnTo>
                  <a:pt x="401410" y="789549"/>
                </a:lnTo>
                <a:lnTo>
                  <a:pt x="415619" y="796129"/>
                </a:lnTo>
                <a:lnTo>
                  <a:pt x="433067" y="802708"/>
                </a:lnTo>
                <a:lnTo>
                  <a:pt x="453311" y="809288"/>
                </a:lnTo>
                <a:lnTo>
                  <a:pt x="475337" y="815868"/>
                </a:lnTo>
                <a:lnTo>
                  <a:pt x="497572" y="822447"/>
                </a:lnTo>
                <a:lnTo>
                  <a:pt x="518035" y="829027"/>
                </a:lnTo>
                <a:lnTo>
                  <a:pt x="534619" y="835606"/>
                </a:lnTo>
                <a:lnTo>
                  <a:pt x="545442" y="842186"/>
                </a:lnTo>
                <a:lnTo>
                  <a:pt x="549205" y="848766"/>
                </a:lnTo>
                <a:lnTo>
                  <a:pt x="549205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3" name="F2_precision_recall_distributions_2827">
            <a:extLst>
              <a:ext uri="{FF2B5EF4-FFF2-40B4-BE49-F238E27FC236}">
                <a16:creationId xmlns:a16="http://schemas.microsoft.com/office/drawing/2014/main" id="{7F1BD0BF-568E-4190-B96E-AB5CB1C46495}"/>
              </a:ext>
            </a:extLst>
          </p:cNvPr>
          <p:cNvSpPr>
            <a:spLocks noGrp="1"/>
          </p:cNvSpPr>
          <p:nvPr/>
        </p:nvSpPr>
        <p:spPr>
          <a:xfrm>
            <a:off x="1694108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" name="F2_precision_recall_distributions_2828">
            <a:extLst>
              <a:ext uri="{FF2B5EF4-FFF2-40B4-BE49-F238E27FC236}">
                <a16:creationId xmlns:a16="http://schemas.microsoft.com/office/drawing/2014/main" id="{7C0B91B1-439A-4F2F-91BA-495DD0F3F5D9}"/>
              </a:ext>
            </a:extLst>
          </p:cNvPr>
          <p:cNvSpPr>
            <a:spLocks noGrp="1"/>
          </p:cNvSpPr>
          <p:nvPr/>
        </p:nvSpPr>
        <p:spPr>
          <a:xfrm>
            <a:off x="1663542" y="1570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" name="F2_precision_recall_distributions_2829">
            <a:extLst>
              <a:ext uri="{FF2B5EF4-FFF2-40B4-BE49-F238E27FC236}">
                <a16:creationId xmlns:a16="http://schemas.microsoft.com/office/drawing/2014/main" id="{793B2D89-6D63-4A41-BD11-8A5847DE8D23}"/>
              </a:ext>
            </a:extLst>
          </p:cNvPr>
          <p:cNvSpPr>
            <a:spLocks noGrp="1"/>
          </p:cNvSpPr>
          <p:nvPr/>
        </p:nvSpPr>
        <p:spPr>
          <a:xfrm>
            <a:off x="1925380" y="16716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" name="F2_precision_recall_distributions_2830">
            <a:extLst>
              <a:ext uri="{FF2B5EF4-FFF2-40B4-BE49-F238E27FC236}">
                <a16:creationId xmlns:a16="http://schemas.microsoft.com/office/drawing/2014/main" id="{50201A81-78C8-4E60-8BAC-7A6FCD17115E}"/>
              </a:ext>
            </a:extLst>
          </p:cNvPr>
          <p:cNvSpPr>
            <a:spLocks noGrp="1"/>
          </p:cNvSpPr>
          <p:nvPr/>
        </p:nvSpPr>
        <p:spPr>
          <a:xfrm>
            <a:off x="1830171" y="22636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" name="F2_precision_recall_distributions_2831">
            <a:extLst>
              <a:ext uri="{FF2B5EF4-FFF2-40B4-BE49-F238E27FC236}">
                <a16:creationId xmlns:a16="http://schemas.microsoft.com/office/drawing/2014/main" id="{280EA64C-0E53-47C3-8B4E-0000C57C18A4}"/>
              </a:ext>
            </a:extLst>
          </p:cNvPr>
          <p:cNvSpPr>
            <a:spLocks noGrp="1"/>
          </p:cNvSpPr>
          <p:nvPr/>
        </p:nvSpPr>
        <p:spPr>
          <a:xfrm>
            <a:off x="1930837" y="1754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" name="F2_precision_recall_distributions_2832">
            <a:extLst>
              <a:ext uri="{FF2B5EF4-FFF2-40B4-BE49-F238E27FC236}">
                <a16:creationId xmlns:a16="http://schemas.microsoft.com/office/drawing/2014/main" id="{73E412EC-BB5B-4007-BBFB-E464F7B6C9A1}"/>
              </a:ext>
            </a:extLst>
          </p:cNvPr>
          <p:cNvSpPr>
            <a:spLocks noGrp="1"/>
          </p:cNvSpPr>
          <p:nvPr/>
        </p:nvSpPr>
        <p:spPr>
          <a:xfrm>
            <a:off x="1989555" y="1827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" name="F2_precision_recall_distributions_2833">
            <a:extLst>
              <a:ext uri="{FF2B5EF4-FFF2-40B4-BE49-F238E27FC236}">
                <a16:creationId xmlns:a16="http://schemas.microsoft.com/office/drawing/2014/main" id="{6FFD17FD-D2AC-4580-A3EC-4A0D3B496612}"/>
              </a:ext>
            </a:extLst>
          </p:cNvPr>
          <p:cNvSpPr>
            <a:spLocks noGrp="1"/>
          </p:cNvSpPr>
          <p:nvPr/>
        </p:nvSpPr>
        <p:spPr>
          <a:xfrm>
            <a:off x="1935777" y="16954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" name="F2_precision_recall_distributions_2834">
            <a:extLst>
              <a:ext uri="{FF2B5EF4-FFF2-40B4-BE49-F238E27FC236}">
                <a16:creationId xmlns:a16="http://schemas.microsoft.com/office/drawing/2014/main" id="{2387207C-8475-4EC2-9158-29D46A915665}"/>
              </a:ext>
            </a:extLst>
          </p:cNvPr>
          <p:cNvSpPr>
            <a:spLocks noGrp="1"/>
          </p:cNvSpPr>
          <p:nvPr/>
        </p:nvSpPr>
        <p:spPr>
          <a:xfrm>
            <a:off x="1933602" y="1716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" name="F2_precision_recall_distributions_2835">
            <a:extLst>
              <a:ext uri="{FF2B5EF4-FFF2-40B4-BE49-F238E27FC236}">
                <a16:creationId xmlns:a16="http://schemas.microsoft.com/office/drawing/2014/main" id="{6B74997B-D25D-4ECA-BDC1-4A15C45BA0DB}"/>
              </a:ext>
            </a:extLst>
          </p:cNvPr>
          <p:cNvSpPr>
            <a:spLocks noGrp="1"/>
          </p:cNvSpPr>
          <p:nvPr/>
        </p:nvSpPr>
        <p:spPr>
          <a:xfrm>
            <a:off x="1821347" y="2115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" name="F2_precision_recall_distributions_2836">
            <a:extLst>
              <a:ext uri="{FF2B5EF4-FFF2-40B4-BE49-F238E27FC236}">
                <a16:creationId xmlns:a16="http://schemas.microsoft.com/office/drawing/2014/main" id="{13138E3B-E8E2-4D4F-B00B-2036DC10A3E9}"/>
              </a:ext>
            </a:extLst>
          </p:cNvPr>
          <p:cNvSpPr>
            <a:spLocks noGrp="1"/>
          </p:cNvSpPr>
          <p:nvPr/>
        </p:nvSpPr>
        <p:spPr>
          <a:xfrm>
            <a:off x="1842277" y="210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" name="F2_precision_recall_distributions_2837">
            <a:extLst>
              <a:ext uri="{FF2B5EF4-FFF2-40B4-BE49-F238E27FC236}">
                <a16:creationId xmlns:a16="http://schemas.microsoft.com/office/drawing/2014/main" id="{B6F8ACEB-EA6C-4667-BBB6-D950E5E2B950}"/>
              </a:ext>
            </a:extLst>
          </p:cNvPr>
          <p:cNvSpPr>
            <a:spLocks noGrp="1"/>
          </p:cNvSpPr>
          <p:nvPr/>
        </p:nvSpPr>
        <p:spPr>
          <a:xfrm>
            <a:off x="1809358" y="2094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" name="F2_precision_recall_distributions_2838">
            <a:extLst>
              <a:ext uri="{FF2B5EF4-FFF2-40B4-BE49-F238E27FC236}">
                <a16:creationId xmlns:a16="http://schemas.microsoft.com/office/drawing/2014/main" id="{F4AC9496-3FE9-42D5-81FE-B6067329EF3F}"/>
              </a:ext>
            </a:extLst>
          </p:cNvPr>
          <p:cNvSpPr>
            <a:spLocks noGrp="1"/>
          </p:cNvSpPr>
          <p:nvPr/>
        </p:nvSpPr>
        <p:spPr>
          <a:xfrm>
            <a:off x="1940049" y="17062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" name="F2_precision_recall_distributions_2839">
            <a:extLst>
              <a:ext uri="{FF2B5EF4-FFF2-40B4-BE49-F238E27FC236}">
                <a16:creationId xmlns:a16="http://schemas.microsoft.com/office/drawing/2014/main" id="{07262B6A-C9F4-4EC9-BFE9-C8BD1FE603A7}"/>
              </a:ext>
            </a:extLst>
          </p:cNvPr>
          <p:cNvSpPr>
            <a:spLocks noGrp="1"/>
          </p:cNvSpPr>
          <p:nvPr/>
        </p:nvSpPr>
        <p:spPr>
          <a:xfrm>
            <a:off x="1981976" y="18593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" name="F2_precision_recall_distributions_2840">
            <a:extLst>
              <a:ext uri="{FF2B5EF4-FFF2-40B4-BE49-F238E27FC236}">
                <a16:creationId xmlns:a16="http://schemas.microsoft.com/office/drawing/2014/main" id="{0336CBAF-C496-47A2-9198-2A623B440437}"/>
              </a:ext>
            </a:extLst>
          </p:cNvPr>
          <p:cNvSpPr>
            <a:spLocks noGrp="1"/>
          </p:cNvSpPr>
          <p:nvPr/>
        </p:nvSpPr>
        <p:spPr>
          <a:xfrm>
            <a:off x="1847154" y="2007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" name="F2_precision_recall_distributions_2841">
            <a:extLst>
              <a:ext uri="{FF2B5EF4-FFF2-40B4-BE49-F238E27FC236}">
                <a16:creationId xmlns:a16="http://schemas.microsoft.com/office/drawing/2014/main" id="{ED91DBCE-EECA-4402-AAC0-EE18EF421EC1}"/>
              </a:ext>
            </a:extLst>
          </p:cNvPr>
          <p:cNvSpPr>
            <a:spLocks noGrp="1"/>
          </p:cNvSpPr>
          <p:nvPr/>
        </p:nvSpPr>
        <p:spPr>
          <a:xfrm>
            <a:off x="1973761" y="17279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" name="F2_precision_recall_distributions_2842">
            <a:extLst>
              <a:ext uri="{FF2B5EF4-FFF2-40B4-BE49-F238E27FC236}">
                <a16:creationId xmlns:a16="http://schemas.microsoft.com/office/drawing/2014/main" id="{D970E0A9-6963-453B-8DCE-0C53B8526B8B}"/>
              </a:ext>
            </a:extLst>
          </p:cNvPr>
          <p:cNvSpPr>
            <a:spLocks noGrp="1"/>
          </p:cNvSpPr>
          <p:nvPr/>
        </p:nvSpPr>
        <p:spPr>
          <a:xfrm>
            <a:off x="1702546" y="1722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" name="F2_precision_recall_distributions_2843">
            <a:extLst>
              <a:ext uri="{FF2B5EF4-FFF2-40B4-BE49-F238E27FC236}">
                <a16:creationId xmlns:a16="http://schemas.microsoft.com/office/drawing/2014/main" id="{50A8A386-84C6-4A8B-A9B6-8F9BC7DA52DB}"/>
              </a:ext>
            </a:extLst>
          </p:cNvPr>
          <p:cNvSpPr>
            <a:spLocks noGrp="1"/>
          </p:cNvSpPr>
          <p:nvPr/>
        </p:nvSpPr>
        <p:spPr>
          <a:xfrm>
            <a:off x="1847615" y="21626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" name="F2_precision_recall_distributions_2844">
            <a:extLst>
              <a:ext uri="{FF2B5EF4-FFF2-40B4-BE49-F238E27FC236}">
                <a16:creationId xmlns:a16="http://schemas.microsoft.com/office/drawing/2014/main" id="{DFED1B9D-CCCB-4B83-A61D-C3DFD1CF9749}"/>
              </a:ext>
            </a:extLst>
          </p:cNvPr>
          <p:cNvSpPr>
            <a:spLocks noGrp="1"/>
          </p:cNvSpPr>
          <p:nvPr/>
        </p:nvSpPr>
        <p:spPr>
          <a:xfrm>
            <a:off x="1982622" y="17750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" name="F2_precision_recall_distributions_2845">
            <a:extLst>
              <a:ext uri="{FF2B5EF4-FFF2-40B4-BE49-F238E27FC236}">
                <a16:creationId xmlns:a16="http://schemas.microsoft.com/office/drawing/2014/main" id="{CFD26E8B-3B7E-4F6E-812A-DCFDBCBC71E2}"/>
              </a:ext>
            </a:extLst>
          </p:cNvPr>
          <p:cNvSpPr>
            <a:spLocks noGrp="1"/>
          </p:cNvSpPr>
          <p:nvPr/>
        </p:nvSpPr>
        <p:spPr>
          <a:xfrm>
            <a:off x="1759832" y="1837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" name="F2_precision_recall_distributions_2846">
            <a:extLst>
              <a:ext uri="{FF2B5EF4-FFF2-40B4-BE49-F238E27FC236}">
                <a16:creationId xmlns:a16="http://schemas.microsoft.com/office/drawing/2014/main" id="{F08914C2-A297-44AA-AB48-BE6692991AC5}"/>
              </a:ext>
            </a:extLst>
          </p:cNvPr>
          <p:cNvSpPr>
            <a:spLocks noGrp="1"/>
          </p:cNvSpPr>
          <p:nvPr/>
        </p:nvSpPr>
        <p:spPr>
          <a:xfrm>
            <a:off x="1943310" y="18117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" name="F2_precision_recall_distributions_2847">
            <a:extLst>
              <a:ext uri="{FF2B5EF4-FFF2-40B4-BE49-F238E27FC236}">
                <a16:creationId xmlns:a16="http://schemas.microsoft.com/office/drawing/2014/main" id="{07F22DA4-A95B-4D04-B305-D9AFD16C7F52}"/>
              </a:ext>
            </a:extLst>
          </p:cNvPr>
          <p:cNvSpPr>
            <a:spLocks noGrp="1"/>
          </p:cNvSpPr>
          <p:nvPr/>
        </p:nvSpPr>
        <p:spPr>
          <a:xfrm>
            <a:off x="1753736" y="18053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" name="F2_precision_recall_distributions_2848">
            <a:extLst>
              <a:ext uri="{FF2B5EF4-FFF2-40B4-BE49-F238E27FC236}">
                <a16:creationId xmlns:a16="http://schemas.microsoft.com/office/drawing/2014/main" id="{86868299-644B-4B60-A0CC-FEB56360314C}"/>
              </a:ext>
            </a:extLst>
          </p:cNvPr>
          <p:cNvSpPr>
            <a:spLocks noGrp="1"/>
          </p:cNvSpPr>
          <p:nvPr/>
        </p:nvSpPr>
        <p:spPr>
          <a:xfrm>
            <a:off x="1775643" y="18181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" name="F2_precision_recall_distributions_2849">
            <a:extLst>
              <a:ext uri="{FF2B5EF4-FFF2-40B4-BE49-F238E27FC236}">
                <a16:creationId xmlns:a16="http://schemas.microsoft.com/office/drawing/2014/main" id="{C8482D9C-6270-4CFC-AF9A-7754F7F50F81}"/>
              </a:ext>
            </a:extLst>
          </p:cNvPr>
          <p:cNvSpPr>
            <a:spLocks noGrp="1"/>
          </p:cNvSpPr>
          <p:nvPr/>
        </p:nvSpPr>
        <p:spPr>
          <a:xfrm>
            <a:off x="1759694" y="1762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" name="F2_precision_recall_distributions_2850">
            <a:extLst>
              <a:ext uri="{FF2B5EF4-FFF2-40B4-BE49-F238E27FC236}">
                <a16:creationId xmlns:a16="http://schemas.microsoft.com/office/drawing/2014/main" id="{1730DA38-1FCB-4E3C-B312-5E9C55F9685B}"/>
              </a:ext>
            </a:extLst>
          </p:cNvPr>
          <p:cNvSpPr>
            <a:spLocks noGrp="1"/>
          </p:cNvSpPr>
          <p:nvPr/>
        </p:nvSpPr>
        <p:spPr>
          <a:xfrm>
            <a:off x="1691320" y="16847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" name="F2_precision_recall_distributions_2851">
            <a:extLst>
              <a:ext uri="{FF2B5EF4-FFF2-40B4-BE49-F238E27FC236}">
                <a16:creationId xmlns:a16="http://schemas.microsoft.com/office/drawing/2014/main" id="{86FC74DB-58F2-470C-9236-ABB9B073D468}"/>
              </a:ext>
            </a:extLst>
          </p:cNvPr>
          <p:cNvSpPr>
            <a:spLocks noGrp="1"/>
          </p:cNvSpPr>
          <p:nvPr/>
        </p:nvSpPr>
        <p:spPr>
          <a:xfrm>
            <a:off x="1898973" y="22201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" name="F2_precision_recall_distributions_2852">
            <a:extLst>
              <a:ext uri="{FF2B5EF4-FFF2-40B4-BE49-F238E27FC236}">
                <a16:creationId xmlns:a16="http://schemas.microsoft.com/office/drawing/2014/main" id="{BAA54840-53E6-4AD8-A248-1DA5B149BDA5}"/>
              </a:ext>
            </a:extLst>
          </p:cNvPr>
          <p:cNvSpPr>
            <a:spLocks noGrp="1"/>
          </p:cNvSpPr>
          <p:nvPr/>
        </p:nvSpPr>
        <p:spPr>
          <a:xfrm>
            <a:off x="201396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" name="F2_precision_recall_distributions_2853">
            <a:extLst>
              <a:ext uri="{FF2B5EF4-FFF2-40B4-BE49-F238E27FC236}">
                <a16:creationId xmlns:a16="http://schemas.microsoft.com/office/drawing/2014/main" id="{E8DB3F79-A8B9-4322-8F3A-B8243B2FBAC3}"/>
              </a:ext>
            </a:extLst>
          </p:cNvPr>
          <p:cNvSpPr>
            <a:spLocks noGrp="1"/>
          </p:cNvSpPr>
          <p:nvPr/>
        </p:nvSpPr>
        <p:spPr>
          <a:xfrm>
            <a:off x="1658913" y="2080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" name="F2_precision_recall_distributions_2854">
            <a:extLst>
              <a:ext uri="{FF2B5EF4-FFF2-40B4-BE49-F238E27FC236}">
                <a16:creationId xmlns:a16="http://schemas.microsoft.com/office/drawing/2014/main" id="{DB80B9B7-001D-4BE6-9C45-1CE135B20838}"/>
              </a:ext>
            </a:extLst>
          </p:cNvPr>
          <p:cNvSpPr>
            <a:spLocks noGrp="1"/>
          </p:cNvSpPr>
          <p:nvPr/>
        </p:nvSpPr>
        <p:spPr>
          <a:xfrm>
            <a:off x="1664456" y="1856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" name="F2_precision_recall_distributions_2855">
            <a:extLst>
              <a:ext uri="{FF2B5EF4-FFF2-40B4-BE49-F238E27FC236}">
                <a16:creationId xmlns:a16="http://schemas.microsoft.com/office/drawing/2014/main" id="{8FEB2011-126D-445F-B2F9-C047233879BD}"/>
              </a:ext>
            </a:extLst>
          </p:cNvPr>
          <p:cNvSpPr>
            <a:spLocks noGrp="1"/>
          </p:cNvSpPr>
          <p:nvPr/>
        </p:nvSpPr>
        <p:spPr>
          <a:xfrm>
            <a:off x="1762153" y="16759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" name="F2_precision_recall_distributions_2856">
            <a:extLst>
              <a:ext uri="{FF2B5EF4-FFF2-40B4-BE49-F238E27FC236}">
                <a16:creationId xmlns:a16="http://schemas.microsoft.com/office/drawing/2014/main" id="{CE33DEE3-F335-4A42-BC91-3D34C5DA2274}"/>
              </a:ext>
            </a:extLst>
          </p:cNvPr>
          <p:cNvSpPr>
            <a:spLocks noGrp="1"/>
          </p:cNvSpPr>
          <p:nvPr/>
        </p:nvSpPr>
        <p:spPr>
          <a:xfrm>
            <a:off x="1696318" y="16721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" name="F2_precision_recall_distributions_2857">
            <a:extLst>
              <a:ext uri="{FF2B5EF4-FFF2-40B4-BE49-F238E27FC236}">
                <a16:creationId xmlns:a16="http://schemas.microsoft.com/office/drawing/2014/main" id="{75359D18-4251-46F2-B4B7-5CAC48C6DB97}"/>
              </a:ext>
            </a:extLst>
          </p:cNvPr>
          <p:cNvSpPr>
            <a:spLocks noGrp="1"/>
          </p:cNvSpPr>
          <p:nvPr/>
        </p:nvSpPr>
        <p:spPr>
          <a:xfrm>
            <a:off x="1929509" y="20239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" name="F2_precision_recall_distributions_2858">
            <a:extLst>
              <a:ext uri="{FF2B5EF4-FFF2-40B4-BE49-F238E27FC236}">
                <a16:creationId xmlns:a16="http://schemas.microsoft.com/office/drawing/2014/main" id="{01A7EC12-539E-4461-9437-D1E843346EA6}"/>
              </a:ext>
            </a:extLst>
          </p:cNvPr>
          <p:cNvSpPr>
            <a:spLocks noGrp="1"/>
          </p:cNvSpPr>
          <p:nvPr/>
        </p:nvSpPr>
        <p:spPr>
          <a:xfrm>
            <a:off x="1690284" y="1883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" name="F2_precision_recall_distributions_2859">
            <a:extLst>
              <a:ext uri="{FF2B5EF4-FFF2-40B4-BE49-F238E27FC236}">
                <a16:creationId xmlns:a16="http://schemas.microsoft.com/office/drawing/2014/main" id="{FAD09AA8-1052-4665-BD74-65489C530A25}"/>
              </a:ext>
            </a:extLst>
          </p:cNvPr>
          <p:cNvSpPr>
            <a:spLocks noGrp="1"/>
          </p:cNvSpPr>
          <p:nvPr/>
        </p:nvSpPr>
        <p:spPr>
          <a:xfrm>
            <a:off x="19172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" name="F2_precision_recall_distributions_2860">
            <a:extLst>
              <a:ext uri="{FF2B5EF4-FFF2-40B4-BE49-F238E27FC236}">
                <a16:creationId xmlns:a16="http://schemas.microsoft.com/office/drawing/2014/main" id="{43EFC467-2CCD-469E-84C5-71EDDFD6A53A}"/>
              </a:ext>
            </a:extLst>
          </p:cNvPr>
          <p:cNvSpPr>
            <a:spLocks noGrp="1"/>
          </p:cNvSpPr>
          <p:nvPr/>
        </p:nvSpPr>
        <p:spPr>
          <a:xfrm>
            <a:off x="1671639" y="2174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" name="F2_precision_recall_distributions_2861">
            <a:extLst>
              <a:ext uri="{FF2B5EF4-FFF2-40B4-BE49-F238E27FC236}">
                <a16:creationId xmlns:a16="http://schemas.microsoft.com/office/drawing/2014/main" id="{FA60CB05-34E3-427E-B5AA-AEA5F83AE6EC}"/>
              </a:ext>
            </a:extLst>
          </p:cNvPr>
          <p:cNvSpPr>
            <a:spLocks noGrp="1"/>
          </p:cNvSpPr>
          <p:nvPr/>
        </p:nvSpPr>
        <p:spPr>
          <a:xfrm>
            <a:off x="1672288" y="1591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" name="F2_precision_recall_distributions_2862">
            <a:extLst>
              <a:ext uri="{FF2B5EF4-FFF2-40B4-BE49-F238E27FC236}">
                <a16:creationId xmlns:a16="http://schemas.microsoft.com/office/drawing/2014/main" id="{69CB13FB-B7CD-486D-82F4-FBD72ACF34D6}"/>
              </a:ext>
            </a:extLst>
          </p:cNvPr>
          <p:cNvSpPr>
            <a:spLocks noGrp="1"/>
          </p:cNvSpPr>
          <p:nvPr/>
        </p:nvSpPr>
        <p:spPr>
          <a:xfrm>
            <a:off x="188226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" name="F2_precision_recall_distributions_2863">
            <a:extLst>
              <a:ext uri="{FF2B5EF4-FFF2-40B4-BE49-F238E27FC236}">
                <a16:creationId xmlns:a16="http://schemas.microsoft.com/office/drawing/2014/main" id="{CD2B018F-15DE-4608-9359-8ED978888738}"/>
              </a:ext>
            </a:extLst>
          </p:cNvPr>
          <p:cNvSpPr>
            <a:spLocks noGrp="1"/>
          </p:cNvSpPr>
          <p:nvPr/>
        </p:nvSpPr>
        <p:spPr>
          <a:xfrm>
            <a:off x="1991654" y="1944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" name="F2_precision_recall_distributions_2864">
            <a:extLst>
              <a:ext uri="{FF2B5EF4-FFF2-40B4-BE49-F238E27FC236}">
                <a16:creationId xmlns:a16="http://schemas.microsoft.com/office/drawing/2014/main" id="{DD584D51-4A73-4239-A81A-6C7F0995140C}"/>
              </a:ext>
            </a:extLst>
          </p:cNvPr>
          <p:cNvSpPr>
            <a:spLocks noGrp="1"/>
          </p:cNvSpPr>
          <p:nvPr/>
        </p:nvSpPr>
        <p:spPr>
          <a:xfrm>
            <a:off x="1826070" y="20151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" name="F2_precision_recall_distributions_2865">
            <a:extLst>
              <a:ext uri="{FF2B5EF4-FFF2-40B4-BE49-F238E27FC236}">
                <a16:creationId xmlns:a16="http://schemas.microsoft.com/office/drawing/2014/main" id="{AF45C963-7C4F-4273-B7FB-CD60B05EAE00}"/>
              </a:ext>
            </a:extLst>
          </p:cNvPr>
          <p:cNvSpPr>
            <a:spLocks noGrp="1"/>
          </p:cNvSpPr>
          <p:nvPr/>
        </p:nvSpPr>
        <p:spPr>
          <a:xfrm>
            <a:off x="1891064" y="16020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" name="F2_precision_recall_distributions_2866">
            <a:extLst>
              <a:ext uri="{FF2B5EF4-FFF2-40B4-BE49-F238E27FC236}">
                <a16:creationId xmlns:a16="http://schemas.microsoft.com/office/drawing/2014/main" id="{D1DC3C79-ABA4-45C4-AFE0-48CDB50C7903}"/>
              </a:ext>
            </a:extLst>
          </p:cNvPr>
          <p:cNvSpPr>
            <a:spLocks noGrp="1"/>
          </p:cNvSpPr>
          <p:nvPr/>
        </p:nvSpPr>
        <p:spPr>
          <a:xfrm>
            <a:off x="1768654" y="16991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" name="F2_precision_recall_distributions_2867">
            <a:extLst>
              <a:ext uri="{FF2B5EF4-FFF2-40B4-BE49-F238E27FC236}">
                <a16:creationId xmlns:a16="http://schemas.microsoft.com/office/drawing/2014/main" id="{7A81E734-E686-4283-997D-DAAC71FB5C37}"/>
              </a:ext>
            </a:extLst>
          </p:cNvPr>
          <p:cNvSpPr>
            <a:spLocks noGrp="1"/>
          </p:cNvSpPr>
          <p:nvPr/>
        </p:nvSpPr>
        <p:spPr>
          <a:xfrm>
            <a:off x="1685689" y="1848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" name="F2_precision_recall_distributions_2868">
            <a:extLst>
              <a:ext uri="{FF2B5EF4-FFF2-40B4-BE49-F238E27FC236}">
                <a16:creationId xmlns:a16="http://schemas.microsoft.com/office/drawing/2014/main" id="{97628B29-3786-49C2-942B-736EA4D6974E}"/>
              </a:ext>
            </a:extLst>
          </p:cNvPr>
          <p:cNvSpPr>
            <a:spLocks noGrp="1"/>
          </p:cNvSpPr>
          <p:nvPr/>
        </p:nvSpPr>
        <p:spPr>
          <a:xfrm>
            <a:off x="1653579" y="17110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" name="F2_precision_recall_distributions_2869">
            <a:extLst>
              <a:ext uri="{FF2B5EF4-FFF2-40B4-BE49-F238E27FC236}">
                <a16:creationId xmlns:a16="http://schemas.microsoft.com/office/drawing/2014/main" id="{F6FDCD78-70F0-4F80-8572-F58A2A952FA3}"/>
              </a:ext>
            </a:extLst>
          </p:cNvPr>
          <p:cNvSpPr>
            <a:spLocks noGrp="1"/>
          </p:cNvSpPr>
          <p:nvPr/>
        </p:nvSpPr>
        <p:spPr>
          <a:xfrm>
            <a:off x="1658701" y="1572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6" name="F2_precision_recall_distributions_2870">
            <a:extLst>
              <a:ext uri="{FF2B5EF4-FFF2-40B4-BE49-F238E27FC236}">
                <a16:creationId xmlns:a16="http://schemas.microsoft.com/office/drawing/2014/main" id="{DB38934E-3CBE-4389-B342-D4959CD524AF}"/>
              </a:ext>
            </a:extLst>
          </p:cNvPr>
          <p:cNvSpPr>
            <a:spLocks noGrp="1"/>
          </p:cNvSpPr>
          <p:nvPr/>
        </p:nvSpPr>
        <p:spPr>
          <a:xfrm>
            <a:off x="1887008" y="1649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" name="F2_precision_recall_distributions_2871">
            <a:extLst>
              <a:ext uri="{FF2B5EF4-FFF2-40B4-BE49-F238E27FC236}">
                <a16:creationId xmlns:a16="http://schemas.microsoft.com/office/drawing/2014/main" id="{B4A9F274-8520-49A3-9755-5CCD03E9C241}"/>
              </a:ext>
            </a:extLst>
          </p:cNvPr>
          <p:cNvSpPr>
            <a:spLocks noGrp="1"/>
          </p:cNvSpPr>
          <p:nvPr/>
        </p:nvSpPr>
        <p:spPr>
          <a:xfrm>
            <a:off x="1795933" y="1709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" name="F2_precision_recall_distributions_2872">
            <a:extLst>
              <a:ext uri="{FF2B5EF4-FFF2-40B4-BE49-F238E27FC236}">
                <a16:creationId xmlns:a16="http://schemas.microsoft.com/office/drawing/2014/main" id="{98781324-1EA9-4A62-B244-BBF97A06525D}"/>
              </a:ext>
            </a:extLst>
          </p:cNvPr>
          <p:cNvSpPr>
            <a:spLocks noGrp="1"/>
          </p:cNvSpPr>
          <p:nvPr/>
        </p:nvSpPr>
        <p:spPr>
          <a:xfrm>
            <a:off x="1761323" y="16423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" name="F2_precision_recall_distributions_2873">
            <a:extLst>
              <a:ext uri="{FF2B5EF4-FFF2-40B4-BE49-F238E27FC236}">
                <a16:creationId xmlns:a16="http://schemas.microsoft.com/office/drawing/2014/main" id="{C188829D-6CD2-4596-8940-BA7EEF42CF0C}"/>
              </a:ext>
            </a:extLst>
          </p:cNvPr>
          <p:cNvSpPr>
            <a:spLocks noGrp="1"/>
          </p:cNvSpPr>
          <p:nvPr/>
        </p:nvSpPr>
        <p:spPr>
          <a:xfrm>
            <a:off x="1724698" y="1770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" name="F2_precision_recall_distributions_2874">
            <a:extLst>
              <a:ext uri="{FF2B5EF4-FFF2-40B4-BE49-F238E27FC236}">
                <a16:creationId xmlns:a16="http://schemas.microsoft.com/office/drawing/2014/main" id="{E78DB996-2B55-4D8C-9F43-E7AAA54B8D5C}"/>
              </a:ext>
            </a:extLst>
          </p:cNvPr>
          <p:cNvSpPr>
            <a:spLocks noGrp="1"/>
          </p:cNvSpPr>
          <p:nvPr/>
        </p:nvSpPr>
        <p:spPr>
          <a:xfrm>
            <a:off x="1731419" y="17543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" name="F2_precision_recall_distributions_2875">
            <a:extLst>
              <a:ext uri="{FF2B5EF4-FFF2-40B4-BE49-F238E27FC236}">
                <a16:creationId xmlns:a16="http://schemas.microsoft.com/office/drawing/2014/main" id="{6B97BF34-70FB-494D-A671-EA81AB4BC1E3}"/>
              </a:ext>
            </a:extLst>
          </p:cNvPr>
          <p:cNvSpPr>
            <a:spLocks noGrp="1"/>
          </p:cNvSpPr>
          <p:nvPr/>
        </p:nvSpPr>
        <p:spPr>
          <a:xfrm>
            <a:off x="1916978" y="18635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" name="F2_precision_recall_distributions_2876">
            <a:extLst>
              <a:ext uri="{FF2B5EF4-FFF2-40B4-BE49-F238E27FC236}">
                <a16:creationId xmlns:a16="http://schemas.microsoft.com/office/drawing/2014/main" id="{843207ED-9CBA-4EED-9D12-A4DFCEB0E4A4}"/>
              </a:ext>
            </a:extLst>
          </p:cNvPr>
          <p:cNvSpPr>
            <a:spLocks noGrp="1"/>
          </p:cNvSpPr>
          <p:nvPr/>
        </p:nvSpPr>
        <p:spPr>
          <a:xfrm>
            <a:off x="1675553" y="16981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" name="F2_precision_recall_distributions_2877">
            <a:extLst>
              <a:ext uri="{FF2B5EF4-FFF2-40B4-BE49-F238E27FC236}">
                <a16:creationId xmlns:a16="http://schemas.microsoft.com/office/drawing/2014/main" id="{3748B82A-7710-408D-BD5E-E362E6AEE8AD}"/>
              </a:ext>
            </a:extLst>
          </p:cNvPr>
          <p:cNvSpPr>
            <a:spLocks noGrp="1"/>
          </p:cNvSpPr>
          <p:nvPr/>
        </p:nvSpPr>
        <p:spPr>
          <a:xfrm>
            <a:off x="1991383" y="17560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" name="F2_precision_recall_distributions_2878">
            <a:extLst>
              <a:ext uri="{FF2B5EF4-FFF2-40B4-BE49-F238E27FC236}">
                <a16:creationId xmlns:a16="http://schemas.microsoft.com/office/drawing/2014/main" id="{DF65DAAF-F047-400E-BE30-4B36CADEEC07}"/>
              </a:ext>
            </a:extLst>
          </p:cNvPr>
          <p:cNvSpPr>
            <a:spLocks noGrp="1"/>
          </p:cNvSpPr>
          <p:nvPr/>
        </p:nvSpPr>
        <p:spPr>
          <a:xfrm>
            <a:off x="1983732" y="18099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" name="F2_precision_recall_distributions_2879">
            <a:extLst>
              <a:ext uri="{FF2B5EF4-FFF2-40B4-BE49-F238E27FC236}">
                <a16:creationId xmlns:a16="http://schemas.microsoft.com/office/drawing/2014/main" id="{7B4A2618-5DDF-4837-BF51-1FDAFB0F6C90}"/>
              </a:ext>
            </a:extLst>
          </p:cNvPr>
          <p:cNvSpPr>
            <a:spLocks noGrp="1"/>
          </p:cNvSpPr>
          <p:nvPr/>
        </p:nvSpPr>
        <p:spPr>
          <a:xfrm>
            <a:off x="1660046" y="19565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" name="F2_precision_recall_distributions_2880">
            <a:extLst>
              <a:ext uri="{FF2B5EF4-FFF2-40B4-BE49-F238E27FC236}">
                <a16:creationId xmlns:a16="http://schemas.microsoft.com/office/drawing/2014/main" id="{4103E305-792D-4AB6-B8D8-632D4D954FEE}"/>
              </a:ext>
            </a:extLst>
          </p:cNvPr>
          <p:cNvSpPr>
            <a:spLocks noGrp="1"/>
          </p:cNvSpPr>
          <p:nvPr/>
        </p:nvSpPr>
        <p:spPr>
          <a:xfrm>
            <a:off x="1977713" y="17250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" name="F2_precision_recall_distributions_2881">
            <a:extLst>
              <a:ext uri="{FF2B5EF4-FFF2-40B4-BE49-F238E27FC236}">
                <a16:creationId xmlns:a16="http://schemas.microsoft.com/office/drawing/2014/main" id="{2ED874BA-D5E8-4CC8-AE63-FF389F8ACEAB}"/>
              </a:ext>
            </a:extLst>
          </p:cNvPr>
          <p:cNvSpPr>
            <a:spLocks noGrp="1"/>
          </p:cNvSpPr>
          <p:nvPr/>
        </p:nvSpPr>
        <p:spPr>
          <a:xfrm>
            <a:off x="2024369" y="16301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" name="F2_precision_recall_distributions_2882">
            <a:extLst>
              <a:ext uri="{FF2B5EF4-FFF2-40B4-BE49-F238E27FC236}">
                <a16:creationId xmlns:a16="http://schemas.microsoft.com/office/drawing/2014/main" id="{6AA52A09-6A83-4684-9A80-F5E2A90BB3C0}"/>
              </a:ext>
            </a:extLst>
          </p:cNvPr>
          <p:cNvSpPr>
            <a:spLocks noGrp="1"/>
          </p:cNvSpPr>
          <p:nvPr/>
        </p:nvSpPr>
        <p:spPr>
          <a:xfrm>
            <a:off x="1846611" y="19812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" name="F2_precision_recall_distributions_2883">
            <a:extLst>
              <a:ext uri="{FF2B5EF4-FFF2-40B4-BE49-F238E27FC236}">
                <a16:creationId xmlns:a16="http://schemas.microsoft.com/office/drawing/2014/main" id="{06317339-A001-4817-BF73-DC49FA36F1D2}"/>
              </a:ext>
            </a:extLst>
          </p:cNvPr>
          <p:cNvSpPr>
            <a:spLocks noGrp="1"/>
          </p:cNvSpPr>
          <p:nvPr/>
        </p:nvSpPr>
        <p:spPr>
          <a:xfrm>
            <a:off x="1994513" y="16135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" name="F2_precision_recall_distributions_2884">
            <a:extLst>
              <a:ext uri="{FF2B5EF4-FFF2-40B4-BE49-F238E27FC236}">
                <a16:creationId xmlns:a16="http://schemas.microsoft.com/office/drawing/2014/main" id="{CF662DF6-4CA6-479D-A62A-286B9F62E650}"/>
              </a:ext>
            </a:extLst>
          </p:cNvPr>
          <p:cNvSpPr>
            <a:spLocks noGrp="1"/>
          </p:cNvSpPr>
          <p:nvPr/>
        </p:nvSpPr>
        <p:spPr>
          <a:xfrm>
            <a:off x="1760214" y="1655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" name="F2_precision_recall_distributions_2885">
            <a:extLst>
              <a:ext uri="{FF2B5EF4-FFF2-40B4-BE49-F238E27FC236}">
                <a16:creationId xmlns:a16="http://schemas.microsoft.com/office/drawing/2014/main" id="{4882F4EC-F626-4ABA-9857-F89FBFD1EDF4}"/>
              </a:ext>
            </a:extLst>
          </p:cNvPr>
          <p:cNvSpPr>
            <a:spLocks noGrp="1"/>
          </p:cNvSpPr>
          <p:nvPr/>
        </p:nvSpPr>
        <p:spPr>
          <a:xfrm>
            <a:off x="1925766" y="16195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" name="F2_precision_recall_distributions_2886">
            <a:extLst>
              <a:ext uri="{FF2B5EF4-FFF2-40B4-BE49-F238E27FC236}">
                <a16:creationId xmlns:a16="http://schemas.microsoft.com/office/drawing/2014/main" id="{B1A48943-E8F0-4DD4-A4AD-51B19483AAF7}"/>
              </a:ext>
            </a:extLst>
          </p:cNvPr>
          <p:cNvSpPr>
            <a:spLocks noGrp="1"/>
          </p:cNvSpPr>
          <p:nvPr/>
        </p:nvSpPr>
        <p:spPr>
          <a:xfrm>
            <a:off x="2024589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" name="F2_precision_recall_distributions_2887">
            <a:extLst>
              <a:ext uri="{FF2B5EF4-FFF2-40B4-BE49-F238E27FC236}">
                <a16:creationId xmlns:a16="http://schemas.microsoft.com/office/drawing/2014/main" id="{B98C3F91-7880-475D-AC86-71B75C974B50}"/>
              </a:ext>
            </a:extLst>
          </p:cNvPr>
          <p:cNvSpPr>
            <a:spLocks noGrp="1"/>
          </p:cNvSpPr>
          <p:nvPr/>
        </p:nvSpPr>
        <p:spPr>
          <a:xfrm>
            <a:off x="1878407" y="2044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" name="F2_precision_recall_distributions_2888">
            <a:extLst>
              <a:ext uri="{FF2B5EF4-FFF2-40B4-BE49-F238E27FC236}">
                <a16:creationId xmlns:a16="http://schemas.microsoft.com/office/drawing/2014/main" id="{692E6279-5B7F-478C-A289-7A0C5CECC0C2}"/>
              </a:ext>
            </a:extLst>
          </p:cNvPr>
          <p:cNvSpPr>
            <a:spLocks noGrp="1"/>
          </p:cNvSpPr>
          <p:nvPr/>
        </p:nvSpPr>
        <p:spPr>
          <a:xfrm>
            <a:off x="1681514" y="15863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" name="F2_precision_recall_distributions_2889">
            <a:extLst>
              <a:ext uri="{FF2B5EF4-FFF2-40B4-BE49-F238E27FC236}">
                <a16:creationId xmlns:a16="http://schemas.microsoft.com/office/drawing/2014/main" id="{A0D4EE79-1561-4C19-B72D-3F9C751FE404}"/>
              </a:ext>
            </a:extLst>
          </p:cNvPr>
          <p:cNvSpPr>
            <a:spLocks noGrp="1"/>
          </p:cNvSpPr>
          <p:nvPr/>
        </p:nvSpPr>
        <p:spPr>
          <a:xfrm>
            <a:off x="1833891" y="15446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" name="F2_precision_recall_distributions_2890">
            <a:extLst>
              <a:ext uri="{FF2B5EF4-FFF2-40B4-BE49-F238E27FC236}">
                <a16:creationId xmlns:a16="http://schemas.microsoft.com/office/drawing/2014/main" id="{4FEABB4E-5A1C-4E2A-B9BF-576CD7E2B22E}"/>
              </a:ext>
            </a:extLst>
          </p:cNvPr>
          <p:cNvSpPr>
            <a:spLocks noGrp="1"/>
          </p:cNvSpPr>
          <p:nvPr/>
        </p:nvSpPr>
        <p:spPr>
          <a:xfrm>
            <a:off x="1690570" y="16264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" name="F2_precision_recall_distributions_2891">
            <a:extLst>
              <a:ext uri="{FF2B5EF4-FFF2-40B4-BE49-F238E27FC236}">
                <a16:creationId xmlns:a16="http://schemas.microsoft.com/office/drawing/2014/main" id="{201C5C67-29BC-4F3E-83FC-CE56FC251B40}"/>
              </a:ext>
            </a:extLst>
          </p:cNvPr>
          <p:cNvSpPr>
            <a:spLocks noGrp="1"/>
          </p:cNvSpPr>
          <p:nvPr/>
        </p:nvSpPr>
        <p:spPr>
          <a:xfrm>
            <a:off x="1990974" y="1766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" name="F2_precision_recall_distributions_2892">
            <a:extLst>
              <a:ext uri="{FF2B5EF4-FFF2-40B4-BE49-F238E27FC236}">
                <a16:creationId xmlns:a16="http://schemas.microsoft.com/office/drawing/2014/main" id="{E9EEB5F8-7AE4-4A47-AD4A-7E1B83F86A10}"/>
              </a:ext>
            </a:extLst>
          </p:cNvPr>
          <p:cNvSpPr>
            <a:spLocks noGrp="1"/>
          </p:cNvSpPr>
          <p:nvPr/>
        </p:nvSpPr>
        <p:spPr>
          <a:xfrm>
            <a:off x="1813960" y="1956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" name="F2_precision_recall_distributions_2893">
            <a:extLst>
              <a:ext uri="{FF2B5EF4-FFF2-40B4-BE49-F238E27FC236}">
                <a16:creationId xmlns:a16="http://schemas.microsoft.com/office/drawing/2014/main" id="{6EABF810-5894-45DA-B225-18EF8803A6D8}"/>
              </a:ext>
            </a:extLst>
          </p:cNvPr>
          <p:cNvSpPr>
            <a:spLocks noGrp="1"/>
          </p:cNvSpPr>
          <p:nvPr/>
        </p:nvSpPr>
        <p:spPr>
          <a:xfrm>
            <a:off x="1782639" y="21027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" name="F2_precision_recall_distributions_2894">
            <a:extLst>
              <a:ext uri="{FF2B5EF4-FFF2-40B4-BE49-F238E27FC236}">
                <a16:creationId xmlns:a16="http://schemas.microsoft.com/office/drawing/2014/main" id="{37593548-8C55-480E-980C-68ACD3308D45}"/>
              </a:ext>
            </a:extLst>
          </p:cNvPr>
          <p:cNvSpPr>
            <a:spLocks noGrp="1"/>
          </p:cNvSpPr>
          <p:nvPr/>
        </p:nvSpPr>
        <p:spPr>
          <a:xfrm>
            <a:off x="1883035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" name="F2_precision_recall_distributions_2895">
            <a:extLst>
              <a:ext uri="{FF2B5EF4-FFF2-40B4-BE49-F238E27FC236}">
                <a16:creationId xmlns:a16="http://schemas.microsoft.com/office/drawing/2014/main" id="{46E5E8D8-E4DB-48C7-AD30-E5F59CE5ECFF}"/>
              </a:ext>
            </a:extLst>
          </p:cNvPr>
          <p:cNvSpPr>
            <a:spLocks noGrp="1"/>
          </p:cNvSpPr>
          <p:nvPr/>
        </p:nvSpPr>
        <p:spPr>
          <a:xfrm>
            <a:off x="1831951" y="16764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" name="F2_precision_recall_distributions_2896">
            <a:extLst>
              <a:ext uri="{FF2B5EF4-FFF2-40B4-BE49-F238E27FC236}">
                <a16:creationId xmlns:a16="http://schemas.microsoft.com/office/drawing/2014/main" id="{8835C278-6553-4181-B7A5-C5722A2FE322}"/>
              </a:ext>
            </a:extLst>
          </p:cNvPr>
          <p:cNvSpPr>
            <a:spLocks noGrp="1"/>
          </p:cNvSpPr>
          <p:nvPr/>
        </p:nvSpPr>
        <p:spPr>
          <a:xfrm>
            <a:off x="1995650" y="21334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" name="F2_precision_recall_distributions_2897">
            <a:extLst>
              <a:ext uri="{FF2B5EF4-FFF2-40B4-BE49-F238E27FC236}">
                <a16:creationId xmlns:a16="http://schemas.microsoft.com/office/drawing/2014/main" id="{F2482B23-ABFC-44D2-B102-3D42024C4D8B}"/>
              </a:ext>
            </a:extLst>
          </p:cNvPr>
          <p:cNvSpPr>
            <a:spLocks noGrp="1"/>
          </p:cNvSpPr>
          <p:nvPr/>
        </p:nvSpPr>
        <p:spPr>
          <a:xfrm>
            <a:off x="1928051" y="16488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" name="F2_precision_recall_distributions_2898">
            <a:extLst>
              <a:ext uri="{FF2B5EF4-FFF2-40B4-BE49-F238E27FC236}">
                <a16:creationId xmlns:a16="http://schemas.microsoft.com/office/drawing/2014/main" id="{96DDEC4E-FDBA-465E-B63C-686837973C3D}"/>
              </a:ext>
            </a:extLst>
          </p:cNvPr>
          <p:cNvSpPr>
            <a:spLocks noGrp="1"/>
          </p:cNvSpPr>
          <p:nvPr/>
        </p:nvSpPr>
        <p:spPr>
          <a:xfrm>
            <a:off x="1762637" y="19926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" name="F2_precision_recall_distributions_2899">
            <a:extLst>
              <a:ext uri="{FF2B5EF4-FFF2-40B4-BE49-F238E27FC236}">
                <a16:creationId xmlns:a16="http://schemas.microsoft.com/office/drawing/2014/main" id="{6CCD7E0B-7EAC-4D0F-B6D8-BF16BAB99FA9}"/>
              </a:ext>
            </a:extLst>
          </p:cNvPr>
          <p:cNvSpPr>
            <a:spLocks noGrp="1"/>
          </p:cNvSpPr>
          <p:nvPr/>
        </p:nvSpPr>
        <p:spPr>
          <a:xfrm>
            <a:off x="1915206" y="1896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" name="F2_precision_recall_distributions_2900">
            <a:extLst>
              <a:ext uri="{FF2B5EF4-FFF2-40B4-BE49-F238E27FC236}">
                <a16:creationId xmlns:a16="http://schemas.microsoft.com/office/drawing/2014/main" id="{7E6498DC-9F41-43CB-B506-9EBF12F2F404}"/>
              </a:ext>
            </a:extLst>
          </p:cNvPr>
          <p:cNvSpPr>
            <a:spLocks noGrp="1"/>
          </p:cNvSpPr>
          <p:nvPr/>
        </p:nvSpPr>
        <p:spPr>
          <a:xfrm>
            <a:off x="1857548" y="1632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" name="F2_precision_recall_distributions_2901">
            <a:extLst>
              <a:ext uri="{FF2B5EF4-FFF2-40B4-BE49-F238E27FC236}">
                <a16:creationId xmlns:a16="http://schemas.microsoft.com/office/drawing/2014/main" id="{62013F56-8BF8-4AF5-9853-CF573F9D3503}"/>
              </a:ext>
            </a:extLst>
          </p:cNvPr>
          <p:cNvSpPr>
            <a:spLocks noGrp="1"/>
          </p:cNvSpPr>
          <p:nvPr/>
        </p:nvSpPr>
        <p:spPr>
          <a:xfrm>
            <a:off x="1869004" y="19173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" name="F2_precision_recall_distributions_2902">
            <a:extLst>
              <a:ext uri="{FF2B5EF4-FFF2-40B4-BE49-F238E27FC236}">
                <a16:creationId xmlns:a16="http://schemas.microsoft.com/office/drawing/2014/main" id="{85D36738-6504-45F1-B27B-1A3A68BDF4E5}"/>
              </a:ext>
            </a:extLst>
          </p:cNvPr>
          <p:cNvSpPr>
            <a:spLocks noGrp="1"/>
          </p:cNvSpPr>
          <p:nvPr/>
        </p:nvSpPr>
        <p:spPr>
          <a:xfrm>
            <a:off x="2023555" y="19758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" name="F2_precision_recall_distributions_2903">
            <a:extLst>
              <a:ext uri="{FF2B5EF4-FFF2-40B4-BE49-F238E27FC236}">
                <a16:creationId xmlns:a16="http://schemas.microsoft.com/office/drawing/2014/main" id="{79243111-F328-4CC3-9D48-BAEA7E3F0389}"/>
              </a:ext>
            </a:extLst>
          </p:cNvPr>
          <p:cNvSpPr>
            <a:spLocks noGrp="1"/>
          </p:cNvSpPr>
          <p:nvPr/>
        </p:nvSpPr>
        <p:spPr>
          <a:xfrm>
            <a:off x="168940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" name="F2_precision_recall_distributions_2904">
            <a:extLst>
              <a:ext uri="{FF2B5EF4-FFF2-40B4-BE49-F238E27FC236}">
                <a16:creationId xmlns:a16="http://schemas.microsoft.com/office/drawing/2014/main" id="{B2B839FB-F5E5-43D5-A835-9A2393C34034}"/>
              </a:ext>
            </a:extLst>
          </p:cNvPr>
          <p:cNvSpPr>
            <a:spLocks noGrp="1"/>
          </p:cNvSpPr>
          <p:nvPr/>
        </p:nvSpPr>
        <p:spPr>
          <a:xfrm>
            <a:off x="1892937" y="1637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" name="F2_precision_recall_distributions_2905">
            <a:extLst>
              <a:ext uri="{FF2B5EF4-FFF2-40B4-BE49-F238E27FC236}">
                <a16:creationId xmlns:a16="http://schemas.microsoft.com/office/drawing/2014/main" id="{625B2AB7-D74F-4F8C-BBA0-D723F5A57EA3}"/>
              </a:ext>
            </a:extLst>
          </p:cNvPr>
          <p:cNvSpPr>
            <a:spLocks noGrp="1"/>
          </p:cNvSpPr>
          <p:nvPr/>
        </p:nvSpPr>
        <p:spPr>
          <a:xfrm>
            <a:off x="1942228" y="15113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" name="F2_precision_recall_distributions_2906">
            <a:extLst>
              <a:ext uri="{FF2B5EF4-FFF2-40B4-BE49-F238E27FC236}">
                <a16:creationId xmlns:a16="http://schemas.microsoft.com/office/drawing/2014/main" id="{F99D4F24-B959-4175-8323-FEC63AEED35E}"/>
              </a:ext>
            </a:extLst>
          </p:cNvPr>
          <p:cNvSpPr>
            <a:spLocks noGrp="1"/>
          </p:cNvSpPr>
          <p:nvPr/>
        </p:nvSpPr>
        <p:spPr>
          <a:xfrm>
            <a:off x="1869253" y="17705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" name="F2_precision_recall_distributions_2907">
            <a:extLst>
              <a:ext uri="{FF2B5EF4-FFF2-40B4-BE49-F238E27FC236}">
                <a16:creationId xmlns:a16="http://schemas.microsoft.com/office/drawing/2014/main" id="{64B9B19A-C52F-48E3-B290-44D26388E341}"/>
              </a:ext>
            </a:extLst>
          </p:cNvPr>
          <p:cNvSpPr>
            <a:spLocks noGrp="1"/>
          </p:cNvSpPr>
          <p:nvPr/>
        </p:nvSpPr>
        <p:spPr>
          <a:xfrm>
            <a:off x="1956350" y="16960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" name="F2_precision_recall_distributions_2908">
            <a:extLst>
              <a:ext uri="{FF2B5EF4-FFF2-40B4-BE49-F238E27FC236}">
                <a16:creationId xmlns:a16="http://schemas.microsoft.com/office/drawing/2014/main" id="{07C7C40B-191E-4BDC-A6C8-50D0DA3A372E}"/>
              </a:ext>
            </a:extLst>
          </p:cNvPr>
          <p:cNvSpPr>
            <a:spLocks noGrp="1"/>
          </p:cNvSpPr>
          <p:nvPr/>
        </p:nvSpPr>
        <p:spPr>
          <a:xfrm>
            <a:off x="1682863" y="19907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" name="F2_precision_recall_distributions_2909">
            <a:extLst>
              <a:ext uri="{FF2B5EF4-FFF2-40B4-BE49-F238E27FC236}">
                <a16:creationId xmlns:a16="http://schemas.microsoft.com/office/drawing/2014/main" id="{DE8827BF-1710-430E-A041-88E408E88B3B}"/>
              </a:ext>
            </a:extLst>
          </p:cNvPr>
          <p:cNvSpPr>
            <a:spLocks noGrp="1"/>
          </p:cNvSpPr>
          <p:nvPr/>
        </p:nvSpPr>
        <p:spPr>
          <a:xfrm>
            <a:off x="1855985" y="16979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" name="F2_precision_recall_distributions_2910">
            <a:extLst>
              <a:ext uri="{FF2B5EF4-FFF2-40B4-BE49-F238E27FC236}">
                <a16:creationId xmlns:a16="http://schemas.microsoft.com/office/drawing/2014/main" id="{A8517203-984A-4D97-8FE9-7DDCC7645A4C}"/>
              </a:ext>
            </a:extLst>
          </p:cNvPr>
          <p:cNvSpPr>
            <a:spLocks noGrp="1"/>
          </p:cNvSpPr>
          <p:nvPr/>
        </p:nvSpPr>
        <p:spPr>
          <a:xfrm>
            <a:off x="1747427" y="18534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" name="F2_precision_recall_distributions_2911">
            <a:extLst>
              <a:ext uri="{FF2B5EF4-FFF2-40B4-BE49-F238E27FC236}">
                <a16:creationId xmlns:a16="http://schemas.microsoft.com/office/drawing/2014/main" id="{331C4F4C-89D2-4D00-A469-9870A9BD3088}"/>
              </a:ext>
            </a:extLst>
          </p:cNvPr>
          <p:cNvSpPr>
            <a:spLocks noGrp="1"/>
          </p:cNvSpPr>
          <p:nvPr/>
        </p:nvSpPr>
        <p:spPr>
          <a:xfrm>
            <a:off x="1913492" y="16363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" name="F2_precision_recall_distributions_2912">
            <a:extLst>
              <a:ext uri="{FF2B5EF4-FFF2-40B4-BE49-F238E27FC236}">
                <a16:creationId xmlns:a16="http://schemas.microsoft.com/office/drawing/2014/main" id="{AFB32E28-7A4F-4649-A4FB-D86069F9B371}"/>
              </a:ext>
            </a:extLst>
          </p:cNvPr>
          <p:cNvSpPr>
            <a:spLocks noGrp="1"/>
          </p:cNvSpPr>
          <p:nvPr/>
        </p:nvSpPr>
        <p:spPr>
          <a:xfrm>
            <a:off x="1771301" y="19937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" name="F2_precision_recall_distributions_2913">
            <a:extLst>
              <a:ext uri="{FF2B5EF4-FFF2-40B4-BE49-F238E27FC236}">
                <a16:creationId xmlns:a16="http://schemas.microsoft.com/office/drawing/2014/main" id="{A129940B-6A6C-44EF-B337-4C0035EEAC00}"/>
              </a:ext>
            </a:extLst>
          </p:cNvPr>
          <p:cNvSpPr>
            <a:spLocks noGrp="1"/>
          </p:cNvSpPr>
          <p:nvPr/>
        </p:nvSpPr>
        <p:spPr>
          <a:xfrm>
            <a:off x="1947504" y="19736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" name="F2_precision_recall_distributions_2914">
            <a:extLst>
              <a:ext uri="{FF2B5EF4-FFF2-40B4-BE49-F238E27FC236}">
                <a16:creationId xmlns:a16="http://schemas.microsoft.com/office/drawing/2014/main" id="{97B09075-9C2B-45D3-A166-4C35B66BD949}"/>
              </a:ext>
            </a:extLst>
          </p:cNvPr>
          <p:cNvSpPr>
            <a:spLocks noGrp="1"/>
          </p:cNvSpPr>
          <p:nvPr/>
        </p:nvSpPr>
        <p:spPr>
          <a:xfrm>
            <a:off x="2011845" y="15329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" name="F2_precision_recall_distributions_2915">
            <a:extLst>
              <a:ext uri="{FF2B5EF4-FFF2-40B4-BE49-F238E27FC236}">
                <a16:creationId xmlns:a16="http://schemas.microsoft.com/office/drawing/2014/main" id="{70749D81-53C6-43E8-9C8F-3C8A76066426}"/>
              </a:ext>
            </a:extLst>
          </p:cNvPr>
          <p:cNvSpPr>
            <a:spLocks noGrp="1"/>
          </p:cNvSpPr>
          <p:nvPr/>
        </p:nvSpPr>
        <p:spPr>
          <a:xfrm>
            <a:off x="1932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" name="F2_precision_recall_distributions_2916">
            <a:extLst>
              <a:ext uri="{FF2B5EF4-FFF2-40B4-BE49-F238E27FC236}">
                <a16:creationId xmlns:a16="http://schemas.microsoft.com/office/drawing/2014/main" id="{DAD13FE8-1493-489D-8F8B-0207A0E4D647}"/>
              </a:ext>
            </a:extLst>
          </p:cNvPr>
          <p:cNvSpPr>
            <a:spLocks noGrp="1"/>
          </p:cNvSpPr>
          <p:nvPr/>
        </p:nvSpPr>
        <p:spPr>
          <a:xfrm>
            <a:off x="1990223" y="16495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" name="F2_precision_recall_distributions_2917">
            <a:extLst>
              <a:ext uri="{FF2B5EF4-FFF2-40B4-BE49-F238E27FC236}">
                <a16:creationId xmlns:a16="http://schemas.microsoft.com/office/drawing/2014/main" id="{9B33D0A6-3817-4F09-AE01-7C980D266926}"/>
              </a:ext>
            </a:extLst>
          </p:cNvPr>
          <p:cNvSpPr>
            <a:spLocks noGrp="1"/>
          </p:cNvSpPr>
          <p:nvPr/>
        </p:nvSpPr>
        <p:spPr>
          <a:xfrm>
            <a:off x="1771330" y="2177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" name="F2_precision_recall_distributions_2918">
            <a:extLst>
              <a:ext uri="{FF2B5EF4-FFF2-40B4-BE49-F238E27FC236}">
                <a16:creationId xmlns:a16="http://schemas.microsoft.com/office/drawing/2014/main" id="{38FAF878-73EC-4C54-9276-0403429C462B}"/>
              </a:ext>
            </a:extLst>
          </p:cNvPr>
          <p:cNvSpPr>
            <a:spLocks noGrp="1"/>
          </p:cNvSpPr>
          <p:nvPr/>
        </p:nvSpPr>
        <p:spPr>
          <a:xfrm>
            <a:off x="1762344" y="17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" name="F2_precision_recall_distributions_2919">
            <a:extLst>
              <a:ext uri="{FF2B5EF4-FFF2-40B4-BE49-F238E27FC236}">
                <a16:creationId xmlns:a16="http://schemas.microsoft.com/office/drawing/2014/main" id="{CA959D7C-B953-4BEC-A9BC-501C332A732E}"/>
              </a:ext>
            </a:extLst>
          </p:cNvPr>
          <p:cNvSpPr>
            <a:spLocks noGrp="1"/>
          </p:cNvSpPr>
          <p:nvPr/>
        </p:nvSpPr>
        <p:spPr>
          <a:xfrm>
            <a:off x="1709316" y="15527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" name="F2_precision_recall_distributions_2920">
            <a:extLst>
              <a:ext uri="{FF2B5EF4-FFF2-40B4-BE49-F238E27FC236}">
                <a16:creationId xmlns:a16="http://schemas.microsoft.com/office/drawing/2014/main" id="{076FC98A-6825-476F-9397-84B60294E9CA}"/>
              </a:ext>
            </a:extLst>
          </p:cNvPr>
          <p:cNvSpPr>
            <a:spLocks noGrp="1"/>
          </p:cNvSpPr>
          <p:nvPr/>
        </p:nvSpPr>
        <p:spPr>
          <a:xfrm>
            <a:off x="1980858" y="16744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" name="F2_precision_recall_distributions_2921">
            <a:extLst>
              <a:ext uri="{FF2B5EF4-FFF2-40B4-BE49-F238E27FC236}">
                <a16:creationId xmlns:a16="http://schemas.microsoft.com/office/drawing/2014/main" id="{5B7DF304-CCA6-4C7E-B0ED-88FFFC652E3F}"/>
              </a:ext>
            </a:extLst>
          </p:cNvPr>
          <p:cNvSpPr>
            <a:spLocks noGrp="1"/>
          </p:cNvSpPr>
          <p:nvPr/>
        </p:nvSpPr>
        <p:spPr>
          <a:xfrm>
            <a:off x="1984557" y="15642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" name="F2_precision_recall_distributions_2922">
            <a:extLst>
              <a:ext uri="{FF2B5EF4-FFF2-40B4-BE49-F238E27FC236}">
                <a16:creationId xmlns:a16="http://schemas.microsoft.com/office/drawing/2014/main" id="{78B58063-64D7-4F6B-BFCD-4B1A17AB600B}"/>
              </a:ext>
            </a:extLst>
          </p:cNvPr>
          <p:cNvSpPr>
            <a:spLocks noGrp="1"/>
          </p:cNvSpPr>
          <p:nvPr/>
        </p:nvSpPr>
        <p:spPr>
          <a:xfrm>
            <a:off x="17188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" name="F2_precision_recall_distributions_2923">
            <a:extLst>
              <a:ext uri="{FF2B5EF4-FFF2-40B4-BE49-F238E27FC236}">
                <a16:creationId xmlns:a16="http://schemas.microsoft.com/office/drawing/2014/main" id="{3F75DCC7-56E9-4F60-83F9-8441227F3915}"/>
              </a:ext>
            </a:extLst>
          </p:cNvPr>
          <p:cNvSpPr>
            <a:spLocks noGrp="1"/>
          </p:cNvSpPr>
          <p:nvPr/>
        </p:nvSpPr>
        <p:spPr>
          <a:xfrm>
            <a:off x="2012701" y="21048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" name="F2_precision_recall_distributions_2924">
            <a:extLst>
              <a:ext uri="{FF2B5EF4-FFF2-40B4-BE49-F238E27FC236}">
                <a16:creationId xmlns:a16="http://schemas.microsoft.com/office/drawing/2014/main" id="{F91FF969-C121-41B1-A22C-4171A42A94B7}"/>
              </a:ext>
            </a:extLst>
          </p:cNvPr>
          <p:cNvSpPr>
            <a:spLocks noGrp="1"/>
          </p:cNvSpPr>
          <p:nvPr/>
        </p:nvSpPr>
        <p:spPr>
          <a:xfrm>
            <a:off x="1925680" y="16888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1" name="F2_precision_recall_distributions_2925">
            <a:extLst>
              <a:ext uri="{FF2B5EF4-FFF2-40B4-BE49-F238E27FC236}">
                <a16:creationId xmlns:a16="http://schemas.microsoft.com/office/drawing/2014/main" id="{20356573-8E8D-4C5B-B397-FB9D62804DFB}"/>
              </a:ext>
            </a:extLst>
          </p:cNvPr>
          <p:cNvSpPr>
            <a:spLocks noGrp="1"/>
          </p:cNvSpPr>
          <p:nvPr/>
        </p:nvSpPr>
        <p:spPr>
          <a:xfrm>
            <a:off x="1821240" y="17372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" name="F2_precision_recall_distributions_2926">
            <a:extLst>
              <a:ext uri="{FF2B5EF4-FFF2-40B4-BE49-F238E27FC236}">
                <a16:creationId xmlns:a16="http://schemas.microsoft.com/office/drawing/2014/main" id="{17E44AF4-49E0-4F7F-B3E9-394E06FCB4F2}"/>
              </a:ext>
            </a:extLst>
          </p:cNvPr>
          <p:cNvSpPr>
            <a:spLocks noGrp="1"/>
          </p:cNvSpPr>
          <p:nvPr/>
        </p:nvSpPr>
        <p:spPr>
          <a:xfrm>
            <a:off x="1721092" y="17851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" name="F2_precision_recall_distributions_2927">
            <a:extLst>
              <a:ext uri="{FF2B5EF4-FFF2-40B4-BE49-F238E27FC236}">
                <a16:creationId xmlns:a16="http://schemas.microsoft.com/office/drawing/2014/main" id="{507FADC1-029B-4099-9823-657905909425}"/>
              </a:ext>
            </a:extLst>
          </p:cNvPr>
          <p:cNvSpPr>
            <a:spLocks noGrp="1"/>
          </p:cNvSpPr>
          <p:nvPr/>
        </p:nvSpPr>
        <p:spPr>
          <a:xfrm>
            <a:off x="1717124" y="17000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" name="F2_precision_recall_distributions_2928">
            <a:extLst>
              <a:ext uri="{FF2B5EF4-FFF2-40B4-BE49-F238E27FC236}">
                <a16:creationId xmlns:a16="http://schemas.microsoft.com/office/drawing/2014/main" id="{6CBB5D3F-64AD-4504-9FB9-A90ED19F63CB}"/>
              </a:ext>
            </a:extLst>
          </p:cNvPr>
          <p:cNvSpPr>
            <a:spLocks noGrp="1"/>
          </p:cNvSpPr>
          <p:nvPr/>
        </p:nvSpPr>
        <p:spPr>
          <a:xfrm>
            <a:off x="1676381" y="16851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" name="F2_precision_recall_distributions_2929">
            <a:extLst>
              <a:ext uri="{FF2B5EF4-FFF2-40B4-BE49-F238E27FC236}">
                <a16:creationId xmlns:a16="http://schemas.microsoft.com/office/drawing/2014/main" id="{5E7525FE-117C-4567-9FEC-EC043B9F80AB}"/>
              </a:ext>
            </a:extLst>
          </p:cNvPr>
          <p:cNvSpPr>
            <a:spLocks noGrp="1"/>
          </p:cNvSpPr>
          <p:nvPr/>
        </p:nvSpPr>
        <p:spPr>
          <a:xfrm>
            <a:off x="191552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" name="F2_precision_recall_distributions_2930">
            <a:extLst>
              <a:ext uri="{FF2B5EF4-FFF2-40B4-BE49-F238E27FC236}">
                <a16:creationId xmlns:a16="http://schemas.microsoft.com/office/drawing/2014/main" id="{038D9587-3DBB-40C4-A3C6-B6FD07089320}"/>
              </a:ext>
            </a:extLst>
          </p:cNvPr>
          <p:cNvSpPr>
            <a:spLocks noGrp="1"/>
          </p:cNvSpPr>
          <p:nvPr/>
        </p:nvSpPr>
        <p:spPr>
          <a:xfrm>
            <a:off x="1926785" y="1687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" name="F2_precision_recall_distributions_2931">
            <a:extLst>
              <a:ext uri="{FF2B5EF4-FFF2-40B4-BE49-F238E27FC236}">
                <a16:creationId xmlns:a16="http://schemas.microsoft.com/office/drawing/2014/main" id="{6548E984-82C4-497E-8E9C-68048816CED1}"/>
              </a:ext>
            </a:extLst>
          </p:cNvPr>
          <p:cNvSpPr>
            <a:spLocks noGrp="1"/>
          </p:cNvSpPr>
          <p:nvPr/>
        </p:nvSpPr>
        <p:spPr>
          <a:xfrm>
            <a:off x="1978167" y="2213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" name="F2_precision_recall_distributions_2932">
            <a:extLst>
              <a:ext uri="{FF2B5EF4-FFF2-40B4-BE49-F238E27FC236}">
                <a16:creationId xmlns:a16="http://schemas.microsoft.com/office/drawing/2014/main" id="{40A6FEBB-00E4-4493-801B-0F14798ACBEE}"/>
              </a:ext>
            </a:extLst>
          </p:cNvPr>
          <p:cNvSpPr>
            <a:spLocks noGrp="1"/>
          </p:cNvSpPr>
          <p:nvPr/>
        </p:nvSpPr>
        <p:spPr>
          <a:xfrm>
            <a:off x="1867042" y="19996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" name="F2_precision_recall_distributions_2933">
            <a:extLst>
              <a:ext uri="{FF2B5EF4-FFF2-40B4-BE49-F238E27FC236}">
                <a16:creationId xmlns:a16="http://schemas.microsoft.com/office/drawing/2014/main" id="{A73AEDFE-AFDE-4FC1-8E67-E3C98C796A63}"/>
              </a:ext>
            </a:extLst>
          </p:cNvPr>
          <p:cNvSpPr>
            <a:spLocks noGrp="1"/>
          </p:cNvSpPr>
          <p:nvPr/>
        </p:nvSpPr>
        <p:spPr>
          <a:xfrm>
            <a:off x="1674365" y="164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" name="F2_precision_recall_distributions_2934">
            <a:extLst>
              <a:ext uri="{FF2B5EF4-FFF2-40B4-BE49-F238E27FC236}">
                <a16:creationId xmlns:a16="http://schemas.microsoft.com/office/drawing/2014/main" id="{7F9E0D46-F94E-4587-9EAC-76316AC95945}"/>
              </a:ext>
            </a:extLst>
          </p:cNvPr>
          <p:cNvSpPr>
            <a:spLocks noGrp="1"/>
          </p:cNvSpPr>
          <p:nvPr/>
        </p:nvSpPr>
        <p:spPr>
          <a:xfrm>
            <a:off x="1929558" y="17299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" name="F2_precision_recall_distributions_2935">
            <a:extLst>
              <a:ext uri="{FF2B5EF4-FFF2-40B4-BE49-F238E27FC236}">
                <a16:creationId xmlns:a16="http://schemas.microsoft.com/office/drawing/2014/main" id="{191DC2F7-8DEB-4785-B786-1035E1F5F64D}"/>
              </a:ext>
            </a:extLst>
          </p:cNvPr>
          <p:cNvSpPr>
            <a:spLocks noGrp="1"/>
          </p:cNvSpPr>
          <p:nvPr/>
        </p:nvSpPr>
        <p:spPr>
          <a:xfrm>
            <a:off x="1930314" y="21547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" name="F2_precision_recall_distributions_2936">
            <a:extLst>
              <a:ext uri="{FF2B5EF4-FFF2-40B4-BE49-F238E27FC236}">
                <a16:creationId xmlns:a16="http://schemas.microsoft.com/office/drawing/2014/main" id="{4AE28A3C-EEA7-48FF-951B-A2B3E473FEFD}"/>
              </a:ext>
            </a:extLst>
          </p:cNvPr>
          <p:cNvSpPr>
            <a:spLocks noGrp="1"/>
          </p:cNvSpPr>
          <p:nvPr/>
        </p:nvSpPr>
        <p:spPr>
          <a:xfrm>
            <a:off x="1746240" y="1838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" name="F2_precision_recall_distributions_2937">
            <a:extLst>
              <a:ext uri="{FF2B5EF4-FFF2-40B4-BE49-F238E27FC236}">
                <a16:creationId xmlns:a16="http://schemas.microsoft.com/office/drawing/2014/main" id="{96F93F50-E1F8-4978-89EF-ECB3A694BDB0}"/>
              </a:ext>
            </a:extLst>
          </p:cNvPr>
          <p:cNvSpPr>
            <a:spLocks noGrp="1"/>
          </p:cNvSpPr>
          <p:nvPr/>
        </p:nvSpPr>
        <p:spPr>
          <a:xfrm>
            <a:off x="1843090" y="18252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" name="F2_precision_recall_distributions_2938">
            <a:extLst>
              <a:ext uri="{FF2B5EF4-FFF2-40B4-BE49-F238E27FC236}">
                <a16:creationId xmlns:a16="http://schemas.microsoft.com/office/drawing/2014/main" id="{AC29B5BB-E524-432B-8B89-48DBA18C8B22}"/>
              </a:ext>
            </a:extLst>
          </p:cNvPr>
          <p:cNvSpPr>
            <a:spLocks noGrp="1"/>
          </p:cNvSpPr>
          <p:nvPr/>
        </p:nvSpPr>
        <p:spPr>
          <a:xfrm>
            <a:off x="1790291" y="2038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" name="F2_precision_recall_distributions_2939">
            <a:extLst>
              <a:ext uri="{FF2B5EF4-FFF2-40B4-BE49-F238E27FC236}">
                <a16:creationId xmlns:a16="http://schemas.microsoft.com/office/drawing/2014/main" id="{032C3372-4874-42E1-A69B-2F034F62192E}"/>
              </a:ext>
            </a:extLst>
          </p:cNvPr>
          <p:cNvSpPr>
            <a:spLocks noGrp="1"/>
          </p:cNvSpPr>
          <p:nvPr/>
        </p:nvSpPr>
        <p:spPr>
          <a:xfrm>
            <a:off x="1962738" y="15035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" name="F2_precision_recall_distributions_2940">
            <a:extLst>
              <a:ext uri="{FF2B5EF4-FFF2-40B4-BE49-F238E27FC236}">
                <a16:creationId xmlns:a16="http://schemas.microsoft.com/office/drawing/2014/main" id="{116AAC33-2FD6-486E-A016-35A54BA8E2EE}"/>
              </a:ext>
            </a:extLst>
          </p:cNvPr>
          <p:cNvSpPr>
            <a:spLocks noGrp="1"/>
          </p:cNvSpPr>
          <p:nvPr/>
        </p:nvSpPr>
        <p:spPr>
          <a:xfrm>
            <a:off x="1730835" y="15877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" name="F2_precision_recall_distributions_2941">
            <a:extLst>
              <a:ext uri="{FF2B5EF4-FFF2-40B4-BE49-F238E27FC236}">
                <a16:creationId xmlns:a16="http://schemas.microsoft.com/office/drawing/2014/main" id="{6FE553B9-1674-42C7-81C2-ED099B6F193B}"/>
              </a:ext>
            </a:extLst>
          </p:cNvPr>
          <p:cNvSpPr>
            <a:spLocks noGrp="1"/>
          </p:cNvSpPr>
          <p:nvPr/>
        </p:nvSpPr>
        <p:spPr>
          <a:xfrm>
            <a:off x="1853199" y="18955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" name="F2_precision_recall_distributions_2942">
            <a:extLst>
              <a:ext uri="{FF2B5EF4-FFF2-40B4-BE49-F238E27FC236}">
                <a16:creationId xmlns:a16="http://schemas.microsoft.com/office/drawing/2014/main" id="{254D1725-31F0-4418-9A9C-0056CBCAE14D}"/>
              </a:ext>
            </a:extLst>
          </p:cNvPr>
          <p:cNvSpPr>
            <a:spLocks noGrp="1"/>
          </p:cNvSpPr>
          <p:nvPr/>
        </p:nvSpPr>
        <p:spPr>
          <a:xfrm>
            <a:off x="1725259" y="15796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" name="F2_precision_recall_distributions_2943">
            <a:extLst>
              <a:ext uri="{FF2B5EF4-FFF2-40B4-BE49-F238E27FC236}">
                <a16:creationId xmlns:a16="http://schemas.microsoft.com/office/drawing/2014/main" id="{1FA208AE-E995-4C12-804F-E8DA07F4BB7C}"/>
              </a:ext>
            </a:extLst>
          </p:cNvPr>
          <p:cNvSpPr>
            <a:spLocks noGrp="1"/>
          </p:cNvSpPr>
          <p:nvPr/>
        </p:nvSpPr>
        <p:spPr>
          <a:xfrm>
            <a:off x="1920744" y="19700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" name="F2_precision_recall_distributions_2944">
            <a:extLst>
              <a:ext uri="{FF2B5EF4-FFF2-40B4-BE49-F238E27FC236}">
                <a16:creationId xmlns:a16="http://schemas.microsoft.com/office/drawing/2014/main" id="{9687A6F8-4603-4BD3-8258-420B2F3BCE54}"/>
              </a:ext>
            </a:extLst>
          </p:cNvPr>
          <p:cNvSpPr>
            <a:spLocks noGrp="1"/>
          </p:cNvSpPr>
          <p:nvPr/>
        </p:nvSpPr>
        <p:spPr>
          <a:xfrm>
            <a:off x="1935899" y="16964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" name="F2_precision_recall_distributions_2945">
            <a:extLst>
              <a:ext uri="{FF2B5EF4-FFF2-40B4-BE49-F238E27FC236}">
                <a16:creationId xmlns:a16="http://schemas.microsoft.com/office/drawing/2014/main" id="{5EBD3349-6EC0-43FC-AA84-BFF17D48726A}"/>
              </a:ext>
            </a:extLst>
          </p:cNvPr>
          <p:cNvSpPr>
            <a:spLocks noGrp="1"/>
          </p:cNvSpPr>
          <p:nvPr/>
        </p:nvSpPr>
        <p:spPr>
          <a:xfrm>
            <a:off x="18986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" name="F2_precision_recall_distributions_2946">
            <a:extLst>
              <a:ext uri="{FF2B5EF4-FFF2-40B4-BE49-F238E27FC236}">
                <a16:creationId xmlns:a16="http://schemas.microsoft.com/office/drawing/2014/main" id="{C7E54504-0156-48F6-9B48-B6E9D335F69F}"/>
              </a:ext>
            </a:extLst>
          </p:cNvPr>
          <p:cNvSpPr>
            <a:spLocks noGrp="1"/>
          </p:cNvSpPr>
          <p:nvPr/>
        </p:nvSpPr>
        <p:spPr>
          <a:xfrm>
            <a:off x="1849275" y="1738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" name="F2_precision_recall_distributions_2947">
            <a:extLst>
              <a:ext uri="{FF2B5EF4-FFF2-40B4-BE49-F238E27FC236}">
                <a16:creationId xmlns:a16="http://schemas.microsoft.com/office/drawing/2014/main" id="{159B7A8C-2AF4-480D-83A3-A3311D2C03A3}"/>
              </a:ext>
            </a:extLst>
          </p:cNvPr>
          <p:cNvSpPr>
            <a:spLocks noGrp="1"/>
          </p:cNvSpPr>
          <p:nvPr/>
        </p:nvSpPr>
        <p:spPr>
          <a:xfrm>
            <a:off x="188129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" name="F2_precision_recall_distributions_2948">
            <a:extLst>
              <a:ext uri="{FF2B5EF4-FFF2-40B4-BE49-F238E27FC236}">
                <a16:creationId xmlns:a16="http://schemas.microsoft.com/office/drawing/2014/main" id="{1B044338-D33B-48D9-BEED-1C63912CD3D7}"/>
              </a:ext>
            </a:extLst>
          </p:cNvPr>
          <p:cNvSpPr>
            <a:spLocks noGrp="1"/>
          </p:cNvSpPr>
          <p:nvPr/>
        </p:nvSpPr>
        <p:spPr>
          <a:xfrm>
            <a:off x="2003012" y="17390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" name="F2_precision_recall_distributions_2949">
            <a:extLst>
              <a:ext uri="{FF2B5EF4-FFF2-40B4-BE49-F238E27FC236}">
                <a16:creationId xmlns:a16="http://schemas.microsoft.com/office/drawing/2014/main" id="{4F33AFC2-44B0-4CD7-A0F3-A0A166FF71D9}"/>
              </a:ext>
            </a:extLst>
          </p:cNvPr>
          <p:cNvSpPr>
            <a:spLocks noGrp="1"/>
          </p:cNvSpPr>
          <p:nvPr/>
        </p:nvSpPr>
        <p:spPr>
          <a:xfrm>
            <a:off x="1893445" y="21082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" name="F2_precision_recall_distributions_2950">
            <a:extLst>
              <a:ext uri="{FF2B5EF4-FFF2-40B4-BE49-F238E27FC236}">
                <a16:creationId xmlns:a16="http://schemas.microsoft.com/office/drawing/2014/main" id="{B5B60227-7BE0-41F1-91CB-D72DB7749C27}"/>
              </a:ext>
            </a:extLst>
          </p:cNvPr>
          <p:cNvSpPr>
            <a:spLocks noGrp="1"/>
          </p:cNvSpPr>
          <p:nvPr/>
        </p:nvSpPr>
        <p:spPr>
          <a:xfrm>
            <a:off x="1920552" y="17757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" name="F2_precision_recall_distributions_2951">
            <a:extLst>
              <a:ext uri="{FF2B5EF4-FFF2-40B4-BE49-F238E27FC236}">
                <a16:creationId xmlns:a16="http://schemas.microsoft.com/office/drawing/2014/main" id="{BACC5949-D0D8-4B11-8762-9217A66D875D}"/>
              </a:ext>
            </a:extLst>
          </p:cNvPr>
          <p:cNvSpPr>
            <a:spLocks noGrp="1"/>
          </p:cNvSpPr>
          <p:nvPr/>
        </p:nvSpPr>
        <p:spPr>
          <a:xfrm>
            <a:off x="2007167" y="2019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" name="F2_precision_recall_distributions_2952">
            <a:extLst>
              <a:ext uri="{FF2B5EF4-FFF2-40B4-BE49-F238E27FC236}">
                <a16:creationId xmlns:a16="http://schemas.microsoft.com/office/drawing/2014/main" id="{133F6077-6EEF-4DFD-BA49-296C1430F955}"/>
              </a:ext>
            </a:extLst>
          </p:cNvPr>
          <p:cNvSpPr>
            <a:spLocks noGrp="1"/>
          </p:cNvSpPr>
          <p:nvPr/>
        </p:nvSpPr>
        <p:spPr>
          <a:xfrm>
            <a:off x="1705306" y="16121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" name="F2_precision_recall_distributions_2953">
            <a:extLst>
              <a:ext uri="{FF2B5EF4-FFF2-40B4-BE49-F238E27FC236}">
                <a16:creationId xmlns:a16="http://schemas.microsoft.com/office/drawing/2014/main" id="{530AA7AD-3158-4B8C-A99E-59C1C91B45D6}"/>
              </a:ext>
            </a:extLst>
          </p:cNvPr>
          <p:cNvSpPr>
            <a:spLocks noGrp="1"/>
          </p:cNvSpPr>
          <p:nvPr/>
        </p:nvSpPr>
        <p:spPr>
          <a:xfrm>
            <a:off x="1696725" y="15907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" name="F2_precision_recall_distributions_2954">
            <a:extLst>
              <a:ext uri="{FF2B5EF4-FFF2-40B4-BE49-F238E27FC236}">
                <a16:creationId xmlns:a16="http://schemas.microsoft.com/office/drawing/2014/main" id="{F26536D3-EE7D-4040-B611-8CB64D3DEFE3}"/>
              </a:ext>
            </a:extLst>
          </p:cNvPr>
          <p:cNvSpPr>
            <a:spLocks noGrp="1"/>
          </p:cNvSpPr>
          <p:nvPr/>
        </p:nvSpPr>
        <p:spPr>
          <a:xfrm>
            <a:off x="1705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" name="F2_precision_recall_distributions_2955">
            <a:extLst>
              <a:ext uri="{FF2B5EF4-FFF2-40B4-BE49-F238E27FC236}">
                <a16:creationId xmlns:a16="http://schemas.microsoft.com/office/drawing/2014/main" id="{F5E2741F-D010-4C71-952A-6055EF4662C7}"/>
              </a:ext>
            </a:extLst>
          </p:cNvPr>
          <p:cNvSpPr>
            <a:spLocks noGrp="1"/>
          </p:cNvSpPr>
          <p:nvPr/>
        </p:nvSpPr>
        <p:spPr>
          <a:xfrm>
            <a:off x="1800162" y="18616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" name="F2_precision_recall_distributions_2956">
            <a:extLst>
              <a:ext uri="{FF2B5EF4-FFF2-40B4-BE49-F238E27FC236}">
                <a16:creationId xmlns:a16="http://schemas.microsoft.com/office/drawing/2014/main" id="{62F51E10-0167-4374-8A18-D00698CCC2FE}"/>
              </a:ext>
            </a:extLst>
          </p:cNvPr>
          <p:cNvSpPr>
            <a:spLocks noGrp="1"/>
          </p:cNvSpPr>
          <p:nvPr/>
        </p:nvSpPr>
        <p:spPr>
          <a:xfrm>
            <a:off x="2006018" y="16756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" name="F2_precision_recall_distributions_2957">
            <a:extLst>
              <a:ext uri="{FF2B5EF4-FFF2-40B4-BE49-F238E27FC236}">
                <a16:creationId xmlns:a16="http://schemas.microsoft.com/office/drawing/2014/main" id="{30F96685-34F1-4626-A327-AE388115C712}"/>
              </a:ext>
            </a:extLst>
          </p:cNvPr>
          <p:cNvSpPr>
            <a:spLocks noGrp="1"/>
          </p:cNvSpPr>
          <p:nvPr/>
        </p:nvSpPr>
        <p:spPr>
          <a:xfrm>
            <a:off x="1862511" y="17012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" name="F2_precision_recall_distributions_2958">
            <a:extLst>
              <a:ext uri="{FF2B5EF4-FFF2-40B4-BE49-F238E27FC236}">
                <a16:creationId xmlns:a16="http://schemas.microsoft.com/office/drawing/2014/main" id="{8FD6C06E-61CE-4FE2-AA43-3E592C5C8382}"/>
              </a:ext>
            </a:extLst>
          </p:cNvPr>
          <p:cNvSpPr>
            <a:spLocks noGrp="1"/>
          </p:cNvSpPr>
          <p:nvPr/>
        </p:nvSpPr>
        <p:spPr>
          <a:xfrm>
            <a:off x="1824735" y="19115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" name="F2_precision_recall_distributions_2959">
            <a:extLst>
              <a:ext uri="{FF2B5EF4-FFF2-40B4-BE49-F238E27FC236}">
                <a16:creationId xmlns:a16="http://schemas.microsoft.com/office/drawing/2014/main" id="{D86BFB66-5B9D-432D-8BD9-A338AF7AAE62}"/>
              </a:ext>
            </a:extLst>
          </p:cNvPr>
          <p:cNvSpPr>
            <a:spLocks noGrp="1"/>
          </p:cNvSpPr>
          <p:nvPr/>
        </p:nvSpPr>
        <p:spPr>
          <a:xfrm>
            <a:off x="1971837" y="16996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" name="F2_precision_recall_distributions_2960">
            <a:extLst>
              <a:ext uri="{FF2B5EF4-FFF2-40B4-BE49-F238E27FC236}">
                <a16:creationId xmlns:a16="http://schemas.microsoft.com/office/drawing/2014/main" id="{CFDA536F-4456-47A1-A4AB-4AC060EDAABC}"/>
              </a:ext>
            </a:extLst>
          </p:cNvPr>
          <p:cNvSpPr>
            <a:spLocks noGrp="1"/>
          </p:cNvSpPr>
          <p:nvPr/>
        </p:nvSpPr>
        <p:spPr>
          <a:xfrm>
            <a:off x="1922036" y="17512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" name="F2_precision_recall_distributions_2961">
            <a:extLst>
              <a:ext uri="{FF2B5EF4-FFF2-40B4-BE49-F238E27FC236}">
                <a16:creationId xmlns:a16="http://schemas.microsoft.com/office/drawing/2014/main" id="{FE65C00F-530D-40EB-8DE7-3F116846CA3F}"/>
              </a:ext>
            </a:extLst>
          </p:cNvPr>
          <p:cNvSpPr>
            <a:spLocks noGrp="1"/>
          </p:cNvSpPr>
          <p:nvPr/>
        </p:nvSpPr>
        <p:spPr>
          <a:xfrm>
            <a:off x="1875964" y="17099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" name="F2_precision_recall_distributions_2962">
            <a:extLst>
              <a:ext uri="{FF2B5EF4-FFF2-40B4-BE49-F238E27FC236}">
                <a16:creationId xmlns:a16="http://schemas.microsoft.com/office/drawing/2014/main" id="{DA283BDE-B608-4C54-ACD9-E6A746EB9D38}"/>
              </a:ext>
            </a:extLst>
          </p:cNvPr>
          <p:cNvSpPr>
            <a:spLocks noGrp="1"/>
          </p:cNvSpPr>
          <p:nvPr/>
        </p:nvSpPr>
        <p:spPr>
          <a:xfrm>
            <a:off x="1892669" y="1622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" name="F2_precision_recall_distributions_2963">
            <a:extLst>
              <a:ext uri="{FF2B5EF4-FFF2-40B4-BE49-F238E27FC236}">
                <a16:creationId xmlns:a16="http://schemas.microsoft.com/office/drawing/2014/main" id="{E04B0130-39A1-4F2C-9A81-B03461B4BEE3}"/>
              </a:ext>
            </a:extLst>
          </p:cNvPr>
          <p:cNvSpPr>
            <a:spLocks noGrp="1"/>
          </p:cNvSpPr>
          <p:nvPr/>
        </p:nvSpPr>
        <p:spPr>
          <a:xfrm>
            <a:off x="1720540" y="17809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" name="F2_precision_recall_distributions_2964">
            <a:extLst>
              <a:ext uri="{FF2B5EF4-FFF2-40B4-BE49-F238E27FC236}">
                <a16:creationId xmlns:a16="http://schemas.microsoft.com/office/drawing/2014/main" id="{1EE38841-9004-4BDE-B5FC-84E14619D737}"/>
              </a:ext>
            </a:extLst>
          </p:cNvPr>
          <p:cNvSpPr>
            <a:spLocks noGrp="1"/>
          </p:cNvSpPr>
          <p:nvPr/>
        </p:nvSpPr>
        <p:spPr>
          <a:xfrm>
            <a:off x="1745395" y="16905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" name="F2_precision_recall_distributions_2965">
            <a:extLst>
              <a:ext uri="{FF2B5EF4-FFF2-40B4-BE49-F238E27FC236}">
                <a16:creationId xmlns:a16="http://schemas.microsoft.com/office/drawing/2014/main" id="{C5A0E793-1424-4EBD-B06E-89401C20AB02}"/>
              </a:ext>
            </a:extLst>
          </p:cNvPr>
          <p:cNvSpPr>
            <a:spLocks noGrp="1"/>
          </p:cNvSpPr>
          <p:nvPr/>
        </p:nvSpPr>
        <p:spPr>
          <a:xfrm>
            <a:off x="201709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" name="F2_precision_recall_distributions_2966">
            <a:extLst>
              <a:ext uri="{FF2B5EF4-FFF2-40B4-BE49-F238E27FC236}">
                <a16:creationId xmlns:a16="http://schemas.microsoft.com/office/drawing/2014/main" id="{FCC4ABEF-2323-4ACC-887F-56BB711C649A}"/>
              </a:ext>
            </a:extLst>
          </p:cNvPr>
          <p:cNvSpPr>
            <a:spLocks noGrp="1"/>
          </p:cNvSpPr>
          <p:nvPr/>
        </p:nvSpPr>
        <p:spPr>
          <a:xfrm>
            <a:off x="1960596" y="1904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" name="F2_precision_recall_distributions_2967">
            <a:extLst>
              <a:ext uri="{FF2B5EF4-FFF2-40B4-BE49-F238E27FC236}">
                <a16:creationId xmlns:a16="http://schemas.microsoft.com/office/drawing/2014/main" id="{F0D6F9D0-B70F-48E3-ACEE-1491C370D584}"/>
              </a:ext>
            </a:extLst>
          </p:cNvPr>
          <p:cNvSpPr>
            <a:spLocks noGrp="1"/>
          </p:cNvSpPr>
          <p:nvPr/>
        </p:nvSpPr>
        <p:spPr>
          <a:xfrm>
            <a:off x="1854179" y="1723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" name="F2_precision_recall_distributions_2968">
            <a:extLst>
              <a:ext uri="{FF2B5EF4-FFF2-40B4-BE49-F238E27FC236}">
                <a16:creationId xmlns:a16="http://schemas.microsoft.com/office/drawing/2014/main" id="{5270F373-7931-4D12-BC8D-E783142D6D02}"/>
              </a:ext>
            </a:extLst>
          </p:cNvPr>
          <p:cNvSpPr>
            <a:spLocks noGrp="1"/>
          </p:cNvSpPr>
          <p:nvPr/>
        </p:nvSpPr>
        <p:spPr>
          <a:xfrm>
            <a:off x="1698680" y="15555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" name="F2_precision_recall_distributions_2969">
            <a:extLst>
              <a:ext uri="{FF2B5EF4-FFF2-40B4-BE49-F238E27FC236}">
                <a16:creationId xmlns:a16="http://schemas.microsoft.com/office/drawing/2014/main" id="{B7CC90E5-AC72-4684-81EC-28529A1484E2}"/>
              </a:ext>
            </a:extLst>
          </p:cNvPr>
          <p:cNvSpPr>
            <a:spLocks noGrp="1"/>
          </p:cNvSpPr>
          <p:nvPr/>
        </p:nvSpPr>
        <p:spPr>
          <a:xfrm>
            <a:off x="1956720" y="19864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" name="F2_precision_recall_distributions_2970">
            <a:extLst>
              <a:ext uri="{FF2B5EF4-FFF2-40B4-BE49-F238E27FC236}">
                <a16:creationId xmlns:a16="http://schemas.microsoft.com/office/drawing/2014/main" id="{7BE1F8F2-4330-425C-A72D-F18B3C9202F9}"/>
              </a:ext>
            </a:extLst>
          </p:cNvPr>
          <p:cNvSpPr>
            <a:spLocks noGrp="1"/>
          </p:cNvSpPr>
          <p:nvPr/>
        </p:nvSpPr>
        <p:spPr>
          <a:xfrm>
            <a:off x="18506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" name="F2_precision_recall_distributions_2971">
            <a:extLst>
              <a:ext uri="{FF2B5EF4-FFF2-40B4-BE49-F238E27FC236}">
                <a16:creationId xmlns:a16="http://schemas.microsoft.com/office/drawing/2014/main" id="{B6D63912-EFE8-4BC4-A8AB-E2834303EBC5}"/>
              </a:ext>
            </a:extLst>
          </p:cNvPr>
          <p:cNvSpPr>
            <a:spLocks noGrp="1"/>
          </p:cNvSpPr>
          <p:nvPr/>
        </p:nvSpPr>
        <p:spPr>
          <a:xfrm>
            <a:off x="1933135" y="17271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" name="F2_precision_recall_distributions_2972">
            <a:extLst>
              <a:ext uri="{FF2B5EF4-FFF2-40B4-BE49-F238E27FC236}">
                <a16:creationId xmlns:a16="http://schemas.microsoft.com/office/drawing/2014/main" id="{E383C9BE-12A9-46D5-AF1D-4E94D232ED56}"/>
              </a:ext>
            </a:extLst>
          </p:cNvPr>
          <p:cNvSpPr>
            <a:spLocks noGrp="1"/>
          </p:cNvSpPr>
          <p:nvPr/>
        </p:nvSpPr>
        <p:spPr>
          <a:xfrm>
            <a:off x="1970105" y="17317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" name="F2_precision_recall_distributions_2973">
            <a:extLst>
              <a:ext uri="{FF2B5EF4-FFF2-40B4-BE49-F238E27FC236}">
                <a16:creationId xmlns:a16="http://schemas.microsoft.com/office/drawing/2014/main" id="{DDE55F9D-6B5D-4893-837C-9AB4C5525EC0}"/>
              </a:ext>
            </a:extLst>
          </p:cNvPr>
          <p:cNvSpPr>
            <a:spLocks noGrp="1"/>
          </p:cNvSpPr>
          <p:nvPr/>
        </p:nvSpPr>
        <p:spPr>
          <a:xfrm>
            <a:off x="1962501" y="18406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" name="F2_precision_recall_distributions_2974">
            <a:extLst>
              <a:ext uri="{FF2B5EF4-FFF2-40B4-BE49-F238E27FC236}">
                <a16:creationId xmlns:a16="http://schemas.microsoft.com/office/drawing/2014/main" id="{88F8BEDA-2D1A-4E1B-B4E4-4AFFF58D5C6D}"/>
              </a:ext>
            </a:extLst>
          </p:cNvPr>
          <p:cNvSpPr>
            <a:spLocks noGrp="1"/>
          </p:cNvSpPr>
          <p:nvPr/>
        </p:nvSpPr>
        <p:spPr>
          <a:xfrm>
            <a:off x="1736476" y="22748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" name="F2_precision_recall_distributions_2975">
            <a:extLst>
              <a:ext uri="{FF2B5EF4-FFF2-40B4-BE49-F238E27FC236}">
                <a16:creationId xmlns:a16="http://schemas.microsoft.com/office/drawing/2014/main" id="{2C66ED51-43B0-4D1F-A9C6-67FABAE2C714}"/>
              </a:ext>
            </a:extLst>
          </p:cNvPr>
          <p:cNvSpPr>
            <a:spLocks noGrp="1"/>
          </p:cNvSpPr>
          <p:nvPr/>
        </p:nvSpPr>
        <p:spPr>
          <a:xfrm>
            <a:off x="2011407" y="18250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" name="F2_precision_recall_distributions_2976">
            <a:extLst>
              <a:ext uri="{FF2B5EF4-FFF2-40B4-BE49-F238E27FC236}">
                <a16:creationId xmlns:a16="http://schemas.microsoft.com/office/drawing/2014/main" id="{F8D64BDD-BE9E-467A-BD40-2CA55D4347EB}"/>
              </a:ext>
            </a:extLst>
          </p:cNvPr>
          <p:cNvSpPr>
            <a:spLocks noGrp="1"/>
          </p:cNvSpPr>
          <p:nvPr/>
        </p:nvSpPr>
        <p:spPr>
          <a:xfrm>
            <a:off x="1829699" y="1705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" name="F2_precision_recall_distributions_2977">
            <a:extLst>
              <a:ext uri="{FF2B5EF4-FFF2-40B4-BE49-F238E27FC236}">
                <a16:creationId xmlns:a16="http://schemas.microsoft.com/office/drawing/2014/main" id="{1C2F63B7-723B-46CA-A7C0-A662B7D75961}"/>
              </a:ext>
            </a:extLst>
          </p:cNvPr>
          <p:cNvSpPr>
            <a:spLocks noGrp="1"/>
          </p:cNvSpPr>
          <p:nvPr/>
        </p:nvSpPr>
        <p:spPr>
          <a:xfrm>
            <a:off x="2002574" y="16319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" name="F2_precision_recall_distributions_2978">
            <a:extLst>
              <a:ext uri="{FF2B5EF4-FFF2-40B4-BE49-F238E27FC236}">
                <a16:creationId xmlns:a16="http://schemas.microsoft.com/office/drawing/2014/main" id="{62C4D29F-2779-4FE9-A71C-63A9939A7A2A}"/>
              </a:ext>
            </a:extLst>
          </p:cNvPr>
          <p:cNvSpPr>
            <a:spLocks noGrp="1"/>
          </p:cNvSpPr>
          <p:nvPr/>
        </p:nvSpPr>
        <p:spPr>
          <a:xfrm>
            <a:off x="1851396" y="16715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" name="F2_precision_recall_distributions_2979">
            <a:extLst>
              <a:ext uri="{FF2B5EF4-FFF2-40B4-BE49-F238E27FC236}">
                <a16:creationId xmlns:a16="http://schemas.microsoft.com/office/drawing/2014/main" id="{9DC683FB-ED52-458E-8EC5-FCC0AF58D609}"/>
              </a:ext>
            </a:extLst>
          </p:cNvPr>
          <p:cNvSpPr>
            <a:spLocks noGrp="1"/>
          </p:cNvSpPr>
          <p:nvPr/>
        </p:nvSpPr>
        <p:spPr>
          <a:xfrm>
            <a:off x="1781733" y="172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" name="F2_precision_recall_distributions_2980">
            <a:extLst>
              <a:ext uri="{FF2B5EF4-FFF2-40B4-BE49-F238E27FC236}">
                <a16:creationId xmlns:a16="http://schemas.microsoft.com/office/drawing/2014/main" id="{FD2337D1-3C3E-4C35-B136-71FC37EF4BFC}"/>
              </a:ext>
            </a:extLst>
          </p:cNvPr>
          <p:cNvSpPr>
            <a:spLocks noGrp="1"/>
          </p:cNvSpPr>
          <p:nvPr/>
        </p:nvSpPr>
        <p:spPr>
          <a:xfrm>
            <a:off x="1861516" y="1920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7" name="F2_precision_recall_distributions_2981">
            <a:extLst>
              <a:ext uri="{FF2B5EF4-FFF2-40B4-BE49-F238E27FC236}">
                <a16:creationId xmlns:a16="http://schemas.microsoft.com/office/drawing/2014/main" id="{3EB7B028-3CA8-46D6-BD03-7211DDA5FDF4}"/>
              </a:ext>
            </a:extLst>
          </p:cNvPr>
          <p:cNvSpPr>
            <a:spLocks noGrp="1"/>
          </p:cNvSpPr>
          <p:nvPr/>
        </p:nvSpPr>
        <p:spPr>
          <a:xfrm>
            <a:off x="2018473" y="16957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" name="F2_precision_recall_distributions_2982">
            <a:extLst>
              <a:ext uri="{FF2B5EF4-FFF2-40B4-BE49-F238E27FC236}">
                <a16:creationId xmlns:a16="http://schemas.microsoft.com/office/drawing/2014/main" id="{2EB16144-EDE0-4580-83E1-F2B89E8DBDAA}"/>
              </a:ext>
            </a:extLst>
          </p:cNvPr>
          <p:cNvSpPr>
            <a:spLocks noGrp="1"/>
          </p:cNvSpPr>
          <p:nvPr/>
        </p:nvSpPr>
        <p:spPr>
          <a:xfrm>
            <a:off x="1918317" y="21232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" name="F2_precision_recall_distributions_2983">
            <a:extLst>
              <a:ext uri="{FF2B5EF4-FFF2-40B4-BE49-F238E27FC236}">
                <a16:creationId xmlns:a16="http://schemas.microsoft.com/office/drawing/2014/main" id="{EE1DBE9B-A423-4454-9DD0-969775028434}"/>
              </a:ext>
            </a:extLst>
          </p:cNvPr>
          <p:cNvSpPr>
            <a:spLocks noGrp="1"/>
          </p:cNvSpPr>
          <p:nvPr/>
        </p:nvSpPr>
        <p:spPr>
          <a:xfrm>
            <a:off x="1911865" y="18805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" name="F2_precision_recall_distributions_2984">
            <a:extLst>
              <a:ext uri="{FF2B5EF4-FFF2-40B4-BE49-F238E27FC236}">
                <a16:creationId xmlns:a16="http://schemas.microsoft.com/office/drawing/2014/main" id="{E7B2C0C2-995D-4BD7-8308-9BB5ECA44160}"/>
              </a:ext>
            </a:extLst>
          </p:cNvPr>
          <p:cNvSpPr>
            <a:spLocks noGrp="1"/>
          </p:cNvSpPr>
          <p:nvPr/>
        </p:nvSpPr>
        <p:spPr>
          <a:xfrm>
            <a:off x="1858376" y="16664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" name="F2_precision_recall_distributions_2985">
            <a:extLst>
              <a:ext uri="{FF2B5EF4-FFF2-40B4-BE49-F238E27FC236}">
                <a16:creationId xmlns:a16="http://schemas.microsoft.com/office/drawing/2014/main" id="{6F16259C-FEC0-469C-AD1C-AAD28800DC54}"/>
              </a:ext>
            </a:extLst>
          </p:cNvPr>
          <p:cNvSpPr>
            <a:spLocks noGrp="1"/>
          </p:cNvSpPr>
          <p:nvPr/>
        </p:nvSpPr>
        <p:spPr>
          <a:xfrm>
            <a:off x="1962050" y="20088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" name="F2_precision_recall_distributions_2986">
            <a:extLst>
              <a:ext uri="{FF2B5EF4-FFF2-40B4-BE49-F238E27FC236}">
                <a16:creationId xmlns:a16="http://schemas.microsoft.com/office/drawing/2014/main" id="{39003EED-7145-4EA6-B9B8-BB6BFBBDC941}"/>
              </a:ext>
            </a:extLst>
          </p:cNvPr>
          <p:cNvSpPr>
            <a:spLocks noGrp="1"/>
          </p:cNvSpPr>
          <p:nvPr/>
        </p:nvSpPr>
        <p:spPr>
          <a:xfrm>
            <a:off x="1988932" y="1730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" name="F2_precision_recall_distributions_2987">
            <a:extLst>
              <a:ext uri="{FF2B5EF4-FFF2-40B4-BE49-F238E27FC236}">
                <a16:creationId xmlns:a16="http://schemas.microsoft.com/office/drawing/2014/main" id="{9005FE24-D469-4990-9177-0FD42C4ED6FC}"/>
              </a:ext>
            </a:extLst>
          </p:cNvPr>
          <p:cNvSpPr>
            <a:spLocks noGrp="1"/>
          </p:cNvSpPr>
          <p:nvPr/>
        </p:nvSpPr>
        <p:spPr>
          <a:xfrm>
            <a:off x="1966111" y="2276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" name="F2_precision_recall_distributions_2988">
            <a:extLst>
              <a:ext uri="{FF2B5EF4-FFF2-40B4-BE49-F238E27FC236}">
                <a16:creationId xmlns:a16="http://schemas.microsoft.com/office/drawing/2014/main" id="{FDDB4FF9-20E1-4E7D-BE28-61252C2F025F}"/>
              </a:ext>
            </a:extLst>
          </p:cNvPr>
          <p:cNvSpPr>
            <a:spLocks noGrp="1"/>
          </p:cNvSpPr>
          <p:nvPr/>
        </p:nvSpPr>
        <p:spPr>
          <a:xfrm>
            <a:off x="1694834" y="17227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" name="F2_precision_recall_distributions_2989">
            <a:extLst>
              <a:ext uri="{FF2B5EF4-FFF2-40B4-BE49-F238E27FC236}">
                <a16:creationId xmlns:a16="http://schemas.microsoft.com/office/drawing/2014/main" id="{4E5AC54D-F30C-4B53-BD6A-E7C131B7F219}"/>
              </a:ext>
            </a:extLst>
          </p:cNvPr>
          <p:cNvSpPr>
            <a:spLocks noGrp="1"/>
          </p:cNvSpPr>
          <p:nvPr/>
        </p:nvSpPr>
        <p:spPr>
          <a:xfrm>
            <a:off x="1869821" y="1820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" name="F2_precision_recall_distributions_2990">
            <a:extLst>
              <a:ext uri="{FF2B5EF4-FFF2-40B4-BE49-F238E27FC236}">
                <a16:creationId xmlns:a16="http://schemas.microsoft.com/office/drawing/2014/main" id="{04946F89-754F-4784-8D0E-21B6B841EE5C}"/>
              </a:ext>
            </a:extLst>
          </p:cNvPr>
          <p:cNvSpPr>
            <a:spLocks noGrp="1"/>
          </p:cNvSpPr>
          <p:nvPr/>
        </p:nvSpPr>
        <p:spPr>
          <a:xfrm>
            <a:off x="1738975" y="17124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" name="F2_precision_recall_distributions_2991">
            <a:extLst>
              <a:ext uri="{FF2B5EF4-FFF2-40B4-BE49-F238E27FC236}">
                <a16:creationId xmlns:a16="http://schemas.microsoft.com/office/drawing/2014/main" id="{ABDF72B5-066C-4CD0-8DC9-4F0437647202}"/>
              </a:ext>
            </a:extLst>
          </p:cNvPr>
          <p:cNvSpPr>
            <a:spLocks noGrp="1"/>
          </p:cNvSpPr>
          <p:nvPr/>
        </p:nvSpPr>
        <p:spPr>
          <a:xfrm>
            <a:off x="1938251" y="19773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" name="F2_precision_recall_distributions_2992">
            <a:extLst>
              <a:ext uri="{FF2B5EF4-FFF2-40B4-BE49-F238E27FC236}">
                <a16:creationId xmlns:a16="http://schemas.microsoft.com/office/drawing/2014/main" id="{CEBB0A46-2F10-4116-840F-50CCB301155E}"/>
              </a:ext>
            </a:extLst>
          </p:cNvPr>
          <p:cNvSpPr>
            <a:spLocks noGrp="1"/>
          </p:cNvSpPr>
          <p:nvPr/>
        </p:nvSpPr>
        <p:spPr>
          <a:xfrm>
            <a:off x="1970499" y="1879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" name="F2_precision_recall_distributions_2993">
            <a:extLst>
              <a:ext uri="{FF2B5EF4-FFF2-40B4-BE49-F238E27FC236}">
                <a16:creationId xmlns:a16="http://schemas.microsoft.com/office/drawing/2014/main" id="{DB627959-B2DF-4A9B-A8E3-70F3FE909DF6}"/>
              </a:ext>
            </a:extLst>
          </p:cNvPr>
          <p:cNvSpPr>
            <a:spLocks noGrp="1"/>
          </p:cNvSpPr>
          <p:nvPr/>
        </p:nvSpPr>
        <p:spPr>
          <a:xfrm>
            <a:off x="1793721" y="2084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" name="F2_precision_recall_distributions_2994">
            <a:extLst>
              <a:ext uri="{FF2B5EF4-FFF2-40B4-BE49-F238E27FC236}">
                <a16:creationId xmlns:a16="http://schemas.microsoft.com/office/drawing/2014/main" id="{1BAE3199-D696-49DB-BE27-2CA22B770B06}"/>
              </a:ext>
            </a:extLst>
          </p:cNvPr>
          <p:cNvSpPr>
            <a:spLocks noGrp="1"/>
          </p:cNvSpPr>
          <p:nvPr/>
        </p:nvSpPr>
        <p:spPr>
          <a:xfrm>
            <a:off x="1963975" y="1701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" name="F2_precision_recall_distributions_2995">
            <a:extLst>
              <a:ext uri="{FF2B5EF4-FFF2-40B4-BE49-F238E27FC236}">
                <a16:creationId xmlns:a16="http://schemas.microsoft.com/office/drawing/2014/main" id="{2039031A-7402-406E-80C0-7771860B869D}"/>
              </a:ext>
            </a:extLst>
          </p:cNvPr>
          <p:cNvSpPr>
            <a:spLocks noGrp="1"/>
          </p:cNvSpPr>
          <p:nvPr/>
        </p:nvSpPr>
        <p:spPr>
          <a:xfrm>
            <a:off x="1864902" y="18763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" name="F2_precision_recall_distributions_2996">
            <a:extLst>
              <a:ext uri="{FF2B5EF4-FFF2-40B4-BE49-F238E27FC236}">
                <a16:creationId xmlns:a16="http://schemas.microsoft.com/office/drawing/2014/main" id="{76BBB6F5-20EE-48BB-B0B3-C9187B4883D3}"/>
              </a:ext>
            </a:extLst>
          </p:cNvPr>
          <p:cNvSpPr>
            <a:spLocks noGrp="1"/>
          </p:cNvSpPr>
          <p:nvPr/>
        </p:nvSpPr>
        <p:spPr>
          <a:xfrm>
            <a:off x="2012426" y="17362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" name="F2_precision_recall_distributions_2997">
            <a:extLst>
              <a:ext uri="{FF2B5EF4-FFF2-40B4-BE49-F238E27FC236}">
                <a16:creationId xmlns:a16="http://schemas.microsoft.com/office/drawing/2014/main" id="{996E5725-DC47-4969-8A86-F970AF9D447D}"/>
              </a:ext>
            </a:extLst>
          </p:cNvPr>
          <p:cNvSpPr>
            <a:spLocks noGrp="1"/>
          </p:cNvSpPr>
          <p:nvPr/>
        </p:nvSpPr>
        <p:spPr>
          <a:xfrm>
            <a:off x="1953774" y="16761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" name="F2_precision_recall_distributions_2998">
            <a:extLst>
              <a:ext uri="{FF2B5EF4-FFF2-40B4-BE49-F238E27FC236}">
                <a16:creationId xmlns:a16="http://schemas.microsoft.com/office/drawing/2014/main" id="{407D804D-912F-4577-96C0-A1A23C9A1AC3}"/>
              </a:ext>
            </a:extLst>
          </p:cNvPr>
          <p:cNvSpPr>
            <a:spLocks noGrp="1"/>
          </p:cNvSpPr>
          <p:nvPr/>
        </p:nvSpPr>
        <p:spPr>
          <a:xfrm>
            <a:off x="1986541" y="170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" name="F2_precision_recall_distributions_2999">
            <a:extLst>
              <a:ext uri="{FF2B5EF4-FFF2-40B4-BE49-F238E27FC236}">
                <a16:creationId xmlns:a16="http://schemas.microsoft.com/office/drawing/2014/main" id="{84619534-257E-4B07-9CA5-F0C431EDD7DB}"/>
              </a:ext>
            </a:extLst>
          </p:cNvPr>
          <p:cNvSpPr>
            <a:spLocks noGrp="1"/>
          </p:cNvSpPr>
          <p:nvPr/>
        </p:nvSpPr>
        <p:spPr>
          <a:xfrm>
            <a:off x="1746175" y="1763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" name="F2_precision_recall_distributions_3000">
            <a:extLst>
              <a:ext uri="{FF2B5EF4-FFF2-40B4-BE49-F238E27FC236}">
                <a16:creationId xmlns:a16="http://schemas.microsoft.com/office/drawing/2014/main" id="{45A03756-5176-4C92-989C-2353D393910E}"/>
              </a:ext>
            </a:extLst>
          </p:cNvPr>
          <p:cNvSpPr>
            <a:spLocks noGrp="1"/>
          </p:cNvSpPr>
          <p:nvPr/>
        </p:nvSpPr>
        <p:spPr>
          <a:xfrm>
            <a:off x="1986896" y="18804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" name="F2_precision_recall_distributions_3001">
            <a:extLst>
              <a:ext uri="{FF2B5EF4-FFF2-40B4-BE49-F238E27FC236}">
                <a16:creationId xmlns:a16="http://schemas.microsoft.com/office/drawing/2014/main" id="{B87EE40E-7B41-448A-8AD7-AAC4D469D5B2}"/>
              </a:ext>
            </a:extLst>
          </p:cNvPr>
          <p:cNvSpPr>
            <a:spLocks noGrp="1"/>
          </p:cNvSpPr>
          <p:nvPr/>
        </p:nvSpPr>
        <p:spPr>
          <a:xfrm>
            <a:off x="1702042" y="1792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" name="F2_precision_recall_distributions_3002">
            <a:extLst>
              <a:ext uri="{FF2B5EF4-FFF2-40B4-BE49-F238E27FC236}">
                <a16:creationId xmlns:a16="http://schemas.microsoft.com/office/drawing/2014/main" id="{BDB5C576-FE6C-451D-A0FD-330FC3493DA9}"/>
              </a:ext>
            </a:extLst>
          </p:cNvPr>
          <p:cNvSpPr>
            <a:spLocks noGrp="1"/>
          </p:cNvSpPr>
          <p:nvPr/>
        </p:nvSpPr>
        <p:spPr>
          <a:xfrm>
            <a:off x="1852291" y="1840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" name="F2_precision_recall_distributions_3003">
            <a:extLst>
              <a:ext uri="{FF2B5EF4-FFF2-40B4-BE49-F238E27FC236}">
                <a16:creationId xmlns:a16="http://schemas.microsoft.com/office/drawing/2014/main" id="{8BA9EA35-94AE-40BC-8C75-5782DC2C171A}"/>
              </a:ext>
            </a:extLst>
          </p:cNvPr>
          <p:cNvSpPr>
            <a:spLocks noGrp="1"/>
          </p:cNvSpPr>
          <p:nvPr/>
        </p:nvSpPr>
        <p:spPr>
          <a:xfrm>
            <a:off x="1720552" y="18047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" name="F2_precision_recall_distributions_3004">
            <a:extLst>
              <a:ext uri="{FF2B5EF4-FFF2-40B4-BE49-F238E27FC236}">
                <a16:creationId xmlns:a16="http://schemas.microsoft.com/office/drawing/2014/main" id="{F8A32B11-A40D-4335-AC08-F4D8EB69788A}"/>
              </a:ext>
            </a:extLst>
          </p:cNvPr>
          <p:cNvSpPr>
            <a:spLocks noGrp="1"/>
          </p:cNvSpPr>
          <p:nvPr/>
        </p:nvSpPr>
        <p:spPr>
          <a:xfrm>
            <a:off x="16591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" name="F2_precision_recall_distributions_3005">
            <a:extLst>
              <a:ext uri="{FF2B5EF4-FFF2-40B4-BE49-F238E27FC236}">
                <a16:creationId xmlns:a16="http://schemas.microsoft.com/office/drawing/2014/main" id="{23DA0034-E5C7-45F1-8B5A-BE1EBCBFAAD2}"/>
              </a:ext>
            </a:extLst>
          </p:cNvPr>
          <p:cNvSpPr>
            <a:spLocks noGrp="1"/>
          </p:cNvSpPr>
          <p:nvPr/>
        </p:nvSpPr>
        <p:spPr>
          <a:xfrm>
            <a:off x="187695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" name="F2_precision_recall_distributions_3006">
            <a:extLst>
              <a:ext uri="{FF2B5EF4-FFF2-40B4-BE49-F238E27FC236}">
                <a16:creationId xmlns:a16="http://schemas.microsoft.com/office/drawing/2014/main" id="{62728C22-1289-4F59-84C3-4E743465A6AE}"/>
              </a:ext>
            </a:extLst>
          </p:cNvPr>
          <p:cNvSpPr>
            <a:spLocks noGrp="1"/>
          </p:cNvSpPr>
          <p:nvPr/>
        </p:nvSpPr>
        <p:spPr>
          <a:xfrm>
            <a:off x="267891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68" y="842186"/>
                </a:lnTo>
                <a:lnTo>
                  <a:pt x="21977" y="835606"/>
                </a:lnTo>
                <a:lnTo>
                  <a:pt x="46979" y="829027"/>
                </a:lnTo>
                <a:lnTo>
                  <a:pt x="77852" y="822447"/>
                </a:lnTo>
                <a:lnTo>
                  <a:pt x="111420" y="815868"/>
                </a:lnTo>
                <a:lnTo>
                  <a:pt x="144687" y="809288"/>
                </a:lnTo>
                <a:lnTo>
                  <a:pt x="175259" y="802708"/>
                </a:lnTo>
                <a:lnTo>
                  <a:pt x="201585" y="796129"/>
                </a:lnTo>
                <a:lnTo>
                  <a:pt x="222994" y="789549"/>
                </a:lnTo>
                <a:lnTo>
                  <a:pt x="239556" y="782970"/>
                </a:lnTo>
                <a:lnTo>
                  <a:pt x="251851" y="776390"/>
                </a:lnTo>
                <a:lnTo>
                  <a:pt x="260704" y="769811"/>
                </a:lnTo>
                <a:lnTo>
                  <a:pt x="266964" y="763231"/>
                </a:lnTo>
                <a:lnTo>
                  <a:pt x="271355" y="756651"/>
                </a:lnTo>
                <a:lnTo>
                  <a:pt x="274413" y="750072"/>
                </a:lnTo>
                <a:lnTo>
                  <a:pt x="276483" y="743492"/>
                </a:lnTo>
                <a:lnTo>
                  <a:pt x="277763" y="736913"/>
                </a:lnTo>
                <a:lnTo>
                  <a:pt x="278359" y="730333"/>
                </a:lnTo>
                <a:lnTo>
                  <a:pt x="278332" y="723754"/>
                </a:lnTo>
                <a:lnTo>
                  <a:pt x="277726" y="717174"/>
                </a:lnTo>
                <a:lnTo>
                  <a:pt x="276590" y="710594"/>
                </a:lnTo>
                <a:lnTo>
                  <a:pt x="274978" y="704015"/>
                </a:lnTo>
                <a:lnTo>
                  <a:pt x="272958" y="697435"/>
                </a:lnTo>
                <a:lnTo>
                  <a:pt x="270614" y="690856"/>
                </a:lnTo>
                <a:lnTo>
                  <a:pt x="268046" y="684276"/>
                </a:lnTo>
                <a:lnTo>
                  <a:pt x="265376" y="677697"/>
                </a:lnTo>
                <a:lnTo>
                  <a:pt x="262738" y="671117"/>
                </a:lnTo>
                <a:lnTo>
                  <a:pt x="260264" y="664537"/>
                </a:lnTo>
                <a:lnTo>
                  <a:pt x="258068" y="657958"/>
                </a:lnTo>
                <a:lnTo>
                  <a:pt x="256221" y="651378"/>
                </a:lnTo>
                <a:lnTo>
                  <a:pt x="254741" y="644799"/>
                </a:lnTo>
                <a:lnTo>
                  <a:pt x="253584" y="638219"/>
                </a:lnTo>
                <a:lnTo>
                  <a:pt x="252659" y="631639"/>
                </a:lnTo>
                <a:lnTo>
                  <a:pt x="251843" y="625060"/>
                </a:lnTo>
                <a:lnTo>
                  <a:pt x="251008" y="618480"/>
                </a:lnTo>
                <a:lnTo>
                  <a:pt x="250048" y="611901"/>
                </a:lnTo>
                <a:lnTo>
                  <a:pt x="248895" y="605321"/>
                </a:lnTo>
                <a:lnTo>
                  <a:pt x="247532" y="598742"/>
                </a:lnTo>
                <a:lnTo>
                  <a:pt x="245990" y="592162"/>
                </a:lnTo>
                <a:lnTo>
                  <a:pt x="244336" y="585582"/>
                </a:lnTo>
                <a:lnTo>
                  <a:pt x="242653" y="579003"/>
                </a:lnTo>
                <a:lnTo>
                  <a:pt x="241015" y="572423"/>
                </a:lnTo>
                <a:lnTo>
                  <a:pt x="239466" y="565844"/>
                </a:lnTo>
                <a:lnTo>
                  <a:pt x="237998" y="559264"/>
                </a:lnTo>
                <a:lnTo>
                  <a:pt x="236549" y="552685"/>
                </a:lnTo>
                <a:lnTo>
                  <a:pt x="235014" y="546105"/>
                </a:lnTo>
                <a:lnTo>
                  <a:pt x="233274" y="539525"/>
                </a:lnTo>
                <a:lnTo>
                  <a:pt x="231236" y="532946"/>
                </a:lnTo>
                <a:lnTo>
                  <a:pt x="228877" y="526366"/>
                </a:lnTo>
                <a:lnTo>
                  <a:pt x="226272" y="519787"/>
                </a:lnTo>
                <a:lnTo>
                  <a:pt x="223600" y="513207"/>
                </a:lnTo>
                <a:lnTo>
                  <a:pt x="221123" y="506627"/>
                </a:lnTo>
                <a:lnTo>
                  <a:pt x="219126" y="500048"/>
                </a:lnTo>
                <a:lnTo>
                  <a:pt x="217855" y="493468"/>
                </a:lnTo>
                <a:lnTo>
                  <a:pt x="217450" y="486889"/>
                </a:lnTo>
                <a:lnTo>
                  <a:pt x="217900" y="480309"/>
                </a:lnTo>
                <a:lnTo>
                  <a:pt x="219037" y="473730"/>
                </a:lnTo>
                <a:lnTo>
                  <a:pt x="220560" y="467150"/>
                </a:lnTo>
                <a:lnTo>
                  <a:pt x="222105" y="460570"/>
                </a:lnTo>
                <a:lnTo>
                  <a:pt x="223319" y="453991"/>
                </a:lnTo>
                <a:lnTo>
                  <a:pt x="223942" y="447411"/>
                </a:lnTo>
                <a:lnTo>
                  <a:pt x="223866" y="440832"/>
                </a:lnTo>
                <a:lnTo>
                  <a:pt x="223153" y="434252"/>
                </a:lnTo>
                <a:lnTo>
                  <a:pt x="222022" y="427673"/>
                </a:lnTo>
                <a:lnTo>
                  <a:pt x="220798" y="421093"/>
                </a:lnTo>
                <a:lnTo>
                  <a:pt x="219841" y="414513"/>
                </a:lnTo>
                <a:lnTo>
                  <a:pt x="219464" y="407934"/>
                </a:lnTo>
                <a:lnTo>
                  <a:pt x="219877" y="401354"/>
                </a:lnTo>
                <a:lnTo>
                  <a:pt x="221146" y="394775"/>
                </a:lnTo>
                <a:lnTo>
                  <a:pt x="223192" y="388195"/>
                </a:lnTo>
                <a:lnTo>
                  <a:pt x="225816" y="381616"/>
                </a:lnTo>
                <a:lnTo>
                  <a:pt x="228745" y="375036"/>
                </a:lnTo>
                <a:lnTo>
                  <a:pt x="231680" y="368456"/>
                </a:lnTo>
                <a:lnTo>
                  <a:pt x="234342" y="361877"/>
                </a:lnTo>
                <a:lnTo>
                  <a:pt x="236502" y="355297"/>
                </a:lnTo>
                <a:lnTo>
                  <a:pt x="237985" y="348718"/>
                </a:lnTo>
                <a:lnTo>
                  <a:pt x="238671" y="342138"/>
                </a:lnTo>
                <a:lnTo>
                  <a:pt x="238481" y="335558"/>
                </a:lnTo>
                <a:lnTo>
                  <a:pt x="237366" y="328979"/>
                </a:lnTo>
                <a:lnTo>
                  <a:pt x="235297" y="322399"/>
                </a:lnTo>
                <a:lnTo>
                  <a:pt x="232271" y="315820"/>
                </a:lnTo>
                <a:lnTo>
                  <a:pt x="228305" y="309240"/>
                </a:lnTo>
                <a:lnTo>
                  <a:pt x="223440" y="302661"/>
                </a:lnTo>
                <a:lnTo>
                  <a:pt x="217738" y="296081"/>
                </a:lnTo>
                <a:lnTo>
                  <a:pt x="211266" y="289501"/>
                </a:lnTo>
                <a:lnTo>
                  <a:pt x="204078" y="282922"/>
                </a:lnTo>
                <a:lnTo>
                  <a:pt x="196208" y="276342"/>
                </a:lnTo>
                <a:lnTo>
                  <a:pt x="187656" y="269763"/>
                </a:lnTo>
                <a:lnTo>
                  <a:pt x="178408" y="263183"/>
                </a:lnTo>
                <a:lnTo>
                  <a:pt x="168469" y="256604"/>
                </a:lnTo>
                <a:lnTo>
                  <a:pt x="157912" y="250024"/>
                </a:lnTo>
                <a:lnTo>
                  <a:pt x="146931" y="243444"/>
                </a:lnTo>
                <a:lnTo>
                  <a:pt x="135880" y="236865"/>
                </a:lnTo>
                <a:lnTo>
                  <a:pt x="125285" y="230285"/>
                </a:lnTo>
                <a:lnTo>
                  <a:pt x="115804" y="223706"/>
                </a:lnTo>
                <a:lnTo>
                  <a:pt x="108150" y="217126"/>
                </a:lnTo>
                <a:lnTo>
                  <a:pt x="102986" y="210546"/>
                </a:lnTo>
                <a:lnTo>
                  <a:pt x="100807" y="203967"/>
                </a:lnTo>
                <a:lnTo>
                  <a:pt x="101856" y="197387"/>
                </a:lnTo>
                <a:lnTo>
                  <a:pt x="106085" y="190808"/>
                </a:lnTo>
                <a:lnTo>
                  <a:pt x="113174" y="184228"/>
                </a:lnTo>
                <a:lnTo>
                  <a:pt x="122602" y="177649"/>
                </a:lnTo>
                <a:lnTo>
                  <a:pt x="133749" y="171069"/>
                </a:lnTo>
                <a:lnTo>
                  <a:pt x="145999" y="164489"/>
                </a:lnTo>
                <a:lnTo>
                  <a:pt x="158815" y="157910"/>
                </a:lnTo>
                <a:lnTo>
                  <a:pt x="171778" y="151330"/>
                </a:lnTo>
                <a:lnTo>
                  <a:pt x="184583" y="144751"/>
                </a:lnTo>
                <a:lnTo>
                  <a:pt x="197008" y="138171"/>
                </a:lnTo>
                <a:lnTo>
                  <a:pt x="208882" y="131592"/>
                </a:lnTo>
                <a:lnTo>
                  <a:pt x="220062" y="125012"/>
                </a:lnTo>
                <a:lnTo>
                  <a:pt x="230420" y="118432"/>
                </a:lnTo>
                <a:lnTo>
                  <a:pt x="239865" y="111853"/>
                </a:lnTo>
                <a:lnTo>
                  <a:pt x="248357" y="105273"/>
                </a:lnTo>
                <a:lnTo>
                  <a:pt x="255929" y="98694"/>
                </a:lnTo>
                <a:lnTo>
                  <a:pt x="262683" y="92114"/>
                </a:lnTo>
                <a:lnTo>
                  <a:pt x="268777" y="85535"/>
                </a:lnTo>
                <a:lnTo>
                  <a:pt x="274385" y="78955"/>
                </a:lnTo>
                <a:lnTo>
                  <a:pt x="279664" y="72375"/>
                </a:lnTo>
                <a:lnTo>
                  <a:pt x="284717" y="65796"/>
                </a:lnTo>
                <a:lnTo>
                  <a:pt x="289575" y="59216"/>
                </a:lnTo>
                <a:lnTo>
                  <a:pt x="294198" y="52637"/>
                </a:lnTo>
                <a:lnTo>
                  <a:pt x="298495" y="46057"/>
                </a:lnTo>
                <a:lnTo>
                  <a:pt x="302354" y="39477"/>
                </a:lnTo>
                <a:lnTo>
                  <a:pt x="305672" y="32898"/>
                </a:lnTo>
                <a:lnTo>
                  <a:pt x="308381" y="26318"/>
                </a:lnTo>
                <a:lnTo>
                  <a:pt x="310452" y="19739"/>
                </a:lnTo>
                <a:lnTo>
                  <a:pt x="311896" y="13159"/>
                </a:lnTo>
                <a:lnTo>
                  <a:pt x="312742" y="6580"/>
                </a:lnTo>
                <a:lnTo>
                  <a:pt x="313020" y="0"/>
                </a:lnTo>
                <a:lnTo>
                  <a:pt x="362076" y="0"/>
                </a:lnTo>
                <a:lnTo>
                  <a:pt x="362076" y="0"/>
                </a:lnTo>
                <a:lnTo>
                  <a:pt x="362354" y="6580"/>
                </a:lnTo>
                <a:lnTo>
                  <a:pt x="363201" y="13159"/>
                </a:lnTo>
                <a:lnTo>
                  <a:pt x="364645" y="19739"/>
                </a:lnTo>
                <a:lnTo>
                  <a:pt x="366716" y="26318"/>
                </a:lnTo>
                <a:lnTo>
                  <a:pt x="369424" y="32898"/>
                </a:lnTo>
                <a:lnTo>
                  <a:pt x="372743" y="39477"/>
                </a:lnTo>
                <a:lnTo>
                  <a:pt x="376602" y="46057"/>
                </a:lnTo>
                <a:lnTo>
                  <a:pt x="380899" y="52637"/>
                </a:lnTo>
                <a:lnTo>
                  <a:pt x="385522" y="59216"/>
                </a:lnTo>
                <a:lnTo>
                  <a:pt x="390379" y="65796"/>
                </a:lnTo>
                <a:lnTo>
                  <a:pt x="395432" y="72375"/>
                </a:lnTo>
                <a:lnTo>
                  <a:pt x="400712" y="78955"/>
                </a:lnTo>
                <a:lnTo>
                  <a:pt x="406320" y="85535"/>
                </a:lnTo>
                <a:lnTo>
                  <a:pt x="412413" y="92114"/>
                </a:lnTo>
                <a:lnTo>
                  <a:pt x="419167" y="98694"/>
                </a:lnTo>
                <a:lnTo>
                  <a:pt x="426739" y="105273"/>
                </a:lnTo>
                <a:lnTo>
                  <a:pt x="435232" y="111853"/>
                </a:lnTo>
                <a:lnTo>
                  <a:pt x="444676" y="118432"/>
                </a:lnTo>
                <a:lnTo>
                  <a:pt x="455035" y="125012"/>
                </a:lnTo>
                <a:lnTo>
                  <a:pt x="466214" y="131592"/>
                </a:lnTo>
                <a:lnTo>
                  <a:pt x="478089" y="138171"/>
                </a:lnTo>
                <a:lnTo>
                  <a:pt x="490514" y="144751"/>
                </a:lnTo>
                <a:lnTo>
                  <a:pt x="503318" y="151330"/>
                </a:lnTo>
                <a:lnTo>
                  <a:pt x="516281" y="157910"/>
                </a:lnTo>
                <a:lnTo>
                  <a:pt x="529098" y="164489"/>
                </a:lnTo>
                <a:lnTo>
                  <a:pt x="541348" y="171069"/>
                </a:lnTo>
                <a:lnTo>
                  <a:pt x="552495" y="177649"/>
                </a:lnTo>
                <a:lnTo>
                  <a:pt x="561922" y="184228"/>
                </a:lnTo>
                <a:lnTo>
                  <a:pt x="569011" y="190808"/>
                </a:lnTo>
                <a:lnTo>
                  <a:pt x="573240" y="197387"/>
                </a:lnTo>
                <a:lnTo>
                  <a:pt x="574290" y="203967"/>
                </a:lnTo>
                <a:lnTo>
                  <a:pt x="572110" y="210546"/>
                </a:lnTo>
                <a:lnTo>
                  <a:pt x="566946" y="217126"/>
                </a:lnTo>
                <a:lnTo>
                  <a:pt x="559293" y="223706"/>
                </a:lnTo>
                <a:lnTo>
                  <a:pt x="549812" y="230285"/>
                </a:lnTo>
                <a:lnTo>
                  <a:pt x="539217" y="236865"/>
                </a:lnTo>
                <a:lnTo>
                  <a:pt x="528166" y="243444"/>
                </a:lnTo>
                <a:lnTo>
                  <a:pt x="517184" y="250024"/>
                </a:lnTo>
                <a:lnTo>
                  <a:pt x="506627" y="256604"/>
                </a:lnTo>
                <a:lnTo>
                  <a:pt x="496688" y="263183"/>
                </a:lnTo>
                <a:lnTo>
                  <a:pt x="487441" y="269763"/>
                </a:lnTo>
                <a:lnTo>
                  <a:pt x="478889" y="276342"/>
                </a:lnTo>
                <a:lnTo>
                  <a:pt x="471018" y="282922"/>
                </a:lnTo>
                <a:lnTo>
                  <a:pt x="463831" y="289501"/>
                </a:lnTo>
                <a:lnTo>
                  <a:pt x="457358" y="296081"/>
                </a:lnTo>
                <a:lnTo>
                  <a:pt x="451656" y="302661"/>
                </a:lnTo>
                <a:lnTo>
                  <a:pt x="446792" y="309240"/>
                </a:lnTo>
                <a:lnTo>
                  <a:pt x="442825" y="315820"/>
                </a:lnTo>
                <a:lnTo>
                  <a:pt x="439799" y="322399"/>
                </a:lnTo>
                <a:lnTo>
                  <a:pt x="437731" y="328979"/>
                </a:lnTo>
                <a:lnTo>
                  <a:pt x="436615" y="335558"/>
                </a:lnTo>
                <a:lnTo>
                  <a:pt x="436425" y="342138"/>
                </a:lnTo>
                <a:lnTo>
                  <a:pt x="437111" y="348718"/>
                </a:lnTo>
                <a:lnTo>
                  <a:pt x="438594" y="355297"/>
                </a:lnTo>
                <a:lnTo>
                  <a:pt x="440754" y="361877"/>
                </a:lnTo>
                <a:lnTo>
                  <a:pt x="443417" y="368456"/>
                </a:lnTo>
                <a:lnTo>
                  <a:pt x="446352" y="375036"/>
                </a:lnTo>
                <a:lnTo>
                  <a:pt x="449280" y="381616"/>
                </a:lnTo>
                <a:lnTo>
                  <a:pt x="451904" y="388195"/>
                </a:lnTo>
                <a:lnTo>
                  <a:pt x="453951" y="394775"/>
                </a:lnTo>
                <a:lnTo>
                  <a:pt x="455220" y="401354"/>
                </a:lnTo>
                <a:lnTo>
                  <a:pt x="455632" y="407934"/>
                </a:lnTo>
                <a:lnTo>
                  <a:pt x="455256" y="414513"/>
                </a:lnTo>
                <a:lnTo>
                  <a:pt x="454298" y="421093"/>
                </a:lnTo>
                <a:lnTo>
                  <a:pt x="453075" y="427673"/>
                </a:lnTo>
                <a:lnTo>
                  <a:pt x="451944" y="434252"/>
                </a:lnTo>
                <a:lnTo>
                  <a:pt x="451230" y="440832"/>
                </a:lnTo>
                <a:lnTo>
                  <a:pt x="451154" y="447411"/>
                </a:lnTo>
                <a:lnTo>
                  <a:pt x="451778" y="453991"/>
                </a:lnTo>
                <a:lnTo>
                  <a:pt x="452992" y="460570"/>
                </a:lnTo>
                <a:lnTo>
                  <a:pt x="454537" y="467150"/>
                </a:lnTo>
                <a:lnTo>
                  <a:pt x="456060" y="473730"/>
                </a:lnTo>
                <a:lnTo>
                  <a:pt x="457196" y="480309"/>
                </a:lnTo>
                <a:lnTo>
                  <a:pt x="457647" y="486889"/>
                </a:lnTo>
                <a:lnTo>
                  <a:pt x="457242" y="493468"/>
                </a:lnTo>
                <a:lnTo>
                  <a:pt x="455971" y="500048"/>
                </a:lnTo>
                <a:lnTo>
                  <a:pt x="453973" y="506627"/>
                </a:lnTo>
                <a:lnTo>
                  <a:pt x="451496" y="513207"/>
                </a:lnTo>
                <a:lnTo>
                  <a:pt x="448825" y="519787"/>
                </a:lnTo>
                <a:lnTo>
                  <a:pt x="446220" y="526366"/>
                </a:lnTo>
                <a:lnTo>
                  <a:pt x="443861" y="532946"/>
                </a:lnTo>
                <a:lnTo>
                  <a:pt x="441823" y="539525"/>
                </a:lnTo>
                <a:lnTo>
                  <a:pt x="440083" y="546105"/>
                </a:lnTo>
                <a:lnTo>
                  <a:pt x="438548" y="552685"/>
                </a:lnTo>
                <a:lnTo>
                  <a:pt x="437099" y="559264"/>
                </a:lnTo>
                <a:lnTo>
                  <a:pt x="435631" y="565844"/>
                </a:lnTo>
                <a:lnTo>
                  <a:pt x="434081" y="572423"/>
                </a:lnTo>
                <a:lnTo>
                  <a:pt x="432444" y="579003"/>
                </a:lnTo>
                <a:lnTo>
                  <a:pt x="430760" y="585582"/>
                </a:lnTo>
                <a:lnTo>
                  <a:pt x="429106" y="592162"/>
                </a:lnTo>
                <a:lnTo>
                  <a:pt x="427565" y="598742"/>
                </a:lnTo>
                <a:lnTo>
                  <a:pt x="426202" y="605321"/>
                </a:lnTo>
                <a:lnTo>
                  <a:pt x="425049" y="611901"/>
                </a:lnTo>
                <a:lnTo>
                  <a:pt x="424088" y="618480"/>
                </a:lnTo>
                <a:lnTo>
                  <a:pt x="423253" y="625060"/>
                </a:lnTo>
                <a:lnTo>
                  <a:pt x="422437" y="631639"/>
                </a:lnTo>
                <a:lnTo>
                  <a:pt x="421512" y="638219"/>
                </a:lnTo>
                <a:lnTo>
                  <a:pt x="420356" y="644799"/>
                </a:lnTo>
                <a:lnTo>
                  <a:pt x="418875" y="651378"/>
                </a:lnTo>
                <a:lnTo>
                  <a:pt x="417029" y="657958"/>
                </a:lnTo>
                <a:lnTo>
                  <a:pt x="414832" y="664537"/>
                </a:lnTo>
                <a:lnTo>
                  <a:pt x="412359" y="671117"/>
                </a:lnTo>
                <a:lnTo>
                  <a:pt x="409720" y="677697"/>
                </a:lnTo>
                <a:lnTo>
                  <a:pt x="407050" y="684276"/>
                </a:lnTo>
                <a:lnTo>
                  <a:pt x="404483" y="690856"/>
                </a:lnTo>
                <a:lnTo>
                  <a:pt x="402138" y="697435"/>
                </a:lnTo>
                <a:lnTo>
                  <a:pt x="400119" y="704015"/>
                </a:lnTo>
                <a:lnTo>
                  <a:pt x="398507" y="710594"/>
                </a:lnTo>
                <a:lnTo>
                  <a:pt x="397370" y="717174"/>
                </a:lnTo>
                <a:lnTo>
                  <a:pt x="396765" y="723754"/>
                </a:lnTo>
                <a:lnTo>
                  <a:pt x="396737" y="730333"/>
                </a:lnTo>
                <a:lnTo>
                  <a:pt x="397334" y="736913"/>
                </a:lnTo>
                <a:lnTo>
                  <a:pt x="398614" y="743492"/>
                </a:lnTo>
                <a:lnTo>
                  <a:pt x="400684" y="750072"/>
                </a:lnTo>
                <a:lnTo>
                  <a:pt x="403741" y="756651"/>
                </a:lnTo>
                <a:lnTo>
                  <a:pt x="408133" y="763231"/>
                </a:lnTo>
                <a:lnTo>
                  <a:pt x="414393" y="769811"/>
                </a:lnTo>
                <a:lnTo>
                  <a:pt x="423246" y="776390"/>
                </a:lnTo>
                <a:lnTo>
                  <a:pt x="435541" y="782970"/>
                </a:lnTo>
                <a:lnTo>
                  <a:pt x="452103" y="789549"/>
                </a:lnTo>
                <a:lnTo>
                  <a:pt x="473512" y="796129"/>
                </a:lnTo>
                <a:lnTo>
                  <a:pt x="499838" y="802708"/>
                </a:lnTo>
                <a:lnTo>
                  <a:pt x="530410" y="809288"/>
                </a:lnTo>
                <a:lnTo>
                  <a:pt x="563677" y="815868"/>
                </a:lnTo>
                <a:lnTo>
                  <a:pt x="597245" y="822447"/>
                </a:lnTo>
                <a:lnTo>
                  <a:pt x="628118" y="829027"/>
                </a:lnTo>
                <a:lnTo>
                  <a:pt x="653119" y="835606"/>
                </a:lnTo>
                <a:lnTo>
                  <a:pt x="669428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93" name="F2_precision_recall_distributions_3007">
            <a:extLst>
              <a:ext uri="{FF2B5EF4-FFF2-40B4-BE49-F238E27FC236}">
                <a16:creationId xmlns:a16="http://schemas.microsoft.com/office/drawing/2014/main" id="{B1C1546C-D301-40A6-ACD8-8DBB0C1CF224}"/>
              </a:ext>
            </a:extLst>
          </p:cNvPr>
          <p:cNvSpPr>
            <a:spLocks noGrp="1"/>
          </p:cNvSpPr>
          <p:nvPr/>
        </p:nvSpPr>
        <p:spPr>
          <a:xfrm>
            <a:off x="3104667" y="17630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" name="F2_precision_recall_distributions_3008">
            <a:extLst>
              <a:ext uri="{FF2B5EF4-FFF2-40B4-BE49-F238E27FC236}">
                <a16:creationId xmlns:a16="http://schemas.microsoft.com/office/drawing/2014/main" id="{CD52F47A-4595-430E-BF50-BD75A370D28E}"/>
              </a:ext>
            </a:extLst>
          </p:cNvPr>
          <p:cNvSpPr>
            <a:spLocks noGrp="1"/>
          </p:cNvSpPr>
          <p:nvPr/>
        </p:nvSpPr>
        <p:spPr>
          <a:xfrm>
            <a:off x="2855366" y="16205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" name="F2_precision_recall_distributions_3009">
            <a:extLst>
              <a:ext uri="{FF2B5EF4-FFF2-40B4-BE49-F238E27FC236}">
                <a16:creationId xmlns:a16="http://schemas.microsoft.com/office/drawing/2014/main" id="{86A03ED1-E0CB-4213-901B-3FD9233BBEE0}"/>
              </a:ext>
            </a:extLst>
          </p:cNvPr>
          <p:cNvSpPr>
            <a:spLocks noGrp="1"/>
          </p:cNvSpPr>
          <p:nvPr/>
        </p:nvSpPr>
        <p:spPr>
          <a:xfrm>
            <a:off x="2912963" y="1786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" name="F2_precision_recall_distributions_3010">
            <a:extLst>
              <a:ext uri="{FF2B5EF4-FFF2-40B4-BE49-F238E27FC236}">
                <a16:creationId xmlns:a16="http://schemas.microsoft.com/office/drawing/2014/main" id="{BE0940AB-C5B3-49B4-92E5-FA6E5CED8705}"/>
              </a:ext>
            </a:extLst>
          </p:cNvPr>
          <p:cNvSpPr>
            <a:spLocks noGrp="1"/>
          </p:cNvSpPr>
          <p:nvPr/>
        </p:nvSpPr>
        <p:spPr>
          <a:xfrm>
            <a:off x="2819256" y="2284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" name="F2_precision_recall_distributions_3011">
            <a:extLst>
              <a:ext uri="{FF2B5EF4-FFF2-40B4-BE49-F238E27FC236}">
                <a16:creationId xmlns:a16="http://schemas.microsoft.com/office/drawing/2014/main" id="{4AABA8E2-DE29-4249-AB95-6850B07FE2F1}"/>
              </a:ext>
            </a:extLst>
          </p:cNvPr>
          <p:cNvSpPr>
            <a:spLocks noGrp="1"/>
          </p:cNvSpPr>
          <p:nvPr/>
        </p:nvSpPr>
        <p:spPr>
          <a:xfrm>
            <a:off x="3127900" y="1851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" name="F2_precision_recall_distributions_3012">
            <a:extLst>
              <a:ext uri="{FF2B5EF4-FFF2-40B4-BE49-F238E27FC236}">
                <a16:creationId xmlns:a16="http://schemas.microsoft.com/office/drawing/2014/main" id="{54550C1F-F4DD-486A-BA01-DB34CCD2843B}"/>
              </a:ext>
            </a:extLst>
          </p:cNvPr>
          <p:cNvSpPr>
            <a:spLocks noGrp="1"/>
          </p:cNvSpPr>
          <p:nvPr/>
        </p:nvSpPr>
        <p:spPr>
          <a:xfrm>
            <a:off x="2869044" y="1976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" name="F2_precision_recall_distributions_3013">
            <a:extLst>
              <a:ext uri="{FF2B5EF4-FFF2-40B4-BE49-F238E27FC236}">
                <a16:creationId xmlns:a16="http://schemas.microsoft.com/office/drawing/2014/main" id="{9B149900-130E-4A22-AFDA-ACDA546D5641}"/>
              </a:ext>
            </a:extLst>
          </p:cNvPr>
          <p:cNvSpPr>
            <a:spLocks noGrp="1"/>
          </p:cNvSpPr>
          <p:nvPr/>
        </p:nvSpPr>
        <p:spPr>
          <a:xfrm>
            <a:off x="3086464" y="16953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" name="F2_precision_recall_distributions_3014">
            <a:extLst>
              <a:ext uri="{FF2B5EF4-FFF2-40B4-BE49-F238E27FC236}">
                <a16:creationId xmlns:a16="http://schemas.microsoft.com/office/drawing/2014/main" id="{F1BC1A84-EF3B-42B3-9B38-310A09F78E17}"/>
              </a:ext>
            </a:extLst>
          </p:cNvPr>
          <p:cNvSpPr>
            <a:spLocks noGrp="1"/>
          </p:cNvSpPr>
          <p:nvPr/>
        </p:nvSpPr>
        <p:spPr>
          <a:xfrm>
            <a:off x="2999390" y="1729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" name="F2_precision_recall_distributions_3015">
            <a:extLst>
              <a:ext uri="{FF2B5EF4-FFF2-40B4-BE49-F238E27FC236}">
                <a16:creationId xmlns:a16="http://schemas.microsoft.com/office/drawing/2014/main" id="{B1BE5126-5C05-439D-9D88-74315430FFF5}"/>
              </a:ext>
            </a:extLst>
          </p:cNvPr>
          <p:cNvSpPr>
            <a:spLocks noGrp="1"/>
          </p:cNvSpPr>
          <p:nvPr/>
        </p:nvSpPr>
        <p:spPr>
          <a:xfrm>
            <a:off x="3113468" y="16836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" name="F2_precision_recall_distributions_3016">
            <a:extLst>
              <a:ext uri="{FF2B5EF4-FFF2-40B4-BE49-F238E27FC236}">
                <a16:creationId xmlns:a16="http://schemas.microsoft.com/office/drawing/2014/main" id="{600CFA31-C804-403A-852F-3874E4606089}"/>
              </a:ext>
            </a:extLst>
          </p:cNvPr>
          <p:cNvSpPr>
            <a:spLocks noGrp="1"/>
          </p:cNvSpPr>
          <p:nvPr/>
        </p:nvSpPr>
        <p:spPr>
          <a:xfrm>
            <a:off x="2833609" y="1669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" name="F2_precision_recall_distributions_3017">
            <a:extLst>
              <a:ext uri="{FF2B5EF4-FFF2-40B4-BE49-F238E27FC236}">
                <a16:creationId xmlns:a16="http://schemas.microsoft.com/office/drawing/2014/main" id="{AE5E59FA-15AF-4146-B0AA-C42DE786D4A5}"/>
              </a:ext>
            </a:extLst>
          </p:cNvPr>
          <p:cNvSpPr>
            <a:spLocks noGrp="1"/>
          </p:cNvSpPr>
          <p:nvPr/>
        </p:nvSpPr>
        <p:spPr>
          <a:xfrm>
            <a:off x="3056489" y="20394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" name="F2_precision_recall_distributions_3018">
            <a:extLst>
              <a:ext uri="{FF2B5EF4-FFF2-40B4-BE49-F238E27FC236}">
                <a16:creationId xmlns:a16="http://schemas.microsoft.com/office/drawing/2014/main" id="{968DD568-B90E-446B-8DDD-D90F22B3DFBF}"/>
              </a:ext>
            </a:extLst>
          </p:cNvPr>
          <p:cNvSpPr>
            <a:spLocks noGrp="1"/>
          </p:cNvSpPr>
          <p:nvPr/>
        </p:nvSpPr>
        <p:spPr>
          <a:xfrm>
            <a:off x="3148833" y="19950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" name="F2_precision_recall_distributions_3019">
            <a:extLst>
              <a:ext uri="{FF2B5EF4-FFF2-40B4-BE49-F238E27FC236}">
                <a16:creationId xmlns:a16="http://schemas.microsoft.com/office/drawing/2014/main" id="{42D95709-D599-468B-9204-BBB459AA8F8E}"/>
              </a:ext>
            </a:extLst>
          </p:cNvPr>
          <p:cNvSpPr>
            <a:spLocks noGrp="1"/>
          </p:cNvSpPr>
          <p:nvPr/>
        </p:nvSpPr>
        <p:spPr>
          <a:xfrm>
            <a:off x="3144727" y="203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" name="F2_precision_recall_distributions_3020">
            <a:extLst>
              <a:ext uri="{FF2B5EF4-FFF2-40B4-BE49-F238E27FC236}">
                <a16:creationId xmlns:a16="http://schemas.microsoft.com/office/drawing/2014/main" id="{0E20100D-B74C-4ABE-8B3C-56AE53807BD5}"/>
              </a:ext>
            </a:extLst>
          </p:cNvPr>
          <p:cNvSpPr>
            <a:spLocks noGrp="1"/>
          </p:cNvSpPr>
          <p:nvPr/>
        </p:nvSpPr>
        <p:spPr>
          <a:xfrm>
            <a:off x="2879919" y="15842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" name="F2_precision_recall_distributions_3021">
            <a:extLst>
              <a:ext uri="{FF2B5EF4-FFF2-40B4-BE49-F238E27FC236}">
                <a16:creationId xmlns:a16="http://schemas.microsoft.com/office/drawing/2014/main" id="{F5EDDC97-8404-482E-8C1D-7E0CBA2B30DA}"/>
              </a:ext>
            </a:extLst>
          </p:cNvPr>
          <p:cNvSpPr>
            <a:spLocks noGrp="1"/>
          </p:cNvSpPr>
          <p:nvPr/>
        </p:nvSpPr>
        <p:spPr>
          <a:xfrm>
            <a:off x="3176533" y="1710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" name="F2_precision_recall_distributions_3022">
            <a:extLst>
              <a:ext uri="{FF2B5EF4-FFF2-40B4-BE49-F238E27FC236}">
                <a16:creationId xmlns:a16="http://schemas.microsoft.com/office/drawing/2014/main" id="{0A22CEBE-7DD4-4939-B7B7-224C40E113B1}"/>
              </a:ext>
            </a:extLst>
          </p:cNvPr>
          <p:cNvSpPr>
            <a:spLocks noGrp="1"/>
          </p:cNvSpPr>
          <p:nvPr/>
        </p:nvSpPr>
        <p:spPr>
          <a:xfrm>
            <a:off x="2964436" y="1702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" name="F2_precision_recall_distributions_3023">
            <a:extLst>
              <a:ext uri="{FF2B5EF4-FFF2-40B4-BE49-F238E27FC236}">
                <a16:creationId xmlns:a16="http://schemas.microsoft.com/office/drawing/2014/main" id="{6B06B653-39EB-42FB-83DE-F2F61AEB4FF8}"/>
              </a:ext>
            </a:extLst>
          </p:cNvPr>
          <p:cNvSpPr>
            <a:spLocks noGrp="1"/>
          </p:cNvSpPr>
          <p:nvPr/>
        </p:nvSpPr>
        <p:spPr>
          <a:xfrm>
            <a:off x="2926404" y="17101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" name="F2_precision_recall_distributions_3024">
            <a:extLst>
              <a:ext uri="{FF2B5EF4-FFF2-40B4-BE49-F238E27FC236}">
                <a16:creationId xmlns:a16="http://schemas.microsoft.com/office/drawing/2014/main" id="{C933EE1D-1CBB-4C68-A9DC-815D0A128799}"/>
              </a:ext>
            </a:extLst>
          </p:cNvPr>
          <p:cNvSpPr>
            <a:spLocks noGrp="1"/>
          </p:cNvSpPr>
          <p:nvPr/>
        </p:nvSpPr>
        <p:spPr>
          <a:xfrm>
            <a:off x="3027674" y="20400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" name="F2_precision_recall_distributions_3025">
            <a:extLst>
              <a:ext uri="{FF2B5EF4-FFF2-40B4-BE49-F238E27FC236}">
                <a16:creationId xmlns:a16="http://schemas.microsoft.com/office/drawing/2014/main" id="{6CA8BC1B-C1E3-4E88-8BE7-8C161999BCD3}"/>
              </a:ext>
            </a:extLst>
          </p:cNvPr>
          <p:cNvSpPr>
            <a:spLocks noGrp="1"/>
          </p:cNvSpPr>
          <p:nvPr/>
        </p:nvSpPr>
        <p:spPr>
          <a:xfrm>
            <a:off x="3138330" y="2002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" name="F2_precision_recall_distributions_3026">
            <a:extLst>
              <a:ext uri="{FF2B5EF4-FFF2-40B4-BE49-F238E27FC236}">
                <a16:creationId xmlns:a16="http://schemas.microsoft.com/office/drawing/2014/main" id="{5DB6205C-DAFF-49A2-88E3-ED0202DCA649}"/>
              </a:ext>
            </a:extLst>
          </p:cNvPr>
          <p:cNvSpPr>
            <a:spLocks noGrp="1"/>
          </p:cNvSpPr>
          <p:nvPr/>
        </p:nvSpPr>
        <p:spPr>
          <a:xfrm>
            <a:off x="3022183" y="1793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" name="F2_precision_recall_distributions_3027">
            <a:extLst>
              <a:ext uri="{FF2B5EF4-FFF2-40B4-BE49-F238E27FC236}">
                <a16:creationId xmlns:a16="http://schemas.microsoft.com/office/drawing/2014/main" id="{B2E4B961-536F-4777-A047-1FBDE30AC613}"/>
              </a:ext>
            </a:extLst>
          </p:cNvPr>
          <p:cNvSpPr>
            <a:spLocks noGrp="1"/>
          </p:cNvSpPr>
          <p:nvPr/>
        </p:nvSpPr>
        <p:spPr>
          <a:xfrm>
            <a:off x="2833820" y="1771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" name="F2_precision_recall_distributions_3028">
            <a:extLst>
              <a:ext uri="{FF2B5EF4-FFF2-40B4-BE49-F238E27FC236}">
                <a16:creationId xmlns:a16="http://schemas.microsoft.com/office/drawing/2014/main" id="{CAAE1307-8881-49C3-8E92-B18E8246D740}"/>
              </a:ext>
            </a:extLst>
          </p:cNvPr>
          <p:cNvSpPr>
            <a:spLocks noGrp="1"/>
          </p:cNvSpPr>
          <p:nvPr/>
        </p:nvSpPr>
        <p:spPr>
          <a:xfrm>
            <a:off x="2981887" y="20526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" name="F2_precision_recall_distributions_3029">
            <a:extLst>
              <a:ext uri="{FF2B5EF4-FFF2-40B4-BE49-F238E27FC236}">
                <a16:creationId xmlns:a16="http://schemas.microsoft.com/office/drawing/2014/main" id="{30E3FF51-1125-4E47-9E51-5A176CE2BF6E}"/>
              </a:ext>
            </a:extLst>
          </p:cNvPr>
          <p:cNvSpPr>
            <a:spLocks noGrp="1"/>
          </p:cNvSpPr>
          <p:nvPr/>
        </p:nvSpPr>
        <p:spPr>
          <a:xfrm>
            <a:off x="3085145" y="17691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" name="F2_precision_recall_distributions_3030">
            <a:extLst>
              <a:ext uri="{FF2B5EF4-FFF2-40B4-BE49-F238E27FC236}">
                <a16:creationId xmlns:a16="http://schemas.microsoft.com/office/drawing/2014/main" id="{E6B25D29-B0AE-496F-8674-BDC05533242D}"/>
              </a:ext>
            </a:extLst>
          </p:cNvPr>
          <p:cNvSpPr>
            <a:spLocks noGrp="1"/>
          </p:cNvSpPr>
          <p:nvPr/>
        </p:nvSpPr>
        <p:spPr>
          <a:xfrm>
            <a:off x="2901457" y="1683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" name="F2_precision_recall_distributions_3031">
            <a:extLst>
              <a:ext uri="{FF2B5EF4-FFF2-40B4-BE49-F238E27FC236}">
                <a16:creationId xmlns:a16="http://schemas.microsoft.com/office/drawing/2014/main" id="{1ECC6BDA-9BB8-4563-9A26-F621A447B029}"/>
              </a:ext>
            </a:extLst>
          </p:cNvPr>
          <p:cNvSpPr>
            <a:spLocks noGrp="1"/>
          </p:cNvSpPr>
          <p:nvPr/>
        </p:nvSpPr>
        <p:spPr>
          <a:xfrm>
            <a:off x="3006911" y="2259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" name="F2_precision_recall_distributions_3032">
            <a:extLst>
              <a:ext uri="{FF2B5EF4-FFF2-40B4-BE49-F238E27FC236}">
                <a16:creationId xmlns:a16="http://schemas.microsoft.com/office/drawing/2014/main" id="{8C392785-B013-4755-84A7-571A83064E2F}"/>
              </a:ext>
            </a:extLst>
          </p:cNvPr>
          <p:cNvSpPr>
            <a:spLocks noGrp="1"/>
          </p:cNvSpPr>
          <p:nvPr/>
        </p:nvSpPr>
        <p:spPr>
          <a:xfrm>
            <a:off x="30714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" name="F2_precision_recall_distributions_3033">
            <a:extLst>
              <a:ext uri="{FF2B5EF4-FFF2-40B4-BE49-F238E27FC236}">
                <a16:creationId xmlns:a16="http://schemas.microsoft.com/office/drawing/2014/main" id="{00C86C72-AF1D-4CCD-9AF6-B34FC7F1439D}"/>
              </a:ext>
            </a:extLst>
          </p:cNvPr>
          <p:cNvSpPr>
            <a:spLocks noGrp="1"/>
          </p:cNvSpPr>
          <p:nvPr/>
        </p:nvSpPr>
        <p:spPr>
          <a:xfrm>
            <a:off x="3078296" y="20920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" name="F2_precision_recall_distributions_3034">
            <a:extLst>
              <a:ext uri="{FF2B5EF4-FFF2-40B4-BE49-F238E27FC236}">
                <a16:creationId xmlns:a16="http://schemas.microsoft.com/office/drawing/2014/main" id="{44DB4746-98AE-4034-B73B-515800059B2F}"/>
              </a:ext>
            </a:extLst>
          </p:cNvPr>
          <p:cNvSpPr>
            <a:spLocks noGrp="1"/>
          </p:cNvSpPr>
          <p:nvPr/>
        </p:nvSpPr>
        <p:spPr>
          <a:xfrm>
            <a:off x="2993778" y="1885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" name="F2_precision_recall_distributions_3035">
            <a:extLst>
              <a:ext uri="{FF2B5EF4-FFF2-40B4-BE49-F238E27FC236}">
                <a16:creationId xmlns:a16="http://schemas.microsoft.com/office/drawing/2014/main" id="{D3A773D7-F9C3-485F-BDAA-D94C69801612}"/>
              </a:ext>
            </a:extLst>
          </p:cNvPr>
          <p:cNvSpPr>
            <a:spLocks noGrp="1"/>
          </p:cNvSpPr>
          <p:nvPr/>
        </p:nvSpPr>
        <p:spPr>
          <a:xfrm>
            <a:off x="3057320" y="167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" name="F2_precision_recall_distributions_3036">
            <a:extLst>
              <a:ext uri="{FF2B5EF4-FFF2-40B4-BE49-F238E27FC236}">
                <a16:creationId xmlns:a16="http://schemas.microsoft.com/office/drawing/2014/main" id="{E57950A8-54DE-4B70-8DA3-9432454ADC9C}"/>
              </a:ext>
            </a:extLst>
          </p:cNvPr>
          <p:cNvSpPr>
            <a:spLocks noGrp="1"/>
          </p:cNvSpPr>
          <p:nvPr/>
        </p:nvSpPr>
        <p:spPr>
          <a:xfrm>
            <a:off x="3070741" y="16679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3" name="F2_precision_recall_distributions_3037">
            <a:extLst>
              <a:ext uri="{FF2B5EF4-FFF2-40B4-BE49-F238E27FC236}">
                <a16:creationId xmlns:a16="http://schemas.microsoft.com/office/drawing/2014/main" id="{821E6F3A-9B03-4595-9DE1-4F50BD5579A6}"/>
              </a:ext>
            </a:extLst>
          </p:cNvPr>
          <p:cNvSpPr>
            <a:spLocks noGrp="1"/>
          </p:cNvSpPr>
          <p:nvPr/>
        </p:nvSpPr>
        <p:spPr>
          <a:xfrm>
            <a:off x="28201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" name="F2_precision_recall_distributions_3038">
            <a:extLst>
              <a:ext uri="{FF2B5EF4-FFF2-40B4-BE49-F238E27FC236}">
                <a16:creationId xmlns:a16="http://schemas.microsoft.com/office/drawing/2014/main" id="{3DD812C9-1275-41E3-8C11-0690495AA56B}"/>
              </a:ext>
            </a:extLst>
          </p:cNvPr>
          <p:cNvSpPr>
            <a:spLocks noGrp="1"/>
          </p:cNvSpPr>
          <p:nvPr/>
        </p:nvSpPr>
        <p:spPr>
          <a:xfrm>
            <a:off x="2984356" y="18856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" name="F2_precision_recall_distributions_3039">
            <a:extLst>
              <a:ext uri="{FF2B5EF4-FFF2-40B4-BE49-F238E27FC236}">
                <a16:creationId xmlns:a16="http://schemas.microsoft.com/office/drawing/2014/main" id="{C3FF21B8-FEE9-401A-978F-FC374E32BFD3}"/>
              </a:ext>
            </a:extLst>
          </p:cNvPr>
          <p:cNvSpPr>
            <a:spLocks noGrp="1"/>
          </p:cNvSpPr>
          <p:nvPr/>
        </p:nvSpPr>
        <p:spPr>
          <a:xfrm>
            <a:off x="314789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" name="F2_precision_recall_distributions_3040">
            <a:extLst>
              <a:ext uri="{FF2B5EF4-FFF2-40B4-BE49-F238E27FC236}">
                <a16:creationId xmlns:a16="http://schemas.microsoft.com/office/drawing/2014/main" id="{54065B28-D75F-4503-90C7-8B7642D6F488}"/>
              </a:ext>
            </a:extLst>
          </p:cNvPr>
          <p:cNvSpPr>
            <a:spLocks noGrp="1"/>
          </p:cNvSpPr>
          <p:nvPr/>
        </p:nvSpPr>
        <p:spPr>
          <a:xfrm>
            <a:off x="2925812" y="2091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" name="F2_precision_recall_distributions_3041">
            <a:extLst>
              <a:ext uri="{FF2B5EF4-FFF2-40B4-BE49-F238E27FC236}">
                <a16:creationId xmlns:a16="http://schemas.microsoft.com/office/drawing/2014/main" id="{DBD836A2-C6B2-4EC1-A130-6E77502FCEE1}"/>
              </a:ext>
            </a:extLst>
          </p:cNvPr>
          <p:cNvSpPr>
            <a:spLocks noGrp="1"/>
          </p:cNvSpPr>
          <p:nvPr/>
        </p:nvSpPr>
        <p:spPr>
          <a:xfrm>
            <a:off x="3030008" y="18104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" name="F2_precision_recall_distributions_3042">
            <a:extLst>
              <a:ext uri="{FF2B5EF4-FFF2-40B4-BE49-F238E27FC236}">
                <a16:creationId xmlns:a16="http://schemas.microsoft.com/office/drawing/2014/main" id="{F3AE98EC-C18B-48EC-8D29-7C6535C7A1DF}"/>
              </a:ext>
            </a:extLst>
          </p:cNvPr>
          <p:cNvSpPr>
            <a:spLocks noGrp="1"/>
          </p:cNvSpPr>
          <p:nvPr/>
        </p:nvSpPr>
        <p:spPr>
          <a:xfrm>
            <a:off x="310575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" name="F2_precision_recall_distributions_3043">
            <a:extLst>
              <a:ext uri="{FF2B5EF4-FFF2-40B4-BE49-F238E27FC236}">
                <a16:creationId xmlns:a16="http://schemas.microsoft.com/office/drawing/2014/main" id="{DAF5A77E-21FE-4E9C-AE86-B393E6078084}"/>
              </a:ext>
            </a:extLst>
          </p:cNvPr>
          <p:cNvSpPr>
            <a:spLocks noGrp="1"/>
          </p:cNvSpPr>
          <p:nvPr/>
        </p:nvSpPr>
        <p:spPr>
          <a:xfrm>
            <a:off x="293223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" name="F2_precision_recall_distributions_3044">
            <a:extLst>
              <a:ext uri="{FF2B5EF4-FFF2-40B4-BE49-F238E27FC236}">
                <a16:creationId xmlns:a16="http://schemas.microsoft.com/office/drawing/2014/main" id="{1DEE8280-B22F-4E45-ACFA-781F49D4A71A}"/>
              </a:ext>
            </a:extLst>
          </p:cNvPr>
          <p:cNvSpPr>
            <a:spLocks noGrp="1"/>
          </p:cNvSpPr>
          <p:nvPr/>
        </p:nvSpPr>
        <p:spPr>
          <a:xfrm>
            <a:off x="3130320" y="20472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" name="F2_precision_recall_distributions_3045">
            <a:extLst>
              <a:ext uri="{FF2B5EF4-FFF2-40B4-BE49-F238E27FC236}">
                <a16:creationId xmlns:a16="http://schemas.microsoft.com/office/drawing/2014/main" id="{E826E501-5E07-46CA-996C-08DBB1CB4F45}"/>
              </a:ext>
            </a:extLst>
          </p:cNvPr>
          <p:cNvSpPr>
            <a:spLocks noGrp="1"/>
          </p:cNvSpPr>
          <p:nvPr/>
        </p:nvSpPr>
        <p:spPr>
          <a:xfrm>
            <a:off x="2826642" y="162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" name="F2_precision_recall_distributions_3046">
            <a:extLst>
              <a:ext uri="{FF2B5EF4-FFF2-40B4-BE49-F238E27FC236}">
                <a16:creationId xmlns:a16="http://schemas.microsoft.com/office/drawing/2014/main" id="{89309750-A955-43AF-BEC1-F92EA964E82D}"/>
              </a:ext>
            </a:extLst>
          </p:cNvPr>
          <p:cNvSpPr>
            <a:spLocks noGrp="1"/>
          </p:cNvSpPr>
          <p:nvPr/>
        </p:nvSpPr>
        <p:spPr>
          <a:xfrm>
            <a:off x="3070862" y="1694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" name="F2_precision_recall_distributions_3047">
            <a:extLst>
              <a:ext uri="{FF2B5EF4-FFF2-40B4-BE49-F238E27FC236}">
                <a16:creationId xmlns:a16="http://schemas.microsoft.com/office/drawing/2014/main" id="{E61CC69E-7B7A-4986-91E7-D5669FEE2696}"/>
              </a:ext>
            </a:extLst>
          </p:cNvPr>
          <p:cNvSpPr>
            <a:spLocks noGrp="1"/>
          </p:cNvSpPr>
          <p:nvPr/>
        </p:nvSpPr>
        <p:spPr>
          <a:xfrm>
            <a:off x="287293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" name="F2_precision_recall_distributions_3048">
            <a:extLst>
              <a:ext uri="{FF2B5EF4-FFF2-40B4-BE49-F238E27FC236}">
                <a16:creationId xmlns:a16="http://schemas.microsoft.com/office/drawing/2014/main" id="{21E0531C-5E71-40BB-BFEE-8000D1750CC9}"/>
              </a:ext>
            </a:extLst>
          </p:cNvPr>
          <p:cNvSpPr>
            <a:spLocks noGrp="1"/>
          </p:cNvSpPr>
          <p:nvPr/>
        </p:nvSpPr>
        <p:spPr>
          <a:xfrm>
            <a:off x="3180504" y="17024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" name="F2_precision_recall_distributions_3049">
            <a:extLst>
              <a:ext uri="{FF2B5EF4-FFF2-40B4-BE49-F238E27FC236}">
                <a16:creationId xmlns:a16="http://schemas.microsoft.com/office/drawing/2014/main" id="{DA4DF151-0AAD-4E0A-8540-E48083D3BCDC}"/>
              </a:ext>
            </a:extLst>
          </p:cNvPr>
          <p:cNvSpPr>
            <a:spLocks noGrp="1"/>
          </p:cNvSpPr>
          <p:nvPr/>
        </p:nvSpPr>
        <p:spPr>
          <a:xfrm>
            <a:off x="3043239" y="21222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" name="F2_precision_recall_distributions_3050">
            <a:extLst>
              <a:ext uri="{FF2B5EF4-FFF2-40B4-BE49-F238E27FC236}">
                <a16:creationId xmlns:a16="http://schemas.microsoft.com/office/drawing/2014/main" id="{E4A1BE05-62EB-4BCE-BB53-49BEC5DAB6C4}"/>
              </a:ext>
            </a:extLst>
          </p:cNvPr>
          <p:cNvSpPr>
            <a:spLocks noGrp="1"/>
          </p:cNvSpPr>
          <p:nvPr/>
        </p:nvSpPr>
        <p:spPr>
          <a:xfrm>
            <a:off x="2982258" y="18213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" name="F2_precision_recall_distributions_3051">
            <a:extLst>
              <a:ext uri="{FF2B5EF4-FFF2-40B4-BE49-F238E27FC236}">
                <a16:creationId xmlns:a16="http://schemas.microsoft.com/office/drawing/2014/main" id="{C89D0334-E02E-454C-8FA0-DE60F5528B9A}"/>
              </a:ext>
            </a:extLst>
          </p:cNvPr>
          <p:cNvSpPr>
            <a:spLocks noGrp="1"/>
          </p:cNvSpPr>
          <p:nvPr/>
        </p:nvSpPr>
        <p:spPr>
          <a:xfrm>
            <a:off x="2962678" y="1754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" name="F2_precision_recall_distributions_3052">
            <a:extLst>
              <a:ext uri="{FF2B5EF4-FFF2-40B4-BE49-F238E27FC236}">
                <a16:creationId xmlns:a16="http://schemas.microsoft.com/office/drawing/2014/main" id="{6B43C60A-B6F5-44AC-B8F5-ACE78F543D1B}"/>
              </a:ext>
            </a:extLst>
          </p:cNvPr>
          <p:cNvSpPr>
            <a:spLocks noGrp="1"/>
          </p:cNvSpPr>
          <p:nvPr/>
        </p:nvSpPr>
        <p:spPr>
          <a:xfrm>
            <a:off x="2843153" y="21401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" name="F2_precision_recall_distributions_3053">
            <a:extLst>
              <a:ext uri="{FF2B5EF4-FFF2-40B4-BE49-F238E27FC236}">
                <a16:creationId xmlns:a16="http://schemas.microsoft.com/office/drawing/2014/main" id="{9D8511C0-CCA1-4EB5-9E0D-E6FFB83946EE}"/>
              </a:ext>
            </a:extLst>
          </p:cNvPr>
          <p:cNvSpPr>
            <a:spLocks noGrp="1"/>
          </p:cNvSpPr>
          <p:nvPr/>
        </p:nvSpPr>
        <p:spPr>
          <a:xfrm>
            <a:off x="2960841" y="2001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" name="F2_precision_recall_distributions_3054">
            <a:extLst>
              <a:ext uri="{FF2B5EF4-FFF2-40B4-BE49-F238E27FC236}">
                <a16:creationId xmlns:a16="http://schemas.microsoft.com/office/drawing/2014/main" id="{0B626CEF-A4FC-433B-AFA0-96E9DE5B20AC}"/>
              </a:ext>
            </a:extLst>
          </p:cNvPr>
          <p:cNvSpPr>
            <a:spLocks noGrp="1"/>
          </p:cNvSpPr>
          <p:nvPr/>
        </p:nvSpPr>
        <p:spPr>
          <a:xfrm>
            <a:off x="3134758" y="2305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" name="F2_precision_recall_distributions_3055">
            <a:extLst>
              <a:ext uri="{FF2B5EF4-FFF2-40B4-BE49-F238E27FC236}">
                <a16:creationId xmlns:a16="http://schemas.microsoft.com/office/drawing/2014/main" id="{ACE79811-5E13-4149-A4B9-6AEB3E450BD0}"/>
              </a:ext>
            </a:extLst>
          </p:cNvPr>
          <p:cNvSpPr>
            <a:spLocks noGrp="1"/>
          </p:cNvSpPr>
          <p:nvPr/>
        </p:nvSpPr>
        <p:spPr>
          <a:xfrm>
            <a:off x="2911881" y="205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" name="F2_precision_recall_distributions_3056">
            <a:extLst>
              <a:ext uri="{FF2B5EF4-FFF2-40B4-BE49-F238E27FC236}">
                <a16:creationId xmlns:a16="http://schemas.microsoft.com/office/drawing/2014/main" id="{A7958178-CCAB-4573-9761-3B5B0C6650CC}"/>
              </a:ext>
            </a:extLst>
          </p:cNvPr>
          <p:cNvSpPr>
            <a:spLocks noGrp="1"/>
          </p:cNvSpPr>
          <p:nvPr/>
        </p:nvSpPr>
        <p:spPr>
          <a:xfrm>
            <a:off x="3050980" y="16924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" name="F2_precision_recall_distributions_3057">
            <a:extLst>
              <a:ext uri="{FF2B5EF4-FFF2-40B4-BE49-F238E27FC236}">
                <a16:creationId xmlns:a16="http://schemas.microsoft.com/office/drawing/2014/main" id="{8874803A-9F0C-4907-81E6-206503D58613}"/>
              </a:ext>
            </a:extLst>
          </p:cNvPr>
          <p:cNvSpPr>
            <a:spLocks noGrp="1"/>
          </p:cNvSpPr>
          <p:nvPr/>
        </p:nvSpPr>
        <p:spPr>
          <a:xfrm>
            <a:off x="3161739" y="18385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" name="F2_precision_recall_distributions_3058">
            <a:extLst>
              <a:ext uri="{FF2B5EF4-FFF2-40B4-BE49-F238E27FC236}">
                <a16:creationId xmlns:a16="http://schemas.microsoft.com/office/drawing/2014/main" id="{D203364D-FBFC-4D4E-ADDA-EBE2EA5451C4}"/>
              </a:ext>
            </a:extLst>
          </p:cNvPr>
          <p:cNvSpPr>
            <a:spLocks noGrp="1"/>
          </p:cNvSpPr>
          <p:nvPr/>
        </p:nvSpPr>
        <p:spPr>
          <a:xfrm>
            <a:off x="28884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" name="F2_precision_recall_distributions_3059">
            <a:extLst>
              <a:ext uri="{FF2B5EF4-FFF2-40B4-BE49-F238E27FC236}">
                <a16:creationId xmlns:a16="http://schemas.microsoft.com/office/drawing/2014/main" id="{E63B87C7-1AF9-4848-AFD6-75AD26A1B364}"/>
              </a:ext>
            </a:extLst>
          </p:cNvPr>
          <p:cNvSpPr>
            <a:spLocks noGrp="1"/>
          </p:cNvSpPr>
          <p:nvPr/>
        </p:nvSpPr>
        <p:spPr>
          <a:xfrm>
            <a:off x="3100326" y="19802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" name="F2_precision_recall_distributions_3060">
            <a:extLst>
              <a:ext uri="{FF2B5EF4-FFF2-40B4-BE49-F238E27FC236}">
                <a16:creationId xmlns:a16="http://schemas.microsoft.com/office/drawing/2014/main" id="{50D62698-4274-4455-87BF-BFF3AAA58744}"/>
              </a:ext>
            </a:extLst>
          </p:cNvPr>
          <p:cNvSpPr>
            <a:spLocks noGrp="1"/>
          </p:cNvSpPr>
          <p:nvPr/>
        </p:nvSpPr>
        <p:spPr>
          <a:xfrm>
            <a:off x="3040737" y="17997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" name="F2_precision_recall_distributions_3061">
            <a:extLst>
              <a:ext uri="{FF2B5EF4-FFF2-40B4-BE49-F238E27FC236}">
                <a16:creationId xmlns:a16="http://schemas.microsoft.com/office/drawing/2014/main" id="{89730312-F27C-4F44-A262-B30F69E3940E}"/>
              </a:ext>
            </a:extLst>
          </p:cNvPr>
          <p:cNvSpPr>
            <a:spLocks noGrp="1"/>
          </p:cNvSpPr>
          <p:nvPr/>
        </p:nvSpPr>
        <p:spPr>
          <a:xfrm>
            <a:off x="3127030" y="1561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" name="F2_precision_recall_distributions_3062">
            <a:extLst>
              <a:ext uri="{FF2B5EF4-FFF2-40B4-BE49-F238E27FC236}">
                <a16:creationId xmlns:a16="http://schemas.microsoft.com/office/drawing/2014/main" id="{5EB7C2DA-7B2B-40FC-90D5-FAB4B05A02B8}"/>
              </a:ext>
            </a:extLst>
          </p:cNvPr>
          <p:cNvSpPr>
            <a:spLocks noGrp="1"/>
          </p:cNvSpPr>
          <p:nvPr/>
        </p:nvSpPr>
        <p:spPr>
          <a:xfrm>
            <a:off x="3109306" y="19809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" name="F2_precision_recall_distributions_3063">
            <a:extLst>
              <a:ext uri="{FF2B5EF4-FFF2-40B4-BE49-F238E27FC236}">
                <a16:creationId xmlns:a16="http://schemas.microsoft.com/office/drawing/2014/main" id="{72E592E2-E3B2-4A53-9C07-BEB6CE2F404D}"/>
              </a:ext>
            </a:extLst>
          </p:cNvPr>
          <p:cNvSpPr>
            <a:spLocks noGrp="1"/>
          </p:cNvSpPr>
          <p:nvPr/>
        </p:nvSpPr>
        <p:spPr>
          <a:xfrm>
            <a:off x="2872508" y="1643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" name="F2_precision_recall_distributions_3064">
            <a:extLst>
              <a:ext uri="{FF2B5EF4-FFF2-40B4-BE49-F238E27FC236}">
                <a16:creationId xmlns:a16="http://schemas.microsoft.com/office/drawing/2014/main" id="{89016861-BDE0-4729-AAD0-F2AAE6CE52FA}"/>
              </a:ext>
            </a:extLst>
          </p:cNvPr>
          <p:cNvSpPr>
            <a:spLocks noGrp="1"/>
          </p:cNvSpPr>
          <p:nvPr/>
        </p:nvSpPr>
        <p:spPr>
          <a:xfrm>
            <a:off x="3174391" y="1656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" name="F2_precision_recall_distributions_3065">
            <a:extLst>
              <a:ext uri="{FF2B5EF4-FFF2-40B4-BE49-F238E27FC236}">
                <a16:creationId xmlns:a16="http://schemas.microsoft.com/office/drawing/2014/main" id="{69D34BF0-5A60-48C1-9C54-BB25D577DB4E}"/>
              </a:ext>
            </a:extLst>
          </p:cNvPr>
          <p:cNvSpPr>
            <a:spLocks noGrp="1"/>
          </p:cNvSpPr>
          <p:nvPr/>
        </p:nvSpPr>
        <p:spPr>
          <a:xfrm>
            <a:off x="2946242" y="1636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" name="F2_precision_recall_distributions_3066">
            <a:extLst>
              <a:ext uri="{FF2B5EF4-FFF2-40B4-BE49-F238E27FC236}">
                <a16:creationId xmlns:a16="http://schemas.microsoft.com/office/drawing/2014/main" id="{29B0411C-344F-4471-992C-4F1BB0C532A1}"/>
              </a:ext>
            </a:extLst>
          </p:cNvPr>
          <p:cNvSpPr>
            <a:spLocks noGrp="1"/>
          </p:cNvSpPr>
          <p:nvPr/>
        </p:nvSpPr>
        <p:spPr>
          <a:xfrm>
            <a:off x="2905324" y="16980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" name="F2_precision_recall_distributions_3067">
            <a:extLst>
              <a:ext uri="{FF2B5EF4-FFF2-40B4-BE49-F238E27FC236}">
                <a16:creationId xmlns:a16="http://schemas.microsoft.com/office/drawing/2014/main" id="{ECC1E3BB-7BF0-4013-BC27-23444E3AA280}"/>
              </a:ext>
            </a:extLst>
          </p:cNvPr>
          <p:cNvSpPr>
            <a:spLocks noGrp="1"/>
          </p:cNvSpPr>
          <p:nvPr/>
        </p:nvSpPr>
        <p:spPr>
          <a:xfrm>
            <a:off x="3062309" y="1968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" name="F2_precision_recall_distributions_3068">
            <a:extLst>
              <a:ext uri="{FF2B5EF4-FFF2-40B4-BE49-F238E27FC236}">
                <a16:creationId xmlns:a16="http://schemas.microsoft.com/office/drawing/2014/main" id="{F45F379E-FF2D-47C2-9F6A-8C78C6EB1F41}"/>
              </a:ext>
            </a:extLst>
          </p:cNvPr>
          <p:cNvSpPr>
            <a:spLocks noGrp="1"/>
          </p:cNvSpPr>
          <p:nvPr/>
        </p:nvSpPr>
        <p:spPr>
          <a:xfrm>
            <a:off x="2860841" y="1538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" name="F2_precision_recall_distributions_3069">
            <a:extLst>
              <a:ext uri="{FF2B5EF4-FFF2-40B4-BE49-F238E27FC236}">
                <a16:creationId xmlns:a16="http://schemas.microsoft.com/office/drawing/2014/main" id="{EE872022-E352-4EAE-9CF2-6CAEAA90FA90}"/>
              </a:ext>
            </a:extLst>
          </p:cNvPr>
          <p:cNvSpPr>
            <a:spLocks noGrp="1"/>
          </p:cNvSpPr>
          <p:nvPr/>
        </p:nvSpPr>
        <p:spPr>
          <a:xfrm>
            <a:off x="3180678" y="1864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" name="F2_precision_recall_distributions_3070">
            <a:extLst>
              <a:ext uri="{FF2B5EF4-FFF2-40B4-BE49-F238E27FC236}">
                <a16:creationId xmlns:a16="http://schemas.microsoft.com/office/drawing/2014/main" id="{0D954D2D-898E-4C0F-AC6D-512C47B5C352}"/>
              </a:ext>
            </a:extLst>
          </p:cNvPr>
          <p:cNvSpPr>
            <a:spLocks noGrp="1"/>
          </p:cNvSpPr>
          <p:nvPr/>
        </p:nvSpPr>
        <p:spPr>
          <a:xfrm>
            <a:off x="2843090" y="19050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" name="F2_precision_recall_distributions_3071">
            <a:extLst>
              <a:ext uri="{FF2B5EF4-FFF2-40B4-BE49-F238E27FC236}">
                <a16:creationId xmlns:a16="http://schemas.microsoft.com/office/drawing/2014/main" id="{D9011D9E-6980-431D-8F4D-B2E1BC90A774}"/>
              </a:ext>
            </a:extLst>
          </p:cNvPr>
          <p:cNvSpPr>
            <a:spLocks noGrp="1"/>
          </p:cNvSpPr>
          <p:nvPr/>
        </p:nvSpPr>
        <p:spPr>
          <a:xfrm>
            <a:off x="3030863" y="1983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" name="F2_precision_recall_distributions_3072">
            <a:extLst>
              <a:ext uri="{FF2B5EF4-FFF2-40B4-BE49-F238E27FC236}">
                <a16:creationId xmlns:a16="http://schemas.microsoft.com/office/drawing/2014/main" id="{C2DDE9C6-7ECD-49CF-8A5A-1ECD11938A43}"/>
              </a:ext>
            </a:extLst>
          </p:cNvPr>
          <p:cNvSpPr>
            <a:spLocks noGrp="1"/>
          </p:cNvSpPr>
          <p:nvPr/>
        </p:nvSpPr>
        <p:spPr>
          <a:xfrm>
            <a:off x="3106353" y="2072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" name="F2_precision_recall_distributions_3073">
            <a:extLst>
              <a:ext uri="{FF2B5EF4-FFF2-40B4-BE49-F238E27FC236}">
                <a16:creationId xmlns:a16="http://schemas.microsoft.com/office/drawing/2014/main" id="{5C33585C-58A0-4838-8503-E0345D47E2CE}"/>
              </a:ext>
            </a:extLst>
          </p:cNvPr>
          <p:cNvSpPr>
            <a:spLocks noGrp="1"/>
          </p:cNvSpPr>
          <p:nvPr/>
        </p:nvSpPr>
        <p:spPr>
          <a:xfrm>
            <a:off x="3072126" y="21442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" name="F2_precision_recall_distributions_3074">
            <a:extLst>
              <a:ext uri="{FF2B5EF4-FFF2-40B4-BE49-F238E27FC236}">
                <a16:creationId xmlns:a16="http://schemas.microsoft.com/office/drawing/2014/main" id="{EE743954-E6E2-4CA1-9F1D-75CF30E0D8E7}"/>
              </a:ext>
            </a:extLst>
          </p:cNvPr>
          <p:cNvSpPr>
            <a:spLocks noGrp="1"/>
          </p:cNvSpPr>
          <p:nvPr/>
        </p:nvSpPr>
        <p:spPr>
          <a:xfrm>
            <a:off x="302814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" name="F2_precision_recall_distributions_3075">
            <a:extLst>
              <a:ext uri="{FF2B5EF4-FFF2-40B4-BE49-F238E27FC236}">
                <a16:creationId xmlns:a16="http://schemas.microsoft.com/office/drawing/2014/main" id="{7FB7DB01-DD14-480F-88DC-E1B0E9692954}"/>
              </a:ext>
            </a:extLst>
          </p:cNvPr>
          <p:cNvSpPr>
            <a:spLocks noGrp="1"/>
          </p:cNvSpPr>
          <p:nvPr/>
        </p:nvSpPr>
        <p:spPr>
          <a:xfrm>
            <a:off x="3047755" y="1699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" name="F2_precision_recall_distributions_3076">
            <a:extLst>
              <a:ext uri="{FF2B5EF4-FFF2-40B4-BE49-F238E27FC236}">
                <a16:creationId xmlns:a16="http://schemas.microsoft.com/office/drawing/2014/main" id="{C09B9707-4040-4274-92CE-97C6789E4483}"/>
              </a:ext>
            </a:extLst>
          </p:cNvPr>
          <p:cNvSpPr>
            <a:spLocks noGrp="1"/>
          </p:cNvSpPr>
          <p:nvPr/>
        </p:nvSpPr>
        <p:spPr>
          <a:xfrm>
            <a:off x="3119241" y="2167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" name="F2_precision_recall_distributions_3077">
            <a:extLst>
              <a:ext uri="{FF2B5EF4-FFF2-40B4-BE49-F238E27FC236}">
                <a16:creationId xmlns:a16="http://schemas.microsoft.com/office/drawing/2014/main" id="{17A98ED1-16E9-44AB-BEA3-1E2A0B644DE2}"/>
              </a:ext>
            </a:extLst>
          </p:cNvPr>
          <p:cNvSpPr>
            <a:spLocks noGrp="1"/>
          </p:cNvSpPr>
          <p:nvPr/>
        </p:nvSpPr>
        <p:spPr>
          <a:xfrm>
            <a:off x="2933521" y="16493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" name="F2_precision_recall_distributions_3078">
            <a:extLst>
              <a:ext uri="{FF2B5EF4-FFF2-40B4-BE49-F238E27FC236}">
                <a16:creationId xmlns:a16="http://schemas.microsoft.com/office/drawing/2014/main" id="{F3C00D10-7326-4848-8D40-4073C4FD900F}"/>
              </a:ext>
            </a:extLst>
          </p:cNvPr>
          <p:cNvSpPr>
            <a:spLocks noGrp="1"/>
          </p:cNvSpPr>
          <p:nvPr/>
        </p:nvSpPr>
        <p:spPr>
          <a:xfrm>
            <a:off x="3177424" y="2039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" name="F2_precision_recall_distributions_3079">
            <a:extLst>
              <a:ext uri="{FF2B5EF4-FFF2-40B4-BE49-F238E27FC236}">
                <a16:creationId xmlns:a16="http://schemas.microsoft.com/office/drawing/2014/main" id="{80816F53-A9E4-4189-89A9-93C2F3147227}"/>
              </a:ext>
            </a:extLst>
          </p:cNvPr>
          <p:cNvSpPr>
            <a:spLocks noGrp="1"/>
          </p:cNvSpPr>
          <p:nvPr/>
        </p:nvSpPr>
        <p:spPr>
          <a:xfrm>
            <a:off x="3065106" y="19673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" name="F2_precision_recall_distributions_3080">
            <a:extLst>
              <a:ext uri="{FF2B5EF4-FFF2-40B4-BE49-F238E27FC236}">
                <a16:creationId xmlns:a16="http://schemas.microsoft.com/office/drawing/2014/main" id="{4B604DE4-A528-4D82-8E37-3D8D263BF66E}"/>
              </a:ext>
            </a:extLst>
          </p:cNvPr>
          <p:cNvSpPr>
            <a:spLocks noGrp="1"/>
          </p:cNvSpPr>
          <p:nvPr/>
        </p:nvSpPr>
        <p:spPr>
          <a:xfrm>
            <a:off x="3178628" y="16057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" name="F2_precision_recall_distributions_3081">
            <a:extLst>
              <a:ext uri="{FF2B5EF4-FFF2-40B4-BE49-F238E27FC236}">
                <a16:creationId xmlns:a16="http://schemas.microsoft.com/office/drawing/2014/main" id="{78B1215F-F65E-4C35-BA0C-E385DA293DBA}"/>
              </a:ext>
            </a:extLst>
          </p:cNvPr>
          <p:cNvSpPr>
            <a:spLocks noGrp="1"/>
          </p:cNvSpPr>
          <p:nvPr/>
        </p:nvSpPr>
        <p:spPr>
          <a:xfrm>
            <a:off x="3161791" y="19327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" name="F2_precision_recall_distributions_3082">
            <a:extLst>
              <a:ext uri="{FF2B5EF4-FFF2-40B4-BE49-F238E27FC236}">
                <a16:creationId xmlns:a16="http://schemas.microsoft.com/office/drawing/2014/main" id="{DA718BA6-DF42-4920-B4A4-674B681ECCE6}"/>
              </a:ext>
            </a:extLst>
          </p:cNvPr>
          <p:cNvSpPr>
            <a:spLocks noGrp="1"/>
          </p:cNvSpPr>
          <p:nvPr/>
        </p:nvSpPr>
        <p:spPr>
          <a:xfrm>
            <a:off x="3185356" y="221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" name="F2_precision_recall_distributions_3083">
            <a:extLst>
              <a:ext uri="{FF2B5EF4-FFF2-40B4-BE49-F238E27FC236}">
                <a16:creationId xmlns:a16="http://schemas.microsoft.com/office/drawing/2014/main" id="{9EF7E64C-497D-4F3D-9C36-C19650B60EEC}"/>
              </a:ext>
            </a:extLst>
          </p:cNvPr>
          <p:cNvSpPr>
            <a:spLocks noGrp="1"/>
          </p:cNvSpPr>
          <p:nvPr/>
        </p:nvSpPr>
        <p:spPr>
          <a:xfrm>
            <a:off x="285589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" name="F2_precision_recall_distributions_3084">
            <a:extLst>
              <a:ext uri="{FF2B5EF4-FFF2-40B4-BE49-F238E27FC236}">
                <a16:creationId xmlns:a16="http://schemas.microsoft.com/office/drawing/2014/main" id="{8A467FFF-BA82-435D-8A09-5B63735A47F4}"/>
              </a:ext>
            </a:extLst>
          </p:cNvPr>
          <p:cNvSpPr>
            <a:spLocks noGrp="1"/>
          </p:cNvSpPr>
          <p:nvPr/>
        </p:nvSpPr>
        <p:spPr>
          <a:xfrm>
            <a:off x="2917619" y="17655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" name="F2_precision_recall_distributions_3085">
            <a:extLst>
              <a:ext uri="{FF2B5EF4-FFF2-40B4-BE49-F238E27FC236}">
                <a16:creationId xmlns:a16="http://schemas.microsoft.com/office/drawing/2014/main" id="{7FA12C68-7F21-4BFC-85C1-484D676615CB}"/>
              </a:ext>
            </a:extLst>
          </p:cNvPr>
          <p:cNvSpPr>
            <a:spLocks noGrp="1"/>
          </p:cNvSpPr>
          <p:nvPr/>
        </p:nvSpPr>
        <p:spPr>
          <a:xfrm>
            <a:off x="2823144" y="14934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" name="F2_precision_recall_distributions_3086">
            <a:extLst>
              <a:ext uri="{FF2B5EF4-FFF2-40B4-BE49-F238E27FC236}">
                <a16:creationId xmlns:a16="http://schemas.microsoft.com/office/drawing/2014/main" id="{1821413F-A0B2-415C-8531-0E821C85C1D8}"/>
              </a:ext>
            </a:extLst>
          </p:cNvPr>
          <p:cNvSpPr>
            <a:spLocks noGrp="1"/>
          </p:cNvSpPr>
          <p:nvPr/>
        </p:nvSpPr>
        <p:spPr>
          <a:xfrm>
            <a:off x="3023124" y="16466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" name="F2_precision_recall_distributions_3087">
            <a:extLst>
              <a:ext uri="{FF2B5EF4-FFF2-40B4-BE49-F238E27FC236}">
                <a16:creationId xmlns:a16="http://schemas.microsoft.com/office/drawing/2014/main" id="{7A3D1DA6-2235-4476-BB8E-BA5768420A7A}"/>
              </a:ext>
            </a:extLst>
          </p:cNvPr>
          <p:cNvSpPr>
            <a:spLocks noGrp="1"/>
          </p:cNvSpPr>
          <p:nvPr/>
        </p:nvSpPr>
        <p:spPr>
          <a:xfrm>
            <a:off x="3066454" y="1696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" name="F2_precision_recall_distributions_3088">
            <a:extLst>
              <a:ext uri="{FF2B5EF4-FFF2-40B4-BE49-F238E27FC236}">
                <a16:creationId xmlns:a16="http://schemas.microsoft.com/office/drawing/2014/main" id="{4186C790-A3DF-43FB-B061-F10582A134C5}"/>
              </a:ext>
            </a:extLst>
          </p:cNvPr>
          <p:cNvSpPr>
            <a:spLocks noGrp="1"/>
          </p:cNvSpPr>
          <p:nvPr/>
        </p:nvSpPr>
        <p:spPr>
          <a:xfrm>
            <a:off x="28946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" name="F2_precision_recall_distributions_3089">
            <a:extLst>
              <a:ext uri="{FF2B5EF4-FFF2-40B4-BE49-F238E27FC236}">
                <a16:creationId xmlns:a16="http://schemas.microsoft.com/office/drawing/2014/main" id="{28B52C05-C3A1-4A17-8179-482C3367C64C}"/>
              </a:ext>
            </a:extLst>
          </p:cNvPr>
          <p:cNvSpPr>
            <a:spLocks noGrp="1"/>
          </p:cNvSpPr>
          <p:nvPr/>
        </p:nvSpPr>
        <p:spPr>
          <a:xfrm>
            <a:off x="3016597" y="1687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" name="F2_precision_recall_distributions_3090">
            <a:extLst>
              <a:ext uri="{FF2B5EF4-FFF2-40B4-BE49-F238E27FC236}">
                <a16:creationId xmlns:a16="http://schemas.microsoft.com/office/drawing/2014/main" id="{09050798-9AB2-41C1-AA5A-F5C1A655A63E}"/>
              </a:ext>
            </a:extLst>
          </p:cNvPr>
          <p:cNvSpPr>
            <a:spLocks noGrp="1"/>
          </p:cNvSpPr>
          <p:nvPr/>
        </p:nvSpPr>
        <p:spPr>
          <a:xfrm>
            <a:off x="3157656" y="18459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" name="F2_precision_recall_distributions_3091">
            <a:extLst>
              <a:ext uri="{FF2B5EF4-FFF2-40B4-BE49-F238E27FC236}">
                <a16:creationId xmlns:a16="http://schemas.microsoft.com/office/drawing/2014/main" id="{EBB46345-A322-4366-B74D-CD9EFFD66DD1}"/>
              </a:ext>
            </a:extLst>
          </p:cNvPr>
          <p:cNvSpPr>
            <a:spLocks noGrp="1"/>
          </p:cNvSpPr>
          <p:nvPr/>
        </p:nvSpPr>
        <p:spPr>
          <a:xfrm>
            <a:off x="2900355" y="1622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" name="F2_precision_recall_distributions_3092">
            <a:extLst>
              <a:ext uri="{FF2B5EF4-FFF2-40B4-BE49-F238E27FC236}">
                <a16:creationId xmlns:a16="http://schemas.microsoft.com/office/drawing/2014/main" id="{1A64B140-47B5-4C0D-B1B1-9FB407BFACCF}"/>
              </a:ext>
            </a:extLst>
          </p:cNvPr>
          <p:cNvSpPr>
            <a:spLocks noGrp="1"/>
          </p:cNvSpPr>
          <p:nvPr/>
        </p:nvSpPr>
        <p:spPr>
          <a:xfrm>
            <a:off x="3065526" y="1939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9" name="F2_precision_recall_distributions_3093">
            <a:extLst>
              <a:ext uri="{FF2B5EF4-FFF2-40B4-BE49-F238E27FC236}">
                <a16:creationId xmlns:a16="http://schemas.microsoft.com/office/drawing/2014/main" id="{9ADC5490-EB39-4AA6-8418-2CBB9B1C4CE0}"/>
              </a:ext>
            </a:extLst>
          </p:cNvPr>
          <p:cNvSpPr>
            <a:spLocks noGrp="1"/>
          </p:cNvSpPr>
          <p:nvPr/>
        </p:nvSpPr>
        <p:spPr>
          <a:xfrm>
            <a:off x="3114808" y="1982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" name="F2_precision_recall_distributions_3094">
            <a:extLst>
              <a:ext uri="{FF2B5EF4-FFF2-40B4-BE49-F238E27FC236}">
                <a16:creationId xmlns:a16="http://schemas.microsoft.com/office/drawing/2014/main" id="{16DDA513-0A7F-417F-B774-B1F65D82F8CB}"/>
              </a:ext>
            </a:extLst>
          </p:cNvPr>
          <p:cNvSpPr>
            <a:spLocks noGrp="1"/>
          </p:cNvSpPr>
          <p:nvPr/>
        </p:nvSpPr>
        <p:spPr>
          <a:xfrm>
            <a:off x="2959462" y="1570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" name="F2_precision_recall_distributions_3095">
            <a:extLst>
              <a:ext uri="{FF2B5EF4-FFF2-40B4-BE49-F238E27FC236}">
                <a16:creationId xmlns:a16="http://schemas.microsoft.com/office/drawing/2014/main" id="{79BD63CA-A5CB-4C79-8C9A-4E0EFE90ACE2}"/>
              </a:ext>
            </a:extLst>
          </p:cNvPr>
          <p:cNvSpPr>
            <a:spLocks noGrp="1"/>
          </p:cNvSpPr>
          <p:nvPr/>
        </p:nvSpPr>
        <p:spPr>
          <a:xfrm>
            <a:off x="2953119" y="22640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" name="F2_precision_recall_distributions_3096">
            <a:extLst>
              <a:ext uri="{FF2B5EF4-FFF2-40B4-BE49-F238E27FC236}">
                <a16:creationId xmlns:a16="http://schemas.microsoft.com/office/drawing/2014/main" id="{497C5AD3-0C4C-4269-A27B-1CAA0478950E}"/>
              </a:ext>
            </a:extLst>
          </p:cNvPr>
          <p:cNvSpPr>
            <a:spLocks noGrp="1"/>
          </p:cNvSpPr>
          <p:nvPr/>
        </p:nvSpPr>
        <p:spPr>
          <a:xfrm>
            <a:off x="2866159" y="1645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" name="F2_precision_recall_distributions_3097">
            <a:extLst>
              <a:ext uri="{FF2B5EF4-FFF2-40B4-BE49-F238E27FC236}">
                <a16:creationId xmlns:a16="http://schemas.microsoft.com/office/drawing/2014/main" id="{C5009121-2A84-4571-B7BB-2795E4E3CFAA}"/>
              </a:ext>
            </a:extLst>
          </p:cNvPr>
          <p:cNvSpPr>
            <a:spLocks noGrp="1"/>
          </p:cNvSpPr>
          <p:nvPr/>
        </p:nvSpPr>
        <p:spPr>
          <a:xfrm>
            <a:off x="2914850" y="2115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" name="F2_precision_recall_distributions_3098">
            <a:extLst>
              <a:ext uri="{FF2B5EF4-FFF2-40B4-BE49-F238E27FC236}">
                <a16:creationId xmlns:a16="http://schemas.microsoft.com/office/drawing/2014/main" id="{F1D2C892-B169-47C4-A323-FD36E18D8007}"/>
              </a:ext>
            </a:extLst>
          </p:cNvPr>
          <p:cNvSpPr>
            <a:spLocks noGrp="1"/>
          </p:cNvSpPr>
          <p:nvPr/>
        </p:nvSpPr>
        <p:spPr>
          <a:xfrm>
            <a:off x="3115907" y="1749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" name="F2_precision_recall_distributions_3099">
            <a:extLst>
              <a:ext uri="{FF2B5EF4-FFF2-40B4-BE49-F238E27FC236}">
                <a16:creationId xmlns:a16="http://schemas.microsoft.com/office/drawing/2014/main" id="{625ECCC7-8B17-4EAF-9FD0-8842931936B1}"/>
              </a:ext>
            </a:extLst>
          </p:cNvPr>
          <p:cNvSpPr>
            <a:spLocks noGrp="1"/>
          </p:cNvSpPr>
          <p:nvPr/>
        </p:nvSpPr>
        <p:spPr>
          <a:xfrm>
            <a:off x="2937394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" name="F2_precision_recall_distributions_3100">
            <a:extLst>
              <a:ext uri="{FF2B5EF4-FFF2-40B4-BE49-F238E27FC236}">
                <a16:creationId xmlns:a16="http://schemas.microsoft.com/office/drawing/2014/main" id="{64DEEE1A-1077-4B88-A99D-4EE724E1D07E}"/>
              </a:ext>
            </a:extLst>
          </p:cNvPr>
          <p:cNvSpPr>
            <a:spLocks noGrp="1"/>
          </p:cNvSpPr>
          <p:nvPr/>
        </p:nvSpPr>
        <p:spPr>
          <a:xfrm>
            <a:off x="3144069" y="16906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" name="F2_precision_recall_distributions_3101">
            <a:extLst>
              <a:ext uri="{FF2B5EF4-FFF2-40B4-BE49-F238E27FC236}">
                <a16:creationId xmlns:a16="http://schemas.microsoft.com/office/drawing/2014/main" id="{8926CF5D-9EB8-4CC0-A758-ACB5A0FEF9B8}"/>
              </a:ext>
            </a:extLst>
          </p:cNvPr>
          <p:cNvSpPr>
            <a:spLocks noGrp="1"/>
          </p:cNvSpPr>
          <p:nvPr/>
        </p:nvSpPr>
        <p:spPr>
          <a:xfrm>
            <a:off x="30256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" name="F2_precision_recall_distributions_3102">
            <a:extLst>
              <a:ext uri="{FF2B5EF4-FFF2-40B4-BE49-F238E27FC236}">
                <a16:creationId xmlns:a16="http://schemas.microsoft.com/office/drawing/2014/main" id="{BFC27D8A-B375-4DD1-A885-E7EA80FBFD56}"/>
              </a:ext>
            </a:extLst>
          </p:cNvPr>
          <p:cNvSpPr>
            <a:spLocks noGrp="1"/>
          </p:cNvSpPr>
          <p:nvPr/>
        </p:nvSpPr>
        <p:spPr>
          <a:xfrm>
            <a:off x="3155674" y="20912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" name="F2_precision_recall_distributions_3103">
            <a:extLst>
              <a:ext uri="{FF2B5EF4-FFF2-40B4-BE49-F238E27FC236}">
                <a16:creationId xmlns:a16="http://schemas.microsoft.com/office/drawing/2014/main" id="{F3E7507E-67A8-4D6F-B5EE-13B471A648E1}"/>
              </a:ext>
            </a:extLst>
          </p:cNvPr>
          <p:cNvSpPr>
            <a:spLocks noGrp="1"/>
          </p:cNvSpPr>
          <p:nvPr/>
        </p:nvSpPr>
        <p:spPr>
          <a:xfrm>
            <a:off x="3089759" y="2105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" name="F2_precision_recall_distributions_3104">
            <a:extLst>
              <a:ext uri="{FF2B5EF4-FFF2-40B4-BE49-F238E27FC236}">
                <a16:creationId xmlns:a16="http://schemas.microsoft.com/office/drawing/2014/main" id="{496D371D-0001-4D16-ABB8-F66E8B51F5CE}"/>
              </a:ext>
            </a:extLst>
          </p:cNvPr>
          <p:cNvSpPr>
            <a:spLocks noGrp="1"/>
          </p:cNvSpPr>
          <p:nvPr/>
        </p:nvSpPr>
        <p:spPr>
          <a:xfrm>
            <a:off x="3151900" y="16878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" name="F2_precision_recall_distributions_3105">
            <a:extLst>
              <a:ext uri="{FF2B5EF4-FFF2-40B4-BE49-F238E27FC236}">
                <a16:creationId xmlns:a16="http://schemas.microsoft.com/office/drawing/2014/main" id="{219D3653-A899-4EA7-BCA2-03085933DCEC}"/>
              </a:ext>
            </a:extLst>
          </p:cNvPr>
          <p:cNvSpPr>
            <a:spLocks noGrp="1"/>
          </p:cNvSpPr>
          <p:nvPr/>
        </p:nvSpPr>
        <p:spPr>
          <a:xfrm>
            <a:off x="313329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" name="F2_precision_recall_distributions_3106">
            <a:extLst>
              <a:ext uri="{FF2B5EF4-FFF2-40B4-BE49-F238E27FC236}">
                <a16:creationId xmlns:a16="http://schemas.microsoft.com/office/drawing/2014/main" id="{11923F9E-1CEF-469A-A821-ADA922E2AC63}"/>
              </a:ext>
            </a:extLst>
          </p:cNvPr>
          <p:cNvSpPr>
            <a:spLocks noGrp="1"/>
          </p:cNvSpPr>
          <p:nvPr/>
        </p:nvSpPr>
        <p:spPr>
          <a:xfrm>
            <a:off x="3043770" y="19077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" name="F2_precision_recall_distributions_3107">
            <a:extLst>
              <a:ext uri="{FF2B5EF4-FFF2-40B4-BE49-F238E27FC236}">
                <a16:creationId xmlns:a16="http://schemas.microsoft.com/office/drawing/2014/main" id="{F192B8AC-A169-4119-889D-BD68F98D25AF}"/>
              </a:ext>
            </a:extLst>
          </p:cNvPr>
          <p:cNvSpPr>
            <a:spLocks noGrp="1"/>
          </p:cNvSpPr>
          <p:nvPr/>
        </p:nvSpPr>
        <p:spPr>
          <a:xfrm>
            <a:off x="2982656" y="1699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" name="F2_precision_recall_distributions_3108">
            <a:extLst>
              <a:ext uri="{FF2B5EF4-FFF2-40B4-BE49-F238E27FC236}">
                <a16:creationId xmlns:a16="http://schemas.microsoft.com/office/drawing/2014/main" id="{9FBB1DC2-5DA4-4967-8BD4-5C80463B77CB}"/>
              </a:ext>
            </a:extLst>
          </p:cNvPr>
          <p:cNvSpPr>
            <a:spLocks noGrp="1"/>
          </p:cNvSpPr>
          <p:nvPr/>
        </p:nvSpPr>
        <p:spPr>
          <a:xfrm>
            <a:off x="3164949" y="2264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" name="F2_precision_recall_distributions_3109">
            <a:extLst>
              <a:ext uri="{FF2B5EF4-FFF2-40B4-BE49-F238E27FC236}">
                <a16:creationId xmlns:a16="http://schemas.microsoft.com/office/drawing/2014/main" id="{7A405C86-2507-40CC-B9B4-5A44B099A238}"/>
              </a:ext>
            </a:extLst>
          </p:cNvPr>
          <p:cNvSpPr>
            <a:spLocks noGrp="1"/>
          </p:cNvSpPr>
          <p:nvPr/>
        </p:nvSpPr>
        <p:spPr>
          <a:xfrm>
            <a:off x="281998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" name="F2_precision_recall_distributions_3110">
            <a:extLst>
              <a:ext uri="{FF2B5EF4-FFF2-40B4-BE49-F238E27FC236}">
                <a16:creationId xmlns:a16="http://schemas.microsoft.com/office/drawing/2014/main" id="{FF580A06-3FA3-4D39-B258-15ECD4F9ABAD}"/>
              </a:ext>
            </a:extLst>
          </p:cNvPr>
          <p:cNvSpPr>
            <a:spLocks noGrp="1"/>
          </p:cNvSpPr>
          <p:nvPr/>
        </p:nvSpPr>
        <p:spPr>
          <a:xfrm>
            <a:off x="28859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" name="F2_precision_recall_distributions_3111">
            <a:extLst>
              <a:ext uri="{FF2B5EF4-FFF2-40B4-BE49-F238E27FC236}">
                <a16:creationId xmlns:a16="http://schemas.microsoft.com/office/drawing/2014/main" id="{BA800E10-D3A6-4B73-910D-83FD32353818}"/>
              </a:ext>
            </a:extLst>
          </p:cNvPr>
          <p:cNvSpPr>
            <a:spLocks noGrp="1"/>
          </p:cNvSpPr>
          <p:nvPr/>
        </p:nvSpPr>
        <p:spPr>
          <a:xfrm>
            <a:off x="2893083" y="21476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" name="F2_precision_recall_distributions_3112">
            <a:extLst>
              <a:ext uri="{FF2B5EF4-FFF2-40B4-BE49-F238E27FC236}">
                <a16:creationId xmlns:a16="http://schemas.microsoft.com/office/drawing/2014/main" id="{9B6C4FD1-16F6-42B9-9C30-EA5C3C06E7DA}"/>
              </a:ext>
            </a:extLst>
          </p:cNvPr>
          <p:cNvSpPr>
            <a:spLocks noGrp="1"/>
          </p:cNvSpPr>
          <p:nvPr/>
        </p:nvSpPr>
        <p:spPr>
          <a:xfrm>
            <a:off x="2817312" y="21988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" name="F2_precision_recall_distributions_3113">
            <a:extLst>
              <a:ext uri="{FF2B5EF4-FFF2-40B4-BE49-F238E27FC236}">
                <a16:creationId xmlns:a16="http://schemas.microsoft.com/office/drawing/2014/main" id="{C833B65A-0EE8-4E08-B550-95FD028F383F}"/>
              </a:ext>
            </a:extLst>
          </p:cNvPr>
          <p:cNvSpPr>
            <a:spLocks noGrp="1"/>
          </p:cNvSpPr>
          <p:nvPr/>
        </p:nvSpPr>
        <p:spPr>
          <a:xfrm>
            <a:off x="3175035" y="16446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" name="F2_precision_recall_distributions_3114">
            <a:extLst>
              <a:ext uri="{FF2B5EF4-FFF2-40B4-BE49-F238E27FC236}">
                <a16:creationId xmlns:a16="http://schemas.microsoft.com/office/drawing/2014/main" id="{265CC77C-AAE3-44D0-A026-FBFCBC5665E9}"/>
              </a:ext>
            </a:extLst>
          </p:cNvPr>
          <p:cNvSpPr>
            <a:spLocks noGrp="1"/>
          </p:cNvSpPr>
          <p:nvPr/>
        </p:nvSpPr>
        <p:spPr>
          <a:xfrm>
            <a:off x="3033840" y="185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" name="F2_precision_recall_distributions_3115">
            <a:extLst>
              <a:ext uri="{FF2B5EF4-FFF2-40B4-BE49-F238E27FC236}">
                <a16:creationId xmlns:a16="http://schemas.microsoft.com/office/drawing/2014/main" id="{BD8B501C-7433-4EC6-8DAB-A2C97A26E1B8}"/>
              </a:ext>
            </a:extLst>
          </p:cNvPr>
          <p:cNvSpPr>
            <a:spLocks noGrp="1"/>
          </p:cNvSpPr>
          <p:nvPr/>
        </p:nvSpPr>
        <p:spPr>
          <a:xfrm>
            <a:off x="2924328" y="21386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" name="F2_precision_recall_distributions_3116">
            <a:extLst>
              <a:ext uri="{FF2B5EF4-FFF2-40B4-BE49-F238E27FC236}">
                <a16:creationId xmlns:a16="http://schemas.microsoft.com/office/drawing/2014/main" id="{94C55DE9-DA59-40FC-8467-54D92974F7E4}"/>
              </a:ext>
            </a:extLst>
          </p:cNvPr>
          <p:cNvSpPr>
            <a:spLocks noGrp="1"/>
          </p:cNvSpPr>
          <p:nvPr/>
        </p:nvSpPr>
        <p:spPr>
          <a:xfrm>
            <a:off x="2856980" y="189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" name="F2_precision_recall_distributions_3117">
            <a:extLst>
              <a:ext uri="{FF2B5EF4-FFF2-40B4-BE49-F238E27FC236}">
                <a16:creationId xmlns:a16="http://schemas.microsoft.com/office/drawing/2014/main" id="{56FE5AB6-E004-4D45-93C8-CD725C2017F4}"/>
              </a:ext>
            </a:extLst>
          </p:cNvPr>
          <p:cNvSpPr>
            <a:spLocks noGrp="1"/>
          </p:cNvSpPr>
          <p:nvPr/>
        </p:nvSpPr>
        <p:spPr>
          <a:xfrm>
            <a:off x="2841097" y="2168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" name="F2_precision_recall_distributions_3118">
            <a:extLst>
              <a:ext uri="{FF2B5EF4-FFF2-40B4-BE49-F238E27FC236}">
                <a16:creationId xmlns:a16="http://schemas.microsoft.com/office/drawing/2014/main" id="{08BBAFD7-5F59-44CD-A1BD-017C6A7FD240}"/>
              </a:ext>
            </a:extLst>
          </p:cNvPr>
          <p:cNvSpPr>
            <a:spLocks noGrp="1"/>
          </p:cNvSpPr>
          <p:nvPr/>
        </p:nvSpPr>
        <p:spPr>
          <a:xfrm>
            <a:off x="3180654" y="20154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" name="F2_precision_recall_distributions_3119">
            <a:extLst>
              <a:ext uri="{FF2B5EF4-FFF2-40B4-BE49-F238E27FC236}">
                <a16:creationId xmlns:a16="http://schemas.microsoft.com/office/drawing/2014/main" id="{DCB4590B-5FFC-40A6-A810-FD2D8A83F31C}"/>
              </a:ext>
            </a:extLst>
          </p:cNvPr>
          <p:cNvSpPr>
            <a:spLocks noGrp="1"/>
          </p:cNvSpPr>
          <p:nvPr/>
        </p:nvSpPr>
        <p:spPr>
          <a:xfrm>
            <a:off x="3141672" y="16433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" name="F2_precision_recall_distributions_3120">
            <a:extLst>
              <a:ext uri="{FF2B5EF4-FFF2-40B4-BE49-F238E27FC236}">
                <a16:creationId xmlns:a16="http://schemas.microsoft.com/office/drawing/2014/main" id="{FCE1D369-8AD1-4554-AF88-E5AA687F59DF}"/>
              </a:ext>
            </a:extLst>
          </p:cNvPr>
          <p:cNvSpPr>
            <a:spLocks noGrp="1"/>
          </p:cNvSpPr>
          <p:nvPr/>
        </p:nvSpPr>
        <p:spPr>
          <a:xfrm>
            <a:off x="2930193" y="158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" name="F2_precision_recall_distributions_3121">
            <a:extLst>
              <a:ext uri="{FF2B5EF4-FFF2-40B4-BE49-F238E27FC236}">
                <a16:creationId xmlns:a16="http://schemas.microsoft.com/office/drawing/2014/main" id="{CAB48592-3F3D-4563-B66A-AFA8358593DC}"/>
              </a:ext>
            </a:extLst>
          </p:cNvPr>
          <p:cNvSpPr>
            <a:spLocks noGrp="1"/>
          </p:cNvSpPr>
          <p:nvPr/>
        </p:nvSpPr>
        <p:spPr>
          <a:xfrm>
            <a:off x="2843949" y="19016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" name="F2_precision_recall_distributions_3122">
            <a:extLst>
              <a:ext uri="{FF2B5EF4-FFF2-40B4-BE49-F238E27FC236}">
                <a16:creationId xmlns:a16="http://schemas.microsoft.com/office/drawing/2014/main" id="{E5CD6F25-BF78-4A10-B679-42CB143102D5}"/>
              </a:ext>
            </a:extLst>
          </p:cNvPr>
          <p:cNvSpPr>
            <a:spLocks noGrp="1"/>
          </p:cNvSpPr>
          <p:nvPr/>
        </p:nvSpPr>
        <p:spPr>
          <a:xfrm>
            <a:off x="3003047" y="1577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" name="F2_precision_recall_distributions_3123">
            <a:extLst>
              <a:ext uri="{FF2B5EF4-FFF2-40B4-BE49-F238E27FC236}">
                <a16:creationId xmlns:a16="http://schemas.microsoft.com/office/drawing/2014/main" id="{89BFA14A-ACF3-459E-909E-583CA242E433}"/>
              </a:ext>
            </a:extLst>
          </p:cNvPr>
          <p:cNvSpPr>
            <a:spLocks noGrp="1"/>
          </p:cNvSpPr>
          <p:nvPr/>
        </p:nvSpPr>
        <p:spPr>
          <a:xfrm>
            <a:off x="3048753" y="19019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" name="F2_precision_recall_distributions_3124">
            <a:extLst>
              <a:ext uri="{FF2B5EF4-FFF2-40B4-BE49-F238E27FC236}">
                <a16:creationId xmlns:a16="http://schemas.microsoft.com/office/drawing/2014/main" id="{D7D764F6-DA99-46C3-9AFB-26E621BC91E4}"/>
              </a:ext>
            </a:extLst>
          </p:cNvPr>
          <p:cNvSpPr>
            <a:spLocks noGrp="1"/>
          </p:cNvSpPr>
          <p:nvPr/>
        </p:nvSpPr>
        <p:spPr>
          <a:xfrm>
            <a:off x="3158223" y="1700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" name="F2_precision_recall_distributions_3125">
            <a:extLst>
              <a:ext uri="{FF2B5EF4-FFF2-40B4-BE49-F238E27FC236}">
                <a16:creationId xmlns:a16="http://schemas.microsoft.com/office/drawing/2014/main" id="{6F5ECF3B-5F8F-422C-90F3-40DC947EF6A7}"/>
              </a:ext>
            </a:extLst>
          </p:cNvPr>
          <p:cNvSpPr>
            <a:spLocks noGrp="1"/>
          </p:cNvSpPr>
          <p:nvPr/>
        </p:nvSpPr>
        <p:spPr>
          <a:xfrm>
            <a:off x="290807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" name="F2_precision_recall_distributions_3126">
            <a:extLst>
              <a:ext uri="{FF2B5EF4-FFF2-40B4-BE49-F238E27FC236}">
                <a16:creationId xmlns:a16="http://schemas.microsoft.com/office/drawing/2014/main" id="{53A02F94-D534-4EE9-8490-A42ACE54794A}"/>
              </a:ext>
            </a:extLst>
          </p:cNvPr>
          <p:cNvSpPr>
            <a:spLocks noGrp="1"/>
          </p:cNvSpPr>
          <p:nvPr/>
        </p:nvSpPr>
        <p:spPr>
          <a:xfrm>
            <a:off x="3061423" y="173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" name="F2_precision_recall_distributions_3127">
            <a:extLst>
              <a:ext uri="{FF2B5EF4-FFF2-40B4-BE49-F238E27FC236}">
                <a16:creationId xmlns:a16="http://schemas.microsoft.com/office/drawing/2014/main" id="{68F1469B-7F04-40F3-A304-351F0F30E2F3}"/>
              </a:ext>
            </a:extLst>
          </p:cNvPr>
          <p:cNvSpPr>
            <a:spLocks noGrp="1"/>
          </p:cNvSpPr>
          <p:nvPr/>
        </p:nvSpPr>
        <p:spPr>
          <a:xfrm>
            <a:off x="30729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" name="F2_precision_recall_distributions_3128">
            <a:extLst>
              <a:ext uri="{FF2B5EF4-FFF2-40B4-BE49-F238E27FC236}">
                <a16:creationId xmlns:a16="http://schemas.microsoft.com/office/drawing/2014/main" id="{00DCCD39-F841-4CCF-A9B4-3D24B1CC0CBD}"/>
              </a:ext>
            </a:extLst>
          </p:cNvPr>
          <p:cNvSpPr>
            <a:spLocks noGrp="1"/>
          </p:cNvSpPr>
          <p:nvPr/>
        </p:nvSpPr>
        <p:spPr>
          <a:xfrm>
            <a:off x="3019589" y="17311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" name="F2_precision_recall_distributions_3129">
            <a:extLst>
              <a:ext uri="{FF2B5EF4-FFF2-40B4-BE49-F238E27FC236}">
                <a16:creationId xmlns:a16="http://schemas.microsoft.com/office/drawing/2014/main" id="{380C5EDC-F2D1-4CA1-A39B-93B15FADBDD9}"/>
              </a:ext>
            </a:extLst>
          </p:cNvPr>
          <p:cNvSpPr>
            <a:spLocks noGrp="1"/>
          </p:cNvSpPr>
          <p:nvPr/>
        </p:nvSpPr>
        <p:spPr>
          <a:xfrm>
            <a:off x="3035639" y="21997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" name="F2_precision_recall_distributions_3130">
            <a:extLst>
              <a:ext uri="{FF2B5EF4-FFF2-40B4-BE49-F238E27FC236}">
                <a16:creationId xmlns:a16="http://schemas.microsoft.com/office/drawing/2014/main" id="{EC0586ED-85BD-41A1-AC8E-D331F8369F17}"/>
              </a:ext>
            </a:extLst>
          </p:cNvPr>
          <p:cNvSpPr>
            <a:spLocks noGrp="1"/>
          </p:cNvSpPr>
          <p:nvPr/>
        </p:nvSpPr>
        <p:spPr>
          <a:xfrm>
            <a:off x="2970055" y="18338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" name="F2_precision_recall_distributions_3131">
            <a:extLst>
              <a:ext uri="{FF2B5EF4-FFF2-40B4-BE49-F238E27FC236}">
                <a16:creationId xmlns:a16="http://schemas.microsoft.com/office/drawing/2014/main" id="{6F152125-488A-47D5-A97C-CE9AAB43622C}"/>
              </a:ext>
            </a:extLst>
          </p:cNvPr>
          <p:cNvSpPr>
            <a:spLocks noGrp="1"/>
          </p:cNvSpPr>
          <p:nvPr/>
        </p:nvSpPr>
        <p:spPr>
          <a:xfrm>
            <a:off x="2922666" y="1715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" name="F2_precision_recall_distributions_3132">
            <a:extLst>
              <a:ext uri="{FF2B5EF4-FFF2-40B4-BE49-F238E27FC236}">
                <a16:creationId xmlns:a16="http://schemas.microsoft.com/office/drawing/2014/main" id="{DB5774B4-E3C5-4026-ADF3-20F6FB7DC6DA}"/>
              </a:ext>
            </a:extLst>
          </p:cNvPr>
          <p:cNvSpPr>
            <a:spLocks noGrp="1"/>
          </p:cNvSpPr>
          <p:nvPr/>
        </p:nvSpPr>
        <p:spPr>
          <a:xfrm>
            <a:off x="2985043" y="1627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" name="F2_precision_recall_distributions_3133">
            <a:extLst>
              <a:ext uri="{FF2B5EF4-FFF2-40B4-BE49-F238E27FC236}">
                <a16:creationId xmlns:a16="http://schemas.microsoft.com/office/drawing/2014/main" id="{30E21376-CA5D-4E1E-9ED6-331C77AB3AD6}"/>
              </a:ext>
            </a:extLst>
          </p:cNvPr>
          <p:cNvSpPr>
            <a:spLocks noGrp="1"/>
          </p:cNvSpPr>
          <p:nvPr/>
        </p:nvSpPr>
        <p:spPr>
          <a:xfrm>
            <a:off x="2959978" y="22084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" name="F2_precision_recall_distributions_3134">
            <a:extLst>
              <a:ext uri="{FF2B5EF4-FFF2-40B4-BE49-F238E27FC236}">
                <a16:creationId xmlns:a16="http://schemas.microsoft.com/office/drawing/2014/main" id="{FB33C041-E83D-4215-A03C-78EA10A52444}"/>
              </a:ext>
            </a:extLst>
          </p:cNvPr>
          <p:cNvSpPr>
            <a:spLocks noGrp="1"/>
          </p:cNvSpPr>
          <p:nvPr/>
        </p:nvSpPr>
        <p:spPr>
          <a:xfrm>
            <a:off x="31158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" name="F2_precision_recall_distributions_3135">
            <a:extLst>
              <a:ext uri="{FF2B5EF4-FFF2-40B4-BE49-F238E27FC236}">
                <a16:creationId xmlns:a16="http://schemas.microsoft.com/office/drawing/2014/main" id="{B7499AF6-9ECD-49B6-847D-B5EEEB7FD7A8}"/>
              </a:ext>
            </a:extLst>
          </p:cNvPr>
          <p:cNvSpPr>
            <a:spLocks noGrp="1"/>
          </p:cNvSpPr>
          <p:nvPr/>
        </p:nvSpPr>
        <p:spPr>
          <a:xfrm>
            <a:off x="3186856" y="1956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" name="F2_precision_recall_distributions_3136">
            <a:extLst>
              <a:ext uri="{FF2B5EF4-FFF2-40B4-BE49-F238E27FC236}">
                <a16:creationId xmlns:a16="http://schemas.microsoft.com/office/drawing/2014/main" id="{8787D720-5239-41EA-A002-4BD7E35F9F8B}"/>
              </a:ext>
            </a:extLst>
          </p:cNvPr>
          <p:cNvSpPr>
            <a:spLocks noGrp="1"/>
          </p:cNvSpPr>
          <p:nvPr/>
        </p:nvSpPr>
        <p:spPr>
          <a:xfrm>
            <a:off x="3008461" y="16767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" name="F2_precision_recall_distributions_3137">
            <a:extLst>
              <a:ext uri="{FF2B5EF4-FFF2-40B4-BE49-F238E27FC236}">
                <a16:creationId xmlns:a16="http://schemas.microsoft.com/office/drawing/2014/main" id="{2E0C39A7-E10D-43F5-B622-149BBE7C6D4E}"/>
              </a:ext>
            </a:extLst>
          </p:cNvPr>
          <p:cNvSpPr>
            <a:spLocks noGrp="1"/>
          </p:cNvSpPr>
          <p:nvPr/>
        </p:nvSpPr>
        <p:spPr>
          <a:xfrm>
            <a:off x="3156716" y="17669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" name="F2_precision_recall_distributions_3138">
            <a:extLst>
              <a:ext uri="{FF2B5EF4-FFF2-40B4-BE49-F238E27FC236}">
                <a16:creationId xmlns:a16="http://schemas.microsoft.com/office/drawing/2014/main" id="{6338B0F4-3C70-4201-B439-660F5AEAC6C3}"/>
              </a:ext>
            </a:extLst>
          </p:cNvPr>
          <p:cNvSpPr>
            <a:spLocks noGrp="1"/>
          </p:cNvSpPr>
          <p:nvPr/>
        </p:nvSpPr>
        <p:spPr>
          <a:xfrm>
            <a:off x="3095980" y="1949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" name="F2_precision_recall_distributions_3139">
            <a:extLst>
              <a:ext uri="{FF2B5EF4-FFF2-40B4-BE49-F238E27FC236}">
                <a16:creationId xmlns:a16="http://schemas.microsoft.com/office/drawing/2014/main" id="{51E6F07D-1C6F-4E8D-AA16-0E9CCA6C2C25}"/>
              </a:ext>
            </a:extLst>
          </p:cNvPr>
          <p:cNvSpPr>
            <a:spLocks noGrp="1"/>
          </p:cNvSpPr>
          <p:nvPr/>
        </p:nvSpPr>
        <p:spPr>
          <a:xfrm>
            <a:off x="3079310" y="1698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" name="F2_precision_recall_distributions_3140">
            <a:extLst>
              <a:ext uri="{FF2B5EF4-FFF2-40B4-BE49-F238E27FC236}">
                <a16:creationId xmlns:a16="http://schemas.microsoft.com/office/drawing/2014/main" id="{F4C4694E-5871-429B-880A-C635A115D0EB}"/>
              </a:ext>
            </a:extLst>
          </p:cNvPr>
          <p:cNvSpPr>
            <a:spLocks noGrp="1"/>
          </p:cNvSpPr>
          <p:nvPr/>
        </p:nvSpPr>
        <p:spPr>
          <a:xfrm>
            <a:off x="2838726" y="17470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" name="F2_precision_recall_distributions_3141">
            <a:extLst>
              <a:ext uri="{FF2B5EF4-FFF2-40B4-BE49-F238E27FC236}">
                <a16:creationId xmlns:a16="http://schemas.microsoft.com/office/drawing/2014/main" id="{0637A2A9-0FE5-4ABB-8722-08CA7B31C03A}"/>
              </a:ext>
            </a:extLst>
          </p:cNvPr>
          <p:cNvSpPr>
            <a:spLocks noGrp="1"/>
          </p:cNvSpPr>
          <p:nvPr/>
        </p:nvSpPr>
        <p:spPr>
          <a:xfrm>
            <a:off x="3084762" y="17071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" name="F2_precision_recall_distributions_3142">
            <a:extLst>
              <a:ext uri="{FF2B5EF4-FFF2-40B4-BE49-F238E27FC236}">
                <a16:creationId xmlns:a16="http://schemas.microsoft.com/office/drawing/2014/main" id="{61B46C8A-A6DA-407D-952E-BF2328DA1042}"/>
              </a:ext>
            </a:extLst>
          </p:cNvPr>
          <p:cNvSpPr>
            <a:spLocks noGrp="1"/>
          </p:cNvSpPr>
          <p:nvPr/>
        </p:nvSpPr>
        <p:spPr>
          <a:xfrm>
            <a:off x="2879651" y="18867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" name="F2_precision_recall_distributions_3143">
            <a:extLst>
              <a:ext uri="{FF2B5EF4-FFF2-40B4-BE49-F238E27FC236}">
                <a16:creationId xmlns:a16="http://schemas.microsoft.com/office/drawing/2014/main" id="{229082B0-5CCB-4B7E-A1BC-9191DD9B9E59}"/>
              </a:ext>
            </a:extLst>
          </p:cNvPr>
          <p:cNvSpPr>
            <a:spLocks noGrp="1"/>
          </p:cNvSpPr>
          <p:nvPr/>
        </p:nvSpPr>
        <p:spPr>
          <a:xfrm>
            <a:off x="2960995" y="19895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" name="F2_precision_recall_distributions_3144">
            <a:extLst>
              <a:ext uri="{FF2B5EF4-FFF2-40B4-BE49-F238E27FC236}">
                <a16:creationId xmlns:a16="http://schemas.microsoft.com/office/drawing/2014/main" id="{1A7E5525-E729-46A8-AFCD-C98794472DCD}"/>
              </a:ext>
            </a:extLst>
          </p:cNvPr>
          <p:cNvSpPr>
            <a:spLocks noGrp="1"/>
          </p:cNvSpPr>
          <p:nvPr/>
        </p:nvSpPr>
        <p:spPr>
          <a:xfrm>
            <a:off x="2838480" y="16897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" name="F2_precision_recall_distributions_3145">
            <a:extLst>
              <a:ext uri="{FF2B5EF4-FFF2-40B4-BE49-F238E27FC236}">
                <a16:creationId xmlns:a16="http://schemas.microsoft.com/office/drawing/2014/main" id="{7045606F-3926-4622-A929-3E4D8ECD07B1}"/>
              </a:ext>
            </a:extLst>
          </p:cNvPr>
          <p:cNvSpPr>
            <a:spLocks noGrp="1"/>
          </p:cNvSpPr>
          <p:nvPr/>
        </p:nvSpPr>
        <p:spPr>
          <a:xfrm>
            <a:off x="290000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" name="F2_precision_recall_distributions_3146">
            <a:extLst>
              <a:ext uri="{FF2B5EF4-FFF2-40B4-BE49-F238E27FC236}">
                <a16:creationId xmlns:a16="http://schemas.microsoft.com/office/drawing/2014/main" id="{0A0D3021-EB68-40FC-A0F5-A0CB7663F2D6}"/>
              </a:ext>
            </a:extLst>
          </p:cNvPr>
          <p:cNvSpPr>
            <a:spLocks noGrp="1"/>
          </p:cNvSpPr>
          <p:nvPr/>
        </p:nvSpPr>
        <p:spPr>
          <a:xfrm>
            <a:off x="3077744" y="200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" name="F2_precision_recall_distributions_3147">
            <a:extLst>
              <a:ext uri="{FF2B5EF4-FFF2-40B4-BE49-F238E27FC236}">
                <a16:creationId xmlns:a16="http://schemas.microsoft.com/office/drawing/2014/main" id="{820E3D15-3515-4DAA-9E96-B9899119F695}"/>
              </a:ext>
            </a:extLst>
          </p:cNvPr>
          <p:cNvSpPr>
            <a:spLocks noGrp="1"/>
          </p:cNvSpPr>
          <p:nvPr/>
        </p:nvSpPr>
        <p:spPr>
          <a:xfrm>
            <a:off x="2930782" y="17512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4" name="F2_precision_recall_distributions_3148">
            <a:extLst>
              <a:ext uri="{FF2B5EF4-FFF2-40B4-BE49-F238E27FC236}">
                <a16:creationId xmlns:a16="http://schemas.microsoft.com/office/drawing/2014/main" id="{5550FE25-3ACF-4719-9F96-3054C87780DC}"/>
              </a:ext>
            </a:extLst>
          </p:cNvPr>
          <p:cNvSpPr>
            <a:spLocks noGrp="1"/>
          </p:cNvSpPr>
          <p:nvPr/>
        </p:nvSpPr>
        <p:spPr>
          <a:xfrm>
            <a:off x="318692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" name="F2_precision_recall_distributions_3149">
            <a:extLst>
              <a:ext uri="{FF2B5EF4-FFF2-40B4-BE49-F238E27FC236}">
                <a16:creationId xmlns:a16="http://schemas.microsoft.com/office/drawing/2014/main" id="{E99FED8E-B0F2-43DB-9200-42CFF7D22EA7}"/>
              </a:ext>
            </a:extLst>
          </p:cNvPr>
          <p:cNvSpPr>
            <a:spLocks noGrp="1"/>
          </p:cNvSpPr>
          <p:nvPr/>
        </p:nvSpPr>
        <p:spPr>
          <a:xfrm>
            <a:off x="2891938" y="192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" name="F2_precision_recall_distributions_3150">
            <a:extLst>
              <a:ext uri="{FF2B5EF4-FFF2-40B4-BE49-F238E27FC236}">
                <a16:creationId xmlns:a16="http://schemas.microsoft.com/office/drawing/2014/main" id="{668DB982-073F-43F5-A4DA-18416608CCCC}"/>
              </a:ext>
            </a:extLst>
          </p:cNvPr>
          <p:cNvSpPr>
            <a:spLocks noGrp="1"/>
          </p:cNvSpPr>
          <p:nvPr/>
        </p:nvSpPr>
        <p:spPr>
          <a:xfrm>
            <a:off x="31796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" name="F2_precision_recall_distributions_3151">
            <a:extLst>
              <a:ext uri="{FF2B5EF4-FFF2-40B4-BE49-F238E27FC236}">
                <a16:creationId xmlns:a16="http://schemas.microsoft.com/office/drawing/2014/main" id="{1CC4BE88-E14E-4180-9AD0-22849B493A50}"/>
              </a:ext>
            </a:extLst>
          </p:cNvPr>
          <p:cNvSpPr>
            <a:spLocks noGrp="1"/>
          </p:cNvSpPr>
          <p:nvPr/>
        </p:nvSpPr>
        <p:spPr>
          <a:xfrm>
            <a:off x="293252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" name="F2_precision_recall_distributions_3152">
            <a:extLst>
              <a:ext uri="{FF2B5EF4-FFF2-40B4-BE49-F238E27FC236}">
                <a16:creationId xmlns:a16="http://schemas.microsoft.com/office/drawing/2014/main" id="{25F1C920-67E8-4EEE-A1D0-2AB34B07A8F2}"/>
              </a:ext>
            </a:extLst>
          </p:cNvPr>
          <p:cNvSpPr>
            <a:spLocks noGrp="1"/>
          </p:cNvSpPr>
          <p:nvPr/>
        </p:nvSpPr>
        <p:spPr>
          <a:xfrm>
            <a:off x="3174399" y="22531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" name="F2_precision_recall_distributions_3153">
            <a:extLst>
              <a:ext uri="{FF2B5EF4-FFF2-40B4-BE49-F238E27FC236}">
                <a16:creationId xmlns:a16="http://schemas.microsoft.com/office/drawing/2014/main" id="{DFB7405B-B73A-4F57-B594-9AFE481AAC59}"/>
              </a:ext>
            </a:extLst>
          </p:cNvPr>
          <p:cNvSpPr>
            <a:spLocks noGrp="1"/>
          </p:cNvSpPr>
          <p:nvPr/>
        </p:nvSpPr>
        <p:spPr>
          <a:xfrm>
            <a:off x="2869666" y="19864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" name="F2_precision_recall_distributions_3154">
            <a:extLst>
              <a:ext uri="{FF2B5EF4-FFF2-40B4-BE49-F238E27FC236}">
                <a16:creationId xmlns:a16="http://schemas.microsoft.com/office/drawing/2014/main" id="{69775E46-C0A4-4F4C-8CF7-FE39B670188D}"/>
              </a:ext>
            </a:extLst>
          </p:cNvPr>
          <p:cNvSpPr>
            <a:spLocks noGrp="1"/>
          </p:cNvSpPr>
          <p:nvPr/>
        </p:nvSpPr>
        <p:spPr>
          <a:xfrm>
            <a:off x="3055899" y="22686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" name="F2_precision_recall_distributions_3155">
            <a:extLst>
              <a:ext uri="{FF2B5EF4-FFF2-40B4-BE49-F238E27FC236}">
                <a16:creationId xmlns:a16="http://schemas.microsoft.com/office/drawing/2014/main" id="{FE96107D-383F-4EAE-B533-FFDC3F7D95D6}"/>
              </a:ext>
            </a:extLst>
          </p:cNvPr>
          <p:cNvSpPr>
            <a:spLocks noGrp="1"/>
          </p:cNvSpPr>
          <p:nvPr/>
        </p:nvSpPr>
        <p:spPr>
          <a:xfrm>
            <a:off x="3078661" y="1877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" name="F2_precision_recall_distributions_3156">
            <a:extLst>
              <a:ext uri="{FF2B5EF4-FFF2-40B4-BE49-F238E27FC236}">
                <a16:creationId xmlns:a16="http://schemas.microsoft.com/office/drawing/2014/main" id="{E283F6AC-F9B9-4D2E-864D-DE445A8AE9EC}"/>
              </a:ext>
            </a:extLst>
          </p:cNvPr>
          <p:cNvSpPr>
            <a:spLocks noGrp="1"/>
          </p:cNvSpPr>
          <p:nvPr/>
        </p:nvSpPr>
        <p:spPr>
          <a:xfrm>
            <a:off x="2940464" y="1650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" name="F2_precision_recall_distributions_3157">
            <a:extLst>
              <a:ext uri="{FF2B5EF4-FFF2-40B4-BE49-F238E27FC236}">
                <a16:creationId xmlns:a16="http://schemas.microsoft.com/office/drawing/2014/main" id="{B8701305-9A20-499B-AE79-A07C465D2F6E}"/>
              </a:ext>
            </a:extLst>
          </p:cNvPr>
          <p:cNvSpPr>
            <a:spLocks noGrp="1"/>
          </p:cNvSpPr>
          <p:nvPr/>
        </p:nvSpPr>
        <p:spPr>
          <a:xfrm>
            <a:off x="3156346" y="21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" name="F2_precision_recall_distributions_3158">
            <a:extLst>
              <a:ext uri="{FF2B5EF4-FFF2-40B4-BE49-F238E27FC236}">
                <a16:creationId xmlns:a16="http://schemas.microsoft.com/office/drawing/2014/main" id="{4FB42E6D-A6A7-40CF-85B8-FFE032C6B345}"/>
              </a:ext>
            </a:extLst>
          </p:cNvPr>
          <p:cNvSpPr>
            <a:spLocks noGrp="1"/>
          </p:cNvSpPr>
          <p:nvPr/>
        </p:nvSpPr>
        <p:spPr>
          <a:xfrm>
            <a:off x="3103226" y="1741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" name="F2_precision_recall_distributions_3159">
            <a:extLst>
              <a:ext uri="{FF2B5EF4-FFF2-40B4-BE49-F238E27FC236}">
                <a16:creationId xmlns:a16="http://schemas.microsoft.com/office/drawing/2014/main" id="{B1B8168D-4E5A-441F-88F2-9466258DF440}"/>
              </a:ext>
            </a:extLst>
          </p:cNvPr>
          <p:cNvSpPr>
            <a:spLocks noGrp="1"/>
          </p:cNvSpPr>
          <p:nvPr/>
        </p:nvSpPr>
        <p:spPr>
          <a:xfrm>
            <a:off x="3077501" y="17056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" name="F2_precision_recall_distributions_3160">
            <a:extLst>
              <a:ext uri="{FF2B5EF4-FFF2-40B4-BE49-F238E27FC236}">
                <a16:creationId xmlns:a16="http://schemas.microsoft.com/office/drawing/2014/main" id="{CDB79D28-B643-4933-9B00-C177BABAF8C5}"/>
              </a:ext>
            </a:extLst>
          </p:cNvPr>
          <p:cNvSpPr>
            <a:spLocks noGrp="1"/>
          </p:cNvSpPr>
          <p:nvPr/>
        </p:nvSpPr>
        <p:spPr>
          <a:xfrm>
            <a:off x="3097190" y="1956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" name="F2_precision_recall_distributions_3161">
            <a:extLst>
              <a:ext uri="{FF2B5EF4-FFF2-40B4-BE49-F238E27FC236}">
                <a16:creationId xmlns:a16="http://schemas.microsoft.com/office/drawing/2014/main" id="{FCDD5961-B7C6-411F-9D57-0D1ADAEF3C7D}"/>
              </a:ext>
            </a:extLst>
          </p:cNvPr>
          <p:cNvSpPr>
            <a:spLocks noGrp="1"/>
          </p:cNvSpPr>
          <p:nvPr/>
        </p:nvSpPr>
        <p:spPr>
          <a:xfrm>
            <a:off x="3164028" y="16908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" name="F2_precision_recall_distributions_3162">
            <a:extLst>
              <a:ext uri="{FF2B5EF4-FFF2-40B4-BE49-F238E27FC236}">
                <a16:creationId xmlns:a16="http://schemas.microsoft.com/office/drawing/2014/main" id="{16B8B225-0DAF-45CA-B2C3-9CADC465CBF2}"/>
              </a:ext>
            </a:extLst>
          </p:cNvPr>
          <p:cNvSpPr>
            <a:spLocks noGrp="1"/>
          </p:cNvSpPr>
          <p:nvPr/>
        </p:nvSpPr>
        <p:spPr>
          <a:xfrm>
            <a:off x="3119883" y="20780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" name="F2_precision_recall_distributions_3163">
            <a:extLst>
              <a:ext uri="{FF2B5EF4-FFF2-40B4-BE49-F238E27FC236}">
                <a16:creationId xmlns:a16="http://schemas.microsoft.com/office/drawing/2014/main" id="{BAFA0BC4-485F-4BF0-B449-AE186EF50DEA}"/>
              </a:ext>
            </a:extLst>
          </p:cNvPr>
          <p:cNvSpPr>
            <a:spLocks noGrp="1"/>
          </p:cNvSpPr>
          <p:nvPr/>
        </p:nvSpPr>
        <p:spPr>
          <a:xfrm>
            <a:off x="2864088" y="1833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" name="F2_precision_recall_distributions_3164">
            <a:extLst>
              <a:ext uri="{FF2B5EF4-FFF2-40B4-BE49-F238E27FC236}">
                <a16:creationId xmlns:a16="http://schemas.microsoft.com/office/drawing/2014/main" id="{5AE4014B-C72C-4802-92AA-3B6351A858F2}"/>
              </a:ext>
            </a:extLst>
          </p:cNvPr>
          <p:cNvSpPr>
            <a:spLocks noGrp="1"/>
          </p:cNvSpPr>
          <p:nvPr/>
        </p:nvSpPr>
        <p:spPr>
          <a:xfrm>
            <a:off x="2997175" y="16797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" name="F2_precision_recall_distributions_3165">
            <a:extLst>
              <a:ext uri="{FF2B5EF4-FFF2-40B4-BE49-F238E27FC236}">
                <a16:creationId xmlns:a16="http://schemas.microsoft.com/office/drawing/2014/main" id="{D72B7B4F-2C0B-47C6-A243-C276D8E6D069}"/>
              </a:ext>
            </a:extLst>
          </p:cNvPr>
          <p:cNvSpPr>
            <a:spLocks noGrp="1"/>
          </p:cNvSpPr>
          <p:nvPr/>
        </p:nvSpPr>
        <p:spPr>
          <a:xfrm>
            <a:off x="3135334" y="2154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" name="F2_precision_recall_distributions_3166">
            <a:extLst>
              <a:ext uri="{FF2B5EF4-FFF2-40B4-BE49-F238E27FC236}">
                <a16:creationId xmlns:a16="http://schemas.microsoft.com/office/drawing/2014/main" id="{8A757194-52E6-4044-979A-4BA2200FE545}"/>
              </a:ext>
            </a:extLst>
          </p:cNvPr>
          <p:cNvSpPr>
            <a:spLocks noGrp="1"/>
          </p:cNvSpPr>
          <p:nvPr/>
        </p:nvSpPr>
        <p:spPr>
          <a:xfrm>
            <a:off x="2896783" y="1722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" name="F2_precision_recall_distributions_3167">
            <a:extLst>
              <a:ext uri="{FF2B5EF4-FFF2-40B4-BE49-F238E27FC236}">
                <a16:creationId xmlns:a16="http://schemas.microsoft.com/office/drawing/2014/main" id="{7FA37C2E-CBA8-4E3F-B23D-828D636CEDB7}"/>
              </a:ext>
            </a:extLst>
          </p:cNvPr>
          <p:cNvSpPr>
            <a:spLocks noGrp="1"/>
          </p:cNvSpPr>
          <p:nvPr/>
        </p:nvSpPr>
        <p:spPr>
          <a:xfrm>
            <a:off x="2914974" y="2275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" name="F2_precision_recall_distributions_3168">
            <a:extLst>
              <a:ext uri="{FF2B5EF4-FFF2-40B4-BE49-F238E27FC236}">
                <a16:creationId xmlns:a16="http://schemas.microsoft.com/office/drawing/2014/main" id="{D1DE2A67-4BF5-4757-85A0-E871EA3CB2FF}"/>
              </a:ext>
            </a:extLst>
          </p:cNvPr>
          <p:cNvSpPr>
            <a:spLocks noGrp="1"/>
          </p:cNvSpPr>
          <p:nvPr/>
        </p:nvSpPr>
        <p:spPr>
          <a:xfrm>
            <a:off x="2919741" y="17305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" name="F2_precision_recall_distributions_3169">
            <a:extLst>
              <a:ext uri="{FF2B5EF4-FFF2-40B4-BE49-F238E27FC236}">
                <a16:creationId xmlns:a16="http://schemas.microsoft.com/office/drawing/2014/main" id="{2C4C70C6-1233-40DD-B50F-606ACC588739}"/>
              </a:ext>
            </a:extLst>
          </p:cNvPr>
          <p:cNvSpPr>
            <a:spLocks noGrp="1"/>
          </p:cNvSpPr>
          <p:nvPr/>
        </p:nvSpPr>
        <p:spPr>
          <a:xfrm>
            <a:off x="3162214" y="17944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" name="F2_precision_recall_distributions_3170">
            <a:extLst>
              <a:ext uri="{FF2B5EF4-FFF2-40B4-BE49-F238E27FC236}">
                <a16:creationId xmlns:a16="http://schemas.microsoft.com/office/drawing/2014/main" id="{69190236-5EE5-4811-8518-AFEAE5C10F79}"/>
              </a:ext>
            </a:extLst>
          </p:cNvPr>
          <p:cNvSpPr>
            <a:spLocks noGrp="1"/>
          </p:cNvSpPr>
          <p:nvPr/>
        </p:nvSpPr>
        <p:spPr>
          <a:xfrm>
            <a:off x="2832523" y="1734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" name="F2_precision_recall_distributions_3171">
            <a:extLst>
              <a:ext uri="{FF2B5EF4-FFF2-40B4-BE49-F238E27FC236}">
                <a16:creationId xmlns:a16="http://schemas.microsoft.com/office/drawing/2014/main" id="{8DAD5575-F8D4-4B0E-A49E-6E898E8F3DD0}"/>
              </a:ext>
            </a:extLst>
          </p:cNvPr>
          <p:cNvSpPr>
            <a:spLocks noGrp="1"/>
          </p:cNvSpPr>
          <p:nvPr/>
        </p:nvSpPr>
        <p:spPr>
          <a:xfrm>
            <a:off x="2962924" y="2222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" name="F2_precision_recall_distributions_3172">
            <a:extLst>
              <a:ext uri="{FF2B5EF4-FFF2-40B4-BE49-F238E27FC236}">
                <a16:creationId xmlns:a16="http://schemas.microsoft.com/office/drawing/2014/main" id="{15575F7B-E98A-4D32-A0F3-26FA02B4FF61}"/>
              </a:ext>
            </a:extLst>
          </p:cNvPr>
          <p:cNvSpPr>
            <a:spLocks noGrp="1"/>
          </p:cNvSpPr>
          <p:nvPr/>
        </p:nvSpPr>
        <p:spPr>
          <a:xfrm>
            <a:off x="3004847" y="1881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" name="F2_precision_recall_distributions_3173">
            <a:extLst>
              <a:ext uri="{FF2B5EF4-FFF2-40B4-BE49-F238E27FC236}">
                <a16:creationId xmlns:a16="http://schemas.microsoft.com/office/drawing/2014/main" id="{B53A18AE-F3D8-4D2E-9969-34968E7D923D}"/>
              </a:ext>
            </a:extLst>
          </p:cNvPr>
          <p:cNvSpPr>
            <a:spLocks noGrp="1"/>
          </p:cNvSpPr>
          <p:nvPr/>
        </p:nvSpPr>
        <p:spPr>
          <a:xfrm>
            <a:off x="2844539" y="20803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" name="F2_precision_recall_distributions_3174">
            <a:extLst>
              <a:ext uri="{FF2B5EF4-FFF2-40B4-BE49-F238E27FC236}">
                <a16:creationId xmlns:a16="http://schemas.microsoft.com/office/drawing/2014/main" id="{5B7BB28E-AB4D-4A2F-8A90-E5554A38B4BA}"/>
              </a:ext>
            </a:extLst>
          </p:cNvPr>
          <p:cNvSpPr>
            <a:spLocks noGrp="1"/>
          </p:cNvSpPr>
          <p:nvPr/>
        </p:nvSpPr>
        <p:spPr>
          <a:xfrm>
            <a:off x="3162729" y="1765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" name="F2_precision_recall_distributions_3175">
            <a:extLst>
              <a:ext uri="{FF2B5EF4-FFF2-40B4-BE49-F238E27FC236}">
                <a16:creationId xmlns:a16="http://schemas.microsoft.com/office/drawing/2014/main" id="{C2129959-641D-49DE-AF7D-AAD7E7938D86}"/>
              </a:ext>
            </a:extLst>
          </p:cNvPr>
          <p:cNvSpPr>
            <a:spLocks noGrp="1"/>
          </p:cNvSpPr>
          <p:nvPr/>
        </p:nvSpPr>
        <p:spPr>
          <a:xfrm>
            <a:off x="2942044" y="19080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" name="F2_precision_recall_distributions_3176">
            <a:extLst>
              <a:ext uri="{FF2B5EF4-FFF2-40B4-BE49-F238E27FC236}">
                <a16:creationId xmlns:a16="http://schemas.microsoft.com/office/drawing/2014/main" id="{38250978-EDA4-46C5-8575-C2C16F5ED18D}"/>
              </a:ext>
            </a:extLst>
          </p:cNvPr>
          <p:cNvSpPr>
            <a:spLocks noGrp="1"/>
          </p:cNvSpPr>
          <p:nvPr/>
        </p:nvSpPr>
        <p:spPr>
          <a:xfrm>
            <a:off x="2914435" y="1819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" name="F2_precision_recall_distributions_3177">
            <a:extLst>
              <a:ext uri="{FF2B5EF4-FFF2-40B4-BE49-F238E27FC236}">
                <a16:creationId xmlns:a16="http://schemas.microsoft.com/office/drawing/2014/main" id="{82083DB8-577C-451A-B206-5E2A0B80A91D}"/>
              </a:ext>
            </a:extLst>
          </p:cNvPr>
          <p:cNvSpPr>
            <a:spLocks noGrp="1"/>
          </p:cNvSpPr>
          <p:nvPr/>
        </p:nvSpPr>
        <p:spPr>
          <a:xfrm>
            <a:off x="2943386" y="1786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" name="F2_precision_recall_distributions_3178">
            <a:extLst>
              <a:ext uri="{FF2B5EF4-FFF2-40B4-BE49-F238E27FC236}">
                <a16:creationId xmlns:a16="http://schemas.microsoft.com/office/drawing/2014/main" id="{2184638C-B099-481A-9089-F1D87133CD58}"/>
              </a:ext>
            </a:extLst>
          </p:cNvPr>
          <p:cNvSpPr>
            <a:spLocks noGrp="1"/>
          </p:cNvSpPr>
          <p:nvPr/>
        </p:nvSpPr>
        <p:spPr>
          <a:xfrm>
            <a:off x="3179520" y="162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" name="F2_precision_recall_distributions_3179">
            <a:extLst>
              <a:ext uri="{FF2B5EF4-FFF2-40B4-BE49-F238E27FC236}">
                <a16:creationId xmlns:a16="http://schemas.microsoft.com/office/drawing/2014/main" id="{DD1117C6-A473-4F4B-8AEF-739219F1DFF0}"/>
              </a:ext>
            </a:extLst>
          </p:cNvPr>
          <p:cNvSpPr>
            <a:spLocks noGrp="1"/>
          </p:cNvSpPr>
          <p:nvPr/>
        </p:nvSpPr>
        <p:spPr>
          <a:xfrm>
            <a:off x="2973774" y="20533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" name="F2_precision_recall_distributions_3180">
            <a:extLst>
              <a:ext uri="{FF2B5EF4-FFF2-40B4-BE49-F238E27FC236}">
                <a16:creationId xmlns:a16="http://schemas.microsoft.com/office/drawing/2014/main" id="{3F36BEE2-10CD-49CD-A88A-1481DE396ABD}"/>
              </a:ext>
            </a:extLst>
          </p:cNvPr>
          <p:cNvSpPr>
            <a:spLocks noGrp="1"/>
          </p:cNvSpPr>
          <p:nvPr/>
        </p:nvSpPr>
        <p:spPr>
          <a:xfrm>
            <a:off x="3068819" y="1913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" name="F2_precision_recall_distributions_3181">
            <a:extLst>
              <a:ext uri="{FF2B5EF4-FFF2-40B4-BE49-F238E27FC236}">
                <a16:creationId xmlns:a16="http://schemas.microsoft.com/office/drawing/2014/main" id="{C2C9DF39-33D6-43E9-895E-0D1A5AD86385}"/>
              </a:ext>
            </a:extLst>
          </p:cNvPr>
          <p:cNvSpPr>
            <a:spLocks noGrp="1"/>
          </p:cNvSpPr>
          <p:nvPr/>
        </p:nvSpPr>
        <p:spPr>
          <a:xfrm>
            <a:off x="3046656" y="2130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" name="F2_precision_recall_distributions_3182">
            <a:extLst>
              <a:ext uri="{FF2B5EF4-FFF2-40B4-BE49-F238E27FC236}">
                <a16:creationId xmlns:a16="http://schemas.microsoft.com/office/drawing/2014/main" id="{03C57059-D407-429A-8956-9637F53227F6}"/>
              </a:ext>
            </a:extLst>
          </p:cNvPr>
          <p:cNvSpPr>
            <a:spLocks noGrp="1"/>
          </p:cNvSpPr>
          <p:nvPr/>
        </p:nvSpPr>
        <p:spPr>
          <a:xfrm>
            <a:off x="297228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" name="F2_precision_recall_distributions_3183">
            <a:extLst>
              <a:ext uri="{FF2B5EF4-FFF2-40B4-BE49-F238E27FC236}">
                <a16:creationId xmlns:a16="http://schemas.microsoft.com/office/drawing/2014/main" id="{24DFDD58-0A28-4DC1-9E0C-B22D3EFE1A73}"/>
              </a:ext>
            </a:extLst>
          </p:cNvPr>
          <p:cNvSpPr>
            <a:spLocks noGrp="1"/>
          </p:cNvSpPr>
          <p:nvPr/>
        </p:nvSpPr>
        <p:spPr>
          <a:xfrm>
            <a:off x="3114948" y="19167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" name="F2_precision_recall_distributions_3184">
            <a:extLst>
              <a:ext uri="{FF2B5EF4-FFF2-40B4-BE49-F238E27FC236}">
                <a16:creationId xmlns:a16="http://schemas.microsoft.com/office/drawing/2014/main" id="{D25BDE32-E798-4FC5-A518-F419744278C1}"/>
              </a:ext>
            </a:extLst>
          </p:cNvPr>
          <p:cNvSpPr>
            <a:spLocks noGrp="1"/>
          </p:cNvSpPr>
          <p:nvPr/>
        </p:nvSpPr>
        <p:spPr>
          <a:xfrm>
            <a:off x="29007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" name="F2_precision_recall_distributions_3185">
            <a:extLst>
              <a:ext uri="{FF2B5EF4-FFF2-40B4-BE49-F238E27FC236}">
                <a16:creationId xmlns:a16="http://schemas.microsoft.com/office/drawing/2014/main" id="{DDB039AA-B865-46C5-8715-593C189835A1}"/>
              </a:ext>
            </a:extLst>
          </p:cNvPr>
          <p:cNvSpPr>
            <a:spLocks noGrp="1"/>
          </p:cNvSpPr>
          <p:nvPr/>
        </p:nvSpPr>
        <p:spPr>
          <a:xfrm>
            <a:off x="30733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" name="F2_precision_recall_distributions_3186">
            <a:extLst>
              <a:ext uri="{FF2B5EF4-FFF2-40B4-BE49-F238E27FC236}">
                <a16:creationId xmlns:a16="http://schemas.microsoft.com/office/drawing/2014/main" id="{3C9FBB98-CA1B-483B-B109-29C5195CC9B7}"/>
              </a:ext>
            </a:extLst>
          </p:cNvPr>
          <p:cNvSpPr>
            <a:spLocks noGrp="1"/>
          </p:cNvSpPr>
          <p:nvPr/>
        </p:nvSpPr>
        <p:spPr>
          <a:xfrm>
            <a:off x="3842873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34" y="842186"/>
                </a:lnTo>
                <a:lnTo>
                  <a:pt x="20049" y="835606"/>
                </a:lnTo>
                <a:lnTo>
                  <a:pt x="43354" y="829027"/>
                </a:lnTo>
                <a:lnTo>
                  <a:pt x="72977" y="822447"/>
                </a:lnTo>
                <a:lnTo>
                  <a:pt x="106469" y="815868"/>
                </a:lnTo>
                <a:lnTo>
                  <a:pt x="141340" y="809288"/>
                </a:lnTo>
                <a:lnTo>
                  <a:pt x="175359" y="802708"/>
                </a:lnTo>
                <a:lnTo>
                  <a:pt x="206770" y="796129"/>
                </a:lnTo>
                <a:lnTo>
                  <a:pt x="234402" y="789549"/>
                </a:lnTo>
                <a:lnTo>
                  <a:pt x="257670" y="782970"/>
                </a:lnTo>
                <a:lnTo>
                  <a:pt x="276495" y="776390"/>
                </a:lnTo>
                <a:lnTo>
                  <a:pt x="291179" y="769811"/>
                </a:lnTo>
                <a:lnTo>
                  <a:pt x="302260" y="763231"/>
                </a:lnTo>
                <a:lnTo>
                  <a:pt x="310376" y="756651"/>
                </a:lnTo>
                <a:lnTo>
                  <a:pt x="316175" y="750072"/>
                </a:lnTo>
                <a:lnTo>
                  <a:pt x="320237" y="743492"/>
                </a:lnTo>
                <a:lnTo>
                  <a:pt x="323049" y="736913"/>
                </a:lnTo>
                <a:lnTo>
                  <a:pt x="324992" y="730333"/>
                </a:lnTo>
                <a:lnTo>
                  <a:pt x="326351" y="723754"/>
                </a:lnTo>
                <a:lnTo>
                  <a:pt x="327326" y="717174"/>
                </a:lnTo>
                <a:lnTo>
                  <a:pt x="328058" y="710594"/>
                </a:lnTo>
                <a:lnTo>
                  <a:pt x="328637" y="704015"/>
                </a:lnTo>
                <a:lnTo>
                  <a:pt x="329122" y="697435"/>
                </a:lnTo>
                <a:lnTo>
                  <a:pt x="329550" y="690856"/>
                </a:lnTo>
                <a:lnTo>
                  <a:pt x="329947" y="684276"/>
                </a:lnTo>
                <a:lnTo>
                  <a:pt x="330330" y="677697"/>
                </a:lnTo>
                <a:lnTo>
                  <a:pt x="330712" y="671117"/>
                </a:lnTo>
                <a:lnTo>
                  <a:pt x="331107" y="664537"/>
                </a:lnTo>
                <a:lnTo>
                  <a:pt x="331523" y="657958"/>
                </a:lnTo>
                <a:lnTo>
                  <a:pt x="331969" y="651378"/>
                </a:lnTo>
                <a:lnTo>
                  <a:pt x="332447" y="644799"/>
                </a:lnTo>
                <a:lnTo>
                  <a:pt x="332956" y="638219"/>
                </a:lnTo>
                <a:lnTo>
                  <a:pt x="333487" y="631639"/>
                </a:lnTo>
                <a:lnTo>
                  <a:pt x="334029" y="625060"/>
                </a:lnTo>
                <a:lnTo>
                  <a:pt x="334565" y="618480"/>
                </a:lnTo>
                <a:lnTo>
                  <a:pt x="335079" y="611901"/>
                </a:lnTo>
                <a:lnTo>
                  <a:pt x="335556" y="605321"/>
                </a:lnTo>
                <a:lnTo>
                  <a:pt x="335981" y="598742"/>
                </a:lnTo>
                <a:lnTo>
                  <a:pt x="336346" y="592162"/>
                </a:lnTo>
                <a:lnTo>
                  <a:pt x="336647" y="585582"/>
                </a:lnTo>
                <a:lnTo>
                  <a:pt x="336883" y="579003"/>
                </a:lnTo>
                <a:lnTo>
                  <a:pt x="337056" y="572423"/>
                </a:lnTo>
                <a:lnTo>
                  <a:pt x="337171" y="565844"/>
                </a:lnTo>
                <a:lnTo>
                  <a:pt x="337233" y="559264"/>
                </a:lnTo>
                <a:lnTo>
                  <a:pt x="337247" y="552685"/>
                </a:lnTo>
                <a:lnTo>
                  <a:pt x="337215" y="546105"/>
                </a:lnTo>
                <a:lnTo>
                  <a:pt x="337140" y="539525"/>
                </a:lnTo>
                <a:lnTo>
                  <a:pt x="337023" y="532946"/>
                </a:lnTo>
                <a:lnTo>
                  <a:pt x="336867" y="526366"/>
                </a:lnTo>
                <a:lnTo>
                  <a:pt x="336672" y="519787"/>
                </a:lnTo>
                <a:lnTo>
                  <a:pt x="336443" y="513207"/>
                </a:lnTo>
                <a:lnTo>
                  <a:pt x="336185" y="506627"/>
                </a:lnTo>
                <a:lnTo>
                  <a:pt x="335904" y="500048"/>
                </a:lnTo>
                <a:lnTo>
                  <a:pt x="335612" y="493468"/>
                </a:lnTo>
                <a:lnTo>
                  <a:pt x="335319" y="486889"/>
                </a:lnTo>
                <a:lnTo>
                  <a:pt x="335038" y="480309"/>
                </a:lnTo>
                <a:lnTo>
                  <a:pt x="334780" y="473730"/>
                </a:lnTo>
                <a:lnTo>
                  <a:pt x="334559" y="467150"/>
                </a:lnTo>
                <a:lnTo>
                  <a:pt x="334381" y="460570"/>
                </a:lnTo>
                <a:lnTo>
                  <a:pt x="334252" y="453991"/>
                </a:lnTo>
                <a:lnTo>
                  <a:pt x="334171" y="447411"/>
                </a:lnTo>
                <a:lnTo>
                  <a:pt x="334135" y="440832"/>
                </a:lnTo>
                <a:lnTo>
                  <a:pt x="334135" y="434252"/>
                </a:lnTo>
                <a:lnTo>
                  <a:pt x="334160" y="427673"/>
                </a:lnTo>
                <a:lnTo>
                  <a:pt x="334198" y="421093"/>
                </a:lnTo>
                <a:lnTo>
                  <a:pt x="334240" y="414513"/>
                </a:lnTo>
                <a:lnTo>
                  <a:pt x="334277" y="407934"/>
                </a:lnTo>
                <a:lnTo>
                  <a:pt x="334308" y="401354"/>
                </a:lnTo>
                <a:lnTo>
                  <a:pt x="334335" y="394775"/>
                </a:lnTo>
                <a:lnTo>
                  <a:pt x="334362" y="388195"/>
                </a:lnTo>
                <a:lnTo>
                  <a:pt x="334397" y="381616"/>
                </a:lnTo>
                <a:lnTo>
                  <a:pt x="334449" y="375036"/>
                </a:lnTo>
                <a:lnTo>
                  <a:pt x="334525" y="368456"/>
                </a:lnTo>
                <a:lnTo>
                  <a:pt x="334631" y="361877"/>
                </a:lnTo>
                <a:lnTo>
                  <a:pt x="334768" y="355297"/>
                </a:lnTo>
                <a:lnTo>
                  <a:pt x="334938" y="348718"/>
                </a:lnTo>
                <a:lnTo>
                  <a:pt x="335137" y="342138"/>
                </a:lnTo>
                <a:lnTo>
                  <a:pt x="335359" y="335558"/>
                </a:lnTo>
                <a:lnTo>
                  <a:pt x="335599" y="328979"/>
                </a:lnTo>
                <a:lnTo>
                  <a:pt x="335847" y="322399"/>
                </a:lnTo>
                <a:lnTo>
                  <a:pt x="336095" y="315820"/>
                </a:lnTo>
                <a:lnTo>
                  <a:pt x="336335" y="309240"/>
                </a:lnTo>
                <a:lnTo>
                  <a:pt x="336560" y="302661"/>
                </a:lnTo>
                <a:lnTo>
                  <a:pt x="336763" y="296081"/>
                </a:lnTo>
                <a:lnTo>
                  <a:pt x="336941" y="289501"/>
                </a:lnTo>
                <a:lnTo>
                  <a:pt x="337092" y="282922"/>
                </a:lnTo>
                <a:lnTo>
                  <a:pt x="337215" y="276342"/>
                </a:lnTo>
                <a:lnTo>
                  <a:pt x="337312" y="269763"/>
                </a:lnTo>
                <a:lnTo>
                  <a:pt x="337385" y="263183"/>
                </a:lnTo>
                <a:lnTo>
                  <a:pt x="337439" y="256604"/>
                </a:lnTo>
                <a:lnTo>
                  <a:pt x="337478" y="250024"/>
                </a:lnTo>
                <a:lnTo>
                  <a:pt x="337504" y="243444"/>
                </a:lnTo>
                <a:lnTo>
                  <a:pt x="337522" y="236865"/>
                </a:lnTo>
                <a:lnTo>
                  <a:pt x="337533" y="230285"/>
                </a:lnTo>
                <a:lnTo>
                  <a:pt x="337539" y="223706"/>
                </a:lnTo>
                <a:lnTo>
                  <a:pt x="337543" y="217126"/>
                </a:lnTo>
                <a:lnTo>
                  <a:pt x="337546" y="210546"/>
                </a:lnTo>
                <a:lnTo>
                  <a:pt x="337547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9" y="190808"/>
                </a:lnTo>
                <a:lnTo>
                  <a:pt x="337549" y="197387"/>
                </a:lnTo>
                <a:lnTo>
                  <a:pt x="337550" y="203967"/>
                </a:lnTo>
                <a:lnTo>
                  <a:pt x="337551" y="210546"/>
                </a:lnTo>
                <a:lnTo>
                  <a:pt x="337553" y="217126"/>
                </a:lnTo>
                <a:lnTo>
                  <a:pt x="337557" y="223706"/>
                </a:lnTo>
                <a:lnTo>
                  <a:pt x="337564" y="230285"/>
                </a:lnTo>
                <a:lnTo>
                  <a:pt x="337575" y="236865"/>
                </a:lnTo>
                <a:lnTo>
                  <a:pt x="337592" y="243444"/>
                </a:lnTo>
                <a:lnTo>
                  <a:pt x="337619" y="250024"/>
                </a:lnTo>
                <a:lnTo>
                  <a:pt x="337657" y="256604"/>
                </a:lnTo>
                <a:lnTo>
                  <a:pt x="337711" y="263183"/>
                </a:lnTo>
                <a:lnTo>
                  <a:pt x="337785" y="269763"/>
                </a:lnTo>
                <a:lnTo>
                  <a:pt x="337882" y="276342"/>
                </a:lnTo>
                <a:lnTo>
                  <a:pt x="338005" y="282922"/>
                </a:lnTo>
                <a:lnTo>
                  <a:pt x="338155" y="289501"/>
                </a:lnTo>
                <a:lnTo>
                  <a:pt x="338333" y="296081"/>
                </a:lnTo>
                <a:lnTo>
                  <a:pt x="338537" y="302661"/>
                </a:lnTo>
                <a:lnTo>
                  <a:pt x="338761" y="309240"/>
                </a:lnTo>
                <a:lnTo>
                  <a:pt x="339002" y="315820"/>
                </a:lnTo>
                <a:lnTo>
                  <a:pt x="339250" y="322399"/>
                </a:lnTo>
                <a:lnTo>
                  <a:pt x="339498" y="328979"/>
                </a:lnTo>
                <a:lnTo>
                  <a:pt x="339737" y="335558"/>
                </a:lnTo>
                <a:lnTo>
                  <a:pt x="339960" y="342138"/>
                </a:lnTo>
                <a:lnTo>
                  <a:pt x="340158" y="348718"/>
                </a:lnTo>
                <a:lnTo>
                  <a:pt x="340328" y="355297"/>
                </a:lnTo>
                <a:lnTo>
                  <a:pt x="340466" y="361877"/>
                </a:lnTo>
                <a:lnTo>
                  <a:pt x="340572" y="368456"/>
                </a:lnTo>
                <a:lnTo>
                  <a:pt x="340648" y="375036"/>
                </a:lnTo>
                <a:lnTo>
                  <a:pt x="340700" y="381616"/>
                </a:lnTo>
                <a:lnTo>
                  <a:pt x="340735" y="388195"/>
                </a:lnTo>
                <a:lnTo>
                  <a:pt x="340762" y="394775"/>
                </a:lnTo>
                <a:lnTo>
                  <a:pt x="340788" y="401354"/>
                </a:lnTo>
                <a:lnTo>
                  <a:pt x="340819" y="407934"/>
                </a:lnTo>
                <a:lnTo>
                  <a:pt x="340857" y="414513"/>
                </a:lnTo>
                <a:lnTo>
                  <a:pt x="340898" y="421093"/>
                </a:lnTo>
                <a:lnTo>
                  <a:pt x="340937" y="427673"/>
                </a:lnTo>
                <a:lnTo>
                  <a:pt x="340961" y="434252"/>
                </a:lnTo>
                <a:lnTo>
                  <a:pt x="340961" y="440832"/>
                </a:lnTo>
                <a:lnTo>
                  <a:pt x="340925" y="447411"/>
                </a:lnTo>
                <a:lnTo>
                  <a:pt x="340845" y="453991"/>
                </a:lnTo>
                <a:lnTo>
                  <a:pt x="340716" y="460570"/>
                </a:lnTo>
                <a:lnTo>
                  <a:pt x="340538" y="467150"/>
                </a:lnTo>
                <a:lnTo>
                  <a:pt x="340316" y="473730"/>
                </a:lnTo>
                <a:lnTo>
                  <a:pt x="340059" y="480309"/>
                </a:lnTo>
                <a:lnTo>
                  <a:pt x="339778" y="486889"/>
                </a:lnTo>
                <a:lnTo>
                  <a:pt x="339485" y="493468"/>
                </a:lnTo>
                <a:lnTo>
                  <a:pt x="339192" y="500048"/>
                </a:lnTo>
                <a:lnTo>
                  <a:pt x="338912" y="506627"/>
                </a:lnTo>
                <a:lnTo>
                  <a:pt x="338654" y="513207"/>
                </a:lnTo>
                <a:lnTo>
                  <a:pt x="338424" y="519787"/>
                </a:lnTo>
                <a:lnTo>
                  <a:pt x="338230" y="526366"/>
                </a:lnTo>
                <a:lnTo>
                  <a:pt x="338073" y="532946"/>
                </a:lnTo>
                <a:lnTo>
                  <a:pt x="337957" y="539525"/>
                </a:lnTo>
                <a:lnTo>
                  <a:pt x="337882" y="546105"/>
                </a:lnTo>
                <a:lnTo>
                  <a:pt x="337850" y="552685"/>
                </a:lnTo>
                <a:lnTo>
                  <a:pt x="337863" y="559264"/>
                </a:lnTo>
                <a:lnTo>
                  <a:pt x="337925" y="565844"/>
                </a:lnTo>
                <a:lnTo>
                  <a:pt x="338041" y="572423"/>
                </a:lnTo>
                <a:lnTo>
                  <a:pt x="338214" y="579003"/>
                </a:lnTo>
                <a:lnTo>
                  <a:pt x="338450" y="585582"/>
                </a:lnTo>
                <a:lnTo>
                  <a:pt x="338750" y="592162"/>
                </a:lnTo>
                <a:lnTo>
                  <a:pt x="339116" y="598742"/>
                </a:lnTo>
                <a:lnTo>
                  <a:pt x="339541" y="605321"/>
                </a:lnTo>
                <a:lnTo>
                  <a:pt x="340017" y="611901"/>
                </a:lnTo>
                <a:lnTo>
                  <a:pt x="340531" y="618480"/>
                </a:lnTo>
                <a:lnTo>
                  <a:pt x="341068" y="625060"/>
                </a:lnTo>
                <a:lnTo>
                  <a:pt x="341609" y="631639"/>
                </a:lnTo>
                <a:lnTo>
                  <a:pt x="342141" y="638219"/>
                </a:lnTo>
                <a:lnTo>
                  <a:pt x="342649" y="644799"/>
                </a:lnTo>
                <a:lnTo>
                  <a:pt x="343128" y="651378"/>
                </a:lnTo>
                <a:lnTo>
                  <a:pt x="343573" y="657958"/>
                </a:lnTo>
                <a:lnTo>
                  <a:pt x="343990" y="664537"/>
                </a:lnTo>
                <a:lnTo>
                  <a:pt x="344384" y="671117"/>
                </a:lnTo>
                <a:lnTo>
                  <a:pt x="344767" y="677697"/>
                </a:lnTo>
                <a:lnTo>
                  <a:pt x="345149" y="684276"/>
                </a:lnTo>
                <a:lnTo>
                  <a:pt x="345546" y="690856"/>
                </a:lnTo>
                <a:lnTo>
                  <a:pt x="345975" y="697435"/>
                </a:lnTo>
                <a:lnTo>
                  <a:pt x="346460" y="704015"/>
                </a:lnTo>
                <a:lnTo>
                  <a:pt x="347038" y="710594"/>
                </a:lnTo>
                <a:lnTo>
                  <a:pt x="347770" y="717174"/>
                </a:lnTo>
                <a:lnTo>
                  <a:pt x="348746" y="723754"/>
                </a:lnTo>
                <a:lnTo>
                  <a:pt x="350104" y="730333"/>
                </a:lnTo>
                <a:lnTo>
                  <a:pt x="352048" y="736913"/>
                </a:lnTo>
                <a:lnTo>
                  <a:pt x="354860" y="743492"/>
                </a:lnTo>
                <a:lnTo>
                  <a:pt x="358922" y="750072"/>
                </a:lnTo>
                <a:lnTo>
                  <a:pt x="364720" y="756651"/>
                </a:lnTo>
                <a:lnTo>
                  <a:pt x="372837" y="763231"/>
                </a:lnTo>
                <a:lnTo>
                  <a:pt x="383917" y="769811"/>
                </a:lnTo>
                <a:lnTo>
                  <a:pt x="398602" y="776390"/>
                </a:lnTo>
                <a:lnTo>
                  <a:pt x="417427" y="782970"/>
                </a:lnTo>
                <a:lnTo>
                  <a:pt x="440694" y="789549"/>
                </a:lnTo>
                <a:lnTo>
                  <a:pt x="468326" y="796129"/>
                </a:lnTo>
                <a:lnTo>
                  <a:pt x="499738" y="802708"/>
                </a:lnTo>
                <a:lnTo>
                  <a:pt x="533756" y="809288"/>
                </a:lnTo>
                <a:lnTo>
                  <a:pt x="568627" y="815868"/>
                </a:lnTo>
                <a:lnTo>
                  <a:pt x="602119" y="822447"/>
                </a:lnTo>
                <a:lnTo>
                  <a:pt x="631742" y="829027"/>
                </a:lnTo>
                <a:lnTo>
                  <a:pt x="655048" y="835606"/>
                </a:lnTo>
                <a:lnTo>
                  <a:pt x="669962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3" name="F2_precision_recall_distributions_3187">
            <a:extLst>
              <a:ext uri="{FF2B5EF4-FFF2-40B4-BE49-F238E27FC236}">
                <a16:creationId xmlns:a16="http://schemas.microsoft.com/office/drawing/2014/main" id="{A59A9DE2-506D-45DC-AC03-B1D7C0B87190}"/>
              </a:ext>
            </a:extLst>
          </p:cNvPr>
          <p:cNvSpPr>
            <a:spLocks noGrp="1"/>
          </p:cNvSpPr>
          <p:nvPr/>
        </p:nvSpPr>
        <p:spPr>
          <a:xfrm>
            <a:off x="41878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" name="F2_precision_recall_distributions_3188">
            <a:extLst>
              <a:ext uri="{FF2B5EF4-FFF2-40B4-BE49-F238E27FC236}">
                <a16:creationId xmlns:a16="http://schemas.microsoft.com/office/drawing/2014/main" id="{67A3A5DD-CAF4-4A2C-ADAB-3745F2517786}"/>
              </a:ext>
            </a:extLst>
          </p:cNvPr>
          <p:cNvSpPr>
            <a:spLocks noGrp="1"/>
          </p:cNvSpPr>
          <p:nvPr/>
        </p:nvSpPr>
        <p:spPr>
          <a:xfrm>
            <a:off x="415627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" name="F2_precision_recall_distributions_3189">
            <a:extLst>
              <a:ext uri="{FF2B5EF4-FFF2-40B4-BE49-F238E27FC236}">
                <a16:creationId xmlns:a16="http://schemas.microsoft.com/office/drawing/2014/main" id="{02CC389E-0A8C-44B8-ACC1-5539351D410F}"/>
              </a:ext>
            </a:extLst>
          </p:cNvPr>
          <p:cNvSpPr>
            <a:spLocks noGrp="1"/>
          </p:cNvSpPr>
          <p:nvPr/>
        </p:nvSpPr>
        <p:spPr>
          <a:xfrm>
            <a:off x="4211131" y="23398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" name="F2_precision_recall_distributions_3190">
            <a:extLst>
              <a:ext uri="{FF2B5EF4-FFF2-40B4-BE49-F238E27FC236}">
                <a16:creationId xmlns:a16="http://schemas.microsoft.com/office/drawing/2014/main" id="{83B27CCB-180D-492B-8835-36B5EA5FB165}"/>
              </a:ext>
            </a:extLst>
          </p:cNvPr>
          <p:cNvSpPr>
            <a:spLocks noGrp="1"/>
          </p:cNvSpPr>
          <p:nvPr/>
        </p:nvSpPr>
        <p:spPr>
          <a:xfrm>
            <a:off x="41909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" name="F2_precision_recall_distributions_3191">
            <a:extLst>
              <a:ext uri="{FF2B5EF4-FFF2-40B4-BE49-F238E27FC236}">
                <a16:creationId xmlns:a16="http://schemas.microsoft.com/office/drawing/2014/main" id="{6EDEDC97-7587-4C2F-A79D-885154C458E1}"/>
              </a:ext>
            </a:extLst>
          </p:cNvPr>
          <p:cNvSpPr>
            <a:spLocks noGrp="1"/>
          </p:cNvSpPr>
          <p:nvPr/>
        </p:nvSpPr>
        <p:spPr>
          <a:xfrm>
            <a:off x="4315495" y="23300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" name="F2_precision_recall_distributions_3192">
            <a:extLst>
              <a:ext uri="{FF2B5EF4-FFF2-40B4-BE49-F238E27FC236}">
                <a16:creationId xmlns:a16="http://schemas.microsoft.com/office/drawing/2014/main" id="{4329C3FF-F3C4-4B15-B937-2C9C182EF304}"/>
              </a:ext>
            </a:extLst>
          </p:cNvPr>
          <p:cNvSpPr>
            <a:spLocks noGrp="1"/>
          </p:cNvSpPr>
          <p:nvPr/>
        </p:nvSpPr>
        <p:spPr>
          <a:xfrm>
            <a:off x="41058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" name="F2_precision_recall_distributions_3193">
            <a:extLst>
              <a:ext uri="{FF2B5EF4-FFF2-40B4-BE49-F238E27FC236}">
                <a16:creationId xmlns:a16="http://schemas.microsoft.com/office/drawing/2014/main" id="{397760AD-6386-4CB4-B77B-9FF69F9048DF}"/>
              </a:ext>
            </a:extLst>
          </p:cNvPr>
          <p:cNvSpPr>
            <a:spLocks noGrp="1"/>
          </p:cNvSpPr>
          <p:nvPr/>
        </p:nvSpPr>
        <p:spPr>
          <a:xfrm>
            <a:off x="40787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" name="F2_precision_recall_distributions_3194">
            <a:extLst>
              <a:ext uri="{FF2B5EF4-FFF2-40B4-BE49-F238E27FC236}">
                <a16:creationId xmlns:a16="http://schemas.microsoft.com/office/drawing/2014/main" id="{564F0720-5D52-4A2E-80CB-CB74D8515BC4}"/>
              </a:ext>
            </a:extLst>
          </p:cNvPr>
          <p:cNvSpPr>
            <a:spLocks noGrp="1"/>
          </p:cNvSpPr>
          <p:nvPr/>
        </p:nvSpPr>
        <p:spPr>
          <a:xfrm>
            <a:off x="4170901" y="23350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" name="F2_precision_recall_distributions_3195">
            <a:extLst>
              <a:ext uri="{FF2B5EF4-FFF2-40B4-BE49-F238E27FC236}">
                <a16:creationId xmlns:a16="http://schemas.microsoft.com/office/drawing/2014/main" id="{8B54C283-02F0-47D0-93F9-D9333B1C8130}"/>
              </a:ext>
            </a:extLst>
          </p:cNvPr>
          <p:cNvSpPr>
            <a:spLocks noGrp="1"/>
          </p:cNvSpPr>
          <p:nvPr/>
        </p:nvSpPr>
        <p:spPr>
          <a:xfrm>
            <a:off x="41997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" name="F2_precision_recall_distributions_3196">
            <a:extLst>
              <a:ext uri="{FF2B5EF4-FFF2-40B4-BE49-F238E27FC236}">
                <a16:creationId xmlns:a16="http://schemas.microsoft.com/office/drawing/2014/main" id="{8051C2AA-D715-4A9D-84BD-1B1B48EB879F}"/>
              </a:ext>
            </a:extLst>
          </p:cNvPr>
          <p:cNvSpPr>
            <a:spLocks noGrp="1"/>
          </p:cNvSpPr>
          <p:nvPr/>
        </p:nvSpPr>
        <p:spPr>
          <a:xfrm>
            <a:off x="4092905" y="23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" name="F2_precision_recall_distributions_3197">
            <a:extLst>
              <a:ext uri="{FF2B5EF4-FFF2-40B4-BE49-F238E27FC236}">
                <a16:creationId xmlns:a16="http://schemas.microsoft.com/office/drawing/2014/main" id="{2EE16057-367A-4E03-B0C5-519CB2E05F82}"/>
              </a:ext>
            </a:extLst>
          </p:cNvPr>
          <p:cNvSpPr>
            <a:spLocks noGrp="1"/>
          </p:cNvSpPr>
          <p:nvPr/>
        </p:nvSpPr>
        <p:spPr>
          <a:xfrm>
            <a:off x="4256797" y="21312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" name="F2_precision_recall_distributions_3198">
            <a:extLst>
              <a:ext uri="{FF2B5EF4-FFF2-40B4-BE49-F238E27FC236}">
                <a16:creationId xmlns:a16="http://schemas.microsoft.com/office/drawing/2014/main" id="{429160F7-9C44-48D5-B3BD-DB539471F1FE}"/>
              </a:ext>
            </a:extLst>
          </p:cNvPr>
          <p:cNvSpPr>
            <a:spLocks noGrp="1"/>
          </p:cNvSpPr>
          <p:nvPr/>
        </p:nvSpPr>
        <p:spPr>
          <a:xfrm>
            <a:off x="4092150" y="22818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" name="F2_precision_recall_distributions_3199">
            <a:extLst>
              <a:ext uri="{FF2B5EF4-FFF2-40B4-BE49-F238E27FC236}">
                <a16:creationId xmlns:a16="http://schemas.microsoft.com/office/drawing/2014/main" id="{67F6A8BD-1776-487F-9070-A49594079870}"/>
              </a:ext>
            </a:extLst>
          </p:cNvPr>
          <p:cNvSpPr>
            <a:spLocks noGrp="1"/>
          </p:cNvSpPr>
          <p:nvPr/>
        </p:nvSpPr>
        <p:spPr>
          <a:xfrm>
            <a:off x="3986986" y="2339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" name="F2_precision_recall_distributions_3200">
            <a:extLst>
              <a:ext uri="{FF2B5EF4-FFF2-40B4-BE49-F238E27FC236}">
                <a16:creationId xmlns:a16="http://schemas.microsoft.com/office/drawing/2014/main" id="{B758771C-F30D-434A-A8CA-144D80D087BD}"/>
              </a:ext>
            </a:extLst>
          </p:cNvPr>
          <p:cNvSpPr>
            <a:spLocks noGrp="1"/>
          </p:cNvSpPr>
          <p:nvPr/>
        </p:nvSpPr>
        <p:spPr>
          <a:xfrm>
            <a:off x="41700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" name="F2_precision_recall_distributions_3201">
            <a:extLst>
              <a:ext uri="{FF2B5EF4-FFF2-40B4-BE49-F238E27FC236}">
                <a16:creationId xmlns:a16="http://schemas.microsoft.com/office/drawing/2014/main" id="{A2E61729-FB06-4304-A2B0-AB170B8D4816}"/>
              </a:ext>
            </a:extLst>
          </p:cNvPr>
          <p:cNvSpPr>
            <a:spLocks noGrp="1"/>
          </p:cNvSpPr>
          <p:nvPr/>
        </p:nvSpPr>
        <p:spPr>
          <a:xfrm>
            <a:off x="4298698" y="22117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" name="F2_precision_recall_distributions_3202">
            <a:extLst>
              <a:ext uri="{FF2B5EF4-FFF2-40B4-BE49-F238E27FC236}">
                <a16:creationId xmlns:a16="http://schemas.microsoft.com/office/drawing/2014/main" id="{93E1C386-21AA-47B6-A2F3-798E55A29E0A}"/>
              </a:ext>
            </a:extLst>
          </p:cNvPr>
          <p:cNvSpPr>
            <a:spLocks noGrp="1"/>
          </p:cNvSpPr>
          <p:nvPr/>
        </p:nvSpPr>
        <p:spPr>
          <a:xfrm>
            <a:off x="4258409" y="2337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" name="F2_precision_recall_distributions_3203">
            <a:extLst>
              <a:ext uri="{FF2B5EF4-FFF2-40B4-BE49-F238E27FC236}">
                <a16:creationId xmlns:a16="http://schemas.microsoft.com/office/drawing/2014/main" id="{BCC086F0-C42A-43DF-89FF-4A7169ABBD09}"/>
              </a:ext>
            </a:extLst>
          </p:cNvPr>
          <p:cNvSpPr>
            <a:spLocks noGrp="1"/>
          </p:cNvSpPr>
          <p:nvPr/>
        </p:nvSpPr>
        <p:spPr>
          <a:xfrm>
            <a:off x="40458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0" name="F2_precision_recall_distributions_3204">
            <a:extLst>
              <a:ext uri="{FF2B5EF4-FFF2-40B4-BE49-F238E27FC236}">
                <a16:creationId xmlns:a16="http://schemas.microsoft.com/office/drawing/2014/main" id="{5B9E92D8-0DF1-4843-AC41-B8FC39DE9D2B}"/>
              </a:ext>
            </a:extLst>
          </p:cNvPr>
          <p:cNvSpPr>
            <a:spLocks noGrp="1"/>
          </p:cNvSpPr>
          <p:nvPr/>
        </p:nvSpPr>
        <p:spPr>
          <a:xfrm>
            <a:off x="4052656" y="22462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" name="F2_precision_recall_distributions_3205">
            <a:extLst>
              <a:ext uri="{FF2B5EF4-FFF2-40B4-BE49-F238E27FC236}">
                <a16:creationId xmlns:a16="http://schemas.microsoft.com/office/drawing/2014/main" id="{70834F48-C7AF-4FF8-9FA4-39BFFA1F574C}"/>
              </a:ext>
            </a:extLst>
          </p:cNvPr>
          <p:cNvSpPr>
            <a:spLocks noGrp="1"/>
          </p:cNvSpPr>
          <p:nvPr/>
        </p:nvSpPr>
        <p:spPr>
          <a:xfrm>
            <a:off x="4099523" y="2320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" name="F2_precision_recall_distributions_3206">
            <a:extLst>
              <a:ext uri="{FF2B5EF4-FFF2-40B4-BE49-F238E27FC236}">
                <a16:creationId xmlns:a16="http://schemas.microsoft.com/office/drawing/2014/main" id="{16F47963-7740-4CB7-BE0F-1C5E4CCBE72A}"/>
              </a:ext>
            </a:extLst>
          </p:cNvPr>
          <p:cNvSpPr>
            <a:spLocks noGrp="1"/>
          </p:cNvSpPr>
          <p:nvPr/>
        </p:nvSpPr>
        <p:spPr>
          <a:xfrm>
            <a:off x="4186735" y="2336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" name="F2_precision_recall_distributions_3207">
            <a:extLst>
              <a:ext uri="{FF2B5EF4-FFF2-40B4-BE49-F238E27FC236}">
                <a16:creationId xmlns:a16="http://schemas.microsoft.com/office/drawing/2014/main" id="{6738E625-6656-4A0C-A5E0-D4E3B3F4EEAA}"/>
              </a:ext>
            </a:extLst>
          </p:cNvPr>
          <p:cNvSpPr>
            <a:spLocks noGrp="1"/>
          </p:cNvSpPr>
          <p:nvPr/>
        </p:nvSpPr>
        <p:spPr>
          <a:xfrm>
            <a:off x="4241817" y="2325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" name="F2_precision_recall_distributions_3208">
            <a:extLst>
              <a:ext uri="{FF2B5EF4-FFF2-40B4-BE49-F238E27FC236}">
                <a16:creationId xmlns:a16="http://schemas.microsoft.com/office/drawing/2014/main" id="{2710DD94-2F64-4C37-81BB-2FA6F7DB5A7F}"/>
              </a:ext>
            </a:extLst>
          </p:cNvPr>
          <p:cNvSpPr>
            <a:spLocks noGrp="1"/>
          </p:cNvSpPr>
          <p:nvPr/>
        </p:nvSpPr>
        <p:spPr>
          <a:xfrm>
            <a:off x="398322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" name="F2_precision_recall_distributions_3209">
            <a:extLst>
              <a:ext uri="{FF2B5EF4-FFF2-40B4-BE49-F238E27FC236}">
                <a16:creationId xmlns:a16="http://schemas.microsoft.com/office/drawing/2014/main" id="{7B91272E-D3D4-401E-9045-CA8F2EC583C7}"/>
              </a:ext>
            </a:extLst>
          </p:cNvPr>
          <p:cNvSpPr>
            <a:spLocks noGrp="1"/>
          </p:cNvSpPr>
          <p:nvPr/>
        </p:nvSpPr>
        <p:spPr>
          <a:xfrm>
            <a:off x="4057998" y="22407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" name="F2_precision_recall_distributions_3210">
            <a:extLst>
              <a:ext uri="{FF2B5EF4-FFF2-40B4-BE49-F238E27FC236}">
                <a16:creationId xmlns:a16="http://schemas.microsoft.com/office/drawing/2014/main" id="{00796AF0-FCF8-4B72-BF78-8B6AD5F3235A}"/>
              </a:ext>
            </a:extLst>
          </p:cNvPr>
          <p:cNvSpPr>
            <a:spLocks noGrp="1"/>
          </p:cNvSpPr>
          <p:nvPr/>
        </p:nvSpPr>
        <p:spPr>
          <a:xfrm>
            <a:off x="4341462" y="215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" name="F2_precision_recall_distributions_3211">
            <a:extLst>
              <a:ext uri="{FF2B5EF4-FFF2-40B4-BE49-F238E27FC236}">
                <a16:creationId xmlns:a16="http://schemas.microsoft.com/office/drawing/2014/main" id="{C39E723C-3C40-4CF3-A8CA-5DEF5355FAA3}"/>
              </a:ext>
            </a:extLst>
          </p:cNvPr>
          <p:cNvSpPr>
            <a:spLocks noGrp="1"/>
          </p:cNvSpPr>
          <p:nvPr/>
        </p:nvSpPr>
        <p:spPr>
          <a:xfrm>
            <a:off x="419526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" name="F2_precision_recall_distributions_3212">
            <a:extLst>
              <a:ext uri="{FF2B5EF4-FFF2-40B4-BE49-F238E27FC236}">
                <a16:creationId xmlns:a16="http://schemas.microsoft.com/office/drawing/2014/main" id="{9EC60F0E-2364-46C2-BA56-3AFFEB03FF52}"/>
              </a:ext>
            </a:extLst>
          </p:cNvPr>
          <p:cNvSpPr>
            <a:spLocks noGrp="1"/>
          </p:cNvSpPr>
          <p:nvPr/>
        </p:nvSpPr>
        <p:spPr>
          <a:xfrm>
            <a:off x="40693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" name="F2_precision_recall_distributions_3213">
            <a:extLst>
              <a:ext uri="{FF2B5EF4-FFF2-40B4-BE49-F238E27FC236}">
                <a16:creationId xmlns:a16="http://schemas.microsoft.com/office/drawing/2014/main" id="{5F910661-C45F-4298-BCF6-57AB655A0688}"/>
              </a:ext>
            </a:extLst>
          </p:cNvPr>
          <p:cNvSpPr>
            <a:spLocks noGrp="1"/>
          </p:cNvSpPr>
          <p:nvPr/>
        </p:nvSpPr>
        <p:spPr>
          <a:xfrm>
            <a:off x="4329455" y="2339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" name="F2_precision_recall_distributions_3214">
            <a:extLst>
              <a:ext uri="{FF2B5EF4-FFF2-40B4-BE49-F238E27FC236}">
                <a16:creationId xmlns:a16="http://schemas.microsoft.com/office/drawing/2014/main" id="{C6560924-C10A-419B-A140-618E12F7EA28}"/>
              </a:ext>
            </a:extLst>
          </p:cNvPr>
          <p:cNvSpPr>
            <a:spLocks noGrp="1"/>
          </p:cNvSpPr>
          <p:nvPr/>
        </p:nvSpPr>
        <p:spPr>
          <a:xfrm>
            <a:off x="3987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" name="F2_precision_recall_distributions_3215">
            <a:extLst>
              <a:ext uri="{FF2B5EF4-FFF2-40B4-BE49-F238E27FC236}">
                <a16:creationId xmlns:a16="http://schemas.microsoft.com/office/drawing/2014/main" id="{A4AD26A8-B7C8-4985-B07B-7BEB621E8165}"/>
              </a:ext>
            </a:extLst>
          </p:cNvPr>
          <p:cNvSpPr>
            <a:spLocks noGrp="1"/>
          </p:cNvSpPr>
          <p:nvPr/>
        </p:nvSpPr>
        <p:spPr>
          <a:xfrm>
            <a:off x="4130375" y="233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" name="F2_precision_recall_distributions_3216">
            <a:extLst>
              <a:ext uri="{FF2B5EF4-FFF2-40B4-BE49-F238E27FC236}">
                <a16:creationId xmlns:a16="http://schemas.microsoft.com/office/drawing/2014/main" id="{F2AF797D-6BCF-4CF8-878A-A757DF0A22FE}"/>
              </a:ext>
            </a:extLst>
          </p:cNvPr>
          <p:cNvSpPr>
            <a:spLocks noGrp="1"/>
          </p:cNvSpPr>
          <p:nvPr/>
        </p:nvSpPr>
        <p:spPr>
          <a:xfrm>
            <a:off x="4133559" y="22787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" name="F2_precision_recall_distributions_3217">
            <a:extLst>
              <a:ext uri="{FF2B5EF4-FFF2-40B4-BE49-F238E27FC236}">
                <a16:creationId xmlns:a16="http://schemas.microsoft.com/office/drawing/2014/main" id="{8B5881C9-C9EA-463E-8AC6-09F1B25DC98D}"/>
              </a:ext>
            </a:extLst>
          </p:cNvPr>
          <p:cNvSpPr>
            <a:spLocks noGrp="1"/>
          </p:cNvSpPr>
          <p:nvPr/>
        </p:nvSpPr>
        <p:spPr>
          <a:xfrm>
            <a:off x="42920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" name="F2_precision_recall_distributions_3218">
            <a:extLst>
              <a:ext uri="{FF2B5EF4-FFF2-40B4-BE49-F238E27FC236}">
                <a16:creationId xmlns:a16="http://schemas.microsoft.com/office/drawing/2014/main" id="{53818D61-2E9B-4589-B49B-22CD16EC89DC}"/>
              </a:ext>
            </a:extLst>
          </p:cNvPr>
          <p:cNvSpPr>
            <a:spLocks noGrp="1"/>
          </p:cNvSpPr>
          <p:nvPr/>
        </p:nvSpPr>
        <p:spPr>
          <a:xfrm>
            <a:off x="4055015" y="21902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" name="F2_precision_recall_distributions_3219">
            <a:extLst>
              <a:ext uri="{FF2B5EF4-FFF2-40B4-BE49-F238E27FC236}">
                <a16:creationId xmlns:a16="http://schemas.microsoft.com/office/drawing/2014/main" id="{100FF3C1-0C6A-4152-BC40-72C5CFFC5215}"/>
              </a:ext>
            </a:extLst>
          </p:cNvPr>
          <p:cNvSpPr>
            <a:spLocks noGrp="1"/>
          </p:cNvSpPr>
          <p:nvPr/>
        </p:nvSpPr>
        <p:spPr>
          <a:xfrm>
            <a:off x="40275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" name="F2_precision_recall_distributions_3220">
            <a:extLst>
              <a:ext uri="{FF2B5EF4-FFF2-40B4-BE49-F238E27FC236}">
                <a16:creationId xmlns:a16="http://schemas.microsoft.com/office/drawing/2014/main" id="{EFDED18E-5D8F-4C15-9552-BDC93C88BC7D}"/>
              </a:ext>
            </a:extLst>
          </p:cNvPr>
          <p:cNvSpPr>
            <a:spLocks noGrp="1"/>
          </p:cNvSpPr>
          <p:nvPr/>
        </p:nvSpPr>
        <p:spPr>
          <a:xfrm>
            <a:off x="4260203" y="2341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" name="F2_precision_recall_distributions_3221">
            <a:extLst>
              <a:ext uri="{FF2B5EF4-FFF2-40B4-BE49-F238E27FC236}">
                <a16:creationId xmlns:a16="http://schemas.microsoft.com/office/drawing/2014/main" id="{8DCB51D3-CD24-4F71-8FD3-94AA071C9D3D}"/>
              </a:ext>
            </a:extLst>
          </p:cNvPr>
          <p:cNvSpPr>
            <a:spLocks noGrp="1"/>
          </p:cNvSpPr>
          <p:nvPr/>
        </p:nvSpPr>
        <p:spPr>
          <a:xfrm>
            <a:off x="425451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" name="F2_precision_recall_distributions_3222">
            <a:extLst>
              <a:ext uri="{FF2B5EF4-FFF2-40B4-BE49-F238E27FC236}">
                <a16:creationId xmlns:a16="http://schemas.microsoft.com/office/drawing/2014/main" id="{988E08E2-9BD2-485A-9E4F-E73BC19CBF1B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" name="F2_precision_recall_distributions_3223">
            <a:extLst>
              <a:ext uri="{FF2B5EF4-FFF2-40B4-BE49-F238E27FC236}">
                <a16:creationId xmlns:a16="http://schemas.microsoft.com/office/drawing/2014/main" id="{8CD192CA-40D0-4CED-9EA1-461C1FCF8C2D}"/>
              </a:ext>
            </a:extLst>
          </p:cNvPr>
          <p:cNvSpPr>
            <a:spLocks noGrp="1"/>
          </p:cNvSpPr>
          <p:nvPr/>
        </p:nvSpPr>
        <p:spPr>
          <a:xfrm>
            <a:off x="402187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" name="F2_precision_recall_distributions_3224">
            <a:extLst>
              <a:ext uri="{FF2B5EF4-FFF2-40B4-BE49-F238E27FC236}">
                <a16:creationId xmlns:a16="http://schemas.microsoft.com/office/drawing/2014/main" id="{09D67F6B-BF04-476B-B830-59664EDEF1E9}"/>
              </a:ext>
            </a:extLst>
          </p:cNvPr>
          <p:cNvSpPr>
            <a:spLocks noGrp="1"/>
          </p:cNvSpPr>
          <p:nvPr/>
        </p:nvSpPr>
        <p:spPr>
          <a:xfrm>
            <a:off x="4062957" y="2341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" name="F2_precision_recall_distributions_3225">
            <a:extLst>
              <a:ext uri="{FF2B5EF4-FFF2-40B4-BE49-F238E27FC236}">
                <a16:creationId xmlns:a16="http://schemas.microsoft.com/office/drawing/2014/main" id="{631049B7-F199-4EFC-B232-1800667ECA11}"/>
              </a:ext>
            </a:extLst>
          </p:cNvPr>
          <p:cNvSpPr>
            <a:spLocks noGrp="1"/>
          </p:cNvSpPr>
          <p:nvPr/>
        </p:nvSpPr>
        <p:spPr>
          <a:xfrm>
            <a:off x="41375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" name="F2_precision_recall_distributions_3226">
            <a:extLst>
              <a:ext uri="{FF2B5EF4-FFF2-40B4-BE49-F238E27FC236}">
                <a16:creationId xmlns:a16="http://schemas.microsoft.com/office/drawing/2014/main" id="{FE11FBD7-106C-485F-B32D-D4B7AE04BFCE}"/>
              </a:ext>
            </a:extLst>
          </p:cNvPr>
          <p:cNvSpPr>
            <a:spLocks noGrp="1"/>
          </p:cNvSpPr>
          <p:nvPr/>
        </p:nvSpPr>
        <p:spPr>
          <a:xfrm>
            <a:off x="4047467" y="2305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" name="F2_precision_recall_distributions_3227">
            <a:extLst>
              <a:ext uri="{FF2B5EF4-FFF2-40B4-BE49-F238E27FC236}">
                <a16:creationId xmlns:a16="http://schemas.microsoft.com/office/drawing/2014/main" id="{58E68A8C-B75A-4CE4-870B-ED7CFBE7C763}"/>
              </a:ext>
            </a:extLst>
          </p:cNvPr>
          <p:cNvSpPr>
            <a:spLocks noGrp="1"/>
          </p:cNvSpPr>
          <p:nvPr/>
        </p:nvSpPr>
        <p:spPr>
          <a:xfrm>
            <a:off x="43003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" name="F2_precision_recall_distributions_3228">
            <a:extLst>
              <a:ext uri="{FF2B5EF4-FFF2-40B4-BE49-F238E27FC236}">
                <a16:creationId xmlns:a16="http://schemas.microsoft.com/office/drawing/2014/main" id="{6EBFA70A-A2F2-4F1E-B517-EB85F121C6BD}"/>
              </a:ext>
            </a:extLst>
          </p:cNvPr>
          <p:cNvSpPr>
            <a:spLocks noGrp="1"/>
          </p:cNvSpPr>
          <p:nvPr/>
        </p:nvSpPr>
        <p:spPr>
          <a:xfrm>
            <a:off x="4209552" y="18839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" name="F2_precision_recall_distributions_3229">
            <a:extLst>
              <a:ext uri="{FF2B5EF4-FFF2-40B4-BE49-F238E27FC236}">
                <a16:creationId xmlns:a16="http://schemas.microsoft.com/office/drawing/2014/main" id="{D43C8789-B5E0-4994-996F-771ADB3A341A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" name="F2_precision_recall_distributions_3230">
            <a:extLst>
              <a:ext uri="{FF2B5EF4-FFF2-40B4-BE49-F238E27FC236}">
                <a16:creationId xmlns:a16="http://schemas.microsoft.com/office/drawing/2014/main" id="{BE422C1E-B722-47A4-ADD2-5B3BB63C982A}"/>
              </a:ext>
            </a:extLst>
          </p:cNvPr>
          <p:cNvSpPr>
            <a:spLocks noGrp="1"/>
          </p:cNvSpPr>
          <p:nvPr/>
        </p:nvSpPr>
        <p:spPr>
          <a:xfrm>
            <a:off x="4239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" name="F2_precision_recall_distributions_3231">
            <a:extLst>
              <a:ext uri="{FF2B5EF4-FFF2-40B4-BE49-F238E27FC236}">
                <a16:creationId xmlns:a16="http://schemas.microsoft.com/office/drawing/2014/main" id="{BEE6655E-4251-4FFB-AF2A-9E7590DED008}"/>
              </a:ext>
            </a:extLst>
          </p:cNvPr>
          <p:cNvSpPr>
            <a:spLocks noGrp="1"/>
          </p:cNvSpPr>
          <p:nvPr/>
        </p:nvSpPr>
        <p:spPr>
          <a:xfrm>
            <a:off x="41966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" name="F2_precision_recall_distributions_3232">
            <a:extLst>
              <a:ext uri="{FF2B5EF4-FFF2-40B4-BE49-F238E27FC236}">
                <a16:creationId xmlns:a16="http://schemas.microsoft.com/office/drawing/2014/main" id="{587D7530-2DEF-4D73-9B59-72A4FD14D05F}"/>
              </a:ext>
            </a:extLst>
          </p:cNvPr>
          <p:cNvSpPr>
            <a:spLocks noGrp="1"/>
          </p:cNvSpPr>
          <p:nvPr/>
        </p:nvSpPr>
        <p:spPr>
          <a:xfrm>
            <a:off x="422959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" name="F2_precision_recall_distributions_3233">
            <a:extLst>
              <a:ext uri="{FF2B5EF4-FFF2-40B4-BE49-F238E27FC236}">
                <a16:creationId xmlns:a16="http://schemas.microsoft.com/office/drawing/2014/main" id="{9A1577A7-9571-4B89-8D00-8ECFD4DA6F77}"/>
              </a:ext>
            </a:extLst>
          </p:cNvPr>
          <p:cNvSpPr>
            <a:spLocks noGrp="1"/>
          </p:cNvSpPr>
          <p:nvPr/>
        </p:nvSpPr>
        <p:spPr>
          <a:xfrm>
            <a:off x="4327318" y="2338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" name="F2_precision_recall_distributions_3234">
            <a:extLst>
              <a:ext uri="{FF2B5EF4-FFF2-40B4-BE49-F238E27FC236}">
                <a16:creationId xmlns:a16="http://schemas.microsoft.com/office/drawing/2014/main" id="{E3E546A9-263B-49E6-B45A-F1DF67353CB5}"/>
              </a:ext>
            </a:extLst>
          </p:cNvPr>
          <p:cNvSpPr>
            <a:spLocks noGrp="1"/>
          </p:cNvSpPr>
          <p:nvPr/>
        </p:nvSpPr>
        <p:spPr>
          <a:xfrm>
            <a:off x="39933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" name="F2_precision_recall_distributions_3235">
            <a:extLst>
              <a:ext uri="{FF2B5EF4-FFF2-40B4-BE49-F238E27FC236}">
                <a16:creationId xmlns:a16="http://schemas.microsoft.com/office/drawing/2014/main" id="{690ECC20-B88C-4DC0-B21E-19687D8B3D12}"/>
              </a:ext>
            </a:extLst>
          </p:cNvPr>
          <p:cNvSpPr>
            <a:spLocks noGrp="1"/>
          </p:cNvSpPr>
          <p:nvPr/>
        </p:nvSpPr>
        <p:spPr>
          <a:xfrm>
            <a:off x="4116416" y="23396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" name="F2_precision_recall_distributions_3236">
            <a:extLst>
              <a:ext uri="{FF2B5EF4-FFF2-40B4-BE49-F238E27FC236}">
                <a16:creationId xmlns:a16="http://schemas.microsoft.com/office/drawing/2014/main" id="{7CFEFD5D-ACBD-4EF1-B2F1-78D89C465FF5}"/>
              </a:ext>
            </a:extLst>
          </p:cNvPr>
          <p:cNvSpPr>
            <a:spLocks noGrp="1"/>
          </p:cNvSpPr>
          <p:nvPr/>
        </p:nvSpPr>
        <p:spPr>
          <a:xfrm>
            <a:off x="4003750" y="18639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" name="F2_precision_recall_distributions_3237">
            <a:extLst>
              <a:ext uri="{FF2B5EF4-FFF2-40B4-BE49-F238E27FC236}">
                <a16:creationId xmlns:a16="http://schemas.microsoft.com/office/drawing/2014/main" id="{E7AB0B46-3491-475A-A66C-885E3EAAB529}"/>
              </a:ext>
            </a:extLst>
          </p:cNvPr>
          <p:cNvSpPr>
            <a:spLocks noGrp="1"/>
          </p:cNvSpPr>
          <p:nvPr/>
        </p:nvSpPr>
        <p:spPr>
          <a:xfrm>
            <a:off x="4169004" y="23415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" name="F2_precision_recall_distributions_3238">
            <a:extLst>
              <a:ext uri="{FF2B5EF4-FFF2-40B4-BE49-F238E27FC236}">
                <a16:creationId xmlns:a16="http://schemas.microsoft.com/office/drawing/2014/main" id="{21BDE888-44E7-4010-8505-15032CD31836}"/>
              </a:ext>
            </a:extLst>
          </p:cNvPr>
          <p:cNvSpPr>
            <a:spLocks noGrp="1"/>
          </p:cNvSpPr>
          <p:nvPr/>
        </p:nvSpPr>
        <p:spPr>
          <a:xfrm>
            <a:off x="419732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" name="F2_precision_recall_distributions_3239">
            <a:extLst>
              <a:ext uri="{FF2B5EF4-FFF2-40B4-BE49-F238E27FC236}">
                <a16:creationId xmlns:a16="http://schemas.microsoft.com/office/drawing/2014/main" id="{14843C5B-A9CB-45B3-B26F-AA58D0EFA20D}"/>
              </a:ext>
            </a:extLst>
          </p:cNvPr>
          <p:cNvSpPr>
            <a:spLocks noGrp="1"/>
          </p:cNvSpPr>
          <p:nvPr/>
        </p:nvSpPr>
        <p:spPr>
          <a:xfrm>
            <a:off x="4294944" y="2316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" name="F2_precision_recall_distributions_3240">
            <a:extLst>
              <a:ext uri="{FF2B5EF4-FFF2-40B4-BE49-F238E27FC236}">
                <a16:creationId xmlns:a16="http://schemas.microsoft.com/office/drawing/2014/main" id="{0EDF4A3E-70A7-43FD-B0DF-891EE6CC223C}"/>
              </a:ext>
            </a:extLst>
          </p:cNvPr>
          <p:cNvSpPr>
            <a:spLocks noGrp="1"/>
          </p:cNvSpPr>
          <p:nvPr/>
        </p:nvSpPr>
        <p:spPr>
          <a:xfrm>
            <a:off x="4298303" y="19370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" name="F2_precision_recall_distributions_3241">
            <a:extLst>
              <a:ext uri="{FF2B5EF4-FFF2-40B4-BE49-F238E27FC236}">
                <a16:creationId xmlns:a16="http://schemas.microsoft.com/office/drawing/2014/main" id="{9004E2F7-18DD-49EB-BD47-A0D0FAD4EDD9}"/>
              </a:ext>
            </a:extLst>
          </p:cNvPr>
          <p:cNvSpPr>
            <a:spLocks noGrp="1"/>
          </p:cNvSpPr>
          <p:nvPr/>
        </p:nvSpPr>
        <p:spPr>
          <a:xfrm>
            <a:off x="425656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" name="F2_precision_recall_distributions_3242">
            <a:extLst>
              <a:ext uri="{FF2B5EF4-FFF2-40B4-BE49-F238E27FC236}">
                <a16:creationId xmlns:a16="http://schemas.microsoft.com/office/drawing/2014/main" id="{C7F7B012-1639-4AC4-A454-AA2A0F8EFB3C}"/>
              </a:ext>
            </a:extLst>
          </p:cNvPr>
          <p:cNvSpPr>
            <a:spLocks noGrp="1"/>
          </p:cNvSpPr>
          <p:nvPr/>
        </p:nvSpPr>
        <p:spPr>
          <a:xfrm>
            <a:off x="4092146" y="23392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" name="F2_precision_recall_distributions_3243">
            <a:extLst>
              <a:ext uri="{FF2B5EF4-FFF2-40B4-BE49-F238E27FC236}">
                <a16:creationId xmlns:a16="http://schemas.microsoft.com/office/drawing/2014/main" id="{F6FD0FC2-DDF0-4A0A-9DC6-56D037DDF0E6}"/>
              </a:ext>
            </a:extLst>
          </p:cNvPr>
          <p:cNvSpPr>
            <a:spLocks noGrp="1"/>
          </p:cNvSpPr>
          <p:nvPr/>
        </p:nvSpPr>
        <p:spPr>
          <a:xfrm>
            <a:off x="4159342" y="2306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" name="F2_precision_recall_distributions_3244">
            <a:extLst>
              <a:ext uri="{FF2B5EF4-FFF2-40B4-BE49-F238E27FC236}">
                <a16:creationId xmlns:a16="http://schemas.microsoft.com/office/drawing/2014/main" id="{451FDFDA-B8BD-49D0-9AE2-E0370984639A}"/>
              </a:ext>
            </a:extLst>
          </p:cNvPr>
          <p:cNvSpPr>
            <a:spLocks noGrp="1"/>
          </p:cNvSpPr>
          <p:nvPr/>
        </p:nvSpPr>
        <p:spPr>
          <a:xfrm>
            <a:off x="4260349" y="22712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" name="F2_precision_recall_distributions_3245">
            <a:extLst>
              <a:ext uri="{FF2B5EF4-FFF2-40B4-BE49-F238E27FC236}">
                <a16:creationId xmlns:a16="http://schemas.microsoft.com/office/drawing/2014/main" id="{358928B4-625F-48EF-B829-B314CB4719AE}"/>
              </a:ext>
            </a:extLst>
          </p:cNvPr>
          <p:cNvSpPr>
            <a:spLocks noGrp="1"/>
          </p:cNvSpPr>
          <p:nvPr/>
        </p:nvSpPr>
        <p:spPr>
          <a:xfrm>
            <a:off x="4149981" y="18282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" name="F2_precision_recall_distributions_3246">
            <a:extLst>
              <a:ext uri="{FF2B5EF4-FFF2-40B4-BE49-F238E27FC236}">
                <a16:creationId xmlns:a16="http://schemas.microsoft.com/office/drawing/2014/main" id="{B86067FB-464A-4C25-BC21-71DB0A8CF86C}"/>
              </a:ext>
            </a:extLst>
          </p:cNvPr>
          <p:cNvSpPr>
            <a:spLocks noGrp="1"/>
          </p:cNvSpPr>
          <p:nvPr/>
        </p:nvSpPr>
        <p:spPr>
          <a:xfrm>
            <a:off x="4307379" y="2340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" name="F2_precision_recall_distributions_3247">
            <a:extLst>
              <a:ext uri="{FF2B5EF4-FFF2-40B4-BE49-F238E27FC236}">
                <a16:creationId xmlns:a16="http://schemas.microsoft.com/office/drawing/2014/main" id="{F1C47E9A-C860-4DFF-AC80-253C7F62E4B8}"/>
              </a:ext>
            </a:extLst>
          </p:cNvPr>
          <p:cNvSpPr>
            <a:spLocks noGrp="1"/>
          </p:cNvSpPr>
          <p:nvPr/>
        </p:nvSpPr>
        <p:spPr>
          <a:xfrm>
            <a:off x="4021186" y="2330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" name="F2_precision_recall_distributions_3248">
            <a:extLst>
              <a:ext uri="{FF2B5EF4-FFF2-40B4-BE49-F238E27FC236}">
                <a16:creationId xmlns:a16="http://schemas.microsoft.com/office/drawing/2014/main" id="{CC3F8B51-99CF-4AE8-8EC7-931DCAD4A3EB}"/>
              </a:ext>
            </a:extLst>
          </p:cNvPr>
          <p:cNvSpPr>
            <a:spLocks noGrp="1"/>
          </p:cNvSpPr>
          <p:nvPr/>
        </p:nvSpPr>
        <p:spPr>
          <a:xfrm>
            <a:off x="401215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" name="F2_precision_recall_distributions_3249">
            <a:extLst>
              <a:ext uri="{FF2B5EF4-FFF2-40B4-BE49-F238E27FC236}">
                <a16:creationId xmlns:a16="http://schemas.microsoft.com/office/drawing/2014/main" id="{13402D26-C44D-4B9B-A56A-ED8A4D79CDAB}"/>
              </a:ext>
            </a:extLst>
          </p:cNvPr>
          <p:cNvSpPr>
            <a:spLocks noGrp="1"/>
          </p:cNvSpPr>
          <p:nvPr/>
        </p:nvSpPr>
        <p:spPr>
          <a:xfrm>
            <a:off x="42622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" name="F2_precision_recall_distributions_3250">
            <a:extLst>
              <a:ext uri="{FF2B5EF4-FFF2-40B4-BE49-F238E27FC236}">
                <a16:creationId xmlns:a16="http://schemas.microsoft.com/office/drawing/2014/main" id="{5634A4D8-0E58-4868-86B1-35018B6A8886}"/>
              </a:ext>
            </a:extLst>
          </p:cNvPr>
          <p:cNvSpPr>
            <a:spLocks noGrp="1"/>
          </p:cNvSpPr>
          <p:nvPr/>
        </p:nvSpPr>
        <p:spPr>
          <a:xfrm>
            <a:off x="422655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" name="F2_precision_recall_distributions_3251">
            <a:extLst>
              <a:ext uri="{FF2B5EF4-FFF2-40B4-BE49-F238E27FC236}">
                <a16:creationId xmlns:a16="http://schemas.microsoft.com/office/drawing/2014/main" id="{FEB9315E-53BF-4C9A-8711-9D4F13B195B1}"/>
              </a:ext>
            </a:extLst>
          </p:cNvPr>
          <p:cNvSpPr>
            <a:spLocks noGrp="1"/>
          </p:cNvSpPr>
          <p:nvPr/>
        </p:nvSpPr>
        <p:spPr>
          <a:xfrm>
            <a:off x="4121392" y="23415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" name="F2_precision_recall_distributions_3252">
            <a:extLst>
              <a:ext uri="{FF2B5EF4-FFF2-40B4-BE49-F238E27FC236}">
                <a16:creationId xmlns:a16="http://schemas.microsoft.com/office/drawing/2014/main" id="{7CDD3407-0598-452D-BBD0-663222E13EC1}"/>
              </a:ext>
            </a:extLst>
          </p:cNvPr>
          <p:cNvSpPr>
            <a:spLocks noGrp="1"/>
          </p:cNvSpPr>
          <p:nvPr/>
        </p:nvSpPr>
        <p:spPr>
          <a:xfrm>
            <a:off x="41951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" name="F2_precision_recall_distributions_3253">
            <a:extLst>
              <a:ext uri="{FF2B5EF4-FFF2-40B4-BE49-F238E27FC236}">
                <a16:creationId xmlns:a16="http://schemas.microsoft.com/office/drawing/2014/main" id="{96959FE4-CBA1-4992-BD65-0C1006CF2648}"/>
              </a:ext>
            </a:extLst>
          </p:cNvPr>
          <p:cNvSpPr>
            <a:spLocks noGrp="1"/>
          </p:cNvSpPr>
          <p:nvPr/>
        </p:nvSpPr>
        <p:spPr>
          <a:xfrm>
            <a:off x="427637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" name="F2_precision_recall_distributions_3254">
            <a:extLst>
              <a:ext uri="{FF2B5EF4-FFF2-40B4-BE49-F238E27FC236}">
                <a16:creationId xmlns:a16="http://schemas.microsoft.com/office/drawing/2014/main" id="{633FDFF4-50B6-4DA7-853E-DB99030E0F06}"/>
              </a:ext>
            </a:extLst>
          </p:cNvPr>
          <p:cNvSpPr>
            <a:spLocks noGrp="1"/>
          </p:cNvSpPr>
          <p:nvPr/>
        </p:nvSpPr>
        <p:spPr>
          <a:xfrm>
            <a:off x="4255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" name="F2_precision_recall_distributions_3255">
            <a:extLst>
              <a:ext uri="{FF2B5EF4-FFF2-40B4-BE49-F238E27FC236}">
                <a16:creationId xmlns:a16="http://schemas.microsoft.com/office/drawing/2014/main" id="{FE3DDF2F-59BA-4BAD-A182-18C31AE6FA81}"/>
              </a:ext>
            </a:extLst>
          </p:cNvPr>
          <p:cNvSpPr>
            <a:spLocks noGrp="1"/>
          </p:cNvSpPr>
          <p:nvPr/>
        </p:nvSpPr>
        <p:spPr>
          <a:xfrm>
            <a:off x="4337259" y="23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" name="F2_precision_recall_distributions_3256">
            <a:extLst>
              <a:ext uri="{FF2B5EF4-FFF2-40B4-BE49-F238E27FC236}">
                <a16:creationId xmlns:a16="http://schemas.microsoft.com/office/drawing/2014/main" id="{2761B5B0-B775-4475-8156-0B451EA065D0}"/>
              </a:ext>
            </a:extLst>
          </p:cNvPr>
          <p:cNvSpPr>
            <a:spLocks noGrp="1"/>
          </p:cNvSpPr>
          <p:nvPr/>
        </p:nvSpPr>
        <p:spPr>
          <a:xfrm>
            <a:off x="43302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" name="F2_precision_recall_distributions_3257">
            <a:extLst>
              <a:ext uri="{FF2B5EF4-FFF2-40B4-BE49-F238E27FC236}">
                <a16:creationId xmlns:a16="http://schemas.microsoft.com/office/drawing/2014/main" id="{78115C6F-318A-4B8C-B9B6-37B57B562C31}"/>
              </a:ext>
            </a:extLst>
          </p:cNvPr>
          <p:cNvSpPr>
            <a:spLocks noGrp="1"/>
          </p:cNvSpPr>
          <p:nvPr/>
        </p:nvSpPr>
        <p:spPr>
          <a:xfrm>
            <a:off x="4276000" y="23413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" name="F2_precision_recall_distributions_3258">
            <a:extLst>
              <a:ext uri="{FF2B5EF4-FFF2-40B4-BE49-F238E27FC236}">
                <a16:creationId xmlns:a16="http://schemas.microsoft.com/office/drawing/2014/main" id="{C303F6C5-DA4D-49FD-B01B-2FA662862B3D}"/>
              </a:ext>
            </a:extLst>
          </p:cNvPr>
          <p:cNvSpPr>
            <a:spLocks noGrp="1"/>
          </p:cNvSpPr>
          <p:nvPr/>
        </p:nvSpPr>
        <p:spPr>
          <a:xfrm>
            <a:off x="4288141" y="2337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" name="F2_precision_recall_distributions_3259">
            <a:extLst>
              <a:ext uri="{FF2B5EF4-FFF2-40B4-BE49-F238E27FC236}">
                <a16:creationId xmlns:a16="http://schemas.microsoft.com/office/drawing/2014/main" id="{C0D26A3D-5CCB-4378-BE6B-17ADD4937867}"/>
              </a:ext>
            </a:extLst>
          </p:cNvPr>
          <p:cNvSpPr>
            <a:spLocks noGrp="1"/>
          </p:cNvSpPr>
          <p:nvPr/>
        </p:nvSpPr>
        <p:spPr>
          <a:xfrm>
            <a:off x="4211516" y="23406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6" name="F2_precision_recall_distributions_3260">
            <a:extLst>
              <a:ext uri="{FF2B5EF4-FFF2-40B4-BE49-F238E27FC236}">
                <a16:creationId xmlns:a16="http://schemas.microsoft.com/office/drawing/2014/main" id="{8F40F8FB-4924-4865-85F0-6DFCB390E6E7}"/>
              </a:ext>
            </a:extLst>
          </p:cNvPr>
          <p:cNvSpPr>
            <a:spLocks noGrp="1"/>
          </p:cNvSpPr>
          <p:nvPr/>
        </p:nvSpPr>
        <p:spPr>
          <a:xfrm>
            <a:off x="4178955" y="23413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" name="F2_precision_recall_distributions_3261">
            <a:extLst>
              <a:ext uri="{FF2B5EF4-FFF2-40B4-BE49-F238E27FC236}">
                <a16:creationId xmlns:a16="http://schemas.microsoft.com/office/drawing/2014/main" id="{9341D5B2-D2D6-4853-B0EE-60F1DD10ED38}"/>
              </a:ext>
            </a:extLst>
          </p:cNvPr>
          <p:cNvSpPr>
            <a:spLocks noGrp="1"/>
          </p:cNvSpPr>
          <p:nvPr/>
        </p:nvSpPr>
        <p:spPr>
          <a:xfrm>
            <a:off x="4323297" y="2339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" name="F2_precision_recall_distributions_3262">
            <a:extLst>
              <a:ext uri="{FF2B5EF4-FFF2-40B4-BE49-F238E27FC236}">
                <a16:creationId xmlns:a16="http://schemas.microsoft.com/office/drawing/2014/main" id="{C8F9C1BD-ED51-49B6-921F-8B4DD2447399}"/>
              </a:ext>
            </a:extLst>
          </p:cNvPr>
          <p:cNvSpPr>
            <a:spLocks noGrp="1"/>
          </p:cNvSpPr>
          <p:nvPr/>
        </p:nvSpPr>
        <p:spPr>
          <a:xfrm>
            <a:off x="4113421" y="2341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" name="F2_precision_recall_distributions_3263">
            <a:extLst>
              <a:ext uri="{FF2B5EF4-FFF2-40B4-BE49-F238E27FC236}">
                <a16:creationId xmlns:a16="http://schemas.microsoft.com/office/drawing/2014/main" id="{8D972BD0-C993-4E33-8283-0FB0B90C0CCC}"/>
              </a:ext>
            </a:extLst>
          </p:cNvPr>
          <p:cNvSpPr>
            <a:spLocks noGrp="1"/>
          </p:cNvSpPr>
          <p:nvPr/>
        </p:nvSpPr>
        <p:spPr>
          <a:xfrm>
            <a:off x="408106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" name="F2_precision_recall_distributions_3264">
            <a:extLst>
              <a:ext uri="{FF2B5EF4-FFF2-40B4-BE49-F238E27FC236}">
                <a16:creationId xmlns:a16="http://schemas.microsoft.com/office/drawing/2014/main" id="{1DCA2185-1DC0-4C71-A1F8-58BBBEE98813}"/>
              </a:ext>
            </a:extLst>
          </p:cNvPr>
          <p:cNvSpPr>
            <a:spLocks noGrp="1"/>
          </p:cNvSpPr>
          <p:nvPr/>
        </p:nvSpPr>
        <p:spPr>
          <a:xfrm>
            <a:off x="4126195" y="23298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" name="F2_precision_recall_distributions_3265">
            <a:extLst>
              <a:ext uri="{FF2B5EF4-FFF2-40B4-BE49-F238E27FC236}">
                <a16:creationId xmlns:a16="http://schemas.microsoft.com/office/drawing/2014/main" id="{6D50265A-4292-475D-8DA3-1679A9FA4F64}"/>
              </a:ext>
            </a:extLst>
          </p:cNvPr>
          <p:cNvSpPr>
            <a:spLocks noGrp="1"/>
          </p:cNvSpPr>
          <p:nvPr/>
        </p:nvSpPr>
        <p:spPr>
          <a:xfrm>
            <a:off x="4155219" y="2342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" name="F2_precision_recall_distributions_3266">
            <a:extLst>
              <a:ext uri="{FF2B5EF4-FFF2-40B4-BE49-F238E27FC236}">
                <a16:creationId xmlns:a16="http://schemas.microsoft.com/office/drawing/2014/main" id="{FB6903F0-69CB-4CF4-A297-504630951DC9}"/>
              </a:ext>
            </a:extLst>
          </p:cNvPr>
          <p:cNvSpPr>
            <a:spLocks noGrp="1"/>
          </p:cNvSpPr>
          <p:nvPr/>
        </p:nvSpPr>
        <p:spPr>
          <a:xfrm>
            <a:off x="4324332" y="23419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" name="F2_precision_recall_distributions_3267">
            <a:extLst>
              <a:ext uri="{FF2B5EF4-FFF2-40B4-BE49-F238E27FC236}">
                <a16:creationId xmlns:a16="http://schemas.microsoft.com/office/drawing/2014/main" id="{B43170B6-8CD7-4906-A6AB-AF59945C4A0C}"/>
              </a:ext>
            </a:extLst>
          </p:cNvPr>
          <p:cNvSpPr>
            <a:spLocks noGrp="1"/>
          </p:cNvSpPr>
          <p:nvPr/>
        </p:nvSpPr>
        <p:spPr>
          <a:xfrm>
            <a:off x="4320147" y="2322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" name="F2_precision_recall_distributions_3268">
            <a:extLst>
              <a:ext uri="{FF2B5EF4-FFF2-40B4-BE49-F238E27FC236}">
                <a16:creationId xmlns:a16="http://schemas.microsoft.com/office/drawing/2014/main" id="{4F724D3A-3670-411A-881B-4161A1D31D14}"/>
              </a:ext>
            </a:extLst>
          </p:cNvPr>
          <p:cNvSpPr>
            <a:spLocks noGrp="1"/>
          </p:cNvSpPr>
          <p:nvPr/>
        </p:nvSpPr>
        <p:spPr>
          <a:xfrm>
            <a:off x="4188330" y="2338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" name="F2_precision_recall_distributions_3269">
            <a:extLst>
              <a:ext uri="{FF2B5EF4-FFF2-40B4-BE49-F238E27FC236}">
                <a16:creationId xmlns:a16="http://schemas.microsoft.com/office/drawing/2014/main" id="{B295038B-063C-496C-9B62-2B6585D17BB5}"/>
              </a:ext>
            </a:extLst>
          </p:cNvPr>
          <p:cNvSpPr>
            <a:spLocks noGrp="1"/>
          </p:cNvSpPr>
          <p:nvPr/>
        </p:nvSpPr>
        <p:spPr>
          <a:xfrm>
            <a:off x="4234664" y="1975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" name="F2_precision_recall_distributions_3270">
            <a:extLst>
              <a:ext uri="{FF2B5EF4-FFF2-40B4-BE49-F238E27FC236}">
                <a16:creationId xmlns:a16="http://schemas.microsoft.com/office/drawing/2014/main" id="{ABB6E7B7-2AAC-4726-A8A9-541B85A59C60}"/>
              </a:ext>
            </a:extLst>
          </p:cNvPr>
          <p:cNvSpPr>
            <a:spLocks noGrp="1"/>
          </p:cNvSpPr>
          <p:nvPr/>
        </p:nvSpPr>
        <p:spPr>
          <a:xfrm>
            <a:off x="402366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" name="F2_precision_recall_distributions_3271">
            <a:extLst>
              <a:ext uri="{FF2B5EF4-FFF2-40B4-BE49-F238E27FC236}">
                <a16:creationId xmlns:a16="http://schemas.microsoft.com/office/drawing/2014/main" id="{F068F3B7-1D2A-4AFB-9F31-F7F50C8250EC}"/>
              </a:ext>
            </a:extLst>
          </p:cNvPr>
          <p:cNvSpPr>
            <a:spLocks noGrp="1"/>
          </p:cNvSpPr>
          <p:nvPr/>
        </p:nvSpPr>
        <p:spPr>
          <a:xfrm>
            <a:off x="4180457" y="2328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" name="F2_precision_recall_distributions_3272">
            <a:extLst>
              <a:ext uri="{FF2B5EF4-FFF2-40B4-BE49-F238E27FC236}">
                <a16:creationId xmlns:a16="http://schemas.microsoft.com/office/drawing/2014/main" id="{39F859D0-0993-4FC7-8CA8-7BAD43F7B638}"/>
              </a:ext>
            </a:extLst>
          </p:cNvPr>
          <p:cNvSpPr>
            <a:spLocks noGrp="1"/>
          </p:cNvSpPr>
          <p:nvPr/>
        </p:nvSpPr>
        <p:spPr>
          <a:xfrm>
            <a:off x="4051652" y="23365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" name="F2_precision_recall_distributions_3273">
            <a:extLst>
              <a:ext uri="{FF2B5EF4-FFF2-40B4-BE49-F238E27FC236}">
                <a16:creationId xmlns:a16="http://schemas.microsoft.com/office/drawing/2014/main" id="{804B756D-4947-482F-A350-6BFF88DEC9A3}"/>
              </a:ext>
            </a:extLst>
          </p:cNvPr>
          <p:cNvSpPr>
            <a:spLocks noGrp="1"/>
          </p:cNvSpPr>
          <p:nvPr/>
        </p:nvSpPr>
        <p:spPr>
          <a:xfrm>
            <a:off x="4098351" y="2339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" name="F2_precision_recall_distributions_3274">
            <a:extLst>
              <a:ext uri="{FF2B5EF4-FFF2-40B4-BE49-F238E27FC236}">
                <a16:creationId xmlns:a16="http://schemas.microsoft.com/office/drawing/2014/main" id="{400E30A1-D19A-451B-877B-E703FED48F45}"/>
              </a:ext>
            </a:extLst>
          </p:cNvPr>
          <p:cNvSpPr>
            <a:spLocks noGrp="1"/>
          </p:cNvSpPr>
          <p:nvPr/>
        </p:nvSpPr>
        <p:spPr>
          <a:xfrm>
            <a:off x="43029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" name="F2_precision_recall_distributions_3275">
            <a:extLst>
              <a:ext uri="{FF2B5EF4-FFF2-40B4-BE49-F238E27FC236}">
                <a16:creationId xmlns:a16="http://schemas.microsoft.com/office/drawing/2014/main" id="{04A5069D-17D2-4A78-B222-E1BB4BF01312}"/>
              </a:ext>
            </a:extLst>
          </p:cNvPr>
          <p:cNvSpPr>
            <a:spLocks noGrp="1"/>
          </p:cNvSpPr>
          <p:nvPr/>
        </p:nvSpPr>
        <p:spPr>
          <a:xfrm>
            <a:off x="417012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" name="F2_precision_recall_distributions_3276">
            <a:extLst>
              <a:ext uri="{FF2B5EF4-FFF2-40B4-BE49-F238E27FC236}">
                <a16:creationId xmlns:a16="http://schemas.microsoft.com/office/drawing/2014/main" id="{D598D4D7-E075-4265-8B0C-C255B251CD23}"/>
              </a:ext>
            </a:extLst>
          </p:cNvPr>
          <p:cNvSpPr>
            <a:spLocks noGrp="1"/>
          </p:cNvSpPr>
          <p:nvPr/>
        </p:nvSpPr>
        <p:spPr>
          <a:xfrm>
            <a:off x="4306924" y="23183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" name="F2_precision_recall_distributions_3277">
            <a:extLst>
              <a:ext uri="{FF2B5EF4-FFF2-40B4-BE49-F238E27FC236}">
                <a16:creationId xmlns:a16="http://schemas.microsoft.com/office/drawing/2014/main" id="{B5DF35F2-63AF-4081-9D31-0792EA72A580}"/>
              </a:ext>
            </a:extLst>
          </p:cNvPr>
          <p:cNvSpPr>
            <a:spLocks noGrp="1"/>
          </p:cNvSpPr>
          <p:nvPr/>
        </p:nvSpPr>
        <p:spPr>
          <a:xfrm>
            <a:off x="398747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" name="F2_precision_recall_distributions_3278">
            <a:extLst>
              <a:ext uri="{FF2B5EF4-FFF2-40B4-BE49-F238E27FC236}">
                <a16:creationId xmlns:a16="http://schemas.microsoft.com/office/drawing/2014/main" id="{2A0C469E-B6E8-429C-89D9-121EC902752D}"/>
              </a:ext>
            </a:extLst>
          </p:cNvPr>
          <p:cNvSpPr>
            <a:spLocks noGrp="1"/>
          </p:cNvSpPr>
          <p:nvPr/>
        </p:nvSpPr>
        <p:spPr>
          <a:xfrm>
            <a:off x="4199136" y="23388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" name="F2_precision_recall_distributions_3279">
            <a:extLst>
              <a:ext uri="{FF2B5EF4-FFF2-40B4-BE49-F238E27FC236}">
                <a16:creationId xmlns:a16="http://schemas.microsoft.com/office/drawing/2014/main" id="{DCD36E0E-A03A-42AF-B019-46272B36F0F8}"/>
              </a:ext>
            </a:extLst>
          </p:cNvPr>
          <p:cNvSpPr>
            <a:spLocks noGrp="1"/>
          </p:cNvSpPr>
          <p:nvPr/>
        </p:nvSpPr>
        <p:spPr>
          <a:xfrm>
            <a:off x="42310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" name="F2_precision_recall_distributions_3280">
            <a:extLst>
              <a:ext uri="{FF2B5EF4-FFF2-40B4-BE49-F238E27FC236}">
                <a16:creationId xmlns:a16="http://schemas.microsoft.com/office/drawing/2014/main" id="{57D43A94-6F4F-4C84-B125-E161620AD6EF}"/>
              </a:ext>
            </a:extLst>
          </p:cNvPr>
          <p:cNvSpPr>
            <a:spLocks noGrp="1"/>
          </p:cNvSpPr>
          <p:nvPr/>
        </p:nvSpPr>
        <p:spPr>
          <a:xfrm>
            <a:off x="4015231" y="2341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" name="F2_precision_recall_distributions_3281">
            <a:extLst>
              <a:ext uri="{FF2B5EF4-FFF2-40B4-BE49-F238E27FC236}">
                <a16:creationId xmlns:a16="http://schemas.microsoft.com/office/drawing/2014/main" id="{211C1CA5-5237-4E47-963B-80A78234E62A}"/>
              </a:ext>
            </a:extLst>
          </p:cNvPr>
          <p:cNvSpPr>
            <a:spLocks noGrp="1"/>
          </p:cNvSpPr>
          <p:nvPr/>
        </p:nvSpPr>
        <p:spPr>
          <a:xfrm>
            <a:off x="40601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" name="F2_precision_recall_distributions_3282">
            <a:extLst>
              <a:ext uri="{FF2B5EF4-FFF2-40B4-BE49-F238E27FC236}">
                <a16:creationId xmlns:a16="http://schemas.microsoft.com/office/drawing/2014/main" id="{E3D53CA0-9CB0-48FC-BAE7-8C05ABF41619}"/>
              </a:ext>
            </a:extLst>
          </p:cNvPr>
          <p:cNvSpPr>
            <a:spLocks noGrp="1"/>
          </p:cNvSpPr>
          <p:nvPr/>
        </p:nvSpPr>
        <p:spPr>
          <a:xfrm>
            <a:off x="4036152" y="23324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" name="F2_precision_recall_distributions_3283">
            <a:extLst>
              <a:ext uri="{FF2B5EF4-FFF2-40B4-BE49-F238E27FC236}">
                <a16:creationId xmlns:a16="http://schemas.microsoft.com/office/drawing/2014/main" id="{329398B7-A3F1-41F3-81A4-A284F4D5A676}"/>
              </a:ext>
            </a:extLst>
          </p:cNvPr>
          <p:cNvSpPr>
            <a:spLocks noGrp="1"/>
          </p:cNvSpPr>
          <p:nvPr/>
        </p:nvSpPr>
        <p:spPr>
          <a:xfrm>
            <a:off x="4038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" name="F2_precision_recall_distributions_3284">
            <a:extLst>
              <a:ext uri="{FF2B5EF4-FFF2-40B4-BE49-F238E27FC236}">
                <a16:creationId xmlns:a16="http://schemas.microsoft.com/office/drawing/2014/main" id="{E75A4854-EE38-45D3-BD3F-E1DB4F5C322B}"/>
              </a:ext>
            </a:extLst>
          </p:cNvPr>
          <p:cNvSpPr>
            <a:spLocks noGrp="1"/>
          </p:cNvSpPr>
          <p:nvPr/>
        </p:nvSpPr>
        <p:spPr>
          <a:xfrm>
            <a:off x="4159272" y="2339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" name="F2_precision_recall_distributions_3285">
            <a:extLst>
              <a:ext uri="{FF2B5EF4-FFF2-40B4-BE49-F238E27FC236}">
                <a16:creationId xmlns:a16="http://schemas.microsoft.com/office/drawing/2014/main" id="{CAA53F55-FAF7-4BC7-A599-9774D5DB7460}"/>
              </a:ext>
            </a:extLst>
          </p:cNvPr>
          <p:cNvSpPr>
            <a:spLocks noGrp="1"/>
          </p:cNvSpPr>
          <p:nvPr/>
        </p:nvSpPr>
        <p:spPr>
          <a:xfrm>
            <a:off x="4143342" y="23363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" name="F2_precision_recall_distributions_3286">
            <a:extLst>
              <a:ext uri="{FF2B5EF4-FFF2-40B4-BE49-F238E27FC236}">
                <a16:creationId xmlns:a16="http://schemas.microsoft.com/office/drawing/2014/main" id="{986F1CA7-8165-4F17-8983-CD4909949FDA}"/>
              </a:ext>
            </a:extLst>
          </p:cNvPr>
          <p:cNvSpPr>
            <a:spLocks noGrp="1"/>
          </p:cNvSpPr>
          <p:nvPr/>
        </p:nvSpPr>
        <p:spPr>
          <a:xfrm>
            <a:off x="4341284" y="2135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" name="F2_precision_recall_distributions_3287">
            <a:extLst>
              <a:ext uri="{FF2B5EF4-FFF2-40B4-BE49-F238E27FC236}">
                <a16:creationId xmlns:a16="http://schemas.microsoft.com/office/drawing/2014/main" id="{62B5CA59-B13F-4D80-9C77-99419B2D025E}"/>
              </a:ext>
            </a:extLst>
          </p:cNvPr>
          <p:cNvSpPr>
            <a:spLocks noGrp="1"/>
          </p:cNvSpPr>
          <p:nvPr/>
        </p:nvSpPr>
        <p:spPr>
          <a:xfrm>
            <a:off x="4137087" y="226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" name="F2_precision_recall_distributions_3288">
            <a:extLst>
              <a:ext uri="{FF2B5EF4-FFF2-40B4-BE49-F238E27FC236}">
                <a16:creationId xmlns:a16="http://schemas.microsoft.com/office/drawing/2014/main" id="{304297AE-51B5-4AD4-90B2-1925BF914061}"/>
              </a:ext>
            </a:extLst>
          </p:cNvPr>
          <p:cNvSpPr>
            <a:spLocks noGrp="1"/>
          </p:cNvSpPr>
          <p:nvPr/>
        </p:nvSpPr>
        <p:spPr>
          <a:xfrm>
            <a:off x="4321163" y="2342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" name="F2_precision_recall_distributions_3289">
            <a:extLst>
              <a:ext uri="{FF2B5EF4-FFF2-40B4-BE49-F238E27FC236}">
                <a16:creationId xmlns:a16="http://schemas.microsoft.com/office/drawing/2014/main" id="{0B9E416F-5601-46E1-A763-B232ED5B53B8}"/>
              </a:ext>
            </a:extLst>
          </p:cNvPr>
          <p:cNvSpPr>
            <a:spLocks noGrp="1"/>
          </p:cNvSpPr>
          <p:nvPr/>
        </p:nvSpPr>
        <p:spPr>
          <a:xfrm>
            <a:off x="40683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" name="F2_precision_recall_distributions_3290">
            <a:extLst>
              <a:ext uri="{FF2B5EF4-FFF2-40B4-BE49-F238E27FC236}">
                <a16:creationId xmlns:a16="http://schemas.microsoft.com/office/drawing/2014/main" id="{C428F1EF-9527-42CB-A74E-B9086516A3A7}"/>
              </a:ext>
            </a:extLst>
          </p:cNvPr>
          <p:cNvSpPr>
            <a:spLocks noGrp="1"/>
          </p:cNvSpPr>
          <p:nvPr/>
        </p:nvSpPr>
        <p:spPr>
          <a:xfrm>
            <a:off x="4215933" y="2333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" name="F2_precision_recall_distributions_3291">
            <a:extLst>
              <a:ext uri="{FF2B5EF4-FFF2-40B4-BE49-F238E27FC236}">
                <a16:creationId xmlns:a16="http://schemas.microsoft.com/office/drawing/2014/main" id="{C942B60A-73C8-4762-BB51-B0D50C709279}"/>
              </a:ext>
            </a:extLst>
          </p:cNvPr>
          <p:cNvSpPr>
            <a:spLocks noGrp="1"/>
          </p:cNvSpPr>
          <p:nvPr/>
        </p:nvSpPr>
        <p:spPr>
          <a:xfrm>
            <a:off x="4082374" y="2308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" name="F2_precision_recall_distributions_3292">
            <a:extLst>
              <a:ext uri="{FF2B5EF4-FFF2-40B4-BE49-F238E27FC236}">
                <a16:creationId xmlns:a16="http://schemas.microsoft.com/office/drawing/2014/main" id="{9D41B56F-F470-452F-B900-03C205EF6FE3}"/>
              </a:ext>
            </a:extLst>
          </p:cNvPr>
          <p:cNvSpPr>
            <a:spLocks noGrp="1"/>
          </p:cNvSpPr>
          <p:nvPr/>
        </p:nvSpPr>
        <p:spPr>
          <a:xfrm>
            <a:off x="4060105" y="233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" name="F2_precision_recall_distributions_3293">
            <a:extLst>
              <a:ext uri="{FF2B5EF4-FFF2-40B4-BE49-F238E27FC236}">
                <a16:creationId xmlns:a16="http://schemas.microsoft.com/office/drawing/2014/main" id="{6F8A0065-784E-4F95-839E-848D4B959CB4}"/>
              </a:ext>
            </a:extLst>
          </p:cNvPr>
          <p:cNvSpPr>
            <a:spLocks noGrp="1"/>
          </p:cNvSpPr>
          <p:nvPr/>
        </p:nvSpPr>
        <p:spPr>
          <a:xfrm>
            <a:off x="4251351" y="2320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" name="F2_precision_recall_distributions_3294">
            <a:extLst>
              <a:ext uri="{FF2B5EF4-FFF2-40B4-BE49-F238E27FC236}">
                <a16:creationId xmlns:a16="http://schemas.microsoft.com/office/drawing/2014/main" id="{F345E427-39B7-4D1D-B712-EC77CF150963}"/>
              </a:ext>
            </a:extLst>
          </p:cNvPr>
          <p:cNvSpPr>
            <a:spLocks noGrp="1"/>
          </p:cNvSpPr>
          <p:nvPr/>
        </p:nvSpPr>
        <p:spPr>
          <a:xfrm>
            <a:off x="4166987" y="23111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" name="F2_precision_recall_distributions_3295">
            <a:extLst>
              <a:ext uri="{FF2B5EF4-FFF2-40B4-BE49-F238E27FC236}">
                <a16:creationId xmlns:a16="http://schemas.microsoft.com/office/drawing/2014/main" id="{A0A3D888-1813-4850-A254-B0BDC168FD0B}"/>
              </a:ext>
            </a:extLst>
          </p:cNvPr>
          <p:cNvSpPr>
            <a:spLocks noGrp="1"/>
          </p:cNvSpPr>
          <p:nvPr/>
        </p:nvSpPr>
        <p:spPr>
          <a:xfrm>
            <a:off x="41671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" name="F2_precision_recall_distributions_3296">
            <a:extLst>
              <a:ext uri="{FF2B5EF4-FFF2-40B4-BE49-F238E27FC236}">
                <a16:creationId xmlns:a16="http://schemas.microsoft.com/office/drawing/2014/main" id="{6291DC55-0CE9-4A2C-A96D-0F7611133D92}"/>
              </a:ext>
            </a:extLst>
          </p:cNvPr>
          <p:cNvSpPr>
            <a:spLocks noGrp="1"/>
          </p:cNvSpPr>
          <p:nvPr/>
        </p:nvSpPr>
        <p:spPr>
          <a:xfrm>
            <a:off x="4311153" y="2336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" name="F2_precision_recall_distributions_3297">
            <a:extLst>
              <a:ext uri="{FF2B5EF4-FFF2-40B4-BE49-F238E27FC236}">
                <a16:creationId xmlns:a16="http://schemas.microsoft.com/office/drawing/2014/main" id="{6FE26FF3-4832-4E3A-A06B-250E1FF36AAC}"/>
              </a:ext>
            </a:extLst>
          </p:cNvPr>
          <p:cNvSpPr>
            <a:spLocks noGrp="1"/>
          </p:cNvSpPr>
          <p:nvPr/>
        </p:nvSpPr>
        <p:spPr>
          <a:xfrm>
            <a:off x="4007599" y="23350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" name="F2_precision_recall_distributions_3298">
            <a:extLst>
              <a:ext uri="{FF2B5EF4-FFF2-40B4-BE49-F238E27FC236}">
                <a16:creationId xmlns:a16="http://schemas.microsoft.com/office/drawing/2014/main" id="{C3EC755E-58D9-4469-89DB-3152CCE15BCE}"/>
              </a:ext>
            </a:extLst>
          </p:cNvPr>
          <p:cNvSpPr>
            <a:spLocks noGrp="1"/>
          </p:cNvSpPr>
          <p:nvPr/>
        </p:nvSpPr>
        <p:spPr>
          <a:xfrm>
            <a:off x="41442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" name="F2_precision_recall_distributions_3299">
            <a:extLst>
              <a:ext uri="{FF2B5EF4-FFF2-40B4-BE49-F238E27FC236}">
                <a16:creationId xmlns:a16="http://schemas.microsoft.com/office/drawing/2014/main" id="{BED8115F-7F57-4E7D-B492-73D44167C5C4}"/>
              </a:ext>
            </a:extLst>
          </p:cNvPr>
          <p:cNvSpPr>
            <a:spLocks noGrp="1"/>
          </p:cNvSpPr>
          <p:nvPr/>
        </p:nvSpPr>
        <p:spPr>
          <a:xfrm>
            <a:off x="42390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" name="F2_precision_recall_distributions_3300">
            <a:extLst>
              <a:ext uri="{FF2B5EF4-FFF2-40B4-BE49-F238E27FC236}">
                <a16:creationId xmlns:a16="http://schemas.microsoft.com/office/drawing/2014/main" id="{80C46B2F-2DE2-4B2C-B895-94AFEFF77EE1}"/>
              </a:ext>
            </a:extLst>
          </p:cNvPr>
          <p:cNvSpPr>
            <a:spLocks noGrp="1"/>
          </p:cNvSpPr>
          <p:nvPr/>
        </p:nvSpPr>
        <p:spPr>
          <a:xfrm>
            <a:off x="4138732" y="2299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" name="F2_precision_recall_distributions_3301">
            <a:extLst>
              <a:ext uri="{FF2B5EF4-FFF2-40B4-BE49-F238E27FC236}">
                <a16:creationId xmlns:a16="http://schemas.microsoft.com/office/drawing/2014/main" id="{DF2ABB0A-A3AF-4897-9D38-F44D46C8F9E1}"/>
              </a:ext>
            </a:extLst>
          </p:cNvPr>
          <p:cNvSpPr>
            <a:spLocks noGrp="1"/>
          </p:cNvSpPr>
          <p:nvPr/>
        </p:nvSpPr>
        <p:spPr>
          <a:xfrm>
            <a:off x="4196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" name="F2_precision_recall_distributions_3302">
            <a:extLst>
              <a:ext uri="{FF2B5EF4-FFF2-40B4-BE49-F238E27FC236}">
                <a16:creationId xmlns:a16="http://schemas.microsoft.com/office/drawing/2014/main" id="{064FD171-7599-4234-AACB-88E2CD097865}"/>
              </a:ext>
            </a:extLst>
          </p:cNvPr>
          <p:cNvSpPr>
            <a:spLocks noGrp="1"/>
          </p:cNvSpPr>
          <p:nvPr/>
        </p:nvSpPr>
        <p:spPr>
          <a:xfrm>
            <a:off x="4123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" name="F2_precision_recall_distributions_3303">
            <a:extLst>
              <a:ext uri="{FF2B5EF4-FFF2-40B4-BE49-F238E27FC236}">
                <a16:creationId xmlns:a16="http://schemas.microsoft.com/office/drawing/2014/main" id="{B29BB601-7270-4F2A-B002-595305412702}"/>
              </a:ext>
            </a:extLst>
          </p:cNvPr>
          <p:cNvSpPr>
            <a:spLocks noGrp="1"/>
          </p:cNvSpPr>
          <p:nvPr/>
        </p:nvSpPr>
        <p:spPr>
          <a:xfrm>
            <a:off x="4226305" y="2209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" name="F2_precision_recall_distributions_3304">
            <a:extLst>
              <a:ext uri="{FF2B5EF4-FFF2-40B4-BE49-F238E27FC236}">
                <a16:creationId xmlns:a16="http://schemas.microsoft.com/office/drawing/2014/main" id="{B195DAD9-C52A-4F83-9A5B-DE994A27D93E}"/>
              </a:ext>
            </a:extLst>
          </p:cNvPr>
          <p:cNvSpPr>
            <a:spLocks noGrp="1"/>
          </p:cNvSpPr>
          <p:nvPr/>
        </p:nvSpPr>
        <p:spPr>
          <a:xfrm>
            <a:off x="416678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" name="F2_precision_recall_distributions_3305">
            <a:extLst>
              <a:ext uri="{FF2B5EF4-FFF2-40B4-BE49-F238E27FC236}">
                <a16:creationId xmlns:a16="http://schemas.microsoft.com/office/drawing/2014/main" id="{DDC47A31-2927-41C1-8A65-B9DFCB92D485}"/>
              </a:ext>
            </a:extLst>
          </p:cNvPr>
          <p:cNvSpPr>
            <a:spLocks noGrp="1"/>
          </p:cNvSpPr>
          <p:nvPr/>
        </p:nvSpPr>
        <p:spPr>
          <a:xfrm>
            <a:off x="428227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" name="F2_precision_recall_distributions_3306">
            <a:extLst>
              <a:ext uri="{FF2B5EF4-FFF2-40B4-BE49-F238E27FC236}">
                <a16:creationId xmlns:a16="http://schemas.microsoft.com/office/drawing/2014/main" id="{5B081632-7D54-4120-9224-22AED840F1DA}"/>
              </a:ext>
            </a:extLst>
          </p:cNvPr>
          <p:cNvSpPr>
            <a:spLocks noGrp="1"/>
          </p:cNvSpPr>
          <p:nvPr/>
        </p:nvSpPr>
        <p:spPr>
          <a:xfrm>
            <a:off x="4274691" y="2338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" name="F2_precision_recall_distributions_3307">
            <a:extLst>
              <a:ext uri="{FF2B5EF4-FFF2-40B4-BE49-F238E27FC236}">
                <a16:creationId xmlns:a16="http://schemas.microsoft.com/office/drawing/2014/main" id="{E396382B-2031-47C0-86C0-3E795B9E1425}"/>
              </a:ext>
            </a:extLst>
          </p:cNvPr>
          <p:cNvSpPr>
            <a:spLocks noGrp="1"/>
          </p:cNvSpPr>
          <p:nvPr/>
        </p:nvSpPr>
        <p:spPr>
          <a:xfrm>
            <a:off x="4196900" y="22276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" name="F2_precision_recall_distributions_3308">
            <a:extLst>
              <a:ext uri="{FF2B5EF4-FFF2-40B4-BE49-F238E27FC236}">
                <a16:creationId xmlns:a16="http://schemas.microsoft.com/office/drawing/2014/main" id="{06D37C52-FB71-4789-BE96-C45DC5153E46}"/>
              </a:ext>
            </a:extLst>
          </p:cNvPr>
          <p:cNvSpPr>
            <a:spLocks noGrp="1"/>
          </p:cNvSpPr>
          <p:nvPr/>
        </p:nvSpPr>
        <p:spPr>
          <a:xfrm>
            <a:off x="4067749" y="23362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" name="F2_precision_recall_distributions_3309">
            <a:extLst>
              <a:ext uri="{FF2B5EF4-FFF2-40B4-BE49-F238E27FC236}">
                <a16:creationId xmlns:a16="http://schemas.microsoft.com/office/drawing/2014/main" id="{A590AF55-CC6E-483B-A71A-3C341C89B054}"/>
              </a:ext>
            </a:extLst>
          </p:cNvPr>
          <p:cNvSpPr>
            <a:spLocks noGrp="1"/>
          </p:cNvSpPr>
          <p:nvPr/>
        </p:nvSpPr>
        <p:spPr>
          <a:xfrm>
            <a:off x="3981986" y="23415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" name="F2_precision_recall_distributions_3310">
            <a:extLst>
              <a:ext uri="{FF2B5EF4-FFF2-40B4-BE49-F238E27FC236}">
                <a16:creationId xmlns:a16="http://schemas.microsoft.com/office/drawing/2014/main" id="{31A1A5B9-7954-4673-9EBA-F05A47B70D39}"/>
              </a:ext>
            </a:extLst>
          </p:cNvPr>
          <p:cNvSpPr>
            <a:spLocks noGrp="1"/>
          </p:cNvSpPr>
          <p:nvPr/>
        </p:nvSpPr>
        <p:spPr>
          <a:xfrm>
            <a:off x="4014682" y="23145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" name="F2_precision_recall_distributions_3311">
            <a:extLst>
              <a:ext uri="{FF2B5EF4-FFF2-40B4-BE49-F238E27FC236}">
                <a16:creationId xmlns:a16="http://schemas.microsoft.com/office/drawing/2014/main" id="{F8D6C6F4-B3B0-4FE9-9009-702DC569EB60}"/>
              </a:ext>
            </a:extLst>
          </p:cNvPr>
          <p:cNvSpPr>
            <a:spLocks noGrp="1"/>
          </p:cNvSpPr>
          <p:nvPr/>
        </p:nvSpPr>
        <p:spPr>
          <a:xfrm>
            <a:off x="4003481" y="23386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" name="F2_precision_recall_distributions_3312">
            <a:extLst>
              <a:ext uri="{FF2B5EF4-FFF2-40B4-BE49-F238E27FC236}">
                <a16:creationId xmlns:a16="http://schemas.microsoft.com/office/drawing/2014/main" id="{B6A17F93-78BE-4F49-9151-A7F9A86D7492}"/>
              </a:ext>
            </a:extLst>
          </p:cNvPr>
          <p:cNvSpPr>
            <a:spLocks noGrp="1"/>
          </p:cNvSpPr>
          <p:nvPr/>
        </p:nvSpPr>
        <p:spPr>
          <a:xfrm>
            <a:off x="41077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" name="F2_precision_recall_distributions_3313">
            <a:extLst>
              <a:ext uri="{FF2B5EF4-FFF2-40B4-BE49-F238E27FC236}">
                <a16:creationId xmlns:a16="http://schemas.microsoft.com/office/drawing/2014/main" id="{A5DBEC88-B134-42D6-B4A4-7755B66F5ED7}"/>
              </a:ext>
            </a:extLst>
          </p:cNvPr>
          <p:cNvSpPr>
            <a:spLocks noGrp="1"/>
          </p:cNvSpPr>
          <p:nvPr/>
        </p:nvSpPr>
        <p:spPr>
          <a:xfrm>
            <a:off x="42426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" name="F2_precision_recall_distributions_3314">
            <a:extLst>
              <a:ext uri="{FF2B5EF4-FFF2-40B4-BE49-F238E27FC236}">
                <a16:creationId xmlns:a16="http://schemas.microsoft.com/office/drawing/2014/main" id="{0BDEE8D3-820D-4C35-B382-A44F72FC42B2}"/>
              </a:ext>
            </a:extLst>
          </p:cNvPr>
          <p:cNvSpPr>
            <a:spLocks noGrp="1"/>
          </p:cNvSpPr>
          <p:nvPr/>
        </p:nvSpPr>
        <p:spPr>
          <a:xfrm>
            <a:off x="40496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" name="F2_precision_recall_distributions_3315">
            <a:extLst>
              <a:ext uri="{FF2B5EF4-FFF2-40B4-BE49-F238E27FC236}">
                <a16:creationId xmlns:a16="http://schemas.microsoft.com/office/drawing/2014/main" id="{493D28E5-4B6A-4485-8A78-EF67766FC6F9}"/>
              </a:ext>
            </a:extLst>
          </p:cNvPr>
          <p:cNvSpPr>
            <a:spLocks noGrp="1"/>
          </p:cNvSpPr>
          <p:nvPr/>
        </p:nvSpPr>
        <p:spPr>
          <a:xfrm>
            <a:off x="4138250" y="21644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2" name="F2_precision_recall_distributions_3316">
            <a:extLst>
              <a:ext uri="{FF2B5EF4-FFF2-40B4-BE49-F238E27FC236}">
                <a16:creationId xmlns:a16="http://schemas.microsoft.com/office/drawing/2014/main" id="{3D9C9C6F-8934-4B48-9910-9A7836E63D50}"/>
              </a:ext>
            </a:extLst>
          </p:cNvPr>
          <p:cNvSpPr>
            <a:spLocks noGrp="1"/>
          </p:cNvSpPr>
          <p:nvPr/>
        </p:nvSpPr>
        <p:spPr>
          <a:xfrm>
            <a:off x="4289202" y="23405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" name="F2_precision_recall_distributions_3317">
            <a:extLst>
              <a:ext uri="{FF2B5EF4-FFF2-40B4-BE49-F238E27FC236}">
                <a16:creationId xmlns:a16="http://schemas.microsoft.com/office/drawing/2014/main" id="{990A13B3-BF87-4A3A-B345-5DA4F2D3C241}"/>
              </a:ext>
            </a:extLst>
          </p:cNvPr>
          <p:cNvSpPr>
            <a:spLocks noGrp="1"/>
          </p:cNvSpPr>
          <p:nvPr/>
        </p:nvSpPr>
        <p:spPr>
          <a:xfrm>
            <a:off x="4133592" y="2300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" name="F2_precision_recall_distributions_3318">
            <a:extLst>
              <a:ext uri="{FF2B5EF4-FFF2-40B4-BE49-F238E27FC236}">
                <a16:creationId xmlns:a16="http://schemas.microsoft.com/office/drawing/2014/main" id="{EE9614A4-6C1F-41FA-9FE9-19B96D63E52C}"/>
              </a:ext>
            </a:extLst>
          </p:cNvPr>
          <p:cNvSpPr>
            <a:spLocks noGrp="1"/>
          </p:cNvSpPr>
          <p:nvPr/>
        </p:nvSpPr>
        <p:spPr>
          <a:xfrm>
            <a:off x="4328944" y="23398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" name="F2_precision_recall_distributions_3319">
            <a:extLst>
              <a:ext uri="{FF2B5EF4-FFF2-40B4-BE49-F238E27FC236}">
                <a16:creationId xmlns:a16="http://schemas.microsoft.com/office/drawing/2014/main" id="{FFD0A4A3-8AFE-4788-9390-A8AF53CFF967}"/>
              </a:ext>
            </a:extLst>
          </p:cNvPr>
          <p:cNvSpPr>
            <a:spLocks noGrp="1"/>
          </p:cNvSpPr>
          <p:nvPr/>
        </p:nvSpPr>
        <p:spPr>
          <a:xfrm>
            <a:off x="405684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" name="F2_precision_recall_distributions_3320">
            <a:extLst>
              <a:ext uri="{FF2B5EF4-FFF2-40B4-BE49-F238E27FC236}">
                <a16:creationId xmlns:a16="http://schemas.microsoft.com/office/drawing/2014/main" id="{FE7FE7A6-4819-4C0B-A82E-40426FFD6E9E}"/>
              </a:ext>
            </a:extLst>
          </p:cNvPr>
          <p:cNvSpPr>
            <a:spLocks noGrp="1"/>
          </p:cNvSpPr>
          <p:nvPr/>
        </p:nvSpPr>
        <p:spPr>
          <a:xfrm>
            <a:off x="4220899" y="2330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" name="F2_precision_recall_distributions_3321">
            <a:extLst>
              <a:ext uri="{FF2B5EF4-FFF2-40B4-BE49-F238E27FC236}">
                <a16:creationId xmlns:a16="http://schemas.microsoft.com/office/drawing/2014/main" id="{23242070-DAE0-4626-B880-A0383687E8FC}"/>
              </a:ext>
            </a:extLst>
          </p:cNvPr>
          <p:cNvSpPr>
            <a:spLocks noGrp="1"/>
          </p:cNvSpPr>
          <p:nvPr/>
        </p:nvSpPr>
        <p:spPr>
          <a:xfrm>
            <a:off x="4247615" y="23148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" name="F2_precision_recall_distributions_3322">
            <a:extLst>
              <a:ext uri="{FF2B5EF4-FFF2-40B4-BE49-F238E27FC236}">
                <a16:creationId xmlns:a16="http://schemas.microsoft.com/office/drawing/2014/main" id="{E05538E9-852F-4CC9-AB1F-7852551E9AEA}"/>
              </a:ext>
            </a:extLst>
          </p:cNvPr>
          <p:cNvSpPr>
            <a:spLocks noGrp="1"/>
          </p:cNvSpPr>
          <p:nvPr/>
        </p:nvSpPr>
        <p:spPr>
          <a:xfrm>
            <a:off x="4137839" y="22623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" name="F2_precision_recall_distributions_3323">
            <a:extLst>
              <a:ext uri="{FF2B5EF4-FFF2-40B4-BE49-F238E27FC236}">
                <a16:creationId xmlns:a16="http://schemas.microsoft.com/office/drawing/2014/main" id="{97FEA5C9-58E0-4DAB-94ED-E5C5CE01D668}"/>
              </a:ext>
            </a:extLst>
          </p:cNvPr>
          <p:cNvSpPr>
            <a:spLocks noGrp="1"/>
          </p:cNvSpPr>
          <p:nvPr/>
        </p:nvSpPr>
        <p:spPr>
          <a:xfrm>
            <a:off x="4203000" y="23399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" name="F2_precision_recall_distributions_3324">
            <a:extLst>
              <a:ext uri="{FF2B5EF4-FFF2-40B4-BE49-F238E27FC236}">
                <a16:creationId xmlns:a16="http://schemas.microsoft.com/office/drawing/2014/main" id="{5716128B-CE85-4EA2-889E-4F2AB61ACB5A}"/>
              </a:ext>
            </a:extLst>
          </p:cNvPr>
          <p:cNvSpPr>
            <a:spLocks noGrp="1"/>
          </p:cNvSpPr>
          <p:nvPr/>
        </p:nvSpPr>
        <p:spPr>
          <a:xfrm>
            <a:off x="4330241" y="23405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" name="F2_precision_recall_distributions_3325">
            <a:extLst>
              <a:ext uri="{FF2B5EF4-FFF2-40B4-BE49-F238E27FC236}">
                <a16:creationId xmlns:a16="http://schemas.microsoft.com/office/drawing/2014/main" id="{24050E81-E6CD-40C5-95A3-B0A62F3EF086}"/>
              </a:ext>
            </a:extLst>
          </p:cNvPr>
          <p:cNvSpPr>
            <a:spLocks noGrp="1"/>
          </p:cNvSpPr>
          <p:nvPr/>
        </p:nvSpPr>
        <p:spPr>
          <a:xfrm>
            <a:off x="4105602" y="22688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" name="F2_precision_recall_distributions_3326">
            <a:extLst>
              <a:ext uri="{FF2B5EF4-FFF2-40B4-BE49-F238E27FC236}">
                <a16:creationId xmlns:a16="http://schemas.microsoft.com/office/drawing/2014/main" id="{490B2BE1-D003-4F08-9FB6-0C836974C964}"/>
              </a:ext>
            </a:extLst>
          </p:cNvPr>
          <p:cNvSpPr>
            <a:spLocks noGrp="1"/>
          </p:cNvSpPr>
          <p:nvPr/>
        </p:nvSpPr>
        <p:spPr>
          <a:xfrm>
            <a:off x="40679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" name="F2_precision_recall_distributions_3327">
            <a:extLst>
              <a:ext uri="{FF2B5EF4-FFF2-40B4-BE49-F238E27FC236}">
                <a16:creationId xmlns:a16="http://schemas.microsoft.com/office/drawing/2014/main" id="{DCC26FF4-CAA2-43D4-A7DD-37E8745B5D0C}"/>
              </a:ext>
            </a:extLst>
          </p:cNvPr>
          <p:cNvSpPr>
            <a:spLocks noGrp="1"/>
          </p:cNvSpPr>
          <p:nvPr/>
        </p:nvSpPr>
        <p:spPr>
          <a:xfrm>
            <a:off x="4135175" y="23063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" name="F2_precision_recall_distributions_3328">
            <a:extLst>
              <a:ext uri="{FF2B5EF4-FFF2-40B4-BE49-F238E27FC236}">
                <a16:creationId xmlns:a16="http://schemas.microsoft.com/office/drawing/2014/main" id="{89B87CC7-1C4A-42DA-8B5D-1BACF4170C37}"/>
              </a:ext>
            </a:extLst>
          </p:cNvPr>
          <p:cNvSpPr>
            <a:spLocks noGrp="1"/>
          </p:cNvSpPr>
          <p:nvPr/>
        </p:nvSpPr>
        <p:spPr>
          <a:xfrm>
            <a:off x="41132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" name="F2_precision_recall_distributions_3329">
            <a:extLst>
              <a:ext uri="{FF2B5EF4-FFF2-40B4-BE49-F238E27FC236}">
                <a16:creationId xmlns:a16="http://schemas.microsoft.com/office/drawing/2014/main" id="{2D9388D4-6CB2-4B8B-BE7F-45393FEF7C26}"/>
              </a:ext>
            </a:extLst>
          </p:cNvPr>
          <p:cNvSpPr>
            <a:spLocks noGrp="1"/>
          </p:cNvSpPr>
          <p:nvPr/>
        </p:nvSpPr>
        <p:spPr>
          <a:xfrm>
            <a:off x="4260514" y="2336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" name="F2_precision_recall_distributions_3330">
            <a:extLst>
              <a:ext uri="{FF2B5EF4-FFF2-40B4-BE49-F238E27FC236}">
                <a16:creationId xmlns:a16="http://schemas.microsoft.com/office/drawing/2014/main" id="{500BDCDA-53EA-4AF5-8FBC-22DC471D4030}"/>
              </a:ext>
            </a:extLst>
          </p:cNvPr>
          <p:cNvSpPr>
            <a:spLocks noGrp="1"/>
          </p:cNvSpPr>
          <p:nvPr/>
        </p:nvSpPr>
        <p:spPr>
          <a:xfrm>
            <a:off x="403683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" name="F2_precision_recall_distributions_3331">
            <a:extLst>
              <a:ext uri="{FF2B5EF4-FFF2-40B4-BE49-F238E27FC236}">
                <a16:creationId xmlns:a16="http://schemas.microsoft.com/office/drawing/2014/main" id="{339E48AB-4261-49BE-9475-C39A5BC5AA23}"/>
              </a:ext>
            </a:extLst>
          </p:cNvPr>
          <p:cNvSpPr>
            <a:spLocks noGrp="1"/>
          </p:cNvSpPr>
          <p:nvPr/>
        </p:nvSpPr>
        <p:spPr>
          <a:xfrm>
            <a:off x="4046948" y="2330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" name="F2_precision_recall_distributions_3332">
            <a:extLst>
              <a:ext uri="{FF2B5EF4-FFF2-40B4-BE49-F238E27FC236}">
                <a16:creationId xmlns:a16="http://schemas.microsoft.com/office/drawing/2014/main" id="{903634B3-8A43-4247-A8CB-86DC8C256D4A}"/>
              </a:ext>
            </a:extLst>
          </p:cNvPr>
          <p:cNvSpPr>
            <a:spLocks noGrp="1"/>
          </p:cNvSpPr>
          <p:nvPr/>
        </p:nvSpPr>
        <p:spPr>
          <a:xfrm>
            <a:off x="4012257" y="232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" name="F2_precision_recall_distributions_3333">
            <a:extLst>
              <a:ext uri="{FF2B5EF4-FFF2-40B4-BE49-F238E27FC236}">
                <a16:creationId xmlns:a16="http://schemas.microsoft.com/office/drawing/2014/main" id="{2E516D69-C7C1-42DF-B0BA-7DCEEE552B2A}"/>
              </a:ext>
            </a:extLst>
          </p:cNvPr>
          <p:cNvSpPr>
            <a:spLocks noGrp="1"/>
          </p:cNvSpPr>
          <p:nvPr/>
        </p:nvSpPr>
        <p:spPr>
          <a:xfrm>
            <a:off x="4021478" y="232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" name="F2_precision_recall_distributions_3334">
            <a:extLst>
              <a:ext uri="{FF2B5EF4-FFF2-40B4-BE49-F238E27FC236}">
                <a16:creationId xmlns:a16="http://schemas.microsoft.com/office/drawing/2014/main" id="{ED49E663-E841-4968-BCFF-9C078D9362D8}"/>
              </a:ext>
            </a:extLst>
          </p:cNvPr>
          <p:cNvSpPr>
            <a:spLocks noGrp="1"/>
          </p:cNvSpPr>
          <p:nvPr/>
        </p:nvSpPr>
        <p:spPr>
          <a:xfrm>
            <a:off x="4125042" y="2326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" name="F2_precision_recall_distributions_3335">
            <a:extLst>
              <a:ext uri="{FF2B5EF4-FFF2-40B4-BE49-F238E27FC236}">
                <a16:creationId xmlns:a16="http://schemas.microsoft.com/office/drawing/2014/main" id="{20D45195-74DE-436A-AD41-C720ED2809A2}"/>
              </a:ext>
            </a:extLst>
          </p:cNvPr>
          <p:cNvSpPr>
            <a:spLocks noGrp="1"/>
          </p:cNvSpPr>
          <p:nvPr/>
        </p:nvSpPr>
        <p:spPr>
          <a:xfrm>
            <a:off x="4125998" y="23411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" name="F2_precision_recall_distributions_3336">
            <a:extLst>
              <a:ext uri="{FF2B5EF4-FFF2-40B4-BE49-F238E27FC236}">
                <a16:creationId xmlns:a16="http://schemas.microsoft.com/office/drawing/2014/main" id="{8BF05C20-6ECA-41CE-859A-BE81EBB80674}"/>
              </a:ext>
            </a:extLst>
          </p:cNvPr>
          <p:cNvSpPr>
            <a:spLocks noGrp="1"/>
          </p:cNvSpPr>
          <p:nvPr/>
        </p:nvSpPr>
        <p:spPr>
          <a:xfrm>
            <a:off x="4074559" y="231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" name="F2_precision_recall_distributions_3337">
            <a:extLst>
              <a:ext uri="{FF2B5EF4-FFF2-40B4-BE49-F238E27FC236}">
                <a16:creationId xmlns:a16="http://schemas.microsoft.com/office/drawing/2014/main" id="{0E15BD85-8681-4339-851C-77E54AA60EFF}"/>
              </a:ext>
            </a:extLst>
          </p:cNvPr>
          <p:cNvSpPr>
            <a:spLocks noGrp="1"/>
          </p:cNvSpPr>
          <p:nvPr/>
        </p:nvSpPr>
        <p:spPr>
          <a:xfrm>
            <a:off x="4327372" y="2335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" name="F2_precision_recall_distributions_3338">
            <a:extLst>
              <a:ext uri="{FF2B5EF4-FFF2-40B4-BE49-F238E27FC236}">
                <a16:creationId xmlns:a16="http://schemas.microsoft.com/office/drawing/2014/main" id="{4A54FC46-48C8-448D-9A20-42DCF8B77E58}"/>
              </a:ext>
            </a:extLst>
          </p:cNvPr>
          <p:cNvSpPr>
            <a:spLocks noGrp="1"/>
          </p:cNvSpPr>
          <p:nvPr/>
        </p:nvSpPr>
        <p:spPr>
          <a:xfrm>
            <a:off x="40249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" name="F2_precision_recall_distributions_3339">
            <a:extLst>
              <a:ext uri="{FF2B5EF4-FFF2-40B4-BE49-F238E27FC236}">
                <a16:creationId xmlns:a16="http://schemas.microsoft.com/office/drawing/2014/main" id="{9985AAF4-ACC6-4C3F-A045-60957E8E19C1}"/>
              </a:ext>
            </a:extLst>
          </p:cNvPr>
          <p:cNvSpPr>
            <a:spLocks noGrp="1"/>
          </p:cNvSpPr>
          <p:nvPr/>
        </p:nvSpPr>
        <p:spPr>
          <a:xfrm>
            <a:off x="40872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" name="F2_precision_recall_distributions_3340">
            <a:extLst>
              <a:ext uri="{FF2B5EF4-FFF2-40B4-BE49-F238E27FC236}">
                <a16:creationId xmlns:a16="http://schemas.microsoft.com/office/drawing/2014/main" id="{C2820308-5567-45C6-9E90-1D98258B3034}"/>
              </a:ext>
            </a:extLst>
          </p:cNvPr>
          <p:cNvSpPr>
            <a:spLocks noGrp="1"/>
          </p:cNvSpPr>
          <p:nvPr/>
        </p:nvSpPr>
        <p:spPr>
          <a:xfrm>
            <a:off x="4112287" y="2336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" name="F2_precision_recall_distributions_3341">
            <a:extLst>
              <a:ext uri="{FF2B5EF4-FFF2-40B4-BE49-F238E27FC236}">
                <a16:creationId xmlns:a16="http://schemas.microsoft.com/office/drawing/2014/main" id="{6FD551E7-471D-4AE7-8F35-1FF1F857396D}"/>
              </a:ext>
            </a:extLst>
          </p:cNvPr>
          <p:cNvSpPr>
            <a:spLocks noGrp="1"/>
          </p:cNvSpPr>
          <p:nvPr/>
        </p:nvSpPr>
        <p:spPr>
          <a:xfrm>
            <a:off x="4161005" y="1937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" name="F2_precision_recall_distributions_3342">
            <a:extLst>
              <a:ext uri="{FF2B5EF4-FFF2-40B4-BE49-F238E27FC236}">
                <a16:creationId xmlns:a16="http://schemas.microsoft.com/office/drawing/2014/main" id="{BBF988D5-B731-4D6C-9E46-A6CB152CD1FF}"/>
              </a:ext>
            </a:extLst>
          </p:cNvPr>
          <p:cNvSpPr>
            <a:spLocks noGrp="1"/>
          </p:cNvSpPr>
          <p:nvPr/>
        </p:nvSpPr>
        <p:spPr>
          <a:xfrm>
            <a:off x="40880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" name="F2_precision_recall_distributions_3343">
            <a:extLst>
              <a:ext uri="{FF2B5EF4-FFF2-40B4-BE49-F238E27FC236}">
                <a16:creationId xmlns:a16="http://schemas.microsoft.com/office/drawing/2014/main" id="{CC60045B-3D99-4374-BECE-86202CAFDDDC}"/>
              </a:ext>
            </a:extLst>
          </p:cNvPr>
          <p:cNvSpPr>
            <a:spLocks noGrp="1"/>
          </p:cNvSpPr>
          <p:nvPr/>
        </p:nvSpPr>
        <p:spPr>
          <a:xfrm>
            <a:off x="4068310" y="23405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" name="F2_precision_recall_distributions_3344">
            <a:extLst>
              <a:ext uri="{FF2B5EF4-FFF2-40B4-BE49-F238E27FC236}">
                <a16:creationId xmlns:a16="http://schemas.microsoft.com/office/drawing/2014/main" id="{DF7C1DC1-2672-4A4E-B681-A104B3BCD80F}"/>
              </a:ext>
            </a:extLst>
          </p:cNvPr>
          <p:cNvSpPr>
            <a:spLocks noGrp="1"/>
          </p:cNvSpPr>
          <p:nvPr/>
        </p:nvSpPr>
        <p:spPr>
          <a:xfrm>
            <a:off x="4037377" y="23333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" name="F2_precision_recall_distributions_3345">
            <a:extLst>
              <a:ext uri="{FF2B5EF4-FFF2-40B4-BE49-F238E27FC236}">
                <a16:creationId xmlns:a16="http://schemas.microsoft.com/office/drawing/2014/main" id="{20998450-4B44-492E-AAE7-B756A58FAF65}"/>
              </a:ext>
            </a:extLst>
          </p:cNvPr>
          <p:cNvSpPr>
            <a:spLocks noGrp="1"/>
          </p:cNvSpPr>
          <p:nvPr/>
        </p:nvSpPr>
        <p:spPr>
          <a:xfrm>
            <a:off x="40924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" name="F2_precision_recall_distributions_3346">
            <a:extLst>
              <a:ext uri="{FF2B5EF4-FFF2-40B4-BE49-F238E27FC236}">
                <a16:creationId xmlns:a16="http://schemas.microsoft.com/office/drawing/2014/main" id="{3CC95588-F011-44FA-B196-B48FF2BA7ABE}"/>
              </a:ext>
            </a:extLst>
          </p:cNvPr>
          <p:cNvSpPr>
            <a:spLocks noGrp="1"/>
          </p:cNvSpPr>
          <p:nvPr/>
        </p:nvSpPr>
        <p:spPr>
          <a:xfrm>
            <a:off x="4216856" y="2332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" name="F2_precision_recall_distributions_3347">
            <a:extLst>
              <a:ext uri="{FF2B5EF4-FFF2-40B4-BE49-F238E27FC236}">
                <a16:creationId xmlns:a16="http://schemas.microsoft.com/office/drawing/2014/main" id="{1A27DEE5-6CFA-4064-9458-4AA2E6597418}"/>
              </a:ext>
            </a:extLst>
          </p:cNvPr>
          <p:cNvSpPr>
            <a:spLocks noGrp="1"/>
          </p:cNvSpPr>
          <p:nvPr/>
        </p:nvSpPr>
        <p:spPr>
          <a:xfrm>
            <a:off x="4117287" y="2337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" name="F2_precision_recall_distributions_3348">
            <a:extLst>
              <a:ext uri="{FF2B5EF4-FFF2-40B4-BE49-F238E27FC236}">
                <a16:creationId xmlns:a16="http://schemas.microsoft.com/office/drawing/2014/main" id="{46620721-FFB1-453A-8CE1-694A0B0CF136}"/>
              </a:ext>
            </a:extLst>
          </p:cNvPr>
          <p:cNvSpPr>
            <a:spLocks noGrp="1"/>
          </p:cNvSpPr>
          <p:nvPr/>
        </p:nvSpPr>
        <p:spPr>
          <a:xfrm>
            <a:off x="41085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" name="F2_precision_recall_distributions_3349">
            <a:extLst>
              <a:ext uri="{FF2B5EF4-FFF2-40B4-BE49-F238E27FC236}">
                <a16:creationId xmlns:a16="http://schemas.microsoft.com/office/drawing/2014/main" id="{6B9781D0-71B9-4CF5-ACAA-4296C87500C2}"/>
              </a:ext>
            </a:extLst>
          </p:cNvPr>
          <p:cNvSpPr>
            <a:spLocks noGrp="1"/>
          </p:cNvSpPr>
          <p:nvPr/>
        </p:nvSpPr>
        <p:spPr>
          <a:xfrm>
            <a:off x="43427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" name="F2_precision_recall_distributions_3350">
            <a:extLst>
              <a:ext uri="{FF2B5EF4-FFF2-40B4-BE49-F238E27FC236}">
                <a16:creationId xmlns:a16="http://schemas.microsoft.com/office/drawing/2014/main" id="{FC674351-8C23-4947-8FD2-30B10F9EA18A}"/>
              </a:ext>
            </a:extLst>
          </p:cNvPr>
          <p:cNvSpPr>
            <a:spLocks noGrp="1"/>
          </p:cNvSpPr>
          <p:nvPr/>
        </p:nvSpPr>
        <p:spPr>
          <a:xfrm>
            <a:off x="42925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" name="F2_precision_recall_distributions_3351">
            <a:extLst>
              <a:ext uri="{FF2B5EF4-FFF2-40B4-BE49-F238E27FC236}">
                <a16:creationId xmlns:a16="http://schemas.microsoft.com/office/drawing/2014/main" id="{E7636950-2BEF-4DE5-8F9B-6BDEEDB9A4F7}"/>
              </a:ext>
            </a:extLst>
          </p:cNvPr>
          <p:cNvSpPr>
            <a:spLocks noGrp="1"/>
          </p:cNvSpPr>
          <p:nvPr/>
        </p:nvSpPr>
        <p:spPr>
          <a:xfrm>
            <a:off x="41198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" name="F2_precision_recall_distributions_3352">
            <a:extLst>
              <a:ext uri="{FF2B5EF4-FFF2-40B4-BE49-F238E27FC236}">
                <a16:creationId xmlns:a16="http://schemas.microsoft.com/office/drawing/2014/main" id="{70C90E1C-D570-441F-A4C3-AAC2239E2599}"/>
              </a:ext>
            </a:extLst>
          </p:cNvPr>
          <p:cNvSpPr>
            <a:spLocks noGrp="1"/>
          </p:cNvSpPr>
          <p:nvPr/>
        </p:nvSpPr>
        <p:spPr>
          <a:xfrm>
            <a:off x="3989847" y="2332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" name="F2_precision_recall_distributions_3353">
            <a:extLst>
              <a:ext uri="{FF2B5EF4-FFF2-40B4-BE49-F238E27FC236}">
                <a16:creationId xmlns:a16="http://schemas.microsoft.com/office/drawing/2014/main" id="{02C277A0-E17D-45D9-9330-6F3EDBFDB04E}"/>
              </a:ext>
            </a:extLst>
          </p:cNvPr>
          <p:cNvSpPr>
            <a:spLocks noGrp="1"/>
          </p:cNvSpPr>
          <p:nvPr/>
        </p:nvSpPr>
        <p:spPr>
          <a:xfrm>
            <a:off x="43171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" name="F2_precision_recall_distributions_3354">
            <a:extLst>
              <a:ext uri="{FF2B5EF4-FFF2-40B4-BE49-F238E27FC236}">
                <a16:creationId xmlns:a16="http://schemas.microsoft.com/office/drawing/2014/main" id="{8082B1F6-A1B2-47C8-B272-F317724093DE}"/>
              </a:ext>
            </a:extLst>
          </p:cNvPr>
          <p:cNvSpPr>
            <a:spLocks noGrp="1"/>
          </p:cNvSpPr>
          <p:nvPr/>
        </p:nvSpPr>
        <p:spPr>
          <a:xfrm>
            <a:off x="4178927" y="23257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" name="F2_precision_recall_distributions_3355">
            <a:extLst>
              <a:ext uri="{FF2B5EF4-FFF2-40B4-BE49-F238E27FC236}">
                <a16:creationId xmlns:a16="http://schemas.microsoft.com/office/drawing/2014/main" id="{41A2DF2A-C534-43CB-BD1D-73C9D0C14C39}"/>
              </a:ext>
            </a:extLst>
          </p:cNvPr>
          <p:cNvSpPr>
            <a:spLocks noGrp="1"/>
          </p:cNvSpPr>
          <p:nvPr/>
        </p:nvSpPr>
        <p:spPr>
          <a:xfrm>
            <a:off x="4120128" y="23371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" name="F2_precision_recall_distributions_3356">
            <a:extLst>
              <a:ext uri="{FF2B5EF4-FFF2-40B4-BE49-F238E27FC236}">
                <a16:creationId xmlns:a16="http://schemas.microsoft.com/office/drawing/2014/main" id="{7474A636-7346-470A-B4C9-16F51D38D44F}"/>
              </a:ext>
            </a:extLst>
          </p:cNvPr>
          <p:cNvSpPr>
            <a:spLocks noGrp="1"/>
          </p:cNvSpPr>
          <p:nvPr/>
        </p:nvSpPr>
        <p:spPr>
          <a:xfrm>
            <a:off x="4264760" y="23289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" name="F2_precision_recall_distributions_3357">
            <a:extLst>
              <a:ext uri="{FF2B5EF4-FFF2-40B4-BE49-F238E27FC236}">
                <a16:creationId xmlns:a16="http://schemas.microsoft.com/office/drawing/2014/main" id="{65EC8BBB-816C-4336-8D55-5B93C95A14D5}"/>
              </a:ext>
            </a:extLst>
          </p:cNvPr>
          <p:cNvSpPr>
            <a:spLocks noGrp="1"/>
          </p:cNvSpPr>
          <p:nvPr/>
        </p:nvSpPr>
        <p:spPr>
          <a:xfrm>
            <a:off x="4156275" y="232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" name="F2_precision_recall_distributions_3358">
            <a:extLst>
              <a:ext uri="{FF2B5EF4-FFF2-40B4-BE49-F238E27FC236}">
                <a16:creationId xmlns:a16="http://schemas.microsoft.com/office/drawing/2014/main" id="{ADB9943E-5F9A-4103-A70D-A363601C2011}"/>
              </a:ext>
            </a:extLst>
          </p:cNvPr>
          <p:cNvSpPr>
            <a:spLocks noGrp="1"/>
          </p:cNvSpPr>
          <p:nvPr/>
        </p:nvSpPr>
        <p:spPr>
          <a:xfrm>
            <a:off x="4028642" y="219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" name="F2_precision_recall_distributions_3359">
            <a:extLst>
              <a:ext uri="{FF2B5EF4-FFF2-40B4-BE49-F238E27FC236}">
                <a16:creationId xmlns:a16="http://schemas.microsoft.com/office/drawing/2014/main" id="{FE06F151-129F-414C-AB41-5AEE2E63DAB6}"/>
              </a:ext>
            </a:extLst>
          </p:cNvPr>
          <p:cNvSpPr>
            <a:spLocks noGrp="1"/>
          </p:cNvSpPr>
          <p:nvPr/>
        </p:nvSpPr>
        <p:spPr>
          <a:xfrm>
            <a:off x="4204784" y="2338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" name="F2_precision_recall_distributions_3360">
            <a:extLst>
              <a:ext uri="{FF2B5EF4-FFF2-40B4-BE49-F238E27FC236}">
                <a16:creationId xmlns:a16="http://schemas.microsoft.com/office/drawing/2014/main" id="{67F31B3C-40D8-42D6-AC10-FCECA36F28A9}"/>
              </a:ext>
            </a:extLst>
          </p:cNvPr>
          <p:cNvSpPr>
            <a:spLocks noGrp="1"/>
          </p:cNvSpPr>
          <p:nvPr/>
        </p:nvSpPr>
        <p:spPr>
          <a:xfrm>
            <a:off x="41515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" name="F2_precision_recall_distributions_3361">
            <a:extLst>
              <a:ext uri="{FF2B5EF4-FFF2-40B4-BE49-F238E27FC236}">
                <a16:creationId xmlns:a16="http://schemas.microsoft.com/office/drawing/2014/main" id="{2A45A5BB-2062-488D-981F-C6917AAC29F9}"/>
              </a:ext>
            </a:extLst>
          </p:cNvPr>
          <p:cNvSpPr>
            <a:spLocks noGrp="1"/>
          </p:cNvSpPr>
          <p:nvPr/>
        </p:nvSpPr>
        <p:spPr>
          <a:xfrm>
            <a:off x="4068124" y="23399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" name="F2_precision_recall_distributions_3362">
            <a:extLst>
              <a:ext uri="{FF2B5EF4-FFF2-40B4-BE49-F238E27FC236}">
                <a16:creationId xmlns:a16="http://schemas.microsoft.com/office/drawing/2014/main" id="{F36D4D46-98B5-4B54-A837-A5F7B2ADDAA1}"/>
              </a:ext>
            </a:extLst>
          </p:cNvPr>
          <p:cNvSpPr>
            <a:spLocks noGrp="1"/>
          </p:cNvSpPr>
          <p:nvPr/>
        </p:nvSpPr>
        <p:spPr>
          <a:xfrm>
            <a:off x="4009742" y="23418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" name="F2_precision_recall_distributions_3363">
            <a:extLst>
              <a:ext uri="{FF2B5EF4-FFF2-40B4-BE49-F238E27FC236}">
                <a16:creationId xmlns:a16="http://schemas.microsoft.com/office/drawing/2014/main" id="{8E13E2D3-D73C-4227-B2CF-734C9146B6AA}"/>
              </a:ext>
            </a:extLst>
          </p:cNvPr>
          <p:cNvSpPr>
            <a:spLocks noGrp="1"/>
          </p:cNvSpPr>
          <p:nvPr/>
        </p:nvSpPr>
        <p:spPr>
          <a:xfrm>
            <a:off x="4103741" y="22905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" name="F2_precision_recall_distributions_3364">
            <a:extLst>
              <a:ext uri="{FF2B5EF4-FFF2-40B4-BE49-F238E27FC236}">
                <a16:creationId xmlns:a16="http://schemas.microsoft.com/office/drawing/2014/main" id="{64D93972-03EF-44D8-B446-FC878737A8BA}"/>
              </a:ext>
            </a:extLst>
          </p:cNvPr>
          <p:cNvSpPr>
            <a:spLocks noGrp="1"/>
          </p:cNvSpPr>
          <p:nvPr/>
        </p:nvSpPr>
        <p:spPr>
          <a:xfrm>
            <a:off x="416109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" name="F2_precision_recall_distributions_3365">
            <a:extLst>
              <a:ext uri="{FF2B5EF4-FFF2-40B4-BE49-F238E27FC236}">
                <a16:creationId xmlns:a16="http://schemas.microsoft.com/office/drawing/2014/main" id="{578298F3-E724-4118-A251-A4CF90904105}"/>
              </a:ext>
            </a:extLst>
          </p:cNvPr>
          <p:cNvSpPr>
            <a:spLocks noGrp="1"/>
          </p:cNvSpPr>
          <p:nvPr/>
        </p:nvSpPr>
        <p:spPr>
          <a:xfrm>
            <a:off x="4181469" y="23149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" name="F2_precision_recall_distributions_3366">
            <a:extLst>
              <a:ext uri="{FF2B5EF4-FFF2-40B4-BE49-F238E27FC236}">
                <a16:creationId xmlns:a16="http://schemas.microsoft.com/office/drawing/2014/main" id="{795D09C5-DC56-4093-9B24-77A9BED1933A}"/>
              </a:ext>
            </a:extLst>
          </p:cNvPr>
          <p:cNvSpPr>
            <a:spLocks noGrp="1"/>
          </p:cNvSpPr>
          <p:nvPr/>
        </p:nvSpPr>
        <p:spPr>
          <a:xfrm>
            <a:off x="1852503" y="1701951"/>
            <a:ext cx="191" cy="295515"/>
          </a:xfrm>
          <a:custGeom>
            <a:avLst/>
            <a:gdLst/>
            <a:ahLst/>
            <a:cxnLst/>
            <a:rect l="0" t="0" r="0" b="0"/>
            <a:pathLst>
              <a:path w="191" h="295515">
                <a:moveTo>
                  <a:pt x="0" y="29551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3" name="F2_precision_recall_distributions_3367">
            <a:extLst>
              <a:ext uri="{FF2B5EF4-FFF2-40B4-BE49-F238E27FC236}">
                <a16:creationId xmlns:a16="http://schemas.microsoft.com/office/drawing/2014/main" id="{0458AB8B-96AB-4C62-97CD-AE04BCFAACD5}"/>
              </a:ext>
            </a:extLst>
          </p:cNvPr>
          <p:cNvSpPr>
            <a:spLocks noGrp="1"/>
          </p:cNvSpPr>
          <p:nvPr/>
        </p:nvSpPr>
        <p:spPr>
          <a:xfrm>
            <a:off x="3016462" y="1716102"/>
            <a:ext cx="191" cy="432230"/>
          </a:xfrm>
          <a:custGeom>
            <a:avLst/>
            <a:gdLst/>
            <a:ahLst/>
            <a:cxnLst/>
            <a:rect l="0" t="0" r="0" b="0"/>
            <a:pathLst>
              <a:path w="191" h="432230">
                <a:moveTo>
                  <a:pt x="0" y="432230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4" name="F2_precision_recall_distributions_3368">
            <a:extLst>
              <a:ext uri="{FF2B5EF4-FFF2-40B4-BE49-F238E27FC236}">
                <a16:creationId xmlns:a16="http://schemas.microsoft.com/office/drawing/2014/main" id="{0B82BF08-3ECA-49D1-89F3-5C9FC0CA0EF9}"/>
              </a:ext>
            </a:extLst>
          </p:cNvPr>
          <p:cNvSpPr>
            <a:spLocks noGrp="1"/>
          </p:cNvSpPr>
          <p:nvPr/>
        </p:nvSpPr>
        <p:spPr>
          <a:xfrm>
            <a:off x="4180422" y="2341050"/>
            <a:ext cx="191" cy="14834"/>
          </a:xfrm>
          <a:custGeom>
            <a:avLst/>
            <a:gdLst/>
            <a:ahLst/>
            <a:cxnLst/>
            <a:rect l="0" t="0" r="0" b="0"/>
            <a:pathLst>
              <a:path w="191" h="14834">
                <a:moveTo>
                  <a:pt x="0" y="1483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5" name="F2_precision_recall_distributions_3369">
            <a:extLst>
              <a:ext uri="{FF2B5EF4-FFF2-40B4-BE49-F238E27FC236}">
                <a16:creationId xmlns:a16="http://schemas.microsoft.com/office/drawing/2014/main" id="{25987852-1DB2-4AEC-B20F-A958D9EB5B7C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6" name="F2_precision_recall_distributions_3370">
            <a:extLst>
              <a:ext uri="{FF2B5EF4-FFF2-40B4-BE49-F238E27FC236}">
                <a16:creationId xmlns:a16="http://schemas.microsoft.com/office/drawing/2014/main" id="{BDE73862-74A3-422C-B753-D1785228C2A8}"/>
              </a:ext>
            </a:extLst>
          </p:cNvPr>
          <p:cNvSpPr>
            <a:spLocks noGrp="1"/>
          </p:cNvSpPr>
          <p:nvPr/>
        </p:nvSpPr>
        <p:spPr>
          <a:xfrm>
            <a:off x="1212325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" name="text_3371">
            <a:extLst>
              <a:ext uri="{FF2B5EF4-FFF2-40B4-BE49-F238E27FC236}">
                <a16:creationId xmlns:a16="http://schemas.microsoft.com/office/drawing/2014/main" id="{DA85E276-D9AB-4CD0-9F11-34DE5481111A}"/>
              </a:ext>
            </a:extLst>
          </p:cNvPr>
          <p:cNvSpPr>
            <a:spLocks noGrp="1"/>
          </p:cNvSpPr>
          <p:nvPr/>
        </p:nvSpPr>
        <p:spPr>
          <a:xfrm>
            <a:off x="1212325" y="1305172"/>
            <a:ext cx="120609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Precision</a:t>
            </a:r>
          </a:p>
        </p:txBody>
      </p:sp>
      <p:sp>
        <p:nvSpPr>
          <p:cNvPr id="558" name="F2_precision_recall_distributions_3372">
            <a:extLst>
              <a:ext uri="{FF2B5EF4-FFF2-40B4-BE49-F238E27FC236}">
                <a16:creationId xmlns:a16="http://schemas.microsoft.com/office/drawing/2014/main" id="{59A43DFE-F54E-4905-B1D6-AEDEFD2C6D22}"/>
              </a:ext>
            </a:extLst>
          </p:cNvPr>
          <p:cNvSpPr>
            <a:spLocks noGrp="1"/>
          </p:cNvSpPr>
          <p:nvPr/>
        </p:nvSpPr>
        <p:spPr>
          <a:xfrm>
            <a:off x="1824461" y="175587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9" name="F2_precision_recall_distributions_3373">
            <a:extLst>
              <a:ext uri="{FF2B5EF4-FFF2-40B4-BE49-F238E27FC236}">
                <a16:creationId xmlns:a16="http://schemas.microsoft.com/office/drawing/2014/main" id="{C22C08D9-A8BA-4B69-808F-BF894F0C9239}"/>
              </a:ext>
            </a:extLst>
          </p:cNvPr>
          <p:cNvSpPr>
            <a:spLocks noGrp="1"/>
          </p:cNvSpPr>
          <p:nvPr/>
        </p:nvSpPr>
        <p:spPr>
          <a:xfrm>
            <a:off x="2988421" y="188726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60" name="F2_precision_recall_distributions_3374">
            <a:extLst>
              <a:ext uri="{FF2B5EF4-FFF2-40B4-BE49-F238E27FC236}">
                <a16:creationId xmlns:a16="http://schemas.microsoft.com/office/drawing/2014/main" id="{BE8345F2-5D08-4621-97B2-4622E1B0E33B}"/>
              </a:ext>
            </a:extLst>
          </p:cNvPr>
          <p:cNvSpPr>
            <a:spLocks noGrp="1"/>
          </p:cNvSpPr>
          <p:nvPr/>
        </p:nvSpPr>
        <p:spPr>
          <a:xfrm>
            <a:off x="4152380" y="232552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61" name="F2_precision_recall_distributions_3375">
            <a:extLst>
              <a:ext uri="{FF2B5EF4-FFF2-40B4-BE49-F238E27FC236}">
                <a16:creationId xmlns:a16="http://schemas.microsoft.com/office/drawing/2014/main" id="{F09CDB61-5612-4AD6-8D17-269AE093FCFD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62" name="F2_precision_recall_distributions_3376">
            <a:extLst>
              <a:ext uri="{FF2B5EF4-FFF2-40B4-BE49-F238E27FC236}">
                <a16:creationId xmlns:a16="http://schemas.microsoft.com/office/drawing/2014/main" id="{E889DA18-B387-4097-97C6-32B32F9FDD92}"/>
              </a:ext>
            </a:extLst>
          </p:cNvPr>
          <p:cNvSpPr>
            <a:spLocks noGrp="1"/>
          </p:cNvSpPr>
          <p:nvPr/>
        </p:nvSpPr>
        <p:spPr>
          <a:xfrm>
            <a:off x="5361841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3" name="F2_precision_recall_distributions_3377">
            <a:extLst>
              <a:ext uri="{FF2B5EF4-FFF2-40B4-BE49-F238E27FC236}">
                <a16:creationId xmlns:a16="http://schemas.microsoft.com/office/drawing/2014/main" id="{E64A1D8D-7C57-4ACB-AFF2-37C18CC0E2CE}"/>
              </a:ext>
            </a:extLst>
          </p:cNvPr>
          <p:cNvSpPr>
            <a:spLocks noGrp="1"/>
          </p:cNvSpPr>
          <p:nvPr/>
        </p:nvSpPr>
        <p:spPr>
          <a:xfrm>
            <a:off x="5319567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4" name="F2_precision_recall_distributions_3378">
            <a:extLst>
              <a:ext uri="{FF2B5EF4-FFF2-40B4-BE49-F238E27FC236}">
                <a16:creationId xmlns:a16="http://schemas.microsoft.com/office/drawing/2014/main" id="{89AB2F62-EF65-49F8-9858-B5B90F08CD0D}"/>
              </a:ext>
            </a:extLst>
          </p:cNvPr>
          <p:cNvSpPr>
            <a:spLocks noGrp="1"/>
          </p:cNvSpPr>
          <p:nvPr/>
        </p:nvSpPr>
        <p:spPr>
          <a:xfrm>
            <a:off x="5361841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5" name="F2_precision_recall_distributions_3379">
            <a:extLst>
              <a:ext uri="{FF2B5EF4-FFF2-40B4-BE49-F238E27FC236}">
                <a16:creationId xmlns:a16="http://schemas.microsoft.com/office/drawing/2014/main" id="{3FE5E9C9-88E9-4B7D-8051-DA57282A3160}"/>
              </a:ext>
            </a:extLst>
          </p:cNvPr>
          <p:cNvSpPr>
            <a:spLocks noGrp="1"/>
          </p:cNvSpPr>
          <p:nvPr/>
        </p:nvSpPr>
        <p:spPr>
          <a:xfrm>
            <a:off x="5319567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6" name="F2_precision_recall_distributions_3380">
            <a:extLst>
              <a:ext uri="{FF2B5EF4-FFF2-40B4-BE49-F238E27FC236}">
                <a16:creationId xmlns:a16="http://schemas.microsoft.com/office/drawing/2014/main" id="{8AF70FED-1306-4822-A442-8FFB93174440}"/>
              </a:ext>
            </a:extLst>
          </p:cNvPr>
          <p:cNvSpPr>
            <a:spLocks noGrp="1"/>
          </p:cNvSpPr>
          <p:nvPr/>
        </p:nvSpPr>
        <p:spPr>
          <a:xfrm>
            <a:off x="5361841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7" name="F2_precision_recall_distributions_3381">
            <a:extLst>
              <a:ext uri="{FF2B5EF4-FFF2-40B4-BE49-F238E27FC236}">
                <a16:creationId xmlns:a16="http://schemas.microsoft.com/office/drawing/2014/main" id="{99C7CB17-C80F-476B-B176-610C21DA6D13}"/>
              </a:ext>
            </a:extLst>
          </p:cNvPr>
          <p:cNvSpPr>
            <a:spLocks noGrp="1"/>
          </p:cNvSpPr>
          <p:nvPr/>
        </p:nvSpPr>
        <p:spPr>
          <a:xfrm>
            <a:off x="5319567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8" name="F2_precision_recall_distributions_3382">
            <a:extLst>
              <a:ext uri="{FF2B5EF4-FFF2-40B4-BE49-F238E27FC236}">
                <a16:creationId xmlns:a16="http://schemas.microsoft.com/office/drawing/2014/main" id="{B62A060A-141D-4C34-AC03-2F708C11563B}"/>
              </a:ext>
            </a:extLst>
          </p:cNvPr>
          <p:cNvSpPr>
            <a:spLocks noGrp="1"/>
          </p:cNvSpPr>
          <p:nvPr/>
        </p:nvSpPr>
        <p:spPr>
          <a:xfrm>
            <a:off x="566447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6999" y="848766"/>
                </a:moveTo>
                <a:lnTo>
                  <a:pt x="158097" y="848766"/>
                </a:lnTo>
                <a:lnTo>
                  <a:pt x="161117" y="842186"/>
                </a:lnTo>
                <a:lnTo>
                  <a:pt x="169847" y="835606"/>
                </a:lnTo>
                <a:lnTo>
                  <a:pt x="183350" y="829027"/>
                </a:lnTo>
                <a:lnTo>
                  <a:pt x="200249" y="822447"/>
                </a:lnTo>
                <a:lnTo>
                  <a:pt x="218948" y="815868"/>
                </a:lnTo>
                <a:lnTo>
                  <a:pt x="237872" y="809288"/>
                </a:lnTo>
                <a:lnTo>
                  <a:pt x="255664" y="802708"/>
                </a:lnTo>
                <a:lnTo>
                  <a:pt x="271322" y="796129"/>
                </a:lnTo>
                <a:lnTo>
                  <a:pt x="284246" y="789549"/>
                </a:lnTo>
                <a:lnTo>
                  <a:pt x="294227" y="782970"/>
                </a:lnTo>
                <a:lnTo>
                  <a:pt x="301368" y="776390"/>
                </a:lnTo>
                <a:lnTo>
                  <a:pt x="306000" y="769811"/>
                </a:lnTo>
                <a:lnTo>
                  <a:pt x="308578" y="763231"/>
                </a:lnTo>
                <a:lnTo>
                  <a:pt x="309602" y="756651"/>
                </a:lnTo>
                <a:lnTo>
                  <a:pt x="309549" y="750072"/>
                </a:lnTo>
                <a:lnTo>
                  <a:pt x="308829" y="743492"/>
                </a:lnTo>
                <a:lnTo>
                  <a:pt x="307757" y="736913"/>
                </a:lnTo>
                <a:lnTo>
                  <a:pt x="306549" y="730333"/>
                </a:lnTo>
                <a:lnTo>
                  <a:pt x="305327" y="723754"/>
                </a:lnTo>
                <a:lnTo>
                  <a:pt x="304141" y="717174"/>
                </a:lnTo>
                <a:lnTo>
                  <a:pt x="302991" y="710594"/>
                </a:lnTo>
                <a:lnTo>
                  <a:pt x="301862" y="704015"/>
                </a:lnTo>
                <a:lnTo>
                  <a:pt x="300748" y="697435"/>
                </a:lnTo>
                <a:lnTo>
                  <a:pt x="299670" y="690856"/>
                </a:lnTo>
                <a:lnTo>
                  <a:pt x="298687" y="684276"/>
                </a:lnTo>
                <a:lnTo>
                  <a:pt x="297890" y="677697"/>
                </a:lnTo>
                <a:lnTo>
                  <a:pt x="297394" y="671117"/>
                </a:lnTo>
                <a:lnTo>
                  <a:pt x="297314" y="664537"/>
                </a:lnTo>
                <a:lnTo>
                  <a:pt x="297744" y="657958"/>
                </a:lnTo>
                <a:lnTo>
                  <a:pt x="298736" y="651378"/>
                </a:lnTo>
                <a:lnTo>
                  <a:pt x="300287" y="644799"/>
                </a:lnTo>
                <a:lnTo>
                  <a:pt x="302329" y="638219"/>
                </a:lnTo>
                <a:lnTo>
                  <a:pt x="304735" y="631639"/>
                </a:lnTo>
                <a:lnTo>
                  <a:pt x="307330" y="625060"/>
                </a:lnTo>
                <a:lnTo>
                  <a:pt x="309909" y="618480"/>
                </a:lnTo>
                <a:lnTo>
                  <a:pt x="312262" y="611901"/>
                </a:lnTo>
                <a:lnTo>
                  <a:pt x="314197" y="605321"/>
                </a:lnTo>
                <a:lnTo>
                  <a:pt x="315557" y="598742"/>
                </a:lnTo>
                <a:lnTo>
                  <a:pt x="316237" y="592162"/>
                </a:lnTo>
                <a:lnTo>
                  <a:pt x="316187" y="585582"/>
                </a:lnTo>
                <a:lnTo>
                  <a:pt x="315408" y="579003"/>
                </a:lnTo>
                <a:lnTo>
                  <a:pt x="313948" y="572423"/>
                </a:lnTo>
                <a:lnTo>
                  <a:pt x="311885" y="565844"/>
                </a:lnTo>
                <a:lnTo>
                  <a:pt x="309323" y="559264"/>
                </a:lnTo>
                <a:lnTo>
                  <a:pt x="306372" y="552685"/>
                </a:lnTo>
                <a:lnTo>
                  <a:pt x="303145" y="546105"/>
                </a:lnTo>
                <a:lnTo>
                  <a:pt x="299753" y="539525"/>
                </a:lnTo>
                <a:lnTo>
                  <a:pt x="296306" y="532946"/>
                </a:lnTo>
                <a:lnTo>
                  <a:pt x="292909" y="526366"/>
                </a:lnTo>
                <a:lnTo>
                  <a:pt x="289672" y="519787"/>
                </a:lnTo>
                <a:lnTo>
                  <a:pt x="286703" y="513207"/>
                </a:lnTo>
                <a:lnTo>
                  <a:pt x="284109" y="506627"/>
                </a:lnTo>
                <a:lnTo>
                  <a:pt x="281991" y="500048"/>
                </a:lnTo>
                <a:lnTo>
                  <a:pt x="280428" y="493468"/>
                </a:lnTo>
                <a:lnTo>
                  <a:pt x="279475" y="486889"/>
                </a:lnTo>
                <a:lnTo>
                  <a:pt x="279148" y="480309"/>
                </a:lnTo>
                <a:lnTo>
                  <a:pt x="279424" y="473730"/>
                </a:lnTo>
                <a:lnTo>
                  <a:pt x="280237" y="467150"/>
                </a:lnTo>
                <a:lnTo>
                  <a:pt x="281487" y="460570"/>
                </a:lnTo>
                <a:lnTo>
                  <a:pt x="283051" y="453991"/>
                </a:lnTo>
                <a:lnTo>
                  <a:pt x="284795" y="447411"/>
                </a:lnTo>
                <a:lnTo>
                  <a:pt x="286589" y="440832"/>
                </a:lnTo>
                <a:lnTo>
                  <a:pt x="288317" y="434252"/>
                </a:lnTo>
                <a:lnTo>
                  <a:pt x="289884" y="427673"/>
                </a:lnTo>
                <a:lnTo>
                  <a:pt x="291209" y="421093"/>
                </a:lnTo>
                <a:lnTo>
                  <a:pt x="292223" y="414513"/>
                </a:lnTo>
                <a:lnTo>
                  <a:pt x="292858" y="407934"/>
                </a:lnTo>
                <a:lnTo>
                  <a:pt x="293038" y="401354"/>
                </a:lnTo>
                <a:lnTo>
                  <a:pt x="292679" y="394775"/>
                </a:lnTo>
                <a:lnTo>
                  <a:pt x="291692" y="388195"/>
                </a:lnTo>
                <a:lnTo>
                  <a:pt x="289994" y="381616"/>
                </a:lnTo>
                <a:lnTo>
                  <a:pt x="287519" y="375036"/>
                </a:lnTo>
                <a:lnTo>
                  <a:pt x="284230" y="368456"/>
                </a:lnTo>
                <a:lnTo>
                  <a:pt x="280125" y="361877"/>
                </a:lnTo>
                <a:lnTo>
                  <a:pt x="275235" y="355297"/>
                </a:lnTo>
                <a:lnTo>
                  <a:pt x="269630" y="348718"/>
                </a:lnTo>
                <a:lnTo>
                  <a:pt x="263411" y="342138"/>
                </a:lnTo>
                <a:lnTo>
                  <a:pt x="256719" y="335558"/>
                </a:lnTo>
                <a:lnTo>
                  <a:pt x="249738" y="328979"/>
                </a:lnTo>
                <a:lnTo>
                  <a:pt x="242699" y="322399"/>
                </a:lnTo>
                <a:lnTo>
                  <a:pt x="235884" y="315820"/>
                </a:lnTo>
                <a:lnTo>
                  <a:pt x="229607" y="309240"/>
                </a:lnTo>
                <a:lnTo>
                  <a:pt x="224192" y="302661"/>
                </a:lnTo>
                <a:lnTo>
                  <a:pt x="219931" y="296081"/>
                </a:lnTo>
                <a:lnTo>
                  <a:pt x="217048" y="289501"/>
                </a:lnTo>
                <a:lnTo>
                  <a:pt x="215654" y="282922"/>
                </a:lnTo>
                <a:lnTo>
                  <a:pt x="215736" y="276342"/>
                </a:lnTo>
                <a:lnTo>
                  <a:pt x="217148" y="269763"/>
                </a:lnTo>
                <a:lnTo>
                  <a:pt x="219642" y="263183"/>
                </a:lnTo>
                <a:lnTo>
                  <a:pt x="222898" y="256604"/>
                </a:lnTo>
                <a:lnTo>
                  <a:pt x="226573" y="250024"/>
                </a:lnTo>
                <a:lnTo>
                  <a:pt x="230343" y="243444"/>
                </a:lnTo>
                <a:lnTo>
                  <a:pt x="233932" y="236865"/>
                </a:lnTo>
                <a:lnTo>
                  <a:pt x="237128" y="230285"/>
                </a:lnTo>
                <a:lnTo>
                  <a:pt x="239783" y="223706"/>
                </a:lnTo>
                <a:lnTo>
                  <a:pt x="241789" y="217126"/>
                </a:lnTo>
                <a:lnTo>
                  <a:pt x="243054" y="210546"/>
                </a:lnTo>
                <a:lnTo>
                  <a:pt x="243472" y="203967"/>
                </a:lnTo>
                <a:lnTo>
                  <a:pt x="242898" y="197387"/>
                </a:lnTo>
                <a:lnTo>
                  <a:pt x="241138" y="190808"/>
                </a:lnTo>
                <a:lnTo>
                  <a:pt x="237954" y="184228"/>
                </a:lnTo>
                <a:lnTo>
                  <a:pt x="233082" y="177649"/>
                </a:lnTo>
                <a:lnTo>
                  <a:pt x="226264" y="171069"/>
                </a:lnTo>
                <a:lnTo>
                  <a:pt x="217276" y="164489"/>
                </a:lnTo>
                <a:lnTo>
                  <a:pt x="205962" y="157910"/>
                </a:lnTo>
                <a:lnTo>
                  <a:pt x="192254" y="151330"/>
                </a:lnTo>
                <a:lnTo>
                  <a:pt x="176196" y="144751"/>
                </a:lnTo>
                <a:lnTo>
                  <a:pt x="157962" y="138171"/>
                </a:lnTo>
                <a:lnTo>
                  <a:pt x="137872" y="131592"/>
                </a:lnTo>
                <a:lnTo>
                  <a:pt x="116419" y="125012"/>
                </a:lnTo>
                <a:lnTo>
                  <a:pt x="94275" y="118432"/>
                </a:lnTo>
                <a:lnTo>
                  <a:pt x="72293" y="111853"/>
                </a:lnTo>
                <a:lnTo>
                  <a:pt x="51470" y="105273"/>
                </a:lnTo>
                <a:lnTo>
                  <a:pt x="32890" y="98694"/>
                </a:lnTo>
                <a:lnTo>
                  <a:pt x="17626" y="92114"/>
                </a:lnTo>
                <a:lnTo>
                  <a:pt x="6633" y="85535"/>
                </a:lnTo>
                <a:lnTo>
                  <a:pt x="628" y="78955"/>
                </a:lnTo>
                <a:lnTo>
                  <a:pt x="0" y="72375"/>
                </a:lnTo>
                <a:lnTo>
                  <a:pt x="4745" y="65796"/>
                </a:lnTo>
                <a:lnTo>
                  <a:pt x="14449" y="59216"/>
                </a:lnTo>
                <a:lnTo>
                  <a:pt x="28315" y="52637"/>
                </a:lnTo>
                <a:lnTo>
                  <a:pt x="45231" y="46057"/>
                </a:lnTo>
                <a:lnTo>
                  <a:pt x="63870" y="39477"/>
                </a:lnTo>
                <a:lnTo>
                  <a:pt x="82799" y="32898"/>
                </a:lnTo>
                <a:lnTo>
                  <a:pt x="100595" y="26318"/>
                </a:lnTo>
                <a:lnTo>
                  <a:pt x="115952" y="19739"/>
                </a:lnTo>
                <a:lnTo>
                  <a:pt x="127764" y="13159"/>
                </a:lnTo>
                <a:lnTo>
                  <a:pt x="135197" y="6580"/>
                </a:lnTo>
                <a:lnTo>
                  <a:pt x="137733" y="0"/>
                </a:lnTo>
                <a:lnTo>
                  <a:pt x="537363" y="0"/>
                </a:lnTo>
                <a:lnTo>
                  <a:pt x="537363" y="0"/>
                </a:lnTo>
                <a:lnTo>
                  <a:pt x="539899" y="6580"/>
                </a:lnTo>
                <a:lnTo>
                  <a:pt x="547333" y="13159"/>
                </a:lnTo>
                <a:lnTo>
                  <a:pt x="559145" y="19739"/>
                </a:lnTo>
                <a:lnTo>
                  <a:pt x="574501" y="26318"/>
                </a:lnTo>
                <a:lnTo>
                  <a:pt x="592298" y="32898"/>
                </a:lnTo>
                <a:lnTo>
                  <a:pt x="611227" y="39477"/>
                </a:lnTo>
                <a:lnTo>
                  <a:pt x="629866" y="46057"/>
                </a:lnTo>
                <a:lnTo>
                  <a:pt x="646782" y="52637"/>
                </a:lnTo>
                <a:lnTo>
                  <a:pt x="660647" y="59216"/>
                </a:lnTo>
                <a:lnTo>
                  <a:pt x="670351" y="65796"/>
                </a:lnTo>
                <a:lnTo>
                  <a:pt x="675097" y="72375"/>
                </a:lnTo>
                <a:lnTo>
                  <a:pt x="674469" y="78955"/>
                </a:lnTo>
                <a:lnTo>
                  <a:pt x="668464" y="85535"/>
                </a:lnTo>
                <a:lnTo>
                  <a:pt x="657470" y="92114"/>
                </a:lnTo>
                <a:lnTo>
                  <a:pt x="642206" y="98694"/>
                </a:lnTo>
                <a:lnTo>
                  <a:pt x="623626" y="105273"/>
                </a:lnTo>
                <a:lnTo>
                  <a:pt x="602803" y="111853"/>
                </a:lnTo>
                <a:lnTo>
                  <a:pt x="580821" y="118432"/>
                </a:lnTo>
                <a:lnTo>
                  <a:pt x="558678" y="125012"/>
                </a:lnTo>
                <a:lnTo>
                  <a:pt x="537225" y="131592"/>
                </a:lnTo>
                <a:lnTo>
                  <a:pt x="517135" y="138171"/>
                </a:lnTo>
                <a:lnTo>
                  <a:pt x="498900" y="144751"/>
                </a:lnTo>
                <a:lnTo>
                  <a:pt x="482842" y="151330"/>
                </a:lnTo>
                <a:lnTo>
                  <a:pt x="469135" y="157910"/>
                </a:lnTo>
                <a:lnTo>
                  <a:pt x="457820" y="164489"/>
                </a:lnTo>
                <a:lnTo>
                  <a:pt x="448833" y="171069"/>
                </a:lnTo>
                <a:lnTo>
                  <a:pt x="442015" y="177649"/>
                </a:lnTo>
                <a:lnTo>
                  <a:pt x="437143" y="184228"/>
                </a:lnTo>
                <a:lnTo>
                  <a:pt x="433959" y="190808"/>
                </a:lnTo>
                <a:lnTo>
                  <a:pt x="432199" y="197387"/>
                </a:lnTo>
                <a:lnTo>
                  <a:pt x="431624" y="203967"/>
                </a:lnTo>
                <a:lnTo>
                  <a:pt x="432042" y="210546"/>
                </a:lnTo>
                <a:lnTo>
                  <a:pt x="433307" y="217126"/>
                </a:lnTo>
                <a:lnTo>
                  <a:pt x="435313" y="223706"/>
                </a:lnTo>
                <a:lnTo>
                  <a:pt x="437968" y="230285"/>
                </a:lnTo>
                <a:lnTo>
                  <a:pt x="441165" y="236865"/>
                </a:lnTo>
                <a:lnTo>
                  <a:pt x="444754" y="243444"/>
                </a:lnTo>
                <a:lnTo>
                  <a:pt x="448523" y="250024"/>
                </a:lnTo>
                <a:lnTo>
                  <a:pt x="452198" y="256604"/>
                </a:lnTo>
                <a:lnTo>
                  <a:pt x="455454" y="263183"/>
                </a:lnTo>
                <a:lnTo>
                  <a:pt x="457948" y="269763"/>
                </a:lnTo>
                <a:lnTo>
                  <a:pt x="459361" y="276342"/>
                </a:lnTo>
                <a:lnTo>
                  <a:pt x="459442" y="282922"/>
                </a:lnTo>
                <a:lnTo>
                  <a:pt x="458049" y="289501"/>
                </a:lnTo>
                <a:lnTo>
                  <a:pt x="455165" y="296081"/>
                </a:lnTo>
                <a:lnTo>
                  <a:pt x="450905" y="302661"/>
                </a:lnTo>
                <a:lnTo>
                  <a:pt x="445489" y="309240"/>
                </a:lnTo>
                <a:lnTo>
                  <a:pt x="439212" y="315820"/>
                </a:lnTo>
                <a:lnTo>
                  <a:pt x="432397" y="322399"/>
                </a:lnTo>
                <a:lnTo>
                  <a:pt x="425359" y="328979"/>
                </a:lnTo>
                <a:lnTo>
                  <a:pt x="418377" y="335558"/>
                </a:lnTo>
                <a:lnTo>
                  <a:pt x="411686" y="342138"/>
                </a:lnTo>
                <a:lnTo>
                  <a:pt x="405467" y="348718"/>
                </a:lnTo>
                <a:lnTo>
                  <a:pt x="399861" y="355297"/>
                </a:lnTo>
                <a:lnTo>
                  <a:pt x="394972" y="361877"/>
                </a:lnTo>
                <a:lnTo>
                  <a:pt x="390866" y="368456"/>
                </a:lnTo>
                <a:lnTo>
                  <a:pt x="387578" y="375036"/>
                </a:lnTo>
                <a:lnTo>
                  <a:pt x="385103" y="381616"/>
                </a:lnTo>
                <a:lnTo>
                  <a:pt x="383405" y="388195"/>
                </a:lnTo>
                <a:lnTo>
                  <a:pt x="382418" y="394775"/>
                </a:lnTo>
                <a:lnTo>
                  <a:pt x="382059" y="401354"/>
                </a:lnTo>
                <a:lnTo>
                  <a:pt x="382239" y="407934"/>
                </a:lnTo>
                <a:lnTo>
                  <a:pt x="382873" y="414513"/>
                </a:lnTo>
                <a:lnTo>
                  <a:pt x="383888" y="421093"/>
                </a:lnTo>
                <a:lnTo>
                  <a:pt x="385213" y="427673"/>
                </a:lnTo>
                <a:lnTo>
                  <a:pt x="386779" y="434252"/>
                </a:lnTo>
                <a:lnTo>
                  <a:pt x="388508" y="440832"/>
                </a:lnTo>
                <a:lnTo>
                  <a:pt x="390302" y="447411"/>
                </a:lnTo>
                <a:lnTo>
                  <a:pt x="392045" y="453991"/>
                </a:lnTo>
                <a:lnTo>
                  <a:pt x="393609" y="460570"/>
                </a:lnTo>
                <a:lnTo>
                  <a:pt x="394859" y="467150"/>
                </a:lnTo>
                <a:lnTo>
                  <a:pt x="395673" y="473730"/>
                </a:lnTo>
                <a:lnTo>
                  <a:pt x="395948" y="480309"/>
                </a:lnTo>
                <a:lnTo>
                  <a:pt x="395622" y="486889"/>
                </a:lnTo>
                <a:lnTo>
                  <a:pt x="394669" y="493468"/>
                </a:lnTo>
                <a:lnTo>
                  <a:pt x="393106" y="500048"/>
                </a:lnTo>
                <a:lnTo>
                  <a:pt x="390987" y="506627"/>
                </a:lnTo>
                <a:lnTo>
                  <a:pt x="388394" y="513207"/>
                </a:lnTo>
                <a:lnTo>
                  <a:pt x="385425" y="519787"/>
                </a:lnTo>
                <a:lnTo>
                  <a:pt x="382188" y="526366"/>
                </a:lnTo>
                <a:lnTo>
                  <a:pt x="378791" y="532946"/>
                </a:lnTo>
                <a:lnTo>
                  <a:pt x="375343" y="539525"/>
                </a:lnTo>
                <a:lnTo>
                  <a:pt x="371952" y="546105"/>
                </a:lnTo>
                <a:lnTo>
                  <a:pt x="368725" y="552685"/>
                </a:lnTo>
                <a:lnTo>
                  <a:pt x="365773" y="559264"/>
                </a:lnTo>
                <a:lnTo>
                  <a:pt x="363211" y="565844"/>
                </a:lnTo>
                <a:lnTo>
                  <a:pt x="361149" y="572423"/>
                </a:lnTo>
                <a:lnTo>
                  <a:pt x="359688" y="579003"/>
                </a:lnTo>
                <a:lnTo>
                  <a:pt x="358909" y="585582"/>
                </a:lnTo>
                <a:lnTo>
                  <a:pt x="358859" y="592162"/>
                </a:lnTo>
                <a:lnTo>
                  <a:pt x="359540" y="598742"/>
                </a:lnTo>
                <a:lnTo>
                  <a:pt x="360900" y="605321"/>
                </a:lnTo>
                <a:lnTo>
                  <a:pt x="362834" y="611901"/>
                </a:lnTo>
                <a:lnTo>
                  <a:pt x="365187" y="618480"/>
                </a:lnTo>
                <a:lnTo>
                  <a:pt x="367766" y="625060"/>
                </a:lnTo>
                <a:lnTo>
                  <a:pt x="370361" y="631639"/>
                </a:lnTo>
                <a:lnTo>
                  <a:pt x="372767" y="638219"/>
                </a:lnTo>
                <a:lnTo>
                  <a:pt x="374810" y="644799"/>
                </a:lnTo>
                <a:lnTo>
                  <a:pt x="376360" y="651378"/>
                </a:lnTo>
                <a:lnTo>
                  <a:pt x="377353" y="657958"/>
                </a:lnTo>
                <a:lnTo>
                  <a:pt x="377782" y="664537"/>
                </a:lnTo>
                <a:lnTo>
                  <a:pt x="377702" y="671117"/>
                </a:lnTo>
                <a:lnTo>
                  <a:pt x="377206" y="677697"/>
                </a:lnTo>
                <a:lnTo>
                  <a:pt x="376410" y="684276"/>
                </a:lnTo>
                <a:lnTo>
                  <a:pt x="375426" y="690856"/>
                </a:lnTo>
                <a:lnTo>
                  <a:pt x="374348" y="697435"/>
                </a:lnTo>
                <a:lnTo>
                  <a:pt x="373234" y="704015"/>
                </a:lnTo>
                <a:lnTo>
                  <a:pt x="372106" y="710594"/>
                </a:lnTo>
                <a:lnTo>
                  <a:pt x="370956" y="717174"/>
                </a:lnTo>
                <a:lnTo>
                  <a:pt x="369769" y="723754"/>
                </a:lnTo>
                <a:lnTo>
                  <a:pt x="368548" y="730333"/>
                </a:lnTo>
                <a:lnTo>
                  <a:pt x="367340" y="736913"/>
                </a:lnTo>
                <a:lnTo>
                  <a:pt x="366267" y="743492"/>
                </a:lnTo>
                <a:lnTo>
                  <a:pt x="365547" y="750072"/>
                </a:lnTo>
                <a:lnTo>
                  <a:pt x="365495" y="756651"/>
                </a:lnTo>
                <a:lnTo>
                  <a:pt x="366519" y="763231"/>
                </a:lnTo>
                <a:lnTo>
                  <a:pt x="369097" y="769811"/>
                </a:lnTo>
                <a:lnTo>
                  <a:pt x="373728" y="776390"/>
                </a:lnTo>
                <a:lnTo>
                  <a:pt x="380870" y="782970"/>
                </a:lnTo>
                <a:lnTo>
                  <a:pt x="390850" y="789549"/>
                </a:lnTo>
                <a:lnTo>
                  <a:pt x="403775" y="796129"/>
                </a:lnTo>
                <a:lnTo>
                  <a:pt x="419432" y="802708"/>
                </a:lnTo>
                <a:lnTo>
                  <a:pt x="437225" y="809288"/>
                </a:lnTo>
                <a:lnTo>
                  <a:pt x="456148" y="815868"/>
                </a:lnTo>
                <a:lnTo>
                  <a:pt x="474848" y="822447"/>
                </a:lnTo>
                <a:lnTo>
                  <a:pt x="491747" y="829027"/>
                </a:lnTo>
                <a:lnTo>
                  <a:pt x="505250" y="835606"/>
                </a:lnTo>
                <a:lnTo>
                  <a:pt x="513979" y="842186"/>
                </a:lnTo>
                <a:lnTo>
                  <a:pt x="516999" y="848766"/>
                </a:lnTo>
                <a:lnTo>
                  <a:pt x="516999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69" name="F2_precision_recall_distributions_3383">
            <a:extLst>
              <a:ext uri="{FF2B5EF4-FFF2-40B4-BE49-F238E27FC236}">
                <a16:creationId xmlns:a16="http://schemas.microsoft.com/office/drawing/2014/main" id="{7ABB5760-60BC-42B7-9E70-4C497E6A91B6}"/>
              </a:ext>
            </a:extLst>
          </p:cNvPr>
          <p:cNvSpPr>
            <a:spLocks noGrp="1"/>
          </p:cNvSpPr>
          <p:nvPr/>
        </p:nvSpPr>
        <p:spPr>
          <a:xfrm>
            <a:off x="5842919" y="16383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0" name="F2_precision_recall_distributions_3384">
            <a:extLst>
              <a:ext uri="{FF2B5EF4-FFF2-40B4-BE49-F238E27FC236}">
                <a16:creationId xmlns:a16="http://schemas.microsoft.com/office/drawing/2014/main" id="{C435741B-6C2A-4065-A880-DD8D356ECBDF}"/>
              </a:ext>
            </a:extLst>
          </p:cNvPr>
          <p:cNvSpPr>
            <a:spLocks noGrp="1"/>
          </p:cNvSpPr>
          <p:nvPr/>
        </p:nvSpPr>
        <p:spPr>
          <a:xfrm>
            <a:off x="5813752" y="1585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1" name="F2_precision_recall_distributions_3385">
            <a:extLst>
              <a:ext uri="{FF2B5EF4-FFF2-40B4-BE49-F238E27FC236}">
                <a16:creationId xmlns:a16="http://schemas.microsoft.com/office/drawing/2014/main" id="{59220702-349C-453F-8D93-FA791552ECF0}"/>
              </a:ext>
            </a:extLst>
          </p:cNvPr>
          <p:cNvSpPr>
            <a:spLocks noGrp="1"/>
          </p:cNvSpPr>
          <p:nvPr/>
        </p:nvSpPr>
        <p:spPr>
          <a:xfrm>
            <a:off x="5829965" y="15726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2" name="F2_precision_recall_distributions_3386">
            <a:extLst>
              <a:ext uri="{FF2B5EF4-FFF2-40B4-BE49-F238E27FC236}">
                <a16:creationId xmlns:a16="http://schemas.microsoft.com/office/drawing/2014/main" id="{37B6B37E-9397-4A68-8F4B-0205C85BBE53}"/>
              </a:ext>
            </a:extLst>
          </p:cNvPr>
          <p:cNvSpPr>
            <a:spLocks noGrp="1"/>
          </p:cNvSpPr>
          <p:nvPr/>
        </p:nvSpPr>
        <p:spPr>
          <a:xfrm>
            <a:off x="6019051" y="215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3" name="F2_precision_recall_distributions_3387">
            <a:extLst>
              <a:ext uri="{FF2B5EF4-FFF2-40B4-BE49-F238E27FC236}">
                <a16:creationId xmlns:a16="http://schemas.microsoft.com/office/drawing/2014/main" id="{06DFDE1A-51F0-44AC-AC49-ABC59CD7D617}"/>
              </a:ext>
            </a:extLst>
          </p:cNvPr>
          <p:cNvSpPr>
            <a:spLocks noGrp="1"/>
          </p:cNvSpPr>
          <p:nvPr/>
        </p:nvSpPr>
        <p:spPr>
          <a:xfrm>
            <a:off x="6117008" y="15903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4" name="F2_precision_recall_distributions_3388">
            <a:extLst>
              <a:ext uri="{FF2B5EF4-FFF2-40B4-BE49-F238E27FC236}">
                <a16:creationId xmlns:a16="http://schemas.microsoft.com/office/drawing/2014/main" id="{1279D20E-B455-4DDD-B565-6A5516655FDF}"/>
              </a:ext>
            </a:extLst>
          </p:cNvPr>
          <p:cNvSpPr>
            <a:spLocks noGrp="1"/>
          </p:cNvSpPr>
          <p:nvPr/>
        </p:nvSpPr>
        <p:spPr>
          <a:xfrm>
            <a:off x="5828879" y="15571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5" name="F2_precision_recall_distributions_3389">
            <a:extLst>
              <a:ext uri="{FF2B5EF4-FFF2-40B4-BE49-F238E27FC236}">
                <a16:creationId xmlns:a16="http://schemas.microsoft.com/office/drawing/2014/main" id="{26CCFBED-93A0-4D3C-8CEF-4C305639460F}"/>
              </a:ext>
            </a:extLst>
          </p:cNvPr>
          <p:cNvSpPr>
            <a:spLocks noGrp="1"/>
          </p:cNvSpPr>
          <p:nvPr/>
        </p:nvSpPr>
        <p:spPr>
          <a:xfrm>
            <a:off x="6151726" y="157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6" name="F2_precision_recall_distributions_3390">
            <a:extLst>
              <a:ext uri="{FF2B5EF4-FFF2-40B4-BE49-F238E27FC236}">
                <a16:creationId xmlns:a16="http://schemas.microsoft.com/office/drawing/2014/main" id="{D03B7DAD-D59A-45BA-9B5D-0DCC16DFD730}"/>
              </a:ext>
            </a:extLst>
          </p:cNvPr>
          <p:cNvSpPr>
            <a:spLocks noGrp="1"/>
          </p:cNvSpPr>
          <p:nvPr/>
        </p:nvSpPr>
        <p:spPr>
          <a:xfrm>
            <a:off x="5964717" y="1602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7" name="F2_precision_recall_distributions_3391">
            <a:extLst>
              <a:ext uri="{FF2B5EF4-FFF2-40B4-BE49-F238E27FC236}">
                <a16:creationId xmlns:a16="http://schemas.microsoft.com/office/drawing/2014/main" id="{183706CF-26BA-4D3F-94CC-469F78695127}"/>
              </a:ext>
            </a:extLst>
          </p:cNvPr>
          <p:cNvSpPr>
            <a:spLocks noGrp="1"/>
          </p:cNvSpPr>
          <p:nvPr/>
        </p:nvSpPr>
        <p:spPr>
          <a:xfrm>
            <a:off x="6049645" y="1778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8" name="F2_precision_recall_distributions_3392">
            <a:extLst>
              <a:ext uri="{FF2B5EF4-FFF2-40B4-BE49-F238E27FC236}">
                <a16:creationId xmlns:a16="http://schemas.microsoft.com/office/drawing/2014/main" id="{DA0ACD68-1E59-44A4-9945-2726FF096AFA}"/>
              </a:ext>
            </a:extLst>
          </p:cNvPr>
          <p:cNvSpPr>
            <a:spLocks noGrp="1"/>
          </p:cNvSpPr>
          <p:nvPr/>
        </p:nvSpPr>
        <p:spPr>
          <a:xfrm>
            <a:off x="5988845" y="15760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9" name="F2_precision_recall_distributions_3393">
            <a:extLst>
              <a:ext uri="{FF2B5EF4-FFF2-40B4-BE49-F238E27FC236}">
                <a16:creationId xmlns:a16="http://schemas.microsoft.com/office/drawing/2014/main" id="{3E2BB235-65AF-418F-B932-3931E9A3399B}"/>
              </a:ext>
            </a:extLst>
          </p:cNvPr>
          <p:cNvSpPr>
            <a:spLocks noGrp="1"/>
          </p:cNvSpPr>
          <p:nvPr/>
        </p:nvSpPr>
        <p:spPr>
          <a:xfrm>
            <a:off x="5990406" y="17940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0" name="F2_precision_recall_distributions_3394">
            <a:extLst>
              <a:ext uri="{FF2B5EF4-FFF2-40B4-BE49-F238E27FC236}">
                <a16:creationId xmlns:a16="http://schemas.microsoft.com/office/drawing/2014/main" id="{862765EC-C4DF-4703-83EA-EE233E8D185F}"/>
              </a:ext>
            </a:extLst>
          </p:cNvPr>
          <p:cNvSpPr>
            <a:spLocks noGrp="1"/>
          </p:cNvSpPr>
          <p:nvPr/>
        </p:nvSpPr>
        <p:spPr>
          <a:xfrm>
            <a:off x="5850223" y="1571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1" name="F2_precision_recall_distributions_3395">
            <a:extLst>
              <a:ext uri="{FF2B5EF4-FFF2-40B4-BE49-F238E27FC236}">
                <a16:creationId xmlns:a16="http://schemas.microsoft.com/office/drawing/2014/main" id="{7B4E00DB-55A7-46B8-8768-25302CECB790}"/>
              </a:ext>
            </a:extLst>
          </p:cNvPr>
          <p:cNvSpPr>
            <a:spLocks noGrp="1"/>
          </p:cNvSpPr>
          <p:nvPr/>
        </p:nvSpPr>
        <p:spPr>
          <a:xfrm>
            <a:off x="5924629" y="15683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2" name="F2_precision_recall_distributions_3396">
            <a:extLst>
              <a:ext uri="{FF2B5EF4-FFF2-40B4-BE49-F238E27FC236}">
                <a16:creationId xmlns:a16="http://schemas.microsoft.com/office/drawing/2014/main" id="{E795CCF1-773D-4EFA-88D7-C93C57522592}"/>
              </a:ext>
            </a:extLst>
          </p:cNvPr>
          <p:cNvSpPr>
            <a:spLocks noGrp="1"/>
          </p:cNvSpPr>
          <p:nvPr/>
        </p:nvSpPr>
        <p:spPr>
          <a:xfrm>
            <a:off x="6051456" y="1777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3" name="F2_precision_recall_distributions_3397">
            <a:extLst>
              <a:ext uri="{FF2B5EF4-FFF2-40B4-BE49-F238E27FC236}">
                <a16:creationId xmlns:a16="http://schemas.microsoft.com/office/drawing/2014/main" id="{9DAE0B67-A1B8-4C56-BB78-9A3D4379CE14}"/>
              </a:ext>
            </a:extLst>
          </p:cNvPr>
          <p:cNvSpPr>
            <a:spLocks noGrp="1"/>
          </p:cNvSpPr>
          <p:nvPr/>
        </p:nvSpPr>
        <p:spPr>
          <a:xfrm>
            <a:off x="5990103" y="15906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4" name="F2_precision_recall_distributions_3398">
            <a:extLst>
              <a:ext uri="{FF2B5EF4-FFF2-40B4-BE49-F238E27FC236}">
                <a16:creationId xmlns:a16="http://schemas.microsoft.com/office/drawing/2014/main" id="{EDFFE3E9-0505-4BBF-BD6F-4DC8DB5A645D}"/>
              </a:ext>
            </a:extLst>
          </p:cNvPr>
          <p:cNvSpPr>
            <a:spLocks noGrp="1"/>
          </p:cNvSpPr>
          <p:nvPr/>
        </p:nvSpPr>
        <p:spPr>
          <a:xfrm>
            <a:off x="5825361" y="1604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5" name="F2_precision_recall_distributions_3399">
            <a:extLst>
              <a:ext uri="{FF2B5EF4-FFF2-40B4-BE49-F238E27FC236}">
                <a16:creationId xmlns:a16="http://schemas.microsoft.com/office/drawing/2014/main" id="{F7BA7707-F703-4598-9BAD-087B6B729A64}"/>
              </a:ext>
            </a:extLst>
          </p:cNvPr>
          <p:cNvSpPr>
            <a:spLocks noGrp="1"/>
          </p:cNvSpPr>
          <p:nvPr/>
        </p:nvSpPr>
        <p:spPr>
          <a:xfrm>
            <a:off x="5823232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6" name="F2_precision_recall_distributions_3400">
            <a:extLst>
              <a:ext uri="{FF2B5EF4-FFF2-40B4-BE49-F238E27FC236}">
                <a16:creationId xmlns:a16="http://schemas.microsoft.com/office/drawing/2014/main" id="{29DEB4E9-0171-4BF0-B133-9BF9D403AAB7}"/>
              </a:ext>
            </a:extLst>
          </p:cNvPr>
          <p:cNvSpPr>
            <a:spLocks noGrp="1"/>
          </p:cNvSpPr>
          <p:nvPr/>
        </p:nvSpPr>
        <p:spPr>
          <a:xfrm>
            <a:off x="5845084" y="1618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7" name="F2_precision_recall_distributions_3401">
            <a:extLst>
              <a:ext uri="{FF2B5EF4-FFF2-40B4-BE49-F238E27FC236}">
                <a16:creationId xmlns:a16="http://schemas.microsoft.com/office/drawing/2014/main" id="{A8049190-7F7A-4A2F-AB07-8E838FD4F3F4}"/>
              </a:ext>
            </a:extLst>
          </p:cNvPr>
          <p:cNvSpPr>
            <a:spLocks noGrp="1"/>
          </p:cNvSpPr>
          <p:nvPr/>
        </p:nvSpPr>
        <p:spPr>
          <a:xfrm>
            <a:off x="6120752" y="1565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8" name="F2_precision_recall_distributions_3402">
            <a:extLst>
              <a:ext uri="{FF2B5EF4-FFF2-40B4-BE49-F238E27FC236}">
                <a16:creationId xmlns:a16="http://schemas.microsoft.com/office/drawing/2014/main" id="{2D8B1D34-4007-4F63-8D5D-AB0675ECA4AA}"/>
              </a:ext>
            </a:extLst>
          </p:cNvPr>
          <p:cNvSpPr>
            <a:spLocks noGrp="1"/>
          </p:cNvSpPr>
          <p:nvPr/>
        </p:nvSpPr>
        <p:spPr>
          <a:xfrm>
            <a:off x="5849500" y="1687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9" name="F2_precision_recall_distributions_3403">
            <a:extLst>
              <a:ext uri="{FF2B5EF4-FFF2-40B4-BE49-F238E27FC236}">
                <a16:creationId xmlns:a16="http://schemas.microsoft.com/office/drawing/2014/main" id="{73C264B8-BB22-48B1-AE58-1FAC1AB2325D}"/>
              </a:ext>
            </a:extLst>
          </p:cNvPr>
          <p:cNvSpPr>
            <a:spLocks noGrp="1"/>
          </p:cNvSpPr>
          <p:nvPr/>
        </p:nvSpPr>
        <p:spPr>
          <a:xfrm>
            <a:off x="5875810" y="20355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0" name="F2_precision_recall_distributions_3404">
            <a:extLst>
              <a:ext uri="{FF2B5EF4-FFF2-40B4-BE49-F238E27FC236}">
                <a16:creationId xmlns:a16="http://schemas.microsoft.com/office/drawing/2014/main" id="{10B6AF88-04E8-4DA6-A53C-74FB030BC35B}"/>
              </a:ext>
            </a:extLst>
          </p:cNvPr>
          <p:cNvSpPr>
            <a:spLocks noGrp="1"/>
          </p:cNvSpPr>
          <p:nvPr/>
        </p:nvSpPr>
        <p:spPr>
          <a:xfrm>
            <a:off x="5888649" y="1641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1" name="F2_precision_recall_distributions_3405">
            <a:extLst>
              <a:ext uri="{FF2B5EF4-FFF2-40B4-BE49-F238E27FC236}">
                <a16:creationId xmlns:a16="http://schemas.microsoft.com/office/drawing/2014/main" id="{025F510E-ACDC-4500-B371-6453C87B4D93}"/>
              </a:ext>
            </a:extLst>
          </p:cNvPr>
          <p:cNvSpPr>
            <a:spLocks noGrp="1"/>
          </p:cNvSpPr>
          <p:nvPr/>
        </p:nvSpPr>
        <p:spPr>
          <a:xfrm>
            <a:off x="6098434" y="1902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2" name="F2_precision_recall_distributions_3406">
            <a:extLst>
              <a:ext uri="{FF2B5EF4-FFF2-40B4-BE49-F238E27FC236}">
                <a16:creationId xmlns:a16="http://schemas.microsoft.com/office/drawing/2014/main" id="{56654DC5-E2F3-4F11-BEE3-13729879B1F3}"/>
              </a:ext>
            </a:extLst>
          </p:cNvPr>
          <p:cNvSpPr>
            <a:spLocks noGrp="1"/>
          </p:cNvSpPr>
          <p:nvPr/>
        </p:nvSpPr>
        <p:spPr>
          <a:xfrm>
            <a:off x="6084821" y="1575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3" name="F2_precision_recall_distributions_3407">
            <a:extLst>
              <a:ext uri="{FF2B5EF4-FFF2-40B4-BE49-F238E27FC236}">
                <a16:creationId xmlns:a16="http://schemas.microsoft.com/office/drawing/2014/main" id="{B5157438-7091-462E-A72C-7C64DFA3DA7A}"/>
              </a:ext>
            </a:extLst>
          </p:cNvPr>
          <p:cNvSpPr>
            <a:spLocks noGrp="1"/>
          </p:cNvSpPr>
          <p:nvPr/>
        </p:nvSpPr>
        <p:spPr>
          <a:xfrm>
            <a:off x="6097173" y="17746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4" name="F2_precision_recall_distributions_3408">
            <a:extLst>
              <a:ext uri="{FF2B5EF4-FFF2-40B4-BE49-F238E27FC236}">
                <a16:creationId xmlns:a16="http://schemas.microsoft.com/office/drawing/2014/main" id="{28A168A4-A199-4ECB-9A09-4A901DAC833B}"/>
              </a:ext>
            </a:extLst>
          </p:cNvPr>
          <p:cNvSpPr>
            <a:spLocks noGrp="1"/>
          </p:cNvSpPr>
          <p:nvPr/>
        </p:nvSpPr>
        <p:spPr>
          <a:xfrm>
            <a:off x="590212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5" name="F2_precision_recall_distributions_3409">
            <a:extLst>
              <a:ext uri="{FF2B5EF4-FFF2-40B4-BE49-F238E27FC236}">
                <a16:creationId xmlns:a16="http://schemas.microsoft.com/office/drawing/2014/main" id="{7A169CAE-23EA-4120-9900-C42702B5301A}"/>
              </a:ext>
            </a:extLst>
          </p:cNvPr>
          <p:cNvSpPr>
            <a:spLocks noGrp="1"/>
          </p:cNvSpPr>
          <p:nvPr/>
        </p:nvSpPr>
        <p:spPr>
          <a:xfrm>
            <a:off x="6141067" y="20392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6" name="F2_precision_recall_distributions_3410">
            <a:extLst>
              <a:ext uri="{FF2B5EF4-FFF2-40B4-BE49-F238E27FC236}">
                <a16:creationId xmlns:a16="http://schemas.microsoft.com/office/drawing/2014/main" id="{A134EB35-FF8F-4678-8465-FE81A262A618}"/>
              </a:ext>
            </a:extLst>
          </p:cNvPr>
          <p:cNvSpPr>
            <a:spLocks noGrp="1"/>
          </p:cNvSpPr>
          <p:nvPr/>
        </p:nvSpPr>
        <p:spPr>
          <a:xfrm>
            <a:off x="5886531" y="2156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7" name="F2_precision_recall_distributions_3411">
            <a:extLst>
              <a:ext uri="{FF2B5EF4-FFF2-40B4-BE49-F238E27FC236}">
                <a16:creationId xmlns:a16="http://schemas.microsoft.com/office/drawing/2014/main" id="{20CF87E7-033B-4E95-84F4-8F58FDB891A3}"/>
              </a:ext>
            </a:extLst>
          </p:cNvPr>
          <p:cNvSpPr>
            <a:spLocks noGrp="1"/>
          </p:cNvSpPr>
          <p:nvPr/>
        </p:nvSpPr>
        <p:spPr>
          <a:xfrm>
            <a:off x="5996398" y="15707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8" name="F2_precision_recall_distributions_3412">
            <a:extLst>
              <a:ext uri="{FF2B5EF4-FFF2-40B4-BE49-F238E27FC236}">
                <a16:creationId xmlns:a16="http://schemas.microsoft.com/office/drawing/2014/main" id="{173FF12D-276B-42DD-8615-0433CA4D351C}"/>
              </a:ext>
            </a:extLst>
          </p:cNvPr>
          <p:cNvSpPr>
            <a:spLocks noGrp="1"/>
          </p:cNvSpPr>
          <p:nvPr/>
        </p:nvSpPr>
        <p:spPr>
          <a:xfrm>
            <a:off x="5939102" y="1565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9" name="F2_precision_recall_distributions_3413">
            <a:extLst>
              <a:ext uri="{FF2B5EF4-FFF2-40B4-BE49-F238E27FC236}">
                <a16:creationId xmlns:a16="http://schemas.microsoft.com/office/drawing/2014/main" id="{2D05D02E-0E2F-49C2-B1CB-7BEE6652EA3F}"/>
              </a:ext>
            </a:extLst>
          </p:cNvPr>
          <p:cNvSpPr>
            <a:spLocks noGrp="1"/>
          </p:cNvSpPr>
          <p:nvPr/>
        </p:nvSpPr>
        <p:spPr>
          <a:xfrm>
            <a:off x="6115943" y="2007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0" name="F2_precision_recall_distributions_3414">
            <a:extLst>
              <a:ext uri="{FF2B5EF4-FFF2-40B4-BE49-F238E27FC236}">
                <a16:creationId xmlns:a16="http://schemas.microsoft.com/office/drawing/2014/main" id="{DD0F1296-B345-45FA-B373-A08278A68092}"/>
              </a:ext>
            </a:extLst>
          </p:cNvPr>
          <p:cNvSpPr>
            <a:spLocks noGrp="1"/>
          </p:cNvSpPr>
          <p:nvPr/>
        </p:nvSpPr>
        <p:spPr>
          <a:xfrm>
            <a:off x="6032896" y="1777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1" name="F2_precision_recall_distributions_3415">
            <a:extLst>
              <a:ext uri="{FF2B5EF4-FFF2-40B4-BE49-F238E27FC236}">
                <a16:creationId xmlns:a16="http://schemas.microsoft.com/office/drawing/2014/main" id="{3AC73CEE-BBE7-4187-9487-0A5A3A28CBAE}"/>
              </a:ext>
            </a:extLst>
          </p:cNvPr>
          <p:cNvSpPr>
            <a:spLocks noGrp="1"/>
          </p:cNvSpPr>
          <p:nvPr/>
        </p:nvSpPr>
        <p:spPr>
          <a:xfrm>
            <a:off x="61479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2" name="F2_precision_recall_distributions_3416">
            <a:extLst>
              <a:ext uri="{FF2B5EF4-FFF2-40B4-BE49-F238E27FC236}">
                <a16:creationId xmlns:a16="http://schemas.microsoft.com/office/drawing/2014/main" id="{82378049-AB08-44D8-AC3F-6FEC31AF7A91}"/>
              </a:ext>
            </a:extLst>
          </p:cNvPr>
          <p:cNvSpPr>
            <a:spLocks noGrp="1"/>
          </p:cNvSpPr>
          <p:nvPr/>
        </p:nvSpPr>
        <p:spPr>
          <a:xfrm>
            <a:off x="5827749" y="1591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3" name="F2_precision_recall_distributions_3417">
            <a:extLst>
              <a:ext uri="{FF2B5EF4-FFF2-40B4-BE49-F238E27FC236}">
                <a16:creationId xmlns:a16="http://schemas.microsoft.com/office/drawing/2014/main" id="{B0385C3A-F8B5-4D29-8D03-698F5D674088}"/>
              </a:ext>
            </a:extLst>
          </p:cNvPr>
          <p:cNvSpPr>
            <a:spLocks noGrp="1"/>
          </p:cNvSpPr>
          <p:nvPr/>
        </p:nvSpPr>
        <p:spPr>
          <a:xfrm>
            <a:off x="6162213" y="15149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4" name="F2_precision_recall_distributions_3418">
            <a:extLst>
              <a:ext uri="{FF2B5EF4-FFF2-40B4-BE49-F238E27FC236}">
                <a16:creationId xmlns:a16="http://schemas.microsoft.com/office/drawing/2014/main" id="{D7548F6B-94B7-4B55-ABA4-DD416E23A8D8}"/>
              </a:ext>
            </a:extLst>
          </p:cNvPr>
          <p:cNvSpPr>
            <a:spLocks noGrp="1"/>
          </p:cNvSpPr>
          <p:nvPr/>
        </p:nvSpPr>
        <p:spPr>
          <a:xfrm>
            <a:off x="605304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5" name="F2_precision_recall_distributions_3419">
            <a:extLst>
              <a:ext uri="{FF2B5EF4-FFF2-40B4-BE49-F238E27FC236}">
                <a16:creationId xmlns:a16="http://schemas.microsoft.com/office/drawing/2014/main" id="{21B7D97B-5C7F-4E4A-BD5E-E7743CA95941}"/>
              </a:ext>
            </a:extLst>
          </p:cNvPr>
          <p:cNvSpPr>
            <a:spLocks noGrp="1"/>
          </p:cNvSpPr>
          <p:nvPr/>
        </p:nvSpPr>
        <p:spPr>
          <a:xfrm>
            <a:off x="6049248" y="16092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6" name="F2_precision_recall_distributions_3420">
            <a:extLst>
              <a:ext uri="{FF2B5EF4-FFF2-40B4-BE49-F238E27FC236}">
                <a16:creationId xmlns:a16="http://schemas.microsoft.com/office/drawing/2014/main" id="{6896B9DA-26CF-4D08-8563-B2E0897E1B93}"/>
              </a:ext>
            </a:extLst>
          </p:cNvPr>
          <p:cNvSpPr>
            <a:spLocks noGrp="1"/>
          </p:cNvSpPr>
          <p:nvPr/>
        </p:nvSpPr>
        <p:spPr>
          <a:xfrm>
            <a:off x="5836359" y="1610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7" name="F2_precision_recall_distributions_3421">
            <a:extLst>
              <a:ext uri="{FF2B5EF4-FFF2-40B4-BE49-F238E27FC236}">
                <a16:creationId xmlns:a16="http://schemas.microsoft.com/office/drawing/2014/main" id="{5C2C8B4C-1B68-4E66-8CBD-90150432A641}"/>
              </a:ext>
            </a:extLst>
          </p:cNvPr>
          <p:cNvSpPr>
            <a:spLocks noGrp="1"/>
          </p:cNvSpPr>
          <p:nvPr/>
        </p:nvSpPr>
        <p:spPr>
          <a:xfrm>
            <a:off x="5896894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8" name="F2_precision_recall_distributions_3422">
            <a:extLst>
              <a:ext uri="{FF2B5EF4-FFF2-40B4-BE49-F238E27FC236}">
                <a16:creationId xmlns:a16="http://schemas.microsoft.com/office/drawing/2014/main" id="{87522A13-C65C-4DA1-8981-61105EED4772}"/>
              </a:ext>
            </a:extLst>
          </p:cNvPr>
          <p:cNvSpPr>
            <a:spLocks noGrp="1"/>
          </p:cNvSpPr>
          <p:nvPr/>
        </p:nvSpPr>
        <p:spPr>
          <a:xfrm>
            <a:off x="5930879" y="15516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9" name="F2_precision_recall_distributions_3423">
            <a:extLst>
              <a:ext uri="{FF2B5EF4-FFF2-40B4-BE49-F238E27FC236}">
                <a16:creationId xmlns:a16="http://schemas.microsoft.com/office/drawing/2014/main" id="{3F12DDFC-81CB-44AD-B102-1DD5A276D6D0}"/>
              </a:ext>
            </a:extLst>
          </p:cNvPr>
          <p:cNvSpPr>
            <a:spLocks noGrp="1"/>
          </p:cNvSpPr>
          <p:nvPr/>
        </p:nvSpPr>
        <p:spPr>
          <a:xfrm>
            <a:off x="5903623" y="18040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0" name="F2_precision_recall_distributions_3424">
            <a:extLst>
              <a:ext uri="{FF2B5EF4-FFF2-40B4-BE49-F238E27FC236}">
                <a16:creationId xmlns:a16="http://schemas.microsoft.com/office/drawing/2014/main" id="{AFE77DF9-19BC-4C9F-AE87-79BE6B347A3F}"/>
              </a:ext>
            </a:extLst>
          </p:cNvPr>
          <p:cNvSpPr>
            <a:spLocks noGrp="1"/>
          </p:cNvSpPr>
          <p:nvPr/>
        </p:nvSpPr>
        <p:spPr>
          <a:xfrm>
            <a:off x="5986729" y="15880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1" name="F2_precision_recall_distributions_3425">
            <a:extLst>
              <a:ext uri="{FF2B5EF4-FFF2-40B4-BE49-F238E27FC236}">
                <a16:creationId xmlns:a16="http://schemas.microsoft.com/office/drawing/2014/main" id="{40A457C3-4DA5-4B68-AB85-F000773D425E}"/>
              </a:ext>
            </a:extLst>
          </p:cNvPr>
          <p:cNvSpPr>
            <a:spLocks noGrp="1"/>
          </p:cNvSpPr>
          <p:nvPr/>
        </p:nvSpPr>
        <p:spPr>
          <a:xfrm>
            <a:off x="596868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2" name="F2_precision_recall_distributions_3426">
            <a:extLst>
              <a:ext uri="{FF2B5EF4-FFF2-40B4-BE49-F238E27FC236}">
                <a16:creationId xmlns:a16="http://schemas.microsoft.com/office/drawing/2014/main" id="{A5DD4C98-71A7-4966-A6CD-E49F4B182039}"/>
              </a:ext>
            </a:extLst>
          </p:cNvPr>
          <p:cNvSpPr>
            <a:spLocks noGrp="1"/>
          </p:cNvSpPr>
          <p:nvPr/>
        </p:nvSpPr>
        <p:spPr>
          <a:xfrm>
            <a:off x="5845122" y="1586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3" name="F2_precision_recall_distributions_3427">
            <a:extLst>
              <a:ext uri="{FF2B5EF4-FFF2-40B4-BE49-F238E27FC236}">
                <a16:creationId xmlns:a16="http://schemas.microsoft.com/office/drawing/2014/main" id="{DF7760E3-A08F-40D0-BA2E-6EF6C585B372}"/>
              </a:ext>
            </a:extLst>
          </p:cNvPr>
          <p:cNvSpPr>
            <a:spLocks noGrp="1"/>
          </p:cNvSpPr>
          <p:nvPr/>
        </p:nvSpPr>
        <p:spPr>
          <a:xfrm>
            <a:off x="5842491" y="17337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4" name="F2_precision_recall_distributions_3428">
            <a:extLst>
              <a:ext uri="{FF2B5EF4-FFF2-40B4-BE49-F238E27FC236}">
                <a16:creationId xmlns:a16="http://schemas.microsoft.com/office/drawing/2014/main" id="{7BEFB0DE-99E2-49CE-B254-0FDFF524AEE8}"/>
              </a:ext>
            </a:extLst>
          </p:cNvPr>
          <p:cNvSpPr>
            <a:spLocks noGrp="1"/>
          </p:cNvSpPr>
          <p:nvPr/>
        </p:nvSpPr>
        <p:spPr>
          <a:xfrm>
            <a:off x="6040309" y="15444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5" name="F2_precision_recall_distributions_3429">
            <a:extLst>
              <a:ext uri="{FF2B5EF4-FFF2-40B4-BE49-F238E27FC236}">
                <a16:creationId xmlns:a16="http://schemas.microsoft.com/office/drawing/2014/main" id="{F6B088DD-2F02-4018-8FD0-47ACCBF3A160}"/>
              </a:ext>
            </a:extLst>
          </p:cNvPr>
          <p:cNvSpPr>
            <a:spLocks noGrp="1"/>
          </p:cNvSpPr>
          <p:nvPr/>
        </p:nvSpPr>
        <p:spPr>
          <a:xfrm>
            <a:off x="6059430" y="2000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6" name="F2_precision_recall_distributions_3430">
            <a:extLst>
              <a:ext uri="{FF2B5EF4-FFF2-40B4-BE49-F238E27FC236}">
                <a16:creationId xmlns:a16="http://schemas.microsoft.com/office/drawing/2014/main" id="{284F95C0-B0BA-447D-B427-ED64C22C1990}"/>
              </a:ext>
            </a:extLst>
          </p:cNvPr>
          <p:cNvSpPr>
            <a:spLocks noGrp="1"/>
          </p:cNvSpPr>
          <p:nvPr/>
        </p:nvSpPr>
        <p:spPr>
          <a:xfrm>
            <a:off x="5813398" y="1590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7" name="F2_precision_recall_distributions_3431">
            <a:extLst>
              <a:ext uri="{FF2B5EF4-FFF2-40B4-BE49-F238E27FC236}">
                <a16:creationId xmlns:a16="http://schemas.microsoft.com/office/drawing/2014/main" id="{A4E40CB5-D358-4E5D-9F4E-F4EABE9EE4BA}"/>
              </a:ext>
            </a:extLst>
          </p:cNvPr>
          <p:cNvSpPr>
            <a:spLocks noGrp="1"/>
          </p:cNvSpPr>
          <p:nvPr/>
        </p:nvSpPr>
        <p:spPr>
          <a:xfrm>
            <a:off x="5825694" y="17924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8" name="F2_precision_recall_distributions_3432">
            <a:extLst>
              <a:ext uri="{FF2B5EF4-FFF2-40B4-BE49-F238E27FC236}">
                <a16:creationId xmlns:a16="http://schemas.microsoft.com/office/drawing/2014/main" id="{74294116-4C37-4744-AEE6-AA3627B31269}"/>
              </a:ext>
            </a:extLst>
          </p:cNvPr>
          <p:cNvSpPr>
            <a:spLocks noGrp="1"/>
          </p:cNvSpPr>
          <p:nvPr/>
        </p:nvSpPr>
        <p:spPr>
          <a:xfrm>
            <a:off x="6127220" y="159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9" name="F2_precision_recall_distributions_3433">
            <a:extLst>
              <a:ext uri="{FF2B5EF4-FFF2-40B4-BE49-F238E27FC236}">
                <a16:creationId xmlns:a16="http://schemas.microsoft.com/office/drawing/2014/main" id="{F0E9BD0F-87BE-40AD-8B62-FD1A467D494F}"/>
              </a:ext>
            </a:extLst>
          </p:cNvPr>
          <p:cNvSpPr>
            <a:spLocks noGrp="1"/>
          </p:cNvSpPr>
          <p:nvPr/>
        </p:nvSpPr>
        <p:spPr>
          <a:xfrm>
            <a:off x="5846127" y="16330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0" name="F2_precision_recall_distributions_3434">
            <a:extLst>
              <a:ext uri="{FF2B5EF4-FFF2-40B4-BE49-F238E27FC236}">
                <a16:creationId xmlns:a16="http://schemas.microsoft.com/office/drawing/2014/main" id="{101A8A94-A0D9-4A01-86F0-ADBEC85ED6A3}"/>
              </a:ext>
            </a:extLst>
          </p:cNvPr>
          <p:cNvSpPr>
            <a:spLocks noGrp="1"/>
          </p:cNvSpPr>
          <p:nvPr/>
        </p:nvSpPr>
        <p:spPr>
          <a:xfrm>
            <a:off x="5846915" y="17691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1" name="F2_precision_recall_distributions_3435">
            <a:extLst>
              <a:ext uri="{FF2B5EF4-FFF2-40B4-BE49-F238E27FC236}">
                <a16:creationId xmlns:a16="http://schemas.microsoft.com/office/drawing/2014/main" id="{DD23B209-5A47-41C3-A98E-2AB8CEE01B10}"/>
              </a:ext>
            </a:extLst>
          </p:cNvPr>
          <p:cNvSpPr>
            <a:spLocks noGrp="1"/>
          </p:cNvSpPr>
          <p:nvPr/>
        </p:nvSpPr>
        <p:spPr>
          <a:xfrm>
            <a:off x="6070124" y="16812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2" name="F2_precision_recall_distributions_3436">
            <a:extLst>
              <a:ext uri="{FF2B5EF4-FFF2-40B4-BE49-F238E27FC236}">
                <a16:creationId xmlns:a16="http://schemas.microsoft.com/office/drawing/2014/main" id="{18CFB6AB-05FB-434D-B515-14089D62E1DB}"/>
              </a:ext>
            </a:extLst>
          </p:cNvPr>
          <p:cNvSpPr>
            <a:spLocks noGrp="1"/>
          </p:cNvSpPr>
          <p:nvPr/>
        </p:nvSpPr>
        <p:spPr>
          <a:xfrm>
            <a:off x="5961495" y="1953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3" name="F2_precision_recall_distributions_3437">
            <a:extLst>
              <a:ext uri="{FF2B5EF4-FFF2-40B4-BE49-F238E27FC236}">
                <a16:creationId xmlns:a16="http://schemas.microsoft.com/office/drawing/2014/main" id="{038C48EA-EEAD-4C25-A5FA-6313C59D1D7A}"/>
              </a:ext>
            </a:extLst>
          </p:cNvPr>
          <p:cNvSpPr>
            <a:spLocks noGrp="1"/>
          </p:cNvSpPr>
          <p:nvPr/>
        </p:nvSpPr>
        <p:spPr>
          <a:xfrm>
            <a:off x="5989286" y="19839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4" name="F2_precision_recall_distributions_3438">
            <a:extLst>
              <a:ext uri="{FF2B5EF4-FFF2-40B4-BE49-F238E27FC236}">
                <a16:creationId xmlns:a16="http://schemas.microsoft.com/office/drawing/2014/main" id="{77F5A0B3-7FE5-48E4-9F66-F66196A50245}"/>
              </a:ext>
            </a:extLst>
          </p:cNvPr>
          <p:cNvSpPr>
            <a:spLocks noGrp="1"/>
          </p:cNvSpPr>
          <p:nvPr/>
        </p:nvSpPr>
        <p:spPr>
          <a:xfrm>
            <a:off x="5842016" y="16178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5" name="F2_precision_recall_distributions_3439">
            <a:extLst>
              <a:ext uri="{FF2B5EF4-FFF2-40B4-BE49-F238E27FC236}">
                <a16:creationId xmlns:a16="http://schemas.microsoft.com/office/drawing/2014/main" id="{377FB39E-5CEA-4782-8582-32CB04EE7E0F}"/>
              </a:ext>
            </a:extLst>
          </p:cNvPr>
          <p:cNvSpPr>
            <a:spLocks noGrp="1"/>
          </p:cNvSpPr>
          <p:nvPr/>
        </p:nvSpPr>
        <p:spPr>
          <a:xfrm>
            <a:off x="6028640" y="21624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6" name="F2_precision_recall_distributions_3440">
            <a:extLst>
              <a:ext uri="{FF2B5EF4-FFF2-40B4-BE49-F238E27FC236}">
                <a16:creationId xmlns:a16="http://schemas.microsoft.com/office/drawing/2014/main" id="{1065666D-AA1B-46D9-ADC9-F5FB2A2E951E}"/>
              </a:ext>
            </a:extLst>
          </p:cNvPr>
          <p:cNvSpPr>
            <a:spLocks noGrp="1"/>
          </p:cNvSpPr>
          <p:nvPr/>
        </p:nvSpPr>
        <p:spPr>
          <a:xfrm>
            <a:off x="6091518" y="15432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7" name="F2_precision_recall_distributions_3441">
            <a:extLst>
              <a:ext uri="{FF2B5EF4-FFF2-40B4-BE49-F238E27FC236}">
                <a16:creationId xmlns:a16="http://schemas.microsoft.com/office/drawing/2014/main" id="{AC4928DA-B3C1-4555-8659-7968F2368E0C}"/>
              </a:ext>
            </a:extLst>
          </p:cNvPr>
          <p:cNvSpPr>
            <a:spLocks noGrp="1"/>
          </p:cNvSpPr>
          <p:nvPr/>
        </p:nvSpPr>
        <p:spPr>
          <a:xfrm>
            <a:off x="5944800" y="17706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8" name="F2_precision_recall_distributions_3442">
            <a:extLst>
              <a:ext uri="{FF2B5EF4-FFF2-40B4-BE49-F238E27FC236}">
                <a16:creationId xmlns:a16="http://schemas.microsoft.com/office/drawing/2014/main" id="{811510B0-EECC-4013-835F-4673115040B2}"/>
              </a:ext>
            </a:extLst>
          </p:cNvPr>
          <p:cNvSpPr>
            <a:spLocks noGrp="1"/>
          </p:cNvSpPr>
          <p:nvPr/>
        </p:nvSpPr>
        <p:spPr>
          <a:xfrm>
            <a:off x="6017061" y="1584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9" name="F2_precision_recall_distributions_3443">
            <a:extLst>
              <a:ext uri="{FF2B5EF4-FFF2-40B4-BE49-F238E27FC236}">
                <a16:creationId xmlns:a16="http://schemas.microsoft.com/office/drawing/2014/main" id="{58CE6BD4-E594-4B0F-B37B-4EF1BC68F5AE}"/>
              </a:ext>
            </a:extLst>
          </p:cNvPr>
          <p:cNvSpPr>
            <a:spLocks noGrp="1"/>
          </p:cNvSpPr>
          <p:nvPr/>
        </p:nvSpPr>
        <p:spPr>
          <a:xfrm>
            <a:off x="5979734" y="1621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0" name="F2_precision_recall_distributions_3444">
            <a:extLst>
              <a:ext uri="{FF2B5EF4-FFF2-40B4-BE49-F238E27FC236}">
                <a16:creationId xmlns:a16="http://schemas.microsoft.com/office/drawing/2014/main" id="{61B56AB3-1E12-42C5-8C5D-C1500C24E3AE}"/>
              </a:ext>
            </a:extLst>
          </p:cNvPr>
          <p:cNvSpPr>
            <a:spLocks noGrp="1"/>
          </p:cNvSpPr>
          <p:nvPr/>
        </p:nvSpPr>
        <p:spPr>
          <a:xfrm>
            <a:off x="5823078" y="152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1" name="F2_precision_recall_distributions_3445">
            <a:extLst>
              <a:ext uri="{FF2B5EF4-FFF2-40B4-BE49-F238E27FC236}">
                <a16:creationId xmlns:a16="http://schemas.microsoft.com/office/drawing/2014/main" id="{C21956DC-8331-4A8C-9077-0E7D8E664555}"/>
              </a:ext>
            </a:extLst>
          </p:cNvPr>
          <p:cNvSpPr>
            <a:spLocks noGrp="1"/>
          </p:cNvSpPr>
          <p:nvPr/>
        </p:nvSpPr>
        <p:spPr>
          <a:xfrm>
            <a:off x="610691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2" name="F2_precision_recall_distributions_3446">
            <a:extLst>
              <a:ext uri="{FF2B5EF4-FFF2-40B4-BE49-F238E27FC236}">
                <a16:creationId xmlns:a16="http://schemas.microsoft.com/office/drawing/2014/main" id="{FE54E1AA-A822-4CD9-827C-06FC2881D5E1}"/>
              </a:ext>
            </a:extLst>
          </p:cNvPr>
          <p:cNvSpPr>
            <a:spLocks noGrp="1"/>
          </p:cNvSpPr>
          <p:nvPr/>
        </p:nvSpPr>
        <p:spPr>
          <a:xfrm>
            <a:off x="5986036" y="1565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3" name="F2_precision_recall_distributions_3447">
            <a:extLst>
              <a:ext uri="{FF2B5EF4-FFF2-40B4-BE49-F238E27FC236}">
                <a16:creationId xmlns:a16="http://schemas.microsoft.com/office/drawing/2014/main" id="{1139C792-A945-4747-A92A-8EF54705F62A}"/>
              </a:ext>
            </a:extLst>
          </p:cNvPr>
          <p:cNvSpPr>
            <a:spLocks noGrp="1"/>
          </p:cNvSpPr>
          <p:nvPr/>
        </p:nvSpPr>
        <p:spPr>
          <a:xfrm>
            <a:off x="6018653" y="1549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4" name="F2_precision_recall_distributions_3448">
            <a:extLst>
              <a:ext uri="{FF2B5EF4-FFF2-40B4-BE49-F238E27FC236}">
                <a16:creationId xmlns:a16="http://schemas.microsoft.com/office/drawing/2014/main" id="{DC2F25E5-0AC4-41F4-9672-083D5101C2C1}"/>
              </a:ext>
            </a:extLst>
          </p:cNvPr>
          <p:cNvSpPr>
            <a:spLocks noGrp="1"/>
          </p:cNvSpPr>
          <p:nvPr/>
        </p:nvSpPr>
        <p:spPr>
          <a:xfrm>
            <a:off x="6106298" y="17242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5" name="F2_precision_recall_distributions_3449">
            <a:extLst>
              <a:ext uri="{FF2B5EF4-FFF2-40B4-BE49-F238E27FC236}">
                <a16:creationId xmlns:a16="http://schemas.microsoft.com/office/drawing/2014/main" id="{C2464EE4-08DE-4FF7-968F-37D067769031}"/>
              </a:ext>
            </a:extLst>
          </p:cNvPr>
          <p:cNvSpPr>
            <a:spLocks noGrp="1"/>
          </p:cNvSpPr>
          <p:nvPr/>
        </p:nvSpPr>
        <p:spPr>
          <a:xfrm>
            <a:off x="6049933" y="191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6" name="F2_precision_recall_distributions_3450">
            <a:extLst>
              <a:ext uri="{FF2B5EF4-FFF2-40B4-BE49-F238E27FC236}">
                <a16:creationId xmlns:a16="http://schemas.microsoft.com/office/drawing/2014/main" id="{387E8FD9-6CF3-4FDE-AD8A-46123995D102}"/>
              </a:ext>
            </a:extLst>
          </p:cNvPr>
          <p:cNvSpPr>
            <a:spLocks noGrp="1"/>
          </p:cNvSpPr>
          <p:nvPr/>
        </p:nvSpPr>
        <p:spPr>
          <a:xfrm>
            <a:off x="5977168" y="1984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7" name="F2_precision_recall_distributions_3451">
            <a:extLst>
              <a:ext uri="{FF2B5EF4-FFF2-40B4-BE49-F238E27FC236}">
                <a16:creationId xmlns:a16="http://schemas.microsoft.com/office/drawing/2014/main" id="{1363AF21-C536-4D3D-9022-D4B440BAE2DD}"/>
              </a:ext>
            </a:extLst>
          </p:cNvPr>
          <p:cNvSpPr>
            <a:spLocks noGrp="1"/>
          </p:cNvSpPr>
          <p:nvPr/>
        </p:nvSpPr>
        <p:spPr>
          <a:xfrm>
            <a:off x="6159767" y="18417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8" name="F2_precision_recall_distributions_3452">
            <a:extLst>
              <a:ext uri="{FF2B5EF4-FFF2-40B4-BE49-F238E27FC236}">
                <a16:creationId xmlns:a16="http://schemas.microsoft.com/office/drawing/2014/main" id="{6378A8D3-068E-4759-8311-9BCC82BB6EAC}"/>
              </a:ext>
            </a:extLst>
          </p:cNvPr>
          <p:cNvSpPr>
            <a:spLocks noGrp="1"/>
          </p:cNvSpPr>
          <p:nvPr/>
        </p:nvSpPr>
        <p:spPr>
          <a:xfrm>
            <a:off x="5939608" y="16266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9" name="F2_precision_recall_distributions_3453">
            <a:extLst>
              <a:ext uri="{FF2B5EF4-FFF2-40B4-BE49-F238E27FC236}">
                <a16:creationId xmlns:a16="http://schemas.microsoft.com/office/drawing/2014/main" id="{CC95109A-9A70-4974-80AF-86247F07CC51}"/>
              </a:ext>
            </a:extLst>
          </p:cNvPr>
          <p:cNvSpPr>
            <a:spLocks noGrp="1"/>
          </p:cNvSpPr>
          <p:nvPr/>
        </p:nvSpPr>
        <p:spPr>
          <a:xfrm>
            <a:off x="6045159" y="15502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0" name="F2_precision_recall_distributions_3454">
            <a:extLst>
              <a:ext uri="{FF2B5EF4-FFF2-40B4-BE49-F238E27FC236}">
                <a16:creationId xmlns:a16="http://schemas.microsoft.com/office/drawing/2014/main" id="{735D6426-4856-433E-BFE5-09BF044234A4}"/>
              </a:ext>
            </a:extLst>
          </p:cNvPr>
          <p:cNvSpPr>
            <a:spLocks noGrp="1"/>
          </p:cNvSpPr>
          <p:nvPr/>
        </p:nvSpPr>
        <p:spPr>
          <a:xfrm>
            <a:off x="5941719" y="180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1" name="F2_precision_recall_distributions_3455">
            <a:extLst>
              <a:ext uri="{FF2B5EF4-FFF2-40B4-BE49-F238E27FC236}">
                <a16:creationId xmlns:a16="http://schemas.microsoft.com/office/drawing/2014/main" id="{B80D6BEE-BED0-492C-9AFF-9E66834E4015}"/>
              </a:ext>
            </a:extLst>
          </p:cNvPr>
          <p:cNvSpPr>
            <a:spLocks noGrp="1"/>
          </p:cNvSpPr>
          <p:nvPr/>
        </p:nvSpPr>
        <p:spPr>
          <a:xfrm>
            <a:off x="6108070" y="17429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2" name="F2_precision_recall_distributions_3456">
            <a:extLst>
              <a:ext uri="{FF2B5EF4-FFF2-40B4-BE49-F238E27FC236}">
                <a16:creationId xmlns:a16="http://schemas.microsoft.com/office/drawing/2014/main" id="{0F053AC1-7A5D-46F8-AC61-9BAAE86ED1BC}"/>
              </a:ext>
            </a:extLst>
          </p:cNvPr>
          <p:cNvSpPr>
            <a:spLocks noGrp="1"/>
          </p:cNvSpPr>
          <p:nvPr/>
        </p:nvSpPr>
        <p:spPr>
          <a:xfrm>
            <a:off x="6114187" y="15585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3" name="F2_precision_recall_distributions_3457">
            <a:extLst>
              <a:ext uri="{FF2B5EF4-FFF2-40B4-BE49-F238E27FC236}">
                <a16:creationId xmlns:a16="http://schemas.microsoft.com/office/drawing/2014/main" id="{BE774E68-CF3D-4497-96B4-50C1D376AA5C}"/>
              </a:ext>
            </a:extLst>
          </p:cNvPr>
          <p:cNvSpPr>
            <a:spLocks noGrp="1"/>
          </p:cNvSpPr>
          <p:nvPr/>
        </p:nvSpPr>
        <p:spPr>
          <a:xfrm>
            <a:off x="6038649" y="2073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4" name="F2_precision_recall_distributions_3458">
            <a:extLst>
              <a:ext uri="{FF2B5EF4-FFF2-40B4-BE49-F238E27FC236}">
                <a16:creationId xmlns:a16="http://schemas.microsoft.com/office/drawing/2014/main" id="{336331B3-4BD2-44EB-A80F-21C4315C0E38}"/>
              </a:ext>
            </a:extLst>
          </p:cNvPr>
          <p:cNvSpPr>
            <a:spLocks noGrp="1"/>
          </p:cNvSpPr>
          <p:nvPr/>
        </p:nvSpPr>
        <p:spPr>
          <a:xfrm>
            <a:off x="6057954" y="15864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5" name="F2_precision_recall_distributions_3459">
            <a:extLst>
              <a:ext uri="{FF2B5EF4-FFF2-40B4-BE49-F238E27FC236}">
                <a16:creationId xmlns:a16="http://schemas.microsoft.com/office/drawing/2014/main" id="{A7B1A740-9508-425C-B592-78FF6B846016}"/>
              </a:ext>
            </a:extLst>
          </p:cNvPr>
          <p:cNvSpPr>
            <a:spLocks noGrp="1"/>
          </p:cNvSpPr>
          <p:nvPr/>
        </p:nvSpPr>
        <p:spPr>
          <a:xfrm>
            <a:off x="6077070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6" name="F2_precision_recall_distributions_3460">
            <a:extLst>
              <a:ext uri="{FF2B5EF4-FFF2-40B4-BE49-F238E27FC236}">
                <a16:creationId xmlns:a16="http://schemas.microsoft.com/office/drawing/2014/main" id="{20DCC3C1-0FF4-45DD-867D-B59BFC413F0E}"/>
              </a:ext>
            </a:extLst>
          </p:cNvPr>
          <p:cNvSpPr>
            <a:spLocks noGrp="1"/>
          </p:cNvSpPr>
          <p:nvPr/>
        </p:nvSpPr>
        <p:spPr>
          <a:xfrm>
            <a:off x="6030890" y="15455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7" name="F2_precision_recall_distributions_3461">
            <a:extLst>
              <a:ext uri="{FF2B5EF4-FFF2-40B4-BE49-F238E27FC236}">
                <a16:creationId xmlns:a16="http://schemas.microsoft.com/office/drawing/2014/main" id="{0AEF2AEF-9498-492D-A244-87A267FFA4C0}"/>
              </a:ext>
            </a:extLst>
          </p:cNvPr>
          <p:cNvSpPr>
            <a:spLocks noGrp="1"/>
          </p:cNvSpPr>
          <p:nvPr/>
        </p:nvSpPr>
        <p:spPr>
          <a:xfrm>
            <a:off x="5838402" y="1906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8" name="F2_precision_recall_distributions_3462">
            <a:extLst>
              <a:ext uri="{FF2B5EF4-FFF2-40B4-BE49-F238E27FC236}">
                <a16:creationId xmlns:a16="http://schemas.microsoft.com/office/drawing/2014/main" id="{B52D125C-4455-4ECA-9B6E-D88B0F2DDB3B}"/>
              </a:ext>
            </a:extLst>
          </p:cNvPr>
          <p:cNvSpPr>
            <a:spLocks noGrp="1"/>
          </p:cNvSpPr>
          <p:nvPr/>
        </p:nvSpPr>
        <p:spPr>
          <a:xfrm>
            <a:off x="6000578" y="17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9" name="F2_precision_recall_distributions_3463">
            <a:extLst>
              <a:ext uri="{FF2B5EF4-FFF2-40B4-BE49-F238E27FC236}">
                <a16:creationId xmlns:a16="http://schemas.microsoft.com/office/drawing/2014/main" id="{31E79291-D57B-425F-8EDB-E8558893BBCA}"/>
              </a:ext>
            </a:extLst>
          </p:cNvPr>
          <p:cNvSpPr>
            <a:spLocks noGrp="1"/>
          </p:cNvSpPr>
          <p:nvPr/>
        </p:nvSpPr>
        <p:spPr>
          <a:xfrm>
            <a:off x="6006345" y="15606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0" name="F2_precision_recall_distributions_3464">
            <a:extLst>
              <a:ext uri="{FF2B5EF4-FFF2-40B4-BE49-F238E27FC236}">
                <a16:creationId xmlns:a16="http://schemas.microsoft.com/office/drawing/2014/main" id="{78F98BAB-FDBC-46A1-853A-552DAB070BE6}"/>
              </a:ext>
            </a:extLst>
          </p:cNvPr>
          <p:cNvSpPr>
            <a:spLocks noGrp="1"/>
          </p:cNvSpPr>
          <p:nvPr/>
        </p:nvSpPr>
        <p:spPr>
          <a:xfrm>
            <a:off x="5959495" y="18385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1" name="F2_precision_recall_distributions_3465">
            <a:extLst>
              <a:ext uri="{FF2B5EF4-FFF2-40B4-BE49-F238E27FC236}">
                <a16:creationId xmlns:a16="http://schemas.microsoft.com/office/drawing/2014/main" id="{78DF5FF1-7F1E-4972-9E2F-34F0EF5AFFCE}"/>
              </a:ext>
            </a:extLst>
          </p:cNvPr>
          <p:cNvSpPr>
            <a:spLocks noGrp="1"/>
          </p:cNvSpPr>
          <p:nvPr/>
        </p:nvSpPr>
        <p:spPr>
          <a:xfrm>
            <a:off x="6124448" y="1697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2" name="F2_precision_recall_distributions_3466">
            <a:extLst>
              <a:ext uri="{FF2B5EF4-FFF2-40B4-BE49-F238E27FC236}">
                <a16:creationId xmlns:a16="http://schemas.microsoft.com/office/drawing/2014/main" id="{746A2346-217E-4CD9-9E17-333595349798}"/>
              </a:ext>
            </a:extLst>
          </p:cNvPr>
          <p:cNvSpPr>
            <a:spLocks noGrp="1"/>
          </p:cNvSpPr>
          <p:nvPr/>
        </p:nvSpPr>
        <p:spPr>
          <a:xfrm>
            <a:off x="6122853" y="15769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3" name="F2_precision_recall_distributions_3467">
            <a:extLst>
              <a:ext uri="{FF2B5EF4-FFF2-40B4-BE49-F238E27FC236}">
                <a16:creationId xmlns:a16="http://schemas.microsoft.com/office/drawing/2014/main" id="{569F2A80-E1C4-4056-9F16-9AB8FBD5BBDE}"/>
              </a:ext>
            </a:extLst>
          </p:cNvPr>
          <p:cNvSpPr>
            <a:spLocks noGrp="1"/>
          </p:cNvSpPr>
          <p:nvPr/>
        </p:nvSpPr>
        <p:spPr>
          <a:xfrm>
            <a:off x="5993151" y="1560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4" name="F2_precision_recall_distributions_3468">
            <a:extLst>
              <a:ext uri="{FF2B5EF4-FFF2-40B4-BE49-F238E27FC236}">
                <a16:creationId xmlns:a16="http://schemas.microsoft.com/office/drawing/2014/main" id="{87413537-05DC-4994-945F-75465CA3488E}"/>
              </a:ext>
            </a:extLst>
          </p:cNvPr>
          <p:cNvSpPr>
            <a:spLocks noGrp="1"/>
          </p:cNvSpPr>
          <p:nvPr/>
        </p:nvSpPr>
        <p:spPr>
          <a:xfrm>
            <a:off x="6109566" y="21336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5" name="F2_precision_recall_distributions_3469">
            <a:extLst>
              <a:ext uri="{FF2B5EF4-FFF2-40B4-BE49-F238E27FC236}">
                <a16:creationId xmlns:a16="http://schemas.microsoft.com/office/drawing/2014/main" id="{EDFE28DC-7BBD-4E77-A167-37365A409E74}"/>
              </a:ext>
            </a:extLst>
          </p:cNvPr>
          <p:cNvSpPr>
            <a:spLocks noGrp="1"/>
          </p:cNvSpPr>
          <p:nvPr/>
        </p:nvSpPr>
        <p:spPr>
          <a:xfrm>
            <a:off x="5881775" y="18382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6" name="F2_precision_recall_distributions_3470">
            <a:extLst>
              <a:ext uri="{FF2B5EF4-FFF2-40B4-BE49-F238E27FC236}">
                <a16:creationId xmlns:a16="http://schemas.microsoft.com/office/drawing/2014/main" id="{C19D2C90-AB9B-4882-8A7C-D4A74380D942}"/>
              </a:ext>
            </a:extLst>
          </p:cNvPr>
          <p:cNvSpPr>
            <a:spLocks noGrp="1"/>
          </p:cNvSpPr>
          <p:nvPr/>
        </p:nvSpPr>
        <p:spPr>
          <a:xfrm>
            <a:off x="5889676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7" name="F2_precision_recall_distributions_3471">
            <a:extLst>
              <a:ext uri="{FF2B5EF4-FFF2-40B4-BE49-F238E27FC236}">
                <a16:creationId xmlns:a16="http://schemas.microsoft.com/office/drawing/2014/main" id="{BA4C6C1A-A5F3-420E-BDC3-3FF1486F43F2}"/>
              </a:ext>
            </a:extLst>
          </p:cNvPr>
          <p:cNvSpPr>
            <a:spLocks noGrp="1"/>
          </p:cNvSpPr>
          <p:nvPr/>
        </p:nvSpPr>
        <p:spPr>
          <a:xfrm>
            <a:off x="585807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8" name="F2_precision_recall_distributions_3472">
            <a:extLst>
              <a:ext uri="{FF2B5EF4-FFF2-40B4-BE49-F238E27FC236}">
                <a16:creationId xmlns:a16="http://schemas.microsoft.com/office/drawing/2014/main" id="{CB48D9A8-5AA7-4889-AC12-7700D78957C6}"/>
              </a:ext>
            </a:extLst>
          </p:cNvPr>
          <p:cNvSpPr>
            <a:spLocks noGrp="1"/>
          </p:cNvSpPr>
          <p:nvPr/>
        </p:nvSpPr>
        <p:spPr>
          <a:xfrm>
            <a:off x="6025659" y="1589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9" name="F2_precision_recall_distributions_3473">
            <a:extLst>
              <a:ext uri="{FF2B5EF4-FFF2-40B4-BE49-F238E27FC236}">
                <a16:creationId xmlns:a16="http://schemas.microsoft.com/office/drawing/2014/main" id="{018EB171-CB33-4BCF-A97D-63A7D7F8CBDB}"/>
              </a:ext>
            </a:extLst>
          </p:cNvPr>
          <p:cNvSpPr>
            <a:spLocks noGrp="1"/>
          </p:cNvSpPr>
          <p:nvPr/>
        </p:nvSpPr>
        <p:spPr>
          <a:xfrm>
            <a:off x="6098784" y="18288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0" name="F2_precision_recall_distributions_3474">
            <a:extLst>
              <a:ext uri="{FF2B5EF4-FFF2-40B4-BE49-F238E27FC236}">
                <a16:creationId xmlns:a16="http://schemas.microsoft.com/office/drawing/2014/main" id="{0DA67964-7709-4F49-9C97-647A5C0934CE}"/>
              </a:ext>
            </a:extLst>
          </p:cNvPr>
          <p:cNvSpPr>
            <a:spLocks noGrp="1"/>
          </p:cNvSpPr>
          <p:nvPr/>
        </p:nvSpPr>
        <p:spPr>
          <a:xfrm>
            <a:off x="5840727" y="22327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1" name="F2_precision_recall_distributions_3475">
            <a:extLst>
              <a:ext uri="{FF2B5EF4-FFF2-40B4-BE49-F238E27FC236}">
                <a16:creationId xmlns:a16="http://schemas.microsoft.com/office/drawing/2014/main" id="{7736D272-FADD-4176-9AF5-824697ADD886}"/>
              </a:ext>
            </a:extLst>
          </p:cNvPr>
          <p:cNvSpPr>
            <a:spLocks noGrp="1"/>
          </p:cNvSpPr>
          <p:nvPr/>
        </p:nvSpPr>
        <p:spPr>
          <a:xfrm>
            <a:off x="5920440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2" name="F2_precision_recall_distributions_3476">
            <a:extLst>
              <a:ext uri="{FF2B5EF4-FFF2-40B4-BE49-F238E27FC236}">
                <a16:creationId xmlns:a16="http://schemas.microsoft.com/office/drawing/2014/main" id="{86E76C3A-8945-47FD-B11B-CA4F75969AA6}"/>
              </a:ext>
            </a:extLst>
          </p:cNvPr>
          <p:cNvSpPr>
            <a:spLocks noGrp="1"/>
          </p:cNvSpPr>
          <p:nvPr/>
        </p:nvSpPr>
        <p:spPr>
          <a:xfrm>
            <a:off x="6145210" y="1537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3" name="F2_precision_recall_distributions_3477">
            <a:extLst>
              <a:ext uri="{FF2B5EF4-FFF2-40B4-BE49-F238E27FC236}">
                <a16:creationId xmlns:a16="http://schemas.microsoft.com/office/drawing/2014/main" id="{220ED237-456B-4664-90CC-6F374E4F0EC2}"/>
              </a:ext>
            </a:extLst>
          </p:cNvPr>
          <p:cNvSpPr>
            <a:spLocks noGrp="1"/>
          </p:cNvSpPr>
          <p:nvPr/>
        </p:nvSpPr>
        <p:spPr>
          <a:xfrm>
            <a:off x="5813434" y="1537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4" name="F2_precision_recall_distributions_3478">
            <a:extLst>
              <a:ext uri="{FF2B5EF4-FFF2-40B4-BE49-F238E27FC236}">
                <a16:creationId xmlns:a16="http://schemas.microsoft.com/office/drawing/2014/main" id="{7BD5A25A-F8B7-46B0-B094-8B01B49C8E2F}"/>
              </a:ext>
            </a:extLst>
          </p:cNvPr>
          <p:cNvSpPr>
            <a:spLocks noGrp="1"/>
          </p:cNvSpPr>
          <p:nvPr/>
        </p:nvSpPr>
        <p:spPr>
          <a:xfrm>
            <a:off x="591012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5" name="F2_precision_recall_distributions_3479">
            <a:extLst>
              <a:ext uri="{FF2B5EF4-FFF2-40B4-BE49-F238E27FC236}">
                <a16:creationId xmlns:a16="http://schemas.microsoft.com/office/drawing/2014/main" id="{F4DCC875-BA58-40AB-89C1-7891675D30E6}"/>
              </a:ext>
            </a:extLst>
          </p:cNvPr>
          <p:cNvSpPr>
            <a:spLocks noGrp="1"/>
          </p:cNvSpPr>
          <p:nvPr/>
        </p:nvSpPr>
        <p:spPr>
          <a:xfrm>
            <a:off x="6005104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6" name="F2_precision_recall_distributions_3480">
            <a:extLst>
              <a:ext uri="{FF2B5EF4-FFF2-40B4-BE49-F238E27FC236}">
                <a16:creationId xmlns:a16="http://schemas.microsoft.com/office/drawing/2014/main" id="{3232A623-C9A2-47D2-A76A-8F91ED3ED3B9}"/>
              </a:ext>
            </a:extLst>
          </p:cNvPr>
          <p:cNvSpPr>
            <a:spLocks noGrp="1"/>
          </p:cNvSpPr>
          <p:nvPr/>
        </p:nvSpPr>
        <p:spPr>
          <a:xfrm>
            <a:off x="5943112" y="2131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7" name="F2_precision_recall_distributions_3481">
            <a:extLst>
              <a:ext uri="{FF2B5EF4-FFF2-40B4-BE49-F238E27FC236}">
                <a16:creationId xmlns:a16="http://schemas.microsoft.com/office/drawing/2014/main" id="{076242B6-6965-480F-AD9D-625D429FE27F}"/>
              </a:ext>
            </a:extLst>
          </p:cNvPr>
          <p:cNvSpPr>
            <a:spLocks noGrp="1"/>
          </p:cNvSpPr>
          <p:nvPr/>
        </p:nvSpPr>
        <p:spPr>
          <a:xfrm>
            <a:off x="5895712" y="22148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8" name="F2_precision_recall_distributions_3482">
            <a:extLst>
              <a:ext uri="{FF2B5EF4-FFF2-40B4-BE49-F238E27FC236}">
                <a16:creationId xmlns:a16="http://schemas.microsoft.com/office/drawing/2014/main" id="{D40EFDF4-328A-4045-917A-F0A704995661}"/>
              </a:ext>
            </a:extLst>
          </p:cNvPr>
          <p:cNvSpPr>
            <a:spLocks noGrp="1"/>
          </p:cNvSpPr>
          <p:nvPr/>
        </p:nvSpPr>
        <p:spPr>
          <a:xfrm>
            <a:off x="6025086" y="17433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9" name="F2_precision_recall_distributions_3483">
            <a:extLst>
              <a:ext uri="{FF2B5EF4-FFF2-40B4-BE49-F238E27FC236}">
                <a16:creationId xmlns:a16="http://schemas.microsoft.com/office/drawing/2014/main" id="{E3EAD277-A7E9-4727-B345-F4E1F35A9DF5}"/>
              </a:ext>
            </a:extLst>
          </p:cNvPr>
          <p:cNvSpPr>
            <a:spLocks noGrp="1"/>
          </p:cNvSpPr>
          <p:nvPr/>
        </p:nvSpPr>
        <p:spPr>
          <a:xfrm>
            <a:off x="6012632" y="15393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0" name="F2_precision_recall_distributions_3484">
            <a:extLst>
              <a:ext uri="{FF2B5EF4-FFF2-40B4-BE49-F238E27FC236}">
                <a16:creationId xmlns:a16="http://schemas.microsoft.com/office/drawing/2014/main" id="{560595DE-4CE9-4657-AEBE-4B06042B4BE3}"/>
              </a:ext>
            </a:extLst>
          </p:cNvPr>
          <p:cNvSpPr>
            <a:spLocks noGrp="1"/>
          </p:cNvSpPr>
          <p:nvPr/>
        </p:nvSpPr>
        <p:spPr>
          <a:xfrm>
            <a:off x="5809165" y="1532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1" name="F2_precision_recall_distributions_3485">
            <a:extLst>
              <a:ext uri="{FF2B5EF4-FFF2-40B4-BE49-F238E27FC236}">
                <a16:creationId xmlns:a16="http://schemas.microsoft.com/office/drawing/2014/main" id="{32015FF3-C76E-46D0-A95F-CBB414C56ADF}"/>
              </a:ext>
            </a:extLst>
          </p:cNvPr>
          <p:cNvSpPr>
            <a:spLocks noGrp="1"/>
          </p:cNvSpPr>
          <p:nvPr/>
        </p:nvSpPr>
        <p:spPr>
          <a:xfrm>
            <a:off x="613962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2" name="F2_precision_recall_distributions_3486">
            <a:extLst>
              <a:ext uri="{FF2B5EF4-FFF2-40B4-BE49-F238E27FC236}">
                <a16:creationId xmlns:a16="http://schemas.microsoft.com/office/drawing/2014/main" id="{1CDEC762-004B-4458-9060-3DA0FDA7B7B3}"/>
              </a:ext>
            </a:extLst>
          </p:cNvPr>
          <p:cNvSpPr>
            <a:spLocks noGrp="1"/>
          </p:cNvSpPr>
          <p:nvPr/>
        </p:nvSpPr>
        <p:spPr>
          <a:xfrm>
            <a:off x="6088746" y="1787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3" name="F2_precision_recall_distributions_3487">
            <a:extLst>
              <a:ext uri="{FF2B5EF4-FFF2-40B4-BE49-F238E27FC236}">
                <a16:creationId xmlns:a16="http://schemas.microsoft.com/office/drawing/2014/main" id="{068DC7AE-19BC-4B3C-8E88-9A9D9BF04C84}"/>
              </a:ext>
            </a:extLst>
          </p:cNvPr>
          <p:cNvSpPr>
            <a:spLocks noGrp="1"/>
          </p:cNvSpPr>
          <p:nvPr/>
        </p:nvSpPr>
        <p:spPr>
          <a:xfrm>
            <a:off x="5867180" y="18570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4" name="F2_precision_recall_distributions_3488">
            <a:extLst>
              <a:ext uri="{FF2B5EF4-FFF2-40B4-BE49-F238E27FC236}">
                <a16:creationId xmlns:a16="http://schemas.microsoft.com/office/drawing/2014/main" id="{9DC21148-4309-47FD-A1FD-1B08D4EE247A}"/>
              </a:ext>
            </a:extLst>
          </p:cNvPr>
          <p:cNvSpPr>
            <a:spLocks noGrp="1"/>
          </p:cNvSpPr>
          <p:nvPr/>
        </p:nvSpPr>
        <p:spPr>
          <a:xfrm>
            <a:off x="5985892" y="15488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5" name="F2_precision_recall_distributions_3489">
            <a:extLst>
              <a:ext uri="{FF2B5EF4-FFF2-40B4-BE49-F238E27FC236}">
                <a16:creationId xmlns:a16="http://schemas.microsoft.com/office/drawing/2014/main" id="{D5DFD182-B815-4B2D-8777-1D12E05E6A86}"/>
              </a:ext>
            </a:extLst>
          </p:cNvPr>
          <p:cNvSpPr>
            <a:spLocks noGrp="1"/>
          </p:cNvSpPr>
          <p:nvPr/>
        </p:nvSpPr>
        <p:spPr>
          <a:xfrm>
            <a:off x="6163609" y="15454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6" name="F2_precision_recall_distributions_3490">
            <a:extLst>
              <a:ext uri="{FF2B5EF4-FFF2-40B4-BE49-F238E27FC236}">
                <a16:creationId xmlns:a16="http://schemas.microsoft.com/office/drawing/2014/main" id="{FE4C9BA7-6D00-4825-87A7-CA80AAB93976}"/>
              </a:ext>
            </a:extLst>
          </p:cNvPr>
          <p:cNvSpPr>
            <a:spLocks noGrp="1"/>
          </p:cNvSpPr>
          <p:nvPr/>
        </p:nvSpPr>
        <p:spPr>
          <a:xfrm>
            <a:off x="5975439" y="1628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7" name="F2_precision_recall_distributions_3491">
            <a:extLst>
              <a:ext uri="{FF2B5EF4-FFF2-40B4-BE49-F238E27FC236}">
                <a16:creationId xmlns:a16="http://schemas.microsoft.com/office/drawing/2014/main" id="{6A2B7552-7BD6-4515-8F3E-6ACCA5533202}"/>
              </a:ext>
            </a:extLst>
          </p:cNvPr>
          <p:cNvSpPr>
            <a:spLocks noGrp="1"/>
          </p:cNvSpPr>
          <p:nvPr/>
        </p:nvSpPr>
        <p:spPr>
          <a:xfrm>
            <a:off x="5939250" y="158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8" name="F2_precision_recall_distributions_3492">
            <a:extLst>
              <a:ext uri="{FF2B5EF4-FFF2-40B4-BE49-F238E27FC236}">
                <a16:creationId xmlns:a16="http://schemas.microsoft.com/office/drawing/2014/main" id="{7176196C-8AA2-4443-A235-CD4FA0742308}"/>
              </a:ext>
            </a:extLst>
          </p:cNvPr>
          <p:cNvSpPr>
            <a:spLocks noGrp="1"/>
          </p:cNvSpPr>
          <p:nvPr/>
        </p:nvSpPr>
        <p:spPr>
          <a:xfrm>
            <a:off x="6060748" y="1986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9" name="F2_precision_recall_distributions_3493">
            <a:extLst>
              <a:ext uri="{FF2B5EF4-FFF2-40B4-BE49-F238E27FC236}">
                <a16:creationId xmlns:a16="http://schemas.microsoft.com/office/drawing/2014/main" id="{BE82AC47-73D6-4F1D-AFDD-2FEBA441D353}"/>
              </a:ext>
            </a:extLst>
          </p:cNvPr>
          <p:cNvSpPr>
            <a:spLocks noGrp="1"/>
          </p:cNvSpPr>
          <p:nvPr/>
        </p:nvSpPr>
        <p:spPr>
          <a:xfrm>
            <a:off x="6106534" y="1778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0" name="F2_precision_recall_distributions_3494">
            <a:extLst>
              <a:ext uri="{FF2B5EF4-FFF2-40B4-BE49-F238E27FC236}">
                <a16:creationId xmlns:a16="http://schemas.microsoft.com/office/drawing/2014/main" id="{F6A2734E-DAB4-4017-B09F-8C463604EDD5}"/>
              </a:ext>
            </a:extLst>
          </p:cNvPr>
          <p:cNvSpPr>
            <a:spLocks noGrp="1"/>
          </p:cNvSpPr>
          <p:nvPr/>
        </p:nvSpPr>
        <p:spPr>
          <a:xfrm>
            <a:off x="5926046" y="16767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1" name="F2_precision_recall_distributions_3495">
            <a:extLst>
              <a:ext uri="{FF2B5EF4-FFF2-40B4-BE49-F238E27FC236}">
                <a16:creationId xmlns:a16="http://schemas.microsoft.com/office/drawing/2014/main" id="{6536FB25-D68C-4776-B4F3-FDA6CAC0B07D}"/>
              </a:ext>
            </a:extLst>
          </p:cNvPr>
          <p:cNvSpPr>
            <a:spLocks noGrp="1"/>
          </p:cNvSpPr>
          <p:nvPr/>
        </p:nvSpPr>
        <p:spPr>
          <a:xfrm>
            <a:off x="5818434" y="19570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2" name="F2_precision_recall_distributions_3496">
            <a:extLst>
              <a:ext uri="{FF2B5EF4-FFF2-40B4-BE49-F238E27FC236}">
                <a16:creationId xmlns:a16="http://schemas.microsoft.com/office/drawing/2014/main" id="{0E7A384F-347C-495D-8ECF-1BFFA925CD97}"/>
              </a:ext>
            </a:extLst>
          </p:cNvPr>
          <p:cNvSpPr>
            <a:spLocks noGrp="1"/>
          </p:cNvSpPr>
          <p:nvPr/>
        </p:nvSpPr>
        <p:spPr>
          <a:xfrm>
            <a:off x="5826604" y="17936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3" name="F2_precision_recall_distributions_3497">
            <a:extLst>
              <a:ext uri="{FF2B5EF4-FFF2-40B4-BE49-F238E27FC236}">
                <a16:creationId xmlns:a16="http://schemas.microsoft.com/office/drawing/2014/main" id="{D1C2472D-2F44-42D0-AEFF-716B17073758}"/>
              </a:ext>
            </a:extLst>
          </p:cNvPr>
          <p:cNvSpPr>
            <a:spLocks noGrp="1"/>
          </p:cNvSpPr>
          <p:nvPr/>
        </p:nvSpPr>
        <p:spPr>
          <a:xfrm>
            <a:off x="6075573" y="18210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4" name="F2_precision_recall_distributions_3498">
            <a:extLst>
              <a:ext uri="{FF2B5EF4-FFF2-40B4-BE49-F238E27FC236}">
                <a16:creationId xmlns:a16="http://schemas.microsoft.com/office/drawing/2014/main" id="{9F6A6307-AF1C-4D26-BD91-B7F6BED7A2C0}"/>
              </a:ext>
            </a:extLst>
          </p:cNvPr>
          <p:cNvSpPr>
            <a:spLocks noGrp="1"/>
          </p:cNvSpPr>
          <p:nvPr/>
        </p:nvSpPr>
        <p:spPr>
          <a:xfrm>
            <a:off x="5855559" y="21801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5" name="F2_precision_recall_distributions_3499">
            <a:extLst>
              <a:ext uri="{FF2B5EF4-FFF2-40B4-BE49-F238E27FC236}">
                <a16:creationId xmlns:a16="http://schemas.microsoft.com/office/drawing/2014/main" id="{2F7652AD-06B0-423C-9B94-B50E33691FE7}"/>
              </a:ext>
            </a:extLst>
          </p:cNvPr>
          <p:cNvSpPr>
            <a:spLocks noGrp="1"/>
          </p:cNvSpPr>
          <p:nvPr/>
        </p:nvSpPr>
        <p:spPr>
          <a:xfrm>
            <a:off x="5894991" y="2222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6" name="F2_precision_recall_distributions_3500">
            <a:extLst>
              <a:ext uri="{FF2B5EF4-FFF2-40B4-BE49-F238E27FC236}">
                <a16:creationId xmlns:a16="http://schemas.microsoft.com/office/drawing/2014/main" id="{140580CB-28EB-461D-91A2-10AD4CF2794F}"/>
              </a:ext>
            </a:extLst>
          </p:cNvPr>
          <p:cNvSpPr>
            <a:spLocks noGrp="1"/>
          </p:cNvSpPr>
          <p:nvPr/>
        </p:nvSpPr>
        <p:spPr>
          <a:xfrm>
            <a:off x="5892667" y="1580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7" name="F2_precision_recall_distributions_3501">
            <a:extLst>
              <a:ext uri="{FF2B5EF4-FFF2-40B4-BE49-F238E27FC236}">
                <a16:creationId xmlns:a16="http://schemas.microsoft.com/office/drawing/2014/main" id="{E4384B02-09FE-4771-A2CB-F91F2034DEE0}"/>
              </a:ext>
            </a:extLst>
          </p:cNvPr>
          <p:cNvSpPr>
            <a:spLocks noGrp="1"/>
          </p:cNvSpPr>
          <p:nvPr/>
        </p:nvSpPr>
        <p:spPr>
          <a:xfrm>
            <a:off x="581300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8" name="F2_precision_recall_distributions_3502">
            <a:extLst>
              <a:ext uri="{FF2B5EF4-FFF2-40B4-BE49-F238E27FC236}">
                <a16:creationId xmlns:a16="http://schemas.microsoft.com/office/drawing/2014/main" id="{B72158D5-AAC8-41F5-83E1-E0621AAD88EE}"/>
              </a:ext>
            </a:extLst>
          </p:cNvPr>
          <p:cNvSpPr>
            <a:spLocks noGrp="1"/>
          </p:cNvSpPr>
          <p:nvPr/>
        </p:nvSpPr>
        <p:spPr>
          <a:xfrm>
            <a:off x="6055185" y="1539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9" name="F2_precision_recall_distributions_3503">
            <a:extLst>
              <a:ext uri="{FF2B5EF4-FFF2-40B4-BE49-F238E27FC236}">
                <a16:creationId xmlns:a16="http://schemas.microsoft.com/office/drawing/2014/main" id="{12C3CAA8-AB55-4A18-8D3B-AFE6B18BA416}"/>
              </a:ext>
            </a:extLst>
          </p:cNvPr>
          <p:cNvSpPr>
            <a:spLocks noGrp="1"/>
          </p:cNvSpPr>
          <p:nvPr/>
        </p:nvSpPr>
        <p:spPr>
          <a:xfrm>
            <a:off x="614500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0" name="F2_precision_recall_distributions_3504">
            <a:extLst>
              <a:ext uri="{FF2B5EF4-FFF2-40B4-BE49-F238E27FC236}">
                <a16:creationId xmlns:a16="http://schemas.microsoft.com/office/drawing/2014/main" id="{533FBF37-F078-49FB-9AD2-EA6D7C789B2C}"/>
              </a:ext>
            </a:extLst>
          </p:cNvPr>
          <p:cNvSpPr>
            <a:spLocks noGrp="1"/>
          </p:cNvSpPr>
          <p:nvPr/>
        </p:nvSpPr>
        <p:spPr>
          <a:xfrm>
            <a:off x="5836134" y="18815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1" name="F2_precision_recall_distributions_3505">
            <a:extLst>
              <a:ext uri="{FF2B5EF4-FFF2-40B4-BE49-F238E27FC236}">
                <a16:creationId xmlns:a16="http://schemas.microsoft.com/office/drawing/2014/main" id="{442B7ED8-D979-49DC-B29F-5D06C64FBB5E}"/>
              </a:ext>
            </a:extLst>
          </p:cNvPr>
          <p:cNvSpPr>
            <a:spLocks noGrp="1"/>
          </p:cNvSpPr>
          <p:nvPr/>
        </p:nvSpPr>
        <p:spPr>
          <a:xfrm>
            <a:off x="5999126" y="15738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2" name="F2_precision_recall_distributions_3506">
            <a:extLst>
              <a:ext uri="{FF2B5EF4-FFF2-40B4-BE49-F238E27FC236}">
                <a16:creationId xmlns:a16="http://schemas.microsoft.com/office/drawing/2014/main" id="{95E535B4-5A4F-4682-8C77-FAE31E0E6B41}"/>
              </a:ext>
            </a:extLst>
          </p:cNvPr>
          <p:cNvSpPr>
            <a:spLocks noGrp="1"/>
          </p:cNvSpPr>
          <p:nvPr/>
        </p:nvSpPr>
        <p:spPr>
          <a:xfrm>
            <a:off x="5930535" y="1941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3" name="F2_precision_recall_distributions_3507">
            <a:extLst>
              <a:ext uri="{FF2B5EF4-FFF2-40B4-BE49-F238E27FC236}">
                <a16:creationId xmlns:a16="http://schemas.microsoft.com/office/drawing/2014/main" id="{289E9987-AAA7-428E-8C43-984C1A8483AF}"/>
              </a:ext>
            </a:extLst>
          </p:cNvPr>
          <p:cNvSpPr>
            <a:spLocks noGrp="1"/>
          </p:cNvSpPr>
          <p:nvPr/>
        </p:nvSpPr>
        <p:spPr>
          <a:xfrm>
            <a:off x="5912584" y="1633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4" name="F2_precision_recall_distributions_3508">
            <a:extLst>
              <a:ext uri="{FF2B5EF4-FFF2-40B4-BE49-F238E27FC236}">
                <a16:creationId xmlns:a16="http://schemas.microsoft.com/office/drawing/2014/main" id="{E47F4110-288F-4C8E-8E0E-62E9241D2636}"/>
              </a:ext>
            </a:extLst>
          </p:cNvPr>
          <p:cNvSpPr>
            <a:spLocks noGrp="1"/>
          </p:cNvSpPr>
          <p:nvPr/>
        </p:nvSpPr>
        <p:spPr>
          <a:xfrm>
            <a:off x="5897134" y="15617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5" name="F2_precision_recall_distributions_3509">
            <a:extLst>
              <a:ext uri="{FF2B5EF4-FFF2-40B4-BE49-F238E27FC236}">
                <a16:creationId xmlns:a16="http://schemas.microsoft.com/office/drawing/2014/main" id="{43368F1E-8441-4DF6-9073-D66308BE7AC0}"/>
              </a:ext>
            </a:extLst>
          </p:cNvPr>
          <p:cNvSpPr>
            <a:spLocks noGrp="1"/>
          </p:cNvSpPr>
          <p:nvPr/>
        </p:nvSpPr>
        <p:spPr>
          <a:xfrm>
            <a:off x="6078490" y="15811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6" name="F2_precision_recall_distributions_3510">
            <a:extLst>
              <a:ext uri="{FF2B5EF4-FFF2-40B4-BE49-F238E27FC236}">
                <a16:creationId xmlns:a16="http://schemas.microsoft.com/office/drawing/2014/main" id="{BC759EF3-65BF-4DFA-8CAF-FFB5BC517690}"/>
              </a:ext>
            </a:extLst>
          </p:cNvPr>
          <p:cNvSpPr>
            <a:spLocks noGrp="1"/>
          </p:cNvSpPr>
          <p:nvPr/>
        </p:nvSpPr>
        <p:spPr>
          <a:xfrm>
            <a:off x="600879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7" name="F2_precision_recall_distributions_3511">
            <a:extLst>
              <a:ext uri="{FF2B5EF4-FFF2-40B4-BE49-F238E27FC236}">
                <a16:creationId xmlns:a16="http://schemas.microsoft.com/office/drawing/2014/main" id="{2B49A1A1-456C-4D67-9A2A-F9FC5D50F0CC}"/>
              </a:ext>
            </a:extLst>
          </p:cNvPr>
          <p:cNvSpPr>
            <a:spLocks noGrp="1"/>
          </p:cNvSpPr>
          <p:nvPr/>
        </p:nvSpPr>
        <p:spPr>
          <a:xfrm>
            <a:off x="5891365" y="15862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8" name="F2_precision_recall_distributions_3512">
            <a:extLst>
              <a:ext uri="{FF2B5EF4-FFF2-40B4-BE49-F238E27FC236}">
                <a16:creationId xmlns:a16="http://schemas.microsoft.com/office/drawing/2014/main" id="{60A35334-13C0-47A3-814E-1AEA546760A0}"/>
              </a:ext>
            </a:extLst>
          </p:cNvPr>
          <p:cNvSpPr>
            <a:spLocks noGrp="1"/>
          </p:cNvSpPr>
          <p:nvPr/>
        </p:nvSpPr>
        <p:spPr>
          <a:xfrm>
            <a:off x="6007480" y="15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9" name="F2_precision_recall_distributions_3513">
            <a:extLst>
              <a:ext uri="{FF2B5EF4-FFF2-40B4-BE49-F238E27FC236}">
                <a16:creationId xmlns:a16="http://schemas.microsoft.com/office/drawing/2014/main" id="{6CFF9BEF-86B3-4DE6-BBDB-83B94699BC95}"/>
              </a:ext>
            </a:extLst>
          </p:cNvPr>
          <p:cNvSpPr>
            <a:spLocks noGrp="1"/>
          </p:cNvSpPr>
          <p:nvPr/>
        </p:nvSpPr>
        <p:spPr>
          <a:xfrm>
            <a:off x="6127851" y="1947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0" name="F2_precision_recall_distributions_3514">
            <a:extLst>
              <a:ext uri="{FF2B5EF4-FFF2-40B4-BE49-F238E27FC236}">
                <a16:creationId xmlns:a16="http://schemas.microsoft.com/office/drawing/2014/main" id="{BC065219-99CA-4F7F-AD99-DBB34AF28D5F}"/>
              </a:ext>
            </a:extLst>
          </p:cNvPr>
          <p:cNvSpPr>
            <a:spLocks noGrp="1"/>
          </p:cNvSpPr>
          <p:nvPr/>
        </p:nvSpPr>
        <p:spPr>
          <a:xfrm>
            <a:off x="6036436" y="17010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1" name="F2_precision_recall_distributions_3515">
            <a:extLst>
              <a:ext uri="{FF2B5EF4-FFF2-40B4-BE49-F238E27FC236}">
                <a16:creationId xmlns:a16="http://schemas.microsoft.com/office/drawing/2014/main" id="{A9722818-AE71-46CD-B1EB-2909E58063D9}"/>
              </a:ext>
            </a:extLst>
          </p:cNvPr>
          <p:cNvSpPr>
            <a:spLocks noGrp="1"/>
          </p:cNvSpPr>
          <p:nvPr/>
        </p:nvSpPr>
        <p:spPr>
          <a:xfrm>
            <a:off x="5962080" y="1598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2" name="F2_precision_recall_distributions_3516">
            <a:extLst>
              <a:ext uri="{FF2B5EF4-FFF2-40B4-BE49-F238E27FC236}">
                <a16:creationId xmlns:a16="http://schemas.microsoft.com/office/drawing/2014/main" id="{4B72529D-49FD-495A-9889-BD78CB652B87}"/>
              </a:ext>
            </a:extLst>
          </p:cNvPr>
          <p:cNvSpPr>
            <a:spLocks noGrp="1"/>
          </p:cNvSpPr>
          <p:nvPr/>
        </p:nvSpPr>
        <p:spPr>
          <a:xfrm>
            <a:off x="6029255" y="1570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3" name="F2_precision_recall_distributions_3517">
            <a:extLst>
              <a:ext uri="{FF2B5EF4-FFF2-40B4-BE49-F238E27FC236}">
                <a16:creationId xmlns:a16="http://schemas.microsoft.com/office/drawing/2014/main" id="{C62A39F5-DCC7-49A5-8FD8-8BCFCA459A68}"/>
              </a:ext>
            </a:extLst>
          </p:cNvPr>
          <p:cNvSpPr>
            <a:spLocks noGrp="1"/>
          </p:cNvSpPr>
          <p:nvPr/>
        </p:nvSpPr>
        <p:spPr>
          <a:xfrm>
            <a:off x="5837224" y="1960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4" name="F2_precision_recall_distributions_3518">
            <a:extLst>
              <a:ext uri="{FF2B5EF4-FFF2-40B4-BE49-F238E27FC236}">
                <a16:creationId xmlns:a16="http://schemas.microsoft.com/office/drawing/2014/main" id="{5A5DB2B0-40D2-4BD4-92BC-D48046878E5E}"/>
              </a:ext>
            </a:extLst>
          </p:cNvPr>
          <p:cNvSpPr>
            <a:spLocks noGrp="1"/>
          </p:cNvSpPr>
          <p:nvPr/>
        </p:nvSpPr>
        <p:spPr>
          <a:xfrm>
            <a:off x="6131618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5" name="F2_precision_recall_distributions_3519">
            <a:extLst>
              <a:ext uri="{FF2B5EF4-FFF2-40B4-BE49-F238E27FC236}">
                <a16:creationId xmlns:a16="http://schemas.microsoft.com/office/drawing/2014/main" id="{76919F60-F680-4410-A356-CACEA5005A8D}"/>
              </a:ext>
            </a:extLst>
          </p:cNvPr>
          <p:cNvSpPr>
            <a:spLocks noGrp="1"/>
          </p:cNvSpPr>
          <p:nvPr/>
        </p:nvSpPr>
        <p:spPr>
          <a:xfrm>
            <a:off x="6115276" y="17983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6" name="F2_precision_recall_distributions_3520">
            <a:extLst>
              <a:ext uri="{FF2B5EF4-FFF2-40B4-BE49-F238E27FC236}">
                <a16:creationId xmlns:a16="http://schemas.microsoft.com/office/drawing/2014/main" id="{24500832-DE55-4F22-A60A-7F01F63DD962}"/>
              </a:ext>
            </a:extLst>
          </p:cNvPr>
          <p:cNvSpPr>
            <a:spLocks noGrp="1"/>
          </p:cNvSpPr>
          <p:nvPr/>
        </p:nvSpPr>
        <p:spPr>
          <a:xfrm>
            <a:off x="6035454" y="1720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7" name="F2_precision_recall_distributions_3521">
            <a:extLst>
              <a:ext uri="{FF2B5EF4-FFF2-40B4-BE49-F238E27FC236}">
                <a16:creationId xmlns:a16="http://schemas.microsoft.com/office/drawing/2014/main" id="{84322097-4716-44A2-97BE-D07C060318B7}"/>
              </a:ext>
            </a:extLst>
          </p:cNvPr>
          <p:cNvSpPr>
            <a:spLocks noGrp="1"/>
          </p:cNvSpPr>
          <p:nvPr/>
        </p:nvSpPr>
        <p:spPr>
          <a:xfrm>
            <a:off x="594577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8" name="F2_precision_recall_distributions_3522">
            <a:extLst>
              <a:ext uri="{FF2B5EF4-FFF2-40B4-BE49-F238E27FC236}">
                <a16:creationId xmlns:a16="http://schemas.microsoft.com/office/drawing/2014/main" id="{8D3DD825-ADDF-4382-9775-64CABB9971D5}"/>
              </a:ext>
            </a:extLst>
          </p:cNvPr>
          <p:cNvSpPr>
            <a:spLocks noGrp="1"/>
          </p:cNvSpPr>
          <p:nvPr/>
        </p:nvSpPr>
        <p:spPr>
          <a:xfrm>
            <a:off x="5808593" y="1524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9" name="F2_precision_recall_distributions_3523">
            <a:extLst>
              <a:ext uri="{FF2B5EF4-FFF2-40B4-BE49-F238E27FC236}">
                <a16:creationId xmlns:a16="http://schemas.microsoft.com/office/drawing/2014/main" id="{71DC3F7F-F541-46DD-B2B3-9F9DDFA0F6B4}"/>
              </a:ext>
            </a:extLst>
          </p:cNvPr>
          <p:cNvSpPr>
            <a:spLocks noGrp="1"/>
          </p:cNvSpPr>
          <p:nvPr/>
        </p:nvSpPr>
        <p:spPr>
          <a:xfrm>
            <a:off x="5860045" y="15813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0" name="F2_precision_recall_distributions_3524">
            <a:extLst>
              <a:ext uri="{FF2B5EF4-FFF2-40B4-BE49-F238E27FC236}">
                <a16:creationId xmlns:a16="http://schemas.microsoft.com/office/drawing/2014/main" id="{409D8D57-AD64-4258-8D6F-B2AF3BB5809A}"/>
              </a:ext>
            </a:extLst>
          </p:cNvPr>
          <p:cNvSpPr>
            <a:spLocks noGrp="1"/>
          </p:cNvSpPr>
          <p:nvPr/>
        </p:nvSpPr>
        <p:spPr>
          <a:xfrm>
            <a:off x="5889639" y="15152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1" name="F2_precision_recall_distributions_3525">
            <a:extLst>
              <a:ext uri="{FF2B5EF4-FFF2-40B4-BE49-F238E27FC236}">
                <a16:creationId xmlns:a16="http://schemas.microsoft.com/office/drawing/2014/main" id="{59904BDD-0CE1-4960-AF92-883703E4FC0B}"/>
              </a:ext>
            </a:extLst>
          </p:cNvPr>
          <p:cNvSpPr>
            <a:spLocks noGrp="1"/>
          </p:cNvSpPr>
          <p:nvPr/>
        </p:nvSpPr>
        <p:spPr>
          <a:xfrm>
            <a:off x="5879989" y="17456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2" name="F2_precision_recall_distributions_3526">
            <a:extLst>
              <a:ext uri="{FF2B5EF4-FFF2-40B4-BE49-F238E27FC236}">
                <a16:creationId xmlns:a16="http://schemas.microsoft.com/office/drawing/2014/main" id="{444250F2-BE3C-43E8-9BF0-21E9A3A351F6}"/>
              </a:ext>
            </a:extLst>
          </p:cNvPr>
          <p:cNvSpPr>
            <a:spLocks noGrp="1"/>
          </p:cNvSpPr>
          <p:nvPr/>
        </p:nvSpPr>
        <p:spPr>
          <a:xfrm>
            <a:off x="609230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3" name="F2_precision_recall_distributions_3527">
            <a:extLst>
              <a:ext uri="{FF2B5EF4-FFF2-40B4-BE49-F238E27FC236}">
                <a16:creationId xmlns:a16="http://schemas.microsoft.com/office/drawing/2014/main" id="{5F8F15C0-4484-40AC-B727-C0B054AE0B28}"/>
              </a:ext>
            </a:extLst>
          </p:cNvPr>
          <p:cNvSpPr>
            <a:spLocks noGrp="1"/>
          </p:cNvSpPr>
          <p:nvPr/>
        </p:nvSpPr>
        <p:spPr>
          <a:xfrm>
            <a:off x="6105310" y="230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4" name="F2_precision_recall_distributions_3528">
            <a:extLst>
              <a:ext uri="{FF2B5EF4-FFF2-40B4-BE49-F238E27FC236}">
                <a16:creationId xmlns:a16="http://schemas.microsoft.com/office/drawing/2014/main" id="{EF32DDB8-B8D2-40C9-87BD-18F06B864F14}"/>
              </a:ext>
            </a:extLst>
          </p:cNvPr>
          <p:cNvSpPr>
            <a:spLocks noGrp="1"/>
          </p:cNvSpPr>
          <p:nvPr/>
        </p:nvSpPr>
        <p:spPr>
          <a:xfrm>
            <a:off x="6063298" y="1986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5" name="F2_precision_recall_distributions_3529">
            <a:extLst>
              <a:ext uri="{FF2B5EF4-FFF2-40B4-BE49-F238E27FC236}">
                <a16:creationId xmlns:a16="http://schemas.microsoft.com/office/drawing/2014/main" id="{3C4A0C99-1296-4CE5-8627-762E606E7A70}"/>
              </a:ext>
            </a:extLst>
          </p:cNvPr>
          <p:cNvSpPr>
            <a:spLocks noGrp="1"/>
          </p:cNvSpPr>
          <p:nvPr/>
        </p:nvSpPr>
        <p:spPr>
          <a:xfrm>
            <a:off x="5942622" y="16929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6" name="F2_precision_recall_distributions_3530">
            <a:extLst>
              <a:ext uri="{FF2B5EF4-FFF2-40B4-BE49-F238E27FC236}">
                <a16:creationId xmlns:a16="http://schemas.microsoft.com/office/drawing/2014/main" id="{13E59DCF-E855-4D97-9A73-AB67AF8E7C41}"/>
              </a:ext>
            </a:extLst>
          </p:cNvPr>
          <p:cNvSpPr>
            <a:spLocks noGrp="1"/>
          </p:cNvSpPr>
          <p:nvPr/>
        </p:nvSpPr>
        <p:spPr>
          <a:xfrm>
            <a:off x="5818243" y="2121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7" name="F2_precision_recall_distributions_3531">
            <a:extLst>
              <a:ext uri="{FF2B5EF4-FFF2-40B4-BE49-F238E27FC236}">
                <a16:creationId xmlns:a16="http://schemas.microsoft.com/office/drawing/2014/main" id="{2E118946-A7A4-4C10-A8F9-1DE5AFC73DCB}"/>
              </a:ext>
            </a:extLst>
          </p:cNvPr>
          <p:cNvSpPr>
            <a:spLocks noGrp="1"/>
          </p:cNvSpPr>
          <p:nvPr/>
        </p:nvSpPr>
        <p:spPr>
          <a:xfrm>
            <a:off x="6167971" y="16457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8" name="F2_precision_recall_distributions_3532">
            <a:extLst>
              <a:ext uri="{FF2B5EF4-FFF2-40B4-BE49-F238E27FC236}">
                <a16:creationId xmlns:a16="http://schemas.microsoft.com/office/drawing/2014/main" id="{B8AB65F4-14C0-4B3F-A1DC-D14F3F165810}"/>
              </a:ext>
            </a:extLst>
          </p:cNvPr>
          <p:cNvSpPr>
            <a:spLocks noGrp="1"/>
          </p:cNvSpPr>
          <p:nvPr/>
        </p:nvSpPr>
        <p:spPr>
          <a:xfrm>
            <a:off x="5829762" y="16609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9" name="F2_precision_recall_distributions_3533">
            <a:extLst>
              <a:ext uri="{FF2B5EF4-FFF2-40B4-BE49-F238E27FC236}">
                <a16:creationId xmlns:a16="http://schemas.microsoft.com/office/drawing/2014/main" id="{96C9CB67-3655-4FFB-B377-79F866B0BC77}"/>
              </a:ext>
            </a:extLst>
          </p:cNvPr>
          <p:cNvSpPr>
            <a:spLocks noGrp="1"/>
          </p:cNvSpPr>
          <p:nvPr/>
        </p:nvSpPr>
        <p:spPr>
          <a:xfrm>
            <a:off x="6047327" y="15382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0" name="F2_precision_recall_distributions_3534">
            <a:extLst>
              <a:ext uri="{FF2B5EF4-FFF2-40B4-BE49-F238E27FC236}">
                <a16:creationId xmlns:a16="http://schemas.microsoft.com/office/drawing/2014/main" id="{F98FF11D-70B5-4493-9430-BBF9ED2CDB59}"/>
              </a:ext>
            </a:extLst>
          </p:cNvPr>
          <p:cNvSpPr>
            <a:spLocks noGrp="1"/>
          </p:cNvSpPr>
          <p:nvPr/>
        </p:nvSpPr>
        <p:spPr>
          <a:xfrm>
            <a:off x="5826473" y="16347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1" name="F2_precision_recall_distributions_3535">
            <a:extLst>
              <a:ext uri="{FF2B5EF4-FFF2-40B4-BE49-F238E27FC236}">
                <a16:creationId xmlns:a16="http://schemas.microsoft.com/office/drawing/2014/main" id="{3EFA3601-0DBE-4198-89B4-F8B04689D3FE}"/>
              </a:ext>
            </a:extLst>
          </p:cNvPr>
          <p:cNvSpPr>
            <a:spLocks noGrp="1"/>
          </p:cNvSpPr>
          <p:nvPr/>
        </p:nvSpPr>
        <p:spPr>
          <a:xfrm>
            <a:off x="5853138" y="2186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2" name="F2_precision_recall_distributions_3536">
            <a:extLst>
              <a:ext uri="{FF2B5EF4-FFF2-40B4-BE49-F238E27FC236}">
                <a16:creationId xmlns:a16="http://schemas.microsoft.com/office/drawing/2014/main" id="{320195ED-6D7A-4DE9-B7B7-4A39F9CCF682}"/>
              </a:ext>
            </a:extLst>
          </p:cNvPr>
          <p:cNvSpPr>
            <a:spLocks noGrp="1"/>
          </p:cNvSpPr>
          <p:nvPr/>
        </p:nvSpPr>
        <p:spPr>
          <a:xfrm>
            <a:off x="6095413" y="1679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3" name="F2_precision_recall_distributions_3537">
            <a:extLst>
              <a:ext uri="{FF2B5EF4-FFF2-40B4-BE49-F238E27FC236}">
                <a16:creationId xmlns:a16="http://schemas.microsoft.com/office/drawing/2014/main" id="{69667BDE-F61E-4E5B-8878-EC102C271EED}"/>
              </a:ext>
            </a:extLst>
          </p:cNvPr>
          <p:cNvSpPr>
            <a:spLocks noGrp="1"/>
          </p:cNvSpPr>
          <p:nvPr/>
        </p:nvSpPr>
        <p:spPr>
          <a:xfrm>
            <a:off x="6149157" y="2242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4" name="F2_precision_recall_distributions_3538">
            <a:extLst>
              <a:ext uri="{FF2B5EF4-FFF2-40B4-BE49-F238E27FC236}">
                <a16:creationId xmlns:a16="http://schemas.microsoft.com/office/drawing/2014/main" id="{104A7132-6DBF-4699-92B7-5E249107DF1F}"/>
              </a:ext>
            </a:extLst>
          </p:cNvPr>
          <p:cNvSpPr>
            <a:spLocks noGrp="1"/>
          </p:cNvSpPr>
          <p:nvPr/>
        </p:nvSpPr>
        <p:spPr>
          <a:xfrm>
            <a:off x="6104442" y="15361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5" name="F2_precision_recall_distributions_3539">
            <a:extLst>
              <a:ext uri="{FF2B5EF4-FFF2-40B4-BE49-F238E27FC236}">
                <a16:creationId xmlns:a16="http://schemas.microsoft.com/office/drawing/2014/main" id="{E1C7AF7D-47AA-4B3C-A007-52764BA9EEDE}"/>
              </a:ext>
            </a:extLst>
          </p:cNvPr>
          <p:cNvSpPr>
            <a:spLocks noGrp="1"/>
          </p:cNvSpPr>
          <p:nvPr/>
        </p:nvSpPr>
        <p:spPr>
          <a:xfrm>
            <a:off x="6096091" y="1635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6" name="F2_precision_recall_distributions_3540">
            <a:extLst>
              <a:ext uri="{FF2B5EF4-FFF2-40B4-BE49-F238E27FC236}">
                <a16:creationId xmlns:a16="http://schemas.microsoft.com/office/drawing/2014/main" id="{608C7DBC-8046-4A14-B7CF-8B7BFA6DC704}"/>
              </a:ext>
            </a:extLst>
          </p:cNvPr>
          <p:cNvSpPr>
            <a:spLocks noGrp="1"/>
          </p:cNvSpPr>
          <p:nvPr/>
        </p:nvSpPr>
        <p:spPr>
          <a:xfrm>
            <a:off x="6147628" y="1604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7" name="F2_precision_recall_distributions_3541">
            <a:extLst>
              <a:ext uri="{FF2B5EF4-FFF2-40B4-BE49-F238E27FC236}">
                <a16:creationId xmlns:a16="http://schemas.microsoft.com/office/drawing/2014/main" id="{7BB6431B-F3AE-41AC-BBF4-C6F79987B2DD}"/>
              </a:ext>
            </a:extLst>
          </p:cNvPr>
          <p:cNvSpPr>
            <a:spLocks noGrp="1"/>
          </p:cNvSpPr>
          <p:nvPr/>
        </p:nvSpPr>
        <p:spPr>
          <a:xfrm>
            <a:off x="5939361" y="17720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8" name="F2_precision_recall_distributions_3542">
            <a:extLst>
              <a:ext uri="{FF2B5EF4-FFF2-40B4-BE49-F238E27FC236}">
                <a16:creationId xmlns:a16="http://schemas.microsoft.com/office/drawing/2014/main" id="{567DEB44-CE9D-4373-A69C-82D1BD54C061}"/>
              </a:ext>
            </a:extLst>
          </p:cNvPr>
          <p:cNvSpPr>
            <a:spLocks noGrp="1"/>
          </p:cNvSpPr>
          <p:nvPr/>
        </p:nvSpPr>
        <p:spPr>
          <a:xfrm>
            <a:off x="6152165" y="16337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9" name="F2_precision_recall_distributions_3543">
            <a:extLst>
              <a:ext uri="{FF2B5EF4-FFF2-40B4-BE49-F238E27FC236}">
                <a16:creationId xmlns:a16="http://schemas.microsoft.com/office/drawing/2014/main" id="{1539F3D3-AB7E-4854-9A71-B6BABC2A8D48}"/>
              </a:ext>
            </a:extLst>
          </p:cNvPr>
          <p:cNvSpPr>
            <a:spLocks noGrp="1"/>
          </p:cNvSpPr>
          <p:nvPr/>
        </p:nvSpPr>
        <p:spPr>
          <a:xfrm>
            <a:off x="5998644" y="1529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0" name="F2_precision_recall_distributions_3544">
            <a:extLst>
              <a:ext uri="{FF2B5EF4-FFF2-40B4-BE49-F238E27FC236}">
                <a16:creationId xmlns:a16="http://schemas.microsoft.com/office/drawing/2014/main" id="{8078E5C8-FB84-4819-B887-1F81AF7B6951}"/>
              </a:ext>
            </a:extLst>
          </p:cNvPr>
          <p:cNvSpPr>
            <a:spLocks noGrp="1"/>
          </p:cNvSpPr>
          <p:nvPr/>
        </p:nvSpPr>
        <p:spPr>
          <a:xfrm>
            <a:off x="6064721" y="15415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1" name="F2_precision_recall_distributions_3545">
            <a:extLst>
              <a:ext uri="{FF2B5EF4-FFF2-40B4-BE49-F238E27FC236}">
                <a16:creationId xmlns:a16="http://schemas.microsoft.com/office/drawing/2014/main" id="{6BF141B8-61CD-4333-9517-C11EE29E6819}"/>
              </a:ext>
            </a:extLst>
          </p:cNvPr>
          <p:cNvSpPr>
            <a:spLocks noGrp="1"/>
          </p:cNvSpPr>
          <p:nvPr/>
        </p:nvSpPr>
        <p:spPr>
          <a:xfrm>
            <a:off x="5865892" y="1834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2" name="F2_precision_recall_distributions_3546">
            <a:extLst>
              <a:ext uri="{FF2B5EF4-FFF2-40B4-BE49-F238E27FC236}">
                <a16:creationId xmlns:a16="http://schemas.microsoft.com/office/drawing/2014/main" id="{E00F57FE-9CAC-4D08-96E9-7A80B8BAE306}"/>
              </a:ext>
            </a:extLst>
          </p:cNvPr>
          <p:cNvSpPr>
            <a:spLocks noGrp="1"/>
          </p:cNvSpPr>
          <p:nvPr/>
        </p:nvSpPr>
        <p:spPr>
          <a:xfrm>
            <a:off x="6073118" y="15582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3" name="F2_precision_recall_distributions_3547">
            <a:extLst>
              <a:ext uri="{FF2B5EF4-FFF2-40B4-BE49-F238E27FC236}">
                <a16:creationId xmlns:a16="http://schemas.microsoft.com/office/drawing/2014/main" id="{F8833149-F7F3-4C41-B9F2-77CA36AEFE92}"/>
              </a:ext>
            </a:extLst>
          </p:cNvPr>
          <p:cNvSpPr>
            <a:spLocks noGrp="1"/>
          </p:cNvSpPr>
          <p:nvPr/>
        </p:nvSpPr>
        <p:spPr>
          <a:xfrm>
            <a:off x="6058302" y="15029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4" name="F2_precision_recall_distributions_3548">
            <a:extLst>
              <a:ext uri="{FF2B5EF4-FFF2-40B4-BE49-F238E27FC236}">
                <a16:creationId xmlns:a16="http://schemas.microsoft.com/office/drawing/2014/main" id="{328A312E-B341-4336-8985-831E4D7F271F}"/>
              </a:ext>
            </a:extLst>
          </p:cNvPr>
          <p:cNvSpPr>
            <a:spLocks noGrp="1"/>
          </p:cNvSpPr>
          <p:nvPr/>
        </p:nvSpPr>
        <p:spPr>
          <a:xfrm>
            <a:off x="5817274" y="15695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5" name="F2_precision_recall_distributions_3549">
            <a:extLst>
              <a:ext uri="{FF2B5EF4-FFF2-40B4-BE49-F238E27FC236}">
                <a16:creationId xmlns:a16="http://schemas.microsoft.com/office/drawing/2014/main" id="{719E1746-B614-437B-803C-F156BD88EF61}"/>
              </a:ext>
            </a:extLst>
          </p:cNvPr>
          <p:cNvSpPr>
            <a:spLocks noGrp="1"/>
          </p:cNvSpPr>
          <p:nvPr/>
        </p:nvSpPr>
        <p:spPr>
          <a:xfrm>
            <a:off x="6135893" y="1519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6" name="F2_precision_recall_distributions_3550">
            <a:extLst>
              <a:ext uri="{FF2B5EF4-FFF2-40B4-BE49-F238E27FC236}">
                <a16:creationId xmlns:a16="http://schemas.microsoft.com/office/drawing/2014/main" id="{5BE68714-A7FE-4918-84A4-A43CAA702DE1}"/>
              </a:ext>
            </a:extLst>
          </p:cNvPr>
          <p:cNvSpPr>
            <a:spLocks noGrp="1"/>
          </p:cNvSpPr>
          <p:nvPr/>
        </p:nvSpPr>
        <p:spPr>
          <a:xfrm>
            <a:off x="5931603" y="2028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7" name="F2_precision_recall_distributions_3551">
            <a:extLst>
              <a:ext uri="{FF2B5EF4-FFF2-40B4-BE49-F238E27FC236}">
                <a16:creationId xmlns:a16="http://schemas.microsoft.com/office/drawing/2014/main" id="{B2C90FC5-ABF7-44C8-8F75-2C9C2CEABBEA}"/>
              </a:ext>
            </a:extLst>
          </p:cNvPr>
          <p:cNvSpPr>
            <a:spLocks noGrp="1"/>
          </p:cNvSpPr>
          <p:nvPr/>
        </p:nvSpPr>
        <p:spPr>
          <a:xfrm>
            <a:off x="5898246" y="18944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8" name="F2_precision_recall_distributions_3552">
            <a:extLst>
              <a:ext uri="{FF2B5EF4-FFF2-40B4-BE49-F238E27FC236}">
                <a16:creationId xmlns:a16="http://schemas.microsoft.com/office/drawing/2014/main" id="{76796D85-00AD-4432-9EA5-C4F8C62EC53A}"/>
              </a:ext>
            </a:extLst>
          </p:cNvPr>
          <p:cNvSpPr>
            <a:spLocks noGrp="1"/>
          </p:cNvSpPr>
          <p:nvPr/>
        </p:nvSpPr>
        <p:spPr>
          <a:xfrm>
            <a:off x="5982227" y="1775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9" name="F2_precision_recall_distributions_3553">
            <a:extLst>
              <a:ext uri="{FF2B5EF4-FFF2-40B4-BE49-F238E27FC236}">
                <a16:creationId xmlns:a16="http://schemas.microsoft.com/office/drawing/2014/main" id="{165F44D7-932B-4C67-95D8-AE026DAD58F0}"/>
              </a:ext>
            </a:extLst>
          </p:cNvPr>
          <p:cNvSpPr>
            <a:spLocks noGrp="1"/>
          </p:cNvSpPr>
          <p:nvPr/>
        </p:nvSpPr>
        <p:spPr>
          <a:xfrm>
            <a:off x="5852404" y="15916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0" name="F2_precision_recall_distributions_3554">
            <a:extLst>
              <a:ext uri="{FF2B5EF4-FFF2-40B4-BE49-F238E27FC236}">
                <a16:creationId xmlns:a16="http://schemas.microsoft.com/office/drawing/2014/main" id="{910FD8DC-6D7F-4C75-A026-AC04586707D6}"/>
              </a:ext>
            </a:extLst>
          </p:cNvPr>
          <p:cNvSpPr>
            <a:spLocks noGrp="1"/>
          </p:cNvSpPr>
          <p:nvPr/>
        </p:nvSpPr>
        <p:spPr>
          <a:xfrm>
            <a:off x="5859555" y="22924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1" name="F2_precision_recall_distributions_3555">
            <a:extLst>
              <a:ext uri="{FF2B5EF4-FFF2-40B4-BE49-F238E27FC236}">
                <a16:creationId xmlns:a16="http://schemas.microsoft.com/office/drawing/2014/main" id="{0EF65139-F6E5-4FF8-833A-D9DEB7486DCF}"/>
              </a:ext>
            </a:extLst>
          </p:cNvPr>
          <p:cNvSpPr>
            <a:spLocks noGrp="1"/>
          </p:cNvSpPr>
          <p:nvPr/>
        </p:nvSpPr>
        <p:spPr>
          <a:xfrm>
            <a:off x="6080774" y="17553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2" name="F2_precision_recall_distributions_3556">
            <a:extLst>
              <a:ext uri="{FF2B5EF4-FFF2-40B4-BE49-F238E27FC236}">
                <a16:creationId xmlns:a16="http://schemas.microsoft.com/office/drawing/2014/main" id="{DEADCE96-729F-4500-B6ED-A88CDD453720}"/>
              </a:ext>
            </a:extLst>
          </p:cNvPr>
          <p:cNvSpPr>
            <a:spLocks noGrp="1"/>
          </p:cNvSpPr>
          <p:nvPr/>
        </p:nvSpPr>
        <p:spPr>
          <a:xfrm>
            <a:off x="6073812" y="1574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3" name="F2_precision_recall_distributions_3557">
            <a:extLst>
              <a:ext uri="{FF2B5EF4-FFF2-40B4-BE49-F238E27FC236}">
                <a16:creationId xmlns:a16="http://schemas.microsoft.com/office/drawing/2014/main" id="{ED7F0FA6-83BB-4F0D-9E7B-890338651AF0}"/>
              </a:ext>
            </a:extLst>
          </p:cNvPr>
          <p:cNvSpPr>
            <a:spLocks noGrp="1"/>
          </p:cNvSpPr>
          <p:nvPr/>
        </p:nvSpPr>
        <p:spPr>
          <a:xfrm>
            <a:off x="6024444" y="16971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4" name="F2_precision_recall_distributions_3558">
            <a:extLst>
              <a:ext uri="{FF2B5EF4-FFF2-40B4-BE49-F238E27FC236}">
                <a16:creationId xmlns:a16="http://schemas.microsoft.com/office/drawing/2014/main" id="{B7051415-2562-4522-8B71-24AA3A09A3B7}"/>
              </a:ext>
            </a:extLst>
          </p:cNvPr>
          <p:cNvSpPr>
            <a:spLocks noGrp="1"/>
          </p:cNvSpPr>
          <p:nvPr/>
        </p:nvSpPr>
        <p:spPr>
          <a:xfrm>
            <a:off x="5849602" y="17386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5" name="F2_precision_recall_distributions_3559">
            <a:extLst>
              <a:ext uri="{FF2B5EF4-FFF2-40B4-BE49-F238E27FC236}">
                <a16:creationId xmlns:a16="http://schemas.microsoft.com/office/drawing/2014/main" id="{47BCEA7E-1CDC-423D-9233-1533BD1578DE}"/>
              </a:ext>
            </a:extLst>
          </p:cNvPr>
          <p:cNvSpPr>
            <a:spLocks noGrp="1"/>
          </p:cNvSpPr>
          <p:nvPr/>
        </p:nvSpPr>
        <p:spPr>
          <a:xfrm>
            <a:off x="5878559" y="23398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6" name="F2_precision_recall_distributions_3560">
            <a:extLst>
              <a:ext uri="{FF2B5EF4-FFF2-40B4-BE49-F238E27FC236}">
                <a16:creationId xmlns:a16="http://schemas.microsoft.com/office/drawing/2014/main" id="{8F3D5F99-F7CB-4582-A80D-49490F7658D1}"/>
              </a:ext>
            </a:extLst>
          </p:cNvPr>
          <p:cNvSpPr>
            <a:spLocks noGrp="1"/>
          </p:cNvSpPr>
          <p:nvPr/>
        </p:nvSpPr>
        <p:spPr>
          <a:xfrm>
            <a:off x="596171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7" name="F2_precision_recall_distributions_3561">
            <a:extLst>
              <a:ext uri="{FF2B5EF4-FFF2-40B4-BE49-F238E27FC236}">
                <a16:creationId xmlns:a16="http://schemas.microsoft.com/office/drawing/2014/main" id="{6702A190-D5AD-4521-AB99-44A7352077F0}"/>
              </a:ext>
            </a:extLst>
          </p:cNvPr>
          <p:cNvSpPr>
            <a:spLocks noGrp="1"/>
          </p:cNvSpPr>
          <p:nvPr/>
        </p:nvSpPr>
        <p:spPr>
          <a:xfrm>
            <a:off x="607024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8" name="F2_precision_recall_distributions_3562">
            <a:extLst>
              <a:ext uri="{FF2B5EF4-FFF2-40B4-BE49-F238E27FC236}">
                <a16:creationId xmlns:a16="http://schemas.microsoft.com/office/drawing/2014/main" id="{2A165594-ADF3-4F58-AEF6-7B295F1701EA}"/>
              </a:ext>
            </a:extLst>
          </p:cNvPr>
          <p:cNvSpPr>
            <a:spLocks noGrp="1"/>
          </p:cNvSpPr>
          <p:nvPr/>
        </p:nvSpPr>
        <p:spPr>
          <a:xfrm>
            <a:off x="682843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07" y="842186"/>
                </a:lnTo>
                <a:lnTo>
                  <a:pt x="22549" y="835606"/>
                </a:lnTo>
                <a:lnTo>
                  <a:pt x="48305" y="829027"/>
                </a:lnTo>
                <a:lnTo>
                  <a:pt x="80255" y="822447"/>
                </a:lnTo>
                <a:lnTo>
                  <a:pt x="115148" y="815868"/>
                </a:lnTo>
                <a:lnTo>
                  <a:pt x="149810" y="809288"/>
                </a:lnTo>
                <a:lnTo>
                  <a:pt x="181575" y="802708"/>
                </a:lnTo>
                <a:lnTo>
                  <a:pt x="208581" y="796129"/>
                </a:lnTo>
                <a:lnTo>
                  <a:pt x="229879" y="789549"/>
                </a:lnTo>
                <a:lnTo>
                  <a:pt x="245391" y="782970"/>
                </a:lnTo>
                <a:lnTo>
                  <a:pt x="255727" y="776390"/>
                </a:lnTo>
                <a:lnTo>
                  <a:pt x="261940" y="769811"/>
                </a:lnTo>
                <a:lnTo>
                  <a:pt x="265269" y="763231"/>
                </a:lnTo>
                <a:lnTo>
                  <a:pt x="266903" y="756651"/>
                </a:lnTo>
                <a:lnTo>
                  <a:pt x="267818" y="750072"/>
                </a:lnTo>
                <a:lnTo>
                  <a:pt x="268684" y="743492"/>
                </a:lnTo>
                <a:lnTo>
                  <a:pt x="269849" y="736913"/>
                </a:lnTo>
                <a:lnTo>
                  <a:pt x="271383" y="730333"/>
                </a:lnTo>
                <a:lnTo>
                  <a:pt x="273169" y="723754"/>
                </a:lnTo>
                <a:lnTo>
                  <a:pt x="274996" y="717174"/>
                </a:lnTo>
                <a:lnTo>
                  <a:pt x="276659" y="710594"/>
                </a:lnTo>
                <a:lnTo>
                  <a:pt x="278021" y="704015"/>
                </a:lnTo>
                <a:lnTo>
                  <a:pt x="279048" y="697435"/>
                </a:lnTo>
                <a:lnTo>
                  <a:pt x="279807" y="690856"/>
                </a:lnTo>
                <a:lnTo>
                  <a:pt x="280438" y="684276"/>
                </a:lnTo>
                <a:lnTo>
                  <a:pt x="281114" y="677697"/>
                </a:lnTo>
                <a:lnTo>
                  <a:pt x="281998" y="671117"/>
                </a:lnTo>
                <a:lnTo>
                  <a:pt x="283211" y="664537"/>
                </a:lnTo>
                <a:lnTo>
                  <a:pt x="284813" y="657958"/>
                </a:lnTo>
                <a:lnTo>
                  <a:pt x="286800" y="651378"/>
                </a:lnTo>
                <a:lnTo>
                  <a:pt x="289118" y="644799"/>
                </a:lnTo>
                <a:lnTo>
                  <a:pt x="291673" y="638219"/>
                </a:lnTo>
                <a:lnTo>
                  <a:pt x="294354" y="631639"/>
                </a:lnTo>
                <a:lnTo>
                  <a:pt x="297043" y="625060"/>
                </a:lnTo>
                <a:lnTo>
                  <a:pt x="299619" y="618480"/>
                </a:lnTo>
                <a:lnTo>
                  <a:pt x="301965" y="611901"/>
                </a:lnTo>
                <a:lnTo>
                  <a:pt x="303957" y="605321"/>
                </a:lnTo>
                <a:lnTo>
                  <a:pt x="305468" y="598742"/>
                </a:lnTo>
                <a:lnTo>
                  <a:pt x="306363" y="592162"/>
                </a:lnTo>
                <a:lnTo>
                  <a:pt x="306512" y="585582"/>
                </a:lnTo>
                <a:lnTo>
                  <a:pt x="305802" y="579003"/>
                </a:lnTo>
                <a:lnTo>
                  <a:pt x="304156" y="572423"/>
                </a:lnTo>
                <a:lnTo>
                  <a:pt x="301556" y="565844"/>
                </a:lnTo>
                <a:lnTo>
                  <a:pt x="298056" y="559264"/>
                </a:lnTo>
                <a:lnTo>
                  <a:pt x="293787" y="552685"/>
                </a:lnTo>
                <a:lnTo>
                  <a:pt x="288957" y="546105"/>
                </a:lnTo>
                <a:lnTo>
                  <a:pt x="283827" y="539525"/>
                </a:lnTo>
                <a:lnTo>
                  <a:pt x="278684" y="532946"/>
                </a:lnTo>
                <a:lnTo>
                  <a:pt x="273809" y="526366"/>
                </a:lnTo>
                <a:lnTo>
                  <a:pt x="269446" y="519787"/>
                </a:lnTo>
                <a:lnTo>
                  <a:pt x="265777" y="513207"/>
                </a:lnTo>
                <a:lnTo>
                  <a:pt x="262916" y="506627"/>
                </a:lnTo>
                <a:lnTo>
                  <a:pt x="260905" y="500048"/>
                </a:lnTo>
                <a:lnTo>
                  <a:pt x="259726" y="493468"/>
                </a:lnTo>
                <a:lnTo>
                  <a:pt x="259318" y="486889"/>
                </a:lnTo>
                <a:lnTo>
                  <a:pt x="259581" y="480309"/>
                </a:lnTo>
                <a:lnTo>
                  <a:pt x="260385" y="473730"/>
                </a:lnTo>
                <a:lnTo>
                  <a:pt x="261572" y="467150"/>
                </a:lnTo>
                <a:lnTo>
                  <a:pt x="262953" y="460570"/>
                </a:lnTo>
                <a:lnTo>
                  <a:pt x="264311" y="453991"/>
                </a:lnTo>
                <a:lnTo>
                  <a:pt x="265413" y="447411"/>
                </a:lnTo>
                <a:lnTo>
                  <a:pt x="266035" y="440832"/>
                </a:lnTo>
                <a:lnTo>
                  <a:pt x="265985" y="434252"/>
                </a:lnTo>
                <a:lnTo>
                  <a:pt x="265136" y="427673"/>
                </a:lnTo>
                <a:lnTo>
                  <a:pt x="263446" y="421093"/>
                </a:lnTo>
                <a:lnTo>
                  <a:pt x="260971" y="414513"/>
                </a:lnTo>
                <a:lnTo>
                  <a:pt x="257850" y="407934"/>
                </a:lnTo>
                <a:lnTo>
                  <a:pt x="254286" y="401354"/>
                </a:lnTo>
                <a:lnTo>
                  <a:pt x="250516" y="394775"/>
                </a:lnTo>
                <a:lnTo>
                  <a:pt x="246772" y="388195"/>
                </a:lnTo>
                <a:lnTo>
                  <a:pt x="243254" y="381616"/>
                </a:lnTo>
                <a:lnTo>
                  <a:pt x="240109" y="375036"/>
                </a:lnTo>
                <a:lnTo>
                  <a:pt x="237417" y="368456"/>
                </a:lnTo>
                <a:lnTo>
                  <a:pt x="235195" y="361877"/>
                </a:lnTo>
                <a:lnTo>
                  <a:pt x="233397" y="355297"/>
                </a:lnTo>
                <a:lnTo>
                  <a:pt x="231930" y="348718"/>
                </a:lnTo>
                <a:lnTo>
                  <a:pt x="230669" y="342138"/>
                </a:lnTo>
                <a:lnTo>
                  <a:pt x="229485" y="335558"/>
                </a:lnTo>
                <a:lnTo>
                  <a:pt x="228263" y="328979"/>
                </a:lnTo>
                <a:lnTo>
                  <a:pt x="226929" y="322399"/>
                </a:lnTo>
                <a:lnTo>
                  <a:pt x="225466" y="315820"/>
                </a:lnTo>
                <a:lnTo>
                  <a:pt x="223925" y="309240"/>
                </a:lnTo>
                <a:lnTo>
                  <a:pt x="222421" y="302661"/>
                </a:lnTo>
                <a:lnTo>
                  <a:pt x="221117" y="296081"/>
                </a:lnTo>
                <a:lnTo>
                  <a:pt x="220199" y="289501"/>
                </a:lnTo>
                <a:lnTo>
                  <a:pt x="219841" y="282922"/>
                </a:lnTo>
                <a:lnTo>
                  <a:pt x="220177" y="276342"/>
                </a:lnTo>
                <a:lnTo>
                  <a:pt x="221267" y="269763"/>
                </a:lnTo>
                <a:lnTo>
                  <a:pt x="223079" y="263183"/>
                </a:lnTo>
                <a:lnTo>
                  <a:pt x="225482" y="256604"/>
                </a:lnTo>
                <a:lnTo>
                  <a:pt x="228252" y="250024"/>
                </a:lnTo>
                <a:lnTo>
                  <a:pt x="231087" y="243444"/>
                </a:lnTo>
                <a:lnTo>
                  <a:pt x="233635" y="236865"/>
                </a:lnTo>
                <a:lnTo>
                  <a:pt x="235531" y="230285"/>
                </a:lnTo>
                <a:lnTo>
                  <a:pt x="236435" y="223706"/>
                </a:lnTo>
                <a:lnTo>
                  <a:pt x="236063" y="217126"/>
                </a:lnTo>
                <a:lnTo>
                  <a:pt x="234218" y="210546"/>
                </a:lnTo>
                <a:lnTo>
                  <a:pt x="230801" y="203967"/>
                </a:lnTo>
                <a:lnTo>
                  <a:pt x="225813" y="197387"/>
                </a:lnTo>
                <a:lnTo>
                  <a:pt x="219335" y="190808"/>
                </a:lnTo>
                <a:lnTo>
                  <a:pt x="211497" y="184228"/>
                </a:lnTo>
                <a:lnTo>
                  <a:pt x="202434" y="177649"/>
                </a:lnTo>
                <a:lnTo>
                  <a:pt x="192257" y="171069"/>
                </a:lnTo>
                <a:lnTo>
                  <a:pt x="181021" y="164489"/>
                </a:lnTo>
                <a:lnTo>
                  <a:pt x="168724" y="157910"/>
                </a:lnTo>
                <a:lnTo>
                  <a:pt x="155332" y="151330"/>
                </a:lnTo>
                <a:lnTo>
                  <a:pt x="140826" y="144751"/>
                </a:lnTo>
                <a:lnTo>
                  <a:pt x="125269" y="138171"/>
                </a:lnTo>
                <a:lnTo>
                  <a:pt x="108870" y="131592"/>
                </a:lnTo>
                <a:lnTo>
                  <a:pt x="92044" y="125012"/>
                </a:lnTo>
                <a:lnTo>
                  <a:pt x="75430" y="118432"/>
                </a:lnTo>
                <a:lnTo>
                  <a:pt x="59882" y="111853"/>
                </a:lnTo>
                <a:lnTo>
                  <a:pt x="46408" y="105273"/>
                </a:lnTo>
                <a:lnTo>
                  <a:pt x="36074" y="98694"/>
                </a:lnTo>
                <a:lnTo>
                  <a:pt x="29880" y="92114"/>
                </a:lnTo>
                <a:lnTo>
                  <a:pt x="28629" y="85535"/>
                </a:lnTo>
                <a:lnTo>
                  <a:pt x="32812" y="78955"/>
                </a:lnTo>
                <a:lnTo>
                  <a:pt x="42519" y="72375"/>
                </a:lnTo>
                <a:lnTo>
                  <a:pt x="57408" y="65796"/>
                </a:lnTo>
                <a:lnTo>
                  <a:pt x="76721" y="59216"/>
                </a:lnTo>
                <a:lnTo>
                  <a:pt x="99346" y="52637"/>
                </a:lnTo>
                <a:lnTo>
                  <a:pt x="123929" y="46057"/>
                </a:lnTo>
                <a:lnTo>
                  <a:pt x="148991" y="39477"/>
                </a:lnTo>
                <a:lnTo>
                  <a:pt x="173053" y="32898"/>
                </a:lnTo>
                <a:lnTo>
                  <a:pt x="194743" y="26318"/>
                </a:lnTo>
                <a:lnTo>
                  <a:pt x="212878" y="19739"/>
                </a:lnTo>
                <a:lnTo>
                  <a:pt x="226513" y="13159"/>
                </a:lnTo>
                <a:lnTo>
                  <a:pt x="234966" y="6580"/>
                </a:lnTo>
                <a:lnTo>
                  <a:pt x="237829" y="0"/>
                </a:lnTo>
                <a:lnTo>
                  <a:pt x="437268" y="0"/>
                </a:lnTo>
                <a:lnTo>
                  <a:pt x="437268" y="0"/>
                </a:lnTo>
                <a:lnTo>
                  <a:pt x="440131" y="6580"/>
                </a:lnTo>
                <a:lnTo>
                  <a:pt x="448584" y="13159"/>
                </a:lnTo>
                <a:lnTo>
                  <a:pt x="462218" y="19739"/>
                </a:lnTo>
                <a:lnTo>
                  <a:pt x="480353" y="26318"/>
                </a:lnTo>
                <a:lnTo>
                  <a:pt x="502044" y="32898"/>
                </a:lnTo>
                <a:lnTo>
                  <a:pt x="526105" y="39477"/>
                </a:lnTo>
                <a:lnTo>
                  <a:pt x="551167" y="46057"/>
                </a:lnTo>
                <a:lnTo>
                  <a:pt x="575750" y="52637"/>
                </a:lnTo>
                <a:lnTo>
                  <a:pt x="598376" y="59216"/>
                </a:lnTo>
                <a:lnTo>
                  <a:pt x="617688" y="65796"/>
                </a:lnTo>
                <a:lnTo>
                  <a:pt x="632578" y="72375"/>
                </a:lnTo>
                <a:lnTo>
                  <a:pt x="642285" y="78955"/>
                </a:lnTo>
                <a:lnTo>
                  <a:pt x="646467" y="85535"/>
                </a:lnTo>
                <a:lnTo>
                  <a:pt x="645217" y="92114"/>
                </a:lnTo>
                <a:lnTo>
                  <a:pt x="639022" y="98694"/>
                </a:lnTo>
                <a:lnTo>
                  <a:pt x="628689" y="105273"/>
                </a:lnTo>
                <a:lnTo>
                  <a:pt x="615215" y="111853"/>
                </a:lnTo>
                <a:lnTo>
                  <a:pt x="599667" y="118432"/>
                </a:lnTo>
                <a:lnTo>
                  <a:pt x="583053" y="125012"/>
                </a:lnTo>
                <a:lnTo>
                  <a:pt x="566226" y="131592"/>
                </a:lnTo>
                <a:lnTo>
                  <a:pt x="549828" y="138171"/>
                </a:lnTo>
                <a:lnTo>
                  <a:pt x="534270" y="144751"/>
                </a:lnTo>
                <a:lnTo>
                  <a:pt x="519765" y="151330"/>
                </a:lnTo>
                <a:lnTo>
                  <a:pt x="506372" y="157910"/>
                </a:lnTo>
                <a:lnTo>
                  <a:pt x="494075" y="164489"/>
                </a:lnTo>
                <a:lnTo>
                  <a:pt x="482839" y="171069"/>
                </a:lnTo>
                <a:lnTo>
                  <a:pt x="472662" y="177649"/>
                </a:lnTo>
                <a:lnTo>
                  <a:pt x="463600" y="184228"/>
                </a:lnTo>
                <a:lnTo>
                  <a:pt x="455761" y="190808"/>
                </a:lnTo>
                <a:lnTo>
                  <a:pt x="449283" y="197387"/>
                </a:lnTo>
                <a:lnTo>
                  <a:pt x="444296" y="203967"/>
                </a:lnTo>
                <a:lnTo>
                  <a:pt x="440879" y="210546"/>
                </a:lnTo>
                <a:lnTo>
                  <a:pt x="439034" y="217126"/>
                </a:lnTo>
                <a:lnTo>
                  <a:pt x="438662" y="223706"/>
                </a:lnTo>
                <a:lnTo>
                  <a:pt x="439565" y="230285"/>
                </a:lnTo>
                <a:lnTo>
                  <a:pt x="441462" y="236865"/>
                </a:lnTo>
                <a:lnTo>
                  <a:pt x="444010" y="243444"/>
                </a:lnTo>
                <a:lnTo>
                  <a:pt x="446844" y="250024"/>
                </a:lnTo>
                <a:lnTo>
                  <a:pt x="449614" y="256604"/>
                </a:lnTo>
                <a:lnTo>
                  <a:pt x="452018" y="263183"/>
                </a:lnTo>
                <a:lnTo>
                  <a:pt x="453830" y="269763"/>
                </a:lnTo>
                <a:lnTo>
                  <a:pt x="454919" y="276342"/>
                </a:lnTo>
                <a:lnTo>
                  <a:pt x="455255" y="282922"/>
                </a:lnTo>
                <a:lnTo>
                  <a:pt x="454898" y="289501"/>
                </a:lnTo>
                <a:lnTo>
                  <a:pt x="453980" y="296081"/>
                </a:lnTo>
                <a:lnTo>
                  <a:pt x="452676" y="302661"/>
                </a:lnTo>
                <a:lnTo>
                  <a:pt x="451172" y="309240"/>
                </a:lnTo>
                <a:lnTo>
                  <a:pt x="449631" y="315820"/>
                </a:lnTo>
                <a:lnTo>
                  <a:pt x="448168" y="322399"/>
                </a:lnTo>
                <a:lnTo>
                  <a:pt x="446833" y="328979"/>
                </a:lnTo>
                <a:lnTo>
                  <a:pt x="445611" y="335558"/>
                </a:lnTo>
                <a:lnTo>
                  <a:pt x="444427" y="342138"/>
                </a:lnTo>
                <a:lnTo>
                  <a:pt x="443167" y="348718"/>
                </a:lnTo>
                <a:lnTo>
                  <a:pt x="441699" y="355297"/>
                </a:lnTo>
                <a:lnTo>
                  <a:pt x="439901" y="361877"/>
                </a:lnTo>
                <a:lnTo>
                  <a:pt x="437679" y="368456"/>
                </a:lnTo>
                <a:lnTo>
                  <a:pt x="434988" y="375036"/>
                </a:lnTo>
                <a:lnTo>
                  <a:pt x="431842" y="381616"/>
                </a:lnTo>
                <a:lnTo>
                  <a:pt x="428324" y="388195"/>
                </a:lnTo>
                <a:lnTo>
                  <a:pt x="424580" y="394775"/>
                </a:lnTo>
                <a:lnTo>
                  <a:pt x="420810" y="401354"/>
                </a:lnTo>
                <a:lnTo>
                  <a:pt x="417247" y="407934"/>
                </a:lnTo>
                <a:lnTo>
                  <a:pt x="414126" y="414513"/>
                </a:lnTo>
                <a:lnTo>
                  <a:pt x="411650" y="421093"/>
                </a:lnTo>
                <a:lnTo>
                  <a:pt x="409961" y="427673"/>
                </a:lnTo>
                <a:lnTo>
                  <a:pt x="409112" y="434252"/>
                </a:lnTo>
                <a:lnTo>
                  <a:pt x="409061" y="440832"/>
                </a:lnTo>
                <a:lnTo>
                  <a:pt x="409683" y="447411"/>
                </a:lnTo>
                <a:lnTo>
                  <a:pt x="410786" y="453991"/>
                </a:lnTo>
                <a:lnTo>
                  <a:pt x="412144" y="460570"/>
                </a:lnTo>
                <a:lnTo>
                  <a:pt x="413525" y="467150"/>
                </a:lnTo>
                <a:lnTo>
                  <a:pt x="414712" y="473730"/>
                </a:lnTo>
                <a:lnTo>
                  <a:pt x="415516" y="480309"/>
                </a:lnTo>
                <a:lnTo>
                  <a:pt x="415778" y="486889"/>
                </a:lnTo>
                <a:lnTo>
                  <a:pt x="415370" y="493468"/>
                </a:lnTo>
                <a:lnTo>
                  <a:pt x="414192" y="500048"/>
                </a:lnTo>
                <a:lnTo>
                  <a:pt x="412181" y="506627"/>
                </a:lnTo>
                <a:lnTo>
                  <a:pt x="409319" y="513207"/>
                </a:lnTo>
                <a:lnTo>
                  <a:pt x="405651" y="519787"/>
                </a:lnTo>
                <a:lnTo>
                  <a:pt x="401288" y="526366"/>
                </a:lnTo>
                <a:lnTo>
                  <a:pt x="396413" y="532946"/>
                </a:lnTo>
                <a:lnTo>
                  <a:pt x="391270" y="539525"/>
                </a:lnTo>
                <a:lnTo>
                  <a:pt x="386140" y="546105"/>
                </a:lnTo>
                <a:lnTo>
                  <a:pt x="381310" y="552685"/>
                </a:lnTo>
                <a:lnTo>
                  <a:pt x="377041" y="559264"/>
                </a:lnTo>
                <a:lnTo>
                  <a:pt x="373540" y="565844"/>
                </a:lnTo>
                <a:lnTo>
                  <a:pt x="370940" y="572423"/>
                </a:lnTo>
                <a:lnTo>
                  <a:pt x="369294" y="579003"/>
                </a:lnTo>
                <a:lnTo>
                  <a:pt x="368584" y="585582"/>
                </a:lnTo>
                <a:lnTo>
                  <a:pt x="368734" y="592162"/>
                </a:lnTo>
                <a:lnTo>
                  <a:pt x="369629" y="598742"/>
                </a:lnTo>
                <a:lnTo>
                  <a:pt x="371139" y="605321"/>
                </a:lnTo>
                <a:lnTo>
                  <a:pt x="373132" y="611901"/>
                </a:lnTo>
                <a:lnTo>
                  <a:pt x="375477" y="618480"/>
                </a:lnTo>
                <a:lnTo>
                  <a:pt x="378054" y="625060"/>
                </a:lnTo>
                <a:lnTo>
                  <a:pt x="380742" y="631639"/>
                </a:lnTo>
                <a:lnTo>
                  <a:pt x="383424" y="638219"/>
                </a:lnTo>
                <a:lnTo>
                  <a:pt x="385979" y="644799"/>
                </a:lnTo>
                <a:lnTo>
                  <a:pt x="388297" y="651378"/>
                </a:lnTo>
                <a:lnTo>
                  <a:pt x="390284" y="657958"/>
                </a:lnTo>
                <a:lnTo>
                  <a:pt x="391886" y="664537"/>
                </a:lnTo>
                <a:lnTo>
                  <a:pt x="393098" y="671117"/>
                </a:lnTo>
                <a:lnTo>
                  <a:pt x="393983" y="677697"/>
                </a:lnTo>
                <a:lnTo>
                  <a:pt x="394659" y="684276"/>
                </a:lnTo>
                <a:lnTo>
                  <a:pt x="395290" y="690856"/>
                </a:lnTo>
                <a:lnTo>
                  <a:pt x="396049" y="697435"/>
                </a:lnTo>
                <a:lnTo>
                  <a:pt x="397076" y="704015"/>
                </a:lnTo>
                <a:lnTo>
                  <a:pt x="398437" y="710594"/>
                </a:lnTo>
                <a:lnTo>
                  <a:pt x="400100" y="717174"/>
                </a:lnTo>
                <a:lnTo>
                  <a:pt x="401927" y="723754"/>
                </a:lnTo>
                <a:lnTo>
                  <a:pt x="403713" y="730333"/>
                </a:lnTo>
                <a:lnTo>
                  <a:pt x="405248" y="736913"/>
                </a:lnTo>
                <a:lnTo>
                  <a:pt x="406412" y="743492"/>
                </a:lnTo>
                <a:lnTo>
                  <a:pt x="407278" y="750072"/>
                </a:lnTo>
                <a:lnTo>
                  <a:pt x="408193" y="756651"/>
                </a:lnTo>
                <a:lnTo>
                  <a:pt x="409827" y="763231"/>
                </a:lnTo>
                <a:lnTo>
                  <a:pt x="413156" y="769811"/>
                </a:lnTo>
                <a:lnTo>
                  <a:pt x="419370" y="776390"/>
                </a:lnTo>
                <a:lnTo>
                  <a:pt x="429706" y="782970"/>
                </a:lnTo>
                <a:lnTo>
                  <a:pt x="445217" y="789549"/>
                </a:lnTo>
                <a:lnTo>
                  <a:pt x="466516" y="796129"/>
                </a:lnTo>
                <a:lnTo>
                  <a:pt x="493521" y="802708"/>
                </a:lnTo>
                <a:lnTo>
                  <a:pt x="525286" y="809288"/>
                </a:lnTo>
                <a:lnTo>
                  <a:pt x="559948" y="815868"/>
                </a:lnTo>
                <a:lnTo>
                  <a:pt x="594841" y="822447"/>
                </a:lnTo>
                <a:lnTo>
                  <a:pt x="626791" y="829027"/>
                </a:lnTo>
                <a:lnTo>
                  <a:pt x="652548" y="835606"/>
                </a:lnTo>
                <a:lnTo>
                  <a:pt x="6692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749" name="F2_precision_recall_distributions_3563">
            <a:extLst>
              <a:ext uri="{FF2B5EF4-FFF2-40B4-BE49-F238E27FC236}">
                <a16:creationId xmlns:a16="http://schemas.microsoft.com/office/drawing/2014/main" id="{4C7F9DCC-9079-4444-8067-487139BE6BA5}"/>
              </a:ext>
            </a:extLst>
          </p:cNvPr>
          <p:cNvSpPr>
            <a:spLocks noGrp="1"/>
          </p:cNvSpPr>
          <p:nvPr/>
        </p:nvSpPr>
        <p:spPr>
          <a:xfrm>
            <a:off x="7313857" y="1741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0" name="F2_precision_recall_distributions_3564">
            <a:extLst>
              <a:ext uri="{FF2B5EF4-FFF2-40B4-BE49-F238E27FC236}">
                <a16:creationId xmlns:a16="http://schemas.microsoft.com/office/drawing/2014/main" id="{C6FDD6C8-2EBF-41EB-A8EE-1C1D217DA132}"/>
              </a:ext>
            </a:extLst>
          </p:cNvPr>
          <p:cNvSpPr>
            <a:spLocks noGrp="1"/>
          </p:cNvSpPr>
          <p:nvPr/>
        </p:nvSpPr>
        <p:spPr>
          <a:xfrm>
            <a:off x="7037996" y="16102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1" name="F2_precision_recall_distributions_3565">
            <a:extLst>
              <a:ext uri="{FF2B5EF4-FFF2-40B4-BE49-F238E27FC236}">
                <a16:creationId xmlns:a16="http://schemas.microsoft.com/office/drawing/2014/main" id="{BACA7153-6AED-4DEF-9AC9-FED6375ACF47}"/>
              </a:ext>
            </a:extLst>
          </p:cNvPr>
          <p:cNvSpPr>
            <a:spLocks noGrp="1"/>
          </p:cNvSpPr>
          <p:nvPr/>
        </p:nvSpPr>
        <p:spPr>
          <a:xfrm>
            <a:off x="7333068" y="1588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2" name="F2_precision_recall_distributions_3566">
            <a:extLst>
              <a:ext uri="{FF2B5EF4-FFF2-40B4-BE49-F238E27FC236}">
                <a16:creationId xmlns:a16="http://schemas.microsoft.com/office/drawing/2014/main" id="{159F344F-1F75-45FF-9646-BD482523DED3}"/>
              </a:ext>
            </a:extLst>
          </p:cNvPr>
          <p:cNvSpPr>
            <a:spLocks noGrp="1"/>
          </p:cNvSpPr>
          <p:nvPr/>
        </p:nvSpPr>
        <p:spPr>
          <a:xfrm>
            <a:off x="6999835" y="215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3" name="F2_precision_recall_distributions_3567">
            <a:extLst>
              <a:ext uri="{FF2B5EF4-FFF2-40B4-BE49-F238E27FC236}">
                <a16:creationId xmlns:a16="http://schemas.microsoft.com/office/drawing/2014/main" id="{C5C5D408-1358-416A-BAD7-10C84F4A5200}"/>
              </a:ext>
            </a:extLst>
          </p:cNvPr>
          <p:cNvSpPr>
            <a:spLocks noGrp="1"/>
          </p:cNvSpPr>
          <p:nvPr/>
        </p:nvSpPr>
        <p:spPr>
          <a:xfrm>
            <a:off x="7289409" y="16041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4" name="F2_precision_recall_distributions_3568">
            <a:extLst>
              <a:ext uri="{FF2B5EF4-FFF2-40B4-BE49-F238E27FC236}">
                <a16:creationId xmlns:a16="http://schemas.microsoft.com/office/drawing/2014/main" id="{97317D5B-7A01-434A-BCDC-517060C0A1A7}"/>
              </a:ext>
            </a:extLst>
          </p:cNvPr>
          <p:cNvSpPr>
            <a:spLocks noGrp="1"/>
          </p:cNvSpPr>
          <p:nvPr/>
        </p:nvSpPr>
        <p:spPr>
          <a:xfrm>
            <a:off x="7272457" y="162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5" name="F2_precision_recall_distributions_3569">
            <a:extLst>
              <a:ext uri="{FF2B5EF4-FFF2-40B4-BE49-F238E27FC236}">
                <a16:creationId xmlns:a16="http://schemas.microsoft.com/office/drawing/2014/main" id="{F8B2506E-9B1E-481A-ADF2-86558B34C9B1}"/>
              </a:ext>
            </a:extLst>
          </p:cNvPr>
          <p:cNvSpPr>
            <a:spLocks noGrp="1"/>
          </p:cNvSpPr>
          <p:nvPr/>
        </p:nvSpPr>
        <p:spPr>
          <a:xfrm>
            <a:off x="7253660" y="1598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6" name="F2_precision_recall_distributions_3570">
            <a:extLst>
              <a:ext uri="{FF2B5EF4-FFF2-40B4-BE49-F238E27FC236}">
                <a16:creationId xmlns:a16="http://schemas.microsoft.com/office/drawing/2014/main" id="{E7DB0B92-827A-4A31-8161-97F496FFC32A}"/>
              </a:ext>
            </a:extLst>
          </p:cNvPr>
          <p:cNvSpPr>
            <a:spLocks noGrp="1"/>
          </p:cNvSpPr>
          <p:nvPr/>
        </p:nvSpPr>
        <p:spPr>
          <a:xfrm>
            <a:off x="7213225" y="1587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7" name="F2_precision_recall_distributions_3571">
            <a:extLst>
              <a:ext uri="{FF2B5EF4-FFF2-40B4-BE49-F238E27FC236}">
                <a16:creationId xmlns:a16="http://schemas.microsoft.com/office/drawing/2014/main" id="{336F5A5A-7D54-42A1-9BF8-B93B59B1255D}"/>
              </a:ext>
            </a:extLst>
          </p:cNvPr>
          <p:cNvSpPr>
            <a:spLocks noGrp="1"/>
          </p:cNvSpPr>
          <p:nvPr/>
        </p:nvSpPr>
        <p:spPr>
          <a:xfrm>
            <a:off x="7331362" y="1984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8" name="F2_precision_recall_distributions_3572">
            <a:extLst>
              <a:ext uri="{FF2B5EF4-FFF2-40B4-BE49-F238E27FC236}">
                <a16:creationId xmlns:a16="http://schemas.microsoft.com/office/drawing/2014/main" id="{B8C220B6-9FEB-44CB-A340-1097A876E30F}"/>
              </a:ext>
            </a:extLst>
          </p:cNvPr>
          <p:cNvSpPr>
            <a:spLocks noGrp="1"/>
          </p:cNvSpPr>
          <p:nvPr/>
        </p:nvSpPr>
        <p:spPr>
          <a:xfrm>
            <a:off x="7045959" y="157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9" name="F2_precision_recall_distributions_3573">
            <a:extLst>
              <a:ext uri="{FF2B5EF4-FFF2-40B4-BE49-F238E27FC236}">
                <a16:creationId xmlns:a16="http://schemas.microsoft.com/office/drawing/2014/main" id="{EB14354C-3D2B-4412-81D4-CF97FB49D1EB}"/>
              </a:ext>
            </a:extLst>
          </p:cNvPr>
          <p:cNvSpPr>
            <a:spLocks noGrp="1"/>
          </p:cNvSpPr>
          <p:nvPr/>
        </p:nvSpPr>
        <p:spPr>
          <a:xfrm>
            <a:off x="7259247" y="18737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0" name="F2_precision_recall_distributions_3574">
            <a:extLst>
              <a:ext uri="{FF2B5EF4-FFF2-40B4-BE49-F238E27FC236}">
                <a16:creationId xmlns:a16="http://schemas.microsoft.com/office/drawing/2014/main" id="{E43669C0-9596-45D0-972A-10FBA8DB4CA3}"/>
              </a:ext>
            </a:extLst>
          </p:cNvPr>
          <p:cNvSpPr>
            <a:spLocks noGrp="1"/>
          </p:cNvSpPr>
          <p:nvPr/>
        </p:nvSpPr>
        <p:spPr>
          <a:xfrm>
            <a:off x="7026883" y="15759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1" name="F2_precision_recall_distributions_3575">
            <a:extLst>
              <a:ext uri="{FF2B5EF4-FFF2-40B4-BE49-F238E27FC236}">
                <a16:creationId xmlns:a16="http://schemas.microsoft.com/office/drawing/2014/main" id="{E2D3D0EB-0C6E-4A38-886C-11D2DBF2F962}"/>
              </a:ext>
            </a:extLst>
          </p:cNvPr>
          <p:cNvSpPr>
            <a:spLocks noGrp="1"/>
          </p:cNvSpPr>
          <p:nvPr/>
        </p:nvSpPr>
        <p:spPr>
          <a:xfrm>
            <a:off x="7135963" y="15927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2" name="F2_precision_recall_distributions_3576">
            <a:extLst>
              <a:ext uri="{FF2B5EF4-FFF2-40B4-BE49-F238E27FC236}">
                <a16:creationId xmlns:a16="http://schemas.microsoft.com/office/drawing/2014/main" id="{69013298-B4A8-4E2D-9D7D-BBCE86EF7F02}"/>
              </a:ext>
            </a:extLst>
          </p:cNvPr>
          <p:cNvSpPr>
            <a:spLocks noGrp="1"/>
          </p:cNvSpPr>
          <p:nvPr/>
        </p:nvSpPr>
        <p:spPr>
          <a:xfrm>
            <a:off x="7209737" y="1907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3" name="F2_precision_recall_distributions_3577">
            <a:extLst>
              <a:ext uri="{FF2B5EF4-FFF2-40B4-BE49-F238E27FC236}">
                <a16:creationId xmlns:a16="http://schemas.microsoft.com/office/drawing/2014/main" id="{C7CC2E3D-6CCF-4043-9349-31C34EE9219D}"/>
              </a:ext>
            </a:extLst>
          </p:cNvPr>
          <p:cNvSpPr>
            <a:spLocks noGrp="1"/>
          </p:cNvSpPr>
          <p:nvPr/>
        </p:nvSpPr>
        <p:spPr>
          <a:xfrm>
            <a:off x="7195704" y="1607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4" name="F2_precision_recall_distributions_3578">
            <a:extLst>
              <a:ext uri="{FF2B5EF4-FFF2-40B4-BE49-F238E27FC236}">
                <a16:creationId xmlns:a16="http://schemas.microsoft.com/office/drawing/2014/main" id="{0E6F051A-2F7B-4200-A799-297C5BA3047F}"/>
              </a:ext>
            </a:extLst>
          </p:cNvPr>
          <p:cNvSpPr>
            <a:spLocks noGrp="1"/>
          </p:cNvSpPr>
          <p:nvPr/>
        </p:nvSpPr>
        <p:spPr>
          <a:xfrm>
            <a:off x="6966239" y="1659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5" name="F2_precision_recall_distributions_3579">
            <a:extLst>
              <a:ext uri="{FF2B5EF4-FFF2-40B4-BE49-F238E27FC236}">
                <a16:creationId xmlns:a16="http://schemas.microsoft.com/office/drawing/2014/main" id="{1149040C-9DF5-45E2-94DF-FDCF96D2F550}"/>
              </a:ext>
            </a:extLst>
          </p:cNvPr>
          <p:cNvSpPr>
            <a:spLocks noGrp="1"/>
          </p:cNvSpPr>
          <p:nvPr/>
        </p:nvSpPr>
        <p:spPr>
          <a:xfrm>
            <a:off x="7294529" y="20193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6" name="F2_precision_recall_distributions_3580">
            <a:extLst>
              <a:ext uri="{FF2B5EF4-FFF2-40B4-BE49-F238E27FC236}">
                <a16:creationId xmlns:a16="http://schemas.microsoft.com/office/drawing/2014/main" id="{770CBB24-EDCE-427D-92AF-26EB12B4EFB0}"/>
              </a:ext>
            </a:extLst>
          </p:cNvPr>
          <p:cNvSpPr>
            <a:spLocks noGrp="1"/>
          </p:cNvSpPr>
          <p:nvPr/>
        </p:nvSpPr>
        <p:spPr>
          <a:xfrm>
            <a:off x="7003057" y="16611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7" name="F2_precision_recall_distributions_3581">
            <a:extLst>
              <a:ext uri="{FF2B5EF4-FFF2-40B4-BE49-F238E27FC236}">
                <a16:creationId xmlns:a16="http://schemas.microsoft.com/office/drawing/2014/main" id="{76DBA1A0-039B-43AE-9738-8489DAC284E9}"/>
              </a:ext>
            </a:extLst>
          </p:cNvPr>
          <p:cNvSpPr>
            <a:spLocks noGrp="1"/>
          </p:cNvSpPr>
          <p:nvPr/>
        </p:nvSpPr>
        <p:spPr>
          <a:xfrm>
            <a:off x="7194429" y="1574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8" name="F2_precision_recall_distributions_3582">
            <a:extLst>
              <a:ext uri="{FF2B5EF4-FFF2-40B4-BE49-F238E27FC236}">
                <a16:creationId xmlns:a16="http://schemas.microsoft.com/office/drawing/2014/main" id="{4DB0FDFB-4C0B-44BD-9205-6F069A1BD6F0}"/>
              </a:ext>
            </a:extLst>
          </p:cNvPr>
          <p:cNvSpPr>
            <a:spLocks noGrp="1"/>
          </p:cNvSpPr>
          <p:nvPr/>
        </p:nvSpPr>
        <p:spPr>
          <a:xfrm>
            <a:off x="7161020" y="18662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9" name="F2_precision_recall_distributions_3583">
            <a:extLst>
              <a:ext uri="{FF2B5EF4-FFF2-40B4-BE49-F238E27FC236}">
                <a16:creationId xmlns:a16="http://schemas.microsoft.com/office/drawing/2014/main" id="{1A105C16-2733-4F21-A8E4-CD3B20CA7FED}"/>
              </a:ext>
            </a:extLst>
          </p:cNvPr>
          <p:cNvSpPr>
            <a:spLocks noGrp="1"/>
          </p:cNvSpPr>
          <p:nvPr/>
        </p:nvSpPr>
        <p:spPr>
          <a:xfrm>
            <a:off x="7323083" y="22217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0" name="F2_precision_recall_distributions_3584">
            <a:extLst>
              <a:ext uri="{FF2B5EF4-FFF2-40B4-BE49-F238E27FC236}">
                <a16:creationId xmlns:a16="http://schemas.microsoft.com/office/drawing/2014/main" id="{22BAB6A7-A43A-4BF7-89F4-649B63CD7B9C}"/>
              </a:ext>
            </a:extLst>
          </p:cNvPr>
          <p:cNvSpPr>
            <a:spLocks noGrp="1"/>
          </p:cNvSpPr>
          <p:nvPr/>
        </p:nvSpPr>
        <p:spPr>
          <a:xfrm>
            <a:off x="7118660" y="17997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1" name="F2_precision_recall_distributions_3585">
            <a:extLst>
              <a:ext uri="{FF2B5EF4-FFF2-40B4-BE49-F238E27FC236}">
                <a16:creationId xmlns:a16="http://schemas.microsoft.com/office/drawing/2014/main" id="{F3BAC149-4BAA-48C0-903A-13A2957B9151}"/>
              </a:ext>
            </a:extLst>
          </p:cNvPr>
          <p:cNvSpPr>
            <a:spLocks noGrp="1"/>
          </p:cNvSpPr>
          <p:nvPr/>
        </p:nvSpPr>
        <p:spPr>
          <a:xfrm>
            <a:off x="7263887" y="1945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2" name="F2_precision_recall_distributions_3586">
            <a:extLst>
              <a:ext uri="{FF2B5EF4-FFF2-40B4-BE49-F238E27FC236}">
                <a16:creationId xmlns:a16="http://schemas.microsoft.com/office/drawing/2014/main" id="{9E669663-6E63-4CD8-85F9-FA4D6BB208C7}"/>
              </a:ext>
            </a:extLst>
          </p:cNvPr>
          <p:cNvSpPr>
            <a:spLocks noGrp="1"/>
          </p:cNvSpPr>
          <p:nvPr/>
        </p:nvSpPr>
        <p:spPr>
          <a:xfrm>
            <a:off x="7116750" y="1584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3" name="F2_precision_recall_distributions_3587">
            <a:extLst>
              <a:ext uri="{FF2B5EF4-FFF2-40B4-BE49-F238E27FC236}">
                <a16:creationId xmlns:a16="http://schemas.microsoft.com/office/drawing/2014/main" id="{EE2E33B9-68D2-4885-A125-C06AFA070C3D}"/>
              </a:ext>
            </a:extLst>
          </p:cNvPr>
          <p:cNvSpPr>
            <a:spLocks noGrp="1"/>
          </p:cNvSpPr>
          <p:nvPr/>
        </p:nvSpPr>
        <p:spPr>
          <a:xfrm>
            <a:off x="7314546" y="21618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4" name="F2_precision_recall_distributions_3588">
            <a:extLst>
              <a:ext uri="{FF2B5EF4-FFF2-40B4-BE49-F238E27FC236}">
                <a16:creationId xmlns:a16="http://schemas.microsoft.com/office/drawing/2014/main" id="{D0BE38B2-FB5A-4A71-A217-D410E45194DC}"/>
              </a:ext>
            </a:extLst>
          </p:cNvPr>
          <p:cNvSpPr>
            <a:spLocks noGrp="1"/>
          </p:cNvSpPr>
          <p:nvPr/>
        </p:nvSpPr>
        <p:spPr>
          <a:xfrm>
            <a:off x="704478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5" name="F2_precision_recall_distributions_3589">
            <a:extLst>
              <a:ext uri="{FF2B5EF4-FFF2-40B4-BE49-F238E27FC236}">
                <a16:creationId xmlns:a16="http://schemas.microsoft.com/office/drawing/2014/main" id="{81EBABB6-1427-45E4-BD8C-738B2DB27B08}"/>
              </a:ext>
            </a:extLst>
          </p:cNvPr>
          <p:cNvSpPr>
            <a:spLocks noGrp="1"/>
          </p:cNvSpPr>
          <p:nvPr/>
        </p:nvSpPr>
        <p:spPr>
          <a:xfrm>
            <a:off x="7238037" y="20024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6" name="F2_precision_recall_distributions_3590">
            <a:extLst>
              <a:ext uri="{FF2B5EF4-FFF2-40B4-BE49-F238E27FC236}">
                <a16:creationId xmlns:a16="http://schemas.microsoft.com/office/drawing/2014/main" id="{1ECD188B-B818-4E39-90F0-3B0D83437017}"/>
              </a:ext>
            </a:extLst>
          </p:cNvPr>
          <p:cNvSpPr>
            <a:spLocks noGrp="1"/>
          </p:cNvSpPr>
          <p:nvPr/>
        </p:nvSpPr>
        <p:spPr>
          <a:xfrm>
            <a:off x="7206319" y="2184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7" name="F2_precision_recall_distributions_3591">
            <a:extLst>
              <a:ext uri="{FF2B5EF4-FFF2-40B4-BE49-F238E27FC236}">
                <a16:creationId xmlns:a16="http://schemas.microsoft.com/office/drawing/2014/main" id="{5C189C48-7389-495E-B162-1A6829801E8F}"/>
              </a:ext>
            </a:extLst>
          </p:cNvPr>
          <p:cNvSpPr>
            <a:spLocks noGrp="1"/>
          </p:cNvSpPr>
          <p:nvPr/>
        </p:nvSpPr>
        <p:spPr>
          <a:xfrm>
            <a:off x="7137658" y="1574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8" name="F2_precision_recall_distributions_3592">
            <a:extLst>
              <a:ext uri="{FF2B5EF4-FFF2-40B4-BE49-F238E27FC236}">
                <a16:creationId xmlns:a16="http://schemas.microsoft.com/office/drawing/2014/main" id="{22706CC4-BB74-48E7-BA41-B273C8910187}"/>
              </a:ext>
            </a:extLst>
          </p:cNvPr>
          <p:cNvSpPr>
            <a:spLocks noGrp="1"/>
          </p:cNvSpPr>
          <p:nvPr/>
        </p:nvSpPr>
        <p:spPr>
          <a:xfrm>
            <a:off x="7304929" y="15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9" name="F2_precision_recall_distributions_3593">
            <a:extLst>
              <a:ext uri="{FF2B5EF4-FFF2-40B4-BE49-F238E27FC236}">
                <a16:creationId xmlns:a16="http://schemas.microsoft.com/office/drawing/2014/main" id="{C0DB8A2F-38D4-4C04-9E71-A85475AA237A}"/>
              </a:ext>
            </a:extLst>
          </p:cNvPr>
          <p:cNvSpPr>
            <a:spLocks noGrp="1"/>
          </p:cNvSpPr>
          <p:nvPr/>
        </p:nvSpPr>
        <p:spPr>
          <a:xfrm>
            <a:off x="727545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0" name="F2_precision_recall_distributions_3594">
            <a:extLst>
              <a:ext uri="{FF2B5EF4-FFF2-40B4-BE49-F238E27FC236}">
                <a16:creationId xmlns:a16="http://schemas.microsoft.com/office/drawing/2014/main" id="{1BD8F04D-EFF8-4256-85CD-83780F414B6E}"/>
              </a:ext>
            </a:extLst>
          </p:cNvPr>
          <p:cNvSpPr>
            <a:spLocks noGrp="1"/>
          </p:cNvSpPr>
          <p:nvPr/>
        </p:nvSpPr>
        <p:spPr>
          <a:xfrm>
            <a:off x="7212471" y="19532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1" name="F2_precision_recall_distributions_3595">
            <a:extLst>
              <a:ext uri="{FF2B5EF4-FFF2-40B4-BE49-F238E27FC236}">
                <a16:creationId xmlns:a16="http://schemas.microsoft.com/office/drawing/2014/main" id="{F4E6E913-E51D-41E0-96D6-804D150E09A4}"/>
              </a:ext>
            </a:extLst>
          </p:cNvPr>
          <p:cNvSpPr>
            <a:spLocks noGrp="1"/>
          </p:cNvSpPr>
          <p:nvPr/>
        </p:nvSpPr>
        <p:spPr>
          <a:xfrm>
            <a:off x="72211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2" name="F2_precision_recall_distributions_3596">
            <a:extLst>
              <a:ext uri="{FF2B5EF4-FFF2-40B4-BE49-F238E27FC236}">
                <a16:creationId xmlns:a16="http://schemas.microsoft.com/office/drawing/2014/main" id="{C20261D4-B2AA-4872-9490-4746164C3914}"/>
              </a:ext>
            </a:extLst>
          </p:cNvPr>
          <p:cNvSpPr>
            <a:spLocks noGrp="1"/>
          </p:cNvSpPr>
          <p:nvPr/>
        </p:nvSpPr>
        <p:spPr>
          <a:xfrm>
            <a:off x="7259560" y="15888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3" name="F2_precision_recall_distributions_3597">
            <a:extLst>
              <a:ext uri="{FF2B5EF4-FFF2-40B4-BE49-F238E27FC236}">
                <a16:creationId xmlns:a16="http://schemas.microsoft.com/office/drawing/2014/main" id="{854C78EB-C75B-400E-9E73-D654735488CB}"/>
              </a:ext>
            </a:extLst>
          </p:cNvPr>
          <p:cNvSpPr>
            <a:spLocks noGrp="1"/>
          </p:cNvSpPr>
          <p:nvPr/>
        </p:nvSpPr>
        <p:spPr>
          <a:xfrm>
            <a:off x="7322078" y="17835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4" name="F2_precision_recall_distributions_3598">
            <a:extLst>
              <a:ext uri="{FF2B5EF4-FFF2-40B4-BE49-F238E27FC236}">
                <a16:creationId xmlns:a16="http://schemas.microsoft.com/office/drawing/2014/main" id="{DEC54CE7-AF53-40E6-B9E6-ADD4892AEC0F}"/>
              </a:ext>
            </a:extLst>
          </p:cNvPr>
          <p:cNvSpPr>
            <a:spLocks noGrp="1"/>
          </p:cNvSpPr>
          <p:nvPr/>
        </p:nvSpPr>
        <p:spPr>
          <a:xfrm>
            <a:off x="726788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5" name="F2_precision_recall_distributions_3599">
            <a:extLst>
              <a:ext uri="{FF2B5EF4-FFF2-40B4-BE49-F238E27FC236}">
                <a16:creationId xmlns:a16="http://schemas.microsoft.com/office/drawing/2014/main" id="{93424817-2CA1-43F5-A86B-D767C86092CA}"/>
              </a:ext>
            </a:extLst>
          </p:cNvPr>
          <p:cNvSpPr>
            <a:spLocks noGrp="1"/>
          </p:cNvSpPr>
          <p:nvPr/>
        </p:nvSpPr>
        <p:spPr>
          <a:xfrm>
            <a:off x="73209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6" name="F2_precision_recall_distributions_3600">
            <a:extLst>
              <a:ext uri="{FF2B5EF4-FFF2-40B4-BE49-F238E27FC236}">
                <a16:creationId xmlns:a16="http://schemas.microsoft.com/office/drawing/2014/main" id="{25FA1F6A-34A4-4A98-8D7B-8E96407B9B4C}"/>
              </a:ext>
            </a:extLst>
          </p:cNvPr>
          <p:cNvSpPr>
            <a:spLocks noGrp="1"/>
          </p:cNvSpPr>
          <p:nvPr/>
        </p:nvSpPr>
        <p:spPr>
          <a:xfrm>
            <a:off x="7197760" y="16251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7" name="F2_precision_recall_distributions_3601">
            <a:extLst>
              <a:ext uri="{FF2B5EF4-FFF2-40B4-BE49-F238E27FC236}">
                <a16:creationId xmlns:a16="http://schemas.microsoft.com/office/drawing/2014/main" id="{6EF73282-027A-4739-B6BC-CE489165F4FA}"/>
              </a:ext>
            </a:extLst>
          </p:cNvPr>
          <p:cNvSpPr>
            <a:spLocks noGrp="1"/>
          </p:cNvSpPr>
          <p:nvPr/>
        </p:nvSpPr>
        <p:spPr>
          <a:xfrm>
            <a:off x="6974853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8" name="F2_precision_recall_distributions_3602">
            <a:extLst>
              <a:ext uri="{FF2B5EF4-FFF2-40B4-BE49-F238E27FC236}">
                <a16:creationId xmlns:a16="http://schemas.microsoft.com/office/drawing/2014/main" id="{75C58319-3A9E-4569-9A89-ABAA56EB3551}"/>
              </a:ext>
            </a:extLst>
          </p:cNvPr>
          <p:cNvSpPr>
            <a:spLocks noGrp="1"/>
          </p:cNvSpPr>
          <p:nvPr/>
        </p:nvSpPr>
        <p:spPr>
          <a:xfrm>
            <a:off x="7318138" y="1558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9" name="F2_precision_recall_distributions_3603">
            <a:extLst>
              <a:ext uri="{FF2B5EF4-FFF2-40B4-BE49-F238E27FC236}">
                <a16:creationId xmlns:a16="http://schemas.microsoft.com/office/drawing/2014/main" id="{B3B35EC1-FBD1-4A5E-A4A2-CD41A93D7D64}"/>
              </a:ext>
            </a:extLst>
          </p:cNvPr>
          <p:cNvSpPr>
            <a:spLocks noGrp="1"/>
          </p:cNvSpPr>
          <p:nvPr/>
        </p:nvSpPr>
        <p:spPr>
          <a:xfrm>
            <a:off x="721999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0" name="F2_precision_recall_distributions_3604">
            <a:extLst>
              <a:ext uri="{FF2B5EF4-FFF2-40B4-BE49-F238E27FC236}">
                <a16:creationId xmlns:a16="http://schemas.microsoft.com/office/drawing/2014/main" id="{A6F14728-D14F-43FC-84AC-2D020A3CDFC1}"/>
              </a:ext>
            </a:extLst>
          </p:cNvPr>
          <p:cNvSpPr>
            <a:spLocks noGrp="1"/>
          </p:cNvSpPr>
          <p:nvPr/>
        </p:nvSpPr>
        <p:spPr>
          <a:xfrm>
            <a:off x="6990788" y="1584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1" name="F2_precision_recall_distributions_3605">
            <a:extLst>
              <a:ext uri="{FF2B5EF4-FFF2-40B4-BE49-F238E27FC236}">
                <a16:creationId xmlns:a16="http://schemas.microsoft.com/office/drawing/2014/main" id="{69027524-41BC-4D49-B1F0-CD8F77B37D73}"/>
              </a:ext>
            </a:extLst>
          </p:cNvPr>
          <p:cNvSpPr>
            <a:spLocks noGrp="1"/>
          </p:cNvSpPr>
          <p:nvPr/>
        </p:nvSpPr>
        <p:spPr>
          <a:xfrm>
            <a:off x="7294594" y="1617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2" name="F2_precision_recall_distributions_3606">
            <a:extLst>
              <a:ext uri="{FF2B5EF4-FFF2-40B4-BE49-F238E27FC236}">
                <a16:creationId xmlns:a16="http://schemas.microsoft.com/office/drawing/2014/main" id="{21DDFB1F-FCA3-4491-BA8A-7BE6C240565E}"/>
              </a:ext>
            </a:extLst>
          </p:cNvPr>
          <p:cNvSpPr>
            <a:spLocks noGrp="1"/>
          </p:cNvSpPr>
          <p:nvPr/>
        </p:nvSpPr>
        <p:spPr>
          <a:xfrm>
            <a:off x="7194089" y="15868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3" name="F2_precision_recall_distributions_3607">
            <a:extLst>
              <a:ext uri="{FF2B5EF4-FFF2-40B4-BE49-F238E27FC236}">
                <a16:creationId xmlns:a16="http://schemas.microsoft.com/office/drawing/2014/main" id="{1B9399DC-D333-4D96-92E0-10AFF583F20A}"/>
              </a:ext>
            </a:extLst>
          </p:cNvPr>
          <p:cNvSpPr>
            <a:spLocks noGrp="1"/>
          </p:cNvSpPr>
          <p:nvPr/>
        </p:nvSpPr>
        <p:spPr>
          <a:xfrm>
            <a:off x="6989772" y="17657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4" name="F2_precision_recall_distributions_3608">
            <a:extLst>
              <a:ext uri="{FF2B5EF4-FFF2-40B4-BE49-F238E27FC236}">
                <a16:creationId xmlns:a16="http://schemas.microsoft.com/office/drawing/2014/main" id="{36EB5835-36EF-46A5-9AEF-AC9E90FEC19D}"/>
              </a:ext>
            </a:extLst>
          </p:cNvPr>
          <p:cNvSpPr>
            <a:spLocks noGrp="1"/>
          </p:cNvSpPr>
          <p:nvPr/>
        </p:nvSpPr>
        <p:spPr>
          <a:xfrm>
            <a:off x="7202598" y="1550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5" name="F2_precision_recall_distributions_3609">
            <a:extLst>
              <a:ext uri="{FF2B5EF4-FFF2-40B4-BE49-F238E27FC236}">
                <a16:creationId xmlns:a16="http://schemas.microsoft.com/office/drawing/2014/main" id="{A340DA3F-9EF3-46A1-AF37-7521EAF3D73C}"/>
              </a:ext>
            </a:extLst>
          </p:cNvPr>
          <p:cNvSpPr>
            <a:spLocks noGrp="1"/>
          </p:cNvSpPr>
          <p:nvPr/>
        </p:nvSpPr>
        <p:spPr>
          <a:xfrm>
            <a:off x="7082459" y="19989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6" name="F2_precision_recall_distributions_3610">
            <a:extLst>
              <a:ext uri="{FF2B5EF4-FFF2-40B4-BE49-F238E27FC236}">
                <a16:creationId xmlns:a16="http://schemas.microsoft.com/office/drawing/2014/main" id="{EB67CF64-01B6-40EF-84AD-6D7DC8CE5C21}"/>
              </a:ext>
            </a:extLst>
          </p:cNvPr>
          <p:cNvSpPr>
            <a:spLocks noGrp="1"/>
          </p:cNvSpPr>
          <p:nvPr/>
        </p:nvSpPr>
        <p:spPr>
          <a:xfrm>
            <a:off x="7246673" y="2096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7" name="F2_precision_recall_distributions_3611">
            <a:extLst>
              <a:ext uri="{FF2B5EF4-FFF2-40B4-BE49-F238E27FC236}">
                <a16:creationId xmlns:a16="http://schemas.microsoft.com/office/drawing/2014/main" id="{94CEC1E9-1989-40BC-85F0-824D198B32B2}"/>
              </a:ext>
            </a:extLst>
          </p:cNvPr>
          <p:cNvSpPr>
            <a:spLocks noGrp="1"/>
          </p:cNvSpPr>
          <p:nvPr/>
        </p:nvSpPr>
        <p:spPr>
          <a:xfrm>
            <a:off x="6975635" y="17702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8" name="F2_precision_recall_distributions_3612">
            <a:extLst>
              <a:ext uri="{FF2B5EF4-FFF2-40B4-BE49-F238E27FC236}">
                <a16:creationId xmlns:a16="http://schemas.microsoft.com/office/drawing/2014/main" id="{C8EEAFE1-2BB3-4988-8D46-8255A169C115}"/>
              </a:ext>
            </a:extLst>
          </p:cNvPr>
          <p:cNvSpPr>
            <a:spLocks noGrp="1"/>
          </p:cNvSpPr>
          <p:nvPr/>
        </p:nvSpPr>
        <p:spPr>
          <a:xfrm>
            <a:off x="7078044" y="16091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9" name="F2_precision_recall_distributions_3613">
            <a:extLst>
              <a:ext uri="{FF2B5EF4-FFF2-40B4-BE49-F238E27FC236}">
                <a16:creationId xmlns:a16="http://schemas.microsoft.com/office/drawing/2014/main" id="{A1DF0E7A-3C46-4F19-A559-D945A8293EA7}"/>
              </a:ext>
            </a:extLst>
          </p:cNvPr>
          <p:cNvSpPr>
            <a:spLocks noGrp="1"/>
          </p:cNvSpPr>
          <p:nvPr/>
        </p:nvSpPr>
        <p:spPr>
          <a:xfrm>
            <a:off x="7206173" y="17871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0" name="F2_precision_recall_distributions_3614">
            <a:extLst>
              <a:ext uri="{FF2B5EF4-FFF2-40B4-BE49-F238E27FC236}">
                <a16:creationId xmlns:a16="http://schemas.microsoft.com/office/drawing/2014/main" id="{10DBBEC6-E7DC-4584-8663-3A837778C14E}"/>
              </a:ext>
            </a:extLst>
          </p:cNvPr>
          <p:cNvSpPr>
            <a:spLocks noGrp="1"/>
          </p:cNvSpPr>
          <p:nvPr/>
        </p:nvSpPr>
        <p:spPr>
          <a:xfrm>
            <a:off x="71956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1" name="F2_precision_recall_distributions_3615">
            <a:extLst>
              <a:ext uri="{FF2B5EF4-FFF2-40B4-BE49-F238E27FC236}">
                <a16:creationId xmlns:a16="http://schemas.microsoft.com/office/drawing/2014/main" id="{F6C0A13D-1BA3-4DC7-B4BA-2DEF99C8E786}"/>
              </a:ext>
            </a:extLst>
          </p:cNvPr>
          <p:cNvSpPr>
            <a:spLocks noGrp="1"/>
          </p:cNvSpPr>
          <p:nvPr/>
        </p:nvSpPr>
        <p:spPr>
          <a:xfrm>
            <a:off x="7046327" y="1719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2" name="F2_precision_recall_distributions_3616">
            <a:extLst>
              <a:ext uri="{FF2B5EF4-FFF2-40B4-BE49-F238E27FC236}">
                <a16:creationId xmlns:a16="http://schemas.microsoft.com/office/drawing/2014/main" id="{C60CA1A3-2DE3-4852-8A0D-19BC7399BF40}"/>
              </a:ext>
            </a:extLst>
          </p:cNvPr>
          <p:cNvSpPr>
            <a:spLocks noGrp="1"/>
          </p:cNvSpPr>
          <p:nvPr/>
        </p:nvSpPr>
        <p:spPr>
          <a:xfrm>
            <a:off x="7333885" y="19676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3" name="F2_precision_recall_distributions_3617">
            <a:extLst>
              <a:ext uri="{FF2B5EF4-FFF2-40B4-BE49-F238E27FC236}">
                <a16:creationId xmlns:a16="http://schemas.microsoft.com/office/drawing/2014/main" id="{C05BC2D0-4FC2-436D-B86B-292D3A2510EE}"/>
              </a:ext>
            </a:extLst>
          </p:cNvPr>
          <p:cNvSpPr>
            <a:spLocks noGrp="1"/>
          </p:cNvSpPr>
          <p:nvPr/>
        </p:nvSpPr>
        <p:spPr>
          <a:xfrm>
            <a:off x="7085063" y="19486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4" name="F2_precision_recall_distributions_3618">
            <a:extLst>
              <a:ext uri="{FF2B5EF4-FFF2-40B4-BE49-F238E27FC236}">
                <a16:creationId xmlns:a16="http://schemas.microsoft.com/office/drawing/2014/main" id="{CA6506A5-096B-4935-A9FB-FF1636DE03E9}"/>
              </a:ext>
            </a:extLst>
          </p:cNvPr>
          <p:cNvSpPr>
            <a:spLocks noGrp="1"/>
          </p:cNvSpPr>
          <p:nvPr/>
        </p:nvSpPr>
        <p:spPr>
          <a:xfrm>
            <a:off x="7092730" y="16299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5" name="F2_precision_recall_distributions_3619">
            <a:extLst>
              <a:ext uri="{FF2B5EF4-FFF2-40B4-BE49-F238E27FC236}">
                <a16:creationId xmlns:a16="http://schemas.microsoft.com/office/drawing/2014/main" id="{180D2261-DE8D-4F62-BE73-6C8F3104E82A}"/>
              </a:ext>
            </a:extLst>
          </p:cNvPr>
          <p:cNvSpPr>
            <a:spLocks noGrp="1"/>
          </p:cNvSpPr>
          <p:nvPr/>
        </p:nvSpPr>
        <p:spPr>
          <a:xfrm>
            <a:off x="7299181" y="23158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6" name="F2_precision_recall_distributions_3620">
            <a:extLst>
              <a:ext uri="{FF2B5EF4-FFF2-40B4-BE49-F238E27FC236}">
                <a16:creationId xmlns:a16="http://schemas.microsoft.com/office/drawing/2014/main" id="{A8D41F1A-65F1-4902-9191-A4D59E4A8678}"/>
              </a:ext>
            </a:extLst>
          </p:cNvPr>
          <p:cNvSpPr>
            <a:spLocks noGrp="1"/>
          </p:cNvSpPr>
          <p:nvPr/>
        </p:nvSpPr>
        <p:spPr>
          <a:xfrm>
            <a:off x="7031246" y="15427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7" name="F2_precision_recall_distributions_3621">
            <a:extLst>
              <a:ext uri="{FF2B5EF4-FFF2-40B4-BE49-F238E27FC236}">
                <a16:creationId xmlns:a16="http://schemas.microsoft.com/office/drawing/2014/main" id="{B309CDB9-D864-4DBC-8737-7B472EB09BA3}"/>
              </a:ext>
            </a:extLst>
          </p:cNvPr>
          <p:cNvSpPr>
            <a:spLocks noGrp="1"/>
          </p:cNvSpPr>
          <p:nvPr/>
        </p:nvSpPr>
        <p:spPr>
          <a:xfrm>
            <a:off x="7051969" y="1798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8" name="F2_precision_recall_distributions_3622">
            <a:extLst>
              <a:ext uri="{FF2B5EF4-FFF2-40B4-BE49-F238E27FC236}">
                <a16:creationId xmlns:a16="http://schemas.microsoft.com/office/drawing/2014/main" id="{85CF23DC-7752-4EF7-87C2-0230C3FF6417}"/>
              </a:ext>
            </a:extLst>
          </p:cNvPr>
          <p:cNvSpPr>
            <a:spLocks noGrp="1"/>
          </p:cNvSpPr>
          <p:nvPr/>
        </p:nvSpPr>
        <p:spPr>
          <a:xfrm>
            <a:off x="7156997" y="16468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9" name="F2_precision_recall_distributions_3623">
            <a:extLst>
              <a:ext uri="{FF2B5EF4-FFF2-40B4-BE49-F238E27FC236}">
                <a16:creationId xmlns:a16="http://schemas.microsoft.com/office/drawing/2014/main" id="{7DAE7BF1-F454-4605-A3D7-57A5D238FBB1}"/>
              </a:ext>
            </a:extLst>
          </p:cNvPr>
          <p:cNvSpPr>
            <a:spLocks noGrp="1"/>
          </p:cNvSpPr>
          <p:nvPr/>
        </p:nvSpPr>
        <p:spPr>
          <a:xfrm>
            <a:off x="7292706" y="1668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0" name="F2_precision_recall_distributions_3624">
            <a:extLst>
              <a:ext uri="{FF2B5EF4-FFF2-40B4-BE49-F238E27FC236}">
                <a16:creationId xmlns:a16="http://schemas.microsoft.com/office/drawing/2014/main" id="{B5ED6FE3-0D17-4820-A98C-4FDE3768DB8D}"/>
              </a:ext>
            </a:extLst>
          </p:cNvPr>
          <p:cNvSpPr>
            <a:spLocks noGrp="1"/>
          </p:cNvSpPr>
          <p:nvPr/>
        </p:nvSpPr>
        <p:spPr>
          <a:xfrm>
            <a:off x="7194196" y="1579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1" name="F2_precision_recall_distributions_3625">
            <a:extLst>
              <a:ext uri="{FF2B5EF4-FFF2-40B4-BE49-F238E27FC236}">
                <a16:creationId xmlns:a16="http://schemas.microsoft.com/office/drawing/2014/main" id="{6FD5E2C0-020D-4A01-8F0E-90D33885A3EF}"/>
              </a:ext>
            </a:extLst>
          </p:cNvPr>
          <p:cNvSpPr>
            <a:spLocks noGrp="1"/>
          </p:cNvSpPr>
          <p:nvPr/>
        </p:nvSpPr>
        <p:spPr>
          <a:xfrm>
            <a:off x="7244213" y="1835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2" name="F2_precision_recall_distributions_3626">
            <a:extLst>
              <a:ext uri="{FF2B5EF4-FFF2-40B4-BE49-F238E27FC236}">
                <a16:creationId xmlns:a16="http://schemas.microsoft.com/office/drawing/2014/main" id="{51D2FDEC-40BF-4C66-BB12-457498754A84}"/>
              </a:ext>
            </a:extLst>
          </p:cNvPr>
          <p:cNvSpPr>
            <a:spLocks noGrp="1"/>
          </p:cNvSpPr>
          <p:nvPr/>
        </p:nvSpPr>
        <p:spPr>
          <a:xfrm>
            <a:off x="7208582" y="22479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3" name="F2_precision_recall_distributions_3627">
            <a:extLst>
              <a:ext uri="{FF2B5EF4-FFF2-40B4-BE49-F238E27FC236}">
                <a16:creationId xmlns:a16="http://schemas.microsoft.com/office/drawing/2014/main" id="{445545F7-A49A-4AD6-B734-55A685DB4216}"/>
              </a:ext>
            </a:extLst>
          </p:cNvPr>
          <p:cNvSpPr>
            <a:spLocks noGrp="1"/>
          </p:cNvSpPr>
          <p:nvPr/>
        </p:nvSpPr>
        <p:spPr>
          <a:xfrm>
            <a:off x="7208213" y="2254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4" name="F2_precision_recall_distributions_3628">
            <a:extLst>
              <a:ext uri="{FF2B5EF4-FFF2-40B4-BE49-F238E27FC236}">
                <a16:creationId xmlns:a16="http://schemas.microsoft.com/office/drawing/2014/main" id="{B4D7905F-A9BF-4A89-BE22-1EA4EA55C570}"/>
              </a:ext>
            </a:extLst>
          </p:cNvPr>
          <p:cNvSpPr>
            <a:spLocks noGrp="1"/>
          </p:cNvSpPr>
          <p:nvPr/>
        </p:nvSpPr>
        <p:spPr>
          <a:xfrm>
            <a:off x="7034263" y="17714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5" name="F2_precision_recall_distributions_3629">
            <a:extLst>
              <a:ext uri="{FF2B5EF4-FFF2-40B4-BE49-F238E27FC236}">
                <a16:creationId xmlns:a16="http://schemas.microsoft.com/office/drawing/2014/main" id="{C310AAE5-D9E7-406B-A6DF-E49F02885DBC}"/>
              </a:ext>
            </a:extLst>
          </p:cNvPr>
          <p:cNvSpPr>
            <a:spLocks noGrp="1"/>
          </p:cNvSpPr>
          <p:nvPr/>
        </p:nvSpPr>
        <p:spPr>
          <a:xfrm>
            <a:off x="7030108" y="2013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6" name="F2_precision_recall_distributions_3630">
            <a:extLst>
              <a:ext uri="{FF2B5EF4-FFF2-40B4-BE49-F238E27FC236}">
                <a16:creationId xmlns:a16="http://schemas.microsoft.com/office/drawing/2014/main" id="{58D88BB1-1919-4AD9-B19E-13AAA6969F2D}"/>
              </a:ext>
            </a:extLst>
          </p:cNvPr>
          <p:cNvSpPr>
            <a:spLocks noGrp="1"/>
          </p:cNvSpPr>
          <p:nvPr/>
        </p:nvSpPr>
        <p:spPr>
          <a:xfrm>
            <a:off x="71945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7" name="F2_precision_recall_distributions_3631">
            <a:extLst>
              <a:ext uri="{FF2B5EF4-FFF2-40B4-BE49-F238E27FC236}">
                <a16:creationId xmlns:a16="http://schemas.microsoft.com/office/drawing/2014/main" id="{EDB70F89-C1D1-4B8D-A783-5A42DE3C111C}"/>
              </a:ext>
            </a:extLst>
          </p:cNvPr>
          <p:cNvSpPr>
            <a:spLocks noGrp="1"/>
          </p:cNvSpPr>
          <p:nvPr/>
        </p:nvSpPr>
        <p:spPr>
          <a:xfrm>
            <a:off x="7265219" y="1841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8" name="F2_precision_recall_distributions_3632">
            <a:extLst>
              <a:ext uri="{FF2B5EF4-FFF2-40B4-BE49-F238E27FC236}">
                <a16:creationId xmlns:a16="http://schemas.microsoft.com/office/drawing/2014/main" id="{0D1DDB95-3128-4AE0-BD79-0DE77ADA1D61}"/>
              </a:ext>
            </a:extLst>
          </p:cNvPr>
          <p:cNvSpPr>
            <a:spLocks noGrp="1"/>
          </p:cNvSpPr>
          <p:nvPr/>
        </p:nvSpPr>
        <p:spPr>
          <a:xfrm>
            <a:off x="7233980" y="1762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9" name="F2_precision_recall_distributions_3633">
            <a:extLst>
              <a:ext uri="{FF2B5EF4-FFF2-40B4-BE49-F238E27FC236}">
                <a16:creationId xmlns:a16="http://schemas.microsoft.com/office/drawing/2014/main" id="{E7D0543B-BD2F-4F01-8390-F445E6EF855B}"/>
              </a:ext>
            </a:extLst>
          </p:cNvPr>
          <p:cNvSpPr>
            <a:spLocks noGrp="1"/>
          </p:cNvSpPr>
          <p:nvPr/>
        </p:nvSpPr>
        <p:spPr>
          <a:xfrm>
            <a:off x="7242482" y="15586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0" name="F2_precision_recall_distributions_3634">
            <a:extLst>
              <a:ext uri="{FF2B5EF4-FFF2-40B4-BE49-F238E27FC236}">
                <a16:creationId xmlns:a16="http://schemas.microsoft.com/office/drawing/2014/main" id="{63EDBFCD-A3EF-4E0B-8BE4-A65B73F8535B}"/>
              </a:ext>
            </a:extLst>
          </p:cNvPr>
          <p:cNvSpPr>
            <a:spLocks noGrp="1"/>
          </p:cNvSpPr>
          <p:nvPr/>
        </p:nvSpPr>
        <p:spPr>
          <a:xfrm>
            <a:off x="7018300" y="19786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1" name="F2_precision_recall_distributions_3635">
            <a:extLst>
              <a:ext uri="{FF2B5EF4-FFF2-40B4-BE49-F238E27FC236}">
                <a16:creationId xmlns:a16="http://schemas.microsoft.com/office/drawing/2014/main" id="{177896BA-F9B0-49A2-9025-498AF11C4866}"/>
              </a:ext>
            </a:extLst>
          </p:cNvPr>
          <p:cNvSpPr>
            <a:spLocks noGrp="1"/>
          </p:cNvSpPr>
          <p:nvPr/>
        </p:nvSpPr>
        <p:spPr>
          <a:xfrm>
            <a:off x="7131461" y="17841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2" name="F2_precision_recall_distributions_3636">
            <a:extLst>
              <a:ext uri="{FF2B5EF4-FFF2-40B4-BE49-F238E27FC236}">
                <a16:creationId xmlns:a16="http://schemas.microsoft.com/office/drawing/2014/main" id="{1635E649-711E-42D7-8400-EC09AA2E8E9D}"/>
              </a:ext>
            </a:extLst>
          </p:cNvPr>
          <p:cNvSpPr>
            <a:spLocks noGrp="1"/>
          </p:cNvSpPr>
          <p:nvPr/>
        </p:nvSpPr>
        <p:spPr>
          <a:xfrm>
            <a:off x="6985776" y="18089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3" name="F2_precision_recall_distributions_3637">
            <a:extLst>
              <a:ext uri="{FF2B5EF4-FFF2-40B4-BE49-F238E27FC236}">
                <a16:creationId xmlns:a16="http://schemas.microsoft.com/office/drawing/2014/main" id="{0CAC2A59-7B65-4159-80E7-96492BB2A86C}"/>
              </a:ext>
            </a:extLst>
          </p:cNvPr>
          <p:cNvSpPr>
            <a:spLocks noGrp="1"/>
          </p:cNvSpPr>
          <p:nvPr/>
        </p:nvSpPr>
        <p:spPr>
          <a:xfrm>
            <a:off x="7225715" y="21546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4" name="F2_precision_recall_distributions_3638">
            <a:extLst>
              <a:ext uri="{FF2B5EF4-FFF2-40B4-BE49-F238E27FC236}">
                <a16:creationId xmlns:a16="http://schemas.microsoft.com/office/drawing/2014/main" id="{E6F2EC09-69F1-47BF-86EF-4A63D7EBF4E0}"/>
              </a:ext>
            </a:extLst>
          </p:cNvPr>
          <p:cNvSpPr>
            <a:spLocks noGrp="1"/>
          </p:cNvSpPr>
          <p:nvPr/>
        </p:nvSpPr>
        <p:spPr>
          <a:xfrm>
            <a:off x="7328548" y="1623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5" name="F2_precision_recall_distributions_3639">
            <a:extLst>
              <a:ext uri="{FF2B5EF4-FFF2-40B4-BE49-F238E27FC236}">
                <a16:creationId xmlns:a16="http://schemas.microsoft.com/office/drawing/2014/main" id="{B2D1F587-8D0F-4070-BF73-1976AF486A53}"/>
              </a:ext>
            </a:extLst>
          </p:cNvPr>
          <p:cNvSpPr>
            <a:spLocks noGrp="1"/>
          </p:cNvSpPr>
          <p:nvPr/>
        </p:nvSpPr>
        <p:spPr>
          <a:xfrm>
            <a:off x="709360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6" name="F2_precision_recall_distributions_3640">
            <a:extLst>
              <a:ext uri="{FF2B5EF4-FFF2-40B4-BE49-F238E27FC236}">
                <a16:creationId xmlns:a16="http://schemas.microsoft.com/office/drawing/2014/main" id="{03B4AE12-8009-4C64-9C83-F6227B03D780}"/>
              </a:ext>
            </a:extLst>
          </p:cNvPr>
          <p:cNvSpPr>
            <a:spLocks noGrp="1"/>
          </p:cNvSpPr>
          <p:nvPr/>
        </p:nvSpPr>
        <p:spPr>
          <a:xfrm>
            <a:off x="7321558" y="1536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7" name="F2_precision_recall_distributions_3641">
            <a:extLst>
              <a:ext uri="{FF2B5EF4-FFF2-40B4-BE49-F238E27FC236}">
                <a16:creationId xmlns:a16="http://schemas.microsoft.com/office/drawing/2014/main" id="{31B073E7-3B9E-4894-A335-4A9244888673}"/>
              </a:ext>
            </a:extLst>
          </p:cNvPr>
          <p:cNvSpPr>
            <a:spLocks noGrp="1"/>
          </p:cNvSpPr>
          <p:nvPr/>
        </p:nvSpPr>
        <p:spPr>
          <a:xfrm>
            <a:off x="7161006" y="19014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8" name="F2_precision_recall_distributions_3642">
            <a:extLst>
              <a:ext uri="{FF2B5EF4-FFF2-40B4-BE49-F238E27FC236}">
                <a16:creationId xmlns:a16="http://schemas.microsoft.com/office/drawing/2014/main" id="{3C12B59F-0915-443B-B64D-ABB271E37695}"/>
              </a:ext>
            </a:extLst>
          </p:cNvPr>
          <p:cNvSpPr>
            <a:spLocks noGrp="1"/>
          </p:cNvSpPr>
          <p:nvPr/>
        </p:nvSpPr>
        <p:spPr>
          <a:xfrm>
            <a:off x="7074276" y="1742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9" name="F2_precision_recall_distributions_3643">
            <a:extLst>
              <a:ext uri="{FF2B5EF4-FFF2-40B4-BE49-F238E27FC236}">
                <a16:creationId xmlns:a16="http://schemas.microsoft.com/office/drawing/2014/main" id="{4966F445-2325-42DE-B1F1-E94E39F13438}"/>
              </a:ext>
            </a:extLst>
          </p:cNvPr>
          <p:cNvSpPr>
            <a:spLocks noGrp="1"/>
          </p:cNvSpPr>
          <p:nvPr/>
        </p:nvSpPr>
        <p:spPr>
          <a:xfrm>
            <a:off x="7215119" y="15733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0" name="F2_precision_recall_distributions_3644">
            <a:extLst>
              <a:ext uri="{FF2B5EF4-FFF2-40B4-BE49-F238E27FC236}">
                <a16:creationId xmlns:a16="http://schemas.microsoft.com/office/drawing/2014/main" id="{29A89677-ECE5-4C23-9483-60511065CE6C}"/>
              </a:ext>
            </a:extLst>
          </p:cNvPr>
          <p:cNvSpPr>
            <a:spLocks noGrp="1"/>
          </p:cNvSpPr>
          <p:nvPr/>
        </p:nvSpPr>
        <p:spPr>
          <a:xfrm>
            <a:off x="708548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1" name="F2_precision_recall_distributions_3645">
            <a:extLst>
              <a:ext uri="{FF2B5EF4-FFF2-40B4-BE49-F238E27FC236}">
                <a16:creationId xmlns:a16="http://schemas.microsoft.com/office/drawing/2014/main" id="{53250533-3DC3-4B85-9FB6-B18E92C96B56}"/>
              </a:ext>
            </a:extLst>
          </p:cNvPr>
          <p:cNvSpPr>
            <a:spLocks noGrp="1"/>
          </p:cNvSpPr>
          <p:nvPr/>
        </p:nvSpPr>
        <p:spPr>
          <a:xfrm>
            <a:off x="7227044" y="1713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2" name="F2_precision_recall_distributions_3646">
            <a:extLst>
              <a:ext uri="{FF2B5EF4-FFF2-40B4-BE49-F238E27FC236}">
                <a16:creationId xmlns:a16="http://schemas.microsoft.com/office/drawing/2014/main" id="{CF3E3E2B-6697-46B6-A4D6-54DAA38AF035}"/>
              </a:ext>
            </a:extLst>
          </p:cNvPr>
          <p:cNvSpPr>
            <a:spLocks noGrp="1"/>
          </p:cNvSpPr>
          <p:nvPr/>
        </p:nvSpPr>
        <p:spPr>
          <a:xfrm>
            <a:off x="7249536" y="1597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3" name="F2_precision_recall_distributions_3647">
            <a:extLst>
              <a:ext uri="{FF2B5EF4-FFF2-40B4-BE49-F238E27FC236}">
                <a16:creationId xmlns:a16="http://schemas.microsoft.com/office/drawing/2014/main" id="{3B283883-A7A3-490E-8EF4-0E6E1A83F927}"/>
              </a:ext>
            </a:extLst>
          </p:cNvPr>
          <p:cNvSpPr>
            <a:spLocks noGrp="1"/>
          </p:cNvSpPr>
          <p:nvPr/>
        </p:nvSpPr>
        <p:spPr>
          <a:xfrm>
            <a:off x="6971880" y="157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4" name="F2_precision_recall_distributions_3648">
            <a:extLst>
              <a:ext uri="{FF2B5EF4-FFF2-40B4-BE49-F238E27FC236}">
                <a16:creationId xmlns:a16="http://schemas.microsoft.com/office/drawing/2014/main" id="{78D8463E-9C0A-4A06-8A26-8A3C048C5196}"/>
              </a:ext>
            </a:extLst>
          </p:cNvPr>
          <p:cNvSpPr>
            <a:spLocks noGrp="1"/>
          </p:cNvSpPr>
          <p:nvPr/>
        </p:nvSpPr>
        <p:spPr>
          <a:xfrm>
            <a:off x="6986941" y="2173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5" name="F2_precision_recall_distributions_3649">
            <a:extLst>
              <a:ext uri="{FF2B5EF4-FFF2-40B4-BE49-F238E27FC236}">
                <a16:creationId xmlns:a16="http://schemas.microsoft.com/office/drawing/2014/main" id="{1A159BCD-5287-4AD9-B7A7-FE0876F8772F}"/>
              </a:ext>
            </a:extLst>
          </p:cNvPr>
          <p:cNvSpPr>
            <a:spLocks noGrp="1"/>
          </p:cNvSpPr>
          <p:nvPr/>
        </p:nvSpPr>
        <p:spPr>
          <a:xfrm>
            <a:off x="7206414" y="18581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6" name="F2_precision_recall_distributions_3650">
            <a:extLst>
              <a:ext uri="{FF2B5EF4-FFF2-40B4-BE49-F238E27FC236}">
                <a16:creationId xmlns:a16="http://schemas.microsoft.com/office/drawing/2014/main" id="{D8C63FE7-A6E7-47FA-88E7-68F5DDB2DC39}"/>
              </a:ext>
            </a:extLst>
          </p:cNvPr>
          <p:cNvSpPr>
            <a:spLocks noGrp="1"/>
          </p:cNvSpPr>
          <p:nvPr/>
        </p:nvSpPr>
        <p:spPr>
          <a:xfrm>
            <a:off x="7017819" y="15141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7" name="F2_precision_recall_distributions_3651">
            <a:extLst>
              <a:ext uri="{FF2B5EF4-FFF2-40B4-BE49-F238E27FC236}">
                <a16:creationId xmlns:a16="http://schemas.microsoft.com/office/drawing/2014/main" id="{ADF3016C-F2FA-438C-A155-E8C671EE4281}"/>
              </a:ext>
            </a:extLst>
          </p:cNvPr>
          <p:cNvSpPr>
            <a:spLocks noGrp="1"/>
          </p:cNvSpPr>
          <p:nvPr/>
        </p:nvSpPr>
        <p:spPr>
          <a:xfrm>
            <a:off x="7151217" y="21007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8" name="F2_precision_recall_distributions_3652">
            <a:extLst>
              <a:ext uri="{FF2B5EF4-FFF2-40B4-BE49-F238E27FC236}">
                <a16:creationId xmlns:a16="http://schemas.microsoft.com/office/drawing/2014/main" id="{6756B463-0876-4F54-83E1-770D083D262D}"/>
              </a:ext>
            </a:extLst>
          </p:cNvPr>
          <p:cNvSpPr>
            <a:spLocks noGrp="1"/>
          </p:cNvSpPr>
          <p:nvPr/>
        </p:nvSpPr>
        <p:spPr>
          <a:xfrm>
            <a:off x="7226694" y="16095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9" name="F2_precision_recall_distributions_3653">
            <a:extLst>
              <a:ext uri="{FF2B5EF4-FFF2-40B4-BE49-F238E27FC236}">
                <a16:creationId xmlns:a16="http://schemas.microsoft.com/office/drawing/2014/main" id="{AF4699BD-31C5-4A7E-8622-6FA319E52ED0}"/>
              </a:ext>
            </a:extLst>
          </p:cNvPr>
          <p:cNvSpPr>
            <a:spLocks noGrp="1"/>
          </p:cNvSpPr>
          <p:nvPr/>
        </p:nvSpPr>
        <p:spPr>
          <a:xfrm>
            <a:off x="6980653" y="1879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0" name="F2_precision_recall_distributions_3654">
            <a:extLst>
              <a:ext uri="{FF2B5EF4-FFF2-40B4-BE49-F238E27FC236}">
                <a16:creationId xmlns:a16="http://schemas.microsoft.com/office/drawing/2014/main" id="{E7B804E6-77AC-4BEC-BB2F-777EEB2AA3B0}"/>
              </a:ext>
            </a:extLst>
          </p:cNvPr>
          <p:cNvSpPr>
            <a:spLocks noGrp="1"/>
          </p:cNvSpPr>
          <p:nvPr/>
        </p:nvSpPr>
        <p:spPr>
          <a:xfrm>
            <a:off x="7306719" y="22448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1" name="F2_precision_recall_distributions_3655">
            <a:extLst>
              <a:ext uri="{FF2B5EF4-FFF2-40B4-BE49-F238E27FC236}">
                <a16:creationId xmlns:a16="http://schemas.microsoft.com/office/drawing/2014/main" id="{AB0F192E-F46E-4A9E-A709-1E12B4890AAA}"/>
              </a:ext>
            </a:extLst>
          </p:cNvPr>
          <p:cNvSpPr>
            <a:spLocks noGrp="1"/>
          </p:cNvSpPr>
          <p:nvPr/>
        </p:nvSpPr>
        <p:spPr>
          <a:xfrm>
            <a:off x="7050306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2" name="F2_precision_recall_distributions_3656">
            <a:extLst>
              <a:ext uri="{FF2B5EF4-FFF2-40B4-BE49-F238E27FC236}">
                <a16:creationId xmlns:a16="http://schemas.microsoft.com/office/drawing/2014/main" id="{FC19CD8A-A3D9-4838-A8FE-30373C1EC648}"/>
              </a:ext>
            </a:extLst>
          </p:cNvPr>
          <p:cNvSpPr>
            <a:spLocks noGrp="1"/>
          </p:cNvSpPr>
          <p:nvPr/>
        </p:nvSpPr>
        <p:spPr>
          <a:xfrm>
            <a:off x="7090806" y="1662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3" name="F2_precision_recall_distributions_3657">
            <a:extLst>
              <a:ext uri="{FF2B5EF4-FFF2-40B4-BE49-F238E27FC236}">
                <a16:creationId xmlns:a16="http://schemas.microsoft.com/office/drawing/2014/main" id="{E850B69E-3C36-4C56-AC2C-793008644EAD}"/>
              </a:ext>
            </a:extLst>
          </p:cNvPr>
          <p:cNvSpPr>
            <a:spLocks noGrp="1"/>
          </p:cNvSpPr>
          <p:nvPr/>
        </p:nvSpPr>
        <p:spPr>
          <a:xfrm>
            <a:off x="69831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4" name="F2_precision_recall_distributions_3658">
            <a:extLst>
              <a:ext uri="{FF2B5EF4-FFF2-40B4-BE49-F238E27FC236}">
                <a16:creationId xmlns:a16="http://schemas.microsoft.com/office/drawing/2014/main" id="{BDB75ECC-23A6-4B1A-A188-CE2A235D89A1}"/>
              </a:ext>
            </a:extLst>
          </p:cNvPr>
          <p:cNvSpPr>
            <a:spLocks noGrp="1"/>
          </p:cNvSpPr>
          <p:nvPr/>
        </p:nvSpPr>
        <p:spPr>
          <a:xfrm>
            <a:off x="7201272" y="18770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5" name="F2_precision_recall_distributions_3659">
            <a:extLst>
              <a:ext uri="{FF2B5EF4-FFF2-40B4-BE49-F238E27FC236}">
                <a16:creationId xmlns:a16="http://schemas.microsoft.com/office/drawing/2014/main" id="{A4A7BFE3-6BCE-445C-95DF-A833F8A17E72}"/>
              </a:ext>
            </a:extLst>
          </p:cNvPr>
          <p:cNvSpPr>
            <a:spLocks noGrp="1"/>
          </p:cNvSpPr>
          <p:nvPr/>
        </p:nvSpPr>
        <p:spPr>
          <a:xfrm>
            <a:off x="7332333" y="15359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6" name="F2_precision_recall_distributions_3660">
            <a:extLst>
              <a:ext uri="{FF2B5EF4-FFF2-40B4-BE49-F238E27FC236}">
                <a16:creationId xmlns:a16="http://schemas.microsoft.com/office/drawing/2014/main" id="{86C72A78-D134-4C98-8F25-D84225B89B61}"/>
              </a:ext>
            </a:extLst>
          </p:cNvPr>
          <p:cNvSpPr>
            <a:spLocks noGrp="1"/>
          </p:cNvSpPr>
          <p:nvPr/>
        </p:nvSpPr>
        <p:spPr>
          <a:xfrm>
            <a:off x="7098709" y="2137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7" name="F2_precision_recall_distributions_3661">
            <a:extLst>
              <a:ext uri="{FF2B5EF4-FFF2-40B4-BE49-F238E27FC236}">
                <a16:creationId xmlns:a16="http://schemas.microsoft.com/office/drawing/2014/main" id="{D218328F-6381-45A8-9B92-0E75C8798056}"/>
              </a:ext>
            </a:extLst>
          </p:cNvPr>
          <p:cNvSpPr>
            <a:spLocks noGrp="1"/>
          </p:cNvSpPr>
          <p:nvPr/>
        </p:nvSpPr>
        <p:spPr>
          <a:xfrm>
            <a:off x="731448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8" name="F2_precision_recall_distributions_3662">
            <a:extLst>
              <a:ext uri="{FF2B5EF4-FFF2-40B4-BE49-F238E27FC236}">
                <a16:creationId xmlns:a16="http://schemas.microsoft.com/office/drawing/2014/main" id="{2921B232-530E-4239-A1FE-17FDBB1CE864}"/>
              </a:ext>
            </a:extLst>
          </p:cNvPr>
          <p:cNvSpPr>
            <a:spLocks noGrp="1"/>
          </p:cNvSpPr>
          <p:nvPr/>
        </p:nvSpPr>
        <p:spPr>
          <a:xfrm>
            <a:off x="7298114" y="17963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9" name="F2_precision_recall_distributions_3663">
            <a:extLst>
              <a:ext uri="{FF2B5EF4-FFF2-40B4-BE49-F238E27FC236}">
                <a16:creationId xmlns:a16="http://schemas.microsoft.com/office/drawing/2014/main" id="{E9295B98-EA5C-4E44-A7A8-3C19D9DBE45F}"/>
              </a:ext>
            </a:extLst>
          </p:cNvPr>
          <p:cNvSpPr>
            <a:spLocks noGrp="1"/>
          </p:cNvSpPr>
          <p:nvPr/>
        </p:nvSpPr>
        <p:spPr>
          <a:xfrm>
            <a:off x="7096363" y="155546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0" name="F2_precision_recall_distributions_3664">
            <a:extLst>
              <a:ext uri="{FF2B5EF4-FFF2-40B4-BE49-F238E27FC236}">
                <a16:creationId xmlns:a16="http://schemas.microsoft.com/office/drawing/2014/main" id="{8DAC5D76-1A3E-43CD-A058-8C822CEDEDCD}"/>
              </a:ext>
            </a:extLst>
          </p:cNvPr>
          <p:cNvSpPr>
            <a:spLocks noGrp="1"/>
          </p:cNvSpPr>
          <p:nvPr/>
        </p:nvSpPr>
        <p:spPr>
          <a:xfrm>
            <a:off x="7135583" y="15609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1" name="F2_precision_recall_distributions_3665">
            <a:extLst>
              <a:ext uri="{FF2B5EF4-FFF2-40B4-BE49-F238E27FC236}">
                <a16:creationId xmlns:a16="http://schemas.microsoft.com/office/drawing/2014/main" id="{FF75D300-DAD6-45E9-8609-495C5860C6E4}"/>
              </a:ext>
            </a:extLst>
          </p:cNvPr>
          <p:cNvSpPr>
            <a:spLocks noGrp="1"/>
          </p:cNvSpPr>
          <p:nvPr/>
        </p:nvSpPr>
        <p:spPr>
          <a:xfrm>
            <a:off x="713012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2" name="F2_precision_recall_distributions_3666">
            <a:extLst>
              <a:ext uri="{FF2B5EF4-FFF2-40B4-BE49-F238E27FC236}">
                <a16:creationId xmlns:a16="http://schemas.microsoft.com/office/drawing/2014/main" id="{8B314D99-8A5D-4D71-9AA3-9FE2DE0E4E9B}"/>
              </a:ext>
            </a:extLst>
          </p:cNvPr>
          <p:cNvSpPr>
            <a:spLocks noGrp="1"/>
          </p:cNvSpPr>
          <p:nvPr/>
        </p:nvSpPr>
        <p:spPr>
          <a:xfrm>
            <a:off x="71171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3" name="F2_precision_recall_distributions_3667">
            <a:extLst>
              <a:ext uri="{FF2B5EF4-FFF2-40B4-BE49-F238E27FC236}">
                <a16:creationId xmlns:a16="http://schemas.microsoft.com/office/drawing/2014/main" id="{EE7B1DEC-D39D-4823-8B5A-3EF492D20E89}"/>
              </a:ext>
            </a:extLst>
          </p:cNvPr>
          <p:cNvSpPr>
            <a:spLocks noGrp="1"/>
          </p:cNvSpPr>
          <p:nvPr/>
        </p:nvSpPr>
        <p:spPr>
          <a:xfrm>
            <a:off x="7241713" y="1859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4" name="F2_precision_recall_distributions_3668">
            <a:extLst>
              <a:ext uri="{FF2B5EF4-FFF2-40B4-BE49-F238E27FC236}">
                <a16:creationId xmlns:a16="http://schemas.microsoft.com/office/drawing/2014/main" id="{9E8F742D-68A4-47FE-AA04-E0B6D4A29886}"/>
              </a:ext>
            </a:extLst>
          </p:cNvPr>
          <p:cNvSpPr>
            <a:spLocks noGrp="1"/>
          </p:cNvSpPr>
          <p:nvPr/>
        </p:nvSpPr>
        <p:spPr>
          <a:xfrm>
            <a:off x="7240545" y="1554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5" name="F2_precision_recall_distributions_3669">
            <a:extLst>
              <a:ext uri="{FF2B5EF4-FFF2-40B4-BE49-F238E27FC236}">
                <a16:creationId xmlns:a16="http://schemas.microsoft.com/office/drawing/2014/main" id="{0D87537E-8ACE-43F1-9DB4-4FBB6F2BD451}"/>
              </a:ext>
            </a:extLst>
          </p:cNvPr>
          <p:cNvSpPr>
            <a:spLocks noGrp="1"/>
          </p:cNvSpPr>
          <p:nvPr/>
        </p:nvSpPr>
        <p:spPr>
          <a:xfrm>
            <a:off x="7077623" y="1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6" name="F2_precision_recall_distributions_3670">
            <a:extLst>
              <a:ext uri="{FF2B5EF4-FFF2-40B4-BE49-F238E27FC236}">
                <a16:creationId xmlns:a16="http://schemas.microsoft.com/office/drawing/2014/main" id="{19EA43DC-6903-4E4A-B4E8-B1D0A40B1C9A}"/>
              </a:ext>
            </a:extLst>
          </p:cNvPr>
          <p:cNvSpPr>
            <a:spLocks noGrp="1"/>
          </p:cNvSpPr>
          <p:nvPr/>
        </p:nvSpPr>
        <p:spPr>
          <a:xfrm>
            <a:off x="7111787" y="16550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7" name="F2_precision_recall_distributions_3671">
            <a:extLst>
              <a:ext uri="{FF2B5EF4-FFF2-40B4-BE49-F238E27FC236}">
                <a16:creationId xmlns:a16="http://schemas.microsoft.com/office/drawing/2014/main" id="{237E3231-1A0B-41A0-ADD8-D25AF139347A}"/>
              </a:ext>
            </a:extLst>
          </p:cNvPr>
          <p:cNvSpPr>
            <a:spLocks noGrp="1"/>
          </p:cNvSpPr>
          <p:nvPr/>
        </p:nvSpPr>
        <p:spPr>
          <a:xfrm>
            <a:off x="7028739" y="15134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8" name="F2_precision_recall_distributions_3672">
            <a:extLst>
              <a:ext uri="{FF2B5EF4-FFF2-40B4-BE49-F238E27FC236}">
                <a16:creationId xmlns:a16="http://schemas.microsoft.com/office/drawing/2014/main" id="{BD2D035A-37AD-44C2-A1AD-066732958A40}"/>
              </a:ext>
            </a:extLst>
          </p:cNvPr>
          <p:cNvSpPr>
            <a:spLocks noGrp="1"/>
          </p:cNvSpPr>
          <p:nvPr/>
        </p:nvSpPr>
        <p:spPr>
          <a:xfrm>
            <a:off x="7146489" y="20275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9" name="F2_precision_recall_distributions_3673">
            <a:extLst>
              <a:ext uri="{FF2B5EF4-FFF2-40B4-BE49-F238E27FC236}">
                <a16:creationId xmlns:a16="http://schemas.microsoft.com/office/drawing/2014/main" id="{3092FF95-E80B-4AC1-B763-ED07AC9F99AB}"/>
              </a:ext>
            </a:extLst>
          </p:cNvPr>
          <p:cNvSpPr>
            <a:spLocks noGrp="1"/>
          </p:cNvSpPr>
          <p:nvPr/>
        </p:nvSpPr>
        <p:spPr>
          <a:xfrm>
            <a:off x="7254348" y="184547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0" name="F2_precision_recall_distributions_3674">
            <a:extLst>
              <a:ext uri="{FF2B5EF4-FFF2-40B4-BE49-F238E27FC236}">
                <a16:creationId xmlns:a16="http://schemas.microsoft.com/office/drawing/2014/main" id="{6CEA46A6-7EBA-421B-A8D0-33CC74B04073}"/>
              </a:ext>
            </a:extLst>
          </p:cNvPr>
          <p:cNvSpPr>
            <a:spLocks noGrp="1"/>
          </p:cNvSpPr>
          <p:nvPr/>
        </p:nvSpPr>
        <p:spPr>
          <a:xfrm>
            <a:off x="7167189" y="16478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1" name="F2_precision_recall_distributions_3675">
            <a:extLst>
              <a:ext uri="{FF2B5EF4-FFF2-40B4-BE49-F238E27FC236}">
                <a16:creationId xmlns:a16="http://schemas.microsoft.com/office/drawing/2014/main" id="{6DE6A20D-CE79-4378-9CBE-238D2A261380}"/>
              </a:ext>
            </a:extLst>
          </p:cNvPr>
          <p:cNvSpPr>
            <a:spLocks noGrp="1"/>
          </p:cNvSpPr>
          <p:nvPr/>
        </p:nvSpPr>
        <p:spPr>
          <a:xfrm>
            <a:off x="7176749" y="19495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2" name="F2_precision_recall_distributions_3676">
            <a:extLst>
              <a:ext uri="{FF2B5EF4-FFF2-40B4-BE49-F238E27FC236}">
                <a16:creationId xmlns:a16="http://schemas.microsoft.com/office/drawing/2014/main" id="{06513DB0-A1CF-4716-B1BD-1C7422C865D8}"/>
              </a:ext>
            </a:extLst>
          </p:cNvPr>
          <p:cNvSpPr>
            <a:spLocks noGrp="1"/>
          </p:cNvSpPr>
          <p:nvPr/>
        </p:nvSpPr>
        <p:spPr>
          <a:xfrm>
            <a:off x="7225160" y="1798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3" name="F2_precision_recall_distributions_3677">
            <a:extLst>
              <a:ext uri="{FF2B5EF4-FFF2-40B4-BE49-F238E27FC236}">
                <a16:creationId xmlns:a16="http://schemas.microsoft.com/office/drawing/2014/main" id="{5CAA4CBA-3B26-4937-A084-EE5AEAC44749}"/>
              </a:ext>
            </a:extLst>
          </p:cNvPr>
          <p:cNvSpPr>
            <a:spLocks noGrp="1"/>
          </p:cNvSpPr>
          <p:nvPr/>
        </p:nvSpPr>
        <p:spPr>
          <a:xfrm>
            <a:off x="7326645" y="18359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4" name="F2_precision_recall_distributions_3678">
            <a:extLst>
              <a:ext uri="{FF2B5EF4-FFF2-40B4-BE49-F238E27FC236}">
                <a16:creationId xmlns:a16="http://schemas.microsoft.com/office/drawing/2014/main" id="{1244184B-5AD2-4DDE-A1B3-70823907586C}"/>
              </a:ext>
            </a:extLst>
          </p:cNvPr>
          <p:cNvSpPr>
            <a:spLocks noGrp="1"/>
          </p:cNvSpPr>
          <p:nvPr/>
        </p:nvSpPr>
        <p:spPr>
          <a:xfrm>
            <a:off x="7121028" y="2181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5" name="F2_precision_recall_distributions_3679">
            <a:extLst>
              <a:ext uri="{FF2B5EF4-FFF2-40B4-BE49-F238E27FC236}">
                <a16:creationId xmlns:a16="http://schemas.microsoft.com/office/drawing/2014/main" id="{7F8410D7-2164-4E0E-8D89-A6D8CD55B628}"/>
              </a:ext>
            </a:extLst>
          </p:cNvPr>
          <p:cNvSpPr>
            <a:spLocks noGrp="1"/>
          </p:cNvSpPr>
          <p:nvPr/>
        </p:nvSpPr>
        <p:spPr>
          <a:xfrm>
            <a:off x="7180454" y="2252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6" name="F2_precision_recall_distributions_3680">
            <a:extLst>
              <a:ext uri="{FF2B5EF4-FFF2-40B4-BE49-F238E27FC236}">
                <a16:creationId xmlns:a16="http://schemas.microsoft.com/office/drawing/2014/main" id="{CA33F433-9978-47E1-866C-E86BF7258141}"/>
              </a:ext>
            </a:extLst>
          </p:cNvPr>
          <p:cNvSpPr>
            <a:spLocks noGrp="1"/>
          </p:cNvSpPr>
          <p:nvPr/>
        </p:nvSpPr>
        <p:spPr>
          <a:xfrm>
            <a:off x="7270967" y="16675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7" name="F2_precision_recall_distributions_3681">
            <a:extLst>
              <a:ext uri="{FF2B5EF4-FFF2-40B4-BE49-F238E27FC236}">
                <a16:creationId xmlns:a16="http://schemas.microsoft.com/office/drawing/2014/main" id="{58762C9E-3728-46B3-990D-955972B042D1}"/>
              </a:ext>
            </a:extLst>
          </p:cNvPr>
          <p:cNvSpPr>
            <a:spLocks noGrp="1"/>
          </p:cNvSpPr>
          <p:nvPr/>
        </p:nvSpPr>
        <p:spPr>
          <a:xfrm>
            <a:off x="697643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8" name="F2_precision_recall_distributions_3682">
            <a:extLst>
              <a:ext uri="{FF2B5EF4-FFF2-40B4-BE49-F238E27FC236}">
                <a16:creationId xmlns:a16="http://schemas.microsoft.com/office/drawing/2014/main" id="{1EDFA291-805B-459D-95EB-7E1341C08B7E}"/>
              </a:ext>
            </a:extLst>
          </p:cNvPr>
          <p:cNvSpPr>
            <a:spLocks noGrp="1"/>
          </p:cNvSpPr>
          <p:nvPr/>
        </p:nvSpPr>
        <p:spPr>
          <a:xfrm>
            <a:off x="7009671" y="15448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9" name="F2_precision_recall_distributions_3683">
            <a:extLst>
              <a:ext uri="{FF2B5EF4-FFF2-40B4-BE49-F238E27FC236}">
                <a16:creationId xmlns:a16="http://schemas.microsoft.com/office/drawing/2014/main" id="{A9636CED-17D3-45D7-9BC7-71E515FD34D6}"/>
              </a:ext>
            </a:extLst>
          </p:cNvPr>
          <p:cNvSpPr>
            <a:spLocks noGrp="1"/>
          </p:cNvSpPr>
          <p:nvPr/>
        </p:nvSpPr>
        <p:spPr>
          <a:xfrm>
            <a:off x="71920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0" name="F2_precision_recall_distributions_3684">
            <a:extLst>
              <a:ext uri="{FF2B5EF4-FFF2-40B4-BE49-F238E27FC236}">
                <a16:creationId xmlns:a16="http://schemas.microsoft.com/office/drawing/2014/main" id="{FF5DCF3A-9ACF-46E1-BE3E-5777AE1609ED}"/>
              </a:ext>
            </a:extLst>
          </p:cNvPr>
          <p:cNvSpPr>
            <a:spLocks noGrp="1"/>
          </p:cNvSpPr>
          <p:nvPr/>
        </p:nvSpPr>
        <p:spPr>
          <a:xfrm>
            <a:off x="7152588" y="19010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1" name="F2_precision_recall_distributions_3685">
            <a:extLst>
              <a:ext uri="{FF2B5EF4-FFF2-40B4-BE49-F238E27FC236}">
                <a16:creationId xmlns:a16="http://schemas.microsoft.com/office/drawing/2014/main" id="{60697A75-68FF-4C83-98AF-C0D333F305ED}"/>
              </a:ext>
            </a:extLst>
          </p:cNvPr>
          <p:cNvSpPr>
            <a:spLocks noGrp="1"/>
          </p:cNvSpPr>
          <p:nvPr/>
        </p:nvSpPr>
        <p:spPr>
          <a:xfrm>
            <a:off x="6988234" y="15481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2" name="F2_precision_recall_distributions_3686">
            <a:extLst>
              <a:ext uri="{FF2B5EF4-FFF2-40B4-BE49-F238E27FC236}">
                <a16:creationId xmlns:a16="http://schemas.microsoft.com/office/drawing/2014/main" id="{B6CCF5D3-1AD1-4BC2-B8EE-7CA18AAD5205}"/>
              </a:ext>
            </a:extLst>
          </p:cNvPr>
          <p:cNvSpPr>
            <a:spLocks noGrp="1"/>
          </p:cNvSpPr>
          <p:nvPr/>
        </p:nvSpPr>
        <p:spPr>
          <a:xfrm>
            <a:off x="7216558" y="22359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3" name="F2_precision_recall_distributions_3687">
            <a:extLst>
              <a:ext uri="{FF2B5EF4-FFF2-40B4-BE49-F238E27FC236}">
                <a16:creationId xmlns:a16="http://schemas.microsoft.com/office/drawing/2014/main" id="{D73342E9-8DEC-4710-80FA-7CA8EE5CEC19}"/>
              </a:ext>
            </a:extLst>
          </p:cNvPr>
          <p:cNvSpPr>
            <a:spLocks noGrp="1"/>
          </p:cNvSpPr>
          <p:nvPr/>
        </p:nvSpPr>
        <p:spPr>
          <a:xfrm>
            <a:off x="7102337" y="16271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4" name="F2_precision_recall_distributions_3688">
            <a:extLst>
              <a:ext uri="{FF2B5EF4-FFF2-40B4-BE49-F238E27FC236}">
                <a16:creationId xmlns:a16="http://schemas.microsoft.com/office/drawing/2014/main" id="{34B1A7F5-4FB7-40F5-9733-EF3D46D343B5}"/>
              </a:ext>
            </a:extLst>
          </p:cNvPr>
          <p:cNvSpPr>
            <a:spLocks noGrp="1"/>
          </p:cNvSpPr>
          <p:nvPr/>
        </p:nvSpPr>
        <p:spPr>
          <a:xfrm>
            <a:off x="7207761" y="15617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5" name="F2_precision_recall_distributions_3689">
            <a:extLst>
              <a:ext uri="{FF2B5EF4-FFF2-40B4-BE49-F238E27FC236}">
                <a16:creationId xmlns:a16="http://schemas.microsoft.com/office/drawing/2014/main" id="{05769C0E-DD91-48A0-ADB4-A7B0AB348FC1}"/>
              </a:ext>
            </a:extLst>
          </p:cNvPr>
          <p:cNvSpPr>
            <a:spLocks noGrp="1"/>
          </p:cNvSpPr>
          <p:nvPr/>
        </p:nvSpPr>
        <p:spPr>
          <a:xfrm>
            <a:off x="7240221" y="18247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6" name="F2_precision_recall_distributions_3690">
            <a:extLst>
              <a:ext uri="{FF2B5EF4-FFF2-40B4-BE49-F238E27FC236}">
                <a16:creationId xmlns:a16="http://schemas.microsoft.com/office/drawing/2014/main" id="{CF294A97-34A2-4661-BC73-EFFE9B132782}"/>
              </a:ext>
            </a:extLst>
          </p:cNvPr>
          <p:cNvSpPr>
            <a:spLocks noGrp="1"/>
          </p:cNvSpPr>
          <p:nvPr/>
        </p:nvSpPr>
        <p:spPr>
          <a:xfrm>
            <a:off x="730083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7" name="F2_precision_recall_distributions_3691">
            <a:extLst>
              <a:ext uri="{FF2B5EF4-FFF2-40B4-BE49-F238E27FC236}">
                <a16:creationId xmlns:a16="http://schemas.microsoft.com/office/drawing/2014/main" id="{8754CB76-3EE3-4064-B976-0361BBC66B84}"/>
              </a:ext>
            </a:extLst>
          </p:cNvPr>
          <p:cNvSpPr>
            <a:spLocks noGrp="1"/>
          </p:cNvSpPr>
          <p:nvPr/>
        </p:nvSpPr>
        <p:spPr>
          <a:xfrm>
            <a:off x="7259288" y="1755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8" name="F2_precision_recall_distributions_3692">
            <a:extLst>
              <a:ext uri="{FF2B5EF4-FFF2-40B4-BE49-F238E27FC236}">
                <a16:creationId xmlns:a16="http://schemas.microsoft.com/office/drawing/2014/main" id="{1F3CF1FA-6AB4-43C9-B55E-8A005414A1D4}"/>
              </a:ext>
            </a:extLst>
          </p:cNvPr>
          <p:cNvSpPr>
            <a:spLocks noGrp="1"/>
          </p:cNvSpPr>
          <p:nvPr/>
        </p:nvSpPr>
        <p:spPr>
          <a:xfrm>
            <a:off x="6969889" y="1582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9" name="F2_precision_recall_distributions_3693">
            <a:extLst>
              <a:ext uri="{FF2B5EF4-FFF2-40B4-BE49-F238E27FC236}">
                <a16:creationId xmlns:a16="http://schemas.microsoft.com/office/drawing/2014/main" id="{FA1E5667-4D35-4257-916F-99B312E9C9F8}"/>
              </a:ext>
            </a:extLst>
          </p:cNvPr>
          <p:cNvSpPr>
            <a:spLocks noGrp="1"/>
          </p:cNvSpPr>
          <p:nvPr/>
        </p:nvSpPr>
        <p:spPr>
          <a:xfrm>
            <a:off x="7093552" y="18350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0" name="F2_precision_recall_distributions_3694">
            <a:extLst>
              <a:ext uri="{FF2B5EF4-FFF2-40B4-BE49-F238E27FC236}">
                <a16:creationId xmlns:a16="http://schemas.microsoft.com/office/drawing/2014/main" id="{F99E7D95-2E2D-43EC-B800-AE18A9D3DE66}"/>
              </a:ext>
            </a:extLst>
          </p:cNvPr>
          <p:cNvSpPr>
            <a:spLocks noGrp="1"/>
          </p:cNvSpPr>
          <p:nvPr/>
        </p:nvSpPr>
        <p:spPr>
          <a:xfrm>
            <a:off x="7238931" y="17030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1" name="F2_precision_recall_distributions_3695">
            <a:extLst>
              <a:ext uri="{FF2B5EF4-FFF2-40B4-BE49-F238E27FC236}">
                <a16:creationId xmlns:a16="http://schemas.microsoft.com/office/drawing/2014/main" id="{FDD94C71-CB6A-4CC9-B400-B7297D61AE24}"/>
              </a:ext>
            </a:extLst>
          </p:cNvPr>
          <p:cNvSpPr>
            <a:spLocks noGrp="1"/>
          </p:cNvSpPr>
          <p:nvPr/>
        </p:nvSpPr>
        <p:spPr>
          <a:xfrm>
            <a:off x="7069887" y="16099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2" name="F2_precision_recall_distributions_3696">
            <a:extLst>
              <a:ext uri="{FF2B5EF4-FFF2-40B4-BE49-F238E27FC236}">
                <a16:creationId xmlns:a16="http://schemas.microsoft.com/office/drawing/2014/main" id="{26B87CA7-9984-459E-B792-CEA4A34D2D09}"/>
              </a:ext>
            </a:extLst>
          </p:cNvPr>
          <p:cNvSpPr>
            <a:spLocks noGrp="1"/>
          </p:cNvSpPr>
          <p:nvPr/>
        </p:nvSpPr>
        <p:spPr>
          <a:xfrm>
            <a:off x="7333524" y="15708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3" name="F2_precision_recall_distributions_3697">
            <a:extLst>
              <a:ext uri="{FF2B5EF4-FFF2-40B4-BE49-F238E27FC236}">
                <a16:creationId xmlns:a16="http://schemas.microsoft.com/office/drawing/2014/main" id="{45A6A357-D612-4F50-9190-BCF067BF774A}"/>
              </a:ext>
            </a:extLst>
          </p:cNvPr>
          <p:cNvSpPr>
            <a:spLocks noGrp="1"/>
          </p:cNvSpPr>
          <p:nvPr/>
        </p:nvSpPr>
        <p:spPr>
          <a:xfrm>
            <a:off x="7258188" y="19797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4" name="F2_precision_recall_distributions_3698">
            <a:extLst>
              <a:ext uri="{FF2B5EF4-FFF2-40B4-BE49-F238E27FC236}">
                <a16:creationId xmlns:a16="http://schemas.microsoft.com/office/drawing/2014/main" id="{0C0A1F17-D2AD-43F7-AA08-C2F2FDE58EDA}"/>
              </a:ext>
            </a:extLst>
          </p:cNvPr>
          <p:cNvSpPr>
            <a:spLocks noGrp="1"/>
          </p:cNvSpPr>
          <p:nvPr/>
        </p:nvSpPr>
        <p:spPr>
          <a:xfrm>
            <a:off x="7327797" y="15595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5" name="F2_precision_recall_distributions_3699">
            <a:extLst>
              <a:ext uri="{FF2B5EF4-FFF2-40B4-BE49-F238E27FC236}">
                <a16:creationId xmlns:a16="http://schemas.microsoft.com/office/drawing/2014/main" id="{98F7F909-194F-49B0-B53C-A42ED0E46130}"/>
              </a:ext>
            </a:extLst>
          </p:cNvPr>
          <p:cNvSpPr>
            <a:spLocks noGrp="1"/>
          </p:cNvSpPr>
          <p:nvPr/>
        </p:nvSpPr>
        <p:spPr>
          <a:xfrm>
            <a:off x="7187451" y="1883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6" name="F2_precision_recall_distributions_3700">
            <a:extLst>
              <a:ext uri="{FF2B5EF4-FFF2-40B4-BE49-F238E27FC236}">
                <a16:creationId xmlns:a16="http://schemas.microsoft.com/office/drawing/2014/main" id="{7647BDEC-BE84-40E3-A317-5475B57BBF75}"/>
              </a:ext>
            </a:extLst>
          </p:cNvPr>
          <p:cNvSpPr>
            <a:spLocks noGrp="1"/>
          </p:cNvSpPr>
          <p:nvPr/>
        </p:nvSpPr>
        <p:spPr>
          <a:xfrm>
            <a:off x="7097115" y="17307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7" name="F2_precision_recall_distributions_3701">
            <a:extLst>
              <a:ext uri="{FF2B5EF4-FFF2-40B4-BE49-F238E27FC236}">
                <a16:creationId xmlns:a16="http://schemas.microsoft.com/office/drawing/2014/main" id="{9EE2450F-7D70-47C7-89F5-836F26ED716B}"/>
              </a:ext>
            </a:extLst>
          </p:cNvPr>
          <p:cNvSpPr>
            <a:spLocks noGrp="1"/>
          </p:cNvSpPr>
          <p:nvPr/>
        </p:nvSpPr>
        <p:spPr>
          <a:xfrm>
            <a:off x="730134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8" name="F2_precision_recall_distributions_3702">
            <a:extLst>
              <a:ext uri="{FF2B5EF4-FFF2-40B4-BE49-F238E27FC236}">
                <a16:creationId xmlns:a16="http://schemas.microsoft.com/office/drawing/2014/main" id="{DC4DB239-5904-4373-8ADB-7BB3C01FD6BB}"/>
              </a:ext>
            </a:extLst>
          </p:cNvPr>
          <p:cNvSpPr>
            <a:spLocks noGrp="1"/>
          </p:cNvSpPr>
          <p:nvPr/>
        </p:nvSpPr>
        <p:spPr>
          <a:xfrm>
            <a:off x="6972754" y="15659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9" name="F2_precision_recall_distributions_3703">
            <a:extLst>
              <a:ext uri="{FF2B5EF4-FFF2-40B4-BE49-F238E27FC236}">
                <a16:creationId xmlns:a16="http://schemas.microsoft.com/office/drawing/2014/main" id="{56F826C7-D753-4FFE-8BA5-2E5F3D21F4FD}"/>
              </a:ext>
            </a:extLst>
          </p:cNvPr>
          <p:cNvSpPr>
            <a:spLocks noGrp="1"/>
          </p:cNvSpPr>
          <p:nvPr/>
        </p:nvSpPr>
        <p:spPr>
          <a:xfrm>
            <a:off x="7321087" y="1572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0" name="F2_precision_recall_distributions_3704">
            <a:extLst>
              <a:ext uri="{FF2B5EF4-FFF2-40B4-BE49-F238E27FC236}">
                <a16:creationId xmlns:a16="http://schemas.microsoft.com/office/drawing/2014/main" id="{6864228E-1DB7-41E3-89DF-8F6BA6AE0E38}"/>
              </a:ext>
            </a:extLst>
          </p:cNvPr>
          <p:cNvSpPr>
            <a:spLocks noGrp="1"/>
          </p:cNvSpPr>
          <p:nvPr/>
        </p:nvSpPr>
        <p:spPr>
          <a:xfrm>
            <a:off x="719987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1" name="F2_precision_recall_distributions_3705">
            <a:extLst>
              <a:ext uri="{FF2B5EF4-FFF2-40B4-BE49-F238E27FC236}">
                <a16:creationId xmlns:a16="http://schemas.microsoft.com/office/drawing/2014/main" id="{E8036406-CDCE-4FEF-96AE-F5C7F315FBCD}"/>
              </a:ext>
            </a:extLst>
          </p:cNvPr>
          <p:cNvSpPr>
            <a:spLocks noGrp="1"/>
          </p:cNvSpPr>
          <p:nvPr/>
        </p:nvSpPr>
        <p:spPr>
          <a:xfrm>
            <a:off x="7330957" y="17541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2" name="F2_precision_recall_distributions_3706">
            <a:extLst>
              <a:ext uri="{FF2B5EF4-FFF2-40B4-BE49-F238E27FC236}">
                <a16:creationId xmlns:a16="http://schemas.microsoft.com/office/drawing/2014/main" id="{2F50A276-F71C-49FF-AB7A-CD7E06453173}"/>
              </a:ext>
            </a:extLst>
          </p:cNvPr>
          <p:cNvSpPr>
            <a:spLocks noGrp="1"/>
          </p:cNvSpPr>
          <p:nvPr/>
        </p:nvSpPr>
        <p:spPr>
          <a:xfrm>
            <a:off x="706213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3" name="F2_precision_recall_distributions_3707">
            <a:extLst>
              <a:ext uri="{FF2B5EF4-FFF2-40B4-BE49-F238E27FC236}">
                <a16:creationId xmlns:a16="http://schemas.microsoft.com/office/drawing/2014/main" id="{BE92F92A-1A2C-42E1-AFC4-EF047B50FCD5}"/>
              </a:ext>
            </a:extLst>
          </p:cNvPr>
          <p:cNvSpPr>
            <a:spLocks noGrp="1"/>
          </p:cNvSpPr>
          <p:nvPr/>
        </p:nvSpPr>
        <p:spPr>
          <a:xfrm>
            <a:off x="730621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4" name="F2_precision_recall_distributions_3708">
            <a:extLst>
              <a:ext uri="{FF2B5EF4-FFF2-40B4-BE49-F238E27FC236}">
                <a16:creationId xmlns:a16="http://schemas.microsoft.com/office/drawing/2014/main" id="{14E4CC31-B937-4F01-B74F-C0F1C9633695}"/>
              </a:ext>
            </a:extLst>
          </p:cNvPr>
          <p:cNvSpPr>
            <a:spLocks noGrp="1"/>
          </p:cNvSpPr>
          <p:nvPr/>
        </p:nvSpPr>
        <p:spPr>
          <a:xfrm>
            <a:off x="7184235" y="2247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5" name="F2_precision_recall_distributions_3709">
            <a:extLst>
              <a:ext uri="{FF2B5EF4-FFF2-40B4-BE49-F238E27FC236}">
                <a16:creationId xmlns:a16="http://schemas.microsoft.com/office/drawing/2014/main" id="{4057A7B8-BD96-4C23-B677-6BAF09BB74CA}"/>
              </a:ext>
            </a:extLst>
          </p:cNvPr>
          <p:cNvSpPr>
            <a:spLocks noGrp="1"/>
          </p:cNvSpPr>
          <p:nvPr/>
        </p:nvSpPr>
        <p:spPr>
          <a:xfrm>
            <a:off x="7301865" y="1755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6" name="F2_precision_recall_distributions_3710">
            <a:extLst>
              <a:ext uri="{FF2B5EF4-FFF2-40B4-BE49-F238E27FC236}">
                <a16:creationId xmlns:a16="http://schemas.microsoft.com/office/drawing/2014/main" id="{61D9EC50-F9B5-4A4E-9B69-A764ED57C6EF}"/>
              </a:ext>
            </a:extLst>
          </p:cNvPr>
          <p:cNvSpPr>
            <a:spLocks noGrp="1"/>
          </p:cNvSpPr>
          <p:nvPr/>
        </p:nvSpPr>
        <p:spPr>
          <a:xfrm>
            <a:off x="7042764" y="2123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7" name="F2_precision_recall_distributions_3711">
            <a:extLst>
              <a:ext uri="{FF2B5EF4-FFF2-40B4-BE49-F238E27FC236}">
                <a16:creationId xmlns:a16="http://schemas.microsoft.com/office/drawing/2014/main" id="{00FE7014-3847-45FE-82B4-72BF5A70F316}"/>
              </a:ext>
            </a:extLst>
          </p:cNvPr>
          <p:cNvSpPr>
            <a:spLocks noGrp="1"/>
          </p:cNvSpPr>
          <p:nvPr/>
        </p:nvSpPr>
        <p:spPr>
          <a:xfrm>
            <a:off x="7209301" y="17150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8" name="F2_precision_recall_distributions_3712">
            <a:extLst>
              <a:ext uri="{FF2B5EF4-FFF2-40B4-BE49-F238E27FC236}">
                <a16:creationId xmlns:a16="http://schemas.microsoft.com/office/drawing/2014/main" id="{BB988D41-3558-407A-857F-9B3DD11F34E1}"/>
              </a:ext>
            </a:extLst>
          </p:cNvPr>
          <p:cNvSpPr>
            <a:spLocks noGrp="1"/>
          </p:cNvSpPr>
          <p:nvPr/>
        </p:nvSpPr>
        <p:spPr>
          <a:xfrm>
            <a:off x="7177132" y="16656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9" name="F2_precision_recall_distributions_3713">
            <a:extLst>
              <a:ext uri="{FF2B5EF4-FFF2-40B4-BE49-F238E27FC236}">
                <a16:creationId xmlns:a16="http://schemas.microsoft.com/office/drawing/2014/main" id="{BC75537C-D1C9-491A-A4E8-B761DD50FCD9}"/>
              </a:ext>
            </a:extLst>
          </p:cNvPr>
          <p:cNvSpPr>
            <a:spLocks noGrp="1"/>
          </p:cNvSpPr>
          <p:nvPr/>
        </p:nvSpPr>
        <p:spPr>
          <a:xfrm>
            <a:off x="7152815" y="15504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0" name="F2_precision_recall_distributions_3714">
            <a:extLst>
              <a:ext uri="{FF2B5EF4-FFF2-40B4-BE49-F238E27FC236}">
                <a16:creationId xmlns:a16="http://schemas.microsoft.com/office/drawing/2014/main" id="{B7BBBADC-8F29-4D91-B28D-45303A603F16}"/>
              </a:ext>
            </a:extLst>
          </p:cNvPr>
          <p:cNvSpPr>
            <a:spLocks noGrp="1"/>
          </p:cNvSpPr>
          <p:nvPr/>
        </p:nvSpPr>
        <p:spPr>
          <a:xfrm>
            <a:off x="6981852" y="16516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1" name="F2_precision_recall_distributions_3715">
            <a:extLst>
              <a:ext uri="{FF2B5EF4-FFF2-40B4-BE49-F238E27FC236}">
                <a16:creationId xmlns:a16="http://schemas.microsoft.com/office/drawing/2014/main" id="{05047971-7FE0-456B-880C-A815A27540F9}"/>
              </a:ext>
            </a:extLst>
          </p:cNvPr>
          <p:cNvSpPr>
            <a:spLocks noGrp="1"/>
          </p:cNvSpPr>
          <p:nvPr/>
        </p:nvSpPr>
        <p:spPr>
          <a:xfrm>
            <a:off x="7050099" y="21959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2" name="F2_precision_recall_distributions_3716">
            <a:extLst>
              <a:ext uri="{FF2B5EF4-FFF2-40B4-BE49-F238E27FC236}">
                <a16:creationId xmlns:a16="http://schemas.microsoft.com/office/drawing/2014/main" id="{8BF65663-BD82-405F-89F5-84E775938A58}"/>
              </a:ext>
            </a:extLst>
          </p:cNvPr>
          <p:cNvSpPr>
            <a:spLocks noGrp="1"/>
          </p:cNvSpPr>
          <p:nvPr/>
        </p:nvSpPr>
        <p:spPr>
          <a:xfrm>
            <a:off x="7112495" y="16903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3" name="F2_precision_recall_distributions_3717">
            <a:extLst>
              <a:ext uri="{FF2B5EF4-FFF2-40B4-BE49-F238E27FC236}">
                <a16:creationId xmlns:a16="http://schemas.microsoft.com/office/drawing/2014/main" id="{12ED746D-31F3-49A6-BD80-5A775E41521E}"/>
              </a:ext>
            </a:extLst>
          </p:cNvPr>
          <p:cNvSpPr>
            <a:spLocks noGrp="1"/>
          </p:cNvSpPr>
          <p:nvPr/>
        </p:nvSpPr>
        <p:spPr>
          <a:xfrm>
            <a:off x="6989572" y="2243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4" name="F2_precision_recall_distributions_3718">
            <a:extLst>
              <a:ext uri="{FF2B5EF4-FFF2-40B4-BE49-F238E27FC236}">
                <a16:creationId xmlns:a16="http://schemas.microsoft.com/office/drawing/2014/main" id="{826A26FB-7BB7-4457-9967-DD08C03C6A27}"/>
              </a:ext>
            </a:extLst>
          </p:cNvPr>
          <p:cNvSpPr>
            <a:spLocks noGrp="1"/>
          </p:cNvSpPr>
          <p:nvPr/>
        </p:nvSpPr>
        <p:spPr>
          <a:xfrm>
            <a:off x="6986741" y="15409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5" name="F2_precision_recall_distributions_3719">
            <a:extLst>
              <a:ext uri="{FF2B5EF4-FFF2-40B4-BE49-F238E27FC236}">
                <a16:creationId xmlns:a16="http://schemas.microsoft.com/office/drawing/2014/main" id="{5C034500-0084-4B55-A039-7B0C80ACE5C2}"/>
              </a:ext>
            </a:extLst>
          </p:cNvPr>
          <p:cNvSpPr>
            <a:spLocks noGrp="1"/>
          </p:cNvSpPr>
          <p:nvPr/>
        </p:nvSpPr>
        <p:spPr>
          <a:xfrm>
            <a:off x="7217893" y="16792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6" name="F2_precision_recall_distributions_3720">
            <a:extLst>
              <a:ext uri="{FF2B5EF4-FFF2-40B4-BE49-F238E27FC236}">
                <a16:creationId xmlns:a16="http://schemas.microsoft.com/office/drawing/2014/main" id="{603CE5E0-189A-448C-9A96-597C93D1B9AC}"/>
              </a:ext>
            </a:extLst>
          </p:cNvPr>
          <p:cNvSpPr>
            <a:spLocks noGrp="1"/>
          </p:cNvSpPr>
          <p:nvPr/>
        </p:nvSpPr>
        <p:spPr>
          <a:xfrm>
            <a:off x="7277726" y="1689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7" name="F2_precision_recall_distributions_3721">
            <a:extLst>
              <a:ext uri="{FF2B5EF4-FFF2-40B4-BE49-F238E27FC236}">
                <a16:creationId xmlns:a16="http://schemas.microsoft.com/office/drawing/2014/main" id="{2475312D-BDE6-49CE-BD8E-6D130300EE22}"/>
              </a:ext>
            </a:extLst>
          </p:cNvPr>
          <p:cNvSpPr>
            <a:spLocks noGrp="1"/>
          </p:cNvSpPr>
          <p:nvPr/>
        </p:nvSpPr>
        <p:spPr>
          <a:xfrm>
            <a:off x="7190426" y="1947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8" name="F2_precision_recall_distributions_3722">
            <a:extLst>
              <a:ext uri="{FF2B5EF4-FFF2-40B4-BE49-F238E27FC236}">
                <a16:creationId xmlns:a16="http://schemas.microsoft.com/office/drawing/2014/main" id="{2B84FD30-DEB5-493F-BAE5-B7848A6212C2}"/>
              </a:ext>
            </a:extLst>
          </p:cNvPr>
          <p:cNvSpPr>
            <a:spLocks noGrp="1"/>
          </p:cNvSpPr>
          <p:nvPr/>
        </p:nvSpPr>
        <p:spPr>
          <a:xfrm>
            <a:off x="7000208" y="1643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9" name="F2_precision_recall_distributions_3723">
            <a:extLst>
              <a:ext uri="{FF2B5EF4-FFF2-40B4-BE49-F238E27FC236}">
                <a16:creationId xmlns:a16="http://schemas.microsoft.com/office/drawing/2014/main" id="{F643D6C1-CE7D-4E45-A06C-5362AE2A97F2}"/>
              </a:ext>
            </a:extLst>
          </p:cNvPr>
          <p:cNvSpPr>
            <a:spLocks noGrp="1"/>
          </p:cNvSpPr>
          <p:nvPr/>
        </p:nvSpPr>
        <p:spPr>
          <a:xfrm>
            <a:off x="7111346" y="15259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0" name="F2_precision_recall_distributions_3724">
            <a:extLst>
              <a:ext uri="{FF2B5EF4-FFF2-40B4-BE49-F238E27FC236}">
                <a16:creationId xmlns:a16="http://schemas.microsoft.com/office/drawing/2014/main" id="{4509837C-439E-4C56-B4D7-2E30490AAE15}"/>
              </a:ext>
            </a:extLst>
          </p:cNvPr>
          <p:cNvSpPr>
            <a:spLocks noGrp="1"/>
          </p:cNvSpPr>
          <p:nvPr/>
        </p:nvSpPr>
        <p:spPr>
          <a:xfrm>
            <a:off x="7093802" y="15775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1" name="F2_precision_recall_distributions_3725">
            <a:extLst>
              <a:ext uri="{FF2B5EF4-FFF2-40B4-BE49-F238E27FC236}">
                <a16:creationId xmlns:a16="http://schemas.microsoft.com/office/drawing/2014/main" id="{57C78F8B-EB29-4A3D-884C-CDBCE8A9CE0F}"/>
              </a:ext>
            </a:extLst>
          </p:cNvPr>
          <p:cNvSpPr>
            <a:spLocks noGrp="1"/>
          </p:cNvSpPr>
          <p:nvPr/>
        </p:nvSpPr>
        <p:spPr>
          <a:xfrm>
            <a:off x="7248989" y="18341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2" name="F2_precision_recall_distributions_3726">
            <a:extLst>
              <a:ext uri="{FF2B5EF4-FFF2-40B4-BE49-F238E27FC236}">
                <a16:creationId xmlns:a16="http://schemas.microsoft.com/office/drawing/2014/main" id="{70F648EF-869B-4629-8D3F-BDC2EAFA7959}"/>
              </a:ext>
            </a:extLst>
          </p:cNvPr>
          <p:cNvSpPr>
            <a:spLocks noGrp="1"/>
          </p:cNvSpPr>
          <p:nvPr/>
        </p:nvSpPr>
        <p:spPr>
          <a:xfrm>
            <a:off x="7029705" y="15649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3" name="F2_precision_recall_distributions_3727">
            <a:extLst>
              <a:ext uri="{FF2B5EF4-FFF2-40B4-BE49-F238E27FC236}">
                <a16:creationId xmlns:a16="http://schemas.microsoft.com/office/drawing/2014/main" id="{D811F9E3-B8FF-4547-B515-91AB99CC325B}"/>
              </a:ext>
            </a:extLst>
          </p:cNvPr>
          <p:cNvSpPr>
            <a:spLocks noGrp="1"/>
          </p:cNvSpPr>
          <p:nvPr/>
        </p:nvSpPr>
        <p:spPr>
          <a:xfrm>
            <a:off x="7331494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4" name="F2_precision_recall_distributions_3728">
            <a:extLst>
              <a:ext uri="{FF2B5EF4-FFF2-40B4-BE49-F238E27FC236}">
                <a16:creationId xmlns:a16="http://schemas.microsoft.com/office/drawing/2014/main" id="{55C1A864-1D32-4348-9E1B-8593DB0F895F}"/>
              </a:ext>
            </a:extLst>
          </p:cNvPr>
          <p:cNvSpPr>
            <a:spLocks noGrp="1"/>
          </p:cNvSpPr>
          <p:nvPr/>
        </p:nvSpPr>
        <p:spPr>
          <a:xfrm>
            <a:off x="7135539" y="15787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5" name="F2_precision_recall_distributions_3729">
            <a:extLst>
              <a:ext uri="{FF2B5EF4-FFF2-40B4-BE49-F238E27FC236}">
                <a16:creationId xmlns:a16="http://schemas.microsoft.com/office/drawing/2014/main" id="{49EAE25E-170C-49D3-B303-96486755DB06}"/>
              </a:ext>
            </a:extLst>
          </p:cNvPr>
          <p:cNvSpPr>
            <a:spLocks noGrp="1"/>
          </p:cNvSpPr>
          <p:nvPr/>
        </p:nvSpPr>
        <p:spPr>
          <a:xfrm>
            <a:off x="7241356" y="16393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6" name="F2_precision_recall_distributions_3730">
            <a:extLst>
              <a:ext uri="{FF2B5EF4-FFF2-40B4-BE49-F238E27FC236}">
                <a16:creationId xmlns:a16="http://schemas.microsoft.com/office/drawing/2014/main" id="{C9E4217B-928D-4D5C-957B-878F81F8CA3E}"/>
              </a:ext>
            </a:extLst>
          </p:cNvPr>
          <p:cNvSpPr>
            <a:spLocks noGrp="1"/>
          </p:cNvSpPr>
          <p:nvPr/>
        </p:nvSpPr>
        <p:spPr>
          <a:xfrm>
            <a:off x="7000575" y="2059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7" name="F2_precision_recall_distributions_3731">
            <a:extLst>
              <a:ext uri="{FF2B5EF4-FFF2-40B4-BE49-F238E27FC236}">
                <a16:creationId xmlns:a16="http://schemas.microsoft.com/office/drawing/2014/main" id="{6AC3B951-AA23-4D39-95C9-69F31B0E039C}"/>
              </a:ext>
            </a:extLst>
          </p:cNvPr>
          <p:cNvSpPr>
            <a:spLocks noGrp="1"/>
          </p:cNvSpPr>
          <p:nvPr/>
        </p:nvSpPr>
        <p:spPr>
          <a:xfrm>
            <a:off x="7237090" y="2008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8" name="F2_precision_recall_distributions_3732">
            <a:extLst>
              <a:ext uri="{FF2B5EF4-FFF2-40B4-BE49-F238E27FC236}">
                <a16:creationId xmlns:a16="http://schemas.microsoft.com/office/drawing/2014/main" id="{8EFEFA98-ADC8-4097-8245-9C46F0F71F1C}"/>
              </a:ext>
            </a:extLst>
          </p:cNvPr>
          <p:cNvSpPr>
            <a:spLocks noGrp="1"/>
          </p:cNvSpPr>
          <p:nvPr/>
        </p:nvSpPr>
        <p:spPr>
          <a:xfrm>
            <a:off x="7281531" y="2024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9" name="F2_precision_recall_distributions_3733">
            <a:extLst>
              <a:ext uri="{FF2B5EF4-FFF2-40B4-BE49-F238E27FC236}">
                <a16:creationId xmlns:a16="http://schemas.microsoft.com/office/drawing/2014/main" id="{6CFD0639-C9D2-4DF6-A1D2-849D9487015D}"/>
              </a:ext>
            </a:extLst>
          </p:cNvPr>
          <p:cNvSpPr>
            <a:spLocks noGrp="1"/>
          </p:cNvSpPr>
          <p:nvPr/>
        </p:nvSpPr>
        <p:spPr>
          <a:xfrm>
            <a:off x="6971731" y="161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0" name="F2_precision_recall_distributions_3734">
            <a:extLst>
              <a:ext uri="{FF2B5EF4-FFF2-40B4-BE49-F238E27FC236}">
                <a16:creationId xmlns:a16="http://schemas.microsoft.com/office/drawing/2014/main" id="{8B980469-600F-4318-B058-FC309604BEA6}"/>
              </a:ext>
            </a:extLst>
          </p:cNvPr>
          <p:cNvSpPr>
            <a:spLocks noGrp="1"/>
          </p:cNvSpPr>
          <p:nvPr/>
        </p:nvSpPr>
        <p:spPr>
          <a:xfrm>
            <a:off x="7310523" y="231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1" name="F2_precision_recall_distributions_3735">
            <a:extLst>
              <a:ext uri="{FF2B5EF4-FFF2-40B4-BE49-F238E27FC236}">
                <a16:creationId xmlns:a16="http://schemas.microsoft.com/office/drawing/2014/main" id="{770BB314-B158-4985-9DCF-3D2399B47E4F}"/>
              </a:ext>
            </a:extLst>
          </p:cNvPr>
          <p:cNvSpPr>
            <a:spLocks noGrp="1"/>
          </p:cNvSpPr>
          <p:nvPr/>
        </p:nvSpPr>
        <p:spPr>
          <a:xfrm>
            <a:off x="7136781" y="1898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2" name="F2_precision_recall_distributions_3736">
            <a:extLst>
              <a:ext uri="{FF2B5EF4-FFF2-40B4-BE49-F238E27FC236}">
                <a16:creationId xmlns:a16="http://schemas.microsoft.com/office/drawing/2014/main" id="{B1EA4126-1C6C-49E7-93DD-790A23228EE5}"/>
              </a:ext>
            </a:extLst>
          </p:cNvPr>
          <p:cNvSpPr>
            <a:spLocks noGrp="1"/>
          </p:cNvSpPr>
          <p:nvPr/>
        </p:nvSpPr>
        <p:spPr>
          <a:xfrm>
            <a:off x="7134504" y="1602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3" name="F2_precision_recall_distributions_3737">
            <a:extLst>
              <a:ext uri="{FF2B5EF4-FFF2-40B4-BE49-F238E27FC236}">
                <a16:creationId xmlns:a16="http://schemas.microsoft.com/office/drawing/2014/main" id="{2AF4C1A2-F294-4644-9674-67C14D5D08C8}"/>
              </a:ext>
            </a:extLst>
          </p:cNvPr>
          <p:cNvSpPr>
            <a:spLocks noGrp="1"/>
          </p:cNvSpPr>
          <p:nvPr/>
        </p:nvSpPr>
        <p:spPr>
          <a:xfrm>
            <a:off x="7118441" y="17441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4" name="F2_precision_recall_distributions_3738">
            <a:extLst>
              <a:ext uri="{FF2B5EF4-FFF2-40B4-BE49-F238E27FC236}">
                <a16:creationId xmlns:a16="http://schemas.microsoft.com/office/drawing/2014/main" id="{8614D192-856A-45E8-88C7-1C19B5591446}"/>
              </a:ext>
            </a:extLst>
          </p:cNvPr>
          <p:cNvSpPr>
            <a:spLocks noGrp="1"/>
          </p:cNvSpPr>
          <p:nvPr/>
        </p:nvSpPr>
        <p:spPr>
          <a:xfrm>
            <a:off x="71821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5" name="F2_precision_recall_distributions_3739">
            <a:extLst>
              <a:ext uri="{FF2B5EF4-FFF2-40B4-BE49-F238E27FC236}">
                <a16:creationId xmlns:a16="http://schemas.microsoft.com/office/drawing/2014/main" id="{CC71AAA4-64D9-466F-8528-06038BAE643B}"/>
              </a:ext>
            </a:extLst>
          </p:cNvPr>
          <p:cNvSpPr>
            <a:spLocks noGrp="1"/>
          </p:cNvSpPr>
          <p:nvPr/>
        </p:nvSpPr>
        <p:spPr>
          <a:xfrm>
            <a:off x="7158637" y="22406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6" name="F2_precision_recall_distributions_3740">
            <a:extLst>
              <a:ext uri="{FF2B5EF4-FFF2-40B4-BE49-F238E27FC236}">
                <a16:creationId xmlns:a16="http://schemas.microsoft.com/office/drawing/2014/main" id="{1A451983-B249-4108-A6D3-8FFC649C31C2}"/>
              </a:ext>
            </a:extLst>
          </p:cNvPr>
          <p:cNvSpPr>
            <a:spLocks noGrp="1"/>
          </p:cNvSpPr>
          <p:nvPr/>
        </p:nvSpPr>
        <p:spPr>
          <a:xfrm>
            <a:off x="70976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7" name="F2_precision_recall_distributions_3741">
            <a:extLst>
              <a:ext uri="{FF2B5EF4-FFF2-40B4-BE49-F238E27FC236}">
                <a16:creationId xmlns:a16="http://schemas.microsoft.com/office/drawing/2014/main" id="{A6336ACD-5021-4A9F-BA6F-D9F41143316C}"/>
              </a:ext>
            </a:extLst>
          </p:cNvPr>
          <p:cNvSpPr>
            <a:spLocks noGrp="1"/>
          </p:cNvSpPr>
          <p:nvPr/>
        </p:nvSpPr>
        <p:spPr>
          <a:xfrm>
            <a:off x="711729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8" name="F2_precision_recall_distributions_3742">
            <a:extLst>
              <a:ext uri="{FF2B5EF4-FFF2-40B4-BE49-F238E27FC236}">
                <a16:creationId xmlns:a16="http://schemas.microsoft.com/office/drawing/2014/main" id="{41561739-40C7-42B9-B257-F7BDA99BF72D}"/>
              </a:ext>
            </a:extLst>
          </p:cNvPr>
          <p:cNvSpPr>
            <a:spLocks noGrp="1"/>
          </p:cNvSpPr>
          <p:nvPr/>
        </p:nvSpPr>
        <p:spPr>
          <a:xfrm>
            <a:off x="7992389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6023" y="842186"/>
                </a:lnTo>
                <a:lnTo>
                  <a:pt x="23432" y="835606"/>
                </a:lnTo>
                <a:lnTo>
                  <a:pt x="50366" y="829027"/>
                </a:lnTo>
                <a:lnTo>
                  <a:pt x="84090" y="822447"/>
                </a:lnTo>
                <a:lnTo>
                  <a:pt x="121458" y="815868"/>
                </a:lnTo>
                <a:lnTo>
                  <a:pt x="159387" y="809288"/>
                </a:lnTo>
                <a:lnTo>
                  <a:pt x="195264" y="802708"/>
                </a:lnTo>
                <a:lnTo>
                  <a:pt x="227205" y="796129"/>
                </a:lnTo>
                <a:lnTo>
                  <a:pt x="254139" y="789549"/>
                </a:lnTo>
                <a:lnTo>
                  <a:pt x="275747" y="782970"/>
                </a:lnTo>
                <a:lnTo>
                  <a:pt x="292301" y="776390"/>
                </a:lnTo>
                <a:lnTo>
                  <a:pt x="304450" y="769811"/>
                </a:lnTo>
                <a:lnTo>
                  <a:pt x="313027" y="763231"/>
                </a:lnTo>
                <a:lnTo>
                  <a:pt x="318879" y="756651"/>
                </a:lnTo>
                <a:lnTo>
                  <a:pt x="322768" y="750072"/>
                </a:lnTo>
                <a:lnTo>
                  <a:pt x="325311" y="743492"/>
                </a:lnTo>
                <a:lnTo>
                  <a:pt x="326969" y="736913"/>
                </a:lnTo>
                <a:lnTo>
                  <a:pt x="328060" y="730333"/>
                </a:lnTo>
                <a:lnTo>
                  <a:pt x="328779" y="723754"/>
                </a:lnTo>
                <a:lnTo>
                  <a:pt x="329233" y="717174"/>
                </a:lnTo>
                <a:lnTo>
                  <a:pt x="329470" y="710594"/>
                </a:lnTo>
                <a:lnTo>
                  <a:pt x="329498" y="704015"/>
                </a:lnTo>
                <a:lnTo>
                  <a:pt x="329314" y="697435"/>
                </a:lnTo>
                <a:lnTo>
                  <a:pt x="328914" y="690856"/>
                </a:lnTo>
                <a:lnTo>
                  <a:pt x="328307" y="684276"/>
                </a:lnTo>
                <a:lnTo>
                  <a:pt x="327519" y="677697"/>
                </a:lnTo>
                <a:lnTo>
                  <a:pt x="326594" y="671117"/>
                </a:lnTo>
                <a:lnTo>
                  <a:pt x="325587" y="664537"/>
                </a:lnTo>
                <a:lnTo>
                  <a:pt x="324560" y="657958"/>
                </a:lnTo>
                <a:lnTo>
                  <a:pt x="323566" y="651378"/>
                </a:lnTo>
                <a:lnTo>
                  <a:pt x="322646" y="644799"/>
                </a:lnTo>
                <a:lnTo>
                  <a:pt x="321819" y="638219"/>
                </a:lnTo>
                <a:lnTo>
                  <a:pt x="321081" y="631639"/>
                </a:lnTo>
                <a:lnTo>
                  <a:pt x="320409" y="625060"/>
                </a:lnTo>
                <a:lnTo>
                  <a:pt x="319766" y="618480"/>
                </a:lnTo>
                <a:lnTo>
                  <a:pt x="319109" y="611901"/>
                </a:lnTo>
                <a:lnTo>
                  <a:pt x="318405" y="605321"/>
                </a:lnTo>
                <a:lnTo>
                  <a:pt x="317630" y="598742"/>
                </a:lnTo>
                <a:lnTo>
                  <a:pt x="316784" y="592162"/>
                </a:lnTo>
                <a:lnTo>
                  <a:pt x="315885" y="585582"/>
                </a:lnTo>
                <a:lnTo>
                  <a:pt x="314971" y="579003"/>
                </a:lnTo>
                <a:lnTo>
                  <a:pt x="314096" y="572423"/>
                </a:lnTo>
                <a:lnTo>
                  <a:pt x="313319" y="565844"/>
                </a:lnTo>
                <a:lnTo>
                  <a:pt x="312699" y="559264"/>
                </a:lnTo>
                <a:lnTo>
                  <a:pt x="312284" y="552685"/>
                </a:lnTo>
                <a:lnTo>
                  <a:pt x="312104" y="546105"/>
                </a:lnTo>
                <a:lnTo>
                  <a:pt x="312164" y="539525"/>
                </a:lnTo>
                <a:lnTo>
                  <a:pt x="312440" y="532946"/>
                </a:lnTo>
                <a:lnTo>
                  <a:pt x="312875" y="526366"/>
                </a:lnTo>
                <a:lnTo>
                  <a:pt x="313385" y="519787"/>
                </a:lnTo>
                <a:lnTo>
                  <a:pt x="313867" y="513207"/>
                </a:lnTo>
                <a:lnTo>
                  <a:pt x="314209" y="506627"/>
                </a:lnTo>
                <a:lnTo>
                  <a:pt x="314306" y="500048"/>
                </a:lnTo>
                <a:lnTo>
                  <a:pt x="314072" y="493468"/>
                </a:lnTo>
                <a:lnTo>
                  <a:pt x="313454" y="486889"/>
                </a:lnTo>
                <a:lnTo>
                  <a:pt x="312438" y="480309"/>
                </a:lnTo>
                <a:lnTo>
                  <a:pt x="311045" y="473730"/>
                </a:lnTo>
                <a:lnTo>
                  <a:pt x="309332" y="467150"/>
                </a:lnTo>
                <a:lnTo>
                  <a:pt x="307381" y="460570"/>
                </a:lnTo>
                <a:lnTo>
                  <a:pt x="305286" y="453991"/>
                </a:lnTo>
                <a:lnTo>
                  <a:pt x="303147" y="447411"/>
                </a:lnTo>
                <a:lnTo>
                  <a:pt x="301058" y="440832"/>
                </a:lnTo>
                <a:lnTo>
                  <a:pt x="299106" y="434252"/>
                </a:lnTo>
                <a:lnTo>
                  <a:pt x="297368" y="427673"/>
                </a:lnTo>
                <a:lnTo>
                  <a:pt x="295909" y="421093"/>
                </a:lnTo>
                <a:lnTo>
                  <a:pt x="294782" y="414513"/>
                </a:lnTo>
                <a:lnTo>
                  <a:pt x="294026" y="407934"/>
                </a:lnTo>
                <a:lnTo>
                  <a:pt x="293664" y="401354"/>
                </a:lnTo>
                <a:lnTo>
                  <a:pt x="293698" y="394775"/>
                </a:lnTo>
                <a:lnTo>
                  <a:pt x="294108" y="388195"/>
                </a:lnTo>
                <a:lnTo>
                  <a:pt x="294848" y="381616"/>
                </a:lnTo>
                <a:lnTo>
                  <a:pt x="295845" y="375036"/>
                </a:lnTo>
                <a:lnTo>
                  <a:pt x="297010" y="368456"/>
                </a:lnTo>
                <a:lnTo>
                  <a:pt x="298239" y="361877"/>
                </a:lnTo>
                <a:lnTo>
                  <a:pt x="299428" y="355297"/>
                </a:lnTo>
                <a:lnTo>
                  <a:pt x="300482" y="348718"/>
                </a:lnTo>
                <a:lnTo>
                  <a:pt x="301327" y="342138"/>
                </a:lnTo>
                <a:lnTo>
                  <a:pt x="301913" y="335558"/>
                </a:lnTo>
                <a:lnTo>
                  <a:pt x="302220" y="328979"/>
                </a:lnTo>
                <a:lnTo>
                  <a:pt x="302252" y="322399"/>
                </a:lnTo>
                <a:lnTo>
                  <a:pt x="302034" y="315820"/>
                </a:lnTo>
                <a:lnTo>
                  <a:pt x="301601" y="309240"/>
                </a:lnTo>
                <a:lnTo>
                  <a:pt x="300991" y="302661"/>
                </a:lnTo>
                <a:lnTo>
                  <a:pt x="300240" y="296081"/>
                </a:lnTo>
                <a:lnTo>
                  <a:pt x="299379" y="289501"/>
                </a:lnTo>
                <a:lnTo>
                  <a:pt x="298433" y="282922"/>
                </a:lnTo>
                <a:lnTo>
                  <a:pt x="297427" y="276342"/>
                </a:lnTo>
                <a:lnTo>
                  <a:pt x="296383" y="269763"/>
                </a:lnTo>
                <a:lnTo>
                  <a:pt x="295331" y="263183"/>
                </a:lnTo>
                <a:lnTo>
                  <a:pt x="294302" y="256604"/>
                </a:lnTo>
                <a:lnTo>
                  <a:pt x="293332" y="250024"/>
                </a:lnTo>
                <a:lnTo>
                  <a:pt x="292454" y="243444"/>
                </a:lnTo>
                <a:lnTo>
                  <a:pt x="291696" y="236865"/>
                </a:lnTo>
                <a:lnTo>
                  <a:pt x="291077" y="230285"/>
                </a:lnTo>
                <a:lnTo>
                  <a:pt x="290603" y="223706"/>
                </a:lnTo>
                <a:lnTo>
                  <a:pt x="290268" y="217126"/>
                </a:lnTo>
                <a:lnTo>
                  <a:pt x="290059" y="210546"/>
                </a:lnTo>
                <a:lnTo>
                  <a:pt x="289956" y="203967"/>
                </a:lnTo>
                <a:lnTo>
                  <a:pt x="289944" y="197387"/>
                </a:lnTo>
                <a:lnTo>
                  <a:pt x="290015" y="190808"/>
                </a:lnTo>
                <a:lnTo>
                  <a:pt x="290175" y="184228"/>
                </a:lnTo>
                <a:lnTo>
                  <a:pt x="290450" y="177649"/>
                </a:lnTo>
                <a:lnTo>
                  <a:pt x="290883" y="171069"/>
                </a:lnTo>
                <a:lnTo>
                  <a:pt x="291530" y="164489"/>
                </a:lnTo>
                <a:lnTo>
                  <a:pt x="292456" y="157910"/>
                </a:lnTo>
                <a:lnTo>
                  <a:pt x="293721" y="151330"/>
                </a:lnTo>
                <a:lnTo>
                  <a:pt x="295367" y="144751"/>
                </a:lnTo>
                <a:lnTo>
                  <a:pt x="297413" y="138171"/>
                </a:lnTo>
                <a:lnTo>
                  <a:pt x="299841" y="131592"/>
                </a:lnTo>
                <a:lnTo>
                  <a:pt x="302599" y="125012"/>
                </a:lnTo>
                <a:lnTo>
                  <a:pt x="305607" y="118432"/>
                </a:lnTo>
                <a:lnTo>
                  <a:pt x="308768" y="111853"/>
                </a:lnTo>
                <a:lnTo>
                  <a:pt x="311975" y="105273"/>
                </a:lnTo>
                <a:lnTo>
                  <a:pt x="315129" y="98694"/>
                </a:lnTo>
                <a:lnTo>
                  <a:pt x="318149" y="92114"/>
                </a:lnTo>
                <a:lnTo>
                  <a:pt x="320972" y="85535"/>
                </a:lnTo>
                <a:lnTo>
                  <a:pt x="323559" y="78955"/>
                </a:lnTo>
                <a:lnTo>
                  <a:pt x="325889" y="72375"/>
                </a:lnTo>
                <a:lnTo>
                  <a:pt x="327959" y="65796"/>
                </a:lnTo>
                <a:lnTo>
                  <a:pt x="329772" y="59216"/>
                </a:lnTo>
                <a:lnTo>
                  <a:pt x="331339" y="52637"/>
                </a:lnTo>
                <a:lnTo>
                  <a:pt x="332673" y="46057"/>
                </a:lnTo>
                <a:lnTo>
                  <a:pt x="333786" y="39477"/>
                </a:lnTo>
                <a:lnTo>
                  <a:pt x="334694" y="32898"/>
                </a:lnTo>
                <a:lnTo>
                  <a:pt x="335411" y="26318"/>
                </a:lnTo>
                <a:lnTo>
                  <a:pt x="335950" y="19739"/>
                </a:lnTo>
                <a:lnTo>
                  <a:pt x="336324" y="13159"/>
                </a:lnTo>
                <a:lnTo>
                  <a:pt x="336544" y="6580"/>
                </a:lnTo>
                <a:lnTo>
                  <a:pt x="336617" y="0"/>
                </a:lnTo>
                <a:lnTo>
                  <a:pt x="338480" y="0"/>
                </a:lnTo>
                <a:lnTo>
                  <a:pt x="338480" y="0"/>
                </a:lnTo>
                <a:lnTo>
                  <a:pt x="338552" y="6580"/>
                </a:lnTo>
                <a:lnTo>
                  <a:pt x="338772" y="13159"/>
                </a:lnTo>
                <a:lnTo>
                  <a:pt x="339147" y="19739"/>
                </a:lnTo>
                <a:lnTo>
                  <a:pt x="339686" y="26318"/>
                </a:lnTo>
                <a:lnTo>
                  <a:pt x="340402" y="32898"/>
                </a:lnTo>
                <a:lnTo>
                  <a:pt x="341310" y="39477"/>
                </a:lnTo>
                <a:lnTo>
                  <a:pt x="342424" y="46057"/>
                </a:lnTo>
                <a:lnTo>
                  <a:pt x="343757" y="52637"/>
                </a:lnTo>
                <a:lnTo>
                  <a:pt x="345324" y="59216"/>
                </a:lnTo>
                <a:lnTo>
                  <a:pt x="347138" y="65796"/>
                </a:lnTo>
                <a:lnTo>
                  <a:pt x="349207" y="72375"/>
                </a:lnTo>
                <a:lnTo>
                  <a:pt x="351538" y="78955"/>
                </a:lnTo>
                <a:lnTo>
                  <a:pt x="354125" y="85535"/>
                </a:lnTo>
                <a:lnTo>
                  <a:pt x="356948" y="92114"/>
                </a:lnTo>
                <a:lnTo>
                  <a:pt x="359967" y="98694"/>
                </a:lnTo>
                <a:lnTo>
                  <a:pt x="363122" y="105273"/>
                </a:lnTo>
                <a:lnTo>
                  <a:pt x="366329" y="111853"/>
                </a:lnTo>
                <a:lnTo>
                  <a:pt x="369489" y="118432"/>
                </a:lnTo>
                <a:lnTo>
                  <a:pt x="372498" y="125012"/>
                </a:lnTo>
                <a:lnTo>
                  <a:pt x="375256" y="131592"/>
                </a:lnTo>
                <a:lnTo>
                  <a:pt x="377684" y="138171"/>
                </a:lnTo>
                <a:lnTo>
                  <a:pt x="379729" y="144751"/>
                </a:lnTo>
                <a:lnTo>
                  <a:pt x="381376" y="151330"/>
                </a:lnTo>
                <a:lnTo>
                  <a:pt x="382641" y="157910"/>
                </a:lnTo>
                <a:lnTo>
                  <a:pt x="383567" y="164489"/>
                </a:lnTo>
                <a:lnTo>
                  <a:pt x="384214" y="171069"/>
                </a:lnTo>
                <a:lnTo>
                  <a:pt x="384646" y="177649"/>
                </a:lnTo>
                <a:lnTo>
                  <a:pt x="384921" y="184228"/>
                </a:lnTo>
                <a:lnTo>
                  <a:pt x="385082" y="190808"/>
                </a:lnTo>
                <a:lnTo>
                  <a:pt x="385153" y="197387"/>
                </a:lnTo>
                <a:lnTo>
                  <a:pt x="385141" y="203967"/>
                </a:lnTo>
                <a:lnTo>
                  <a:pt x="385038" y="210546"/>
                </a:lnTo>
                <a:lnTo>
                  <a:pt x="384829" y="217126"/>
                </a:lnTo>
                <a:lnTo>
                  <a:pt x="384494" y="223706"/>
                </a:lnTo>
                <a:lnTo>
                  <a:pt x="384020" y="230285"/>
                </a:lnTo>
                <a:lnTo>
                  <a:pt x="383401" y="236865"/>
                </a:lnTo>
                <a:lnTo>
                  <a:pt x="382643" y="243444"/>
                </a:lnTo>
                <a:lnTo>
                  <a:pt x="381765" y="250024"/>
                </a:lnTo>
                <a:lnTo>
                  <a:pt x="380795" y="256604"/>
                </a:lnTo>
                <a:lnTo>
                  <a:pt x="379766" y="263183"/>
                </a:lnTo>
                <a:lnTo>
                  <a:pt x="378713" y="269763"/>
                </a:lnTo>
                <a:lnTo>
                  <a:pt x="377670" y="276342"/>
                </a:lnTo>
                <a:lnTo>
                  <a:pt x="376663" y="282922"/>
                </a:lnTo>
                <a:lnTo>
                  <a:pt x="375717" y="289501"/>
                </a:lnTo>
                <a:lnTo>
                  <a:pt x="374856" y="296081"/>
                </a:lnTo>
                <a:lnTo>
                  <a:pt x="374106" y="302661"/>
                </a:lnTo>
                <a:lnTo>
                  <a:pt x="373496" y="309240"/>
                </a:lnTo>
                <a:lnTo>
                  <a:pt x="373063" y="315820"/>
                </a:lnTo>
                <a:lnTo>
                  <a:pt x="372844" y="322399"/>
                </a:lnTo>
                <a:lnTo>
                  <a:pt x="372877" y="328979"/>
                </a:lnTo>
                <a:lnTo>
                  <a:pt x="373184" y="335558"/>
                </a:lnTo>
                <a:lnTo>
                  <a:pt x="373770" y="342138"/>
                </a:lnTo>
                <a:lnTo>
                  <a:pt x="374614" y="348718"/>
                </a:lnTo>
                <a:lnTo>
                  <a:pt x="375669" y="355297"/>
                </a:lnTo>
                <a:lnTo>
                  <a:pt x="376858" y="361877"/>
                </a:lnTo>
                <a:lnTo>
                  <a:pt x="378087" y="368456"/>
                </a:lnTo>
                <a:lnTo>
                  <a:pt x="379251" y="375036"/>
                </a:lnTo>
                <a:lnTo>
                  <a:pt x="380249" y="381616"/>
                </a:lnTo>
                <a:lnTo>
                  <a:pt x="380988" y="388195"/>
                </a:lnTo>
                <a:lnTo>
                  <a:pt x="381398" y="394775"/>
                </a:lnTo>
                <a:lnTo>
                  <a:pt x="381432" y="401354"/>
                </a:lnTo>
                <a:lnTo>
                  <a:pt x="381070" y="407934"/>
                </a:lnTo>
                <a:lnTo>
                  <a:pt x="380314" y="414513"/>
                </a:lnTo>
                <a:lnTo>
                  <a:pt x="379187" y="421093"/>
                </a:lnTo>
                <a:lnTo>
                  <a:pt x="377728" y="427673"/>
                </a:lnTo>
                <a:lnTo>
                  <a:pt x="375990" y="434252"/>
                </a:lnTo>
                <a:lnTo>
                  <a:pt x="374039" y="440832"/>
                </a:lnTo>
                <a:lnTo>
                  <a:pt x="371950" y="447411"/>
                </a:lnTo>
                <a:lnTo>
                  <a:pt x="369810" y="453991"/>
                </a:lnTo>
                <a:lnTo>
                  <a:pt x="367716" y="460570"/>
                </a:lnTo>
                <a:lnTo>
                  <a:pt x="365764" y="467150"/>
                </a:lnTo>
                <a:lnTo>
                  <a:pt x="364052" y="473730"/>
                </a:lnTo>
                <a:lnTo>
                  <a:pt x="362659" y="480309"/>
                </a:lnTo>
                <a:lnTo>
                  <a:pt x="361642" y="486889"/>
                </a:lnTo>
                <a:lnTo>
                  <a:pt x="361025" y="493468"/>
                </a:lnTo>
                <a:lnTo>
                  <a:pt x="360791" y="500048"/>
                </a:lnTo>
                <a:lnTo>
                  <a:pt x="360888" y="506627"/>
                </a:lnTo>
                <a:lnTo>
                  <a:pt x="361230" y="513207"/>
                </a:lnTo>
                <a:lnTo>
                  <a:pt x="361712" y="519787"/>
                </a:lnTo>
                <a:lnTo>
                  <a:pt x="362222" y="526366"/>
                </a:lnTo>
                <a:lnTo>
                  <a:pt x="362657" y="532946"/>
                </a:lnTo>
                <a:lnTo>
                  <a:pt x="362932" y="539525"/>
                </a:lnTo>
                <a:lnTo>
                  <a:pt x="362993" y="546105"/>
                </a:lnTo>
                <a:lnTo>
                  <a:pt x="362813" y="552685"/>
                </a:lnTo>
                <a:lnTo>
                  <a:pt x="362398" y="559264"/>
                </a:lnTo>
                <a:lnTo>
                  <a:pt x="361777" y="565844"/>
                </a:lnTo>
                <a:lnTo>
                  <a:pt x="361000" y="572423"/>
                </a:lnTo>
                <a:lnTo>
                  <a:pt x="360125" y="579003"/>
                </a:lnTo>
                <a:lnTo>
                  <a:pt x="359212" y="585582"/>
                </a:lnTo>
                <a:lnTo>
                  <a:pt x="358313" y="592162"/>
                </a:lnTo>
                <a:lnTo>
                  <a:pt x="357467" y="598742"/>
                </a:lnTo>
                <a:lnTo>
                  <a:pt x="356692" y="605321"/>
                </a:lnTo>
                <a:lnTo>
                  <a:pt x="355987" y="611901"/>
                </a:lnTo>
                <a:lnTo>
                  <a:pt x="355331" y="618480"/>
                </a:lnTo>
                <a:lnTo>
                  <a:pt x="354687" y="625060"/>
                </a:lnTo>
                <a:lnTo>
                  <a:pt x="354015" y="631639"/>
                </a:lnTo>
                <a:lnTo>
                  <a:pt x="353277" y="638219"/>
                </a:lnTo>
                <a:lnTo>
                  <a:pt x="352450" y="644799"/>
                </a:lnTo>
                <a:lnTo>
                  <a:pt x="351531" y="651378"/>
                </a:lnTo>
                <a:lnTo>
                  <a:pt x="350537" y="657958"/>
                </a:lnTo>
                <a:lnTo>
                  <a:pt x="349509" y="664537"/>
                </a:lnTo>
                <a:lnTo>
                  <a:pt x="348503" y="671117"/>
                </a:lnTo>
                <a:lnTo>
                  <a:pt x="347578" y="677697"/>
                </a:lnTo>
                <a:lnTo>
                  <a:pt x="346790" y="684276"/>
                </a:lnTo>
                <a:lnTo>
                  <a:pt x="346182" y="690856"/>
                </a:lnTo>
                <a:lnTo>
                  <a:pt x="345782" y="697435"/>
                </a:lnTo>
                <a:lnTo>
                  <a:pt x="345598" y="704015"/>
                </a:lnTo>
                <a:lnTo>
                  <a:pt x="345627" y="710594"/>
                </a:lnTo>
                <a:lnTo>
                  <a:pt x="345863" y="717174"/>
                </a:lnTo>
                <a:lnTo>
                  <a:pt x="346318" y="723754"/>
                </a:lnTo>
                <a:lnTo>
                  <a:pt x="347037" y="730333"/>
                </a:lnTo>
                <a:lnTo>
                  <a:pt x="348127" y="736913"/>
                </a:lnTo>
                <a:lnTo>
                  <a:pt x="349786" y="743492"/>
                </a:lnTo>
                <a:lnTo>
                  <a:pt x="352329" y="750072"/>
                </a:lnTo>
                <a:lnTo>
                  <a:pt x="356217" y="756651"/>
                </a:lnTo>
                <a:lnTo>
                  <a:pt x="362069" y="763231"/>
                </a:lnTo>
                <a:lnTo>
                  <a:pt x="370646" y="769811"/>
                </a:lnTo>
                <a:lnTo>
                  <a:pt x="382796" y="776390"/>
                </a:lnTo>
                <a:lnTo>
                  <a:pt x="399349" y="782970"/>
                </a:lnTo>
                <a:lnTo>
                  <a:pt x="420958" y="789549"/>
                </a:lnTo>
                <a:lnTo>
                  <a:pt x="447891" y="796129"/>
                </a:lnTo>
                <a:lnTo>
                  <a:pt x="479832" y="802708"/>
                </a:lnTo>
                <a:lnTo>
                  <a:pt x="515710" y="809288"/>
                </a:lnTo>
                <a:lnTo>
                  <a:pt x="553639" y="815868"/>
                </a:lnTo>
                <a:lnTo>
                  <a:pt x="591006" y="822447"/>
                </a:lnTo>
                <a:lnTo>
                  <a:pt x="624731" y="829027"/>
                </a:lnTo>
                <a:lnTo>
                  <a:pt x="651664" y="835606"/>
                </a:lnTo>
                <a:lnTo>
                  <a:pt x="66907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929" name="F2_precision_recall_distributions_3743">
            <a:extLst>
              <a:ext uri="{FF2B5EF4-FFF2-40B4-BE49-F238E27FC236}">
                <a16:creationId xmlns:a16="http://schemas.microsoft.com/office/drawing/2014/main" id="{9E20A9A4-64B3-4802-9557-3AFA8E0FA2B8}"/>
              </a:ext>
            </a:extLst>
          </p:cNvPr>
          <p:cNvSpPr>
            <a:spLocks noGrp="1"/>
          </p:cNvSpPr>
          <p:nvPr/>
        </p:nvSpPr>
        <p:spPr>
          <a:xfrm>
            <a:off x="82789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0" name="F2_precision_recall_distributions_3744">
            <a:extLst>
              <a:ext uri="{FF2B5EF4-FFF2-40B4-BE49-F238E27FC236}">
                <a16:creationId xmlns:a16="http://schemas.microsoft.com/office/drawing/2014/main" id="{7340EAD6-E29B-4238-9AC7-F0C0A22EA2BC}"/>
              </a:ext>
            </a:extLst>
          </p:cNvPr>
          <p:cNvSpPr>
            <a:spLocks noGrp="1"/>
          </p:cNvSpPr>
          <p:nvPr/>
        </p:nvSpPr>
        <p:spPr>
          <a:xfrm>
            <a:off x="8285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1" name="F2_precision_recall_distributions_3745">
            <a:extLst>
              <a:ext uri="{FF2B5EF4-FFF2-40B4-BE49-F238E27FC236}">
                <a16:creationId xmlns:a16="http://schemas.microsoft.com/office/drawing/2014/main" id="{E0522C90-90DE-4E78-88D9-A1491BF156FE}"/>
              </a:ext>
            </a:extLst>
          </p:cNvPr>
          <p:cNvSpPr>
            <a:spLocks noGrp="1"/>
          </p:cNvSpPr>
          <p:nvPr/>
        </p:nvSpPr>
        <p:spPr>
          <a:xfrm>
            <a:off x="8273894" y="19882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2" name="F2_precision_recall_distributions_3746">
            <a:extLst>
              <a:ext uri="{FF2B5EF4-FFF2-40B4-BE49-F238E27FC236}">
                <a16:creationId xmlns:a16="http://schemas.microsoft.com/office/drawing/2014/main" id="{C0CEA4D7-B31A-4246-B46E-7A302B0B354D}"/>
              </a:ext>
            </a:extLst>
          </p:cNvPr>
          <p:cNvSpPr>
            <a:spLocks noGrp="1"/>
          </p:cNvSpPr>
          <p:nvPr/>
        </p:nvSpPr>
        <p:spPr>
          <a:xfrm>
            <a:off x="83735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3" name="F2_precision_recall_distributions_3747">
            <a:extLst>
              <a:ext uri="{FF2B5EF4-FFF2-40B4-BE49-F238E27FC236}">
                <a16:creationId xmlns:a16="http://schemas.microsoft.com/office/drawing/2014/main" id="{D29C1788-14CB-4504-AD75-BF409ACB13C2}"/>
              </a:ext>
            </a:extLst>
          </p:cNvPr>
          <p:cNvSpPr>
            <a:spLocks noGrp="1"/>
          </p:cNvSpPr>
          <p:nvPr/>
        </p:nvSpPr>
        <p:spPr>
          <a:xfrm>
            <a:off x="8254665" y="1808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4" name="F2_precision_recall_distributions_3748">
            <a:extLst>
              <a:ext uri="{FF2B5EF4-FFF2-40B4-BE49-F238E27FC236}">
                <a16:creationId xmlns:a16="http://schemas.microsoft.com/office/drawing/2014/main" id="{4448AE86-043C-4FBE-A3C7-BEDDEF968359}"/>
              </a:ext>
            </a:extLst>
          </p:cNvPr>
          <p:cNvSpPr>
            <a:spLocks noGrp="1"/>
          </p:cNvSpPr>
          <p:nvPr/>
        </p:nvSpPr>
        <p:spPr>
          <a:xfrm>
            <a:off x="81329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5" name="F2_precision_recall_distributions_3749">
            <a:extLst>
              <a:ext uri="{FF2B5EF4-FFF2-40B4-BE49-F238E27FC236}">
                <a16:creationId xmlns:a16="http://schemas.microsoft.com/office/drawing/2014/main" id="{66DF26FF-1F29-4BBF-B4B8-F7B5FEC26387}"/>
              </a:ext>
            </a:extLst>
          </p:cNvPr>
          <p:cNvSpPr>
            <a:spLocks noGrp="1"/>
          </p:cNvSpPr>
          <p:nvPr/>
        </p:nvSpPr>
        <p:spPr>
          <a:xfrm>
            <a:off x="81515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6" name="F2_precision_recall_distributions_3750">
            <a:extLst>
              <a:ext uri="{FF2B5EF4-FFF2-40B4-BE49-F238E27FC236}">
                <a16:creationId xmlns:a16="http://schemas.microsoft.com/office/drawing/2014/main" id="{7BB8E813-A619-4FED-BFE9-A1761201B8DF}"/>
              </a:ext>
            </a:extLst>
          </p:cNvPr>
          <p:cNvSpPr>
            <a:spLocks noGrp="1"/>
          </p:cNvSpPr>
          <p:nvPr/>
        </p:nvSpPr>
        <p:spPr>
          <a:xfrm>
            <a:off x="8203595" y="15826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7" name="F2_precision_recall_distributions_3751">
            <a:extLst>
              <a:ext uri="{FF2B5EF4-FFF2-40B4-BE49-F238E27FC236}">
                <a16:creationId xmlns:a16="http://schemas.microsoft.com/office/drawing/2014/main" id="{E7692D35-56C0-4323-B9E7-9328058CB544}"/>
              </a:ext>
            </a:extLst>
          </p:cNvPr>
          <p:cNvSpPr>
            <a:spLocks noGrp="1"/>
          </p:cNvSpPr>
          <p:nvPr/>
        </p:nvSpPr>
        <p:spPr>
          <a:xfrm>
            <a:off x="83228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8" name="F2_precision_recall_distributions_3752">
            <a:extLst>
              <a:ext uri="{FF2B5EF4-FFF2-40B4-BE49-F238E27FC236}">
                <a16:creationId xmlns:a16="http://schemas.microsoft.com/office/drawing/2014/main" id="{62D4D914-BBB2-4F24-9ADA-FBD82B20D196}"/>
              </a:ext>
            </a:extLst>
          </p:cNvPr>
          <p:cNvSpPr>
            <a:spLocks noGrp="1"/>
          </p:cNvSpPr>
          <p:nvPr/>
        </p:nvSpPr>
        <p:spPr>
          <a:xfrm>
            <a:off x="8482322" y="16855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9" name="F2_precision_recall_distributions_3753">
            <a:extLst>
              <a:ext uri="{FF2B5EF4-FFF2-40B4-BE49-F238E27FC236}">
                <a16:creationId xmlns:a16="http://schemas.microsoft.com/office/drawing/2014/main" id="{C2ABD5A6-7016-4A65-B022-ACAC8E51CBB1}"/>
              </a:ext>
            </a:extLst>
          </p:cNvPr>
          <p:cNvSpPr>
            <a:spLocks noGrp="1"/>
          </p:cNvSpPr>
          <p:nvPr/>
        </p:nvSpPr>
        <p:spPr>
          <a:xfrm>
            <a:off x="8199225" y="19238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0" name="F2_precision_recall_distributions_3754">
            <a:extLst>
              <a:ext uri="{FF2B5EF4-FFF2-40B4-BE49-F238E27FC236}">
                <a16:creationId xmlns:a16="http://schemas.microsoft.com/office/drawing/2014/main" id="{A8F54898-BF78-4F00-9D41-822A30D3545C}"/>
              </a:ext>
            </a:extLst>
          </p:cNvPr>
          <p:cNvSpPr>
            <a:spLocks noGrp="1"/>
          </p:cNvSpPr>
          <p:nvPr/>
        </p:nvSpPr>
        <p:spPr>
          <a:xfrm>
            <a:off x="8479091" y="1860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1" name="F2_precision_recall_distributions_3755">
            <a:extLst>
              <a:ext uri="{FF2B5EF4-FFF2-40B4-BE49-F238E27FC236}">
                <a16:creationId xmlns:a16="http://schemas.microsoft.com/office/drawing/2014/main" id="{0362E224-AB99-49B3-8DC8-596983762759}"/>
              </a:ext>
            </a:extLst>
          </p:cNvPr>
          <p:cNvSpPr>
            <a:spLocks noGrp="1"/>
          </p:cNvSpPr>
          <p:nvPr/>
        </p:nvSpPr>
        <p:spPr>
          <a:xfrm>
            <a:off x="8411766" y="1669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2" name="F2_precision_recall_distributions_3756">
            <a:extLst>
              <a:ext uri="{FF2B5EF4-FFF2-40B4-BE49-F238E27FC236}">
                <a16:creationId xmlns:a16="http://schemas.microsoft.com/office/drawing/2014/main" id="{5A4C51C9-D919-4E65-8ECB-CE394B3205D9}"/>
              </a:ext>
            </a:extLst>
          </p:cNvPr>
          <p:cNvSpPr>
            <a:spLocks noGrp="1"/>
          </p:cNvSpPr>
          <p:nvPr/>
        </p:nvSpPr>
        <p:spPr>
          <a:xfrm>
            <a:off x="82736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3" name="F2_precision_recall_distributions_3757">
            <a:extLst>
              <a:ext uri="{FF2B5EF4-FFF2-40B4-BE49-F238E27FC236}">
                <a16:creationId xmlns:a16="http://schemas.microsoft.com/office/drawing/2014/main" id="{D4E9A3EF-653C-4FD8-9B89-3F24EF71DB53}"/>
              </a:ext>
            </a:extLst>
          </p:cNvPr>
          <p:cNvSpPr>
            <a:spLocks noGrp="1"/>
          </p:cNvSpPr>
          <p:nvPr/>
        </p:nvSpPr>
        <p:spPr>
          <a:xfrm>
            <a:off x="8209330" y="20664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4" name="F2_precision_recall_distributions_3758">
            <a:extLst>
              <a:ext uri="{FF2B5EF4-FFF2-40B4-BE49-F238E27FC236}">
                <a16:creationId xmlns:a16="http://schemas.microsoft.com/office/drawing/2014/main" id="{E2E52BDC-75A7-49B7-8BB7-367BF8CDB794}"/>
              </a:ext>
            </a:extLst>
          </p:cNvPr>
          <p:cNvSpPr>
            <a:spLocks noGrp="1"/>
          </p:cNvSpPr>
          <p:nvPr/>
        </p:nvSpPr>
        <p:spPr>
          <a:xfrm>
            <a:off x="8397840" y="1687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5" name="F2_precision_recall_distributions_3759">
            <a:extLst>
              <a:ext uri="{FF2B5EF4-FFF2-40B4-BE49-F238E27FC236}">
                <a16:creationId xmlns:a16="http://schemas.microsoft.com/office/drawing/2014/main" id="{CA6CAFD2-5F4B-4431-B360-72F44F3E445F}"/>
              </a:ext>
            </a:extLst>
          </p:cNvPr>
          <p:cNvSpPr>
            <a:spLocks noGrp="1"/>
          </p:cNvSpPr>
          <p:nvPr/>
        </p:nvSpPr>
        <p:spPr>
          <a:xfrm>
            <a:off x="83819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6" name="F2_precision_recall_distributions_3760">
            <a:extLst>
              <a:ext uri="{FF2B5EF4-FFF2-40B4-BE49-F238E27FC236}">
                <a16:creationId xmlns:a16="http://schemas.microsoft.com/office/drawing/2014/main" id="{BE551947-707F-4497-83A1-A48BCE44AB7A}"/>
              </a:ext>
            </a:extLst>
          </p:cNvPr>
          <p:cNvSpPr>
            <a:spLocks noGrp="1"/>
          </p:cNvSpPr>
          <p:nvPr/>
        </p:nvSpPr>
        <p:spPr>
          <a:xfrm>
            <a:off x="8378992" y="16345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7" name="F2_precision_recall_distributions_3761">
            <a:extLst>
              <a:ext uri="{FF2B5EF4-FFF2-40B4-BE49-F238E27FC236}">
                <a16:creationId xmlns:a16="http://schemas.microsoft.com/office/drawing/2014/main" id="{4CB58FD9-C177-4661-B1FD-59901C01A56B}"/>
              </a:ext>
            </a:extLst>
          </p:cNvPr>
          <p:cNvSpPr>
            <a:spLocks noGrp="1"/>
          </p:cNvSpPr>
          <p:nvPr/>
        </p:nvSpPr>
        <p:spPr>
          <a:xfrm>
            <a:off x="8161678" y="16066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8" name="F2_precision_recall_distributions_3762">
            <a:extLst>
              <a:ext uri="{FF2B5EF4-FFF2-40B4-BE49-F238E27FC236}">
                <a16:creationId xmlns:a16="http://schemas.microsoft.com/office/drawing/2014/main" id="{4FA8CC8C-8A4E-42B8-8FAE-BED7F8882897}"/>
              </a:ext>
            </a:extLst>
          </p:cNvPr>
          <p:cNvSpPr>
            <a:spLocks noGrp="1"/>
          </p:cNvSpPr>
          <p:nvPr/>
        </p:nvSpPr>
        <p:spPr>
          <a:xfrm>
            <a:off x="8164897" y="1848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9" name="F2_precision_recall_distributions_3763">
            <a:extLst>
              <a:ext uri="{FF2B5EF4-FFF2-40B4-BE49-F238E27FC236}">
                <a16:creationId xmlns:a16="http://schemas.microsoft.com/office/drawing/2014/main" id="{7791C77D-7C30-4F9F-9372-E14DF368F4AA}"/>
              </a:ext>
            </a:extLst>
          </p:cNvPr>
          <p:cNvSpPr>
            <a:spLocks noGrp="1"/>
          </p:cNvSpPr>
          <p:nvPr/>
        </p:nvSpPr>
        <p:spPr>
          <a:xfrm>
            <a:off x="8241020" y="1919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0" name="F2_precision_recall_distributions_3764">
            <a:extLst>
              <a:ext uri="{FF2B5EF4-FFF2-40B4-BE49-F238E27FC236}">
                <a16:creationId xmlns:a16="http://schemas.microsoft.com/office/drawing/2014/main" id="{FB509598-0367-4769-AFEF-DCF6FE892058}"/>
              </a:ext>
            </a:extLst>
          </p:cNvPr>
          <p:cNvSpPr>
            <a:spLocks noGrp="1"/>
          </p:cNvSpPr>
          <p:nvPr/>
        </p:nvSpPr>
        <p:spPr>
          <a:xfrm>
            <a:off x="83915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1" name="F2_precision_recall_distributions_3765">
            <a:extLst>
              <a:ext uri="{FF2B5EF4-FFF2-40B4-BE49-F238E27FC236}">
                <a16:creationId xmlns:a16="http://schemas.microsoft.com/office/drawing/2014/main" id="{21DF1289-41C3-46DA-8394-006A00C53BB9}"/>
              </a:ext>
            </a:extLst>
          </p:cNvPr>
          <p:cNvSpPr>
            <a:spLocks noGrp="1"/>
          </p:cNvSpPr>
          <p:nvPr/>
        </p:nvSpPr>
        <p:spPr>
          <a:xfrm>
            <a:off x="8450673" y="19321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2" name="F2_precision_recall_distributions_3766">
            <a:extLst>
              <a:ext uri="{FF2B5EF4-FFF2-40B4-BE49-F238E27FC236}">
                <a16:creationId xmlns:a16="http://schemas.microsoft.com/office/drawing/2014/main" id="{F41EE3A8-C9C8-47E7-BD77-DB1C16BB9C96}"/>
              </a:ext>
            </a:extLst>
          </p:cNvPr>
          <p:cNvSpPr>
            <a:spLocks noGrp="1"/>
          </p:cNvSpPr>
          <p:nvPr/>
        </p:nvSpPr>
        <p:spPr>
          <a:xfrm>
            <a:off x="8414375" y="17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3" name="F2_precision_recall_distributions_3767">
            <a:extLst>
              <a:ext uri="{FF2B5EF4-FFF2-40B4-BE49-F238E27FC236}">
                <a16:creationId xmlns:a16="http://schemas.microsoft.com/office/drawing/2014/main" id="{CE3AE0F9-1E01-4D72-B95E-169E91759FD0}"/>
              </a:ext>
            </a:extLst>
          </p:cNvPr>
          <p:cNvSpPr>
            <a:spLocks noGrp="1"/>
          </p:cNvSpPr>
          <p:nvPr/>
        </p:nvSpPr>
        <p:spPr>
          <a:xfrm>
            <a:off x="83589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4" name="F2_precision_recall_distributions_3768">
            <a:extLst>
              <a:ext uri="{FF2B5EF4-FFF2-40B4-BE49-F238E27FC236}">
                <a16:creationId xmlns:a16="http://schemas.microsoft.com/office/drawing/2014/main" id="{600FA120-F75B-4716-9F16-59D4230EE9E6}"/>
              </a:ext>
            </a:extLst>
          </p:cNvPr>
          <p:cNvSpPr>
            <a:spLocks noGrp="1"/>
          </p:cNvSpPr>
          <p:nvPr/>
        </p:nvSpPr>
        <p:spPr>
          <a:xfrm>
            <a:off x="8287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5" name="F2_precision_recall_distributions_3769">
            <a:extLst>
              <a:ext uri="{FF2B5EF4-FFF2-40B4-BE49-F238E27FC236}">
                <a16:creationId xmlns:a16="http://schemas.microsoft.com/office/drawing/2014/main" id="{0D8A2059-D6AE-46E1-81D0-69C5E4958A52}"/>
              </a:ext>
            </a:extLst>
          </p:cNvPr>
          <p:cNvSpPr>
            <a:spLocks noGrp="1"/>
          </p:cNvSpPr>
          <p:nvPr/>
        </p:nvSpPr>
        <p:spPr>
          <a:xfrm>
            <a:off x="8374537" y="2000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6" name="F2_precision_recall_distributions_3770">
            <a:extLst>
              <a:ext uri="{FF2B5EF4-FFF2-40B4-BE49-F238E27FC236}">
                <a16:creationId xmlns:a16="http://schemas.microsoft.com/office/drawing/2014/main" id="{E08B5114-2F56-40E8-A1C4-084580640C47}"/>
              </a:ext>
            </a:extLst>
          </p:cNvPr>
          <p:cNvSpPr>
            <a:spLocks noGrp="1"/>
          </p:cNvSpPr>
          <p:nvPr/>
        </p:nvSpPr>
        <p:spPr>
          <a:xfrm>
            <a:off x="84613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7" name="F2_precision_recall_distributions_3771">
            <a:extLst>
              <a:ext uri="{FF2B5EF4-FFF2-40B4-BE49-F238E27FC236}">
                <a16:creationId xmlns:a16="http://schemas.microsoft.com/office/drawing/2014/main" id="{0F4E73B8-FB3D-447D-B806-B883FFC775EE}"/>
              </a:ext>
            </a:extLst>
          </p:cNvPr>
          <p:cNvSpPr>
            <a:spLocks noGrp="1"/>
          </p:cNvSpPr>
          <p:nvPr/>
        </p:nvSpPr>
        <p:spPr>
          <a:xfrm>
            <a:off x="8383134" y="1621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8" name="F2_precision_recall_distributions_3772">
            <a:extLst>
              <a:ext uri="{FF2B5EF4-FFF2-40B4-BE49-F238E27FC236}">
                <a16:creationId xmlns:a16="http://schemas.microsoft.com/office/drawing/2014/main" id="{9012CD6A-1DC2-4D9C-8094-A35824DF33C6}"/>
              </a:ext>
            </a:extLst>
          </p:cNvPr>
          <p:cNvSpPr>
            <a:spLocks noGrp="1"/>
          </p:cNvSpPr>
          <p:nvPr/>
        </p:nvSpPr>
        <p:spPr>
          <a:xfrm>
            <a:off x="8400883" y="16183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9" name="F2_precision_recall_distributions_3773">
            <a:extLst>
              <a:ext uri="{FF2B5EF4-FFF2-40B4-BE49-F238E27FC236}">
                <a16:creationId xmlns:a16="http://schemas.microsoft.com/office/drawing/2014/main" id="{5A5C7528-E72C-4DC6-B704-345EF7F5D7AD}"/>
              </a:ext>
            </a:extLst>
          </p:cNvPr>
          <p:cNvSpPr>
            <a:spLocks noGrp="1"/>
          </p:cNvSpPr>
          <p:nvPr/>
        </p:nvSpPr>
        <p:spPr>
          <a:xfrm>
            <a:off x="83000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0" name="F2_precision_recall_distributions_3774">
            <a:extLst>
              <a:ext uri="{FF2B5EF4-FFF2-40B4-BE49-F238E27FC236}">
                <a16:creationId xmlns:a16="http://schemas.microsoft.com/office/drawing/2014/main" id="{7479D08D-E701-4AB7-994D-95ADC63FD794}"/>
              </a:ext>
            </a:extLst>
          </p:cNvPr>
          <p:cNvSpPr>
            <a:spLocks noGrp="1"/>
          </p:cNvSpPr>
          <p:nvPr/>
        </p:nvSpPr>
        <p:spPr>
          <a:xfrm>
            <a:off x="8352932" y="1878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1" name="F2_precision_recall_distributions_3775">
            <a:extLst>
              <a:ext uri="{FF2B5EF4-FFF2-40B4-BE49-F238E27FC236}">
                <a16:creationId xmlns:a16="http://schemas.microsoft.com/office/drawing/2014/main" id="{5A2E7875-D7C6-4BA8-8023-BE82DB2BBF53}"/>
              </a:ext>
            </a:extLst>
          </p:cNvPr>
          <p:cNvSpPr>
            <a:spLocks noGrp="1"/>
          </p:cNvSpPr>
          <p:nvPr/>
        </p:nvSpPr>
        <p:spPr>
          <a:xfrm>
            <a:off x="83858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2" name="F2_precision_recall_distributions_3776">
            <a:extLst>
              <a:ext uri="{FF2B5EF4-FFF2-40B4-BE49-F238E27FC236}">
                <a16:creationId xmlns:a16="http://schemas.microsoft.com/office/drawing/2014/main" id="{1E059B64-6305-4A64-A806-C68DB1B4819A}"/>
              </a:ext>
            </a:extLst>
          </p:cNvPr>
          <p:cNvSpPr>
            <a:spLocks noGrp="1"/>
          </p:cNvSpPr>
          <p:nvPr/>
        </p:nvSpPr>
        <p:spPr>
          <a:xfrm>
            <a:off x="8238484" y="161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3" name="F2_precision_recall_distributions_3777">
            <a:extLst>
              <a:ext uri="{FF2B5EF4-FFF2-40B4-BE49-F238E27FC236}">
                <a16:creationId xmlns:a16="http://schemas.microsoft.com/office/drawing/2014/main" id="{FEC9CDBD-95A5-4B5E-8E8D-94FED51921F3}"/>
              </a:ext>
            </a:extLst>
          </p:cNvPr>
          <p:cNvSpPr>
            <a:spLocks noGrp="1"/>
          </p:cNvSpPr>
          <p:nvPr/>
        </p:nvSpPr>
        <p:spPr>
          <a:xfrm>
            <a:off x="826051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4" name="F2_precision_recall_distributions_3778">
            <a:extLst>
              <a:ext uri="{FF2B5EF4-FFF2-40B4-BE49-F238E27FC236}">
                <a16:creationId xmlns:a16="http://schemas.microsoft.com/office/drawing/2014/main" id="{DE8E3ABD-ABB6-43F5-B6BA-3596F4FE7805}"/>
              </a:ext>
            </a:extLst>
          </p:cNvPr>
          <p:cNvSpPr>
            <a:spLocks noGrp="1"/>
          </p:cNvSpPr>
          <p:nvPr/>
        </p:nvSpPr>
        <p:spPr>
          <a:xfrm>
            <a:off x="8464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5" name="F2_precision_recall_distributions_3779">
            <a:extLst>
              <a:ext uri="{FF2B5EF4-FFF2-40B4-BE49-F238E27FC236}">
                <a16:creationId xmlns:a16="http://schemas.microsoft.com/office/drawing/2014/main" id="{45E9F47F-1DC9-495E-BC69-A05A2E426344}"/>
              </a:ext>
            </a:extLst>
          </p:cNvPr>
          <p:cNvSpPr>
            <a:spLocks noGrp="1"/>
          </p:cNvSpPr>
          <p:nvPr/>
        </p:nvSpPr>
        <p:spPr>
          <a:xfrm>
            <a:off x="82373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6" name="F2_precision_recall_distributions_3780">
            <a:extLst>
              <a:ext uri="{FF2B5EF4-FFF2-40B4-BE49-F238E27FC236}">
                <a16:creationId xmlns:a16="http://schemas.microsoft.com/office/drawing/2014/main" id="{88720554-8718-4FC6-96CF-57C15ECDED47}"/>
              </a:ext>
            </a:extLst>
          </p:cNvPr>
          <p:cNvSpPr>
            <a:spLocks noGrp="1"/>
          </p:cNvSpPr>
          <p:nvPr/>
        </p:nvSpPr>
        <p:spPr>
          <a:xfrm>
            <a:off x="8468661" y="16947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7" name="F2_precision_recall_distributions_3781">
            <a:extLst>
              <a:ext uri="{FF2B5EF4-FFF2-40B4-BE49-F238E27FC236}">
                <a16:creationId xmlns:a16="http://schemas.microsoft.com/office/drawing/2014/main" id="{4B2A1980-2CA2-4AF3-91A2-86D089DF1C94}"/>
              </a:ext>
            </a:extLst>
          </p:cNvPr>
          <p:cNvSpPr>
            <a:spLocks noGrp="1"/>
          </p:cNvSpPr>
          <p:nvPr/>
        </p:nvSpPr>
        <p:spPr>
          <a:xfrm>
            <a:off x="819447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8" name="F2_precision_recall_distributions_3782">
            <a:extLst>
              <a:ext uri="{FF2B5EF4-FFF2-40B4-BE49-F238E27FC236}">
                <a16:creationId xmlns:a16="http://schemas.microsoft.com/office/drawing/2014/main" id="{E5860143-0DD5-46C1-A2D2-D53D84E3CFD4}"/>
              </a:ext>
            </a:extLst>
          </p:cNvPr>
          <p:cNvSpPr>
            <a:spLocks noGrp="1"/>
          </p:cNvSpPr>
          <p:nvPr/>
        </p:nvSpPr>
        <p:spPr>
          <a:xfrm>
            <a:off x="8457396" y="1737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9" name="F2_precision_recall_distributions_3783">
            <a:extLst>
              <a:ext uri="{FF2B5EF4-FFF2-40B4-BE49-F238E27FC236}">
                <a16:creationId xmlns:a16="http://schemas.microsoft.com/office/drawing/2014/main" id="{2EFB6D1E-7570-4023-8CBF-FFE2A3A29195}"/>
              </a:ext>
            </a:extLst>
          </p:cNvPr>
          <p:cNvSpPr>
            <a:spLocks noGrp="1"/>
          </p:cNvSpPr>
          <p:nvPr/>
        </p:nvSpPr>
        <p:spPr>
          <a:xfrm>
            <a:off x="8195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0" name="F2_precision_recall_distributions_3784">
            <a:extLst>
              <a:ext uri="{FF2B5EF4-FFF2-40B4-BE49-F238E27FC236}">
                <a16:creationId xmlns:a16="http://schemas.microsoft.com/office/drawing/2014/main" id="{FEE869E6-743B-4695-A8C6-9A1D7B41DEA0}"/>
              </a:ext>
            </a:extLst>
          </p:cNvPr>
          <p:cNvSpPr>
            <a:spLocks noGrp="1"/>
          </p:cNvSpPr>
          <p:nvPr/>
        </p:nvSpPr>
        <p:spPr>
          <a:xfrm>
            <a:off x="8426758" y="16996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1" name="F2_precision_recall_distributions_3785">
            <a:extLst>
              <a:ext uri="{FF2B5EF4-FFF2-40B4-BE49-F238E27FC236}">
                <a16:creationId xmlns:a16="http://schemas.microsoft.com/office/drawing/2014/main" id="{F6C9037C-95EF-4BCC-82C6-145A6CD160B4}"/>
              </a:ext>
            </a:extLst>
          </p:cNvPr>
          <p:cNvSpPr>
            <a:spLocks noGrp="1"/>
          </p:cNvSpPr>
          <p:nvPr/>
        </p:nvSpPr>
        <p:spPr>
          <a:xfrm>
            <a:off x="83951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2" name="F2_precision_recall_distributions_3786">
            <a:extLst>
              <a:ext uri="{FF2B5EF4-FFF2-40B4-BE49-F238E27FC236}">
                <a16:creationId xmlns:a16="http://schemas.microsoft.com/office/drawing/2014/main" id="{94FF73D9-C9AF-4BA8-B547-2867AAF7D136}"/>
              </a:ext>
            </a:extLst>
          </p:cNvPr>
          <p:cNvSpPr>
            <a:spLocks noGrp="1"/>
          </p:cNvSpPr>
          <p:nvPr/>
        </p:nvSpPr>
        <p:spPr>
          <a:xfrm>
            <a:off x="827077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3" name="F2_precision_recall_distributions_3787">
            <a:extLst>
              <a:ext uri="{FF2B5EF4-FFF2-40B4-BE49-F238E27FC236}">
                <a16:creationId xmlns:a16="http://schemas.microsoft.com/office/drawing/2014/main" id="{777448EF-DEFB-44DE-BBC7-3E08987160CA}"/>
              </a:ext>
            </a:extLst>
          </p:cNvPr>
          <p:cNvSpPr>
            <a:spLocks noGrp="1"/>
          </p:cNvSpPr>
          <p:nvPr/>
        </p:nvSpPr>
        <p:spPr>
          <a:xfrm>
            <a:off x="838003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4" name="F2_precision_recall_distributions_3788">
            <a:extLst>
              <a:ext uri="{FF2B5EF4-FFF2-40B4-BE49-F238E27FC236}">
                <a16:creationId xmlns:a16="http://schemas.microsoft.com/office/drawing/2014/main" id="{A34D5422-D81F-4C34-9EB6-08220D5B461C}"/>
              </a:ext>
            </a:extLst>
          </p:cNvPr>
          <p:cNvSpPr>
            <a:spLocks noGrp="1"/>
          </p:cNvSpPr>
          <p:nvPr/>
        </p:nvSpPr>
        <p:spPr>
          <a:xfrm>
            <a:off x="8200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5" name="F2_precision_recall_distributions_3789">
            <a:extLst>
              <a:ext uri="{FF2B5EF4-FFF2-40B4-BE49-F238E27FC236}">
                <a16:creationId xmlns:a16="http://schemas.microsoft.com/office/drawing/2014/main" id="{71455F72-91C5-4480-8D18-3CA23011D08E}"/>
              </a:ext>
            </a:extLst>
          </p:cNvPr>
          <p:cNvSpPr>
            <a:spLocks noGrp="1"/>
          </p:cNvSpPr>
          <p:nvPr/>
        </p:nvSpPr>
        <p:spPr>
          <a:xfrm>
            <a:off x="8412896" y="1890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6" name="F2_precision_recall_distributions_3790">
            <a:extLst>
              <a:ext uri="{FF2B5EF4-FFF2-40B4-BE49-F238E27FC236}">
                <a16:creationId xmlns:a16="http://schemas.microsoft.com/office/drawing/2014/main" id="{AF28188A-E0CE-4FA8-9BA6-A569D15D5FCC}"/>
              </a:ext>
            </a:extLst>
          </p:cNvPr>
          <p:cNvSpPr>
            <a:spLocks noGrp="1"/>
          </p:cNvSpPr>
          <p:nvPr/>
        </p:nvSpPr>
        <p:spPr>
          <a:xfrm>
            <a:off x="823493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7" name="F2_precision_recall_distributions_3791">
            <a:extLst>
              <a:ext uri="{FF2B5EF4-FFF2-40B4-BE49-F238E27FC236}">
                <a16:creationId xmlns:a16="http://schemas.microsoft.com/office/drawing/2014/main" id="{0B4EFCBA-96B0-4331-8EA3-793DAF9F73A9}"/>
              </a:ext>
            </a:extLst>
          </p:cNvPr>
          <p:cNvSpPr>
            <a:spLocks noGrp="1"/>
          </p:cNvSpPr>
          <p:nvPr/>
        </p:nvSpPr>
        <p:spPr>
          <a:xfrm>
            <a:off x="8349422" y="17751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8" name="F2_precision_recall_distributions_3792">
            <a:extLst>
              <a:ext uri="{FF2B5EF4-FFF2-40B4-BE49-F238E27FC236}">
                <a16:creationId xmlns:a16="http://schemas.microsoft.com/office/drawing/2014/main" id="{098711DE-1BA8-411C-8424-A9AD351C57E2}"/>
              </a:ext>
            </a:extLst>
          </p:cNvPr>
          <p:cNvSpPr>
            <a:spLocks noGrp="1"/>
          </p:cNvSpPr>
          <p:nvPr/>
        </p:nvSpPr>
        <p:spPr>
          <a:xfrm>
            <a:off x="8465465" y="1882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9" name="F2_precision_recall_distributions_3793">
            <a:extLst>
              <a:ext uri="{FF2B5EF4-FFF2-40B4-BE49-F238E27FC236}">
                <a16:creationId xmlns:a16="http://schemas.microsoft.com/office/drawing/2014/main" id="{EBA9544E-E58B-496A-B4C9-7CE600F1C02B}"/>
              </a:ext>
            </a:extLst>
          </p:cNvPr>
          <p:cNvSpPr>
            <a:spLocks noGrp="1"/>
          </p:cNvSpPr>
          <p:nvPr/>
        </p:nvSpPr>
        <p:spPr>
          <a:xfrm>
            <a:off x="8403174" y="18930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0" name="F2_precision_recall_distributions_3794">
            <a:extLst>
              <a:ext uri="{FF2B5EF4-FFF2-40B4-BE49-F238E27FC236}">
                <a16:creationId xmlns:a16="http://schemas.microsoft.com/office/drawing/2014/main" id="{8F03100D-58E9-44D9-92DC-6A7920CE9B23}"/>
              </a:ext>
            </a:extLst>
          </p:cNvPr>
          <p:cNvSpPr>
            <a:spLocks noGrp="1"/>
          </p:cNvSpPr>
          <p:nvPr/>
        </p:nvSpPr>
        <p:spPr>
          <a:xfrm>
            <a:off x="822308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1" name="F2_precision_recall_distributions_3795">
            <a:extLst>
              <a:ext uri="{FF2B5EF4-FFF2-40B4-BE49-F238E27FC236}">
                <a16:creationId xmlns:a16="http://schemas.microsoft.com/office/drawing/2014/main" id="{6CFC692E-6C33-4C9B-A2DE-44B700CA0E48}"/>
              </a:ext>
            </a:extLst>
          </p:cNvPr>
          <p:cNvSpPr>
            <a:spLocks noGrp="1"/>
          </p:cNvSpPr>
          <p:nvPr/>
        </p:nvSpPr>
        <p:spPr>
          <a:xfrm>
            <a:off x="8287841" y="18759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2" name="F2_precision_recall_distributions_3796">
            <a:extLst>
              <a:ext uri="{FF2B5EF4-FFF2-40B4-BE49-F238E27FC236}">
                <a16:creationId xmlns:a16="http://schemas.microsoft.com/office/drawing/2014/main" id="{C6B294B3-6AD2-4CEB-AF89-25B7008B31CE}"/>
              </a:ext>
            </a:extLst>
          </p:cNvPr>
          <p:cNvSpPr>
            <a:spLocks noGrp="1"/>
          </p:cNvSpPr>
          <p:nvPr/>
        </p:nvSpPr>
        <p:spPr>
          <a:xfrm>
            <a:off x="8130218" y="1848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3" name="F2_precision_recall_distributions_3797">
            <a:extLst>
              <a:ext uri="{FF2B5EF4-FFF2-40B4-BE49-F238E27FC236}">
                <a16:creationId xmlns:a16="http://schemas.microsoft.com/office/drawing/2014/main" id="{FE3EA994-BBCE-4C69-9AC1-12FC97EBF021}"/>
              </a:ext>
            </a:extLst>
          </p:cNvPr>
          <p:cNvSpPr>
            <a:spLocks noGrp="1"/>
          </p:cNvSpPr>
          <p:nvPr/>
        </p:nvSpPr>
        <p:spPr>
          <a:xfrm>
            <a:off x="83511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4" name="F2_precision_recall_distributions_3798">
            <a:extLst>
              <a:ext uri="{FF2B5EF4-FFF2-40B4-BE49-F238E27FC236}">
                <a16:creationId xmlns:a16="http://schemas.microsoft.com/office/drawing/2014/main" id="{2C495CD7-63D9-404E-9FAB-4339B0C86674}"/>
              </a:ext>
            </a:extLst>
          </p:cNvPr>
          <p:cNvSpPr>
            <a:spLocks noGrp="1"/>
          </p:cNvSpPr>
          <p:nvPr/>
        </p:nvSpPr>
        <p:spPr>
          <a:xfrm>
            <a:off x="8374947" y="16458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5" name="F2_precision_recall_distributions_3799">
            <a:extLst>
              <a:ext uri="{FF2B5EF4-FFF2-40B4-BE49-F238E27FC236}">
                <a16:creationId xmlns:a16="http://schemas.microsoft.com/office/drawing/2014/main" id="{F0F59E42-3161-4A19-A0B0-1AE817330C2D}"/>
              </a:ext>
            </a:extLst>
          </p:cNvPr>
          <p:cNvSpPr>
            <a:spLocks noGrp="1"/>
          </p:cNvSpPr>
          <p:nvPr/>
        </p:nvSpPr>
        <p:spPr>
          <a:xfrm>
            <a:off x="8136392" y="1862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6" name="F2_precision_recall_distributions_3800">
            <a:extLst>
              <a:ext uri="{FF2B5EF4-FFF2-40B4-BE49-F238E27FC236}">
                <a16:creationId xmlns:a16="http://schemas.microsoft.com/office/drawing/2014/main" id="{8351B190-6AE3-49B7-91EA-076F2698EA6A}"/>
              </a:ext>
            </a:extLst>
          </p:cNvPr>
          <p:cNvSpPr>
            <a:spLocks noGrp="1"/>
          </p:cNvSpPr>
          <p:nvPr/>
        </p:nvSpPr>
        <p:spPr>
          <a:xfrm>
            <a:off x="8351939" y="1773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7" name="F2_precision_recall_distributions_3801">
            <a:extLst>
              <a:ext uri="{FF2B5EF4-FFF2-40B4-BE49-F238E27FC236}">
                <a16:creationId xmlns:a16="http://schemas.microsoft.com/office/drawing/2014/main" id="{33CA4DDB-9B87-4809-9DA2-8E0522298ED2}"/>
              </a:ext>
            </a:extLst>
          </p:cNvPr>
          <p:cNvSpPr>
            <a:spLocks noGrp="1"/>
          </p:cNvSpPr>
          <p:nvPr/>
        </p:nvSpPr>
        <p:spPr>
          <a:xfrm>
            <a:off x="8232086" y="17831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8" name="F2_precision_recall_distributions_3802">
            <a:extLst>
              <a:ext uri="{FF2B5EF4-FFF2-40B4-BE49-F238E27FC236}">
                <a16:creationId xmlns:a16="http://schemas.microsoft.com/office/drawing/2014/main" id="{F1EF7503-7413-40AE-AAE9-884798FD11A9}"/>
              </a:ext>
            </a:extLst>
          </p:cNvPr>
          <p:cNvSpPr>
            <a:spLocks noGrp="1"/>
          </p:cNvSpPr>
          <p:nvPr/>
        </p:nvSpPr>
        <p:spPr>
          <a:xfrm>
            <a:off x="8165318" y="1718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9" name="F2_precision_recall_distributions_3803">
            <a:extLst>
              <a:ext uri="{FF2B5EF4-FFF2-40B4-BE49-F238E27FC236}">
                <a16:creationId xmlns:a16="http://schemas.microsoft.com/office/drawing/2014/main" id="{EB4BC921-72A8-4F00-82C1-99C54FF46914}"/>
              </a:ext>
            </a:extLst>
          </p:cNvPr>
          <p:cNvSpPr>
            <a:spLocks noGrp="1"/>
          </p:cNvSpPr>
          <p:nvPr/>
        </p:nvSpPr>
        <p:spPr>
          <a:xfrm>
            <a:off x="8498242" y="1642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0" name="F2_precision_recall_distributions_3804">
            <a:extLst>
              <a:ext uri="{FF2B5EF4-FFF2-40B4-BE49-F238E27FC236}">
                <a16:creationId xmlns:a16="http://schemas.microsoft.com/office/drawing/2014/main" id="{FF7309F7-EA6A-46C5-ABEE-FE5730435816}"/>
              </a:ext>
            </a:extLst>
          </p:cNvPr>
          <p:cNvSpPr>
            <a:spLocks noGrp="1"/>
          </p:cNvSpPr>
          <p:nvPr/>
        </p:nvSpPr>
        <p:spPr>
          <a:xfrm>
            <a:off x="83313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1" name="F2_precision_recall_distributions_3805">
            <a:extLst>
              <a:ext uri="{FF2B5EF4-FFF2-40B4-BE49-F238E27FC236}">
                <a16:creationId xmlns:a16="http://schemas.microsoft.com/office/drawing/2014/main" id="{6A6A644E-956E-4454-9ACE-87A82225C3D1}"/>
              </a:ext>
            </a:extLst>
          </p:cNvPr>
          <p:cNvSpPr>
            <a:spLocks noGrp="1"/>
          </p:cNvSpPr>
          <p:nvPr/>
        </p:nvSpPr>
        <p:spPr>
          <a:xfrm>
            <a:off x="820828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2" name="F2_precision_recall_distributions_3806">
            <a:extLst>
              <a:ext uri="{FF2B5EF4-FFF2-40B4-BE49-F238E27FC236}">
                <a16:creationId xmlns:a16="http://schemas.microsoft.com/office/drawing/2014/main" id="{5046C5C2-2FBD-4D78-A093-89647EED8276}"/>
              </a:ext>
            </a:extLst>
          </p:cNvPr>
          <p:cNvSpPr>
            <a:spLocks noGrp="1"/>
          </p:cNvSpPr>
          <p:nvPr/>
        </p:nvSpPr>
        <p:spPr>
          <a:xfrm>
            <a:off x="83526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3" name="F2_precision_recall_distributions_3807">
            <a:extLst>
              <a:ext uri="{FF2B5EF4-FFF2-40B4-BE49-F238E27FC236}">
                <a16:creationId xmlns:a16="http://schemas.microsoft.com/office/drawing/2014/main" id="{878DB822-8B89-40E3-B457-70EBB7DA4750}"/>
              </a:ext>
            </a:extLst>
          </p:cNvPr>
          <p:cNvSpPr>
            <a:spLocks noGrp="1"/>
          </p:cNvSpPr>
          <p:nvPr/>
        </p:nvSpPr>
        <p:spPr>
          <a:xfrm>
            <a:off x="8341653" y="1647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4" name="F2_precision_recall_distributions_3808">
            <a:extLst>
              <a:ext uri="{FF2B5EF4-FFF2-40B4-BE49-F238E27FC236}">
                <a16:creationId xmlns:a16="http://schemas.microsoft.com/office/drawing/2014/main" id="{E88FE262-216A-453D-831B-936E492914BD}"/>
              </a:ext>
            </a:extLst>
          </p:cNvPr>
          <p:cNvSpPr>
            <a:spLocks noGrp="1"/>
          </p:cNvSpPr>
          <p:nvPr/>
        </p:nvSpPr>
        <p:spPr>
          <a:xfrm>
            <a:off x="848528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5" name="F2_precision_recall_distributions_3809">
            <a:extLst>
              <a:ext uri="{FF2B5EF4-FFF2-40B4-BE49-F238E27FC236}">
                <a16:creationId xmlns:a16="http://schemas.microsoft.com/office/drawing/2014/main" id="{31ACC0D3-44E9-4CA0-8B67-E1130C876AE2}"/>
              </a:ext>
            </a:extLst>
          </p:cNvPr>
          <p:cNvSpPr>
            <a:spLocks noGrp="1"/>
          </p:cNvSpPr>
          <p:nvPr/>
        </p:nvSpPr>
        <p:spPr>
          <a:xfrm>
            <a:off x="8200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6" name="F2_precision_recall_distributions_3810">
            <a:extLst>
              <a:ext uri="{FF2B5EF4-FFF2-40B4-BE49-F238E27FC236}">
                <a16:creationId xmlns:a16="http://schemas.microsoft.com/office/drawing/2014/main" id="{92B8B80D-FC6F-4F6B-B10E-EC8B90773EBB}"/>
              </a:ext>
            </a:extLst>
          </p:cNvPr>
          <p:cNvSpPr>
            <a:spLocks noGrp="1"/>
          </p:cNvSpPr>
          <p:nvPr/>
        </p:nvSpPr>
        <p:spPr>
          <a:xfrm>
            <a:off x="81936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7" name="F2_precision_recall_distributions_3811">
            <a:extLst>
              <a:ext uri="{FF2B5EF4-FFF2-40B4-BE49-F238E27FC236}">
                <a16:creationId xmlns:a16="http://schemas.microsoft.com/office/drawing/2014/main" id="{67F80C23-B4A3-4035-902F-F31E3312B169}"/>
              </a:ext>
            </a:extLst>
          </p:cNvPr>
          <p:cNvSpPr>
            <a:spLocks noGrp="1"/>
          </p:cNvSpPr>
          <p:nvPr/>
        </p:nvSpPr>
        <p:spPr>
          <a:xfrm>
            <a:off x="8330189" y="17393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8" name="F2_precision_recall_distributions_3812">
            <a:extLst>
              <a:ext uri="{FF2B5EF4-FFF2-40B4-BE49-F238E27FC236}">
                <a16:creationId xmlns:a16="http://schemas.microsoft.com/office/drawing/2014/main" id="{55C8F98E-A748-4986-828C-6FACEECBE601}"/>
              </a:ext>
            </a:extLst>
          </p:cNvPr>
          <p:cNvSpPr>
            <a:spLocks noGrp="1"/>
          </p:cNvSpPr>
          <p:nvPr/>
        </p:nvSpPr>
        <p:spPr>
          <a:xfrm>
            <a:off x="83617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9" name="F2_precision_recall_distributions_3813">
            <a:extLst>
              <a:ext uri="{FF2B5EF4-FFF2-40B4-BE49-F238E27FC236}">
                <a16:creationId xmlns:a16="http://schemas.microsoft.com/office/drawing/2014/main" id="{6AC331A5-F013-4E1C-9490-B4CFE13CA1B5}"/>
              </a:ext>
            </a:extLst>
          </p:cNvPr>
          <p:cNvSpPr>
            <a:spLocks noGrp="1"/>
          </p:cNvSpPr>
          <p:nvPr/>
        </p:nvSpPr>
        <p:spPr>
          <a:xfrm>
            <a:off x="8222001" y="1689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0" name="F2_precision_recall_distributions_3814">
            <a:extLst>
              <a:ext uri="{FF2B5EF4-FFF2-40B4-BE49-F238E27FC236}">
                <a16:creationId xmlns:a16="http://schemas.microsoft.com/office/drawing/2014/main" id="{136CCAB5-B082-4199-9B39-97E5AE27AFCE}"/>
              </a:ext>
            </a:extLst>
          </p:cNvPr>
          <p:cNvSpPr>
            <a:spLocks noGrp="1"/>
          </p:cNvSpPr>
          <p:nvPr/>
        </p:nvSpPr>
        <p:spPr>
          <a:xfrm>
            <a:off x="8499015" y="18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1" name="F2_precision_recall_distributions_3815">
            <a:extLst>
              <a:ext uri="{FF2B5EF4-FFF2-40B4-BE49-F238E27FC236}">
                <a16:creationId xmlns:a16="http://schemas.microsoft.com/office/drawing/2014/main" id="{B6BB6CCA-DE65-4C0A-868B-5E05C36C0F45}"/>
              </a:ext>
            </a:extLst>
          </p:cNvPr>
          <p:cNvSpPr>
            <a:spLocks noGrp="1"/>
          </p:cNvSpPr>
          <p:nvPr/>
        </p:nvSpPr>
        <p:spPr>
          <a:xfrm>
            <a:off x="8400598" y="2283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2" name="F2_precision_recall_distributions_3816">
            <a:extLst>
              <a:ext uri="{FF2B5EF4-FFF2-40B4-BE49-F238E27FC236}">
                <a16:creationId xmlns:a16="http://schemas.microsoft.com/office/drawing/2014/main" id="{82ECE69A-BED4-4EA1-A01F-4CE00456DE34}"/>
              </a:ext>
            </a:extLst>
          </p:cNvPr>
          <p:cNvSpPr>
            <a:spLocks noGrp="1"/>
          </p:cNvSpPr>
          <p:nvPr/>
        </p:nvSpPr>
        <p:spPr>
          <a:xfrm>
            <a:off x="8391914" y="18837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3" name="F2_precision_recall_distributions_3817">
            <a:extLst>
              <a:ext uri="{FF2B5EF4-FFF2-40B4-BE49-F238E27FC236}">
                <a16:creationId xmlns:a16="http://schemas.microsoft.com/office/drawing/2014/main" id="{64BF92B3-98E7-42B8-A862-9E69AE8FF64C}"/>
              </a:ext>
            </a:extLst>
          </p:cNvPr>
          <p:cNvSpPr>
            <a:spLocks noGrp="1"/>
          </p:cNvSpPr>
          <p:nvPr/>
        </p:nvSpPr>
        <p:spPr>
          <a:xfrm>
            <a:off x="8445245" y="2123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4" name="F2_precision_recall_distributions_3818">
            <a:extLst>
              <a:ext uri="{FF2B5EF4-FFF2-40B4-BE49-F238E27FC236}">
                <a16:creationId xmlns:a16="http://schemas.microsoft.com/office/drawing/2014/main" id="{130483BB-5C53-41F5-9A05-7BECD1AABC90}"/>
              </a:ext>
            </a:extLst>
          </p:cNvPr>
          <p:cNvSpPr>
            <a:spLocks noGrp="1"/>
          </p:cNvSpPr>
          <p:nvPr/>
        </p:nvSpPr>
        <p:spPr>
          <a:xfrm>
            <a:off x="8364501" y="22778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5" name="F2_precision_recall_distributions_3819">
            <a:extLst>
              <a:ext uri="{FF2B5EF4-FFF2-40B4-BE49-F238E27FC236}">
                <a16:creationId xmlns:a16="http://schemas.microsoft.com/office/drawing/2014/main" id="{9FA70960-9C47-4983-9B5D-972CC3C7695E}"/>
              </a:ext>
            </a:extLst>
          </p:cNvPr>
          <p:cNvSpPr>
            <a:spLocks noGrp="1"/>
          </p:cNvSpPr>
          <p:nvPr/>
        </p:nvSpPr>
        <p:spPr>
          <a:xfrm>
            <a:off x="850109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6" name="F2_precision_recall_distributions_3820">
            <a:extLst>
              <a:ext uri="{FF2B5EF4-FFF2-40B4-BE49-F238E27FC236}">
                <a16:creationId xmlns:a16="http://schemas.microsoft.com/office/drawing/2014/main" id="{63BE1850-6887-409B-812A-DF44BF5CA76F}"/>
              </a:ext>
            </a:extLst>
          </p:cNvPr>
          <p:cNvSpPr>
            <a:spLocks noGrp="1"/>
          </p:cNvSpPr>
          <p:nvPr/>
        </p:nvSpPr>
        <p:spPr>
          <a:xfrm>
            <a:off x="8239735" y="16476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7" name="F2_precision_recall_distributions_3821">
            <a:extLst>
              <a:ext uri="{FF2B5EF4-FFF2-40B4-BE49-F238E27FC236}">
                <a16:creationId xmlns:a16="http://schemas.microsoft.com/office/drawing/2014/main" id="{79209A2E-31D4-4D2A-9DED-3848A81B0AA1}"/>
              </a:ext>
            </a:extLst>
          </p:cNvPr>
          <p:cNvSpPr>
            <a:spLocks noGrp="1"/>
          </p:cNvSpPr>
          <p:nvPr/>
        </p:nvSpPr>
        <p:spPr>
          <a:xfrm>
            <a:off x="8381925" y="2323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8" name="F2_precision_recall_distributions_3822">
            <a:extLst>
              <a:ext uri="{FF2B5EF4-FFF2-40B4-BE49-F238E27FC236}">
                <a16:creationId xmlns:a16="http://schemas.microsoft.com/office/drawing/2014/main" id="{EF24A0F7-1A7A-41B9-BB74-9E50E3E8BD1D}"/>
              </a:ext>
            </a:extLst>
          </p:cNvPr>
          <p:cNvSpPr>
            <a:spLocks noGrp="1"/>
          </p:cNvSpPr>
          <p:nvPr/>
        </p:nvSpPr>
        <p:spPr>
          <a:xfrm>
            <a:off x="8497365" y="23412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9" name="F2_precision_recall_distributions_3823">
            <a:extLst>
              <a:ext uri="{FF2B5EF4-FFF2-40B4-BE49-F238E27FC236}">
                <a16:creationId xmlns:a16="http://schemas.microsoft.com/office/drawing/2014/main" id="{52179839-65C1-4047-B745-F22889BF1D32}"/>
              </a:ext>
            </a:extLst>
          </p:cNvPr>
          <p:cNvSpPr>
            <a:spLocks noGrp="1"/>
          </p:cNvSpPr>
          <p:nvPr/>
        </p:nvSpPr>
        <p:spPr>
          <a:xfrm>
            <a:off x="8146715" y="1661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0" name="F2_precision_recall_distributions_3824">
            <a:extLst>
              <a:ext uri="{FF2B5EF4-FFF2-40B4-BE49-F238E27FC236}">
                <a16:creationId xmlns:a16="http://schemas.microsoft.com/office/drawing/2014/main" id="{513EF407-D023-45D5-8D14-5188251FCF02}"/>
              </a:ext>
            </a:extLst>
          </p:cNvPr>
          <p:cNvSpPr>
            <a:spLocks noGrp="1"/>
          </p:cNvSpPr>
          <p:nvPr/>
        </p:nvSpPr>
        <p:spPr>
          <a:xfrm>
            <a:off x="8249857" y="1820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1" name="F2_precision_recall_distributions_3825">
            <a:extLst>
              <a:ext uri="{FF2B5EF4-FFF2-40B4-BE49-F238E27FC236}">
                <a16:creationId xmlns:a16="http://schemas.microsoft.com/office/drawing/2014/main" id="{F23332A1-BB10-42AA-95F6-97F94AA42810}"/>
              </a:ext>
            </a:extLst>
          </p:cNvPr>
          <p:cNvSpPr>
            <a:spLocks noGrp="1"/>
          </p:cNvSpPr>
          <p:nvPr/>
        </p:nvSpPr>
        <p:spPr>
          <a:xfrm>
            <a:off x="8284622" y="1891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2" name="F2_precision_recall_distributions_3826">
            <a:extLst>
              <a:ext uri="{FF2B5EF4-FFF2-40B4-BE49-F238E27FC236}">
                <a16:creationId xmlns:a16="http://schemas.microsoft.com/office/drawing/2014/main" id="{62A823F2-3D8B-4808-A738-BB40D6AAF912}"/>
              </a:ext>
            </a:extLst>
          </p:cNvPr>
          <p:cNvSpPr>
            <a:spLocks noGrp="1"/>
          </p:cNvSpPr>
          <p:nvPr/>
        </p:nvSpPr>
        <p:spPr>
          <a:xfrm>
            <a:off x="840540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3" name="F2_precision_recall_distributions_3827">
            <a:extLst>
              <a:ext uri="{FF2B5EF4-FFF2-40B4-BE49-F238E27FC236}">
                <a16:creationId xmlns:a16="http://schemas.microsoft.com/office/drawing/2014/main" id="{F3D1B041-4138-478B-9079-C9F45EE1A22D}"/>
              </a:ext>
            </a:extLst>
          </p:cNvPr>
          <p:cNvSpPr>
            <a:spLocks noGrp="1"/>
          </p:cNvSpPr>
          <p:nvPr/>
        </p:nvSpPr>
        <p:spPr>
          <a:xfrm>
            <a:off x="8209766" y="1688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4" name="F2_precision_recall_distributions_3828">
            <a:extLst>
              <a:ext uri="{FF2B5EF4-FFF2-40B4-BE49-F238E27FC236}">
                <a16:creationId xmlns:a16="http://schemas.microsoft.com/office/drawing/2014/main" id="{8E2956F6-242E-4095-B172-B2D8B34FF22F}"/>
              </a:ext>
            </a:extLst>
          </p:cNvPr>
          <p:cNvSpPr>
            <a:spLocks noGrp="1"/>
          </p:cNvSpPr>
          <p:nvPr/>
        </p:nvSpPr>
        <p:spPr>
          <a:xfrm>
            <a:off x="8263856" y="16440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5" name="F2_precision_recall_distributions_3829">
            <a:extLst>
              <a:ext uri="{FF2B5EF4-FFF2-40B4-BE49-F238E27FC236}">
                <a16:creationId xmlns:a16="http://schemas.microsoft.com/office/drawing/2014/main" id="{5A03AF06-B21F-49C5-84B7-EEF26826CF40}"/>
              </a:ext>
            </a:extLst>
          </p:cNvPr>
          <p:cNvSpPr>
            <a:spLocks noGrp="1"/>
          </p:cNvSpPr>
          <p:nvPr/>
        </p:nvSpPr>
        <p:spPr>
          <a:xfrm>
            <a:off x="8294539" y="2149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6" name="F2_precision_recall_distributions_3830">
            <a:extLst>
              <a:ext uri="{FF2B5EF4-FFF2-40B4-BE49-F238E27FC236}">
                <a16:creationId xmlns:a16="http://schemas.microsoft.com/office/drawing/2014/main" id="{C8061D12-C2C6-4D73-83B4-27C909180063}"/>
              </a:ext>
            </a:extLst>
          </p:cNvPr>
          <p:cNvSpPr>
            <a:spLocks noGrp="1"/>
          </p:cNvSpPr>
          <p:nvPr/>
        </p:nvSpPr>
        <p:spPr>
          <a:xfrm>
            <a:off x="83020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7" name="F2_precision_recall_distributions_3831">
            <a:extLst>
              <a:ext uri="{FF2B5EF4-FFF2-40B4-BE49-F238E27FC236}">
                <a16:creationId xmlns:a16="http://schemas.microsoft.com/office/drawing/2014/main" id="{C4D55E83-3C3E-4A18-87BD-C16D0CC9137C}"/>
              </a:ext>
            </a:extLst>
          </p:cNvPr>
          <p:cNvSpPr>
            <a:spLocks noGrp="1"/>
          </p:cNvSpPr>
          <p:nvPr/>
        </p:nvSpPr>
        <p:spPr>
          <a:xfrm>
            <a:off x="813874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8" name="F2_precision_recall_distributions_3832">
            <a:extLst>
              <a:ext uri="{FF2B5EF4-FFF2-40B4-BE49-F238E27FC236}">
                <a16:creationId xmlns:a16="http://schemas.microsoft.com/office/drawing/2014/main" id="{70898470-D8EC-4C6B-88A7-BD08B1612377}"/>
              </a:ext>
            </a:extLst>
          </p:cNvPr>
          <p:cNvSpPr>
            <a:spLocks noGrp="1"/>
          </p:cNvSpPr>
          <p:nvPr/>
        </p:nvSpPr>
        <p:spPr>
          <a:xfrm>
            <a:off x="8254527" y="16756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9" name="F2_precision_recall_distributions_3833">
            <a:extLst>
              <a:ext uri="{FF2B5EF4-FFF2-40B4-BE49-F238E27FC236}">
                <a16:creationId xmlns:a16="http://schemas.microsoft.com/office/drawing/2014/main" id="{B3D0A3C4-EDDC-427B-A7F1-F6297C69D31A}"/>
              </a:ext>
            </a:extLst>
          </p:cNvPr>
          <p:cNvSpPr>
            <a:spLocks noGrp="1"/>
          </p:cNvSpPr>
          <p:nvPr/>
        </p:nvSpPr>
        <p:spPr>
          <a:xfrm>
            <a:off x="82503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0" name="F2_precision_recall_distributions_3834">
            <a:extLst>
              <a:ext uri="{FF2B5EF4-FFF2-40B4-BE49-F238E27FC236}">
                <a16:creationId xmlns:a16="http://schemas.microsoft.com/office/drawing/2014/main" id="{579882A3-B011-461F-847B-606FC2EB09E3}"/>
              </a:ext>
            </a:extLst>
          </p:cNvPr>
          <p:cNvSpPr>
            <a:spLocks noGrp="1"/>
          </p:cNvSpPr>
          <p:nvPr/>
        </p:nvSpPr>
        <p:spPr>
          <a:xfrm>
            <a:off x="8472178" y="2285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1" name="F2_precision_recall_distributions_3835">
            <a:extLst>
              <a:ext uri="{FF2B5EF4-FFF2-40B4-BE49-F238E27FC236}">
                <a16:creationId xmlns:a16="http://schemas.microsoft.com/office/drawing/2014/main" id="{2300ABB1-B977-4583-8A7B-8361ACB633F0}"/>
              </a:ext>
            </a:extLst>
          </p:cNvPr>
          <p:cNvSpPr>
            <a:spLocks noGrp="1"/>
          </p:cNvSpPr>
          <p:nvPr/>
        </p:nvSpPr>
        <p:spPr>
          <a:xfrm>
            <a:off x="81744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2" name="F2_precision_recall_distributions_3836">
            <a:extLst>
              <a:ext uri="{FF2B5EF4-FFF2-40B4-BE49-F238E27FC236}">
                <a16:creationId xmlns:a16="http://schemas.microsoft.com/office/drawing/2014/main" id="{0AB35BBB-90BB-4704-89ED-BD487CCA31AD}"/>
              </a:ext>
            </a:extLst>
          </p:cNvPr>
          <p:cNvSpPr>
            <a:spLocks noGrp="1"/>
          </p:cNvSpPr>
          <p:nvPr/>
        </p:nvSpPr>
        <p:spPr>
          <a:xfrm>
            <a:off x="8262807" y="2105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3" name="F2_precision_recall_distributions_3837">
            <a:extLst>
              <a:ext uri="{FF2B5EF4-FFF2-40B4-BE49-F238E27FC236}">
                <a16:creationId xmlns:a16="http://schemas.microsoft.com/office/drawing/2014/main" id="{E9AF5133-8579-4CA4-A471-9D6027DECC9D}"/>
              </a:ext>
            </a:extLst>
          </p:cNvPr>
          <p:cNvSpPr>
            <a:spLocks noGrp="1"/>
          </p:cNvSpPr>
          <p:nvPr/>
        </p:nvSpPr>
        <p:spPr>
          <a:xfrm>
            <a:off x="83431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4" name="F2_precision_recall_distributions_3838">
            <a:extLst>
              <a:ext uri="{FF2B5EF4-FFF2-40B4-BE49-F238E27FC236}">
                <a16:creationId xmlns:a16="http://schemas.microsoft.com/office/drawing/2014/main" id="{615A3428-147C-42A1-A4F3-9AE3DB321573}"/>
              </a:ext>
            </a:extLst>
          </p:cNvPr>
          <p:cNvSpPr>
            <a:spLocks noGrp="1"/>
          </p:cNvSpPr>
          <p:nvPr/>
        </p:nvSpPr>
        <p:spPr>
          <a:xfrm>
            <a:off x="8236616" y="1960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5" name="F2_precision_recall_distributions_3839">
            <a:extLst>
              <a:ext uri="{FF2B5EF4-FFF2-40B4-BE49-F238E27FC236}">
                <a16:creationId xmlns:a16="http://schemas.microsoft.com/office/drawing/2014/main" id="{A910FF72-B6AD-4D5A-AAA7-53CDFDFB58CD}"/>
              </a:ext>
            </a:extLst>
          </p:cNvPr>
          <p:cNvSpPr>
            <a:spLocks noGrp="1"/>
          </p:cNvSpPr>
          <p:nvPr/>
        </p:nvSpPr>
        <p:spPr>
          <a:xfrm>
            <a:off x="827098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6" name="F2_precision_recall_distributions_3840">
            <a:extLst>
              <a:ext uri="{FF2B5EF4-FFF2-40B4-BE49-F238E27FC236}">
                <a16:creationId xmlns:a16="http://schemas.microsoft.com/office/drawing/2014/main" id="{36094F01-3674-439B-8F25-072029428827}"/>
              </a:ext>
            </a:extLst>
          </p:cNvPr>
          <p:cNvSpPr>
            <a:spLocks noGrp="1"/>
          </p:cNvSpPr>
          <p:nvPr/>
        </p:nvSpPr>
        <p:spPr>
          <a:xfrm>
            <a:off x="8274091" y="17252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7" name="F2_precision_recall_distributions_3841">
            <a:extLst>
              <a:ext uri="{FF2B5EF4-FFF2-40B4-BE49-F238E27FC236}">
                <a16:creationId xmlns:a16="http://schemas.microsoft.com/office/drawing/2014/main" id="{B5EAC82F-9C16-4903-AEFC-7B7C5822C3DD}"/>
              </a:ext>
            </a:extLst>
          </p:cNvPr>
          <p:cNvSpPr>
            <a:spLocks noGrp="1"/>
          </p:cNvSpPr>
          <p:nvPr/>
        </p:nvSpPr>
        <p:spPr>
          <a:xfrm>
            <a:off x="8292310" y="2155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8" name="F2_precision_recall_distributions_3842">
            <a:extLst>
              <a:ext uri="{FF2B5EF4-FFF2-40B4-BE49-F238E27FC236}">
                <a16:creationId xmlns:a16="http://schemas.microsoft.com/office/drawing/2014/main" id="{0D8D2ACD-394B-4958-84BE-D9E08A4726C5}"/>
              </a:ext>
            </a:extLst>
          </p:cNvPr>
          <p:cNvSpPr>
            <a:spLocks noGrp="1"/>
          </p:cNvSpPr>
          <p:nvPr/>
        </p:nvSpPr>
        <p:spPr>
          <a:xfrm>
            <a:off x="8450619" y="176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9" name="F2_precision_recall_distributions_3843">
            <a:extLst>
              <a:ext uri="{FF2B5EF4-FFF2-40B4-BE49-F238E27FC236}">
                <a16:creationId xmlns:a16="http://schemas.microsoft.com/office/drawing/2014/main" id="{64C9CF1D-AD52-421E-AFF8-8CB26A391E18}"/>
              </a:ext>
            </a:extLst>
          </p:cNvPr>
          <p:cNvSpPr>
            <a:spLocks noGrp="1"/>
          </p:cNvSpPr>
          <p:nvPr/>
        </p:nvSpPr>
        <p:spPr>
          <a:xfrm>
            <a:off x="8344702" y="1643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0" name="F2_precision_recall_distributions_3844">
            <a:extLst>
              <a:ext uri="{FF2B5EF4-FFF2-40B4-BE49-F238E27FC236}">
                <a16:creationId xmlns:a16="http://schemas.microsoft.com/office/drawing/2014/main" id="{8719EB16-DF4D-4A8C-80ED-1FC5F1B84BE8}"/>
              </a:ext>
            </a:extLst>
          </p:cNvPr>
          <p:cNvSpPr>
            <a:spLocks noGrp="1"/>
          </p:cNvSpPr>
          <p:nvPr/>
        </p:nvSpPr>
        <p:spPr>
          <a:xfrm>
            <a:off x="8150267" y="2336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1" name="F2_precision_recall_distributions_3845">
            <a:extLst>
              <a:ext uri="{FF2B5EF4-FFF2-40B4-BE49-F238E27FC236}">
                <a16:creationId xmlns:a16="http://schemas.microsoft.com/office/drawing/2014/main" id="{27DC231F-87B3-42BF-BC95-C02591203D1D}"/>
              </a:ext>
            </a:extLst>
          </p:cNvPr>
          <p:cNvSpPr>
            <a:spLocks noGrp="1"/>
          </p:cNvSpPr>
          <p:nvPr/>
        </p:nvSpPr>
        <p:spPr>
          <a:xfrm>
            <a:off x="848271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2" name="F2_precision_recall_distributions_3846">
            <a:extLst>
              <a:ext uri="{FF2B5EF4-FFF2-40B4-BE49-F238E27FC236}">
                <a16:creationId xmlns:a16="http://schemas.microsoft.com/office/drawing/2014/main" id="{5C981FEE-E7D4-4CA7-8BD3-9E783C824823}"/>
              </a:ext>
            </a:extLst>
          </p:cNvPr>
          <p:cNvSpPr>
            <a:spLocks noGrp="1"/>
          </p:cNvSpPr>
          <p:nvPr/>
        </p:nvSpPr>
        <p:spPr>
          <a:xfrm>
            <a:off x="8261890" y="20800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3" name="F2_precision_recall_distributions_3847">
            <a:extLst>
              <a:ext uri="{FF2B5EF4-FFF2-40B4-BE49-F238E27FC236}">
                <a16:creationId xmlns:a16="http://schemas.microsoft.com/office/drawing/2014/main" id="{C3A526F2-3C29-4F11-BA87-FDCF48BE6F98}"/>
              </a:ext>
            </a:extLst>
          </p:cNvPr>
          <p:cNvSpPr>
            <a:spLocks noGrp="1"/>
          </p:cNvSpPr>
          <p:nvPr/>
        </p:nvSpPr>
        <p:spPr>
          <a:xfrm>
            <a:off x="8233096" y="18634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4" name="F2_precision_recall_distributions_3848">
            <a:extLst>
              <a:ext uri="{FF2B5EF4-FFF2-40B4-BE49-F238E27FC236}">
                <a16:creationId xmlns:a16="http://schemas.microsoft.com/office/drawing/2014/main" id="{07475873-4137-4330-A979-6CBF2CA85F7D}"/>
              </a:ext>
            </a:extLst>
          </p:cNvPr>
          <p:cNvSpPr>
            <a:spLocks noGrp="1"/>
          </p:cNvSpPr>
          <p:nvPr/>
        </p:nvSpPr>
        <p:spPr>
          <a:xfrm>
            <a:off x="8195544" y="1561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5" name="F2_precision_recall_distributions_3849">
            <a:extLst>
              <a:ext uri="{FF2B5EF4-FFF2-40B4-BE49-F238E27FC236}">
                <a16:creationId xmlns:a16="http://schemas.microsoft.com/office/drawing/2014/main" id="{B608C43B-F6E6-4E56-BD3E-798DADF76388}"/>
              </a:ext>
            </a:extLst>
          </p:cNvPr>
          <p:cNvSpPr>
            <a:spLocks noGrp="1"/>
          </p:cNvSpPr>
          <p:nvPr/>
        </p:nvSpPr>
        <p:spPr>
          <a:xfrm>
            <a:off x="8261262" y="18059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6" name="F2_precision_recall_distributions_3850">
            <a:extLst>
              <a:ext uri="{FF2B5EF4-FFF2-40B4-BE49-F238E27FC236}">
                <a16:creationId xmlns:a16="http://schemas.microsoft.com/office/drawing/2014/main" id="{A711D0A3-0582-4B25-9D81-877BFD397ADF}"/>
              </a:ext>
            </a:extLst>
          </p:cNvPr>
          <p:cNvSpPr>
            <a:spLocks noGrp="1"/>
          </p:cNvSpPr>
          <p:nvPr/>
        </p:nvSpPr>
        <p:spPr>
          <a:xfrm>
            <a:off x="8357773" y="17044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7" name="F2_precision_recall_distributions_3851">
            <a:extLst>
              <a:ext uri="{FF2B5EF4-FFF2-40B4-BE49-F238E27FC236}">
                <a16:creationId xmlns:a16="http://schemas.microsoft.com/office/drawing/2014/main" id="{D5696761-9C9C-427D-9DC1-5D59AAE2DA57}"/>
              </a:ext>
            </a:extLst>
          </p:cNvPr>
          <p:cNvSpPr>
            <a:spLocks noGrp="1"/>
          </p:cNvSpPr>
          <p:nvPr/>
        </p:nvSpPr>
        <p:spPr>
          <a:xfrm>
            <a:off x="8136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8" name="F2_precision_recall_distributions_3852">
            <a:extLst>
              <a:ext uri="{FF2B5EF4-FFF2-40B4-BE49-F238E27FC236}">
                <a16:creationId xmlns:a16="http://schemas.microsoft.com/office/drawing/2014/main" id="{AB427F76-EFFC-4AEA-8D75-63BF0DCF597A}"/>
              </a:ext>
            </a:extLst>
          </p:cNvPr>
          <p:cNvSpPr>
            <a:spLocks noGrp="1"/>
          </p:cNvSpPr>
          <p:nvPr/>
        </p:nvSpPr>
        <p:spPr>
          <a:xfrm>
            <a:off x="8434133" y="19144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9" name="F2_precision_recall_distributions_3853">
            <a:extLst>
              <a:ext uri="{FF2B5EF4-FFF2-40B4-BE49-F238E27FC236}">
                <a16:creationId xmlns:a16="http://schemas.microsoft.com/office/drawing/2014/main" id="{B4659103-7EB0-46E0-A362-3EAC932E2EA7}"/>
              </a:ext>
            </a:extLst>
          </p:cNvPr>
          <p:cNvSpPr>
            <a:spLocks noGrp="1"/>
          </p:cNvSpPr>
          <p:nvPr/>
        </p:nvSpPr>
        <p:spPr>
          <a:xfrm>
            <a:off x="8376395" y="1902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0" name="F2_precision_recall_distributions_3854">
            <a:extLst>
              <a:ext uri="{FF2B5EF4-FFF2-40B4-BE49-F238E27FC236}">
                <a16:creationId xmlns:a16="http://schemas.microsoft.com/office/drawing/2014/main" id="{40EE437F-8A43-408B-8DE0-9F7150321663}"/>
              </a:ext>
            </a:extLst>
          </p:cNvPr>
          <p:cNvSpPr>
            <a:spLocks noGrp="1"/>
          </p:cNvSpPr>
          <p:nvPr/>
        </p:nvSpPr>
        <p:spPr>
          <a:xfrm>
            <a:off x="84629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1" name="F2_precision_recall_distributions_3855">
            <a:extLst>
              <a:ext uri="{FF2B5EF4-FFF2-40B4-BE49-F238E27FC236}">
                <a16:creationId xmlns:a16="http://schemas.microsoft.com/office/drawing/2014/main" id="{014354E5-A7E1-4589-9DCC-EE4B0379E1E6}"/>
              </a:ext>
            </a:extLst>
          </p:cNvPr>
          <p:cNvSpPr>
            <a:spLocks noGrp="1"/>
          </p:cNvSpPr>
          <p:nvPr/>
        </p:nvSpPr>
        <p:spPr>
          <a:xfrm>
            <a:off x="829834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2" name="F2_precision_recall_distributions_3856">
            <a:extLst>
              <a:ext uri="{FF2B5EF4-FFF2-40B4-BE49-F238E27FC236}">
                <a16:creationId xmlns:a16="http://schemas.microsoft.com/office/drawing/2014/main" id="{7E1927BD-0E1B-48F5-A774-8A126E86950F}"/>
              </a:ext>
            </a:extLst>
          </p:cNvPr>
          <p:cNvSpPr>
            <a:spLocks noGrp="1"/>
          </p:cNvSpPr>
          <p:nvPr/>
        </p:nvSpPr>
        <p:spPr>
          <a:xfrm>
            <a:off x="8302093" y="2024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3" name="F2_precision_recall_distributions_3857">
            <a:extLst>
              <a:ext uri="{FF2B5EF4-FFF2-40B4-BE49-F238E27FC236}">
                <a16:creationId xmlns:a16="http://schemas.microsoft.com/office/drawing/2014/main" id="{F6ADE0D8-FFF0-4736-A667-A1459339B838}"/>
              </a:ext>
            </a:extLst>
          </p:cNvPr>
          <p:cNvSpPr>
            <a:spLocks noGrp="1"/>
          </p:cNvSpPr>
          <p:nvPr/>
        </p:nvSpPr>
        <p:spPr>
          <a:xfrm>
            <a:off x="82785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4" name="F2_precision_recall_distributions_3858">
            <a:extLst>
              <a:ext uri="{FF2B5EF4-FFF2-40B4-BE49-F238E27FC236}">
                <a16:creationId xmlns:a16="http://schemas.microsoft.com/office/drawing/2014/main" id="{DCE8A34F-812A-4F50-AE76-762EB64E057C}"/>
              </a:ext>
            </a:extLst>
          </p:cNvPr>
          <p:cNvSpPr>
            <a:spLocks noGrp="1"/>
          </p:cNvSpPr>
          <p:nvPr/>
        </p:nvSpPr>
        <p:spPr>
          <a:xfrm>
            <a:off x="82091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5" name="F2_precision_recall_distributions_3859">
            <a:extLst>
              <a:ext uri="{FF2B5EF4-FFF2-40B4-BE49-F238E27FC236}">
                <a16:creationId xmlns:a16="http://schemas.microsoft.com/office/drawing/2014/main" id="{BE1EA036-F7A4-4A23-949D-D244ACF74B83}"/>
              </a:ext>
            </a:extLst>
          </p:cNvPr>
          <p:cNvSpPr>
            <a:spLocks noGrp="1"/>
          </p:cNvSpPr>
          <p:nvPr/>
        </p:nvSpPr>
        <p:spPr>
          <a:xfrm>
            <a:off x="8361318" y="22341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6" name="F2_precision_recall_distributions_3860">
            <a:extLst>
              <a:ext uri="{FF2B5EF4-FFF2-40B4-BE49-F238E27FC236}">
                <a16:creationId xmlns:a16="http://schemas.microsoft.com/office/drawing/2014/main" id="{A4A4EBBB-87F6-4D8A-BD10-4AE89CE66495}"/>
              </a:ext>
            </a:extLst>
          </p:cNvPr>
          <p:cNvSpPr>
            <a:spLocks noGrp="1"/>
          </p:cNvSpPr>
          <p:nvPr/>
        </p:nvSpPr>
        <p:spPr>
          <a:xfrm>
            <a:off x="82945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7" name="F2_precision_recall_distributions_3861">
            <a:extLst>
              <a:ext uri="{FF2B5EF4-FFF2-40B4-BE49-F238E27FC236}">
                <a16:creationId xmlns:a16="http://schemas.microsoft.com/office/drawing/2014/main" id="{0A4CAF68-C0CD-4C19-9312-8427632E8C33}"/>
              </a:ext>
            </a:extLst>
          </p:cNvPr>
          <p:cNvSpPr>
            <a:spLocks noGrp="1"/>
          </p:cNvSpPr>
          <p:nvPr/>
        </p:nvSpPr>
        <p:spPr>
          <a:xfrm>
            <a:off x="83442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8" name="F2_precision_recall_distributions_3862">
            <a:extLst>
              <a:ext uri="{FF2B5EF4-FFF2-40B4-BE49-F238E27FC236}">
                <a16:creationId xmlns:a16="http://schemas.microsoft.com/office/drawing/2014/main" id="{EE7F08BC-53F5-4A3B-8CCF-E2AFCEF29975}"/>
              </a:ext>
            </a:extLst>
          </p:cNvPr>
          <p:cNvSpPr>
            <a:spLocks noGrp="1"/>
          </p:cNvSpPr>
          <p:nvPr/>
        </p:nvSpPr>
        <p:spPr>
          <a:xfrm>
            <a:off x="8331502" y="1664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9" name="F2_precision_recall_distributions_3863">
            <a:extLst>
              <a:ext uri="{FF2B5EF4-FFF2-40B4-BE49-F238E27FC236}">
                <a16:creationId xmlns:a16="http://schemas.microsoft.com/office/drawing/2014/main" id="{B6B41FF4-7F2E-4215-9729-326AB9A0CBFF}"/>
              </a:ext>
            </a:extLst>
          </p:cNvPr>
          <p:cNvSpPr>
            <a:spLocks noGrp="1"/>
          </p:cNvSpPr>
          <p:nvPr/>
        </p:nvSpPr>
        <p:spPr>
          <a:xfrm>
            <a:off x="8195311" y="21269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0" name="F2_precision_recall_distributions_3864">
            <a:extLst>
              <a:ext uri="{FF2B5EF4-FFF2-40B4-BE49-F238E27FC236}">
                <a16:creationId xmlns:a16="http://schemas.microsoft.com/office/drawing/2014/main" id="{699C80F7-BD88-4A86-BE0D-089F4DBB717E}"/>
              </a:ext>
            </a:extLst>
          </p:cNvPr>
          <p:cNvSpPr>
            <a:spLocks noGrp="1"/>
          </p:cNvSpPr>
          <p:nvPr/>
        </p:nvSpPr>
        <p:spPr>
          <a:xfrm>
            <a:off x="8433717" y="23420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1" name="F2_precision_recall_distributions_3865">
            <a:extLst>
              <a:ext uri="{FF2B5EF4-FFF2-40B4-BE49-F238E27FC236}">
                <a16:creationId xmlns:a16="http://schemas.microsoft.com/office/drawing/2014/main" id="{44390F61-CF95-4108-A665-9C44F181429F}"/>
              </a:ext>
            </a:extLst>
          </p:cNvPr>
          <p:cNvSpPr>
            <a:spLocks noGrp="1"/>
          </p:cNvSpPr>
          <p:nvPr/>
        </p:nvSpPr>
        <p:spPr>
          <a:xfrm>
            <a:off x="8348751" y="23358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2" name="F2_precision_recall_distributions_3866">
            <a:extLst>
              <a:ext uri="{FF2B5EF4-FFF2-40B4-BE49-F238E27FC236}">
                <a16:creationId xmlns:a16="http://schemas.microsoft.com/office/drawing/2014/main" id="{7190762F-33D1-4082-9780-36268104CAB6}"/>
              </a:ext>
            </a:extLst>
          </p:cNvPr>
          <p:cNvSpPr>
            <a:spLocks noGrp="1"/>
          </p:cNvSpPr>
          <p:nvPr/>
        </p:nvSpPr>
        <p:spPr>
          <a:xfrm>
            <a:off x="8436720" y="2052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3" name="F2_precision_recall_distributions_3867">
            <a:extLst>
              <a:ext uri="{FF2B5EF4-FFF2-40B4-BE49-F238E27FC236}">
                <a16:creationId xmlns:a16="http://schemas.microsoft.com/office/drawing/2014/main" id="{7874CA31-6BFB-44C4-AE5F-271C8212A2B0}"/>
              </a:ext>
            </a:extLst>
          </p:cNvPr>
          <p:cNvSpPr>
            <a:spLocks noGrp="1"/>
          </p:cNvSpPr>
          <p:nvPr/>
        </p:nvSpPr>
        <p:spPr>
          <a:xfrm>
            <a:off x="8267979" y="2135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4" name="F2_precision_recall_distributions_3868">
            <a:extLst>
              <a:ext uri="{FF2B5EF4-FFF2-40B4-BE49-F238E27FC236}">
                <a16:creationId xmlns:a16="http://schemas.microsoft.com/office/drawing/2014/main" id="{6C4B5E7D-A7DF-4B47-A4DA-4F7987B9A28C}"/>
              </a:ext>
            </a:extLst>
          </p:cNvPr>
          <p:cNvSpPr>
            <a:spLocks noGrp="1"/>
          </p:cNvSpPr>
          <p:nvPr/>
        </p:nvSpPr>
        <p:spPr>
          <a:xfrm>
            <a:off x="83858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5" name="F2_precision_recall_distributions_3869">
            <a:extLst>
              <a:ext uri="{FF2B5EF4-FFF2-40B4-BE49-F238E27FC236}">
                <a16:creationId xmlns:a16="http://schemas.microsoft.com/office/drawing/2014/main" id="{28A90B72-5C1C-4C3F-B0D0-4001B5BAC950}"/>
              </a:ext>
            </a:extLst>
          </p:cNvPr>
          <p:cNvSpPr>
            <a:spLocks noGrp="1"/>
          </p:cNvSpPr>
          <p:nvPr/>
        </p:nvSpPr>
        <p:spPr>
          <a:xfrm>
            <a:off x="81370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6" name="F2_precision_recall_distributions_3870">
            <a:extLst>
              <a:ext uri="{FF2B5EF4-FFF2-40B4-BE49-F238E27FC236}">
                <a16:creationId xmlns:a16="http://schemas.microsoft.com/office/drawing/2014/main" id="{EECA7230-1B60-4BD8-BAF6-97098356F652}"/>
              </a:ext>
            </a:extLst>
          </p:cNvPr>
          <p:cNvSpPr>
            <a:spLocks noGrp="1"/>
          </p:cNvSpPr>
          <p:nvPr/>
        </p:nvSpPr>
        <p:spPr>
          <a:xfrm>
            <a:off x="83564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7" name="F2_precision_recall_distributions_3871">
            <a:extLst>
              <a:ext uri="{FF2B5EF4-FFF2-40B4-BE49-F238E27FC236}">
                <a16:creationId xmlns:a16="http://schemas.microsoft.com/office/drawing/2014/main" id="{D444D8A3-ADF1-445B-84D3-74B6E3E8A15C}"/>
              </a:ext>
            </a:extLst>
          </p:cNvPr>
          <p:cNvSpPr>
            <a:spLocks noGrp="1"/>
          </p:cNvSpPr>
          <p:nvPr/>
        </p:nvSpPr>
        <p:spPr>
          <a:xfrm>
            <a:off x="8161972" y="20884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8" name="F2_precision_recall_distributions_3872">
            <a:extLst>
              <a:ext uri="{FF2B5EF4-FFF2-40B4-BE49-F238E27FC236}">
                <a16:creationId xmlns:a16="http://schemas.microsoft.com/office/drawing/2014/main" id="{CA57AB53-832D-4200-B8BA-C994F4D9B9E4}"/>
              </a:ext>
            </a:extLst>
          </p:cNvPr>
          <p:cNvSpPr>
            <a:spLocks noGrp="1"/>
          </p:cNvSpPr>
          <p:nvPr/>
        </p:nvSpPr>
        <p:spPr>
          <a:xfrm>
            <a:off x="8261955" y="16882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9" name="F2_precision_recall_distributions_3873">
            <a:extLst>
              <a:ext uri="{FF2B5EF4-FFF2-40B4-BE49-F238E27FC236}">
                <a16:creationId xmlns:a16="http://schemas.microsoft.com/office/drawing/2014/main" id="{E03946CA-BFEB-4CC4-99FF-95B506BB6F91}"/>
              </a:ext>
            </a:extLst>
          </p:cNvPr>
          <p:cNvSpPr>
            <a:spLocks noGrp="1"/>
          </p:cNvSpPr>
          <p:nvPr/>
        </p:nvSpPr>
        <p:spPr>
          <a:xfrm>
            <a:off x="8297656" y="1822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0" name="F2_precision_recall_distributions_3874">
            <a:extLst>
              <a:ext uri="{FF2B5EF4-FFF2-40B4-BE49-F238E27FC236}">
                <a16:creationId xmlns:a16="http://schemas.microsoft.com/office/drawing/2014/main" id="{19A6FA01-142D-442C-A6C6-47CB2E9237BC}"/>
              </a:ext>
            </a:extLst>
          </p:cNvPr>
          <p:cNvSpPr>
            <a:spLocks noGrp="1"/>
          </p:cNvSpPr>
          <p:nvPr/>
        </p:nvSpPr>
        <p:spPr>
          <a:xfrm>
            <a:off x="8333991" y="17881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1" name="F2_precision_recall_distributions_3875">
            <a:extLst>
              <a:ext uri="{FF2B5EF4-FFF2-40B4-BE49-F238E27FC236}">
                <a16:creationId xmlns:a16="http://schemas.microsoft.com/office/drawing/2014/main" id="{7D5896C4-EB71-489F-9F50-8AF085CFAA5E}"/>
              </a:ext>
            </a:extLst>
          </p:cNvPr>
          <p:cNvSpPr>
            <a:spLocks noGrp="1"/>
          </p:cNvSpPr>
          <p:nvPr/>
        </p:nvSpPr>
        <p:spPr>
          <a:xfrm>
            <a:off x="81444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2" name="F2_precision_recall_distributions_3876">
            <a:extLst>
              <a:ext uri="{FF2B5EF4-FFF2-40B4-BE49-F238E27FC236}">
                <a16:creationId xmlns:a16="http://schemas.microsoft.com/office/drawing/2014/main" id="{1DC454DA-4E7E-4435-9706-7D6D11EC48B7}"/>
              </a:ext>
            </a:extLst>
          </p:cNvPr>
          <p:cNvSpPr>
            <a:spLocks noGrp="1"/>
          </p:cNvSpPr>
          <p:nvPr/>
        </p:nvSpPr>
        <p:spPr>
          <a:xfrm>
            <a:off x="8327256" y="16270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3" name="F2_precision_recall_distributions_3877">
            <a:extLst>
              <a:ext uri="{FF2B5EF4-FFF2-40B4-BE49-F238E27FC236}">
                <a16:creationId xmlns:a16="http://schemas.microsoft.com/office/drawing/2014/main" id="{01211073-BA2D-43F1-B178-D62AA53A6659}"/>
              </a:ext>
            </a:extLst>
          </p:cNvPr>
          <p:cNvSpPr>
            <a:spLocks noGrp="1"/>
          </p:cNvSpPr>
          <p:nvPr/>
        </p:nvSpPr>
        <p:spPr>
          <a:xfrm>
            <a:off x="8330717" y="1790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4" name="F2_precision_recall_distributions_3878">
            <a:extLst>
              <a:ext uri="{FF2B5EF4-FFF2-40B4-BE49-F238E27FC236}">
                <a16:creationId xmlns:a16="http://schemas.microsoft.com/office/drawing/2014/main" id="{D9C32E25-A1DE-4AC1-B6F2-8F27F924921C}"/>
              </a:ext>
            </a:extLst>
          </p:cNvPr>
          <p:cNvSpPr>
            <a:spLocks noGrp="1"/>
          </p:cNvSpPr>
          <p:nvPr/>
        </p:nvSpPr>
        <p:spPr>
          <a:xfrm>
            <a:off x="8500241" y="17732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5" name="F2_precision_recall_distributions_3879">
            <a:extLst>
              <a:ext uri="{FF2B5EF4-FFF2-40B4-BE49-F238E27FC236}">
                <a16:creationId xmlns:a16="http://schemas.microsoft.com/office/drawing/2014/main" id="{AFE28C0D-7E71-40AE-974B-B41D3BCD8949}"/>
              </a:ext>
            </a:extLst>
          </p:cNvPr>
          <p:cNvSpPr>
            <a:spLocks noGrp="1"/>
          </p:cNvSpPr>
          <p:nvPr/>
        </p:nvSpPr>
        <p:spPr>
          <a:xfrm>
            <a:off x="8203807" y="1934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6" name="F2_precision_recall_distributions_3880">
            <a:extLst>
              <a:ext uri="{FF2B5EF4-FFF2-40B4-BE49-F238E27FC236}">
                <a16:creationId xmlns:a16="http://schemas.microsoft.com/office/drawing/2014/main" id="{F33A1C05-1554-49D4-AC93-C4BB25E5CBE0}"/>
              </a:ext>
            </a:extLst>
          </p:cNvPr>
          <p:cNvSpPr>
            <a:spLocks noGrp="1"/>
          </p:cNvSpPr>
          <p:nvPr/>
        </p:nvSpPr>
        <p:spPr>
          <a:xfrm>
            <a:off x="8178646" y="1803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7" name="F2_precision_recall_distributions_3881">
            <a:extLst>
              <a:ext uri="{FF2B5EF4-FFF2-40B4-BE49-F238E27FC236}">
                <a16:creationId xmlns:a16="http://schemas.microsoft.com/office/drawing/2014/main" id="{F8F23A05-C39A-4A7E-A5C3-EAE963D3BB17}"/>
              </a:ext>
            </a:extLst>
          </p:cNvPr>
          <p:cNvSpPr>
            <a:spLocks noGrp="1"/>
          </p:cNvSpPr>
          <p:nvPr/>
        </p:nvSpPr>
        <p:spPr>
          <a:xfrm>
            <a:off x="8440725" y="20632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8" name="F2_precision_recall_distributions_3882">
            <a:extLst>
              <a:ext uri="{FF2B5EF4-FFF2-40B4-BE49-F238E27FC236}">
                <a16:creationId xmlns:a16="http://schemas.microsoft.com/office/drawing/2014/main" id="{CCA05108-245F-4970-9B78-9746ED089D6E}"/>
              </a:ext>
            </a:extLst>
          </p:cNvPr>
          <p:cNvSpPr>
            <a:spLocks noGrp="1"/>
          </p:cNvSpPr>
          <p:nvPr/>
        </p:nvSpPr>
        <p:spPr>
          <a:xfrm>
            <a:off x="8318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9" name="F2_precision_recall_distributions_3883">
            <a:extLst>
              <a:ext uri="{FF2B5EF4-FFF2-40B4-BE49-F238E27FC236}">
                <a16:creationId xmlns:a16="http://schemas.microsoft.com/office/drawing/2014/main" id="{33B624CD-1816-49C7-ADE2-BEFFF01E64CF}"/>
              </a:ext>
            </a:extLst>
          </p:cNvPr>
          <p:cNvSpPr>
            <a:spLocks noGrp="1"/>
          </p:cNvSpPr>
          <p:nvPr/>
        </p:nvSpPr>
        <p:spPr>
          <a:xfrm>
            <a:off x="8189765" y="17420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0" name="F2_precision_recall_distributions_3884">
            <a:extLst>
              <a:ext uri="{FF2B5EF4-FFF2-40B4-BE49-F238E27FC236}">
                <a16:creationId xmlns:a16="http://schemas.microsoft.com/office/drawing/2014/main" id="{B94B2F94-96C3-4611-905C-9ED9DC483B15}"/>
              </a:ext>
            </a:extLst>
          </p:cNvPr>
          <p:cNvSpPr>
            <a:spLocks noGrp="1"/>
          </p:cNvSpPr>
          <p:nvPr/>
        </p:nvSpPr>
        <p:spPr>
          <a:xfrm>
            <a:off x="82036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1" name="F2_precision_recall_distributions_3885">
            <a:extLst>
              <a:ext uri="{FF2B5EF4-FFF2-40B4-BE49-F238E27FC236}">
                <a16:creationId xmlns:a16="http://schemas.microsoft.com/office/drawing/2014/main" id="{916481EF-D0AA-40C0-B4EE-69A963A65D56}"/>
              </a:ext>
            </a:extLst>
          </p:cNvPr>
          <p:cNvSpPr>
            <a:spLocks noGrp="1"/>
          </p:cNvSpPr>
          <p:nvPr/>
        </p:nvSpPr>
        <p:spPr>
          <a:xfrm>
            <a:off x="8237047" y="1954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2" name="F2_precision_recall_distributions_3886">
            <a:extLst>
              <a:ext uri="{FF2B5EF4-FFF2-40B4-BE49-F238E27FC236}">
                <a16:creationId xmlns:a16="http://schemas.microsoft.com/office/drawing/2014/main" id="{C42D366C-A175-475C-9439-B01433575CC4}"/>
              </a:ext>
            </a:extLst>
          </p:cNvPr>
          <p:cNvSpPr>
            <a:spLocks noGrp="1"/>
          </p:cNvSpPr>
          <p:nvPr/>
        </p:nvSpPr>
        <p:spPr>
          <a:xfrm>
            <a:off x="847964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3" name="F2_precision_recall_distributions_3887">
            <a:extLst>
              <a:ext uri="{FF2B5EF4-FFF2-40B4-BE49-F238E27FC236}">
                <a16:creationId xmlns:a16="http://schemas.microsoft.com/office/drawing/2014/main" id="{3E12BDEC-CCE6-462F-BE5F-9B636ECE554B}"/>
              </a:ext>
            </a:extLst>
          </p:cNvPr>
          <p:cNvSpPr>
            <a:spLocks noGrp="1"/>
          </p:cNvSpPr>
          <p:nvPr/>
        </p:nvSpPr>
        <p:spPr>
          <a:xfrm>
            <a:off x="8209495" y="20369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4" name="F2_precision_recall_distributions_3888">
            <a:extLst>
              <a:ext uri="{FF2B5EF4-FFF2-40B4-BE49-F238E27FC236}">
                <a16:creationId xmlns:a16="http://schemas.microsoft.com/office/drawing/2014/main" id="{FEEBFDF3-F529-4CD5-93B2-88463AB14F76}"/>
              </a:ext>
            </a:extLst>
          </p:cNvPr>
          <p:cNvSpPr>
            <a:spLocks noGrp="1"/>
          </p:cNvSpPr>
          <p:nvPr/>
        </p:nvSpPr>
        <p:spPr>
          <a:xfrm>
            <a:off x="8472029" y="17305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5" name="F2_precision_recall_distributions_3889">
            <a:extLst>
              <a:ext uri="{FF2B5EF4-FFF2-40B4-BE49-F238E27FC236}">
                <a16:creationId xmlns:a16="http://schemas.microsoft.com/office/drawing/2014/main" id="{E365E6B5-7E47-43B6-9D54-DAC6CF3A0973}"/>
              </a:ext>
            </a:extLst>
          </p:cNvPr>
          <p:cNvSpPr>
            <a:spLocks noGrp="1"/>
          </p:cNvSpPr>
          <p:nvPr/>
        </p:nvSpPr>
        <p:spPr>
          <a:xfrm>
            <a:off x="8158636" y="1729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6" name="F2_precision_recall_distributions_3890">
            <a:extLst>
              <a:ext uri="{FF2B5EF4-FFF2-40B4-BE49-F238E27FC236}">
                <a16:creationId xmlns:a16="http://schemas.microsoft.com/office/drawing/2014/main" id="{409AAF93-C410-4672-9C44-5FFE461A7165}"/>
              </a:ext>
            </a:extLst>
          </p:cNvPr>
          <p:cNvSpPr>
            <a:spLocks noGrp="1"/>
          </p:cNvSpPr>
          <p:nvPr/>
        </p:nvSpPr>
        <p:spPr>
          <a:xfrm>
            <a:off x="8380407" y="20246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7" name="F2_precision_recall_distributions_3891">
            <a:extLst>
              <a:ext uri="{FF2B5EF4-FFF2-40B4-BE49-F238E27FC236}">
                <a16:creationId xmlns:a16="http://schemas.microsoft.com/office/drawing/2014/main" id="{FDEA3F1A-A5BB-47D8-A337-A73136BF1444}"/>
              </a:ext>
            </a:extLst>
          </p:cNvPr>
          <p:cNvSpPr>
            <a:spLocks noGrp="1"/>
          </p:cNvSpPr>
          <p:nvPr/>
        </p:nvSpPr>
        <p:spPr>
          <a:xfrm>
            <a:off x="8368523" y="17563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8" name="F2_precision_recall_distributions_3892">
            <a:extLst>
              <a:ext uri="{FF2B5EF4-FFF2-40B4-BE49-F238E27FC236}">
                <a16:creationId xmlns:a16="http://schemas.microsoft.com/office/drawing/2014/main" id="{BF363A43-804D-4BC8-8004-112F2C73B54D}"/>
              </a:ext>
            </a:extLst>
          </p:cNvPr>
          <p:cNvSpPr>
            <a:spLocks noGrp="1"/>
          </p:cNvSpPr>
          <p:nvPr/>
        </p:nvSpPr>
        <p:spPr>
          <a:xfrm>
            <a:off x="8341282" y="18180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9" name="F2_precision_recall_distributions_3893">
            <a:extLst>
              <a:ext uri="{FF2B5EF4-FFF2-40B4-BE49-F238E27FC236}">
                <a16:creationId xmlns:a16="http://schemas.microsoft.com/office/drawing/2014/main" id="{424B98EE-3CC8-4C23-9CE1-B1150288C7C3}"/>
              </a:ext>
            </a:extLst>
          </p:cNvPr>
          <p:cNvSpPr>
            <a:spLocks noGrp="1"/>
          </p:cNvSpPr>
          <p:nvPr/>
        </p:nvSpPr>
        <p:spPr>
          <a:xfrm>
            <a:off x="8349365" y="17173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0" name="F2_precision_recall_distributions_3894">
            <a:extLst>
              <a:ext uri="{FF2B5EF4-FFF2-40B4-BE49-F238E27FC236}">
                <a16:creationId xmlns:a16="http://schemas.microsoft.com/office/drawing/2014/main" id="{701A4543-85B0-4EF0-8CCE-38A541BF03B9}"/>
              </a:ext>
            </a:extLst>
          </p:cNvPr>
          <p:cNvSpPr>
            <a:spLocks noGrp="1"/>
          </p:cNvSpPr>
          <p:nvPr/>
        </p:nvSpPr>
        <p:spPr>
          <a:xfrm>
            <a:off x="822378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1" name="F2_precision_recall_distributions_3895">
            <a:extLst>
              <a:ext uri="{FF2B5EF4-FFF2-40B4-BE49-F238E27FC236}">
                <a16:creationId xmlns:a16="http://schemas.microsoft.com/office/drawing/2014/main" id="{423D6D7B-BABB-44A2-A78B-683DEB83AFE3}"/>
              </a:ext>
            </a:extLst>
          </p:cNvPr>
          <p:cNvSpPr>
            <a:spLocks noGrp="1"/>
          </p:cNvSpPr>
          <p:nvPr/>
        </p:nvSpPr>
        <p:spPr>
          <a:xfrm>
            <a:off x="84416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2" name="F2_precision_recall_distributions_3896">
            <a:extLst>
              <a:ext uri="{FF2B5EF4-FFF2-40B4-BE49-F238E27FC236}">
                <a16:creationId xmlns:a16="http://schemas.microsoft.com/office/drawing/2014/main" id="{FB0E59A7-0187-4A2E-83D9-D52A6D7E383B}"/>
              </a:ext>
            </a:extLst>
          </p:cNvPr>
          <p:cNvSpPr>
            <a:spLocks noGrp="1"/>
          </p:cNvSpPr>
          <p:nvPr/>
        </p:nvSpPr>
        <p:spPr>
          <a:xfrm>
            <a:off x="8423485" y="1867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3" name="F2_precision_recall_distributions_3897">
            <a:extLst>
              <a:ext uri="{FF2B5EF4-FFF2-40B4-BE49-F238E27FC236}">
                <a16:creationId xmlns:a16="http://schemas.microsoft.com/office/drawing/2014/main" id="{AF597F21-E118-4163-8281-22EADF0E205F}"/>
              </a:ext>
            </a:extLst>
          </p:cNvPr>
          <p:cNvSpPr>
            <a:spLocks noGrp="1"/>
          </p:cNvSpPr>
          <p:nvPr/>
        </p:nvSpPr>
        <p:spPr>
          <a:xfrm>
            <a:off x="8467358" y="2030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4" name="F2_precision_recall_distributions_3898">
            <a:extLst>
              <a:ext uri="{FF2B5EF4-FFF2-40B4-BE49-F238E27FC236}">
                <a16:creationId xmlns:a16="http://schemas.microsoft.com/office/drawing/2014/main" id="{E75515EB-17D5-4ED4-AAAE-2049A24BDE61}"/>
              </a:ext>
            </a:extLst>
          </p:cNvPr>
          <p:cNvSpPr>
            <a:spLocks noGrp="1"/>
          </p:cNvSpPr>
          <p:nvPr/>
        </p:nvSpPr>
        <p:spPr>
          <a:xfrm>
            <a:off x="8404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5" name="F2_precision_recall_distributions_3899">
            <a:extLst>
              <a:ext uri="{FF2B5EF4-FFF2-40B4-BE49-F238E27FC236}">
                <a16:creationId xmlns:a16="http://schemas.microsoft.com/office/drawing/2014/main" id="{03C9028A-2E2C-42B0-991D-BF00205BE266}"/>
              </a:ext>
            </a:extLst>
          </p:cNvPr>
          <p:cNvSpPr>
            <a:spLocks noGrp="1"/>
          </p:cNvSpPr>
          <p:nvPr/>
        </p:nvSpPr>
        <p:spPr>
          <a:xfrm>
            <a:off x="8170025" y="1905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6" name="F2_precision_recall_distributions_3900">
            <a:extLst>
              <a:ext uri="{FF2B5EF4-FFF2-40B4-BE49-F238E27FC236}">
                <a16:creationId xmlns:a16="http://schemas.microsoft.com/office/drawing/2014/main" id="{1F8B23AB-C41C-4090-B55A-481C461CC221}"/>
              </a:ext>
            </a:extLst>
          </p:cNvPr>
          <p:cNvSpPr>
            <a:spLocks noGrp="1"/>
          </p:cNvSpPr>
          <p:nvPr/>
        </p:nvSpPr>
        <p:spPr>
          <a:xfrm>
            <a:off x="8216951" y="2027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7" name="F2_precision_recall_distributions_3901">
            <a:extLst>
              <a:ext uri="{FF2B5EF4-FFF2-40B4-BE49-F238E27FC236}">
                <a16:creationId xmlns:a16="http://schemas.microsoft.com/office/drawing/2014/main" id="{F0465C54-A48B-4FAE-8139-EAC72156590B}"/>
              </a:ext>
            </a:extLst>
          </p:cNvPr>
          <p:cNvSpPr>
            <a:spLocks noGrp="1"/>
          </p:cNvSpPr>
          <p:nvPr/>
        </p:nvSpPr>
        <p:spPr>
          <a:xfrm>
            <a:off x="839208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8" name="F2_precision_recall_distributions_3902">
            <a:extLst>
              <a:ext uri="{FF2B5EF4-FFF2-40B4-BE49-F238E27FC236}">
                <a16:creationId xmlns:a16="http://schemas.microsoft.com/office/drawing/2014/main" id="{BC813332-3D87-44B7-B45B-E866E81AAD53}"/>
              </a:ext>
            </a:extLst>
          </p:cNvPr>
          <p:cNvSpPr>
            <a:spLocks noGrp="1"/>
          </p:cNvSpPr>
          <p:nvPr/>
        </p:nvSpPr>
        <p:spPr>
          <a:xfrm>
            <a:off x="8202753" y="17557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9" name="F2_precision_recall_distributions_3903">
            <a:extLst>
              <a:ext uri="{FF2B5EF4-FFF2-40B4-BE49-F238E27FC236}">
                <a16:creationId xmlns:a16="http://schemas.microsoft.com/office/drawing/2014/main" id="{5DCC1595-B397-43CB-8F59-008E2D7562BC}"/>
              </a:ext>
            </a:extLst>
          </p:cNvPr>
          <p:cNvSpPr>
            <a:spLocks noGrp="1"/>
          </p:cNvSpPr>
          <p:nvPr/>
        </p:nvSpPr>
        <p:spPr>
          <a:xfrm>
            <a:off x="8398554" y="16271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0" name="F2_precision_recall_distributions_3904">
            <a:extLst>
              <a:ext uri="{FF2B5EF4-FFF2-40B4-BE49-F238E27FC236}">
                <a16:creationId xmlns:a16="http://schemas.microsoft.com/office/drawing/2014/main" id="{24B35F92-4047-491B-B863-73EF3D4D977C}"/>
              </a:ext>
            </a:extLst>
          </p:cNvPr>
          <p:cNvSpPr>
            <a:spLocks noGrp="1"/>
          </p:cNvSpPr>
          <p:nvPr/>
        </p:nvSpPr>
        <p:spPr>
          <a:xfrm>
            <a:off x="83555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1" name="F2_precision_recall_distributions_3905">
            <a:extLst>
              <a:ext uri="{FF2B5EF4-FFF2-40B4-BE49-F238E27FC236}">
                <a16:creationId xmlns:a16="http://schemas.microsoft.com/office/drawing/2014/main" id="{95F5DFD7-A2F4-4C55-AF5C-24774293A1CD}"/>
              </a:ext>
            </a:extLst>
          </p:cNvPr>
          <p:cNvSpPr>
            <a:spLocks noGrp="1"/>
          </p:cNvSpPr>
          <p:nvPr/>
        </p:nvSpPr>
        <p:spPr>
          <a:xfrm>
            <a:off x="8289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2" name="F2_precision_recall_distributions_3906">
            <a:extLst>
              <a:ext uri="{FF2B5EF4-FFF2-40B4-BE49-F238E27FC236}">
                <a16:creationId xmlns:a16="http://schemas.microsoft.com/office/drawing/2014/main" id="{1473F00B-C06B-4586-8D2A-ACDB57B53C03}"/>
              </a:ext>
            </a:extLst>
          </p:cNvPr>
          <p:cNvSpPr>
            <a:spLocks noGrp="1"/>
          </p:cNvSpPr>
          <p:nvPr/>
        </p:nvSpPr>
        <p:spPr>
          <a:xfrm>
            <a:off x="82430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3" name="F2_precision_recall_distributions_3907">
            <a:extLst>
              <a:ext uri="{FF2B5EF4-FFF2-40B4-BE49-F238E27FC236}">
                <a16:creationId xmlns:a16="http://schemas.microsoft.com/office/drawing/2014/main" id="{AB7FE3DD-69A9-4F15-9B9A-9A697DD5C332}"/>
              </a:ext>
            </a:extLst>
          </p:cNvPr>
          <p:cNvSpPr>
            <a:spLocks noGrp="1"/>
          </p:cNvSpPr>
          <p:nvPr/>
        </p:nvSpPr>
        <p:spPr>
          <a:xfrm>
            <a:off x="823575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4" name="F2_precision_recall_distributions_3908">
            <a:extLst>
              <a:ext uri="{FF2B5EF4-FFF2-40B4-BE49-F238E27FC236}">
                <a16:creationId xmlns:a16="http://schemas.microsoft.com/office/drawing/2014/main" id="{CE8FFF08-45F0-4E8F-858B-ADB573D2F516}"/>
              </a:ext>
            </a:extLst>
          </p:cNvPr>
          <p:cNvSpPr>
            <a:spLocks noGrp="1"/>
          </p:cNvSpPr>
          <p:nvPr/>
        </p:nvSpPr>
        <p:spPr>
          <a:xfrm>
            <a:off x="8331063" y="15899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5" name="F2_precision_recall_distributions_3909">
            <a:extLst>
              <a:ext uri="{FF2B5EF4-FFF2-40B4-BE49-F238E27FC236}">
                <a16:creationId xmlns:a16="http://schemas.microsoft.com/office/drawing/2014/main" id="{B44EE00B-1231-4331-82E6-6375B55A2E07}"/>
              </a:ext>
            </a:extLst>
          </p:cNvPr>
          <p:cNvSpPr>
            <a:spLocks noGrp="1"/>
          </p:cNvSpPr>
          <p:nvPr/>
        </p:nvSpPr>
        <p:spPr>
          <a:xfrm>
            <a:off x="82470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6" name="F2_precision_recall_distributions_3910">
            <a:extLst>
              <a:ext uri="{FF2B5EF4-FFF2-40B4-BE49-F238E27FC236}">
                <a16:creationId xmlns:a16="http://schemas.microsoft.com/office/drawing/2014/main" id="{120C9BF7-CB77-4499-A9E7-2B046F68FF5C}"/>
              </a:ext>
            </a:extLst>
          </p:cNvPr>
          <p:cNvSpPr>
            <a:spLocks noGrp="1"/>
          </p:cNvSpPr>
          <p:nvPr/>
        </p:nvSpPr>
        <p:spPr>
          <a:xfrm>
            <a:off x="8191385" y="2058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7" name="F2_precision_recall_distributions_3911">
            <a:extLst>
              <a:ext uri="{FF2B5EF4-FFF2-40B4-BE49-F238E27FC236}">
                <a16:creationId xmlns:a16="http://schemas.microsoft.com/office/drawing/2014/main" id="{2CDB29AC-5B9A-4CCC-AB83-F8B2FA817020}"/>
              </a:ext>
            </a:extLst>
          </p:cNvPr>
          <p:cNvSpPr>
            <a:spLocks noGrp="1"/>
          </p:cNvSpPr>
          <p:nvPr/>
        </p:nvSpPr>
        <p:spPr>
          <a:xfrm>
            <a:off x="8465136" y="1952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8" name="F2_precision_recall_distributions_3912">
            <a:extLst>
              <a:ext uri="{FF2B5EF4-FFF2-40B4-BE49-F238E27FC236}">
                <a16:creationId xmlns:a16="http://schemas.microsoft.com/office/drawing/2014/main" id="{C0B88B5A-94B8-4DBF-B8EF-0BB9FA7318BD}"/>
              </a:ext>
            </a:extLst>
          </p:cNvPr>
          <p:cNvSpPr>
            <a:spLocks noGrp="1"/>
          </p:cNvSpPr>
          <p:nvPr/>
        </p:nvSpPr>
        <p:spPr>
          <a:xfrm>
            <a:off x="8328362" y="1951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9" name="F2_precision_recall_distributions_3913">
            <a:extLst>
              <a:ext uri="{FF2B5EF4-FFF2-40B4-BE49-F238E27FC236}">
                <a16:creationId xmlns:a16="http://schemas.microsoft.com/office/drawing/2014/main" id="{F605BD43-54EC-4276-9ABD-11BFFC93E216}"/>
              </a:ext>
            </a:extLst>
          </p:cNvPr>
          <p:cNvSpPr>
            <a:spLocks noGrp="1"/>
          </p:cNvSpPr>
          <p:nvPr/>
        </p:nvSpPr>
        <p:spPr>
          <a:xfrm>
            <a:off x="8136360" y="1734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0" name="F2_precision_recall_distributions_3914">
            <a:extLst>
              <a:ext uri="{FF2B5EF4-FFF2-40B4-BE49-F238E27FC236}">
                <a16:creationId xmlns:a16="http://schemas.microsoft.com/office/drawing/2014/main" id="{F9A1550D-F427-4B4A-8F2A-3AC2EC138616}"/>
              </a:ext>
            </a:extLst>
          </p:cNvPr>
          <p:cNvSpPr>
            <a:spLocks noGrp="1"/>
          </p:cNvSpPr>
          <p:nvPr/>
        </p:nvSpPr>
        <p:spPr>
          <a:xfrm>
            <a:off x="8144452" y="1909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1" name="F2_precision_recall_distributions_3915">
            <a:extLst>
              <a:ext uri="{FF2B5EF4-FFF2-40B4-BE49-F238E27FC236}">
                <a16:creationId xmlns:a16="http://schemas.microsoft.com/office/drawing/2014/main" id="{A0FCBD03-E8FD-4B32-A17B-1A875AD8EA4E}"/>
              </a:ext>
            </a:extLst>
          </p:cNvPr>
          <p:cNvSpPr>
            <a:spLocks noGrp="1"/>
          </p:cNvSpPr>
          <p:nvPr/>
        </p:nvSpPr>
        <p:spPr>
          <a:xfrm>
            <a:off x="8216829" y="22385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2" name="F2_precision_recall_distributions_3916">
            <a:extLst>
              <a:ext uri="{FF2B5EF4-FFF2-40B4-BE49-F238E27FC236}">
                <a16:creationId xmlns:a16="http://schemas.microsoft.com/office/drawing/2014/main" id="{8F86893C-F951-4EFF-B9C7-50EE9F6030F5}"/>
              </a:ext>
            </a:extLst>
          </p:cNvPr>
          <p:cNvSpPr>
            <a:spLocks noGrp="1"/>
          </p:cNvSpPr>
          <p:nvPr/>
        </p:nvSpPr>
        <p:spPr>
          <a:xfrm>
            <a:off x="83174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3" name="F2_precision_recall_distributions_3917">
            <a:extLst>
              <a:ext uri="{FF2B5EF4-FFF2-40B4-BE49-F238E27FC236}">
                <a16:creationId xmlns:a16="http://schemas.microsoft.com/office/drawing/2014/main" id="{D82997DE-3E60-481F-BE28-20DC546714D5}"/>
              </a:ext>
            </a:extLst>
          </p:cNvPr>
          <p:cNvSpPr>
            <a:spLocks noGrp="1"/>
          </p:cNvSpPr>
          <p:nvPr/>
        </p:nvSpPr>
        <p:spPr>
          <a:xfrm>
            <a:off x="8166342" y="20105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4" name="F2_precision_recall_distributions_3918">
            <a:extLst>
              <a:ext uri="{FF2B5EF4-FFF2-40B4-BE49-F238E27FC236}">
                <a16:creationId xmlns:a16="http://schemas.microsoft.com/office/drawing/2014/main" id="{9BD32F38-9930-4C93-A99A-6B2777780B53}"/>
              </a:ext>
            </a:extLst>
          </p:cNvPr>
          <p:cNvSpPr>
            <a:spLocks noGrp="1"/>
          </p:cNvSpPr>
          <p:nvPr/>
        </p:nvSpPr>
        <p:spPr>
          <a:xfrm>
            <a:off x="8482556" y="19183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5" name="F2_precision_recall_distributions_3919">
            <a:extLst>
              <a:ext uri="{FF2B5EF4-FFF2-40B4-BE49-F238E27FC236}">
                <a16:creationId xmlns:a16="http://schemas.microsoft.com/office/drawing/2014/main" id="{8BED28C2-41C7-4630-8E71-F67116F5196C}"/>
              </a:ext>
            </a:extLst>
          </p:cNvPr>
          <p:cNvSpPr>
            <a:spLocks noGrp="1"/>
          </p:cNvSpPr>
          <p:nvPr/>
        </p:nvSpPr>
        <p:spPr>
          <a:xfrm>
            <a:off x="8340610" y="1952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6" name="F2_precision_recall_distributions_3920">
            <a:extLst>
              <a:ext uri="{FF2B5EF4-FFF2-40B4-BE49-F238E27FC236}">
                <a16:creationId xmlns:a16="http://schemas.microsoft.com/office/drawing/2014/main" id="{4640BE19-11BF-405E-B1C0-039726F9C955}"/>
              </a:ext>
            </a:extLst>
          </p:cNvPr>
          <p:cNvSpPr>
            <a:spLocks noGrp="1"/>
          </p:cNvSpPr>
          <p:nvPr/>
        </p:nvSpPr>
        <p:spPr>
          <a:xfrm>
            <a:off x="81508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7" name="F2_precision_recall_distributions_3921">
            <a:extLst>
              <a:ext uri="{FF2B5EF4-FFF2-40B4-BE49-F238E27FC236}">
                <a16:creationId xmlns:a16="http://schemas.microsoft.com/office/drawing/2014/main" id="{4B7C2705-756C-466D-BE7C-E707D01DF066}"/>
              </a:ext>
            </a:extLst>
          </p:cNvPr>
          <p:cNvSpPr>
            <a:spLocks noGrp="1"/>
          </p:cNvSpPr>
          <p:nvPr/>
        </p:nvSpPr>
        <p:spPr>
          <a:xfrm>
            <a:off x="8407772" y="22051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8" name="F2_precision_recall_distributions_3922">
            <a:extLst>
              <a:ext uri="{FF2B5EF4-FFF2-40B4-BE49-F238E27FC236}">
                <a16:creationId xmlns:a16="http://schemas.microsoft.com/office/drawing/2014/main" id="{4EA5C9EF-67FC-477E-803D-1D0F6131CCEB}"/>
              </a:ext>
            </a:extLst>
          </p:cNvPr>
          <p:cNvSpPr>
            <a:spLocks noGrp="1"/>
          </p:cNvSpPr>
          <p:nvPr/>
        </p:nvSpPr>
        <p:spPr>
          <a:xfrm>
            <a:off x="6002018" y="1585666"/>
            <a:ext cx="191" cy="339974"/>
          </a:xfrm>
          <a:custGeom>
            <a:avLst/>
            <a:gdLst/>
            <a:ahLst/>
            <a:cxnLst/>
            <a:rect l="0" t="0" r="0" b="0"/>
            <a:pathLst>
              <a:path w="191" h="339974">
                <a:moveTo>
                  <a:pt x="0" y="33997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109" name="F2_precision_recall_distributions_3923">
            <a:extLst>
              <a:ext uri="{FF2B5EF4-FFF2-40B4-BE49-F238E27FC236}">
                <a16:creationId xmlns:a16="http://schemas.microsoft.com/office/drawing/2014/main" id="{5F773E2B-7A6F-4E27-B1FC-E83F2418DEA3}"/>
              </a:ext>
            </a:extLst>
          </p:cNvPr>
          <p:cNvSpPr>
            <a:spLocks noGrp="1"/>
          </p:cNvSpPr>
          <p:nvPr/>
        </p:nvSpPr>
        <p:spPr>
          <a:xfrm>
            <a:off x="7165978" y="1611581"/>
            <a:ext cx="191" cy="500745"/>
          </a:xfrm>
          <a:custGeom>
            <a:avLst/>
            <a:gdLst/>
            <a:ahLst/>
            <a:cxnLst/>
            <a:rect l="0" t="0" r="0" b="0"/>
            <a:pathLst>
              <a:path w="191" h="500745">
                <a:moveTo>
                  <a:pt x="0" y="50074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110" name="F2_precision_recall_distributions_3924">
            <a:extLst>
              <a:ext uri="{FF2B5EF4-FFF2-40B4-BE49-F238E27FC236}">
                <a16:creationId xmlns:a16="http://schemas.microsoft.com/office/drawing/2014/main" id="{13F06E0B-6306-45B4-A9D8-BCFD78A56DA2}"/>
              </a:ext>
            </a:extLst>
          </p:cNvPr>
          <p:cNvSpPr>
            <a:spLocks noGrp="1"/>
          </p:cNvSpPr>
          <p:nvPr/>
        </p:nvSpPr>
        <p:spPr>
          <a:xfrm>
            <a:off x="8329937" y="1799288"/>
            <a:ext cx="191" cy="556596"/>
          </a:xfrm>
          <a:custGeom>
            <a:avLst/>
            <a:gdLst/>
            <a:ahLst/>
            <a:cxnLst/>
            <a:rect l="0" t="0" r="0" b="0"/>
            <a:pathLst>
              <a:path w="191" h="556596">
                <a:moveTo>
                  <a:pt x="0" y="556596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111" name="F2_precision_recall_distributions_3925">
            <a:extLst>
              <a:ext uri="{FF2B5EF4-FFF2-40B4-BE49-F238E27FC236}">
                <a16:creationId xmlns:a16="http://schemas.microsoft.com/office/drawing/2014/main" id="{383A2A9B-B606-4C6E-A229-FE700FBAB14A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2" name="F2_precision_recall_distributions_3926">
            <a:extLst>
              <a:ext uri="{FF2B5EF4-FFF2-40B4-BE49-F238E27FC236}">
                <a16:creationId xmlns:a16="http://schemas.microsoft.com/office/drawing/2014/main" id="{35C7D8A5-A7F2-4404-B8AC-7458E08CF1BE}"/>
              </a:ext>
            </a:extLst>
          </p:cNvPr>
          <p:cNvSpPr>
            <a:spLocks noGrp="1"/>
          </p:cNvSpPr>
          <p:nvPr/>
        </p:nvSpPr>
        <p:spPr>
          <a:xfrm>
            <a:off x="5361841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3" name="text_3927">
            <a:extLst>
              <a:ext uri="{FF2B5EF4-FFF2-40B4-BE49-F238E27FC236}">
                <a16:creationId xmlns:a16="http://schemas.microsoft.com/office/drawing/2014/main" id="{F8D24875-B426-4539-A083-566E0564A69B}"/>
              </a:ext>
            </a:extLst>
          </p:cNvPr>
          <p:cNvSpPr>
            <a:spLocks noGrp="1"/>
          </p:cNvSpPr>
          <p:nvPr/>
        </p:nvSpPr>
        <p:spPr>
          <a:xfrm>
            <a:off x="5361841" y="1305172"/>
            <a:ext cx="101665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Recall</a:t>
            </a:r>
          </a:p>
        </p:txBody>
      </p:sp>
      <p:sp>
        <p:nvSpPr>
          <p:cNvPr id="1114" name="F2_precision_recall_distributions_3928">
            <a:extLst>
              <a:ext uri="{FF2B5EF4-FFF2-40B4-BE49-F238E27FC236}">
                <a16:creationId xmlns:a16="http://schemas.microsoft.com/office/drawing/2014/main" id="{E677C563-E4E1-4832-A4BA-5E5D4F2B1C96}"/>
              </a:ext>
            </a:extLst>
          </p:cNvPr>
          <p:cNvSpPr>
            <a:spLocks noGrp="1"/>
          </p:cNvSpPr>
          <p:nvPr/>
        </p:nvSpPr>
        <p:spPr>
          <a:xfrm>
            <a:off x="5973977" y="166233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115" name="F2_precision_recall_distributions_3929">
            <a:extLst>
              <a:ext uri="{FF2B5EF4-FFF2-40B4-BE49-F238E27FC236}">
                <a16:creationId xmlns:a16="http://schemas.microsoft.com/office/drawing/2014/main" id="{F4B40A91-501E-422C-8341-7216F8E78E65}"/>
              </a:ext>
            </a:extLst>
          </p:cNvPr>
          <p:cNvSpPr>
            <a:spLocks noGrp="1"/>
          </p:cNvSpPr>
          <p:nvPr/>
        </p:nvSpPr>
        <p:spPr>
          <a:xfrm>
            <a:off x="7137937" y="175703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116" name="F2_precision_recall_distributions_3930">
            <a:extLst>
              <a:ext uri="{FF2B5EF4-FFF2-40B4-BE49-F238E27FC236}">
                <a16:creationId xmlns:a16="http://schemas.microsoft.com/office/drawing/2014/main" id="{09905762-A86A-42B4-92F8-9FD57B8E13F2}"/>
              </a:ext>
            </a:extLst>
          </p:cNvPr>
          <p:cNvSpPr>
            <a:spLocks noGrp="1"/>
          </p:cNvSpPr>
          <p:nvPr/>
        </p:nvSpPr>
        <p:spPr>
          <a:xfrm>
            <a:off x="8301896" y="20384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117" name="F2_precision_recall_distributions_3931">
            <a:extLst>
              <a:ext uri="{FF2B5EF4-FFF2-40B4-BE49-F238E27FC236}">
                <a16:creationId xmlns:a16="http://schemas.microsoft.com/office/drawing/2014/main" id="{2C63B4C2-834F-4CEE-A25F-DEEC048A631C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8" name="F2_precision_recall_distributions_3932">
            <a:extLst>
              <a:ext uri="{FF2B5EF4-FFF2-40B4-BE49-F238E27FC236}">
                <a16:creationId xmlns:a16="http://schemas.microsoft.com/office/drawing/2014/main" id="{16B10FE1-4EDB-4882-866D-90B3E339E32F}"/>
              </a:ext>
            </a:extLst>
          </p:cNvPr>
          <p:cNvSpPr>
            <a:spLocks noGrp="1"/>
          </p:cNvSpPr>
          <p:nvPr/>
        </p:nvSpPr>
        <p:spPr>
          <a:xfrm>
            <a:off x="1212325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19" name="F2_precision_recall_distributions_3933">
            <a:extLst>
              <a:ext uri="{FF2B5EF4-FFF2-40B4-BE49-F238E27FC236}">
                <a16:creationId xmlns:a16="http://schemas.microsoft.com/office/drawing/2014/main" id="{B3CF5CF5-2470-432F-9102-7AEF41A4F202}"/>
              </a:ext>
            </a:extLst>
          </p:cNvPr>
          <p:cNvSpPr>
            <a:spLocks noGrp="1"/>
          </p:cNvSpPr>
          <p:nvPr/>
        </p:nvSpPr>
        <p:spPr>
          <a:xfrm>
            <a:off x="1170051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0" name="text_3934">
            <a:extLst>
              <a:ext uri="{FF2B5EF4-FFF2-40B4-BE49-F238E27FC236}">
                <a16:creationId xmlns:a16="http://schemas.microsoft.com/office/drawing/2014/main" id="{BD8A4DCF-42BE-49B8-9C10-94E17290EA93}"/>
              </a:ext>
            </a:extLst>
          </p:cNvPr>
          <p:cNvSpPr>
            <a:spLocks noGrp="1"/>
          </p:cNvSpPr>
          <p:nvPr/>
        </p:nvSpPr>
        <p:spPr>
          <a:xfrm>
            <a:off x="958091" y="367660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121" name="F2_precision_recall_distributions_3935">
            <a:extLst>
              <a:ext uri="{FF2B5EF4-FFF2-40B4-BE49-F238E27FC236}">
                <a16:creationId xmlns:a16="http://schemas.microsoft.com/office/drawing/2014/main" id="{1E7924BC-BA70-4FF2-9638-76D2D1FDF829}"/>
              </a:ext>
            </a:extLst>
          </p:cNvPr>
          <p:cNvSpPr>
            <a:spLocks noGrp="1"/>
          </p:cNvSpPr>
          <p:nvPr/>
        </p:nvSpPr>
        <p:spPr>
          <a:xfrm>
            <a:off x="1212325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2" name="F2_precision_recall_distributions_3936">
            <a:extLst>
              <a:ext uri="{FF2B5EF4-FFF2-40B4-BE49-F238E27FC236}">
                <a16:creationId xmlns:a16="http://schemas.microsoft.com/office/drawing/2014/main" id="{517E6787-BB88-4963-BCBD-FCFD9F1E76E8}"/>
              </a:ext>
            </a:extLst>
          </p:cNvPr>
          <p:cNvSpPr>
            <a:spLocks noGrp="1"/>
          </p:cNvSpPr>
          <p:nvPr/>
        </p:nvSpPr>
        <p:spPr>
          <a:xfrm>
            <a:off x="1170051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3" name="text_3937">
            <a:extLst>
              <a:ext uri="{FF2B5EF4-FFF2-40B4-BE49-F238E27FC236}">
                <a16:creationId xmlns:a16="http://schemas.microsoft.com/office/drawing/2014/main" id="{DDC515CE-AC1E-46A5-9D18-DE9D6D3920D3}"/>
              </a:ext>
            </a:extLst>
          </p:cNvPr>
          <p:cNvSpPr>
            <a:spLocks noGrp="1"/>
          </p:cNvSpPr>
          <p:nvPr/>
        </p:nvSpPr>
        <p:spPr>
          <a:xfrm>
            <a:off x="958091" y="325221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4" name="F2_precision_recall_distributions_3938">
            <a:extLst>
              <a:ext uri="{FF2B5EF4-FFF2-40B4-BE49-F238E27FC236}">
                <a16:creationId xmlns:a16="http://schemas.microsoft.com/office/drawing/2014/main" id="{0F598E01-82D9-4329-8F8D-27C75D5A17FA}"/>
              </a:ext>
            </a:extLst>
          </p:cNvPr>
          <p:cNvSpPr>
            <a:spLocks noGrp="1"/>
          </p:cNvSpPr>
          <p:nvPr/>
        </p:nvSpPr>
        <p:spPr>
          <a:xfrm>
            <a:off x="1212325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5" name="F2_precision_recall_distributions_3939">
            <a:extLst>
              <a:ext uri="{FF2B5EF4-FFF2-40B4-BE49-F238E27FC236}">
                <a16:creationId xmlns:a16="http://schemas.microsoft.com/office/drawing/2014/main" id="{CD5D2340-1357-4EA6-B9CD-0CDFBAE1035B}"/>
              </a:ext>
            </a:extLst>
          </p:cNvPr>
          <p:cNvSpPr>
            <a:spLocks noGrp="1"/>
          </p:cNvSpPr>
          <p:nvPr/>
        </p:nvSpPr>
        <p:spPr>
          <a:xfrm>
            <a:off x="1170051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6" name="text_3940">
            <a:extLst>
              <a:ext uri="{FF2B5EF4-FFF2-40B4-BE49-F238E27FC236}">
                <a16:creationId xmlns:a16="http://schemas.microsoft.com/office/drawing/2014/main" id="{AC494C31-A40C-4E2E-A3A7-F3C7E54581B5}"/>
              </a:ext>
            </a:extLst>
          </p:cNvPr>
          <p:cNvSpPr>
            <a:spLocks noGrp="1"/>
          </p:cNvSpPr>
          <p:nvPr/>
        </p:nvSpPr>
        <p:spPr>
          <a:xfrm>
            <a:off x="958091" y="282783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27" name="F2_precision_recall_distributions_3941">
            <a:extLst>
              <a:ext uri="{FF2B5EF4-FFF2-40B4-BE49-F238E27FC236}">
                <a16:creationId xmlns:a16="http://schemas.microsoft.com/office/drawing/2014/main" id="{9D331B38-E36D-4C03-A1AA-0B20F2CC98A1}"/>
              </a:ext>
            </a:extLst>
          </p:cNvPr>
          <p:cNvSpPr>
            <a:spLocks noGrp="1"/>
          </p:cNvSpPr>
          <p:nvPr/>
        </p:nvSpPr>
        <p:spPr>
          <a:xfrm>
            <a:off x="151495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128" name="F2_precision_recall_distributions_3942">
            <a:extLst>
              <a:ext uri="{FF2B5EF4-FFF2-40B4-BE49-F238E27FC236}">
                <a16:creationId xmlns:a16="http://schemas.microsoft.com/office/drawing/2014/main" id="{4F33C7BA-6992-4F56-8F84-15687D2B1C46}"/>
              </a:ext>
            </a:extLst>
          </p:cNvPr>
          <p:cNvSpPr>
            <a:spLocks noGrp="1"/>
          </p:cNvSpPr>
          <p:nvPr/>
        </p:nvSpPr>
        <p:spPr>
          <a:xfrm>
            <a:off x="174382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9" name="F2_precision_recall_distributions_3943">
            <a:extLst>
              <a:ext uri="{FF2B5EF4-FFF2-40B4-BE49-F238E27FC236}">
                <a16:creationId xmlns:a16="http://schemas.microsoft.com/office/drawing/2014/main" id="{BDD3E6FC-BFBB-4CEC-ABF0-2BE86F24F224}"/>
              </a:ext>
            </a:extLst>
          </p:cNvPr>
          <p:cNvSpPr>
            <a:spLocks noGrp="1"/>
          </p:cNvSpPr>
          <p:nvPr/>
        </p:nvSpPr>
        <p:spPr>
          <a:xfrm>
            <a:off x="19564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0" name="F2_precision_recall_distributions_3944">
            <a:extLst>
              <a:ext uri="{FF2B5EF4-FFF2-40B4-BE49-F238E27FC236}">
                <a16:creationId xmlns:a16="http://schemas.microsoft.com/office/drawing/2014/main" id="{69510950-8251-45D2-9DE7-FC52B154F3DB}"/>
              </a:ext>
            </a:extLst>
          </p:cNvPr>
          <p:cNvSpPr>
            <a:spLocks noGrp="1"/>
          </p:cNvSpPr>
          <p:nvPr/>
        </p:nvSpPr>
        <p:spPr>
          <a:xfrm>
            <a:off x="17625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1" name="F2_precision_recall_distributions_3945">
            <a:extLst>
              <a:ext uri="{FF2B5EF4-FFF2-40B4-BE49-F238E27FC236}">
                <a16:creationId xmlns:a16="http://schemas.microsoft.com/office/drawing/2014/main" id="{1B5DF964-3025-4042-8D57-30A73695865C}"/>
              </a:ext>
            </a:extLst>
          </p:cNvPr>
          <p:cNvSpPr>
            <a:spLocks noGrp="1"/>
          </p:cNvSpPr>
          <p:nvPr/>
        </p:nvSpPr>
        <p:spPr>
          <a:xfrm>
            <a:off x="1761626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2" name="F2_precision_recall_distributions_3946">
            <a:extLst>
              <a:ext uri="{FF2B5EF4-FFF2-40B4-BE49-F238E27FC236}">
                <a16:creationId xmlns:a16="http://schemas.microsoft.com/office/drawing/2014/main" id="{06DB367C-CA7E-4553-8E61-55D2E8EFADA4}"/>
              </a:ext>
            </a:extLst>
          </p:cNvPr>
          <p:cNvSpPr>
            <a:spLocks noGrp="1"/>
          </p:cNvSpPr>
          <p:nvPr/>
        </p:nvSpPr>
        <p:spPr>
          <a:xfrm>
            <a:off x="1697309" y="2992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3" name="F2_precision_recall_distributions_3947">
            <a:extLst>
              <a:ext uri="{FF2B5EF4-FFF2-40B4-BE49-F238E27FC236}">
                <a16:creationId xmlns:a16="http://schemas.microsoft.com/office/drawing/2014/main" id="{CCB1AF9A-4B9C-465E-B2FA-014214D94715}"/>
              </a:ext>
            </a:extLst>
          </p:cNvPr>
          <p:cNvSpPr>
            <a:spLocks noGrp="1"/>
          </p:cNvSpPr>
          <p:nvPr/>
        </p:nvSpPr>
        <p:spPr>
          <a:xfrm>
            <a:off x="19372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4" name="F2_precision_recall_distributions_3948">
            <a:extLst>
              <a:ext uri="{FF2B5EF4-FFF2-40B4-BE49-F238E27FC236}">
                <a16:creationId xmlns:a16="http://schemas.microsoft.com/office/drawing/2014/main" id="{52D6CBEA-2246-46B2-A917-7BF3BE416EB6}"/>
              </a:ext>
            </a:extLst>
          </p:cNvPr>
          <p:cNvSpPr>
            <a:spLocks noGrp="1"/>
          </p:cNvSpPr>
          <p:nvPr/>
        </p:nvSpPr>
        <p:spPr>
          <a:xfrm>
            <a:off x="20195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5" name="F2_precision_recall_distributions_3949">
            <a:extLst>
              <a:ext uri="{FF2B5EF4-FFF2-40B4-BE49-F238E27FC236}">
                <a16:creationId xmlns:a16="http://schemas.microsoft.com/office/drawing/2014/main" id="{69B47FCF-644F-49D9-B087-5232F7590646}"/>
              </a:ext>
            </a:extLst>
          </p:cNvPr>
          <p:cNvSpPr>
            <a:spLocks noGrp="1"/>
          </p:cNvSpPr>
          <p:nvPr/>
        </p:nvSpPr>
        <p:spPr>
          <a:xfrm>
            <a:off x="18552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6" name="F2_precision_recall_distributions_3950">
            <a:extLst>
              <a:ext uri="{FF2B5EF4-FFF2-40B4-BE49-F238E27FC236}">
                <a16:creationId xmlns:a16="http://schemas.microsoft.com/office/drawing/2014/main" id="{0983759C-84ED-472E-B507-DE9D6CA94813}"/>
              </a:ext>
            </a:extLst>
          </p:cNvPr>
          <p:cNvSpPr>
            <a:spLocks noGrp="1"/>
          </p:cNvSpPr>
          <p:nvPr/>
        </p:nvSpPr>
        <p:spPr>
          <a:xfrm>
            <a:off x="1687943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7" name="F2_precision_recall_distributions_3951">
            <a:extLst>
              <a:ext uri="{FF2B5EF4-FFF2-40B4-BE49-F238E27FC236}">
                <a16:creationId xmlns:a16="http://schemas.microsoft.com/office/drawing/2014/main" id="{5CE01E46-1DEB-4BB3-BD31-9A8BE3BF2862}"/>
              </a:ext>
            </a:extLst>
          </p:cNvPr>
          <p:cNvSpPr>
            <a:spLocks noGrp="1"/>
          </p:cNvSpPr>
          <p:nvPr/>
        </p:nvSpPr>
        <p:spPr>
          <a:xfrm>
            <a:off x="179662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8" name="F2_precision_recall_distributions_3952">
            <a:extLst>
              <a:ext uri="{FF2B5EF4-FFF2-40B4-BE49-F238E27FC236}">
                <a16:creationId xmlns:a16="http://schemas.microsoft.com/office/drawing/2014/main" id="{5A02873F-7FBC-4A4C-9401-4FA96BC69C79}"/>
              </a:ext>
            </a:extLst>
          </p:cNvPr>
          <p:cNvSpPr>
            <a:spLocks noGrp="1"/>
          </p:cNvSpPr>
          <p:nvPr/>
        </p:nvSpPr>
        <p:spPr>
          <a:xfrm>
            <a:off x="2017816" y="3267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9" name="F2_precision_recall_distributions_3953">
            <a:extLst>
              <a:ext uri="{FF2B5EF4-FFF2-40B4-BE49-F238E27FC236}">
                <a16:creationId xmlns:a16="http://schemas.microsoft.com/office/drawing/2014/main" id="{CE3E6335-A122-44B3-ABE6-4670828F1F99}"/>
              </a:ext>
            </a:extLst>
          </p:cNvPr>
          <p:cNvSpPr>
            <a:spLocks noGrp="1"/>
          </p:cNvSpPr>
          <p:nvPr/>
        </p:nvSpPr>
        <p:spPr>
          <a:xfrm>
            <a:off x="188341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0" name="F2_precision_recall_distributions_3954">
            <a:extLst>
              <a:ext uri="{FF2B5EF4-FFF2-40B4-BE49-F238E27FC236}">
                <a16:creationId xmlns:a16="http://schemas.microsoft.com/office/drawing/2014/main" id="{FD56D1C2-8AFE-4953-ACB9-3B8E3696E4D2}"/>
              </a:ext>
            </a:extLst>
          </p:cNvPr>
          <p:cNvSpPr>
            <a:spLocks noGrp="1"/>
          </p:cNvSpPr>
          <p:nvPr/>
        </p:nvSpPr>
        <p:spPr>
          <a:xfrm>
            <a:off x="17002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1" name="F2_precision_recall_distributions_3955">
            <a:extLst>
              <a:ext uri="{FF2B5EF4-FFF2-40B4-BE49-F238E27FC236}">
                <a16:creationId xmlns:a16="http://schemas.microsoft.com/office/drawing/2014/main" id="{503AF8E2-C897-43ED-8D54-7787F53D3770}"/>
              </a:ext>
            </a:extLst>
          </p:cNvPr>
          <p:cNvSpPr>
            <a:spLocks noGrp="1"/>
          </p:cNvSpPr>
          <p:nvPr/>
        </p:nvSpPr>
        <p:spPr>
          <a:xfrm>
            <a:off x="1729649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2" name="F2_precision_recall_distributions_3956">
            <a:extLst>
              <a:ext uri="{FF2B5EF4-FFF2-40B4-BE49-F238E27FC236}">
                <a16:creationId xmlns:a16="http://schemas.microsoft.com/office/drawing/2014/main" id="{8FC873E1-6DD0-4877-9353-75A8721FFE82}"/>
              </a:ext>
            </a:extLst>
          </p:cNvPr>
          <p:cNvSpPr>
            <a:spLocks noGrp="1"/>
          </p:cNvSpPr>
          <p:nvPr/>
        </p:nvSpPr>
        <p:spPr>
          <a:xfrm>
            <a:off x="18751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3" name="F2_precision_recall_distributions_3957">
            <a:extLst>
              <a:ext uri="{FF2B5EF4-FFF2-40B4-BE49-F238E27FC236}">
                <a16:creationId xmlns:a16="http://schemas.microsoft.com/office/drawing/2014/main" id="{09EE7971-C94B-4CA2-9589-7D82D7FCB120}"/>
              </a:ext>
            </a:extLst>
          </p:cNvPr>
          <p:cNvSpPr>
            <a:spLocks noGrp="1"/>
          </p:cNvSpPr>
          <p:nvPr/>
        </p:nvSpPr>
        <p:spPr>
          <a:xfrm>
            <a:off x="1769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4" name="F2_precision_recall_distributions_3958">
            <a:extLst>
              <a:ext uri="{FF2B5EF4-FFF2-40B4-BE49-F238E27FC236}">
                <a16:creationId xmlns:a16="http://schemas.microsoft.com/office/drawing/2014/main" id="{E578DB51-5B8C-4603-8324-567922EE7F03}"/>
              </a:ext>
            </a:extLst>
          </p:cNvPr>
          <p:cNvSpPr>
            <a:spLocks noGrp="1"/>
          </p:cNvSpPr>
          <p:nvPr/>
        </p:nvSpPr>
        <p:spPr>
          <a:xfrm>
            <a:off x="177757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5" name="F2_precision_recall_distributions_3959">
            <a:extLst>
              <a:ext uri="{FF2B5EF4-FFF2-40B4-BE49-F238E27FC236}">
                <a16:creationId xmlns:a16="http://schemas.microsoft.com/office/drawing/2014/main" id="{59F8A770-B346-404D-8D01-F147FBD77428}"/>
              </a:ext>
            </a:extLst>
          </p:cNvPr>
          <p:cNvSpPr>
            <a:spLocks noGrp="1"/>
          </p:cNvSpPr>
          <p:nvPr/>
        </p:nvSpPr>
        <p:spPr>
          <a:xfrm>
            <a:off x="1784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6" name="F2_precision_recall_distributions_3960">
            <a:extLst>
              <a:ext uri="{FF2B5EF4-FFF2-40B4-BE49-F238E27FC236}">
                <a16:creationId xmlns:a16="http://schemas.microsoft.com/office/drawing/2014/main" id="{F813004A-F27D-48B8-B074-CC586BA19DB1}"/>
              </a:ext>
            </a:extLst>
          </p:cNvPr>
          <p:cNvSpPr>
            <a:spLocks noGrp="1"/>
          </p:cNvSpPr>
          <p:nvPr/>
        </p:nvSpPr>
        <p:spPr>
          <a:xfrm>
            <a:off x="16907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7" name="F2_precision_recall_distributions_3961">
            <a:extLst>
              <a:ext uri="{FF2B5EF4-FFF2-40B4-BE49-F238E27FC236}">
                <a16:creationId xmlns:a16="http://schemas.microsoft.com/office/drawing/2014/main" id="{14207389-3F33-49FE-AABB-D8008BCB67D2}"/>
              </a:ext>
            </a:extLst>
          </p:cNvPr>
          <p:cNvSpPr>
            <a:spLocks noGrp="1"/>
          </p:cNvSpPr>
          <p:nvPr/>
        </p:nvSpPr>
        <p:spPr>
          <a:xfrm>
            <a:off x="169016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8" name="F2_precision_recall_distributions_3962">
            <a:extLst>
              <a:ext uri="{FF2B5EF4-FFF2-40B4-BE49-F238E27FC236}">
                <a16:creationId xmlns:a16="http://schemas.microsoft.com/office/drawing/2014/main" id="{71942146-F276-4E67-BF43-5639381A987C}"/>
              </a:ext>
            </a:extLst>
          </p:cNvPr>
          <p:cNvSpPr>
            <a:spLocks noGrp="1"/>
          </p:cNvSpPr>
          <p:nvPr/>
        </p:nvSpPr>
        <p:spPr>
          <a:xfrm>
            <a:off x="1900954" y="2932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9" name="F2_precision_recall_distributions_3963">
            <a:extLst>
              <a:ext uri="{FF2B5EF4-FFF2-40B4-BE49-F238E27FC236}">
                <a16:creationId xmlns:a16="http://schemas.microsoft.com/office/drawing/2014/main" id="{01E3A068-745A-4A9A-AEB5-6EF64B52B34C}"/>
              </a:ext>
            </a:extLst>
          </p:cNvPr>
          <p:cNvSpPr>
            <a:spLocks noGrp="1"/>
          </p:cNvSpPr>
          <p:nvPr/>
        </p:nvSpPr>
        <p:spPr>
          <a:xfrm>
            <a:off x="1702800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0" name="F2_precision_recall_distributions_3964">
            <a:extLst>
              <a:ext uri="{FF2B5EF4-FFF2-40B4-BE49-F238E27FC236}">
                <a16:creationId xmlns:a16="http://schemas.microsoft.com/office/drawing/2014/main" id="{585EDD66-21E0-441C-8665-4515B4FFC29A}"/>
              </a:ext>
            </a:extLst>
          </p:cNvPr>
          <p:cNvSpPr>
            <a:spLocks noGrp="1"/>
          </p:cNvSpPr>
          <p:nvPr/>
        </p:nvSpPr>
        <p:spPr>
          <a:xfrm>
            <a:off x="17315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1" name="F2_precision_recall_distributions_3965">
            <a:extLst>
              <a:ext uri="{FF2B5EF4-FFF2-40B4-BE49-F238E27FC236}">
                <a16:creationId xmlns:a16="http://schemas.microsoft.com/office/drawing/2014/main" id="{2F0E88A7-7979-457D-970C-AC74E66939DD}"/>
              </a:ext>
            </a:extLst>
          </p:cNvPr>
          <p:cNvSpPr>
            <a:spLocks noGrp="1"/>
          </p:cNvSpPr>
          <p:nvPr/>
        </p:nvSpPr>
        <p:spPr>
          <a:xfrm>
            <a:off x="18758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2" name="F2_precision_recall_distributions_3966">
            <a:extLst>
              <a:ext uri="{FF2B5EF4-FFF2-40B4-BE49-F238E27FC236}">
                <a16:creationId xmlns:a16="http://schemas.microsoft.com/office/drawing/2014/main" id="{46F51063-17D2-473B-A1A0-E376B119CC42}"/>
              </a:ext>
            </a:extLst>
          </p:cNvPr>
          <p:cNvSpPr>
            <a:spLocks noGrp="1"/>
          </p:cNvSpPr>
          <p:nvPr/>
        </p:nvSpPr>
        <p:spPr>
          <a:xfrm>
            <a:off x="1836039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3" name="F2_precision_recall_distributions_3967">
            <a:extLst>
              <a:ext uri="{FF2B5EF4-FFF2-40B4-BE49-F238E27FC236}">
                <a16:creationId xmlns:a16="http://schemas.microsoft.com/office/drawing/2014/main" id="{5EF12B87-66C6-4714-BBFD-E88EC307D1A6}"/>
              </a:ext>
            </a:extLst>
          </p:cNvPr>
          <p:cNvSpPr>
            <a:spLocks noGrp="1"/>
          </p:cNvSpPr>
          <p:nvPr/>
        </p:nvSpPr>
        <p:spPr>
          <a:xfrm>
            <a:off x="20155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4" name="F2_precision_recall_distributions_3968">
            <a:extLst>
              <a:ext uri="{FF2B5EF4-FFF2-40B4-BE49-F238E27FC236}">
                <a16:creationId xmlns:a16="http://schemas.microsoft.com/office/drawing/2014/main" id="{92791F96-ABF2-478A-9E82-2ED6814F7168}"/>
              </a:ext>
            </a:extLst>
          </p:cNvPr>
          <p:cNvSpPr>
            <a:spLocks noGrp="1"/>
          </p:cNvSpPr>
          <p:nvPr/>
        </p:nvSpPr>
        <p:spPr>
          <a:xfrm>
            <a:off x="196939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5" name="F2_precision_recall_distributions_3969">
            <a:extLst>
              <a:ext uri="{FF2B5EF4-FFF2-40B4-BE49-F238E27FC236}">
                <a16:creationId xmlns:a16="http://schemas.microsoft.com/office/drawing/2014/main" id="{3982055C-CBD0-4CF3-A96F-B0483F06B4A5}"/>
              </a:ext>
            </a:extLst>
          </p:cNvPr>
          <p:cNvSpPr>
            <a:spLocks noGrp="1"/>
          </p:cNvSpPr>
          <p:nvPr/>
        </p:nvSpPr>
        <p:spPr>
          <a:xfrm>
            <a:off x="1724476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6" name="F2_precision_recall_distributions_3970">
            <a:extLst>
              <a:ext uri="{FF2B5EF4-FFF2-40B4-BE49-F238E27FC236}">
                <a16:creationId xmlns:a16="http://schemas.microsoft.com/office/drawing/2014/main" id="{2EA29076-0C2F-4A2B-AA30-C0A691223A32}"/>
              </a:ext>
            </a:extLst>
          </p:cNvPr>
          <p:cNvSpPr>
            <a:spLocks noGrp="1"/>
          </p:cNvSpPr>
          <p:nvPr/>
        </p:nvSpPr>
        <p:spPr>
          <a:xfrm>
            <a:off x="17129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7" name="F2_precision_recall_distributions_3971">
            <a:extLst>
              <a:ext uri="{FF2B5EF4-FFF2-40B4-BE49-F238E27FC236}">
                <a16:creationId xmlns:a16="http://schemas.microsoft.com/office/drawing/2014/main" id="{F6003EE3-A62E-4577-A9DF-ED1E49108424}"/>
              </a:ext>
            </a:extLst>
          </p:cNvPr>
          <p:cNvSpPr>
            <a:spLocks noGrp="1"/>
          </p:cNvSpPr>
          <p:nvPr/>
        </p:nvSpPr>
        <p:spPr>
          <a:xfrm>
            <a:off x="182373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8" name="F2_precision_recall_distributions_3972">
            <a:extLst>
              <a:ext uri="{FF2B5EF4-FFF2-40B4-BE49-F238E27FC236}">
                <a16:creationId xmlns:a16="http://schemas.microsoft.com/office/drawing/2014/main" id="{DD9E9B7A-72DD-4227-A828-32845D5BAEF1}"/>
              </a:ext>
            </a:extLst>
          </p:cNvPr>
          <p:cNvSpPr>
            <a:spLocks noGrp="1"/>
          </p:cNvSpPr>
          <p:nvPr/>
        </p:nvSpPr>
        <p:spPr>
          <a:xfrm>
            <a:off x="16861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9" name="F2_precision_recall_distributions_3973">
            <a:extLst>
              <a:ext uri="{FF2B5EF4-FFF2-40B4-BE49-F238E27FC236}">
                <a16:creationId xmlns:a16="http://schemas.microsoft.com/office/drawing/2014/main" id="{73DF00FA-03FD-4F0E-AA6C-9EF7CA689935}"/>
              </a:ext>
            </a:extLst>
          </p:cNvPr>
          <p:cNvSpPr>
            <a:spLocks noGrp="1"/>
          </p:cNvSpPr>
          <p:nvPr/>
        </p:nvSpPr>
        <p:spPr>
          <a:xfrm>
            <a:off x="1692462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0" name="F2_precision_recall_distributions_3974">
            <a:extLst>
              <a:ext uri="{FF2B5EF4-FFF2-40B4-BE49-F238E27FC236}">
                <a16:creationId xmlns:a16="http://schemas.microsoft.com/office/drawing/2014/main" id="{B6C6ADFD-7200-41ED-8FBF-555CDEA551E6}"/>
              </a:ext>
            </a:extLst>
          </p:cNvPr>
          <p:cNvSpPr>
            <a:spLocks noGrp="1"/>
          </p:cNvSpPr>
          <p:nvPr/>
        </p:nvSpPr>
        <p:spPr>
          <a:xfrm>
            <a:off x="19492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1" name="F2_precision_recall_distributions_3975">
            <a:extLst>
              <a:ext uri="{FF2B5EF4-FFF2-40B4-BE49-F238E27FC236}">
                <a16:creationId xmlns:a16="http://schemas.microsoft.com/office/drawing/2014/main" id="{A72B331B-8350-494F-B564-776066230DAA}"/>
              </a:ext>
            </a:extLst>
          </p:cNvPr>
          <p:cNvSpPr>
            <a:spLocks noGrp="1"/>
          </p:cNvSpPr>
          <p:nvPr/>
        </p:nvSpPr>
        <p:spPr>
          <a:xfrm>
            <a:off x="1740788" y="36043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2" name="F2_precision_recall_distributions_3976">
            <a:extLst>
              <a:ext uri="{FF2B5EF4-FFF2-40B4-BE49-F238E27FC236}">
                <a16:creationId xmlns:a16="http://schemas.microsoft.com/office/drawing/2014/main" id="{A799E6AC-FBC8-4B08-8AFD-B30F0F5F31BD}"/>
              </a:ext>
            </a:extLst>
          </p:cNvPr>
          <p:cNvSpPr>
            <a:spLocks noGrp="1"/>
          </p:cNvSpPr>
          <p:nvPr/>
        </p:nvSpPr>
        <p:spPr>
          <a:xfrm>
            <a:off x="18164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3" name="F2_precision_recall_distributions_3977">
            <a:extLst>
              <a:ext uri="{FF2B5EF4-FFF2-40B4-BE49-F238E27FC236}">
                <a16:creationId xmlns:a16="http://schemas.microsoft.com/office/drawing/2014/main" id="{C17357A8-FC89-43A6-952F-FEEC648F461A}"/>
              </a:ext>
            </a:extLst>
          </p:cNvPr>
          <p:cNvSpPr>
            <a:spLocks noGrp="1"/>
          </p:cNvSpPr>
          <p:nvPr/>
        </p:nvSpPr>
        <p:spPr>
          <a:xfrm>
            <a:off x="16721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4" name="F2_precision_recall_distributions_3978">
            <a:extLst>
              <a:ext uri="{FF2B5EF4-FFF2-40B4-BE49-F238E27FC236}">
                <a16:creationId xmlns:a16="http://schemas.microsoft.com/office/drawing/2014/main" id="{DB9F5A1F-BBF3-4BCF-A169-384D88A5B6FD}"/>
              </a:ext>
            </a:extLst>
          </p:cNvPr>
          <p:cNvSpPr>
            <a:spLocks noGrp="1"/>
          </p:cNvSpPr>
          <p:nvPr/>
        </p:nvSpPr>
        <p:spPr>
          <a:xfrm>
            <a:off x="186081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5" name="F2_precision_recall_distributions_3979">
            <a:extLst>
              <a:ext uri="{FF2B5EF4-FFF2-40B4-BE49-F238E27FC236}">
                <a16:creationId xmlns:a16="http://schemas.microsoft.com/office/drawing/2014/main" id="{64FE876C-F77F-4350-817E-E0BCE7AB4178}"/>
              </a:ext>
            </a:extLst>
          </p:cNvPr>
          <p:cNvSpPr>
            <a:spLocks noGrp="1"/>
          </p:cNvSpPr>
          <p:nvPr/>
        </p:nvSpPr>
        <p:spPr>
          <a:xfrm>
            <a:off x="20037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6" name="F2_precision_recall_distributions_3980">
            <a:extLst>
              <a:ext uri="{FF2B5EF4-FFF2-40B4-BE49-F238E27FC236}">
                <a16:creationId xmlns:a16="http://schemas.microsoft.com/office/drawing/2014/main" id="{B811E7E4-A712-461B-BE15-0C4BFD981639}"/>
              </a:ext>
            </a:extLst>
          </p:cNvPr>
          <p:cNvSpPr>
            <a:spLocks noGrp="1"/>
          </p:cNvSpPr>
          <p:nvPr/>
        </p:nvSpPr>
        <p:spPr>
          <a:xfrm>
            <a:off x="17053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7" name="F2_precision_recall_distributions_3981">
            <a:extLst>
              <a:ext uri="{FF2B5EF4-FFF2-40B4-BE49-F238E27FC236}">
                <a16:creationId xmlns:a16="http://schemas.microsoft.com/office/drawing/2014/main" id="{CB89D94A-6A2D-4D40-BC5C-D74F9902D141}"/>
              </a:ext>
            </a:extLst>
          </p:cNvPr>
          <p:cNvSpPr>
            <a:spLocks noGrp="1"/>
          </p:cNvSpPr>
          <p:nvPr/>
        </p:nvSpPr>
        <p:spPr>
          <a:xfrm>
            <a:off x="19691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8" name="F2_precision_recall_distributions_3982">
            <a:extLst>
              <a:ext uri="{FF2B5EF4-FFF2-40B4-BE49-F238E27FC236}">
                <a16:creationId xmlns:a16="http://schemas.microsoft.com/office/drawing/2014/main" id="{44A16FEA-EA4C-426A-90F9-8824D6F8C39C}"/>
              </a:ext>
            </a:extLst>
          </p:cNvPr>
          <p:cNvSpPr>
            <a:spLocks noGrp="1"/>
          </p:cNvSpPr>
          <p:nvPr/>
        </p:nvSpPr>
        <p:spPr>
          <a:xfrm>
            <a:off x="19277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9" name="F2_precision_recall_distributions_3983">
            <a:extLst>
              <a:ext uri="{FF2B5EF4-FFF2-40B4-BE49-F238E27FC236}">
                <a16:creationId xmlns:a16="http://schemas.microsoft.com/office/drawing/2014/main" id="{EA242B97-7EB5-4444-9B02-F48D2BF907E4}"/>
              </a:ext>
            </a:extLst>
          </p:cNvPr>
          <p:cNvSpPr>
            <a:spLocks noGrp="1"/>
          </p:cNvSpPr>
          <p:nvPr/>
        </p:nvSpPr>
        <p:spPr>
          <a:xfrm>
            <a:off x="17969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0" name="F2_precision_recall_distributions_3984">
            <a:extLst>
              <a:ext uri="{FF2B5EF4-FFF2-40B4-BE49-F238E27FC236}">
                <a16:creationId xmlns:a16="http://schemas.microsoft.com/office/drawing/2014/main" id="{5892E494-F49F-4B7D-AD5B-43580B723B75}"/>
              </a:ext>
            </a:extLst>
          </p:cNvPr>
          <p:cNvSpPr>
            <a:spLocks noGrp="1"/>
          </p:cNvSpPr>
          <p:nvPr/>
        </p:nvSpPr>
        <p:spPr>
          <a:xfrm>
            <a:off x="18952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1" name="F2_precision_recall_distributions_3985">
            <a:extLst>
              <a:ext uri="{FF2B5EF4-FFF2-40B4-BE49-F238E27FC236}">
                <a16:creationId xmlns:a16="http://schemas.microsoft.com/office/drawing/2014/main" id="{08EB146D-0AD3-411E-AA0B-F83141F9E18D}"/>
              </a:ext>
            </a:extLst>
          </p:cNvPr>
          <p:cNvSpPr>
            <a:spLocks noGrp="1"/>
          </p:cNvSpPr>
          <p:nvPr/>
        </p:nvSpPr>
        <p:spPr>
          <a:xfrm>
            <a:off x="179937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2" name="F2_precision_recall_distributions_3986">
            <a:extLst>
              <a:ext uri="{FF2B5EF4-FFF2-40B4-BE49-F238E27FC236}">
                <a16:creationId xmlns:a16="http://schemas.microsoft.com/office/drawing/2014/main" id="{68E88C81-B085-4768-9BB1-24632A133A66}"/>
              </a:ext>
            </a:extLst>
          </p:cNvPr>
          <p:cNvSpPr>
            <a:spLocks noGrp="1"/>
          </p:cNvSpPr>
          <p:nvPr/>
        </p:nvSpPr>
        <p:spPr>
          <a:xfrm>
            <a:off x="1822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3" name="F2_precision_recall_distributions_3987">
            <a:extLst>
              <a:ext uri="{FF2B5EF4-FFF2-40B4-BE49-F238E27FC236}">
                <a16:creationId xmlns:a16="http://schemas.microsoft.com/office/drawing/2014/main" id="{1B7A817C-DA51-42E4-818A-A9EC7F52DD7C}"/>
              </a:ext>
            </a:extLst>
          </p:cNvPr>
          <p:cNvSpPr>
            <a:spLocks noGrp="1"/>
          </p:cNvSpPr>
          <p:nvPr/>
        </p:nvSpPr>
        <p:spPr>
          <a:xfrm>
            <a:off x="2004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4" name="F2_precision_recall_distributions_3988">
            <a:extLst>
              <a:ext uri="{FF2B5EF4-FFF2-40B4-BE49-F238E27FC236}">
                <a16:creationId xmlns:a16="http://schemas.microsoft.com/office/drawing/2014/main" id="{8238E839-C5C7-4DA2-909E-53C7A6238A53}"/>
              </a:ext>
            </a:extLst>
          </p:cNvPr>
          <p:cNvSpPr>
            <a:spLocks noGrp="1"/>
          </p:cNvSpPr>
          <p:nvPr/>
        </p:nvSpPr>
        <p:spPr>
          <a:xfrm>
            <a:off x="165544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5" name="F2_precision_recall_distributions_3989">
            <a:extLst>
              <a:ext uri="{FF2B5EF4-FFF2-40B4-BE49-F238E27FC236}">
                <a16:creationId xmlns:a16="http://schemas.microsoft.com/office/drawing/2014/main" id="{9BDF5DF5-7F8C-4D38-BE91-5E98D4165ABA}"/>
              </a:ext>
            </a:extLst>
          </p:cNvPr>
          <p:cNvSpPr>
            <a:spLocks noGrp="1"/>
          </p:cNvSpPr>
          <p:nvPr/>
        </p:nvSpPr>
        <p:spPr>
          <a:xfrm>
            <a:off x="19021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6" name="F2_precision_recall_distributions_3990">
            <a:extLst>
              <a:ext uri="{FF2B5EF4-FFF2-40B4-BE49-F238E27FC236}">
                <a16:creationId xmlns:a16="http://schemas.microsoft.com/office/drawing/2014/main" id="{731C692D-D614-4FDA-AB48-7E6C948A2E11}"/>
              </a:ext>
            </a:extLst>
          </p:cNvPr>
          <p:cNvSpPr>
            <a:spLocks noGrp="1"/>
          </p:cNvSpPr>
          <p:nvPr/>
        </p:nvSpPr>
        <p:spPr>
          <a:xfrm>
            <a:off x="183115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7" name="F2_precision_recall_distributions_3991">
            <a:extLst>
              <a:ext uri="{FF2B5EF4-FFF2-40B4-BE49-F238E27FC236}">
                <a16:creationId xmlns:a16="http://schemas.microsoft.com/office/drawing/2014/main" id="{618F58DA-07EB-427B-887D-2B789D633263}"/>
              </a:ext>
            </a:extLst>
          </p:cNvPr>
          <p:cNvSpPr>
            <a:spLocks noGrp="1"/>
          </p:cNvSpPr>
          <p:nvPr/>
        </p:nvSpPr>
        <p:spPr>
          <a:xfrm>
            <a:off x="17030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8" name="F2_precision_recall_distributions_3992">
            <a:extLst>
              <a:ext uri="{FF2B5EF4-FFF2-40B4-BE49-F238E27FC236}">
                <a16:creationId xmlns:a16="http://schemas.microsoft.com/office/drawing/2014/main" id="{CA5277B3-5111-4E0F-B53E-B69BE5E9D5CE}"/>
              </a:ext>
            </a:extLst>
          </p:cNvPr>
          <p:cNvSpPr>
            <a:spLocks noGrp="1"/>
          </p:cNvSpPr>
          <p:nvPr/>
        </p:nvSpPr>
        <p:spPr>
          <a:xfrm>
            <a:off x="19091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9" name="F2_precision_recall_distributions_3993">
            <a:extLst>
              <a:ext uri="{FF2B5EF4-FFF2-40B4-BE49-F238E27FC236}">
                <a16:creationId xmlns:a16="http://schemas.microsoft.com/office/drawing/2014/main" id="{6A7023AC-BB97-45FE-B4A3-27275733B78D}"/>
              </a:ext>
            </a:extLst>
          </p:cNvPr>
          <p:cNvSpPr>
            <a:spLocks noGrp="1"/>
          </p:cNvSpPr>
          <p:nvPr/>
        </p:nvSpPr>
        <p:spPr>
          <a:xfrm>
            <a:off x="17782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0" name="F2_precision_recall_distributions_3994">
            <a:extLst>
              <a:ext uri="{FF2B5EF4-FFF2-40B4-BE49-F238E27FC236}">
                <a16:creationId xmlns:a16="http://schemas.microsoft.com/office/drawing/2014/main" id="{7D2EE7C2-1402-473B-B602-8F648FB1E260}"/>
              </a:ext>
            </a:extLst>
          </p:cNvPr>
          <p:cNvSpPr>
            <a:spLocks noGrp="1"/>
          </p:cNvSpPr>
          <p:nvPr/>
        </p:nvSpPr>
        <p:spPr>
          <a:xfrm>
            <a:off x="18268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1" name="F2_precision_recall_distributions_3995">
            <a:extLst>
              <a:ext uri="{FF2B5EF4-FFF2-40B4-BE49-F238E27FC236}">
                <a16:creationId xmlns:a16="http://schemas.microsoft.com/office/drawing/2014/main" id="{5A23DB5A-4C40-4C2F-B4A5-5B64369E5E52}"/>
              </a:ext>
            </a:extLst>
          </p:cNvPr>
          <p:cNvSpPr>
            <a:spLocks noGrp="1"/>
          </p:cNvSpPr>
          <p:nvPr/>
        </p:nvSpPr>
        <p:spPr>
          <a:xfrm>
            <a:off x="1913379" y="2896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2" name="F2_precision_recall_distributions_3996">
            <a:extLst>
              <a:ext uri="{FF2B5EF4-FFF2-40B4-BE49-F238E27FC236}">
                <a16:creationId xmlns:a16="http://schemas.microsoft.com/office/drawing/2014/main" id="{29E136BB-35D2-43E5-B26F-C29010119587}"/>
              </a:ext>
            </a:extLst>
          </p:cNvPr>
          <p:cNvSpPr>
            <a:spLocks noGrp="1"/>
          </p:cNvSpPr>
          <p:nvPr/>
        </p:nvSpPr>
        <p:spPr>
          <a:xfrm>
            <a:off x="1840045" y="29465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3" name="F2_precision_recall_distributions_3997">
            <a:extLst>
              <a:ext uri="{FF2B5EF4-FFF2-40B4-BE49-F238E27FC236}">
                <a16:creationId xmlns:a16="http://schemas.microsoft.com/office/drawing/2014/main" id="{8F88605D-8BB1-4283-A184-B914CEA881E6}"/>
              </a:ext>
            </a:extLst>
          </p:cNvPr>
          <p:cNvSpPr>
            <a:spLocks noGrp="1"/>
          </p:cNvSpPr>
          <p:nvPr/>
        </p:nvSpPr>
        <p:spPr>
          <a:xfrm>
            <a:off x="198229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4" name="F2_precision_recall_distributions_3998">
            <a:extLst>
              <a:ext uri="{FF2B5EF4-FFF2-40B4-BE49-F238E27FC236}">
                <a16:creationId xmlns:a16="http://schemas.microsoft.com/office/drawing/2014/main" id="{5C4DCF02-3DA7-43B2-A5B7-59A9025F13F6}"/>
              </a:ext>
            </a:extLst>
          </p:cNvPr>
          <p:cNvSpPr>
            <a:spLocks noGrp="1"/>
          </p:cNvSpPr>
          <p:nvPr/>
        </p:nvSpPr>
        <p:spPr>
          <a:xfrm>
            <a:off x="18466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5" name="F2_precision_recall_distributions_3999">
            <a:extLst>
              <a:ext uri="{FF2B5EF4-FFF2-40B4-BE49-F238E27FC236}">
                <a16:creationId xmlns:a16="http://schemas.microsoft.com/office/drawing/2014/main" id="{5F772DF5-AD19-4B72-81D3-2B7F4F1737B9}"/>
              </a:ext>
            </a:extLst>
          </p:cNvPr>
          <p:cNvSpPr>
            <a:spLocks noGrp="1"/>
          </p:cNvSpPr>
          <p:nvPr/>
        </p:nvSpPr>
        <p:spPr>
          <a:xfrm>
            <a:off x="1691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6" name="F2_precision_recall_distributions_4000">
            <a:extLst>
              <a:ext uri="{FF2B5EF4-FFF2-40B4-BE49-F238E27FC236}">
                <a16:creationId xmlns:a16="http://schemas.microsoft.com/office/drawing/2014/main" id="{4494AD76-A9C1-42B6-B76E-120966D910E2}"/>
              </a:ext>
            </a:extLst>
          </p:cNvPr>
          <p:cNvSpPr>
            <a:spLocks noGrp="1"/>
          </p:cNvSpPr>
          <p:nvPr/>
        </p:nvSpPr>
        <p:spPr>
          <a:xfrm>
            <a:off x="1790135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7" name="F2_precision_recall_distributions_4001">
            <a:extLst>
              <a:ext uri="{FF2B5EF4-FFF2-40B4-BE49-F238E27FC236}">
                <a16:creationId xmlns:a16="http://schemas.microsoft.com/office/drawing/2014/main" id="{F8254B0F-19EA-4B8C-9B93-B19EDD04C43C}"/>
              </a:ext>
            </a:extLst>
          </p:cNvPr>
          <p:cNvSpPr>
            <a:spLocks noGrp="1"/>
          </p:cNvSpPr>
          <p:nvPr/>
        </p:nvSpPr>
        <p:spPr>
          <a:xfrm>
            <a:off x="17180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8" name="F2_precision_recall_distributions_4002">
            <a:extLst>
              <a:ext uri="{FF2B5EF4-FFF2-40B4-BE49-F238E27FC236}">
                <a16:creationId xmlns:a16="http://schemas.microsoft.com/office/drawing/2014/main" id="{FFF49564-51C1-421E-B08C-504FBDEFD854}"/>
              </a:ext>
            </a:extLst>
          </p:cNvPr>
          <p:cNvSpPr>
            <a:spLocks noGrp="1"/>
          </p:cNvSpPr>
          <p:nvPr/>
        </p:nvSpPr>
        <p:spPr>
          <a:xfrm>
            <a:off x="1897422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9" name="F2_precision_recall_distributions_4003">
            <a:extLst>
              <a:ext uri="{FF2B5EF4-FFF2-40B4-BE49-F238E27FC236}">
                <a16:creationId xmlns:a16="http://schemas.microsoft.com/office/drawing/2014/main" id="{6E9F6B9D-6F0D-4111-8D9D-7F2AF3D181A1}"/>
              </a:ext>
            </a:extLst>
          </p:cNvPr>
          <p:cNvSpPr>
            <a:spLocks noGrp="1"/>
          </p:cNvSpPr>
          <p:nvPr/>
        </p:nvSpPr>
        <p:spPr>
          <a:xfrm>
            <a:off x="19831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0" name="F2_precision_recall_distributions_4004">
            <a:extLst>
              <a:ext uri="{FF2B5EF4-FFF2-40B4-BE49-F238E27FC236}">
                <a16:creationId xmlns:a16="http://schemas.microsoft.com/office/drawing/2014/main" id="{43F41328-67B5-4BAA-8D33-FC68894A925E}"/>
              </a:ext>
            </a:extLst>
          </p:cNvPr>
          <p:cNvSpPr>
            <a:spLocks noGrp="1"/>
          </p:cNvSpPr>
          <p:nvPr/>
        </p:nvSpPr>
        <p:spPr>
          <a:xfrm>
            <a:off x="18311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1" name="F2_precision_recall_distributions_4005">
            <a:extLst>
              <a:ext uri="{FF2B5EF4-FFF2-40B4-BE49-F238E27FC236}">
                <a16:creationId xmlns:a16="http://schemas.microsoft.com/office/drawing/2014/main" id="{AD9EE6D6-FFF7-46F5-A1E4-5E07630777C8}"/>
              </a:ext>
            </a:extLst>
          </p:cNvPr>
          <p:cNvSpPr>
            <a:spLocks noGrp="1"/>
          </p:cNvSpPr>
          <p:nvPr/>
        </p:nvSpPr>
        <p:spPr>
          <a:xfrm>
            <a:off x="18732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2" name="F2_precision_recall_distributions_4006">
            <a:extLst>
              <a:ext uri="{FF2B5EF4-FFF2-40B4-BE49-F238E27FC236}">
                <a16:creationId xmlns:a16="http://schemas.microsoft.com/office/drawing/2014/main" id="{BD93B58A-F39D-4404-AB68-C154B9977B3A}"/>
              </a:ext>
            </a:extLst>
          </p:cNvPr>
          <p:cNvSpPr>
            <a:spLocks noGrp="1"/>
          </p:cNvSpPr>
          <p:nvPr/>
        </p:nvSpPr>
        <p:spPr>
          <a:xfrm>
            <a:off x="17665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3" name="F2_precision_recall_distributions_4007">
            <a:extLst>
              <a:ext uri="{FF2B5EF4-FFF2-40B4-BE49-F238E27FC236}">
                <a16:creationId xmlns:a16="http://schemas.microsoft.com/office/drawing/2014/main" id="{593DCECC-50A7-4C3B-B066-9A8B2CD69BA1}"/>
              </a:ext>
            </a:extLst>
          </p:cNvPr>
          <p:cNvSpPr>
            <a:spLocks noGrp="1"/>
          </p:cNvSpPr>
          <p:nvPr/>
        </p:nvSpPr>
        <p:spPr>
          <a:xfrm>
            <a:off x="1747637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4" name="F2_precision_recall_distributions_4008">
            <a:extLst>
              <a:ext uri="{FF2B5EF4-FFF2-40B4-BE49-F238E27FC236}">
                <a16:creationId xmlns:a16="http://schemas.microsoft.com/office/drawing/2014/main" id="{3D7D282D-087C-4690-A0BC-1A2981AFD480}"/>
              </a:ext>
            </a:extLst>
          </p:cNvPr>
          <p:cNvSpPr>
            <a:spLocks noGrp="1"/>
          </p:cNvSpPr>
          <p:nvPr/>
        </p:nvSpPr>
        <p:spPr>
          <a:xfrm>
            <a:off x="1931095" y="34841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5" name="F2_precision_recall_distributions_4009">
            <a:extLst>
              <a:ext uri="{FF2B5EF4-FFF2-40B4-BE49-F238E27FC236}">
                <a16:creationId xmlns:a16="http://schemas.microsoft.com/office/drawing/2014/main" id="{0E70DB01-BD37-4413-8CA2-D6DEF66D034C}"/>
              </a:ext>
            </a:extLst>
          </p:cNvPr>
          <p:cNvSpPr>
            <a:spLocks noGrp="1"/>
          </p:cNvSpPr>
          <p:nvPr/>
        </p:nvSpPr>
        <p:spPr>
          <a:xfrm>
            <a:off x="18746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6" name="F2_precision_recall_distributions_4010">
            <a:extLst>
              <a:ext uri="{FF2B5EF4-FFF2-40B4-BE49-F238E27FC236}">
                <a16:creationId xmlns:a16="http://schemas.microsoft.com/office/drawing/2014/main" id="{9CF4E77D-015B-42FE-896A-9FD0FA6205B3}"/>
              </a:ext>
            </a:extLst>
          </p:cNvPr>
          <p:cNvSpPr>
            <a:spLocks noGrp="1"/>
          </p:cNvSpPr>
          <p:nvPr/>
        </p:nvSpPr>
        <p:spPr>
          <a:xfrm>
            <a:off x="19704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7" name="F2_precision_recall_distributions_4011">
            <a:extLst>
              <a:ext uri="{FF2B5EF4-FFF2-40B4-BE49-F238E27FC236}">
                <a16:creationId xmlns:a16="http://schemas.microsoft.com/office/drawing/2014/main" id="{0AB979F5-41F5-450E-850A-01443CC179CD}"/>
              </a:ext>
            </a:extLst>
          </p:cNvPr>
          <p:cNvSpPr>
            <a:spLocks noGrp="1"/>
          </p:cNvSpPr>
          <p:nvPr/>
        </p:nvSpPr>
        <p:spPr>
          <a:xfrm>
            <a:off x="1928978" y="34871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8" name="F2_precision_recall_distributions_4012">
            <a:extLst>
              <a:ext uri="{FF2B5EF4-FFF2-40B4-BE49-F238E27FC236}">
                <a16:creationId xmlns:a16="http://schemas.microsoft.com/office/drawing/2014/main" id="{E57F7FD6-0A91-4CB4-81EC-95604538ECB3}"/>
              </a:ext>
            </a:extLst>
          </p:cNvPr>
          <p:cNvSpPr>
            <a:spLocks noGrp="1"/>
          </p:cNvSpPr>
          <p:nvPr/>
        </p:nvSpPr>
        <p:spPr>
          <a:xfrm>
            <a:off x="16797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9" name="F2_precision_recall_distributions_4013">
            <a:extLst>
              <a:ext uri="{FF2B5EF4-FFF2-40B4-BE49-F238E27FC236}">
                <a16:creationId xmlns:a16="http://schemas.microsoft.com/office/drawing/2014/main" id="{F4110196-971C-4070-B9E4-9B8EE7D60746}"/>
              </a:ext>
            </a:extLst>
          </p:cNvPr>
          <p:cNvSpPr>
            <a:spLocks noGrp="1"/>
          </p:cNvSpPr>
          <p:nvPr/>
        </p:nvSpPr>
        <p:spPr>
          <a:xfrm>
            <a:off x="2012876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0" name="F2_precision_recall_distributions_4014">
            <a:extLst>
              <a:ext uri="{FF2B5EF4-FFF2-40B4-BE49-F238E27FC236}">
                <a16:creationId xmlns:a16="http://schemas.microsoft.com/office/drawing/2014/main" id="{D3D8EC5F-BE8C-46BE-80C2-02D522B140B8}"/>
              </a:ext>
            </a:extLst>
          </p:cNvPr>
          <p:cNvSpPr>
            <a:spLocks noGrp="1"/>
          </p:cNvSpPr>
          <p:nvPr/>
        </p:nvSpPr>
        <p:spPr>
          <a:xfrm>
            <a:off x="18088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1" name="F2_precision_recall_distributions_4015">
            <a:extLst>
              <a:ext uri="{FF2B5EF4-FFF2-40B4-BE49-F238E27FC236}">
                <a16:creationId xmlns:a16="http://schemas.microsoft.com/office/drawing/2014/main" id="{76BCA7B4-2C0E-487D-9A6F-155C8160A84D}"/>
              </a:ext>
            </a:extLst>
          </p:cNvPr>
          <p:cNvSpPr>
            <a:spLocks noGrp="1"/>
          </p:cNvSpPr>
          <p:nvPr/>
        </p:nvSpPr>
        <p:spPr>
          <a:xfrm>
            <a:off x="18764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2" name="F2_precision_recall_distributions_4016">
            <a:extLst>
              <a:ext uri="{FF2B5EF4-FFF2-40B4-BE49-F238E27FC236}">
                <a16:creationId xmlns:a16="http://schemas.microsoft.com/office/drawing/2014/main" id="{99A4069B-C250-4AFB-814B-BDB985FA15FB}"/>
              </a:ext>
            </a:extLst>
          </p:cNvPr>
          <p:cNvSpPr>
            <a:spLocks noGrp="1"/>
          </p:cNvSpPr>
          <p:nvPr/>
        </p:nvSpPr>
        <p:spPr>
          <a:xfrm>
            <a:off x="167821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3" name="F2_precision_recall_distributions_4017">
            <a:extLst>
              <a:ext uri="{FF2B5EF4-FFF2-40B4-BE49-F238E27FC236}">
                <a16:creationId xmlns:a16="http://schemas.microsoft.com/office/drawing/2014/main" id="{37BE1FBB-DB39-4324-BAD9-A0228501C935}"/>
              </a:ext>
            </a:extLst>
          </p:cNvPr>
          <p:cNvSpPr>
            <a:spLocks noGrp="1"/>
          </p:cNvSpPr>
          <p:nvPr/>
        </p:nvSpPr>
        <p:spPr>
          <a:xfrm>
            <a:off x="198580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4" name="F2_precision_recall_distributions_4018">
            <a:extLst>
              <a:ext uri="{FF2B5EF4-FFF2-40B4-BE49-F238E27FC236}">
                <a16:creationId xmlns:a16="http://schemas.microsoft.com/office/drawing/2014/main" id="{587EBACC-0575-4FC4-873D-83D3376B6BC0}"/>
              </a:ext>
            </a:extLst>
          </p:cNvPr>
          <p:cNvSpPr>
            <a:spLocks noGrp="1"/>
          </p:cNvSpPr>
          <p:nvPr/>
        </p:nvSpPr>
        <p:spPr>
          <a:xfrm>
            <a:off x="192943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5" name="F2_precision_recall_distributions_4019">
            <a:extLst>
              <a:ext uri="{FF2B5EF4-FFF2-40B4-BE49-F238E27FC236}">
                <a16:creationId xmlns:a16="http://schemas.microsoft.com/office/drawing/2014/main" id="{CF8A10D0-B5AC-4B2E-969F-E791EBF41E4D}"/>
              </a:ext>
            </a:extLst>
          </p:cNvPr>
          <p:cNvSpPr>
            <a:spLocks noGrp="1"/>
          </p:cNvSpPr>
          <p:nvPr/>
        </p:nvSpPr>
        <p:spPr>
          <a:xfrm>
            <a:off x="1948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6" name="F2_precision_recall_distributions_4020">
            <a:extLst>
              <a:ext uri="{FF2B5EF4-FFF2-40B4-BE49-F238E27FC236}">
                <a16:creationId xmlns:a16="http://schemas.microsoft.com/office/drawing/2014/main" id="{29BA2CFF-79F1-4DB4-A640-A87FDE41D093}"/>
              </a:ext>
            </a:extLst>
          </p:cNvPr>
          <p:cNvSpPr>
            <a:spLocks noGrp="1"/>
          </p:cNvSpPr>
          <p:nvPr/>
        </p:nvSpPr>
        <p:spPr>
          <a:xfrm>
            <a:off x="17042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7" name="F2_precision_recall_distributions_4021">
            <a:extLst>
              <a:ext uri="{FF2B5EF4-FFF2-40B4-BE49-F238E27FC236}">
                <a16:creationId xmlns:a16="http://schemas.microsoft.com/office/drawing/2014/main" id="{25881728-3590-4B72-8ED9-3B0958E69B71}"/>
              </a:ext>
            </a:extLst>
          </p:cNvPr>
          <p:cNvSpPr>
            <a:spLocks noGrp="1"/>
          </p:cNvSpPr>
          <p:nvPr/>
        </p:nvSpPr>
        <p:spPr>
          <a:xfrm>
            <a:off x="1924957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8" name="F2_precision_recall_distributions_4022">
            <a:extLst>
              <a:ext uri="{FF2B5EF4-FFF2-40B4-BE49-F238E27FC236}">
                <a16:creationId xmlns:a16="http://schemas.microsoft.com/office/drawing/2014/main" id="{A93CA869-D7DB-4774-AB96-3A2246CF27EC}"/>
              </a:ext>
            </a:extLst>
          </p:cNvPr>
          <p:cNvSpPr>
            <a:spLocks noGrp="1"/>
          </p:cNvSpPr>
          <p:nvPr/>
        </p:nvSpPr>
        <p:spPr>
          <a:xfrm>
            <a:off x="1815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9" name="F2_precision_recall_distributions_4023">
            <a:extLst>
              <a:ext uri="{FF2B5EF4-FFF2-40B4-BE49-F238E27FC236}">
                <a16:creationId xmlns:a16="http://schemas.microsoft.com/office/drawing/2014/main" id="{77A90375-E60C-4BF7-BAB1-9CFBE4EB0C52}"/>
              </a:ext>
            </a:extLst>
          </p:cNvPr>
          <p:cNvSpPr>
            <a:spLocks noGrp="1"/>
          </p:cNvSpPr>
          <p:nvPr/>
        </p:nvSpPr>
        <p:spPr>
          <a:xfrm>
            <a:off x="165453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0" name="F2_precision_recall_distributions_4024">
            <a:extLst>
              <a:ext uri="{FF2B5EF4-FFF2-40B4-BE49-F238E27FC236}">
                <a16:creationId xmlns:a16="http://schemas.microsoft.com/office/drawing/2014/main" id="{94444FEB-1C50-4677-8526-F33475D67029}"/>
              </a:ext>
            </a:extLst>
          </p:cNvPr>
          <p:cNvSpPr>
            <a:spLocks noGrp="1"/>
          </p:cNvSpPr>
          <p:nvPr/>
        </p:nvSpPr>
        <p:spPr>
          <a:xfrm>
            <a:off x="18403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1" name="F2_precision_recall_distributions_4025">
            <a:extLst>
              <a:ext uri="{FF2B5EF4-FFF2-40B4-BE49-F238E27FC236}">
                <a16:creationId xmlns:a16="http://schemas.microsoft.com/office/drawing/2014/main" id="{EA27192F-4C29-43E4-B996-DD79D5F886E4}"/>
              </a:ext>
            </a:extLst>
          </p:cNvPr>
          <p:cNvSpPr>
            <a:spLocks noGrp="1"/>
          </p:cNvSpPr>
          <p:nvPr/>
        </p:nvSpPr>
        <p:spPr>
          <a:xfrm>
            <a:off x="1933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2" name="F2_precision_recall_distributions_4026">
            <a:extLst>
              <a:ext uri="{FF2B5EF4-FFF2-40B4-BE49-F238E27FC236}">
                <a16:creationId xmlns:a16="http://schemas.microsoft.com/office/drawing/2014/main" id="{F92CB6BD-DAFE-42A6-848C-F0957DDD1F5E}"/>
              </a:ext>
            </a:extLst>
          </p:cNvPr>
          <p:cNvSpPr>
            <a:spLocks noGrp="1"/>
          </p:cNvSpPr>
          <p:nvPr/>
        </p:nvSpPr>
        <p:spPr>
          <a:xfrm>
            <a:off x="18505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3" name="F2_precision_recall_distributions_4027">
            <a:extLst>
              <a:ext uri="{FF2B5EF4-FFF2-40B4-BE49-F238E27FC236}">
                <a16:creationId xmlns:a16="http://schemas.microsoft.com/office/drawing/2014/main" id="{D957FDB8-6C46-4FB6-8BBD-8E2292E80210}"/>
              </a:ext>
            </a:extLst>
          </p:cNvPr>
          <p:cNvSpPr>
            <a:spLocks noGrp="1"/>
          </p:cNvSpPr>
          <p:nvPr/>
        </p:nvSpPr>
        <p:spPr>
          <a:xfrm>
            <a:off x="2018381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4" name="F2_precision_recall_distributions_4028">
            <a:extLst>
              <a:ext uri="{FF2B5EF4-FFF2-40B4-BE49-F238E27FC236}">
                <a16:creationId xmlns:a16="http://schemas.microsoft.com/office/drawing/2014/main" id="{0B9F5655-CE9A-4F4F-B3C8-5B6699D04193}"/>
              </a:ext>
            </a:extLst>
          </p:cNvPr>
          <p:cNvSpPr>
            <a:spLocks noGrp="1"/>
          </p:cNvSpPr>
          <p:nvPr/>
        </p:nvSpPr>
        <p:spPr>
          <a:xfrm>
            <a:off x="17365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5" name="F2_precision_recall_distributions_4029">
            <a:extLst>
              <a:ext uri="{FF2B5EF4-FFF2-40B4-BE49-F238E27FC236}">
                <a16:creationId xmlns:a16="http://schemas.microsoft.com/office/drawing/2014/main" id="{CA5A04A0-BEC4-4D89-94B3-229E1F3431F3}"/>
              </a:ext>
            </a:extLst>
          </p:cNvPr>
          <p:cNvSpPr>
            <a:spLocks noGrp="1"/>
          </p:cNvSpPr>
          <p:nvPr/>
        </p:nvSpPr>
        <p:spPr>
          <a:xfrm>
            <a:off x="18438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6" name="F2_precision_recall_distributions_4030">
            <a:extLst>
              <a:ext uri="{FF2B5EF4-FFF2-40B4-BE49-F238E27FC236}">
                <a16:creationId xmlns:a16="http://schemas.microsoft.com/office/drawing/2014/main" id="{CC91896A-2CA5-488C-ACAC-130A3C167969}"/>
              </a:ext>
            </a:extLst>
          </p:cNvPr>
          <p:cNvSpPr>
            <a:spLocks noGrp="1"/>
          </p:cNvSpPr>
          <p:nvPr/>
        </p:nvSpPr>
        <p:spPr>
          <a:xfrm>
            <a:off x="19068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7" name="F2_precision_recall_distributions_4031">
            <a:extLst>
              <a:ext uri="{FF2B5EF4-FFF2-40B4-BE49-F238E27FC236}">
                <a16:creationId xmlns:a16="http://schemas.microsoft.com/office/drawing/2014/main" id="{BA368459-AF21-4A4B-9EFC-43B5239A8851}"/>
              </a:ext>
            </a:extLst>
          </p:cNvPr>
          <p:cNvSpPr>
            <a:spLocks noGrp="1"/>
          </p:cNvSpPr>
          <p:nvPr/>
        </p:nvSpPr>
        <p:spPr>
          <a:xfrm>
            <a:off x="18238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8" name="F2_precision_recall_distributions_4032">
            <a:extLst>
              <a:ext uri="{FF2B5EF4-FFF2-40B4-BE49-F238E27FC236}">
                <a16:creationId xmlns:a16="http://schemas.microsoft.com/office/drawing/2014/main" id="{25D82A5A-1663-40A3-8EF6-A17EB995FEAD}"/>
              </a:ext>
            </a:extLst>
          </p:cNvPr>
          <p:cNvSpPr>
            <a:spLocks noGrp="1"/>
          </p:cNvSpPr>
          <p:nvPr/>
        </p:nvSpPr>
        <p:spPr>
          <a:xfrm>
            <a:off x="1787466" y="3247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9" name="F2_precision_recall_distributions_4033">
            <a:extLst>
              <a:ext uri="{FF2B5EF4-FFF2-40B4-BE49-F238E27FC236}">
                <a16:creationId xmlns:a16="http://schemas.microsoft.com/office/drawing/2014/main" id="{4794C0E4-9549-4197-9CF1-9629FC8D9D0D}"/>
              </a:ext>
            </a:extLst>
          </p:cNvPr>
          <p:cNvSpPr>
            <a:spLocks noGrp="1"/>
          </p:cNvSpPr>
          <p:nvPr/>
        </p:nvSpPr>
        <p:spPr>
          <a:xfrm>
            <a:off x="19943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0" name="F2_precision_recall_distributions_4034">
            <a:extLst>
              <a:ext uri="{FF2B5EF4-FFF2-40B4-BE49-F238E27FC236}">
                <a16:creationId xmlns:a16="http://schemas.microsoft.com/office/drawing/2014/main" id="{B8681371-5E24-4623-A6F9-FDC49EF30DF5}"/>
              </a:ext>
            </a:extLst>
          </p:cNvPr>
          <p:cNvSpPr>
            <a:spLocks noGrp="1"/>
          </p:cNvSpPr>
          <p:nvPr/>
        </p:nvSpPr>
        <p:spPr>
          <a:xfrm>
            <a:off x="19465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1" name="F2_precision_recall_distributions_4035">
            <a:extLst>
              <a:ext uri="{FF2B5EF4-FFF2-40B4-BE49-F238E27FC236}">
                <a16:creationId xmlns:a16="http://schemas.microsoft.com/office/drawing/2014/main" id="{37F7AC54-A226-470D-B18A-3FBBD6F90956}"/>
              </a:ext>
            </a:extLst>
          </p:cNvPr>
          <p:cNvSpPr>
            <a:spLocks noGrp="1"/>
          </p:cNvSpPr>
          <p:nvPr/>
        </p:nvSpPr>
        <p:spPr>
          <a:xfrm>
            <a:off x="19756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2" name="F2_precision_recall_distributions_4036">
            <a:extLst>
              <a:ext uri="{FF2B5EF4-FFF2-40B4-BE49-F238E27FC236}">
                <a16:creationId xmlns:a16="http://schemas.microsoft.com/office/drawing/2014/main" id="{4EF86E6B-9F04-4A53-9E4A-5548786C67CB}"/>
              </a:ext>
            </a:extLst>
          </p:cNvPr>
          <p:cNvSpPr>
            <a:spLocks noGrp="1"/>
          </p:cNvSpPr>
          <p:nvPr/>
        </p:nvSpPr>
        <p:spPr>
          <a:xfrm>
            <a:off x="1870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3" name="F2_precision_recall_distributions_4037">
            <a:extLst>
              <a:ext uri="{FF2B5EF4-FFF2-40B4-BE49-F238E27FC236}">
                <a16:creationId xmlns:a16="http://schemas.microsoft.com/office/drawing/2014/main" id="{E4FD6076-97A7-445E-B112-D67609C5D005}"/>
              </a:ext>
            </a:extLst>
          </p:cNvPr>
          <p:cNvSpPr>
            <a:spLocks noGrp="1"/>
          </p:cNvSpPr>
          <p:nvPr/>
        </p:nvSpPr>
        <p:spPr>
          <a:xfrm>
            <a:off x="171585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4" name="F2_precision_recall_distributions_4038">
            <a:extLst>
              <a:ext uri="{FF2B5EF4-FFF2-40B4-BE49-F238E27FC236}">
                <a16:creationId xmlns:a16="http://schemas.microsoft.com/office/drawing/2014/main" id="{0697E96B-BA4B-4BB9-BC82-80788F5CBE35}"/>
              </a:ext>
            </a:extLst>
          </p:cNvPr>
          <p:cNvSpPr>
            <a:spLocks noGrp="1"/>
          </p:cNvSpPr>
          <p:nvPr/>
        </p:nvSpPr>
        <p:spPr>
          <a:xfrm>
            <a:off x="1998929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5" name="F2_precision_recall_distributions_4039">
            <a:extLst>
              <a:ext uri="{FF2B5EF4-FFF2-40B4-BE49-F238E27FC236}">
                <a16:creationId xmlns:a16="http://schemas.microsoft.com/office/drawing/2014/main" id="{F6F598A6-EF11-44C1-ABC0-92F109A29315}"/>
              </a:ext>
            </a:extLst>
          </p:cNvPr>
          <p:cNvSpPr>
            <a:spLocks noGrp="1"/>
          </p:cNvSpPr>
          <p:nvPr/>
        </p:nvSpPr>
        <p:spPr>
          <a:xfrm>
            <a:off x="2012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6" name="F2_precision_recall_distributions_4040">
            <a:extLst>
              <a:ext uri="{FF2B5EF4-FFF2-40B4-BE49-F238E27FC236}">
                <a16:creationId xmlns:a16="http://schemas.microsoft.com/office/drawing/2014/main" id="{FE9D78FF-D9A8-4FD0-89F8-34935DF3B75F}"/>
              </a:ext>
            </a:extLst>
          </p:cNvPr>
          <p:cNvSpPr>
            <a:spLocks noGrp="1"/>
          </p:cNvSpPr>
          <p:nvPr/>
        </p:nvSpPr>
        <p:spPr>
          <a:xfrm>
            <a:off x="185778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7" name="F2_precision_recall_distributions_4041">
            <a:extLst>
              <a:ext uri="{FF2B5EF4-FFF2-40B4-BE49-F238E27FC236}">
                <a16:creationId xmlns:a16="http://schemas.microsoft.com/office/drawing/2014/main" id="{F1B35815-94FF-439C-BE48-32BD4F258C34}"/>
              </a:ext>
            </a:extLst>
          </p:cNvPr>
          <p:cNvSpPr>
            <a:spLocks noGrp="1"/>
          </p:cNvSpPr>
          <p:nvPr/>
        </p:nvSpPr>
        <p:spPr>
          <a:xfrm>
            <a:off x="1938836" y="2906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8" name="F2_precision_recall_distributions_4042">
            <a:extLst>
              <a:ext uri="{FF2B5EF4-FFF2-40B4-BE49-F238E27FC236}">
                <a16:creationId xmlns:a16="http://schemas.microsoft.com/office/drawing/2014/main" id="{2EC6953A-1E7B-4281-BC74-CB7CEC198ECE}"/>
              </a:ext>
            </a:extLst>
          </p:cNvPr>
          <p:cNvSpPr>
            <a:spLocks noGrp="1"/>
          </p:cNvSpPr>
          <p:nvPr/>
        </p:nvSpPr>
        <p:spPr>
          <a:xfrm>
            <a:off x="1954367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9" name="F2_precision_recall_distributions_4043">
            <a:extLst>
              <a:ext uri="{FF2B5EF4-FFF2-40B4-BE49-F238E27FC236}">
                <a16:creationId xmlns:a16="http://schemas.microsoft.com/office/drawing/2014/main" id="{F13C7380-2AA8-4167-9B03-12A9677B5124}"/>
              </a:ext>
            </a:extLst>
          </p:cNvPr>
          <p:cNvSpPr>
            <a:spLocks noGrp="1"/>
          </p:cNvSpPr>
          <p:nvPr/>
        </p:nvSpPr>
        <p:spPr>
          <a:xfrm>
            <a:off x="17204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0" name="F2_precision_recall_distributions_4044">
            <a:extLst>
              <a:ext uri="{FF2B5EF4-FFF2-40B4-BE49-F238E27FC236}">
                <a16:creationId xmlns:a16="http://schemas.microsoft.com/office/drawing/2014/main" id="{B4217815-6C53-4600-9732-4B0C0B1DE899}"/>
              </a:ext>
            </a:extLst>
          </p:cNvPr>
          <p:cNvSpPr>
            <a:spLocks noGrp="1"/>
          </p:cNvSpPr>
          <p:nvPr/>
        </p:nvSpPr>
        <p:spPr>
          <a:xfrm>
            <a:off x="174677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1" name="F2_precision_recall_distributions_4045">
            <a:extLst>
              <a:ext uri="{FF2B5EF4-FFF2-40B4-BE49-F238E27FC236}">
                <a16:creationId xmlns:a16="http://schemas.microsoft.com/office/drawing/2014/main" id="{F5E9DFB9-C956-4AE3-9938-CA1C46CA2782}"/>
              </a:ext>
            </a:extLst>
          </p:cNvPr>
          <p:cNvSpPr>
            <a:spLocks noGrp="1"/>
          </p:cNvSpPr>
          <p:nvPr/>
        </p:nvSpPr>
        <p:spPr>
          <a:xfrm>
            <a:off x="192064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2" name="F2_precision_recall_distributions_4046">
            <a:extLst>
              <a:ext uri="{FF2B5EF4-FFF2-40B4-BE49-F238E27FC236}">
                <a16:creationId xmlns:a16="http://schemas.microsoft.com/office/drawing/2014/main" id="{D04EA707-FDD6-4A04-A978-AD00DE1AC41C}"/>
              </a:ext>
            </a:extLst>
          </p:cNvPr>
          <p:cNvSpPr>
            <a:spLocks noGrp="1"/>
          </p:cNvSpPr>
          <p:nvPr/>
        </p:nvSpPr>
        <p:spPr>
          <a:xfrm>
            <a:off x="2009351" y="28931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3" name="F2_precision_recall_distributions_4047">
            <a:extLst>
              <a:ext uri="{FF2B5EF4-FFF2-40B4-BE49-F238E27FC236}">
                <a16:creationId xmlns:a16="http://schemas.microsoft.com/office/drawing/2014/main" id="{37AADFE3-77DD-408B-B1C2-DDF721EDECE2}"/>
              </a:ext>
            </a:extLst>
          </p:cNvPr>
          <p:cNvSpPr>
            <a:spLocks noGrp="1"/>
          </p:cNvSpPr>
          <p:nvPr/>
        </p:nvSpPr>
        <p:spPr>
          <a:xfrm>
            <a:off x="193581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4" name="F2_precision_recall_distributions_4048">
            <a:extLst>
              <a:ext uri="{FF2B5EF4-FFF2-40B4-BE49-F238E27FC236}">
                <a16:creationId xmlns:a16="http://schemas.microsoft.com/office/drawing/2014/main" id="{78FC5313-A060-4FED-B326-D0FC0EB5B74A}"/>
              </a:ext>
            </a:extLst>
          </p:cNvPr>
          <p:cNvSpPr>
            <a:spLocks noGrp="1"/>
          </p:cNvSpPr>
          <p:nvPr/>
        </p:nvSpPr>
        <p:spPr>
          <a:xfrm>
            <a:off x="19710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5" name="F2_precision_recall_distributions_4049">
            <a:extLst>
              <a:ext uri="{FF2B5EF4-FFF2-40B4-BE49-F238E27FC236}">
                <a16:creationId xmlns:a16="http://schemas.microsoft.com/office/drawing/2014/main" id="{FC25078A-B906-4FDB-A138-DA7C680E9024}"/>
              </a:ext>
            </a:extLst>
          </p:cNvPr>
          <p:cNvSpPr>
            <a:spLocks noGrp="1"/>
          </p:cNvSpPr>
          <p:nvPr/>
        </p:nvSpPr>
        <p:spPr>
          <a:xfrm>
            <a:off x="1873114" y="3126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6" name="F2_precision_recall_distributions_4050">
            <a:extLst>
              <a:ext uri="{FF2B5EF4-FFF2-40B4-BE49-F238E27FC236}">
                <a16:creationId xmlns:a16="http://schemas.microsoft.com/office/drawing/2014/main" id="{05320B76-0240-4B17-89F8-E289C9E7E571}"/>
              </a:ext>
            </a:extLst>
          </p:cNvPr>
          <p:cNvSpPr>
            <a:spLocks noGrp="1"/>
          </p:cNvSpPr>
          <p:nvPr/>
        </p:nvSpPr>
        <p:spPr>
          <a:xfrm>
            <a:off x="1953621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7" name="F2_precision_recall_distributions_4051">
            <a:extLst>
              <a:ext uri="{FF2B5EF4-FFF2-40B4-BE49-F238E27FC236}">
                <a16:creationId xmlns:a16="http://schemas.microsoft.com/office/drawing/2014/main" id="{DFECA19D-46D4-46B9-9F4D-76D6D8830814}"/>
              </a:ext>
            </a:extLst>
          </p:cNvPr>
          <p:cNvSpPr>
            <a:spLocks noGrp="1"/>
          </p:cNvSpPr>
          <p:nvPr/>
        </p:nvSpPr>
        <p:spPr>
          <a:xfrm>
            <a:off x="1809018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8" name="F2_precision_recall_distributions_4052">
            <a:extLst>
              <a:ext uri="{FF2B5EF4-FFF2-40B4-BE49-F238E27FC236}">
                <a16:creationId xmlns:a16="http://schemas.microsoft.com/office/drawing/2014/main" id="{34478CCF-ED6C-4924-8C7A-CC0D2DCD72F1}"/>
              </a:ext>
            </a:extLst>
          </p:cNvPr>
          <p:cNvSpPr>
            <a:spLocks noGrp="1"/>
          </p:cNvSpPr>
          <p:nvPr/>
        </p:nvSpPr>
        <p:spPr>
          <a:xfrm>
            <a:off x="17302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9" name="F2_precision_recall_distributions_4053">
            <a:extLst>
              <a:ext uri="{FF2B5EF4-FFF2-40B4-BE49-F238E27FC236}">
                <a16:creationId xmlns:a16="http://schemas.microsoft.com/office/drawing/2014/main" id="{96A1934D-7EAE-4F48-9E5F-FC8DD5F9D302}"/>
              </a:ext>
            </a:extLst>
          </p:cNvPr>
          <p:cNvSpPr>
            <a:spLocks noGrp="1"/>
          </p:cNvSpPr>
          <p:nvPr/>
        </p:nvSpPr>
        <p:spPr>
          <a:xfrm>
            <a:off x="181664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0" name="F2_precision_recall_distributions_4054">
            <a:extLst>
              <a:ext uri="{FF2B5EF4-FFF2-40B4-BE49-F238E27FC236}">
                <a16:creationId xmlns:a16="http://schemas.microsoft.com/office/drawing/2014/main" id="{4043F6D6-F2CF-4100-B467-382C402F6F6A}"/>
              </a:ext>
            </a:extLst>
          </p:cNvPr>
          <p:cNvSpPr>
            <a:spLocks noGrp="1"/>
          </p:cNvSpPr>
          <p:nvPr/>
        </p:nvSpPr>
        <p:spPr>
          <a:xfrm>
            <a:off x="1745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1" name="F2_precision_recall_distributions_4055">
            <a:extLst>
              <a:ext uri="{FF2B5EF4-FFF2-40B4-BE49-F238E27FC236}">
                <a16:creationId xmlns:a16="http://schemas.microsoft.com/office/drawing/2014/main" id="{0F2B1531-644D-4679-A04C-07602E0E0454}"/>
              </a:ext>
            </a:extLst>
          </p:cNvPr>
          <p:cNvSpPr>
            <a:spLocks noGrp="1"/>
          </p:cNvSpPr>
          <p:nvPr/>
        </p:nvSpPr>
        <p:spPr>
          <a:xfrm>
            <a:off x="19790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2" name="F2_precision_recall_distributions_4056">
            <a:extLst>
              <a:ext uri="{FF2B5EF4-FFF2-40B4-BE49-F238E27FC236}">
                <a16:creationId xmlns:a16="http://schemas.microsoft.com/office/drawing/2014/main" id="{668B264B-568E-4409-B3FE-9A3C7EEF1DEE}"/>
              </a:ext>
            </a:extLst>
          </p:cNvPr>
          <p:cNvSpPr>
            <a:spLocks noGrp="1"/>
          </p:cNvSpPr>
          <p:nvPr/>
        </p:nvSpPr>
        <p:spPr>
          <a:xfrm>
            <a:off x="199864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3" name="F2_precision_recall_distributions_4057">
            <a:extLst>
              <a:ext uri="{FF2B5EF4-FFF2-40B4-BE49-F238E27FC236}">
                <a16:creationId xmlns:a16="http://schemas.microsoft.com/office/drawing/2014/main" id="{1B432027-A22A-414D-841E-46E2F65B080E}"/>
              </a:ext>
            </a:extLst>
          </p:cNvPr>
          <p:cNvSpPr>
            <a:spLocks noGrp="1"/>
          </p:cNvSpPr>
          <p:nvPr/>
        </p:nvSpPr>
        <p:spPr>
          <a:xfrm>
            <a:off x="19425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4" name="F2_precision_recall_distributions_4058">
            <a:extLst>
              <a:ext uri="{FF2B5EF4-FFF2-40B4-BE49-F238E27FC236}">
                <a16:creationId xmlns:a16="http://schemas.microsoft.com/office/drawing/2014/main" id="{1D5233E1-EA77-4233-8073-2870DDD30857}"/>
              </a:ext>
            </a:extLst>
          </p:cNvPr>
          <p:cNvSpPr>
            <a:spLocks noGrp="1"/>
          </p:cNvSpPr>
          <p:nvPr/>
        </p:nvSpPr>
        <p:spPr>
          <a:xfrm>
            <a:off x="1711142" y="31648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5" name="F2_precision_recall_distributions_4059">
            <a:extLst>
              <a:ext uri="{FF2B5EF4-FFF2-40B4-BE49-F238E27FC236}">
                <a16:creationId xmlns:a16="http://schemas.microsoft.com/office/drawing/2014/main" id="{405A1830-12BE-4AAE-B173-1876FC67BDF4}"/>
              </a:ext>
            </a:extLst>
          </p:cNvPr>
          <p:cNvSpPr>
            <a:spLocks noGrp="1"/>
          </p:cNvSpPr>
          <p:nvPr/>
        </p:nvSpPr>
        <p:spPr>
          <a:xfrm>
            <a:off x="180488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6" name="F2_precision_recall_distributions_4060">
            <a:extLst>
              <a:ext uri="{FF2B5EF4-FFF2-40B4-BE49-F238E27FC236}">
                <a16:creationId xmlns:a16="http://schemas.microsoft.com/office/drawing/2014/main" id="{D0B5C765-B3B5-4A08-B5DC-275E13FCCB5F}"/>
              </a:ext>
            </a:extLst>
          </p:cNvPr>
          <p:cNvSpPr>
            <a:spLocks noGrp="1"/>
          </p:cNvSpPr>
          <p:nvPr/>
        </p:nvSpPr>
        <p:spPr>
          <a:xfrm>
            <a:off x="183677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7" name="F2_precision_recall_distributions_4061">
            <a:extLst>
              <a:ext uri="{FF2B5EF4-FFF2-40B4-BE49-F238E27FC236}">
                <a16:creationId xmlns:a16="http://schemas.microsoft.com/office/drawing/2014/main" id="{22CAF561-5E43-4D74-BF84-7D7C72852291}"/>
              </a:ext>
            </a:extLst>
          </p:cNvPr>
          <p:cNvSpPr>
            <a:spLocks noGrp="1"/>
          </p:cNvSpPr>
          <p:nvPr/>
        </p:nvSpPr>
        <p:spPr>
          <a:xfrm>
            <a:off x="1668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8" name="F2_precision_recall_distributions_4062">
            <a:extLst>
              <a:ext uri="{FF2B5EF4-FFF2-40B4-BE49-F238E27FC236}">
                <a16:creationId xmlns:a16="http://schemas.microsoft.com/office/drawing/2014/main" id="{2EA5F665-2C3A-4CA3-AD98-8825BEC707C5}"/>
              </a:ext>
            </a:extLst>
          </p:cNvPr>
          <p:cNvSpPr>
            <a:spLocks noGrp="1"/>
          </p:cNvSpPr>
          <p:nvPr/>
        </p:nvSpPr>
        <p:spPr>
          <a:xfrm>
            <a:off x="19059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9" name="F2_precision_recall_distributions_4063">
            <a:extLst>
              <a:ext uri="{FF2B5EF4-FFF2-40B4-BE49-F238E27FC236}">
                <a16:creationId xmlns:a16="http://schemas.microsoft.com/office/drawing/2014/main" id="{BB8B42E5-7DD0-401E-841A-076E0A277833}"/>
              </a:ext>
            </a:extLst>
          </p:cNvPr>
          <p:cNvSpPr>
            <a:spLocks noGrp="1"/>
          </p:cNvSpPr>
          <p:nvPr/>
        </p:nvSpPr>
        <p:spPr>
          <a:xfrm>
            <a:off x="1788204" y="30592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0" name="F2_precision_recall_distributions_4064">
            <a:extLst>
              <a:ext uri="{FF2B5EF4-FFF2-40B4-BE49-F238E27FC236}">
                <a16:creationId xmlns:a16="http://schemas.microsoft.com/office/drawing/2014/main" id="{965D739E-A60B-4B54-B0FF-8F412F0907BE}"/>
              </a:ext>
            </a:extLst>
          </p:cNvPr>
          <p:cNvSpPr>
            <a:spLocks noGrp="1"/>
          </p:cNvSpPr>
          <p:nvPr/>
        </p:nvSpPr>
        <p:spPr>
          <a:xfrm>
            <a:off x="177357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1" name="F2_precision_recall_distributions_4065">
            <a:extLst>
              <a:ext uri="{FF2B5EF4-FFF2-40B4-BE49-F238E27FC236}">
                <a16:creationId xmlns:a16="http://schemas.microsoft.com/office/drawing/2014/main" id="{ABFFAC24-1785-41F5-A339-B67EF36976C6}"/>
              </a:ext>
            </a:extLst>
          </p:cNvPr>
          <p:cNvSpPr>
            <a:spLocks noGrp="1"/>
          </p:cNvSpPr>
          <p:nvPr/>
        </p:nvSpPr>
        <p:spPr>
          <a:xfrm>
            <a:off x="16754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2" name="F2_precision_recall_distributions_4066">
            <a:extLst>
              <a:ext uri="{FF2B5EF4-FFF2-40B4-BE49-F238E27FC236}">
                <a16:creationId xmlns:a16="http://schemas.microsoft.com/office/drawing/2014/main" id="{80B11508-1591-469A-8EDE-2C57D12AAD96}"/>
              </a:ext>
            </a:extLst>
          </p:cNvPr>
          <p:cNvSpPr>
            <a:spLocks noGrp="1"/>
          </p:cNvSpPr>
          <p:nvPr/>
        </p:nvSpPr>
        <p:spPr>
          <a:xfrm>
            <a:off x="1805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3" name="F2_precision_recall_distributions_4067">
            <a:extLst>
              <a:ext uri="{FF2B5EF4-FFF2-40B4-BE49-F238E27FC236}">
                <a16:creationId xmlns:a16="http://schemas.microsoft.com/office/drawing/2014/main" id="{DE60CE18-0701-4C0A-B045-4C7F07813D25}"/>
              </a:ext>
            </a:extLst>
          </p:cNvPr>
          <p:cNvSpPr>
            <a:spLocks noGrp="1"/>
          </p:cNvSpPr>
          <p:nvPr/>
        </p:nvSpPr>
        <p:spPr>
          <a:xfrm>
            <a:off x="18959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4" name="F2_precision_recall_distributions_4068">
            <a:extLst>
              <a:ext uri="{FF2B5EF4-FFF2-40B4-BE49-F238E27FC236}">
                <a16:creationId xmlns:a16="http://schemas.microsoft.com/office/drawing/2014/main" id="{C38D67C4-35EB-4C3C-B3E7-1B5CF10ADB15}"/>
              </a:ext>
            </a:extLst>
          </p:cNvPr>
          <p:cNvSpPr>
            <a:spLocks noGrp="1"/>
          </p:cNvSpPr>
          <p:nvPr/>
        </p:nvSpPr>
        <p:spPr>
          <a:xfrm>
            <a:off x="18488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5" name="F2_precision_recall_distributions_4069">
            <a:extLst>
              <a:ext uri="{FF2B5EF4-FFF2-40B4-BE49-F238E27FC236}">
                <a16:creationId xmlns:a16="http://schemas.microsoft.com/office/drawing/2014/main" id="{529D0C3C-DADB-4822-BE85-5ABE9D08B06D}"/>
              </a:ext>
            </a:extLst>
          </p:cNvPr>
          <p:cNvSpPr>
            <a:spLocks noGrp="1"/>
          </p:cNvSpPr>
          <p:nvPr/>
        </p:nvSpPr>
        <p:spPr>
          <a:xfrm>
            <a:off x="173459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6" name="F2_precision_recall_distributions_4070">
            <a:extLst>
              <a:ext uri="{FF2B5EF4-FFF2-40B4-BE49-F238E27FC236}">
                <a16:creationId xmlns:a16="http://schemas.microsoft.com/office/drawing/2014/main" id="{D8C69F84-7ADF-44BE-80CE-87E741AB84B3}"/>
              </a:ext>
            </a:extLst>
          </p:cNvPr>
          <p:cNvSpPr>
            <a:spLocks noGrp="1"/>
          </p:cNvSpPr>
          <p:nvPr/>
        </p:nvSpPr>
        <p:spPr>
          <a:xfrm>
            <a:off x="191596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7" name="F2_precision_recall_distributions_4071">
            <a:extLst>
              <a:ext uri="{FF2B5EF4-FFF2-40B4-BE49-F238E27FC236}">
                <a16:creationId xmlns:a16="http://schemas.microsoft.com/office/drawing/2014/main" id="{797093BE-D288-47A3-95EB-EC4A19E0ED8B}"/>
              </a:ext>
            </a:extLst>
          </p:cNvPr>
          <p:cNvSpPr>
            <a:spLocks noGrp="1"/>
          </p:cNvSpPr>
          <p:nvPr/>
        </p:nvSpPr>
        <p:spPr>
          <a:xfrm>
            <a:off x="19909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8" name="F2_precision_recall_distributions_4072">
            <a:extLst>
              <a:ext uri="{FF2B5EF4-FFF2-40B4-BE49-F238E27FC236}">
                <a16:creationId xmlns:a16="http://schemas.microsoft.com/office/drawing/2014/main" id="{75B834A4-BA7B-49F4-8EB2-A3405B485A55}"/>
              </a:ext>
            </a:extLst>
          </p:cNvPr>
          <p:cNvSpPr>
            <a:spLocks noGrp="1"/>
          </p:cNvSpPr>
          <p:nvPr/>
        </p:nvSpPr>
        <p:spPr>
          <a:xfrm>
            <a:off x="172627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9" name="F2_precision_recall_distributions_4073">
            <a:extLst>
              <a:ext uri="{FF2B5EF4-FFF2-40B4-BE49-F238E27FC236}">
                <a16:creationId xmlns:a16="http://schemas.microsoft.com/office/drawing/2014/main" id="{9C6F6458-AE01-4659-B443-204B8974E129}"/>
              </a:ext>
            </a:extLst>
          </p:cNvPr>
          <p:cNvSpPr>
            <a:spLocks noGrp="1"/>
          </p:cNvSpPr>
          <p:nvPr/>
        </p:nvSpPr>
        <p:spPr>
          <a:xfrm>
            <a:off x="1945943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0" name="F2_precision_recall_distributions_4074">
            <a:extLst>
              <a:ext uri="{FF2B5EF4-FFF2-40B4-BE49-F238E27FC236}">
                <a16:creationId xmlns:a16="http://schemas.microsoft.com/office/drawing/2014/main" id="{6736D0B2-95EB-4B9E-8CC5-2C76C5D54AC2}"/>
              </a:ext>
            </a:extLst>
          </p:cNvPr>
          <p:cNvSpPr>
            <a:spLocks noGrp="1"/>
          </p:cNvSpPr>
          <p:nvPr/>
        </p:nvSpPr>
        <p:spPr>
          <a:xfrm>
            <a:off x="1871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1" name="F2_precision_recall_distributions_4075">
            <a:extLst>
              <a:ext uri="{FF2B5EF4-FFF2-40B4-BE49-F238E27FC236}">
                <a16:creationId xmlns:a16="http://schemas.microsoft.com/office/drawing/2014/main" id="{9B5A2712-529F-4039-9B9F-8E7AE4888058}"/>
              </a:ext>
            </a:extLst>
          </p:cNvPr>
          <p:cNvSpPr>
            <a:spLocks noGrp="1"/>
          </p:cNvSpPr>
          <p:nvPr/>
        </p:nvSpPr>
        <p:spPr>
          <a:xfrm>
            <a:off x="193759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2" name="F2_precision_recall_distributions_4076">
            <a:extLst>
              <a:ext uri="{FF2B5EF4-FFF2-40B4-BE49-F238E27FC236}">
                <a16:creationId xmlns:a16="http://schemas.microsoft.com/office/drawing/2014/main" id="{1CB0CC09-2D31-4625-B5EA-0D2F7E7C989E}"/>
              </a:ext>
            </a:extLst>
          </p:cNvPr>
          <p:cNvSpPr>
            <a:spLocks noGrp="1"/>
          </p:cNvSpPr>
          <p:nvPr/>
        </p:nvSpPr>
        <p:spPr>
          <a:xfrm>
            <a:off x="1729376" y="30931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3" name="F2_precision_recall_distributions_4077">
            <a:extLst>
              <a:ext uri="{FF2B5EF4-FFF2-40B4-BE49-F238E27FC236}">
                <a16:creationId xmlns:a16="http://schemas.microsoft.com/office/drawing/2014/main" id="{5E4DD79E-54C4-45F3-B130-F0A8BD988AC3}"/>
              </a:ext>
            </a:extLst>
          </p:cNvPr>
          <p:cNvSpPr>
            <a:spLocks noGrp="1"/>
          </p:cNvSpPr>
          <p:nvPr/>
        </p:nvSpPr>
        <p:spPr>
          <a:xfrm>
            <a:off x="189337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4" name="F2_precision_recall_distributions_4078">
            <a:extLst>
              <a:ext uri="{FF2B5EF4-FFF2-40B4-BE49-F238E27FC236}">
                <a16:creationId xmlns:a16="http://schemas.microsoft.com/office/drawing/2014/main" id="{8B577650-2EAF-42AB-9CA8-025C59812142}"/>
              </a:ext>
            </a:extLst>
          </p:cNvPr>
          <p:cNvSpPr>
            <a:spLocks noGrp="1"/>
          </p:cNvSpPr>
          <p:nvPr/>
        </p:nvSpPr>
        <p:spPr>
          <a:xfrm>
            <a:off x="17058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5" name="F2_precision_recall_distributions_4079">
            <a:extLst>
              <a:ext uri="{FF2B5EF4-FFF2-40B4-BE49-F238E27FC236}">
                <a16:creationId xmlns:a16="http://schemas.microsoft.com/office/drawing/2014/main" id="{C8BC0445-1A19-4053-8605-991D54E424DE}"/>
              </a:ext>
            </a:extLst>
          </p:cNvPr>
          <p:cNvSpPr>
            <a:spLocks noGrp="1"/>
          </p:cNvSpPr>
          <p:nvPr/>
        </p:nvSpPr>
        <p:spPr>
          <a:xfrm>
            <a:off x="18142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6" name="F2_precision_recall_distributions_4080">
            <a:extLst>
              <a:ext uri="{FF2B5EF4-FFF2-40B4-BE49-F238E27FC236}">
                <a16:creationId xmlns:a16="http://schemas.microsoft.com/office/drawing/2014/main" id="{D800133F-F6CE-415A-ABB3-77C44B9F83E8}"/>
              </a:ext>
            </a:extLst>
          </p:cNvPr>
          <p:cNvSpPr>
            <a:spLocks noGrp="1"/>
          </p:cNvSpPr>
          <p:nvPr/>
        </p:nvSpPr>
        <p:spPr>
          <a:xfrm>
            <a:off x="202412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7" name="F2_precision_recall_distributions_4081">
            <a:extLst>
              <a:ext uri="{FF2B5EF4-FFF2-40B4-BE49-F238E27FC236}">
                <a16:creationId xmlns:a16="http://schemas.microsoft.com/office/drawing/2014/main" id="{9C81B7D6-3294-4EB0-8CA3-83E58D801204}"/>
              </a:ext>
            </a:extLst>
          </p:cNvPr>
          <p:cNvSpPr>
            <a:spLocks noGrp="1"/>
          </p:cNvSpPr>
          <p:nvPr/>
        </p:nvSpPr>
        <p:spPr>
          <a:xfrm>
            <a:off x="17094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8" name="F2_precision_recall_distributions_4082">
            <a:extLst>
              <a:ext uri="{FF2B5EF4-FFF2-40B4-BE49-F238E27FC236}">
                <a16:creationId xmlns:a16="http://schemas.microsoft.com/office/drawing/2014/main" id="{C862BE57-95EE-4D0D-B602-C9C83717D326}"/>
              </a:ext>
            </a:extLst>
          </p:cNvPr>
          <p:cNvSpPr>
            <a:spLocks noGrp="1"/>
          </p:cNvSpPr>
          <p:nvPr/>
        </p:nvSpPr>
        <p:spPr>
          <a:xfrm>
            <a:off x="16595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9" name="F2_precision_recall_distributions_4083">
            <a:extLst>
              <a:ext uri="{FF2B5EF4-FFF2-40B4-BE49-F238E27FC236}">
                <a16:creationId xmlns:a16="http://schemas.microsoft.com/office/drawing/2014/main" id="{E30CA246-A5F1-461C-AFA6-7F21B1A24272}"/>
              </a:ext>
            </a:extLst>
          </p:cNvPr>
          <p:cNvSpPr>
            <a:spLocks noGrp="1"/>
          </p:cNvSpPr>
          <p:nvPr/>
        </p:nvSpPr>
        <p:spPr>
          <a:xfrm>
            <a:off x="18845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0" name="F2_precision_recall_distributions_4084">
            <a:extLst>
              <a:ext uri="{FF2B5EF4-FFF2-40B4-BE49-F238E27FC236}">
                <a16:creationId xmlns:a16="http://schemas.microsoft.com/office/drawing/2014/main" id="{2E822A7A-735C-4205-ABBE-FE0FF583D995}"/>
              </a:ext>
            </a:extLst>
          </p:cNvPr>
          <p:cNvSpPr>
            <a:spLocks noGrp="1"/>
          </p:cNvSpPr>
          <p:nvPr/>
        </p:nvSpPr>
        <p:spPr>
          <a:xfrm>
            <a:off x="1860812" y="33332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1" name="F2_precision_recall_distributions_4085">
            <a:extLst>
              <a:ext uri="{FF2B5EF4-FFF2-40B4-BE49-F238E27FC236}">
                <a16:creationId xmlns:a16="http://schemas.microsoft.com/office/drawing/2014/main" id="{E1142251-7F26-4B1F-A3F6-8FC752E2165D}"/>
              </a:ext>
            </a:extLst>
          </p:cNvPr>
          <p:cNvSpPr>
            <a:spLocks noGrp="1"/>
          </p:cNvSpPr>
          <p:nvPr/>
        </p:nvSpPr>
        <p:spPr>
          <a:xfrm>
            <a:off x="197846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2" name="F2_precision_recall_distributions_4086">
            <a:extLst>
              <a:ext uri="{FF2B5EF4-FFF2-40B4-BE49-F238E27FC236}">
                <a16:creationId xmlns:a16="http://schemas.microsoft.com/office/drawing/2014/main" id="{44F2F731-8244-423D-B207-E32E3390130B}"/>
              </a:ext>
            </a:extLst>
          </p:cNvPr>
          <p:cNvSpPr>
            <a:spLocks noGrp="1"/>
          </p:cNvSpPr>
          <p:nvPr/>
        </p:nvSpPr>
        <p:spPr>
          <a:xfrm>
            <a:off x="19570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3" name="F2_precision_recall_distributions_4087">
            <a:extLst>
              <a:ext uri="{FF2B5EF4-FFF2-40B4-BE49-F238E27FC236}">
                <a16:creationId xmlns:a16="http://schemas.microsoft.com/office/drawing/2014/main" id="{AAA06B89-45D1-4E66-B4AD-DA5AD81C4ADD}"/>
              </a:ext>
            </a:extLst>
          </p:cNvPr>
          <p:cNvSpPr>
            <a:spLocks noGrp="1"/>
          </p:cNvSpPr>
          <p:nvPr/>
        </p:nvSpPr>
        <p:spPr>
          <a:xfrm>
            <a:off x="1763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4" name="F2_precision_recall_distributions_4088">
            <a:extLst>
              <a:ext uri="{FF2B5EF4-FFF2-40B4-BE49-F238E27FC236}">
                <a16:creationId xmlns:a16="http://schemas.microsoft.com/office/drawing/2014/main" id="{ABA5D38C-E985-4546-B839-3AE70084A3C1}"/>
              </a:ext>
            </a:extLst>
          </p:cNvPr>
          <p:cNvSpPr>
            <a:spLocks noGrp="1"/>
          </p:cNvSpPr>
          <p:nvPr/>
        </p:nvSpPr>
        <p:spPr>
          <a:xfrm>
            <a:off x="1823398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5" name="F2_precision_recall_distributions_4089">
            <a:extLst>
              <a:ext uri="{FF2B5EF4-FFF2-40B4-BE49-F238E27FC236}">
                <a16:creationId xmlns:a16="http://schemas.microsoft.com/office/drawing/2014/main" id="{7C677CAD-901E-49CA-BB48-01DFDF7C3C08}"/>
              </a:ext>
            </a:extLst>
          </p:cNvPr>
          <p:cNvSpPr>
            <a:spLocks noGrp="1"/>
          </p:cNvSpPr>
          <p:nvPr/>
        </p:nvSpPr>
        <p:spPr>
          <a:xfrm>
            <a:off x="1968858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6" name="F2_precision_recall_distributions_4090">
            <a:extLst>
              <a:ext uri="{FF2B5EF4-FFF2-40B4-BE49-F238E27FC236}">
                <a16:creationId xmlns:a16="http://schemas.microsoft.com/office/drawing/2014/main" id="{4ACA7CE5-E0AF-47E1-B7EA-20B5BC9404C7}"/>
              </a:ext>
            </a:extLst>
          </p:cNvPr>
          <p:cNvSpPr>
            <a:spLocks noGrp="1"/>
          </p:cNvSpPr>
          <p:nvPr/>
        </p:nvSpPr>
        <p:spPr>
          <a:xfrm>
            <a:off x="1737957" y="29269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7" name="F2_precision_recall_distributions_4091">
            <a:extLst>
              <a:ext uri="{FF2B5EF4-FFF2-40B4-BE49-F238E27FC236}">
                <a16:creationId xmlns:a16="http://schemas.microsoft.com/office/drawing/2014/main" id="{A9291925-4F06-4C13-BFA2-A00EF984D2EB}"/>
              </a:ext>
            </a:extLst>
          </p:cNvPr>
          <p:cNvSpPr>
            <a:spLocks noGrp="1"/>
          </p:cNvSpPr>
          <p:nvPr/>
        </p:nvSpPr>
        <p:spPr>
          <a:xfrm>
            <a:off x="1750535" y="30850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8" name="F2_precision_recall_distributions_4092">
            <a:extLst>
              <a:ext uri="{FF2B5EF4-FFF2-40B4-BE49-F238E27FC236}">
                <a16:creationId xmlns:a16="http://schemas.microsoft.com/office/drawing/2014/main" id="{8CBC9CF1-61EC-42C7-8876-1C52A5F3DAE4}"/>
              </a:ext>
            </a:extLst>
          </p:cNvPr>
          <p:cNvSpPr>
            <a:spLocks noGrp="1"/>
          </p:cNvSpPr>
          <p:nvPr/>
        </p:nvSpPr>
        <p:spPr>
          <a:xfrm>
            <a:off x="195262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9" name="F2_precision_recall_distributions_4093">
            <a:extLst>
              <a:ext uri="{FF2B5EF4-FFF2-40B4-BE49-F238E27FC236}">
                <a16:creationId xmlns:a16="http://schemas.microsoft.com/office/drawing/2014/main" id="{1136C8C9-2F8B-4351-8397-FBF47639067F}"/>
              </a:ext>
            </a:extLst>
          </p:cNvPr>
          <p:cNvSpPr>
            <a:spLocks noGrp="1"/>
          </p:cNvSpPr>
          <p:nvPr/>
        </p:nvSpPr>
        <p:spPr>
          <a:xfrm>
            <a:off x="17933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0" name="F2_precision_recall_distributions_4094">
            <a:extLst>
              <a:ext uri="{FF2B5EF4-FFF2-40B4-BE49-F238E27FC236}">
                <a16:creationId xmlns:a16="http://schemas.microsoft.com/office/drawing/2014/main" id="{D8636D90-786D-430D-938A-F11A1AAEB9CE}"/>
              </a:ext>
            </a:extLst>
          </p:cNvPr>
          <p:cNvSpPr>
            <a:spLocks noGrp="1"/>
          </p:cNvSpPr>
          <p:nvPr/>
        </p:nvSpPr>
        <p:spPr>
          <a:xfrm>
            <a:off x="17463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1" name="F2_precision_recall_distributions_4095">
            <a:extLst>
              <a:ext uri="{FF2B5EF4-FFF2-40B4-BE49-F238E27FC236}">
                <a16:creationId xmlns:a16="http://schemas.microsoft.com/office/drawing/2014/main" id="{45485951-06B8-44CD-B6A6-DE35D9BC2469}"/>
              </a:ext>
            </a:extLst>
          </p:cNvPr>
          <p:cNvSpPr>
            <a:spLocks noGrp="1"/>
          </p:cNvSpPr>
          <p:nvPr/>
        </p:nvSpPr>
        <p:spPr>
          <a:xfrm>
            <a:off x="2007281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2" name="F2_precision_recall_distributions_4096">
            <a:extLst>
              <a:ext uri="{FF2B5EF4-FFF2-40B4-BE49-F238E27FC236}">
                <a16:creationId xmlns:a16="http://schemas.microsoft.com/office/drawing/2014/main" id="{F7B4D777-FB7B-4959-9046-4C9CCC4C96C2}"/>
              </a:ext>
            </a:extLst>
          </p:cNvPr>
          <p:cNvSpPr>
            <a:spLocks noGrp="1"/>
          </p:cNvSpPr>
          <p:nvPr/>
        </p:nvSpPr>
        <p:spPr>
          <a:xfrm>
            <a:off x="19879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3" name="F2_precision_recall_distributions_4097">
            <a:extLst>
              <a:ext uri="{FF2B5EF4-FFF2-40B4-BE49-F238E27FC236}">
                <a16:creationId xmlns:a16="http://schemas.microsoft.com/office/drawing/2014/main" id="{4E7FB58F-FCCD-467E-84DF-21DC1CABF251}"/>
              </a:ext>
            </a:extLst>
          </p:cNvPr>
          <p:cNvSpPr>
            <a:spLocks noGrp="1"/>
          </p:cNvSpPr>
          <p:nvPr/>
        </p:nvSpPr>
        <p:spPr>
          <a:xfrm>
            <a:off x="1777368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4" name="F2_precision_recall_distributions_4098">
            <a:extLst>
              <a:ext uri="{FF2B5EF4-FFF2-40B4-BE49-F238E27FC236}">
                <a16:creationId xmlns:a16="http://schemas.microsoft.com/office/drawing/2014/main" id="{7F7D0409-4E03-4FA1-9C56-568C5786B87E}"/>
              </a:ext>
            </a:extLst>
          </p:cNvPr>
          <p:cNvSpPr>
            <a:spLocks noGrp="1"/>
          </p:cNvSpPr>
          <p:nvPr/>
        </p:nvSpPr>
        <p:spPr>
          <a:xfrm>
            <a:off x="193590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5" name="F2_precision_recall_distributions_4099">
            <a:extLst>
              <a:ext uri="{FF2B5EF4-FFF2-40B4-BE49-F238E27FC236}">
                <a16:creationId xmlns:a16="http://schemas.microsoft.com/office/drawing/2014/main" id="{1D3E5521-A3BD-4B90-AA53-42AF42C66D0E}"/>
              </a:ext>
            </a:extLst>
          </p:cNvPr>
          <p:cNvSpPr>
            <a:spLocks noGrp="1"/>
          </p:cNvSpPr>
          <p:nvPr/>
        </p:nvSpPr>
        <p:spPr>
          <a:xfrm>
            <a:off x="175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6" name="F2_precision_recall_distributions_4100">
            <a:extLst>
              <a:ext uri="{FF2B5EF4-FFF2-40B4-BE49-F238E27FC236}">
                <a16:creationId xmlns:a16="http://schemas.microsoft.com/office/drawing/2014/main" id="{52358548-A3D4-433F-8712-5810A6DB6829}"/>
              </a:ext>
            </a:extLst>
          </p:cNvPr>
          <p:cNvSpPr>
            <a:spLocks noGrp="1"/>
          </p:cNvSpPr>
          <p:nvPr/>
        </p:nvSpPr>
        <p:spPr>
          <a:xfrm>
            <a:off x="1754647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7" name="F2_precision_recall_distributions_4101">
            <a:extLst>
              <a:ext uri="{FF2B5EF4-FFF2-40B4-BE49-F238E27FC236}">
                <a16:creationId xmlns:a16="http://schemas.microsoft.com/office/drawing/2014/main" id="{E90EAD9E-85A1-452B-960F-A190E09001A8}"/>
              </a:ext>
            </a:extLst>
          </p:cNvPr>
          <p:cNvSpPr>
            <a:spLocks noGrp="1"/>
          </p:cNvSpPr>
          <p:nvPr/>
        </p:nvSpPr>
        <p:spPr>
          <a:xfrm>
            <a:off x="186040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8" name="F2_precision_recall_distributions_4102">
            <a:extLst>
              <a:ext uri="{FF2B5EF4-FFF2-40B4-BE49-F238E27FC236}">
                <a16:creationId xmlns:a16="http://schemas.microsoft.com/office/drawing/2014/main" id="{B95772FE-5246-46FA-B3D7-0620E7C32F33}"/>
              </a:ext>
            </a:extLst>
          </p:cNvPr>
          <p:cNvSpPr>
            <a:spLocks noGrp="1"/>
          </p:cNvSpPr>
          <p:nvPr/>
        </p:nvSpPr>
        <p:spPr>
          <a:xfrm>
            <a:off x="1750507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9" name="F2_precision_recall_distributions_4103">
            <a:extLst>
              <a:ext uri="{FF2B5EF4-FFF2-40B4-BE49-F238E27FC236}">
                <a16:creationId xmlns:a16="http://schemas.microsoft.com/office/drawing/2014/main" id="{D86D2ED5-C8DA-4995-A4A4-03E035A6A2DD}"/>
              </a:ext>
            </a:extLst>
          </p:cNvPr>
          <p:cNvSpPr>
            <a:spLocks noGrp="1"/>
          </p:cNvSpPr>
          <p:nvPr/>
        </p:nvSpPr>
        <p:spPr>
          <a:xfrm>
            <a:off x="1935874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0" name="F2_precision_recall_distributions_4104">
            <a:extLst>
              <a:ext uri="{FF2B5EF4-FFF2-40B4-BE49-F238E27FC236}">
                <a16:creationId xmlns:a16="http://schemas.microsoft.com/office/drawing/2014/main" id="{A6B2944D-2863-4F64-9B94-F59074753545}"/>
              </a:ext>
            </a:extLst>
          </p:cNvPr>
          <p:cNvSpPr>
            <a:spLocks noGrp="1"/>
          </p:cNvSpPr>
          <p:nvPr/>
        </p:nvSpPr>
        <p:spPr>
          <a:xfrm>
            <a:off x="180936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1" name="F2_precision_recall_distributions_4105">
            <a:extLst>
              <a:ext uri="{FF2B5EF4-FFF2-40B4-BE49-F238E27FC236}">
                <a16:creationId xmlns:a16="http://schemas.microsoft.com/office/drawing/2014/main" id="{98A73AF2-2B3E-4C82-9B25-F57D738EA209}"/>
              </a:ext>
            </a:extLst>
          </p:cNvPr>
          <p:cNvSpPr>
            <a:spLocks noGrp="1"/>
          </p:cNvSpPr>
          <p:nvPr/>
        </p:nvSpPr>
        <p:spPr>
          <a:xfrm>
            <a:off x="16542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2" name="F2_precision_recall_distributions_4106">
            <a:extLst>
              <a:ext uri="{FF2B5EF4-FFF2-40B4-BE49-F238E27FC236}">
                <a16:creationId xmlns:a16="http://schemas.microsoft.com/office/drawing/2014/main" id="{3D702501-33EC-45BF-B756-A0073046E76A}"/>
              </a:ext>
            </a:extLst>
          </p:cNvPr>
          <p:cNvSpPr>
            <a:spLocks noGrp="1"/>
          </p:cNvSpPr>
          <p:nvPr/>
        </p:nvSpPr>
        <p:spPr>
          <a:xfrm>
            <a:off x="171900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3" name="F2_precision_recall_distributions_4107">
            <a:extLst>
              <a:ext uri="{FF2B5EF4-FFF2-40B4-BE49-F238E27FC236}">
                <a16:creationId xmlns:a16="http://schemas.microsoft.com/office/drawing/2014/main" id="{91697392-28E5-4ECC-B280-ED42AD091D63}"/>
              </a:ext>
            </a:extLst>
          </p:cNvPr>
          <p:cNvSpPr>
            <a:spLocks noGrp="1"/>
          </p:cNvSpPr>
          <p:nvPr/>
        </p:nvSpPr>
        <p:spPr>
          <a:xfrm>
            <a:off x="172154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4" name="F2_precision_recall_distributions_4108">
            <a:extLst>
              <a:ext uri="{FF2B5EF4-FFF2-40B4-BE49-F238E27FC236}">
                <a16:creationId xmlns:a16="http://schemas.microsoft.com/office/drawing/2014/main" id="{7E41248C-2BCE-47CB-98A0-C27981EC0DF1}"/>
              </a:ext>
            </a:extLst>
          </p:cNvPr>
          <p:cNvSpPr>
            <a:spLocks noGrp="1"/>
          </p:cNvSpPr>
          <p:nvPr/>
        </p:nvSpPr>
        <p:spPr>
          <a:xfrm>
            <a:off x="1934616" y="34133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5" name="F2_precision_recall_distributions_4109">
            <a:extLst>
              <a:ext uri="{FF2B5EF4-FFF2-40B4-BE49-F238E27FC236}">
                <a16:creationId xmlns:a16="http://schemas.microsoft.com/office/drawing/2014/main" id="{D0569A2C-96C7-4201-83B1-F778854DC62E}"/>
              </a:ext>
            </a:extLst>
          </p:cNvPr>
          <p:cNvSpPr>
            <a:spLocks noGrp="1"/>
          </p:cNvSpPr>
          <p:nvPr/>
        </p:nvSpPr>
        <p:spPr>
          <a:xfrm>
            <a:off x="169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6" name="F2_precision_recall_distributions_4110">
            <a:extLst>
              <a:ext uri="{FF2B5EF4-FFF2-40B4-BE49-F238E27FC236}">
                <a16:creationId xmlns:a16="http://schemas.microsoft.com/office/drawing/2014/main" id="{3949C665-8483-4AB8-8342-B34A18764915}"/>
              </a:ext>
            </a:extLst>
          </p:cNvPr>
          <p:cNvSpPr>
            <a:spLocks noGrp="1"/>
          </p:cNvSpPr>
          <p:nvPr/>
        </p:nvSpPr>
        <p:spPr>
          <a:xfrm>
            <a:off x="179137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7" name="F2_precision_recall_distributions_4111">
            <a:extLst>
              <a:ext uri="{FF2B5EF4-FFF2-40B4-BE49-F238E27FC236}">
                <a16:creationId xmlns:a16="http://schemas.microsoft.com/office/drawing/2014/main" id="{D7630EF9-5709-41D9-8045-BC694074686B}"/>
              </a:ext>
            </a:extLst>
          </p:cNvPr>
          <p:cNvSpPr>
            <a:spLocks noGrp="1"/>
          </p:cNvSpPr>
          <p:nvPr/>
        </p:nvSpPr>
        <p:spPr>
          <a:xfrm>
            <a:off x="17422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8" name="F2_precision_recall_distributions_4112">
            <a:extLst>
              <a:ext uri="{FF2B5EF4-FFF2-40B4-BE49-F238E27FC236}">
                <a16:creationId xmlns:a16="http://schemas.microsoft.com/office/drawing/2014/main" id="{AB46C486-1B25-4722-938B-A34D86CB222E}"/>
              </a:ext>
            </a:extLst>
          </p:cNvPr>
          <p:cNvSpPr>
            <a:spLocks noGrp="1"/>
          </p:cNvSpPr>
          <p:nvPr/>
        </p:nvSpPr>
        <p:spPr>
          <a:xfrm>
            <a:off x="18777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9" name="F2_precision_recall_distributions_4113">
            <a:extLst>
              <a:ext uri="{FF2B5EF4-FFF2-40B4-BE49-F238E27FC236}">
                <a16:creationId xmlns:a16="http://schemas.microsoft.com/office/drawing/2014/main" id="{E71C2D7D-0360-40E4-8E02-9D204441F48B}"/>
              </a:ext>
            </a:extLst>
          </p:cNvPr>
          <p:cNvSpPr>
            <a:spLocks noGrp="1"/>
          </p:cNvSpPr>
          <p:nvPr/>
        </p:nvSpPr>
        <p:spPr>
          <a:xfrm>
            <a:off x="17899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0" name="F2_precision_recall_distributions_4114">
            <a:extLst>
              <a:ext uri="{FF2B5EF4-FFF2-40B4-BE49-F238E27FC236}">
                <a16:creationId xmlns:a16="http://schemas.microsoft.com/office/drawing/2014/main" id="{AE575CCC-4844-4ECD-A16E-61DC645870CA}"/>
              </a:ext>
            </a:extLst>
          </p:cNvPr>
          <p:cNvSpPr>
            <a:spLocks noGrp="1"/>
          </p:cNvSpPr>
          <p:nvPr/>
        </p:nvSpPr>
        <p:spPr>
          <a:xfrm>
            <a:off x="18714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1" name="F2_precision_recall_distributions_4115">
            <a:extLst>
              <a:ext uri="{FF2B5EF4-FFF2-40B4-BE49-F238E27FC236}">
                <a16:creationId xmlns:a16="http://schemas.microsoft.com/office/drawing/2014/main" id="{F7DCA181-800B-4619-91E9-5C6F8836C313}"/>
              </a:ext>
            </a:extLst>
          </p:cNvPr>
          <p:cNvSpPr>
            <a:spLocks noGrp="1"/>
          </p:cNvSpPr>
          <p:nvPr/>
        </p:nvSpPr>
        <p:spPr>
          <a:xfrm>
            <a:off x="1737094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2" name="F2_precision_recall_distributions_4116">
            <a:extLst>
              <a:ext uri="{FF2B5EF4-FFF2-40B4-BE49-F238E27FC236}">
                <a16:creationId xmlns:a16="http://schemas.microsoft.com/office/drawing/2014/main" id="{D7B0462E-CEC5-4CDB-B15B-703825E7666A}"/>
              </a:ext>
            </a:extLst>
          </p:cNvPr>
          <p:cNvSpPr>
            <a:spLocks noGrp="1"/>
          </p:cNvSpPr>
          <p:nvPr/>
        </p:nvSpPr>
        <p:spPr>
          <a:xfrm>
            <a:off x="18938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3" name="F2_precision_recall_distributions_4117">
            <a:extLst>
              <a:ext uri="{FF2B5EF4-FFF2-40B4-BE49-F238E27FC236}">
                <a16:creationId xmlns:a16="http://schemas.microsoft.com/office/drawing/2014/main" id="{2E40FD2B-C6DF-4111-B2F6-53F21D03C7DE}"/>
              </a:ext>
            </a:extLst>
          </p:cNvPr>
          <p:cNvSpPr>
            <a:spLocks noGrp="1"/>
          </p:cNvSpPr>
          <p:nvPr/>
        </p:nvSpPr>
        <p:spPr>
          <a:xfrm>
            <a:off x="1784460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4" name="F2_precision_recall_distributions_4118">
            <a:extLst>
              <a:ext uri="{FF2B5EF4-FFF2-40B4-BE49-F238E27FC236}">
                <a16:creationId xmlns:a16="http://schemas.microsoft.com/office/drawing/2014/main" id="{0952E0F7-8F2A-4C58-9AE2-277D290DFB3B}"/>
              </a:ext>
            </a:extLst>
          </p:cNvPr>
          <p:cNvSpPr>
            <a:spLocks noGrp="1"/>
          </p:cNvSpPr>
          <p:nvPr/>
        </p:nvSpPr>
        <p:spPr>
          <a:xfrm>
            <a:off x="18504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5" name="F2_precision_recall_distributions_4119">
            <a:extLst>
              <a:ext uri="{FF2B5EF4-FFF2-40B4-BE49-F238E27FC236}">
                <a16:creationId xmlns:a16="http://schemas.microsoft.com/office/drawing/2014/main" id="{2144E026-0666-44A2-9D3B-E0F39737360E}"/>
              </a:ext>
            </a:extLst>
          </p:cNvPr>
          <p:cNvSpPr>
            <a:spLocks noGrp="1"/>
          </p:cNvSpPr>
          <p:nvPr/>
        </p:nvSpPr>
        <p:spPr>
          <a:xfrm>
            <a:off x="200268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6" name="F2_precision_recall_distributions_4120">
            <a:extLst>
              <a:ext uri="{FF2B5EF4-FFF2-40B4-BE49-F238E27FC236}">
                <a16:creationId xmlns:a16="http://schemas.microsoft.com/office/drawing/2014/main" id="{906CB78B-BA7B-423D-9494-8F224D91DB0B}"/>
              </a:ext>
            </a:extLst>
          </p:cNvPr>
          <p:cNvSpPr>
            <a:spLocks noGrp="1"/>
          </p:cNvSpPr>
          <p:nvPr/>
        </p:nvSpPr>
        <p:spPr>
          <a:xfrm>
            <a:off x="1658894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7" name="F2_precision_recall_distributions_4121">
            <a:extLst>
              <a:ext uri="{FF2B5EF4-FFF2-40B4-BE49-F238E27FC236}">
                <a16:creationId xmlns:a16="http://schemas.microsoft.com/office/drawing/2014/main" id="{40C034FC-8709-49FC-9BC6-A147004F8491}"/>
              </a:ext>
            </a:extLst>
          </p:cNvPr>
          <p:cNvSpPr>
            <a:spLocks noGrp="1"/>
          </p:cNvSpPr>
          <p:nvPr/>
        </p:nvSpPr>
        <p:spPr>
          <a:xfrm>
            <a:off x="267891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308" name="F2_precision_recall_distributions_4122">
            <a:extLst>
              <a:ext uri="{FF2B5EF4-FFF2-40B4-BE49-F238E27FC236}">
                <a16:creationId xmlns:a16="http://schemas.microsoft.com/office/drawing/2014/main" id="{F0378851-1BE5-4264-9067-48CAB92A937B}"/>
              </a:ext>
            </a:extLst>
          </p:cNvPr>
          <p:cNvSpPr>
            <a:spLocks noGrp="1"/>
          </p:cNvSpPr>
          <p:nvPr/>
        </p:nvSpPr>
        <p:spPr>
          <a:xfrm>
            <a:off x="294485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9" name="F2_precision_recall_distributions_4123">
            <a:extLst>
              <a:ext uri="{FF2B5EF4-FFF2-40B4-BE49-F238E27FC236}">
                <a16:creationId xmlns:a16="http://schemas.microsoft.com/office/drawing/2014/main" id="{11D6E3E5-79F7-4F46-9AAD-2DCE459246B9}"/>
              </a:ext>
            </a:extLst>
          </p:cNvPr>
          <p:cNvSpPr>
            <a:spLocks noGrp="1"/>
          </p:cNvSpPr>
          <p:nvPr/>
        </p:nvSpPr>
        <p:spPr>
          <a:xfrm>
            <a:off x="2906068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0" name="F2_precision_recall_distributions_4124">
            <a:extLst>
              <a:ext uri="{FF2B5EF4-FFF2-40B4-BE49-F238E27FC236}">
                <a16:creationId xmlns:a16="http://schemas.microsoft.com/office/drawing/2014/main" id="{D3EF696D-495F-4C2E-8DFF-CFCE9C495FAA}"/>
              </a:ext>
            </a:extLst>
          </p:cNvPr>
          <p:cNvSpPr>
            <a:spLocks noGrp="1"/>
          </p:cNvSpPr>
          <p:nvPr/>
        </p:nvSpPr>
        <p:spPr>
          <a:xfrm>
            <a:off x="309931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1" name="F2_precision_recall_distributions_4125">
            <a:extLst>
              <a:ext uri="{FF2B5EF4-FFF2-40B4-BE49-F238E27FC236}">
                <a16:creationId xmlns:a16="http://schemas.microsoft.com/office/drawing/2014/main" id="{7EB56A65-FDF2-48ED-9C88-15B9277A64AD}"/>
              </a:ext>
            </a:extLst>
          </p:cNvPr>
          <p:cNvSpPr>
            <a:spLocks noGrp="1"/>
          </p:cNvSpPr>
          <p:nvPr/>
        </p:nvSpPr>
        <p:spPr>
          <a:xfrm>
            <a:off x="3067477" y="3625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2" name="F2_precision_recall_distributions_4126">
            <a:extLst>
              <a:ext uri="{FF2B5EF4-FFF2-40B4-BE49-F238E27FC236}">
                <a16:creationId xmlns:a16="http://schemas.microsoft.com/office/drawing/2014/main" id="{C5704658-71C9-4B3C-BDA2-3CA36AFE8897}"/>
              </a:ext>
            </a:extLst>
          </p:cNvPr>
          <p:cNvSpPr>
            <a:spLocks noGrp="1"/>
          </p:cNvSpPr>
          <p:nvPr/>
        </p:nvSpPr>
        <p:spPr>
          <a:xfrm>
            <a:off x="2840716" y="3043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3" name="F2_precision_recall_distributions_4127">
            <a:extLst>
              <a:ext uri="{FF2B5EF4-FFF2-40B4-BE49-F238E27FC236}">
                <a16:creationId xmlns:a16="http://schemas.microsoft.com/office/drawing/2014/main" id="{C6CADFED-FCCC-4054-BC8B-54F8B14418B3}"/>
              </a:ext>
            </a:extLst>
          </p:cNvPr>
          <p:cNvSpPr>
            <a:spLocks noGrp="1"/>
          </p:cNvSpPr>
          <p:nvPr/>
        </p:nvSpPr>
        <p:spPr>
          <a:xfrm>
            <a:off x="314178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4" name="F2_precision_recall_distributions_4128">
            <a:extLst>
              <a:ext uri="{FF2B5EF4-FFF2-40B4-BE49-F238E27FC236}">
                <a16:creationId xmlns:a16="http://schemas.microsoft.com/office/drawing/2014/main" id="{14DF75FD-6831-4DBC-9E78-0B3131AE8DDB}"/>
              </a:ext>
            </a:extLst>
          </p:cNvPr>
          <p:cNvSpPr>
            <a:spLocks noGrp="1"/>
          </p:cNvSpPr>
          <p:nvPr/>
        </p:nvSpPr>
        <p:spPr>
          <a:xfrm>
            <a:off x="30685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5" name="F2_precision_recall_distributions_4129">
            <a:extLst>
              <a:ext uri="{FF2B5EF4-FFF2-40B4-BE49-F238E27FC236}">
                <a16:creationId xmlns:a16="http://schemas.microsoft.com/office/drawing/2014/main" id="{1F9799AD-2928-4510-B142-01F9E4DCA7AA}"/>
              </a:ext>
            </a:extLst>
          </p:cNvPr>
          <p:cNvSpPr>
            <a:spLocks noGrp="1"/>
          </p:cNvSpPr>
          <p:nvPr/>
        </p:nvSpPr>
        <p:spPr>
          <a:xfrm>
            <a:off x="2827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6" name="F2_precision_recall_distributions_4130">
            <a:extLst>
              <a:ext uri="{FF2B5EF4-FFF2-40B4-BE49-F238E27FC236}">
                <a16:creationId xmlns:a16="http://schemas.microsoft.com/office/drawing/2014/main" id="{E14D80FA-EC3A-416E-8494-8C48FF18FF48}"/>
              </a:ext>
            </a:extLst>
          </p:cNvPr>
          <p:cNvSpPr>
            <a:spLocks noGrp="1"/>
          </p:cNvSpPr>
          <p:nvPr/>
        </p:nvSpPr>
        <p:spPr>
          <a:xfrm>
            <a:off x="31727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7" name="F2_precision_recall_distributions_4131">
            <a:extLst>
              <a:ext uri="{FF2B5EF4-FFF2-40B4-BE49-F238E27FC236}">
                <a16:creationId xmlns:a16="http://schemas.microsoft.com/office/drawing/2014/main" id="{F605A1BF-5253-4163-A1DC-8157CFB048ED}"/>
              </a:ext>
            </a:extLst>
          </p:cNvPr>
          <p:cNvSpPr>
            <a:spLocks noGrp="1"/>
          </p:cNvSpPr>
          <p:nvPr/>
        </p:nvSpPr>
        <p:spPr>
          <a:xfrm>
            <a:off x="29211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8" name="F2_precision_recall_distributions_4132">
            <a:extLst>
              <a:ext uri="{FF2B5EF4-FFF2-40B4-BE49-F238E27FC236}">
                <a16:creationId xmlns:a16="http://schemas.microsoft.com/office/drawing/2014/main" id="{D86F1307-BFAF-4B97-9E85-0BDFE1835C5D}"/>
              </a:ext>
            </a:extLst>
          </p:cNvPr>
          <p:cNvSpPr>
            <a:spLocks noGrp="1"/>
          </p:cNvSpPr>
          <p:nvPr/>
        </p:nvSpPr>
        <p:spPr>
          <a:xfrm>
            <a:off x="2998724" y="32184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9" name="F2_precision_recall_distributions_4133">
            <a:extLst>
              <a:ext uri="{FF2B5EF4-FFF2-40B4-BE49-F238E27FC236}">
                <a16:creationId xmlns:a16="http://schemas.microsoft.com/office/drawing/2014/main" id="{A2ED3A81-E00C-4563-8F92-81E63E9CD702}"/>
              </a:ext>
            </a:extLst>
          </p:cNvPr>
          <p:cNvSpPr>
            <a:spLocks noGrp="1"/>
          </p:cNvSpPr>
          <p:nvPr/>
        </p:nvSpPr>
        <p:spPr>
          <a:xfrm>
            <a:off x="30604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0" name="F2_precision_recall_distributions_4134">
            <a:extLst>
              <a:ext uri="{FF2B5EF4-FFF2-40B4-BE49-F238E27FC236}">
                <a16:creationId xmlns:a16="http://schemas.microsoft.com/office/drawing/2014/main" id="{1BC9A5E0-3F60-43D3-AD4E-025BF8C1B4A3}"/>
              </a:ext>
            </a:extLst>
          </p:cNvPr>
          <p:cNvSpPr>
            <a:spLocks noGrp="1"/>
          </p:cNvSpPr>
          <p:nvPr/>
        </p:nvSpPr>
        <p:spPr>
          <a:xfrm>
            <a:off x="2831103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1" name="F2_precision_recall_distributions_4135">
            <a:extLst>
              <a:ext uri="{FF2B5EF4-FFF2-40B4-BE49-F238E27FC236}">
                <a16:creationId xmlns:a16="http://schemas.microsoft.com/office/drawing/2014/main" id="{B9FD17F0-197B-440E-ABEE-8004E364117E}"/>
              </a:ext>
            </a:extLst>
          </p:cNvPr>
          <p:cNvSpPr>
            <a:spLocks noGrp="1"/>
          </p:cNvSpPr>
          <p:nvPr/>
        </p:nvSpPr>
        <p:spPr>
          <a:xfrm>
            <a:off x="293361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2" name="F2_precision_recall_distributions_4136">
            <a:extLst>
              <a:ext uri="{FF2B5EF4-FFF2-40B4-BE49-F238E27FC236}">
                <a16:creationId xmlns:a16="http://schemas.microsoft.com/office/drawing/2014/main" id="{4B6BD88E-372A-47AA-80D2-001E18D82F7D}"/>
              </a:ext>
            </a:extLst>
          </p:cNvPr>
          <p:cNvSpPr>
            <a:spLocks noGrp="1"/>
          </p:cNvSpPr>
          <p:nvPr/>
        </p:nvSpPr>
        <p:spPr>
          <a:xfrm>
            <a:off x="29936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3" name="F2_precision_recall_distributions_4137">
            <a:extLst>
              <a:ext uri="{FF2B5EF4-FFF2-40B4-BE49-F238E27FC236}">
                <a16:creationId xmlns:a16="http://schemas.microsoft.com/office/drawing/2014/main" id="{33D16080-C551-4179-BDCD-45048B00AC5F}"/>
              </a:ext>
            </a:extLst>
          </p:cNvPr>
          <p:cNvSpPr>
            <a:spLocks noGrp="1"/>
          </p:cNvSpPr>
          <p:nvPr/>
        </p:nvSpPr>
        <p:spPr>
          <a:xfrm>
            <a:off x="29564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4" name="F2_precision_recall_distributions_4138">
            <a:extLst>
              <a:ext uri="{FF2B5EF4-FFF2-40B4-BE49-F238E27FC236}">
                <a16:creationId xmlns:a16="http://schemas.microsoft.com/office/drawing/2014/main" id="{26184F5B-C05E-41A1-AA50-1611723B3754}"/>
              </a:ext>
            </a:extLst>
          </p:cNvPr>
          <p:cNvSpPr>
            <a:spLocks noGrp="1"/>
          </p:cNvSpPr>
          <p:nvPr/>
        </p:nvSpPr>
        <p:spPr>
          <a:xfrm>
            <a:off x="283193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5" name="F2_precision_recall_distributions_4139">
            <a:extLst>
              <a:ext uri="{FF2B5EF4-FFF2-40B4-BE49-F238E27FC236}">
                <a16:creationId xmlns:a16="http://schemas.microsoft.com/office/drawing/2014/main" id="{D83400E5-49F3-456D-9E5C-41E9C9AD06C4}"/>
              </a:ext>
            </a:extLst>
          </p:cNvPr>
          <p:cNvSpPr>
            <a:spLocks noGrp="1"/>
          </p:cNvSpPr>
          <p:nvPr/>
        </p:nvSpPr>
        <p:spPr>
          <a:xfrm>
            <a:off x="29995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6" name="F2_precision_recall_distributions_4140">
            <a:extLst>
              <a:ext uri="{FF2B5EF4-FFF2-40B4-BE49-F238E27FC236}">
                <a16:creationId xmlns:a16="http://schemas.microsoft.com/office/drawing/2014/main" id="{4323D0BC-9FA9-4A55-AE68-EA6A0D211A21}"/>
              </a:ext>
            </a:extLst>
          </p:cNvPr>
          <p:cNvSpPr>
            <a:spLocks noGrp="1"/>
          </p:cNvSpPr>
          <p:nvPr/>
        </p:nvSpPr>
        <p:spPr>
          <a:xfrm>
            <a:off x="3171217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7" name="F2_precision_recall_distributions_4141">
            <a:extLst>
              <a:ext uri="{FF2B5EF4-FFF2-40B4-BE49-F238E27FC236}">
                <a16:creationId xmlns:a16="http://schemas.microsoft.com/office/drawing/2014/main" id="{9C63806F-5DE6-4D85-9BD8-964EDC987692}"/>
              </a:ext>
            </a:extLst>
          </p:cNvPr>
          <p:cNvSpPr>
            <a:spLocks noGrp="1"/>
          </p:cNvSpPr>
          <p:nvPr/>
        </p:nvSpPr>
        <p:spPr>
          <a:xfrm>
            <a:off x="31713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8" name="F2_precision_recall_distributions_4142">
            <a:extLst>
              <a:ext uri="{FF2B5EF4-FFF2-40B4-BE49-F238E27FC236}">
                <a16:creationId xmlns:a16="http://schemas.microsoft.com/office/drawing/2014/main" id="{EADFA46B-8643-4F81-B150-BF303853AE43}"/>
              </a:ext>
            </a:extLst>
          </p:cNvPr>
          <p:cNvSpPr>
            <a:spLocks noGrp="1"/>
          </p:cNvSpPr>
          <p:nvPr/>
        </p:nvSpPr>
        <p:spPr>
          <a:xfrm>
            <a:off x="29149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9" name="F2_precision_recall_distributions_4143">
            <a:extLst>
              <a:ext uri="{FF2B5EF4-FFF2-40B4-BE49-F238E27FC236}">
                <a16:creationId xmlns:a16="http://schemas.microsoft.com/office/drawing/2014/main" id="{D659E9A4-4114-4906-B84E-6138C33D7C39}"/>
              </a:ext>
            </a:extLst>
          </p:cNvPr>
          <p:cNvSpPr>
            <a:spLocks noGrp="1"/>
          </p:cNvSpPr>
          <p:nvPr/>
        </p:nvSpPr>
        <p:spPr>
          <a:xfrm>
            <a:off x="292736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0" name="F2_precision_recall_distributions_4144">
            <a:extLst>
              <a:ext uri="{FF2B5EF4-FFF2-40B4-BE49-F238E27FC236}">
                <a16:creationId xmlns:a16="http://schemas.microsoft.com/office/drawing/2014/main" id="{D954CBAD-505F-4574-85C4-304D712CEFE9}"/>
              </a:ext>
            </a:extLst>
          </p:cNvPr>
          <p:cNvSpPr>
            <a:spLocks noGrp="1"/>
          </p:cNvSpPr>
          <p:nvPr/>
        </p:nvSpPr>
        <p:spPr>
          <a:xfrm>
            <a:off x="30327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1" name="F2_precision_recall_distributions_4145">
            <a:extLst>
              <a:ext uri="{FF2B5EF4-FFF2-40B4-BE49-F238E27FC236}">
                <a16:creationId xmlns:a16="http://schemas.microsoft.com/office/drawing/2014/main" id="{6B2E00FE-1718-4469-A348-5B004E7D8A65}"/>
              </a:ext>
            </a:extLst>
          </p:cNvPr>
          <p:cNvSpPr>
            <a:spLocks noGrp="1"/>
          </p:cNvSpPr>
          <p:nvPr/>
        </p:nvSpPr>
        <p:spPr>
          <a:xfrm>
            <a:off x="306926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2" name="F2_precision_recall_distributions_4146">
            <a:extLst>
              <a:ext uri="{FF2B5EF4-FFF2-40B4-BE49-F238E27FC236}">
                <a16:creationId xmlns:a16="http://schemas.microsoft.com/office/drawing/2014/main" id="{80DC03C9-3E32-46A7-96A3-AE6F232F7DEE}"/>
              </a:ext>
            </a:extLst>
          </p:cNvPr>
          <p:cNvSpPr>
            <a:spLocks noGrp="1"/>
          </p:cNvSpPr>
          <p:nvPr/>
        </p:nvSpPr>
        <p:spPr>
          <a:xfrm>
            <a:off x="290669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3" name="F2_precision_recall_distributions_4147">
            <a:extLst>
              <a:ext uri="{FF2B5EF4-FFF2-40B4-BE49-F238E27FC236}">
                <a16:creationId xmlns:a16="http://schemas.microsoft.com/office/drawing/2014/main" id="{3524BA40-88ED-4E75-8D34-B6A1DA12BC44}"/>
              </a:ext>
            </a:extLst>
          </p:cNvPr>
          <p:cNvSpPr>
            <a:spLocks noGrp="1"/>
          </p:cNvSpPr>
          <p:nvPr/>
        </p:nvSpPr>
        <p:spPr>
          <a:xfrm>
            <a:off x="296298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4" name="F2_precision_recall_distributions_4148">
            <a:extLst>
              <a:ext uri="{FF2B5EF4-FFF2-40B4-BE49-F238E27FC236}">
                <a16:creationId xmlns:a16="http://schemas.microsoft.com/office/drawing/2014/main" id="{04A1B42A-3A62-4D4D-A3E4-61AD556EDBF5}"/>
              </a:ext>
            </a:extLst>
          </p:cNvPr>
          <p:cNvSpPr>
            <a:spLocks noGrp="1"/>
          </p:cNvSpPr>
          <p:nvPr/>
        </p:nvSpPr>
        <p:spPr>
          <a:xfrm>
            <a:off x="2868773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5" name="F2_precision_recall_distributions_4149">
            <a:extLst>
              <a:ext uri="{FF2B5EF4-FFF2-40B4-BE49-F238E27FC236}">
                <a16:creationId xmlns:a16="http://schemas.microsoft.com/office/drawing/2014/main" id="{4664BB1B-72AE-4B9E-B9E3-2DACF504C3C1}"/>
              </a:ext>
            </a:extLst>
          </p:cNvPr>
          <p:cNvSpPr>
            <a:spLocks noGrp="1"/>
          </p:cNvSpPr>
          <p:nvPr/>
        </p:nvSpPr>
        <p:spPr>
          <a:xfrm>
            <a:off x="2952262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6" name="F2_precision_recall_distributions_4150">
            <a:extLst>
              <a:ext uri="{FF2B5EF4-FFF2-40B4-BE49-F238E27FC236}">
                <a16:creationId xmlns:a16="http://schemas.microsoft.com/office/drawing/2014/main" id="{7291EB5C-7C0A-4F57-B1EE-0290C3CFBA77}"/>
              </a:ext>
            </a:extLst>
          </p:cNvPr>
          <p:cNvSpPr>
            <a:spLocks noGrp="1"/>
          </p:cNvSpPr>
          <p:nvPr/>
        </p:nvSpPr>
        <p:spPr>
          <a:xfrm>
            <a:off x="305812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7" name="F2_precision_recall_distributions_4151">
            <a:extLst>
              <a:ext uri="{FF2B5EF4-FFF2-40B4-BE49-F238E27FC236}">
                <a16:creationId xmlns:a16="http://schemas.microsoft.com/office/drawing/2014/main" id="{8E102587-F7E2-4E48-8DAB-41FFBF37C06D}"/>
              </a:ext>
            </a:extLst>
          </p:cNvPr>
          <p:cNvSpPr>
            <a:spLocks noGrp="1"/>
          </p:cNvSpPr>
          <p:nvPr/>
        </p:nvSpPr>
        <p:spPr>
          <a:xfrm>
            <a:off x="31163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8" name="F2_precision_recall_distributions_4152">
            <a:extLst>
              <a:ext uri="{FF2B5EF4-FFF2-40B4-BE49-F238E27FC236}">
                <a16:creationId xmlns:a16="http://schemas.microsoft.com/office/drawing/2014/main" id="{043329BF-A8E1-4796-87A4-6348EB1FCD72}"/>
              </a:ext>
            </a:extLst>
          </p:cNvPr>
          <p:cNvSpPr>
            <a:spLocks noGrp="1"/>
          </p:cNvSpPr>
          <p:nvPr/>
        </p:nvSpPr>
        <p:spPr>
          <a:xfrm>
            <a:off x="299111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9" name="F2_precision_recall_distributions_4153">
            <a:extLst>
              <a:ext uri="{FF2B5EF4-FFF2-40B4-BE49-F238E27FC236}">
                <a16:creationId xmlns:a16="http://schemas.microsoft.com/office/drawing/2014/main" id="{D87C1C8D-4969-440B-8943-2A617342594E}"/>
              </a:ext>
            </a:extLst>
          </p:cNvPr>
          <p:cNvSpPr>
            <a:spLocks noGrp="1"/>
          </p:cNvSpPr>
          <p:nvPr/>
        </p:nvSpPr>
        <p:spPr>
          <a:xfrm>
            <a:off x="3087763" y="32254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0" name="F2_precision_recall_distributions_4154">
            <a:extLst>
              <a:ext uri="{FF2B5EF4-FFF2-40B4-BE49-F238E27FC236}">
                <a16:creationId xmlns:a16="http://schemas.microsoft.com/office/drawing/2014/main" id="{DD5EF30F-A36B-4888-A3DD-56B7771BFFCF}"/>
              </a:ext>
            </a:extLst>
          </p:cNvPr>
          <p:cNvSpPr>
            <a:spLocks noGrp="1"/>
          </p:cNvSpPr>
          <p:nvPr/>
        </p:nvSpPr>
        <p:spPr>
          <a:xfrm>
            <a:off x="305324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1" name="F2_precision_recall_distributions_4155">
            <a:extLst>
              <a:ext uri="{FF2B5EF4-FFF2-40B4-BE49-F238E27FC236}">
                <a16:creationId xmlns:a16="http://schemas.microsoft.com/office/drawing/2014/main" id="{18FB0CE6-9DEF-44E5-A77F-7D0CBFEC1857}"/>
              </a:ext>
            </a:extLst>
          </p:cNvPr>
          <p:cNvSpPr>
            <a:spLocks noGrp="1"/>
          </p:cNvSpPr>
          <p:nvPr/>
        </p:nvSpPr>
        <p:spPr>
          <a:xfrm>
            <a:off x="3131961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2" name="F2_precision_recall_distributions_4156">
            <a:extLst>
              <a:ext uri="{FF2B5EF4-FFF2-40B4-BE49-F238E27FC236}">
                <a16:creationId xmlns:a16="http://schemas.microsoft.com/office/drawing/2014/main" id="{D5459E28-6995-495D-9092-085C8610CD1D}"/>
              </a:ext>
            </a:extLst>
          </p:cNvPr>
          <p:cNvSpPr>
            <a:spLocks noGrp="1"/>
          </p:cNvSpPr>
          <p:nvPr/>
        </p:nvSpPr>
        <p:spPr>
          <a:xfrm>
            <a:off x="2878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3" name="F2_precision_recall_distributions_4157">
            <a:extLst>
              <a:ext uri="{FF2B5EF4-FFF2-40B4-BE49-F238E27FC236}">
                <a16:creationId xmlns:a16="http://schemas.microsoft.com/office/drawing/2014/main" id="{757453CC-E5C0-470D-96BE-88F990CDE5C9}"/>
              </a:ext>
            </a:extLst>
          </p:cNvPr>
          <p:cNvSpPr>
            <a:spLocks noGrp="1"/>
          </p:cNvSpPr>
          <p:nvPr/>
        </p:nvSpPr>
        <p:spPr>
          <a:xfrm>
            <a:off x="299399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4" name="F2_precision_recall_distributions_4158">
            <a:extLst>
              <a:ext uri="{FF2B5EF4-FFF2-40B4-BE49-F238E27FC236}">
                <a16:creationId xmlns:a16="http://schemas.microsoft.com/office/drawing/2014/main" id="{7B0EA467-241B-4FFA-927E-F22FE523B646}"/>
              </a:ext>
            </a:extLst>
          </p:cNvPr>
          <p:cNvSpPr>
            <a:spLocks noGrp="1"/>
          </p:cNvSpPr>
          <p:nvPr/>
        </p:nvSpPr>
        <p:spPr>
          <a:xfrm>
            <a:off x="283553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5" name="F2_precision_recall_distributions_4159">
            <a:extLst>
              <a:ext uri="{FF2B5EF4-FFF2-40B4-BE49-F238E27FC236}">
                <a16:creationId xmlns:a16="http://schemas.microsoft.com/office/drawing/2014/main" id="{A88F7F9D-881B-45A2-8BEF-2F3862062C3A}"/>
              </a:ext>
            </a:extLst>
          </p:cNvPr>
          <p:cNvSpPr>
            <a:spLocks noGrp="1"/>
          </p:cNvSpPr>
          <p:nvPr/>
        </p:nvSpPr>
        <p:spPr>
          <a:xfrm>
            <a:off x="310886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6" name="F2_precision_recall_distributions_4160">
            <a:extLst>
              <a:ext uri="{FF2B5EF4-FFF2-40B4-BE49-F238E27FC236}">
                <a16:creationId xmlns:a16="http://schemas.microsoft.com/office/drawing/2014/main" id="{67E48C10-8971-4BCE-BEAE-729A386F926A}"/>
              </a:ext>
            </a:extLst>
          </p:cNvPr>
          <p:cNvSpPr>
            <a:spLocks noGrp="1"/>
          </p:cNvSpPr>
          <p:nvPr/>
        </p:nvSpPr>
        <p:spPr>
          <a:xfrm>
            <a:off x="30759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7" name="F2_precision_recall_distributions_4161">
            <a:extLst>
              <a:ext uri="{FF2B5EF4-FFF2-40B4-BE49-F238E27FC236}">
                <a16:creationId xmlns:a16="http://schemas.microsoft.com/office/drawing/2014/main" id="{BBE26D33-9A3D-43E7-BAC3-97968C085DF7}"/>
              </a:ext>
            </a:extLst>
          </p:cNvPr>
          <p:cNvSpPr>
            <a:spLocks noGrp="1"/>
          </p:cNvSpPr>
          <p:nvPr/>
        </p:nvSpPr>
        <p:spPr>
          <a:xfrm>
            <a:off x="30532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8" name="F2_precision_recall_distributions_4162">
            <a:extLst>
              <a:ext uri="{FF2B5EF4-FFF2-40B4-BE49-F238E27FC236}">
                <a16:creationId xmlns:a16="http://schemas.microsoft.com/office/drawing/2014/main" id="{34476A4B-D0EE-4C78-9D64-5C615858678F}"/>
              </a:ext>
            </a:extLst>
          </p:cNvPr>
          <p:cNvSpPr>
            <a:spLocks noGrp="1"/>
          </p:cNvSpPr>
          <p:nvPr/>
        </p:nvSpPr>
        <p:spPr>
          <a:xfrm>
            <a:off x="29080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9" name="F2_precision_recall_distributions_4163">
            <a:extLst>
              <a:ext uri="{FF2B5EF4-FFF2-40B4-BE49-F238E27FC236}">
                <a16:creationId xmlns:a16="http://schemas.microsoft.com/office/drawing/2014/main" id="{7C090703-CE5C-4404-BECE-BA4A77D2CDDD}"/>
              </a:ext>
            </a:extLst>
          </p:cNvPr>
          <p:cNvSpPr>
            <a:spLocks noGrp="1"/>
          </p:cNvSpPr>
          <p:nvPr/>
        </p:nvSpPr>
        <p:spPr>
          <a:xfrm>
            <a:off x="297697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0" name="F2_precision_recall_distributions_4164">
            <a:extLst>
              <a:ext uri="{FF2B5EF4-FFF2-40B4-BE49-F238E27FC236}">
                <a16:creationId xmlns:a16="http://schemas.microsoft.com/office/drawing/2014/main" id="{EECCD812-776C-48D3-8E45-24862C4950FD}"/>
              </a:ext>
            </a:extLst>
          </p:cNvPr>
          <p:cNvSpPr>
            <a:spLocks noGrp="1"/>
          </p:cNvSpPr>
          <p:nvPr/>
        </p:nvSpPr>
        <p:spPr>
          <a:xfrm>
            <a:off x="316598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1" name="F2_precision_recall_distributions_4165">
            <a:extLst>
              <a:ext uri="{FF2B5EF4-FFF2-40B4-BE49-F238E27FC236}">
                <a16:creationId xmlns:a16="http://schemas.microsoft.com/office/drawing/2014/main" id="{43D888E4-2DE0-4942-B5E8-8BF67AABBC24}"/>
              </a:ext>
            </a:extLst>
          </p:cNvPr>
          <p:cNvSpPr>
            <a:spLocks noGrp="1"/>
          </p:cNvSpPr>
          <p:nvPr/>
        </p:nvSpPr>
        <p:spPr>
          <a:xfrm>
            <a:off x="3173899" y="31113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2" name="F2_precision_recall_distributions_4166">
            <a:extLst>
              <a:ext uri="{FF2B5EF4-FFF2-40B4-BE49-F238E27FC236}">
                <a16:creationId xmlns:a16="http://schemas.microsoft.com/office/drawing/2014/main" id="{EE8B8F4E-FF35-44A8-82D5-ADB17C0DB516}"/>
              </a:ext>
            </a:extLst>
          </p:cNvPr>
          <p:cNvSpPr>
            <a:spLocks noGrp="1"/>
          </p:cNvSpPr>
          <p:nvPr/>
        </p:nvSpPr>
        <p:spPr>
          <a:xfrm>
            <a:off x="28233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3" name="F2_precision_recall_distributions_4167">
            <a:extLst>
              <a:ext uri="{FF2B5EF4-FFF2-40B4-BE49-F238E27FC236}">
                <a16:creationId xmlns:a16="http://schemas.microsoft.com/office/drawing/2014/main" id="{DEA0F3AD-5E2E-4DDC-B6BF-0A3B09CA95BE}"/>
              </a:ext>
            </a:extLst>
          </p:cNvPr>
          <p:cNvSpPr>
            <a:spLocks noGrp="1"/>
          </p:cNvSpPr>
          <p:nvPr/>
        </p:nvSpPr>
        <p:spPr>
          <a:xfrm>
            <a:off x="312156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4" name="F2_precision_recall_distributions_4168">
            <a:extLst>
              <a:ext uri="{FF2B5EF4-FFF2-40B4-BE49-F238E27FC236}">
                <a16:creationId xmlns:a16="http://schemas.microsoft.com/office/drawing/2014/main" id="{84843648-B5ED-47EB-A99D-D5BD101CAE87}"/>
              </a:ext>
            </a:extLst>
          </p:cNvPr>
          <p:cNvSpPr>
            <a:spLocks noGrp="1"/>
          </p:cNvSpPr>
          <p:nvPr/>
        </p:nvSpPr>
        <p:spPr>
          <a:xfrm>
            <a:off x="2984861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5" name="F2_precision_recall_distributions_4169">
            <a:extLst>
              <a:ext uri="{FF2B5EF4-FFF2-40B4-BE49-F238E27FC236}">
                <a16:creationId xmlns:a16="http://schemas.microsoft.com/office/drawing/2014/main" id="{53B09F26-3D36-4878-8030-6EA49B876837}"/>
              </a:ext>
            </a:extLst>
          </p:cNvPr>
          <p:cNvSpPr>
            <a:spLocks noGrp="1"/>
          </p:cNvSpPr>
          <p:nvPr/>
        </p:nvSpPr>
        <p:spPr>
          <a:xfrm>
            <a:off x="3165774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6" name="F2_precision_recall_distributions_4170">
            <a:extLst>
              <a:ext uri="{FF2B5EF4-FFF2-40B4-BE49-F238E27FC236}">
                <a16:creationId xmlns:a16="http://schemas.microsoft.com/office/drawing/2014/main" id="{67A3AB0B-B113-43E7-B922-476524360441}"/>
              </a:ext>
            </a:extLst>
          </p:cNvPr>
          <p:cNvSpPr>
            <a:spLocks noGrp="1"/>
          </p:cNvSpPr>
          <p:nvPr/>
        </p:nvSpPr>
        <p:spPr>
          <a:xfrm>
            <a:off x="283548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7" name="F2_precision_recall_distributions_4171">
            <a:extLst>
              <a:ext uri="{FF2B5EF4-FFF2-40B4-BE49-F238E27FC236}">
                <a16:creationId xmlns:a16="http://schemas.microsoft.com/office/drawing/2014/main" id="{1109ADA0-34C5-4A79-BD5D-70CAFF682B32}"/>
              </a:ext>
            </a:extLst>
          </p:cNvPr>
          <p:cNvSpPr>
            <a:spLocks noGrp="1"/>
          </p:cNvSpPr>
          <p:nvPr/>
        </p:nvSpPr>
        <p:spPr>
          <a:xfrm>
            <a:off x="29517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8" name="F2_precision_recall_distributions_4172">
            <a:extLst>
              <a:ext uri="{FF2B5EF4-FFF2-40B4-BE49-F238E27FC236}">
                <a16:creationId xmlns:a16="http://schemas.microsoft.com/office/drawing/2014/main" id="{4823D8BE-660F-4D40-BDD8-AE1727EE8569}"/>
              </a:ext>
            </a:extLst>
          </p:cNvPr>
          <p:cNvSpPr>
            <a:spLocks noGrp="1"/>
          </p:cNvSpPr>
          <p:nvPr/>
        </p:nvSpPr>
        <p:spPr>
          <a:xfrm>
            <a:off x="297961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9" name="F2_precision_recall_distributions_4173">
            <a:extLst>
              <a:ext uri="{FF2B5EF4-FFF2-40B4-BE49-F238E27FC236}">
                <a16:creationId xmlns:a16="http://schemas.microsoft.com/office/drawing/2014/main" id="{F963AA59-7EFD-4108-BF9F-97A065C4FCB3}"/>
              </a:ext>
            </a:extLst>
          </p:cNvPr>
          <p:cNvSpPr>
            <a:spLocks noGrp="1"/>
          </p:cNvSpPr>
          <p:nvPr/>
        </p:nvSpPr>
        <p:spPr>
          <a:xfrm>
            <a:off x="306829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0" name="F2_precision_recall_distributions_4174">
            <a:extLst>
              <a:ext uri="{FF2B5EF4-FFF2-40B4-BE49-F238E27FC236}">
                <a16:creationId xmlns:a16="http://schemas.microsoft.com/office/drawing/2014/main" id="{AC12C140-87DA-40FD-A284-AEDFE08F3D5A}"/>
              </a:ext>
            </a:extLst>
          </p:cNvPr>
          <p:cNvSpPr>
            <a:spLocks noGrp="1"/>
          </p:cNvSpPr>
          <p:nvPr/>
        </p:nvSpPr>
        <p:spPr>
          <a:xfrm>
            <a:off x="3176049" y="3156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1" name="F2_precision_recall_distributions_4175">
            <a:extLst>
              <a:ext uri="{FF2B5EF4-FFF2-40B4-BE49-F238E27FC236}">
                <a16:creationId xmlns:a16="http://schemas.microsoft.com/office/drawing/2014/main" id="{A9F24044-3C68-4C01-AE6E-004192357BE8}"/>
              </a:ext>
            </a:extLst>
          </p:cNvPr>
          <p:cNvSpPr>
            <a:spLocks noGrp="1"/>
          </p:cNvSpPr>
          <p:nvPr/>
        </p:nvSpPr>
        <p:spPr>
          <a:xfrm>
            <a:off x="2832919" y="29583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2" name="F2_precision_recall_distributions_4176">
            <a:extLst>
              <a:ext uri="{FF2B5EF4-FFF2-40B4-BE49-F238E27FC236}">
                <a16:creationId xmlns:a16="http://schemas.microsoft.com/office/drawing/2014/main" id="{768630D7-FE2E-469E-8ABD-B870329DB3BE}"/>
              </a:ext>
            </a:extLst>
          </p:cNvPr>
          <p:cNvSpPr>
            <a:spLocks noGrp="1"/>
          </p:cNvSpPr>
          <p:nvPr/>
        </p:nvSpPr>
        <p:spPr>
          <a:xfrm>
            <a:off x="286154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3" name="F2_precision_recall_distributions_4177">
            <a:extLst>
              <a:ext uri="{FF2B5EF4-FFF2-40B4-BE49-F238E27FC236}">
                <a16:creationId xmlns:a16="http://schemas.microsoft.com/office/drawing/2014/main" id="{973365B4-149C-4474-8D29-7AA7E844A27C}"/>
              </a:ext>
            </a:extLst>
          </p:cNvPr>
          <p:cNvSpPr>
            <a:spLocks noGrp="1"/>
          </p:cNvSpPr>
          <p:nvPr/>
        </p:nvSpPr>
        <p:spPr>
          <a:xfrm>
            <a:off x="315434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4" name="F2_precision_recall_distributions_4178">
            <a:extLst>
              <a:ext uri="{FF2B5EF4-FFF2-40B4-BE49-F238E27FC236}">
                <a16:creationId xmlns:a16="http://schemas.microsoft.com/office/drawing/2014/main" id="{8FC6E59B-95FD-4427-AB8D-01AEF481ECDD}"/>
              </a:ext>
            </a:extLst>
          </p:cNvPr>
          <p:cNvSpPr>
            <a:spLocks noGrp="1"/>
          </p:cNvSpPr>
          <p:nvPr/>
        </p:nvSpPr>
        <p:spPr>
          <a:xfrm>
            <a:off x="28617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5" name="F2_precision_recall_distributions_4179">
            <a:extLst>
              <a:ext uri="{FF2B5EF4-FFF2-40B4-BE49-F238E27FC236}">
                <a16:creationId xmlns:a16="http://schemas.microsoft.com/office/drawing/2014/main" id="{52844523-FAE9-405D-8269-0D27481BA93B}"/>
              </a:ext>
            </a:extLst>
          </p:cNvPr>
          <p:cNvSpPr>
            <a:spLocks noGrp="1"/>
          </p:cNvSpPr>
          <p:nvPr/>
        </p:nvSpPr>
        <p:spPr>
          <a:xfrm>
            <a:off x="2879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6" name="F2_precision_recall_distributions_4180">
            <a:extLst>
              <a:ext uri="{FF2B5EF4-FFF2-40B4-BE49-F238E27FC236}">
                <a16:creationId xmlns:a16="http://schemas.microsoft.com/office/drawing/2014/main" id="{36B4C617-2E64-4E38-A796-A2CED4D4469E}"/>
              </a:ext>
            </a:extLst>
          </p:cNvPr>
          <p:cNvSpPr>
            <a:spLocks noGrp="1"/>
          </p:cNvSpPr>
          <p:nvPr/>
        </p:nvSpPr>
        <p:spPr>
          <a:xfrm>
            <a:off x="2828770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7" name="F2_precision_recall_distributions_4181">
            <a:extLst>
              <a:ext uri="{FF2B5EF4-FFF2-40B4-BE49-F238E27FC236}">
                <a16:creationId xmlns:a16="http://schemas.microsoft.com/office/drawing/2014/main" id="{0856B669-2DA3-4109-987B-C3F6BCF1F432}"/>
              </a:ext>
            </a:extLst>
          </p:cNvPr>
          <p:cNvSpPr>
            <a:spLocks noGrp="1"/>
          </p:cNvSpPr>
          <p:nvPr/>
        </p:nvSpPr>
        <p:spPr>
          <a:xfrm>
            <a:off x="30598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8" name="F2_precision_recall_distributions_4182">
            <a:extLst>
              <a:ext uri="{FF2B5EF4-FFF2-40B4-BE49-F238E27FC236}">
                <a16:creationId xmlns:a16="http://schemas.microsoft.com/office/drawing/2014/main" id="{A0AAECBD-2D7A-40CE-996D-1CEE72B4EFFC}"/>
              </a:ext>
            </a:extLst>
          </p:cNvPr>
          <p:cNvSpPr>
            <a:spLocks noGrp="1"/>
          </p:cNvSpPr>
          <p:nvPr/>
        </p:nvSpPr>
        <p:spPr>
          <a:xfrm>
            <a:off x="306437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9" name="F2_precision_recall_distributions_4183">
            <a:extLst>
              <a:ext uri="{FF2B5EF4-FFF2-40B4-BE49-F238E27FC236}">
                <a16:creationId xmlns:a16="http://schemas.microsoft.com/office/drawing/2014/main" id="{5FF133C8-7911-4E58-8462-B8109CA34551}"/>
              </a:ext>
            </a:extLst>
          </p:cNvPr>
          <p:cNvSpPr>
            <a:spLocks noGrp="1"/>
          </p:cNvSpPr>
          <p:nvPr/>
        </p:nvSpPr>
        <p:spPr>
          <a:xfrm>
            <a:off x="30451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0" name="F2_precision_recall_distributions_4184">
            <a:extLst>
              <a:ext uri="{FF2B5EF4-FFF2-40B4-BE49-F238E27FC236}">
                <a16:creationId xmlns:a16="http://schemas.microsoft.com/office/drawing/2014/main" id="{0CF64A08-5F87-45A7-8865-B53855EF166A}"/>
              </a:ext>
            </a:extLst>
          </p:cNvPr>
          <p:cNvSpPr>
            <a:spLocks noGrp="1"/>
          </p:cNvSpPr>
          <p:nvPr/>
        </p:nvSpPr>
        <p:spPr>
          <a:xfrm>
            <a:off x="294189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1" name="F2_precision_recall_distributions_4185">
            <a:extLst>
              <a:ext uri="{FF2B5EF4-FFF2-40B4-BE49-F238E27FC236}">
                <a16:creationId xmlns:a16="http://schemas.microsoft.com/office/drawing/2014/main" id="{1075A99C-C3C3-4220-A49B-61C377FB55AF}"/>
              </a:ext>
            </a:extLst>
          </p:cNvPr>
          <p:cNvSpPr>
            <a:spLocks noGrp="1"/>
          </p:cNvSpPr>
          <p:nvPr/>
        </p:nvSpPr>
        <p:spPr>
          <a:xfrm>
            <a:off x="28866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2" name="F2_precision_recall_distributions_4186">
            <a:extLst>
              <a:ext uri="{FF2B5EF4-FFF2-40B4-BE49-F238E27FC236}">
                <a16:creationId xmlns:a16="http://schemas.microsoft.com/office/drawing/2014/main" id="{EA93E5A7-15A6-446E-9648-7A523C74680A}"/>
              </a:ext>
            </a:extLst>
          </p:cNvPr>
          <p:cNvSpPr>
            <a:spLocks noGrp="1"/>
          </p:cNvSpPr>
          <p:nvPr/>
        </p:nvSpPr>
        <p:spPr>
          <a:xfrm>
            <a:off x="310050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3" name="F2_precision_recall_distributions_4187">
            <a:extLst>
              <a:ext uri="{FF2B5EF4-FFF2-40B4-BE49-F238E27FC236}">
                <a16:creationId xmlns:a16="http://schemas.microsoft.com/office/drawing/2014/main" id="{5B4C8476-693F-4415-AE3F-4B7379369803}"/>
              </a:ext>
            </a:extLst>
          </p:cNvPr>
          <p:cNvSpPr>
            <a:spLocks noGrp="1"/>
          </p:cNvSpPr>
          <p:nvPr/>
        </p:nvSpPr>
        <p:spPr>
          <a:xfrm>
            <a:off x="3148945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4" name="F2_precision_recall_distributions_4188">
            <a:extLst>
              <a:ext uri="{FF2B5EF4-FFF2-40B4-BE49-F238E27FC236}">
                <a16:creationId xmlns:a16="http://schemas.microsoft.com/office/drawing/2014/main" id="{51E0127B-EDE9-497A-B635-54846EFCCDB8}"/>
              </a:ext>
            </a:extLst>
          </p:cNvPr>
          <p:cNvSpPr>
            <a:spLocks noGrp="1"/>
          </p:cNvSpPr>
          <p:nvPr/>
        </p:nvSpPr>
        <p:spPr>
          <a:xfrm>
            <a:off x="2980944" y="3445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5" name="F2_precision_recall_distributions_4189">
            <a:extLst>
              <a:ext uri="{FF2B5EF4-FFF2-40B4-BE49-F238E27FC236}">
                <a16:creationId xmlns:a16="http://schemas.microsoft.com/office/drawing/2014/main" id="{C12A2869-E91B-4CBD-AF57-EDA578BD99FD}"/>
              </a:ext>
            </a:extLst>
          </p:cNvPr>
          <p:cNvSpPr>
            <a:spLocks noGrp="1"/>
          </p:cNvSpPr>
          <p:nvPr/>
        </p:nvSpPr>
        <p:spPr>
          <a:xfrm>
            <a:off x="30297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6" name="F2_precision_recall_distributions_4190">
            <a:extLst>
              <a:ext uri="{FF2B5EF4-FFF2-40B4-BE49-F238E27FC236}">
                <a16:creationId xmlns:a16="http://schemas.microsoft.com/office/drawing/2014/main" id="{127C246D-F3F9-4964-A1F1-5764FAE15D0C}"/>
              </a:ext>
            </a:extLst>
          </p:cNvPr>
          <p:cNvSpPr>
            <a:spLocks noGrp="1"/>
          </p:cNvSpPr>
          <p:nvPr/>
        </p:nvSpPr>
        <p:spPr>
          <a:xfrm>
            <a:off x="317034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7" name="F2_precision_recall_distributions_4191">
            <a:extLst>
              <a:ext uri="{FF2B5EF4-FFF2-40B4-BE49-F238E27FC236}">
                <a16:creationId xmlns:a16="http://schemas.microsoft.com/office/drawing/2014/main" id="{B6670E36-D54F-471C-B782-F838BB0CAF44}"/>
              </a:ext>
            </a:extLst>
          </p:cNvPr>
          <p:cNvSpPr>
            <a:spLocks noGrp="1"/>
          </p:cNvSpPr>
          <p:nvPr/>
        </p:nvSpPr>
        <p:spPr>
          <a:xfrm>
            <a:off x="3038323" y="3508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8" name="F2_precision_recall_distributions_4192">
            <a:extLst>
              <a:ext uri="{FF2B5EF4-FFF2-40B4-BE49-F238E27FC236}">
                <a16:creationId xmlns:a16="http://schemas.microsoft.com/office/drawing/2014/main" id="{1DC21E5C-7447-4BD1-A18D-7B39A1987A99}"/>
              </a:ext>
            </a:extLst>
          </p:cNvPr>
          <p:cNvSpPr>
            <a:spLocks noGrp="1"/>
          </p:cNvSpPr>
          <p:nvPr/>
        </p:nvSpPr>
        <p:spPr>
          <a:xfrm>
            <a:off x="317869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9" name="F2_precision_recall_distributions_4193">
            <a:extLst>
              <a:ext uri="{FF2B5EF4-FFF2-40B4-BE49-F238E27FC236}">
                <a16:creationId xmlns:a16="http://schemas.microsoft.com/office/drawing/2014/main" id="{34FA416D-E5AE-4589-8A33-1DC066728C49}"/>
              </a:ext>
            </a:extLst>
          </p:cNvPr>
          <p:cNvSpPr>
            <a:spLocks noGrp="1"/>
          </p:cNvSpPr>
          <p:nvPr/>
        </p:nvSpPr>
        <p:spPr>
          <a:xfrm>
            <a:off x="317309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0" name="F2_precision_recall_distributions_4194">
            <a:extLst>
              <a:ext uri="{FF2B5EF4-FFF2-40B4-BE49-F238E27FC236}">
                <a16:creationId xmlns:a16="http://schemas.microsoft.com/office/drawing/2014/main" id="{BB656E76-6929-4E55-A877-CC3AB44C34B0}"/>
              </a:ext>
            </a:extLst>
          </p:cNvPr>
          <p:cNvSpPr>
            <a:spLocks noGrp="1"/>
          </p:cNvSpPr>
          <p:nvPr/>
        </p:nvSpPr>
        <p:spPr>
          <a:xfrm>
            <a:off x="300614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1" name="F2_precision_recall_distributions_4195">
            <a:extLst>
              <a:ext uri="{FF2B5EF4-FFF2-40B4-BE49-F238E27FC236}">
                <a16:creationId xmlns:a16="http://schemas.microsoft.com/office/drawing/2014/main" id="{969DCF2D-9E50-4F58-A96B-0B64CC0A53C6}"/>
              </a:ext>
            </a:extLst>
          </p:cNvPr>
          <p:cNvSpPr>
            <a:spLocks noGrp="1"/>
          </p:cNvSpPr>
          <p:nvPr/>
        </p:nvSpPr>
        <p:spPr>
          <a:xfrm>
            <a:off x="28348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2" name="F2_precision_recall_distributions_4196">
            <a:extLst>
              <a:ext uri="{FF2B5EF4-FFF2-40B4-BE49-F238E27FC236}">
                <a16:creationId xmlns:a16="http://schemas.microsoft.com/office/drawing/2014/main" id="{03932192-03B3-44EC-9A9B-34B88BDB8C03}"/>
              </a:ext>
            </a:extLst>
          </p:cNvPr>
          <p:cNvSpPr>
            <a:spLocks noGrp="1"/>
          </p:cNvSpPr>
          <p:nvPr/>
        </p:nvSpPr>
        <p:spPr>
          <a:xfrm>
            <a:off x="3044190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3" name="F2_precision_recall_distributions_4197">
            <a:extLst>
              <a:ext uri="{FF2B5EF4-FFF2-40B4-BE49-F238E27FC236}">
                <a16:creationId xmlns:a16="http://schemas.microsoft.com/office/drawing/2014/main" id="{7332F0D6-A062-4E7B-BF24-41A58DF3CF45}"/>
              </a:ext>
            </a:extLst>
          </p:cNvPr>
          <p:cNvSpPr>
            <a:spLocks noGrp="1"/>
          </p:cNvSpPr>
          <p:nvPr/>
        </p:nvSpPr>
        <p:spPr>
          <a:xfrm>
            <a:off x="3153801" y="34073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4" name="F2_precision_recall_distributions_4198">
            <a:extLst>
              <a:ext uri="{FF2B5EF4-FFF2-40B4-BE49-F238E27FC236}">
                <a16:creationId xmlns:a16="http://schemas.microsoft.com/office/drawing/2014/main" id="{372F51AD-81C2-4678-8BC1-BFFE7A281C53}"/>
              </a:ext>
            </a:extLst>
          </p:cNvPr>
          <p:cNvSpPr>
            <a:spLocks noGrp="1"/>
          </p:cNvSpPr>
          <p:nvPr/>
        </p:nvSpPr>
        <p:spPr>
          <a:xfrm>
            <a:off x="29319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5" name="F2_precision_recall_distributions_4199">
            <a:extLst>
              <a:ext uri="{FF2B5EF4-FFF2-40B4-BE49-F238E27FC236}">
                <a16:creationId xmlns:a16="http://schemas.microsoft.com/office/drawing/2014/main" id="{39CD9386-208B-48DA-B722-53F586920FD3}"/>
              </a:ext>
            </a:extLst>
          </p:cNvPr>
          <p:cNvSpPr>
            <a:spLocks noGrp="1"/>
          </p:cNvSpPr>
          <p:nvPr/>
        </p:nvSpPr>
        <p:spPr>
          <a:xfrm>
            <a:off x="30786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6" name="F2_precision_recall_distributions_4200">
            <a:extLst>
              <a:ext uri="{FF2B5EF4-FFF2-40B4-BE49-F238E27FC236}">
                <a16:creationId xmlns:a16="http://schemas.microsoft.com/office/drawing/2014/main" id="{02C47C7C-156A-4528-A312-D9F4E298AFA6}"/>
              </a:ext>
            </a:extLst>
          </p:cNvPr>
          <p:cNvSpPr>
            <a:spLocks noGrp="1"/>
          </p:cNvSpPr>
          <p:nvPr/>
        </p:nvSpPr>
        <p:spPr>
          <a:xfrm>
            <a:off x="31736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7" name="F2_precision_recall_distributions_4201">
            <a:extLst>
              <a:ext uri="{FF2B5EF4-FFF2-40B4-BE49-F238E27FC236}">
                <a16:creationId xmlns:a16="http://schemas.microsoft.com/office/drawing/2014/main" id="{03CC2FAD-9442-4F75-8FB4-05A086B0638E}"/>
              </a:ext>
            </a:extLst>
          </p:cNvPr>
          <p:cNvSpPr>
            <a:spLocks noGrp="1"/>
          </p:cNvSpPr>
          <p:nvPr/>
        </p:nvSpPr>
        <p:spPr>
          <a:xfrm>
            <a:off x="2898606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8" name="F2_precision_recall_distributions_4202">
            <a:extLst>
              <a:ext uri="{FF2B5EF4-FFF2-40B4-BE49-F238E27FC236}">
                <a16:creationId xmlns:a16="http://schemas.microsoft.com/office/drawing/2014/main" id="{B1ED8B5D-ABF1-484A-85AE-644075E45F1F}"/>
              </a:ext>
            </a:extLst>
          </p:cNvPr>
          <p:cNvSpPr>
            <a:spLocks noGrp="1"/>
          </p:cNvSpPr>
          <p:nvPr/>
        </p:nvSpPr>
        <p:spPr>
          <a:xfrm>
            <a:off x="318478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9" name="F2_precision_recall_distributions_4203">
            <a:extLst>
              <a:ext uri="{FF2B5EF4-FFF2-40B4-BE49-F238E27FC236}">
                <a16:creationId xmlns:a16="http://schemas.microsoft.com/office/drawing/2014/main" id="{320EFA57-A0C0-4D9F-88C6-4D337C9D95F9}"/>
              </a:ext>
            </a:extLst>
          </p:cNvPr>
          <p:cNvSpPr>
            <a:spLocks noGrp="1"/>
          </p:cNvSpPr>
          <p:nvPr/>
        </p:nvSpPr>
        <p:spPr>
          <a:xfrm>
            <a:off x="286877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0" name="F2_precision_recall_distributions_4204">
            <a:extLst>
              <a:ext uri="{FF2B5EF4-FFF2-40B4-BE49-F238E27FC236}">
                <a16:creationId xmlns:a16="http://schemas.microsoft.com/office/drawing/2014/main" id="{1497FA6E-6C64-4089-BF8A-EAC2A2A7A477}"/>
              </a:ext>
            </a:extLst>
          </p:cNvPr>
          <p:cNvSpPr>
            <a:spLocks noGrp="1"/>
          </p:cNvSpPr>
          <p:nvPr/>
        </p:nvSpPr>
        <p:spPr>
          <a:xfrm>
            <a:off x="2982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1" name="F2_precision_recall_distributions_4205">
            <a:extLst>
              <a:ext uri="{FF2B5EF4-FFF2-40B4-BE49-F238E27FC236}">
                <a16:creationId xmlns:a16="http://schemas.microsoft.com/office/drawing/2014/main" id="{D353AFB3-5FD0-4F45-BAFE-EC752492E23D}"/>
              </a:ext>
            </a:extLst>
          </p:cNvPr>
          <p:cNvSpPr>
            <a:spLocks noGrp="1"/>
          </p:cNvSpPr>
          <p:nvPr/>
        </p:nvSpPr>
        <p:spPr>
          <a:xfrm>
            <a:off x="29422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2" name="F2_precision_recall_distributions_4206">
            <a:extLst>
              <a:ext uri="{FF2B5EF4-FFF2-40B4-BE49-F238E27FC236}">
                <a16:creationId xmlns:a16="http://schemas.microsoft.com/office/drawing/2014/main" id="{A127D57D-D7F3-44B8-83D8-E71A80A63F6C}"/>
              </a:ext>
            </a:extLst>
          </p:cNvPr>
          <p:cNvSpPr>
            <a:spLocks noGrp="1"/>
          </p:cNvSpPr>
          <p:nvPr/>
        </p:nvSpPr>
        <p:spPr>
          <a:xfrm>
            <a:off x="305176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3" name="F2_precision_recall_distributions_4207">
            <a:extLst>
              <a:ext uri="{FF2B5EF4-FFF2-40B4-BE49-F238E27FC236}">
                <a16:creationId xmlns:a16="http://schemas.microsoft.com/office/drawing/2014/main" id="{DAA4DE47-D9C9-48F0-8561-EF29AE6ABCA2}"/>
              </a:ext>
            </a:extLst>
          </p:cNvPr>
          <p:cNvSpPr>
            <a:spLocks noGrp="1"/>
          </p:cNvSpPr>
          <p:nvPr/>
        </p:nvSpPr>
        <p:spPr>
          <a:xfrm>
            <a:off x="28339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4" name="F2_precision_recall_distributions_4208">
            <a:extLst>
              <a:ext uri="{FF2B5EF4-FFF2-40B4-BE49-F238E27FC236}">
                <a16:creationId xmlns:a16="http://schemas.microsoft.com/office/drawing/2014/main" id="{B3CC2749-8D95-4DE8-A7E5-59FC5D4753C6}"/>
              </a:ext>
            </a:extLst>
          </p:cNvPr>
          <p:cNvSpPr>
            <a:spLocks noGrp="1"/>
          </p:cNvSpPr>
          <p:nvPr/>
        </p:nvSpPr>
        <p:spPr>
          <a:xfrm>
            <a:off x="308007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5" name="F2_precision_recall_distributions_4209">
            <a:extLst>
              <a:ext uri="{FF2B5EF4-FFF2-40B4-BE49-F238E27FC236}">
                <a16:creationId xmlns:a16="http://schemas.microsoft.com/office/drawing/2014/main" id="{B9C38776-54F5-4BEE-9983-9E21EF51F1AE}"/>
              </a:ext>
            </a:extLst>
          </p:cNvPr>
          <p:cNvSpPr>
            <a:spLocks noGrp="1"/>
          </p:cNvSpPr>
          <p:nvPr/>
        </p:nvSpPr>
        <p:spPr>
          <a:xfrm>
            <a:off x="29201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6" name="F2_precision_recall_distributions_4210">
            <a:extLst>
              <a:ext uri="{FF2B5EF4-FFF2-40B4-BE49-F238E27FC236}">
                <a16:creationId xmlns:a16="http://schemas.microsoft.com/office/drawing/2014/main" id="{5236C23C-3072-44C7-A964-FA6A1BAB0E4E}"/>
              </a:ext>
            </a:extLst>
          </p:cNvPr>
          <p:cNvSpPr>
            <a:spLocks noGrp="1"/>
          </p:cNvSpPr>
          <p:nvPr/>
        </p:nvSpPr>
        <p:spPr>
          <a:xfrm>
            <a:off x="3132394" y="354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7" name="F2_precision_recall_distributions_4211">
            <a:extLst>
              <a:ext uri="{FF2B5EF4-FFF2-40B4-BE49-F238E27FC236}">
                <a16:creationId xmlns:a16="http://schemas.microsoft.com/office/drawing/2014/main" id="{68AF751D-55B1-4D6A-A6B1-0F4A0E082816}"/>
              </a:ext>
            </a:extLst>
          </p:cNvPr>
          <p:cNvSpPr>
            <a:spLocks noGrp="1"/>
          </p:cNvSpPr>
          <p:nvPr/>
        </p:nvSpPr>
        <p:spPr>
          <a:xfrm>
            <a:off x="3125628" y="28931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8" name="F2_precision_recall_distributions_4212">
            <a:extLst>
              <a:ext uri="{FF2B5EF4-FFF2-40B4-BE49-F238E27FC236}">
                <a16:creationId xmlns:a16="http://schemas.microsoft.com/office/drawing/2014/main" id="{F91421F3-7D35-46FF-A37C-ADF483403050}"/>
              </a:ext>
            </a:extLst>
          </p:cNvPr>
          <p:cNvSpPr>
            <a:spLocks noGrp="1"/>
          </p:cNvSpPr>
          <p:nvPr/>
        </p:nvSpPr>
        <p:spPr>
          <a:xfrm>
            <a:off x="293767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9" name="F2_precision_recall_distributions_4213">
            <a:extLst>
              <a:ext uri="{FF2B5EF4-FFF2-40B4-BE49-F238E27FC236}">
                <a16:creationId xmlns:a16="http://schemas.microsoft.com/office/drawing/2014/main" id="{F8753E6B-ECE6-445C-ABF0-F3B055B4B525}"/>
              </a:ext>
            </a:extLst>
          </p:cNvPr>
          <p:cNvSpPr>
            <a:spLocks noGrp="1"/>
          </p:cNvSpPr>
          <p:nvPr/>
        </p:nvSpPr>
        <p:spPr>
          <a:xfrm>
            <a:off x="313808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0" name="F2_precision_recall_distributions_4214">
            <a:extLst>
              <a:ext uri="{FF2B5EF4-FFF2-40B4-BE49-F238E27FC236}">
                <a16:creationId xmlns:a16="http://schemas.microsoft.com/office/drawing/2014/main" id="{F8250466-C5BE-432B-9EE9-7DB05A2F769A}"/>
              </a:ext>
            </a:extLst>
          </p:cNvPr>
          <p:cNvSpPr>
            <a:spLocks noGrp="1"/>
          </p:cNvSpPr>
          <p:nvPr/>
        </p:nvSpPr>
        <p:spPr>
          <a:xfrm>
            <a:off x="31221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1" name="F2_precision_recall_distributions_4215">
            <a:extLst>
              <a:ext uri="{FF2B5EF4-FFF2-40B4-BE49-F238E27FC236}">
                <a16:creationId xmlns:a16="http://schemas.microsoft.com/office/drawing/2014/main" id="{8C44F817-85A2-4141-BC52-BED4F35ACCF5}"/>
              </a:ext>
            </a:extLst>
          </p:cNvPr>
          <p:cNvSpPr>
            <a:spLocks noGrp="1"/>
          </p:cNvSpPr>
          <p:nvPr/>
        </p:nvSpPr>
        <p:spPr>
          <a:xfrm>
            <a:off x="29748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2" name="F2_precision_recall_distributions_4216">
            <a:extLst>
              <a:ext uri="{FF2B5EF4-FFF2-40B4-BE49-F238E27FC236}">
                <a16:creationId xmlns:a16="http://schemas.microsoft.com/office/drawing/2014/main" id="{DCFC50C8-D79E-4405-9987-2D0AB2ED4BB2}"/>
              </a:ext>
            </a:extLst>
          </p:cNvPr>
          <p:cNvSpPr>
            <a:spLocks noGrp="1"/>
          </p:cNvSpPr>
          <p:nvPr/>
        </p:nvSpPr>
        <p:spPr>
          <a:xfrm>
            <a:off x="283162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3" name="F2_precision_recall_distributions_4217">
            <a:extLst>
              <a:ext uri="{FF2B5EF4-FFF2-40B4-BE49-F238E27FC236}">
                <a16:creationId xmlns:a16="http://schemas.microsoft.com/office/drawing/2014/main" id="{3DA52603-8AA3-48B0-990A-04129BE9A16C}"/>
              </a:ext>
            </a:extLst>
          </p:cNvPr>
          <p:cNvSpPr>
            <a:spLocks noGrp="1"/>
          </p:cNvSpPr>
          <p:nvPr/>
        </p:nvSpPr>
        <p:spPr>
          <a:xfrm>
            <a:off x="290034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4" name="F2_precision_recall_distributions_4218">
            <a:extLst>
              <a:ext uri="{FF2B5EF4-FFF2-40B4-BE49-F238E27FC236}">
                <a16:creationId xmlns:a16="http://schemas.microsoft.com/office/drawing/2014/main" id="{10373E14-50A3-42E0-B9C0-23C6A998CEFD}"/>
              </a:ext>
            </a:extLst>
          </p:cNvPr>
          <p:cNvSpPr>
            <a:spLocks noGrp="1"/>
          </p:cNvSpPr>
          <p:nvPr/>
        </p:nvSpPr>
        <p:spPr>
          <a:xfrm>
            <a:off x="29620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5" name="F2_precision_recall_distributions_4219">
            <a:extLst>
              <a:ext uri="{FF2B5EF4-FFF2-40B4-BE49-F238E27FC236}">
                <a16:creationId xmlns:a16="http://schemas.microsoft.com/office/drawing/2014/main" id="{5AF5C291-59DF-407A-8F21-BF27E7D60810}"/>
              </a:ext>
            </a:extLst>
          </p:cNvPr>
          <p:cNvSpPr>
            <a:spLocks noGrp="1"/>
          </p:cNvSpPr>
          <p:nvPr/>
        </p:nvSpPr>
        <p:spPr>
          <a:xfrm>
            <a:off x="29372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6" name="F2_precision_recall_distributions_4220">
            <a:extLst>
              <a:ext uri="{FF2B5EF4-FFF2-40B4-BE49-F238E27FC236}">
                <a16:creationId xmlns:a16="http://schemas.microsoft.com/office/drawing/2014/main" id="{2BB6A525-0D5E-45AF-A09C-C925928DD7DD}"/>
              </a:ext>
            </a:extLst>
          </p:cNvPr>
          <p:cNvSpPr>
            <a:spLocks noGrp="1"/>
          </p:cNvSpPr>
          <p:nvPr/>
        </p:nvSpPr>
        <p:spPr>
          <a:xfrm>
            <a:off x="30242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7" name="F2_precision_recall_distributions_4221">
            <a:extLst>
              <a:ext uri="{FF2B5EF4-FFF2-40B4-BE49-F238E27FC236}">
                <a16:creationId xmlns:a16="http://schemas.microsoft.com/office/drawing/2014/main" id="{33621301-019F-419C-B2CF-4895F40A3D61}"/>
              </a:ext>
            </a:extLst>
          </p:cNvPr>
          <p:cNvSpPr>
            <a:spLocks noGrp="1"/>
          </p:cNvSpPr>
          <p:nvPr/>
        </p:nvSpPr>
        <p:spPr>
          <a:xfrm>
            <a:off x="3068012" y="2978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8" name="F2_precision_recall_distributions_4222">
            <a:extLst>
              <a:ext uri="{FF2B5EF4-FFF2-40B4-BE49-F238E27FC236}">
                <a16:creationId xmlns:a16="http://schemas.microsoft.com/office/drawing/2014/main" id="{DEBD8F47-F7C7-4AEC-B5C2-B58B1E78E549}"/>
              </a:ext>
            </a:extLst>
          </p:cNvPr>
          <p:cNvSpPr>
            <a:spLocks noGrp="1"/>
          </p:cNvSpPr>
          <p:nvPr/>
        </p:nvSpPr>
        <p:spPr>
          <a:xfrm>
            <a:off x="31551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9" name="F2_precision_recall_distributions_4223">
            <a:extLst>
              <a:ext uri="{FF2B5EF4-FFF2-40B4-BE49-F238E27FC236}">
                <a16:creationId xmlns:a16="http://schemas.microsoft.com/office/drawing/2014/main" id="{542F1F2E-DA41-4661-B17C-95AD588D26E9}"/>
              </a:ext>
            </a:extLst>
          </p:cNvPr>
          <p:cNvSpPr>
            <a:spLocks noGrp="1"/>
          </p:cNvSpPr>
          <p:nvPr/>
        </p:nvSpPr>
        <p:spPr>
          <a:xfrm>
            <a:off x="3174467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0" name="F2_precision_recall_distributions_4224">
            <a:extLst>
              <a:ext uri="{FF2B5EF4-FFF2-40B4-BE49-F238E27FC236}">
                <a16:creationId xmlns:a16="http://schemas.microsoft.com/office/drawing/2014/main" id="{DB66E9F1-5951-46D2-8E64-126F28CFEC62}"/>
              </a:ext>
            </a:extLst>
          </p:cNvPr>
          <p:cNvSpPr>
            <a:spLocks noGrp="1"/>
          </p:cNvSpPr>
          <p:nvPr/>
        </p:nvSpPr>
        <p:spPr>
          <a:xfrm>
            <a:off x="30072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1" name="F2_precision_recall_distributions_4225">
            <a:extLst>
              <a:ext uri="{FF2B5EF4-FFF2-40B4-BE49-F238E27FC236}">
                <a16:creationId xmlns:a16="http://schemas.microsoft.com/office/drawing/2014/main" id="{F7BDA5FE-E3F4-4B89-AEE2-739A6A3B560A}"/>
              </a:ext>
            </a:extLst>
          </p:cNvPr>
          <p:cNvSpPr>
            <a:spLocks noGrp="1"/>
          </p:cNvSpPr>
          <p:nvPr/>
        </p:nvSpPr>
        <p:spPr>
          <a:xfrm>
            <a:off x="307975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2" name="F2_precision_recall_distributions_4226">
            <a:extLst>
              <a:ext uri="{FF2B5EF4-FFF2-40B4-BE49-F238E27FC236}">
                <a16:creationId xmlns:a16="http://schemas.microsoft.com/office/drawing/2014/main" id="{227F3346-E274-4736-8CAE-9B0E8A9E6487}"/>
              </a:ext>
            </a:extLst>
          </p:cNvPr>
          <p:cNvSpPr>
            <a:spLocks noGrp="1"/>
          </p:cNvSpPr>
          <p:nvPr/>
        </p:nvSpPr>
        <p:spPr>
          <a:xfrm>
            <a:off x="3061275" y="297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3" name="F2_precision_recall_distributions_4227">
            <a:extLst>
              <a:ext uri="{FF2B5EF4-FFF2-40B4-BE49-F238E27FC236}">
                <a16:creationId xmlns:a16="http://schemas.microsoft.com/office/drawing/2014/main" id="{79B1E99A-0BA7-4843-B761-A4708BE1CBB6}"/>
              </a:ext>
            </a:extLst>
          </p:cNvPr>
          <p:cNvSpPr>
            <a:spLocks noGrp="1"/>
          </p:cNvSpPr>
          <p:nvPr/>
        </p:nvSpPr>
        <p:spPr>
          <a:xfrm>
            <a:off x="289795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4" name="F2_precision_recall_distributions_4228">
            <a:extLst>
              <a:ext uri="{FF2B5EF4-FFF2-40B4-BE49-F238E27FC236}">
                <a16:creationId xmlns:a16="http://schemas.microsoft.com/office/drawing/2014/main" id="{DC5B8D2C-B418-4170-AD7B-E13B1C926820}"/>
              </a:ext>
            </a:extLst>
          </p:cNvPr>
          <p:cNvSpPr>
            <a:spLocks noGrp="1"/>
          </p:cNvSpPr>
          <p:nvPr/>
        </p:nvSpPr>
        <p:spPr>
          <a:xfrm>
            <a:off x="309473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5" name="F2_precision_recall_distributions_4229">
            <a:extLst>
              <a:ext uri="{FF2B5EF4-FFF2-40B4-BE49-F238E27FC236}">
                <a16:creationId xmlns:a16="http://schemas.microsoft.com/office/drawing/2014/main" id="{BEF5B94F-4134-4302-9F15-BED47708F197}"/>
              </a:ext>
            </a:extLst>
          </p:cNvPr>
          <p:cNvSpPr>
            <a:spLocks noGrp="1"/>
          </p:cNvSpPr>
          <p:nvPr/>
        </p:nvSpPr>
        <p:spPr>
          <a:xfrm>
            <a:off x="2961499" y="316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6" name="F2_precision_recall_distributions_4230">
            <a:extLst>
              <a:ext uri="{FF2B5EF4-FFF2-40B4-BE49-F238E27FC236}">
                <a16:creationId xmlns:a16="http://schemas.microsoft.com/office/drawing/2014/main" id="{53915F0B-5ECE-471E-B633-0AAD4B56B95F}"/>
              </a:ext>
            </a:extLst>
          </p:cNvPr>
          <p:cNvSpPr>
            <a:spLocks noGrp="1"/>
          </p:cNvSpPr>
          <p:nvPr/>
        </p:nvSpPr>
        <p:spPr>
          <a:xfrm>
            <a:off x="3006495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7" name="F2_precision_recall_distributions_4231">
            <a:extLst>
              <a:ext uri="{FF2B5EF4-FFF2-40B4-BE49-F238E27FC236}">
                <a16:creationId xmlns:a16="http://schemas.microsoft.com/office/drawing/2014/main" id="{183A65ED-8A2A-41A0-9C26-ADC83C644DFC}"/>
              </a:ext>
            </a:extLst>
          </p:cNvPr>
          <p:cNvSpPr>
            <a:spLocks noGrp="1"/>
          </p:cNvSpPr>
          <p:nvPr/>
        </p:nvSpPr>
        <p:spPr>
          <a:xfrm>
            <a:off x="290688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8" name="F2_precision_recall_distributions_4232">
            <a:extLst>
              <a:ext uri="{FF2B5EF4-FFF2-40B4-BE49-F238E27FC236}">
                <a16:creationId xmlns:a16="http://schemas.microsoft.com/office/drawing/2014/main" id="{5E5D555E-23D3-4EFE-A81A-0A2FCD89E4ED}"/>
              </a:ext>
            </a:extLst>
          </p:cNvPr>
          <p:cNvSpPr>
            <a:spLocks noGrp="1"/>
          </p:cNvSpPr>
          <p:nvPr/>
        </p:nvSpPr>
        <p:spPr>
          <a:xfrm>
            <a:off x="289810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9" name="F2_precision_recall_distributions_4233">
            <a:extLst>
              <a:ext uri="{FF2B5EF4-FFF2-40B4-BE49-F238E27FC236}">
                <a16:creationId xmlns:a16="http://schemas.microsoft.com/office/drawing/2014/main" id="{E6184E03-6BC1-4FD2-9125-16297303EB1E}"/>
              </a:ext>
            </a:extLst>
          </p:cNvPr>
          <p:cNvSpPr>
            <a:spLocks noGrp="1"/>
          </p:cNvSpPr>
          <p:nvPr/>
        </p:nvSpPr>
        <p:spPr>
          <a:xfrm>
            <a:off x="289695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0" name="F2_precision_recall_distributions_4234">
            <a:extLst>
              <a:ext uri="{FF2B5EF4-FFF2-40B4-BE49-F238E27FC236}">
                <a16:creationId xmlns:a16="http://schemas.microsoft.com/office/drawing/2014/main" id="{8943E4F9-9A4E-427D-90FE-F15F15B62E86}"/>
              </a:ext>
            </a:extLst>
          </p:cNvPr>
          <p:cNvSpPr>
            <a:spLocks noGrp="1"/>
          </p:cNvSpPr>
          <p:nvPr/>
        </p:nvSpPr>
        <p:spPr>
          <a:xfrm>
            <a:off x="3029454" y="29560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1" name="F2_precision_recall_distributions_4235">
            <a:extLst>
              <a:ext uri="{FF2B5EF4-FFF2-40B4-BE49-F238E27FC236}">
                <a16:creationId xmlns:a16="http://schemas.microsoft.com/office/drawing/2014/main" id="{E8FCD457-66EC-40DD-A3DC-6E0AD877B410}"/>
              </a:ext>
            </a:extLst>
          </p:cNvPr>
          <p:cNvSpPr>
            <a:spLocks noGrp="1"/>
          </p:cNvSpPr>
          <p:nvPr/>
        </p:nvSpPr>
        <p:spPr>
          <a:xfrm>
            <a:off x="31625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2" name="F2_precision_recall_distributions_4236">
            <a:extLst>
              <a:ext uri="{FF2B5EF4-FFF2-40B4-BE49-F238E27FC236}">
                <a16:creationId xmlns:a16="http://schemas.microsoft.com/office/drawing/2014/main" id="{907CEF52-3116-4BAA-A5DB-10650A462EE8}"/>
              </a:ext>
            </a:extLst>
          </p:cNvPr>
          <p:cNvSpPr>
            <a:spLocks noGrp="1"/>
          </p:cNvSpPr>
          <p:nvPr/>
        </p:nvSpPr>
        <p:spPr>
          <a:xfrm>
            <a:off x="304768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3" name="F2_precision_recall_distributions_4237">
            <a:extLst>
              <a:ext uri="{FF2B5EF4-FFF2-40B4-BE49-F238E27FC236}">
                <a16:creationId xmlns:a16="http://schemas.microsoft.com/office/drawing/2014/main" id="{258AD400-CDBD-43D3-908F-B7A2E8119C3D}"/>
              </a:ext>
            </a:extLst>
          </p:cNvPr>
          <p:cNvSpPr>
            <a:spLocks noGrp="1"/>
          </p:cNvSpPr>
          <p:nvPr/>
        </p:nvSpPr>
        <p:spPr>
          <a:xfrm>
            <a:off x="31025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4" name="F2_precision_recall_distributions_4238">
            <a:extLst>
              <a:ext uri="{FF2B5EF4-FFF2-40B4-BE49-F238E27FC236}">
                <a16:creationId xmlns:a16="http://schemas.microsoft.com/office/drawing/2014/main" id="{C4771877-216D-4310-8D37-39F1AE98B806}"/>
              </a:ext>
            </a:extLst>
          </p:cNvPr>
          <p:cNvSpPr>
            <a:spLocks noGrp="1"/>
          </p:cNvSpPr>
          <p:nvPr/>
        </p:nvSpPr>
        <p:spPr>
          <a:xfrm>
            <a:off x="282342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5" name="F2_precision_recall_distributions_4239">
            <a:extLst>
              <a:ext uri="{FF2B5EF4-FFF2-40B4-BE49-F238E27FC236}">
                <a16:creationId xmlns:a16="http://schemas.microsoft.com/office/drawing/2014/main" id="{7F8F8317-3533-42F5-B976-3DD74339ABF5}"/>
              </a:ext>
            </a:extLst>
          </p:cNvPr>
          <p:cNvSpPr>
            <a:spLocks noGrp="1"/>
          </p:cNvSpPr>
          <p:nvPr/>
        </p:nvSpPr>
        <p:spPr>
          <a:xfrm>
            <a:off x="288774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6" name="F2_precision_recall_distributions_4240">
            <a:extLst>
              <a:ext uri="{FF2B5EF4-FFF2-40B4-BE49-F238E27FC236}">
                <a16:creationId xmlns:a16="http://schemas.microsoft.com/office/drawing/2014/main" id="{FB618FD6-5448-4363-A3D7-B06142142969}"/>
              </a:ext>
            </a:extLst>
          </p:cNvPr>
          <p:cNvSpPr>
            <a:spLocks noGrp="1"/>
          </p:cNvSpPr>
          <p:nvPr/>
        </p:nvSpPr>
        <p:spPr>
          <a:xfrm>
            <a:off x="312551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7" name="F2_precision_recall_distributions_4241">
            <a:extLst>
              <a:ext uri="{FF2B5EF4-FFF2-40B4-BE49-F238E27FC236}">
                <a16:creationId xmlns:a16="http://schemas.microsoft.com/office/drawing/2014/main" id="{CB1D7668-B8FA-4166-86A4-49E1044BB7C0}"/>
              </a:ext>
            </a:extLst>
          </p:cNvPr>
          <p:cNvSpPr>
            <a:spLocks noGrp="1"/>
          </p:cNvSpPr>
          <p:nvPr/>
        </p:nvSpPr>
        <p:spPr>
          <a:xfrm>
            <a:off x="28515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8" name="F2_precision_recall_distributions_4242">
            <a:extLst>
              <a:ext uri="{FF2B5EF4-FFF2-40B4-BE49-F238E27FC236}">
                <a16:creationId xmlns:a16="http://schemas.microsoft.com/office/drawing/2014/main" id="{195F8220-2060-4410-AFB2-381083C9C7D0}"/>
              </a:ext>
            </a:extLst>
          </p:cNvPr>
          <p:cNvSpPr>
            <a:spLocks noGrp="1"/>
          </p:cNvSpPr>
          <p:nvPr/>
        </p:nvSpPr>
        <p:spPr>
          <a:xfrm>
            <a:off x="3163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9" name="F2_precision_recall_distributions_4243">
            <a:extLst>
              <a:ext uri="{FF2B5EF4-FFF2-40B4-BE49-F238E27FC236}">
                <a16:creationId xmlns:a16="http://schemas.microsoft.com/office/drawing/2014/main" id="{8D54359A-FC84-4ABF-AC53-D5AE3DBE9472}"/>
              </a:ext>
            </a:extLst>
          </p:cNvPr>
          <p:cNvSpPr>
            <a:spLocks noGrp="1"/>
          </p:cNvSpPr>
          <p:nvPr/>
        </p:nvSpPr>
        <p:spPr>
          <a:xfrm>
            <a:off x="3014275" y="305951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0" name="F2_precision_recall_distributions_4244">
            <a:extLst>
              <a:ext uri="{FF2B5EF4-FFF2-40B4-BE49-F238E27FC236}">
                <a16:creationId xmlns:a16="http://schemas.microsoft.com/office/drawing/2014/main" id="{E77EE8C1-A7EF-4B0A-95DB-A64C7F0807C7}"/>
              </a:ext>
            </a:extLst>
          </p:cNvPr>
          <p:cNvSpPr>
            <a:spLocks noGrp="1"/>
          </p:cNvSpPr>
          <p:nvPr/>
        </p:nvSpPr>
        <p:spPr>
          <a:xfrm>
            <a:off x="304689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1" name="F2_precision_recall_distributions_4245">
            <a:extLst>
              <a:ext uri="{FF2B5EF4-FFF2-40B4-BE49-F238E27FC236}">
                <a16:creationId xmlns:a16="http://schemas.microsoft.com/office/drawing/2014/main" id="{D91B5FB3-1DB6-4BAF-B45B-7355898D2811}"/>
              </a:ext>
            </a:extLst>
          </p:cNvPr>
          <p:cNvSpPr>
            <a:spLocks noGrp="1"/>
          </p:cNvSpPr>
          <p:nvPr/>
        </p:nvSpPr>
        <p:spPr>
          <a:xfrm>
            <a:off x="3070687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2" name="F2_precision_recall_distributions_4246">
            <a:extLst>
              <a:ext uri="{FF2B5EF4-FFF2-40B4-BE49-F238E27FC236}">
                <a16:creationId xmlns:a16="http://schemas.microsoft.com/office/drawing/2014/main" id="{9AE14F8E-7CB0-4B1E-98CB-C85E153F2B5D}"/>
              </a:ext>
            </a:extLst>
          </p:cNvPr>
          <p:cNvSpPr>
            <a:spLocks noGrp="1"/>
          </p:cNvSpPr>
          <p:nvPr/>
        </p:nvSpPr>
        <p:spPr>
          <a:xfrm>
            <a:off x="29028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3" name="F2_precision_recall_distributions_4247">
            <a:extLst>
              <a:ext uri="{FF2B5EF4-FFF2-40B4-BE49-F238E27FC236}">
                <a16:creationId xmlns:a16="http://schemas.microsoft.com/office/drawing/2014/main" id="{1BDEC32C-FD8F-4F9C-B769-22D69D7A1E48}"/>
              </a:ext>
            </a:extLst>
          </p:cNvPr>
          <p:cNvSpPr>
            <a:spLocks noGrp="1"/>
          </p:cNvSpPr>
          <p:nvPr/>
        </p:nvSpPr>
        <p:spPr>
          <a:xfrm>
            <a:off x="284183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4" name="F2_precision_recall_distributions_4248">
            <a:extLst>
              <a:ext uri="{FF2B5EF4-FFF2-40B4-BE49-F238E27FC236}">
                <a16:creationId xmlns:a16="http://schemas.microsoft.com/office/drawing/2014/main" id="{6D2A6638-B830-4FA1-977B-D310DBEE7C84}"/>
              </a:ext>
            </a:extLst>
          </p:cNvPr>
          <p:cNvSpPr>
            <a:spLocks noGrp="1"/>
          </p:cNvSpPr>
          <p:nvPr/>
        </p:nvSpPr>
        <p:spPr>
          <a:xfrm>
            <a:off x="282959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5" name="F2_precision_recall_distributions_4249">
            <a:extLst>
              <a:ext uri="{FF2B5EF4-FFF2-40B4-BE49-F238E27FC236}">
                <a16:creationId xmlns:a16="http://schemas.microsoft.com/office/drawing/2014/main" id="{C6550C5C-6493-4E61-9A4F-A2CD37F8A78E}"/>
              </a:ext>
            </a:extLst>
          </p:cNvPr>
          <p:cNvSpPr>
            <a:spLocks noGrp="1"/>
          </p:cNvSpPr>
          <p:nvPr/>
        </p:nvSpPr>
        <p:spPr>
          <a:xfrm>
            <a:off x="28373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6" name="F2_precision_recall_distributions_4250">
            <a:extLst>
              <a:ext uri="{FF2B5EF4-FFF2-40B4-BE49-F238E27FC236}">
                <a16:creationId xmlns:a16="http://schemas.microsoft.com/office/drawing/2014/main" id="{B440A444-2E44-4F41-B067-0F84B457FA61}"/>
              </a:ext>
            </a:extLst>
          </p:cNvPr>
          <p:cNvSpPr>
            <a:spLocks noGrp="1"/>
          </p:cNvSpPr>
          <p:nvPr/>
        </p:nvSpPr>
        <p:spPr>
          <a:xfrm>
            <a:off x="312156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7" name="F2_precision_recall_distributions_4251">
            <a:extLst>
              <a:ext uri="{FF2B5EF4-FFF2-40B4-BE49-F238E27FC236}">
                <a16:creationId xmlns:a16="http://schemas.microsoft.com/office/drawing/2014/main" id="{82455531-5570-4AB8-A6B3-FA4AE2DD99A1}"/>
              </a:ext>
            </a:extLst>
          </p:cNvPr>
          <p:cNvSpPr>
            <a:spLocks noGrp="1"/>
          </p:cNvSpPr>
          <p:nvPr/>
        </p:nvSpPr>
        <p:spPr>
          <a:xfrm>
            <a:off x="296448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8" name="F2_precision_recall_distributions_4252">
            <a:extLst>
              <a:ext uri="{FF2B5EF4-FFF2-40B4-BE49-F238E27FC236}">
                <a16:creationId xmlns:a16="http://schemas.microsoft.com/office/drawing/2014/main" id="{871D84EB-2099-40EA-9E69-4F9AFE2B1D44}"/>
              </a:ext>
            </a:extLst>
          </p:cNvPr>
          <p:cNvSpPr>
            <a:spLocks noGrp="1"/>
          </p:cNvSpPr>
          <p:nvPr/>
        </p:nvSpPr>
        <p:spPr>
          <a:xfrm>
            <a:off x="3006588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9" name="F2_precision_recall_distributions_4253">
            <a:extLst>
              <a:ext uri="{FF2B5EF4-FFF2-40B4-BE49-F238E27FC236}">
                <a16:creationId xmlns:a16="http://schemas.microsoft.com/office/drawing/2014/main" id="{83F5B7E1-C1DA-4F47-840C-2AB03762DF6C}"/>
              </a:ext>
            </a:extLst>
          </p:cNvPr>
          <p:cNvSpPr>
            <a:spLocks noGrp="1"/>
          </p:cNvSpPr>
          <p:nvPr/>
        </p:nvSpPr>
        <p:spPr>
          <a:xfrm>
            <a:off x="31824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0" name="F2_precision_recall_distributions_4254">
            <a:extLst>
              <a:ext uri="{FF2B5EF4-FFF2-40B4-BE49-F238E27FC236}">
                <a16:creationId xmlns:a16="http://schemas.microsoft.com/office/drawing/2014/main" id="{F7CEE6FF-E36C-4C32-8CA0-B9AF9C3DF5C2}"/>
              </a:ext>
            </a:extLst>
          </p:cNvPr>
          <p:cNvSpPr>
            <a:spLocks noGrp="1"/>
          </p:cNvSpPr>
          <p:nvPr/>
        </p:nvSpPr>
        <p:spPr>
          <a:xfrm>
            <a:off x="30154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1" name="F2_precision_recall_distributions_4255">
            <a:extLst>
              <a:ext uri="{FF2B5EF4-FFF2-40B4-BE49-F238E27FC236}">
                <a16:creationId xmlns:a16="http://schemas.microsoft.com/office/drawing/2014/main" id="{46FE0263-6532-4632-9433-952E38EC07DF}"/>
              </a:ext>
            </a:extLst>
          </p:cNvPr>
          <p:cNvSpPr>
            <a:spLocks noGrp="1"/>
          </p:cNvSpPr>
          <p:nvPr/>
        </p:nvSpPr>
        <p:spPr>
          <a:xfrm>
            <a:off x="298257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2" name="F2_precision_recall_distributions_4256">
            <a:extLst>
              <a:ext uri="{FF2B5EF4-FFF2-40B4-BE49-F238E27FC236}">
                <a16:creationId xmlns:a16="http://schemas.microsoft.com/office/drawing/2014/main" id="{61FE3F70-61F6-4E19-9C36-4C4C4F09AB5F}"/>
              </a:ext>
            </a:extLst>
          </p:cNvPr>
          <p:cNvSpPr>
            <a:spLocks noGrp="1"/>
          </p:cNvSpPr>
          <p:nvPr/>
        </p:nvSpPr>
        <p:spPr>
          <a:xfrm>
            <a:off x="2904433" y="3093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3" name="F2_precision_recall_distributions_4257">
            <a:extLst>
              <a:ext uri="{FF2B5EF4-FFF2-40B4-BE49-F238E27FC236}">
                <a16:creationId xmlns:a16="http://schemas.microsoft.com/office/drawing/2014/main" id="{BDF75DB8-B750-4EA3-AF1B-A3A1A2F205B3}"/>
              </a:ext>
            </a:extLst>
          </p:cNvPr>
          <p:cNvSpPr>
            <a:spLocks noGrp="1"/>
          </p:cNvSpPr>
          <p:nvPr/>
        </p:nvSpPr>
        <p:spPr>
          <a:xfrm>
            <a:off x="283720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4" name="F2_precision_recall_distributions_4258">
            <a:extLst>
              <a:ext uri="{FF2B5EF4-FFF2-40B4-BE49-F238E27FC236}">
                <a16:creationId xmlns:a16="http://schemas.microsoft.com/office/drawing/2014/main" id="{E047A680-BAA8-4151-BF83-47DA1D112528}"/>
              </a:ext>
            </a:extLst>
          </p:cNvPr>
          <p:cNvSpPr>
            <a:spLocks noGrp="1"/>
          </p:cNvSpPr>
          <p:nvPr/>
        </p:nvSpPr>
        <p:spPr>
          <a:xfrm>
            <a:off x="283572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5" name="F2_precision_recall_distributions_4259">
            <a:extLst>
              <a:ext uri="{FF2B5EF4-FFF2-40B4-BE49-F238E27FC236}">
                <a16:creationId xmlns:a16="http://schemas.microsoft.com/office/drawing/2014/main" id="{B6F50A96-7C88-4E24-8B17-8CBFF3F1C9F9}"/>
              </a:ext>
            </a:extLst>
          </p:cNvPr>
          <p:cNvSpPr>
            <a:spLocks noGrp="1"/>
          </p:cNvSpPr>
          <p:nvPr/>
        </p:nvSpPr>
        <p:spPr>
          <a:xfrm>
            <a:off x="29377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6" name="F2_precision_recall_distributions_4260">
            <a:extLst>
              <a:ext uri="{FF2B5EF4-FFF2-40B4-BE49-F238E27FC236}">
                <a16:creationId xmlns:a16="http://schemas.microsoft.com/office/drawing/2014/main" id="{35E5CCAE-EEBF-4145-AF02-D015331F287D}"/>
              </a:ext>
            </a:extLst>
          </p:cNvPr>
          <p:cNvSpPr>
            <a:spLocks noGrp="1"/>
          </p:cNvSpPr>
          <p:nvPr/>
        </p:nvSpPr>
        <p:spPr>
          <a:xfrm>
            <a:off x="293087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7" name="F2_precision_recall_distributions_4261">
            <a:extLst>
              <a:ext uri="{FF2B5EF4-FFF2-40B4-BE49-F238E27FC236}">
                <a16:creationId xmlns:a16="http://schemas.microsoft.com/office/drawing/2014/main" id="{F7B96EFD-5002-4196-B3FB-EB2B9F6CED4D}"/>
              </a:ext>
            </a:extLst>
          </p:cNvPr>
          <p:cNvSpPr>
            <a:spLocks noGrp="1"/>
          </p:cNvSpPr>
          <p:nvPr/>
        </p:nvSpPr>
        <p:spPr>
          <a:xfrm>
            <a:off x="28503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8" name="F2_precision_recall_distributions_4262">
            <a:extLst>
              <a:ext uri="{FF2B5EF4-FFF2-40B4-BE49-F238E27FC236}">
                <a16:creationId xmlns:a16="http://schemas.microsoft.com/office/drawing/2014/main" id="{68C5D712-CA37-4B84-A00E-6C7A2FA17466}"/>
              </a:ext>
            </a:extLst>
          </p:cNvPr>
          <p:cNvSpPr>
            <a:spLocks noGrp="1"/>
          </p:cNvSpPr>
          <p:nvPr/>
        </p:nvSpPr>
        <p:spPr>
          <a:xfrm>
            <a:off x="3079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9" name="F2_precision_recall_distributions_4263">
            <a:extLst>
              <a:ext uri="{FF2B5EF4-FFF2-40B4-BE49-F238E27FC236}">
                <a16:creationId xmlns:a16="http://schemas.microsoft.com/office/drawing/2014/main" id="{DD06679C-F5A4-4C08-B3E2-92D15F6DDBCE}"/>
              </a:ext>
            </a:extLst>
          </p:cNvPr>
          <p:cNvSpPr>
            <a:spLocks noGrp="1"/>
          </p:cNvSpPr>
          <p:nvPr/>
        </p:nvSpPr>
        <p:spPr>
          <a:xfrm>
            <a:off x="289091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0" name="F2_precision_recall_distributions_4264">
            <a:extLst>
              <a:ext uri="{FF2B5EF4-FFF2-40B4-BE49-F238E27FC236}">
                <a16:creationId xmlns:a16="http://schemas.microsoft.com/office/drawing/2014/main" id="{6D91E929-0E76-4BAD-A3DA-9D2885EAB868}"/>
              </a:ext>
            </a:extLst>
          </p:cNvPr>
          <p:cNvSpPr>
            <a:spLocks noGrp="1"/>
          </p:cNvSpPr>
          <p:nvPr/>
        </p:nvSpPr>
        <p:spPr>
          <a:xfrm>
            <a:off x="2847944" y="311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1" name="F2_precision_recall_distributions_4265">
            <a:extLst>
              <a:ext uri="{FF2B5EF4-FFF2-40B4-BE49-F238E27FC236}">
                <a16:creationId xmlns:a16="http://schemas.microsoft.com/office/drawing/2014/main" id="{CA32EAC2-7F63-4C8B-B24E-4649DA7A538A}"/>
              </a:ext>
            </a:extLst>
          </p:cNvPr>
          <p:cNvSpPr>
            <a:spLocks noGrp="1"/>
          </p:cNvSpPr>
          <p:nvPr/>
        </p:nvSpPr>
        <p:spPr>
          <a:xfrm>
            <a:off x="29001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2" name="F2_precision_recall_distributions_4266">
            <a:extLst>
              <a:ext uri="{FF2B5EF4-FFF2-40B4-BE49-F238E27FC236}">
                <a16:creationId xmlns:a16="http://schemas.microsoft.com/office/drawing/2014/main" id="{620F52C5-057E-48E0-9851-FC31E6C8E42B}"/>
              </a:ext>
            </a:extLst>
          </p:cNvPr>
          <p:cNvSpPr>
            <a:spLocks noGrp="1"/>
          </p:cNvSpPr>
          <p:nvPr/>
        </p:nvSpPr>
        <p:spPr>
          <a:xfrm>
            <a:off x="291002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3" name="F2_precision_recall_distributions_4267">
            <a:extLst>
              <a:ext uri="{FF2B5EF4-FFF2-40B4-BE49-F238E27FC236}">
                <a16:creationId xmlns:a16="http://schemas.microsoft.com/office/drawing/2014/main" id="{843B9ED6-7850-4EDE-AB13-62F1EC0C587A}"/>
              </a:ext>
            </a:extLst>
          </p:cNvPr>
          <p:cNvSpPr>
            <a:spLocks noGrp="1"/>
          </p:cNvSpPr>
          <p:nvPr/>
        </p:nvSpPr>
        <p:spPr>
          <a:xfrm>
            <a:off x="29008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4" name="F2_precision_recall_distributions_4268">
            <a:extLst>
              <a:ext uri="{FF2B5EF4-FFF2-40B4-BE49-F238E27FC236}">
                <a16:creationId xmlns:a16="http://schemas.microsoft.com/office/drawing/2014/main" id="{5141057D-3271-481B-8323-737A37E67F5E}"/>
              </a:ext>
            </a:extLst>
          </p:cNvPr>
          <p:cNvSpPr>
            <a:spLocks noGrp="1"/>
          </p:cNvSpPr>
          <p:nvPr/>
        </p:nvSpPr>
        <p:spPr>
          <a:xfrm>
            <a:off x="3117862" y="323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5" name="F2_precision_recall_distributions_4269">
            <a:extLst>
              <a:ext uri="{FF2B5EF4-FFF2-40B4-BE49-F238E27FC236}">
                <a16:creationId xmlns:a16="http://schemas.microsoft.com/office/drawing/2014/main" id="{A1754531-D60B-4D1A-BFC7-59FF38582DD6}"/>
              </a:ext>
            </a:extLst>
          </p:cNvPr>
          <p:cNvSpPr>
            <a:spLocks noGrp="1"/>
          </p:cNvSpPr>
          <p:nvPr/>
        </p:nvSpPr>
        <p:spPr>
          <a:xfrm>
            <a:off x="29840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6" name="F2_precision_recall_distributions_4270">
            <a:extLst>
              <a:ext uri="{FF2B5EF4-FFF2-40B4-BE49-F238E27FC236}">
                <a16:creationId xmlns:a16="http://schemas.microsoft.com/office/drawing/2014/main" id="{96A2CE4D-E7EC-494A-B9D8-EE18BD332743}"/>
              </a:ext>
            </a:extLst>
          </p:cNvPr>
          <p:cNvSpPr>
            <a:spLocks noGrp="1"/>
          </p:cNvSpPr>
          <p:nvPr/>
        </p:nvSpPr>
        <p:spPr>
          <a:xfrm>
            <a:off x="31816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7" name="F2_precision_recall_distributions_4271">
            <a:extLst>
              <a:ext uri="{FF2B5EF4-FFF2-40B4-BE49-F238E27FC236}">
                <a16:creationId xmlns:a16="http://schemas.microsoft.com/office/drawing/2014/main" id="{3F895A20-A946-4366-A869-DB6FC3E86AB1}"/>
              </a:ext>
            </a:extLst>
          </p:cNvPr>
          <p:cNvSpPr>
            <a:spLocks noGrp="1"/>
          </p:cNvSpPr>
          <p:nvPr/>
        </p:nvSpPr>
        <p:spPr>
          <a:xfrm>
            <a:off x="3067655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8" name="F2_precision_recall_distributions_4272">
            <a:extLst>
              <a:ext uri="{FF2B5EF4-FFF2-40B4-BE49-F238E27FC236}">
                <a16:creationId xmlns:a16="http://schemas.microsoft.com/office/drawing/2014/main" id="{CAA0F1D9-6B7F-4CDC-BCAB-82A4CD878FBE}"/>
              </a:ext>
            </a:extLst>
          </p:cNvPr>
          <p:cNvSpPr>
            <a:spLocks noGrp="1"/>
          </p:cNvSpPr>
          <p:nvPr/>
        </p:nvSpPr>
        <p:spPr>
          <a:xfrm>
            <a:off x="3084114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9" name="F2_precision_recall_distributions_4273">
            <a:extLst>
              <a:ext uri="{FF2B5EF4-FFF2-40B4-BE49-F238E27FC236}">
                <a16:creationId xmlns:a16="http://schemas.microsoft.com/office/drawing/2014/main" id="{793E0674-987C-4165-A784-2F810F48C64D}"/>
              </a:ext>
            </a:extLst>
          </p:cNvPr>
          <p:cNvSpPr>
            <a:spLocks noGrp="1"/>
          </p:cNvSpPr>
          <p:nvPr/>
        </p:nvSpPr>
        <p:spPr>
          <a:xfrm>
            <a:off x="30733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0" name="F2_precision_recall_distributions_4274">
            <a:extLst>
              <a:ext uri="{FF2B5EF4-FFF2-40B4-BE49-F238E27FC236}">
                <a16:creationId xmlns:a16="http://schemas.microsoft.com/office/drawing/2014/main" id="{347B3169-A62C-45C2-AAED-D350298148EE}"/>
              </a:ext>
            </a:extLst>
          </p:cNvPr>
          <p:cNvSpPr>
            <a:spLocks noGrp="1"/>
          </p:cNvSpPr>
          <p:nvPr/>
        </p:nvSpPr>
        <p:spPr>
          <a:xfrm>
            <a:off x="314581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1" name="F2_precision_recall_distributions_4275">
            <a:extLst>
              <a:ext uri="{FF2B5EF4-FFF2-40B4-BE49-F238E27FC236}">
                <a16:creationId xmlns:a16="http://schemas.microsoft.com/office/drawing/2014/main" id="{87F275D1-50E5-463F-94E4-617C98A0948C}"/>
              </a:ext>
            </a:extLst>
          </p:cNvPr>
          <p:cNvSpPr>
            <a:spLocks noGrp="1"/>
          </p:cNvSpPr>
          <p:nvPr/>
        </p:nvSpPr>
        <p:spPr>
          <a:xfrm>
            <a:off x="3116648" y="33143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2" name="F2_precision_recall_distributions_4276">
            <a:extLst>
              <a:ext uri="{FF2B5EF4-FFF2-40B4-BE49-F238E27FC236}">
                <a16:creationId xmlns:a16="http://schemas.microsoft.com/office/drawing/2014/main" id="{E3022E3F-7210-4E30-A8B2-8FD312A5F8AA}"/>
              </a:ext>
            </a:extLst>
          </p:cNvPr>
          <p:cNvSpPr>
            <a:spLocks noGrp="1"/>
          </p:cNvSpPr>
          <p:nvPr/>
        </p:nvSpPr>
        <p:spPr>
          <a:xfrm>
            <a:off x="309100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3" name="F2_precision_recall_distributions_4277">
            <a:extLst>
              <a:ext uri="{FF2B5EF4-FFF2-40B4-BE49-F238E27FC236}">
                <a16:creationId xmlns:a16="http://schemas.microsoft.com/office/drawing/2014/main" id="{116D5EA8-9012-413E-ADE1-A1F2C1DED7C2}"/>
              </a:ext>
            </a:extLst>
          </p:cNvPr>
          <p:cNvSpPr>
            <a:spLocks noGrp="1"/>
          </p:cNvSpPr>
          <p:nvPr/>
        </p:nvSpPr>
        <p:spPr>
          <a:xfrm>
            <a:off x="316616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4" name="F2_precision_recall_distributions_4278">
            <a:extLst>
              <a:ext uri="{FF2B5EF4-FFF2-40B4-BE49-F238E27FC236}">
                <a16:creationId xmlns:a16="http://schemas.microsoft.com/office/drawing/2014/main" id="{797C8FF4-EFEB-429D-9569-A85F7E6ED7A5}"/>
              </a:ext>
            </a:extLst>
          </p:cNvPr>
          <p:cNvSpPr>
            <a:spLocks noGrp="1"/>
          </p:cNvSpPr>
          <p:nvPr/>
        </p:nvSpPr>
        <p:spPr>
          <a:xfrm>
            <a:off x="308469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5" name="F2_precision_recall_distributions_4279">
            <a:extLst>
              <a:ext uri="{FF2B5EF4-FFF2-40B4-BE49-F238E27FC236}">
                <a16:creationId xmlns:a16="http://schemas.microsoft.com/office/drawing/2014/main" id="{714D1AA6-A752-49BF-86AF-50C1C6EC3D28}"/>
              </a:ext>
            </a:extLst>
          </p:cNvPr>
          <p:cNvSpPr>
            <a:spLocks noGrp="1"/>
          </p:cNvSpPr>
          <p:nvPr/>
        </p:nvSpPr>
        <p:spPr>
          <a:xfrm>
            <a:off x="311075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6" name="F2_precision_recall_distributions_4280">
            <a:extLst>
              <a:ext uri="{FF2B5EF4-FFF2-40B4-BE49-F238E27FC236}">
                <a16:creationId xmlns:a16="http://schemas.microsoft.com/office/drawing/2014/main" id="{7866D47B-B072-4EC4-A6C3-B61809A0AE5E}"/>
              </a:ext>
            </a:extLst>
          </p:cNvPr>
          <p:cNvSpPr>
            <a:spLocks noGrp="1"/>
          </p:cNvSpPr>
          <p:nvPr/>
        </p:nvSpPr>
        <p:spPr>
          <a:xfrm>
            <a:off x="29404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7" name="F2_precision_recall_distributions_4281">
            <a:extLst>
              <a:ext uri="{FF2B5EF4-FFF2-40B4-BE49-F238E27FC236}">
                <a16:creationId xmlns:a16="http://schemas.microsoft.com/office/drawing/2014/main" id="{53146773-F907-4980-AD5E-0DFCFC870223}"/>
              </a:ext>
            </a:extLst>
          </p:cNvPr>
          <p:cNvSpPr>
            <a:spLocks noGrp="1"/>
          </p:cNvSpPr>
          <p:nvPr/>
        </p:nvSpPr>
        <p:spPr>
          <a:xfrm>
            <a:off x="28875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8" name="F2_precision_recall_distributions_4282">
            <a:extLst>
              <a:ext uri="{FF2B5EF4-FFF2-40B4-BE49-F238E27FC236}">
                <a16:creationId xmlns:a16="http://schemas.microsoft.com/office/drawing/2014/main" id="{4B6045A9-31CB-4CFD-9081-26B81D04EC2E}"/>
              </a:ext>
            </a:extLst>
          </p:cNvPr>
          <p:cNvSpPr>
            <a:spLocks noGrp="1"/>
          </p:cNvSpPr>
          <p:nvPr/>
        </p:nvSpPr>
        <p:spPr>
          <a:xfrm>
            <a:off x="30959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9" name="F2_precision_recall_distributions_4283">
            <a:extLst>
              <a:ext uri="{FF2B5EF4-FFF2-40B4-BE49-F238E27FC236}">
                <a16:creationId xmlns:a16="http://schemas.microsoft.com/office/drawing/2014/main" id="{A15B2D4C-F8FE-4F40-9898-98E393E89166}"/>
              </a:ext>
            </a:extLst>
          </p:cNvPr>
          <p:cNvSpPr>
            <a:spLocks noGrp="1"/>
          </p:cNvSpPr>
          <p:nvPr/>
        </p:nvSpPr>
        <p:spPr>
          <a:xfrm>
            <a:off x="311018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0" name="F2_precision_recall_distributions_4284">
            <a:extLst>
              <a:ext uri="{FF2B5EF4-FFF2-40B4-BE49-F238E27FC236}">
                <a16:creationId xmlns:a16="http://schemas.microsoft.com/office/drawing/2014/main" id="{0DC96B57-3E75-4E3A-8433-9ED5083900BE}"/>
              </a:ext>
            </a:extLst>
          </p:cNvPr>
          <p:cNvSpPr>
            <a:spLocks noGrp="1"/>
          </p:cNvSpPr>
          <p:nvPr/>
        </p:nvSpPr>
        <p:spPr>
          <a:xfrm>
            <a:off x="30095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1" name="F2_precision_recall_distributions_4285">
            <a:extLst>
              <a:ext uri="{FF2B5EF4-FFF2-40B4-BE49-F238E27FC236}">
                <a16:creationId xmlns:a16="http://schemas.microsoft.com/office/drawing/2014/main" id="{B278D09E-7345-4576-95FE-EA68E8F1D5E6}"/>
              </a:ext>
            </a:extLst>
          </p:cNvPr>
          <p:cNvSpPr>
            <a:spLocks noGrp="1"/>
          </p:cNvSpPr>
          <p:nvPr/>
        </p:nvSpPr>
        <p:spPr>
          <a:xfrm>
            <a:off x="31026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2" name="F2_precision_recall_distributions_4286">
            <a:extLst>
              <a:ext uri="{FF2B5EF4-FFF2-40B4-BE49-F238E27FC236}">
                <a16:creationId xmlns:a16="http://schemas.microsoft.com/office/drawing/2014/main" id="{199A35D0-7717-4226-A250-DB999CB7F2A0}"/>
              </a:ext>
            </a:extLst>
          </p:cNvPr>
          <p:cNvSpPr>
            <a:spLocks noGrp="1"/>
          </p:cNvSpPr>
          <p:nvPr/>
        </p:nvSpPr>
        <p:spPr>
          <a:xfrm>
            <a:off x="2883175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3" name="F2_precision_recall_distributions_4287">
            <a:extLst>
              <a:ext uri="{FF2B5EF4-FFF2-40B4-BE49-F238E27FC236}">
                <a16:creationId xmlns:a16="http://schemas.microsoft.com/office/drawing/2014/main" id="{E17161D2-42AB-44A8-8BE9-907F3F892B69}"/>
              </a:ext>
            </a:extLst>
          </p:cNvPr>
          <p:cNvSpPr>
            <a:spLocks noGrp="1"/>
          </p:cNvSpPr>
          <p:nvPr/>
        </p:nvSpPr>
        <p:spPr>
          <a:xfrm>
            <a:off x="2857794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4" name="F2_precision_recall_distributions_4288">
            <a:extLst>
              <a:ext uri="{FF2B5EF4-FFF2-40B4-BE49-F238E27FC236}">
                <a16:creationId xmlns:a16="http://schemas.microsoft.com/office/drawing/2014/main" id="{451678E5-FC82-4B3F-A0FE-5DDA0C06A24D}"/>
              </a:ext>
            </a:extLst>
          </p:cNvPr>
          <p:cNvSpPr>
            <a:spLocks noGrp="1"/>
          </p:cNvSpPr>
          <p:nvPr/>
        </p:nvSpPr>
        <p:spPr>
          <a:xfrm>
            <a:off x="2849545" y="34108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5" name="F2_precision_recall_distributions_4289">
            <a:extLst>
              <a:ext uri="{FF2B5EF4-FFF2-40B4-BE49-F238E27FC236}">
                <a16:creationId xmlns:a16="http://schemas.microsoft.com/office/drawing/2014/main" id="{14E197C7-FABB-4B25-9E73-C2FA85D797F6}"/>
              </a:ext>
            </a:extLst>
          </p:cNvPr>
          <p:cNvSpPr>
            <a:spLocks noGrp="1"/>
          </p:cNvSpPr>
          <p:nvPr/>
        </p:nvSpPr>
        <p:spPr>
          <a:xfrm>
            <a:off x="30864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6" name="F2_precision_recall_distributions_4290">
            <a:extLst>
              <a:ext uri="{FF2B5EF4-FFF2-40B4-BE49-F238E27FC236}">
                <a16:creationId xmlns:a16="http://schemas.microsoft.com/office/drawing/2014/main" id="{C7483E03-FE01-4FA9-95E9-9CFD07E2EEF3}"/>
              </a:ext>
            </a:extLst>
          </p:cNvPr>
          <p:cNvSpPr>
            <a:spLocks noGrp="1"/>
          </p:cNvSpPr>
          <p:nvPr/>
        </p:nvSpPr>
        <p:spPr>
          <a:xfrm>
            <a:off x="2826506" y="30637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7" name="F2_precision_recall_distributions_4291">
            <a:extLst>
              <a:ext uri="{FF2B5EF4-FFF2-40B4-BE49-F238E27FC236}">
                <a16:creationId xmlns:a16="http://schemas.microsoft.com/office/drawing/2014/main" id="{EEDD3BBF-C5CE-4055-922D-3F732B304889}"/>
              </a:ext>
            </a:extLst>
          </p:cNvPr>
          <p:cNvSpPr>
            <a:spLocks noGrp="1"/>
          </p:cNvSpPr>
          <p:nvPr/>
        </p:nvSpPr>
        <p:spPr>
          <a:xfrm>
            <a:off x="312976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8" name="F2_precision_recall_distributions_4292">
            <a:extLst>
              <a:ext uri="{FF2B5EF4-FFF2-40B4-BE49-F238E27FC236}">
                <a16:creationId xmlns:a16="http://schemas.microsoft.com/office/drawing/2014/main" id="{C0FE8FEA-7241-49E5-8CBF-0C18AD06F88A}"/>
              </a:ext>
            </a:extLst>
          </p:cNvPr>
          <p:cNvSpPr>
            <a:spLocks noGrp="1"/>
          </p:cNvSpPr>
          <p:nvPr/>
        </p:nvSpPr>
        <p:spPr>
          <a:xfrm>
            <a:off x="31151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9" name="F2_precision_recall_distributions_4293">
            <a:extLst>
              <a:ext uri="{FF2B5EF4-FFF2-40B4-BE49-F238E27FC236}">
                <a16:creationId xmlns:a16="http://schemas.microsoft.com/office/drawing/2014/main" id="{F111500D-9D7E-4587-8C70-875984F01973}"/>
              </a:ext>
            </a:extLst>
          </p:cNvPr>
          <p:cNvSpPr>
            <a:spLocks noGrp="1"/>
          </p:cNvSpPr>
          <p:nvPr/>
        </p:nvSpPr>
        <p:spPr>
          <a:xfrm>
            <a:off x="29682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0" name="F2_precision_recall_distributions_4294">
            <a:extLst>
              <a:ext uri="{FF2B5EF4-FFF2-40B4-BE49-F238E27FC236}">
                <a16:creationId xmlns:a16="http://schemas.microsoft.com/office/drawing/2014/main" id="{AA3345A8-76AA-4CC5-BB30-8D4488BD7033}"/>
              </a:ext>
            </a:extLst>
          </p:cNvPr>
          <p:cNvSpPr>
            <a:spLocks noGrp="1"/>
          </p:cNvSpPr>
          <p:nvPr/>
        </p:nvSpPr>
        <p:spPr>
          <a:xfrm>
            <a:off x="3124265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1" name="F2_precision_recall_distributions_4295">
            <a:extLst>
              <a:ext uri="{FF2B5EF4-FFF2-40B4-BE49-F238E27FC236}">
                <a16:creationId xmlns:a16="http://schemas.microsoft.com/office/drawing/2014/main" id="{A727FFB2-D87F-45EE-9B3B-4C7DEB712711}"/>
              </a:ext>
            </a:extLst>
          </p:cNvPr>
          <p:cNvSpPr>
            <a:spLocks noGrp="1"/>
          </p:cNvSpPr>
          <p:nvPr/>
        </p:nvSpPr>
        <p:spPr>
          <a:xfrm>
            <a:off x="3047687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2" name="F2_precision_recall_distributions_4296">
            <a:extLst>
              <a:ext uri="{FF2B5EF4-FFF2-40B4-BE49-F238E27FC236}">
                <a16:creationId xmlns:a16="http://schemas.microsoft.com/office/drawing/2014/main" id="{914594A3-ACA4-477A-92A0-96209B6EFE02}"/>
              </a:ext>
            </a:extLst>
          </p:cNvPr>
          <p:cNvSpPr>
            <a:spLocks noGrp="1"/>
          </p:cNvSpPr>
          <p:nvPr/>
        </p:nvSpPr>
        <p:spPr>
          <a:xfrm>
            <a:off x="285675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3" name="F2_precision_recall_distributions_4297">
            <a:extLst>
              <a:ext uri="{FF2B5EF4-FFF2-40B4-BE49-F238E27FC236}">
                <a16:creationId xmlns:a16="http://schemas.microsoft.com/office/drawing/2014/main" id="{9118CABE-F8A1-4AAD-83B4-E86F01C02292}"/>
              </a:ext>
            </a:extLst>
          </p:cNvPr>
          <p:cNvSpPr>
            <a:spLocks noGrp="1"/>
          </p:cNvSpPr>
          <p:nvPr/>
        </p:nvSpPr>
        <p:spPr>
          <a:xfrm>
            <a:off x="31712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4" name="F2_precision_recall_distributions_4298">
            <a:extLst>
              <a:ext uri="{FF2B5EF4-FFF2-40B4-BE49-F238E27FC236}">
                <a16:creationId xmlns:a16="http://schemas.microsoft.com/office/drawing/2014/main" id="{650CCED6-CF70-42FE-A2F8-D2B0F9808BD8}"/>
              </a:ext>
            </a:extLst>
          </p:cNvPr>
          <p:cNvSpPr>
            <a:spLocks noGrp="1"/>
          </p:cNvSpPr>
          <p:nvPr/>
        </p:nvSpPr>
        <p:spPr>
          <a:xfrm>
            <a:off x="2935034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5" name="F2_precision_recall_distributions_4299">
            <a:extLst>
              <a:ext uri="{FF2B5EF4-FFF2-40B4-BE49-F238E27FC236}">
                <a16:creationId xmlns:a16="http://schemas.microsoft.com/office/drawing/2014/main" id="{EFDC16A2-CF29-48E3-98B5-7B9EDB6458E0}"/>
              </a:ext>
            </a:extLst>
          </p:cNvPr>
          <p:cNvSpPr>
            <a:spLocks noGrp="1"/>
          </p:cNvSpPr>
          <p:nvPr/>
        </p:nvSpPr>
        <p:spPr>
          <a:xfrm>
            <a:off x="284620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6" name="F2_precision_recall_distributions_4300">
            <a:extLst>
              <a:ext uri="{FF2B5EF4-FFF2-40B4-BE49-F238E27FC236}">
                <a16:creationId xmlns:a16="http://schemas.microsoft.com/office/drawing/2014/main" id="{37C68981-96CA-418C-A007-0D75CC3DE5DE}"/>
              </a:ext>
            </a:extLst>
          </p:cNvPr>
          <p:cNvSpPr>
            <a:spLocks noGrp="1"/>
          </p:cNvSpPr>
          <p:nvPr/>
        </p:nvSpPr>
        <p:spPr>
          <a:xfrm>
            <a:off x="314962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7" name="F2_precision_recall_distributions_4301">
            <a:extLst>
              <a:ext uri="{FF2B5EF4-FFF2-40B4-BE49-F238E27FC236}">
                <a16:creationId xmlns:a16="http://schemas.microsoft.com/office/drawing/2014/main" id="{448CA80D-D0B7-41AD-9F88-B54FEAD2BC88}"/>
              </a:ext>
            </a:extLst>
          </p:cNvPr>
          <p:cNvSpPr>
            <a:spLocks noGrp="1"/>
          </p:cNvSpPr>
          <p:nvPr/>
        </p:nvSpPr>
        <p:spPr>
          <a:xfrm>
            <a:off x="3842873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1488" name="F2_precision_recall_distributions_4302">
            <a:extLst>
              <a:ext uri="{FF2B5EF4-FFF2-40B4-BE49-F238E27FC236}">
                <a16:creationId xmlns:a16="http://schemas.microsoft.com/office/drawing/2014/main" id="{6E55795E-C09F-4CC1-BEE8-CD4F88BD1ED4}"/>
              </a:ext>
            </a:extLst>
          </p:cNvPr>
          <p:cNvSpPr>
            <a:spLocks noGrp="1"/>
          </p:cNvSpPr>
          <p:nvPr/>
        </p:nvSpPr>
        <p:spPr>
          <a:xfrm>
            <a:off x="40377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9" name="F2_precision_recall_distributions_4303">
            <a:extLst>
              <a:ext uri="{FF2B5EF4-FFF2-40B4-BE49-F238E27FC236}">
                <a16:creationId xmlns:a16="http://schemas.microsoft.com/office/drawing/2014/main" id="{D15B841F-08AE-4148-AAC0-5CC5EFB3FA28}"/>
              </a:ext>
            </a:extLst>
          </p:cNvPr>
          <p:cNvSpPr>
            <a:spLocks noGrp="1"/>
          </p:cNvSpPr>
          <p:nvPr/>
        </p:nvSpPr>
        <p:spPr>
          <a:xfrm>
            <a:off x="40391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0" name="F2_precision_recall_distributions_4304">
            <a:extLst>
              <a:ext uri="{FF2B5EF4-FFF2-40B4-BE49-F238E27FC236}">
                <a16:creationId xmlns:a16="http://schemas.microsoft.com/office/drawing/2014/main" id="{5AABBB22-B6F2-48B1-9F64-A5B67397DACC}"/>
              </a:ext>
            </a:extLst>
          </p:cNvPr>
          <p:cNvSpPr>
            <a:spLocks noGrp="1"/>
          </p:cNvSpPr>
          <p:nvPr/>
        </p:nvSpPr>
        <p:spPr>
          <a:xfrm>
            <a:off x="4131201" y="3705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1" name="F2_precision_recall_distributions_4305">
            <a:extLst>
              <a:ext uri="{FF2B5EF4-FFF2-40B4-BE49-F238E27FC236}">
                <a16:creationId xmlns:a16="http://schemas.microsoft.com/office/drawing/2014/main" id="{E471EFA3-6CA0-450F-A61E-404BE06B058A}"/>
              </a:ext>
            </a:extLst>
          </p:cNvPr>
          <p:cNvSpPr>
            <a:spLocks noGrp="1"/>
          </p:cNvSpPr>
          <p:nvPr/>
        </p:nvSpPr>
        <p:spPr>
          <a:xfrm>
            <a:off x="42594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2" name="F2_precision_recall_distributions_4306">
            <a:extLst>
              <a:ext uri="{FF2B5EF4-FFF2-40B4-BE49-F238E27FC236}">
                <a16:creationId xmlns:a16="http://schemas.microsoft.com/office/drawing/2014/main" id="{0CE2EE8B-350D-4F75-AB27-CBD3B82EB2D5}"/>
              </a:ext>
            </a:extLst>
          </p:cNvPr>
          <p:cNvSpPr>
            <a:spLocks noGrp="1"/>
          </p:cNvSpPr>
          <p:nvPr/>
        </p:nvSpPr>
        <p:spPr>
          <a:xfrm>
            <a:off x="4328314" y="368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3" name="F2_precision_recall_distributions_4307">
            <a:extLst>
              <a:ext uri="{FF2B5EF4-FFF2-40B4-BE49-F238E27FC236}">
                <a16:creationId xmlns:a16="http://schemas.microsoft.com/office/drawing/2014/main" id="{EAD42738-092D-4788-8708-4DD981D5DFFE}"/>
              </a:ext>
            </a:extLst>
          </p:cNvPr>
          <p:cNvSpPr>
            <a:spLocks noGrp="1"/>
          </p:cNvSpPr>
          <p:nvPr/>
        </p:nvSpPr>
        <p:spPr>
          <a:xfrm>
            <a:off x="41476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4" name="F2_precision_recall_distributions_4308">
            <a:extLst>
              <a:ext uri="{FF2B5EF4-FFF2-40B4-BE49-F238E27FC236}">
                <a16:creationId xmlns:a16="http://schemas.microsoft.com/office/drawing/2014/main" id="{9FAD4C70-A33E-4ED8-8707-F6A8649C26B3}"/>
              </a:ext>
            </a:extLst>
          </p:cNvPr>
          <p:cNvSpPr>
            <a:spLocks noGrp="1"/>
          </p:cNvSpPr>
          <p:nvPr/>
        </p:nvSpPr>
        <p:spPr>
          <a:xfrm>
            <a:off x="423197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5" name="F2_precision_recall_distributions_4309">
            <a:extLst>
              <a:ext uri="{FF2B5EF4-FFF2-40B4-BE49-F238E27FC236}">
                <a16:creationId xmlns:a16="http://schemas.microsoft.com/office/drawing/2014/main" id="{B3234ECD-7743-4F55-A6D2-2ADE6B08EDB4}"/>
              </a:ext>
            </a:extLst>
          </p:cNvPr>
          <p:cNvSpPr>
            <a:spLocks noGrp="1"/>
          </p:cNvSpPr>
          <p:nvPr/>
        </p:nvSpPr>
        <p:spPr>
          <a:xfrm>
            <a:off x="4188085" y="3699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6" name="F2_precision_recall_distributions_4310">
            <a:extLst>
              <a:ext uri="{FF2B5EF4-FFF2-40B4-BE49-F238E27FC236}">
                <a16:creationId xmlns:a16="http://schemas.microsoft.com/office/drawing/2014/main" id="{EA6D27DA-C023-436D-BC24-574E95D6E469}"/>
              </a:ext>
            </a:extLst>
          </p:cNvPr>
          <p:cNvSpPr>
            <a:spLocks noGrp="1"/>
          </p:cNvSpPr>
          <p:nvPr/>
        </p:nvSpPr>
        <p:spPr>
          <a:xfrm>
            <a:off x="41740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7" name="F2_precision_recall_distributions_4311">
            <a:extLst>
              <a:ext uri="{FF2B5EF4-FFF2-40B4-BE49-F238E27FC236}">
                <a16:creationId xmlns:a16="http://schemas.microsoft.com/office/drawing/2014/main" id="{CEC0BB4C-3542-4E04-882A-27836161BC0F}"/>
              </a:ext>
            </a:extLst>
          </p:cNvPr>
          <p:cNvSpPr>
            <a:spLocks noGrp="1"/>
          </p:cNvSpPr>
          <p:nvPr/>
        </p:nvSpPr>
        <p:spPr>
          <a:xfrm>
            <a:off x="4324757" y="37056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8" name="F2_precision_recall_distributions_4312">
            <a:extLst>
              <a:ext uri="{FF2B5EF4-FFF2-40B4-BE49-F238E27FC236}">
                <a16:creationId xmlns:a16="http://schemas.microsoft.com/office/drawing/2014/main" id="{7C605B24-89FD-48A7-849E-6E270F36DC30}"/>
              </a:ext>
            </a:extLst>
          </p:cNvPr>
          <p:cNvSpPr>
            <a:spLocks noGrp="1"/>
          </p:cNvSpPr>
          <p:nvPr/>
        </p:nvSpPr>
        <p:spPr>
          <a:xfrm>
            <a:off x="4347020" y="3254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9" name="F2_precision_recall_distributions_4313">
            <a:extLst>
              <a:ext uri="{FF2B5EF4-FFF2-40B4-BE49-F238E27FC236}">
                <a16:creationId xmlns:a16="http://schemas.microsoft.com/office/drawing/2014/main" id="{5ECAD32E-3613-40A5-BD0E-FDCC4439093D}"/>
              </a:ext>
            </a:extLst>
          </p:cNvPr>
          <p:cNvSpPr>
            <a:spLocks noGrp="1"/>
          </p:cNvSpPr>
          <p:nvPr/>
        </p:nvSpPr>
        <p:spPr>
          <a:xfrm>
            <a:off x="4122285" y="35987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0" name="F2_precision_recall_distributions_4314">
            <a:extLst>
              <a:ext uri="{FF2B5EF4-FFF2-40B4-BE49-F238E27FC236}">
                <a16:creationId xmlns:a16="http://schemas.microsoft.com/office/drawing/2014/main" id="{DEB1E4E6-9A2F-414D-A632-2F4F7991E542}"/>
              </a:ext>
            </a:extLst>
          </p:cNvPr>
          <p:cNvSpPr>
            <a:spLocks noGrp="1"/>
          </p:cNvSpPr>
          <p:nvPr/>
        </p:nvSpPr>
        <p:spPr>
          <a:xfrm>
            <a:off x="3999002" y="3704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1" name="F2_precision_recall_distributions_4315">
            <a:extLst>
              <a:ext uri="{FF2B5EF4-FFF2-40B4-BE49-F238E27FC236}">
                <a16:creationId xmlns:a16="http://schemas.microsoft.com/office/drawing/2014/main" id="{7133B1A3-7B31-43DE-BAA7-1F8523F4CA40}"/>
              </a:ext>
            </a:extLst>
          </p:cNvPr>
          <p:cNvSpPr>
            <a:spLocks noGrp="1"/>
          </p:cNvSpPr>
          <p:nvPr/>
        </p:nvSpPr>
        <p:spPr>
          <a:xfrm>
            <a:off x="43077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2" name="F2_precision_recall_distributions_4316">
            <a:extLst>
              <a:ext uri="{FF2B5EF4-FFF2-40B4-BE49-F238E27FC236}">
                <a16:creationId xmlns:a16="http://schemas.microsoft.com/office/drawing/2014/main" id="{9EC3671B-ECF4-4C8E-82A1-35B529636190}"/>
              </a:ext>
            </a:extLst>
          </p:cNvPr>
          <p:cNvSpPr>
            <a:spLocks noGrp="1"/>
          </p:cNvSpPr>
          <p:nvPr/>
        </p:nvSpPr>
        <p:spPr>
          <a:xfrm>
            <a:off x="4291071" y="3556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3" name="F2_precision_recall_distributions_4317">
            <a:extLst>
              <a:ext uri="{FF2B5EF4-FFF2-40B4-BE49-F238E27FC236}">
                <a16:creationId xmlns:a16="http://schemas.microsoft.com/office/drawing/2014/main" id="{D4C96CBA-2F92-4205-8BD5-F442AD337CAE}"/>
              </a:ext>
            </a:extLst>
          </p:cNvPr>
          <p:cNvSpPr>
            <a:spLocks noGrp="1"/>
          </p:cNvSpPr>
          <p:nvPr/>
        </p:nvSpPr>
        <p:spPr>
          <a:xfrm>
            <a:off x="4260633" y="37005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4" name="F2_precision_recall_distributions_4318">
            <a:extLst>
              <a:ext uri="{FF2B5EF4-FFF2-40B4-BE49-F238E27FC236}">
                <a16:creationId xmlns:a16="http://schemas.microsoft.com/office/drawing/2014/main" id="{C47D4341-DE16-436F-BE55-87922C03BC19}"/>
              </a:ext>
            </a:extLst>
          </p:cNvPr>
          <p:cNvSpPr>
            <a:spLocks noGrp="1"/>
          </p:cNvSpPr>
          <p:nvPr/>
        </p:nvSpPr>
        <p:spPr>
          <a:xfrm>
            <a:off x="42449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5" name="F2_precision_recall_distributions_4319">
            <a:extLst>
              <a:ext uri="{FF2B5EF4-FFF2-40B4-BE49-F238E27FC236}">
                <a16:creationId xmlns:a16="http://schemas.microsoft.com/office/drawing/2014/main" id="{1DED89E0-B57A-4224-90FB-5EE7B2CA746F}"/>
              </a:ext>
            </a:extLst>
          </p:cNvPr>
          <p:cNvSpPr>
            <a:spLocks noGrp="1"/>
          </p:cNvSpPr>
          <p:nvPr/>
        </p:nvSpPr>
        <p:spPr>
          <a:xfrm>
            <a:off x="3988439" y="3625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6" name="F2_precision_recall_distributions_4320">
            <a:extLst>
              <a:ext uri="{FF2B5EF4-FFF2-40B4-BE49-F238E27FC236}">
                <a16:creationId xmlns:a16="http://schemas.microsoft.com/office/drawing/2014/main" id="{2474C34B-F631-4A5B-B327-E9AFEAA16E1F}"/>
              </a:ext>
            </a:extLst>
          </p:cNvPr>
          <p:cNvSpPr>
            <a:spLocks noGrp="1"/>
          </p:cNvSpPr>
          <p:nvPr/>
        </p:nvSpPr>
        <p:spPr>
          <a:xfrm>
            <a:off x="4026951" y="36875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7" name="F2_precision_recall_distributions_4321">
            <a:extLst>
              <a:ext uri="{FF2B5EF4-FFF2-40B4-BE49-F238E27FC236}">
                <a16:creationId xmlns:a16="http://schemas.microsoft.com/office/drawing/2014/main" id="{7DED5028-2AFD-4B06-8491-FB3EDCEDB799}"/>
              </a:ext>
            </a:extLst>
          </p:cNvPr>
          <p:cNvSpPr>
            <a:spLocks noGrp="1"/>
          </p:cNvSpPr>
          <p:nvPr/>
        </p:nvSpPr>
        <p:spPr>
          <a:xfrm>
            <a:off x="4323143" y="36997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8" name="F2_precision_recall_distributions_4322">
            <a:extLst>
              <a:ext uri="{FF2B5EF4-FFF2-40B4-BE49-F238E27FC236}">
                <a16:creationId xmlns:a16="http://schemas.microsoft.com/office/drawing/2014/main" id="{16C87A87-5ECD-4D8C-A59E-05F83E1743B1}"/>
              </a:ext>
            </a:extLst>
          </p:cNvPr>
          <p:cNvSpPr>
            <a:spLocks noGrp="1"/>
          </p:cNvSpPr>
          <p:nvPr/>
        </p:nvSpPr>
        <p:spPr>
          <a:xfrm>
            <a:off x="4126042" y="3706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9" name="F2_precision_recall_distributions_4323">
            <a:extLst>
              <a:ext uri="{FF2B5EF4-FFF2-40B4-BE49-F238E27FC236}">
                <a16:creationId xmlns:a16="http://schemas.microsoft.com/office/drawing/2014/main" id="{52A6E78C-FC3A-4AFC-8475-BAE3C7B59FD6}"/>
              </a:ext>
            </a:extLst>
          </p:cNvPr>
          <p:cNvSpPr>
            <a:spLocks noGrp="1"/>
          </p:cNvSpPr>
          <p:nvPr/>
        </p:nvSpPr>
        <p:spPr>
          <a:xfrm>
            <a:off x="3983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0" name="F2_precision_recall_distributions_4324">
            <a:extLst>
              <a:ext uri="{FF2B5EF4-FFF2-40B4-BE49-F238E27FC236}">
                <a16:creationId xmlns:a16="http://schemas.microsoft.com/office/drawing/2014/main" id="{899B9496-85C3-41F6-93D7-486A61402C30}"/>
              </a:ext>
            </a:extLst>
          </p:cNvPr>
          <p:cNvSpPr>
            <a:spLocks noGrp="1"/>
          </p:cNvSpPr>
          <p:nvPr/>
        </p:nvSpPr>
        <p:spPr>
          <a:xfrm>
            <a:off x="4053367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1" name="F2_precision_recall_distributions_4325">
            <a:extLst>
              <a:ext uri="{FF2B5EF4-FFF2-40B4-BE49-F238E27FC236}">
                <a16:creationId xmlns:a16="http://schemas.microsoft.com/office/drawing/2014/main" id="{99E2D395-78C6-4161-826A-658259C58C43}"/>
              </a:ext>
            </a:extLst>
          </p:cNvPr>
          <p:cNvSpPr>
            <a:spLocks noGrp="1"/>
          </p:cNvSpPr>
          <p:nvPr/>
        </p:nvSpPr>
        <p:spPr>
          <a:xfrm>
            <a:off x="4144350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2" name="F2_precision_recall_distributions_4326">
            <a:extLst>
              <a:ext uri="{FF2B5EF4-FFF2-40B4-BE49-F238E27FC236}">
                <a16:creationId xmlns:a16="http://schemas.microsoft.com/office/drawing/2014/main" id="{FF19C1C0-FF92-45D7-8A1B-1CB81EAFE819}"/>
              </a:ext>
            </a:extLst>
          </p:cNvPr>
          <p:cNvSpPr>
            <a:spLocks noGrp="1"/>
          </p:cNvSpPr>
          <p:nvPr/>
        </p:nvSpPr>
        <p:spPr>
          <a:xfrm>
            <a:off x="42648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3" name="F2_precision_recall_distributions_4327">
            <a:extLst>
              <a:ext uri="{FF2B5EF4-FFF2-40B4-BE49-F238E27FC236}">
                <a16:creationId xmlns:a16="http://schemas.microsoft.com/office/drawing/2014/main" id="{C8DE8CC2-D9DA-49C2-8379-3DF43C629BB5}"/>
              </a:ext>
            </a:extLst>
          </p:cNvPr>
          <p:cNvSpPr>
            <a:spLocks noGrp="1"/>
          </p:cNvSpPr>
          <p:nvPr/>
        </p:nvSpPr>
        <p:spPr>
          <a:xfrm>
            <a:off x="40760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4" name="F2_precision_recall_distributions_4328">
            <a:extLst>
              <a:ext uri="{FF2B5EF4-FFF2-40B4-BE49-F238E27FC236}">
                <a16:creationId xmlns:a16="http://schemas.microsoft.com/office/drawing/2014/main" id="{BE7B89D0-51AF-4102-A5E6-C5CD372D0D44}"/>
              </a:ext>
            </a:extLst>
          </p:cNvPr>
          <p:cNvSpPr>
            <a:spLocks noGrp="1"/>
          </p:cNvSpPr>
          <p:nvPr/>
        </p:nvSpPr>
        <p:spPr>
          <a:xfrm>
            <a:off x="4346858" y="3704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5" name="F2_precision_recall_distributions_4329">
            <a:extLst>
              <a:ext uri="{FF2B5EF4-FFF2-40B4-BE49-F238E27FC236}">
                <a16:creationId xmlns:a16="http://schemas.microsoft.com/office/drawing/2014/main" id="{5D2B18E5-44B0-4F79-8544-A73820333282}"/>
              </a:ext>
            </a:extLst>
          </p:cNvPr>
          <p:cNvSpPr>
            <a:spLocks noGrp="1"/>
          </p:cNvSpPr>
          <p:nvPr/>
        </p:nvSpPr>
        <p:spPr>
          <a:xfrm>
            <a:off x="411064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6" name="F2_precision_recall_distributions_4330">
            <a:extLst>
              <a:ext uri="{FF2B5EF4-FFF2-40B4-BE49-F238E27FC236}">
                <a16:creationId xmlns:a16="http://schemas.microsoft.com/office/drawing/2014/main" id="{D10DF49E-F40E-46DF-8407-A8DE19A0B5AC}"/>
              </a:ext>
            </a:extLst>
          </p:cNvPr>
          <p:cNvSpPr>
            <a:spLocks noGrp="1"/>
          </p:cNvSpPr>
          <p:nvPr/>
        </p:nvSpPr>
        <p:spPr>
          <a:xfrm>
            <a:off x="4030161" y="37064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7" name="F2_precision_recall_distributions_4331">
            <a:extLst>
              <a:ext uri="{FF2B5EF4-FFF2-40B4-BE49-F238E27FC236}">
                <a16:creationId xmlns:a16="http://schemas.microsoft.com/office/drawing/2014/main" id="{FCE6479B-F667-42A9-A487-C8CE794EE221}"/>
              </a:ext>
            </a:extLst>
          </p:cNvPr>
          <p:cNvSpPr>
            <a:spLocks noGrp="1"/>
          </p:cNvSpPr>
          <p:nvPr/>
        </p:nvSpPr>
        <p:spPr>
          <a:xfrm>
            <a:off x="4138300" y="36574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8" name="F2_precision_recall_distributions_4332">
            <a:extLst>
              <a:ext uri="{FF2B5EF4-FFF2-40B4-BE49-F238E27FC236}">
                <a16:creationId xmlns:a16="http://schemas.microsoft.com/office/drawing/2014/main" id="{B8ADB9D6-6CDB-4604-A519-8E66467360C9}"/>
              </a:ext>
            </a:extLst>
          </p:cNvPr>
          <p:cNvSpPr>
            <a:spLocks noGrp="1"/>
          </p:cNvSpPr>
          <p:nvPr/>
        </p:nvSpPr>
        <p:spPr>
          <a:xfrm>
            <a:off x="40648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9" name="F2_precision_recall_distributions_4333">
            <a:extLst>
              <a:ext uri="{FF2B5EF4-FFF2-40B4-BE49-F238E27FC236}">
                <a16:creationId xmlns:a16="http://schemas.microsoft.com/office/drawing/2014/main" id="{9A72FE7D-E66E-4179-BADC-020B33BF09CB}"/>
              </a:ext>
            </a:extLst>
          </p:cNvPr>
          <p:cNvSpPr>
            <a:spLocks noGrp="1"/>
          </p:cNvSpPr>
          <p:nvPr/>
        </p:nvSpPr>
        <p:spPr>
          <a:xfrm>
            <a:off x="4280054" y="3677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0" name="F2_precision_recall_distributions_4334">
            <a:extLst>
              <a:ext uri="{FF2B5EF4-FFF2-40B4-BE49-F238E27FC236}">
                <a16:creationId xmlns:a16="http://schemas.microsoft.com/office/drawing/2014/main" id="{781846C8-8534-41B9-B321-F4B539ED136B}"/>
              </a:ext>
            </a:extLst>
          </p:cNvPr>
          <p:cNvSpPr>
            <a:spLocks noGrp="1"/>
          </p:cNvSpPr>
          <p:nvPr/>
        </p:nvSpPr>
        <p:spPr>
          <a:xfrm>
            <a:off x="41534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1" name="F2_precision_recall_distributions_4335">
            <a:extLst>
              <a:ext uri="{FF2B5EF4-FFF2-40B4-BE49-F238E27FC236}">
                <a16:creationId xmlns:a16="http://schemas.microsoft.com/office/drawing/2014/main" id="{23803106-7F19-4F94-804C-AF14FEDC7BBA}"/>
              </a:ext>
            </a:extLst>
          </p:cNvPr>
          <p:cNvSpPr>
            <a:spLocks noGrp="1"/>
          </p:cNvSpPr>
          <p:nvPr/>
        </p:nvSpPr>
        <p:spPr>
          <a:xfrm>
            <a:off x="4011592" y="37100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2" name="F2_precision_recall_distributions_4336">
            <a:extLst>
              <a:ext uri="{FF2B5EF4-FFF2-40B4-BE49-F238E27FC236}">
                <a16:creationId xmlns:a16="http://schemas.microsoft.com/office/drawing/2014/main" id="{12E17C12-0BFB-4083-86D6-C00B0D126446}"/>
              </a:ext>
            </a:extLst>
          </p:cNvPr>
          <p:cNvSpPr>
            <a:spLocks noGrp="1"/>
          </p:cNvSpPr>
          <p:nvPr/>
        </p:nvSpPr>
        <p:spPr>
          <a:xfrm>
            <a:off x="40667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3" name="F2_precision_recall_distributions_4337">
            <a:extLst>
              <a:ext uri="{FF2B5EF4-FFF2-40B4-BE49-F238E27FC236}">
                <a16:creationId xmlns:a16="http://schemas.microsoft.com/office/drawing/2014/main" id="{1D891543-0B15-4E3F-90CD-C0C2BD77B01A}"/>
              </a:ext>
            </a:extLst>
          </p:cNvPr>
          <p:cNvSpPr>
            <a:spLocks noGrp="1"/>
          </p:cNvSpPr>
          <p:nvPr/>
        </p:nvSpPr>
        <p:spPr>
          <a:xfrm>
            <a:off x="40212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4" name="F2_precision_recall_distributions_4338">
            <a:extLst>
              <a:ext uri="{FF2B5EF4-FFF2-40B4-BE49-F238E27FC236}">
                <a16:creationId xmlns:a16="http://schemas.microsoft.com/office/drawing/2014/main" id="{5919D82D-1463-4EB5-A30D-FE5D2A2991B1}"/>
              </a:ext>
            </a:extLst>
          </p:cNvPr>
          <p:cNvSpPr>
            <a:spLocks noGrp="1"/>
          </p:cNvSpPr>
          <p:nvPr/>
        </p:nvSpPr>
        <p:spPr>
          <a:xfrm>
            <a:off x="41062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5" name="F2_precision_recall_distributions_4339">
            <a:extLst>
              <a:ext uri="{FF2B5EF4-FFF2-40B4-BE49-F238E27FC236}">
                <a16:creationId xmlns:a16="http://schemas.microsoft.com/office/drawing/2014/main" id="{4AE58B10-374A-4F2B-9396-83091BE084CA}"/>
              </a:ext>
            </a:extLst>
          </p:cNvPr>
          <p:cNvSpPr>
            <a:spLocks noGrp="1"/>
          </p:cNvSpPr>
          <p:nvPr/>
        </p:nvSpPr>
        <p:spPr>
          <a:xfrm>
            <a:off x="4170373" y="37085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6" name="F2_precision_recall_distributions_4340">
            <a:extLst>
              <a:ext uri="{FF2B5EF4-FFF2-40B4-BE49-F238E27FC236}">
                <a16:creationId xmlns:a16="http://schemas.microsoft.com/office/drawing/2014/main" id="{6129AA68-CAEA-4F70-AE2F-99CFBBB734C2}"/>
              </a:ext>
            </a:extLst>
          </p:cNvPr>
          <p:cNvSpPr>
            <a:spLocks noGrp="1"/>
          </p:cNvSpPr>
          <p:nvPr/>
        </p:nvSpPr>
        <p:spPr>
          <a:xfrm>
            <a:off x="401653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7" name="F2_precision_recall_distributions_4341">
            <a:extLst>
              <a:ext uri="{FF2B5EF4-FFF2-40B4-BE49-F238E27FC236}">
                <a16:creationId xmlns:a16="http://schemas.microsoft.com/office/drawing/2014/main" id="{F7BF9EBC-C417-4D80-803D-D6954297B07D}"/>
              </a:ext>
            </a:extLst>
          </p:cNvPr>
          <p:cNvSpPr>
            <a:spLocks noGrp="1"/>
          </p:cNvSpPr>
          <p:nvPr/>
        </p:nvSpPr>
        <p:spPr>
          <a:xfrm>
            <a:off x="4209834" y="36942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8" name="F2_precision_recall_distributions_4342">
            <a:extLst>
              <a:ext uri="{FF2B5EF4-FFF2-40B4-BE49-F238E27FC236}">
                <a16:creationId xmlns:a16="http://schemas.microsoft.com/office/drawing/2014/main" id="{490D9E70-8023-4B33-8E0E-592719680B25}"/>
              </a:ext>
            </a:extLst>
          </p:cNvPr>
          <p:cNvSpPr>
            <a:spLocks noGrp="1"/>
          </p:cNvSpPr>
          <p:nvPr/>
        </p:nvSpPr>
        <p:spPr>
          <a:xfrm>
            <a:off x="431466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9" name="F2_precision_recall_distributions_4343">
            <a:extLst>
              <a:ext uri="{FF2B5EF4-FFF2-40B4-BE49-F238E27FC236}">
                <a16:creationId xmlns:a16="http://schemas.microsoft.com/office/drawing/2014/main" id="{398AF4F9-F83A-4EE2-87CA-4A18C102D50F}"/>
              </a:ext>
            </a:extLst>
          </p:cNvPr>
          <p:cNvSpPr>
            <a:spLocks noGrp="1"/>
          </p:cNvSpPr>
          <p:nvPr/>
        </p:nvSpPr>
        <p:spPr>
          <a:xfrm>
            <a:off x="4163680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0" name="F2_precision_recall_distributions_4344">
            <a:extLst>
              <a:ext uri="{FF2B5EF4-FFF2-40B4-BE49-F238E27FC236}">
                <a16:creationId xmlns:a16="http://schemas.microsoft.com/office/drawing/2014/main" id="{1E725FEA-73ED-4AC9-A2C0-F7C3D4FCB3D7}"/>
              </a:ext>
            </a:extLst>
          </p:cNvPr>
          <p:cNvSpPr>
            <a:spLocks noGrp="1"/>
          </p:cNvSpPr>
          <p:nvPr/>
        </p:nvSpPr>
        <p:spPr>
          <a:xfrm>
            <a:off x="4230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1" name="F2_precision_recall_distributions_4345">
            <a:extLst>
              <a:ext uri="{FF2B5EF4-FFF2-40B4-BE49-F238E27FC236}">
                <a16:creationId xmlns:a16="http://schemas.microsoft.com/office/drawing/2014/main" id="{892B04B2-E340-4F19-AA40-BA1717568D17}"/>
              </a:ext>
            </a:extLst>
          </p:cNvPr>
          <p:cNvSpPr>
            <a:spLocks noGrp="1"/>
          </p:cNvSpPr>
          <p:nvPr/>
        </p:nvSpPr>
        <p:spPr>
          <a:xfrm>
            <a:off x="42547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2" name="F2_precision_recall_distributions_4346">
            <a:extLst>
              <a:ext uri="{FF2B5EF4-FFF2-40B4-BE49-F238E27FC236}">
                <a16:creationId xmlns:a16="http://schemas.microsoft.com/office/drawing/2014/main" id="{0CD5A328-3360-4446-934F-7D228A98F312}"/>
              </a:ext>
            </a:extLst>
          </p:cNvPr>
          <p:cNvSpPr>
            <a:spLocks noGrp="1"/>
          </p:cNvSpPr>
          <p:nvPr/>
        </p:nvSpPr>
        <p:spPr>
          <a:xfrm>
            <a:off x="43265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3" name="F2_precision_recall_distributions_4347">
            <a:extLst>
              <a:ext uri="{FF2B5EF4-FFF2-40B4-BE49-F238E27FC236}">
                <a16:creationId xmlns:a16="http://schemas.microsoft.com/office/drawing/2014/main" id="{077AD170-5210-45F7-AA77-700057F393AE}"/>
              </a:ext>
            </a:extLst>
          </p:cNvPr>
          <p:cNvSpPr>
            <a:spLocks noGrp="1"/>
          </p:cNvSpPr>
          <p:nvPr/>
        </p:nvSpPr>
        <p:spPr>
          <a:xfrm>
            <a:off x="39874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4" name="F2_precision_recall_distributions_4348">
            <a:extLst>
              <a:ext uri="{FF2B5EF4-FFF2-40B4-BE49-F238E27FC236}">
                <a16:creationId xmlns:a16="http://schemas.microsoft.com/office/drawing/2014/main" id="{AFF2A4B4-8CC8-4699-B4DF-DA41870C6488}"/>
              </a:ext>
            </a:extLst>
          </p:cNvPr>
          <p:cNvSpPr>
            <a:spLocks noGrp="1"/>
          </p:cNvSpPr>
          <p:nvPr/>
        </p:nvSpPr>
        <p:spPr>
          <a:xfrm>
            <a:off x="3991925" y="36967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5" name="F2_precision_recall_distributions_4349">
            <a:extLst>
              <a:ext uri="{FF2B5EF4-FFF2-40B4-BE49-F238E27FC236}">
                <a16:creationId xmlns:a16="http://schemas.microsoft.com/office/drawing/2014/main" id="{CA4BD5A1-F279-4477-BF52-19DCF142F86E}"/>
              </a:ext>
            </a:extLst>
          </p:cNvPr>
          <p:cNvSpPr>
            <a:spLocks noGrp="1"/>
          </p:cNvSpPr>
          <p:nvPr/>
        </p:nvSpPr>
        <p:spPr>
          <a:xfrm>
            <a:off x="427937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6" name="F2_precision_recall_distributions_4350">
            <a:extLst>
              <a:ext uri="{FF2B5EF4-FFF2-40B4-BE49-F238E27FC236}">
                <a16:creationId xmlns:a16="http://schemas.microsoft.com/office/drawing/2014/main" id="{7CDBB8C9-6A16-4268-8257-FD5D3AF67950}"/>
              </a:ext>
            </a:extLst>
          </p:cNvPr>
          <p:cNvSpPr>
            <a:spLocks noGrp="1"/>
          </p:cNvSpPr>
          <p:nvPr/>
        </p:nvSpPr>
        <p:spPr>
          <a:xfrm>
            <a:off x="4293910" y="36976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7" name="F2_precision_recall_distributions_4351">
            <a:extLst>
              <a:ext uri="{FF2B5EF4-FFF2-40B4-BE49-F238E27FC236}">
                <a16:creationId xmlns:a16="http://schemas.microsoft.com/office/drawing/2014/main" id="{03122882-F55C-4C36-A925-3632D0380680}"/>
              </a:ext>
            </a:extLst>
          </p:cNvPr>
          <p:cNvSpPr>
            <a:spLocks noGrp="1"/>
          </p:cNvSpPr>
          <p:nvPr/>
        </p:nvSpPr>
        <p:spPr>
          <a:xfrm>
            <a:off x="39949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8" name="F2_precision_recall_distributions_4352">
            <a:extLst>
              <a:ext uri="{FF2B5EF4-FFF2-40B4-BE49-F238E27FC236}">
                <a16:creationId xmlns:a16="http://schemas.microsoft.com/office/drawing/2014/main" id="{8DBE0525-0FAE-4127-9F5D-8489680D4099}"/>
              </a:ext>
            </a:extLst>
          </p:cNvPr>
          <p:cNvSpPr>
            <a:spLocks noGrp="1"/>
          </p:cNvSpPr>
          <p:nvPr/>
        </p:nvSpPr>
        <p:spPr>
          <a:xfrm>
            <a:off x="43338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9" name="F2_precision_recall_distributions_4353">
            <a:extLst>
              <a:ext uri="{FF2B5EF4-FFF2-40B4-BE49-F238E27FC236}">
                <a16:creationId xmlns:a16="http://schemas.microsoft.com/office/drawing/2014/main" id="{0A89F752-2ACC-44A4-A8B8-50AFDF62868D}"/>
              </a:ext>
            </a:extLst>
          </p:cNvPr>
          <p:cNvSpPr>
            <a:spLocks noGrp="1"/>
          </p:cNvSpPr>
          <p:nvPr/>
        </p:nvSpPr>
        <p:spPr>
          <a:xfrm>
            <a:off x="43524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0" name="F2_precision_recall_distributions_4354">
            <a:extLst>
              <a:ext uri="{FF2B5EF4-FFF2-40B4-BE49-F238E27FC236}">
                <a16:creationId xmlns:a16="http://schemas.microsoft.com/office/drawing/2014/main" id="{3E992D10-338F-4AA9-B34E-2EB90B2A65C8}"/>
              </a:ext>
            </a:extLst>
          </p:cNvPr>
          <p:cNvSpPr>
            <a:spLocks noGrp="1"/>
          </p:cNvSpPr>
          <p:nvPr/>
        </p:nvSpPr>
        <p:spPr>
          <a:xfrm>
            <a:off x="41087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1" name="F2_precision_recall_distributions_4355">
            <a:extLst>
              <a:ext uri="{FF2B5EF4-FFF2-40B4-BE49-F238E27FC236}">
                <a16:creationId xmlns:a16="http://schemas.microsoft.com/office/drawing/2014/main" id="{39D13AF6-B918-4AAA-BFC9-886E9E694BB0}"/>
              </a:ext>
            </a:extLst>
          </p:cNvPr>
          <p:cNvSpPr>
            <a:spLocks noGrp="1"/>
          </p:cNvSpPr>
          <p:nvPr/>
        </p:nvSpPr>
        <p:spPr>
          <a:xfrm>
            <a:off x="4318511" y="310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2" name="F2_precision_recall_distributions_4356">
            <a:extLst>
              <a:ext uri="{FF2B5EF4-FFF2-40B4-BE49-F238E27FC236}">
                <a16:creationId xmlns:a16="http://schemas.microsoft.com/office/drawing/2014/main" id="{F22A994C-5875-42B2-A249-D548D1A040DC}"/>
              </a:ext>
            </a:extLst>
          </p:cNvPr>
          <p:cNvSpPr>
            <a:spLocks noGrp="1"/>
          </p:cNvSpPr>
          <p:nvPr/>
        </p:nvSpPr>
        <p:spPr>
          <a:xfrm>
            <a:off x="4058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3" name="F2_precision_recall_distributions_4357">
            <a:extLst>
              <a:ext uri="{FF2B5EF4-FFF2-40B4-BE49-F238E27FC236}">
                <a16:creationId xmlns:a16="http://schemas.microsoft.com/office/drawing/2014/main" id="{DFCFF918-7127-4E90-8FD0-A61C2E816E20}"/>
              </a:ext>
            </a:extLst>
          </p:cNvPr>
          <p:cNvSpPr>
            <a:spLocks noGrp="1"/>
          </p:cNvSpPr>
          <p:nvPr/>
        </p:nvSpPr>
        <p:spPr>
          <a:xfrm>
            <a:off x="4035801" y="3700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4" name="F2_precision_recall_distributions_4358">
            <a:extLst>
              <a:ext uri="{FF2B5EF4-FFF2-40B4-BE49-F238E27FC236}">
                <a16:creationId xmlns:a16="http://schemas.microsoft.com/office/drawing/2014/main" id="{DE7E4426-5BB5-4080-957E-79453A03F89B}"/>
              </a:ext>
            </a:extLst>
          </p:cNvPr>
          <p:cNvSpPr>
            <a:spLocks noGrp="1"/>
          </p:cNvSpPr>
          <p:nvPr/>
        </p:nvSpPr>
        <p:spPr>
          <a:xfrm>
            <a:off x="42325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5" name="F2_precision_recall_distributions_4359">
            <a:extLst>
              <a:ext uri="{FF2B5EF4-FFF2-40B4-BE49-F238E27FC236}">
                <a16:creationId xmlns:a16="http://schemas.microsoft.com/office/drawing/2014/main" id="{6D44B3D1-821D-4B70-B57F-E9F789275317}"/>
              </a:ext>
            </a:extLst>
          </p:cNvPr>
          <p:cNvSpPr>
            <a:spLocks noGrp="1"/>
          </p:cNvSpPr>
          <p:nvPr/>
        </p:nvSpPr>
        <p:spPr>
          <a:xfrm>
            <a:off x="4160139" y="36382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6" name="F2_precision_recall_distributions_4360">
            <a:extLst>
              <a:ext uri="{FF2B5EF4-FFF2-40B4-BE49-F238E27FC236}">
                <a16:creationId xmlns:a16="http://schemas.microsoft.com/office/drawing/2014/main" id="{AAA229FA-A7CD-473B-AF08-6094B08A4840}"/>
              </a:ext>
            </a:extLst>
          </p:cNvPr>
          <p:cNvSpPr>
            <a:spLocks noGrp="1"/>
          </p:cNvSpPr>
          <p:nvPr/>
        </p:nvSpPr>
        <p:spPr>
          <a:xfrm>
            <a:off x="4072609" y="36562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7" name="F2_precision_recall_distributions_4361">
            <a:extLst>
              <a:ext uri="{FF2B5EF4-FFF2-40B4-BE49-F238E27FC236}">
                <a16:creationId xmlns:a16="http://schemas.microsoft.com/office/drawing/2014/main" id="{8EDB2E6A-31AF-47B0-B2D3-C3C171240262}"/>
              </a:ext>
            </a:extLst>
          </p:cNvPr>
          <p:cNvSpPr>
            <a:spLocks noGrp="1"/>
          </p:cNvSpPr>
          <p:nvPr/>
        </p:nvSpPr>
        <p:spPr>
          <a:xfrm>
            <a:off x="4039160" y="37017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8" name="F2_precision_recall_distributions_4362">
            <a:extLst>
              <a:ext uri="{FF2B5EF4-FFF2-40B4-BE49-F238E27FC236}">
                <a16:creationId xmlns:a16="http://schemas.microsoft.com/office/drawing/2014/main" id="{9E9CAA56-37DA-4F11-BF18-FE51DF89D689}"/>
              </a:ext>
            </a:extLst>
          </p:cNvPr>
          <p:cNvSpPr>
            <a:spLocks noGrp="1"/>
          </p:cNvSpPr>
          <p:nvPr/>
        </p:nvSpPr>
        <p:spPr>
          <a:xfrm>
            <a:off x="4223046" y="36980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9" name="F2_precision_recall_distributions_4363">
            <a:extLst>
              <a:ext uri="{FF2B5EF4-FFF2-40B4-BE49-F238E27FC236}">
                <a16:creationId xmlns:a16="http://schemas.microsoft.com/office/drawing/2014/main" id="{30D41D2E-80EB-43E9-A9CB-C0150EF457C5}"/>
              </a:ext>
            </a:extLst>
          </p:cNvPr>
          <p:cNvSpPr>
            <a:spLocks noGrp="1"/>
          </p:cNvSpPr>
          <p:nvPr/>
        </p:nvSpPr>
        <p:spPr>
          <a:xfrm>
            <a:off x="39940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0" name="F2_precision_recall_distributions_4364">
            <a:extLst>
              <a:ext uri="{FF2B5EF4-FFF2-40B4-BE49-F238E27FC236}">
                <a16:creationId xmlns:a16="http://schemas.microsoft.com/office/drawing/2014/main" id="{F1FE1144-B3B3-415B-A702-817E547071BD}"/>
              </a:ext>
            </a:extLst>
          </p:cNvPr>
          <p:cNvSpPr>
            <a:spLocks noGrp="1"/>
          </p:cNvSpPr>
          <p:nvPr/>
        </p:nvSpPr>
        <p:spPr>
          <a:xfrm>
            <a:off x="40130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1" name="F2_precision_recall_distributions_4365">
            <a:extLst>
              <a:ext uri="{FF2B5EF4-FFF2-40B4-BE49-F238E27FC236}">
                <a16:creationId xmlns:a16="http://schemas.microsoft.com/office/drawing/2014/main" id="{C395CEE9-9560-4217-8D4B-D6A34B578A2B}"/>
              </a:ext>
            </a:extLst>
          </p:cNvPr>
          <p:cNvSpPr>
            <a:spLocks noGrp="1"/>
          </p:cNvSpPr>
          <p:nvPr/>
        </p:nvSpPr>
        <p:spPr>
          <a:xfrm>
            <a:off x="41649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2" name="F2_precision_recall_distributions_4366">
            <a:extLst>
              <a:ext uri="{FF2B5EF4-FFF2-40B4-BE49-F238E27FC236}">
                <a16:creationId xmlns:a16="http://schemas.microsoft.com/office/drawing/2014/main" id="{4E6C26C9-B3C3-43C5-8495-F7C4CFC39379}"/>
              </a:ext>
            </a:extLst>
          </p:cNvPr>
          <p:cNvSpPr>
            <a:spLocks noGrp="1"/>
          </p:cNvSpPr>
          <p:nvPr/>
        </p:nvSpPr>
        <p:spPr>
          <a:xfrm>
            <a:off x="4300453" y="37093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3" name="F2_precision_recall_distributions_4367">
            <a:extLst>
              <a:ext uri="{FF2B5EF4-FFF2-40B4-BE49-F238E27FC236}">
                <a16:creationId xmlns:a16="http://schemas.microsoft.com/office/drawing/2014/main" id="{31E57BFE-E459-4896-A043-31970D26EADC}"/>
              </a:ext>
            </a:extLst>
          </p:cNvPr>
          <p:cNvSpPr>
            <a:spLocks noGrp="1"/>
          </p:cNvSpPr>
          <p:nvPr/>
        </p:nvSpPr>
        <p:spPr>
          <a:xfrm>
            <a:off x="42119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4" name="F2_precision_recall_distributions_4368">
            <a:extLst>
              <a:ext uri="{FF2B5EF4-FFF2-40B4-BE49-F238E27FC236}">
                <a16:creationId xmlns:a16="http://schemas.microsoft.com/office/drawing/2014/main" id="{7C536A14-32AD-4A2B-A755-03DCD362A1DA}"/>
              </a:ext>
            </a:extLst>
          </p:cNvPr>
          <p:cNvSpPr>
            <a:spLocks noGrp="1"/>
          </p:cNvSpPr>
          <p:nvPr/>
        </p:nvSpPr>
        <p:spPr>
          <a:xfrm>
            <a:off x="40762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5" name="F2_precision_recall_distributions_4369">
            <a:extLst>
              <a:ext uri="{FF2B5EF4-FFF2-40B4-BE49-F238E27FC236}">
                <a16:creationId xmlns:a16="http://schemas.microsoft.com/office/drawing/2014/main" id="{284F1773-62C3-4BF2-A77D-75FB81BE671D}"/>
              </a:ext>
            </a:extLst>
          </p:cNvPr>
          <p:cNvSpPr>
            <a:spLocks noGrp="1"/>
          </p:cNvSpPr>
          <p:nvPr/>
        </p:nvSpPr>
        <p:spPr>
          <a:xfrm>
            <a:off x="41175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6" name="F2_precision_recall_distributions_4370">
            <a:extLst>
              <a:ext uri="{FF2B5EF4-FFF2-40B4-BE49-F238E27FC236}">
                <a16:creationId xmlns:a16="http://schemas.microsoft.com/office/drawing/2014/main" id="{2E0FCBE4-5DFC-470D-9F7E-B35BB6DFCB42}"/>
              </a:ext>
            </a:extLst>
          </p:cNvPr>
          <p:cNvSpPr>
            <a:spLocks noGrp="1"/>
          </p:cNvSpPr>
          <p:nvPr/>
        </p:nvSpPr>
        <p:spPr>
          <a:xfrm>
            <a:off x="4226076" y="369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7" name="F2_precision_recall_distributions_4371">
            <a:extLst>
              <a:ext uri="{FF2B5EF4-FFF2-40B4-BE49-F238E27FC236}">
                <a16:creationId xmlns:a16="http://schemas.microsoft.com/office/drawing/2014/main" id="{68A1CEFA-FDA4-41B9-9AA8-B071886BF357}"/>
              </a:ext>
            </a:extLst>
          </p:cNvPr>
          <p:cNvSpPr>
            <a:spLocks noGrp="1"/>
          </p:cNvSpPr>
          <p:nvPr/>
        </p:nvSpPr>
        <p:spPr>
          <a:xfrm>
            <a:off x="40959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8" name="F2_precision_recall_distributions_4372">
            <a:extLst>
              <a:ext uri="{FF2B5EF4-FFF2-40B4-BE49-F238E27FC236}">
                <a16:creationId xmlns:a16="http://schemas.microsoft.com/office/drawing/2014/main" id="{C616F5DA-E12D-45E4-B987-50C73B56D684}"/>
              </a:ext>
            </a:extLst>
          </p:cNvPr>
          <p:cNvSpPr>
            <a:spLocks noGrp="1"/>
          </p:cNvSpPr>
          <p:nvPr/>
        </p:nvSpPr>
        <p:spPr>
          <a:xfrm>
            <a:off x="4162211" y="3709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9" name="F2_precision_recall_distributions_4373">
            <a:extLst>
              <a:ext uri="{FF2B5EF4-FFF2-40B4-BE49-F238E27FC236}">
                <a16:creationId xmlns:a16="http://schemas.microsoft.com/office/drawing/2014/main" id="{613321AD-ED05-4EA3-A3DD-7B3009186572}"/>
              </a:ext>
            </a:extLst>
          </p:cNvPr>
          <p:cNvSpPr>
            <a:spLocks noGrp="1"/>
          </p:cNvSpPr>
          <p:nvPr/>
        </p:nvSpPr>
        <p:spPr>
          <a:xfrm>
            <a:off x="4144446" y="3705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0" name="F2_precision_recall_distributions_4374">
            <a:extLst>
              <a:ext uri="{FF2B5EF4-FFF2-40B4-BE49-F238E27FC236}">
                <a16:creationId xmlns:a16="http://schemas.microsoft.com/office/drawing/2014/main" id="{CD610AB3-592E-4A28-ACE8-EBF19E2C6468}"/>
              </a:ext>
            </a:extLst>
          </p:cNvPr>
          <p:cNvSpPr>
            <a:spLocks noGrp="1"/>
          </p:cNvSpPr>
          <p:nvPr/>
        </p:nvSpPr>
        <p:spPr>
          <a:xfrm>
            <a:off x="42026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1" name="F2_precision_recall_distributions_4375">
            <a:extLst>
              <a:ext uri="{FF2B5EF4-FFF2-40B4-BE49-F238E27FC236}">
                <a16:creationId xmlns:a16="http://schemas.microsoft.com/office/drawing/2014/main" id="{F27D42B6-1AE7-49F4-B055-41CF7A30D1FF}"/>
              </a:ext>
            </a:extLst>
          </p:cNvPr>
          <p:cNvSpPr>
            <a:spLocks noGrp="1"/>
          </p:cNvSpPr>
          <p:nvPr/>
        </p:nvSpPr>
        <p:spPr>
          <a:xfrm>
            <a:off x="4329614" y="37085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2" name="F2_precision_recall_distributions_4376">
            <a:extLst>
              <a:ext uri="{FF2B5EF4-FFF2-40B4-BE49-F238E27FC236}">
                <a16:creationId xmlns:a16="http://schemas.microsoft.com/office/drawing/2014/main" id="{A6E57539-41DD-425D-92A3-28F7B02E4006}"/>
              </a:ext>
            </a:extLst>
          </p:cNvPr>
          <p:cNvSpPr>
            <a:spLocks noGrp="1"/>
          </p:cNvSpPr>
          <p:nvPr/>
        </p:nvSpPr>
        <p:spPr>
          <a:xfrm>
            <a:off x="4331415" y="37065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3" name="F2_precision_recall_distributions_4377">
            <a:extLst>
              <a:ext uri="{FF2B5EF4-FFF2-40B4-BE49-F238E27FC236}">
                <a16:creationId xmlns:a16="http://schemas.microsoft.com/office/drawing/2014/main" id="{7949B445-73B4-4A5F-84ED-7DCB04E3C15B}"/>
              </a:ext>
            </a:extLst>
          </p:cNvPr>
          <p:cNvSpPr>
            <a:spLocks noGrp="1"/>
          </p:cNvSpPr>
          <p:nvPr/>
        </p:nvSpPr>
        <p:spPr>
          <a:xfrm>
            <a:off x="3997034" y="3709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4" name="F2_precision_recall_distributions_4378">
            <a:extLst>
              <a:ext uri="{FF2B5EF4-FFF2-40B4-BE49-F238E27FC236}">
                <a16:creationId xmlns:a16="http://schemas.microsoft.com/office/drawing/2014/main" id="{5C852D59-3A7A-4573-A237-4096A1E2C6DE}"/>
              </a:ext>
            </a:extLst>
          </p:cNvPr>
          <p:cNvSpPr>
            <a:spLocks noGrp="1"/>
          </p:cNvSpPr>
          <p:nvPr/>
        </p:nvSpPr>
        <p:spPr>
          <a:xfrm>
            <a:off x="417875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5" name="F2_precision_recall_distributions_4379">
            <a:extLst>
              <a:ext uri="{FF2B5EF4-FFF2-40B4-BE49-F238E27FC236}">
                <a16:creationId xmlns:a16="http://schemas.microsoft.com/office/drawing/2014/main" id="{5DB62965-1066-4CF3-916B-ED26B7F31C3A}"/>
              </a:ext>
            </a:extLst>
          </p:cNvPr>
          <p:cNvSpPr>
            <a:spLocks noGrp="1"/>
          </p:cNvSpPr>
          <p:nvPr/>
        </p:nvSpPr>
        <p:spPr>
          <a:xfrm>
            <a:off x="4059965" y="3701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6" name="F2_precision_recall_distributions_4380">
            <a:extLst>
              <a:ext uri="{FF2B5EF4-FFF2-40B4-BE49-F238E27FC236}">
                <a16:creationId xmlns:a16="http://schemas.microsoft.com/office/drawing/2014/main" id="{F396510E-4DDB-4C0C-9184-7C54463D8490}"/>
              </a:ext>
            </a:extLst>
          </p:cNvPr>
          <p:cNvSpPr>
            <a:spLocks noGrp="1"/>
          </p:cNvSpPr>
          <p:nvPr/>
        </p:nvSpPr>
        <p:spPr>
          <a:xfrm>
            <a:off x="402389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7" name="F2_precision_recall_distributions_4381">
            <a:extLst>
              <a:ext uri="{FF2B5EF4-FFF2-40B4-BE49-F238E27FC236}">
                <a16:creationId xmlns:a16="http://schemas.microsoft.com/office/drawing/2014/main" id="{479291CE-A819-4450-A3C5-894E75CEE55C}"/>
              </a:ext>
            </a:extLst>
          </p:cNvPr>
          <p:cNvSpPr>
            <a:spLocks noGrp="1"/>
          </p:cNvSpPr>
          <p:nvPr/>
        </p:nvSpPr>
        <p:spPr>
          <a:xfrm>
            <a:off x="40391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8" name="F2_precision_recall_distributions_4382">
            <a:extLst>
              <a:ext uri="{FF2B5EF4-FFF2-40B4-BE49-F238E27FC236}">
                <a16:creationId xmlns:a16="http://schemas.microsoft.com/office/drawing/2014/main" id="{CABD3012-589B-4C94-8855-101FDD9316D5}"/>
              </a:ext>
            </a:extLst>
          </p:cNvPr>
          <p:cNvSpPr>
            <a:spLocks noGrp="1"/>
          </p:cNvSpPr>
          <p:nvPr/>
        </p:nvSpPr>
        <p:spPr>
          <a:xfrm>
            <a:off x="4200242" y="36904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9" name="F2_precision_recall_distributions_4383">
            <a:extLst>
              <a:ext uri="{FF2B5EF4-FFF2-40B4-BE49-F238E27FC236}">
                <a16:creationId xmlns:a16="http://schemas.microsoft.com/office/drawing/2014/main" id="{5198E1E5-CDAC-4769-B60A-A1C7A0C15C48}"/>
              </a:ext>
            </a:extLst>
          </p:cNvPr>
          <p:cNvSpPr>
            <a:spLocks noGrp="1"/>
          </p:cNvSpPr>
          <p:nvPr/>
        </p:nvSpPr>
        <p:spPr>
          <a:xfrm>
            <a:off x="4320267" y="3705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0" name="F2_precision_recall_distributions_4384">
            <a:extLst>
              <a:ext uri="{FF2B5EF4-FFF2-40B4-BE49-F238E27FC236}">
                <a16:creationId xmlns:a16="http://schemas.microsoft.com/office/drawing/2014/main" id="{BC0D6F5C-75EA-4116-89C7-043598E82811}"/>
              </a:ext>
            </a:extLst>
          </p:cNvPr>
          <p:cNvSpPr>
            <a:spLocks noGrp="1"/>
          </p:cNvSpPr>
          <p:nvPr/>
        </p:nvSpPr>
        <p:spPr>
          <a:xfrm>
            <a:off x="4060023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1" name="F2_precision_recall_distributions_4385">
            <a:extLst>
              <a:ext uri="{FF2B5EF4-FFF2-40B4-BE49-F238E27FC236}">
                <a16:creationId xmlns:a16="http://schemas.microsoft.com/office/drawing/2014/main" id="{6DF9F1D3-8EAF-476C-80DB-B156DACD8A42}"/>
              </a:ext>
            </a:extLst>
          </p:cNvPr>
          <p:cNvSpPr>
            <a:spLocks noGrp="1"/>
          </p:cNvSpPr>
          <p:nvPr/>
        </p:nvSpPr>
        <p:spPr>
          <a:xfrm>
            <a:off x="4024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2" name="F2_precision_recall_distributions_4386">
            <a:extLst>
              <a:ext uri="{FF2B5EF4-FFF2-40B4-BE49-F238E27FC236}">
                <a16:creationId xmlns:a16="http://schemas.microsoft.com/office/drawing/2014/main" id="{DECA4E94-80D2-4BA8-BE9E-CB8399CF9E07}"/>
              </a:ext>
            </a:extLst>
          </p:cNvPr>
          <p:cNvSpPr>
            <a:spLocks noGrp="1"/>
          </p:cNvSpPr>
          <p:nvPr/>
        </p:nvSpPr>
        <p:spPr>
          <a:xfrm>
            <a:off x="4028306" y="3691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3" name="F2_precision_recall_distributions_4387">
            <a:extLst>
              <a:ext uri="{FF2B5EF4-FFF2-40B4-BE49-F238E27FC236}">
                <a16:creationId xmlns:a16="http://schemas.microsoft.com/office/drawing/2014/main" id="{3660EBF1-787F-41F0-B6C4-ADD7DE7F3031}"/>
              </a:ext>
            </a:extLst>
          </p:cNvPr>
          <p:cNvSpPr>
            <a:spLocks noGrp="1"/>
          </p:cNvSpPr>
          <p:nvPr/>
        </p:nvSpPr>
        <p:spPr>
          <a:xfrm>
            <a:off x="4203812" y="3703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4" name="F2_precision_recall_distributions_4388">
            <a:extLst>
              <a:ext uri="{FF2B5EF4-FFF2-40B4-BE49-F238E27FC236}">
                <a16:creationId xmlns:a16="http://schemas.microsoft.com/office/drawing/2014/main" id="{2AB3F06C-026D-4CA1-8371-6E5ECCE23FAC}"/>
              </a:ext>
            </a:extLst>
          </p:cNvPr>
          <p:cNvSpPr>
            <a:spLocks noGrp="1"/>
          </p:cNvSpPr>
          <p:nvPr/>
        </p:nvSpPr>
        <p:spPr>
          <a:xfrm>
            <a:off x="4197780" y="36605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5" name="F2_precision_recall_distributions_4389">
            <a:extLst>
              <a:ext uri="{FF2B5EF4-FFF2-40B4-BE49-F238E27FC236}">
                <a16:creationId xmlns:a16="http://schemas.microsoft.com/office/drawing/2014/main" id="{843B55BA-A641-43DB-8FC9-5053CA18275E}"/>
              </a:ext>
            </a:extLst>
          </p:cNvPr>
          <p:cNvSpPr>
            <a:spLocks noGrp="1"/>
          </p:cNvSpPr>
          <p:nvPr/>
        </p:nvSpPr>
        <p:spPr>
          <a:xfrm>
            <a:off x="43248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6" name="F2_precision_recall_distributions_4390">
            <a:extLst>
              <a:ext uri="{FF2B5EF4-FFF2-40B4-BE49-F238E27FC236}">
                <a16:creationId xmlns:a16="http://schemas.microsoft.com/office/drawing/2014/main" id="{87C33082-D0ED-49DB-A0DE-29222C97D563}"/>
              </a:ext>
            </a:extLst>
          </p:cNvPr>
          <p:cNvSpPr>
            <a:spLocks noGrp="1"/>
          </p:cNvSpPr>
          <p:nvPr/>
        </p:nvSpPr>
        <p:spPr>
          <a:xfrm>
            <a:off x="420830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7" name="F2_precision_recall_distributions_4391">
            <a:extLst>
              <a:ext uri="{FF2B5EF4-FFF2-40B4-BE49-F238E27FC236}">
                <a16:creationId xmlns:a16="http://schemas.microsoft.com/office/drawing/2014/main" id="{2C07450A-795A-41F5-9474-16ADA342955A}"/>
              </a:ext>
            </a:extLst>
          </p:cNvPr>
          <p:cNvSpPr>
            <a:spLocks noGrp="1"/>
          </p:cNvSpPr>
          <p:nvPr/>
        </p:nvSpPr>
        <p:spPr>
          <a:xfrm>
            <a:off x="4036287" y="36976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8" name="F2_precision_recall_distributions_4392">
            <a:extLst>
              <a:ext uri="{FF2B5EF4-FFF2-40B4-BE49-F238E27FC236}">
                <a16:creationId xmlns:a16="http://schemas.microsoft.com/office/drawing/2014/main" id="{ECB5B9FD-FA16-436A-80E0-FBB1980E84A2}"/>
              </a:ext>
            </a:extLst>
          </p:cNvPr>
          <p:cNvSpPr>
            <a:spLocks noGrp="1"/>
          </p:cNvSpPr>
          <p:nvPr/>
        </p:nvSpPr>
        <p:spPr>
          <a:xfrm>
            <a:off x="40003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9" name="F2_precision_recall_distributions_4393">
            <a:extLst>
              <a:ext uri="{FF2B5EF4-FFF2-40B4-BE49-F238E27FC236}">
                <a16:creationId xmlns:a16="http://schemas.microsoft.com/office/drawing/2014/main" id="{296CE83F-DE8C-41DF-A6FC-D4961EE750D3}"/>
              </a:ext>
            </a:extLst>
          </p:cNvPr>
          <p:cNvSpPr>
            <a:spLocks noGrp="1"/>
          </p:cNvSpPr>
          <p:nvPr/>
        </p:nvSpPr>
        <p:spPr>
          <a:xfrm>
            <a:off x="4068460" y="3708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0" name="F2_precision_recall_distributions_4394">
            <a:extLst>
              <a:ext uri="{FF2B5EF4-FFF2-40B4-BE49-F238E27FC236}">
                <a16:creationId xmlns:a16="http://schemas.microsoft.com/office/drawing/2014/main" id="{25AD20D5-497E-42CC-BBBE-31A1323B5193}"/>
              </a:ext>
            </a:extLst>
          </p:cNvPr>
          <p:cNvSpPr>
            <a:spLocks noGrp="1"/>
          </p:cNvSpPr>
          <p:nvPr/>
        </p:nvSpPr>
        <p:spPr>
          <a:xfrm>
            <a:off x="41110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1" name="F2_precision_recall_distributions_4395">
            <a:extLst>
              <a:ext uri="{FF2B5EF4-FFF2-40B4-BE49-F238E27FC236}">
                <a16:creationId xmlns:a16="http://schemas.microsoft.com/office/drawing/2014/main" id="{2AA71DE3-80EB-4890-BE4D-D045E9A5B87D}"/>
              </a:ext>
            </a:extLst>
          </p:cNvPr>
          <p:cNvSpPr>
            <a:spLocks noGrp="1"/>
          </p:cNvSpPr>
          <p:nvPr/>
        </p:nvSpPr>
        <p:spPr>
          <a:xfrm>
            <a:off x="4265677" y="37037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2" name="F2_precision_recall_distributions_4396">
            <a:extLst>
              <a:ext uri="{FF2B5EF4-FFF2-40B4-BE49-F238E27FC236}">
                <a16:creationId xmlns:a16="http://schemas.microsoft.com/office/drawing/2014/main" id="{79FB3885-215B-46C3-A466-BF0DCA29EEB7}"/>
              </a:ext>
            </a:extLst>
          </p:cNvPr>
          <p:cNvSpPr>
            <a:spLocks noGrp="1"/>
          </p:cNvSpPr>
          <p:nvPr/>
        </p:nvSpPr>
        <p:spPr>
          <a:xfrm>
            <a:off x="40276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3" name="F2_precision_recall_distributions_4397">
            <a:extLst>
              <a:ext uri="{FF2B5EF4-FFF2-40B4-BE49-F238E27FC236}">
                <a16:creationId xmlns:a16="http://schemas.microsoft.com/office/drawing/2014/main" id="{B8CDD48C-F5E4-4C91-B0CC-3D9E60737F3D}"/>
              </a:ext>
            </a:extLst>
          </p:cNvPr>
          <p:cNvSpPr>
            <a:spLocks noGrp="1"/>
          </p:cNvSpPr>
          <p:nvPr/>
        </p:nvSpPr>
        <p:spPr>
          <a:xfrm>
            <a:off x="4197403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4" name="F2_precision_recall_distributions_4398">
            <a:extLst>
              <a:ext uri="{FF2B5EF4-FFF2-40B4-BE49-F238E27FC236}">
                <a16:creationId xmlns:a16="http://schemas.microsoft.com/office/drawing/2014/main" id="{957ADE55-A8C8-4B86-8D8C-CE641CC3D924}"/>
              </a:ext>
            </a:extLst>
          </p:cNvPr>
          <p:cNvSpPr>
            <a:spLocks noGrp="1"/>
          </p:cNvSpPr>
          <p:nvPr/>
        </p:nvSpPr>
        <p:spPr>
          <a:xfrm>
            <a:off x="41440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5" name="F2_precision_recall_distributions_4399">
            <a:extLst>
              <a:ext uri="{FF2B5EF4-FFF2-40B4-BE49-F238E27FC236}">
                <a16:creationId xmlns:a16="http://schemas.microsoft.com/office/drawing/2014/main" id="{251FAA2F-9C8D-4D0F-8147-D64401207775}"/>
              </a:ext>
            </a:extLst>
          </p:cNvPr>
          <p:cNvSpPr>
            <a:spLocks noGrp="1"/>
          </p:cNvSpPr>
          <p:nvPr/>
        </p:nvSpPr>
        <p:spPr>
          <a:xfrm>
            <a:off x="4047883" y="3700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6" name="F2_precision_recall_distributions_4400">
            <a:extLst>
              <a:ext uri="{FF2B5EF4-FFF2-40B4-BE49-F238E27FC236}">
                <a16:creationId xmlns:a16="http://schemas.microsoft.com/office/drawing/2014/main" id="{9122AE69-DF6C-47AB-A5AE-0445E33EFDEA}"/>
              </a:ext>
            </a:extLst>
          </p:cNvPr>
          <p:cNvSpPr>
            <a:spLocks noGrp="1"/>
          </p:cNvSpPr>
          <p:nvPr/>
        </p:nvSpPr>
        <p:spPr>
          <a:xfrm>
            <a:off x="406397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7" name="F2_precision_recall_distributions_4401">
            <a:extLst>
              <a:ext uri="{FF2B5EF4-FFF2-40B4-BE49-F238E27FC236}">
                <a16:creationId xmlns:a16="http://schemas.microsoft.com/office/drawing/2014/main" id="{31077133-8739-41FC-82FC-0C996E487A0E}"/>
              </a:ext>
            </a:extLst>
          </p:cNvPr>
          <p:cNvSpPr>
            <a:spLocks noGrp="1"/>
          </p:cNvSpPr>
          <p:nvPr/>
        </p:nvSpPr>
        <p:spPr>
          <a:xfrm>
            <a:off x="4097056" y="3438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8" name="F2_precision_recall_distributions_4402">
            <a:extLst>
              <a:ext uri="{FF2B5EF4-FFF2-40B4-BE49-F238E27FC236}">
                <a16:creationId xmlns:a16="http://schemas.microsoft.com/office/drawing/2014/main" id="{42A289FF-8EEA-45F3-84A1-CDD66D6B50F7}"/>
              </a:ext>
            </a:extLst>
          </p:cNvPr>
          <p:cNvSpPr>
            <a:spLocks noGrp="1"/>
          </p:cNvSpPr>
          <p:nvPr/>
        </p:nvSpPr>
        <p:spPr>
          <a:xfrm>
            <a:off x="4305189" y="354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9" name="F2_precision_recall_distributions_4403">
            <a:extLst>
              <a:ext uri="{FF2B5EF4-FFF2-40B4-BE49-F238E27FC236}">
                <a16:creationId xmlns:a16="http://schemas.microsoft.com/office/drawing/2014/main" id="{3F912EDE-9DA9-4140-A725-E95F26FD8272}"/>
              </a:ext>
            </a:extLst>
          </p:cNvPr>
          <p:cNvSpPr>
            <a:spLocks noGrp="1"/>
          </p:cNvSpPr>
          <p:nvPr/>
        </p:nvSpPr>
        <p:spPr>
          <a:xfrm>
            <a:off x="42928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0" name="F2_precision_recall_distributions_4404">
            <a:extLst>
              <a:ext uri="{FF2B5EF4-FFF2-40B4-BE49-F238E27FC236}">
                <a16:creationId xmlns:a16="http://schemas.microsoft.com/office/drawing/2014/main" id="{8085066D-E18D-43BB-938A-DA76D7001DCC}"/>
              </a:ext>
            </a:extLst>
          </p:cNvPr>
          <p:cNvSpPr>
            <a:spLocks noGrp="1"/>
          </p:cNvSpPr>
          <p:nvPr/>
        </p:nvSpPr>
        <p:spPr>
          <a:xfrm>
            <a:off x="41873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1" name="F2_precision_recall_distributions_4405">
            <a:extLst>
              <a:ext uri="{FF2B5EF4-FFF2-40B4-BE49-F238E27FC236}">
                <a16:creationId xmlns:a16="http://schemas.microsoft.com/office/drawing/2014/main" id="{0FF177B6-77FB-4DE1-90A3-A94F344A8E23}"/>
              </a:ext>
            </a:extLst>
          </p:cNvPr>
          <p:cNvSpPr>
            <a:spLocks noGrp="1"/>
          </p:cNvSpPr>
          <p:nvPr/>
        </p:nvSpPr>
        <p:spPr>
          <a:xfrm>
            <a:off x="4066149" y="3702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2" name="F2_precision_recall_distributions_4406">
            <a:extLst>
              <a:ext uri="{FF2B5EF4-FFF2-40B4-BE49-F238E27FC236}">
                <a16:creationId xmlns:a16="http://schemas.microsoft.com/office/drawing/2014/main" id="{F53FFC7B-B43E-4E93-809E-E4AC7F60DA87}"/>
              </a:ext>
            </a:extLst>
          </p:cNvPr>
          <p:cNvSpPr>
            <a:spLocks noGrp="1"/>
          </p:cNvSpPr>
          <p:nvPr/>
        </p:nvSpPr>
        <p:spPr>
          <a:xfrm>
            <a:off x="4219161" y="3646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3" name="F2_precision_recall_distributions_4407">
            <a:extLst>
              <a:ext uri="{FF2B5EF4-FFF2-40B4-BE49-F238E27FC236}">
                <a16:creationId xmlns:a16="http://schemas.microsoft.com/office/drawing/2014/main" id="{BA473062-ACCB-40B5-B10F-418ADF3FD3E6}"/>
              </a:ext>
            </a:extLst>
          </p:cNvPr>
          <p:cNvSpPr>
            <a:spLocks noGrp="1"/>
          </p:cNvSpPr>
          <p:nvPr/>
        </p:nvSpPr>
        <p:spPr>
          <a:xfrm>
            <a:off x="4299720" y="3691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4" name="F2_precision_recall_distributions_4408">
            <a:extLst>
              <a:ext uri="{FF2B5EF4-FFF2-40B4-BE49-F238E27FC236}">
                <a16:creationId xmlns:a16="http://schemas.microsoft.com/office/drawing/2014/main" id="{9B0CD696-079A-4855-89D6-4E5285E1AB03}"/>
              </a:ext>
            </a:extLst>
          </p:cNvPr>
          <p:cNvSpPr>
            <a:spLocks noGrp="1"/>
          </p:cNvSpPr>
          <p:nvPr/>
        </p:nvSpPr>
        <p:spPr>
          <a:xfrm>
            <a:off x="4170400" y="36913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5" name="F2_precision_recall_distributions_4409">
            <a:extLst>
              <a:ext uri="{FF2B5EF4-FFF2-40B4-BE49-F238E27FC236}">
                <a16:creationId xmlns:a16="http://schemas.microsoft.com/office/drawing/2014/main" id="{063BFD29-CCB5-4D14-982C-EAC5A3E337DA}"/>
              </a:ext>
            </a:extLst>
          </p:cNvPr>
          <p:cNvSpPr>
            <a:spLocks noGrp="1"/>
          </p:cNvSpPr>
          <p:nvPr/>
        </p:nvSpPr>
        <p:spPr>
          <a:xfrm>
            <a:off x="4055937" y="36952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6" name="F2_precision_recall_distributions_4410">
            <a:extLst>
              <a:ext uri="{FF2B5EF4-FFF2-40B4-BE49-F238E27FC236}">
                <a16:creationId xmlns:a16="http://schemas.microsoft.com/office/drawing/2014/main" id="{BD12DF22-4606-4DD3-A046-9708C534FF96}"/>
              </a:ext>
            </a:extLst>
          </p:cNvPr>
          <p:cNvSpPr>
            <a:spLocks noGrp="1"/>
          </p:cNvSpPr>
          <p:nvPr/>
        </p:nvSpPr>
        <p:spPr>
          <a:xfrm>
            <a:off x="42616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7" name="F2_precision_recall_distributions_4411">
            <a:extLst>
              <a:ext uri="{FF2B5EF4-FFF2-40B4-BE49-F238E27FC236}">
                <a16:creationId xmlns:a16="http://schemas.microsoft.com/office/drawing/2014/main" id="{8F0B3B59-0088-4766-BEBD-478ED85731E1}"/>
              </a:ext>
            </a:extLst>
          </p:cNvPr>
          <p:cNvSpPr>
            <a:spLocks noGrp="1"/>
          </p:cNvSpPr>
          <p:nvPr/>
        </p:nvSpPr>
        <p:spPr>
          <a:xfrm>
            <a:off x="4278741" y="37041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8" name="F2_precision_recall_distributions_4412">
            <a:extLst>
              <a:ext uri="{FF2B5EF4-FFF2-40B4-BE49-F238E27FC236}">
                <a16:creationId xmlns:a16="http://schemas.microsoft.com/office/drawing/2014/main" id="{84BB9D27-B500-4845-9040-6FBD71645224}"/>
              </a:ext>
            </a:extLst>
          </p:cNvPr>
          <p:cNvSpPr>
            <a:spLocks noGrp="1"/>
          </p:cNvSpPr>
          <p:nvPr/>
        </p:nvSpPr>
        <p:spPr>
          <a:xfrm>
            <a:off x="4102731" y="37026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9" name="F2_precision_recall_distributions_4413">
            <a:extLst>
              <a:ext uri="{FF2B5EF4-FFF2-40B4-BE49-F238E27FC236}">
                <a16:creationId xmlns:a16="http://schemas.microsoft.com/office/drawing/2014/main" id="{D1BF7DFA-CE20-44ED-B448-4314A0EC160E}"/>
              </a:ext>
            </a:extLst>
          </p:cNvPr>
          <p:cNvSpPr>
            <a:spLocks noGrp="1"/>
          </p:cNvSpPr>
          <p:nvPr/>
        </p:nvSpPr>
        <p:spPr>
          <a:xfrm>
            <a:off x="42210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0" name="F2_precision_recall_distributions_4414">
            <a:extLst>
              <a:ext uri="{FF2B5EF4-FFF2-40B4-BE49-F238E27FC236}">
                <a16:creationId xmlns:a16="http://schemas.microsoft.com/office/drawing/2014/main" id="{CD2F0A1A-AD48-43CF-813E-E5D27813487C}"/>
              </a:ext>
            </a:extLst>
          </p:cNvPr>
          <p:cNvSpPr>
            <a:spLocks noGrp="1"/>
          </p:cNvSpPr>
          <p:nvPr/>
        </p:nvSpPr>
        <p:spPr>
          <a:xfrm>
            <a:off x="40425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1" name="F2_precision_recall_distributions_4415">
            <a:extLst>
              <a:ext uri="{FF2B5EF4-FFF2-40B4-BE49-F238E27FC236}">
                <a16:creationId xmlns:a16="http://schemas.microsoft.com/office/drawing/2014/main" id="{7E30D78A-94AF-4355-80A2-E39B8AFE7BE7}"/>
              </a:ext>
            </a:extLst>
          </p:cNvPr>
          <p:cNvSpPr>
            <a:spLocks noGrp="1"/>
          </p:cNvSpPr>
          <p:nvPr/>
        </p:nvSpPr>
        <p:spPr>
          <a:xfrm>
            <a:off x="4294635" y="36538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2" name="F2_precision_recall_distributions_4416">
            <a:extLst>
              <a:ext uri="{FF2B5EF4-FFF2-40B4-BE49-F238E27FC236}">
                <a16:creationId xmlns:a16="http://schemas.microsoft.com/office/drawing/2014/main" id="{F5B27760-9600-4AC0-A86E-FEC5C84C2A3A}"/>
              </a:ext>
            </a:extLst>
          </p:cNvPr>
          <p:cNvSpPr>
            <a:spLocks noGrp="1"/>
          </p:cNvSpPr>
          <p:nvPr/>
        </p:nvSpPr>
        <p:spPr>
          <a:xfrm>
            <a:off x="43102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3" name="F2_precision_recall_distributions_4417">
            <a:extLst>
              <a:ext uri="{FF2B5EF4-FFF2-40B4-BE49-F238E27FC236}">
                <a16:creationId xmlns:a16="http://schemas.microsoft.com/office/drawing/2014/main" id="{E4E08968-7EA3-4E25-8BCB-C2536147C25B}"/>
              </a:ext>
            </a:extLst>
          </p:cNvPr>
          <p:cNvSpPr>
            <a:spLocks noGrp="1"/>
          </p:cNvSpPr>
          <p:nvPr/>
        </p:nvSpPr>
        <p:spPr>
          <a:xfrm>
            <a:off x="41383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4" name="F2_precision_recall_distributions_4418">
            <a:extLst>
              <a:ext uri="{FF2B5EF4-FFF2-40B4-BE49-F238E27FC236}">
                <a16:creationId xmlns:a16="http://schemas.microsoft.com/office/drawing/2014/main" id="{167B5B08-13AD-4F07-A5A3-0F3FCE04C6B6}"/>
              </a:ext>
            </a:extLst>
          </p:cNvPr>
          <p:cNvSpPr>
            <a:spLocks noGrp="1"/>
          </p:cNvSpPr>
          <p:nvPr/>
        </p:nvSpPr>
        <p:spPr>
          <a:xfrm>
            <a:off x="4219660" y="36211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5" name="F2_precision_recall_distributions_4419">
            <a:extLst>
              <a:ext uri="{FF2B5EF4-FFF2-40B4-BE49-F238E27FC236}">
                <a16:creationId xmlns:a16="http://schemas.microsoft.com/office/drawing/2014/main" id="{6B6FD6FF-3263-467E-AB9C-6CC7AEEF7F84}"/>
              </a:ext>
            </a:extLst>
          </p:cNvPr>
          <p:cNvSpPr>
            <a:spLocks noGrp="1"/>
          </p:cNvSpPr>
          <p:nvPr/>
        </p:nvSpPr>
        <p:spPr>
          <a:xfrm>
            <a:off x="41776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6" name="F2_precision_recall_distributions_4420">
            <a:extLst>
              <a:ext uri="{FF2B5EF4-FFF2-40B4-BE49-F238E27FC236}">
                <a16:creationId xmlns:a16="http://schemas.microsoft.com/office/drawing/2014/main" id="{FF7B399F-1BC2-4BCB-B707-757B2A9AE825}"/>
              </a:ext>
            </a:extLst>
          </p:cNvPr>
          <p:cNvSpPr>
            <a:spLocks noGrp="1"/>
          </p:cNvSpPr>
          <p:nvPr/>
        </p:nvSpPr>
        <p:spPr>
          <a:xfrm>
            <a:off x="428020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7" name="F2_precision_recall_distributions_4421">
            <a:extLst>
              <a:ext uri="{FF2B5EF4-FFF2-40B4-BE49-F238E27FC236}">
                <a16:creationId xmlns:a16="http://schemas.microsoft.com/office/drawing/2014/main" id="{3E2A9A68-EA31-4FAF-8A8F-B6083A56977F}"/>
              </a:ext>
            </a:extLst>
          </p:cNvPr>
          <p:cNvSpPr>
            <a:spLocks noGrp="1"/>
          </p:cNvSpPr>
          <p:nvPr/>
        </p:nvSpPr>
        <p:spPr>
          <a:xfrm>
            <a:off x="4310791" y="37047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8" name="F2_precision_recall_distributions_4422">
            <a:extLst>
              <a:ext uri="{FF2B5EF4-FFF2-40B4-BE49-F238E27FC236}">
                <a16:creationId xmlns:a16="http://schemas.microsoft.com/office/drawing/2014/main" id="{5CEA5593-A26F-41F4-A195-7677E9D96C00}"/>
              </a:ext>
            </a:extLst>
          </p:cNvPr>
          <p:cNvSpPr>
            <a:spLocks noGrp="1"/>
          </p:cNvSpPr>
          <p:nvPr/>
        </p:nvSpPr>
        <p:spPr>
          <a:xfrm>
            <a:off x="4115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9" name="F2_precision_recall_distributions_4423">
            <a:extLst>
              <a:ext uri="{FF2B5EF4-FFF2-40B4-BE49-F238E27FC236}">
                <a16:creationId xmlns:a16="http://schemas.microsoft.com/office/drawing/2014/main" id="{6649EC3B-CE29-4169-A6FB-C6971ECA0748}"/>
              </a:ext>
            </a:extLst>
          </p:cNvPr>
          <p:cNvSpPr>
            <a:spLocks noGrp="1"/>
          </p:cNvSpPr>
          <p:nvPr/>
        </p:nvSpPr>
        <p:spPr>
          <a:xfrm>
            <a:off x="40910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0" name="F2_precision_recall_distributions_4424">
            <a:extLst>
              <a:ext uri="{FF2B5EF4-FFF2-40B4-BE49-F238E27FC236}">
                <a16:creationId xmlns:a16="http://schemas.microsoft.com/office/drawing/2014/main" id="{F6862027-61EE-49CB-9F97-0D773970B5A0}"/>
              </a:ext>
            </a:extLst>
          </p:cNvPr>
          <p:cNvSpPr>
            <a:spLocks noGrp="1"/>
          </p:cNvSpPr>
          <p:nvPr/>
        </p:nvSpPr>
        <p:spPr>
          <a:xfrm>
            <a:off x="41708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1" name="F2_precision_recall_distributions_4425">
            <a:extLst>
              <a:ext uri="{FF2B5EF4-FFF2-40B4-BE49-F238E27FC236}">
                <a16:creationId xmlns:a16="http://schemas.microsoft.com/office/drawing/2014/main" id="{3BE9DFB9-F5B3-4441-BBF0-B2E90A5FEBBE}"/>
              </a:ext>
            </a:extLst>
          </p:cNvPr>
          <p:cNvSpPr>
            <a:spLocks noGrp="1"/>
          </p:cNvSpPr>
          <p:nvPr/>
        </p:nvSpPr>
        <p:spPr>
          <a:xfrm>
            <a:off x="4287016" y="36727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2" name="F2_precision_recall_distributions_4426">
            <a:extLst>
              <a:ext uri="{FF2B5EF4-FFF2-40B4-BE49-F238E27FC236}">
                <a16:creationId xmlns:a16="http://schemas.microsoft.com/office/drawing/2014/main" id="{A77FDE5F-85B6-4FF7-9891-AB9EE2E8C21B}"/>
              </a:ext>
            </a:extLst>
          </p:cNvPr>
          <p:cNvSpPr>
            <a:spLocks noGrp="1"/>
          </p:cNvSpPr>
          <p:nvPr/>
        </p:nvSpPr>
        <p:spPr>
          <a:xfrm>
            <a:off x="43484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3" name="F2_precision_recall_distributions_4427">
            <a:extLst>
              <a:ext uri="{FF2B5EF4-FFF2-40B4-BE49-F238E27FC236}">
                <a16:creationId xmlns:a16="http://schemas.microsoft.com/office/drawing/2014/main" id="{A364BC9D-8E30-4680-B470-0DD76978FED6}"/>
              </a:ext>
            </a:extLst>
          </p:cNvPr>
          <p:cNvSpPr>
            <a:spLocks noGrp="1"/>
          </p:cNvSpPr>
          <p:nvPr/>
        </p:nvSpPr>
        <p:spPr>
          <a:xfrm>
            <a:off x="42996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4" name="F2_precision_recall_distributions_4428">
            <a:extLst>
              <a:ext uri="{FF2B5EF4-FFF2-40B4-BE49-F238E27FC236}">
                <a16:creationId xmlns:a16="http://schemas.microsoft.com/office/drawing/2014/main" id="{6BAF5EAD-9E1C-462E-9CAD-B59F60DEDC2B}"/>
              </a:ext>
            </a:extLst>
          </p:cNvPr>
          <p:cNvSpPr>
            <a:spLocks noGrp="1"/>
          </p:cNvSpPr>
          <p:nvPr/>
        </p:nvSpPr>
        <p:spPr>
          <a:xfrm>
            <a:off x="4249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5" name="F2_precision_recall_distributions_4429">
            <a:extLst>
              <a:ext uri="{FF2B5EF4-FFF2-40B4-BE49-F238E27FC236}">
                <a16:creationId xmlns:a16="http://schemas.microsoft.com/office/drawing/2014/main" id="{30C18A8C-8B59-4AF6-91C4-F0741EA1132A}"/>
              </a:ext>
            </a:extLst>
          </p:cNvPr>
          <p:cNvSpPr>
            <a:spLocks noGrp="1"/>
          </p:cNvSpPr>
          <p:nvPr/>
        </p:nvSpPr>
        <p:spPr>
          <a:xfrm>
            <a:off x="41692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6" name="F2_precision_recall_distributions_4430">
            <a:extLst>
              <a:ext uri="{FF2B5EF4-FFF2-40B4-BE49-F238E27FC236}">
                <a16:creationId xmlns:a16="http://schemas.microsoft.com/office/drawing/2014/main" id="{C411B0E5-1665-44B6-A3A0-117032B5BC6B}"/>
              </a:ext>
            </a:extLst>
          </p:cNvPr>
          <p:cNvSpPr>
            <a:spLocks noGrp="1"/>
          </p:cNvSpPr>
          <p:nvPr/>
        </p:nvSpPr>
        <p:spPr>
          <a:xfrm>
            <a:off x="42266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7" name="F2_precision_recall_distributions_4431">
            <a:extLst>
              <a:ext uri="{FF2B5EF4-FFF2-40B4-BE49-F238E27FC236}">
                <a16:creationId xmlns:a16="http://schemas.microsoft.com/office/drawing/2014/main" id="{953FE711-730C-4D2A-BCFE-B59F14ED1BF7}"/>
              </a:ext>
            </a:extLst>
          </p:cNvPr>
          <p:cNvSpPr>
            <a:spLocks noGrp="1"/>
          </p:cNvSpPr>
          <p:nvPr/>
        </p:nvSpPr>
        <p:spPr>
          <a:xfrm>
            <a:off x="4125518" y="3708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8" name="F2_precision_recall_distributions_4432">
            <a:extLst>
              <a:ext uri="{FF2B5EF4-FFF2-40B4-BE49-F238E27FC236}">
                <a16:creationId xmlns:a16="http://schemas.microsoft.com/office/drawing/2014/main" id="{3C1C5FAB-C40C-43D4-9E8A-6E2E19407F76}"/>
              </a:ext>
            </a:extLst>
          </p:cNvPr>
          <p:cNvSpPr>
            <a:spLocks noGrp="1"/>
          </p:cNvSpPr>
          <p:nvPr/>
        </p:nvSpPr>
        <p:spPr>
          <a:xfrm>
            <a:off x="39968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9" name="F2_precision_recall_distributions_4433">
            <a:extLst>
              <a:ext uri="{FF2B5EF4-FFF2-40B4-BE49-F238E27FC236}">
                <a16:creationId xmlns:a16="http://schemas.microsoft.com/office/drawing/2014/main" id="{D77CE493-EDB7-4CE3-B319-A4124C3BAEC6}"/>
              </a:ext>
            </a:extLst>
          </p:cNvPr>
          <p:cNvSpPr>
            <a:spLocks noGrp="1"/>
          </p:cNvSpPr>
          <p:nvPr/>
        </p:nvSpPr>
        <p:spPr>
          <a:xfrm>
            <a:off x="4331734" y="370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0" name="F2_precision_recall_distributions_4434">
            <a:extLst>
              <a:ext uri="{FF2B5EF4-FFF2-40B4-BE49-F238E27FC236}">
                <a16:creationId xmlns:a16="http://schemas.microsoft.com/office/drawing/2014/main" id="{814FC2E9-613A-41CC-9BAA-3E57997D4F42}"/>
              </a:ext>
            </a:extLst>
          </p:cNvPr>
          <p:cNvSpPr>
            <a:spLocks noGrp="1"/>
          </p:cNvSpPr>
          <p:nvPr/>
        </p:nvSpPr>
        <p:spPr>
          <a:xfrm>
            <a:off x="4007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1" name="F2_precision_recall_distributions_4435">
            <a:extLst>
              <a:ext uri="{FF2B5EF4-FFF2-40B4-BE49-F238E27FC236}">
                <a16:creationId xmlns:a16="http://schemas.microsoft.com/office/drawing/2014/main" id="{0F5FA718-E9F4-4431-872D-355C4CC7E1F1}"/>
              </a:ext>
            </a:extLst>
          </p:cNvPr>
          <p:cNvSpPr>
            <a:spLocks noGrp="1"/>
          </p:cNvSpPr>
          <p:nvPr/>
        </p:nvSpPr>
        <p:spPr>
          <a:xfrm>
            <a:off x="4238641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2" name="F2_precision_recall_distributions_4436">
            <a:extLst>
              <a:ext uri="{FF2B5EF4-FFF2-40B4-BE49-F238E27FC236}">
                <a16:creationId xmlns:a16="http://schemas.microsoft.com/office/drawing/2014/main" id="{255E9B20-A3D3-4BF6-956D-4FCAA6405099}"/>
              </a:ext>
            </a:extLst>
          </p:cNvPr>
          <p:cNvSpPr>
            <a:spLocks noGrp="1"/>
          </p:cNvSpPr>
          <p:nvPr/>
        </p:nvSpPr>
        <p:spPr>
          <a:xfrm>
            <a:off x="4304334" y="36785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3" name="F2_precision_recall_distributions_4437">
            <a:extLst>
              <a:ext uri="{FF2B5EF4-FFF2-40B4-BE49-F238E27FC236}">
                <a16:creationId xmlns:a16="http://schemas.microsoft.com/office/drawing/2014/main" id="{18D9AF91-49EA-4BD8-9045-A7BAC9B7B710}"/>
              </a:ext>
            </a:extLst>
          </p:cNvPr>
          <p:cNvSpPr>
            <a:spLocks noGrp="1"/>
          </p:cNvSpPr>
          <p:nvPr/>
        </p:nvSpPr>
        <p:spPr>
          <a:xfrm>
            <a:off x="4127696" y="36333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4" name="F2_precision_recall_distributions_4438">
            <a:extLst>
              <a:ext uri="{FF2B5EF4-FFF2-40B4-BE49-F238E27FC236}">
                <a16:creationId xmlns:a16="http://schemas.microsoft.com/office/drawing/2014/main" id="{01906E1F-BC2E-4D0A-8DAB-C6A511C56601}"/>
              </a:ext>
            </a:extLst>
          </p:cNvPr>
          <p:cNvSpPr>
            <a:spLocks noGrp="1"/>
          </p:cNvSpPr>
          <p:nvPr/>
        </p:nvSpPr>
        <p:spPr>
          <a:xfrm>
            <a:off x="4285999" y="3705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5" name="F2_precision_recall_distributions_4439">
            <a:extLst>
              <a:ext uri="{FF2B5EF4-FFF2-40B4-BE49-F238E27FC236}">
                <a16:creationId xmlns:a16="http://schemas.microsoft.com/office/drawing/2014/main" id="{2A30AB82-4E7B-46A1-8F2B-B4F0E14353CC}"/>
              </a:ext>
            </a:extLst>
          </p:cNvPr>
          <p:cNvSpPr>
            <a:spLocks noGrp="1"/>
          </p:cNvSpPr>
          <p:nvPr/>
        </p:nvSpPr>
        <p:spPr>
          <a:xfrm>
            <a:off x="4041322" y="37082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6" name="F2_precision_recall_distributions_4440">
            <a:extLst>
              <a:ext uri="{FF2B5EF4-FFF2-40B4-BE49-F238E27FC236}">
                <a16:creationId xmlns:a16="http://schemas.microsoft.com/office/drawing/2014/main" id="{CFEFC970-1C7E-4EBB-ABC2-FFA34782D376}"/>
              </a:ext>
            </a:extLst>
          </p:cNvPr>
          <p:cNvSpPr>
            <a:spLocks noGrp="1"/>
          </p:cNvSpPr>
          <p:nvPr/>
        </p:nvSpPr>
        <p:spPr>
          <a:xfrm>
            <a:off x="4133379" y="36700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7" name="F2_precision_recall_distributions_4441">
            <a:extLst>
              <a:ext uri="{FF2B5EF4-FFF2-40B4-BE49-F238E27FC236}">
                <a16:creationId xmlns:a16="http://schemas.microsoft.com/office/drawing/2014/main" id="{D5A747B3-8863-45D5-9F85-5AD05CD6ADE3}"/>
              </a:ext>
            </a:extLst>
          </p:cNvPr>
          <p:cNvSpPr>
            <a:spLocks noGrp="1"/>
          </p:cNvSpPr>
          <p:nvPr/>
        </p:nvSpPr>
        <p:spPr>
          <a:xfrm>
            <a:off x="43326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8" name="F2_precision_recall_distributions_4442">
            <a:extLst>
              <a:ext uri="{FF2B5EF4-FFF2-40B4-BE49-F238E27FC236}">
                <a16:creationId xmlns:a16="http://schemas.microsoft.com/office/drawing/2014/main" id="{049EB357-708E-4FD4-8BD3-C392DABC4186}"/>
              </a:ext>
            </a:extLst>
          </p:cNvPr>
          <p:cNvSpPr>
            <a:spLocks noGrp="1"/>
          </p:cNvSpPr>
          <p:nvPr/>
        </p:nvSpPr>
        <p:spPr>
          <a:xfrm>
            <a:off x="4186975" y="3664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9" name="F2_precision_recall_distributions_4443">
            <a:extLst>
              <a:ext uri="{FF2B5EF4-FFF2-40B4-BE49-F238E27FC236}">
                <a16:creationId xmlns:a16="http://schemas.microsoft.com/office/drawing/2014/main" id="{1EEEEB84-9882-4238-A591-1F18735D3731}"/>
              </a:ext>
            </a:extLst>
          </p:cNvPr>
          <p:cNvSpPr>
            <a:spLocks noGrp="1"/>
          </p:cNvSpPr>
          <p:nvPr/>
        </p:nvSpPr>
        <p:spPr>
          <a:xfrm>
            <a:off x="432262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0" name="F2_precision_recall_distributions_4444">
            <a:extLst>
              <a:ext uri="{FF2B5EF4-FFF2-40B4-BE49-F238E27FC236}">
                <a16:creationId xmlns:a16="http://schemas.microsoft.com/office/drawing/2014/main" id="{AF3202CD-A569-4CE9-BB55-42C10335F5C9}"/>
              </a:ext>
            </a:extLst>
          </p:cNvPr>
          <p:cNvSpPr>
            <a:spLocks noGrp="1"/>
          </p:cNvSpPr>
          <p:nvPr/>
        </p:nvSpPr>
        <p:spPr>
          <a:xfrm>
            <a:off x="424338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1" name="F2_precision_recall_distributions_4445">
            <a:extLst>
              <a:ext uri="{FF2B5EF4-FFF2-40B4-BE49-F238E27FC236}">
                <a16:creationId xmlns:a16="http://schemas.microsoft.com/office/drawing/2014/main" id="{924593D1-988C-449B-8914-479203193EFE}"/>
              </a:ext>
            </a:extLst>
          </p:cNvPr>
          <p:cNvSpPr>
            <a:spLocks noGrp="1"/>
          </p:cNvSpPr>
          <p:nvPr/>
        </p:nvSpPr>
        <p:spPr>
          <a:xfrm>
            <a:off x="42708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2" name="F2_precision_recall_distributions_4446">
            <a:extLst>
              <a:ext uri="{FF2B5EF4-FFF2-40B4-BE49-F238E27FC236}">
                <a16:creationId xmlns:a16="http://schemas.microsoft.com/office/drawing/2014/main" id="{EF4DCA05-097F-48EA-ACD9-D2F942E61F2E}"/>
              </a:ext>
            </a:extLst>
          </p:cNvPr>
          <p:cNvSpPr>
            <a:spLocks noGrp="1"/>
          </p:cNvSpPr>
          <p:nvPr/>
        </p:nvSpPr>
        <p:spPr>
          <a:xfrm>
            <a:off x="4236167" y="36984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3" name="F2_precision_recall_distributions_4447">
            <a:extLst>
              <a:ext uri="{FF2B5EF4-FFF2-40B4-BE49-F238E27FC236}">
                <a16:creationId xmlns:a16="http://schemas.microsoft.com/office/drawing/2014/main" id="{FBD026CC-E089-4698-848C-952D3F102F72}"/>
              </a:ext>
            </a:extLst>
          </p:cNvPr>
          <p:cNvSpPr>
            <a:spLocks noGrp="1"/>
          </p:cNvSpPr>
          <p:nvPr/>
        </p:nvSpPr>
        <p:spPr>
          <a:xfrm>
            <a:off x="41581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4" name="F2_precision_recall_distributions_4448">
            <a:extLst>
              <a:ext uri="{FF2B5EF4-FFF2-40B4-BE49-F238E27FC236}">
                <a16:creationId xmlns:a16="http://schemas.microsoft.com/office/drawing/2014/main" id="{A78BE600-2339-4588-8CE0-77F45214CF31}"/>
              </a:ext>
            </a:extLst>
          </p:cNvPr>
          <p:cNvSpPr>
            <a:spLocks noGrp="1"/>
          </p:cNvSpPr>
          <p:nvPr/>
        </p:nvSpPr>
        <p:spPr>
          <a:xfrm>
            <a:off x="4250903" y="36866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5" name="F2_precision_recall_distributions_4449">
            <a:extLst>
              <a:ext uri="{FF2B5EF4-FFF2-40B4-BE49-F238E27FC236}">
                <a16:creationId xmlns:a16="http://schemas.microsoft.com/office/drawing/2014/main" id="{021D0ED0-E394-4642-9E83-BAB0CD1074A2}"/>
              </a:ext>
            </a:extLst>
          </p:cNvPr>
          <p:cNvSpPr>
            <a:spLocks noGrp="1"/>
          </p:cNvSpPr>
          <p:nvPr/>
        </p:nvSpPr>
        <p:spPr>
          <a:xfrm>
            <a:off x="4327964" y="3700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6" name="F2_precision_recall_distributions_4450">
            <a:extLst>
              <a:ext uri="{FF2B5EF4-FFF2-40B4-BE49-F238E27FC236}">
                <a16:creationId xmlns:a16="http://schemas.microsoft.com/office/drawing/2014/main" id="{4CBCB483-F163-40A7-BD34-AB53EA1E61C8}"/>
              </a:ext>
            </a:extLst>
          </p:cNvPr>
          <p:cNvSpPr>
            <a:spLocks noGrp="1"/>
          </p:cNvSpPr>
          <p:nvPr/>
        </p:nvSpPr>
        <p:spPr>
          <a:xfrm>
            <a:off x="4260274" y="3705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7" name="F2_precision_recall_distributions_4451">
            <a:extLst>
              <a:ext uri="{FF2B5EF4-FFF2-40B4-BE49-F238E27FC236}">
                <a16:creationId xmlns:a16="http://schemas.microsoft.com/office/drawing/2014/main" id="{632FBD77-BD43-457E-9D99-1731A67106FF}"/>
              </a:ext>
            </a:extLst>
          </p:cNvPr>
          <p:cNvSpPr>
            <a:spLocks noGrp="1"/>
          </p:cNvSpPr>
          <p:nvPr/>
        </p:nvSpPr>
        <p:spPr>
          <a:xfrm>
            <a:off x="4310829" y="37026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8" name="F2_precision_recall_distributions_4452">
            <a:extLst>
              <a:ext uri="{FF2B5EF4-FFF2-40B4-BE49-F238E27FC236}">
                <a16:creationId xmlns:a16="http://schemas.microsoft.com/office/drawing/2014/main" id="{F4CCE858-64F8-4389-B5E6-25BAA9611887}"/>
              </a:ext>
            </a:extLst>
          </p:cNvPr>
          <p:cNvSpPr>
            <a:spLocks noGrp="1"/>
          </p:cNvSpPr>
          <p:nvPr/>
        </p:nvSpPr>
        <p:spPr>
          <a:xfrm>
            <a:off x="4252318" y="3708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9" name="F2_precision_recall_distributions_4453">
            <a:extLst>
              <a:ext uri="{FF2B5EF4-FFF2-40B4-BE49-F238E27FC236}">
                <a16:creationId xmlns:a16="http://schemas.microsoft.com/office/drawing/2014/main" id="{71C01059-79AF-46B7-8013-4F61B5DA506C}"/>
              </a:ext>
            </a:extLst>
          </p:cNvPr>
          <p:cNvSpPr>
            <a:spLocks noGrp="1"/>
          </p:cNvSpPr>
          <p:nvPr/>
        </p:nvSpPr>
        <p:spPr>
          <a:xfrm>
            <a:off x="43300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0" name="F2_precision_recall_distributions_4454">
            <a:extLst>
              <a:ext uri="{FF2B5EF4-FFF2-40B4-BE49-F238E27FC236}">
                <a16:creationId xmlns:a16="http://schemas.microsoft.com/office/drawing/2014/main" id="{5C5D2292-6336-477B-8A6C-47C8B1E697FE}"/>
              </a:ext>
            </a:extLst>
          </p:cNvPr>
          <p:cNvSpPr>
            <a:spLocks noGrp="1"/>
          </p:cNvSpPr>
          <p:nvPr/>
        </p:nvSpPr>
        <p:spPr>
          <a:xfrm>
            <a:off x="40577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1" name="F2_precision_recall_distributions_4455">
            <a:extLst>
              <a:ext uri="{FF2B5EF4-FFF2-40B4-BE49-F238E27FC236}">
                <a16:creationId xmlns:a16="http://schemas.microsoft.com/office/drawing/2014/main" id="{385C9FA6-322C-4921-AFBF-54A632B0B075}"/>
              </a:ext>
            </a:extLst>
          </p:cNvPr>
          <p:cNvSpPr>
            <a:spLocks noGrp="1"/>
          </p:cNvSpPr>
          <p:nvPr/>
        </p:nvSpPr>
        <p:spPr>
          <a:xfrm>
            <a:off x="4329294" y="37013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2" name="F2_precision_recall_distributions_4456">
            <a:extLst>
              <a:ext uri="{FF2B5EF4-FFF2-40B4-BE49-F238E27FC236}">
                <a16:creationId xmlns:a16="http://schemas.microsoft.com/office/drawing/2014/main" id="{3AF2EB7B-CE89-4EDE-9F07-23B99DFDECB5}"/>
              </a:ext>
            </a:extLst>
          </p:cNvPr>
          <p:cNvSpPr>
            <a:spLocks noGrp="1"/>
          </p:cNvSpPr>
          <p:nvPr/>
        </p:nvSpPr>
        <p:spPr>
          <a:xfrm>
            <a:off x="420222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3" name="F2_precision_recall_distributions_4457">
            <a:extLst>
              <a:ext uri="{FF2B5EF4-FFF2-40B4-BE49-F238E27FC236}">
                <a16:creationId xmlns:a16="http://schemas.microsoft.com/office/drawing/2014/main" id="{3688DA09-A38E-45B0-8658-C54380A6062C}"/>
              </a:ext>
            </a:extLst>
          </p:cNvPr>
          <p:cNvSpPr>
            <a:spLocks noGrp="1"/>
          </p:cNvSpPr>
          <p:nvPr/>
        </p:nvSpPr>
        <p:spPr>
          <a:xfrm>
            <a:off x="425118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4" name="F2_precision_recall_distributions_4458">
            <a:extLst>
              <a:ext uri="{FF2B5EF4-FFF2-40B4-BE49-F238E27FC236}">
                <a16:creationId xmlns:a16="http://schemas.microsoft.com/office/drawing/2014/main" id="{16DDA20B-F412-4A19-B633-11221C6D7C2E}"/>
              </a:ext>
            </a:extLst>
          </p:cNvPr>
          <p:cNvSpPr>
            <a:spLocks noGrp="1"/>
          </p:cNvSpPr>
          <p:nvPr/>
        </p:nvSpPr>
        <p:spPr>
          <a:xfrm>
            <a:off x="4061482" y="37079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5" name="F2_precision_recall_distributions_4459">
            <a:extLst>
              <a:ext uri="{FF2B5EF4-FFF2-40B4-BE49-F238E27FC236}">
                <a16:creationId xmlns:a16="http://schemas.microsoft.com/office/drawing/2014/main" id="{AB25CD0C-468A-4AB9-ABD8-6D6116BDDB00}"/>
              </a:ext>
            </a:extLst>
          </p:cNvPr>
          <p:cNvSpPr>
            <a:spLocks noGrp="1"/>
          </p:cNvSpPr>
          <p:nvPr/>
        </p:nvSpPr>
        <p:spPr>
          <a:xfrm>
            <a:off x="4022820" y="3702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6" name="F2_precision_recall_distributions_4460">
            <a:extLst>
              <a:ext uri="{FF2B5EF4-FFF2-40B4-BE49-F238E27FC236}">
                <a16:creationId xmlns:a16="http://schemas.microsoft.com/office/drawing/2014/main" id="{4718366D-9ABE-48DB-8FF5-CBE1621EB16F}"/>
              </a:ext>
            </a:extLst>
          </p:cNvPr>
          <p:cNvSpPr>
            <a:spLocks noGrp="1"/>
          </p:cNvSpPr>
          <p:nvPr/>
        </p:nvSpPr>
        <p:spPr>
          <a:xfrm>
            <a:off x="422581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7" name="F2_precision_recall_distributions_4461">
            <a:extLst>
              <a:ext uri="{FF2B5EF4-FFF2-40B4-BE49-F238E27FC236}">
                <a16:creationId xmlns:a16="http://schemas.microsoft.com/office/drawing/2014/main" id="{A25B90F7-1258-4FEB-9E54-000A306A7ADE}"/>
              </a:ext>
            </a:extLst>
          </p:cNvPr>
          <p:cNvSpPr>
            <a:spLocks noGrp="1"/>
          </p:cNvSpPr>
          <p:nvPr/>
        </p:nvSpPr>
        <p:spPr>
          <a:xfrm>
            <a:off x="4037794" y="37066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8" name="F2_precision_recall_distributions_4462">
            <a:extLst>
              <a:ext uri="{FF2B5EF4-FFF2-40B4-BE49-F238E27FC236}">
                <a16:creationId xmlns:a16="http://schemas.microsoft.com/office/drawing/2014/main" id="{941D5111-9D13-48BD-814F-E73588234237}"/>
              </a:ext>
            </a:extLst>
          </p:cNvPr>
          <p:cNvSpPr>
            <a:spLocks noGrp="1"/>
          </p:cNvSpPr>
          <p:nvPr/>
        </p:nvSpPr>
        <p:spPr>
          <a:xfrm>
            <a:off x="4238033" y="3693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9" name="F2_precision_recall_distributions_4463">
            <a:extLst>
              <a:ext uri="{FF2B5EF4-FFF2-40B4-BE49-F238E27FC236}">
                <a16:creationId xmlns:a16="http://schemas.microsoft.com/office/drawing/2014/main" id="{9606EFC8-D902-414D-97AE-1E1AC8F5CA29}"/>
              </a:ext>
            </a:extLst>
          </p:cNvPr>
          <p:cNvSpPr>
            <a:spLocks noGrp="1"/>
          </p:cNvSpPr>
          <p:nvPr/>
        </p:nvSpPr>
        <p:spPr>
          <a:xfrm>
            <a:off x="42983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0" name="F2_precision_recall_distributions_4464">
            <a:extLst>
              <a:ext uri="{FF2B5EF4-FFF2-40B4-BE49-F238E27FC236}">
                <a16:creationId xmlns:a16="http://schemas.microsoft.com/office/drawing/2014/main" id="{F4B2438D-63B9-4C8A-B034-706040F45492}"/>
              </a:ext>
            </a:extLst>
          </p:cNvPr>
          <p:cNvSpPr>
            <a:spLocks noGrp="1"/>
          </p:cNvSpPr>
          <p:nvPr/>
        </p:nvSpPr>
        <p:spPr>
          <a:xfrm>
            <a:off x="399067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1" name="F2_precision_recall_distributions_4465">
            <a:extLst>
              <a:ext uri="{FF2B5EF4-FFF2-40B4-BE49-F238E27FC236}">
                <a16:creationId xmlns:a16="http://schemas.microsoft.com/office/drawing/2014/main" id="{4D70DC01-AB46-42FD-84D4-6017F68A8426}"/>
              </a:ext>
            </a:extLst>
          </p:cNvPr>
          <p:cNvSpPr>
            <a:spLocks noGrp="1"/>
          </p:cNvSpPr>
          <p:nvPr/>
        </p:nvSpPr>
        <p:spPr>
          <a:xfrm>
            <a:off x="424349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2" name="F2_precision_recall_distributions_4466">
            <a:extLst>
              <a:ext uri="{FF2B5EF4-FFF2-40B4-BE49-F238E27FC236}">
                <a16:creationId xmlns:a16="http://schemas.microsoft.com/office/drawing/2014/main" id="{44368F99-3CF4-4C1C-9919-FF8E34438FA6}"/>
              </a:ext>
            </a:extLst>
          </p:cNvPr>
          <p:cNvSpPr>
            <a:spLocks noGrp="1"/>
          </p:cNvSpPr>
          <p:nvPr/>
        </p:nvSpPr>
        <p:spPr>
          <a:xfrm>
            <a:off x="426601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3" name="F2_precision_recall_distributions_4467">
            <a:extLst>
              <a:ext uri="{FF2B5EF4-FFF2-40B4-BE49-F238E27FC236}">
                <a16:creationId xmlns:a16="http://schemas.microsoft.com/office/drawing/2014/main" id="{B529715D-4266-4013-BEB7-972AEEF0B44D}"/>
              </a:ext>
            </a:extLst>
          </p:cNvPr>
          <p:cNvSpPr>
            <a:spLocks noGrp="1"/>
          </p:cNvSpPr>
          <p:nvPr/>
        </p:nvSpPr>
        <p:spPr>
          <a:xfrm>
            <a:off x="4064043" y="36997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4" name="F2_precision_recall_distributions_4468">
            <a:extLst>
              <a:ext uri="{FF2B5EF4-FFF2-40B4-BE49-F238E27FC236}">
                <a16:creationId xmlns:a16="http://schemas.microsoft.com/office/drawing/2014/main" id="{B6C2781D-A6C6-4903-93A0-6C666C57653D}"/>
              </a:ext>
            </a:extLst>
          </p:cNvPr>
          <p:cNvSpPr>
            <a:spLocks noGrp="1"/>
          </p:cNvSpPr>
          <p:nvPr/>
        </p:nvSpPr>
        <p:spPr>
          <a:xfrm>
            <a:off x="40554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5" name="F2_precision_recall_distributions_4469">
            <a:extLst>
              <a:ext uri="{FF2B5EF4-FFF2-40B4-BE49-F238E27FC236}">
                <a16:creationId xmlns:a16="http://schemas.microsoft.com/office/drawing/2014/main" id="{1DA88C13-6C35-40D1-BC63-6E1886992D50}"/>
              </a:ext>
            </a:extLst>
          </p:cNvPr>
          <p:cNvSpPr>
            <a:spLocks noGrp="1"/>
          </p:cNvSpPr>
          <p:nvPr/>
        </p:nvSpPr>
        <p:spPr>
          <a:xfrm>
            <a:off x="4212241" y="368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6" name="F2_precision_recall_distributions_4470">
            <a:extLst>
              <a:ext uri="{FF2B5EF4-FFF2-40B4-BE49-F238E27FC236}">
                <a16:creationId xmlns:a16="http://schemas.microsoft.com/office/drawing/2014/main" id="{85B73967-AF5B-43B5-BBCC-9669F689D863}"/>
              </a:ext>
            </a:extLst>
          </p:cNvPr>
          <p:cNvSpPr>
            <a:spLocks noGrp="1"/>
          </p:cNvSpPr>
          <p:nvPr/>
        </p:nvSpPr>
        <p:spPr>
          <a:xfrm>
            <a:off x="4092953" y="37080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7" name="F2_precision_recall_distributions_4471">
            <a:extLst>
              <a:ext uri="{FF2B5EF4-FFF2-40B4-BE49-F238E27FC236}">
                <a16:creationId xmlns:a16="http://schemas.microsoft.com/office/drawing/2014/main" id="{269088A2-5339-4511-BC09-957C9FED81B0}"/>
              </a:ext>
            </a:extLst>
          </p:cNvPr>
          <p:cNvSpPr>
            <a:spLocks noGrp="1"/>
          </p:cNvSpPr>
          <p:nvPr/>
        </p:nvSpPr>
        <p:spPr>
          <a:xfrm>
            <a:off x="4053787" y="3695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8" name="F2_precision_recall_distributions_4472">
            <a:extLst>
              <a:ext uri="{FF2B5EF4-FFF2-40B4-BE49-F238E27FC236}">
                <a16:creationId xmlns:a16="http://schemas.microsoft.com/office/drawing/2014/main" id="{C0834ED8-67BE-4330-AFD2-9DB970878AE2}"/>
              </a:ext>
            </a:extLst>
          </p:cNvPr>
          <p:cNvSpPr>
            <a:spLocks noGrp="1"/>
          </p:cNvSpPr>
          <p:nvPr/>
        </p:nvSpPr>
        <p:spPr>
          <a:xfrm>
            <a:off x="3988584" y="36938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9" name="F2_precision_recall_distributions_4473">
            <a:extLst>
              <a:ext uri="{FF2B5EF4-FFF2-40B4-BE49-F238E27FC236}">
                <a16:creationId xmlns:a16="http://schemas.microsoft.com/office/drawing/2014/main" id="{71835860-0412-4319-A40C-7F1C77A71D4F}"/>
              </a:ext>
            </a:extLst>
          </p:cNvPr>
          <p:cNvSpPr>
            <a:spLocks noGrp="1"/>
          </p:cNvSpPr>
          <p:nvPr/>
        </p:nvSpPr>
        <p:spPr>
          <a:xfrm>
            <a:off x="4270184" y="36420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0" name="F2_precision_recall_distributions_4474">
            <a:extLst>
              <a:ext uri="{FF2B5EF4-FFF2-40B4-BE49-F238E27FC236}">
                <a16:creationId xmlns:a16="http://schemas.microsoft.com/office/drawing/2014/main" id="{DFBB99A9-762E-4A1E-9A62-A64A9D8E01C9}"/>
              </a:ext>
            </a:extLst>
          </p:cNvPr>
          <p:cNvSpPr>
            <a:spLocks noGrp="1"/>
          </p:cNvSpPr>
          <p:nvPr/>
        </p:nvSpPr>
        <p:spPr>
          <a:xfrm>
            <a:off x="4122371" y="37002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1" name="F2_precision_recall_distributions_4475">
            <a:extLst>
              <a:ext uri="{FF2B5EF4-FFF2-40B4-BE49-F238E27FC236}">
                <a16:creationId xmlns:a16="http://schemas.microsoft.com/office/drawing/2014/main" id="{EC7BF75C-B417-4F2A-A3B9-4B9F2FC0A728}"/>
              </a:ext>
            </a:extLst>
          </p:cNvPr>
          <p:cNvSpPr>
            <a:spLocks noGrp="1"/>
          </p:cNvSpPr>
          <p:nvPr/>
        </p:nvSpPr>
        <p:spPr>
          <a:xfrm>
            <a:off x="413192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2" name="F2_precision_recall_distributions_4476">
            <a:extLst>
              <a:ext uri="{FF2B5EF4-FFF2-40B4-BE49-F238E27FC236}">
                <a16:creationId xmlns:a16="http://schemas.microsoft.com/office/drawing/2014/main" id="{5C3F4B94-95B8-4BD9-87D5-6A7523D88440}"/>
              </a:ext>
            </a:extLst>
          </p:cNvPr>
          <p:cNvSpPr>
            <a:spLocks noGrp="1"/>
          </p:cNvSpPr>
          <p:nvPr/>
        </p:nvSpPr>
        <p:spPr>
          <a:xfrm>
            <a:off x="4178860" y="37054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3" name="F2_precision_recall_distributions_4477">
            <a:extLst>
              <a:ext uri="{FF2B5EF4-FFF2-40B4-BE49-F238E27FC236}">
                <a16:creationId xmlns:a16="http://schemas.microsoft.com/office/drawing/2014/main" id="{57DC6513-A626-4308-8511-FA5CDBB1C674}"/>
              </a:ext>
            </a:extLst>
          </p:cNvPr>
          <p:cNvSpPr>
            <a:spLocks noGrp="1"/>
          </p:cNvSpPr>
          <p:nvPr/>
        </p:nvSpPr>
        <p:spPr>
          <a:xfrm>
            <a:off x="4183496" y="3709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4" name="F2_precision_recall_distributions_4478">
            <a:extLst>
              <a:ext uri="{FF2B5EF4-FFF2-40B4-BE49-F238E27FC236}">
                <a16:creationId xmlns:a16="http://schemas.microsoft.com/office/drawing/2014/main" id="{E8D8488B-9E84-4BC9-A05D-C0231BB62AA9}"/>
              </a:ext>
            </a:extLst>
          </p:cNvPr>
          <p:cNvSpPr>
            <a:spLocks noGrp="1"/>
          </p:cNvSpPr>
          <p:nvPr/>
        </p:nvSpPr>
        <p:spPr>
          <a:xfrm>
            <a:off x="4314067" y="35786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5" name="F2_precision_recall_distributions_4479">
            <a:extLst>
              <a:ext uri="{FF2B5EF4-FFF2-40B4-BE49-F238E27FC236}">
                <a16:creationId xmlns:a16="http://schemas.microsoft.com/office/drawing/2014/main" id="{B5135CF0-6C37-491C-8C19-5B1902C78521}"/>
              </a:ext>
            </a:extLst>
          </p:cNvPr>
          <p:cNvSpPr>
            <a:spLocks noGrp="1"/>
          </p:cNvSpPr>
          <p:nvPr/>
        </p:nvSpPr>
        <p:spPr>
          <a:xfrm>
            <a:off x="40484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6" name="F2_precision_recall_distributions_4480">
            <a:extLst>
              <a:ext uri="{FF2B5EF4-FFF2-40B4-BE49-F238E27FC236}">
                <a16:creationId xmlns:a16="http://schemas.microsoft.com/office/drawing/2014/main" id="{EA4B7C32-EAB7-490F-91AC-57AAAB19FB3F}"/>
              </a:ext>
            </a:extLst>
          </p:cNvPr>
          <p:cNvSpPr>
            <a:spLocks noGrp="1"/>
          </p:cNvSpPr>
          <p:nvPr/>
        </p:nvSpPr>
        <p:spPr>
          <a:xfrm>
            <a:off x="4139342" y="36902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7" name="F2_precision_recall_distributions_4481">
            <a:extLst>
              <a:ext uri="{FF2B5EF4-FFF2-40B4-BE49-F238E27FC236}">
                <a16:creationId xmlns:a16="http://schemas.microsoft.com/office/drawing/2014/main" id="{2CFFB638-30EA-491B-B828-8923387CE9D0}"/>
              </a:ext>
            </a:extLst>
          </p:cNvPr>
          <p:cNvSpPr>
            <a:spLocks noGrp="1"/>
          </p:cNvSpPr>
          <p:nvPr/>
        </p:nvSpPr>
        <p:spPr>
          <a:xfrm>
            <a:off x="1852503" y="287532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668" name="F2_precision_recall_distributions_4482">
            <a:extLst>
              <a:ext uri="{FF2B5EF4-FFF2-40B4-BE49-F238E27FC236}">
                <a16:creationId xmlns:a16="http://schemas.microsoft.com/office/drawing/2014/main" id="{2C9C3F7E-174D-4DC3-B23A-C143B6DE2415}"/>
              </a:ext>
            </a:extLst>
          </p:cNvPr>
          <p:cNvSpPr>
            <a:spLocks noGrp="1"/>
          </p:cNvSpPr>
          <p:nvPr/>
        </p:nvSpPr>
        <p:spPr>
          <a:xfrm>
            <a:off x="3016462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669" name="F2_precision_recall_distributions_4483">
            <a:extLst>
              <a:ext uri="{FF2B5EF4-FFF2-40B4-BE49-F238E27FC236}">
                <a16:creationId xmlns:a16="http://schemas.microsoft.com/office/drawing/2014/main" id="{9464F060-612E-4E60-8607-86AF85517B5D}"/>
              </a:ext>
            </a:extLst>
          </p:cNvPr>
          <p:cNvSpPr>
            <a:spLocks noGrp="1"/>
          </p:cNvSpPr>
          <p:nvPr/>
        </p:nvSpPr>
        <p:spPr>
          <a:xfrm>
            <a:off x="4180422" y="371079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670" name="F2_precision_recall_distributions_4484">
            <a:extLst>
              <a:ext uri="{FF2B5EF4-FFF2-40B4-BE49-F238E27FC236}">
                <a16:creationId xmlns:a16="http://schemas.microsoft.com/office/drawing/2014/main" id="{7FCEA50F-27B1-428E-8E78-399B15DC4073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1" name="F2_precision_recall_distributions_4485">
            <a:extLst>
              <a:ext uri="{FF2B5EF4-FFF2-40B4-BE49-F238E27FC236}">
                <a16:creationId xmlns:a16="http://schemas.microsoft.com/office/drawing/2014/main" id="{797722A5-1E36-4B48-9173-82F35C4AB851}"/>
              </a:ext>
            </a:extLst>
          </p:cNvPr>
          <p:cNvSpPr>
            <a:spLocks noGrp="1"/>
          </p:cNvSpPr>
          <p:nvPr/>
        </p:nvSpPr>
        <p:spPr>
          <a:xfrm>
            <a:off x="1212325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2" name="text_4486">
            <a:extLst>
              <a:ext uri="{FF2B5EF4-FFF2-40B4-BE49-F238E27FC236}">
                <a16:creationId xmlns:a16="http://schemas.microsoft.com/office/drawing/2014/main" id="{4E4FFFA7-82B2-4447-BA55-41CE3CA7E732}"/>
              </a:ext>
            </a:extLst>
          </p:cNvPr>
          <p:cNvSpPr>
            <a:spLocks noGrp="1"/>
          </p:cNvSpPr>
          <p:nvPr/>
        </p:nvSpPr>
        <p:spPr>
          <a:xfrm>
            <a:off x="1212325" y="267338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Precision</a:t>
            </a:r>
          </a:p>
        </p:txBody>
      </p:sp>
      <p:sp>
        <p:nvSpPr>
          <p:cNvPr id="1673" name="F2_precision_recall_distributions_4487">
            <a:extLst>
              <a:ext uri="{FF2B5EF4-FFF2-40B4-BE49-F238E27FC236}">
                <a16:creationId xmlns:a16="http://schemas.microsoft.com/office/drawing/2014/main" id="{CD908E4A-AEBD-496D-9023-85B29B11E48A}"/>
              </a:ext>
            </a:extLst>
          </p:cNvPr>
          <p:cNvSpPr>
            <a:spLocks noGrp="1"/>
          </p:cNvSpPr>
          <p:nvPr/>
        </p:nvSpPr>
        <p:spPr>
          <a:xfrm>
            <a:off x="1824461" y="284728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674" name="F2_precision_recall_distributions_4488">
            <a:extLst>
              <a:ext uri="{FF2B5EF4-FFF2-40B4-BE49-F238E27FC236}">
                <a16:creationId xmlns:a16="http://schemas.microsoft.com/office/drawing/2014/main" id="{8B5C8AA9-946E-417D-967F-B47F65CFE6ED}"/>
              </a:ext>
            </a:extLst>
          </p:cNvPr>
          <p:cNvSpPr>
            <a:spLocks noGrp="1"/>
          </p:cNvSpPr>
          <p:nvPr/>
        </p:nvSpPr>
        <p:spPr>
          <a:xfrm>
            <a:off x="2988421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675" name="F2_precision_recall_distributions_4489">
            <a:extLst>
              <a:ext uri="{FF2B5EF4-FFF2-40B4-BE49-F238E27FC236}">
                <a16:creationId xmlns:a16="http://schemas.microsoft.com/office/drawing/2014/main" id="{625FBA0F-4A2B-4987-A2B4-7E118ED8BF3B}"/>
              </a:ext>
            </a:extLst>
          </p:cNvPr>
          <p:cNvSpPr>
            <a:spLocks noGrp="1"/>
          </p:cNvSpPr>
          <p:nvPr/>
        </p:nvSpPr>
        <p:spPr>
          <a:xfrm>
            <a:off x="4152380" y="36945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676" name="F2_precision_recall_distributions_4490">
            <a:extLst>
              <a:ext uri="{FF2B5EF4-FFF2-40B4-BE49-F238E27FC236}">
                <a16:creationId xmlns:a16="http://schemas.microsoft.com/office/drawing/2014/main" id="{1251E807-C416-470E-8334-85F3B7AD9B86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7" name="F2_precision_recall_distributions_4491">
            <a:extLst>
              <a:ext uri="{FF2B5EF4-FFF2-40B4-BE49-F238E27FC236}">
                <a16:creationId xmlns:a16="http://schemas.microsoft.com/office/drawing/2014/main" id="{469CC614-CB06-4A66-9DE9-9660C6D38259}"/>
              </a:ext>
            </a:extLst>
          </p:cNvPr>
          <p:cNvSpPr>
            <a:spLocks noGrp="1"/>
          </p:cNvSpPr>
          <p:nvPr/>
        </p:nvSpPr>
        <p:spPr>
          <a:xfrm>
            <a:off x="5361841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78" name="F2_precision_recall_distributions_4492">
            <a:extLst>
              <a:ext uri="{FF2B5EF4-FFF2-40B4-BE49-F238E27FC236}">
                <a16:creationId xmlns:a16="http://schemas.microsoft.com/office/drawing/2014/main" id="{E5BAEECE-1BDB-4E86-A916-922105E0A638}"/>
              </a:ext>
            </a:extLst>
          </p:cNvPr>
          <p:cNvSpPr>
            <a:spLocks noGrp="1"/>
          </p:cNvSpPr>
          <p:nvPr/>
        </p:nvSpPr>
        <p:spPr>
          <a:xfrm>
            <a:off x="5319567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79" name="F2_precision_recall_distributions_4493">
            <a:extLst>
              <a:ext uri="{FF2B5EF4-FFF2-40B4-BE49-F238E27FC236}">
                <a16:creationId xmlns:a16="http://schemas.microsoft.com/office/drawing/2014/main" id="{8146E88F-0CA8-4BCE-A5F3-32D9C3B9BE1E}"/>
              </a:ext>
            </a:extLst>
          </p:cNvPr>
          <p:cNvSpPr>
            <a:spLocks noGrp="1"/>
          </p:cNvSpPr>
          <p:nvPr/>
        </p:nvSpPr>
        <p:spPr>
          <a:xfrm>
            <a:off x="5361841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0" name="F2_precision_recall_distributions_4494">
            <a:extLst>
              <a:ext uri="{FF2B5EF4-FFF2-40B4-BE49-F238E27FC236}">
                <a16:creationId xmlns:a16="http://schemas.microsoft.com/office/drawing/2014/main" id="{CFE30094-657E-4539-A0EE-262316C4812D}"/>
              </a:ext>
            </a:extLst>
          </p:cNvPr>
          <p:cNvSpPr>
            <a:spLocks noGrp="1"/>
          </p:cNvSpPr>
          <p:nvPr/>
        </p:nvSpPr>
        <p:spPr>
          <a:xfrm>
            <a:off x="5319567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1" name="F2_precision_recall_distributions_4495">
            <a:extLst>
              <a:ext uri="{FF2B5EF4-FFF2-40B4-BE49-F238E27FC236}">
                <a16:creationId xmlns:a16="http://schemas.microsoft.com/office/drawing/2014/main" id="{1055B0FF-635A-4D78-877A-483A57B0424A}"/>
              </a:ext>
            </a:extLst>
          </p:cNvPr>
          <p:cNvSpPr>
            <a:spLocks noGrp="1"/>
          </p:cNvSpPr>
          <p:nvPr/>
        </p:nvSpPr>
        <p:spPr>
          <a:xfrm>
            <a:off x="5361841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2" name="F2_precision_recall_distributions_4496">
            <a:extLst>
              <a:ext uri="{FF2B5EF4-FFF2-40B4-BE49-F238E27FC236}">
                <a16:creationId xmlns:a16="http://schemas.microsoft.com/office/drawing/2014/main" id="{D6840066-3229-4C11-B6D6-421747AE63EB}"/>
              </a:ext>
            </a:extLst>
          </p:cNvPr>
          <p:cNvSpPr>
            <a:spLocks noGrp="1"/>
          </p:cNvSpPr>
          <p:nvPr/>
        </p:nvSpPr>
        <p:spPr>
          <a:xfrm>
            <a:off x="5319567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3" name="F2_precision_recall_distributions_4497">
            <a:extLst>
              <a:ext uri="{FF2B5EF4-FFF2-40B4-BE49-F238E27FC236}">
                <a16:creationId xmlns:a16="http://schemas.microsoft.com/office/drawing/2014/main" id="{90632336-328F-4945-963B-C398E3478F8B}"/>
              </a:ext>
            </a:extLst>
          </p:cNvPr>
          <p:cNvSpPr>
            <a:spLocks noGrp="1"/>
          </p:cNvSpPr>
          <p:nvPr/>
        </p:nvSpPr>
        <p:spPr>
          <a:xfrm>
            <a:off x="566447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07414" y="848766"/>
                </a:moveTo>
                <a:lnTo>
                  <a:pt x="267683" y="848766"/>
                </a:lnTo>
                <a:lnTo>
                  <a:pt x="268734" y="842186"/>
                </a:lnTo>
                <a:lnTo>
                  <a:pt x="271776" y="835606"/>
                </a:lnTo>
                <a:lnTo>
                  <a:pt x="276494" y="829027"/>
                </a:lnTo>
                <a:lnTo>
                  <a:pt x="282424" y="822447"/>
                </a:lnTo>
                <a:lnTo>
                  <a:pt x="289029" y="815868"/>
                </a:lnTo>
                <a:lnTo>
                  <a:pt x="295779" y="809288"/>
                </a:lnTo>
                <a:lnTo>
                  <a:pt x="302220" y="802708"/>
                </a:lnTo>
                <a:lnTo>
                  <a:pt x="308023" y="796129"/>
                </a:lnTo>
                <a:lnTo>
                  <a:pt x="312996" y="789549"/>
                </a:lnTo>
                <a:lnTo>
                  <a:pt x="317080" y="782970"/>
                </a:lnTo>
                <a:lnTo>
                  <a:pt x="320321" y="776390"/>
                </a:lnTo>
                <a:lnTo>
                  <a:pt x="322836" y="769811"/>
                </a:lnTo>
                <a:lnTo>
                  <a:pt x="324775" y="763231"/>
                </a:lnTo>
                <a:lnTo>
                  <a:pt x="326290" y="756651"/>
                </a:lnTo>
                <a:lnTo>
                  <a:pt x="327513" y="750072"/>
                </a:lnTo>
                <a:lnTo>
                  <a:pt x="328545" y="743492"/>
                </a:lnTo>
                <a:lnTo>
                  <a:pt x="329449" y="736913"/>
                </a:lnTo>
                <a:lnTo>
                  <a:pt x="330253" y="730333"/>
                </a:lnTo>
                <a:lnTo>
                  <a:pt x="330959" y="723754"/>
                </a:lnTo>
                <a:lnTo>
                  <a:pt x="331544" y="717174"/>
                </a:lnTo>
                <a:lnTo>
                  <a:pt x="331978" y="710594"/>
                </a:lnTo>
                <a:lnTo>
                  <a:pt x="332225" y="704015"/>
                </a:lnTo>
                <a:lnTo>
                  <a:pt x="332260" y="697435"/>
                </a:lnTo>
                <a:lnTo>
                  <a:pt x="332068" y="690856"/>
                </a:lnTo>
                <a:lnTo>
                  <a:pt x="331655" y="684276"/>
                </a:lnTo>
                <a:lnTo>
                  <a:pt x="331044" y="677697"/>
                </a:lnTo>
                <a:lnTo>
                  <a:pt x="330278" y="671117"/>
                </a:lnTo>
                <a:lnTo>
                  <a:pt x="329414" y="664537"/>
                </a:lnTo>
                <a:lnTo>
                  <a:pt x="328514" y="657958"/>
                </a:lnTo>
                <a:lnTo>
                  <a:pt x="327637" y="651378"/>
                </a:lnTo>
                <a:lnTo>
                  <a:pt x="326832" y="644799"/>
                </a:lnTo>
                <a:lnTo>
                  <a:pt x="326132" y="638219"/>
                </a:lnTo>
                <a:lnTo>
                  <a:pt x="325546" y="631639"/>
                </a:lnTo>
                <a:lnTo>
                  <a:pt x="325067" y="625060"/>
                </a:lnTo>
                <a:lnTo>
                  <a:pt x="324674" y="618480"/>
                </a:lnTo>
                <a:lnTo>
                  <a:pt x="324342" y="611901"/>
                </a:lnTo>
                <a:lnTo>
                  <a:pt x="324051" y="605321"/>
                </a:lnTo>
                <a:lnTo>
                  <a:pt x="323798" y="598742"/>
                </a:lnTo>
                <a:lnTo>
                  <a:pt x="323591" y="592162"/>
                </a:lnTo>
                <a:lnTo>
                  <a:pt x="323456" y="585582"/>
                </a:lnTo>
                <a:lnTo>
                  <a:pt x="323423" y="579003"/>
                </a:lnTo>
                <a:lnTo>
                  <a:pt x="323518" y="572423"/>
                </a:lnTo>
                <a:lnTo>
                  <a:pt x="323749" y="565844"/>
                </a:lnTo>
                <a:lnTo>
                  <a:pt x="324102" y="559264"/>
                </a:lnTo>
                <a:lnTo>
                  <a:pt x="324533" y="552685"/>
                </a:lnTo>
                <a:lnTo>
                  <a:pt x="324977" y="546105"/>
                </a:lnTo>
                <a:lnTo>
                  <a:pt x="325357" y="539525"/>
                </a:lnTo>
                <a:lnTo>
                  <a:pt x="325591" y="532946"/>
                </a:lnTo>
                <a:lnTo>
                  <a:pt x="325612" y="526366"/>
                </a:lnTo>
                <a:lnTo>
                  <a:pt x="325367" y="519787"/>
                </a:lnTo>
                <a:lnTo>
                  <a:pt x="324825" y="513207"/>
                </a:lnTo>
                <a:lnTo>
                  <a:pt x="323973" y="506627"/>
                </a:lnTo>
                <a:lnTo>
                  <a:pt x="322804" y="500048"/>
                </a:lnTo>
                <a:lnTo>
                  <a:pt x="321316" y="493468"/>
                </a:lnTo>
                <a:lnTo>
                  <a:pt x="319509" y="486889"/>
                </a:lnTo>
                <a:lnTo>
                  <a:pt x="317386" y="480309"/>
                </a:lnTo>
                <a:lnTo>
                  <a:pt x="314969" y="473730"/>
                </a:lnTo>
                <a:lnTo>
                  <a:pt x="312306" y="467150"/>
                </a:lnTo>
                <a:lnTo>
                  <a:pt x="309492" y="460570"/>
                </a:lnTo>
                <a:lnTo>
                  <a:pt x="306670" y="453991"/>
                </a:lnTo>
                <a:lnTo>
                  <a:pt x="304025" y="447411"/>
                </a:lnTo>
                <a:lnTo>
                  <a:pt x="301770" y="440832"/>
                </a:lnTo>
                <a:lnTo>
                  <a:pt x="300109" y="434252"/>
                </a:lnTo>
                <a:lnTo>
                  <a:pt x="299205" y="427673"/>
                </a:lnTo>
                <a:lnTo>
                  <a:pt x="299152" y="421093"/>
                </a:lnTo>
                <a:lnTo>
                  <a:pt x="299950" y="414513"/>
                </a:lnTo>
                <a:lnTo>
                  <a:pt x="301506" y="407934"/>
                </a:lnTo>
                <a:lnTo>
                  <a:pt x="303648" y="401354"/>
                </a:lnTo>
                <a:lnTo>
                  <a:pt x="306157" y="394775"/>
                </a:lnTo>
                <a:lnTo>
                  <a:pt x="308796" y="388195"/>
                </a:lnTo>
                <a:lnTo>
                  <a:pt x="311349" y="381616"/>
                </a:lnTo>
                <a:lnTo>
                  <a:pt x="313638" y="375036"/>
                </a:lnTo>
                <a:lnTo>
                  <a:pt x="315541" y="368456"/>
                </a:lnTo>
                <a:lnTo>
                  <a:pt x="316984" y="361877"/>
                </a:lnTo>
                <a:lnTo>
                  <a:pt x="317935" y="355297"/>
                </a:lnTo>
                <a:lnTo>
                  <a:pt x="318394" y="348718"/>
                </a:lnTo>
                <a:lnTo>
                  <a:pt x="318378" y="342138"/>
                </a:lnTo>
                <a:lnTo>
                  <a:pt x="317922" y="335558"/>
                </a:lnTo>
                <a:lnTo>
                  <a:pt x="317080" y="328979"/>
                </a:lnTo>
                <a:lnTo>
                  <a:pt x="315927" y="322399"/>
                </a:lnTo>
                <a:lnTo>
                  <a:pt x="314564" y="315820"/>
                </a:lnTo>
                <a:lnTo>
                  <a:pt x="313122" y="309240"/>
                </a:lnTo>
                <a:lnTo>
                  <a:pt x="311745" y="302661"/>
                </a:lnTo>
                <a:lnTo>
                  <a:pt x="310581" y="296081"/>
                </a:lnTo>
                <a:lnTo>
                  <a:pt x="309753" y="289501"/>
                </a:lnTo>
                <a:lnTo>
                  <a:pt x="309340" y="282922"/>
                </a:lnTo>
                <a:lnTo>
                  <a:pt x="309360" y="276342"/>
                </a:lnTo>
                <a:lnTo>
                  <a:pt x="309761" y="269763"/>
                </a:lnTo>
                <a:lnTo>
                  <a:pt x="310435" y="263183"/>
                </a:lnTo>
                <a:lnTo>
                  <a:pt x="311236" y="256604"/>
                </a:lnTo>
                <a:lnTo>
                  <a:pt x="312008" y="250024"/>
                </a:lnTo>
                <a:lnTo>
                  <a:pt x="312622" y="243444"/>
                </a:lnTo>
                <a:lnTo>
                  <a:pt x="312996" y="236865"/>
                </a:lnTo>
                <a:lnTo>
                  <a:pt x="313109" y="230285"/>
                </a:lnTo>
                <a:lnTo>
                  <a:pt x="313003" y="223706"/>
                </a:lnTo>
                <a:lnTo>
                  <a:pt x="312761" y="217126"/>
                </a:lnTo>
                <a:lnTo>
                  <a:pt x="312495" y="210546"/>
                </a:lnTo>
                <a:lnTo>
                  <a:pt x="312314" y="203967"/>
                </a:lnTo>
                <a:lnTo>
                  <a:pt x="312304" y="197387"/>
                </a:lnTo>
                <a:lnTo>
                  <a:pt x="312521" y="190808"/>
                </a:lnTo>
                <a:lnTo>
                  <a:pt x="312982" y="184228"/>
                </a:lnTo>
                <a:lnTo>
                  <a:pt x="313672" y="177649"/>
                </a:lnTo>
                <a:lnTo>
                  <a:pt x="314558" y="171069"/>
                </a:lnTo>
                <a:lnTo>
                  <a:pt x="315594" y="164489"/>
                </a:lnTo>
                <a:lnTo>
                  <a:pt x="316740" y="157910"/>
                </a:lnTo>
                <a:lnTo>
                  <a:pt x="317957" y="151330"/>
                </a:lnTo>
                <a:lnTo>
                  <a:pt x="319218" y="144751"/>
                </a:lnTo>
                <a:lnTo>
                  <a:pt x="320493" y="138171"/>
                </a:lnTo>
                <a:lnTo>
                  <a:pt x="321742" y="131592"/>
                </a:lnTo>
                <a:lnTo>
                  <a:pt x="322900" y="125012"/>
                </a:lnTo>
                <a:lnTo>
                  <a:pt x="323858" y="118432"/>
                </a:lnTo>
                <a:lnTo>
                  <a:pt x="324436" y="111853"/>
                </a:lnTo>
                <a:lnTo>
                  <a:pt x="324362" y="105273"/>
                </a:lnTo>
                <a:lnTo>
                  <a:pt x="323241" y="98694"/>
                </a:lnTo>
                <a:lnTo>
                  <a:pt x="320536" y="92114"/>
                </a:lnTo>
                <a:lnTo>
                  <a:pt x="315565" y="85535"/>
                </a:lnTo>
                <a:lnTo>
                  <a:pt x="307521" y="78955"/>
                </a:lnTo>
                <a:lnTo>
                  <a:pt x="295542" y="72375"/>
                </a:lnTo>
                <a:lnTo>
                  <a:pt x="278820" y="65796"/>
                </a:lnTo>
                <a:lnTo>
                  <a:pt x="256771" y="59216"/>
                </a:lnTo>
                <a:lnTo>
                  <a:pt x="229225" y="52637"/>
                </a:lnTo>
                <a:lnTo>
                  <a:pt x="196619" y="46057"/>
                </a:lnTo>
                <a:lnTo>
                  <a:pt x="160139" y="39477"/>
                </a:lnTo>
                <a:lnTo>
                  <a:pt x="121756" y="32898"/>
                </a:lnTo>
                <a:lnTo>
                  <a:pt x="84117" y="26318"/>
                </a:lnTo>
                <a:lnTo>
                  <a:pt x="50290" y="19739"/>
                </a:lnTo>
                <a:lnTo>
                  <a:pt x="23364" y="13159"/>
                </a:lnTo>
                <a:lnTo>
                  <a:pt x="600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96" y="6580"/>
                </a:lnTo>
                <a:lnTo>
                  <a:pt x="651733" y="13159"/>
                </a:lnTo>
                <a:lnTo>
                  <a:pt x="624807" y="19739"/>
                </a:lnTo>
                <a:lnTo>
                  <a:pt x="590979" y="26318"/>
                </a:lnTo>
                <a:lnTo>
                  <a:pt x="553341" y="32898"/>
                </a:lnTo>
                <a:lnTo>
                  <a:pt x="514957" y="39477"/>
                </a:lnTo>
                <a:lnTo>
                  <a:pt x="478477" y="46057"/>
                </a:lnTo>
                <a:lnTo>
                  <a:pt x="445872" y="52637"/>
                </a:lnTo>
                <a:lnTo>
                  <a:pt x="418326" y="59216"/>
                </a:lnTo>
                <a:lnTo>
                  <a:pt x="396277" y="65796"/>
                </a:lnTo>
                <a:lnTo>
                  <a:pt x="379555" y="72375"/>
                </a:lnTo>
                <a:lnTo>
                  <a:pt x="367575" y="78955"/>
                </a:lnTo>
                <a:lnTo>
                  <a:pt x="359531" y="85535"/>
                </a:lnTo>
                <a:lnTo>
                  <a:pt x="354560" y="92114"/>
                </a:lnTo>
                <a:lnTo>
                  <a:pt x="351855" y="98694"/>
                </a:lnTo>
                <a:lnTo>
                  <a:pt x="350734" y="105273"/>
                </a:lnTo>
                <a:lnTo>
                  <a:pt x="350660" y="111853"/>
                </a:lnTo>
                <a:lnTo>
                  <a:pt x="351239" y="118432"/>
                </a:lnTo>
                <a:lnTo>
                  <a:pt x="352197" y="125012"/>
                </a:lnTo>
                <a:lnTo>
                  <a:pt x="353355" y="131592"/>
                </a:lnTo>
                <a:lnTo>
                  <a:pt x="354604" y="138171"/>
                </a:lnTo>
                <a:lnTo>
                  <a:pt x="355878" y="144751"/>
                </a:lnTo>
                <a:lnTo>
                  <a:pt x="357139" y="151330"/>
                </a:lnTo>
                <a:lnTo>
                  <a:pt x="358357" y="157910"/>
                </a:lnTo>
                <a:lnTo>
                  <a:pt x="359502" y="164489"/>
                </a:lnTo>
                <a:lnTo>
                  <a:pt x="360539" y="171069"/>
                </a:lnTo>
                <a:lnTo>
                  <a:pt x="361424" y="177649"/>
                </a:lnTo>
                <a:lnTo>
                  <a:pt x="362115" y="184228"/>
                </a:lnTo>
                <a:lnTo>
                  <a:pt x="362576" y="190808"/>
                </a:lnTo>
                <a:lnTo>
                  <a:pt x="362792" y="197387"/>
                </a:lnTo>
                <a:lnTo>
                  <a:pt x="362783" y="203967"/>
                </a:lnTo>
                <a:lnTo>
                  <a:pt x="362601" y="210546"/>
                </a:lnTo>
                <a:lnTo>
                  <a:pt x="362335" y="217126"/>
                </a:lnTo>
                <a:lnTo>
                  <a:pt x="362094" y="223706"/>
                </a:lnTo>
                <a:lnTo>
                  <a:pt x="361987" y="230285"/>
                </a:lnTo>
                <a:lnTo>
                  <a:pt x="362101" y="236865"/>
                </a:lnTo>
                <a:lnTo>
                  <a:pt x="362475" y="243444"/>
                </a:lnTo>
                <a:lnTo>
                  <a:pt x="363089" y="250024"/>
                </a:lnTo>
                <a:lnTo>
                  <a:pt x="363861" y="256604"/>
                </a:lnTo>
                <a:lnTo>
                  <a:pt x="364661" y="263183"/>
                </a:lnTo>
                <a:lnTo>
                  <a:pt x="365335" y="269763"/>
                </a:lnTo>
                <a:lnTo>
                  <a:pt x="365737" y="276342"/>
                </a:lnTo>
                <a:lnTo>
                  <a:pt x="365757" y="282922"/>
                </a:lnTo>
                <a:lnTo>
                  <a:pt x="365344" y="289501"/>
                </a:lnTo>
                <a:lnTo>
                  <a:pt x="364516" y="296081"/>
                </a:lnTo>
                <a:lnTo>
                  <a:pt x="363351" y="302661"/>
                </a:lnTo>
                <a:lnTo>
                  <a:pt x="361975" y="309240"/>
                </a:lnTo>
                <a:lnTo>
                  <a:pt x="360532" y="315820"/>
                </a:lnTo>
                <a:lnTo>
                  <a:pt x="359170" y="322399"/>
                </a:lnTo>
                <a:lnTo>
                  <a:pt x="358016" y="328979"/>
                </a:lnTo>
                <a:lnTo>
                  <a:pt x="357174" y="335558"/>
                </a:lnTo>
                <a:lnTo>
                  <a:pt x="356719" y="342138"/>
                </a:lnTo>
                <a:lnTo>
                  <a:pt x="356703" y="348718"/>
                </a:lnTo>
                <a:lnTo>
                  <a:pt x="357161" y="355297"/>
                </a:lnTo>
                <a:lnTo>
                  <a:pt x="358112" y="361877"/>
                </a:lnTo>
                <a:lnTo>
                  <a:pt x="359555" y="368456"/>
                </a:lnTo>
                <a:lnTo>
                  <a:pt x="361458" y="375036"/>
                </a:lnTo>
                <a:lnTo>
                  <a:pt x="363748" y="381616"/>
                </a:lnTo>
                <a:lnTo>
                  <a:pt x="366301" y="388195"/>
                </a:lnTo>
                <a:lnTo>
                  <a:pt x="368940" y="394775"/>
                </a:lnTo>
                <a:lnTo>
                  <a:pt x="371449" y="401354"/>
                </a:lnTo>
                <a:lnTo>
                  <a:pt x="373591" y="407934"/>
                </a:lnTo>
                <a:lnTo>
                  <a:pt x="375147" y="414513"/>
                </a:lnTo>
                <a:lnTo>
                  <a:pt x="375944" y="421093"/>
                </a:lnTo>
                <a:lnTo>
                  <a:pt x="375891" y="427673"/>
                </a:lnTo>
                <a:lnTo>
                  <a:pt x="374988" y="434252"/>
                </a:lnTo>
                <a:lnTo>
                  <a:pt x="373327" y="440832"/>
                </a:lnTo>
                <a:lnTo>
                  <a:pt x="371071" y="447411"/>
                </a:lnTo>
                <a:lnTo>
                  <a:pt x="368427" y="453991"/>
                </a:lnTo>
                <a:lnTo>
                  <a:pt x="365605" y="460570"/>
                </a:lnTo>
                <a:lnTo>
                  <a:pt x="362791" y="467150"/>
                </a:lnTo>
                <a:lnTo>
                  <a:pt x="360128" y="473730"/>
                </a:lnTo>
                <a:lnTo>
                  <a:pt x="357710" y="480309"/>
                </a:lnTo>
                <a:lnTo>
                  <a:pt x="355588" y="486889"/>
                </a:lnTo>
                <a:lnTo>
                  <a:pt x="353781" y="493468"/>
                </a:lnTo>
                <a:lnTo>
                  <a:pt x="352293" y="500048"/>
                </a:lnTo>
                <a:lnTo>
                  <a:pt x="351124" y="506627"/>
                </a:lnTo>
                <a:lnTo>
                  <a:pt x="350271" y="513207"/>
                </a:lnTo>
                <a:lnTo>
                  <a:pt x="349730" y="519787"/>
                </a:lnTo>
                <a:lnTo>
                  <a:pt x="349485" y="526366"/>
                </a:lnTo>
                <a:lnTo>
                  <a:pt x="349505" y="532946"/>
                </a:lnTo>
                <a:lnTo>
                  <a:pt x="349740" y="539525"/>
                </a:lnTo>
                <a:lnTo>
                  <a:pt x="350119" y="546105"/>
                </a:lnTo>
                <a:lnTo>
                  <a:pt x="350564" y="552685"/>
                </a:lnTo>
                <a:lnTo>
                  <a:pt x="350995" y="559264"/>
                </a:lnTo>
                <a:lnTo>
                  <a:pt x="351348" y="565844"/>
                </a:lnTo>
                <a:lnTo>
                  <a:pt x="351579" y="572423"/>
                </a:lnTo>
                <a:lnTo>
                  <a:pt x="351674" y="579003"/>
                </a:lnTo>
                <a:lnTo>
                  <a:pt x="351641" y="585582"/>
                </a:lnTo>
                <a:lnTo>
                  <a:pt x="351506" y="592162"/>
                </a:lnTo>
                <a:lnTo>
                  <a:pt x="351299" y="598742"/>
                </a:lnTo>
                <a:lnTo>
                  <a:pt x="351045" y="605321"/>
                </a:lnTo>
                <a:lnTo>
                  <a:pt x="350755" y="611901"/>
                </a:lnTo>
                <a:lnTo>
                  <a:pt x="350423" y="618480"/>
                </a:lnTo>
                <a:lnTo>
                  <a:pt x="350030" y="625060"/>
                </a:lnTo>
                <a:lnTo>
                  <a:pt x="349551" y="631639"/>
                </a:lnTo>
                <a:lnTo>
                  <a:pt x="348965" y="638219"/>
                </a:lnTo>
                <a:lnTo>
                  <a:pt x="348264" y="644799"/>
                </a:lnTo>
                <a:lnTo>
                  <a:pt x="347460" y="651378"/>
                </a:lnTo>
                <a:lnTo>
                  <a:pt x="346583" y="657958"/>
                </a:lnTo>
                <a:lnTo>
                  <a:pt x="345682" y="664537"/>
                </a:lnTo>
                <a:lnTo>
                  <a:pt x="344818" y="671117"/>
                </a:lnTo>
                <a:lnTo>
                  <a:pt x="344053" y="677697"/>
                </a:lnTo>
                <a:lnTo>
                  <a:pt x="343442" y="684276"/>
                </a:lnTo>
                <a:lnTo>
                  <a:pt x="343029" y="690856"/>
                </a:lnTo>
                <a:lnTo>
                  <a:pt x="342837" y="697435"/>
                </a:lnTo>
                <a:lnTo>
                  <a:pt x="342871" y="704015"/>
                </a:lnTo>
                <a:lnTo>
                  <a:pt x="343119" y="710594"/>
                </a:lnTo>
                <a:lnTo>
                  <a:pt x="343552" y="717174"/>
                </a:lnTo>
                <a:lnTo>
                  <a:pt x="344138" y="723754"/>
                </a:lnTo>
                <a:lnTo>
                  <a:pt x="344843" y="730333"/>
                </a:lnTo>
                <a:lnTo>
                  <a:pt x="345648" y="736913"/>
                </a:lnTo>
                <a:lnTo>
                  <a:pt x="346552" y="743492"/>
                </a:lnTo>
                <a:lnTo>
                  <a:pt x="347584" y="750072"/>
                </a:lnTo>
                <a:lnTo>
                  <a:pt x="348807" y="756651"/>
                </a:lnTo>
                <a:lnTo>
                  <a:pt x="350321" y="763231"/>
                </a:lnTo>
                <a:lnTo>
                  <a:pt x="352260" y="769811"/>
                </a:lnTo>
                <a:lnTo>
                  <a:pt x="354775" y="776390"/>
                </a:lnTo>
                <a:lnTo>
                  <a:pt x="358017" y="782970"/>
                </a:lnTo>
                <a:lnTo>
                  <a:pt x="362100" y="789549"/>
                </a:lnTo>
                <a:lnTo>
                  <a:pt x="367073" y="796129"/>
                </a:lnTo>
                <a:lnTo>
                  <a:pt x="372876" y="802708"/>
                </a:lnTo>
                <a:lnTo>
                  <a:pt x="379318" y="809288"/>
                </a:lnTo>
                <a:lnTo>
                  <a:pt x="386068" y="815868"/>
                </a:lnTo>
                <a:lnTo>
                  <a:pt x="392673" y="822447"/>
                </a:lnTo>
                <a:lnTo>
                  <a:pt x="398603" y="829027"/>
                </a:lnTo>
                <a:lnTo>
                  <a:pt x="403321" y="835606"/>
                </a:lnTo>
                <a:lnTo>
                  <a:pt x="406363" y="842186"/>
                </a:lnTo>
                <a:lnTo>
                  <a:pt x="407414" y="848766"/>
                </a:lnTo>
                <a:lnTo>
                  <a:pt x="407414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684" name="F2_precision_recall_distributions_4498">
            <a:extLst>
              <a:ext uri="{FF2B5EF4-FFF2-40B4-BE49-F238E27FC236}">
                <a16:creationId xmlns:a16="http://schemas.microsoft.com/office/drawing/2014/main" id="{D790B1B8-00A2-4520-852D-B86BDA61B792}"/>
              </a:ext>
            </a:extLst>
          </p:cNvPr>
          <p:cNvSpPr>
            <a:spLocks noGrp="1"/>
          </p:cNvSpPr>
          <p:nvPr/>
        </p:nvSpPr>
        <p:spPr>
          <a:xfrm>
            <a:off x="587763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5" name="F2_precision_recall_distributions_4499">
            <a:extLst>
              <a:ext uri="{FF2B5EF4-FFF2-40B4-BE49-F238E27FC236}">
                <a16:creationId xmlns:a16="http://schemas.microsoft.com/office/drawing/2014/main" id="{A742E29C-1ADD-46D7-AFCA-0B06028CE138}"/>
              </a:ext>
            </a:extLst>
          </p:cNvPr>
          <p:cNvSpPr>
            <a:spLocks noGrp="1"/>
          </p:cNvSpPr>
          <p:nvPr/>
        </p:nvSpPr>
        <p:spPr>
          <a:xfrm>
            <a:off x="615920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6" name="F2_precision_recall_distributions_4500">
            <a:extLst>
              <a:ext uri="{FF2B5EF4-FFF2-40B4-BE49-F238E27FC236}">
                <a16:creationId xmlns:a16="http://schemas.microsoft.com/office/drawing/2014/main" id="{33D77CF0-88A6-496C-A32E-008E34CF3DD9}"/>
              </a:ext>
            </a:extLst>
          </p:cNvPr>
          <p:cNvSpPr>
            <a:spLocks noGrp="1"/>
          </p:cNvSpPr>
          <p:nvPr/>
        </p:nvSpPr>
        <p:spPr>
          <a:xfrm>
            <a:off x="612151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7" name="F2_precision_recall_distributions_4501">
            <a:extLst>
              <a:ext uri="{FF2B5EF4-FFF2-40B4-BE49-F238E27FC236}">
                <a16:creationId xmlns:a16="http://schemas.microsoft.com/office/drawing/2014/main" id="{F371176E-F31C-4714-ADED-330C0282A473}"/>
              </a:ext>
            </a:extLst>
          </p:cNvPr>
          <p:cNvSpPr>
            <a:spLocks noGrp="1"/>
          </p:cNvSpPr>
          <p:nvPr/>
        </p:nvSpPr>
        <p:spPr>
          <a:xfrm>
            <a:off x="6004314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8" name="F2_precision_recall_distributions_4502">
            <a:extLst>
              <a:ext uri="{FF2B5EF4-FFF2-40B4-BE49-F238E27FC236}">
                <a16:creationId xmlns:a16="http://schemas.microsoft.com/office/drawing/2014/main" id="{A78FDADA-A1FD-472B-ADCC-E460613DEBEE}"/>
              </a:ext>
            </a:extLst>
          </p:cNvPr>
          <p:cNvSpPr>
            <a:spLocks noGrp="1"/>
          </p:cNvSpPr>
          <p:nvPr/>
        </p:nvSpPr>
        <p:spPr>
          <a:xfrm>
            <a:off x="6044576" y="32190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9" name="F2_precision_recall_distributions_4503">
            <a:extLst>
              <a:ext uri="{FF2B5EF4-FFF2-40B4-BE49-F238E27FC236}">
                <a16:creationId xmlns:a16="http://schemas.microsoft.com/office/drawing/2014/main" id="{CFE324FE-84C8-41C6-ADDE-5A0D5DA674B4}"/>
              </a:ext>
            </a:extLst>
          </p:cNvPr>
          <p:cNvSpPr>
            <a:spLocks noGrp="1"/>
          </p:cNvSpPr>
          <p:nvPr/>
        </p:nvSpPr>
        <p:spPr>
          <a:xfrm>
            <a:off x="6024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0" name="F2_precision_recall_distributions_4504">
            <a:extLst>
              <a:ext uri="{FF2B5EF4-FFF2-40B4-BE49-F238E27FC236}">
                <a16:creationId xmlns:a16="http://schemas.microsoft.com/office/drawing/2014/main" id="{04BB4238-B9DD-41CB-999A-F2734A8BCDE2}"/>
              </a:ext>
            </a:extLst>
          </p:cNvPr>
          <p:cNvSpPr>
            <a:spLocks noGrp="1"/>
          </p:cNvSpPr>
          <p:nvPr/>
        </p:nvSpPr>
        <p:spPr>
          <a:xfrm>
            <a:off x="60489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1" name="F2_precision_recall_distributions_4505">
            <a:extLst>
              <a:ext uri="{FF2B5EF4-FFF2-40B4-BE49-F238E27FC236}">
                <a16:creationId xmlns:a16="http://schemas.microsoft.com/office/drawing/2014/main" id="{9D8441C4-984F-415E-A2E6-9EA60CBF6B5D}"/>
              </a:ext>
            </a:extLst>
          </p:cNvPr>
          <p:cNvSpPr>
            <a:spLocks noGrp="1"/>
          </p:cNvSpPr>
          <p:nvPr/>
        </p:nvSpPr>
        <p:spPr>
          <a:xfrm>
            <a:off x="60838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2" name="F2_precision_recall_distributions_4506">
            <a:extLst>
              <a:ext uri="{FF2B5EF4-FFF2-40B4-BE49-F238E27FC236}">
                <a16:creationId xmlns:a16="http://schemas.microsoft.com/office/drawing/2014/main" id="{EBE67576-79D8-47E9-95B7-A4B97256D055}"/>
              </a:ext>
            </a:extLst>
          </p:cNvPr>
          <p:cNvSpPr>
            <a:spLocks noGrp="1"/>
          </p:cNvSpPr>
          <p:nvPr/>
        </p:nvSpPr>
        <p:spPr>
          <a:xfrm>
            <a:off x="5923483" y="325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3" name="F2_precision_recall_distributions_4507">
            <a:extLst>
              <a:ext uri="{FF2B5EF4-FFF2-40B4-BE49-F238E27FC236}">
                <a16:creationId xmlns:a16="http://schemas.microsoft.com/office/drawing/2014/main" id="{6202C82E-F028-4D77-8CEB-97D7C60E53C0}"/>
              </a:ext>
            </a:extLst>
          </p:cNvPr>
          <p:cNvSpPr>
            <a:spLocks noGrp="1"/>
          </p:cNvSpPr>
          <p:nvPr/>
        </p:nvSpPr>
        <p:spPr>
          <a:xfrm>
            <a:off x="59309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4" name="F2_precision_recall_distributions_4508">
            <a:extLst>
              <a:ext uri="{FF2B5EF4-FFF2-40B4-BE49-F238E27FC236}">
                <a16:creationId xmlns:a16="http://schemas.microsoft.com/office/drawing/2014/main" id="{85C790A3-4C14-4C66-BDBC-6FCD17106592}"/>
              </a:ext>
            </a:extLst>
          </p:cNvPr>
          <p:cNvSpPr>
            <a:spLocks noGrp="1"/>
          </p:cNvSpPr>
          <p:nvPr/>
        </p:nvSpPr>
        <p:spPr>
          <a:xfrm>
            <a:off x="5981781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5" name="F2_precision_recall_distributions_4509">
            <a:extLst>
              <a:ext uri="{FF2B5EF4-FFF2-40B4-BE49-F238E27FC236}">
                <a16:creationId xmlns:a16="http://schemas.microsoft.com/office/drawing/2014/main" id="{E99A09FF-471E-48FD-B185-CF85C760D5BF}"/>
              </a:ext>
            </a:extLst>
          </p:cNvPr>
          <p:cNvSpPr>
            <a:spLocks noGrp="1"/>
          </p:cNvSpPr>
          <p:nvPr/>
        </p:nvSpPr>
        <p:spPr>
          <a:xfrm>
            <a:off x="58391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6" name="F2_precision_recall_distributions_4510">
            <a:extLst>
              <a:ext uri="{FF2B5EF4-FFF2-40B4-BE49-F238E27FC236}">
                <a16:creationId xmlns:a16="http://schemas.microsoft.com/office/drawing/2014/main" id="{A95F1300-4B05-4B55-B9BB-82CBD7BDC2A4}"/>
              </a:ext>
            </a:extLst>
          </p:cNvPr>
          <p:cNvSpPr>
            <a:spLocks noGrp="1"/>
          </p:cNvSpPr>
          <p:nvPr/>
        </p:nvSpPr>
        <p:spPr>
          <a:xfrm>
            <a:off x="59082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7" name="F2_precision_recall_distributions_4511">
            <a:extLst>
              <a:ext uri="{FF2B5EF4-FFF2-40B4-BE49-F238E27FC236}">
                <a16:creationId xmlns:a16="http://schemas.microsoft.com/office/drawing/2014/main" id="{5F006E1B-B3D4-4155-8A5C-E8EF0AF92AED}"/>
              </a:ext>
            </a:extLst>
          </p:cNvPr>
          <p:cNvSpPr>
            <a:spLocks noGrp="1"/>
          </p:cNvSpPr>
          <p:nvPr/>
        </p:nvSpPr>
        <p:spPr>
          <a:xfrm>
            <a:off x="5842479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8" name="F2_precision_recall_distributions_4512">
            <a:extLst>
              <a:ext uri="{FF2B5EF4-FFF2-40B4-BE49-F238E27FC236}">
                <a16:creationId xmlns:a16="http://schemas.microsoft.com/office/drawing/2014/main" id="{BF60C43D-EDF2-46CF-84F5-58FF3FBFF90A}"/>
              </a:ext>
            </a:extLst>
          </p:cNvPr>
          <p:cNvSpPr>
            <a:spLocks noGrp="1"/>
          </p:cNvSpPr>
          <p:nvPr/>
        </p:nvSpPr>
        <p:spPr>
          <a:xfrm>
            <a:off x="606858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9" name="F2_precision_recall_distributions_4513">
            <a:extLst>
              <a:ext uri="{FF2B5EF4-FFF2-40B4-BE49-F238E27FC236}">
                <a16:creationId xmlns:a16="http://schemas.microsoft.com/office/drawing/2014/main" id="{4080F266-E565-4907-9AEA-F8CD18FE81A6}"/>
              </a:ext>
            </a:extLst>
          </p:cNvPr>
          <p:cNvSpPr>
            <a:spLocks noGrp="1"/>
          </p:cNvSpPr>
          <p:nvPr/>
        </p:nvSpPr>
        <p:spPr>
          <a:xfrm>
            <a:off x="580227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0" name="F2_precision_recall_distributions_4514">
            <a:extLst>
              <a:ext uri="{FF2B5EF4-FFF2-40B4-BE49-F238E27FC236}">
                <a16:creationId xmlns:a16="http://schemas.microsoft.com/office/drawing/2014/main" id="{404DF7E2-3C2A-4735-8C37-D8EF0EAA6B2D}"/>
              </a:ext>
            </a:extLst>
          </p:cNvPr>
          <p:cNvSpPr>
            <a:spLocks noGrp="1"/>
          </p:cNvSpPr>
          <p:nvPr/>
        </p:nvSpPr>
        <p:spPr>
          <a:xfrm>
            <a:off x="60318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1" name="F2_precision_recall_distributions_4515">
            <a:extLst>
              <a:ext uri="{FF2B5EF4-FFF2-40B4-BE49-F238E27FC236}">
                <a16:creationId xmlns:a16="http://schemas.microsoft.com/office/drawing/2014/main" id="{B8E57FC4-203F-44FD-A3B0-2D629D214E2C}"/>
              </a:ext>
            </a:extLst>
          </p:cNvPr>
          <p:cNvSpPr>
            <a:spLocks noGrp="1"/>
          </p:cNvSpPr>
          <p:nvPr/>
        </p:nvSpPr>
        <p:spPr>
          <a:xfrm>
            <a:off x="59791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2" name="F2_precision_recall_distributions_4516">
            <a:extLst>
              <a:ext uri="{FF2B5EF4-FFF2-40B4-BE49-F238E27FC236}">
                <a16:creationId xmlns:a16="http://schemas.microsoft.com/office/drawing/2014/main" id="{2C91CF9B-DCF1-4D02-84FB-FBFC4DE8B7FE}"/>
              </a:ext>
            </a:extLst>
          </p:cNvPr>
          <p:cNvSpPr>
            <a:spLocks noGrp="1"/>
          </p:cNvSpPr>
          <p:nvPr/>
        </p:nvSpPr>
        <p:spPr>
          <a:xfrm>
            <a:off x="598377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3" name="F2_precision_recall_distributions_4517">
            <a:extLst>
              <a:ext uri="{FF2B5EF4-FFF2-40B4-BE49-F238E27FC236}">
                <a16:creationId xmlns:a16="http://schemas.microsoft.com/office/drawing/2014/main" id="{BA4DAAA4-4AD8-4F7E-A09A-5FBFC6BFD54F}"/>
              </a:ext>
            </a:extLst>
          </p:cNvPr>
          <p:cNvSpPr>
            <a:spLocks noGrp="1"/>
          </p:cNvSpPr>
          <p:nvPr/>
        </p:nvSpPr>
        <p:spPr>
          <a:xfrm>
            <a:off x="58147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4" name="F2_precision_recall_distributions_4518">
            <a:extLst>
              <a:ext uri="{FF2B5EF4-FFF2-40B4-BE49-F238E27FC236}">
                <a16:creationId xmlns:a16="http://schemas.microsoft.com/office/drawing/2014/main" id="{E0FDCCF8-13D1-4CBC-BD00-7A8525931554}"/>
              </a:ext>
            </a:extLst>
          </p:cNvPr>
          <p:cNvSpPr>
            <a:spLocks noGrp="1"/>
          </p:cNvSpPr>
          <p:nvPr/>
        </p:nvSpPr>
        <p:spPr>
          <a:xfrm>
            <a:off x="6173053" y="31917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5" name="F2_precision_recall_distributions_4519">
            <a:extLst>
              <a:ext uri="{FF2B5EF4-FFF2-40B4-BE49-F238E27FC236}">
                <a16:creationId xmlns:a16="http://schemas.microsoft.com/office/drawing/2014/main" id="{99944133-6E33-4292-8D34-515EDE63C781}"/>
              </a:ext>
            </a:extLst>
          </p:cNvPr>
          <p:cNvSpPr>
            <a:spLocks noGrp="1"/>
          </p:cNvSpPr>
          <p:nvPr/>
        </p:nvSpPr>
        <p:spPr>
          <a:xfrm>
            <a:off x="5918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6" name="F2_precision_recall_distributions_4520">
            <a:extLst>
              <a:ext uri="{FF2B5EF4-FFF2-40B4-BE49-F238E27FC236}">
                <a16:creationId xmlns:a16="http://schemas.microsoft.com/office/drawing/2014/main" id="{78C04E55-74A7-49EE-8567-AC3E1CDCC493}"/>
              </a:ext>
            </a:extLst>
          </p:cNvPr>
          <p:cNvSpPr>
            <a:spLocks noGrp="1"/>
          </p:cNvSpPr>
          <p:nvPr/>
        </p:nvSpPr>
        <p:spPr>
          <a:xfrm>
            <a:off x="5837862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7" name="F2_precision_recall_distributions_4521">
            <a:extLst>
              <a:ext uri="{FF2B5EF4-FFF2-40B4-BE49-F238E27FC236}">
                <a16:creationId xmlns:a16="http://schemas.microsoft.com/office/drawing/2014/main" id="{1EFFF5C4-D6D1-4EB8-A15F-204034FD5222}"/>
              </a:ext>
            </a:extLst>
          </p:cNvPr>
          <p:cNvSpPr>
            <a:spLocks noGrp="1"/>
          </p:cNvSpPr>
          <p:nvPr/>
        </p:nvSpPr>
        <p:spPr>
          <a:xfrm>
            <a:off x="6050964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8" name="F2_precision_recall_distributions_4522">
            <a:extLst>
              <a:ext uri="{FF2B5EF4-FFF2-40B4-BE49-F238E27FC236}">
                <a16:creationId xmlns:a16="http://schemas.microsoft.com/office/drawing/2014/main" id="{5371BCDE-2293-4A49-B2E9-77E670C83D8E}"/>
              </a:ext>
            </a:extLst>
          </p:cNvPr>
          <p:cNvSpPr>
            <a:spLocks noGrp="1"/>
          </p:cNvSpPr>
          <p:nvPr/>
        </p:nvSpPr>
        <p:spPr>
          <a:xfrm>
            <a:off x="5968797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9" name="F2_precision_recall_distributions_4523">
            <a:extLst>
              <a:ext uri="{FF2B5EF4-FFF2-40B4-BE49-F238E27FC236}">
                <a16:creationId xmlns:a16="http://schemas.microsoft.com/office/drawing/2014/main" id="{682716B5-083A-4EEF-B735-94F947B04DA4}"/>
              </a:ext>
            </a:extLst>
          </p:cNvPr>
          <p:cNvSpPr>
            <a:spLocks noGrp="1"/>
          </p:cNvSpPr>
          <p:nvPr/>
        </p:nvSpPr>
        <p:spPr>
          <a:xfrm>
            <a:off x="596519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0" name="F2_precision_recall_distributions_4524">
            <a:extLst>
              <a:ext uri="{FF2B5EF4-FFF2-40B4-BE49-F238E27FC236}">
                <a16:creationId xmlns:a16="http://schemas.microsoft.com/office/drawing/2014/main" id="{50C8E13C-D4FB-4871-8D8C-321976CF6AD1}"/>
              </a:ext>
            </a:extLst>
          </p:cNvPr>
          <p:cNvSpPr>
            <a:spLocks noGrp="1"/>
          </p:cNvSpPr>
          <p:nvPr/>
        </p:nvSpPr>
        <p:spPr>
          <a:xfrm>
            <a:off x="592203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1" name="F2_precision_recall_distributions_4525">
            <a:extLst>
              <a:ext uri="{FF2B5EF4-FFF2-40B4-BE49-F238E27FC236}">
                <a16:creationId xmlns:a16="http://schemas.microsoft.com/office/drawing/2014/main" id="{1F0C7963-61E6-42CD-86F4-1307F47070C0}"/>
              </a:ext>
            </a:extLst>
          </p:cNvPr>
          <p:cNvSpPr>
            <a:spLocks noGrp="1"/>
          </p:cNvSpPr>
          <p:nvPr/>
        </p:nvSpPr>
        <p:spPr>
          <a:xfrm>
            <a:off x="5919130" y="3481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2" name="F2_precision_recall_distributions_4526">
            <a:extLst>
              <a:ext uri="{FF2B5EF4-FFF2-40B4-BE49-F238E27FC236}">
                <a16:creationId xmlns:a16="http://schemas.microsoft.com/office/drawing/2014/main" id="{F945FF7C-7495-430D-874B-86B188A6D96C}"/>
              </a:ext>
            </a:extLst>
          </p:cNvPr>
          <p:cNvSpPr>
            <a:spLocks noGrp="1"/>
          </p:cNvSpPr>
          <p:nvPr/>
        </p:nvSpPr>
        <p:spPr>
          <a:xfrm>
            <a:off x="585017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3" name="F2_precision_recall_distributions_4527">
            <a:extLst>
              <a:ext uri="{FF2B5EF4-FFF2-40B4-BE49-F238E27FC236}">
                <a16:creationId xmlns:a16="http://schemas.microsoft.com/office/drawing/2014/main" id="{CEA501E8-3956-4104-91B3-D0C02B8D749E}"/>
              </a:ext>
            </a:extLst>
          </p:cNvPr>
          <p:cNvSpPr>
            <a:spLocks noGrp="1"/>
          </p:cNvSpPr>
          <p:nvPr/>
        </p:nvSpPr>
        <p:spPr>
          <a:xfrm>
            <a:off x="61181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4" name="F2_precision_recall_distributions_4528">
            <a:extLst>
              <a:ext uri="{FF2B5EF4-FFF2-40B4-BE49-F238E27FC236}">
                <a16:creationId xmlns:a16="http://schemas.microsoft.com/office/drawing/2014/main" id="{5BECF2B3-9879-401D-9905-48CDC05DDB1E}"/>
              </a:ext>
            </a:extLst>
          </p:cNvPr>
          <p:cNvSpPr>
            <a:spLocks noGrp="1"/>
          </p:cNvSpPr>
          <p:nvPr/>
        </p:nvSpPr>
        <p:spPr>
          <a:xfrm>
            <a:off x="61330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5" name="F2_precision_recall_distributions_4529">
            <a:extLst>
              <a:ext uri="{FF2B5EF4-FFF2-40B4-BE49-F238E27FC236}">
                <a16:creationId xmlns:a16="http://schemas.microsoft.com/office/drawing/2014/main" id="{24300E62-FBB0-412C-91A0-807A2FCA5191}"/>
              </a:ext>
            </a:extLst>
          </p:cNvPr>
          <p:cNvSpPr>
            <a:spLocks noGrp="1"/>
          </p:cNvSpPr>
          <p:nvPr/>
        </p:nvSpPr>
        <p:spPr>
          <a:xfrm>
            <a:off x="5832966" y="3318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6" name="F2_precision_recall_distributions_4530">
            <a:extLst>
              <a:ext uri="{FF2B5EF4-FFF2-40B4-BE49-F238E27FC236}">
                <a16:creationId xmlns:a16="http://schemas.microsoft.com/office/drawing/2014/main" id="{49F32F00-CDE6-489A-88B1-78CD7F35EC34}"/>
              </a:ext>
            </a:extLst>
          </p:cNvPr>
          <p:cNvSpPr>
            <a:spLocks noGrp="1"/>
          </p:cNvSpPr>
          <p:nvPr/>
        </p:nvSpPr>
        <p:spPr>
          <a:xfrm>
            <a:off x="607546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7" name="F2_precision_recall_distributions_4531">
            <a:extLst>
              <a:ext uri="{FF2B5EF4-FFF2-40B4-BE49-F238E27FC236}">
                <a16:creationId xmlns:a16="http://schemas.microsoft.com/office/drawing/2014/main" id="{B48B5976-FDF8-4808-8922-191DB68EEAE3}"/>
              </a:ext>
            </a:extLst>
          </p:cNvPr>
          <p:cNvSpPr>
            <a:spLocks noGrp="1"/>
          </p:cNvSpPr>
          <p:nvPr/>
        </p:nvSpPr>
        <p:spPr>
          <a:xfrm>
            <a:off x="609601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8" name="F2_precision_recall_distributions_4532">
            <a:extLst>
              <a:ext uri="{FF2B5EF4-FFF2-40B4-BE49-F238E27FC236}">
                <a16:creationId xmlns:a16="http://schemas.microsoft.com/office/drawing/2014/main" id="{C9010DFD-E254-4EA0-800A-9308D3ABEA51}"/>
              </a:ext>
            </a:extLst>
          </p:cNvPr>
          <p:cNvSpPr>
            <a:spLocks noGrp="1"/>
          </p:cNvSpPr>
          <p:nvPr/>
        </p:nvSpPr>
        <p:spPr>
          <a:xfrm>
            <a:off x="6148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9" name="F2_precision_recall_distributions_4533">
            <a:extLst>
              <a:ext uri="{FF2B5EF4-FFF2-40B4-BE49-F238E27FC236}">
                <a16:creationId xmlns:a16="http://schemas.microsoft.com/office/drawing/2014/main" id="{048E496A-5B43-4E09-96CD-D9280BDC5543}"/>
              </a:ext>
            </a:extLst>
          </p:cNvPr>
          <p:cNvSpPr>
            <a:spLocks noGrp="1"/>
          </p:cNvSpPr>
          <p:nvPr/>
        </p:nvSpPr>
        <p:spPr>
          <a:xfrm>
            <a:off x="58652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0" name="F2_precision_recall_distributions_4534">
            <a:extLst>
              <a:ext uri="{FF2B5EF4-FFF2-40B4-BE49-F238E27FC236}">
                <a16:creationId xmlns:a16="http://schemas.microsoft.com/office/drawing/2014/main" id="{4DB35068-D218-4F1E-9208-7D82EDDF95BF}"/>
              </a:ext>
            </a:extLst>
          </p:cNvPr>
          <p:cNvSpPr>
            <a:spLocks noGrp="1"/>
          </p:cNvSpPr>
          <p:nvPr/>
        </p:nvSpPr>
        <p:spPr>
          <a:xfrm>
            <a:off x="58646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1" name="F2_precision_recall_distributions_4535">
            <a:extLst>
              <a:ext uri="{FF2B5EF4-FFF2-40B4-BE49-F238E27FC236}">
                <a16:creationId xmlns:a16="http://schemas.microsoft.com/office/drawing/2014/main" id="{1FEB4BF7-46B8-45E8-BEC0-24B53E93EC09}"/>
              </a:ext>
            </a:extLst>
          </p:cNvPr>
          <p:cNvSpPr>
            <a:spLocks noGrp="1"/>
          </p:cNvSpPr>
          <p:nvPr/>
        </p:nvSpPr>
        <p:spPr>
          <a:xfrm>
            <a:off x="60604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2" name="F2_precision_recall_distributions_4536">
            <a:extLst>
              <a:ext uri="{FF2B5EF4-FFF2-40B4-BE49-F238E27FC236}">
                <a16:creationId xmlns:a16="http://schemas.microsoft.com/office/drawing/2014/main" id="{1AB434AA-0160-4B8B-AF71-960B499A2ACE}"/>
              </a:ext>
            </a:extLst>
          </p:cNvPr>
          <p:cNvSpPr>
            <a:spLocks noGrp="1"/>
          </p:cNvSpPr>
          <p:nvPr/>
        </p:nvSpPr>
        <p:spPr>
          <a:xfrm>
            <a:off x="61626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3" name="F2_precision_recall_distributions_4537">
            <a:extLst>
              <a:ext uri="{FF2B5EF4-FFF2-40B4-BE49-F238E27FC236}">
                <a16:creationId xmlns:a16="http://schemas.microsoft.com/office/drawing/2014/main" id="{BCFD620D-DEE3-4BF9-BECA-EC1BFF701F3B}"/>
              </a:ext>
            </a:extLst>
          </p:cNvPr>
          <p:cNvSpPr>
            <a:spLocks noGrp="1"/>
          </p:cNvSpPr>
          <p:nvPr/>
        </p:nvSpPr>
        <p:spPr>
          <a:xfrm>
            <a:off x="61148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4" name="F2_precision_recall_distributions_4538">
            <a:extLst>
              <a:ext uri="{FF2B5EF4-FFF2-40B4-BE49-F238E27FC236}">
                <a16:creationId xmlns:a16="http://schemas.microsoft.com/office/drawing/2014/main" id="{8949353A-212D-4474-8846-322DB989133B}"/>
              </a:ext>
            </a:extLst>
          </p:cNvPr>
          <p:cNvSpPr>
            <a:spLocks noGrp="1"/>
          </p:cNvSpPr>
          <p:nvPr/>
        </p:nvSpPr>
        <p:spPr>
          <a:xfrm>
            <a:off x="580471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5" name="F2_precision_recall_distributions_4539">
            <a:extLst>
              <a:ext uri="{FF2B5EF4-FFF2-40B4-BE49-F238E27FC236}">
                <a16:creationId xmlns:a16="http://schemas.microsoft.com/office/drawing/2014/main" id="{A3578AE3-2699-48C3-848F-0E3490E10C4A}"/>
              </a:ext>
            </a:extLst>
          </p:cNvPr>
          <p:cNvSpPr>
            <a:spLocks noGrp="1"/>
          </p:cNvSpPr>
          <p:nvPr/>
        </p:nvSpPr>
        <p:spPr>
          <a:xfrm>
            <a:off x="58247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6" name="F2_precision_recall_distributions_4540">
            <a:extLst>
              <a:ext uri="{FF2B5EF4-FFF2-40B4-BE49-F238E27FC236}">
                <a16:creationId xmlns:a16="http://schemas.microsoft.com/office/drawing/2014/main" id="{B5454E82-84C1-4384-BAC7-2690E31FDB1E}"/>
              </a:ext>
            </a:extLst>
          </p:cNvPr>
          <p:cNvSpPr>
            <a:spLocks noGrp="1"/>
          </p:cNvSpPr>
          <p:nvPr/>
        </p:nvSpPr>
        <p:spPr>
          <a:xfrm>
            <a:off x="61340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7" name="F2_precision_recall_distributions_4541">
            <a:extLst>
              <a:ext uri="{FF2B5EF4-FFF2-40B4-BE49-F238E27FC236}">
                <a16:creationId xmlns:a16="http://schemas.microsoft.com/office/drawing/2014/main" id="{8BC24BFF-4DD0-40D2-92DA-26BCBFA9BC71}"/>
              </a:ext>
            </a:extLst>
          </p:cNvPr>
          <p:cNvSpPr>
            <a:spLocks noGrp="1"/>
          </p:cNvSpPr>
          <p:nvPr/>
        </p:nvSpPr>
        <p:spPr>
          <a:xfrm>
            <a:off x="60017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8" name="F2_precision_recall_distributions_4542">
            <a:extLst>
              <a:ext uri="{FF2B5EF4-FFF2-40B4-BE49-F238E27FC236}">
                <a16:creationId xmlns:a16="http://schemas.microsoft.com/office/drawing/2014/main" id="{DA63355D-99DE-4135-A8E7-910BEF9865CF}"/>
              </a:ext>
            </a:extLst>
          </p:cNvPr>
          <p:cNvSpPr>
            <a:spLocks noGrp="1"/>
          </p:cNvSpPr>
          <p:nvPr/>
        </p:nvSpPr>
        <p:spPr>
          <a:xfrm>
            <a:off x="59686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9" name="F2_precision_recall_distributions_4543">
            <a:extLst>
              <a:ext uri="{FF2B5EF4-FFF2-40B4-BE49-F238E27FC236}">
                <a16:creationId xmlns:a16="http://schemas.microsoft.com/office/drawing/2014/main" id="{1A4F8EC0-E36B-45CB-A541-5DF8DADE463A}"/>
              </a:ext>
            </a:extLst>
          </p:cNvPr>
          <p:cNvSpPr>
            <a:spLocks noGrp="1"/>
          </p:cNvSpPr>
          <p:nvPr/>
        </p:nvSpPr>
        <p:spPr>
          <a:xfrm>
            <a:off x="611656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0" name="F2_precision_recall_distributions_4544">
            <a:extLst>
              <a:ext uri="{FF2B5EF4-FFF2-40B4-BE49-F238E27FC236}">
                <a16:creationId xmlns:a16="http://schemas.microsoft.com/office/drawing/2014/main" id="{570CBC95-50D6-429C-9DC5-C52920CBD886}"/>
              </a:ext>
            </a:extLst>
          </p:cNvPr>
          <p:cNvSpPr>
            <a:spLocks noGrp="1"/>
          </p:cNvSpPr>
          <p:nvPr/>
        </p:nvSpPr>
        <p:spPr>
          <a:xfrm>
            <a:off x="583896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1" name="F2_precision_recall_distributions_4545">
            <a:extLst>
              <a:ext uri="{FF2B5EF4-FFF2-40B4-BE49-F238E27FC236}">
                <a16:creationId xmlns:a16="http://schemas.microsoft.com/office/drawing/2014/main" id="{EF464511-EB31-4707-BC55-EAD3094BB3C1}"/>
              </a:ext>
            </a:extLst>
          </p:cNvPr>
          <p:cNvSpPr>
            <a:spLocks noGrp="1"/>
          </p:cNvSpPr>
          <p:nvPr/>
        </p:nvSpPr>
        <p:spPr>
          <a:xfrm>
            <a:off x="61444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2" name="F2_precision_recall_distributions_4546">
            <a:extLst>
              <a:ext uri="{FF2B5EF4-FFF2-40B4-BE49-F238E27FC236}">
                <a16:creationId xmlns:a16="http://schemas.microsoft.com/office/drawing/2014/main" id="{DA51CC89-1EA5-4406-B63B-764E6F3954AD}"/>
              </a:ext>
            </a:extLst>
          </p:cNvPr>
          <p:cNvSpPr>
            <a:spLocks noGrp="1"/>
          </p:cNvSpPr>
          <p:nvPr/>
        </p:nvSpPr>
        <p:spPr>
          <a:xfrm>
            <a:off x="60531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3" name="F2_precision_recall_distributions_4547">
            <a:extLst>
              <a:ext uri="{FF2B5EF4-FFF2-40B4-BE49-F238E27FC236}">
                <a16:creationId xmlns:a16="http://schemas.microsoft.com/office/drawing/2014/main" id="{33307B2B-3537-4D8F-A966-785EE3B01487}"/>
              </a:ext>
            </a:extLst>
          </p:cNvPr>
          <p:cNvSpPr>
            <a:spLocks noGrp="1"/>
          </p:cNvSpPr>
          <p:nvPr/>
        </p:nvSpPr>
        <p:spPr>
          <a:xfrm>
            <a:off x="5967042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4" name="F2_precision_recall_distributions_4548">
            <a:extLst>
              <a:ext uri="{FF2B5EF4-FFF2-40B4-BE49-F238E27FC236}">
                <a16:creationId xmlns:a16="http://schemas.microsoft.com/office/drawing/2014/main" id="{36C4F0ED-0633-4081-9E6B-A514DDF6E64F}"/>
              </a:ext>
            </a:extLst>
          </p:cNvPr>
          <p:cNvSpPr>
            <a:spLocks noGrp="1"/>
          </p:cNvSpPr>
          <p:nvPr/>
        </p:nvSpPr>
        <p:spPr>
          <a:xfrm>
            <a:off x="6049952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5" name="F2_precision_recall_distributions_4549">
            <a:extLst>
              <a:ext uri="{FF2B5EF4-FFF2-40B4-BE49-F238E27FC236}">
                <a16:creationId xmlns:a16="http://schemas.microsoft.com/office/drawing/2014/main" id="{ADD39DDA-8E35-4A29-B1E4-1866CA9FF25D}"/>
              </a:ext>
            </a:extLst>
          </p:cNvPr>
          <p:cNvSpPr>
            <a:spLocks noGrp="1"/>
          </p:cNvSpPr>
          <p:nvPr/>
        </p:nvSpPr>
        <p:spPr>
          <a:xfrm>
            <a:off x="61245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6" name="F2_precision_recall_distributions_4550">
            <a:extLst>
              <a:ext uri="{FF2B5EF4-FFF2-40B4-BE49-F238E27FC236}">
                <a16:creationId xmlns:a16="http://schemas.microsoft.com/office/drawing/2014/main" id="{968F1374-1D16-49B6-BE6A-A1891CD7C5EF}"/>
              </a:ext>
            </a:extLst>
          </p:cNvPr>
          <p:cNvSpPr>
            <a:spLocks noGrp="1"/>
          </p:cNvSpPr>
          <p:nvPr/>
        </p:nvSpPr>
        <p:spPr>
          <a:xfrm>
            <a:off x="61229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7" name="F2_precision_recall_distributions_4551">
            <a:extLst>
              <a:ext uri="{FF2B5EF4-FFF2-40B4-BE49-F238E27FC236}">
                <a16:creationId xmlns:a16="http://schemas.microsoft.com/office/drawing/2014/main" id="{8FAE46F2-A1BF-4195-9BD3-64CDBD58CDCA}"/>
              </a:ext>
            </a:extLst>
          </p:cNvPr>
          <p:cNvSpPr>
            <a:spLocks noGrp="1"/>
          </p:cNvSpPr>
          <p:nvPr/>
        </p:nvSpPr>
        <p:spPr>
          <a:xfrm>
            <a:off x="5932496" y="3062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8" name="F2_precision_recall_distributions_4552">
            <a:extLst>
              <a:ext uri="{FF2B5EF4-FFF2-40B4-BE49-F238E27FC236}">
                <a16:creationId xmlns:a16="http://schemas.microsoft.com/office/drawing/2014/main" id="{462304B3-4ADD-4B00-AB0E-EF8D2E9BCE0D}"/>
              </a:ext>
            </a:extLst>
          </p:cNvPr>
          <p:cNvSpPr>
            <a:spLocks noGrp="1"/>
          </p:cNvSpPr>
          <p:nvPr/>
        </p:nvSpPr>
        <p:spPr>
          <a:xfrm>
            <a:off x="5975149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9" name="F2_precision_recall_distributions_4553">
            <a:extLst>
              <a:ext uri="{FF2B5EF4-FFF2-40B4-BE49-F238E27FC236}">
                <a16:creationId xmlns:a16="http://schemas.microsoft.com/office/drawing/2014/main" id="{5C69F9AA-D450-421C-B301-E6E61AB483B4}"/>
              </a:ext>
            </a:extLst>
          </p:cNvPr>
          <p:cNvSpPr>
            <a:spLocks noGrp="1"/>
          </p:cNvSpPr>
          <p:nvPr/>
        </p:nvSpPr>
        <p:spPr>
          <a:xfrm>
            <a:off x="60595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0" name="F2_precision_recall_distributions_4554">
            <a:extLst>
              <a:ext uri="{FF2B5EF4-FFF2-40B4-BE49-F238E27FC236}">
                <a16:creationId xmlns:a16="http://schemas.microsoft.com/office/drawing/2014/main" id="{23C299BE-B153-4962-8906-6077E00A1325}"/>
              </a:ext>
            </a:extLst>
          </p:cNvPr>
          <p:cNvSpPr>
            <a:spLocks noGrp="1"/>
          </p:cNvSpPr>
          <p:nvPr/>
        </p:nvSpPr>
        <p:spPr>
          <a:xfrm>
            <a:off x="592833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1" name="F2_precision_recall_distributions_4555">
            <a:extLst>
              <a:ext uri="{FF2B5EF4-FFF2-40B4-BE49-F238E27FC236}">
                <a16:creationId xmlns:a16="http://schemas.microsoft.com/office/drawing/2014/main" id="{69A44BA6-CE7A-4600-926C-69D075450EC0}"/>
              </a:ext>
            </a:extLst>
          </p:cNvPr>
          <p:cNvSpPr>
            <a:spLocks noGrp="1"/>
          </p:cNvSpPr>
          <p:nvPr/>
        </p:nvSpPr>
        <p:spPr>
          <a:xfrm>
            <a:off x="59508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2" name="F2_precision_recall_distributions_4556">
            <a:extLst>
              <a:ext uri="{FF2B5EF4-FFF2-40B4-BE49-F238E27FC236}">
                <a16:creationId xmlns:a16="http://schemas.microsoft.com/office/drawing/2014/main" id="{9DD20858-3542-45F6-81A1-E75CA3EA6E76}"/>
              </a:ext>
            </a:extLst>
          </p:cNvPr>
          <p:cNvSpPr>
            <a:spLocks noGrp="1"/>
          </p:cNvSpPr>
          <p:nvPr/>
        </p:nvSpPr>
        <p:spPr>
          <a:xfrm>
            <a:off x="6021912" y="36830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3" name="F2_precision_recall_distributions_4557">
            <a:extLst>
              <a:ext uri="{FF2B5EF4-FFF2-40B4-BE49-F238E27FC236}">
                <a16:creationId xmlns:a16="http://schemas.microsoft.com/office/drawing/2014/main" id="{7B606A8D-C44D-49BD-B90F-20A931850C72}"/>
              </a:ext>
            </a:extLst>
          </p:cNvPr>
          <p:cNvSpPr>
            <a:spLocks noGrp="1"/>
          </p:cNvSpPr>
          <p:nvPr/>
        </p:nvSpPr>
        <p:spPr>
          <a:xfrm>
            <a:off x="581326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4" name="F2_precision_recall_distributions_4558">
            <a:extLst>
              <a:ext uri="{FF2B5EF4-FFF2-40B4-BE49-F238E27FC236}">
                <a16:creationId xmlns:a16="http://schemas.microsoft.com/office/drawing/2014/main" id="{CF306D91-633E-4219-92A7-BFF6EDEBF802}"/>
              </a:ext>
            </a:extLst>
          </p:cNvPr>
          <p:cNvSpPr>
            <a:spLocks noGrp="1"/>
          </p:cNvSpPr>
          <p:nvPr/>
        </p:nvSpPr>
        <p:spPr>
          <a:xfrm>
            <a:off x="59167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5" name="F2_precision_recall_distributions_4559">
            <a:extLst>
              <a:ext uri="{FF2B5EF4-FFF2-40B4-BE49-F238E27FC236}">
                <a16:creationId xmlns:a16="http://schemas.microsoft.com/office/drawing/2014/main" id="{A5D44E6E-8100-4626-A3B0-B1F44EB3CD6E}"/>
              </a:ext>
            </a:extLst>
          </p:cNvPr>
          <p:cNvSpPr>
            <a:spLocks noGrp="1"/>
          </p:cNvSpPr>
          <p:nvPr/>
        </p:nvSpPr>
        <p:spPr>
          <a:xfrm>
            <a:off x="60359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6" name="F2_precision_recall_distributions_4560">
            <a:extLst>
              <a:ext uri="{FF2B5EF4-FFF2-40B4-BE49-F238E27FC236}">
                <a16:creationId xmlns:a16="http://schemas.microsoft.com/office/drawing/2014/main" id="{B6227B5F-FEC2-420A-81AB-508C98515B2D}"/>
              </a:ext>
            </a:extLst>
          </p:cNvPr>
          <p:cNvSpPr>
            <a:spLocks noGrp="1"/>
          </p:cNvSpPr>
          <p:nvPr/>
        </p:nvSpPr>
        <p:spPr>
          <a:xfrm>
            <a:off x="58430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7" name="F2_precision_recall_distributions_4561">
            <a:extLst>
              <a:ext uri="{FF2B5EF4-FFF2-40B4-BE49-F238E27FC236}">
                <a16:creationId xmlns:a16="http://schemas.microsoft.com/office/drawing/2014/main" id="{6885E03E-AEEA-4F6C-98F1-40A9B1DBCC0E}"/>
              </a:ext>
            </a:extLst>
          </p:cNvPr>
          <p:cNvSpPr>
            <a:spLocks noGrp="1"/>
          </p:cNvSpPr>
          <p:nvPr/>
        </p:nvSpPr>
        <p:spPr>
          <a:xfrm>
            <a:off x="58978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8" name="F2_precision_recall_distributions_4562">
            <a:extLst>
              <a:ext uri="{FF2B5EF4-FFF2-40B4-BE49-F238E27FC236}">
                <a16:creationId xmlns:a16="http://schemas.microsoft.com/office/drawing/2014/main" id="{89FC1DDA-5B0C-4CDB-93E5-F2A215D86057}"/>
              </a:ext>
            </a:extLst>
          </p:cNvPr>
          <p:cNvSpPr>
            <a:spLocks noGrp="1"/>
          </p:cNvSpPr>
          <p:nvPr/>
        </p:nvSpPr>
        <p:spPr>
          <a:xfrm>
            <a:off x="58774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9" name="F2_precision_recall_distributions_4563">
            <a:extLst>
              <a:ext uri="{FF2B5EF4-FFF2-40B4-BE49-F238E27FC236}">
                <a16:creationId xmlns:a16="http://schemas.microsoft.com/office/drawing/2014/main" id="{7807A1E6-3933-4107-AB4F-F349C41FA4C8}"/>
              </a:ext>
            </a:extLst>
          </p:cNvPr>
          <p:cNvSpPr>
            <a:spLocks noGrp="1"/>
          </p:cNvSpPr>
          <p:nvPr/>
        </p:nvSpPr>
        <p:spPr>
          <a:xfrm>
            <a:off x="5812547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0" name="F2_precision_recall_distributions_4564">
            <a:extLst>
              <a:ext uri="{FF2B5EF4-FFF2-40B4-BE49-F238E27FC236}">
                <a16:creationId xmlns:a16="http://schemas.microsoft.com/office/drawing/2014/main" id="{219E8105-0C03-4B8A-9829-FABEE937840B}"/>
              </a:ext>
            </a:extLst>
          </p:cNvPr>
          <p:cNvSpPr>
            <a:spLocks noGrp="1"/>
          </p:cNvSpPr>
          <p:nvPr/>
        </p:nvSpPr>
        <p:spPr>
          <a:xfrm>
            <a:off x="60617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1" name="F2_precision_recall_distributions_4565">
            <a:extLst>
              <a:ext uri="{FF2B5EF4-FFF2-40B4-BE49-F238E27FC236}">
                <a16:creationId xmlns:a16="http://schemas.microsoft.com/office/drawing/2014/main" id="{28FA435E-AFE5-43E4-971D-91E37A564F29}"/>
              </a:ext>
            </a:extLst>
          </p:cNvPr>
          <p:cNvSpPr>
            <a:spLocks noGrp="1"/>
          </p:cNvSpPr>
          <p:nvPr/>
        </p:nvSpPr>
        <p:spPr>
          <a:xfrm>
            <a:off x="616741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2" name="F2_precision_recall_distributions_4566">
            <a:extLst>
              <a:ext uri="{FF2B5EF4-FFF2-40B4-BE49-F238E27FC236}">
                <a16:creationId xmlns:a16="http://schemas.microsoft.com/office/drawing/2014/main" id="{E798DA71-392E-4FFB-A469-13D776698853}"/>
              </a:ext>
            </a:extLst>
          </p:cNvPr>
          <p:cNvSpPr>
            <a:spLocks noGrp="1"/>
          </p:cNvSpPr>
          <p:nvPr/>
        </p:nvSpPr>
        <p:spPr>
          <a:xfrm>
            <a:off x="61509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3" name="F2_precision_recall_distributions_4567">
            <a:extLst>
              <a:ext uri="{FF2B5EF4-FFF2-40B4-BE49-F238E27FC236}">
                <a16:creationId xmlns:a16="http://schemas.microsoft.com/office/drawing/2014/main" id="{061B1778-02A2-412D-98F3-E1382BF3FA9D}"/>
              </a:ext>
            </a:extLst>
          </p:cNvPr>
          <p:cNvSpPr>
            <a:spLocks noGrp="1"/>
          </p:cNvSpPr>
          <p:nvPr/>
        </p:nvSpPr>
        <p:spPr>
          <a:xfrm>
            <a:off x="59425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4" name="F2_precision_recall_distributions_4568">
            <a:extLst>
              <a:ext uri="{FF2B5EF4-FFF2-40B4-BE49-F238E27FC236}">
                <a16:creationId xmlns:a16="http://schemas.microsoft.com/office/drawing/2014/main" id="{2558D489-C4E2-4367-97A4-0EBBF074C054}"/>
              </a:ext>
            </a:extLst>
          </p:cNvPr>
          <p:cNvSpPr>
            <a:spLocks noGrp="1"/>
          </p:cNvSpPr>
          <p:nvPr/>
        </p:nvSpPr>
        <p:spPr>
          <a:xfrm>
            <a:off x="59815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5" name="F2_precision_recall_distributions_4569">
            <a:extLst>
              <a:ext uri="{FF2B5EF4-FFF2-40B4-BE49-F238E27FC236}">
                <a16:creationId xmlns:a16="http://schemas.microsoft.com/office/drawing/2014/main" id="{4DDC1966-30CC-42CE-B564-1251EF22B07F}"/>
              </a:ext>
            </a:extLst>
          </p:cNvPr>
          <p:cNvSpPr>
            <a:spLocks noGrp="1"/>
          </p:cNvSpPr>
          <p:nvPr/>
        </p:nvSpPr>
        <p:spPr>
          <a:xfrm>
            <a:off x="60315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6" name="F2_precision_recall_distributions_4570">
            <a:extLst>
              <a:ext uri="{FF2B5EF4-FFF2-40B4-BE49-F238E27FC236}">
                <a16:creationId xmlns:a16="http://schemas.microsoft.com/office/drawing/2014/main" id="{42B21D51-7480-486A-8DB8-1B55EEC93720}"/>
              </a:ext>
            </a:extLst>
          </p:cNvPr>
          <p:cNvSpPr>
            <a:spLocks noGrp="1"/>
          </p:cNvSpPr>
          <p:nvPr/>
        </p:nvSpPr>
        <p:spPr>
          <a:xfrm>
            <a:off x="614565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7" name="F2_precision_recall_distributions_4571">
            <a:extLst>
              <a:ext uri="{FF2B5EF4-FFF2-40B4-BE49-F238E27FC236}">
                <a16:creationId xmlns:a16="http://schemas.microsoft.com/office/drawing/2014/main" id="{6669EAA9-5087-495A-8890-B16161827A21}"/>
              </a:ext>
            </a:extLst>
          </p:cNvPr>
          <p:cNvSpPr>
            <a:spLocks noGrp="1"/>
          </p:cNvSpPr>
          <p:nvPr/>
        </p:nvSpPr>
        <p:spPr>
          <a:xfrm>
            <a:off x="585699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8" name="F2_precision_recall_distributions_4572">
            <a:extLst>
              <a:ext uri="{FF2B5EF4-FFF2-40B4-BE49-F238E27FC236}">
                <a16:creationId xmlns:a16="http://schemas.microsoft.com/office/drawing/2014/main" id="{38EB2EE1-5CD4-433B-9DC9-2F44C4C5C6AF}"/>
              </a:ext>
            </a:extLst>
          </p:cNvPr>
          <p:cNvSpPr>
            <a:spLocks noGrp="1"/>
          </p:cNvSpPr>
          <p:nvPr/>
        </p:nvSpPr>
        <p:spPr>
          <a:xfrm>
            <a:off x="584495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9" name="F2_precision_recall_distributions_4573">
            <a:extLst>
              <a:ext uri="{FF2B5EF4-FFF2-40B4-BE49-F238E27FC236}">
                <a16:creationId xmlns:a16="http://schemas.microsoft.com/office/drawing/2014/main" id="{D13BB77D-D22A-49A8-B788-F2462B25F0E6}"/>
              </a:ext>
            </a:extLst>
          </p:cNvPr>
          <p:cNvSpPr>
            <a:spLocks noGrp="1"/>
          </p:cNvSpPr>
          <p:nvPr/>
        </p:nvSpPr>
        <p:spPr>
          <a:xfrm>
            <a:off x="614042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0" name="F2_precision_recall_distributions_4574">
            <a:extLst>
              <a:ext uri="{FF2B5EF4-FFF2-40B4-BE49-F238E27FC236}">
                <a16:creationId xmlns:a16="http://schemas.microsoft.com/office/drawing/2014/main" id="{59D497B6-FADC-4EC8-8F62-4F799A866D40}"/>
              </a:ext>
            </a:extLst>
          </p:cNvPr>
          <p:cNvSpPr>
            <a:spLocks noGrp="1"/>
          </p:cNvSpPr>
          <p:nvPr/>
        </p:nvSpPr>
        <p:spPr>
          <a:xfrm>
            <a:off x="592838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1" name="F2_precision_recall_distributions_4575">
            <a:extLst>
              <a:ext uri="{FF2B5EF4-FFF2-40B4-BE49-F238E27FC236}">
                <a16:creationId xmlns:a16="http://schemas.microsoft.com/office/drawing/2014/main" id="{523F6F7E-FB12-4AB0-AA59-2711A1D6704A}"/>
              </a:ext>
            </a:extLst>
          </p:cNvPr>
          <p:cNvSpPr>
            <a:spLocks noGrp="1"/>
          </p:cNvSpPr>
          <p:nvPr/>
        </p:nvSpPr>
        <p:spPr>
          <a:xfrm>
            <a:off x="608001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2" name="F2_precision_recall_distributions_4576">
            <a:extLst>
              <a:ext uri="{FF2B5EF4-FFF2-40B4-BE49-F238E27FC236}">
                <a16:creationId xmlns:a16="http://schemas.microsoft.com/office/drawing/2014/main" id="{6E6AE0FB-B2C5-444B-A153-BB4BAAA55662}"/>
              </a:ext>
            </a:extLst>
          </p:cNvPr>
          <p:cNvSpPr>
            <a:spLocks noGrp="1"/>
          </p:cNvSpPr>
          <p:nvPr/>
        </p:nvSpPr>
        <p:spPr>
          <a:xfrm>
            <a:off x="581769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3" name="F2_precision_recall_distributions_4577">
            <a:extLst>
              <a:ext uri="{FF2B5EF4-FFF2-40B4-BE49-F238E27FC236}">
                <a16:creationId xmlns:a16="http://schemas.microsoft.com/office/drawing/2014/main" id="{5DD6EFF5-6928-4B92-A8E7-5440E7CC12BD}"/>
              </a:ext>
            </a:extLst>
          </p:cNvPr>
          <p:cNvSpPr>
            <a:spLocks noGrp="1"/>
          </p:cNvSpPr>
          <p:nvPr/>
        </p:nvSpPr>
        <p:spPr>
          <a:xfrm>
            <a:off x="6163046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4" name="F2_precision_recall_distributions_4578">
            <a:extLst>
              <a:ext uri="{FF2B5EF4-FFF2-40B4-BE49-F238E27FC236}">
                <a16:creationId xmlns:a16="http://schemas.microsoft.com/office/drawing/2014/main" id="{7FE0FA36-EDD8-4124-A4C2-974C3FDAEC97}"/>
              </a:ext>
            </a:extLst>
          </p:cNvPr>
          <p:cNvSpPr>
            <a:spLocks noGrp="1"/>
          </p:cNvSpPr>
          <p:nvPr/>
        </p:nvSpPr>
        <p:spPr>
          <a:xfrm>
            <a:off x="6049631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5" name="F2_precision_recall_distributions_4579">
            <a:extLst>
              <a:ext uri="{FF2B5EF4-FFF2-40B4-BE49-F238E27FC236}">
                <a16:creationId xmlns:a16="http://schemas.microsoft.com/office/drawing/2014/main" id="{31ED5F9B-7E5F-44CE-9E19-A356A4CBDBA3}"/>
              </a:ext>
            </a:extLst>
          </p:cNvPr>
          <p:cNvSpPr>
            <a:spLocks noGrp="1"/>
          </p:cNvSpPr>
          <p:nvPr/>
        </p:nvSpPr>
        <p:spPr>
          <a:xfrm>
            <a:off x="5868095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6" name="F2_precision_recall_distributions_4580">
            <a:extLst>
              <a:ext uri="{FF2B5EF4-FFF2-40B4-BE49-F238E27FC236}">
                <a16:creationId xmlns:a16="http://schemas.microsoft.com/office/drawing/2014/main" id="{B1375B82-1CFA-4FDB-8FB8-C10FB1D08549}"/>
              </a:ext>
            </a:extLst>
          </p:cNvPr>
          <p:cNvSpPr>
            <a:spLocks noGrp="1"/>
          </p:cNvSpPr>
          <p:nvPr/>
        </p:nvSpPr>
        <p:spPr>
          <a:xfrm>
            <a:off x="61177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7" name="F2_precision_recall_distributions_4581">
            <a:extLst>
              <a:ext uri="{FF2B5EF4-FFF2-40B4-BE49-F238E27FC236}">
                <a16:creationId xmlns:a16="http://schemas.microsoft.com/office/drawing/2014/main" id="{0032A7C8-034C-47F0-AA29-31F4F53370BF}"/>
              </a:ext>
            </a:extLst>
          </p:cNvPr>
          <p:cNvSpPr>
            <a:spLocks noGrp="1"/>
          </p:cNvSpPr>
          <p:nvPr/>
        </p:nvSpPr>
        <p:spPr>
          <a:xfrm>
            <a:off x="59642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8" name="F2_precision_recall_distributions_4582">
            <a:extLst>
              <a:ext uri="{FF2B5EF4-FFF2-40B4-BE49-F238E27FC236}">
                <a16:creationId xmlns:a16="http://schemas.microsoft.com/office/drawing/2014/main" id="{8C45A324-9D11-4E2B-AF47-6C759F76578D}"/>
              </a:ext>
            </a:extLst>
          </p:cNvPr>
          <p:cNvSpPr>
            <a:spLocks noGrp="1"/>
          </p:cNvSpPr>
          <p:nvPr/>
        </p:nvSpPr>
        <p:spPr>
          <a:xfrm>
            <a:off x="61295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9" name="F2_precision_recall_distributions_4583">
            <a:extLst>
              <a:ext uri="{FF2B5EF4-FFF2-40B4-BE49-F238E27FC236}">
                <a16:creationId xmlns:a16="http://schemas.microsoft.com/office/drawing/2014/main" id="{232CF176-3D81-4068-A916-E8E8B19FFCA5}"/>
              </a:ext>
            </a:extLst>
          </p:cNvPr>
          <p:cNvSpPr>
            <a:spLocks noGrp="1"/>
          </p:cNvSpPr>
          <p:nvPr/>
        </p:nvSpPr>
        <p:spPr>
          <a:xfrm>
            <a:off x="5971692" y="36125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0" name="F2_precision_recall_distributions_4584">
            <a:extLst>
              <a:ext uri="{FF2B5EF4-FFF2-40B4-BE49-F238E27FC236}">
                <a16:creationId xmlns:a16="http://schemas.microsoft.com/office/drawing/2014/main" id="{A76E2A3D-1C6F-42DC-AD59-B2E8F21B4501}"/>
              </a:ext>
            </a:extLst>
          </p:cNvPr>
          <p:cNvSpPr>
            <a:spLocks noGrp="1"/>
          </p:cNvSpPr>
          <p:nvPr/>
        </p:nvSpPr>
        <p:spPr>
          <a:xfrm>
            <a:off x="593475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1" name="F2_precision_recall_distributions_4585">
            <a:extLst>
              <a:ext uri="{FF2B5EF4-FFF2-40B4-BE49-F238E27FC236}">
                <a16:creationId xmlns:a16="http://schemas.microsoft.com/office/drawing/2014/main" id="{D22F63B6-24DC-4730-9CA6-96ADB8E20E97}"/>
              </a:ext>
            </a:extLst>
          </p:cNvPr>
          <p:cNvSpPr>
            <a:spLocks noGrp="1"/>
          </p:cNvSpPr>
          <p:nvPr/>
        </p:nvSpPr>
        <p:spPr>
          <a:xfrm>
            <a:off x="58119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2" name="F2_precision_recall_distributions_4586">
            <a:extLst>
              <a:ext uri="{FF2B5EF4-FFF2-40B4-BE49-F238E27FC236}">
                <a16:creationId xmlns:a16="http://schemas.microsoft.com/office/drawing/2014/main" id="{BC783C23-EF27-41B6-B817-DC587D471F66}"/>
              </a:ext>
            </a:extLst>
          </p:cNvPr>
          <p:cNvSpPr>
            <a:spLocks noGrp="1"/>
          </p:cNvSpPr>
          <p:nvPr/>
        </p:nvSpPr>
        <p:spPr>
          <a:xfrm>
            <a:off x="614220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3" name="F2_precision_recall_distributions_4587">
            <a:extLst>
              <a:ext uri="{FF2B5EF4-FFF2-40B4-BE49-F238E27FC236}">
                <a16:creationId xmlns:a16="http://schemas.microsoft.com/office/drawing/2014/main" id="{481F79B8-FD89-4E57-8F72-90AF0B4A6E50}"/>
              </a:ext>
            </a:extLst>
          </p:cNvPr>
          <p:cNvSpPr>
            <a:spLocks noGrp="1"/>
          </p:cNvSpPr>
          <p:nvPr/>
        </p:nvSpPr>
        <p:spPr>
          <a:xfrm>
            <a:off x="61292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4" name="F2_precision_recall_distributions_4588">
            <a:extLst>
              <a:ext uri="{FF2B5EF4-FFF2-40B4-BE49-F238E27FC236}">
                <a16:creationId xmlns:a16="http://schemas.microsoft.com/office/drawing/2014/main" id="{265E819A-18C9-4CF8-ACA3-4C52F289CA62}"/>
              </a:ext>
            </a:extLst>
          </p:cNvPr>
          <p:cNvSpPr>
            <a:spLocks noGrp="1"/>
          </p:cNvSpPr>
          <p:nvPr/>
        </p:nvSpPr>
        <p:spPr>
          <a:xfrm>
            <a:off x="599776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5" name="F2_precision_recall_distributions_4589">
            <a:extLst>
              <a:ext uri="{FF2B5EF4-FFF2-40B4-BE49-F238E27FC236}">
                <a16:creationId xmlns:a16="http://schemas.microsoft.com/office/drawing/2014/main" id="{F8336BCB-E09E-4461-8BBA-3DD0CDF0CF33}"/>
              </a:ext>
            </a:extLst>
          </p:cNvPr>
          <p:cNvSpPr>
            <a:spLocks noGrp="1"/>
          </p:cNvSpPr>
          <p:nvPr/>
        </p:nvSpPr>
        <p:spPr>
          <a:xfrm>
            <a:off x="608077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6" name="F2_precision_recall_distributions_4590">
            <a:extLst>
              <a:ext uri="{FF2B5EF4-FFF2-40B4-BE49-F238E27FC236}">
                <a16:creationId xmlns:a16="http://schemas.microsoft.com/office/drawing/2014/main" id="{D7D912C6-8FEE-4A39-A83F-5EAAAF891DEF}"/>
              </a:ext>
            </a:extLst>
          </p:cNvPr>
          <p:cNvSpPr>
            <a:spLocks noGrp="1"/>
          </p:cNvSpPr>
          <p:nvPr/>
        </p:nvSpPr>
        <p:spPr>
          <a:xfrm>
            <a:off x="591295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7" name="F2_precision_recall_distributions_4591">
            <a:extLst>
              <a:ext uri="{FF2B5EF4-FFF2-40B4-BE49-F238E27FC236}">
                <a16:creationId xmlns:a16="http://schemas.microsoft.com/office/drawing/2014/main" id="{D96FC6DB-C145-499F-8194-12EA4D4BAFD2}"/>
              </a:ext>
            </a:extLst>
          </p:cNvPr>
          <p:cNvSpPr>
            <a:spLocks noGrp="1"/>
          </p:cNvSpPr>
          <p:nvPr/>
        </p:nvSpPr>
        <p:spPr>
          <a:xfrm>
            <a:off x="60842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8" name="F2_precision_recall_distributions_4592">
            <a:extLst>
              <a:ext uri="{FF2B5EF4-FFF2-40B4-BE49-F238E27FC236}">
                <a16:creationId xmlns:a16="http://schemas.microsoft.com/office/drawing/2014/main" id="{C5932D67-36C3-42E4-A123-12BE367215CE}"/>
              </a:ext>
            </a:extLst>
          </p:cNvPr>
          <p:cNvSpPr>
            <a:spLocks noGrp="1"/>
          </p:cNvSpPr>
          <p:nvPr/>
        </p:nvSpPr>
        <p:spPr>
          <a:xfrm>
            <a:off x="60191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9" name="F2_precision_recall_distributions_4593">
            <a:extLst>
              <a:ext uri="{FF2B5EF4-FFF2-40B4-BE49-F238E27FC236}">
                <a16:creationId xmlns:a16="http://schemas.microsoft.com/office/drawing/2014/main" id="{06E4525B-4983-4EEC-96B2-5E1269C8D756}"/>
              </a:ext>
            </a:extLst>
          </p:cNvPr>
          <p:cNvSpPr>
            <a:spLocks noGrp="1"/>
          </p:cNvSpPr>
          <p:nvPr/>
        </p:nvSpPr>
        <p:spPr>
          <a:xfrm>
            <a:off x="58728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0" name="F2_precision_recall_distributions_4594">
            <a:extLst>
              <a:ext uri="{FF2B5EF4-FFF2-40B4-BE49-F238E27FC236}">
                <a16:creationId xmlns:a16="http://schemas.microsoft.com/office/drawing/2014/main" id="{7DBA1EB0-40AC-4D41-86B4-1099679D191F}"/>
              </a:ext>
            </a:extLst>
          </p:cNvPr>
          <p:cNvSpPr>
            <a:spLocks noGrp="1"/>
          </p:cNvSpPr>
          <p:nvPr/>
        </p:nvSpPr>
        <p:spPr>
          <a:xfrm>
            <a:off x="58707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1" name="F2_precision_recall_distributions_4595">
            <a:extLst>
              <a:ext uri="{FF2B5EF4-FFF2-40B4-BE49-F238E27FC236}">
                <a16:creationId xmlns:a16="http://schemas.microsoft.com/office/drawing/2014/main" id="{D8264194-F085-4315-857D-3DA65221A9C0}"/>
              </a:ext>
            </a:extLst>
          </p:cNvPr>
          <p:cNvSpPr>
            <a:spLocks noGrp="1"/>
          </p:cNvSpPr>
          <p:nvPr/>
        </p:nvSpPr>
        <p:spPr>
          <a:xfrm>
            <a:off x="6120028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2" name="F2_precision_recall_distributions_4596">
            <a:extLst>
              <a:ext uri="{FF2B5EF4-FFF2-40B4-BE49-F238E27FC236}">
                <a16:creationId xmlns:a16="http://schemas.microsoft.com/office/drawing/2014/main" id="{8834694F-7827-494B-AFC8-E190F679EDCE}"/>
              </a:ext>
            </a:extLst>
          </p:cNvPr>
          <p:cNvSpPr>
            <a:spLocks noGrp="1"/>
          </p:cNvSpPr>
          <p:nvPr/>
        </p:nvSpPr>
        <p:spPr>
          <a:xfrm>
            <a:off x="6088538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3" name="F2_precision_recall_distributions_4597">
            <a:extLst>
              <a:ext uri="{FF2B5EF4-FFF2-40B4-BE49-F238E27FC236}">
                <a16:creationId xmlns:a16="http://schemas.microsoft.com/office/drawing/2014/main" id="{F2497BB4-5E9F-4EB0-95AA-169C08758C6D}"/>
              </a:ext>
            </a:extLst>
          </p:cNvPr>
          <p:cNvSpPr>
            <a:spLocks noGrp="1"/>
          </p:cNvSpPr>
          <p:nvPr/>
        </p:nvSpPr>
        <p:spPr>
          <a:xfrm>
            <a:off x="6149911" y="3046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4" name="F2_precision_recall_distributions_4598">
            <a:extLst>
              <a:ext uri="{FF2B5EF4-FFF2-40B4-BE49-F238E27FC236}">
                <a16:creationId xmlns:a16="http://schemas.microsoft.com/office/drawing/2014/main" id="{FE653D64-7F09-4EC0-80D0-8018B0E41876}"/>
              </a:ext>
            </a:extLst>
          </p:cNvPr>
          <p:cNvSpPr>
            <a:spLocks noGrp="1"/>
          </p:cNvSpPr>
          <p:nvPr/>
        </p:nvSpPr>
        <p:spPr>
          <a:xfrm>
            <a:off x="5841943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5" name="F2_precision_recall_distributions_4599">
            <a:extLst>
              <a:ext uri="{FF2B5EF4-FFF2-40B4-BE49-F238E27FC236}">
                <a16:creationId xmlns:a16="http://schemas.microsoft.com/office/drawing/2014/main" id="{8EC81037-CF88-42A0-BE37-91F10B3892E8}"/>
              </a:ext>
            </a:extLst>
          </p:cNvPr>
          <p:cNvSpPr>
            <a:spLocks noGrp="1"/>
          </p:cNvSpPr>
          <p:nvPr/>
        </p:nvSpPr>
        <p:spPr>
          <a:xfrm>
            <a:off x="59268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6" name="F2_precision_recall_distributions_4600">
            <a:extLst>
              <a:ext uri="{FF2B5EF4-FFF2-40B4-BE49-F238E27FC236}">
                <a16:creationId xmlns:a16="http://schemas.microsoft.com/office/drawing/2014/main" id="{D96BA8E9-2112-439D-A83F-3672EFEDA848}"/>
              </a:ext>
            </a:extLst>
          </p:cNvPr>
          <p:cNvSpPr>
            <a:spLocks noGrp="1"/>
          </p:cNvSpPr>
          <p:nvPr/>
        </p:nvSpPr>
        <p:spPr>
          <a:xfrm>
            <a:off x="593086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7" name="F2_precision_recall_distributions_4601">
            <a:extLst>
              <a:ext uri="{FF2B5EF4-FFF2-40B4-BE49-F238E27FC236}">
                <a16:creationId xmlns:a16="http://schemas.microsoft.com/office/drawing/2014/main" id="{295C2918-E18F-4390-9373-EDC26518AA66}"/>
              </a:ext>
            </a:extLst>
          </p:cNvPr>
          <p:cNvSpPr>
            <a:spLocks noGrp="1"/>
          </p:cNvSpPr>
          <p:nvPr/>
        </p:nvSpPr>
        <p:spPr>
          <a:xfrm>
            <a:off x="59305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8" name="F2_precision_recall_distributions_4602">
            <a:extLst>
              <a:ext uri="{FF2B5EF4-FFF2-40B4-BE49-F238E27FC236}">
                <a16:creationId xmlns:a16="http://schemas.microsoft.com/office/drawing/2014/main" id="{546B865D-6DD9-4BEA-B7D7-A705EB922D4A}"/>
              </a:ext>
            </a:extLst>
          </p:cNvPr>
          <p:cNvSpPr>
            <a:spLocks noGrp="1"/>
          </p:cNvSpPr>
          <p:nvPr/>
        </p:nvSpPr>
        <p:spPr>
          <a:xfrm>
            <a:off x="59705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9" name="F2_precision_recall_distributions_4603">
            <a:extLst>
              <a:ext uri="{FF2B5EF4-FFF2-40B4-BE49-F238E27FC236}">
                <a16:creationId xmlns:a16="http://schemas.microsoft.com/office/drawing/2014/main" id="{2F7FA54D-6463-4A5F-AE4E-2B9F5696CC99}"/>
              </a:ext>
            </a:extLst>
          </p:cNvPr>
          <p:cNvSpPr>
            <a:spLocks noGrp="1"/>
          </p:cNvSpPr>
          <p:nvPr/>
        </p:nvSpPr>
        <p:spPr>
          <a:xfrm>
            <a:off x="58388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0" name="F2_precision_recall_distributions_4604">
            <a:extLst>
              <a:ext uri="{FF2B5EF4-FFF2-40B4-BE49-F238E27FC236}">
                <a16:creationId xmlns:a16="http://schemas.microsoft.com/office/drawing/2014/main" id="{37FF4FA2-664C-40B4-82D3-B713EE91B2CA}"/>
              </a:ext>
            </a:extLst>
          </p:cNvPr>
          <p:cNvSpPr>
            <a:spLocks noGrp="1"/>
          </p:cNvSpPr>
          <p:nvPr/>
        </p:nvSpPr>
        <p:spPr>
          <a:xfrm>
            <a:off x="605357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1" name="F2_precision_recall_distributions_4605">
            <a:extLst>
              <a:ext uri="{FF2B5EF4-FFF2-40B4-BE49-F238E27FC236}">
                <a16:creationId xmlns:a16="http://schemas.microsoft.com/office/drawing/2014/main" id="{2C337227-2E52-461D-ABE3-B99C1F757DF6}"/>
              </a:ext>
            </a:extLst>
          </p:cNvPr>
          <p:cNvSpPr>
            <a:spLocks noGrp="1"/>
          </p:cNvSpPr>
          <p:nvPr/>
        </p:nvSpPr>
        <p:spPr>
          <a:xfrm>
            <a:off x="5806868" y="32436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2" name="F2_precision_recall_distributions_4606">
            <a:extLst>
              <a:ext uri="{FF2B5EF4-FFF2-40B4-BE49-F238E27FC236}">
                <a16:creationId xmlns:a16="http://schemas.microsoft.com/office/drawing/2014/main" id="{C7FE4E24-B2AD-424E-AB63-8F764D059A37}"/>
              </a:ext>
            </a:extLst>
          </p:cNvPr>
          <p:cNvSpPr>
            <a:spLocks noGrp="1"/>
          </p:cNvSpPr>
          <p:nvPr/>
        </p:nvSpPr>
        <p:spPr>
          <a:xfrm>
            <a:off x="596905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3" name="F2_precision_recall_distributions_4607">
            <a:extLst>
              <a:ext uri="{FF2B5EF4-FFF2-40B4-BE49-F238E27FC236}">
                <a16:creationId xmlns:a16="http://schemas.microsoft.com/office/drawing/2014/main" id="{5F1EF9D6-2810-418D-B93B-D5267ACC0B75}"/>
              </a:ext>
            </a:extLst>
          </p:cNvPr>
          <p:cNvSpPr>
            <a:spLocks noGrp="1"/>
          </p:cNvSpPr>
          <p:nvPr/>
        </p:nvSpPr>
        <p:spPr>
          <a:xfrm>
            <a:off x="58706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4" name="F2_precision_recall_distributions_4608">
            <a:extLst>
              <a:ext uri="{FF2B5EF4-FFF2-40B4-BE49-F238E27FC236}">
                <a16:creationId xmlns:a16="http://schemas.microsoft.com/office/drawing/2014/main" id="{D56802E5-033B-4F6D-AC04-9F801E47AC4E}"/>
              </a:ext>
            </a:extLst>
          </p:cNvPr>
          <p:cNvSpPr>
            <a:spLocks noGrp="1"/>
          </p:cNvSpPr>
          <p:nvPr/>
        </p:nvSpPr>
        <p:spPr>
          <a:xfrm>
            <a:off x="58354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5" name="F2_precision_recall_distributions_4609">
            <a:extLst>
              <a:ext uri="{FF2B5EF4-FFF2-40B4-BE49-F238E27FC236}">
                <a16:creationId xmlns:a16="http://schemas.microsoft.com/office/drawing/2014/main" id="{01D0B032-AD66-43CB-93B3-9693E39CCFCE}"/>
              </a:ext>
            </a:extLst>
          </p:cNvPr>
          <p:cNvSpPr>
            <a:spLocks noGrp="1"/>
          </p:cNvSpPr>
          <p:nvPr/>
        </p:nvSpPr>
        <p:spPr>
          <a:xfrm>
            <a:off x="60920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6" name="F2_precision_recall_distributions_4610">
            <a:extLst>
              <a:ext uri="{FF2B5EF4-FFF2-40B4-BE49-F238E27FC236}">
                <a16:creationId xmlns:a16="http://schemas.microsoft.com/office/drawing/2014/main" id="{4D3552C4-8AAA-4406-A7D6-003529A0FE5E}"/>
              </a:ext>
            </a:extLst>
          </p:cNvPr>
          <p:cNvSpPr>
            <a:spLocks noGrp="1"/>
          </p:cNvSpPr>
          <p:nvPr/>
        </p:nvSpPr>
        <p:spPr>
          <a:xfrm>
            <a:off x="5953626" y="32207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7" name="F2_precision_recall_distributions_4611">
            <a:extLst>
              <a:ext uri="{FF2B5EF4-FFF2-40B4-BE49-F238E27FC236}">
                <a16:creationId xmlns:a16="http://schemas.microsoft.com/office/drawing/2014/main" id="{0F6A504F-B7A6-432B-962D-229098721744}"/>
              </a:ext>
            </a:extLst>
          </p:cNvPr>
          <p:cNvSpPr>
            <a:spLocks noGrp="1"/>
          </p:cNvSpPr>
          <p:nvPr/>
        </p:nvSpPr>
        <p:spPr>
          <a:xfrm>
            <a:off x="6111631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8" name="F2_precision_recall_distributions_4612">
            <a:extLst>
              <a:ext uri="{FF2B5EF4-FFF2-40B4-BE49-F238E27FC236}">
                <a16:creationId xmlns:a16="http://schemas.microsoft.com/office/drawing/2014/main" id="{7D997F1B-76EE-40C4-B2BB-ED5D347F45F4}"/>
              </a:ext>
            </a:extLst>
          </p:cNvPr>
          <p:cNvSpPr>
            <a:spLocks noGrp="1"/>
          </p:cNvSpPr>
          <p:nvPr/>
        </p:nvSpPr>
        <p:spPr>
          <a:xfrm>
            <a:off x="589474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9" name="F2_precision_recall_distributions_4613">
            <a:extLst>
              <a:ext uri="{FF2B5EF4-FFF2-40B4-BE49-F238E27FC236}">
                <a16:creationId xmlns:a16="http://schemas.microsoft.com/office/drawing/2014/main" id="{595AEFD4-9DA8-436E-9C60-438EAF0E0E49}"/>
              </a:ext>
            </a:extLst>
          </p:cNvPr>
          <p:cNvSpPr>
            <a:spLocks noGrp="1"/>
          </p:cNvSpPr>
          <p:nvPr/>
        </p:nvSpPr>
        <p:spPr>
          <a:xfrm>
            <a:off x="597729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0" name="F2_precision_recall_distributions_4614">
            <a:extLst>
              <a:ext uri="{FF2B5EF4-FFF2-40B4-BE49-F238E27FC236}">
                <a16:creationId xmlns:a16="http://schemas.microsoft.com/office/drawing/2014/main" id="{B0E31B58-614E-4AFF-86EB-B06261337FCB}"/>
              </a:ext>
            </a:extLst>
          </p:cNvPr>
          <p:cNvSpPr>
            <a:spLocks noGrp="1"/>
          </p:cNvSpPr>
          <p:nvPr/>
        </p:nvSpPr>
        <p:spPr>
          <a:xfrm>
            <a:off x="588646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1" name="F2_precision_recall_distributions_4615">
            <a:extLst>
              <a:ext uri="{FF2B5EF4-FFF2-40B4-BE49-F238E27FC236}">
                <a16:creationId xmlns:a16="http://schemas.microsoft.com/office/drawing/2014/main" id="{D72CA19C-87E0-441D-A46A-A54B9B6A697E}"/>
              </a:ext>
            </a:extLst>
          </p:cNvPr>
          <p:cNvSpPr>
            <a:spLocks noGrp="1"/>
          </p:cNvSpPr>
          <p:nvPr/>
        </p:nvSpPr>
        <p:spPr>
          <a:xfrm>
            <a:off x="581135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2" name="F2_precision_recall_distributions_4616">
            <a:extLst>
              <a:ext uri="{FF2B5EF4-FFF2-40B4-BE49-F238E27FC236}">
                <a16:creationId xmlns:a16="http://schemas.microsoft.com/office/drawing/2014/main" id="{B61B6AA4-2AB0-4E81-AF92-0BD55FC972D6}"/>
              </a:ext>
            </a:extLst>
          </p:cNvPr>
          <p:cNvSpPr>
            <a:spLocks noGrp="1"/>
          </p:cNvSpPr>
          <p:nvPr/>
        </p:nvSpPr>
        <p:spPr>
          <a:xfrm>
            <a:off x="616279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3" name="F2_precision_recall_distributions_4617">
            <a:extLst>
              <a:ext uri="{FF2B5EF4-FFF2-40B4-BE49-F238E27FC236}">
                <a16:creationId xmlns:a16="http://schemas.microsoft.com/office/drawing/2014/main" id="{EF4F6B68-59CD-45DA-83FB-B909892DA911}"/>
              </a:ext>
            </a:extLst>
          </p:cNvPr>
          <p:cNvSpPr>
            <a:spLocks noGrp="1"/>
          </p:cNvSpPr>
          <p:nvPr/>
        </p:nvSpPr>
        <p:spPr>
          <a:xfrm>
            <a:off x="596133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4" name="F2_precision_recall_distributions_4618">
            <a:extLst>
              <a:ext uri="{FF2B5EF4-FFF2-40B4-BE49-F238E27FC236}">
                <a16:creationId xmlns:a16="http://schemas.microsoft.com/office/drawing/2014/main" id="{927FA854-C956-4F79-8837-0D6FB26D4D84}"/>
              </a:ext>
            </a:extLst>
          </p:cNvPr>
          <p:cNvSpPr>
            <a:spLocks noGrp="1"/>
          </p:cNvSpPr>
          <p:nvPr/>
        </p:nvSpPr>
        <p:spPr>
          <a:xfrm>
            <a:off x="615370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5" name="F2_precision_recall_distributions_4619">
            <a:extLst>
              <a:ext uri="{FF2B5EF4-FFF2-40B4-BE49-F238E27FC236}">
                <a16:creationId xmlns:a16="http://schemas.microsoft.com/office/drawing/2014/main" id="{5D7F51E9-DE61-426C-9C7E-CC67E4F13A9F}"/>
              </a:ext>
            </a:extLst>
          </p:cNvPr>
          <p:cNvSpPr>
            <a:spLocks noGrp="1"/>
          </p:cNvSpPr>
          <p:nvPr/>
        </p:nvSpPr>
        <p:spPr>
          <a:xfrm>
            <a:off x="5837930" y="31310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6" name="F2_precision_recall_distributions_4620">
            <a:extLst>
              <a:ext uri="{FF2B5EF4-FFF2-40B4-BE49-F238E27FC236}">
                <a16:creationId xmlns:a16="http://schemas.microsoft.com/office/drawing/2014/main" id="{434D30C5-1E77-4FF7-A7A7-DF37D0BF04E8}"/>
              </a:ext>
            </a:extLst>
          </p:cNvPr>
          <p:cNvSpPr>
            <a:spLocks noGrp="1"/>
          </p:cNvSpPr>
          <p:nvPr/>
        </p:nvSpPr>
        <p:spPr>
          <a:xfrm>
            <a:off x="599970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7" name="F2_precision_recall_distributions_4621">
            <a:extLst>
              <a:ext uri="{FF2B5EF4-FFF2-40B4-BE49-F238E27FC236}">
                <a16:creationId xmlns:a16="http://schemas.microsoft.com/office/drawing/2014/main" id="{A2C1F7BF-B38D-40C2-BC74-EF1D0A4DBCAD}"/>
              </a:ext>
            </a:extLst>
          </p:cNvPr>
          <p:cNvSpPr>
            <a:spLocks noGrp="1"/>
          </p:cNvSpPr>
          <p:nvPr/>
        </p:nvSpPr>
        <p:spPr>
          <a:xfrm>
            <a:off x="5954860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8" name="F2_precision_recall_distributions_4622">
            <a:extLst>
              <a:ext uri="{FF2B5EF4-FFF2-40B4-BE49-F238E27FC236}">
                <a16:creationId xmlns:a16="http://schemas.microsoft.com/office/drawing/2014/main" id="{B6FE450B-826F-4D8E-AC9A-1995C870862D}"/>
              </a:ext>
            </a:extLst>
          </p:cNvPr>
          <p:cNvSpPr>
            <a:spLocks noGrp="1"/>
          </p:cNvSpPr>
          <p:nvPr/>
        </p:nvSpPr>
        <p:spPr>
          <a:xfrm>
            <a:off x="60094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9" name="F2_precision_recall_distributions_4623">
            <a:extLst>
              <a:ext uri="{FF2B5EF4-FFF2-40B4-BE49-F238E27FC236}">
                <a16:creationId xmlns:a16="http://schemas.microsoft.com/office/drawing/2014/main" id="{E40EA49F-E9EA-4A42-A78E-3193C5D25F79}"/>
              </a:ext>
            </a:extLst>
          </p:cNvPr>
          <p:cNvSpPr>
            <a:spLocks noGrp="1"/>
          </p:cNvSpPr>
          <p:nvPr/>
        </p:nvSpPr>
        <p:spPr>
          <a:xfrm>
            <a:off x="61463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0" name="F2_precision_recall_distributions_4624">
            <a:extLst>
              <a:ext uri="{FF2B5EF4-FFF2-40B4-BE49-F238E27FC236}">
                <a16:creationId xmlns:a16="http://schemas.microsoft.com/office/drawing/2014/main" id="{9BD4D23C-3522-4582-A7F1-BA2C3B5ACA9A}"/>
              </a:ext>
            </a:extLst>
          </p:cNvPr>
          <p:cNvSpPr>
            <a:spLocks noGrp="1"/>
          </p:cNvSpPr>
          <p:nvPr/>
        </p:nvSpPr>
        <p:spPr>
          <a:xfrm>
            <a:off x="611161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1" name="F2_precision_recall_distributions_4625">
            <a:extLst>
              <a:ext uri="{FF2B5EF4-FFF2-40B4-BE49-F238E27FC236}">
                <a16:creationId xmlns:a16="http://schemas.microsoft.com/office/drawing/2014/main" id="{D8838C5A-C21D-4FF4-9B31-11613A30619E}"/>
              </a:ext>
            </a:extLst>
          </p:cNvPr>
          <p:cNvSpPr>
            <a:spLocks noGrp="1"/>
          </p:cNvSpPr>
          <p:nvPr/>
        </p:nvSpPr>
        <p:spPr>
          <a:xfrm>
            <a:off x="587007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2" name="F2_precision_recall_distributions_4626">
            <a:extLst>
              <a:ext uri="{FF2B5EF4-FFF2-40B4-BE49-F238E27FC236}">
                <a16:creationId xmlns:a16="http://schemas.microsoft.com/office/drawing/2014/main" id="{6AB0DCB2-5101-49F3-83BE-12D5EF464140}"/>
              </a:ext>
            </a:extLst>
          </p:cNvPr>
          <p:cNvSpPr>
            <a:spLocks noGrp="1"/>
          </p:cNvSpPr>
          <p:nvPr/>
        </p:nvSpPr>
        <p:spPr>
          <a:xfrm>
            <a:off x="5995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3" name="F2_precision_recall_distributions_4627">
            <a:extLst>
              <a:ext uri="{FF2B5EF4-FFF2-40B4-BE49-F238E27FC236}">
                <a16:creationId xmlns:a16="http://schemas.microsoft.com/office/drawing/2014/main" id="{B2598814-1670-42EE-BA79-A7A7B836FB21}"/>
              </a:ext>
            </a:extLst>
          </p:cNvPr>
          <p:cNvSpPr>
            <a:spLocks noGrp="1"/>
          </p:cNvSpPr>
          <p:nvPr/>
        </p:nvSpPr>
        <p:spPr>
          <a:xfrm>
            <a:off x="595671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4" name="F2_precision_recall_distributions_4628">
            <a:extLst>
              <a:ext uri="{FF2B5EF4-FFF2-40B4-BE49-F238E27FC236}">
                <a16:creationId xmlns:a16="http://schemas.microsoft.com/office/drawing/2014/main" id="{B1947ECE-22A7-40C7-B496-EDE160CA431F}"/>
              </a:ext>
            </a:extLst>
          </p:cNvPr>
          <p:cNvSpPr>
            <a:spLocks noGrp="1"/>
          </p:cNvSpPr>
          <p:nvPr/>
        </p:nvSpPr>
        <p:spPr>
          <a:xfrm>
            <a:off x="6124308" y="36498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5" name="F2_precision_recall_distributions_4629">
            <a:extLst>
              <a:ext uri="{FF2B5EF4-FFF2-40B4-BE49-F238E27FC236}">
                <a16:creationId xmlns:a16="http://schemas.microsoft.com/office/drawing/2014/main" id="{DDA0205C-14B5-4EDE-AFDE-9A1F7EE4A654}"/>
              </a:ext>
            </a:extLst>
          </p:cNvPr>
          <p:cNvSpPr>
            <a:spLocks noGrp="1"/>
          </p:cNvSpPr>
          <p:nvPr/>
        </p:nvSpPr>
        <p:spPr>
          <a:xfrm>
            <a:off x="605931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6" name="F2_precision_recall_distributions_4630">
            <a:extLst>
              <a:ext uri="{FF2B5EF4-FFF2-40B4-BE49-F238E27FC236}">
                <a16:creationId xmlns:a16="http://schemas.microsoft.com/office/drawing/2014/main" id="{DBE93562-0F41-4C0B-A0CC-2E5BEA385D61}"/>
              </a:ext>
            </a:extLst>
          </p:cNvPr>
          <p:cNvSpPr>
            <a:spLocks noGrp="1"/>
          </p:cNvSpPr>
          <p:nvPr/>
        </p:nvSpPr>
        <p:spPr>
          <a:xfrm>
            <a:off x="59838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7" name="F2_precision_recall_distributions_4631">
            <a:extLst>
              <a:ext uri="{FF2B5EF4-FFF2-40B4-BE49-F238E27FC236}">
                <a16:creationId xmlns:a16="http://schemas.microsoft.com/office/drawing/2014/main" id="{A32B7B92-349A-4951-A163-751642031773}"/>
              </a:ext>
            </a:extLst>
          </p:cNvPr>
          <p:cNvSpPr>
            <a:spLocks noGrp="1"/>
          </p:cNvSpPr>
          <p:nvPr/>
        </p:nvSpPr>
        <p:spPr>
          <a:xfrm>
            <a:off x="596371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8" name="F2_precision_recall_distributions_4632">
            <a:extLst>
              <a:ext uri="{FF2B5EF4-FFF2-40B4-BE49-F238E27FC236}">
                <a16:creationId xmlns:a16="http://schemas.microsoft.com/office/drawing/2014/main" id="{CB4F8B89-58C5-41C4-B443-6CD162EB1FCB}"/>
              </a:ext>
            </a:extLst>
          </p:cNvPr>
          <p:cNvSpPr>
            <a:spLocks noGrp="1"/>
          </p:cNvSpPr>
          <p:nvPr/>
        </p:nvSpPr>
        <p:spPr>
          <a:xfrm>
            <a:off x="616492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9" name="F2_precision_recall_distributions_4633">
            <a:extLst>
              <a:ext uri="{FF2B5EF4-FFF2-40B4-BE49-F238E27FC236}">
                <a16:creationId xmlns:a16="http://schemas.microsoft.com/office/drawing/2014/main" id="{C45053E0-DACC-4870-A10D-48A5A50D5D77}"/>
              </a:ext>
            </a:extLst>
          </p:cNvPr>
          <p:cNvSpPr>
            <a:spLocks noGrp="1"/>
          </p:cNvSpPr>
          <p:nvPr/>
        </p:nvSpPr>
        <p:spPr>
          <a:xfrm>
            <a:off x="61004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0" name="F2_precision_recall_distributions_4634">
            <a:extLst>
              <a:ext uri="{FF2B5EF4-FFF2-40B4-BE49-F238E27FC236}">
                <a16:creationId xmlns:a16="http://schemas.microsoft.com/office/drawing/2014/main" id="{34F048A5-C838-43EE-B64D-0182B109A3D0}"/>
              </a:ext>
            </a:extLst>
          </p:cNvPr>
          <p:cNvSpPr>
            <a:spLocks noGrp="1"/>
          </p:cNvSpPr>
          <p:nvPr/>
        </p:nvSpPr>
        <p:spPr>
          <a:xfrm>
            <a:off x="5921759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1" name="F2_precision_recall_distributions_4635">
            <a:extLst>
              <a:ext uri="{FF2B5EF4-FFF2-40B4-BE49-F238E27FC236}">
                <a16:creationId xmlns:a16="http://schemas.microsoft.com/office/drawing/2014/main" id="{7461C709-35B4-407C-A7E8-C0D695D51025}"/>
              </a:ext>
            </a:extLst>
          </p:cNvPr>
          <p:cNvSpPr>
            <a:spLocks noGrp="1"/>
          </p:cNvSpPr>
          <p:nvPr/>
        </p:nvSpPr>
        <p:spPr>
          <a:xfrm>
            <a:off x="606782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2" name="F2_precision_recall_distributions_4636">
            <a:extLst>
              <a:ext uri="{FF2B5EF4-FFF2-40B4-BE49-F238E27FC236}">
                <a16:creationId xmlns:a16="http://schemas.microsoft.com/office/drawing/2014/main" id="{706905E8-02AD-4ACC-BF1D-E5FF47B3ADE7}"/>
              </a:ext>
            </a:extLst>
          </p:cNvPr>
          <p:cNvSpPr>
            <a:spLocks noGrp="1"/>
          </p:cNvSpPr>
          <p:nvPr/>
        </p:nvSpPr>
        <p:spPr>
          <a:xfrm>
            <a:off x="585898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3" name="F2_precision_recall_distributions_4637">
            <a:extLst>
              <a:ext uri="{FF2B5EF4-FFF2-40B4-BE49-F238E27FC236}">
                <a16:creationId xmlns:a16="http://schemas.microsoft.com/office/drawing/2014/main" id="{C32E376A-BADB-4863-A96B-B6B4501B19E4}"/>
              </a:ext>
            </a:extLst>
          </p:cNvPr>
          <p:cNvSpPr>
            <a:spLocks noGrp="1"/>
          </p:cNvSpPr>
          <p:nvPr/>
        </p:nvSpPr>
        <p:spPr>
          <a:xfrm>
            <a:off x="61717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4" name="F2_precision_recall_distributions_4638">
            <a:extLst>
              <a:ext uri="{FF2B5EF4-FFF2-40B4-BE49-F238E27FC236}">
                <a16:creationId xmlns:a16="http://schemas.microsoft.com/office/drawing/2014/main" id="{C5A8BDAD-E199-41ED-85C0-95A902437562}"/>
              </a:ext>
            </a:extLst>
          </p:cNvPr>
          <p:cNvSpPr>
            <a:spLocks noGrp="1"/>
          </p:cNvSpPr>
          <p:nvPr/>
        </p:nvSpPr>
        <p:spPr>
          <a:xfrm>
            <a:off x="59235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5" name="F2_precision_recall_distributions_4639">
            <a:extLst>
              <a:ext uri="{FF2B5EF4-FFF2-40B4-BE49-F238E27FC236}">
                <a16:creationId xmlns:a16="http://schemas.microsoft.com/office/drawing/2014/main" id="{F6508C72-118B-47CD-96C3-0D6C3C60C977}"/>
              </a:ext>
            </a:extLst>
          </p:cNvPr>
          <p:cNvSpPr>
            <a:spLocks noGrp="1"/>
          </p:cNvSpPr>
          <p:nvPr/>
        </p:nvSpPr>
        <p:spPr>
          <a:xfrm>
            <a:off x="58613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6" name="F2_precision_recall_distributions_4640">
            <a:extLst>
              <a:ext uri="{FF2B5EF4-FFF2-40B4-BE49-F238E27FC236}">
                <a16:creationId xmlns:a16="http://schemas.microsoft.com/office/drawing/2014/main" id="{D6DF117D-41A7-4138-B611-E7D68ACC436B}"/>
              </a:ext>
            </a:extLst>
          </p:cNvPr>
          <p:cNvSpPr>
            <a:spLocks noGrp="1"/>
          </p:cNvSpPr>
          <p:nvPr/>
        </p:nvSpPr>
        <p:spPr>
          <a:xfrm>
            <a:off x="6057902" y="352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7" name="F2_precision_recall_distributions_4641">
            <a:extLst>
              <a:ext uri="{FF2B5EF4-FFF2-40B4-BE49-F238E27FC236}">
                <a16:creationId xmlns:a16="http://schemas.microsoft.com/office/drawing/2014/main" id="{D5C9AE08-8CC8-434B-84AB-705C461974E5}"/>
              </a:ext>
            </a:extLst>
          </p:cNvPr>
          <p:cNvSpPr>
            <a:spLocks noGrp="1"/>
          </p:cNvSpPr>
          <p:nvPr/>
        </p:nvSpPr>
        <p:spPr>
          <a:xfrm>
            <a:off x="59777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8" name="F2_precision_recall_distributions_4642">
            <a:extLst>
              <a:ext uri="{FF2B5EF4-FFF2-40B4-BE49-F238E27FC236}">
                <a16:creationId xmlns:a16="http://schemas.microsoft.com/office/drawing/2014/main" id="{57762B23-C44C-43C9-8CA8-6BB3E699B875}"/>
              </a:ext>
            </a:extLst>
          </p:cNvPr>
          <p:cNvSpPr>
            <a:spLocks noGrp="1"/>
          </p:cNvSpPr>
          <p:nvPr/>
        </p:nvSpPr>
        <p:spPr>
          <a:xfrm>
            <a:off x="5833605" y="36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9" name="F2_precision_recall_distributions_4643">
            <a:extLst>
              <a:ext uri="{FF2B5EF4-FFF2-40B4-BE49-F238E27FC236}">
                <a16:creationId xmlns:a16="http://schemas.microsoft.com/office/drawing/2014/main" id="{85DA34A5-0D1E-446D-BEAF-D6C56EB47DB8}"/>
              </a:ext>
            </a:extLst>
          </p:cNvPr>
          <p:cNvSpPr>
            <a:spLocks noGrp="1"/>
          </p:cNvSpPr>
          <p:nvPr/>
        </p:nvSpPr>
        <p:spPr>
          <a:xfrm>
            <a:off x="6009238" y="34558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0" name="F2_precision_recall_distributions_4644">
            <a:extLst>
              <a:ext uri="{FF2B5EF4-FFF2-40B4-BE49-F238E27FC236}">
                <a16:creationId xmlns:a16="http://schemas.microsoft.com/office/drawing/2014/main" id="{BFF4D634-E429-4979-9626-30BF2C9F42D9}"/>
              </a:ext>
            </a:extLst>
          </p:cNvPr>
          <p:cNvSpPr>
            <a:spLocks noGrp="1"/>
          </p:cNvSpPr>
          <p:nvPr/>
        </p:nvSpPr>
        <p:spPr>
          <a:xfrm>
            <a:off x="600175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1" name="F2_precision_recall_distributions_4645">
            <a:extLst>
              <a:ext uri="{FF2B5EF4-FFF2-40B4-BE49-F238E27FC236}">
                <a16:creationId xmlns:a16="http://schemas.microsoft.com/office/drawing/2014/main" id="{C824EE64-3E2D-437B-B83B-62077BDC3D06}"/>
              </a:ext>
            </a:extLst>
          </p:cNvPr>
          <p:cNvSpPr>
            <a:spLocks noGrp="1"/>
          </p:cNvSpPr>
          <p:nvPr/>
        </p:nvSpPr>
        <p:spPr>
          <a:xfrm>
            <a:off x="61583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2" name="F2_precision_recall_distributions_4646">
            <a:extLst>
              <a:ext uri="{FF2B5EF4-FFF2-40B4-BE49-F238E27FC236}">
                <a16:creationId xmlns:a16="http://schemas.microsoft.com/office/drawing/2014/main" id="{55E9D901-10EF-4179-9BDA-1A521DBA0D39}"/>
              </a:ext>
            </a:extLst>
          </p:cNvPr>
          <p:cNvSpPr>
            <a:spLocks noGrp="1"/>
          </p:cNvSpPr>
          <p:nvPr/>
        </p:nvSpPr>
        <p:spPr>
          <a:xfrm>
            <a:off x="59302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3" name="F2_precision_recall_distributions_4647">
            <a:extLst>
              <a:ext uri="{FF2B5EF4-FFF2-40B4-BE49-F238E27FC236}">
                <a16:creationId xmlns:a16="http://schemas.microsoft.com/office/drawing/2014/main" id="{0EDEDB82-7D21-43B5-A27B-E37FCB4992CA}"/>
              </a:ext>
            </a:extLst>
          </p:cNvPr>
          <p:cNvSpPr>
            <a:spLocks noGrp="1"/>
          </p:cNvSpPr>
          <p:nvPr/>
        </p:nvSpPr>
        <p:spPr>
          <a:xfrm>
            <a:off x="60543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4" name="F2_precision_recall_distributions_4648">
            <a:extLst>
              <a:ext uri="{FF2B5EF4-FFF2-40B4-BE49-F238E27FC236}">
                <a16:creationId xmlns:a16="http://schemas.microsoft.com/office/drawing/2014/main" id="{0F83E4C4-4EA4-44BE-96F3-4601DB727FBC}"/>
              </a:ext>
            </a:extLst>
          </p:cNvPr>
          <p:cNvSpPr>
            <a:spLocks noGrp="1"/>
          </p:cNvSpPr>
          <p:nvPr/>
        </p:nvSpPr>
        <p:spPr>
          <a:xfrm>
            <a:off x="591663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5" name="F2_precision_recall_distributions_4649">
            <a:extLst>
              <a:ext uri="{FF2B5EF4-FFF2-40B4-BE49-F238E27FC236}">
                <a16:creationId xmlns:a16="http://schemas.microsoft.com/office/drawing/2014/main" id="{E6A0309D-5845-4060-8CEC-E5AD89A89058}"/>
              </a:ext>
            </a:extLst>
          </p:cNvPr>
          <p:cNvSpPr>
            <a:spLocks noGrp="1"/>
          </p:cNvSpPr>
          <p:nvPr/>
        </p:nvSpPr>
        <p:spPr>
          <a:xfrm>
            <a:off x="61283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6" name="F2_precision_recall_distributions_4650">
            <a:extLst>
              <a:ext uri="{FF2B5EF4-FFF2-40B4-BE49-F238E27FC236}">
                <a16:creationId xmlns:a16="http://schemas.microsoft.com/office/drawing/2014/main" id="{5A688089-572D-4977-8A3A-3051B81E6B15}"/>
              </a:ext>
            </a:extLst>
          </p:cNvPr>
          <p:cNvSpPr>
            <a:spLocks noGrp="1"/>
          </p:cNvSpPr>
          <p:nvPr/>
        </p:nvSpPr>
        <p:spPr>
          <a:xfrm>
            <a:off x="6161384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7" name="F2_precision_recall_distributions_4651">
            <a:extLst>
              <a:ext uri="{FF2B5EF4-FFF2-40B4-BE49-F238E27FC236}">
                <a16:creationId xmlns:a16="http://schemas.microsoft.com/office/drawing/2014/main" id="{B3F1DB88-2B6A-4250-850F-793CE929A3C5}"/>
              </a:ext>
            </a:extLst>
          </p:cNvPr>
          <p:cNvSpPr>
            <a:spLocks noGrp="1"/>
          </p:cNvSpPr>
          <p:nvPr/>
        </p:nvSpPr>
        <p:spPr>
          <a:xfrm>
            <a:off x="5974340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8" name="F2_precision_recall_distributions_4652">
            <a:extLst>
              <a:ext uri="{FF2B5EF4-FFF2-40B4-BE49-F238E27FC236}">
                <a16:creationId xmlns:a16="http://schemas.microsoft.com/office/drawing/2014/main" id="{D48BFCAE-2E5C-40F6-B4B6-C4BD75C09A39}"/>
              </a:ext>
            </a:extLst>
          </p:cNvPr>
          <p:cNvSpPr>
            <a:spLocks noGrp="1"/>
          </p:cNvSpPr>
          <p:nvPr/>
        </p:nvSpPr>
        <p:spPr>
          <a:xfrm>
            <a:off x="6100928" y="36161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9" name="F2_precision_recall_distributions_4653">
            <a:extLst>
              <a:ext uri="{FF2B5EF4-FFF2-40B4-BE49-F238E27FC236}">
                <a16:creationId xmlns:a16="http://schemas.microsoft.com/office/drawing/2014/main" id="{723EC282-68C3-4E44-849D-F57037C7F646}"/>
              </a:ext>
            </a:extLst>
          </p:cNvPr>
          <p:cNvSpPr>
            <a:spLocks noGrp="1"/>
          </p:cNvSpPr>
          <p:nvPr/>
        </p:nvSpPr>
        <p:spPr>
          <a:xfrm>
            <a:off x="59619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0" name="F2_precision_recall_distributions_4654">
            <a:extLst>
              <a:ext uri="{FF2B5EF4-FFF2-40B4-BE49-F238E27FC236}">
                <a16:creationId xmlns:a16="http://schemas.microsoft.com/office/drawing/2014/main" id="{50F5218A-DEE0-4644-BBBC-239BD84FB710}"/>
              </a:ext>
            </a:extLst>
          </p:cNvPr>
          <p:cNvSpPr>
            <a:spLocks noGrp="1"/>
          </p:cNvSpPr>
          <p:nvPr/>
        </p:nvSpPr>
        <p:spPr>
          <a:xfrm>
            <a:off x="61357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1" name="F2_precision_recall_distributions_4655">
            <a:extLst>
              <a:ext uri="{FF2B5EF4-FFF2-40B4-BE49-F238E27FC236}">
                <a16:creationId xmlns:a16="http://schemas.microsoft.com/office/drawing/2014/main" id="{E395E52E-7624-45E8-9026-04F5501DDFCD}"/>
              </a:ext>
            </a:extLst>
          </p:cNvPr>
          <p:cNvSpPr>
            <a:spLocks noGrp="1"/>
          </p:cNvSpPr>
          <p:nvPr/>
        </p:nvSpPr>
        <p:spPr>
          <a:xfrm>
            <a:off x="6080770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2" name="F2_precision_recall_distributions_4656">
            <a:extLst>
              <a:ext uri="{FF2B5EF4-FFF2-40B4-BE49-F238E27FC236}">
                <a16:creationId xmlns:a16="http://schemas.microsoft.com/office/drawing/2014/main" id="{929A9268-C1F2-4D08-BEDE-1ACFA64B23F3}"/>
              </a:ext>
            </a:extLst>
          </p:cNvPr>
          <p:cNvSpPr>
            <a:spLocks noGrp="1"/>
          </p:cNvSpPr>
          <p:nvPr/>
        </p:nvSpPr>
        <p:spPr>
          <a:xfrm>
            <a:off x="591017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3" name="F2_precision_recall_distributions_4657">
            <a:extLst>
              <a:ext uri="{FF2B5EF4-FFF2-40B4-BE49-F238E27FC236}">
                <a16:creationId xmlns:a16="http://schemas.microsoft.com/office/drawing/2014/main" id="{CB6F91A9-88AA-4149-8DEE-EB251855D2DF}"/>
              </a:ext>
            </a:extLst>
          </p:cNvPr>
          <p:cNvSpPr>
            <a:spLocks noGrp="1"/>
          </p:cNvSpPr>
          <p:nvPr/>
        </p:nvSpPr>
        <p:spPr>
          <a:xfrm>
            <a:off x="6119632" y="337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4" name="F2_precision_recall_distributions_4658">
            <a:extLst>
              <a:ext uri="{FF2B5EF4-FFF2-40B4-BE49-F238E27FC236}">
                <a16:creationId xmlns:a16="http://schemas.microsoft.com/office/drawing/2014/main" id="{F752FD23-8EF8-4119-8A45-D727660B50A4}"/>
              </a:ext>
            </a:extLst>
          </p:cNvPr>
          <p:cNvSpPr>
            <a:spLocks noGrp="1"/>
          </p:cNvSpPr>
          <p:nvPr/>
        </p:nvSpPr>
        <p:spPr>
          <a:xfrm>
            <a:off x="61548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5" name="F2_precision_recall_distributions_4659">
            <a:extLst>
              <a:ext uri="{FF2B5EF4-FFF2-40B4-BE49-F238E27FC236}">
                <a16:creationId xmlns:a16="http://schemas.microsoft.com/office/drawing/2014/main" id="{8FED716E-8E94-45BE-BFA8-BD55082CC7B1}"/>
              </a:ext>
            </a:extLst>
          </p:cNvPr>
          <p:cNvSpPr>
            <a:spLocks noGrp="1"/>
          </p:cNvSpPr>
          <p:nvPr/>
        </p:nvSpPr>
        <p:spPr>
          <a:xfrm>
            <a:off x="59680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6" name="F2_precision_recall_distributions_4660">
            <a:extLst>
              <a:ext uri="{FF2B5EF4-FFF2-40B4-BE49-F238E27FC236}">
                <a16:creationId xmlns:a16="http://schemas.microsoft.com/office/drawing/2014/main" id="{925A14D4-EAC9-4A02-80AA-82F19E9EBAEF}"/>
              </a:ext>
            </a:extLst>
          </p:cNvPr>
          <p:cNvSpPr>
            <a:spLocks noGrp="1"/>
          </p:cNvSpPr>
          <p:nvPr/>
        </p:nvSpPr>
        <p:spPr>
          <a:xfrm>
            <a:off x="582386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7" name="F2_precision_recall_distributions_4661">
            <a:extLst>
              <a:ext uri="{FF2B5EF4-FFF2-40B4-BE49-F238E27FC236}">
                <a16:creationId xmlns:a16="http://schemas.microsoft.com/office/drawing/2014/main" id="{7D061A46-EBE9-4B46-8440-1A2AEB448906}"/>
              </a:ext>
            </a:extLst>
          </p:cNvPr>
          <p:cNvSpPr>
            <a:spLocks noGrp="1"/>
          </p:cNvSpPr>
          <p:nvPr/>
        </p:nvSpPr>
        <p:spPr>
          <a:xfrm>
            <a:off x="59678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8" name="F2_precision_recall_distributions_4662">
            <a:extLst>
              <a:ext uri="{FF2B5EF4-FFF2-40B4-BE49-F238E27FC236}">
                <a16:creationId xmlns:a16="http://schemas.microsoft.com/office/drawing/2014/main" id="{DC7DA4A8-62C1-4745-8F51-BFB6E3E02EFB}"/>
              </a:ext>
            </a:extLst>
          </p:cNvPr>
          <p:cNvSpPr>
            <a:spLocks noGrp="1"/>
          </p:cNvSpPr>
          <p:nvPr/>
        </p:nvSpPr>
        <p:spPr>
          <a:xfrm>
            <a:off x="60149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9" name="F2_precision_recall_distributions_4663">
            <a:extLst>
              <a:ext uri="{FF2B5EF4-FFF2-40B4-BE49-F238E27FC236}">
                <a16:creationId xmlns:a16="http://schemas.microsoft.com/office/drawing/2014/main" id="{88087336-8A0F-40F7-8375-8ED54963F395}"/>
              </a:ext>
            </a:extLst>
          </p:cNvPr>
          <p:cNvSpPr>
            <a:spLocks noGrp="1"/>
          </p:cNvSpPr>
          <p:nvPr/>
        </p:nvSpPr>
        <p:spPr>
          <a:xfrm>
            <a:off x="593321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0" name="F2_precision_recall_distributions_4664">
            <a:extLst>
              <a:ext uri="{FF2B5EF4-FFF2-40B4-BE49-F238E27FC236}">
                <a16:creationId xmlns:a16="http://schemas.microsoft.com/office/drawing/2014/main" id="{053ED18A-A73F-4093-BA74-E0B2DF693814}"/>
              </a:ext>
            </a:extLst>
          </p:cNvPr>
          <p:cNvSpPr>
            <a:spLocks noGrp="1"/>
          </p:cNvSpPr>
          <p:nvPr/>
        </p:nvSpPr>
        <p:spPr>
          <a:xfrm>
            <a:off x="6033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1" name="F2_precision_recall_distributions_4665">
            <a:extLst>
              <a:ext uri="{FF2B5EF4-FFF2-40B4-BE49-F238E27FC236}">
                <a16:creationId xmlns:a16="http://schemas.microsoft.com/office/drawing/2014/main" id="{FC4A322C-39A9-41ED-9799-BEABDD2E561F}"/>
              </a:ext>
            </a:extLst>
          </p:cNvPr>
          <p:cNvSpPr>
            <a:spLocks noGrp="1"/>
          </p:cNvSpPr>
          <p:nvPr/>
        </p:nvSpPr>
        <p:spPr>
          <a:xfrm>
            <a:off x="5916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2" name="F2_precision_recall_distributions_4666">
            <a:extLst>
              <a:ext uri="{FF2B5EF4-FFF2-40B4-BE49-F238E27FC236}">
                <a16:creationId xmlns:a16="http://schemas.microsoft.com/office/drawing/2014/main" id="{32175DAE-0345-4A30-AF4A-6E32A0DF9931}"/>
              </a:ext>
            </a:extLst>
          </p:cNvPr>
          <p:cNvSpPr>
            <a:spLocks noGrp="1"/>
          </p:cNvSpPr>
          <p:nvPr/>
        </p:nvSpPr>
        <p:spPr>
          <a:xfrm>
            <a:off x="5823146" y="31251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3" name="F2_precision_recall_distributions_4667">
            <a:extLst>
              <a:ext uri="{FF2B5EF4-FFF2-40B4-BE49-F238E27FC236}">
                <a16:creationId xmlns:a16="http://schemas.microsoft.com/office/drawing/2014/main" id="{05D3C291-58C3-4279-91BC-EEC788DBAB2F}"/>
              </a:ext>
            </a:extLst>
          </p:cNvPr>
          <p:cNvSpPr>
            <a:spLocks noGrp="1"/>
          </p:cNvSpPr>
          <p:nvPr/>
        </p:nvSpPr>
        <p:spPr>
          <a:xfrm>
            <a:off x="5942896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4" name="F2_precision_recall_distributions_4668">
            <a:extLst>
              <a:ext uri="{FF2B5EF4-FFF2-40B4-BE49-F238E27FC236}">
                <a16:creationId xmlns:a16="http://schemas.microsoft.com/office/drawing/2014/main" id="{A8901206-74FE-4390-9C0D-B6A4B8583125}"/>
              </a:ext>
            </a:extLst>
          </p:cNvPr>
          <p:cNvSpPr>
            <a:spLocks noGrp="1"/>
          </p:cNvSpPr>
          <p:nvPr/>
        </p:nvSpPr>
        <p:spPr>
          <a:xfrm>
            <a:off x="598090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5" name="F2_precision_recall_distributions_4669">
            <a:extLst>
              <a:ext uri="{FF2B5EF4-FFF2-40B4-BE49-F238E27FC236}">
                <a16:creationId xmlns:a16="http://schemas.microsoft.com/office/drawing/2014/main" id="{205D6974-BC6B-464E-BDD9-2043C173A324}"/>
              </a:ext>
            </a:extLst>
          </p:cNvPr>
          <p:cNvSpPr>
            <a:spLocks noGrp="1"/>
          </p:cNvSpPr>
          <p:nvPr/>
        </p:nvSpPr>
        <p:spPr>
          <a:xfrm>
            <a:off x="5874518" y="36408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6" name="F2_precision_recall_distributions_4670">
            <a:extLst>
              <a:ext uri="{FF2B5EF4-FFF2-40B4-BE49-F238E27FC236}">
                <a16:creationId xmlns:a16="http://schemas.microsoft.com/office/drawing/2014/main" id="{121A2AC4-32FA-4C5F-9F4F-489C00C78D7C}"/>
              </a:ext>
            </a:extLst>
          </p:cNvPr>
          <p:cNvSpPr>
            <a:spLocks noGrp="1"/>
          </p:cNvSpPr>
          <p:nvPr/>
        </p:nvSpPr>
        <p:spPr>
          <a:xfrm>
            <a:off x="607770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7" name="F2_precision_recall_distributions_4671">
            <a:extLst>
              <a:ext uri="{FF2B5EF4-FFF2-40B4-BE49-F238E27FC236}">
                <a16:creationId xmlns:a16="http://schemas.microsoft.com/office/drawing/2014/main" id="{63C17246-65EB-4B35-945B-B549F7F3F35F}"/>
              </a:ext>
            </a:extLst>
          </p:cNvPr>
          <p:cNvSpPr>
            <a:spLocks noGrp="1"/>
          </p:cNvSpPr>
          <p:nvPr/>
        </p:nvSpPr>
        <p:spPr>
          <a:xfrm>
            <a:off x="61271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8" name="F2_precision_recall_distributions_4672">
            <a:extLst>
              <a:ext uri="{FF2B5EF4-FFF2-40B4-BE49-F238E27FC236}">
                <a16:creationId xmlns:a16="http://schemas.microsoft.com/office/drawing/2014/main" id="{A314954C-57DA-4C30-9866-2E6C3EBA2772}"/>
              </a:ext>
            </a:extLst>
          </p:cNvPr>
          <p:cNvSpPr>
            <a:spLocks noGrp="1"/>
          </p:cNvSpPr>
          <p:nvPr/>
        </p:nvSpPr>
        <p:spPr>
          <a:xfrm>
            <a:off x="580785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9" name="F2_precision_recall_distributions_4673">
            <a:extLst>
              <a:ext uri="{FF2B5EF4-FFF2-40B4-BE49-F238E27FC236}">
                <a16:creationId xmlns:a16="http://schemas.microsoft.com/office/drawing/2014/main" id="{81394DFB-9F8A-429D-859E-B1443DB2C66E}"/>
              </a:ext>
            </a:extLst>
          </p:cNvPr>
          <p:cNvSpPr>
            <a:spLocks noGrp="1"/>
          </p:cNvSpPr>
          <p:nvPr/>
        </p:nvSpPr>
        <p:spPr>
          <a:xfrm>
            <a:off x="5921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0" name="F2_precision_recall_distributions_4674">
            <a:extLst>
              <a:ext uri="{FF2B5EF4-FFF2-40B4-BE49-F238E27FC236}">
                <a16:creationId xmlns:a16="http://schemas.microsoft.com/office/drawing/2014/main" id="{48DDDBCB-3AD2-47AB-A73C-B29483801C68}"/>
              </a:ext>
            </a:extLst>
          </p:cNvPr>
          <p:cNvSpPr>
            <a:spLocks noGrp="1"/>
          </p:cNvSpPr>
          <p:nvPr/>
        </p:nvSpPr>
        <p:spPr>
          <a:xfrm>
            <a:off x="5950395" y="37067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1" name="F2_precision_recall_distributions_4675">
            <a:extLst>
              <a:ext uri="{FF2B5EF4-FFF2-40B4-BE49-F238E27FC236}">
                <a16:creationId xmlns:a16="http://schemas.microsoft.com/office/drawing/2014/main" id="{B532A6B3-34C1-45F7-9B18-3CED2FEFB1F1}"/>
              </a:ext>
            </a:extLst>
          </p:cNvPr>
          <p:cNvSpPr>
            <a:spLocks noGrp="1"/>
          </p:cNvSpPr>
          <p:nvPr/>
        </p:nvSpPr>
        <p:spPr>
          <a:xfrm>
            <a:off x="58950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2" name="F2_precision_recall_distributions_4676">
            <a:extLst>
              <a:ext uri="{FF2B5EF4-FFF2-40B4-BE49-F238E27FC236}">
                <a16:creationId xmlns:a16="http://schemas.microsoft.com/office/drawing/2014/main" id="{63EE60A9-4EB0-4DE0-9991-76397FE78E9B}"/>
              </a:ext>
            </a:extLst>
          </p:cNvPr>
          <p:cNvSpPr>
            <a:spLocks noGrp="1"/>
          </p:cNvSpPr>
          <p:nvPr/>
        </p:nvSpPr>
        <p:spPr>
          <a:xfrm>
            <a:off x="605411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3" name="F2_precision_recall_distributions_4677">
            <a:extLst>
              <a:ext uri="{FF2B5EF4-FFF2-40B4-BE49-F238E27FC236}">
                <a16:creationId xmlns:a16="http://schemas.microsoft.com/office/drawing/2014/main" id="{E5C3DBC8-4217-421B-A489-6FD7F0A6F896}"/>
              </a:ext>
            </a:extLst>
          </p:cNvPr>
          <p:cNvSpPr>
            <a:spLocks noGrp="1"/>
          </p:cNvSpPr>
          <p:nvPr/>
        </p:nvSpPr>
        <p:spPr>
          <a:xfrm>
            <a:off x="682843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01817" y="848766"/>
                </a:moveTo>
                <a:lnTo>
                  <a:pt x="173280" y="848766"/>
                </a:lnTo>
                <a:lnTo>
                  <a:pt x="176112" y="842186"/>
                </a:lnTo>
                <a:lnTo>
                  <a:pt x="184306" y="835606"/>
                </a:lnTo>
                <a:lnTo>
                  <a:pt x="197004" y="829027"/>
                </a:lnTo>
                <a:lnTo>
                  <a:pt x="212939" y="822447"/>
                </a:lnTo>
                <a:lnTo>
                  <a:pt x="230645" y="815868"/>
                </a:lnTo>
                <a:lnTo>
                  <a:pt x="248669" y="809288"/>
                </a:lnTo>
                <a:lnTo>
                  <a:pt x="265762" y="802708"/>
                </a:lnTo>
                <a:lnTo>
                  <a:pt x="280999" y="796129"/>
                </a:lnTo>
                <a:lnTo>
                  <a:pt x="293830" y="789549"/>
                </a:lnTo>
                <a:lnTo>
                  <a:pt x="304059" y="782970"/>
                </a:lnTo>
                <a:lnTo>
                  <a:pt x="311776" y="776390"/>
                </a:lnTo>
                <a:lnTo>
                  <a:pt x="317265" y="769811"/>
                </a:lnTo>
                <a:lnTo>
                  <a:pt x="320914" y="763231"/>
                </a:lnTo>
                <a:lnTo>
                  <a:pt x="323138" y="756651"/>
                </a:lnTo>
                <a:lnTo>
                  <a:pt x="324327" y="750072"/>
                </a:lnTo>
                <a:lnTo>
                  <a:pt x="324816" y="743492"/>
                </a:lnTo>
                <a:lnTo>
                  <a:pt x="324872" y="736913"/>
                </a:lnTo>
                <a:lnTo>
                  <a:pt x="324694" y="730333"/>
                </a:lnTo>
                <a:lnTo>
                  <a:pt x="324420" y="723754"/>
                </a:lnTo>
                <a:lnTo>
                  <a:pt x="324130" y="717174"/>
                </a:lnTo>
                <a:lnTo>
                  <a:pt x="323854" y="710594"/>
                </a:lnTo>
                <a:lnTo>
                  <a:pt x="323587" y="704015"/>
                </a:lnTo>
                <a:lnTo>
                  <a:pt x="323294" y="697435"/>
                </a:lnTo>
                <a:lnTo>
                  <a:pt x="322925" y="690856"/>
                </a:lnTo>
                <a:lnTo>
                  <a:pt x="322433" y="684276"/>
                </a:lnTo>
                <a:lnTo>
                  <a:pt x="321782" y="677697"/>
                </a:lnTo>
                <a:lnTo>
                  <a:pt x="320963" y="671117"/>
                </a:lnTo>
                <a:lnTo>
                  <a:pt x="319997" y="664537"/>
                </a:lnTo>
                <a:lnTo>
                  <a:pt x="318932" y="657958"/>
                </a:lnTo>
                <a:lnTo>
                  <a:pt x="317836" y="651378"/>
                </a:lnTo>
                <a:lnTo>
                  <a:pt x="316784" y="644799"/>
                </a:lnTo>
                <a:lnTo>
                  <a:pt x="315840" y="638219"/>
                </a:lnTo>
                <a:lnTo>
                  <a:pt x="315054" y="631639"/>
                </a:lnTo>
                <a:lnTo>
                  <a:pt x="314446" y="625060"/>
                </a:lnTo>
                <a:lnTo>
                  <a:pt x="314016" y="618480"/>
                </a:lnTo>
                <a:lnTo>
                  <a:pt x="313745" y="611901"/>
                </a:lnTo>
                <a:lnTo>
                  <a:pt x="313607" y="605321"/>
                </a:lnTo>
                <a:lnTo>
                  <a:pt x="313581" y="598742"/>
                </a:lnTo>
                <a:lnTo>
                  <a:pt x="313656" y="592162"/>
                </a:lnTo>
                <a:lnTo>
                  <a:pt x="313834" y="585582"/>
                </a:lnTo>
                <a:lnTo>
                  <a:pt x="314124" y="579003"/>
                </a:lnTo>
                <a:lnTo>
                  <a:pt x="314533" y="572423"/>
                </a:lnTo>
                <a:lnTo>
                  <a:pt x="315060" y="565844"/>
                </a:lnTo>
                <a:lnTo>
                  <a:pt x="315686" y="559264"/>
                </a:lnTo>
                <a:lnTo>
                  <a:pt x="316372" y="552685"/>
                </a:lnTo>
                <a:lnTo>
                  <a:pt x="317067" y="546105"/>
                </a:lnTo>
                <a:lnTo>
                  <a:pt x="317708" y="539525"/>
                </a:lnTo>
                <a:lnTo>
                  <a:pt x="318233" y="532946"/>
                </a:lnTo>
                <a:lnTo>
                  <a:pt x="318579" y="526366"/>
                </a:lnTo>
                <a:lnTo>
                  <a:pt x="318687" y="519787"/>
                </a:lnTo>
                <a:lnTo>
                  <a:pt x="318489" y="513207"/>
                </a:lnTo>
                <a:lnTo>
                  <a:pt x="317906" y="506627"/>
                </a:lnTo>
                <a:lnTo>
                  <a:pt x="316841" y="500048"/>
                </a:lnTo>
                <a:lnTo>
                  <a:pt x="315184" y="493468"/>
                </a:lnTo>
                <a:lnTo>
                  <a:pt x="312823" y="486889"/>
                </a:lnTo>
                <a:lnTo>
                  <a:pt x="309679" y="480309"/>
                </a:lnTo>
                <a:lnTo>
                  <a:pt x="305733" y="473730"/>
                </a:lnTo>
                <a:lnTo>
                  <a:pt x="301064" y="467150"/>
                </a:lnTo>
                <a:lnTo>
                  <a:pt x="295871" y="460570"/>
                </a:lnTo>
                <a:lnTo>
                  <a:pt x="290479" y="453991"/>
                </a:lnTo>
                <a:lnTo>
                  <a:pt x="285306" y="447411"/>
                </a:lnTo>
                <a:lnTo>
                  <a:pt x="280822" y="440832"/>
                </a:lnTo>
                <a:lnTo>
                  <a:pt x="277471" y="434252"/>
                </a:lnTo>
                <a:lnTo>
                  <a:pt x="275600" y="427673"/>
                </a:lnTo>
                <a:lnTo>
                  <a:pt x="275398" y="421093"/>
                </a:lnTo>
                <a:lnTo>
                  <a:pt x="276859" y="414513"/>
                </a:lnTo>
                <a:lnTo>
                  <a:pt x="279783" y="407934"/>
                </a:lnTo>
                <a:lnTo>
                  <a:pt x="283811" y="401354"/>
                </a:lnTo>
                <a:lnTo>
                  <a:pt x="288484" y="394775"/>
                </a:lnTo>
                <a:lnTo>
                  <a:pt x="293313" y="388195"/>
                </a:lnTo>
                <a:lnTo>
                  <a:pt x="297847" y="381616"/>
                </a:lnTo>
                <a:lnTo>
                  <a:pt x="301716" y="375036"/>
                </a:lnTo>
                <a:lnTo>
                  <a:pt x="304660" y="368456"/>
                </a:lnTo>
                <a:lnTo>
                  <a:pt x="306528" y="361877"/>
                </a:lnTo>
                <a:lnTo>
                  <a:pt x="307268" y="355297"/>
                </a:lnTo>
                <a:lnTo>
                  <a:pt x="306910" y="348718"/>
                </a:lnTo>
                <a:lnTo>
                  <a:pt x="305543" y="342138"/>
                </a:lnTo>
                <a:lnTo>
                  <a:pt x="303310" y="335558"/>
                </a:lnTo>
                <a:lnTo>
                  <a:pt x="300401" y="328979"/>
                </a:lnTo>
                <a:lnTo>
                  <a:pt x="297055" y="322399"/>
                </a:lnTo>
                <a:lnTo>
                  <a:pt x="293549" y="315820"/>
                </a:lnTo>
                <a:lnTo>
                  <a:pt x="290193" y="309240"/>
                </a:lnTo>
                <a:lnTo>
                  <a:pt x="287296" y="302661"/>
                </a:lnTo>
                <a:lnTo>
                  <a:pt x="285136" y="296081"/>
                </a:lnTo>
                <a:lnTo>
                  <a:pt x="283920" y="289501"/>
                </a:lnTo>
                <a:lnTo>
                  <a:pt x="283750" y="282922"/>
                </a:lnTo>
                <a:lnTo>
                  <a:pt x="284601" y="276342"/>
                </a:lnTo>
                <a:lnTo>
                  <a:pt x="286330" y="269763"/>
                </a:lnTo>
                <a:lnTo>
                  <a:pt x="288700" y="263183"/>
                </a:lnTo>
                <a:lnTo>
                  <a:pt x="291423" y="256604"/>
                </a:lnTo>
                <a:lnTo>
                  <a:pt x="294215" y="250024"/>
                </a:lnTo>
                <a:lnTo>
                  <a:pt x="296840" y="243444"/>
                </a:lnTo>
                <a:lnTo>
                  <a:pt x="299148" y="236865"/>
                </a:lnTo>
                <a:lnTo>
                  <a:pt x="301081" y="230285"/>
                </a:lnTo>
                <a:lnTo>
                  <a:pt x="302665" y="223706"/>
                </a:lnTo>
                <a:lnTo>
                  <a:pt x="303984" y="217126"/>
                </a:lnTo>
                <a:lnTo>
                  <a:pt x="305141" y="210546"/>
                </a:lnTo>
                <a:lnTo>
                  <a:pt x="306233" y="203967"/>
                </a:lnTo>
                <a:lnTo>
                  <a:pt x="307321" y="197387"/>
                </a:lnTo>
                <a:lnTo>
                  <a:pt x="308430" y="190808"/>
                </a:lnTo>
                <a:lnTo>
                  <a:pt x="309548" y="184228"/>
                </a:lnTo>
                <a:lnTo>
                  <a:pt x="310647" y="177649"/>
                </a:lnTo>
                <a:lnTo>
                  <a:pt x="311695" y="171069"/>
                </a:lnTo>
                <a:lnTo>
                  <a:pt x="312677" y="164489"/>
                </a:lnTo>
                <a:lnTo>
                  <a:pt x="313599" y="157910"/>
                </a:lnTo>
                <a:lnTo>
                  <a:pt x="314487" y="151330"/>
                </a:lnTo>
                <a:lnTo>
                  <a:pt x="315375" y="144751"/>
                </a:lnTo>
                <a:lnTo>
                  <a:pt x="316292" y="138171"/>
                </a:lnTo>
                <a:lnTo>
                  <a:pt x="317239" y="131592"/>
                </a:lnTo>
                <a:lnTo>
                  <a:pt x="318173" y="125012"/>
                </a:lnTo>
                <a:lnTo>
                  <a:pt x="318985" y="118432"/>
                </a:lnTo>
                <a:lnTo>
                  <a:pt x="319487" y="111853"/>
                </a:lnTo>
                <a:lnTo>
                  <a:pt x="319389" y="105273"/>
                </a:lnTo>
                <a:lnTo>
                  <a:pt x="318286" y="98694"/>
                </a:lnTo>
                <a:lnTo>
                  <a:pt x="315640" y="92114"/>
                </a:lnTo>
                <a:lnTo>
                  <a:pt x="310780" y="85535"/>
                </a:lnTo>
                <a:lnTo>
                  <a:pt x="302919" y="78955"/>
                </a:lnTo>
                <a:lnTo>
                  <a:pt x="291214" y="72375"/>
                </a:lnTo>
                <a:lnTo>
                  <a:pt x="274872" y="65796"/>
                </a:lnTo>
                <a:lnTo>
                  <a:pt x="253302" y="59216"/>
                </a:lnTo>
                <a:lnTo>
                  <a:pt x="226314" y="52637"/>
                </a:lnTo>
                <a:lnTo>
                  <a:pt x="194305" y="46057"/>
                </a:lnTo>
                <a:lnTo>
                  <a:pt x="158414" y="39477"/>
                </a:lnTo>
                <a:lnTo>
                  <a:pt x="120564" y="32898"/>
                </a:lnTo>
                <a:lnTo>
                  <a:pt x="83371" y="26318"/>
                </a:lnTo>
                <a:lnTo>
                  <a:pt x="49883" y="19739"/>
                </a:lnTo>
                <a:lnTo>
                  <a:pt x="23189" y="13159"/>
                </a:lnTo>
                <a:lnTo>
                  <a:pt x="5958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9" y="6580"/>
                </a:lnTo>
                <a:lnTo>
                  <a:pt x="651907" y="13159"/>
                </a:lnTo>
                <a:lnTo>
                  <a:pt x="625213" y="19739"/>
                </a:lnTo>
                <a:lnTo>
                  <a:pt x="591725" y="26318"/>
                </a:lnTo>
                <a:lnTo>
                  <a:pt x="554533" y="32898"/>
                </a:lnTo>
                <a:lnTo>
                  <a:pt x="516683" y="39477"/>
                </a:lnTo>
                <a:lnTo>
                  <a:pt x="480791" y="46057"/>
                </a:lnTo>
                <a:lnTo>
                  <a:pt x="448783" y="52637"/>
                </a:lnTo>
                <a:lnTo>
                  <a:pt x="421794" y="59216"/>
                </a:lnTo>
                <a:lnTo>
                  <a:pt x="400225" y="65796"/>
                </a:lnTo>
                <a:lnTo>
                  <a:pt x="383882" y="72375"/>
                </a:lnTo>
                <a:lnTo>
                  <a:pt x="372178" y="78955"/>
                </a:lnTo>
                <a:lnTo>
                  <a:pt x="364317" y="85535"/>
                </a:lnTo>
                <a:lnTo>
                  <a:pt x="359457" y="92114"/>
                </a:lnTo>
                <a:lnTo>
                  <a:pt x="356811" y="98694"/>
                </a:lnTo>
                <a:lnTo>
                  <a:pt x="355707" y="105273"/>
                </a:lnTo>
                <a:lnTo>
                  <a:pt x="355609" y="111853"/>
                </a:lnTo>
                <a:lnTo>
                  <a:pt x="356111" y="118432"/>
                </a:lnTo>
                <a:lnTo>
                  <a:pt x="356924" y="125012"/>
                </a:lnTo>
                <a:lnTo>
                  <a:pt x="357858" y="131592"/>
                </a:lnTo>
                <a:lnTo>
                  <a:pt x="358805" y="138171"/>
                </a:lnTo>
                <a:lnTo>
                  <a:pt x="359722" y="144751"/>
                </a:lnTo>
                <a:lnTo>
                  <a:pt x="360610" y="151330"/>
                </a:lnTo>
                <a:lnTo>
                  <a:pt x="361497" y="157910"/>
                </a:lnTo>
                <a:lnTo>
                  <a:pt x="362419" y="164489"/>
                </a:lnTo>
                <a:lnTo>
                  <a:pt x="363401" y="171069"/>
                </a:lnTo>
                <a:lnTo>
                  <a:pt x="364450" y="177649"/>
                </a:lnTo>
                <a:lnTo>
                  <a:pt x="365549" y="184228"/>
                </a:lnTo>
                <a:lnTo>
                  <a:pt x="366667" y="190808"/>
                </a:lnTo>
                <a:lnTo>
                  <a:pt x="367776" y="197387"/>
                </a:lnTo>
                <a:lnTo>
                  <a:pt x="368864" y="203967"/>
                </a:lnTo>
                <a:lnTo>
                  <a:pt x="369955" y="210546"/>
                </a:lnTo>
                <a:lnTo>
                  <a:pt x="371113" y="217126"/>
                </a:lnTo>
                <a:lnTo>
                  <a:pt x="372431" y="223706"/>
                </a:lnTo>
                <a:lnTo>
                  <a:pt x="374015" y="230285"/>
                </a:lnTo>
                <a:lnTo>
                  <a:pt x="375948" y="236865"/>
                </a:lnTo>
                <a:lnTo>
                  <a:pt x="378256" y="243444"/>
                </a:lnTo>
                <a:lnTo>
                  <a:pt x="380882" y="250024"/>
                </a:lnTo>
                <a:lnTo>
                  <a:pt x="383673" y="256604"/>
                </a:lnTo>
                <a:lnTo>
                  <a:pt x="386396" y="263183"/>
                </a:lnTo>
                <a:lnTo>
                  <a:pt x="388766" y="269763"/>
                </a:lnTo>
                <a:lnTo>
                  <a:pt x="390496" y="276342"/>
                </a:lnTo>
                <a:lnTo>
                  <a:pt x="391347" y="282922"/>
                </a:lnTo>
                <a:lnTo>
                  <a:pt x="391176" y="289501"/>
                </a:lnTo>
                <a:lnTo>
                  <a:pt x="389960" y="296081"/>
                </a:lnTo>
                <a:lnTo>
                  <a:pt x="387801" y="302661"/>
                </a:lnTo>
                <a:lnTo>
                  <a:pt x="384904" y="309240"/>
                </a:lnTo>
                <a:lnTo>
                  <a:pt x="381547" y="315820"/>
                </a:lnTo>
                <a:lnTo>
                  <a:pt x="378042" y="322399"/>
                </a:lnTo>
                <a:lnTo>
                  <a:pt x="374695" y="328979"/>
                </a:lnTo>
                <a:lnTo>
                  <a:pt x="371787" y="335558"/>
                </a:lnTo>
                <a:lnTo>
                  <a:pt x="369554" y="342138"/>
                </a:lnTo>
                <a:lnTo>
                  <a:pt x="368187" y="348718"/>
                </a:lnTo>
                <a:lnTo>
                  <a:pt x="367828" y="355297"/>
                </a:lnTo>
                <a:lnTo>
                  <a:pt x="368569" y="361877"/>
                </a:lnTo>
                <a:lnTo>
                  <a:pt x="370437" y="368456"/>
                </a:lnTo>
                <a:lnTo>
                  <a:pt x="373380" y="375036"/>
                </a:lnTo>
                <a:lnTo>
                  <a:pt x="377249" y="381616"/>
                </a:lnTo>
                <a:lnTo>
                  <a:pt x="381783" y="388195"/>
                </a:lnTo>
                <a:lnTo>
                  <a:pt x="386613" y="394775"/>
                </a:lnTo>
                <a:lnTo>
                  <a:pt x="391285" y="401354"/>
                </a:lnTo>
                <a:lnTo>
                  <a:pt x="395313" y="407934"/>
                </a:lnTo>
                <a:lnTo>
                  <a:pt x="398238" y="414513"/>
                </a:lnTo>
                <a:lnTo>
                  <a:pt x="399699" y="421093"/>
                </a:lnTo>
                <a:lnTo>
                  <a:pt x="399497" y="427673"/>
                </a:lnTo>
                <a:lnTo>
                  <a:pt x="397626" y="434252"/>
                </a:lnTo>
                <a:lnTo>
                  <a:pt x="394274" y="440832"/>
                </a:lnTo>
                <a:lnTo>
                  <a:pt x="389790" y="447411"/>
                </a:lnTo>
                <a:lnTo>
                  <a:pt x="384618" y="453991"/>
                </a:lnTo>
                <a:lnTo>
                  <a:pt x="379225" y="460570"/>
                </a:lnTo>
                <a:lnTo>
                  <a:pt x="374033" y="467150"/>
                </a:lnTo>
                <a:lnTo>
                  <a:pt x="369364" y="473730"/>
                </a:lnTo>
                <a:lnTo>
                  <a:pt x="365417" y="480309"/>
                </a:lnTo>
                <a:lnTo>
                  <a:pt x="362273" y="486889"/>
                </a:lnTo>
                <a:lnTo>
                  <a:pt x="359913" y="493468"/>
                </a:lnTo>
                <a:lnTo>
                  <a:pt x="358255" y="500048"/>
                </a:lnTo>
                <a:lnTo>
                  <a:pt x="357190" y="506627"/>
                </a:lnTo>
                <a:lnTo>
                  <a:pt x="356608" y="513207"/>
                </a:lnTo>
                <a:lnTo>
                  <a:pt x="356410" y="519787"/>
                </a:lnTo>
                <a:lnTo>
                  <a:pt x="356517" y="526366"/>
                </a:lnTo>
                <a:lnTo>
                  <a:pt x="356864" y="532946"/>
                </a:lnTo>
                <a:lnTo>
                  <a:pt x="357388" y="539525"/>
                </a:lnTo>
                <a:lnTo>
                  <a:pt x="358030" y="546105"/>
                </a:lnTo>
                <a:lnTo>
                  <a:pt x="358724" y="552685"/>
                </a:lnTo>
                <a:lnTo>
                  <a:pt x="359411" y="559264"/>
                </a:lnTo>
                <a:lnTo>
                  <a:pt x="360036" y="565844"/>
                </a:lnTo>
                <a:lnTo>
                  <a:pt x="360563" y="572423"/>
                </a:lnTo>
                <a:lnTo>
                  <a:pt x="360973" y="579003"/>
                </a:lnTo>
                <a:lnTo>
                  <a:pt x="361262" y="585582"/>
                </a:lnTo>
                <a:lnTo>
                  <a:pt x="361440" y="592162"/>
                </a:lnTo>
                <a:lnTo>
                  <a:pt x="361516" y="598742"/>
                </a:lnTo>
                <a:lnTo>
                  <a:pt x="361490" y="605321"/>
                </a:lnTo>
                <a:lnTo>
                  <a:pt x="361352" y="611901"/>
                </a:lnTo>
                <a:lnTo>
                  <a:pt x="361080" y="618480"/>
                </a:lnTo>
                <a:lnTo>
                  <a:pt x="360650" y="625060"/>
                </a:lnTo>
                <a:lnTo>
                  <a:pt x="360043" y="631639"/>
                </a:lnTo>
                <a:lnTo>
                  <a:pt x="359256" y="638219"/>
                </a:lnTo>
                <a:lnTo>
                  <a:pt x="358313" y="644799"/>
                </a:lnTo>
                <a:lnTo>
                  <a:pt x="357260" y="651378"/>
                </a:lnTo>
                <a:lnTo>
                  <a:pt x="356164" y="657958"/>
                </a:lnTo>
                <a:lnTo>
                  <a:pt x="355099" y="664537"/>
                </a:lnTo>
                <a:lnTo>
                  <a:pt x="354133" y="671117"/>
                </a:lnTo>
                <a:lnTo>
                  <a:pt x="353315" y="677697"/>
                </a:lnTo>
                <a:lnTo>
                  <a:pt x="352664" y="684276"/>
                </a:lnTo>
                <a:lnTo>
                  <a:pt x="352171" y="690856"/>
                </a:lnTo>
                <a:lnTo>
                  <a:pt x="351802" y="697435"/>
                </a:lnTo>
                <a:lnTo>
                  <a:pt x="351509" y="704015"/>
                </a:lnTo>
                <a:lnTo>
                  <a:pt x="351242" y="710594"/>
                </a:lnTo>
                <a:lnTo>
                  <a:pt x="350967" y="717174"/>
                </a:lnTo>
                <a:lnTo>
                  <a:pt x="350676" y="723754"/>
                </a:lnTo>
                <a:lnTo>
                  <a:pt x="350402" y="730333"/>
                </a:lnTo>
                <a:lnTo>
                  <a:pt x="350225" y="736913"/>
                </a:lnTo>
                <a:lnTo>
                  <a:pt x="350281" y="743492"/>
                </a:lnTo>
                <a:lnTo>
                  <a:pt x="350769" y="750072"/>
                </a:lnTo>
                <a:lnTo>
                  <a:pt x="351958" y="756651"/>
                </a:lnTo>
                <a:lnTo>
                  <a:pt x="354183" y="763231"/>
                </a:lnTo>
                <a:lnTo>
                  <a:pt x="357832" y="769811"/>
                </a:lnTo>
                <a:lnTo>
                  <a:pt x="363321" y="776390"/>
                </a:lnTo>
                <a:lnTo>
                  <a:pt x="371038" y="782970"/>
                </a:lnTo>
                <a:lnTo>
                  <a:pt x="381267" y="789549"/>
                </a:lnTo>
                <a:lnTo>
                  <a:pt x="394097" y="796129"/>
                </a:lnTo>
                <a:lnTo>
                  <a:pt x="409334" y="802708"/>
                </a:lnTo>
                <a:lnTo>
                  <a:pt x="426427" y="809288"/>
                </a:lnTo>
                <a:lnTo>
                  <a:pt x="444452" y="815868"/>
                </a:lnTo>
                <a:lnTo>
                  <a:pt x="462157" y="822447"/>
                </a:lnTo>
                <a:lnTo>
                  <a:pt x="478093" y="829027"/>
                </a:lnTo>
                <a:lnTo>
                  <a:pt x="490790" y="835606"/>
                </a:lnTo>
                <a:lnTo>
                  <a:pt x="498984" y="842186"/>
                </a:lnTo>
                <a:lnTo>
                  <a:pt x="501817" y="848766"/>
                </a:lnTo>
                <a:lnTo>
                  <a:pt x="50181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864" name="F2_precision_recall_distributions_4678">
            <a:extLst>
              <a:ext uri="{FF2B5EF4-FFF2-40B4-BE49-F238E27FC236}">
                <a16:creationId xmlns:a16="http://schemas.microsoft.com/office/drawing/2014/main" id="{9D8B3A25-F442-46F8-AC22-3ED755BDEAF4}"/>
              </a:ext>
            </a:extLst>
          </p:cNvPr>
          <p:cNvSpPr>
            <a:spLocks noGrp="1"/>
          </p:cNvSpPr>
          <p:nvPr/>
        </p:nvSpPr>
        <p:spPr>
          <a:xfrm>
            <a:off x="73366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5" name="F2_precision_recall_distributions_4679">
            <a:extLst>
              <a:ext uri="{FF2B5EF4-FFF2-40B4-BE49-F238E27FC236}">
                <a16:creationId xmlns:a16="http://schemas.microsoft.com/office/drawing/2014/main" id="{DA6A4D3B-D01C-4A20-958D-C1D6D30935AE}"/>
              </a:ext>
            </a:extLst>
          </p:cNvPr>
          <p:cNvSpPr>
            <a:spLocks noGrp="1"/>
          </p:cNvSpPr>
          <p:nvPr/>
        </p:nvSpPr>
        <p:spPr>
          <a:xfrm>
            <a:off x="70644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6" name="F2_precision_recall_distributions_4680">
            <a:extLst>
              <a:ext uri="{FF2B5EF4-FFF2-40B4-BE49-F238E27FC236}">
                <a16:creationId xmlns:a16="http://schemas.microsoft.com/office/drawing/2014/main" id="{AA954F45-6DE1-45C6-9B48-BBE00C760DF0}"/>
              </a:ext>
            </a:extLst>
          </p:cNvPr>
          <p:cNvSpPr>
            <a:spLocks noGrp="1"/>
          </p:cNvSpPr>
          <p:nvPr/>
        </p:nvSpPr>
        <p:spPr>
          <a:xfrm>
            <a:off x="729039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7" name="F2_precision_recall_distributions_4681">
            <a:extLst>
              <a:ext uri="{FF2B5EF4-FFF2-40B4-BE49-F238E27FC236}">
                <a16:creationId xmlns:a16="http://schemas.microsoft.com/office/drawing/2014/main" id="{8D80D021-37C2-4A83-A5D1-D75EC5E1799C}"/>
              </a:ext>
            </a:extLst>
          </p:cNvPr>
          <p:cNvSpPr>
            <a:spLocks noGrp="1"/>
          </p:cNvSpPr>
          <p:nvPr/>
        </p:nvSpPr>
        <p:spPr>
          <a:xfrm>
            <a:off x="7216956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8" name="F2_precision_recall_distributions_4682">
            <a:extLst>
              <a:ext uri="{FF2B5EF4-FFF2-40B4-BE49-F238E27FC236}">
                <a16:creationId xmlns:a16="http://schemas.microsoft.com/office/drawing/2014/main" id="{5DC949C4-BC13-44C9-AF8D-A6544BC2BE1B}"/>
              </a:ext>
            </a:extLst>
          </p:cNvPr>
          <p:cNvSpPr>
            <a:spLocks noGrp="1"/>
          </p:cNvSpPr>
          <p:nvPr/>
        </p:nvSpPr>
        <p:spPr>
          <a:xfrm>
            <a:off x="7139480" y="3219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9" name="F2_precision_recall_distributions_4683">
            <a:extLst>
              <a:ext uri="{FF2B5EF4-FFF2-40B4-BE49-F238E27FC236}">
                <a16:creationId xmlns:a16="http://schemas.microsoft.com/office/drawing/2014/main" id="{09AA0D4F-CB44-4207-869D-EF00CA259488}"/>
              </a:ext>
            </a:extLst>
          </p:cNvPr>
          <p:cNvSpPr>
            <a:spLocks noGrp="1"/>
          </p:cNvSpPr>
          <p:nvPr/>
        </p:nvSpPr>
        <p:spPr>
          <a:xfrm>
            <a:off x="731692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0" name="F2_precision_recall_distributions_4684">
            <a:extLst>
              <a:ext uri="{FF2B5EF4-FFF2-40B4-BE49-F238E27FC236}">
                <a16:creationId xmlns:a16="http://schemas.microsoft.com/office/drawing/2014/main" id="{63604FFB-4AD3-4EFC-8927-B8A05ABB478D}"/>
              </a:ext>
            </a:extLst>
          </p:cNvPr>
          <p:cNvSpPr>
            <a:spLocks noGrp="1"/>
          </p:cNvSpPr>
          <p:nvPr/>
        </p:nvSpPr>
        <p:spPr>
          <a:xfrm>
            <a:off x="70404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1" name="F2_precision_recall_distributions_4685">
            <a:extLst>
              <a:ext uri="{FF2B5EF4-FFF2-40B4-BE49-F238E27FC236}">
                <a16:creationId xmlns:a16="http://schemas.microsoft.com/office/drawing/2014/main" id="{9F0A2AAA-0AEF-48A2-AD94-3D3183E14650}"/>
              </a:ext>
            </a:extLst>
          </p:cNvPr>
          <p:cNvSpPr>
            <a:spLocks noGrp="1"/>
          </p:cNvSpPr>
          <p:nvPr/>
        </p:nvSpPr>
        <p:spPr>
          <a:xfrm>
            <a:off x="72136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2" name="F2_precision_recall_distributions_4686">
            <a:extLst>
              <a:ext uri="{FF2B5EF4-FFF2-40B4-BE49-F238E27FC236}">
                <a16:creationId xmlns:a16="http://schemas.microsoft.com/office/drawing/2014/main" id="{F7ACC4B7-D275-4FD0-BEE9-72BD3A6D8661}"/>
              </a:ext>
            </a:extLst>
          </p:cNvPr>
          <p:cNvSpPr>
            <a:spLocks noGrp="1"/>
          </p:cNvSpPr>
          <p:nvPr/>
        </p:nvSpPr>
        <p:spPr>
          <a:xfrm>
            <a:off x="702954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3" name="F2_precision_recall_distributions_4687">
            <a:extLst>
              <a:ext uri="{FF2B5EF4-FFF2-40B4-BE49-F238E27FC236}">
                <a16:creationId xmlns:a16="http://schemas.microsoft.com/office/drawing/2014/main" id="{A4C03A5C-BA68-43B5-A017-2A2C16DBE988}"/>
              </a:ext>
            </a:extLst>
          </p:cNvPr>
          <p:cNvSpPr>
            <a:spLocks noGrp="1"/>
          </p:cNvSpPr>
          <p:nvPr/>
        </p:nvSpPr>
        <p:spPr>
          <a:xfrm>
            <a:off x="70794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4" name="F2_precision_recall_distributions_4688">
            <a:extLst>
              <a:ext uri="{FF2B5EF4-FFF2-40B4-BE49-F238E27FC236}">
                <a16:creationId xmlns:a16="http://schemas.microsoft.com/office/drawing/2014/main" id="{41649650-2309-4AF8-BA8C-D02BDD620292}"/>
              </a:ext>
            </a:extLst>
          </p:cNvPr>
          <p:cNvSpPr>
            <a:spLocks noGrp="1"/>
          </p:cNvSpPr>
          <p:nvPr/>
        </p:nvSpPr>
        <p:spPr>
          <a:xfrm>
            <a:off x="730854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5" name="F2_precision_recall_distributions_4689">
            <a:extLst>
              <a:ext uri="{FF2B5EF4-FFF2-40B4-BE49-F238E27FC236}">
                <a16:creationId xmlns:a16="http://schemas.microsoft.com/office/drawing/2014/main" id="{D94144ED-BAA5-4D2A-B1C5-E4249AC9EC5D}"/>
              </a:ext>
            </a:extLst>
          </p:cNvPr>
          <p:cNvSpPr>
            <a:spLocks noGrp="1"/>
          </p:cNvSpPr>
          <p:nvPr/>
        </p:nvSpPr>
        <p:spPr>
          <a:xfrm>
            <a:off x="71104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6" name="F2_precision_recall_distributions_4690">
            <a:extLst>
              <a:ext uri="{FF2B5EF4-FFF2-40B4-BE49-F238E27FC236}">
                <a16:creationId xmlns:a16="http://schemas.microsoft.com/office/drawing/2014/main" id="{102D5004-98E6-45B3-9519-AADCE642E325}"/>
              </a:ext>
            </a:extLst>
          </p:cNvPr>
          <p:cNvSpPr>
            <a:spLocks noGrp="1"/>
          </p:cNvSpPr>
          <p:nvPr/>
        </p:nvSpPr>
        <p:spPr>
          <a:xfrm>
            <a:off x="718271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7" name="F2_precision_recall_distributions_4691">
            <a:extLst>
              <a:ext uri="{FF2B5EF4-FFF2-40B4-BE49-F238E27FC236}">
                <a16:creationId xmlns:a16="http://schemas.microsoft.com/office/drawing/2014/main" id="{E747D16D-7C19-4182-B914-F70F1665FB97}"/>
              </a:ext>
            </a:extLst>
          </p:cNvPr>
          <p:cNvSpPr>
            <a:spLocks noGrp="1"/>
          </p:cNvSpPr>
          <p:nvPr/>
        </p:nvSpPr>
        <p:spPr>
          <a:xfrm>
            <a:off x="7332131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8" name="F2_precision_recall_distributions_4692">
            <a:extLst>
              <a:ext uri="{FF2B5EF4-FFF2-40B4-BE49-F238E27FC236}">
                <a16:creationId xmlns:a16="http://schemas.microsoft.com/office/drawing/2014/main" id="{5335008D-B8B4-4039-9529-82709F4590D3}"/>
              </a:ext>
            </a:extLst>
          </p:cNvPr>
          <p:cNvSpPr>
            <a:spLocks noGrp="1"/>
          </p:cNvSpPr>
          <p:nvPr/>
        </p:nvSpPr>
        <p:spPr>
          <a:xfrm>
            <a:off x="710894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9" name="F2_precision_recall_distributions_4693">
            <a:extLst>
              <a:ext uri="{FF2B5EF4-FFF2-40B4-BE49-F238E27FC236}">
                <a16:creationId xmlns:a16="http://schemas.microsoft.com/office/drawing/2014/main" id="{9B6716FD-1CCB-4D2A-B9D8-18F1454A833E}"/>
              </a:ext>
            </a:extLst>
          </p:cNvPr>
          <p:cNvSpPr>
            <a:spLocks noGrp="1"/>
          </p:cNvSpPr>
          <p:nvPr/>
        </p:nvSpPr>
        <p:spPr>
          <a:xfrm>
            <a:off x="733256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0" name="F2_precision_recall_distributions_4694">
            <a:extLst>
              <a:ext uri="{FF2B5EF4-FFF2-40B4-BE49-F238E27FC236}">
                <a16:creationId xmlns:a16="http://schemas.microsoft.com/office/drawing/2014/main" id="{4D65D09B-EB40-4C68-82A9-277E70726661}"/>
              </a:ext>
            </a:extLst>
          </p:cNvPr>
          <p:cNvSpPr>
            <a:spLocks noGrp="1"/>
          </p:cNvSpPr>
          <p:nvPr/>
        </p:nvSpPr>
        <p:spPr>
          <a:xfrm>
            <a:off x="707474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1" name="F2_precision_recall_distributions_4695">
            <a:extLst>
              <a:ext uri="{FF2B5EF4-FFF2-40B4-BE49-F238E27FC236}">
                <a16:creationId xmlns:a16="http://schemas.microsoft.com/office/drawing/2014/main" id="{EAE8942D-CB45-457E-9B80-8241F2B20D82}"/>
              </a:ext>
            </a:extLst>
          </p:cNvPr>
          <p:cNvSpPr>
            <a:spLocks noGrp="1"/>
          </p:cNvSpPr>
          <p:nvPr/>
        </p:nvSpPr>
        <p:spPr>
          <a:xfrm>
            <a:off x="704362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2" name="F2_precision_recall_distributions_4696">
            <a:extLst>
              <a:ext uri="{FF2B5EF4-FFF2-40B4-BE49-F238E27FC236}">
                <a16:creationId xmlns:a16="http://schemas.microsoft.com/office/drawing/2014/main" id="{AEC83196-363D-4FF5-81E0-E7EB04165409}"/>
              </a:ext>
            </a:extLst>
          </p:cNvPr>
          <p:cNvSpPr>
            <a:spLocks noGrp="1"/>
          </p:cNvSpPr>
          <p:nvPr/>
        </p:nvSpPr>
        <p:spPr>
          <a:xfrm>
            <a:off x="7201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3" name="F2_precision_recall_distributions_4697">
            <a:extLst>
              <a:ext uri="{FF2B5EF4-FFF2-40B4-BE49-F238E27FC236}">
                <a16:creationId xmlns:a16="http://schemas.microsoft.com/office/drawing/2014/main" id="{FECBDE16-1087-405E-B5B7-BCF64264ED18}"/>
              </a:ext>
            </a:extLst>
          </p:cNvPr>
          <p:cNvSpPr>
            <a:spLocks noGrp="1"/>
          </p:cNvSpPr>
          <p:nvPr/>
        </p:nvSpPr>
        <p:spPr>
          <a:xfrm>
            <a:off x="7337868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4" name="F2_precision_recall_distributions_4698">
            <a:extLst>
              <a:ext uri="{FF2B5EF4-FFF2-40B4-BE49-F238E27FC236}">
                <a16:creationId xmlns:a16="http://schemas.microsoft.com/office/drawing/2014/main" id="{825D974E-15E6-4B82-8E7C-AE2032B1CFAD}"/>
              </a:ext>
            </a:extLst>
          </p:cNvPr>
          <p:cNvSpPr>
            <a:spLocks noGrp="1"/>
          </p:cNvSpPr>
          <p:nvPr/>
        </p:nvSpPr>
        <p:spPr>
          <a:xfrm>
            <a:off x="7298844" y="34746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5" name="F2_precision_recall_distributions_4699">
            <a:extLst>
              <a:ext uri="{FF2B5EF4-FFF2-40B4-BE49-F238E27FC236}">
                <a16:creationId xmlns:a16="http://schemas.microsoft.com/office/drawing/2014/main" id="{D8627550-9061-42A9-B424-03B526D684E8}"/>
              </a:ext>
            </a:extLst>
          </p:cNvPr>
          <p:cNvSpPr>
            <a:spLocks noGrp="1"/>
          </p:cNvSpPr>
          <p:nvPr/>
        </p:nvSpPr>
        <p:spPr>
          <a:xfrm>
            <a:off x="710066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6" name="F2_precision_recall_distributions_4700">
            <a:extLst>
              <a:ext uri="{FF2B5EF4-FFF2-40B4-BE49-F238E27FC236}">
                <a16:creationId xmlns:a16="http://schemas.microsoft.com/office/drawing/2014/main" id="{6434587F-726C-4154-BC1C-A8638B64703D}"/>
              </a:ext>
            </a:extLst>
          </p:cNvPr>
          <p:cNvSpPr>
            <a:spLocks noGrp="1"/>
          </p:cNvSpPr>
          <p:nvPr/>
        </p:nvSpPr>
        <p:spPr>
          <a:xfrm>
            <a:off x="705327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7" name="F2_precision_recall_distributions_4701">
            <a:extLst>
              <a:ext uri="{FF2B5EF4-FFF2-40B4-BE49-F238E27FC236}">
                <a16:creationId xmlns:a16="http://schemas.microsoft.com/office/drawing/2014/main" id="{A305A448-990E-4ED0-BB5A-732793626008}"/>
              </a:ext>
            </a:extLst>
          </p:cNvPr>
          <p:cNvSpPr>
            <a:spLocks noGrp="1"/>
          </p:cNvSpPr>
          <p:nvPr/>
        </p:nvSpPr>
        <p:spPr>
          <a:xfrm>
            <a:off x="7102295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8" name="F2_precision_recall_distributions_4702">
            <a:extLst>
              <a:ext uri="{FF2B5EF4-FFF2-40B4-BE49-F238E27FC236}">
                <a16:creationId xmlns:a16="http://schemas.microsoft.com/office/drawing/2014/main" id="{94A38A2C-60D4-4215-BBB2-39CBC9CB23BA}"/>
              </a:ext>
            </a:extLst>
          </p:cNvPr>
          <p:cNvSpPr>
            <a:spLocks noGrp="1"/>
          </p:cNvSpPr>
          <p:nvPr/>
        </p:nvSpPr>
        <p:spPr>
          <a:xfrm>
            <a:off x="702271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9" name="F2_precision_recall_distributions_4703">
            <a:extLst>
              <a:ext uri="{FF2B5EF4-FFF2-40B4-BE49-F238E27FC236}">
                <a16:creationId xmlns:a16="http://schemas.microsoft.com/office/drawing/2014/main" id="{D1103868-FEF2-4B4F-A3D0-0611CE7DAD91}"/>
              </a:ext>
            </a:extLst>
          </p:cNvPr>
          <p:cNvSpPr>
            <a:spLocks noGrp="1"/>
          </p:cNvSpPr>
          <p:nvPr/>
        </p:nvSpPr>
        <p:spPr>
          <a:xfrm>
            <a:off x="703486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0" name="F2_precision_recall_distributions_4704">
            <a:extLst>
              <a:ext uri="{FF2B5EF4-FFF2-40B4-BE49-F238E27FC236}">
                <a16:creationId xmlns:a16="http://schemas.microsoft.com/office/drawing/2014/main" id="{50B3556F-34DE-405A-B21D-C2E033EAD94D}"/>
              </a:ext>
            </a:extLst>
          </p:cNvPr>
          <p:cNvSpPr>
            <a:spLocks noGrp="1"/>
          </p:cNvSpPr>
          <p:nvPr/>
        </p:nvSpPr>
        <p:spPr>
          <a:xfrm>
            <a:off x="72757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1" name="F2_precision_recall_distributions_4705">
            <a:extLst>
              <a:ext uri="{FF2B5EF4-FFF2-40B4-BE49-F238E27FC236}">
                <a16:creationId xmlns:a16="http://schemas.microsoft.com/office/drawing/2014/main" id="{939D5950-C1B8-4398-87F3-40BFCDA53282}"/>
              </a:ext>
            </a:extLst>
          </p:cNvPr>
          <p:cNvSpPr>
            <a:spLocks noGrp="1"/>
          </p:cNvSpPr>
          <p:nvPr/>
        </p:nvSpPr>
        <p:spPr>
          <a:xfrm>
            <a:off x="6978247" y="35145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2" name="F2_precision_recall_distributions_4706">
            <a:extLst>
              <a:ext uri="{FF2B5EF4-FFF2-40B4-BE49-F238E27FC236}">
                <a16:creationId xmlns:a16="http://schemas.microsoft.com/office/drawing/2014/main" id="{29E0CFAD-D228-4B07-8057-3BE735C76747}"/>
              </a:ext>
            </a:extLst>
          </p:cNvPr>
          <p:cNvSpPr>
            <a:spLocks noGrp="1"/>
          </p:cNvSpPr>
          <p:nvPr/>
        </p:nvSpPr>
        <p:spPr>
          <a:xfrm>
            <a:off x="7156053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3" name="F2_precision_recall_distributions_4707">
            <a:extLst>
              <a:ext uri="{FF2B5EF4-FFF2-40B4-BE49-F238E27FC236}">
                <a16:creationId xmlns:a16="http://schemas.microsoft.com/office/drawing/2014/main" id="{1A6D5A6A-1F9A-4B2C-951E-4808A95B9B53}"/>
              </a:ext>
            </a:extLst>
          </p:cNvPr>
          <p:cNvSpPr>
            <a:spLocks noGrp="1"/>
          </p:cNvSpPr>
          <p:nvPr/>
        </p:nvSpPr>
        <p:spPr>
          <a:xfrm>
            <a:off x="70501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4" name="F2_precision_recall_distributions_4708">
            <a:extLst>
              <a:ext uri="{FF2B5EF4-FFF2-40B4-BE49-F238E27FC236}">
                <a16:creationId xmlns:a16="http://schemas.microsoft.com/office/drawing/2014/main" id="{38DE3C08-D4F7-4523-B899-BE71F39078B4}"/>
              </a:ext>
            </a:extLst>
          </p:cNvPr>
          <p:cNvSpPr>
            <a:spLocks noGrp="1"/>
          </p:cNvSpPr>
          <p:nvPr/>
        </p:nvSpPr>
        <p:spPr>
          <a:xfrm>
            <a:off x="728303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5" name="F2_precision_recall_distributions_4709">
            <a:extLst>
              <a:ext uri="{FF2B5EF4-FFF2-40B4-BE49-F238E27FC236}">
                <a16:creationId xmlns:a16="http://schemas.microsoft.com/office/drawing/2014/main" id="{E64A4B5A-D6D5-4AEE-89EF-52E03434C25D}"/>
              </a:ext>
            </a:extLst>
          </p:cNvPr>
          <p:cNvSpPr>
            <a:spLocks noGrp="1"/>
          </p:cNvSpPr>
          <p:nvPr/>
        </p:nvSpPr>
        <p:spPr>
          <a:xfrm>
            <a:off x="7008901" y="35798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6" name="F2_precision_recall_distributions_4710">
            <a:extLst>
              <a:ext uri="{FF2B5EF4-FFF2-40B4-BE49-F238E27FC236}">
                <a16:creationId xmlns:a16="http://schemas.microsoft.com/office/drawing/2014/main" id="{232775B3-2AE7-4905-A58A-2C840070B129}"/>
              </a:ext>
            </a:extLst>
          </p:cNvPr>
          <p:cNvSpPr>
            <a:spLocks noGrp="1"/>
          </p:cNvSpPr>
          <p:nvPr/>
        </p:nvSpPr>
        <p:spPr>
          <a:xfrm>
            <a:off x="7092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7" name="F2_precision_recall_distributions_4711">
            <a:extLst>
              <a:ext uri="{FF2B5EF4-FFF2-40B4-BE49-F238E27FC236}">
                <a16:creationId xmlns:a16="http://schemas.microsoft.com/office/drawing/2014/main" id="{4B2D0E02-34B1-49AE-8356-56BCE3E4EE5B}"/>
              </a:ext>
            </a:extLst>
          </p:cNvPr>
          <p:cNvSpPr>
            <a:spLocks noGrp="1"/>
          </p:cNvSpPr>
          <p:nvPr/>
        </p:nvSpPr>
        <p:spPr>
          <a:xfrm>
            <a:off x="71089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8" name="F2_precision_recall_distributions_4712">
            <a:extLst>
              <a:ext uri="{FF2B5EF4-FFF2-40B4-BE49-F238E27FC236}">
                <a16:creationId xmlns:a16="http://schemas.microsoft.com/office/drawing/2014/main" id="{558F60FD-4B9F-4CD4-A48E-ADE09E189260}"/>
              </a:ext>
            </a:extLst>
          </p:cNvPr>
          <p:cNvSpPr>
            <a:spLocks noGrp="1"/>
          </p:cNvSpPr>
          <p:nvPr/>
        </p:nvSpPr>
        <p:spPr>
          <a:xfrm>
            <a:off x="72897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9" name="F2_precision_recall_distributions_4713">
            <a:extLst>
              <a:ext uri="{FF2B5EF4-FFF2-40B4-BE49-F238E27FC236}">
                <a16:creationId xmlns:a16="http://schemas.microsoft.com/office/drawing/2014/main" id="{B9E96C65-DEC1-425C-96E2-C40BF983AEF7}"/>
              </a:ext>
            </a:extLst>
          </p:cNvPr>
          <p:cNvSpPr>
            <a:spLocks noGrp="1"/>
          </p:cNvSpPr>
          <p:nvPr/>
        </p:nvSpPr>
        <p:spPr>
          <a:xfrm>
            <a:off x="7207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0" name="F2_precision_recall_distributions_4714">
            <a:extLst>
              <a:ext uri="{FF2B5EF4-FFF2-40B4-BE49-F238E27FC236}">
                <a16:creationId xmlns:a16="http://schemas.microsoft.com/office/drawing/2014/main" id="{8B2F92FD-E78C-4A36-AAAF-99C5E1BAE083}"/>
              </a:ext>
            </a:extLst>
          </p:cNvPr>
          <p:cNvSpPr>
            <a:spLocks noGrp="1"/>
          </p:cNvSpPr>
          <p:nvPr/>
        </p:nvSpPr>
        <p:spPr>
          <a:xfrm>
            <a:off x="703983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1" name="F2_precision_recall_distributions_4715">
            <a:extLst>
              <a:ext uri="{FF2B5EF4-FFF2-40B4-BE49-F238E27FC236}">
                <a16:creationId xmlns:a16="http://schemas.microsoft.com/office/drawing/2014/main" id="{06634A48-C888-4741-972F-BF0F8D679FBB}"/>
              </a:ext>
            </a:extLst>
          </p:cNvPr>
          <p:cNvSpPr>
            <a:spLocks noGrp="1"/>
          </p:cNvSpPr>
          <p:nvPr/>
        </p:nvSpPr>
        <p:spPr>
          <a:xfrm>
            <a:off x="72450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2" name="F2_precision_recall_distributions_4716">
            <a:extLst>
              <a:ext uri="{FF2B5EF4-FFF2-40B4-BE49-F238E27FC236}">
                <a16:creationId xmlns:a16="http://schemas.microsoft.com/office/drawing/2014/main" id="{F45BFBA5-9C0F-4049-B208-5FE8859D6E76}"/>
              </a:ext>
            </a:extLst>
          </p:cNvPr>
          <p:cNvSpPr>
            <a:spLocks noGrp="1"/>
          </p:cNvSpPr>
          <p:nvPr/>
        </p:nvSpPr>
        <p:spPr>
          <a:xfrm>
            <a:off x="70153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3" name="F2_precision_recall_distributions_4717">
            <a:extLst>
              <a:ext uri="{FF2B5EF4-FFF2-40B4-BE49-F238E27FC236}">
                <a16:creationId xmlns:a16="http://schemas.microsoft.com/office/drawing/2014/main" id="{A8CA4E4E-41FC-4CA4-97FC-DC54430F5B50}"/>
              </a:ext>
            </a:extLst>
          </p:cNvPr>
          <p:cNvSpPr>
            <a:spLocks noGrp="1"/>
          </p:cNvSpPr>
          <p:nvPr/>
        </p:nvSpPr>
        <p:spPr>
          <a:xfrm>
            <a:off x="70961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4" name="F2_precision_recall_distributions_4718">
            <a:extLst>
              <a:ext uri="{FF2B5EF4-FFF2-40B4-BE49-F238E27FC236}">
                <a16:creationId xmlns:a16="http://schemas.microsoft.com/office/drawing/2014/main" id="{0762A0BC-8CA1-4D06-8B2B-91CA3B919E4D}"/>
              </a:ext>
            </a:extLst>
          </p:cNvPr>
          <p:cNvSpPr>
            <a:spLocks noGrp="1"/>
          </p:cNvSpPr>
          <p:nvPr/>
        </p:nvSpPr>
        <p:spPr>
          <a:xfrm>
            <a:off x="721307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5" name="F2_precision_recall_distributions_4719">
            <a:extLst>
              <a:ext uri="{FF2B5EF4-FFF2-40B4-BE49-F238E27FC236}">
                <a16:creationId xmlns:a16="http://schemas.microsoft.com/office/drawing/2014/main" id="{E7F8ADE4-6A24-4A09-8EFF-D1EA7721277A}"/>
              </a:ext>
            </a:extLst>
          </p:cNvPr>
          <p:cNvSpPr>
            <a:spLocks noGrp="1"/>
          </p:cNvSpPr>
          <p:nvPr/>
        </p:nvSpPr>
        <p:spPr>
          <a:xfrm>
            <a:off x="703153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6" name="F2_precision_recall_distributions_4720">
            <a:extLst>
              <a:ext uri="{FF2B5EF4-FFF2-40B4-BE49-F238E27FC236}">
                <a16:creationId xmlns:a16="http://schemas.microsoft.com/office/drawing/2014/main" id="{E895BB25-26A8-42CF-A1B4-291CE9DFB0FF}"/>
              </a:ext>
            </a:extLst>
          </p:cNvPr>
          <p:cNvSpPr>
            <a:spLocks noGrp="1"/>
          </p:cNvSpPr>
          <p:nvPr/>
        </p:nvSpPr>
        <p:spPr>
          <a:xfrm>
            <a:off x="70247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7" name="F2_precision_recall_distributions_4721">
            <a:extLst>
              <a:ext uri="{FF2B5EF4-FFF2-40B4-BE49-F238E27FC236}">
                <a16:creationId xmlns:a16="http://schemas.microsoft.com/office/drawing/2014/main" id="{1663A2F5-FE24-4DD0-A291-C1BA87DEE27A}"/>
              </a:ext>
            </a:extLst>
          </p:cNvPr>
          <p:cNvSpPr>
            <a:spLocks noGrp="1"/>
          </p:cNvSpPr>
          <p:nvPr/>
        </p:nvSpPr>
        <p:spPr>
          <a:xfrm>
            <a:off x="70134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8" name="F2_precision_recall_distributions_4722">
            <a:extLst>
              <a:ext uri="{FF2B5EF4-FFF2-40B4-BE49-F238E27FC236}">
                <a16:creationId xmlns:a16="http://schemas.microsoft.com/office/drawing/2014/main" id="{79F73942-63EE-471D-ADB1-B6C6BB9C1143}"/>
              </a:ext>
            </a:extLst>
          </p:cNvPr>
          <p:cNvSpPr>
            <a:spLocks noGrp="1"/>
          </p:cNvSpPr>
          <p:nvPr/>
        </p:nvSpPr>
        <p:spPr>
          <a:xfrm>
            <a:off x="70520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9" name="F2_precision_recall_distributions_4723">
            <a:extLst>
              <a:ext uri="{FF2B5EF4-FFF2-40B4-BE49-F238E27FC236}">
                <a16:creationId xmlns:a16="http://schemas.microsoft.com/office/drawing/2014/main" id="{C6967A57-83AC-415A-BFBA-6AAED7CB77A0}"/>
              </a:ext>
            </a:extLst>
          </p:cNvPr>
          <p:cNvSpPr>
            <a:spLocks noGrp="1"/>
          </p:cNvSpPr>
          <p:nvPr/>
        </p:nvSpPr>
        <p:spPr>
          <a:xfrm>
            <a:off x="72903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0" name="F2_precision_recall_distributions_4724">
            <a:extLst>
              <a:ext uri="{FF2B5EF4-FFF2-40B4-BE49-F238E27FC236}">
                <a16:creationId xmlns:a16="http://schemas.microsoft.com/office/drawing/2014/main" id="{56886C40-2739-4324-82BD-41D81351734E}"/>
              </a:ext>
            </a:extLst>
          </p:cNvPr>
          <p:cNvSpPr>
            <a:spLocks noGrp="1"/>
          </p:cNvSpPr>
          <p:nvPr/>
        </p:nvSpPr>
        <p:spPr>
          <a:xfrm>
            <a:off x="7255983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1" name="F2_precision_recall_distributions_4725">
            <a:extLst>
              <a:ext uri="{FF2B5EF4-FFF2-40B4-BE49-F238E27FC236}">
                <a16:creationId xmlns:a16="http://schemas.microsoft.com/office/drawing/2014/main" id="{C0D4196E-26D6-4580-8A44-C91A555B2606}"/>
              </a:ext>
            </a:extLst>
          </p:cNvPr>
          <p:cNvSpPr>
            <a:spLocks noGrp="1"/>
          </p:cNvSpPr>
          <p:nvPr/>
        </p:nvSpPr>
        <p:spPr>
          <a:xfrm>
            <a:off x="70135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2" name="F2_precision_recall_distributions_4726">
            <a:extLst>
              <a:ext uri="{FF2B5EF4-FFF2-40B4-BE49-F238E27FC236}">
                <a16:creationId xmlns:a16="http://schemas.microsoft.com/office/drawing/2014/main" id="{A596650B-F68B-4DC9-AD45-5A850429FCBD}"/>
              </a:ext>
            </a:extLst>
          </p:cNvPr>
          <p:cNvSpPr>
            <a:spLocks noGrp="1"/>
          </p:cNvSpPr>
          <p:nvPr/>
        </p:nvSpPr>
        <p:spPr>
          <a:xfrm>
            <a:off x="702150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3" name="F2_precision_recall_distributions_4727">
            <a:extLst>
              <a:ext uri="{FF2B5EF4-FFF2-40B4-BE49-F238E27FC236}">
                <a16:creationId xmlns:a16="http://schemas.microsoft.com/office/drawing/2014/main" id="{504C6899-486D-4E38-8DF9-EDA9673C5EF6}"/>
              </a:ext>
            </a:extLst>
          </p:cNvPr>
          <p:cNvSpPr>
            <a:spLocks noGrp="1"/>
          </p:cNvSpPr>
          <p:nvPr/>
        </p:nvSpPr>
        <p:spPr>
          <a:xfrm>
            <a:off x="7103431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4" name="F2_precision_recall_distributions_4728">
            <a:extLst>
              <a:ext uri="{FF2B5EF4-FFF2-40B4-BE49-F238E27FC236}">
                <a16:creationId xmlns:a16="http://schemas.microsoft.com/office/drawing/2014/main" id="{448E309B-A242-479A-AF16-C87734348ED7}"/>
              </a:ext>
            </a:extLst>
          </p:cNvPr>
          <p:cNvSpPr>
            <a:spLocks noGrp="1"/>
          </p:cNvSpPr>
          <p:nvPr/>
        </p:nvSpPr>
        <p:spPr>
          <a:xfrm>
            <a:off x="71907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5" name="F2_precision_recall_distributions_4729">
            <a:extLst>
              <a:ext uri="{FF2B5EF4-FFF2-40B4-BE49-F238E27FC236}">
                <a16:creationId xmlns:a16="http://schemas.microsoft.com/office/drawing/2014/main" id="{D55E01AE-4A45-4AB3-8C5E-0FCA86CB98A9}"/>
              </a:ext>
            </a:extLst>
          </p:cNvPr>
          <p:cNvSpPr>
            <a:spLocks noGrp="1"/>
          </p:cNvSpPr>
          <p:nvPr/>
        </p:nvSpPr>
        <p:spPr>
          <a:xfrm>
            <a:off x="703048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6" name="F2_precision_recall_distributions_4730">
            <a:extLst>
              <a:ext uri="{FF2B5EF4-FFF2-40B4-BE49-F238E27FC236}">
                <a16:creationId xmlns:a16="http://schemas.microsoft.com/office/drawing/2014/main" id="{F9A6B2BB-0189-41C9-8760-C2BCFF401D58}"/>
              </a:ext>
            </a:extLst>
          </p:cNvPr>
          <p:cNvSpPr>
            <a:spLocks noGrp="1"/>
          </p:cNvSpPr>
          <p:nvPr/>
        </p:nvSpPr>
        <p:spPr>
          <a:xfrm>
            <a:off x="7252754" y="29147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7" name="F2_precision_recall_distributions_4731">
            <a:extLst>
              <a:ext uri="{FF2B5EF4-FFF2-40B4-BE49-F238E27FC236}">
                <a16:creationId xmlns:a16="http://schemas.microsoft.com/office/drawing/2014/main" id="{C5BD05AD-C8BD-4A93-BEF7-63C37BC14B4F}"/>
              </a:ext>
            </a:extLst>
          </p:cNvPr>
          <p:cNvSpPr>
            <a:spLocks noGrp="1"/>
          </p:cNvSpPr>
          <p:nvPr/>
        </p:nvSpPr>
        <p:spPr>
          <a:xfrm>
            <a:off x="7199513" y="3071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8" name="F2_precision_recall_distributions_4732">
            <a:extLst>
              <a:ext uri="{FF2B5EF4-FFF2-40B4-BE49-F238E27FC236}">
                <a16:creationId xmlns:a16="http://schemas.microsoft.com/office/drawing/2014/main" id="{79C21820-60C3-4BC5-8A85-C7F42D56C680}"/>
              </a:ext>
            </a:extLst>
          </p:cNvPr>
          <p:cNvSpPr>
            <a:spLocks noGrp="1"/>
          </p:cNvSpPr>
          <p:nvPr/>
        </p:nvSpPr>
        <p:spPr>
          <a:xfrm>
            <a:off x="7209755" y="33062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9" name="F2_precision_recall_distributions_4733">
            <a:extLst>
              <a:ext uri="{FF2B5EF4-FFF2-40B4-BE49-F238E27FC236}">
                <a16:creationId xmlns:a16="http://schemas.microsoft.com/office/drawing/2014/main" id="{09D2777D-7FDF-4346-9DA4-5071B80B5E97}"/>
              </a:ext>
            </a:extLst>
          </p:cNvPr>
          <p:cNvSpPr>
            <a:spLocks noGrp="1"/>
          </p:cNvSpPr>
          <p:nvPr/>
        </p:nvSpPr>
        <p:spPr>
          <a:xfrm>
            <a:off x="699393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0" name="F2_precision_recall_distributions_4734">
            <a:extLst>
              <a:ext uri="{FF2B5EF4-FFF2-40B4-BE49-F238E27FC236}">
                <a16:creationId xmlns:a16="http://schemas.microsoft.com/office/drawing/2014/main" id="{DE32C5E1-090B-464F-A7C3-1E1BFB3954E0}"/>
              </a:ext>
            </a:extLst>
          </p:cNvPr>
          <p:cNvSpPr>
            <a:spLocks noGrp="1"/>
          </p:cNvSpPr>
          <p:nvPr/>
        </p:nvSpPr>
        <p:spPr>
          <a:xfrm>
            <a:off x="71090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1" name="F2_precision_recall_distributions_4735">
            <a:extLst>
              <a:ext uri="{FF2B5EF4-FFF2-40B4-BE49-F238E27FC236}">
                <a16:creationId xmlns:a16="http://schemas.microsoft.com/office/drawing/2014/main" id="{237DF2A0-D44A-4A6B-A4F2-8E94B195D839}"/>
              </a:ext>
            </a:extLst>
          </p:cNvPr>
          <p:cNvSpPr>
            <a:spLocks noGrp="1"/>
          </p:cNvSpPr>
          <p:nvPr/>
        </p:nvSpPr>
        <p:spPr>
          <a:xfrm>
            <a:off x="72066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2" name="F2_precision_recall_distributions_4736">
            <a:extLst>
              <a:ext uri="{FF2B5EF4-FFF2-40B4-BE49-F238E27FC236}">
                <a16:creationId xmlns:a16="http://schemas.microsoft.com/office/drawing/2014/main" id="{CDC41423-0842-410F-A4B4-6D1358FFA791}"/>
              </a:ext>
            </a:extLst>
          </p:cNvPr>
          <p:cNvSpPr>
            <a:spLocks noGrp="1"/>
          </p:cNvSpPr>
          <p:nvPr/>
        </p:nvSpPr>
        <p:spPr>
          <a:xfrm>
            <a:off x="7182102" y="36865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3" name="F2_precision_recall_distributions_4737">
            <a:extLst>
              <a:ext uri="{FF2B5EF4-FFF2-40B4-BE49-F238E27FC236}">
                <a16:creationId xmlns:a16="http://schemas.microsoft.com/office/drawing/2014/main" id="{3AFE315F-D6B4-42F3-AD4B-0AC20FC08509}"/>
              </a:ext>
            </a:extLst>
          </p:cNvPr>
          <p:cNvSpPr>
            <a:spLocks noGrp="1"/>
          </p:cNvSpPr>
          <p:nvPr/>
        </p:nvSpPr>
        <p:spPr>
          <a:xfrm>
            <a:off x="724844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4" name="F2_precision_recall_distributions_4738">
            <a:extLst>
              <a:ext uri="{FF2B5EF4-FFF2-40B4-BE49-F238E27FC236}">
                <a16:creationId xmlns:a16="http://schemas.microsoft.com/office/drawing/2014/main" id="{36382F00-1AC7-43A8-8DC0-980923DB56EA}"/>
              </a:ext>
            </a:extLst>
          </p:cNvPr>
          <p:cNvSpPr>
            <a:spLocks noGrp="1"/>
          </p:cNvSpPr>
          <p:nvPr/>
        </p:nvSpPr>
        <p:spPr>
          <a:xfrm>
            <a:off x="73290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5" name="F2_precision_recall_distributions_4739">
            <a:extLst>
              <a:ext uri="{FF2B5EF4-FFF2-40B4-BE49-F238E27FC236}">
                <a16:creationId xmlns:a16="http://schemas.microsoft.com/office/drawing/2014/main" id="{43DB8E57-C848-4B52-93E4-06D09A6C8D68}"/>
              </a:ext>
            </a:extLst>
          </p:cNvPr>
          <p:cNvSpPr>
            <a:spLocks noGrp="1"/>
          </p:cNvSpPr>
          <p:nvPr/>
        </p:nvSpPr>
        <p:spPr>
          <a:xfrm>
            <a:off x="72709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6" name="F2_precision_recall_distributions_4740">
            <a:extLst>
              <a:ext uri="{FF2B5EF4-FFF2-40B4-BE49-F238E27FC236}">
                <a16:creationId xmlns:a16="http://schemas.microsoft.com/office/drawing/2014/main" id="{7CA71330-44C4-41C0-BA3E-B2DA1EDD0748}"/>
              </a:ext>
            </a:extLst>
          </p:cNvPr>
          <p:cNvSpPr>
            <a:spLocks noGrp="1"/>
          </p:cNvSpPr>
          <p:nvPr/>
        </p:nvSpPr>
        <p:spPr>
          <a:xfrm>
            <a:off x="7055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7" name="F2_precision_recall_distributions_4741">
            <a:extLst>
              <a:ext uri="{FF2B5EF4-FFF2-40B4-BE49-F238E27FC236}">
                <a16:creationId xmlns:a16="http://schemas.microsoft.com/office/drawing/2014/main" id="{27FA3136-5207-44FE-8E97-BB0B6D1A9C0D}"/>
              </a:ext>
            </a:extLst>
          </p:cNvPr>
          <p:cNvSpPr>
            <a:spLocks noGrp="1"/>
          </p:cNvSpPr>
          <p:nvPr/>
        </p:nvSpPr>
        <p:spPr>
          <a:xfrm>
            <a:off x="7174800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8" name="F2_precision_recall_distributions_4742">
            <a:extLst>
              <a:ext uri="{FF2B5EF4-FFF2-40B4-BE49-F238E27FC236}">
                <a16:creationId xmlns:a16="http://schemas.microsoft.com/office/drawing/2014/main" id="{75EB5CF3-57EB-42ED-B8BA-8DB9387642BB}"/>
              </a:ext>
            </a:extLst>
          </p:cNvPr>
          <p:cNvSpPr>
            <a:spLocks noGrp="1"/>
          </p:cNvSpPr>
          <p:nvPr/>
        </p:nvSpPr>
        <p:spPr>
          <a:xfrm>
            <a:off x="706189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9" name="F2_precision_recall_distributions_4743">
            <a:extLst>
              <a:ext uri="{FF2B5EF4-FFF2-40B4-BE49-F238E27FC236}">
                <a16:creationId xmlns:a16="http://schemas.microsoft.com/office/drawing/2014/main" id="{3E619F73-4EC6-442F-B06B-94BDA250D1A0}"/>
              </a:ext>
            </a:extLst>
          </p:cNvPr>
          <p:cNvSpPr>
            <a:spLocks noGrp="1"/>
          </p:cNvSpPr>
          <p:nvPr/>
        </p:nvSpPr>
        <p:spPr>
          <a:xfrm>
            <a:off x="709656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0" name="F2_precision_recall_distributions_4744">
            <a:extLst>
              <a:ext uri="{FF2B5EF4-FFF2-40B4-BE49-F238E27FC236}">
                <a16:creationId xmlns:a16="http://schemas.microsoft.com/office/drawing/2014/main" id="{1AD364D6-8345-4F57-9C22-CFEECD23AAC4}"/>
              </a:ext>
            </a:extLst>
          </p:cNvPr>
          <p:cNvSpPr>
            <a:spLocks noGrp="1"/>
          </p:cNvSpPr>
          <p:nvPr/>
        </p:nvSpPr>
        <p:spPr>
          <a:xfrm>
            <a:off x="6972235" y="31042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1" name="F2_precision_recall_distributions_4745">
            <a:extLst>
              <a:ext uri="{FF2B5EF4-FFF2-40B4-BE49-F238E27FC236}">
                <a16:creationId xmlns:a16="http://schemas.microsoft.com/office/drawing/2014/main" id="{3AF9A30E-40D3-4DE5-A04B-34996518E504}"/>
              </a:ext>
            </a:extLst>
          </p:cNvPr>
          <p:cNvSpPr>
            <a:spLocks noGrp="1"/>
          </p:cNvSpPr>
          <p:nvPr/>
        </p:nvSpPr>
        <p:spPr>
          <a:xfrm>
            <a:off x="719117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2" name="F2_precision_recall_distributions_4746">
            <a:extLst>
              <a:ext uri="{FF2B5EF4-FFF2-40B4-BE49-F238E27FC236}">
                <a16:creationId xmlns:a16="http://schemas.microsoft.com/office/drawing/2014/main" id="{96EF04FF-3E77-4B40-A25F-70DC56033C34}"/>
              </a:ext>
            </a:extLst>
          </p:cNvPr>
          <p:cNvSpPr>
            <a:spLocks noGrp="1"/>
          </p:cNvSpPr>
          <p:nvPr/>
        </p:nvSpPr>
        <p:spPr>
          <a:xfrm>
            <a:off x="70026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3" name="F2_precision_recall_distributions_4747">
            <a:extLst>
              <a:ext uri="{FF2B5EF4-FFF2-40B4-BE49-F238E27FC236}">
                <a16:creationId xmlns:a16="http://schemas.microsoft.com/office/drawing/2014/main" id="{CC1146F5-A869-4FCB-8152-7037C6FEE23C}"/>
              </a:ext>
            </a:extLst>
          </p:cNvPr>
          <p:cNvSpPr>
            <a:spLocks noGrp="1"/>
          </p:cNvSpPr>
          <p:nvPr/>
        </p:nvSpPr>
        <p:spPr>
          <a:xfrm>
            <a:off x="7221592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4" name="F2_precision_recall_distributions_4748">
            <a:extLst>
              <a:ext uri="{FF2B5EF4-FFF2-40B4-BE49-F238E27FC236}">
                <a16:creationId xmlns:a16="http://schemas.microsoft.com/office/drawing/2014/main" id="{3A8D478F-4E12-4F9F-930E-4438F2436592}"/>
              </a:ext>
            </a:extLst>
          </p:cNvPr>
          <p:cNvSpPr>
            <a:spLocks noGrp="1"/>
          </p:cNvSpPr>
          <p:nvPr/>
        </p:nvSpPr>
        <p:spPr>
          <a:xfrm>
            <a:off x="702763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5" name="F2_precision_recall_distributions_4749">
            <a:extLst>
              <a:ext uri="{FF2B5EF4-FFF2-40B4-BE49-F238E27FC236}">
                <a16:creationId xmlns:a16="http://schemas.microsoft.com/office/drawing/2014/main" id="{E54A58C4-81EE-427D-8337-BA59A396659B}"/>
              </a:ext>
            </a:extLst>
          </p:cNvPr>
          <p:cNvSpPr>
            <a:spLocks noGrp="1"/>
          </p:cNvSpPr>
          <p:nvPr/>
        </p:nvSpPr>
        <p:spPr>
          <a:xfrm>
            <a:off x="720694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6" name="F2_precision_recall_distributions_4750">
            <a:extLst>
              <a:ext uri="{FF2B5EF4-FFF2-40B4-BE49-F238E27FC236}">
                <a16:creationId xmlns:a16="http://schemas.microsoft.com/office/drawing/2014/main" id="{0FF860B5-3192-4BAD-AC67-DB2F041689E9}"/>
              </a:ext>
            </a:extLst>
          </p:cNvPr>
          <p:cNvSpPr>
            <a:spLocks noGrp="1"/>
          </p:cNvSpPr>
          <p:nvPr/>
        </p:nvSpPr>
        <p:spPr>
          <a:xfrm>
            <a:off x="71205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7" name="F2_precision_recall_distributions_4751">
            <a:extLst>
              <a:ext uri="{FF2B5EF4-FFF2-40B4-BE49-F238E27FC236}">
                <a16:creationId xmlns:a16="http://schemas.microsoft.com/office/drawing/2014/main" id="{82702B92-CAB7-4F57-B425-914EF6B400EB}"/>
              </a:ext>
            </a:extLst>
          </p:cNvPr>
          <p:cNvSpPr>
            <a:spLocks noGrp="1"/>
          </p:cNvSpPr>
          <p:nvPr/>
        </p:nvSpPr>
        <p:spPr>
          <a:xfrm>
            <a:off x="713442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8" name="F2_precision_recall_distributions_4752">
            <a:extLst>
              <a:ext uri="{FF2B5EF4-FFF2-40B4-BE49-F238E27FC236}">
                <a16:creationId xmlns:a16="http://schemas.microsoft.com/office/drawing/2014/main" id="{CF4C9215-4332-4542-9CFF-CDBFB51EA499}"/>
              </a:ext>
            </a:extLst>
          </p:cNvPr>
          <p:cNvSpPr>
            <a:spLocks noGrp="1"/>
          </p:cNvSpPr>
          <p:nvPr/>
        </p:nvSpPr>
        <p:spPr>
          <a:xfrm>
            <a:off x="7085473" y="34558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9" name="F2_precision_recall_distributions_4753">
            <a:extLst>
              <a:ext uri="{FF2B5EF4-FFF2-40B4-BE49-F238E27FC236}">
                <a16:creationId xmlns:a16="http://schemas.microsoft.com/office/drawing/2014/main" id="{146C496B-5B56-445F-84AA-F178DEEC01BE}"/>
              </a:ext>
            </a:extLst>
          </p:cNvPr>
          <p:cNvSpPr>
            <a:spLocks noGrp="1"/>
          </p:cNvSpPr>
          <p:nvPr/>
        </p:nvSpPr>
        <p:spPr>
          <a:xfrm>
            <a:off x="7270960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0" name="F2_precision_recall_distributions_4754">
            <a:extLst>
              <a:ext uri="{FF2B5EF4-FFF2-40B4-BE49-F238E27FC236}">
                <a16:creationId xmlns:a16="http://schemas.microsoft.com/office/drawing/2014/main" id="{21A0BA9E-F1F5-42D8-92B6-B2BF376964AE}"/>
              </a:ext>
            </a:extLst>
          </p:cNvPr>
          <p:cNvSpPr>
            <a:spLocks noGrp="1"/>
          </p:cNvSpPr>
          <p:nvPr/>
        </p:nvSpPr>
        <p:spPr>
          <a:xfrm>
            <a:off x="7219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1" name="F2_precision_recall_distributions_4755">
            <a:extLst>
              <a:ext uri="{FF2B5EF4-FFF2-40B4-BE49-F238E27FC236}">
                <a16:creationId xmlns:a16="http://schemas.microsoft.com/office/drawing/2014/main" id="{EC1A02CB-5EB2-43A7-8953-31B4E9AF24A1}"/>
              </a:ext>
            </a:extLst>
          </p:cNvPr>
          <p:cNvSpPr>
            <a:spLocks noGrp="1"/>
          </p:cNvSpPr>
          <p:nvPr/>
        </p:nvSpPr>
        <p:spPr>
          <a:xfrm>
            <a:off x="724078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2" name="F2_precision_recall_distributions_4756">
            <a:extLst>
              <a:ext uri="{FF2B5EF4-FFF2-40B4-BE49-F238E27FC236}">
                <a16:creationId xmlns:a16="http://schemas.microsoft.com/office/drawing/2014/main" id="{0CAEB17A-2011-4DAC-ACE8-52D0066CCEAC}"/>
              </a:ext>
            </a:extLst>
          </p:cNvPr>
          <p:cNvSpPr>
            <a:spLocks noGrp="1"/>
          </p:cNvSpPr>
          <p:nvPr/>
        </p:nvSpPr>
        <p:spPr>
          <a:xfrm>
            <a:off x="733280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3" name="F2_precision_recall_distributions_4757">
            <a:extLst>
              <a:ext uri="{FF2B5EF4-FFF2-40B4-BE49-F238E27FC236}">
                <a16:creationId xmlns:a16="http://schemas.microsoft.com/office/drawing/2014/main" id="{CD6ADC6E-875A-49CE-8985-324AE2D3665C}"/>
              </a:ext>
            </a:extLst>
          </p:cNvPr>
          <p:cNvSpPr>
            <a:spLocks noGrp="1"/>
          </p:cNvSpPr>
          <p:nvPr/>
        </p:nvSpPr>
        <p:spPr>
          <a:xfrm>
            <a:off x="7127198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4" name="F2_precision_recall_distributions_4758">
            <a:extLst>
              <a:ext uri="{FF2B5EF4-FFF2-40B4-BE49-F238E27FC236}">
                <a16:creationId xmlns:a16="http://schemas.microsoft.com/office/drawing/2014/main" id="{2A0E6493-D381-4C86-B3B7-2CF7CACD85A1}"/>
              </a:ext>
            </a:extLst>
          </p:cNvPr>
          <p:cNvSpPr>
            <a:spLocks noGrp="1"/>
          </p:cNvSpPr>
          <p:nvPr/>
        </p:nvSpPr>
        <p:spPr>
          <a:xfrm>
            <a:off x="723283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5" name="F2_precision_recall_distributions_4759">
            <a:extLst>
              <a:ext uri="{FF2B5EF4-FFF2-40B4-BE49-F238E27FC236}">
                <a16:creationId xmlns:a16="http://schemas.microsoft.com/office/drawing/2014/main" id="{3F0693EC-84A9-4518-A632-348287D807CA}"/>
              </a:ext>
            </a:extLst>
          </p:cNvPr>
          <p:cNvSpPr>
            <a:spLocks noGrp="1"/>
          </p:cNvSpPr>
          <p:nvPr/>
        </p:nvSpPr>
        <p:spPr>
          <a:xfrm>
            <a:off x="697090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6" name="F2_precision_recall_distributions_4760">
            <a:extLst>
              <a:ext uri="{FF2B5EF4-FFF2-40B4-BE49-F238E27FC236}">
                <a16:creationId xmlns:a16="http://schemas.microsoft.com/office/drawing/2014/main" id="{C0BDAC19-5B55-4003-BA79-62D723E9578A}"/>
              </a:ext>
            </a:extLst>
          </p:cNvPr>
          <p:cNvSpPr>
            <a:spLocks noGrp="1"/>
          </p:cNvSpPr>
          <p:nvPr/>
        </p:nvSpPr>
        <p:spPr>
          <a:xfrm>
            <a:off x="69918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7" name="F2_precision_recall_distributions_4761">
            <a:extLst>
              <a:ext uri="{FF2B5EF4-FFF2-40B4-BE49-F238E27FC236}">
                <a16:creationId xmlns:a16="http://schemas.microsoft.com/office/drawing/2014/main" id="{E1B78752-7C76-4CD7-B9EA-66C617A7C5FB}"/>
              </a:ext>
            </a:extLst>
          </p:cNvPr>
          <p:cNvSpPr>
            <a:spLocks noGrp="1"/>
          </p:cNvSpPr>
          <p:nvPr/>
        </p:nvSpPr>
        <p:spPr>
          <a:xfrm>
            <a:off x="712596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8" name="F2_precision_recall_distributions_4762">
            <a:extLst>
              <a:ext uri="{FF2B5EF4-FFF2-40B4-BE49-F238E27FC236}">
                <a16:creationId xmlns:a16="http://schemas.microsoft.com/office/drawing/2014/main" id="{9D58000F-30D8-4E3A-B8AC-17F11D364745}"/>
              </a:ext>
            </a:extLst>
          </p:cNvPr>
          <p:cNvSpPr>
            <a:spLocks noGrp="1"/>
          </p:cNvSpPr>
          <p:nvPr/>
        </p:nvSpPr>
        <p:spPr>
          <a:xfrm>
            <a:off x="71041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9" name="F2_precision_recall_distributions_4763">
            <a:extLst>
              <a:ext uri="{FF2B5EF4-FFF2-40B4-BE49-F238E27FC236}">
                <a16:creationId xmlns:a16="http://schemas.microsoft.com/office/drawing/2014/main" id="{B499AEB6-8D69-4890-829A-C1243D58F802}"/>
              </a:ext>
            </a:extLst>
          </p:cNvPr>
          <p:cNvSpPr>
            <a:spLocks noGrp="1"/>
          </p:cNvSpPr>
          <p:nvPr/>
        </p:nvSpPr>
        <p:spPr>
          <a:xfrm>
            <a:off x="7281767" y="36451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0" name="F2_precision_recall_distributions_4764">
            <a:extLst>
              <a:ext uri="{FF2B5EF4-FFF2-40B4-BE49-F238E27FC236}">
                <a16:creationId xmlns:a16="http://schemas.microsoft.com/office/drawing/2014/main" id="{D9182F79-5FFB-4B94-A6DC-B5378F36FF9F}"/>
              </a:ext>
            </a:extLst>
          </p:cNvPr>
          <p:cNvSpPr>
            <a:spLocks noGrp="1"/>
          </p:cNvSpPr>
          <p:nvPr/>
        </p:nvSpPr>
        <p:spPr>
          <a:xfrm>
            <a:off x="715170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1" name="F2_precision_recall_distributions_4765">
            <a:extLst>
              <a:ext uri="{FF2B5EF4-FFF2-40B4-BE49-F238E27FC236}">
                <a16:creationId xmlns:a16="http://schemas.microsoft.com/office/drawing/2014/main" id="{361CDA89-13EA-4144-BF4B-4163A50900EC}"/>
              </a:ext>
            </a:extLst>
          </p:cNvPr>
          <p:cNvSpPr>
            <a:spLocks noGrp="1"/>
          </p:cNvSpPr>
          <p:nvPr/>
        </p:nvSpPr>
        <p:spPr>
          <a:xfrm>
            <a:off x="71227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2" name="F2_precision_recall_distributions_4766">
            <a:extLst>
              <a:ext uri="{FF2B5EF4-FFF2-40B4-BE49-F238E27FC236}">
                <a16:creationId xmlns:a16="http://schemas.microsoft.com/office/drawing/2014/main" id="{FC86F8F5-4579-450B-BE91-C328C2A163A2}"/>
              </a:ext>
            </a:extLst>
          </p:cNvPr>
          <p:cNvSpPr>
            <a:spLocks noGrp="1"/>
          </p:cNvSpPr>
          <p:nvPr/>
        </p:nvSpPr>
        <p:spPr>
          <a:xfrm>
            <a:off x="7211740" y="32153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3" name="F2_precision_recall_distributions_4767">
            <a:extLst>
              <a:ext uri="{FF2B5EF4-FFF2-40B4-BE49-F238E27FC236}">
                <a16:creationId xmlns:a16="http://schemas.microsoft.com/office/drawing/2014/main" id="{FC83D2D9-AAAC-4D81-B5C5-ED0654C14E3A}"/>
              </a:ext>
            </a:extLst>
          </p:cNvPr>
          <p:cNvSpPr>
            <a:spLocks noGrp="1"/>
          </p:cNvSpPr>
          <p:nvPr/>
        </p:nvSpPr>
        <p:spPr>
          <a:xfrm>
            <a:off x="70054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4" name="F2_precision_recall_distributions_4768">
            <a:extLst>
              <a:ext uri="{FF2B5EF4-FFF2-40B4-BE49-F238E27FC236}">
                <a16:creationId xmlns:a16="http://schemas.microsoft.com/office/drawing/2014/main" id="{6FC5C98A-5739-48BE-AEFD-3FCD10E225CA}"/>
              </a:ext>
            </a:extLst>
          </p:cNvPr>
          <p:cNvSpPr>
            <a:spLocks noGrp="1"/>
          </p:cNvSpPr>
          <p:nvPr/>
        </p:nvSpPr>
        <p:spPr>
          <a:xfrm>
            <a:off x="7095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5" name="F2_precision_recall_distributions_4769">
            <a:extLst>
              <a:ext uri="{FF2B5EF4-FFF2-40B4-BE49-F238E27FC236}">
                <a16:creationId xmlns:a16="http://schemas.microsoft.com/office/drawing/2014/main" id="{9852422E-D4BE-4545-A283-49151FEA6642}"/>
              </a:ext>
            </a:extLst>
          </p:cNvPr>
          <p:cNvSpPr>
            <a:spLocks noGrp="1"/>
          </p:cNvSpPr>
          <p:nvPr/>
        </p:nvSpPr>
        <p:spPr>
          <a:xfrm>
            <a:off x="728031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6" name="F2_precision_recall_distributions_4770">
            <a:extLst>
              <a:ext uri="{FF2B5EF4-FFF2-40B4-BE49-F238E27FC236}">
                <a16:creationId xmlns:a16="http://schemas.microsoft.com/office/drawing/2014/main" id="{0F4C6E77-1600-42BE-88C5-6C52A3DE46AA}"/>
              </a:ext>
            </a:extLst>
          </p:cNvPr>
          <p:cNvSpPr>
            <a:spLocks noGrp="1"/>
          </p:cNvSpPr>
          <p:nvPr/>
        </p:nvSpPr>
        <p:spPr>
          <a:xfrm>
            <a:off x="70488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7" name="F2_precision_recall_distributions_4771">
            <a:extLst>
              <a:ext uri="{FF2B5EF4-FFF2-40B4-BE49-F238E27FC236}">
                <a16:creationId xmlns:a16="http://schemas.microsoft.com/office/drawing/2014/main" id="{18E06565-92EB-49E8-83DC-A346F4E13FA4}"/>
              </a:ext>
            </a:extLst>
          </p:cNvPr>
          <p:cNvSpPr>
            <a:spLocks noGrp="1"/>
          </p:cNvSpPr>
          <p:nvPr/>
        </p:nvSpPr>
        <p:spPr>
          <a:xfrm>
            <a:off x="7313696" y="29324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8" name="F2_precision_recall_distributions_4772">
            <a:extLst>
              <a:ext uri="{FF2B5EF4-FFF2-40B4-BE49-F238E27FC236}">
                <a16:creationId xmlns:a16="http://schemas.microsoft.com/office/drawing/2014/main" id="{B7A44719-66F4-439E-BD2F-DFED6502B58F}"/>
              </a:ext>
            </a:extLst>
          </p:cNvPr>
          <p:cNvSpPr>
            <a:spLocks noGrp="1"/>
          </p:cNvSpPr>
          <p:nvPr/>
        </p:nvSpPr>
        <p:spPr>
          <a:xfrm>
            <a:off x="72243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9" name="F2_precision_recall_distributions_4773">
            <a:extLst>
              <a:ext uri="{FF2B5EF4-FFF2-40B4-BE49-F238E27FC236}">
                <a16:creationId xmlns:a16="http://schemas.microsoft.com/office/drawing/2014/main" id="{0C14E5E3-D959-4BC7-B366-F32B0D5BFC3D}"/>
              </a:ext>
            </a:extLst>
          </p:cNvPr>
          <p:cNvSpPr>
            <a:spLocks noGrp="1"/>
          </p:cNvSpPr>
          <p:nvPr/>
        </p:nvSpPr>
        <p:spPr>
          <a:xfrm>
            <a:off x="731671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0" name="F2_precision_recall_distributions_4774">
            <a:extLst>
              <a:ext uri="{FF2B5EF4-FFF2-40B4-BE49-F238E27FC236}">
                <a16:creationId xmlns:a16="http://schemas.microsoft.com/office/drawing/2014/main" id="{D46B1E83-0AA3-41A7-94A7-28A0297A84C9}"/>
              </a:ext>
            </a:extLst>
          </p:cNvPr>
          <p:cNvSpPr>
            <a:spLocks noGrp="1"/>
          </p:cNvSpPr>
          <p:nvPr/>
        </p:nvSpPr>
        <p:spPr>
          <a:xfrm>
            <a:off x="7088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1" name="F2_precision_recall_distributions_4775">
            <a:extLst>
              <a:ext uri="{FF2B5EF4-FFF2-40B4-BE49-F238E27FC236}">
                <a16:creationId xmlns:a16="http://schemas.microsoft.com/office/drawing/2014/main" id="{F6094C2A-011D-4A86-8C3B-66A6AE0D61D9}"/>
              </a:ext>
            </a:extLst>
          </p:cNvPr>
          <p:cNvSpPr>
            <a:spLocks noGrp="1"/>
          </p:cNvSpPr>
          <p:nvPr/>
        </p:nvSpPr>
        <p:spPr>
          <a:xfrm>
            <a:off x="7260316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2" name="F2_precision_recall_distributions_4776">
            <a:extLst>
              <a:ext uri="{FF2B5EF4-FFF2-40B4-BE49-F238E27FC236}">
                <a16:creationId xmlns:a16="http://schemas.microsoft.com/office/drawing/2014/main" id="{92836364-9752-4F63-802E-6B0785102BDD}"/>
              </a:ext>
            </a:extLst>
          </p:cNvPr>
          <p:cNvSpPr>
            <a:spLocks noGrp="1"/>
          </p:cNvSpPr>
          <p:nvPr/>
        </p:nvSpPr>
        <p:spPr>
          <a:xfrm>
            <a:off x="726829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3" name="F2_precision_recall_distributions_4777">
            <a:extLst>
              <a:ext uri="{FF2B5EF4-FFF2-40B4-BE49-F238E27FC236}">
                <a16:creationId xmlns:a16="http://schemas.microsoft.com/office/drawing/2014/main" id="{45B8E50D-76B6-4AF7-89BA-7BFF2482F33A}"/>
              </a:ext>
            </a:extLst>
          </p:cNvPr>
          <p:cNvSpPr>
            <a:spLocks noGrp="1"/>
          </p:cNvSpPr>
          <p:nvPr/>
        </p:nvSpPr>
        <p:spPr>
          <a:xfrm>
            <a:off x="7008300" y="31692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4" name="F2_precision_recall_distributions_4778">
            <a:extLst>
              <a:ext uri="{FF2B5EF4-FFF2-40B4-BE49-F238E27FC236}">
                <a16:creationId xmlns:a16="http://schemas.microsoft.com/office/drawing/2014/main" id="{53D16047-FB4D-4B99-B8F4-2AF677A3CBA9}"/>
              </a:ext>
            </a:extLst>
          </p:cNvPr>
          <p:cNvSpPr>
            <a:spLocks noGrp="1"/>
          </p:cNvSpPr>
          <p:nvPr/>
        </p:nvSpPr>
        <p:spPr>
          <a:xfrm>
            <a:off x="6986599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5" name="F2_precision_recall_distributions_4779">
            <a:extLst>
              <a:ext uri="{FF2B5EF4-FFF2-40B4-BE49-F238E27FC236}">
                <a16:creationId xmlns:a16="http://schemas.microsoft.com/office/drawing/2014/main" id="{6D2461D3-8B2C-4196-AC66-F5E44FA5F8D5}"/>
              </a:ext>
            </a:extLst>
          </p:cNvPr>
          <p:cNvSpPr>
            <a:spLocks noGrp="1"/>
          </p:cNvSpPr>
          <p:nvPr/>
        </p:nvSpPr>
        <p:spPr>
          <a:xfrm>
            <a:off x="731976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6" name="F2_precision_recall_distributions_4780">
            <a:extLst>
              <a:ext uri="{FF2B5EF4-FFF2-40B4-BE49-F238E27FC236}">
                <a16:creationId xmlns:a16="http://schemas.microsoft.com/office/drawing/2014/main" id="{B54ECF47-3999-4D1F-BE32-40EE4723A459}"/>
              </a:ext>
            </a:extLst>
          </p:cNvPr>
          <p:cNvSpPr>
            <a:spLocks noGrp="1"/>
          </p:cNvSpPr>
          <p:nvPr/>
        </p:nvSpPr>
        <p:spPr>
          <a:xfrm>
            <a:off x="730365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7" name="F2_precision_recall_distributions_4781">
            <a:extLst>
              <a:ext uri="{FF2B5EF4-FFF2-40B4-BE49-F238E27FC236}">
                <a16:creationId xmlns:a16="http://schemas.microsoft.com/office/drawing/2014/main" id="{AC42105D-2D05-465E-BFCA-5B54BA5DFE76}"/>
              </a:ext>
            </a:extLst>
          </p:cNvPr>
          <p:cNvSpPr>
            <a:spLocks noGrp="1"/>
          </p:cNvSpPr>
          <p:nvPr/>
        </p:nvSpPr>
        <p:spPr>
          <a:xfrm>
            <a:off x="718063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8" name="F2_precision_recall_distributions_4782">
            <a:extLst>
              <a:ext uri="{FF2B5EF4-FFF2-40B4-BE49-F238E27FC236}">
                <a16:creationId xmlns:a16="http://schemas.microsoft.com/office/drawing/2014/main" id="{23A28467-9AF3-45E4-B034-6EA3383CF35B}"/>
              </a:ext>
            </a:extLst>
          </p:cNvPr>
          <p:cNvSpPr>
            <a:spLocks noGrp="1"/>
          </p:cNvSpPr>
          <p:nvPr/>
        </p:nvSpPr>
        <p:spPr>
          <a:xfrm>
            <a:off x="71575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9" name="F2_precision_recall_distributions_4783">
            <a:extLst>
              <a:ext uri="{FF2B5EF4-FFF2-40B4-BE49-F238E27FC236}">
                <a16:creationId xmlns:a16="http://schemas.microsoft.com/office/drawing/2014/main" id="{424D6FB6-83FC-42AC-8EA8-D9016824C648}"/>
              </a:ext>
            </a:extLst>
          </p:cNvPr>
          <p:cNvSpPr>
            <a:spLocks noGrp="1"/>
          </p:cNvSpPr>
          <p:nvPr/>
        </p:nvSpPr>
        <p:spPr>
          <a:xfrm>
            <a:off x="72958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0" name="F2_precision_recall_distributions_4784">
            <a:extLst>
              <a:ext uri="{FF2B5EF4-FFF2-40B4-BE49-F238E27FC236}">
                <a16:creationId xmlns:a16="http://schemas.microsoft.com/office/drawing/2014/main" id="{C9955D39-414B-4780-84F6-01313159D13B}"/>
              </a:ext>
            </a:extLst>
          </p:cNvPr>
          <p:cNvSpPr>
            <a:spLocks noGrp="1"/>
          </p:cNvSpPr>
          <p:nvPr/>
        </p:nvSpPr>
        <p:spPr>
          <a:xfrm>
            <a:off x="723950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1" name="F2_precision_recall_distributions_4785">
            <a:extLst>
              <a:ext uri="{FF2B5EF4-FFF2-40B4-BE49-F238E27FC236}">
                <a16:creationId xmlns:a16="http://schemas.microsoft.com/office/drawing/2014/main" id="{EFC85F66-E9D5-49B2-BE9F-D80B94FBA585}"/>
              </a:ext>
            </a:extLst>
          </p:cNvPr>
          <p:cNvSpPr>
            <a:spLocks noGrp="1"/>
          </p:cNvSpPr>
          <p:nvPr/>
        </p:nvSpPr>
        <p:spPr>
          <a:xfrm>
            <a:off x="7004393" y="32436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2" name="F2_precision_recall_distributions_4786">
            <a:extLst>
              <a:ext uri="{FF2B5EF4-FFF2-40B4-BE49-F238E27FC236}">
                <a16:creationId xmlns:a16="http://schemas.microsoft.com/office/drawing/2014/main" id="{423A2D40-B89A-4B0A-BF85-443AAD42CEB1}"/>
              </a:ext>
            </a:extLst>
          </p:cNvPr>
          <p:cNvSpPr>
            <a:spLocks noGrp="1"/>
          </p:cNvSpPr>
          <p:nvPr/>
        </p:nvSpPr>
        <p:spPr>
          <a:xfrm>
            <a:off x="70149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3" name="F2_precision_recall_distributions_4787">
            <a:extLst>
              <a:ext uri="{FF2B5EF4-FFF2-40B4-BE49-F238E27FC236}">
                <a16:creationId xmlns:a16="http://schemas.microsoft.com/office/drawing/2014/main" id="{9101C0C4-FDDC-43CE-A859-64FD2BF25E16}"/>
              </a:ext>
            </a:extLst>
          </p:cNvPr>
          <p:cNvSpPr>
            <a:spLocks noGrp="1"/>
          </p:cNvSpPr>
          <p:nvPr/>
        </p:nvSpPr>
        <p:spPr>
          <a:xfrm>
            <a:off x="698625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4" name="F2_precision_recall_distributions_4788">
            <a:extLst>
              <a:ext uri="{FF2B5EF4-FFF2-40B4-BE49-F238E27FC236}">
                <a16:creationId xmlns:a16="http://schemas.microsoft.com/office/drawing/2014/main" id="{1C640B98-C848-4900-85A4-D6EC219A972A}"/>
              </a:ext>
            </a:extLst>
          </p:cNvPr>
          <p:cNvSpPr>
            <a:spLocks noGrp="1"/>
          </p:cNvSpPr>
          <p:nvPr/>
        </p:nvSpPr>
        <p:spPr>
          <a:xfrm>
            <a:off x="71513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5" name="F2_precision_recall_distributions_4789">
            <a:extLst>
              <a:ext uri="{FF2B5EF4-FFF2-40B4-BE49-F238E27FC236}">
                <a16:creationId xmlns:a16="http://schemas.microsoft.com/office/drawing/2014/main" id="{5A316FF5-12EF-4118-8672-C448FE0305EE}"/>
              </a:ext>
            </a:extLst>
          </p:cNvPr>
          <p:cNvSpPr>
            <a:spLocks noGrp="1"/>
          </p:cNvSpPr>
          <p:nvPr/>
        </p:nvSpPr>
        <p:spPr>
          <a:xfrm>
            <a:off x="72595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6" name="F2_precision_recall_distributions_4790">
            <a:extLst>
              <a:ext uri="{FF2B5EF4-FFF2-40B4-BE49-F238E27FC236}">
                <a16:creationId xmlns:a16="http://schemas.microsoft.com/office/drawing/2014/main" id="{AA3005EE-CA71-4DD6-8F40-9C9A53EAD022}"/>
              </a:ext>
            </a:extLst>
          </p:cNvPr>
          <p:cNvSpPr>
            <a:spLocks noGrp="1"/>
          </p:cNvSpPr>
          <p:nvPr/>
        </p:nvSpPr>
        <p:spPr>
          <a:xfrm>
            <a:off x="7311055" y="31881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7" name="F2_precision_recall_distributions_4791">
            <a:extLst>
              <a:ext uri="{FF2B5EF4-FFF2-40B4-BE49-F238E27FC236}">
                <a16:creationId xmlns:a16="http://schemas.microsoft.com/office/drawing/2014/main" id="{727389E0-7666-464D-98DF-602FA9A02750}"/>
              </a:ext>
            </a:extLst>
          </p:cNvPr>
          <p:cNvSpPr>
            <a:spLocks noGrp="1"/>
          </p:cNvSpPr>
          <p:nvPr/>
        </p:nvSpPr>
        <p:spPr>
          <a:xfrm>
            <a:off x="6970784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8" name="F2_precision_recall_distributions_4792">
            <a:extLst>
              <a:ext uri="{FF2B5EF4-FFF2-40B4-BE49-F238E27FC236}">
                <a16:creationId xmlns:a16="http://schemas.microsoft.com/office/drawing/2014/main" id="{C8D13831-BE5D-4D73-8605-138E9946EC4E}"/>
              </a:ext>
            </a:extLst>
          </p:cNvPr>
          <p:cNvSpPr>
            <a:spLocks noGrp="1"/>
          </p:cNvSpPr>
          <p:nvPr/>
        </p:nvSpPr>
        <p:spPr>
          <a:xfrm>
            <a:off x="721303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9" name="F2_precision_recall_distributions_4793">
            <a:extLst>
              <a:ext uri="{FF2B5EF4-FFF2-40B4-BE49-F238E27FC236}">
                <a16:creationId xmlns:a16="http://schemas.microsoft.com/office/drawing/2014/main" id="{2E736F2C-3970-4022-86EC-6F8E7423B5D5}"/>
              </a:ext>
            </a:extLst>
          </p:cNvPr>
          <p:cNvSpPr>
            <a:spLocks noGrp="1"/>
          </p:cNvSpPr>
          <p:nvPr/>
        </p:nvSpPr>
        <p:spPr>
          <a:xfrm>
            <a:off x="7077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0" name="F2_precision_recall_distributions_4794">
            <a:extLst>
              <a:ext uri="{FF2B5EF4-FFF2-40B4-BE49-F238E27FC236}">
                <a16:creationId xmlns:a16="http://schemas.microsoft.com/office/drawing/2014/main" id="{C946E6FF-A3A3-4D9F-A6B8-AA616EB3264B}"/>
              </a:ext>
            </a:extLst>
          </p:cNvPr>
          <p:cNvSpPr>
            <a:spLocks noGrp="1"/>
          </p:cNvSpPr>
          <p:nvPr/>
        </p:nvSpPr>
        <p:spPr>
          <a:xfrm>
            <a:off x="724511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1" name="F2_precision_recall_distributions_4795">
            <a:extLst>
              <a:ext uri="{FF2B5EF4-FFF2-40B4-BE49-F238E27FC236}">
                <a16:creationId xmlns:a16="http://schemas.microsoft.com/office/drawing/2014/main" id="{B114749C-CE39-46A7-A473-15F76F11E59D}"/>
              </a:ext>
            </a:extLst>
          </p:cNvPr>
          <p:cNvSpPr>
            <a:spLocks noGrp="1"/>
          </p:cNvSpPr>
          <p:nvPr/>
        </p:nvSpPr>
        <p:spPr>
          <a:xfrm>
            <a:off x="7269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2" name="F2_precision_recall_distributions_4796">
            <a:extLst>
              <a:ext uri="{FF2B5EF4-FFF2-40B4-BE49-F238E27FC236}">
                <a16:creationId xmlns:a16="http://schemas.microsoft.com/office/drawing/2014/main" id="{635285D6-57C5-4D8E-AB97-F7D17AF6AD8E}"/>
              </a:ext>
            </a:extLst>
          </p:cNvPr>
          <p:cNvSpPr>
            <a:spLocks noGrp="1"/>
          </p:cNvSpPr>
          <p:nvPr/>
        </p:nvSpPr>
        <p:spPr>
          <a:xfrm>
            <a:off x="702005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3" name="F2_precision_recall_distributions_4797">
            <a:extLst>
              <a:ext uri="{FF2B5EF4-FFF2-40B4-BE49-F238E27FC236}">
                <a16:creationId xmlns:a16="http://schemas.microsoft.com/office/drawing/2014/main" id="{5287AACF-CC09-4E23-8E48-CAF1A8449D77}"/>
              </a:ext>
            </a:extLst>
          </p:cNvPr>
          <p:cNvSpPr>
            <a:spLocks noGrp="1"/>
          </p:cNvSpPr>
          <p:nvPr/>
        </p:nvSpPr>
        <p:spPr>
          <a:xfrm>
            <a:off x="719135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4" name="F2_precision_recall_distributions_4798">
            <a:extLst>
              <a:ext uri="{FF2B5EF4-FFF2-40B4-BE49-F238E27FC236}">
                <a16:creationId xmlns:a16="http://schemas.microsoft.com/office/drawing/2014/main" id="{E0FB12B4-5F2D-4EAD-ADA5-DA279DCD561D}"/>
              </a:ext>
            </a:extLst>
          </p:cNvPr>
          <p:cNvSpPr>
            <a:spLocks noGrp="1"/>
          </p:cNvSpPr>
          <p:nvPr/>
        </p:nvSpPr>
        <p:spPr>
          <a:xfrm>
            <a:off x="708516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5" name="F2_precision_recall_distributions_4799">
            <a:extLst>
              <a:ext uri="{FF2B5EF4-FFF2-40B4-BE49-F238E27FC236}">
                <a16:creationId xmlns:a16="http://schemas.microsoft.com/office/drawing/2014/main" id="{2ECA1B7C-DB54-4EC0-A96E-B27320F901DF}"/>
              </a:ext>
            </a:extLst>
          </p:cNvPr>
          <p:cNvSpPr>
            <a:spLocks noGrp="1"/>
          </p:cNvSpPr>
          <p:nvPr/>
        </p:nvSpPr>
        <p:spPr>
          <a:xfrm>
            <a:off x="7148920" y="31476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6" name="F2_precision_recall_distributions_4800">
            <a:extLst>
              <a:ext uri="{FF2B5EF4-FFF2-40B4-BE49-F238E27FC236}">
                <a16:creationId xmlns:a16="http://schemas.microsoft.com/office/drawing/2014/main" id="{94A46074-21EB-4260-A1DD-C2E254A3CF79}"/>
              </a:ext>
            </a:extLst>
          </p:cNvPr>
          <p:cNvSpPr>
            <a:spLocks noGrp="1"/>
          </p:cNvSpPr>
          <p:nvPr/>
        </p:nvSpPr>
        <p:spPr>
          <a:xfrm>
            <a:off x="723588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7" name="F2_precision_recall_distributions_4801">
            <a:extLst>
              <a:ext uri="{FF2B5EF4-FFF2-40B4-BE49-F238E27FC236}">
                <a16:creationId xmlns:a16="http://schemas.microsoft.com/office/drawing/2014/main" id="{19F12CF6-42ED-4C76-98FE-93DF70B63F2A}"/>
              </a:ext>
            </a:extLst>
          </p:cNvPr>
          <p:cNvSpPr>
            <a:spLocks noGrp="1"/>
          </p:cNvSpPr>
          <p:nvPr/>
        </p:nvSpPr>
        <p:spPr>
          <a:xfrm>
            <a:off x="7276920" y="3551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8" name="F2_precision_recall_distributions_4802">
            <a:extLst>
              <a:ext uri="{FF2B5EF4-FFF2-40B4-BE49-F238E27FC236}">
                <a16:creationId xmlns:a16="http://schemas.microsoft.com/office/drawing/2014/main" id="{F046FFD7-7C97-42E6-A6C3-AAB2E92088CB}"/>
              </a:ext>
            </a:extLst>
          </p:cNvPr>
          <p:cNvSpPr>
            <a:spLocks noGrp="1"/>
          </p:cNvSpPr>
          <p:nvPr/>
        </p:nvSpPr>
        <p:spPr>
          <a:xfrm>
            <a:off x="7009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9" name="F2_precision_recall_distributions_4803">
            <a:extLst>
              <a:ext uri="{FF2B5EF4-FFF2-40B4-BE49-F238E27FC236}">
                <a16:creationId xmlns:a16="http://schemas.microsoft.com/office/drawing/2014/main" id="{05D0A074-A5B7-4606-9B45-6F27150D9B3F}"/>
              </a:ext>
            </a:extLst>
          </p:cNvPr>
          <p:cNvSpPr>
            <a:spLocks noGrp="1"/>
          </p:cNvSpPr>
          <p:nvPr/>
        </p:nvSpPr>
        <p:spPr>
          <a:xfrm>
            <a:off x="721959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0" name="F2_precision_recall_distributions_4804">
            <a:extLst>
              <a:ext uri="{FF2B5EF4-FFF2-40B4-BE49-F238E27FC236}">
                <a16:creationId xmlns:a16="http://schemas.microsoft.com/office/drawing/2014/main" id="{9E2A95F2-4DB7-47CA-8859-96CD200CC3C7}"/>
              </a:ext>
            </a:extLst>
          </p:cNvPr>
          <p:cNvSpPr>
            <a:spLocks noGrp="1"/>
          </p:cNvSpPr>
          <p:nvPr/>
        </p:nvSpPr>
        <p:spPr>
          <a:xfrm>
            <a:off x="72075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1" name="F2_precision_recall_distributions_4805">
            <a:extLst>
              <a:ext uri="{FF2B5EF4-FFF2-40B4-BE49-F238E27FC236}">
                <a16:creationId xmlns:a16="http://schemas.microsoft.com/office/drawing/2014/main" id="{8BA56630-5DA9-4061-9950-1D484E047653}"/>
              </a:ext>
            </a:extLst>
          </p:cNvPr>
          <p:cNvSpPr>
            <a:spLocks noGrp="1"/>
          </p:cNvSpPr>
          <p:nvPr/>
        </p:nvSpPr>
        <p:spPr>
          <a:xfrm>
            <a:off x="732663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2" name="F2_precision_recall_distributions_4806">
            <a:extLst>
              <a:ext uri="{FF2B5EF4-FFF2-40B4-BE49-F238E27FC236}">
                <a16:creationId xmlns:a16="http://schemas.microsoft.com/office/drawing/2014/main" id="{8660EFD7-9C62-4352-9E9E-3620D428EEFA}"/>
              </a:ext>
            </a:extLst>
          </p:cNvPr>
          <p:cNvSpPr>
            <a:spLocks noGrp="1"/>
          </p:cNvSpPr>
          <p:nvPr/>
        </p:nvSpPr>
        <p:spPr>
          <a:xfrm>
            <a:off x="71267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3" name="F2_precision_recall_distributions_4807">
            <a:extLst>
              <a:ext uri="{FF2B5EF4-FFF2-40B4-BE49-F238E27FC236}">
                <a16:creationId xmlns:a16="http://schemas.microsoft.com/office/drawing/2014/main" id="{2D881FAB-E850-467C-A0A7-D5D4CA892724}"/>
              </a:ext>
            </a:extLst>
          </p:cNvPr>
          <p:cNvSpPr>
            <a:spLocks noGrp="1"/>
          </p:cNvSpPr>
          <p:nvPr/>
        </p:nvSpPr>
        <p:spPr>
          <a:xfrm>
            <a:off x="72558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4" name="F2_precision_recall_distributions_4808">
            <a:extLst>
              <a:ext uri="{FF2B5EF4-FFF2-40B4-BE49-F238E27FC236}">
                <a16:creationId xmlns:a16="http://schemas.microsoft.com/office/drawing/2014/main" id="{52C171E5-E1B4-4433-816F-57A009F6D96B}"/>
              </a:ext>
            </a:extLst>
          </p:cNvPr>
          <p:cNvSpPr>
            <a:spLocks noGrp="1"/>
          </p:cNvSpPr>
          <p:nvPr/>
        </p:nvSpPr>
        <p:spPr>
          <a:xfrm>
            <a:off x="71091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5" name="F2_precision_recall_distributions_4809">
            <a:extLst>
              <a:ext uri="{FF2B5EF4-FFF2-40B4-BE49-F238E27FC236}">
                <a16:creationId xmlns:a16="http://schemas.microsoft.com/office/drawing/2014/main" id="{001AFC9D-E261-4A2A-B28C-39886AC91CD9}"/>
              </a:ext>
            </a:extLst>
          </p:cNvPr>
          <p:cNvSpPr>
            <a:spLocks noGrp="1"/>
          </p:cNvSpPr>
          <p:nvPr/>
        </p:nvSpPr>
        <p:spPr>
          <a:xfrm>
            <a:off x="72848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6" name="F2_precision_recall_distributions_4810">
            <a:extLst>
              <a:ext uri="{FF2B5EF4-FFF2-40B4-BE49-F238E27FC236}">
                <a16:creationId xmlns:a16="http://schemas.microsoft.com/office/drawing/2014/main" id="{958A2067-943B-4C10-A2CB-F653EC0819F2}"/>
              </a:ext>
            </a:extLst>
          </p:cNvPr>
          <p:cNvSpPr>
            <a:spLocks noGrp="1"/>
          </p:cNvSpPr>
          <p:nvPr/>
        </p:nvSpPr>
        <p:spPr>
          <a:xfrm>
            <a:off x="70089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7" name="F2_precision_recall_distributions_4811">
            <a:extLst>
              <a:ext uri="{FF2B5EF4-FFF2-40B4-BE49-F238E27FC236}">
                <a16:creationId xmlns:a16="http://schemas.microsoft.com/office/drawing/2014/main" id="{F7497650-6C5C-43C8-A512-518436968F5F}"/>
              </a:ext>
            </a:extLst>
          </p:cNvPr>
          <p:cNvSpPr>
            <a:spLocks noGrp="1"/>
          </p:cNvSpPr>
          <p:nvPr/>
        </p:nvSpPr>
        <p:spPr>
          <a:xfrm>
            <a:off x="705484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8" name="F2_precision_recall_distributions_4812">
            <a:extLst>
              <a:ext uri="{FF2B5EF4-FFF2-40B4-BE49-F238E27FC236}">
                <a16:creationId xmlns:a16="http://schemas.microsoft.com/office/drawing/2014/main" id="{39AA5571-2358-492E-ADA0-040C3479E068}"/>
              </a:ext>
            </a:extLst>
          </p:cNvPr>
          <p:cNvSpPr>
            <a:spLocks noGrp="1"/>
          </p:cNvSpPr>
          <p:nvPr/>
        </p:nvSpPr>
        <p:spPr>
          <a:xfrm>
            <a:off x="69990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9" name="F2_precision_recall_distributions_4813">
            <a:extLst>
              <a:ext uri="{FF2B5EF4-FFF2-40B4-BE49-F238E27FC236}">
                <a16:creationId xmlns:a16="http://schemas.microsoft.com/office/drawing/2014/main" id="{B2CCC145-F140-440E-830D-060EE0C495FE}"/>
              </a:ext>
            </a:extLst>
          </p:cNvPr>
          <p:cNvSpPr>
            <a:spLocks noGrp="1"/>
          </p:cNvSpPr>
          <p:nvPr/>
        </p:nvSpPr>
        <p:spPr>
          <a:xfrm>
            <a:off x="722360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0" name="F2_precision_recall_distributions_4814">
            <a:extLst>
              <a:ext uri="{FF2B5EF4-FFF2-40B4-BE49-F238E27FC236}">
                <a16:creationId xmlns:a16="http://schemas.microsoft.com/office/drawing/2014/main" id="{AD29B369-208F-4C49-AFCC-9735293BA753}"/>
              </a:ext>
            </a:extLst>
          </p:cNvPr>
          <p:cNvSpPr>
            <a:spLocks noGrp="1"/>
          </p:cNvSpPr>
          <p:nvPr/>
        </p:nvSpPr>
        <p:spPr>
          <a:xfrm>
            <a:off x="729897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1" name="F2_precision_recall_distributions_4815">
            <a:extLst>
              <a:ext uri="{FF2B5EF4-FFF2-40B4-BE49-F238E27FC236}">
                <a16:creationId xmlns:a16="http://schemas.microsoft.com/office/drawing/2014/main" id="{76766D8B-D4BA-40AE-B615-BE8AD2365ED2}"/>
              </a:ext>
            </a:extLst>
          </p:cNvPr>
          <p:cNvSpPr>
            <a:spLocks noGrp="1"/>
          </p:cNvSpPr>
          <p:nvPr/>
        </p:nvSpPr>
        <p:spPr>
          <a:xfrm>
            <a:off x="70404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2" name="F2_precision_recall_distributions_4816">
            <a:extLst>
              <a:ext uri="{FF2B5EF4-FFF2-40B4-BE49-F238E27FC236}">
                <a16:creationId xmlns:a16="http://schemas.microsoft.com/office/drawing/2014/main" id="{A3C28231-668A-480B-BB3F-963073402271}"/>
              </a:ext>
            </a:extLst>
          </p:cNvPr>
          <p:cNvSpPr>
            <a:spLocks noGrp="1"/>
          </p:cNvSpPr>
          <p:nvPr/>
        </p:nvSpPr>
        <p:spPr>
          <a:xfrm>
            <a:off x="72031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3" name="F2_precision_recall_distributions_4817">
            <a:extLst>
              <a:ext uri="{FF2B5EF4-FFF2-40B4-BE49-F238E27FC236}">
                <a16:creationId xmlns:a16="http://schemas.microsoft.com/office/drawing/2014/main" id="{9286DAB2-80FD-4A59-A105-CC25A8B80376}"/>
              </a:ext>
            </a:extLst>
          </p:cNvPr>
          <p:cNvSpPr>
            <a:spLocks noGrp="1"/>
          </p:cNvSpPr>
          <p:nvPr/>
        </p:nvSpPr>
        <p:spPr>
          <a:xfrm>
            <a:off x="71740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4" name="F2_precision_recall_distributions_4818">
            <a:extLst>
              <a:ext uri="{FF2B5EF4-FFF2-40B4-BE49-F238E27FC236}">
                <a16:creationId xmlns:a16="http://schemas.microsoft.com/office/drawing/2014/main" id="{8F8C3A5E-FA51-42D2-99DA-030AD0439F42}"/>
              </a:ext>
            </a:extLst>
          </p:cNvPr>
          <p:cNvSpPr>
            <a:spLocks noGrp="1"/>
          </p:cNvSpPr>
          <p:nvPr/>
        </p:nvSpPr>
        <p:spPr>
          <a:xfrm>
            <a:off x="704904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5" name="F2_precision_recall_distributions_4819">
            <a:extLst>
              <a:ext uri="{FF2B5EF4-FFF2-40B4-BE49-F238E27FC236}">
                <a16:creationId xmlns:a16="http://schemas.microsoft.com/office/drawing/2014/main" id="{5B500F1F-708B-4C3A-AA73-67F91E0003CF}"/>
              </a:ext>
            </a:extLst>
          </p:cNvPr>
          <p:cNvSpPr>
            <a:spLocks noGrp="1"/>
          </p:cNvSpPr>
          <p:nvPr/>
        </p:nvSpPr>
        <p:spPr>
          <a:xfrm>
            <a:off x="71387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6" name="F2_precision_recall_distributions_4820">
            <a:extLst>
              <a:ext uri="{FF2B5EF4-FFF2-40B4-BE49-F238E27FC236}">
                <a16:creationId xmlns:a16="http://schemas.microsoft.com/office/drawing/2014/main" id="{96018C79-E5F4-47D4-8343-52B46FED5B57}"/>
              </a:ext>
            </a:extLst>
          </p:cNvPr>
          <p:cNvSpPr>
            <a:spLocks noGrp="1"/>
          </p:cNvSpPr>
          <p:nvPr/>
        </p:nvSpPr>
        <p:spPr>
          <a:xfrm>
            <a:off x="7269508" y="33803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7" name="F2_precision_recall_distributions_4821">
            <a:extLst>
              <a:ext uri="{FF2B5EF4-FFF2-40B4-BE49-F238E27FC236}">
                <a16:creationId xmlns:a16="http://schemas.microsoft.com/office/drawing/2014/main" id="{19546E51-4A68-43D6-A626-D5B2A0F9BE7A}"/>
              </a:ext>
            </a:extLst>
          </p:cNvPr>
          <p:cNvSpPr>
            <a:spLocks noGrp="1"/>
          </p:cNvSpPr>
          <p:nvPr/>
        </p:nvSpPr>
        <p:spPr>
          <a:xfrm>
            <a:off x="729948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8" name="F2_precision_recall_distributions_4822">
            <a:extLst>
              <a:ext uri="{FF2B5EF4-FFF2-40B4-BE49-F238E27FC236}">
                <a16:creationId xmlns:a16="http://schemas.microsoft.com/office/drawing/2014/main" id="{815BB236-F81D-4B2F-A399-9A9159ABCB61}"/>
              </a:ext>
            </a:extLst>
          </p:cNvPr>
          <p:cNvSpPr>
            <a:spLocks noGrp="1"/>
          </p:cNvSpPr>
          <p:nvPr/>
        </p:nvSpPr>
        <p:spPr>
          <a:xfrm>
            <a:off x="730778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9" name="F2_precision_recall_distributions_4823">
            <a:extLst>
              <a:ext uri="{FF2B5EF4-FFF2-40B4-BE49-F238E27FC236}">
                <a16:creationId xmlns:a16="http://schemas.microsoft.com/office/drawing/2014/main" id="{36A5F31C-0C78-4ECD-AFA3-B57E17CC7ACF}"/>
              </a:ext>
            </a:extLst>
          </p:cNvPr>
          <p:cNvSpPr>
            <a:spLocks noGrp="1"/>
          </p:cNvSpPr>
          <p:nvPr/>
        </p:nvSpPr>
        <p:spPr>
          <a:xfrm>
            <a:off x="719336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0" name="F2_precision_recall_distributions_4824">
            <a:extLst>
              <a:ext uri="{FF2B5EF4-FFF2-40B4-BE49-F238E27FC236}">
                <a16:creationId xmlns:a16="http://schemas.microsoft.com/office/drawing/2014/main" id="{5F83953D-778F-4C79-B839-3FAC38809329}"/>
              </a:ext>
            </a:extLst>
          </p:cNvPr>
          <p:cNvSpPr>
            <a:spLocks noGrp="1"/>
          </p:cNvSpPr>
          <p:nvPr/>
        </p:nvSpPr>
        <p:spPr>
          <a:xfrm>
            <a:off x="7334921" y="30974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1" name="F2_precision_recall_distributions_4825">
            <a:extLst>
              <a:ext uri="{FF2B5EF4-FFF2-40B4-BE49-F238E27FC236}">
                <a16:creationId xmlns:a16="http://schemas.microsoft.com/office/drawing/2014/main" id="{12CD9CCA-7AD0-4B91-96E9-490E3C232DA5}"/>
              </a:ext>
            </a:extLst>
          </p:cNvPr>
          <p:cNvSpPr>
            <a:spLocks noGrp="1"/>
          </p:cNvSpPr>
          <p:nvPr/>
        </p:nvSpPr>
        <p:spPr>
          <a:xfrm>
            <a:off x="698745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2" name="F2_precision_recall_distributions_4826">
            <a:extLst>
              <a:ext uri="{FF2B5EF4-FFF2-40B4-BE49-F238E27FC236}">
                <a16:creationId xmlns:a16="http://schemas.microsoft.com/office/drawing/2014/main" id="{41D4E5E4-E226-43B3-9D62-D45C703657C7}"/>
              </a:ext>
            </a:extLst>
          </p:cNvPr>
          <p:cNvSpPr>
            <a:spLocks noGrp="1"/>
          </p:cNvSpPr>
          <p:nvPr/>
        </p:nvSpPr>
        <p:spPr>
          <a:xfrm>
            <a:off x="70612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3" name="F2_precision_recall_distributions_4827">
            <a:extLst>
              <a:ext uri="{FF2B5EF4-FFF2-40B4-BE49-F238E27FC236}">
                <a16:creationId xmlns:a16="http://schemas.microsoft.com/office/drawing/2014/main" id="{F4F7BEC9-98F8-4A08-A345-DCA979713C01}"/>
              </a:ext>
            </a:extLst>
          </p:cNvPr>
          <p:cNvSpPr>
            <a:spLocks noGrp="1"/>
          </p:cNvSpPr>
          <p:nvPr/>
        </p:nvSpPr>
        <p:spPr>
          <a:xfrm>
            <a:off x="697722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4" name="F2_precision_recall_distributions_4828">
            <a:extLst>
              <a:ext uri="{FF2B5EF4-FFF2-40B4-BE49-F238E27FC236}">
                <a16:creationId xmlns:a16="http://schemas.microsoft.com/office/drawing/2014/main" id="{77DA888F-97AD-43DA-9821-E963E8BA8EB2}"/>
              </a:ext>
            </a:extLst>
          </p:cNvPr>
          <p:cNvSpPr>
            <a:spLocks noGrp="1"/>
          </p:cNvSpPr>
          <p:nvPr/>
        </p:nvSpPr>
        <p:spPr>
          <a:xfrm>
            <a:off x="697690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5" name="F2_precision_recall_distributions_4829">
            <a:extLst>
              <a:ext uri="{FF2B5EF4-FFF2-40B4-BE49-F238E27FC236}">
                <a16:creationId xmlns:a16="http://schemas.microsoft.com/office/drawing/2014/main" id="{3F6BF6DA-73B7-4F3F-8B01-0E01722BDD86}"/>
              </a:ext>
            </a:extLst>
          </p:cNvPr>
          <p:cNvSpPr>
            <a:spLocks noGrp="1"/>
          </p:cNvSpPr>
          <p:nvPr/>
        </p:nvSpPr>
        <p:spPr>
          <a:xfrm>
            <a:off x="71417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6" name="F2_precision_recall_distributions_4830">
            <a:extLst>
              <a:ext uri="{FF2B5EF4-FFF2-40B4-BE49-F238E27FC236}">
                <a16:creationId xmlns:a16="http://schemas.microsoft.com/office/drawing/2014/main" id="{EEA6BE35-2EA7-4975-9D0E-209D83E553FF}"/>
              </a:ext>
            </a:extLst>
          </p:cNvPr>
          <p:cNvSpPr>
            <a:spLocks noGrp="1"/>
          </p:cNvSpPr>
          <p:nvPr/>
        </p:nvSpPr>
        <p:spPr>
          <a:xfrm>
            <a:off x="700286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7" name="F2_precision_recall_distributions_4831">
            <a:extLst>
              <a:ext uri="{FF2B5EF4-FFF2-40B4-BE49-F238E27FC236}">
                <a16:creationId xmlns:a16="http://schemas.microsoft.com/office/drawing/2014/main" id="{63E639A2-DE77-42F6-B2FE-7EEE2F36EDBC}"/>
              </a:ext>
            </a:extLst>
          </p:cNvPr>
          <p:cNvSpPr>
            <a:spLocks noGrp="1"/>
          </p:cNvSpPr>
          <p:nvPr/>
        </p:nvSpPr>
        <p:spPr>
          <a:xfrm>
            <a:off x="7189863" y="29677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8" name="F2_precision_recall_distributions_4832">
            <a:extLst>
              <a:ext uri="{FF2B5EF4-FFF2-40B4-BE49-F238E27FC236}">
                <a16:creationId xmlns:a16="http://schemas.microsoft.com/office/drawing/2014/main" id="{D2C9EBA9-8C4D-4FDF-8D6A-DB87FFCDCBBD}"/>
              </a:ext>
            </a:extLst>
          </p:cNvPr>
          <p:cNvSpPr>
            <a:spLocks noGrp="1"/>
          </p:cNvSpPr>
          <p:nvPr/>
        </p:nvSpPr>
        <p:spPr>
          <a:xfrm>
            <a:off x="7019542" y="36161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9" name="F2_precision_recall_distributions_4833">
            <a:extLst>
              <a:ext uri="{FF2B5EF4-FFF2-40B4-BE49-F238E27FC236}">
                <a16:creationId xmlns:a16="http://schemas.microsoft.com/office/drawing/2014/main" id="{BDEA97AA-5EC1-4CD9-951C-E06432FDD40C}"/>
              </a:ext>
            </a:extLst>
          </p:cNvPr>
          <p:cNvSpPr>
            <a:spLocks noGrp="1"/>
          </p:cNvSpPr>
          <p:nvPr/>
        </p:nvSpPr>
        <p:spPr>
          <a:xfrm>
            <a:off x="70482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0" name="F2_precision_recall_distributions_4834">
            <a:extLst>
              <a:ext uri="{FF2B5EF4-FFF2-40B4-BE49-F238E27FC236}">
                <a16:creationId xmlns:a16="http://schemas.microsoft.com/office/drawing/2014/main" id="{8F20477B-AE5A-42CC-8361-EC4C8F1581F7}"/>
              </a:ext>
            </a:extLst>
          </p:cNvPr>
          <p:cNvSpPr>
            <a:spLocks noGrp="1"/>
          </p:cNvSpPr>
          <p:nvPr/>
        </p:nvSpPr>
        <p:spPr>
          <a:xfrm>
            <a:off x="7174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1" name="F2_precision_recall_distributions_4835">
            <a:extLst>
              <a:ext uri="{FF2B5EF4-FFF2-40B4-BE49-F238E27FC236}">
                <a16:creationId xmlns:a16="http://schemas.microsoft.com/office/drawing/2014/main" id="{917EFE3A-5662-4399-BA0D-E399CF2B4108}"/>
              </a:ext>
            </a:extLst>
          </p:cNvPr>
          <p:cNvSpPr>
            <a:spLocks noGrp="1"/>
          </p:cNvSpPr>
          <p:nvPr/>
        </p:nvSpPr>
        <p:spPr>
          <a:xfrm>
            <a:off x="715671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2" name="F2_precision_recall_distributions_4836">
            <a:extLst>
              <a:ext uri="{FF2B5EF4-FFF2-40B4-BE49-F238E27FC236}">
                <a16:creationId xmlns:a16="http://schemas.microsoft.com/office/drawing/2014/main" id="{338AC303-EF52-4714-9295-C5318E22C09B}"/>
              </a:ext>
            </a:extLst>
          </p:cNvPr>
          <p:cNvSpPr>
            <a:spLocks noGrp="1"/>
          </p:cNvSpPr>
          <p:nvPr/>
        </p:nvSpPr>
        <p:spPr>
          <a:xfrm>
            <a:off x="706991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3" name="F2_precision_recall_distributions_4837">
            <a:extLst>
              <a:ext uri="{FF2B5EF4-FFF2-40B4-BE49-F238E27FC236}">
                <a16:creationId xmlns:a16="http://schemas.microsoft.com/office/drawing/2014/main" id="{7CC7E63F-C682-4D8A-83FE-7CC4FFE7FD3B}"/>
              </a:ext>
            </a:extLst>
          </p:cNvPr>
          <p:cNvSpPr>
            <a:spLocks noGrp="1"/>
          </p:cNvSpPr>
          <p:nvPr/>
        </p:nvSpPr>
        <p:spPr>
          <a:xfrm>
            <a:off x="7171940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4" name="F2_precision_recall_distributions_4838">
            <a:extLst>
              <a:ext uri="{FF2B5EF4-FFF2-40B4-BE49-F238E27FC236}">
                <a16:creationId xmlns:a16="http://schemas.microsoft.com/office/drawing/2014/main" id="{0EEDEBAE-4F3B-45A7-B89F-3D7D02E9DE22}"/>
              </a:ext>
            </a:extLst>
          </p:cNvPr>
          <p:cNvSpPr>
            <a:spLocks noGrp="1"/>
          </p:cNvSpPr>
          <p:nvPr/>
        </p:nvSpPr>
        <p:spPr>
          <a:xfrm>
            <a:off x="72650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5" name="F2_precision_recall_distributions_4839">
            <a:extLst>
              <a:ext uri="{FF2B5EF4-FFF2-40B4-BE49-F238E27FC236}">
                <a16:creationId xmlns:a16="http://schemas.microsoft.com/office/drawing/2014/main" id="{97D26E0F-2AFB-493C-9B70-7524CBFD8A16}"/>
              </a:ext>
            </a:extLst>
          </p:cNvPr>
          <p:cNvSpPr>
            <a:spLocks noGrp="1"/>
          </p:cNvSpPr>
          <p:nvPr/>
        </p:nvSpPr>
        <p:spPr>
          <a:xfrm>
            <a:off x="70751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6" name="F2_precision_recall_distributions_4840">
            <a:extLst>
              <a:ext uri="{FF2B5EF4-FFF2-40B4-BE49-F238E27FC236}">
                <a16:creationId xmlns:a16="http://schemas.microsoft.com/office/drawing/2014/main" id="{9DDAC1FD-1297-4ED6-AEA8-4D034595027A}"/>
              </a:ext>
            </a:extLst>
          </p:cNvPr>
          <p:cNvSpPr>
            <a:spLocks noGrp="1"/>
          </p:cNvSpPr>
          <p:nvPr/>
        </p:nvSpPr>
        <p:spPr>
          <a:xfrm>
            <a:off x="7231075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7" name="F2_precision_recall_distributions_4841">
            <a:extLst>
              <a:ext uri="{FF2B5EF4-FFF2-40B4-BE49-F238E27FC236}">
                <a16:creationId xmlns:a16="http://schemas.microsoft.com/office/drawing/2014/main" id="{8EC4B19A-CE15-4308-BA16-A4A3A391D293}"/>
              </a:ext>
            </a:extLst>
          </p:cNvPr>
          <p:cNvSpPr>
            <a:spLocks noGrp="1"/>
          </p:cNvSpPr>
          <p:nvPr/>
        </p:nvSpPr>
        <p:spPr>
          <a:xfrm>
            <a:off x="70346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8" name="F2_precision_recall_distributions_4842">
            <a:extLst>
              <a:ext uri="{FF2B5EF4-FFF2-40B4-BE49-F238E27FC236}">
                <a16:creationId xmlns:a16="http://schemas.microsoft.com/office/drawing/2014/main" id="{9A47F722-F277-436A-8417-C56A76B6672C}"/>
              </a:ext>
            </a:extLst>
          </p:cNvPr>
          <p:cNvSpPr>
            <a:spLocks noGrp="1"/>
          </p:cNvSpPr>
          <p:nvPr/>
        </p:nvSpPr>
        <p:spPr>
          <a:xfrm>
            <a:off x="707792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9" name="F2_precision_recall_distributions_4843">
            <a:extLst>
              <a:ext uri="{FF2B5EF4-FFF2-40B4-BE49-F238E27FC236}">
                <a16:creationId xmlns:a16="http://schemas.microsoft.com/office/drawing/2014/main" id="{25BA0240-DCC1-4D80-9A86-F0AA06F92604}"/>
              </a:ext>
            </a:extLst>
          </p:cNvPr>
          <p:cNvSpPr>
            <a:spLocks noGrp="1"/>
          </p:cNvSpPr>
          <p:nvPr/>
        </p:nvSpPr>
        <p:spPr>
          <a:xfrm>
            <a:off x="7200722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0" name="F2_precision_recall_distributions_4844">
            <a:extLst>
              <a:ext uri="{FF2B5EF4-FFF2-40B4-BE49-F238E27FC236}">
                <a16:creationId xmlns:a16="http://schemas.microsoft.com/office/drawing/2014/main" id="{579F0E7D-C713-4748-9053-766781AA530F}"/>
              </a:ext>
            </a:extLst>
          </p:cNvPr>
          <p:cNvSpPr>
            <a:spLocks noGrp="1"/>
          </p:cNvSpPr>
          <p:nvPr/>
        </p:nvSpPr>
        <p:spPr>
          <a:xfrm>
            <a:off x="7204162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1" name="F2_precision_recall_distributions_4845">
            <a:extLst>
              <a:ext uri="{FF2B5EF4-FFF2-40B4-BE49-F238E27FC236}">
                <a16:creationId xmlns:a16="http://schemas.microsoft.com/office/drawing/2014/main" id="{B1A6A934-E47D-4581-A113-D248B1CC46B7}"/>
              </a:ext>
            </a:extLst>
          </p:cNvPr>
          <p:cNvSpPr>
            <a:spLocks noGrp="1"/>
          </p:cNvSpPr>
          <p:nvPr/>
        </p:nvSpPr>
        <p:spPr>
          <a:xfrm>
            <a:off x="711810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2" name="F2_precision_recall_distributions_4846">
            <a:extLst>
              <a:ext uri="{FF2B5EF4-FFF2-40B4-BE49-F238E27FC236}">
                <a16:creationId xmlns:a16="http://schemas.microsoft.com/office/drawing/2014/main" id="{CF2418D6-3CFA-4E8B-8166-B21BB16C5C91}"/>
              </a:ext>
            </a:extLst>
          </p:cNvPr>
          <p:cNvSpPr>
            <a:spLocks noGrp="1"/>
          </p:cNvSpPr>
          <p:nvPr/>
        </p:nvSpPr>
        <p:spPr>
          <a:xfrm>
            <a:off x="7251115" y="32421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3" name="F2_precision_recall_distributions_4847">
            <a:extLst>
              <a:ext uri="{FF2B5EF4-FFF2-40B4-BE49-F238E27FC236}">
                <a16:creationId xmlns:a16="http://schemas.microsoft.com/office/drawing/2014/main" id="{22578762-18DA-4116-9D3D-32782B1220CB}"/>
              </a:ext>
            </a:extLst>
          </p:cNvPr>
          <p:cNvSpPr>
            <a:spLocks noGrp="1"/>
          </p:cNvSpPr>
          <p:nvPr/>
        </p:nvSpPr>
        <p:spPr>
          <a:xfrm>
            <a:off x="723010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4" name="F2_precision_recall_distributions_4848">
            <a:extLst>
              <a:ext uri="{FF2B5EF4-FFF2-40B4-BE49-F238E27FC236}">
                <a16:creationId xmlns:a16="http://schemas.microsoft.com/office/drawing/2014/main" id="{181A45FB-9604-4C36-B279-0F9AFF91FB4A}"/>
              </a:ext>
            </a:extLst>
          </p:cNvPr>
          <p:cNvSpPr>
            <a:spLocks noGrp="1"/>
          </p:cNvSpPr>
          <p:nvPr/>
        </p:nvSpPr>
        <p:spPr>
          <a:xfrm>
            <a:off x="72437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5" name="F2_precision_recall_distributions_4849">
            <a:extLst>
              <a:ext uri="{FF2B5EF4-FFF2-40B4-BE49-F238E27FC236}">
                <a16:creationId xmlns:a16="http://schemas.microsoft.com/office/drawing/2014/main" id="{889D7B8D-CE51-4EBD-8EFF-501675F13A8F}"/>
              </a:ext>
            </a:extLst>
          </p:cNvPr>
          <p:cNvSpPr>
            <a:spLocks noGrp="1"/>
          </p:cNvSpPr>
          <p:nvPr/>
        </p:nvSpPr>
        <p:spPr>
          <a:xfrm>
            <a:off x="7255192" y="36965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6" name="F2_precision_recall_distributions_4850">
            <a:extLst>
              <a:ext uri="{FF2B5EF4-FFF2-40B4-BE49-F238E27FC236}">
                <a16:creationId xmlns:a16="http://schemas.microsoft.com/office/drawing/2014/main" id="{A6B6D218-BB2E-41F1-8C77-DC5B307A9186}"/>
              </a:ext>
            </a:extLst>
          </p:cNvPr>
          <p:cNvSpPr>
            <a:spLocks noGrp="1"/>
          </p:cNvSpPr>
          <p:nvPr/>
        </p:nvSpPr>
        <p:spPr>
          <a:xfrm>
            <a:off x="7026232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7" name="F2_precision_recall_distributions_4851">
            <a:extLst>
              <a:ext uri="{FF2B5EF4-FFF2-40B4-BE49-F238E27FC236}">
                <a16:creationId xmlns:a16="http://schemas.microsoft.com/office/drawing/2014/main" id="{28DDFD4B-2440-4531-9EED-FDD336D32E71}"/>
              </a:ext>
            </a:extLst>
          </p:cNvPr>
          <p:cNvSpPr>
            <a:spLocks noGrp="1"/>
          </p:cNvSpPr>
          <p:nvPr/>
        </p:nvSpPr>
        <p:spPr>
          <a:xfrm>
            <a:off x="69905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8" name="F2_precision_recall_distributions_4852">
            <a:extLst>
              <a:ext uri="{FF2B5EF4-FFF2-40B4-BE49-F238E27FC236}">
                <a16:creationId xmlns:a16="http://schemas.microsoft.com/office/drawing/2014/main" id="{E1452C47-B5C9-4681-9837-84481ED383D1}"/>
              </a:ext>
            </a:extLst>
          </p:cNvPr>
          <p:cNvSpPr>
            <a:spLocks noGrp="1"/>
          </p:cNvSpPr>
          <p:nvPr/>
        </p:nvSpPr>
        <p:spPr>
          <a:xfrm>
            <a:off x="7184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9" name="F2_precision_recall_distributions_4853">
            <a:extLst>
              <a:ext uri="{FF2B5EF4-FFF2-40B4-BE49-F238E27FC236}">
                <a16:creationId xmlns:a16="http://schemas.microsoft.com/office/drawing/2014/main" id="{DD971919-C953-476B-B5F1-FA04AEF6651D}"/>
              </a:ext>
            </a:extLst>
          </p:cNvPr>
          <p:cNvSpPr>
            <a:spLocks noGrp="1"/>
          </p:cNvSpPr>
          <p:nvPr/>
        </p:nvSpPr>
        <p:spPr>
          <a:xfrm>
            <a:off x="716901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0" name="F2_precision_recall_distributions_4854">
            <a:extLst>
              <a:ext uri="{FF2B5EF4-FFF2-40B4-BE49-F238E27FC236}">
                <a16:creationId xmlns:a16="http://schemas.microsoft.com/office/drawing/2014/main" id="{D3EA1AE4-5AD9-4535-BE53-0F7E2F051659}"/>
              </a:ext>
            </a:extLst>
          </p:cNvPr>
          <p:cNvSpPr>
            <a:spLocks noGrp="1"/>
          </p:cNvSpPr>
          <p:nvPr/>
        </p:nvSpPr>
        <p:spPr>
          <a:xfrm>
            <a:off x="6981214" y="35855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1" name="F2_precision_recall_distributions_4855">
            <a:extLst>
              <a:ext uri="{FF2B5EF4-FFF2-40B4-BE49-F238E27FC236}">
                <a16:creationId xmlns:a16="http://schemas.microsoft.com/office/drawing/2014/main" id="{D0AB7BD1-2868-472A-878D-566E989DB73F}"/>
              </a:ext>
            </a:extLst>
          </p:cNvPr>
          <p:cNvSpPr>
            <a:spLocks noGrp="1"/>
          </p:cNvSpPr>
          <p:nvPr/>
        </p:nvSpPr>
        <p:spPr>
          <a:xfrm>
            <a:off x="73147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2" name="F2_precision_recall_distributions_4856">
            <a:extLst>
              <a:ext uri="{FF2B5EF4-FFF2-40B4-BE49-F238E27FC236}">
                <a16:creationId xmlns:a16="http://schemas.microsoft.com/office/drawing/2014/main" id="{1D90372F-6C33-4A25-A226-E543185DCC75}"/>
              </a:ext>
            </a:extLst>
          </p:cNvPr>
          <p:cNvSpPr>
            <a:spLocks noGrp="1"/>
          </p:cNvSpPr>
          <p:nvPr/>
        </p:nvSpPr>
        <p:spPr>
          <a:xfrm>
            <a:off x="69885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3" name="F2_precision_recall_distributions_4857">
            <a:extLst>
              <a:ext uri="{FF2B5EF4-FFF2-40B4-BE49-F238E27FC236}">
                <a16:creationId xmlns:a16="http://schemas.microsoft.com/office/drawing/2014/main" id="{E87343B3-0CCC-47D4-8D9B-739E174DDEC8}"/>
              </a:ext>
            </a:extLst>
          </p:cNvPr>
          <p:cNvSpPr>
            <a:spLocks noGrp="1"/>
          </p:cNvSpPr>
          <p:nvPr/>
        </p:nvSpPr>
        <p:spPr>
          <a:xfrm>
            <a:off x="7992389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69" y="842186"/>
                </a:lnTo>
                <a:lnTo>
                  <a:pt x="22860" y="835606"/>
                </a:lnTo>
                <a:lnTo>
                  <a:pt x="49233" y="829027"/>
                </a:lnTo>
                <a:lnTo>
                  <a:pt x="82412" y="822447"/>
                </a:lnTo>
                <a:lnTo>
                  <a:pt x="119397" y="815868"/>
                </a:lnTo>
                <a:lnTo>
                  <a:pt x="157203" y="809288"/>
                </a:lnTo>
                <a:lnTo>
                  <a:pt x="193238" y="802708"/>
                </a:lnTo>
                <a:lnTo>
                  <a:pt x="225556" y="796129"/>
                </a:lnTo>
                <a:lnTo>
                  <a:pt x="252969" y="789549"/>
                </a:lnTo>
                <a:lnTo>
                  <a:pt x="275016" y="782970"/>
                </a:lnTo>
                <a:lnTo>
                  <a:pt x="291831" y="776390"/>
                </a:lnTo>
                <a:lnTo>
                  <a:pt x="303968" y="769811"/>
                </a:lnTo>
                <a:lnTo>
                  <a:pt x="312213" y="763231"/>
                </a:lnTo>
                <a:lnTo>
                  <a:pt x="317427" y="756651"/>
                </a:lnTo>
                <a:lnTo>
                  <a:pt x="320434" y="750072"/>
                </a:lnTo>
                <a:lnTo>
                  <a:pt x="321952" y="743492"/>
                </a:lnTo>
                <a:lnTo>
                  <a:pt x="322564" y="736913"/>
                </a:lnTo>
                <a:lnTo>
                  <a:pt x="322713" y="730333"/>
                </a:lnTo>
                <a:lnTo>
                  <a:pt x="322714" y="723754"/>
                </a:lnTo>
                <a:lnTo>
                  <a:pt x="322770" y="717174"/>
                </a:lnTo>
                <a:lnTo>
                  <a:pt x="322990" y="710594"/>
                </a:lnTo>
                <a:lnTo>
                  <a:pt x="323410" y="704015"/>
                </a:lnTo>
                <a:lnTo>
                  <a:pt x="324011" y="697435"/>
                </a:lnTo>
                <a:lnTo>
                  <a:pt x="324736" y="690856"/>
                </a:lnTo>
                <a:lnTo>
                  <a:pt x="325508" y="684276"/>
                </a:lnTo>
                <a:lnTo>
                  <a:pt x="326245" y="677697"/>
                </a:lnTo>
                <a:lnTo>
                  <a:pt x="326869" y="671117"/>
                </a:lnTo>
                <a:lnTo>
                  <a:pt x="327313" y="664537"/>
                </a:lnTo>
                <a:lnTo>
                  <a:pt x="327524" y="657958"/>
                </a:lnTo>
                <a:lnTo>
                  <a:pt x="327461" y="651378"/>
                </a:lnTo>
                <a:lnTo>
                  <a:pt x="327091" y="644799"/>
                </a:lnTo>
                <a:lnTo>
                  <a:pt x="326389" y="638219"/>
                </a:lnTo>
                <a:lnTo>
                  <a:pt x="325334" y="631639"/>
                </a:lnTo>
                <a:lnTo>
                  <a:pt x="323918" y="625060"/>
                </a:lnTo>
                <a:lnTo>
                  <a:pt x="322150" y="618480"/>
                </a:lnTo>
                <a:lnTo>
                  <a:pt x="320069" y="611901"/>
                </a:lnTo>
                <a:lnTo>
                  <a:pt x="317750" y="605321"/>
                </a:lnTo>
                <a:lnTo>
                  <a:pt x="315313" y="598742"/>
                </a:lnTo>
                <a:lnTo>
                  <a:pt x="312916" y="592162"/>
                </a:lnTo>
                <a:lnTo>
                  <a:pt x="310742" y="585582"/>
                </a:lnTo>
                <a:lnTo>
                  <a:pt x="308979" y="579003"/>
                </a:lnTo>
                <a:lnTo>
                  <a:pt x="307795" y="572423"/>
                </a:lnTo>
                <a:lnTo>
                  <a:pt x="307305" y="565844"/>
                </a:lnTo>
                <a:lnTo>
                  <a:pt x="307557" y="559264"/>
                </a:lnTo>
                <a:lnTo>
                  <a:pt x="308522" y="552685"/>
                </a:lnTo>
                <a:lnTo>
                  <a:pt x="310093" y="546105"/>
                </a:lnTo>
                <a:lnTo>
                  <a:pt x="312103" y="539525"/>
                </a:lnTo>
                <a:lnTo>
                  <a:pt x="314348" y="532946"/>
                </a:lnTo>
                <a:lnTo>
                  <a:pt x="316615" y="526366"/>
                </a:lnTo>
                <a:lnTo>
                  <a:pt x="318697" y="519787"/>
                </a:lnTo>
                <a:lnTo>
                  <a:pt x="320416" y="513207"/>
                </a:lnTo>
                <a:lnTo>
                  <a:pt x="321625" y="506627"/>
                </a:lnTo>
                <a:lnTo>
                  <a:pt x="322209" y="500048"/>
                </a:lnTo>
                <a:lnTo>
                  <a:pt x="322087" y="493468"/>
                </a:lnTo>
                <a:lnTo>
                  <a:pt x="321211" y="486889"/>
                </a:lnTo>
                <a:lnTo>
                  <a:pt x="319571" y="480309"/>
                </a:lnTo>
                <a:lnTo>
                  <a:pt x="317210" y="473730"/>
                </a:lnTo>
                <a:lnTo>
                  <a:pt x="314233" y="467150"/>
                </a:lnTo>
                <a:lnTo>
                  <a:pt x="310819" y="460570"/>
                </a:lnTo>
                <a:lnTo>
                  <a:pt x="307220" y="453991"/>
                </a:lnTo>
                <a:lnTo>
                  <a:pt x="303745" y="447411"/>
                </a:lnTo>
                <a:lnTo>
                  <a:pt x="300731" y="440832"/>
                </a:lnTo>
                <a:lnTo>
                  <a:pt x="298496" y="434252"/>
                </a:lnTo>
                <a:lnTo>
                  <a:pt x="297293" y="427673"/>
                </a:lnTo>
                <a:lnTo>
                  <a:pt x="297268" y="421093"/>
                </a:lnTo>
                <a:lnTo>
                  <a:pt x="298437" y="414513"/>
                </a:lnTo>
                <a:lnTo>
                  <a:pt x="300678" y="407934"/>
                </a:lnTo>
                <a:lnTo>
                  <a:pt x="303757" y="401354"/>
                </a:lnTo>
                <a:lnTo>
                  <a:pt x="307363" y="394775"/>
                </a:lnTo>
                <a:lnTo>
                  <a:pt x="311160" y="388195"/>
                </a:lnTo>
                <a:lnTo>
                  <a:pt x="314835" y="381616"/>
                </a:lnTo>
                <a:lnTo>
                  <a:pt x="318136" y="375036"/>
                </a:lnTo>
                <a:lnTo>
                  <a:pt x="320897" y="368456"/>
                </a:lnTo>
                <a:lnTo>
                  <a:pt x="323041" y="361877"/>
                </a:lnTo>
                <a:lnTo>
                  <a:pt x="324572" y="355297"/>
                </a:lnTo>
                <a:lnTo>
                  <a:pt x="325559" y="348718"/>
                </a:lnTo>
                <a:lnTo>
                  <a:pt x="326110" y="342138"/>
                </a:lnTo>
                <a:lnTo>
                  <a:pt x="326348" y="335558"/>
                </a:lnTo>
                <a:lnTo>
                  <a:pt x="326398" y="328979"/>
                </a:lnTo>
                <a:lnTo>
                  <a:pt x="326371" y="322399"/>
                </a:lnTo>
                <a:lnTo>
                  <a:pt x="326353" y="315820"/>
                </a:lnTo>
                <a:lnTo>
                  <a:pt x="326406" y="309240"/>
                </a:lnTo>
                <a:lnTo>
                  <a:pt x="326562" y="302661"/>
                </a:lnTo>
                <a:lnTo>
                  <a:pt x="326825" y="296081"/>
                </a:lnTo>
                <a:lnTo>
                  <a:pt x="327172" y="289501"/>
                </a:lnTo>
                <a:lnTo>
                  <a:pt x="327557" y="282922"/>
                </a:lnTo>
                <a:lnTo>
                  <a:pt x="327917" y="276342"/>
                </a:lnTo>
                <a:lnTo>
                  <a:pt x="328183" y="269763"/>
                </a:lnTo>
                <a:lnTo>
                  <a:pt x="328283" y="263183"/>
                </a:lnTo>
                <a:lnTo>
                  <a:pt x="328161" y="256604"/>
                </a:lnTo>
                <a:lnTo>
                  <a:pt x="327783" y="250024"/>
                </a:lnTo>
                <a:lnTo>
                  <a:pt x="327142" y="243444"/>
                </a:lnTo>
                <a:lnTo>
                  <a:pt x="326267" y="236865"/>
                </a:lnTo>
                <a:lnTo>
                  <a:pt x="325215" y="230285"/>
                </a:lnTo>
                <a:lnTo>
                  <a:pt x="324066" y="223706"/>
                </a:lnTo>
                <a:lnTo>
                  <a:pt x="322914" y="217126"/>
                </a:lnTo>
                <a:lnTo>
                  <a:pt x="321850" y="210546"/>
                </a:lnTo>
                <a:lnTo>
                  <a:pt x="320954" y="203967"/>
                </a:lnTo>
                <a:lnTo>
                  <a:pt x="320281" y="197387"/>
                </a:lnTo>
                <a:lnTo>
                  <a:pt x="319861" y="190808"/>
                </a:lnTo>
                <a:lnTo>
                  <a:pt x="319694" y="184228"/>
                </a:lnTo>
                <a:lnTo>
                  <a:pt x="319759" y="177649"/>
                </a:lnTo>
                <a:lnTo>
                  <a:pt x="320017" y="171069"/>
                </a:lnTo>
                <a:lnTo>
                  <a:pt x="320429" y="164489"/>
                </a:lnTo>
                <a:lnTo>
                  <a:pt x="320958" y="157910"/>
                </a:lnTo>
                <a:lnTo>
                  <a:pt x="321575" y="151330"/>
                </a:lnTo>
                <a:lnTo>
                  <a:pt x="322269" y="144751"/>
                </a:lnTo>
                <a:lnTo>
                  <a:pt x="323035" y="138171"/>
                </a:lnTo>
                <a:lnTo>
                  <a:pt x="323870" y="131592"/>
                </a:lnTo>
                <a:lnTo>
                  <a:pt x="324770" y="125012"/>
                </a:lnTo>
                <a:lnTo>
                  <a:pt x="325707" y="118432"/>
                </a:lnTo>
                <a:lnTo>
                  <a:pt x="326629" y="111853"/>
                </a:lnTo>
                <a:lnTo>
                  <a:pt x="327448" y="105273"/>
                </a:lnTo>
                <a:lnTo>
                  <a:pt x="328032" y="98694"/>
                </a:lnTo>
                <a:lnTo>
                  <a:pt x="328207" y="92114"/>
                </a:lnTo>
                <a:lnTo>
                  <a:pt x="327763" y="85535"/>
                </a:lnTo>
                <a:lnTo>
                  <a:pt x="326460" y="78955"/>
                </a:lnTo>
                <a:lnTo>
                  <a:pt x="324056" y="72375"/>
                </a:lnTo>
                <a:lnTo>
                  <a:pt x="320336" y="65796"/>
                </a:lnTo>
                <a:lnTo>
                  <a:pt x="315152" y="59216"/>
                </a:lnTo>
                <a:lnTo>
                  <a:pt x="308472" y="52637"/>
                </a:lnTo>
                <a:lnTo>
                  <a:pt x="300428" y="46057"/>
                </a:lnTo>
                <a:lnTo>
                  <a:pt x="291340" y="39477"/>
                </a:lnTo>
                <a:lnTo>
                  <a:pt x="281728" y="32898"/>
                </a:lnTo>
                <a:lnTo>
                  <a:pt x="272276" y="26318"/>
                </a:lnTo>
                <a:lnTo>
                  <a:pt x="263770" y="19739"/>
                </a:lnTo>
                <a:lnTo>
                  <a:pt x="256995" y="13159"/>
                </a:lnTo>
                <a:lnTo>
                  <a:pt x="252626" y="6580"/>
                </a:lnTo>
                <a:lnTo>
                  <a:pt x="251116" y="0"/>
                </a:lnTo>
                <a:lnTo>
                  <a:pt x="423981" y="0"/>
                </a:lnTo>
                <a:lnTo>
                  <a:pt x="423981" y="0"/>
                </a:lnTo>
                <a:lnTo>
                  <a:pt x="422471" y="6580"/>
                </a:lnTo>
                <a:lnTo>
                  <a:pt x="418101" y="13159"/>
                </a:lnTo>
                <a:lnTo>
                  <a:pt x="411327" y="19739"/>
                </a:lnTo>
                <a:lnTo>
                  <a:pt x="402821" y="26318"/>
                </a:lnTo>
                <a:lnTo>
                  <a:pt x="393369" y="32898"/>
                </a:lnTo>
                <a:lnTo>
                  <a:pt x="383756" y="39477"/>
                </a:lnTo>
                <a:lnTo>
                  <a:pt x="374668" y="46057"/>
                </a:lnTo>
                <a:lnTo>
                  <a:pt x="366624" y="52637"/>
                </a:lnTo>
                <a:lnTo>
                  <a:pt x="359945" y="59216"/>
                </a:lnTo>
                <a:lnTo>
                  <a:pt x="354761" y="65796"/>
                </a:lnTo>
                <a:lnTo>
                  <a:pt x="351040" y="72375"/>
                </a:lnTo>
                <a:lnTo>
                  <a:pt x="348637" y="78955"/>
                </a:lnTo>
                <a:lnTo>
                  <a:pt x="347334" y="85535"/>
                </a:lnTo>
                <a:lnTo>
                  <a:pt x="346889" y="92114"/>
                </a:lnTo>
                <a:lnTo>
                  <a:pt x="347065" y="98694"/>
                </a:lnTo>
                <a:lnTo>
                  <a:pt x="347649" y="105273"/>
                </a:lnTo>
                <a:lnTo>
                  <a:pt x="348467" y="111853"/>
                </a:lnTo>
                <a:lnTo>
                  <a:pt x="349390" y="118432"/>
                </a:lnTo>
                <a:lnTo>
                  <a:pt x="350327" y="125012"/>
                </a:lnTo>
                <a:lnTo>
                  <a:pt x="351226" y="131592"/>
                </a:lnTo>
                <a:lnTo>
                  <a:pt x="352062" y="138171"/>
                </a:lnTo>
                <a:lnTo>
                  <a:pt x="352827" y="144751"/>
                </a:lnTo>
                <a:lnTo>
                  <a:pt x="353521" y="151330"/>
                </a:lnTo>
                <a:lnTo>
                  <a:pt x="354139" y="157910"/>
                </a:lnTo>
                <a:lnTo>
                  <a:pt x="354667" y="164489"/>
                </a:lnTo>
                <a:lnTo>
                  <a:pt x="355079" y="171069"/>
                </a:lnTo>
                <a:lnTo>
                  <a:pt x="355338" y="177649"/>
                </a:lnTo>
                <a:lnTo>
                  <a:pt x="355402" y="184228"/>
                </a:lnTo>
                <a:lnTo>
                  <a:pt x="355235" y="190808"/>
                </a:lnTo>
                <a:lnTo>
                  <a:pt x="354815" y="197387"/>
                </a:lnTo>
                <a:lnTo>
                  <a:pt x="354143" y="203967"/>
                </a:lnTo>
                <a:lnTo>
                  <a:pt x="353246" y="210546"/>
                </a:lnTo>
                <a:lnTo>
                  <a:pt x="352183" y="217126"/>
                </a:lnTo>
                <a:lnTo>
                  <a:pt x="351031" y="223706"/>
                </a:lnTo>
                <a:lnTo>
                  <a:pt x="349882" y="230285"/>
                </a:lnTo>
                <a:lnTo>
                  <a:pt x="348829" y="236865"/>
                </a:lnTo>
                <a:lnTo>
                  <a:pt x="347954" y="243444"/>
                </a:lnTo>
                <a:lnTo>
                  <a:pt x="347314" y="250024"/>
                </a:lnTo>
                <a:lnTo>
                  <a:pt x="346935" y="256604"/>
                </a:lnTo>
                <a:lnTo>
                  <a:pt x="346814" y="263183"/>
                </a:lnTo>
                <a:lnTo>
                  <a:pt x="346914" y="269763"/>
                </a:lnTo>
                <a:lnTo>
                  <a:pt x="347179" y="276342"/>
                </a:lnTo>
                <a:lnTo>
                  <a:pt x="347540" y="282922"/>
                </a:lnTo>
                <a:lnTo>
                  <a:pt x="347925" y="289501"/>
                </a:lnTo>
                <a:lnTo>
                  <a:pt x="348271" y="296081"/>
                </a:lnTo>
                <a:lnTo>
                  <a:pt x="348534" y="302661"/>
                </a:lnTo>
                <a:lnTo>
                  <a:pt x="348690" y="309240"/>
                </a:lnTo>
                <a:lnTo>
                  <a:pt x="348743" y="315820"/>
                </a:lnTo>
                <a:lnTo>
                  <a:pt x="348726" y="322399"/>
                </a:lnTo>
                <a:lnTo>
                  <a:pt x="348698" y="328979"/>
                </a:lnTo>
                <a:lnTo>
                  <a:pt x="348749" y="335558"/>
                </a:lnTo>
                <a:lnTo>
                  <a:pt x="348987" y="342138"/>
                </a:lnTo>
                <a:lnTo>
                  <a:pt x="349537" y="348718"/>
                </a:lnTo>
                <a:lnTo>
                  <a:pt x="350524" y="355297"/>
                </a:lnTo>
                <a:lnTo>
                  <a:pt x="352056" y="361877"/>
                </a:lnTo>
                <a:lnTo>
                  <a:pt x="354200" y="368456"/>
                </a:lnTo>
                <a:lnTo>
                  <a:pt x="356960" y="375036"/>
                </a:lnTo>
                <a:lnTo>
                  <a:pt x="360261" y="381616"/>
                </a:lnTo>
                <a:lnTo>
                  <a:pt x="363936" y="388195"/>
                </a:lnTo>
                <a:lnTo>
                  <a:pt x="367733" y="394775"/>
                </a:lnTo>
                <a:lnTo>
                  <a:pt x="371339" y="401354"/>
                </a:lnTo>
                <a:lnTo>
                  <a:pt x="374418" y="407934"/>
                </a:lnTo>
                <a:lnTo>
                  <a:pt x="376660" y="414513"/>
                </a:lnTo>
                <a:lnTo>
                  <a:pt x="377828" y="421093"/>
                </a:lnTo>
                <a:lnTo>
                  <a:pt x="377804" y="427673"/>
                </a:lnTo>
                <a:lnTo>
                  <a:pt x="376601" y="434252"/>
                </a:lnTo>
                <a:lnTo>
                  <a:pt x="374365" y="440832"/>
                </a:lnTo>
                <a:lnTo>
                  <a:pt x="371351" y="447411"/>
                </a:lnTo>
                <a:lnTo>
                  <a:pt x="367877" y="453991"/>
                </a:lnTo>
                <a:lnTo>
                  <a:pt x="364278" y="460570"/>
                </a:lnTo>
                <a:lnTo>
                  <a:pt x="360864" y="467150"/>
                </a:lnTo>
                <a:lnTo>
                  <a:pt x="357887" y="473730"/>
                </a:lnTo>
                <a:lnTo>
                  <a:pt x="355525" y="480309"/>
                </a:lnTo>
                <a:lnTo>
                  <a:pt x="353886" y="486889"/>
                </a:lnTo>
                <a:lnTo>
                  <a:pt x="353009" y="493468"/>
                </a:lnTo>
                <a:lnTo>
                  <a:pt x="352887" y="500048"/>
                </a:lnTo>
                <a:lnTo>
                  <a:pt x="353471" y="506627"/>
                </a:lnTo>
                <a:lnTo>
                  <a:pt x="354680" y="513207"/>
                </a:lnTo>
                <a:lnTo>
                  <a:pt x="356399" y="519787"/>
                </a:lnTo>
                <a:lnTo>
                  <a:pt x="358482" y="526366"/>
                </a:lnTo>
                <a:lnTo>
                  <a:pt x="360748" y="532946"/>
                </a:lnTo>
                <a:lnTo>
                  <a:pt x="362994" y="539525"/>
                </a:lnTo>
                <a:lnTo>
                  <a:pt x="365004" y="546105"/>
                </a:lnTo>
                <a:lnTo>
                  <a:pt x="366574" y="552685"/>
                </a:lnTo>
                <a:lnTo>
                  <a:pt x="367539" y="559264"/>
                </a:lnTo>
                <a:lnTo>
                  <a:pt x="367792" y="565844"/>
                </a:lnTo>
                <a:lnTo>
                  <a:pt x="367302" y="572423"/>
                </a:lnTo>
                <a:lnTo>
                  <a:pt x="366117" y="579003"/>
                </a:lnTo>
                <a:lnTo>
                  <a:pt x="364355" y="585582"/>
                </a:lnTo>
                <a:lnTo>
                  <a:pt x="362181" y="592162"/>
                </a:lnTo>
                <a:lnTo>
                  <a:pt x="359783" y="598742"/>
                </a:lnTo>
                <a:lnTo>
                  <a:pt x="357347" y="605321"/>
                </a:lnTo>
                <a:lnTo>
                  <a:pt x="355028" y="611901"/>
                </a:lnTo>
                <a:lnTo>
                  <a:pt x="352946" y="618480"/>
                </a:lnTo>
                <a:lnTo>
                  <a:pt x="351178" y="625060"/>
                </a:lnTo>
                <a:lnTo>
                  <a:pt x="349762" y="631639"/>
                </a:lnTo>
                <a:lnTo>
                  <a:pt x="348707" y="638219"/>
                </a:lnTo>
                <a:lnTo>
                  <a:pt x="348005" y="644799"/>
                </a:lnTo>
                <a:lnTo>
                  <a:pt x="347636" y="651378"/>
                </a:lnTo>
                <a:lnTo>
                  <a:pt x="347573" y="657958"/>
                </a:lnTo>
                <a:lnTo>
                  <a:pt x="347784" y="664537"/>
                </a:lnTo>
                <a:lnTo>
                  <a:pt x="348228" y="671117"/>
                </a:lnTo>
                <a:lnTo>
                  <a:pt x="348851" y="677697"/>
                </a:lnTo>
                <a:lnTo>
                  <a:pt x="349588" y="684276"/>
                </a:lnTo>
                <a:lnTo>
                  <a:pt x="350361" y="690856"/>
                </a:lnTo>
                <a:lnTo>
                  <a:pt x="351086" y="697435"/>
                </a:lnTo>
                <a:lnTo>
                  <a:pt x="351687" y="704015"/>
                </a:lnTo>
                <a:lnTo>
                  <a:pt x="352107" y="710594"/>
                </a:lnTo>
                <a:lnTo>
                  <a:pt x="352327" y="717174"/>
                </a:lnTo>
                <a:lnTo>
                  <a:pt x="352383" y="723754"/>
                </a:lnTo>
                <a:lnTo>
                  <a:pt x="352384" y="730333"/>
                </a:lnTo>
                <a:lnTo>
                  <a:pt x="352533" y="736913"/>
                </a:lnTo>
                <a:lnTo>
                  <a:pt x="353145" y="743492"/>
                </a:lnTo>
                <a:lnTo>
                  <a:pt x="354662" y="750072"/>
                </a:lnTo>
                <a:lnTo>
                  <a:pt x="357669" y="756651"/>
                </a:lnTo>
                <a:lnTo>
                  <a:pt x="362883" y="763231"/>
                </a:lnTo>
                <a:lnTo>
                  <a:pt x="371128" y="769811"/>
                </a:lnTo>
                <a:lnTo>
                  <a:pt x="383266" y="776390"/>
                </a:lnTo>
                <a:lnTo>
                  <a:pt x="400081" y="782970"/>
                </a:lnTo>
                <a:lnTo>
                  <a:pt x="422127" y="789549"/>
                </a:lnTo>
                <a:lnTo>
                  <a:pt x="449541" y="796129"/>
                </a:lnTo>
                <a:lnTo>
                  <a:pt x="481859" y="802708"/>
                </a:lnTo>
                <a:lnTo>
                  <a:pt x="517893" y="809288"/>
                </a:lnTo>
                <a:lnTo>
                  <a:pt x="555700" y="815868"/>
                </a:lnTo>
                <a:lnTo>
                  <a:pt x="592685" y="822447"/>
                </a:lnTo>
                <a:lnTo>
                  <a:pt x="625863" y="829027"/>
                </a:lnTo>
                <a:lnTo>
                  <a:pt x="652236" y="835606"/>
                </a:lnTo>
                <a:lnTo>
                  <a:pt x="669227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044" name="F2_precision_recall_distributions_4858">
            <a:extLst>
              <a:ext uri="{FF2B5EF4-FFF2-40B4-BE49-F238E27FC236}">
                <a16:creationId xmlns:a16="http://schemas.microsoft.com/office/drawing/2014/main" id="{91D0D6CC-2781-4FBE-A674-AB483E953AD5}"/>
              </a:ext>
            </a:extLst>
          </p:cNvPr>
          <p:cNvSpPr>
            <a:spLocks noGrp="1"/>
          </p:cNvSpPr>
          <p:nvPr/>
        </p:nvSpPr>
        <p:spPr>
          <a:xfrm>
            <a:off x="834606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5" name="F2_precision_recall_distributions_4859">
            <a:extLst>
              <a:ext uri="{FF2B5EF4-FFF2-40B4-BE49-F238E27FC236}">
                <a16:creationId xmlns:a16="http://schemas.microsoft.com/office/drawing/2014/main" id="{CC0F3269-402F-4A5C-9882-E7F07FB6DAF1}"/>
              </a:ext>
            </a:extLst>
          </p:cNvPr>
          <p:cNvSpPr>
            <a:spLocks noGrp="1"/>
          </p:cNvSpPr>
          <p:nvPr/>
        </p:nvSpPr>
        <p:spPr>
          <a:xfrm>
            <a:off x="83283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6" name="F2_precision_recall_distributions_4860">
            <a:extLst>
              <a:ext uri="{FF2B5EF4-FFF2-40B4-BE49-F238E27FC236}">
                <a16:creationId xmlns:a16="http://schemas.microsoft.com/office/drawing/2014/main" id="{2DDD73A2-2C3B-48BA-9196-C21FCA0FE3F6}"/>
              </a:ext>
            </a:extLst>
          </p:cNvPr>
          <p:cNvSpPr>
            <a:spLocks noGrp="1"/>
          </p:cNvSpPr>
          <p:nvPr/>
        </p:nvSpPr>
        <p:spPr>
          <a:xfrm>
            <a:off x="813124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7" name="F2_precision_recall_distributions_4861">
            <a:extLst>
              <a:ext uri="{FF2B5EF4-FFF2-40B4-BE49-F238E27FC236}">
                <a16:creationId xmlns:a16="http://schemas.microsoft.com/office/drawing/2014/main" id="{2F8BE5B0-07C7-4DAD-A288-9A5EA578CB60}"/>
              </a:ext>
            </a:extLst>
          </p:cNvPr>
          <p:cNvSpPr>
            <a:spLocks noGrp="1"/>
          </p:cNvSpPr>
          <p:nvPr/>
        </p:nvSpPr>
        <p:spPr>
          <a:xfrm>
            <a:off x="8222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8" name="F2_precision_recall_distributions_4862">
            <a:extLst>
              <a:ext uri="{FF2B5EF4-FFF2-40B4-BE49-F238E27FC236}">
                <a16:creationId xmlns:a16="http://schemas.microsoft.com/office/drawing/2014/main" id="{5E3D4B4C-6490-4B2D-AB2D-D86DE68F7AB4}"/>
              </a:ext>
            </a:extLst>
          </p:cNvPr>
          <p:cNvSpPr>
            <a:spLocks noGrp="1"/>
          </p:cNvSpPr>
          <p:nvPr/>
        </p:nvSpPr>
        <p:spPr>
          <a:xfrm>
            <a:off x="8271266" y="32637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9" name="F2_precision_recall_distributions_4863">
            <a:extLst>
              <a:ext uri="{FF2B5EF4-FFF2-40B4-BE49-F238E27FC236}">
                <a16:creationId xmlns:a16="http://schemas.microsoft.com/office/drawing/2014/main" id="{1DD4FA17-486C-44EE-A0AB-FC94F4DFDD6C}"/>
              </a:ext>
            </a:extLst>
          </p:cNvPr>
          <p:cNvSpPr>
            <a:spLocks noGrp="1"/>
          </p:cNvSpPr>
          <p:nvPr/>
        </p:nvSpPr>
        <p:spPr>
          <a:xfrm>
            <a:off x="83336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0" name="F2_precision_recall_distributions_4864">
            <a:extLst>
              <a:ext uri="{FF2B5EF4-FFF2-40B4-BE49-F238E27FC236}">
                <a16:creationId xmlns:a16="http://schemas.microsoft.com/office/drawing/2014/main" id="{249B43EE-E114-4E0A-B530-F6058EFB3A71}"/>
              </a:ext>
            </a:extLst>
          </p:cNvPr>
          <p:cNvSpPr>
            <a:spLocks noGrp="1"/>
          </p:cNvSpPr>
          <p:nvPr/>
        </p:nvSpPr>
        <p:spPr>
          <a:xfrm>
            <a:off x="82733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1" name="F2_precision_recall_distributions_4865">
            <a:extLst>
              <a:ext uri="{FF2B5EF4-FFF2-40B4-BE49-F238E27FC236}">
                <a16:creationId xmlns:a16="http://schemas.microsoft.com/office/drawing/2014/main" id="{6E695C61-6E4F-4A0F-99EB-6C0DE9061E1E}"/>
              </a:ext>
            </a:extLst>
          </p:cNvPr>
          <p:cNvSpPr>
            <a:spLocks noGrp="1"/>
          </p:cNvSpPr>
          <p:nvPr/>
        </p:nvSpPr>
        <p:spPr>
          <a:xfrm>
            <a:off x="841310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2" name="F2_precision_recall_distributions_4866">
            <a:extLst>
              <a:ext uri="{FF2B5EF4-FFF2-40B4-BE49-F238E27FC236}">
                <a16:creationId xmlns:a16="http://schemas.microsoft.com/office/drawing/2014/main" id="{3826D362-B649-4F15-A1C9-1BBFB50C951C}"/>
              </a:ext>
            </a:extLst>
          </p:cNvPr>
          <p:cNvSpPr>
            <a:spLocks noGrp="1"/>
          </p:cNvSpPr>
          <p:nvPr/>
        </p:nvSpPr>
        <p:spPr>
          <a:xfrm>
            <a:off x="84783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3" name="F2_precision_recall_distributions_4867">
            <a:extLst>
              <a:ext uri="{FF2B5EF4-FFF2-40B4-BE49-F238E27FC236}">
                <a16:creationId xmlns:a16="http://schemas.microsoft.com/office/drawing/2014/main" id="{542DD7DE-0478-4D79-8CF4-89DCDB6BE5FE}"/>
              </a:ext>
            </a:extLst>
          </p:cNvPr>
          <p:cNvSpPr>
            <a:spLocks noGrp="1"/>
          </p:cNvSpPr>
          <p:nvPr/>
        </p:nvSpPr>
        <p:spPr>
          <a:xfrm>
            <a:off x="829355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4" name="F2_precision_recall_distributions_4868">
            <a:extLst>
              <a:ext uri="{FF2B5EF4-FFF2-40B4-BE49-F238E27FC236}">
                <a16:creationId xmlns:a16="http://schemas.microsoft.com/office/drawing/2014/main" id="{CC032031-3388-4014-9C6C-311245E04404}"/>
              </a:ext>
            </a:extLst>
          </p:cNvPr>
          <p:cNvSpPr>
            <a:spLocks noGrp="1"/>
          </p:cNvSpPr>
          <p:nvPr/>
        </p:nvSpPr>
        <p:spPr>
          <a:xfrm>
            <a:off x="8165179" y="2989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5" name="F2_precision_recall_distributions_4869">
            <a:extLst>
              <a:ext uri="{FF2B5EF4-FFF2-40B4-BE49-F238E27FC236}">
                <a16:creationId xmlns:a16="http://schemas.microsoft.com/office/drawing/2014/main" id="{04148B15-4CDD-4DF2-9A12-43D26E6F078C}"/>
              </a:ext>
            </a:extLst>
          </p:cNvPr>
          <p:cNvSpPr>
            <a:spLocks noGrp="1"/>
          </p:cNvSpPr>
          <p:nvPr/>
        </p:nvSpPr>
        <p:spPr>
          <a:xfrm>
            <a:off x="8391620" y="300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6" name="F2_precision_recall_distributions_4870">
            <a:extLst>
              <a:ext uri="{FF2B5EF4-FFF2-40B4-BE49-F238E27FC236}">
                <a16:creationId xmlns:a16="http://schemas.microsoft.com/office/drawing/2014/main" id="{02BF2264-EE3F-456A-A911-DA7135A4786C}"/>
              </a:ext>
            </a:extLst>
          </p:cNvPr>
          <p:cNvSpPr>
            <a:spLocks noGrp="1"/>
          </p:cNvSpPr>
          <p:nvPr/>
        </p:nvSpPr>
        <p:spPr>
          <a:xfrm>
            <a:off x="8393653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7" name="F2_precision_recall_distributions_4871">
            <a:extLst>
              <a:ext uri="{FF2B5EF4-FFF2-40B4-BE49-F238E27FC236}">
                <a16:creationId xmlns:a16="http://schemas.microsoft.com/office/drawing/2014/main" id="{05EF3B2B-9C21-447A-A3B5-07163620E6C1}"/>
              </a:ext>
            </a:extLst>
          </p:cNvPr>
          <p:cNvSpPr>
            <a:spLocks noGrp="1"/>
          </p:cNvSpPr>
          <p:nvPr/>
        </p:nvSpPr>
        <p:spPr>
          <a:xfrm>
            <a:off x="8208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8" name="F2_precision_recall_distributions_4872">
            <a:extLst>
              <a:ext uri="{FF2B5EF4-FFF2-40B4-BE49-F238E27FC236}">
                <a16:creationId xmlns:a16="http://schemas.microsoft.com/office/drawing/2014/main" id="{18496594-6B9D-4E18-96E0-DD1512FD31CC}"/>
              </a:ext>
            </a:extLst>
          </p:cNvPr>
          <p:cNvSpPr>
            <a:spLocks noGrp="1"/>
          </p:cNvSpPr>
          <p:nvPr/>
        </p:nvSpPr>
        <p:spPr>
          <a:xfrm>
            <a:off x="8218012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9" name="F2_precision_recall_distributions_4873">
            <a:extLst>
              <a:ext uri="{FF2B5EF4-FFF2-40B4-BE49-F238E27FC236}">
                <a16:creationId xmlns:a16="http://schemas.microsoft.com/office/drawing/2014/main" id="{0446180B-B231-4156-9F4A-FAE88453D9C2}"/>
              </a:ext>
            </a:extLst>
          </p:cNvPr>
          <p:cNvSpPr>
            <a:spLocks noGrp="1"/>
          </p:cNvSpPr>
          <p:nvPr/>
        </p:nvSpPr>
        <p:spPr>
          <a:xfrm>
            <a:off x="832011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0" name="F2_precision_recall_distributions_4874">
            <a:extLst>
              <a:ext uri="{FF2B5EF4-FFF2-40B4-BE49-F238E27FC236}">
                <a16:creationId xmlns:a16="http://schemas.microsoft.com/office/drawing/2014/main" id="{B48A69A5-F75E-46EF-867C-CEA577703917}"/>
              </a:ext>
            </a:extLst>
          </p:cNvPr>
          <p:cNvSpPr>
            <a:spLocks noGrp="1"/>
          </p:cNvSpPr>
          <p:nvPr/>
        </p:nvSpPr>
        <p:spPr>
          <a:xfrm>
            <a:off x="82957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1" name="F2_precision_recall_distributions_4875">
            <a:extLst>
              <a:ext uri="{FF2B5EF4-FFF2-40B4-BE49-F238E27FC236}">
                <a16:creationId xmlns:a16="http://schemas.microsoft.com/office/drawing/2014/main" id="{E35561C4-68A6-440E-BA7A-D867FF62EE13}"/>
              </a:ext>
            </a:extLst>
          </p:cNvPr>
          <p:cNvSpPr>
            <a:spLocks noGrp="1"/>
          </p:cNvSpPr>
          <p:nvPr/>
        </p:nvSpPr>
        <p:spPr>
          <a:xfrm>
            <a:off x="840688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2" name="F2_precision_recall_distributions_4876">
            <a:extLst>
              <a:ext uri="{FF2B5EF4-FFF2-40B4-BE49-F238E27FC236}">
                <a16:creationId xmlns:a16="http://schemas.microsoft.com/office/drawing/2014/main" id="{EACDA5D4-0950-45D9-85B3-14C6DBA683DB}"/>
              </a:ext>
            </a:extLst>
          </p:cNvPr>
          <p:cNvSpPr>
            <a:spLocks noGrp="1"/>
          </p:cNvSpPr>
          <p:nvPr/>
        </p:nvSpPr>
        <p:spPr>
          <a:xfrm>
            <a:off x="833579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3" name="F2_precision_recall_distributions_4877">
            <a:extLst>
              <a:ext uri="{FF2B5EF4-FFF2-40B4-BE49-F238E27FC236}">
                <a16:creationId xmlns:a16="http://schemas.microsoft.com/office/drawing/2014/main" id="{E615F9F6-544B-4741-BFBA-6E16616716F2}"/>
              </a:ext>
            </a:extLst>
          </p:cNvPr>
          <p:cNvSpPr>
            <a:spLocks noGrp="1"/>
          </p:cNvSpPr>
          <p:nvPr/>
        </p:nvSpPr>
        <p:spPr>
          <a:xfrm>
            <a:off x="8161165" y="29677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4" name="F2_precision_recall_distributions_4878">
            <a:extLst>
              <a:ext uri="{FF2B5EF4-FFF2-40B4-BE49-F238E27FC236}">
                <a16:creationId xmlns:a16="http://schemas.microsoft.com/office/drawing/2014/main" id="{0985F054-0254-40BF-9F50-B1FCD7562FDC}"/>
              </a:ext>
            </a:extLst>
          </p:cNvPr>
          <p:cNvSpPr>
            <a:spLocks noGrp="1"/>
          </p:cNvSpPr>
          <p:nvPr/>
        </p:nvSpPr>
        <p:spPr>
          <a:xfrm>
            <a:off x="8472238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5" name="F2_precision_recall_distributions_4879">
            <a:extLst>
              <a:ext uri="{FF2B5EF4-FFF2-40B4-BE49-F238E27FC236}">
                <a16:creationId xmlns:a16="http://schemas.microsoft.com/office/drawing/2014/main" id="{12B06D94-5144-4928-9D9E-5805EF72A218}"/>
              </a:ext>
            </a:extLst>
          </p:cNvPr>
          <p:cNvSpPr>
            <a:spLocks noGrp="1"/>
          </p:cNvSpPr>
          <p:nvPr/>
        </p:nvSpPr>
        <p:spPr>
          <a:xfrm>
            <a:off x="83041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6" name="F2_precision_recall_distributions_4880">
            <a:extLst>
              <a:ext uri="{FF2B5EF4-FFF2-40B4-BE49-F238E27FC236}">
                <a16:creationId xmlns:a16="http://schemas.microsoft.com/office/drawing/2014/main" id="{71330FB5-D6F3-4C21-99CC-8E80D45D7EDA}"/>
              </a:ext>
            </a:extLst>
          </p:cNvPr>
          <p:cNvSpPr>
            <a:spLocks noGrp="1"/>
          </p:cNvSpPr>
          <p:nvPr/>
        </p:nvSpPr>
        <p:spPr>
          <a:xfrm>
            <a:off x="8483305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7" name="F2_precision_recall_distributions_4881">
            <a:extLst>
              <a:ext uri="{FF2B5EF4-FFF2-40B4-BE49-F238E27FC236}">
                <a16:creationId xmlns:a16="http://schemas.microsoft.com/office/drawing/2014/main" id="{05C305B7-2E88-4BFB-8934-AE86F0540A33}"/>
              </a:ext>
            </a:extLst>
          </p:cNvPr>
          <p:cNvSpPr>
            <a:spLocks noGrp="1"/>
          </p:cNvSpPr>
          <p:nvPr/>
        </p:nvSpPr>
        <p:spPr>
          <a:xfrm>
            <a:off x="8395399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8" name="F2_precision_recall_distributions_4882">
            <a:extLst>
              <a:ext uri="{FF2B5EF4-FFF2-40B4-BE49-F238E27FC236}">
                <a16:creationId xmlns:a16="http://schemas.microsoft.com/office/drawing/2014/main" id="{7DFFCB51-43DD-4EFA-A2D2-347408243FB7}"/>
              </a:ext>
            </a:extLst>
          </p:cNvPr>
          <p:cNvSpPr>
            <a:spLocks noGrp="1"/>
          </p:cNvSpPr>
          <p:nvPr/>
        </p:nvSpPr>
        <p:spPr>
          <a:xfrm>
            <a:off x="8177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9" name="F2_precision_recall_distributions_4883">
            <a:extLst>
              <a:ext uri="{FF2B5EF4-FFF2-40B4-BE49-F238E27FC236}">
                <a16:creationId xmlns:a16="http://schemas.microsoft.com/office/drawing/2014/main" id="{1D848FE5-FECE-49EB-B4AE-C4A8AF77C4EC}"/>
              </a:ext>
            </a:extLst>
          </p:cNvPr>
          <p:cNvSpPr>
            <a:spLocks noGrp="1"/>
          </p:cNvSpPr>
          <p:nvPr/>
        </p:nvSpPr>
        <p:spPr>
          <a:xfrm>
            <a:off x="82331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0" name="F2_precision_recall_distributions_4884">
            <a:extLst>
              <a:ext uri="{FF2B5EF4-FFF2-40B4-BE49-F238E27FC236}">
                <a16:creationId xmlns:a16="http://schemas.microsoft.com/office/drawing/2014/main" id="{CD52101E-9A52-434D-9C6E-26C6D0FBE8C4}"/>
              </a:ext>
            </a:extLst>
          </p:cNvPr>
          <p:cNvSpPr>
            <a:spLocks noGrp="1"/>
          </p:cNvSpPr>
          <p:nvPr/>
        </p:nvSpPr>
        <p:spPr>
          <a:xfrm>
            <a:off x="8321957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1" name="F2_precision_recall_distributions_4885">
            <a:extLst>
              <a:ext uri="{FF2B5EF4-FFF2-40B4-BE49-F238E27FC236}">
                <a16:creationId xmlns:a16="http://schemas.microsoft.com/office/drawing/2014/main" id="{F1D633D9-BE9D-4765-8F03-A0EE03355BB9}"/>
              </a:ext>
            </a:extLst>
          </p:cNvPr>
          <p:cNvSpPr>
            <a:spLocks noGrp="1"/>
          </p:cNvSpPr>
          <p:nvPr/>
        </p:nvSpPr>
        <p:spPr>
          <a:xfrm>
            <a:off x="816800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2" name="F2_precision_recall_distributions_4886">
            <a:extLst>
              <a:ext uri="{FF2B5EF4-FFF2-40B4-BE49-F238E27FC236}">
                <a16:creationId xmlns:a16="http://schemas.microsoft.com/office/drawing/2014/main" id="{58CF50BB-47F2-4122-A7F5-17B6773DBC63}"/>
              </a:ext>
            </a:extLst>
          </p:cNvPr>
          <p:cNvSpPr>
            <a:spLocks noGrp="1"/>
          </p:cNvSpPr>
          <p:nvPr/>
        </p:nvSpPr>
        <p:spPr>
          <a:xfrm>
            <a:off x="8357431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3" name="F2_precision_recall_distributions_4887">
            <a:extLst>
              <a:ext uri="{FF2B5EF4-FFF2-40B4-BE49-F238E27FC236}">
                <a16:creationId xmlns:a16="http://schemas.microsoft.com/office/drawing/2014/main" id="{D0B8F05C-564E-4D97-B8CF-26E648BE3650}"/>
              </a:ext>
            </a:extLst>
          </p:cNvPr>
          <p:cNvSpPr>
            <a:spLocks noGrp="1"/>
          </p:cNvSpPr>
          <p:nvPr/>
        </p:nvSpPr>
        <p:spPr>
          <a:xfrm>
            <a:off x="834358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4" name="F2_precision_recall_distributions_4888">
            <a:extLst>
              <a:ext uri="{FF2B5EF4-FFF2-40B4-BE49-F238E27FC236}">
                <a16:creationId xmlns:a16="http://schemas.microsoft.com/office/drawing/2014/main" id="{A41E1262-4D31-4BBB-8ADE-89A793441309}"/>
              </a:ext>
            </a:extLst>
          </p:cNvPr>
          <p:cNvSpPr>
            <a:spLocks noGrp="1"/>
          </p:cNvSpPr>
          <p:nvPr/>
        </p:nvSpPr>
        <p:spPr>
          <a:xfrm>
            <a:off x="83888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5" name="F2_precision_recall_distributions_4889">
            <a:extLst>
              <a:ext uri="{FF2B5EF4-FFF2-40B4-BE49-F238E27FC236}">
                <a16:creationId xmlns:a16="http://schemas.microsoft.com/office/drawing/2014/main" id="{11885BDA-1587-4221-AAAC-28E54C1C403B}"/>
              </a:ext>
            </a:extLst>
          </p:cNvPr>
          <p:cNvSpPr>
            <a:spLocks noGrp="1"/>
          </p:cNvSpPr>
          <p:nvPr/>
        </p:nvSpPr>
        <p:spPr>
          <a:xfrm>
            <a:off x="8250480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6" name="F2_precision_recall_distributions_4890">
            <a:extLst>
              <a:ext uri="{FF2B5EF4-FFF2-40B4-BE49-F238E27FC236}">
                <a16:creationId xmlns:a16="http://schemas.microsoft.com/office/drawing/2014/main" id="{3AADBB9E-4BDA-4D28-9A6D-139D987C3495}"/>
              </a:ext>
            </a:extLst>
          </p:cNvPr>
          <p:cNvSpPr>
            <a:spLocks noGrp="1"/>
          </p:cNvSpPr>
          <p:nvPr/>
        </p:nvSpPr>
        <p:spPr>
          <a:xfrm>
            <a:off x="84278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7" name="F2_precision_recall_distributions_4891">
            <a:extLst>
              <a:ext uri="{FF2B5EF4-FFF2-40B4-BE49-F238E27FC236}">
                <a16:creationId xmlns:a16="http://schemas.microsoft.com/office/drawing/2014/main" id="{00764961-9E84-447D-A821-76E83DA095A5}"/>
              </a:ext>
            </a:extLst>
          </p:cNvPr>
          <p:cNvSpPr>
            <a:spLocks noGrp="1"/>
          </p:cNvSpPr>
          <p:nvPr/>
        </p:nvSpPr>
        <p:spPr>
          <a:xfrm>
            <a:off x="844101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8" name="F2_precision_recall_distributions_4892">
            <a:extLst>
              <a:ext uri="{FF2B5EF4-FFF2-40B4-BE49-F238E27FC236}">
                <a16:creationId xmlns:a16="http://schemas.microsoft.com/office/drawing/2014/main" id="{282C18FE-048A-411D-A64C-99D437A14EC3}"/>
              </a:ext>
            </a:extLst>
          </p:cNvPr>
          <p:cNvSpPr>
            <a:spLocks noGrp="1"/>
          </p:cNvSpPr>
          <p:nvPr/>
        </p:nvSpPr>
        <p:spPr>
          <a:xfrm>
            <a:off x="8364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9" name="F2_precision_recall_distributions_4893">
            <a:extLst>
              <a:ext uri="{FF2B5EF4-FFF2-40B4-BE49-F238E27FC236}">
                <a16:creationId xmlns:a16="http://schemas.microsoft.com/office/drawing/2014/main" id="{FD0C86C8-CA4D-497C-89D1-8F5995938E44}"/>
              </a:ext>
            </a:extLst>
          </p:cNvPr>
          <p:cNvSpPr>
            <a:spLocks noGrp="1"/>
          </p:cNvSpPr>
          <p:nvPr/>
        </p:nvSpPr>
        <p:spPr>
          <a:xfrm>
            <a:off x="831704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0" name="F2_precision_recall_distributions_4894">
            <a:extLst>
              <a:ext uri="{FF2B5EF4-FFF2-40B4-BE49-F238E27FC236}">
                <a16:creationId xmlns:a16="http://schemas.microsoft.com/office/drawing/2014/main" id="{FB6874F2-69D6-4AF6-A3FF-7D094DD1C824}"/>
              </a:ext>
            </a:extLst>
          </p:cNvPr>
          <p:cNvSpPr>
            <a:spLocks noGrp="1"/>
          </p:cNvSpPr>
          <p:nvPr/>
        </p:nvSpPr>
        <p:spPr>
          <a:xfrm>
            <a:off x="83953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1" name="F2_precision_recall_distributions_4895">
            <a:extLst>
              <a:ext uri="{FF2B5EF4-FFF2-40B4-BE49-F238E27FC236}">
                <a16:creationId xmlns:a16="http://schemas.microsoft.com/office/drawing/2014/main" id="{A7CC5629-A046-48CF-A2D0-3366CA4856EC}"/>
              </a:ext>
            </a:extLst>
          </p:cNvPr>
          <p:cNvSpPr>
            <a:spLocks noGrp="1"/>
          </p:cNvSpPr>
          <p:nvPr/>
        </p:nvSpPr>
        <p:spPr>
          <a:xfrm>
            <a:off x="849899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2" name="F2_precision_recall_distributions_4896">
            <a:extLst>
              <a:ext uri="{FF2B5EF4-FFF2-40B4-BE49-F238E27FC236}">
                <a16:creationId xmlns:a16="http://schemas.microsoft.com/office/drawing/2014/main" id="{E32FEAB4-8A57-470D-B410-702AC206B288}"/>
              </a:ext>
            </a:extLst>
          </p:cNvPr>
          <p:cNvSpPr>
            <a:spLocks noGrp="1"/>
          </p:cNvSpPr>
          <p:nvPr/>
        </p:nvSpPr>
        <p:spPr>
          <a:xfrm>
            <a:off x="84908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3" name="F2_precision_recall_distributions_4897">
            <a:extLst>
              <a:ext uri="{FF2B5EF4-FFF2-40B4-BE49-F238E27FC236}">
                <a16:creationId xmlns:a16="http://schemas.microsoft.com/office/drawing/2014/main" id="{ECF6E6C7-3076-40B8-A7B1-BC67143BAE34}"/>
              </a:ext>
            </a:extLst>
          </p:cNvPr>
          <p:cNvSpPr>
            <a:spLocks noGrp="1"/>
          </p:cNvSpPr>
          <p:nvPr/>
        </p:nvSpPr>
        <p:spPr>
          <a:xfrm>
            <a:off x="8293992" y="33921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4" name="F2_precision_recall_distributions_4898">
            <a:extLst>
              <a:ext uri="{FF2B5EF4-FFF2-40B4-BE49-F238E27FC236}">
                <a16:creationId xmlns:a16="http://schemas.microsoft.com/office/drawing/2014/main" id="{19B27B59-D032-4A1C-BA92-810A0C9D4CF7}"/>
              </a:ext>
            </a:extLst>
          </p:cNvPr>
          <p:cNvSpPr>
            <a:spLocks noGrp="1"/>
          </p:cNvSpPr>
          <p:nvPr/>
        </p:nvSpPr>
        <p:spPr>
          <a:xfrm>
            <a:off x="82492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5" name="F2_precision_recall_distributions_4899">
            <a:extLst>
              <a:ext uri="{FF2B5EF4-FFF2-40B4-BE49-F238E27FC236}">
                <a16:creationId xmlns:a16="http://schemas.microsoft.com/office/drawing/2014/main" id="{B50D28F9-0136-4729-A74B-CD5FB05572D3}"/>
              </a:ext>
            </a:extLst>
          </p:cNvPr>
          <p:cNvSpPr>
            <a:spLocks noGrp="1"/>
          </p:cNvSpPr>
          <p:nvPr/>
        </p:nvSpPr>
        <p:spPr>
          <a:xfrm>
            <a:off x="817974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6" name="F2_precision_recall_distributions_4900">
            <a:extLst>
              <a:ext uri="{FF2B5EF4-FFF2-40B4-BE49-F238E27FC236}">
                <a16:creationId xmlns:a16="http://schemas.microsoft.com/office/drawing/2014/main" id="{48B4BBE4-39F5-41EB-B3E7-98DB0FA37FC9}"/>
              </a:ext>
            </a:extLst>
          </p:cNvPr>
          <p:cNvSpPr>
            <a:spLocks noGrp="1"/>
          </p:cNvSpPr>
          <p:nvPr/>
        </p:nvSpPr>
        <p:spPr>
          <a:xfrm>
            <a:off x="83190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7" name="F2_precision_recall_distributions_4901">
            <a:extLst>
              <a:ext uri="{FF2B5EF4-FFF2-40B4-BE49-F238E27FC236}">
                <a16:creationId xmlns:a16="http://schemas.microsoft.com/office/drawing/2014/main" id="{4B02DF7F-972A-4A75-BE50-6FBE57CA487F}"/>
              </a:ext>
            </a:extLst>
          </p:cNvPr>
          <p:cNvSpPr>
            <a:spLocks noGrp="1"/>
          </p:cNvSpPr>
          <p:nvPr/>
        </p:nvSpPr>
        <p:spPr>
          <a:xfrm>
            <a:off x="842432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8" name="F2_precision_recall_distributions_4902">
            <a:extLst>
              <a:ext uri="{FF2B5EF4-FFF2-40B4-BE49-F238E27FC236}">
                <a16:creationId xmlns:a16="http://schemas.microsoft.com/office/drawing/2014/main" id="{54983F7F-A4FE-486F-918E-57A6A2F91451}"/>
              </a:ext>
            </a:extLst>
          </p:cNvPr>
          <p:cNvSpPr>
            <a:spLocks noGrp="1"/>
          </p:cNvSpPr>
          <p:nvPr/>
        </p:nvSpPr>
        <p:spPr>
          <a:xfrm>
            <a:off x="8468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9" name="F2_precision_recall_distributions_4903">
            <a:extLst>
              <a:ext uri="{FF2B5EF4-FFF2-40B4-BE49-F238E27FC236}">
                <a16:creationId xmlns:a16="http://schemas.microsoft.com/office/drawing/2014/main" id="{619E7BE8-0EAC-4303-9B28-E536D2ECAB90}"/>
              </a:ext>
            </a:extLst>
          </p:cNvPr>
          <p:cNvSpPr>
            <a:spLocks noGrp="1"/>
          </p:cNvSpPr>
          <p:nvPr/>
        </p:nvSpPr>
        <p:spPr>
          <a:xfrm>
            <a:off x="84244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0" name="F2_precision_recall_distributions_4904">
            <a:extLst>
              <a:ext uri="{FF2B5EF4-FFF2-40B4-BE49-F238E27FC236}">
                <a16:creationId xmlns:a16="http://schemas.microsoft.com/office/drawing/2014/main" id="{CDCC8E8D-AAD9-4127-B510-CC5F20F25F22}"/>
              </a:ext>
            </a:extLst>
          </p:cNvPr>
          <p:cNvSpPr>
            <a:spLocks noGrp="1"/>
          </p:cNvSpPr>
          <p:nvPr/>
        </p:nvSpPr>
        <p:spPr>
          <a:xfrm>
            <a:off x="834723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1" name="F2_precision_recall_distributions_4905">
            <a:extLst>
              <a:ext uri="{FF2B5EF4-FFF2-40B4-BE49-F238E27FC236}">
                <a16:creationId xmlns:a16="http://schemas.microsoft.com/office/drawing/2014/main" id="{708DC6EE-64DD-478A-A65F-DF5B2A2F4E67}"/>
              </a:ext>
            </a:extLst>
          </p:cNvPr>
          <p:cNvSpPr>
            <a:spLocks noGrp="1"/>
          </p:cNvSpPr>
          <p:nvPr/>
        </p:nvSpPr>
        <p:spPr>
          <a:xfrm>
            <a:off x="83734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2" name="F2_precision_recall_distributions_4906">
            <a:extLst>
              <a:ext uri="{FF2B5EF4-FFF2-40B4-BE49-F238E27FC236}">
                <a16:creationId xmlns:a16="http://schemas.microsoft.com/office/drawing/2014/main" id="{E3740F35-2BCA-4715-8A5B-328A26E2D57D}"/>
              </a:ext>
            </a:extLst>
          </p:cNvPr>
          <p:cNvSpPr>
            <a:spLocks noGrp="1"/>
          </p:cNvSpPr>
          <p:nvPr/>
        </p:nvSpPr>
        <p:spPr>
          <a:xfrm>
            <a:off x="819435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3" name="F2_precision_recall_distributions_4907">
            <a:extLst>
              <a:ext uri="{FF2B5EF4-FFF2-40B4-BE49-F238E27FC236}">
                <a16:creationId xmlns:a16="http://schemas.microsoft.com/office/drawing/2014/main" id="{70C70C36-9156-485C-889A-7D565618C384}"/>
              </a:ext>
            </a:extLst>
          </p:cNvPr>
          <p:cNvSpPr>
            <a:spLocks noGrp="1"/>
          </p:cNvSpPr>
          <p:nvPr/>
        </p:nvSpPr>
        <p:spPr>
          <a:xfrm>
            <a:off x="8465090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4" name="F2_precision_recall_distributions_4908">
            <a:extLst>
              <a:ext uri="{FF2B5EF4-FFF2-40B4-BE49-F238E27FC236}">
                <a16:creationId xmlns:a16="http://schemas.microsoft.com/office/drawing/2014/main" id="{370ED32F-4EC8-43E0-81F1-B7A0F7DCF63B}"/>
              </a:ext>
            </a:extLst>
          </p:cNvPr>
          <p:cNvSpPr>
            <a:spLocks noGrp="1"/>
          </p:cNvSpPr>
          <p:nvPr/>
        </p:nvSpPr>
        <p:spPr>
          <a:xfrm>
            <a:off x="83365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5" name="F2_precision_recall_distributions_4909">
            <a:extLst>
              <a:ext uri="{FF2B5EF4-FFF2-40B4-BE49-F238E27FC236}">
                <a16:creationId xmlns:a16="http://schemas.microsoft.com/office/drawing/2014/main" id="{E438FFEE-E183-42CE-A209-AD3307624467}"/>
              </a:ext>
            </a:extLst>
          </p:cNvPr>
          <p:cNvSpPr>
            <a:spLocks noGrp="1"/>
          </p:cNvSpPr>
          <p:nvPr/>
        </p:nvSpPr>
        <p:spPr>
          <a:xfrm>
            <a:off x="8177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6" name="F2_precision_recall_distributions_4910">
            <a:extLst>
              <a:ext uri="{FF2B5EF4-FFF2-40B4-BE49-F238E27FC236}">
                <a16:creationId xmlns:a16="http://schemas.microsoft.com/office/drawing/2014/main" id="{5B04E731-EBC9-4F0D-9668-ED9F4FD4BA94}"/>
              </a:ext>
            </a:extLst>
          </p:cNvPr>
          <p:cNvSpPr>
            <a:spLocks noGrp="1"/>
          </p:cNvSpPr>
          <p:nvPr/>
        </p:nvSpPr>
        <p:spPr>
          <a:xfrm>
            <a:off x="81466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7" name="F2_precision_recall_distributions_4911">
            <a:extLst>
              <a:ext uri="{FF2B5EF4-FFF2-40B4-BE49-F238E27FC236}">
                <a16:creationId xmlns:a16="http://schemas.microsoft.com/office/drawing/2014/main" id="{AEFAC2EF-9DA2-4070-B508-5A71698D62C7}"/>
              </a:ext>
            </a:extLst>
          </p:cNvPr>
          <p:cNvSpPr>
            <a:spLocks noGrp="1"/>
          </p:cNvSpPr>
          <p:nvPr/>
        </p:nvSpPr>
        <p:spPr>
          <a:xfrm>
            <a:off x="8489662" y="30442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8" name="F2_precision_recall_distributions_4912">
            <a:extLst>
              <a:ext uri="{FF2B5EF4-FFF2-40B4-BE49-F238E27FC236}">
                <a16:creationId xmlns:a16="http://schemas.microsoft.com/office/drawing/2014/main" id="{E6BECC57-0921-4FF8-AE9D-A1BE0DBFABBE}"/>
              </a:ext>
            </a:extLst>
          </p:cNvPr>
          <p:cNvSpPr>
            <a:spLocks noGrp="1"/>
          </p:cNvSpPr>
          <p:nvPr/>
        </p:nvSpPr>
        <p:spPr>
          <a:xfrm>
            <a:off x="81753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9" name="F2_precision_recall_distributions_4913">
            <a:extLst>
              <a:ext uri="{FF2B5EF4-FFF2-40B4-BE49-F238E27FC236}">
                <a16:creationId xmlns:a16="http://schemas.microsoft.com/office/drawing/2014/main" id="{F79B37AF-0E0F-4DEF-A9DD-90DBDE279CE2}"/>
              </a:ext>
            </a:extLst>
          </p:cNvPr>
          <p:cNvSpPr>
            <a:spLocks noGrp="1"/>
          </p:cNvSpPr>
          <p:nvPr/>
        </p:nvSpPr>
        <p:spPr>
          <a:xfrm>
            <a:off x="8195950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0" name="F2_precision_recall_distributions_4914">
            <a:extLst>
              <a:ext uri="{FF2B5EF4-FFF2-40B4-BE49-F238E27FC236}">
                <a16:creationId xmlns:a16="http://schemas.microsoft.com/office/drawing/2014/main" id="{4645442C-FB34-4F0D-9FC5-B284E1E5759D}"/>
              </a:ext>
            </a:extLst>
          </p:cNvPr>
          <p:cNvSpPr>
            <a:spLocks noGrp="1"/>
          </p:cNvSpPr>
          <p:nvPr/>
        </p:nvSpPr>
        <p:spPr>
          <a:xfrm>
            <a:off x="833675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1" name="F2_precision_recall_distributions_4915">
            <a:extLst>
              <a:ext uri="{FF2B5EF4-FFF2-40B4-BE49-F238E27FC236}">
                <a16:creationId xmlns:a16="http://schemas.microsoft.com/office/drawing/2014/main" id="{F4ADBE80-FDBF-48C3-A2C3-B994E8FA082E}"/>
              </a:ext>
            </a:extLst>
          </p:cNvPr>
          <p:cNvSpPr>
            <a:spLocks noGrp="1"/>
          </p:cNvSpPr>
          <p:nvPr/>
        </p:nvSpPr>
        <p:spPr>
          <a:xfrm>
            <a:off x="81587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2" name="F2_precision_recall_distributions_4916">
            <a:extLst>
              <a:ext uri="{FF2B5EF4-FFF2-40B4-BE49-F238E27FC236}">
                <a16:creationId xmlns:a16="http://schemas.microsoft.com/office/drawing/2014/main" id="{D25F0C36-CC95-4B5E-A16E-40F68DE4C1E5}"/>
              </a:ext>
            </a:extLst>
          </p:cNvPr>
          <p:cNvSpPr>
            <a:spLocks noGrp="1"/>
          </p:cNvSpPr>
          <p:nvPr/>
        </p:nvSpPr>
        <p:spPr>
          <a:xfrm>
            <a:off x="8496916" y="3689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3" name="F2_precision_recall_distributions_4917">
            <a:extLst>
              <a:ext uri="{FF2B5EF4-FFF2-40B4-BE49-F238E27FC236}">
                <a16:creationId xmlns:a16="http://schemas.microsoft.com/office/drawing/2014/main" id="{4EFAC38F-DDF1-4925-92E2-EC7FB5402716}"/>
              </a:ext>
            </a:extLst>
          </p:cNvPr>
          <p:cNvSpPr>
            <a:spLocks noGrp="1"/>
          </p:cNvSpPr>
          <p:nvPr/>
        </p:nvSpPr>
        <p:spPr>
          <a:xfrm>
            <a:off x="8279992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4" name="F2_precision_recall_distributions_4918">
            <a:extLst>
              <a:ext uri="{FF2B5EF4-FFF2-40B4-BE49-F238E27FC236}">
                <a16:creationId xmlns:a16="http://schemas.microsoft.com/office/drawing/2014/main" id="{A97D8BA1-4AE9-438F-84A3-F06ABEC7F3E4}"/>
              </a:ext>
            </a:extLst>
          </p:cNvPr>
          <p:cNvSpPr>
            <a:spLocks noGrp="1"/>
          </p:cNvSpPr>
          <p:nvPr/>
        </p:nvSpPr>
        <p:spPr>
          <a:xfrm>
            <a:off x="841556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5" name="F2_precision_recall_distributions_4919">
            <a:extLst>
              <a:ext uri="{FF2B5EF4-FFF2-40B4-BE49-F238E27FC236}">
                <a16:creationId xmlns:a16="http://schemas.microsoft.com/office/drawing/2014/main" id="{3539A439-56F2-4CAC-826E-A342BA623D5E}"/>
              </a:ext>
            </a:extLst>
          </p:cNvPr>
          <p:cNvSpPr>
            <a:spLocks noGrp="1"/>
          </p:cNvSpPr>
          <p:nvPr/>
        </p:nvSpPr>
        <p:spPr>
          <a:xfrm>
            <a:off x="82654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6" name="F2_precision_recall_distributions_4920">
            <a:extLst>
              <a:ext uri="{FF2B5EF4-FFF2-40B4-BE49-F238E27FC236}">
                <a16:creationId xmlns:a16="http://schemas.microsoft.com/office/drawing/2014/main" id="{E6E8408F-F71E-41AF-9C70-1FC74D1375C7}"/>
              </a:ext>
            </a:extLst>
          </p:cNvPr>
          <p:cNvSpPr>
            <a:spLocks noGrp="1"/>
          </p:cNvSpPr>
          <p:nvPr/>
        </p:nvSpPr>
        <p:spPr>
          <a:xfrm>
            <a:off x="843990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7" name="F2_precision_recall_distributions_4921">
            <a:extLst>
              <a:ext uri="{FF2B5EF4-FFF2-40B4-BE49-F238E27FC236}">
                <a16:creationId xmlns:a16="http://schemas.microsoft.com/office/drawing/2014/main" id="{8EE8951F-0A0A-4F42-8FA9-133261024077}"/>
              </a:ext>
            </a:extLst>
          </p:cNvPr>
          <p:cNvSpPr>
            <a:spLocks noGrp="1"/>
          </p:cNvSpPr>
          <p:nvPr/>
        </p:nvSpPr>
        <p:spPr>
          <a:xfrm>
            <a:off x="84098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8" name="F2_precision_recall_distributions_4922">
            <a:extLst>
              <a:ext uri="{FF2B5EF4-FFF2-40B4-BE49-F238E27FC236}">
                <a16:creationId xmlns:a16="http://schemas.microsoft.com/office/drawing/2014/main" id="{912E4FB7-DC5C-4C7D-A3C5-EB55C31CD285}"/>
              </a:ext>
            </a:extLst>
          </p:cNvPr>
          <p:cNvSpPr>
            <a:spLocks noGrp="1"/>
          </p:cNvSpPr>
          <p:nvPr/>
        </p:nvSpPr>
        <p:spPr>
          <a:xfrm>
            <a:off x="829818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9" name="F2_precision_recall_distributions_4923">
            <a:extLst>
              <a:ext uri="{FF2B5EF4-FFF2-40B4-BE49-F238E27FC236}">
                <a16:creationId xmlns:a16="http://schemas.microsoft.com/office/drawing/2014/main" id="{87366994-D2EC-4A75-9797-0F28C2E94244}"/>
              </a:ext>
            </a:extLst>
          </p:cNvPr>
          <p:cNvSpPr>
            <a:spLocks noGrp="1"/>
          </p:cNvSpPr>
          <p:nvPr/>
        </p:nvSpPr>
        <p:spPr>
          <a:xfrm>
            <a:off x="8141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0" name="F2_precision_recall_distributions_4924">
            <a:extLst>
              <a:ext uri="{FF2B5EF4-FFF2-40B4-BE49-F238E27FC236}">
                <a16:creationId xmlns:a16="http://schemas.microsoft.com/office/drawing/2014/main" id="{CA31335A-9435-40FC-9895-AF7A54AAEE38}"/>
              </a:ext>
            </a:extLst>
          </p:cNvPr>
          <p:cNvSpPr>
            <a:spLocks noGrp="1"/>
          </p:cNvSpPr>
          <p:nvPr/>
        </p:nvSpPr>
        <p:spPr>
          <a:xfrm>
            <a:off x="8260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1" name="F2_precision_recall_distributions_4925">
            <a:extLst>
              <a:ext uri="{FF2B5EF4-FFF2-40B4-BE49-F238E27FC236}">
                <a16:creationId xmlns:a16="http://schemas.microsoft.com/office/drawing/2014/main" id="{5B857267-D3B9-469C-BB21-CB0BE95AA52C}"/>
              </a:ext>
            </a:extLst>
          </p:cNvPr>
          <p:cNvSpPr>
            <a:spLocks noGrp="1"/>
          </p:cNvSpPr>
          <p:nvPr/>
        </p:nvSpPr>
        <p:spPr>
          <a:xfrm>
            <a:off x="83438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2" name="F2_precision_recall_distributions_4926">
            <a:extLst>
              <a:ext uri="{FF2B5EF4-FFF2-40B4-BE49-F238E27FC236}">
                <a16:creationId xmlns:a16="http://schemas.microsoft.com/office/drawing/2014/main" id="{00501A8C-4E53-4D9F-A11B-DA5B12E78BFC}"/>
              </a:ext>
            </a:extLst>
          </p:cNvPr>
          <p:cNvSpPr>
            <a:spLocks noGrp="1"/>
          </p:cNvSpPr>
          <p:nvPr/>
        </p:nvSpPr>
        <p:spPr>
          <a:xfrm>
            <a:off x="8285636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3" name="F2_precision_recall_distributions_4927">
            <a:extLst>
              <a:ext uri="{FF2B5EF4-FFF2-40B4-BE49-F238E27FC236}">
                <a16:creationId xmlns:a16="http://schemas.microsoft.com/office/drawing/2014/main" id="{CDD3BD2A-C3B1-4BA5-97DE-79777F1F897F}"/>
              </a:ext>
            </a:extLst>
          </p:cNvPr>
          <p:cNvSpPr>
            <a:spLocks noGrp="1"/>
          </p:cNvSpPr>
          <p:nvPr/>
        </p:nvSpPr>
        <p:spPr>
          <a:xfrm>
            <a:off x="82510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4" name="F2_precision_recall_distributions_4928">
            <a:extLst>
              <a:ext uri="{FF2B5EF4-FFF2-40B4-BE49-F238E27FC236}">
                <a16:creationId xmlns:a16="http://schemas.microsoft.com/office/drawing/2014/main" id="{9D8C125D-F49E-4C65-AAC2-6C0E9015E614}"/>
              </a:ext>
            </a:extLst>
          </p:cNvPr>
          <p:cNvSpPr>
            <a:spLocks noGrp="1"/>
          </p:cNvSpPr>
          <p:nvPr/>
        </p:nvSpPr>
        <p:spPr>
          <a:xfrm>
            <a:off x="825328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5" name="F2_precision_recall_distributions_4929">
            <a:extLst>
              <a:ext uri="{FF2B5EF4-FFF2-40B4-BE49-F238E27FC236}">
                <a16:creationId xmlns:a16="http://schemas.microsoft.com/office/drawing/2014/main" id="{DBC3F8F1-5018-4881-8A23-4AA95D22E20A}"/>
              </a:ext>
            </a:extLst>
          </p:cNvPr>
          <p:cNvSpPr>
            <a:spLocks noGrp="1"/>
          </p:cNvSpPr>
          <p:nvPr/>
        </p:nvSpPr>
        <p:spPr>
          <a:xfrm>
            <a:off x="8325995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6" name="F2_precision_recall_distributions_4930">
            <a:extLst>
              <a:ext uri="{FF2B5EF4-FFF2-40B4-BE49-F238E27FC236}">
                <a16:creationId xmlns:a16="http://schemas.microsoft.com/office/drawing/2014/main" id="{8541B79C-0BB5-430F-AF97-A32EBAB9BA6D}"/>
              </a:ext>
            </a:extLst>
          </p:cNvPr>
          <p:cNvSpPr>
            <a:spLocks noGrp="1"/>
          </p:cNvSpPr>
          <p:nvPr/>
        </p:nvSpPr>
        <p:spPr>
          <a:xfrm>
            <a:off x="81862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7" name="F2_precision_recall_distributions_4931">
            <a:extLst>
              <a:ext uri="{FF2B5EF4-FFF2-40B4-BE49-F238E27FC236}">
                <a16:creationId xmlns:a16="http://schemas.microsoft.com/office/drawing/2014/main" id="{6F2C1B89-2D32-4EEE-944D-9D3D92D48D15}"/>
              </a:ext>
            </a:extLst>
          </p:cNvPr>
          <p:cNvSpPr>
            <a:spLocks noGrp="1"/>
          </p:cNvSpPr>
          <p:nvPr/>
        </p:nvSpPr>
        <p:spPr>
          <a:xfrm>
            <a:off x="833123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8" name="F2_precision_recall_distributions_4932">
            <a:extLst>
              <a:ext uri="{FF2B5EF4-FFF2-40B4-BE49-F238E27FC236}">
                <a16:creationId xmlns:a16="http://schemas.microsoft.com/office/drawing/2014/main" id="{F1736194-7423-4003-90E7-4A9C3ED99160}"/>
              </a:ext>
            </a:extLst>
          </p:cNvPr>
          <p:cNvSpPr>
            <a:spLocks noGrp="1"/>
          </p:cNvSpPr>
          <p:nvPr/>
        </p:nvSpPr>
        <p:spPr>
          <a:xfrm>
            <a:off x="8501681" y="3370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9" name="F2_precision_recall_distributions_4933">
            <a:extLst>
              <a:ext uri="{FF2B5EF4-FFF2-40B4-BE49-F238E27FC236}">
                <a16:creationId xmlns:a16="http://schemas.microsoft.com/office/drawing/2014/main" id="{478BD53C-430D-4471-974C-E079355D488A}"/>
              </a:ext>
            </a:extLst>
          </p:cNvPr>
          <p:cNvSpPr>
            <a:spLocks noGrp="1"/>
          </p:cNvSpPr>
          <p:nvPr/>
        </p:nvSpPr>
        <p:spPr>
          <a:xfrm>
            <a:off x="8139940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0" name="F2_precision_recall_distributions_4934">
            <a:extLst>
              <a:ext uri="{FF2B5EF4-FFF2-40B4-BE49-F238E27FC236}">
                <a16:creationId xmlns:a16="http://schemas.microsoft.com/office/drawing/2014/main" id="{0B2EE20B-D99E-444D-AF86-5C4017ABD71B}"/>
              </a:ext>
            </a:extLst>
          </p:cNvPr>
          <p:cNvSpPr>
            <a:spLocks noGrp="1"/>
          </p:cNvSpPr>
          <p:nvPr/>
        </p:nvSpPr>
        <p:spPr>
          <a:xfrm>
            <a:off x="825111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1" name="F2_precision_recall_distributions_4935">
            <a:extLst>
              <a:ext uri="{FF2B5EF4-FFF2-40B4-BE49-F238E27FC236}">
                <a16:creationId xmlns:a16="http://schemas.microsoft.com/office/drawing/2014/main" id="{D461BA71-8DE7-4397-BC2A-56FCA2F46913}"/>
              </a:ext>
            </a:extLst>
          </p:cNvPr>
          <p:cNvSpPr>
            <a:spLocks noGrp="1"/>
          </p:cNvSpPr>
          <p:nvPr/>
        </p:nvSpPr>
        <p:spPr>
          <a:xfrm>
            <a:off x="8357144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2" name="F2_precision_recall_distributions_4936">
            <a:extLst>
              <a:ext uri="{FF2B5EF4-FFF2-40B4-BE49-F238E27FC236}">
                <a16:creationId xmlns:a16="http://schemas.microsoft.com/office/drawing/2014/main" id="{182D2883-2BF9-4E03-BEF9-7746C83B914E}"/>
              </a:ext>
            </a:extLst>
          </p:cNvPr>
          <p:cNvSpPr>
            <a:spLocks noGrp="1"/>
          </p:cNvSpPr>
          <p:nvPr/>
        </p:nvSpPr>
        <p:spPr>
          <a:xfrm>
            <a:off x="84899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3" name="F2_precision_recall_distributions_4937">
            <a:extLst>
              <a:ext uri="{FF2B5EF4-FFF2-40B4-BE49-F238E27FC236}">
                <a16:creationId xmlns:a16="http://schemas.microsoft.com/office/drawing/2014/main" id="{2C594106-5F27-4079-876C-E829172DC1B1}"/>
              </a:ext>
            </a:extLst>
          </p:cNvPr>
          <p:cNvSpPr>
            <a:spLocks noGrp="1"/>
          </p:cNvSpPr>
          <p:nvPr/>
        </p:nvSpPr>
        <p:spPr>
          <a:xfrm>
            <a:off x="84124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4" name="F2_precision_recall_distributions_4938">
            <a:extLst>
              <a:ext uri="{FF2B5EF4-FFF2-40B4-BE49-F238E27FC236}">
                <a16:creationId xmlns:a16="http://schemas.microsoft.com/office/drawing/2014/main" id="{059EDB46-5313-4A03-B04E-F9A1D33D7909}"/>
              </a:ext>
            </a:extLst>
          </p:cNvPr>
          <p:cNvSpPr>
            <a:spLocks noGrp="1"/>
          </p:cNvSpPr>
          <p:nvPr/>
        </p:nvSpPr>
        <p:spPr>
          <a:xfrm>
            <a:off x="824042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5" name="F2_precision_recall_distributions_4939">
            <a:extLst>
              <a:ext uri="{FF2B5EF4-FFF2-40B4-BE49-F238E27FC236}">
                <a16:creationId xmlns:a16="http://schemas.microsoft.com/office/drawing/2014/main" id="{D6F6F7A6-D167-443F-8805-291B969C1C23}"/>
              </a:ext>
            </a:extLst>
          </p:cNvPr>
          <p:cNvSpPr>
            <a:spLocks noGrp="1"/>
          </p:cNvSpPr>
          <p:nvPr/>
        </p:nvSpPr>
        <p:spPr>
          <a:xfrm>
            <a:off x="813688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6" name="F2_precision_recall_distributions_4940">
            <a:extLst>
              <a:ext uri="{FF2B5EF4-FFF2-40B4-BE49-F238E27FC236}">
                <a16:creationId xmlns:a16="http://schemas.microsoft.com/office/drawing/2014/main" id="{094E8725-2CE6-419D-B2A4-85698CA28C12}"/>
              </a:ext>
            </a:extLst>
          </p:cNvPr>
          <p:cNvSpPr>
            <a:spLocks noGrp="1"/>
          </p:cNvSpPr>
          <p:nvPr/>
        </p:nvSpPr>
        <p:spPr>
          <a:xfrm>
            <a:off x="8370364" y="2982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7" name="F2_precision_recall_distributions_4941">
            <a:extLst>
              <a:ext uri="{FF2B5EF4-FFF2-40B4-BE49-F238E27FC236}">
                <a16:creationId xmlns:a16="http://schemas.microsoft.com/office/drawing/2014/main" id="{4D758EF7-A9BB-4891-BAFF-E30323EA0281}"/>
              </a:ext>
            </a:extLst>
          </p:cNvPr>
          <p:cNvSpPr>
            <a:spLocks noGrp="1"/>
          </p:cNvSpPr>
          <p:nvPr/>
        </p:nvSpPr>
        <p:spPr>
          <a:xfrm>
            <a:off x="81623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8" name="F2_precision_recall_distributions_4942">
            <a:extLst>
              <a:ext uri="{FF2B5EF4-FFF2-40B4-BE49-F238E27FC236}">
                <a16:creationId xmlns:a16="http://schemas.microsoft.com/office/drawing/2014/main" id="{678D0B25-C982-4984-8AEC-C3B9F0BECC1D}"/>
              </a:ext>
            </a:extLst>
          </p:cNvPr>
          <p:cNvSpPr>
            <a:spLocks noGrp="1"/>
          </p:cNvSpPr>
          <p:nvPr/>
        </p:nvSpPr>
        <p:spPr>
          <a:xfrm>
            <a:off x="82194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9" name="F2_precision_recall_distributions_4943">
            <a:extLst>
              <a:ext uri="{FF2B5EF4-FFF2-40B4-BE49-F238E27FC236}">
                <a16:creationId xmlns:a16="http://schemas.microsoft.com/office/drawing/2014/main" id="{E85973D2-A83E-4A53-9BDC-30038977BFFD}"/>
              </a:ext>
            </a:extLst>
          </p:cNvPr>
          <p:cNvSpPr>
            <a:spLocks noGrp="1"/>
          </p:cNvSpPr>
          <p:nvPr/>
        </p:nvSpPr>
        <p:spPr>
          <a:xfrm>
            <a:off x="8198567" y="3416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0" name="F2_precision_recall_distributions_4944">
            <a:extLst>
              <a:ext uri="{FF2B5EF4-FFF2-40B4-BE49-F238E27FC236}">
                <a16:creationId xmlns:a16="http://schemas.microsoft.com/office/drawing/2014/main" id="{F8D5DA81-804B-4031-9D19-D392755C8E01}"/>
              </a:ext>
            </a:extLst>
          </p:cNvPr>
          <p:cNvSpPr>
            <a:spLocks noGrp="1"/>
          </p:cNvSpPr>
          <p:nvPr/>
        </p:nvSpPr>
        <p:spPr>
          <a:xfrm>
            <a:off x="848649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1" name="F2_precision_recall_distributions_4945">
            <a:extLst>
              <a:ext uri="{FF2B5EF4-FFF2-40B4-BE49-F238E27FC236}">
                <a16:creationId xmlns:a16="http://schemas.microsoft.com/office/drawing/2014/main" id="{D2CB58FC-A74D-4D2B-BC28-502BC6D81B97}"/>
              </a:ext>
            </a:extLst>
          </p:cNvPr>
          <p:cNvSpPr>
            <a:spLocks noGrp="1"/>
          </p:cNvSpPr>
          <p:nvPr/>
        </p:nvSpPr>
        <p:spPr>
          <a:xfrm>
            <a:off x="849236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2" name="F2_precision_recall_distributions_4946">
            <a:extLst>
              <a:ext uri="{FF2B5EF4-FFF2-40B4-BE49-F238E27FC236}">
                <a16:creationId xmlns:a16="http://schemas.microsoft.com/office/drawing/2014/main" id="{0B8CB5E8-51BE-4CBE-958E-A9BF4738FCE7}"/>
              </a:ext>
            </a:extLst>
          </p:cNvPr>
          <p:cNvSpPr>
            <a:spLocks noGrp="1"/>
          </p:cNvSpPr>
          <p:nvPr/>
        </p:nvSpPr>
        <p:spPr>
          <a:xfrm>
            <a:off x="8436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3" name="F2_precision_recall_distributions_4947">
            <a:extLst>
              <a:ext uri="{FF2B5EF4-FFF2-40B4-BE49-F238E27FC236}">
                <a16:creationId xmlns:a16="http://schemas.microsoft.com/office/drawing/2014/main" id="{01341D55-4D26-49A2-AAE8-084229A73F91}"/>
              </a:ext>
            </a:extLst>
          </p:cNvPr>
          <p:cNvSpPr>
            <a:spLocks noGrp="1"/>
          </p:cNvSpPr>
          <p:nvPr/>
        </p:nvSpPr>
        <p:spPr>
          <a:xfrm>
            <a:off x="8187669" y="28725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4" name="F2_precision_recall_distributions_4948">
            <a:extLst>
              <a:ext uri="{FF2B5EF4-FFF2-40B4-BE49-F238E27FC236}">
                <a16:creationId xmlns:a16="http://schemas.microsoft.com/office/drawing/2014/main" id="{D8773740-9058-4DA1-84E9-83473EB860D0}"/>
              </a:ext>
            </a:extLst>
          </p:cNvPr>
          <p:cNvSpPr>
            <a:spLocks noGrp="1"/>
          </p:cNvSpPr>
          <p:nvPr/>
        </p:nvSpPr>
        <p:spPr>
          <a:xfrm>
            <a:off x="84090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5" name="F2_precision_recall_distributions_4949">
            <a:extLst>
              <a:ext uri="{FF2B5EF4-FFF2-40B4-BE49-F238E27FC236}">
                <a16:creationId xmlns:a16="http://schemas.microsoft.com/office/drawing/2014/main" id="{5F5B7EB8-0FE6-40DD-8306-B069D4E0D605}"/>
              </a:ext>
            </a:extLst>
          </p:cNvPr>
          <p:cNvSpPr>
            <a:spLocks noGrp="1"/>
          </p:cNvSpPr>
          <p:nvPr/>
        </p:nvSpPr>
        <p:spPr>
          <a:xfrm>
            <a:off x="8377082" y="3686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6" name="F2_precision_recall_distributions_4950">
            <a:extLst>
              <a:ext uri="{FF2B5EF4-FFF2-40B4-BE49-F238E27FC236}">
                <a16:creationId xmlns:a16="http://schemas.microsoft.com/office/drawing/2014/main" id="{5C21C800-5068-4EE3-B45D-FBE13FC8DA01}"/>
              </a:ext>
            </a:extLst>
          </p:cNvPr>
          <p:cNvSpPr>
            <a:spLocks noGrp="1"/>
          </p:cNvSpPr>
          <p:nvPr/>
        </p:nvSpPr>
        <p:spPr>
          <a:xfrm>
            <a:off x="840425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7" name="F2_precision_recall_distributions_4951">
            <a:extLst>
              <a:ext uri="{FF2B5EF4-FFF2-40B4-BE49-F238E27FC236}">
                <a16:creationId xmlns:a16="http://schemas.microsoft.com/office/drawing/2014/main" id="{D79B3990-4706-47A5-8EAA-356584E67455}"/>
              </a:ext>
            </a:extLst>
          </p:cNvPr>
          <p:cNvSpPr>
            <a:spLocks noGrp="1"/>
          </p:cNvSpPr>
          <p:nvPr/>
        </p:nvSpPr>
        <p:spPr>
          <a:xfrm>
            <a:off x="8349765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8" name="F2_precision_recall_distributions_4952">
            <a:extLst>
              <a:ext uri="{FF2B5EF4-FFF2-40B4-BE49-F238E27FC236}">
                <a16:creationId xmlns:a16="http://schemas.microsoft.com/office/drawing/2014/main" id="{1FCB85F5-9C20-462B-8B62-BCCBB068771E}"/>
              </a:ext>
            </a:extLst>
          </p:cNvPr>
          <p:cNvSpPr>
            <a:spLocks noGrp="1"/>
          </p:cNvSpPr>
          <p:nvPr/>
        </p:nvSpPr>
        <p:spPr>
          <a:xfrm>
            <a:off x="81410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9" name="F2_precision_recall_distributions_4953">
            <a:extLst>
              <a:ext uri="{FF2B5EF4-FFF2-40B4-BE49-F238E27FC236}">
                <a16:creationId xmlns:a16="http://schemas.microsoft.com/office/drawing/2014/main" id="{FE3B3B45-BAD4-4500-9DEB-C4A000BAA53C}"/>
              </a:ext>
            </a:extLst>
          </p:cNvPr>
          <p:cNvSpPr>
            <a:spLocks noGrp="1"/>
          </p:cNvSpPr>
          <p:nvPr/>
        </p:nvSpPr>
        <p:spPr>
          <a:xfrm>
            <a:off x="848768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0" name="F2_precision_recall_distributions_4954">
            <a:extLst>
              <a:ext uri="{FF2B5EF4-FFF2-40B4-BE49-F238E27FC236}">
                <a16:creationId xmlns:a16="http://schemas.microsoft.com/office/drawing/2014/main" id="{971BB488-45EF-4BDC-BFD1-45A032B6085D}"/>
              </a:ext>
            </a:extLst>
          </p:cNvPr>
          <p:cNvSpPr>
            <a:spLocks noGrp="1"/>
          </p:cNvSpPr>
          <p:nvPr/>
        </p:nvSpPr>
        <p:spPr>
          <a:xfrm>
            <a:off x="81941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1" name="F2_precision_recall_distributions_4955">
            <a:extLst>
              <a:ext uri="{FF2B5EF4-FFF2-40B4-BE49-F238E27FC236}">
                <a16:creationId xmlns:a16="http://schemas.microsoft.com/office/drawing/2014/main" id="{93B2F989-6CC8-4605-BE32-D0A53BF8684C}"/>
              </a:ext>
            </a:extLst>
          </p:cNvPr>
          <p:cNvSpPr>
            <a:spLocks noGrp="1"/>
          </p:cNvSpPr>
          <p:nvPr/>
        </p:nvSpPr>
        <p:spPr>
          <a:xfrm>
            <a:off x="831589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2" name="F2_precision_recall_distributions_4956">
            <a:extLst>
              <a:ext uri="{FF2B5EF4-FFF2-40B4-BE49-F238E27FC236}">
                <a16:creationId xmlns:a16="http://schemas.microsoft.com/office/drawing/2014/main" id="{EA0F8AB7-6FB4-4456-A1A1-CE6A876D3B13}"/>
              </a:ext>
            </a:extLst>
          </p:cNvPr>
          <p:cNvSpPr>
            <a:spLocks noGrp="1"/>
          </p:cNvSpPr>
          <p:nvPr/>
        </p:nvSpPr>
        <p:spPr>
          <a:xfrm>
            <a:off x="8288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3" name="F2_precision_recall_distributions_4957">
            <a:extLst>
              <a:ext uri="{FF2B5EF4-FFF2-40B4-BE49-F238E27FC236}">
                <a16:creationId xmlns:a16="http://schemas.microsoft.com/office/drawing/2014/main" id="{90DA2435-4E32-4F41-9DD0-3AF2C03C222B}"/>
              </a:ext>
            </a:extLst>
          </p:cNvPr>
          <p:cNvSpPr>
            <a:spLocks noGrp="1"/>
          </p:cNvSpPr>
          <p:nvPr/>
        </p:nvSpPr>
        <p:spPr>
          <a:xfrm>
            <a:off x="8304712" y="32184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4" name="F2_precision_recall_distributions_4958">
            <a:extLst>
              <a:ext uri="{FF2B5EF4-FFF2-40B4-BE49-F238E27FC236}">
                <a16:creationId xmlns:a16="http://schemas.microsoft.com/office/drawing/2014/main" id="{5D30A6C9-E066-40D3-A757-1E87B554C661}"/>
              </a:ext>
            </a:extLst>
          </p:cNvPr>
          <p:cNvSpPr>
            <a:spLocks noGrp="1"/>
          </p:cNvSpPr>
          <p:nvPr/>
        </p:nvSpPr>
        <p:spPr>
          <a:xfrm>
            <a:off x="8359254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5" name="F2_precision_recall_distributions_4959">
            <a:extLst>
              <a:ext uri="{FF2B5EF4-FFF2-40B4-BE49-F238E27FC236}">
                <a16:creationId xmlns:a16="http://schemas.microsoft.com/office/drawing/2014/main" id="{F5A9D1B0-AF44-4D78-B821-B077F464A8C5}"/>
              </a:ext>
            </a:extLst>
          </p:cNvPr>
          <p:cNvSpPr>
            <a:spLocks noGrp="1"/>
          </p:cNvSpPr>
          <p:nvPr/>
        </p:nvSpPr>
        <p:spPr>
          <a:xfrm>
            <a:off x="83453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6" name="F2_precision_recall_distributions_4960">
            <a:extLst>
              <a:ext uri="{FF2B5EF4-FFF2-40B4-BE49-F238E27FC236}">
                <a16:creationId xmlns:a16="http://schemas.microsoft.com/office/drawing/2014/main" id="{A21DFE9F-F409-4526-BD9D-9A5B637C6A14}"/>
              </a:ext>
            </a:extLst>
          </p:cNvPr>
          <p:cNvSpPr>
            <a:spLocks noGrp="1"/>
          </p:cNvSpPr>
          <p:nvPr/>
        </p:nvSpPr>
        <p:spPr>
          <a:xfrm>
            <a:off x="845928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7" name="F2_precision_recall_distributions_4961">
            <a:extLst>
              <a:ext uri="{FF2B5EF4-FFF2-40B4-BE49-F238E27FC236}">
                <a16:creationId xmlns:a16="http://schemas.microsoft.com/office/drawing/2014/main" id="{403ED5DB-26D3-4B25-A706-AD8032035C66}"/>
              </a:ext>
            </a:extLst>
          </p:cNvPr>
          <p:cNvSpPr>
            <a:spLocks noGrp="1"/>
          </p:cNvSpPr>
          <p:nvPr/>
        </p:nvSpPr>
        <p:spPr>
          <a:xfrm>
            <a:off x="836577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8" name="F2_precision_recall_distributions_4962">
            <a:extLst>
              <a:ext uri="{FF2B5EF4-FFF2-40B4-BE49-F238E27FC236}">
                <a16:creationId xmlns:a16="http://schemas.microsoft.com/office/drawing/2014/main" id="{084A9B03-9718-4C77-92A5-B241E53181F2}"/>
              </a:ext>
            </a:extLst>
          </p:cNvPr>
          <p:cNvSpPr>
            <a:spLocks noGrp="1"/>
          </p:cNvSpPr>
          <p:nvPr/>
        </p:nvSpPr>
        <p:spPr>
          <a:xfrm>
            <a:off x="8440608" y="29922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9" name="F2_precision_recall_distributions_4963">
            <a:extLst>
              <a:ext uri="{FF2B5EF4-FFF2-40B4-BE49-F238E27FC236}">
                <a16:creationId xmlns:a16="http://schemas.microsoft.com/office/drawing/2014/main" id="{7522CC94-45DD-417F-9C71-29340A00F8EF}"/>
              </a:ext>
            </a:extLst>
          </p:cNvPr>
          <p:cNvSpPr>
            <a:spLocks noGrp="1"/>
          </p:cNvSpPr>
          <p:nvPr/>
        </p:nvSpPr>
        <p:spPr>
          <a:xfrm>
            <a:off x="8322506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0" name="F2_precision_recall_distributions_4964">
            <a:extLst>
              <a:ext uri="{FF2B5EF4-FFF2-40B4-BE49-F238E27FC236}">
                <a16:creationId xmlns:a16="http://schemas.microsoft.com/office/drawing/2014/main" id="{9D98C596-E05F-49B8-9FF2-C73680E60625}"/>
              </a:ext>
            </a:extLst>
          </p:cNvPr>
          <p:cNvSpPr>
            <a:spLocks noGrp="1"/>
          </p:cNvSpPr>
          <p:nvPr/>
        </p:nvSpPr>
        <p:spPr>
          <a:xfrm>
            <a:off x="835331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1" name="F2_precision_recall_distributions_4965">
            <a:extLst>
              <a:ext uri="{FF2B5EF4-FFF2-40B4-BE49-F238E27FC236}">
                <a16:creationId xmlns:a16="http://schemas.microsoft.com/office/drawing/2014/main" id="{8119EB95-B9AF-4FC0-8B20-34715206819A}"/>
              </a:ext>
            </a:extLst>
          </p:cNvPr>
          <p:cNvSpPr>
            <a:spLocks noGrp="1"/>
          </p:cNvSpPr>
          <p:nvPr/>
        </p:nvSpPr>
        <p:spPr>
          <a:xfrm>
            <a:off x="8143015" y="3413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2" name="F2_precision_recall_distributions_4966">
            <a:extLst>
              <a:ext uri="{FF2B5EF4-FFF2-40B4-BE49-F238E27FC236}">
                <a16:creationId xmlns:a16="http://schemas.microsoft.com/office/drawing/2014/main" id="{B0085F31-9EBB-4070-A83A-36CEE413B085}"/>
              </a:ext>
            </a:extLst>
          </p:cNvPr>
          <p:cNvSpPr>
            <a:spLocks noGrp="1"/>
          </p:cNvSpPr>
          <p:nvPr/>
        </p:nvSpPr>
        <p:spPr>
          <a:xfrm>
            <a:off x="81872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3" name="F2_precision_recall_distributions_4967">
            <a:extLst>
              <a:ext uri="{FF2B5EF4-FFF2-40B4-BE49-F238E27FC236}">
                <a16:creationId xmlns:a16="http://schemas.microsoft.com/office/drawing/2014/main" id="{4BFA43AE-30BB-420C-9DF0-A59DBE4E58DF}"/>
              </a:ext>
            </a:extLst>
          </p:cNvPr>
          <p:cNvSpPr>
            <a:spLocks noGrp="1"/>
          </p:cNvSpPr>
          <p:nvPr/>
        </p:nvSpPr>
        <p:spPr>
          <a:xfrm>
            <a:off x="81692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4" name="F2_precision_recall_distributions_4968">
            <a:extLst>
              <a:ext uri="{FF2B5EF4-FFF2-40B4-BE49-F238E27FC236}">
                <a16:creationId xmlns:a16="http://schemas.microsoft.com/office/drawing/2014/main" id="{C5E43EDE-AB68-4D84-B244-89DA70D4D239}"/>
              </a:ext>
            </a:extLst>
          </p:cNvPr>
          <p:cNvSpPr>
            <a:spLocks noGrp="1"/>
          </p:cNvSpPr>
          <p:nvPr/>
        </p:nvSpPr>
        <p:spPr>
          <a:xfrm>
            <a:off x="824419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5" name="F2_precision_recall_distributions_4969">
            <a:extLst>
              <a:ext uri="{FF2B5EF4-FFF2-40B4-BE49-F238E27FC236}">
                <a16:creationId xmlns:a16="http://schemas.microsoft.com/office/drawing/2014/main" id="{26815875-807D-4DA5-9392-7B32B3E9D02A}"/>
              </a:ext>
            </a:extLst>
          </p:cNvPr>
          <p:cNvSpPr>
            <a:spLocks noGrp="1"/>
          </p:cNvSpPr>
          <p:nvPr/>
        </p:nvSpPr>
        <p:spPr>
          <a:xfrm>
            <a:off x="83765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6" name="F2_precision_recall_distributions_4970">
            <a:extLst>
              <a:ext uri="{FF2B5EF4-FFF2-40B4-BE49-F238E27FC236}">
                <a16:creationId xmlns:a16="http://schemas.microsoft.com/office/drawing/2014/main" id="{526D45A4-9C00-4753-B3C2-82F615AF60BC}"/>
              </a:ext>
            </a:extLst>
          </p:cNvPr>
          <p:cNvSpPr>
            <a:spLocks noGrp="1"/>
          </p:cNvSpPr>
          <p:nvPr/>
        </p:nvSpPr>
        <p:spPr>
          <a:xfrm>
            <a:off x="81603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7" name="F2_precision_recall_distributions_4971">
            <a:extLst>
              <a:ext uri="{FF2B5EF4-FFF2-40B4-BE49-F238E27FC236}">
                <a16:creationId xmlns:a16="http://schemas.microsoft.com/office/drawing/2014/main" id="{3CF68C36-CBA5-48AC-9B4F-76C32FBEFD46}"/>
              </a:ext>
            </a:extLst>
          </p:cNvPr>
          <p:cNvSpPr>
            <a:spLocks noGrp="1"/>
          </p:cNvSpPr>
          <p:nvPr/>
        </p:nvSpPr>
        <p:spPr>
          <a:xfrm>
            <a:off x="841177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8" name="F2_precision_recall_distributions_4972">
            <a:extLst>
              <a:ext uri="{FF2B5EF4-FFF2-40B4-BE49-F238E27FC236}">
                <a16:creationId xmlns:a16="http://schemas.microsoft.com/office/drawing/2014/main" id="{CB01FD56-08C0-4059-B2E7-52F32BC7B287}"/>
              </a:ext>
            </a:extLst>
          </p:cNvPr>
          <p:cNvSpPr>
            <a:spLocks noGrp="1"/>
          </p:cNvSpPr>
          <p:nvPr/>
        </p:nvSpPr>
        <p:spPr>
          <a:xfrm>
            <a:off x="83454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9" name="F2_precision_recall_distributions_4973">
            <a:extLst>
              <a:ext uri="{FF2B5EF4-FFF2-40B4-BE49-F238E27FC236}">
                <a16:creationId xmlns:a16="http://schemas.microsoft.com/office/drawing/2014/main" id="{B0E04781-888E-4044-8F13-391E171443D1}"/>
              </a:ext>
            </a:extLst>
          </p:cNvPr>
          <p:cNvSpPr>
            <a:spLocks noGrp="1"/>
          </p:cNvSpPr>
          <p:nvPr/>
        </p:nvSpPr>
        <p:spPr>
          <a:xfrm>
            <a:off x="82179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0" name="F2_precision_recall_distributions_4974">
            <a:extLst>
              <a:ext uri="{FF2B5EF4-FFF2-40B4-BE49-F238E27FC236}">
                <a16:creationId xmlns:a16="http://schemas.microsoft.com/office/drawing/2014/main" id="{E878DDE0-9E36-4664-BB6D-9CE5156A0D7F}"/>
              </a:ext>
            </a:extLst>
          </p:cNvPr>
          <p:cNvSpPr>
            <a:spLocks noGrp="1"/>
          </p:cNvSpPr>
          <p:nvPr/>
        </p:nvSpPr>
        <p:spPr>
          <a:xfrm>
            <a:off x="8254898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1" name="F2_precision_recall_distributions_4975">
            <a:extLst>
              <a:ext uri="{FF2B5EF4-FFF2-40B4-BE49-F238E27FC236}">
                <a16:creationId xmlns:a16="http://schemas.microsoft.com/office/drawing/2014/main" id="{1C4274A6-458D-4D0F-BB3A-804A013D82CF}"/>
              </a:ext>
            </a:extLst>
          </p:cNvPr>
          <p:cNvSpPr>
            <a:spLocks noGrp="1"/>
          </p:cNvSpPr>
          <p:nvPr/>
        </p:nvSpPr>
        <p:spPr>
          <a:xfrm>
            <a:off x="81673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2" name="F2_precision_recall_distributions_4976">
            <a:extLst>
              <a:ext uri="{FF2B5EF4-FFF2-40B4-BE49-F238E27FC236}">
                <a16:creationId xmlns:a16="http://schemas.microsoft.com/office/drawing/2014/main" id="{76913975-495F-4315-92B7-0183EFA2C3BE}"/>
              </a:ext>
            </a:extLst>
          </p:cNvPr>
          <p:cNvSpPr>
            <a:spLocks noGrp="1"/>
          </p:cNvSpPr>
          <p:nvPr/>
        </p:nvSpPr>
        <p:spPr>
          <a:xfrm>
            <a:off x="82012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3" name="F2_precision_recall_distributions_4977">
            <a:extLst>
              <a:ext uri="{FF2B5EF4-FFF2-40B4-BE49-F238E27FC236}">
                <a16:creationId xmlns:a16="http://schemas.microsoft.com/office/drawing/2014/main" id="{744BE864-13C8-483E-ADFB-323821F359E0}"/>
              </a:ext>
            </a:extLst>
          </p:cNvPr>
          <p:cNvSpPr>
            <a:spLocks noGrp="1"/>
          </p:cNvSpPr>
          <p:nvPr/>
        </p:nvSpPr>
        <p:spPr>
          <a:xfrm>
            <a:off x="848411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4" name="F2_precision_recall_distributions_4978">
            <a:extLst>
              <a:ext uri="{FF2B5EF4-FFF2-40B4-BE49-F238E27FC236}">
                <a16:creationId xmlns:a16="http://schemas.microsoft.com/office/drawing/2014/main" id="{3DD898B0-FD99-4A6F-A437-DB4EBD85A62D}"/>
              </a:ext>
            </a:extLst>
          </p:cNvPr>
          <p:cNvSpPr>
            <a:spLocks noGrp="1"/>
          </p:cNvSpPr>
          <p:nvPr/>
        </p:nvSpPr>
        <p:spPr>
          <a:xfrm>
            <a:off x="821873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5" name="F2_precision_recall_distributions_4979">
            <a:extLst>
              <a:ext uri="{FF2B5EF4-FFF2-40B4-BE49-F238E27FC236}">
                <a16:creationId xmlns:a16="http://schemas.microsoft.com/office/drawing/2014/main" id="{5CFC372E-E3FB-43CE-A80D-56CE6E485A1C}"/>
              </a:ext>
            </a:extLst>
          </p:cNvPr>
          <p:cNvSpPr>
            <a:spLocks noGrp="1"/>
          </p:cNvSpPr>
          <p:nvPr/>
        </p:nvSpPr>
        <p:spPr>
          <a:xfrm>
            <a:off x="820474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6" name="F2_precision_recall_distributions_4980">
            <a:extLst>
              <a:ext uri="{FF2B5EF4-FFF2-40B4-BE49-F238E27FC236}">
                <a16:creationId xmlns:a16="http://schemas.microsoft.com/office/drawing/2014/main" id="{7AE73184-10AC-4DBE-A08F-03C3A3D81AB3}"/>
              </a:ext>
            </a:extLst>
          </p:cNvPr>
          <p:cNvSpPr>
            <a:spLocks noGrp="1"/>
          </p:cNvSpPr>
          <p:nvPr/>
        </p:nvSpPr>
        <p:spPr>
          <a:xfrm>
            <a:off x="8274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7" name="F2_precision_recall_distributions_4981">
            <a:extLst>
              <a:ext uri="{FF2B5EF4-FFF2-40B4-BE49-F238E27FC236}">
                <a16:creationId xmlns:a16="http://schemas.microsoft.com/office/drawing/2014/main" id="{28018616-68A6-4A24-A9AB-9EDEDE8F24AE}"/>
              </a:ext>
            </a:extLst>
          </p:cNvPr>
          <p:cNvSpPr>
            <a:spLocks noGrp="1"/>
          </p:cNvSpPr>
          <p:nvPr/>
        </p:nvSpPr>
        <p:spPr>
          <a:xfrm>
            <a:off x="8136240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8" name="F2_precision_recall_distributions_4982">
            <a:extLst>
              <a:ext uri="{FF2B5EF4-FFF2-40B4-BE49-F238E27FC236}">
                <a16:creationId xmlns:a16="http://schemas.microsoft.com/office/drawing/2014/main" id="{A51A7C3F-E179-49D7-B57A-C7E36F27CFF2}"/>
              </a:ext>
            </a:extLst>
          </p:cNvPr>
          <p:cNvSpPr>
            <a:spLocks noGrp="1"/>
          </p:cNvSpPr>
          <p:nvPr/>
        </p:nvSpPr>
        <p:spPr>
          <a:xfrm>
            <a:off x="82367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9" name="F2_precision_recall_distributions_4983">
            <a:extLst>
              <a:ext uri="{FF2B5EF4-FFF2-40B4-BE49-F238E27FC236}">
                <a16:creationId xmlns:a16="http://schemas.microsoft.com/office/drawing/2014/main" id="{CC926E3B-D32B-4CB6-AB7D-5AF829BF3082}"/>
              </a:ext>
            </a:extLst>
          </p:cNvPr>
          <p:cNvSpPr>
            <a:spLocks noGrp="1"/>
          </p:cNvSpPr>
          <p:nvPr/>
        </p:nvSpPr>
        <p:spPr>
          <a:xfrm>
            <a:off x="821607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0" name="F2_precision_recall_distributions_4984">
            <a:extLst>
              <a:ext uri="{FF2B5EF4-FFF2-40B4-BE49-F238E27FC236}">
                <a16:creationId xmlns:a16="http://schemas.microsoft.com/office/drawing/2014/main" id="{30A4608B-AC1C-47E6-9030-F59EBF88EB19}"/>
              </a:ext>
            </a:extLst>
          </p:cNvPr>
          <p:cNvSpPr>
            <a:spLocks noGrp="1"/>
          </p:cNvSpPr>
          <p:nvPr/>
        </p:nvSpPr>
        <p:spPr>
          <a:xfrm>
            <a:off x="8426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1" name="F2_precision_recall_distributions_4985">
            <a:extLst>
              <a:ext uri="{FF2B5EF4-FFF2-40B4-BE49-F238E27FC236}">
                <a16:creationId xmlns:a16="http://schemas.microsoft.com/office/drawing/2014/main" id="{03E2D40F-F437-4F65-8F5F-F48094B86769}"/>
              </a:ext>
            </a:extLst>
          </p:cNvPr>
          <p:cNvSpPr>
            <a:spLocks noGrp="1"/>
          </p:cNvSpPr>
          <p:nvPr/>
        </p:nvSpPr>
        <p:spPr>
          <a:xfrm>
            <a:off x="81670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2" name="F2_precision_recall_distributions_4986">
            <a:extLst>
              <a:ext uri="{FF2B5EF4-FFF2-40B4-BE49-F238E27FC236}">
                <a16:creationId xmlns:a16="http://schemas.microsoft.com/office/drawing/2014/main" id="{4A860170-F351-4476-A94C-FD153B82C6AC}"/>
              </a:ext>
            </a:extLst>
          </p:cNvPr>
          <p:cNvSpPr>
            <a:spLocks noGrp="1"/>
          </p:cNvSpPr>
          <p:nvPr/>
        </p:nvSpPr>
        <p:spPr>
          <a:xfrm>
            <a:off x="81441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3" name="F2_precision_recall_distributions_4987">
            <a:extLst>
              <a:ext uri="{FF2B5EF4-FFF2-40B4-BE49-F238E27FC236}">
                <a16:creationId xmlns:a16="http://schemas.microsoft.com/office/drawing/2014/main" id="{0153D885-108C-4A5D-AA64-CEF28FA33918}"/>
              </a:ext>
            </a:extLst>
          </p:cNvPr>
          <p:cNvSpPr>
            <a:spLocks noGrp="1"/>
          </p:cNvSpPr>
          <p:nvPr/>
        </p:nvSpPr>
        <p:spPr>
          <a:xfrm>
            <a:off x="841395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4" name="F2_precision_recall_distributions_4988">
            <a:extLst>
              <a:ext uri="{FF2B5EF4-FFF2-40B4-BE49-F238E27FC236}">
                <a16:creationId xmlns:a16="http://schemas.microsoft.com/office/drawing/2014/main" id="{BCBE5031-CE54-4433-97CA-08DF0B1C2A44}"/>
              </a:ext>
            </a:extLst>
          </p:cNvPr>
          <p:cNvSpPr>
            <a:spLocks noGrp="1"/>
          </p:cNvSpPr>
          <p:nvPr/>
        </p:nvSpPr>
        <p:spPr>
          <a:xfrm>
            <a:off x="84335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5" name="F2_precision_recall_distributions_4989">
            <a:extLst>
              <a:ext uri="{FF2B5EF4-FFF2-40B4-BE49-F238E27FC236}">
                <a16:creationId xmlns:a16="http://schemas.microsoft.com/office/drawing/2014/main" id="{47C452E3-94A6-46E4-BFB1-05B8E5972C8B}"/>
              </a:ext>
            </a:extLst>
          </p:cNvPr>
          <p:cNvSpPr>
            <a:spLocks noGrp="1"/>
          </p:cNvSpPr>
          <p:nvPr/>
        </p:nvSpPr>
        <p:spPr>
          <a:xfrm>
            <a:off x="816098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6" name="F2_precision_recall_distributions_4990">
            <a:extLst>
              <a:ext uri="{FF2B5EF4-FFF2-40B4-BE49-F238E27FC236}">
                <a16:creationId xmlns:a16="http://schemas.microsoft.com/office/drawing/2014/main" id="{DEF0B4CB-773E-4C79-AFAB-6127ACC239DB}"/>
              </a:ext>
            </a:extLst>
          </p:cNvPr>
          <p:cNvSpPr>
            <a:spLocks noGrp="1"/>
          </p:cNvSpPr>
          <p:nvPr/>
        </p:nvSpPr>
        <p:spPr>
          <a:xfrm>
            <a:off x="84117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7" name="F2_precision_recall_distributions_4991">
            <a:extLst>
              <a:ext uri="{FF2B5EF4-FFF2-40B4-BE49-F238E27FC236}">
                <a16:creationId xmlns:a16="http://schemas.microsoft.com/office/drawing/2014/main" id="{3D995F1A-DED5-4759-A7C2-38EB0C3200A2}"/>
              </a:ext>
            </a:extLst>
          </p:cNvPr>
          <p:cNvSpPr>
            <a:spLocks noGrp="1"/>
          </p:cNvSpPr>
          <p:nvPr/>
        </p:nvSpPr>
        <p:spPr>
          <a:xfrm>
            <a:off x="81352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8" name="F2_precision_recall_distributions_4992">
            <a:extLst>
              <a:ext uri="{FF2B5EF4-FFF2-40B4-BE49-F238E27FC236}">
                <a16:creationId xmlns:a16="http://schemas.microsoft.com/office/drawing/2014/main" id="{E484106A-5EB2-4F15-9A47-6C5B3E6B2F15}"/>
              </a:ext>
            </a:extLst>
          </p:cNvPr>
          <p:cNvSpPr>
            <a:spLocks noGrp="1"/>
          </p:cNvSpPr>
          <p:nvPr/>
        </p:nvSpPr>
        <p:spPr>
          <a:xfrm>
            <a:off x="827631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9" name="F2_precision_recall_distributions_4993">
            <a:extLst>
              <a:ext uri="{FF2B5EF4-FFF2-40B4-BE49-F238E27FC236}">
                <a16:creationId xmlns:a16="http://schemas.microsoft.com/office/drawing/2014/main" id="{D64A0A8D-B881-4317-AD8C-B6559D4EF9D9}"/>
              </a:ext>
            </a:extLst>
          </p:cNvPr>
          <p:cNvSpPr>
            <a:spLocks noGrp="1"/>
          </p:cNvSpPr>
          <p:nvPr/>
        </p:nvSpPr>
        <p:spPr>
          <a:xfrm>
            <a:off x="832789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0" name="F2_precision_recall_distributions_4994">
            <a:extLst>
              <a:ext uri="{FF2B5EF4-FFF2-40B4-BE49-F238E27FC236}">
                <a16:creationId xmlns:a16="http://schemas.microsoft.com/office/drawing/2014/main" id="{8185BE6F-545C-4154-A370-7D9221DE9A7C}"/>
              </a:ext>
            </a:extLst>
          </p:cNvPr>
          <p:cNvSpPr>
            <a:spLocks noGrp="1"/>
          </p:cNvSpPr>
          <p:nvPr/>
        </p:nvSpPr>
        <p:spPr>
          <a:xfrm>
            <a:off x="8259783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1" name="F2_precision_recall_distributions_4995">
            <a:extLst>
              <a:ext uri="{FF2B5EF4-FFF2-40B4-BE49-F238E27FC236}">
                <a16:creationId xmlns:a16="http://schemas.microsoft.com/office/drawing/2014/main" id="{45E4859C-8C4D-4CC8-9B62-AB225CCB978B}"/>
              </a:ext>
            </a:extLst>
          </p:cNvPr>
          <p:cNvSpPr>
            <a:spLocks noGrp="1"/>
          </p:cNvSpPr>
          <p:nvPr/>
        </p:nvSpPr>
        <p:spPr>
          <a:xfrm>
            <a:off x="817474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2" name="F2_precision_recall_distributions_4996">
            <a:extLst>
              <a:ext uri="{FF2B5EF4-FFF2-40B4-BE49-F238E27FC236}">
                <a16:creationId xmlns:a16="http://schemas.microsoft.com/office/drawing/2014/main" id="{0C05D357-57D3-41BE-920D-9E6AC8DDE017}"/>
              </a:ext>
            </a:extLst>
          </p:cNvPr>
          <p:cNvSpPr>
            <a:spLocks noGrp="1"/>
          </p:cNvSpPr>
          <p:nvPr/>
        </p:nvSpPr>
        <p:spPr>
          <a:xfrm>
            <a:off x="8342576" y="360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3" name="F2_precision_recall_distributions_4997">
            <a:extLst>
              <a:ext uri="{FF2B5EF4-FFF2-40B4-BE49-F238E27FC236}">
                <a16:creationId xmlns:a16="http://schemas.microsoft.com/office/drawing/2014/main" id="{8E5980E5-077A-4361-83CA-D820D504ADE7}"/>
              </a:ext>
            </a:extLst>
          </p:cNvPr>
          <p:cNvSpPr>
            <a:spLocks noGrp="1"/>
          </p:cNvSpPr>
          <p:nvPr/>
        </p:nvSpPr>
        <p:spPr>
          <a:xfrm>
            <a:off x="8174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4" name="F2_precision_recall_distributions_4998">
            <a:extLst>
              <a:ext uri="{FF2B5EF4-FFF2-40B4-BE49-F238E27FC236}">
                <a16:creationId xmlns:a16="http://schemas.microsoft.com/office/drawing/2014/main" id="{26FB7DF0-47BC-4B9A-92AB-4BCDBBF6511A}"/>
              </a:ext>
            </a:extLst>
          </p:cNvPr>
          <p:cNvSpPr>
            <a:spLocks noGrp="1"/>
          </p:cNvSpPr>
          <p:nvPr/>
        </p:nvSpPr>
        <p:spPr>
          <a:xfrm>
            <a:off x="850158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5" name="F2_precision_recall_distributions_4999">
            <a:extLst>
              <a:ext uri="{FF2B5EF4-FFF2-40B4-BE49-F238E27FC236}">
                <a16:creationId xmlns:a16="http://schemas.microsoft.com/office/drawing/2014/main" id="{BC313813-C33D-4229-BE17-211A62ED6C93}"/>
              </a:ext>
            </a:extLst>
          </p:cNvPr>
          <p:cNvSpPr>
            <a:spLocks noGrp="1"/>
          </p:cNvSpPr>
          <p:nvPr/>
        </p:nvSpPr>
        <p:spPr>
          <a:xfrm>
            <a:off x="83935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6" name="F2_precision_recall_distributions_5000">
            <a:extLst>
              <a:ext uri="{FF2B5EF4-FFF2-40B4-BE49-F238E27FC236}">
                <a16:creationId xmlns:a16="http://schemas.microsoft.com/office/drawing/2014/main" id="{B9CB3589-3389-4F65-9ABE-4DCE48680BD3}"/>
              </a:ext>
            </a:extLst>
          </p:cNvPr>
          <p:cNvSpPr>
            <a:spLocks noGrp="1"/>
          </p:cNvSpPr>
          <p:nvPr/>
        </p:nvSpPr>
        <p:spPr>
          <a:xfrm>
            <a:off x="82634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7" name="F2_precision_recall_distributions_5001">
            <a:extLst>
              <a:ext uri="{FF2B5EF4-FFF2-40B4-BE49-F238E27FC236}">
                <a16:creationId xmlns:a16="http://schemas.microsoft.com/office/drawing/2014/main" id="{CA197703-F965-44CD-8139-7353D731B223}"/>
              </a:ext>
            </a:extLst>
          </p:cNvPr>
          <p:cNvSpPr>
            <a:spLocks noGrp="1"/>
          </p:cNvSpPr>
          <p:nvPr/>
        </p:nvSpPr>
        <p:spPr>
          <a:xfrm>
            <a:off x="82994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8" name="F2_precision_recall_distributions_5002">
            <a:extLst>
              <a:ext uri="{FF2B5EF4-FFF2-40B4-BE49-F238E27FC236}">
                <a16:creationId xmlns:a16="http://schemas.microsoft.com/office/drawing/2014/main" id="{1229C56D-0970-4E42-A48C-3C084416D42E}"/>
              </a:ext>
            </a:extLst>
          </p:cNvPr>
          <p:cNvSpPr>
            <a:spLocks noGrp="1"/>
          </p:cNvSpPr>
          <p:nvPr/>
        </p:nvSpPr>
        <p:spPr>
          <a:xfrm>
            <a:off x="8396558" y="34558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9" name="F2_precision_recall_distributions_5003">
            <a:extLst>
              <a:ext uri="{FF2B5EF4-FFF2-40B4-BE49-F238E27FC236}">
                <a16:creationId xmlns:a16="http://schemas.microsoft.com/office/drawing/2014/main" id="{E9339D82-3538-4338-A5C5-2BADAA2F86F8}"/>
              </a:ext>
            </a:extLst>
          </p:cNvPr>
          <p:cNvSpPr>
            <a:spLocks noGrp="1"/>
          </p:cNvSpPr>
          <p:nvPr/>
        </p:nvSpPr>
        <p:spPr>
          <a:xfrm>
            <a:off x="8241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0" name="F2_precision_recall_distributions_5004">
            <a:extLst>
              <a:ext uri="{FF2B5EF4-FFF2-40B4-BE49-F238E27FC236}">
                <a16:creationId xmlns:a16="http://schemas.microsoft.com/office/drawing/2014/main" id="{74819684-B8C1-43A6-A97A-767AFF119A57}"/>
              </a:ext>
            </a:extLst>
          </p:cNvPr>
          <p:cNvSpPr>
            <a:spLocks noGrp="1"/>
          </p:cNvSpPr>
          <p:nvPr/>
        </p:nvSpPr>
        <p:spPr>
          <a:xfrm>
            <a:off x="8308055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1" name="F2_precision_recall_distributions_5005">
            <a:extLst>
              <a:ext uri="{FF2B5EF4-FFF2-40B4-BE49-F238E27FC236}">
                <a16:creationId xmlns:a16="http://schemas.microsoft.com/office/drawing/2014/main" id="{222ADD27-3EFC-4185-8FDB-9B301BAA4293}"/>
              </a:ext>
            </a:extLst>
          </p:cNvPr>
          <p:cNvSpPr>
            <a:spLocks noGrp="1"/>
          </p:cNvSpPr>
          <p:nvPr/>
        </p:nvSpPr>
        <p:spPr>
          <a:xfrm>
            <a:off x="840801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2" name="F2_precision_recall_distributions_5006">
            <a:extLst>
              <a:ext uri="{FF2B5EF4-FFF2-40B4-BE49-F238E27FC236}">
                <a16:creationId xmlns:a16="http://schemas.microsoft.com/office/drawing/2014/main" id="{8235B076-22A2-437A-AEDA-D1F11BBB0B4F}"/>
              </a:ext>
            </a:extLst>
          </p:cNvPr>
          <p:cNvSpPr>
            <a:spLocks noGrp="1"/>
          </p:cNvSpPr>
          <p:nvPr/>
        </p:nvSpPr>
        <p:spPr>
          <a:xfrm>
            <a:off x="8480088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3" name="F2_precision_recall_distributions_5007">
            <a:extLst>
              <a:ext uri="{FF2B5EF4-FFF2-40B4-BE49-F238E27FC236}">
                <a16:creationId xmlns:a16="http://schemas.microsoft.com/office/drawing/2014/main" id="{399D9C97-9D09-4A2B-A372-A677B451B12D}"/>
              </a:ext>
            </a:extLst>
          </p:cNvPr>
          <p:cNvSpPr>
            <a:spLocks noGrp="1"/>
          </p:cNvSpPr>
          <p:nvPr/>
        </p:nvSpPr>
        <p:spPr>
          <a:xfrm>
            <a:off x="8378236" y="34679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4" name="F2_precision_recall_distributions_5008">
            <a:extLst>
              <a:ext uri="{FF2B5EF4-FFF2-40B4-BE49-F238E27FC236}">
                <a16:creationId xmlns:a16="http://schemas.microsoft.com/office/drawing/2014/main" id="{DB37447F-D034-4A5F-B5E8-12EC72DF0C45}"/>
              </a:ext>
            </a:extLst>
          </p:cNvPr>
          <p:cNvSpPr>
            <a:spLocks noGrp="1"/>
          </p:cNvSpPr>
          <p:nvPr/>
        </p:nvSpPr>
        <p:spPr>
          <a:xfrm>
            <a:off x="8162396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5" name="F2_precision_recall_distributions_5009">
            <a:extLst>
              <a:ext uri="{FF2B5EF4-FFF2-40B4-BE49-F238E27FC236}">
                <a16:creationId xmlns:a16="http://schemas.microsoft.com/office/drawing/2014/main" id="{FCA50A33-AA80-4E22-BC3B-CAB21CE8828B}"/>
              </a:ext>
            </a:extLst>
          </p:cNvPr>
          <p:cNvSpPr>
            <a:spLocks noGrp="1"/>
          </p:cNvSpPr>
          <p:nvPr/>
        </p:nvSpPr>
        <p:spPr>
          <a:xfrm>
            <a:off x="825242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6" name="F2_precision_recall_distributions_5010">
            <a:extLst>
              <a:ext uri="{FF2B5EF4-FFF2-40B4-BE49-F238E27FC236}">
                <a16:creationId xmlns:a16="http://schemas.microsoft.com/office/drawing/2014/main" id="{E9ADA28F-DBDF-45CE-8A45-BED475F09041}"/>
              </a:ext>
            </a:extLst>
          </p:cNvPr>
          <p:cNvSpPr>
            <a:spLocks noGrp="1"/>
          </p:cNvSpPr>
          <p:nvPr/>
        </p:nvSpPr>
        <p:spPr>
          <a:xfrm>
            <a:off x="84269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7" name="F2_precision_recall_distributions_5011">
            <a:extLst>
              <a:ext uri="{FF2B5EF4-FFF2-40B4-BE49-F238E27FC236}">
                <a16:creationId xmlns:a16="http://schemas.microsoft.com/office/drawing/2014/main" id="{31EBB4E9-A2CC-4ADF-9386-101121BB8B43}"/>
              </a:ext>
            </a:extLst>
          </p:cNvPr>
          <p:cNvSpPr>
            <a:spLocks noGrp="1"/>
          </p:cNvSpPr>
          <p:nvPr/>
        </p:nvSpPr>
        <p:spPr>
          <a:xfrm>
            <a:off x="8279976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8" name="F2_precision_recall_distributions_5012">
            <a:extLst>
              <a:ext uri="{FF2B5EF4-FFF2-40B4-BE49-F238E27FC236}">
                <a16:creationId xmlns:a16="http://schemas.microsoft.com/office/drawing/2014/main" id="{4253EAD9-532E-4BEF-8C9E-D6B2616E9209}"/>
              </a:ext>
            </a:extLst>
          </p:cNvPr>
          <p:cNvSpPr>
            <a:spLocks noGrp="1"/>
          </p:cNvSpPr>
          <p:nvPr/>
        </p:nvSpPr>
        <p:spPr>
          <a:xfrm>
            <a:off x="83091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9" name="F2_precision_recall_distributions_5013">
            <a:extLst>
              <a:ext uri="{FF2B5EF4-FFF2-40B4-BE49-F238E27FC236}">
                <a16:creationId xmlns:a16="http://schemas.microsoft.com/office/drawing/2014/main" id="{344B6105-D6F4-420B-98FD-36E56F0D9718}"/>
              </a:ext>
            </a:extLst>
          </p:cNvPr>
          <p:cNvSpPr>
            <a:spLocks noGrp="1"/>
          </p:cNvSpPr>
          <p:nvPr/>
        </p:nvSpPr>
        <p:spPr>
          <a:xfrm>
            <a:off x="83168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0" name="F2_precision_recall_distributions_5014">
            <a:extLst>
              <a:ext uri="{FF2B5EF4-FFF2-40B4-BE49-F238E27FC236}">
                <a16:creationId xmlns:a16="http://schemas.microsoft.com/office/drawing/2014/main" id="{71A33D2D-2A20-4DE3-B0AB-35EA0C9D715B}"/>
              </a:ext>
            </a:extLst>
          </p:cNvPr>
          <p:cNvSpPr>
            <a:spLocks noGrp="1"/>
          </p:cNvSpPr>
          <p:nvPr/>
        </p:nvSpPr>
        <p:spPr>
          <a:xfrm>
            <a:off x="816649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1" name="F2_precision_recall_distributions_5015">
            <a:extLst>
              <a:ext uri="{FF2B5EF4-FFF2-40B4-BE49-F238E27FC236}">
                <a16:creationId xmlns:a16="http://schemas.microsoft.com/office/drawing/2014/main" id="{99B9DD19-5D21-45D5-B2C3-14EC70BC9735}"/>
              </a:ext>
            </a:extLst>
          </p:cNvPr>
          <p:cNvSpPr>
            <a:spLocks noGrp="1"/>
          </p:cNvSpPr>
          <p:nvPr/>
        </p:nvSpPr>
        <p:spPr>
          <a:xfrm>
            <a:off x="8334221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2" name="F2_precision_recall_distributions_5016">
            <a:extLst>
              <a:ext uri="{FF2B5EF4-FFF2-40B4-BE49-F238E27FC236}">
                <a16:creationId xmlns:a16="http://schemas.microsoft.com/office/drawing/2014/main" id="{F65D378F-FDD9-4BFD-99D0-4F65658EF7E5}"/>
              </a:ext>
            </a:extLst>
          </p:cNvPr>
          <p:cNvSpPr>
            <a:spLocks noGrp="1"/>
          </p:cNvSpPr>
          <p:nvPr/>
        </p:nvSpPr>
        <p:spPr>
          <a:xfrm>
            <a:off x="82650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3" name="F2_precision_recall_distributions_5017">
            <a:extLst>
              <a:ext uri="{FF2B5EF4-FFF2-40B4-BE49-F238E27FC236}">
                <a16:creationId xmlns:a16="http://schemas.microsoft.com/office/drawing/2014/main" id="{191BC6E6-B2BB-4D12-A463-6EFFF47D6EE1}"/>
              </a:ext>
            </a:extLst>
          </p:cNvPr>
          <p:cNvSpPr>
            <a:spLocks noGrp="1"/>
          </p:cNvSpPr>
          <p:nvPr/>
        </p:nvSpPr>
        <p:spPr>
          <a:xfrm>
            <a:off x="8502472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4" name="F2_precision_recall_distributions_5018">
            <a:extLst>
              <a:ext uri="{FF2B5EF4-FFF2-40B4-BE49-F238E27FC236}">
                <a16:creationId xmlns:a16="http://schemas.microsoft.com/office/drawing/2014/main" id="{160E6D2B-6C9C-4274-A40D-0E36E7973B15}"/>
              </a:ext>
            </a:extLst>
          </p:cNvPr>
          <p:cNvSpPr>
            <a:spLocks noGrp="1"/>
          </p:cNvSpPr>
          <p:nvPr/>
        </p:nvSpPr>
        <p:spPr>
          <a:xfrm>
            <a:off x="84282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5" name="F2_precision_recall_distributions_5019">
            <a:extLst>
              <a:ext uri="{FF2B5EF4-FFF2-40B4-BE49-F238E27FC236}">
                <a16:creationId xmlns:a16="http://schemas.microsoft.com/office/drawing/2014/main" id="{F9B634EB-EF8E-4C38-A219-FEF0FFF8EC91}"/>
              </a:ext>
            </a:extLst>
          </p:cNvPr>
          <p:cNvSpPr>
            <a:spLocks noGrp="1"/>
          </p:cNvSpPr>
          <p:nvPr/>
        </p:nvSpPr>
        <p:spPr>
          <a:xfrm>
            <a:off x="83794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6" name="F2_precision_recall_distributions_5020">
            <a:extLst>
              <a:ext uri="{FF2B5EF4-FFF2-40B4-BE49-F238E27FC236}">
                <a16:creationId xmlns:a16="http://schemas.microsoft.com/office/drawing/2014/main" id="{53DF5274-B0BE-4C8E-8A7D-CC8F77687637}"/>
              </a:ext>
            </a:extLst>
          </p:cNvPr>
          <p:cNvSpPr>
            <a:spLocks noGrp="1"/>
          </p:cNvSpPr>
          <p:nvPr/>
        </p:nvSpPr>
        <p:spPr>
          <a:xfrm>
            <a:off x="82366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7" name="F2_precision_recall_distributions_5021">
            <a:extLst>
              <a:ext uri="{FF2B5EF4-FFF2-40B4-BE49-F238E27FC236}">
                <a16:creationId xmlns:a16="http://schemas.microsoft.com/office/drawing/2014/main" id="{59D07ADE-272A-4EDA-8F1B-7A4138990379}"/>
              </a:ext>
            </a:extLst>
          </p:cNvPr>
          <p:cNvSpPr>
            <a:spLocks noGrp="1"/>
          </p:cNvSpPr>
          <p:nvPr/>
        </p:nvSpPr>
        <p:spPr>
          <a:xfrm>
            <a:off x="84051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8" name="F2_precision_recall_distributions_5022">
            <a:extLst>
              <a:ext uri="{FF2B5EF4-FFF2-40B4-BE49-F238E27FC236}">
                <a16:creationId xmlns:a16="http://schemas.microsoft.com/office/drawing/2014/main" id="{7F5E4314-4D06-45B7-99FF-095C4B868696}"/>
              </a:ext>
            </a:extLst>
          </p:cNvPr>
          <p:cNvSpPr>
            <a:spLocks noGrp="1"/>
          </p:cNvSpPr>
          <p:nvPr/>
        </p:nvSpPr>
        <p:spPr>
          <a:xfrm>
            <a:off x="83466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9" name="F2_precision_recall_distributions_5023">
            <a:extLst>
              <a:ext uri="{FF2B5EF4-FFF2-40B4-BE49-F238E27FC236}">
                <a16:creationId xmlns:a16="http://schemas.microsoft.com/office/drawing/2014/main" id="{DACCACE2-C91E-4C0E-A8A1-34054B6D1D8F}"/>
              </a:ext>
            </a:extLst>
          </p:cNvPr>
          <p:cNvSpPr>
            <a:spLocks noGrp="1"/>
          </p:cNvSpPr>
          <p:nvPr/>
        </p:nvSpPr>
        <p:spPr>
          <a:xfrm>
            <a:off x="8425534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0" name="F2_precision_recall_distributions_5024">
            <a:extLst>
              <a:ext uri="{FF2B5EF4-FFF2-40B4-BE49-F238E27FC236}">
                <a16:creationId xmlns:a16="http://schemas.microsoft.com/office/drawing/2014/main" id="{3CACAA8F-20D6-4252-BFCE-ABE521A3DAAD}"/>
              </a:ext>
            </a:extLst>
          </p:cNvPr>
          <p:cNvSpPr>
            <a:spLocks noGrp="1"/>
          </p:cNvSpPr>
          <p:nvPr/>
        </p:nvSpPr>
        <p:spPr>
          <a:xfrm>
            <a:off x="84266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1" name="F2_precision_recall_distributions_5025">
            <a:extLst>
              <a:ext uri="{FF2B5EF4-FFF2-40B4-BE49-F238E27FC236}">
                <a16:creationId xmlns:a16="http://schemas.microsoft.com/office/drawing/2014/main" id="{89D458DD-EA71-4180-A075-2E586EB1EB29}"/>
              </a:ext>
            </a:extLst>
          </p:cNvPr>
          <p:cNvSpPr>
            <a:spLocks noGrp="1"/>
          </p:cNvSpPr>
          <p:nvPr/>
        </p:nvSpPr>
        <p:spPr>
          <a:xfrm>
            <a:off x="836124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2" name="F2_precision_recall_distributions_5026">
            <a:extLst>
              <a:ext uri="{FF2B5EF4-FFF2-40B4-BE49-F238E27FC236}">
                <a16:creationId xmlns:a16="http://schemas.microsoft.com/office/drawing/2014/main" id="{7888C623-41CC-4D35-BF02-ECB5E5112166}"/>
              </a:ext>
            </a:extLst>
          </p:cNvPr>
          <p:cNvSpPr>
            <a:spLocks noGrp="1"/>
          </p:cNvSpPr>
          <p:nvPr/>
        </p:nvSpPr>
        <p:spPr>
          <a:xfrm>
            <a:off x="8285855" y="3534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3" name="F2_precision_recall_distributions_5027">
            <a:extLst>
              <a:ext uri="{FF2B5EF4-FFF2-40B4-BE49-F238E27FC236}">
                <a16:creationId xmlns:a16="http://schemas.microsoft.com/office/drawing/2014/main" id="{E8581D33-CC5A-4E40-97C6-E1D283C320D3}"/>
              </a:ext>
            </a:extLst>
          </p:cNvPr>
          <p:cNvSpPr>
            <a:spLocks noGrp="1"/>
          </p:cNvSpPr>
          <p:nvPr/>
        </p:nvSpPr>
        <p:spPr>
          <a:xfrm>
            <a:off x="8354040" y="32012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4" name="F2_precision_recall_distributions_5028">
            <a:extLst>
              <a:ext uri="{FF2B5EF4-FFF2-40B4-BE49-F238E27FC236}">
                <a16:creationId xmlns:a16="http://schemas.microsoft.com/office/drawing/2014/main" id="{B1DBCBCE-2243-440B-A1FE-5B60BAFED3F3}"/>
              </a:ext>
            </a:extLst>
          </p:cNvPr>
          <p:cNvSpPr>
            <a:spLocks noGrp="1"/>
          </p:cNvSpPr>
          <p:nvPr/>
        </p:nvSpPr>
        <p:spPr>
          <a:xfrm>
            <a:off x="820781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5" name="F2_precision_recall_distributions_5029">
            <a:extLst>
              <a:ext uri="{FF2B5EF4-FFF2-40B4-BE49-F238E27FC236}">
                <a16:creationId xmlns:a16="http://schemas.microsoft.com/office/drawing/2014/main" id="{98F3C634-1FD8-41D6-9B00-47578158A2FC}"/>
              </a:ext>
            </a:extLst>
          </p:cNvPr>
          <p:cNvSpPr>
            <a:spLocks noGrp="1"/>
          </p:cNvSpPr>
          <p:nvPr/>
        </p:nvSpPr>
        <p:spPr>
          <a:xfrm>
            <a:off x="8195926" y="3640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6" name="F2_precision_recall_distributions_5030">
            <a:extLst>
              <a:ext uri="{FF2B5EF4-FFF2-40B4-BE49-F238E27FC236}">
                <a16:creationId xmlns:a16="http://schemas.microsoft.com/office/drawing/2014/main" id="{63E80E4F-FA3A-49EB-8D65-8625477D92CB}"/>
              </a:ext>
            </a:extLst>
          </p:cNvPr>
          <p:cNvSpPr>
            <a:spLocks noGrp="1"/>
          </p:cNvSpPr>
          <p:nvPr/>
        </p:nvSpPr>
        <p:spPr>
          <a:xfrm>
            <a:off x="8165165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7" name="F2_precision_recall_distributions_5031">
            <a:extLst>
              <a:ext uri="{FF2B5EF4-FFF2-40B4-BE49-F238E27FC236}">
                <a16:creationId xmlns:a16="http://schemas.microsoft.com/office/drawing/2014/main" id="{1F9A4955-41C8-48EB-8B53-D113FA47909B}"/>
              </a:ext>
            </a:extLst>
          </p:cNvPr>
          <p:cNvSpPr>
            <a:spLocks noGrp="1"/>
          </p:cNvSpPr>
          <p:nvPr/>
        </p:nvSpPr>
        <p:spPr>
          <a:xfrm>
            <a:off x="843810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8" name="F2_precision_recall_distributions_5032">
            <a:extLst>
              <a:ext uri="{FF2B5EF4-FFF2-40B4-BE49-F238E27FC236}">
                <a16:creationId xmlns:a16="http://schemas.microsoft.com/office/drawing/2014/main" id="{DD05EC0E-B25E-4FD6-82E8-1B2D9E198AA8}"/>
              </a:ext>
            </a:extLst>
          </p:cNvPr>
          <p:cNvSpPr>
            <a:spLocks noGrp="1"/>
          </p:cNvSpPr>
          <p:nvPr/>
        </p:nvSpPr>
        <p:spPr>
          <a:xfrm>
            <a:off x="845390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9" name="F2_precision_recall_distributions_5033">
            <a:extLst>
              <a:ext uri="{FF2B5EF4-FFF2-40B4-BE49-F238E27FC236}">
                <a16:creationId xmlns:a16="http://schemas.microsoft.com/office/drawing/2014/main" id="{A6C34166-2511-48B7-9D42-09AAF3243686}"/>
              </a:ext>
            </a:extLst>
          </p:cNvPr>
          <p:cNvSpPr>
            <a:spLocks noGrp="1"/>
          </p:cNvSpPr>
          <p:nvPr/>
        </p:nvSpPr>
        <p:spPr>
          <a:xfrm>
            <a:off x="8169968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0" name="F2_precision_recall_distributions_5034">
            <a:extLst>
              <a:ext uri="{FF2B5EF4-FFF2-40B4-BE49-F238E27FC236}">
                <a16:creationId xmlns:a16="http://schemas.microsoft.com/office/drawing/2014/main" id="{F50B3F47-C044-4800-A5FE-045DDBCF2609}"/>
              </a:ext>
            </a:extLst>
          </p:cNvPr>
          <p:cNvSpPr>
            <a:spLocks noGrp="1"/>
          </p:cNvSpPr>
          <p:nvPr/>
        </p:nvSpPr>
        <p:spPr>
          <a:xfrm>
            <a:off x="8340691" y="31593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1" name="F2_precision_recall_distributions_5035">
            <a:extLst>
              <a:ext uri="{FF2B5EF4-FFF2-40B4-BE49-F238E27FC236}">
                <a16:creationId xmlns:a16="http://schemas.microsoft.com/office/drawing/2014/main" id="{5D16167F-7246-4CDD-82CC-F36C9B0D4648}"/>
              </a:ext>
            </a:extLst>
          </p:cNvPr>
          <p:cNvSpPr>
            <a:spLocks noGrp="1"/>
          </p:cNvSpPr>
          <p:nvPr/>
        </p:nvSpPr>
        <p:spPr>
          <a:xfrm>
            <a:off x="83681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2" name="F2_precision_recall_distributions_5036">
            <a:extLst>
              <a:ext uri="{FF2B5EF4-FFF2-40B4-BE49-F238E27FC236}">
                <a16:creationId xmlns:a16="http://schemas.microsoft.com/office/drawing/2014/main" id="{5DEE96C3-7705-4837-8F2D-A81AAF2F843C}"/>
              </a:ext>
            </a:extLst>
          </p:cNvPr>
          <p:cNvSpPr>
            <a:spLocks noGrp="1"/>
          </p:cNvSpPr>
          <p:nvPr/>
        </p:nvSpPr>
        <p:spPr>
          <a:xfrm>
            <a:off x="8423436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3" name="F2_precision_recall_distributions_5037">
            <a:extLst>
              <a:ext uri="{FF2B5EF4-FFF2-40B4-BE49-F238E27FC236}">
                <a16:creationId xmlns:a16="http://schemas.microsoft.com/office/drawing/2014/main" id="{44209558-E0CA-4C62-BB57-8072DFDEBDBF}"/>
              </a:ext>
            </a:extLst>
          </p:cNvPr>
          <p:cNvSpPr>
            <a:spLocks noGrp="1"/>
          </p:cNvSpPr>
          <p:nvPr/>
        </p:nvSpPr>
        <p:spPr>
          <a:xfrm>
            <a:off x="6002018" y="287532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224" name="F2_precision_recall_distributions_5038">
            <a:extLst>
              <a:ext uri="{FF2B5EF4-FFF2-40B4-BE49-F238E27FC236}">
                <a16:creationId xmlns:a16="http://schemas.microsoft.com/office/drawing/2014/main" id="{868A9398-8A12-4868-A15B-6F82A1676ECD}"/>
              </a:ext>
            </a:extLst>
          </p:cNvPr>
          <p:cNvSpPr>
            <a:spLocks noGrp="1"/>
          </p:cNvSpPr>
          <p:nvPr/>
        </p:nvSpPr>
        <p:spPr>
          <a:xfrm>
            <a:off x="7165978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225" name="F2_precision_recall_distributions_5039">
            <a:extLst>
              <a:ext uri="{FF2B5EF4-FFF2-40B4-BE49-F238E27FC236}">
                <a16:creationId xmlns:a16="http://schemas.microsoft.com/office/drawing/2014/main" id="{93072295-152A-4475-BBC3-467E61757B48}"/>
              </a:ext>
            </a:extLst>
          </p:cNvPr>
          <p:cNvSpPr>
            <a:spLocks noGrp="1"/>
          </p:cNvSpPr>
          <p:nvPr/>
        </p:nvSpPr>
        <p:spPr>
          <a:xfrm>
            <a:off x="8329937" y="329971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226" name="F2_precision_recall_distributions_5040">
            <a:extLst>
              <a:ext uri="{FF2B5EF4-FFF2-40B4-BE49-F238E27FC236}">
                <a16:creationId xmlns:a16="http://schemas.microsoft.com/office/drawing/2014/main" id="{FA29E62B-2DC7-4DE4-A165-0AF72276354D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7" name="F2_precision_recall_distributions_5041">
            <a:extLst>
              <a:ext uri="{FF2B5EF4-FFF2-40B4-BE49-F238E27FC236}">
                <a16:creationId xmlns:a16="http://schemas.microsoft.com/office/drawing/2014/main" id="{41FAB208-20F6-4F18-85C1-A7ECC359B183}"/>
              </a:ext>
            </a:extLst>
          </p:cNvPr>
          <p:cNvSpPr>
            <a:spLocks noGrp="1"/>
          </p:cNvSpPr>
          <p:nvPr/>
        </p:nvSpPr>
        <p:spPr>
          <a:xfrm>
            <a:off x="5361841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8" name="text_5042">
            <a:extLst>
              <a:ext uri="{FF2B5EF4-FFF2-40B4-BE49-F238E27FC236}">
                <a16:creationId xmlns:a16="http://schemas.microsoft.com/office/drawing/2014/main" id="{14D9307A-DFC4-4F35-8F52-5744CECDF5EF}"/>
              </a:ext>
            </a:extLst>
          </p:cNvPr>
          <p:cNvSpPr>
            <a:spLocks noGrp="1"/>
          </p:cNvSpPr>
          <p:nvPr/>
        </p:nvSpPr>
        <p:spPr>
          <a:xfrm>
            <a:off x="5361841" y="267338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Recall</a:t>
            </a:r>
          </a:p>
        </p:txBody>
      </p:sp>
      <p:sp>
        <p:nvSpPr>
          <p:cNvPr id="2229" name="F2_precision_recall_distributions_5043">
            <a:extLst>
              <a:ext uri="{FF2B5EF4-FFF2-40B4-BE49-F238E27FC236}">
                <a16:creationId xmlns:a16="http://schemas.microsoft.com/office/drawing/2014/main" id="{12C5C6AD-79D3-4D00-8E95-91759BE74A76}"/>
              </a:ext>
            </a:extLst>
          </p:cNvPr>
          <p:cNvSpPr>
            <a:spLocks noGrp="1"/>
          </p:cNvSpPr>
          <p:nvPr/>
        </p:nvSpPr>
        <p:spPr>
          <a:xfrm>
            <a:off x="5973977" y="2988749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230" name="F2_precision_recall_distributions_5044">
            <a:extLst>
              <a:ext uri="{FF2B5EF4-FFF2-40B4-BE49-F238E27FC236}">
                <a16:creationId xmlns:a16="http://schemas.microsoft.com/office/drawing/2014/main" id="{60EE6B68-1829-41A0-9CD3-5FD6C0DB3629}"/>
              </a:ext>
            </a:extLst>
          </p:cNvPr>
          <p:cNvSpPr>
            <a:spLocks noGrp="1"/>
          </p:cNvSpPr>
          <p:nvPr/>
        </p:nvSpPr>
        <p:spPr>
          <a:xfrm>
            <a:off x="7137937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231" name="F2_precision_recall_distributions_5045">
            <a:extLst>
              <a:ext uri="{FF2B5EF4-FFF2-40B4-BE49-F238E27FC236}">
                <a16:creationId xmlns:a16="http://schemas.microsoft.com/office/drawing/2014/main" id="{8C64D1AD-5823-4FD0-A14F-0A1221299923}"/>
              </a:ext>
            </a:extLst>
          </p:cNvPr>
          <p:cNvSpPr>
            <a:spLocks noGrp="1"/>
          </p:cNvSpPr>
          <p:nvPr/>
        </p:nvSpPr>
        <p:spPr>
          <a:xfrm>
            <a:off x="8301896" y="35748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232" name="F2_precision_recall_distributions_5046">
            <a:extLst>
              <a:ext uri="{FF2B5EF4-FFF2-40B4-BE49-F238E27FC236}">
                <a16:creationId xmlns:a16="http://schemas.microsoft.com/office/drawing/2014/main" id="{1DA8E4AB-6D68-4D75-98D2-C1585DB98BD3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33" name="F2_precision_recall_distributions_5047">
            <a:extLst>
              <a:ext uri="{FF2B5EF4-FFF2-40B4-BE49-F238E27FC236}">
                <a16:creationId xmlns:a16="http://schemas.microsoft.com/office/drawing/2014/main" id="{0A39D68A-F91E-49D1-BAB4-50BED1EFF507}"/>
              </a:ext>
            </a:extLst>
          </p:cNvPr>
          <p:cNvSpPr>
            <a:spLocks noGrp="1"/>
          </p:cNvSpPr>
          <p:nvPr/>
        </p:nvSpPr>
        <p:spPr>
          <a:xfrm>
            <a:off x="1212325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4" name="F2_precision_recall_distributions_5048">
            <a:extLst>
              <a:ext uri="{FF2B5EF4-FFF2-40B4-BE49-F238E27FC236}">
                <a16:creationId xmlns:a16="http://schemas.microsoft.com/office/drawing/2014/main" id="{E5DD29C3-3810-49F1-9D5B-E40BE7EF4AFA}"/>
              </a:ext>
            </a:extLst>
          </p:cNvPr>
          <p:cNvSpPr>
            <a:spLocks noGrp="1"/>
          </p:cNvSpPr>
          <p:nvPr/>
        </p:nvSpPr>
        <p:spPr>
          <a:xfrm>
            <a:off x="1170051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5" name="text_5049">
            <a:extLst>
              <a:ext uri="{FF2B5EF4-FFF2-40B4-BE49-F238E27FC236}">
                <a16:creationId xmlns:a16="http://schemas.microsoft.com/office/drawing/2014/main" id="{7D973726-FA8A-46C6-A0DD-DD094F38DE7D}"/>
              </a:ext>
            </a:extLst>
          </p:cNvPr>
          <p:cNvSpPr>
            <a:spLocks noGrp="1"/>
          </p:cNvSpPr>
          <p:nvPr/>
        </p:nvSpPr>
        <p:spPr>
          <a:xfrm>
            <a:off x="958091" y="504481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236" name="F2_precision_recall_distributions_5050">
            <a:extLst>
              <a:ext uri="{FF2B5EF4-FFF2-40B4-BE49-F238E27FC236}">
                <a16:creationId xmlns:a16="http://schemas.microsoft.com/office/drawing/2014/main" id="{A901D1AD-CFF8-4372-B4A8-BEB05E980FDA}"/>
              </a:ext>
            </a:extLst>
          </p:cNvPr>
          <p:cNvSpPr>
            <a:spLocks noGrp="1"/>
          </p:cNvSpPr>
          <p:nvPr/>
        </p:nvSpPr>
        <p:spPr>
          <a:xfrm>
            <a:off x="1212325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7" name="F2_precision_recall_distributions_5051">
            <a:extLst>
              <a:ext uri="{FF2B5EF4-FFF2-40B4-BE49-F238E27FC236}">
                <a16:creationId xmlns:a16="http://schemas.microsoft.com/office/drawing/2014/main" id="{9047F6DA-01EB-4BA9-8563-A8F74B9AC1BA}"/>
              </a:ext>
            </a:extLst>
          </p:cNvPr>
          <p:cNvSpPr>
            <a:spLocks noGrp="1"/>
          </p:cNvSpPr>
          <p:nvPr/>
        </p:nvSpPr>
        <p:spPr>
          <a:xfrm>
            <a:off x="1170051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8" name="text_5052">
            <a:extLst>
              <a:ext uri="{FF2B5EF4-FFF2-40B4-BE49-F238E27FC236}">
                <a16:creationId xmlns:a16="http://schemas.microsoft.com/office/drawing/2014/main" id="{4646516E-C649-4E89-8897-21DC79170D5F}"/>
              </a:ext>
            </a:extLst>
          </p:cNvPr>
          <p:cNvSpPr>
            <a:spLocks noGrp="1"/>
          </p:cNvSpPr>
          <p:nvPr/>
        </p:nvSpPr>
        <p:spPr>
          <a:xfrm>
            <a:off x="958091" y="462042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239" name="F2_precision_recall_distributions_5053">
            <a:extLst>
              <a:ext uri="{FF2B5EF4-FFF2-40B4-BE49-F238E27FC236}">
                <a16:creationId xmlns:a16="http://schemas.microsoft.com/office/drawing/2014/main" id="{C8C110AF-CCFB-4960-98D8-894632E5CB9F}"/>
              </a:ext>
            </a:extLst>
          </p:cNvPr>
          <p:cNvSpPr>
            <a:spLocks noGrp="1"/>
          </p:cNvSpPr>
          <p:nvPr/>
        </p:nvSpPr>
        <p:spPr>
          <a:xfrm>
            <a:off x="1212325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40" name="F2_precision_recall_distributions_5054">
            <a:extLst>
              <a:ext uri="{FF2B5EF4-FFF2-40B4-BE49-F238E27FC236}">
                <a16:creationId xmlns:a16="http://schemas.microsoft.com/office/drawing/2014/main" id="{D03076E6-EBD4-4604-824A-C3C497A2F5B5}"/>
              </a:ext>
            </a:extLst>
          </p:cNvPr>
          <p:cNvSpPr>
            <a:spLocks noGrp="1"/>
          </p:cNvSpPr>
          <p:nvPr/>
        </p:nvSpPr>
        <p:spPr>
          <a:xfrm>
            <a:off x="1170051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41" name="text_5055">
            <a:extLst>
              <a:ext uri="{FF2B5EF4-FFF2-40B4-BE49-F238E27FC236}">
                <a16:creationId xmlns:a16="http://schemas.microsoft.com/office/drawing/2014/main" id="{F9E6D79B-C44B-4A45-B9ED-AAD919A6682A}"/>
              </a:ext>
            </a:extLst>
          </p:cNvPr>
          <p:cNvSpPr>
            <a:spLocks noGrp="1"/>
          </p:cNvSpPr>
          <p:nvPr/>
        </p:nvSpPr>
        <p:spPr>
          <a:xfrm>
            <a:off x="958091" y="419604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242" name="F2_precision_recall_distributions_5056">
            <a:extLst>
              <a:ext uri="{FF2B5EF4-FFF2-40B4-BE49-F238E27FC236}">
                <a16:creationId xmlns:a16="http://schemas.microsoft.com/office/drawing/2014/main" id="{0FA6A129-2D9A-4F2A-86FE-3A65FBEE0AA2}"/>
              </a:ext>
            </a:extLst>
          </p:cNvPr>
          <p:cNvSpPr>
            <a:spLocks noGrp="1"/>
          </p:cNvSpPr>
          <p:nvPr/>
        </p:nvSpPr>
        <p:spPr>
          <a:xfrm>
            <a:off x="151495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243" name="F2_precision_recall_distributions_5057">
            <a:extLst>
              <a:ext uri="{FF2B5EF4-FFF2-40B4-BE49-F238E27FC236}">
                <a16:creationId xmlns:a16="http://schemas.microsoft.com/office/drawing/2014/main" id="{F3DF5397-31D6-4DAF-8EBD-5D9836CAF08A}"/>
              </a:ext>
            </a:extLst>
          </p:cNvPr>
          <p:cNvSpPr>
            <a:spLocks noGrp="1"/>
          </p:cNvSpPr>
          <p:nvPr/>
        </p:nvSpPr>
        <p:spPr>
          <a:xfrm>
            <a:off x="19423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4" name="F2_precision_recall_distributions_5058">
            <a:extLst>
              <a:ext uri="{FF2B5EF4-FFF2-40B4-BE49-F238E27FC236}">
                <a16:creationId xmlns:a16="http://schemas.microsoft.com/office/drawing/2014/main" id="{4B1BC5F6-320B-47AB-89EA-51033A788B40}"/>
              </a:ext>
            </a:extLst>
          </p:cNvPr>
          <p:cNvSpPr>
            <a:spLocks noGrp="1"/>
          </p:cNvSpPr>
          <p:nvPr/>
        </p:nvSpPr>
        <p:spPr>
          <a:xfrm>
            <a:off x="17357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5" name="F2_precision_recall_distributions_5059">
            <a:extLst>
              <a:ext uri="{FF2B5EF4-FFF2-40B4-BE49-F238E27FC236}">
                <a16:creationId xmlns:a16="http://schemas.microsoft.com/office/drawing/2014/main" id="{8624C18A-CC74-4886-AE5F-EE9613AA3531}"/>
              </a:ext>
            </a:extLst>
          </p:cNvPr>
          <p:cNvSpPr>
            <a:spLocks noGrp="1"/>
          </p:cNvSpPr>
          <p:nvPr/>
        </p:nvSpPr>
        <p:spPr>
          <a:xfrm>
            <a:off x="167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6" name="F2_precision_recall_distributions_5060">
            <a:extLst>
              <a:ext uri="{FF2B5EF4-FFF2-40B4-BE49-F238E27FC236}">
                <a16:creationId xmlns:a16="http://schemas.microsoft.com/office/drawing/2014/main" id="{587C1BC3-8481-4D06-8A02-E149EB6FB53E}"/>
              </a:ext>
            </a:extLst>
          </p:cNvPr>
          <p:cNvSpPr>
            <a:spLocks noGrp="1"/>
          </p:cNvSpPr>
          <p:nvPr/>
        </p:nvSpPr>
        <p:spPr>
          <a:xfrm>
            <a:off x="1890761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7" name="F2_precision_recall_distributions_5061">
            <a:extLst>
              <a:ext uri="{FF2B5EF4-FFF2-40B4-BE49-F238E27FC236}">
                <a16:creationId xmlns:a16="http://schemas.microsoft.com/office/drawing/2014/main" id="{1D52D178-C6B0-4395-845D-2D8C32485722}"/>
              </a:ext>
            </a:extLst>
          </p:cNvPr>
          <p:cNvSpPr>
            <a:spLocks noGrp="1"/>
          </p:cNvSpPr>
          <p:nvPr/>
        </p:nvSpPr>
        <p:spPr>
          <a:xfrm>
            <a:off x="1823031" y="4360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8" name="F2_precision_recall_distributions_5062">
            <a:extLst>
              <a:ext uri="{FF2B5EF4-FFF2-40B4-BE49-F238E27FC236}">
                <a16:creationId xmlns:a16="http://schemas.microsoft.com/office/drawing/2014/main" id="{7AF5C7CF-88F2-4989-B7DA-36F8E388DBEA}"/>
              </a:ext>
            </a:extLst>
          </p:cNvPr>
          <p:cNvSpPr>
            <a:spLocks noGrp="1"/>
          </p:cNvSpPr>
          <p:nvPr/>
        </p:nvSpPr>
        <p:spPr>
          <a:xfrm>
            <a:off x="17460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9" name="F2_precision_recall_distributions_5063">
            <a:extLst>
              <a:ext uri="{FF2B5EF4-FFF2-40B4-BE49-F238E27FC236}">
                <a16:creationId xmlns:a16="http://schemas.microsoft.com/office/drawing/2014/main" id="{75BC124C-F38F-4BDB-893E-4AA6F8100D70}"/>
              </a:ext>
            </a:extLst>
          </p:cNvPr>
          <p:cNvSpPr>
            <a:spLocks noGrp="1"/>
          </p:cNvSpPr>
          <p:nvPr/>
        </p:nvSpPr>
        <p:spPr>
          <a:xfrm>
            <a:off x="20080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0" name="F2_precision_recall_distributions_5064">
            <a:extLst>
              <a:ext uri="{FF2B5EF4-FFF2-40B4-BE49-F238E27FC236}">
                <a16:creationId xmlns:a16="http://schemas.microsoft.com/office/drawing/2014/main" id="{2C6850DD-0120-477F-906A-308911D50B68}"/>
              </a:ext>
            </a:extLst>
          </p:cNvPr>
          <p:cNvSpPr>
            <a:spLocks noGrp="1"/>
          </p:cNvSpPr>
          <p:nvPr/>
        </p:nvSpPr>
        <p:spPr>
          <a:xfrm>
            <a:off x="20095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1" name="F2_precision_recall_distributions_5065">
            <a:extLst>
              <a:ext uri="{FF2B5EF4-FFF2-40B4-BE49-F238E27FC236}">
                <a16:creationId xmlns:a16="http://schemas.microsoft.com/office/drawing/2014/main" id="{538B705A-43FB-40EB-B06B-66B674726F2B}"/>
              </a:ext>
            </a:extLst>
          </p:cNvPr>
          <p:cNvSpPr>
            <a:spLocks noGrp="1"/>
          </p:cNvSpPr>
          <p:nvPr/>
        </p:nvSpPr>
        <p:spPr>
          <a:xfrm>
            <a:off x="1927996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2" name="F2_precision_recall_distributions_5066">
            <a:extLst>
              <a:ext uri="{FF2B5EF4-FFF2-40B4-BE49-F238E27FC236}">
                <a16:creationId xmlns:a16="http://schemas.microsoft.com/office/drawing/2014/main" id="{70466374-C064-48EE-8276-70A26C0116E5}"/>
              </a:ext>
            </a:extLst>
          </p:cNvPr>
          <p:cNvSpPr>
            <a:spLocks noGrp="1"/>
          </p:cNvSpPr>
          <p:nvPr/>
        </p:nvSpPr>
        <p:spPr>
          <a:xfrm>
            <a:off x="174354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3" name="F2_precision_recall_distributions_5067">
            <a:extLst>
              <a:ext uri="{FF2B5EF4-FFF2-40B4-BE49-F238E27FC236}">
                <a16:creationId xmlns:a16="http://schemas.microsoft.com/office/drawing/2014/main" id="{4B3ECB2C-091C-4AE9-A991-2E83E4845E67}"/>
              </a:ext>
            </a:extLst>
          </p:cNvPr>
          <p:cNvSpPr>
            <a:spLocks noGrp="1"/>
          </p:cNvSpPr>
          <p:nvPr/>
        </p:nvSpPr>
        <p:spPr>
          <a:xfrm>
            <a:off x="2022907" y="4635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4" name="F2_precision_recall_distributions_5068">
            <a:extLst>
              <a:ext uri="{FF2B5EF4-FFF2-40B4-BE49-F238E27FC236}">
                <a16:creationId xmlns:a16="http://schemas.microsoft.com/office/drawing/2014/main" id="{2C671E05-B0BB-4F98-A1C4-2F676EAB0D71}"/>
              </a:ext>
            </a:extLst>
          </p:cNvPr>
          <p:cNvSpPr>
            <a:spLocks noGrp="1"/>
          </p:cNvSpPr>
          <p:nvPr/>
        </p:nvSpPr>
        <p:spPr>
          <a:xfrm>
            <a:off x="199890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5" name="F2_precision_recall_distributions_5069">
            <a:extLst>
              <a:ext uri="{FF2B5EF4-FFF2-40B4-BE49-F238E27FC236}">
                <a16:creationId xmlns:a16="http://schemas.microsoft.com/office/drawing/2014/main" id="{C64F8DF4-7557-4A8D-964D-BE5A70B64622}"/>
              </a:ext>
            </a:extLst>
          </p:cNvPr>
          <p:cNvSpPr>
            <a:spLocks noGrp="1"/>
          </p:cNvSpPr>
          <p:nvPr/>
        </p:nvSpPr>
        <p:spPr>
          <a:xfrm>
            <a:off x="20091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6" name="F2_precision_recall_distributions_5070">
            <a:extLst>
              <a:ext uri="{FF2B5EF4-FFF2-40B4-BE49-F238E27FC236}">
                <a16:creationId xmlns:a16="http://schemas.microsoft.com/office/drawing/2014/main" id="{8002D01C-008E-470B-A4F7-ABDC02BFD780}"/>
              </a:ext>
            </a:extLst>
          </p:cNvPr>
          <p:cNvSpPr>
            <a:spLocks noGrp="1"/>
          </p:cNvSpPr>
          <p:nvPr/>
        </p:nvSpPr>
        <p:spPr>
          <a:xfrm>
            <a:off x="193355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7" name="F2_precision_recall_distributions_5071">
            <a:extLst>
              <a:ext uri="{FF2B5EF4-FFF2-40B4-BE49-F238E27FC236}">
                <a16:creationId xmlns:a16="http://schemas.microsoft.com/office/drawing/2014/main" id="{3BE60C73-2DFB-4CD6-A592-ECB5219F08D8}"/>
              </a:ext>
            </a:extLst>
          </p:cNvPr>
          <p:cNvSpPr>
            <a:spLocks noGrp="1"/>
          </p:cNvSpPr>
          <p:nvPr/>
        </p:nvSpPr>
        <p:spPr>
          <a:xfrm>
            <a:off x="19656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8" name="F2_precision_recall_distributions_5072">
            <a:extLst>
              <a:ext uri="{FF2B5EF4-FFF2-40B4-BE49-F238E27FC236}">
                <a16:creationId xmlns:a16="http://schemas.microsoft.com/office/drawing/2014/main" id="{3B848FD9-E305-41E0-A775-059A73103588}"/>
              </a:ext>
            </a:extLst>
          </p:cNvPr>
          <p:cNvSpPr>
            <a:spLocks noGrp="1"/>
          </p:cNvSpPr>
          <p:nvPr/>
        </p:nvSpPr>
        <p:spPr>
          <a:xfrm>
            <a:off x="179873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9" name="F2_precision_recall_distributions_5073">
            <a:extLst>
              <a:ext uri="{FF2B5EF4-FFF2-40B4-BE49-F238E27FC236}">
                <a16:creationId xmlns:a16="http://schemas.microsoft.com/office/drawing/2014/main" id="{0D1D5D25-A7C9-46F7-8DA1-0AA79C69CFE5}"/>
              </a:ext>
            </a:extLst>
          </p:cNvPr>
          <p:cNvSpPr>
            <a:spLocks noGrp="1"/>
          </p:cNvSpPr>
          <p:nvPr/>
        </p:nvSpPr>
        <p:spPr>
          <a:xfrm>
            <a:off x="167864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0" name="F2_precision_recall_distributions_5074">
            <a:extLst>
              <a:ext uri="{FF2B5EF4-FFF2-40B4-BE49-F238E27FC236}">
                <a16:creationId xmlns:a16="http://schemas.microsoft.com/office/drawing/2014/main" id="{71BEB3C6-9DE9-4F07-B34E-B60E8019515F}"/>
              </a:ext>
            </a:extLst>
          </p:cNvPr>
          <p:cNvSpPr>
            <a:spLocks noGrp="1"/>
          </p:cNvSpPr>
          <p:nvPr/>
        </p:nvSpPr>
        <p:spPr>
          <a:xfrm>
            <a:off x="176816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1" name="F2_precision_recall_distributions_5075">
            <a:extLst>
              <a:ext uri="{FF2B5EF4-FFF2-40B4-BE49-F238E27FC236}">
                <a16:creationId xmlns:a16="http://schemas.microsoft.com/office/drawing/2014/main" id="{DF307AB9-A04B-4875-B019-FE20796C602F}"/>
              </a:ext>
            </a:extLst>
          </p:cNvPr>
          <p:cNvSpPr>
            <a:spLocks noGrp="1"/>
          </p:cNvSpPr>
          <p:nvPr/>
        </p:nvSpPr>
        <p:spPr>
          <a:xfrm>
            <a:off x="1901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2" name="F2_precision_recall_distributions_5076">
            <a:extLst>
              <a:ext uri="{FF2B5EF4-FFF2-40B4-BE49-F238E27FC236}">
                <a16:creationId xmlns:a16="http://schemas.microsoft.com/office/drawing/2014/main" id="{1F0C1979-4602-415B-A024-376627C68442}"/>
              </a:ext>
            </a:extLst>
          </p:cNvPr>
          <p:cNvSpPr>
            <a:spLocks noGrp="1"/>
          </p:cNvSpPr>
          <p:nvPr/>
        </p:nvSpPr>
        <p:spPr>
          <a:xfrm>
            <a:off x="170263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3" name="F2_precision_recall_distributions_5077">
            <a:extLst>
              <a:ext uri="{FF2B5EF4-FFF2-40B4-BE49-F238E27FC236}">
                <a16:creationId xmlns:a16="http://schemas.microsoft.com/office/drawing/2014/main" id="{D169E297-F1CE-4F52-BDB7-1F2D78857A12}"/>
              </a:ext>
            </a:extLst>
          </p:cNvPr>
          <p:cNvSpPr>
            <a:spLocks noGrp="1"/>
          </p:cNvSpPr>
          <p:nvPr/>
        </p:nvSpPr>
        <p:spPr>
          <a:xfrm>
            <a:off x="2001877" y="43006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4" name="F2_precision_recall_distributions_5078">
            <a:extLst>
              <a:ext uri="{FF2B5EF4-FFF2-40B4-BE49-F238E27FC236}">
                <a16:creationId xmlns:a16="http://schemas.microsoft.com/office/drawing/2014/main" id="{BE2665CE-23CA-4303-983E-A0BA3234FFB0}"/>
              </a:ext>
            </a:extLst>
          </p:cNvPr>
          <p:cNvSpPr>
            <a:spLocks noGrp="1"/>
          </p:cNvSpPr>
          <p:nvPr/>
        </p:nvSpPr>
        <p:spPr>
          <a:xfrm>
            <a:off x="180444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5" name="F2_precision_recall_distributions_5079">
            <a:extLst>
              <a:ext uri="{FF2B5EF4-FFF2-40B4-BE49-F238E27FC236}">
                <a16:creationId xmlns:a16="http://schemas.microsoft.com/office/drawing/2014/main" id="{B90A6F1A-0A7C-4C05-A7A9-2F6D3D3011B1}"/>
              </a:ext>
            </a:extLst>
          </p:cNvPr>
          <p:cNvSpPr>
            <a:spLocks noGrp="1"/>
          </p:cNvSpPr>
          <p:nvPr/>
        </p:nvSpPr>
        <p:spPr>
          <a:xfrm>
            <a:off x="19320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6" name="F2_precision_recall_distributions_5080">
            <a:extLst>
              <a:ext uri="{FF2B5EF4-FFF2-40B4-BE49-F238E27FC236}">
                <a16:creationId xmlns:a16="http://schemas.microsoft.com/office/drawing/2014/main" id="{3040E6E4-1232-4303-A8DB-12BE55683CC2}"/>
              </a:ext>
            </a:extLst>
          </p:cNvPr>
          <p:cNvSpPr>
            <a:spLocks noGrp="1"/>
          </p:cNvSpPr>
          <p:nvPr/>
        </p:nvSpPr>
        <p:spPr>
          <a:xfrm>
            <a:off x="18412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7" name="F2_precision_recall_distributions_5081">
            <a:extLst>
              <a:ext uri="{FF2B5EF4-FFF2-40B4-BE49-F238E27FC236}">
                <a16:creationId xmlns:a16="http://schemas.microsoft.com/office/drawing/2014/main" id="{4C4AE6FB-EC77-4725-91D6-CF0F4B75EEA6}"/>
              </a:ext>
            </a:extLst>
          </p:cNvPr>
          <p:cNvSpPr>
            <a:spLocks noGrp="1"/>
          </p:cNvSpPr>
          <p:nvPr/>
        </p:nvSpPr>
        <p:spPr>
          <a:xfrm>
            <a:off x="1787326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8" name="F2_precision_recall_distributions_5082">
            <a:extLst>
              <a:ext uri="{FF2B5EF4-FFF2-40B4-BE49-F238E27FC236}">
                <a16:creationId xmlns:a16="http://schemas.microsoft.com/office/drawing/2014/main" id="{F33C46AE-2E0F-40F0-88CB-9D420F771236}"/>
              </a:ext>
            </a:extLst>
          </p:cNvPr>
          <p:cNvSpPr>
            <a:spLocks noGrp="1"/>
          </p:cNvSpPr>
          <p:nvPr/>
        </p:nvSpPr>
        <p:spPr>
          <a:xfrm>
            <a:off x="195165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9" name="F2_precision_recall_distributions_5083">
            <a:extLst>
              <a:ext uri="{FF2B5EF4-FFF2-40B4-BE49-F238E27FC236}">
                <a16:creationId xmlns:a16="http://schemas.microsoft.com/office/drawing/2014/main" id="{E59EE4A0-77C5-4557-9166-032B1EE46908}"/>
              </a:ext>
            </a:extLst>
          </p:cNvPr>
          <p:cNvSpPr>
            <a:spLocks noGrp="1"/>
          </p:cNvSpPr>
          <p:nvPr/>
        </p:nvSpPr>
        <p:spPr>
          <a:xfrm>
            <a:off x="1880325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0" name="F2_precision_recall_distributions_5084">
            <a:extLst>
              <a:ext uri="{FF2B5EF4-FFF2-40B4-BE49-F238E27FC236}">
                <a16:creationId xmlns:a16="http://schemas.microsoft.com/office/drawing/2014/main" id="{5A6799A5-5493-49EB-87CD-49823AC1B240}"/>
              </a:ext>
            </a:extLst>
          </p:cNvPr>
          <p:cNvSpPr>
            <a:spLocks noGrp="1"/>
          </p:cNvSpPr>
          <p:nvPr/>
        </p:nvSpPr>
        <p:spPr>
          <a:xfrm>
            <a:off x="1978882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1" name="F2_precision_recall_distributions_5085">
            <a:extLst>
              <a:ext uri="{FF2B5EF4-FFF2-40B4-BE49-F238E27FC236}">
                <a16:creationId xmlns:a16="http://schemas.microsoft.com/office/drawing/2014/main" id="{1B6DCBA7-6D98-43AD-885D-972B97BD3D94}"/>
              </a:ext>
            </a:extLst>
          </p:cNvPr>
          <p:cNvSpPr>
            <a:spLocks noGrp="1"/>
          </p:cNvSpPr>
          <p:nvPr/>
        </p:nvSpPr>
        <p:spPr>
          <a:xfrm>
            <a:off x="17798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2" name="F2_precision_recall_distributions_5086">
            <a:extLst>
              <a:ext uri="{FF2B5EF4-FFF2-40B4-BE49-F238E27FC236}">
                <a16:creationId xmlns:a16="http://schemas.microsoft.com/office/drawing/2014/main" id="{8CC17137-6EE6-42B1-8324-D552FD2745A2}"/>
              </a:ext>
            </a:extLst>
          </p:cNvPr>
          <p:cNvSpPr>
            <a:spLocks noGrp="1"/>
          </p:cNvSpPr>
          <p:nvPr/>
        </p:nvSpPr>
        <p:spPr>
          <a:xfrm>
            <a:off x="19959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3" name="F2_precision_recall_distributions_5087">
            <a:extLst>
              <a:ext uri="{FF2B5EF4-FFF2-40B4-BE49-F238E27FC236}">
                <a16:creationId xmlns:a16="http://schemas.microsoft.com/office/drawing/2014/main" id="{4271D3C7-8D91-439D-9CC5-0AB61C04240F}"/>
              </a:ext>
            </a:extLst>
          </p:cNvPr>
          <p:cNvSpPr>
            <a:spLocks noGrp="1"/>
          </p:cNvSpPr>
          <p:nvPr/>
        </p:nvSpPr>
        <p:spPr>
          <a:xfrm>
            <a:off x="1678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4" name="F2_precision_recall_distributions_5088">
            <a:extLst>
              <a:ext uri="{FF2B5EF4-FFF2-40B4-BE49-F238E27FC236}">
                <a16:creationId xmlns:a16="http://schemas.microsoft.com/office/drawing/2014/main" id="{B88EC5B5-4ED9-4A45-AEB4-19FF9D9F5754}"/>
              </a:ext>
            </a:extLst>
          </p:cNvPr>
          <p:cNvSpPr>
            <a:spLocks noGrp="1"/>
          </p:cNvSpPr>
          <p:nvPr/>
        </p:nvSpPr>
        <p:spPr>
          <a:xfrm>
            <a:off x="172986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5" name="F2_precision_recall_distributions_5089">
            <a:extLst>
              <a:ext uri="{FF2B5EF4-FFF2-40B4-BE49-F238E27FC236}">
                <a16:creationId xmlns:a16="http://schemas.microsoft.com/office/drawing/2014/main" id="{688B39D8-652A-4BED-B796-F9C1B12C2086}"/>
              </a:ext>
            </a:extLst>
          </p:cNvPr>
          <p:cNvSpPr>
            <a:spLocks noGrp="1"/>
          </p:cNvSpPr>
          <p:nvPr/>
        </p:nvSpPr>
        <p:spPr>
          <a:xfrm>
            <a:off x="193580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6" name="F2_precision_recall_distributions_5090">
            <a:extLst>
              <a:ext uri="{FF2B5EF4-FFF2-40B4-BE49-F238E27FC236}">
                <a16:creationId xmlns:a16="http://schemas.microsoft.com/office/drawing/2014/main" id="{2D9ECC83-12FD-4EAF-BD5F-F7F1F7288068}"/>
              </a:ext>
            </a:extLst>
          </p:cNvPr>
          <p:cNvSpPr>
            <a:spLocks noGrp="1"/>
          </p:cNvSpPr>
          <p:nvPr/>
        </p:nvSpPr>
        <p:spPr>
          <a:xfrm>
            <a:off x="1918104" y="49725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7" name="F2_precision_recall_distributions_5091">
            <a:extLst>
              <a:ext uri="{FF2B5EF4-FFF2-40B4-BE49-F238E27FC236}">
                <a16:creationId xmlns:a16="http://schemas.microsoft.com/office/drawing/2014/main" id="{50B64AE9-48AC-4483-B7FC-8F56FD6BC609}"/>
              </a:ext>
            </a:extLst>
          </p:cNvPr>
          <p:cNvSpPr>
            <a:spLocks noGrp="1"/>
          </p:cNvSpPr>
          <p:nvPr/>
        </p:nvSpPr>
        <p:spPr>
          <a:xfrm>
            <a:off x="1782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8" name="F2_precision_recall_distributions_5092">
            <a:extLst>
              <a:ext uri="{FF2B5EF4-FFF2-40B4-BE49-F238E27FC236}">
                <a16:creationId xmlns:a16="http://schemas.microsoft.com/office/drawing/2014/main" id="{A236791C-4158-4CCD-8A3B-EB003A9FC218}"/>
              </a:ext>
            </a:extLst>
          </p:cNvPr>
          <p:cNvSpPr>
            <a:spLocks noGrp="1"/>
          </p:cNvSpPr>
          <p:nvPr/>
        </p:nvSpPr>
        <p:spPr>
          <a:xfrm>
            <a:off x="170253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9" name="F2_precision_recall_distributions_5093">
            <a:extLst>
              <a:ext uri="{FF2B5EF4-FFF2-40B4-BE49-F238E27FC236}">
                <a16:creationId xmlns:a16="http://schemas.microsoft.com/office/drawing/2014/main" id="{65D8306B-5B93-463B-9B57-AE42009D9BBB}"/>
              </a:ext>
            </a:extLst>
          </p:cNvPr>
          <p:cNvSpPr>
            <a:spLocks noGrp="1"/>
          </p:cNvSpPr>
          <p:nvPr/>
        </p:nvSpPr>
        <p:spPr>
          <a:xfrm>
            <a:off x="1863805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0" name="F2_precision_recall_distributions_5094">
            <a:extLst>
              <a:ext uri="{FF2B5EF4-FFF2-40B4-BE49-F238E27FC236}">
                <a16:creationId xmlns:a16="http://schemas.microsoft.com/office/drawing/2014/main" id="{1CB37444-4294-4EFB-8464-C8C65BEA098A}"/>
              </a:ext>
            </a:extLst>
          </p:cNvPr>
          <p:cNvSpPr>
            <a:spLocks noGrp="1"/>
          </p:cNvSpPr>
          <p:nvPr/>
        </p:nvSpPr>
        <p:spPr>
          <a:xfrm>
            <a:off x="202152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1" name="F2_precision_recall_distributions_5095">
            <a:extLst>
              <a:ext uri="{FF2B5EF4-FFF2-40B4-BE49-F238E27FC236}">
                <a16:creationId xmlns:a16="http://schemas.microsoft.com/office/drawing/2014/main" id="{A9315E97-5894-4F24-9ABC-B747483FA258}"/>
              </a:ext>
            </a:extLst>
          </p:cNvPr>
          <p:cNvSpPr>
            <a:spLocks noGrp="1"/>
          </p:cNvSpPr>
          <p:nvPr/>
        </p:nvSpPr>
        <p:spPr>
          <a:xfrm>
            <a:off x="17494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2" name="F2_precision_recall_distributions_5096">
            <a:extLst>
              <a:ext uri="{FF2B5EF4-FFF2-40B4-BE49-F238E27FC236}">
                <a16:creationId xmlns:a16="http://schemas.microsoft.com/office/drawing/2014/main" id="{0B8DFB59-3F42-4C5E-9478-BC8446F84363}"/>
              </a:ext>
            </a:extLst>
          </p:cNvPr>
          <p:cNvSpPr>
            <a:spLocks noGrp="1"/>
          </p:cNvSpPr>
          <p:nvPr/>
        </p:nvSpPr>
        <p:spPr>
          <a:xfrm>
            <a:off x="18307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3" name="F2_precision_recall_distributions_5097">
            <a:extLst>
              <a:ext uri="{FF2B5EF4-FFF2-40B4-BE49-F238E27FC236}">
                <a16:creationId xmlns:a16="http://schemas.microsoft.com/office/drawing/2014/main" id="{F60610F5-B7E7-4CAA-ABEE-CB07D92FBB7D}"/>
              </a:ext>
            </a:extLst>
          </p:cNvPr>
          <p:cNvSpPr>
            <a:spLocks noGrp="1"/>
          </p:cNvSpPr>
          <p:nvPr/>
        </p:nvSpPr>
        <p:spPr>
          <a:xfrm>
            <a:off x="183397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4" name="F2_precision_recall_distributions_5098">
            <a:extLst>
              <a:ext uri="{FF2B5EF4-FFF2-40B4-BE49-F238E27FC236}">
                <a16:creationId xmlns:a16="http://schemas.microsoft.com/office/drawing/2014/main" id="{2B697850-AA73-41F4-B40F-34F3A92AE859}"/>
              </a:ext>
            </a:extLst>
          </p:cNvPr>
          <p:cNvSpPr>
            <a:spLocks noGrp="1"/>
          </p:cNvSpPr>
          <p:nvPr/>
        </p:nvSpPr>
        <p:spPr>
          <a:xfrm>
            <a:off x="19703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5" name="F2_precision_recall_distributions_5099">
            <a:extLst>
              <a:ext uri="{FF2B5EF4-FFF2-40B4-BE49-F238E27FC236}">
                <a16:creationId xmlns:a16="http://schemas.microsoft.com/office/drawing/2014/main" id="{EB68C349-A013-4C3E-9AA2-398DF45054A2}"/>
              </a:ext>
            </a:extLst>
          </p:cNvPr>
          <p:cNvSpPr>
            <a:spLocks noGrp="1"/>
          </p:cNvSpPr>
          <p:nvPr/>
        </p:nvSpPr>
        <p:spPr>
          <a:xfrm>
            <a:off x="1943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6" name="F2_precision_recall_distributions_5100">
            <a:extLst>
              <a:ext uri="{FF2B5EF4-FFF2-40B4-BE49-F238E27FC236}">
                <a16:creationId xmlns:a16="http://schemas.microsoft.com/office/drawing/2014/main" id="{2BCA6D87-7978-41CB-B3E4-837F2B4F311B}"/>
              </a:ext>
            </a:extLst>
          </p:cNvPr>
          <p:cNvSpPr>
            <a:spLocks noGrp="1"/>
          </p:cNvSpPr>
          <p:nvPr/>
        </p:nvSpPr>
        <p:spPr>
          <a:xfrm>
            <a:off x="19742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7" name="F2_precision_recall_distributions_5101">
            <a:extLst>
              <a:ext uri="{FF2B5EF4-FFF2-40B4-BE49-F238E27FC236}">
                <a16:creationId xmlns:a16="http://schemas.microsoft.com/office/drawing/2014/main" id="{8DD73005-F646-4021-B546-343F99EAFE23}"/>
              </a:ext>
            </a:extLst>
          </p:cNvPr>
          <p:cNvSpPr>
            <a:spLocks noGrp="1"/>
          </p:cNvSpPr>
          <p:nvPr/>
        </p:nvSpPr>
        <p:spPr>
          <a:xfrm>
            <a:off x="19410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8" name="F2_precision_recall_distributions_5102">
            <a:extLst>
              <a:ext uri="{FF2B5EF4-FFF2-40B4-BE49-F238E27FC236}">
                <a16:creationId xmlns:a16="http://schemas.microsoft.com/office/drawing/2014/main" id="{F4133040-5521-4650-A1AE-8D06D7B38FC0}"/>
              </a:ext>
            </a:extLst>
          </p:cNvPr>
          <p:cNvSpPr>
            <a:spLocks noGrp="1"/>
          </p:cNvSpPr>
          <p:nvPr/>
        </p:nvSpPr>
        <p:spPr>
          <a:xfrm>
            <a:off x="2000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9" name="F2_precision_recall_distributions_5103">
            <a:extLst>
              <a:ext uri="{FF2B5EF4-FFF2-40B4-BE49-F238E27FC236}">
                <a16:creationId xmlns:a16="http://schemas.microsoft.com/office/drawing/2014/main" id="{67D1C7D8-8684-4EFA-8DCC-9CEABBC4FA09}"/>
              </a:ext>
            </a:extLst>
          </p:cNvPr>
          <p:cNvSpPr>
            <a:spLocks noGrp="1"/>
          </p:cNvSpPr>
          <p:nvPr/>
        </p:nvSpPr>
        <p:spPr>
          <a:xfrm>
            <a:off x="19739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0" name="F2_precision_recall_distributions_5104">
            <a:extLst>
              <a:ext uri="{FF2B5EF4-FFF2-40B4-BE49-F238E27FC236}">
                <a16:creationId xmlns:a16="http://schemas.microsoft.com/office/drawing/2014/main" id="{91C909B1-EFDA-4A08-8448-99030C4169F7}"/>
              </a:ext>
            </a:extLst>
          </p:cNvPr>
          <p:cNvSpPr>
            <a:spLocks noGrp="1"/>
          </p:cNvSpPr>
          <p:nvPr/>
        </p:nvSpPr>
        <p:spPr>
          <a:xfrm>
            <a:off x="1778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1" name="F2_precision_recall_distributions_5105">
            <a:extLst>
              <a:ext uri="{FF2B5EF4-FFF2-40B4-BE49-F238E27FC236}">
                <a16:creationId xmlns:a16="http://schemas.microsoft.com/office/drawing/2014/main" id="{FD85AE00-CEEC-4140-A3C3-5688581BE6B6}"/>
              </a:ext>
            </a:extLst>
          </p:cNvPr>
          <p:cNvSpPr>
            <a:spLocks noGrp="1"/>
          </p:cNvSpPr>
          <p:nvPr/>
        </p:nvSpPr>
        <p:spPr>
          <a:xfrm>
            <a:off x="187509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2" name="F2_precision_recall_distributions_5106">
            <a:extLst>
              <a:ext uri="{FF2B5EF4-FFF2-40B4-BE49-F238E27FC236}">
                <a16:creationId xmlns:a16="http://schemas.microsoft.com/office/drawing/2014/main" id="{D8061754-640E-437A-A628-8E52BE91A23E}"/>
              </a:ext>
            </a:extLst>
          </p:cNvPr>
          <p:cNvSpPr>
            <a:spLocks noGrp="1"/>
          </p:cNvSpPr>
          <p:nvPr/>
        </p:nvSpPr>
        <p:spPr>
          <a:xfrm>
            <a:off x="18271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3" name="F2_precision_recall_distributions_5107">
            <a:extLst>
              <a:ext uri="{FF2B5EF4-FFF2-40B4-BE49-F238E27FC236}">
                <a16:creationId xmlns:a16="http://schemas.microsoft.com/office/drawing/2014/main" id="{F9D19143-D75D-4435-AD6A-696441B95B0A}"/>
              </a:ext>
            </a:extLst>
          </p:cNvPr>
          <p:cNvSpPr>
            <a:spLocks noGrp="1"/>
          </p:cNvSpPr>
          <p:nvPr/>
        </p:nvSpPr>
        <p:spPr>
          <a:xfrm>
            <a:off x="18755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4" name="F2_precision_recall_distributions_5108">
            <a:extLst>
              <a:ext uri="{FF2B5EF4-FFF2-40B4-BE49-F238E27FC236}">
                <a16:creationId xmlns:a16="http://schemas.microsoft.com/office/drawing/2014/main" id="{1CA39AD5-2400-4680-AD3A-DB287155523C}"/>
              </a:ext>
            </a:extLst>
          </p:cNvPr>
          <p:cNvSpPr>
            <a:spLocks noGrp="1"/>
          </p:cNvSpPr>
          <p:nvPr/>
        </p:nvSpPr>
        <p:spPr>
          <a:xfrm>
            <a:off x="1659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5" name="F2_precision_recall_distributions_5109">
            <a:extLst>
              <a:ext uri="{FF2B5EF4-FFF2-40B4-BE49-F238E27FC236}">
                <a16:creationId xmlns:a16="http://schemas.microsoft.com/office/drawing/2014/main" id="{8EA5CE68-0762-4EDC-B4E9-507110D012F1}"/>
              </a:ext>
            </a:extLst>
          </p:cNvPr>
          <p:cNvSpPr>
            <a:spLocks noGrp="1"/>
          </p:cNvSpPr>
          <p:nvPr/>
        </p:nvSpPr>
        <p:spPr>
          <a:xfrm>
            <a:off x="179423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6" name="F2_precision_recall_distributions_5110">
            <a:extLst>
              <a:ext uri="{FF2B5EF4-FFF2-40B4-BE49-F238E27FC236}">
                <a16:creationId xmlns:a16="http://schemas.microsoft.com/office/drawing/2014/main" id="{927C3D5F-C99A-4952-93C1-AF17FF6390BC}"/>
              </a:ext>
            </a:extLst>
          </p:cNvPr>
          <p:cNvSpPr>
            <a:spLocks noGrp="1"/>
          </p:cNvSpPr>
          <p:nvPr/>
        </p:nvSpPr>
        <p:spPr>
          <a:xfrm>
            <a:off x="1913654" y="4264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7" name="F2_precision_recall_distributions_5111">
            <a:extLst>
              <a:ext uri="{FF2B5EF4-FFF2-40B4-BE49-F238E27FC236}">
                <a16:creationId xmlns:a16="http://schemas.microsoft.com/office/drawing/2014/main" id="{944D39DC-619C-40DF-8227-094E3DA71175}"/>
              </a:ext>
            </a:extLst>
          </p:cNvPr>
          <p:cNvSpPr>
            <a:spLocks noGrp="1"/>
          </p:cNvSpPr>
          <p:nvPr/>
        </p:nvSpPr>
        <p:spPr>
          <a:xfrm>
            <a:off x="2008513" y="43147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8" name="F2_precision_recall_distributions_5112">
            <a:extLst>
              <a:ext uri="{FF2B5EF4-FFF2-40B4-BE49-F238E27FC236}">
                <a16:creationId xmlns:a16="http://schemas.microsoft.com/office/drawing/2014/main" id="{E653D444-72A3-424D-805D-EB961029BF85}"/>
              </a:ext>
            </a:extLst>
          </p:cNvPr>
          <p:cNvSpPr>
            <a:spLocks noGrp="1"/>
          </p:cNvSpPr>
          <p:nvPr/>
        </p:nvSpPr>
        <p:spPr>
          <a:xfrm>
            <a:off x="176621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9" name="F2_precision_recall_distributions_5113">
            <a:extLst>
              <a:ext uri="{FF2B5EF4-FFF2-40B4-BE49-F238E27FC236}">
                <a16:creationId xmlns:a16="http://schemas.microsoft.com/office/drawing/2014/main" id="{ADFA7CD4-6466-4D55-AEBE-A41DEF274E3E}"/>
              </a:ext>
            </a:extLst>
          </p:cNvPr>
          <p:cNvSpPr>
            <a:spLocks noGrp="1"/>
          </p:cNvSpPr>
          <p:nvPr/>
        </p:nvSpPr>
        <p:spPr>
          <a:xfrm>
            <a:off x="176341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0" name="F2_precision_recall_distributions_5114">
            <a:extLst>
              <a:ext uri="{FF2B5EF4-FFF2-40B4-BE49-F238E27FC236}">
                <a16:creationId xmlns:a16="http://schemas.microsoft.com/office/drawing/2014/main" id="{4721959C-3A6C-4F26-A791-3E313D7303AF}"/>
              </a:ext>
            </a:extLst>
          </p:cNvPr>
          <p:cNvSpPr>
            <a:spLocks noGrp="1"/>
          </p:cNvSpPr>
          <p:nvPr/>
        </p:nvSpPr>
        <p:spPr>
          <a:xfrm>
            <a:off x="18011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1" name="F2_precision_recall_distributions_5115">
            <a:extLst>
              <a:ext uri="{FF2B5EF4-FFF2-40B4-BE49-F238E27FC236}">
                <a16:creationId xmlns:a16="http://schemas.microsoft.com/office/drawing/2014/main" id="{D17840BF-0B26-4522-B10D-D83076AD4DF2}"/>
              </a:ext>
            </a:extLst>
          </p:cNvPr>
          <p:cNvSpPr>
            <a:spLocks noGrp="1"/>
          </p:cNvSpPr>
          <p:nvPr/>
        </p:nvSpPr>
        <p:spPr>
          <a:xfrm>
            <a:off x="1835463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2" name="F2_precision_recall_distributions_5116">
            <a:extLst>
              <a:ext uri="{FF2B5EF4-FFF2-40B4-BE49-F238E27FC236}">
                <a16:creationId xmlns:a16="http://schemas.microsoft.com/office/drawing/2014/main" id="{5826449D-3387-4D53-8173-B5FA8AA879CB}"/>
              </a:ext>
            </a:extLst>
          </p:cNvPr>
          <p:cNvSpPr>
            <a:spLocks noGrp="1"/>
          </p:cNvSpPr>
          <p:nvPr/>
        </p:nvSpPr>
        <p:spPr>
          <a:xfrm>
            <a:off x="19155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3" name="F2_precision_recall_distributions_5117">
            <a:extLst>
              <a:ext uri="{FF2B5EF4-FFF2-40B4-BE49-F238E27FC236}">
                <a16:creationId xmlns:a16="http://schemas.microsoft.com/office/drawing/2014/main" id="{69356A17-7C45-4F47-B185-FE00777BDC5E}"/>
              </a:ext>
            </a:extLst>
          </p:cNvPr>
          <p:cNvSpPr>
            <a:spLocks noGrp="1"/>
          </p:cNvSpPr>
          <p:nvPr/>
        </p:nvSpPr>
        <p:spPr>
          <a:xfrm>
            <a:off x="1658756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4" name="F2_precision_recall_distributions_5118">
            <a:extLst>
              <a:ext uri="{FF2B5EF4-FFF2-40B4-BE49-F238E27FC236}">
                <a16:creationId xmlns:a16="http://schemas.microsoft.com/office/drawing/2014/main" id="{88A26124-8FBA-4F27-9E50-BD0AD6178F8E}"/>
              </a:ext>
            </a:extLst>
          </p:cNvPr>
          <p:cNvSpPr>
            <a:spLocks noGrp="1"/>
          </p:cNvSpPr>
          <p:nvPr/>
        </p:nvSpPr>
        <p:spPr>
          <a:xfrm>
            <a:off x="19509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5" name="F2_precision_recall_distributions_5119">
            <a:extLst>
              <a:ext uri="{FF2B5EF4-FFF2-40B4-BE49-F238E27FC236}">
                <a16:creationId xmlns:a16="http://schemas.microsoft.com/office/drawing/2014/main" id="{7CBFD6C7-9A02-4B37-8D73-A842D1E42791}"/>
              </a:ext>
            </a:extLst>
          </p:cNvPr>
          <p:cNvSpPr>
            <a:spLocks noGrp="1"/>
          </p:cNvSpPr>
          <p:nvPr/>
        </p:nvSpPr>
        <p:spPr>
          <a:xfrm>
            <a:off x="17918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6" name="F2_precision_recall_distributions_5120">
            <a:extLst>
              <a:ext uri="{FF2B5EF4-FFF2-40B4-BE49-F238E27FC236}">
                <a16:creationId xmlns:a16="http://schemas.microsoft.com/office/drawing/2014/main" id="{CB75E8D9-81AE-4FD2-A072-2DB33CF2EABB}"/>
              </a:ext>
            </a:extLst>
          </p:cNvPr>
          <p:cNvSpPr>
            <a:spLocks noGrp="1"/>
          </p:cNvSpPr>
          <p:nvPr/>
        </p:nvSpPr>
        <p:spPr>
          <a:xfrm>
            <a:off x="17962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7" name="F2_precision_recall_distributions_5121">
            <a:extLst>
              <a:ext uri="{FF2B5EF4-FFF2-40B4-BE49-F238E27FC236}">
                <a16:creationId xmlns:a16="http://schemas.microsoft.com/office/drawing/2014/main" id="{5732DBE5-59C0-468B-B67E-87AB2FB54361}"/>
              </a:ext>
            </a:extLst>
          </p:cNvPr>
          <p:cNvSpPr>
            <a:spLocks noGrp="1"/>
          </p:cNvSpPr>
          <p:nvPr/>
        </p:nvSpPr>
        <p:spPr>
          <a:xfrm>
            <a:off x="19975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8" name="F2_precision_recall_distributions_5122">
            <a:extLst>
              <a:ext uri="{FF2B5EF4-FFF2-40B4-BE49-F238E27FC236}">
                <a16:creationId xmlns:a16="http://schemas.microsoft.com/office/drawing/2014/main" id="{A7D2E0B7-7A72-499A-8E01-E5D14B900841}"/>
              </a:ext>
            </a:extLst>
          </p:cNvPr>
          <p:cNvSpPr>
            <a:spLocks noGrp="1"/>
          </p:cNvSpPr>
          <p:nvPr/>
        </p:nvSpPr>
        <p:spPr>
          <a:xfrm>
            <a:off x="1798572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9" name="F2_precision_recall_distributions_5123">
            <a:extLst>
              <a:ext uri="{FF2B5EF4-FFF2-40B4-BE49-F238E27FC236}">
                <a16:creationId xmlns:a16="http://schemas.microsoft.com/office/drawing/2014/main" id="{A0FF1ED2-4CE2-4238-BB5D-833CC588A188}"/>
              </a:ext>
            </a:extLst>
          </p:cNvPr>
          <p:cNvSpPr>
            <a:spLocks noGrp="1"/>
          </p:cNvSpPr>
          <p:nvPr/>
        </p:nvSpPr>
        <p:spPr>
          <a:xfrm>
            <a:off x="1732829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0" name="F2_precision_recall_distributions_5124">
            <a:extLst>
              <a:ext uri="{FF2B5EF4-FFF2-40B4-BE49-F238E27FC236}">
                <a16:creationId xmlns:a16="http://schemas.microsoft.com/office/drawing/2014/main" id="{B8E270A4-0342-4655-B11B-3DD979E1141F}"/>
              </a:ext>
            </a:extLst>
          </p:cNvPr>
          <p:cNvSpPr>
            <a:spLocks noGrp="1"/>
          </p:cNvSpPr>
          <p:nvPr/>
        </p:nvSpPr>
        <p:spPr>
          <a:xfrm>
            <a:off x="16703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1" name="F2_precision_recall_distributions_5125">
            <a:extLst>
              <a:ext uri="{FF2B5EF4-FFF2-40B4-BE49-F238E27FC236}">
                <a16:creationId xmlns:a16="http://schemas.microsoft.com/office/drawing/2014/main" id="{F9DC8938-D9EE-45A5-BBD4-973C39B0FF82}"/>
              </a:ext>
            </a:extLst>
          </p:cNvPr>
          <p:cNvSpPr>
            <a:spLocks noGrp="1"/>
          </p:cNvSpPr>
          <p:nvPr/>
        </p:nvSpPr>
        <p:spPr>
          <a:xfrm>
            <a:off x="17047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2" name="F2_precision_recall_distributions_5126">
            <a:extLst>
              <a:ext uri="{FF2B5EF4-FFF2-40B4-BE49-F238E27FC236}">
                <a16:creationId xmlns:a16="http://schemas.microsoft.com/office/drawing/2014/main" id="{E286E543-864C-49B8-AE62-F5055EA8C15E}"/>
              </a:ext>
            </a:extLst>
          </p:cNvPr>
          <p:cNvSpPr>
            <a:spLocks noGrp="1"/>
          </p:cNvSpPr>
          <p:nvPr/>
        </p:nvSpPr>
        <p:spPr>
          <a:xfrm>
            <a:off x="2019787" y="48553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3" name="F2_precision_recall_distributions_5127">
            <a:extLst>
              <a:ext uri="{FF2B5EF4-FFF2-40B4-BE49-F238E27FC236}">
                <a16:creationId xmlns:a16="http://schemas.microsoft.com/office/drawing/2014/main" id="{C68943F4-626E-4780-A06F-125C53BB6779}"/>
              </a:ext>
            </a:extLst>
          </p:cNvPr>
          <p:cNvSpPr>
            <a:spLocks noGrp="1"/>
          </p:cNvSpPr>
          <p:nvPr/>
        </p:nvSpPr>
        <p:spPr>
          <a:xfrm>
            <a:off x="19985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4" name="F2_precision_recall_distributions_5128">
            <a:extLst>
              <a:ext uri="{FF2B5EF4-FFF2-40B4-BE49-F238E27FC236}">
                <a16:creationId xmlns:a16="http://schemas.microsoft.com/office/drawing/2014/main" id="{67179BDF-E361-4E05-BC8D-7B59986FB216}"/>
              </a:ext>
            </a:extLst>
          </p:cNvPr>
          <p:cNvSpPr>
            <a:spLocks noGrp="1"/>
          </p:cNvSpPr>
          <p:nvPr/>
        </p:nvSpPr>
        <p:spPr>
          <a:xfrm>
            <a:off x="1872282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5" name="F2_precision_recall_distributions_5129">
            <a:extLst>
              <a:ext uri="{FF2B5EF4-FFF2-40B4-BE49-F238E27FC236}">
                <a16:creationId xmlns:a16="http://schemas.microsoft.com/office/drawing/2014/main" id="{1B1D177C-AB99-468E-AD47-1408486439FD}"/>
              </a:ext>
            </a:extLst>
          </p:cNvPr>
          <p:cNvSpPr>
            <a:spLocks noGrp="1"/>
          </p:cNvSpPr>
          <p:nvPr/>
        </p:nvSpPr>
        <p:spPr>
          <a:xfrm>
            <a:off x="17965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6" name="F2_precision_recall_distributions_5130">
            <a:extLst>
              <a:ext uri="{FF2B5EF4-FFF2-40B4-BE49-F238E27FC236}">
                <a16:creationId xmlns:a16="http://schemas.microsoft.com/office/drawing/2014/main" id="{13CC36ED-E005-4154-ABF6-F015B828C281}"/>
              </a:ext>
            </a:extLst>
          </p:cNvPr>
          <p:cNvSpPr>
            <a:spLocks noGrp="1"/>
          </p:cNvSpPr>
          <p:nvPr/>
        </p:nvSpPr>
        <p:spPr>
          <a:xfrm>
            <a:off x="17523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7" name="F2_precision_recall_distributions_5131">
            <a:extLst>
              <a:ext uri="{FF2B5EF4-FFF2-40B4-BE49-F238E27FC236}">
                <a16:creationId xmlns:a16="http://schemas.microsoft.com/office/drawing/2014/main" id="{D59A39AE-77AE-473F-82D4-0C848485A3B9}"/>
              </a:ext>
            </a:extLst>
          </p:cNvPr>
          <p:cNvSpPr>
            <a:spLocks noGrp="1"/>
          </p:cNvSpPr>
          <p:nvPr/>
        </p:nvSpPr>
        <p:spPr>
          <a:xfrm>
            <a:off x="172265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8" name="F2_precision_recall_distributions_5132">
            <a:extLst>
              <a:ext uri="{FF2B5EF4-FFF2-40B4-BE49-F238E27FC236}">
                <a16:creationId xmlns:a16="http://schemas.microsoft.com/office/drawing/2014/main" id="{CBFA54DB-466B-4EB0-B5A3-D0E8661735F0}"/>
              </a:ext>
            </a:extLst>
          </p:cNvPr>
          <p:cNvSpPr>
            <a:spLocks noGrp="1"/>
          </p:cNvSpPr>
          <p:nvPr/>
        </p:nvSpPr>
        <p:spPr>
          <a:xfrm>
            <a:off x="193822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9" name="F2_precision_recall_distributions_5133">
            <a:extLst>
              <a:ext uri="{FF2B5EF4-FFF2-40B4-BE49-F238E27FC236}">
                <a16:creationId xmlns:a16="http://schemas.microsoft.com/office/drawing/2014/main" id="{18150216-0BF8-4E23-B1A3-C7E68846C637}"/>
              </a:ext>
            </a:extLst>
          </p:cNvPr>
          <p:cNvSpPr>
            <a:spLocks noGrp="1"/>
          </p:cNvSpPr>
          <p:nvPr/>
        </p:nvSpPr>
        <p:spPr>
          <a:xfrm>
            <a:off x="177521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0" name="F2_precision_recall_distributions_5134">
            <a:extLst>
              <a:ext uri="{FF2B5EF4-FFF2-40B4-BE49-F238E27FC236}">
                <a16:creationId xmlns:a16="http://schemas.microsoft.com/office/drawing/2014/main" id="{9A11A98A-72D1-481A-831A-BBE767BB08D6}"/>
              </a:ext>
            </a:extLst>
          </p:cNvPr>
          <p:cNvSpPr>
            <a:spLocks noGrp="1"/>
          </p:cNvSpPr>
          <p:nvPr/>
        </p:nvSpPr>
        <p:spPr>
          <a:xfrm>
            <a:off x="186726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1" name="F2_precision_recall_distributions_5135">
            <a:extLst>
              <a:ext uri="{FF2B5EF4-FFF2-40B4-BE49-F238E27FC236}">
                <a16:creationId xmlns:a16="http://schemas.microsoft.com/office/drawing/2014/main" id="{24934D8F-DB21-4B1A-802A-D07BF7130423}"/>
              </a:ext>
            </a:extLst>
          </p:cNvPr>
          <p:cNvSpPr>
            <a:spLocks noGrp="1"/>
          </p:cNvSpPr>
          <p:nvPr/>
        </p:nvSpPr>
        <p:spPr>
          <a:xfrm>
            <a:off x="1956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2" name="F2_precision_recall_distributions_5136">
            <a:extLst>
              <a:ext uri="{FF2B5EF4-FFF2-40B4-BE49-F238E27FC236}">
                <a16:creationId xmlns:a16="http://schemas.microsoft.com/office/drawing/2014/main" id="{333717D4-66D3-49BB-A87F-F3567663B167}"/>
              </a:ext>
            </a:extLst>
          </p:cNvPr>
          <p:cNvSpPr>
            <a:spLocks noGrp="1"/>
          </p:cNvSpPr>
          <p:nvPr/>
        </p:nvSpPr>
        <p:spPr>
          <a:xfrm>
            <a:off x="1718064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3" name="F2_precision_recall_distributions_5137">
            <a:extLst>
              <a:ext uri="{FF2B5EF4-FFF2-40B4-BE49-F238E27FC236}">
                <a16:creationId xmlns:a16="http://schemas.microsoft.com/office/drawing/2014/main" id="{3A766F20-9A15-4A5A-9F11-C93B0598C6E2}"/>
              </a:ext>
            </a:extLst>
          </p:cNvPr>
          <p:cNvSpPr>
            <a:spLocks noGrp="1"/>
          </p:cNvSpPr>
          <p:nvPr/>
        </p:nvSpPr>
        <p:spPr>
          <a:xfrm>
            <a:off x="20208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4" name="F2_precision_recall_distributions_5138">
            <a:extLst>
              <a:ext uri="{FF2B5EF4-FFF2-40B4-BE49-F238E27FC236}">
                <a16:creationId xmlns:a16="http://schemas.microsoft.com/office/drawing/2014/main" id="{4A249863-7601-4660-980F-0061D2B0A82F}"/>
              </a:ext>
            </a:extLst>
          </p:cNvPr>
          <p:cNvSpPr>
            <a:spLocks noGrp="1"/>
          </p:cNvSpPr>
          <p:nvPr/>
        </p:nvSpPr>
        <p:spPr>
          <a:xfrm>
            <a:off x="1867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5" name="F2_precision_recall_distributions_5139">
            <a:extLst>
              <a:ext uri="{FF2B5EF4-FFF2-40B4-BE49-F238E27FC236}">
                <a16:creationId xmlns:a16="http://schemas.microsoft.com/office/drawing/2014/main" id="{EF97118E-CA8E-4842-99D4-39C3794BAEFE}"/>
              </a:ext>
            </a:extLst>
          </p:cNvPr>
          <p:cNvSpPr>
            <a:spLocks noGrp="1"/>
          </p:cNvSpPr>
          <p:nvPr/>
        </p:nvSpPr>
        <p:spPr>
          <a:xfrm>
            <a:off x="17673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6" name="F2_precision_recall_distributions_5140">
            <a:extLst>
              <a:ext uri="{FF2B5EF4-FFF2-40B4-BE49-F238E27FC236}">
                <a16:creationId xmlns:a16="http://schemas.microsoft.com/office/drawing/2014/main" id="{3897E8FD-3A08-4E1C-90D9-13DB78D52FAA}"/>
              </a:ext>
            </a:extLst>
          </p:cNvPr>
          <p:cNvSpPr>
            <a:spLocks noGrp="1"/>
          </p:cNvSpPr>
          <p:nvPr/>
        </p:nvSpPr>
        <p:spPr>
          <a:xfrm>
            <a:off x="19821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7" name="F2_precision_recall_distributions_5141">
            <a:extLst>
              <a:ext uri="{FF2B5EF4-FFF2-40B4-BE49-F238E27FC236}">
                <a16:creationId xmlns:a16="http://schemas.microsoft.com/office/drawing/2014/main" id="{98F80771-71C2-4ED0-A6DC-D8E8D1127DCD}"/>
              </a:ext>
            </a:extLst>
          </p:cNvPr>
          <p:cNvSpPr>
            <a:spLocks noGrp="1"/>
          </p:cNvSpPr>
          <p:nvPr/>
        </p:nvSpPr>
        <p:spPr>
          <a:xfrm>
            <a:off x="20047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8" name="F2_precision_recall_distributions_5142">
            <a:extLst>
              <a:ext uri="{FF2B5EF4-FFF2-40B4-BE49-F238E27FC236}">
                <a16:creationId xmlns:a16="http://schemas.microsoft.com/office/drawing/2014/main" id="{0E4D60AA-6BF3-431B-9F87-2986AFC6FA5A}"/>
              </a:ext>
            </a:extLst>
          </p:cNvPr>
          <p:cNvSpPr>
            <a:spLocks noGrp="1"/>
          </p:cNvSpPr>
          <p:nvPr/>
        </p:nvSpPr>
        <p:spPr>
          <a:xfrm>
            <a:off x="194130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9" name="F2_precision_recall_distributions_5143">
            <a:extLst>
              <a:ext uri="{FF2B5EF4-FFF2-40B4-BE49-F238E27FC236}">
                <a16:creationId xmlns:a16="http://schemas.microsoft.com/office/drawing/2014/main" id="{21DB4739-F6B4-461B-B78F-CD7C95CBF1BB}"/>
              </a:ext>
            </a:extLst>
          </p:cNvPr>
          <p:cNvSpPr>
            <a:spLocks noGrp="1"/>
          </p:cNvSpPr>
          <p:nvPr/>
        </p:nvSpPr>
        <p:spPr>
          <a:xfrm>
            <a:off x="167284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0" name="F2_precision_recall_distributions_5144">
            <a:extLst>
              <a:ext uri="{FF2B5EF4-FFF2-40B4-BE49-F238E27FC236}">
                <a16:creationId xmlns:a16="http://schemas.microsoft.com/office/drawing/2014/main" id="{13A6548E-49EF-4AF8-A60D-DEB71A255A3C}"/>
              </a:ext>
            </a:extLst>
          </p:cNvPr>
          <p:cNvSpPr>
            <a:spLocks noGrp="1"/>
          </p:cNvSpPr>
          <p:nvPr/>
        </p:nvSpPr>
        <p:spPr>
          <a:xfrm>
            <a:off x="16950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1" name="F2_precision_recall_distributions_5145">
            <a:extLst>
              <a:ext uri="{FF2B5EF4-FFF2-40B4-BE49-F238E27FC236}">
                <a16:creationId xmlns:a16="http://schemas.microsoft.com/office/drawing/2014/main" id="{87E9B6AC-2F03-436E-B9CA-1889506D928F}"/>
              </a:ext>
            </a:extLst>
          </p:cNvPr>
          <p:cNvSpPr>
            <a:spLocks noGrp="1"/>
          </p:cNvSpPr>
          <p:nvPr/>
        </p:nvSpPr>
        <p:spPr>
          <a:xfrm>
            <a:off x="175851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2" name="F2_precision_recall_distributions_5146">
            <a:extLst>
              <a:ext uri="{FF2B5EF4-FFF2-40B4-BE49-F238E27FC236}">
                <a16:creationId xmlns:a16="http://schemas.microsoft.com/office/drawing/2014/main" id="{B53C0BDA-D354-47ED-AAE7-26FA59A1BA50}"/>
              </a:ext>
            </a:extLst>
          </p:cNvPr>
          <p:cNvSpPr>
            <a:spLocks noGrp="1"/>
          </p:cNvSpPr>
          <p:nvPr/>
        </p:nvSpPr>
        <p:spPr>
          <a:xfrm>
            <a:off x="176074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3" name="F2_precision_recall_distributions_5147">
            <a:extLst>
              <a:ext uri="{FF2B5EF4-FFF2-40B4-BE49-F238E27FC236}">
                <a16:creationId xmlns:a16="http://schemas.microsoft.com/office/drawing/2014/main" id="{3B882377-000B-4C57-8429-C3EB081062A3}"/>
              </a:ext>
            </a:extLst>
          </p:cNvPr>
          <p:cNvSpPr>
            <a:spLocks noGrp="1"/>
          </p:cNvSpPr>
          <p:nvPr/>
        </p:nvSpPr>
        <p:spPr>
          <a:xfrm>
            <a:off x="1805730" y="4615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4" name="F2_precision_recall_distributions_5148">
            <a:extLst>
              <a:ext uri="{FF2B5EF4-FFF2-40B4-BE49-F238E27FC236}">
                <a16:creationId xmlns:a16="http://schemas.microsoft.com/office/drawing/2014/main" id="{297EF6EC-E820-404E-8739-904BBC524BF7}"/>
              </a:ext>
            </a:extLst>
          </p:cNvPr>
          <p:cNvSpPr>
            <a:spLocks noGrp="1"/>
          </p:cNvSpPr>
          <p:nvPr/>
        </p:nvSpPr>
        <p:spPr>
          <a:xfrm>
            <a:off x="192210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5" name="F2_precision_recall_distributions_5149">
            <a:extLst>
              <a:ext uri="{FF2B5EF4-FFF2-40B4-BE49-F238E27FC236}">
                <a16:creationId xmlns:a16="http://schemas.microsoft.com/office/drawing/2014/main" id="{6C6CD0EF-DD1C-4653-8713-06D46502693F}"/>
              </a:ext>
            </a:extLst>
          </p:cNvPr>
          <p:cNvSpPr>
            <a:spLocks noGrp="1"/>
          </p:cNvSpPr>
          <p:nvPr/>
        </p:nvSpPr>
        <p:spPr>
          <a:xfrm>
            <a:off x="174374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6" name="F2_precision_recall_distributions_5150">
            <a:extLst>
              <a:ext uri="{FF2B5EF4-FFF2-40B4-BE49-F238E27FC236}">
                <a16:creationId xmlns:a16="http://schemas.microsoft.com/office/drawing/2014/main" id="{5A0EDFF5-A813-4267-B1CE-EE44CC1D5078}"/>
              </a:ext>
            </a:extLst>
          </p:cNvPr>
          <p:cNvSpPr>
            <a:spLocks noGrp="1"/>
          </p:cNvSpPr>
          <p:nvPr/>
        </p:nvSpPr>
        <p:spPr>
          <a:xfrm>
            <a:off x="189879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7" name="F2_precision_recall_distributions_5151">
            <a:extLst>
              <a:ext uri="{FF2B5EF4-FFF2-40B4-BE49-F238E27FC236}">
                <a16:creationId xmlns:a16="http://schemas.microsoft.com/office/drawing/2014/main" id="{74EFA387-7DDA-405B-8A48-8AA1A0328252}"/>
              </a:ext>
            </a:extLst>
          </p:cNvPr>
          <p:cNvSpPr>
            <a:spLocks noGrp="1"/>
          </p:cNvSpPr>
          <p:nvPr/>
        </p:nvSpPr>
        <p:spPr>
          <a:xfrm>
            <a:off x="19193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8" name="F2_precision_recall_distributions_5152">
            <a:extLst>
              <a:ext uri="{FF2B5EF4-FFF2-40B4-BE49-F238E27FC236}">
                <a16:creationId xmlns:a16="http://schemas.microsoft.com/office/drawing/2014/main" id="{71B3BD9E-8618-4D70-AAA5-B51E83617BDE}"/>
              </a:ext>
            </a:extLst>
          </p:cNvPr>
          <p:cNvSpPr>
            <a:spLocks noGrp="1"/>
          </p:cNvSpPr>
          <p:nvPr/>
        </p:nvSpPr>
        <p:spPr>
          <a:xfrm>
            <a:off x="176049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9" name="F2_precision_recall_distributions_5153">
            <a:extLst>
              <a:ext uri="{FF2B5EF4-FFF2-40B4-BE49-F238E27FC236}">
                <a16:creationId xmlns:a16="http://schemas.microsoft.com/office/drawing/2014/main" id="{EF7200DF-8624-4133-BAE7-1C4AB329F02D}"/>
              </a:ext>
            </a:extLst>
          </p:cNvPr>
          <p:cNvSpPr>
            <a:spLocks noGrp="1"/>
          </p:cNvSpPr>
          <p:nvPr/>
        </p:nvSpPr>
        <p:spPr>
          <a:xfrm>
            <a:off x="190551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0" name="F2_precision_recall_distributions_5154">
            <a:extLst>
              <a:ext uri="{FF2B5EF4-FFF2-40B4-BE49-F238E27FC236}">
                <a16:creationId xmlns:a16="http://schemas.microsoft.com/office/drawing/2014/main" id="{38824665-4A2C-493D-9136-F22B13976479}"/>
              </a:ext>
            </a:extLst>
          </p:cNvPr>
          <p:cNvSpPr>
            <a:spLocks noGrp="1"/>
          </p:cNvSpPr>
          <p:nvPr/>
        </p:nvSpPr>
        <p:spPr>
          <a:xfrm>
            <a:off x="18321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1" name="F2_precision_recall_distributions_5155">
            <a:extLst>
              <a:ext uri="{FF2B5EF4-FFF2-40B4-BE49-F238E27FC236}">
                <a16:creationId xmlns:a16="http://schemas.microsoft.com/office/drawing/2014/main" id="{B0135998-6A9B-48B4-BA32-7C1482A6FD3D}"/>
              </a:ext>
            </a:extLst>
          </p:cNvPr>
          <p:cNvSpPr>
            <a:spLocks noGrp="1"/>
          </p:cNvSpPr>
          <p:nvPr/>
        </p:nvSpPr>
        <p:spPr>
          <a:xfrm>
            <a:off x="16603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2" name="F2_precision_recall_distributions_5156">
            <a:extLst>
              <a:ext uri="{FF2B5EF4-FFF2-40B4-BE49-F238E27FC236}">
                <a16:creationId xmlns:a16="http://schemas.microsoft.com/office/drawing/2014/main" id="{462B458A-C332-4F97-BFD2-D463125D1410}"/>
              </a:ext>
            </a:extLst>
          </p:cNvPr>
          <p:cNvSpPr>
            <a:spLocks noGrp="1"/>
          </p:cNvSpPr>
          <p:nvPr/>
        </p:nvSpPr>
        <p:spPr>
          <a:xfrm>
            <a:off x="1752508" y="4274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3" name="F2_precision_recall_distributions_5157">
            <a:extLst>
              <a:ext uri="{FF2B5EF4-FFF2-40B4-BE49-F238E27FC236}">
                <a16:creationId xmlns:a16="http://schemas.microsoft.com/office/drawing/2014/main" id="{C98BE748-F8BC-44BB-86E7-FCE5B6EFA3FE}"/>
              </a:ext>
            </a:extLst>
          </p:cNvPr>
          <p:cNvSpPr>
            <a:spLocks noGrp="1"/>
          </p:cNvSpPr>
          <p:nvPr/>
        </p:nvSpPr>
        <p:spPr>
          <a:xfrm>
            <a:off x="179055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4" name="F2_precision_recall_distributions_5158">
            <a:extLst>
              <a:ext uri="{FF2B5EF4-FFF2-40B4-BE49-F238E27FC236}">
                <a16:creationId xmlns:a16="http://schemas.microsoft.com/office/drawing/2014/main" id="{15630EC4-741D-4445-945D-1920324A4FF5}"/>
              </a:ext>
            </a:extLst>
          </p:cNvPr>
          <p:cNvSpPr>
            <a:spLocks noGrp="1"/>
          </p:cNvSpPr>
          <p:nvPr/>
        </p:nvSpPr>
        <p:spPr>
          <a:xfrm>
            <a:off x="1920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5" name="F2_precision_recall_distributions_5159">
            <a:extLst>
              <a:ext uri="{FF2B5EF4-FFF2-40B4-BE49-F238E27FC236}">
                <a16:creationId xmlns:a16="http://schemas.microsoft.com/office/drawing/2014/main" id="{EAD47B05-42EF-4A86-912D-2E611293784C}"/>
              </a:ext>
            </a:extLst>
          </p:cNvPr>
          <p:cNvSpPr>
            <a:spLocks noGrp="1"/>
          </p:cNvSpPr>
          <p:nvPr/>
        </p:nvSpPr>
        <p:spPr>
          <a:xfrm>
            <a:off x="20194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6" name="F2_precision_recall_distributions_5160">
            <a:extLst>
              <a:ext uri="{FF2B5EF4-FFF2-40B4-BE49-F238E27FC236}">
                <a16:creationId xmlns:a16="http://schemas.microsoft.com/office/drawing/2014/main" id="{BC9300B8-FED9-47FB-8F4A-193D3E858451}"/>
              </a:ext>
            </a:extLst>
          </p:cNvPr>
          <p:cNvSpPr>
            <a:spLocks noGrp="1"/>
          </p:cNvSpPr>
          <p:nvPr/>
        </p:nvSpPr>
        <p:spPr>
          <a:xfrm>
            <a:off x="17614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7" name="F2_precision_recall_distributions_5161">
            <a:extLst>
              <a:ext uri="{FF2B5EF4-FFF2-40B4-BE49-F238E27FC236}">
                <a16:creationId xmlns:a16="http://schemas.microsoft.com/office/drawing/2014/main" id="{796BD750-0A98-4574-A117-1F41FFC2602D}"/>
              </a:ext>
            </a:extLst>
          </p:cNvPr>
          <p:cNvSpPr>
            <a:spLocks noGrp="1"/>
          </p:cNvSpPr>
          <p:nvPr/>
        </p:nvSpPr>
        <p:spPr>
          <a:xfrm>
            <a:off x="1932026" y="42613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8" name="F2_precision_recall_distributions_5162">
            <a:extLst>
              <a:ext uri="{FF2B5EF4-FFF2-40B4-BE49-F238E27FC236}">
                <a16:creationId xmlns:a16="http://schemas.microsoft.com/office/drawing/2014/main" id="{57A66786-5214-4241-8452-53C68002C62C}"/>
              </a:ext>
            </a:extLst>
          </p:cNvPr>
          <p:cNvSpPr>
            <a:spLocks noGrp="1"/>
          </p:cNvSpPr>
          <p:nvPr/>
        </p:nvSpPr>
        <p:spPr>
          <a:xfrm>
            <a:off x="191677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9" name="F2_precision_recall_distributions_5163">
            <a:extLst>
              <a:ext uri="{FF2B5EF4-FFF2-40B4-BE49-F238E27FC236}">
                <a16:creationId xmlns:a16="http://schemas.microsoft.com/office/drawing/2014/main" id="{FC25CF4B-4A13-4CEC-9EDB-16E9C9F45852}"/>
              </a:ext>
            </a:extLst>
          </p:cNvPr>
          <p:cNvSpPr>
            <a:spLocks noGrp="1"/>
          </p:cNvSpPr>
          <p:nvPr/>
        </p:nvSpPr>
        <p:spPr>
          <a:xfrm>
            <a:off x="19972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0" name="F2_precision_recall_distributions_5164">
            <a:extLst>
              <a:ext uri="{FF2B5EF4-FFF2-40B4-BE49-F238E27FC236}">
                <a16:creationId xmlns:a16="http://schemas.microsoft.com/office/drawing/2014/main" id="{80414602-34CA-4ECD-B3D6-7BB1AD8BA4FC}"/>
              </a:ext>
            </a:extLst>
          </p:cNvPr>
          <p:cNvSpPr>
            <a:spLocks noGrp="1"/>
          </p:cNvSpPr>
          <p:nvPr/>
        </p:nvSpPr>
        <p:spPr>
          <a:xfrm>
            <a:off x="1922541" y="4495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1" name="F2_precision_recall_distributions_5165">
            <a:extLst>
              <a:ext uri="{FF2B5EF4-FFF2-40B4-BE49-F238E27FC236}">
                <a16:creationId xmlns:a16="http://schemas.microsoft.com/office/drawing/2014/main" id="{0361D10D-B8D8-4951-9698-63AE4029174A}"/>
              </a:ext>
            </a:extLst>
          </p:cNvPr>
          <p:cNvSpPr>
            <a:spLocks noGrp="1"/>
          </p:cNvSpPr>
          <p:nvPr/>
        </p:nvSpPr>
        <p:spPr>
          <a:xfrm>
            <a:off x="1857653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2" name="F2_precision_recall_distributions_5166">
            <a:extLst>
              <a:ext uri="{FF2B5EF4-FFF2-40B4-BE49-F238E27FC236}">
                <a16:creationId xmlns:a16="http://schemas.microsoft.com/office/drawing/2014/main" id="{4C99DFB0-AB98-48AD-B804-30B769181DE1}"/>
              </a:ext>
            </a:extLst>
          </p:cNvPr>
          <p:cNvSpPr>
            <a:spLocks noGrp="1"/>
          </p:cNvSpPr>
          <p:nvPr/>
        </p:nvSpPr>
        <p:spPr>
          <a:xfrm>
            <a:off x="181195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3" name="F2_precision_recall_distributions_5167">
            <a:extLst>
              <a:ext uri="{FF2B5EF4-FFF2-40B4-BE49-F238E27FC236}">
                <a16:creationId xmlns:a16="http://schemas.microsoft.com/office/drawing/2014/main" id="{4C20EA06-2580-48E7-87EB-8502939CEBC0}"/>
              </a:ext>
            </a:extLst>
          </p:cNvPr>
          <p:cNvSpPr>
            <a:spLocks noGrp="1"/>
          </p:cNvSpPr>
          <p:nvPr/>
        </p:nvSpPr>
        <p:spPr>
          <a:xfrm>
            <a:off x="17504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4" name="F2_precision_recall_distributions_5168">
            <a:extLst>
              <a:ext uri="{FF2B5EF4-FFF2-40B4-BE49-F238E27FC236}">
                <a16:creationId xmlns:a16="http://schemas.microsoft.com/office/drawing/2014/main" id="{8AB21E21-D0EB-40AC-A650-8F6AED406F44}"/>
              </a:ext>
            </a:extLst>
          </p:cNvPr>
          <p:cNvSpPr>
            <a:spLocks noGrp="1"/>
          </p:cNvSpPr>
          <p:nvPr/>
        </p:nvSpPr>
        <p:spPr>
          <a:xfrm>
            <a:off x="168590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5" name="F2_precision_recall_distributions_5169">
            <a:extLst>
              <a:ext uri="{FF2B5EF4-FFF2-40B4-BE49-F238E27FC236}">
                <a16:creationId xmlns:a16="http://schemas.microsoft.com/office/drawing/2014/main" id="{2AC70767-5B0A-4C27-B001-AE779E8D4FD7}"/>
              </a:ext>
            </a:extLst>
          </p:cNvPr>
          <p:cNvSpPr>
            <a:spLocks noGrp="1"/>
          </p:cNvSpPr>
          <p:nvPr/>
        </p:nvSpPr>
        <p:spPr>
          <a:xfrm>
            <a:off x="19525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6" name="F2_precision_recall_distributions_5170">
            <a:extLst>
              <a:ext uri="{FF2B5EF4-FFF2-40B4-BE49-F238E27FC236}">
                <a16:creationId xmlns:a16="http://schemas.microsoft.com/office/drawing/2014/main" id="{3497E6C6-A1EF-404D-AAE7-C54E87AE1C7D}"/>
              </a:ext>
            </a:extLst>
          </p:cNvPr>
          <p:cNvSpPr>
            <a:spLocks noGrp="1"/>
          </p:cNvSpPr>
          <p:nvPr/>
        </p:nvSpPr>
        <p:spPr>
          <a:xfrm>
            <a:off x="19800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7" name="F2_precision_recall_distributions_5171">
            <a:extLst>
              <a:ext uri="{FF2B5EF4-FFF2-40B4-BE49-F238E27FC236}">
                <a16:creationId xmlns:a16="http://schemas.microsoft.com/office/drawing/2014/main" id="{9F9719DB-40DC-46E7-8D00-EF92818DD05F}"/>
              </a:ext>
            </a:extLst>
          </p:cNvPr>
          <p:cNvSpPr>
            <a:spLocks noGrp="1"/>
          </p:cNvSpPr>
          <p:nvPr/>
        </p:nvSpPr>
        <p:spPr>
          <a:xfrm>
            <a:off x="173570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8" name="F2_precision_recall_distributions_5172">
            <a:extLst>
              <a:ext uri="{FF2B5EF4-FFF2-40B4-BE49-F238E27FC236}">
                <a16:creationId xmlns:a16="http://schemas.microsoft.com/office/drawing/2014/main" id="{D26C5C40-6241-4DE0-8043-96DF9CF3F15C}"/>
              </a:ext>
            </a:extLst>
          </p:cNvPr>
          <p:cNvSpPr>
            <a:spLocks noGrp="1"/>
          </p:cNvSpPr>
          <p:nvPr/>
        </p:nvSpPr>
        <p:spPr>
          <a:xfrm>
            <a:off x="18173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9" name="F2_precision_recall_distributions_5173">
            <a:extLst>
              <a:ext uri="{FF2B5EF4-FFF2-40B4-BE49-F238E27FC236}">
                <a16:creationId xmlns:a16="http://schemas.microsoft.com/office/drawing/2014/main" id="{EC1FA1AC-6F28-41DD-8AC3-C6935B1EF1E4}"/>
              </a:ext>
            </a:extLst>
          </p:cNvPr>
          <p:cNvSpPr>
            <a:spLocks noGrp="1"/>
          </p:cNvSpPr>
          <p:nvPr/>
        </p:nvSpPr>
        <p:spPr>
          <a:xfrm>
            <a:off x="1940740" y="45330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0" name="F2_precision_recall_distributions_5174">
            <a:extLst>
              <a:ext uri="{FF2B5EF4-FFF2-40B4-BE49-F238E27FC236}">
                <a16:creationId xmlns:a16="http://schemas.microsoft.com/office/drawing/2014/main" id="{8D0064AD-01B8-4B2D-A712-2D90DE821678}"/>
              </a:ext>
            </a:extLst>
          </p:cNvPr>
          <p:cNvSpPr>
            <a:spLocks noGrp="1"/>
          </p:cNvSpPr>
          <p:nvPr/>
        </p:nvSpPr>
        <p:spPr>
          <a:xfrm>
            <a:off x="17928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1" name="F2_precision_recall_distributions_5175">
            <a:extLst>
              <a:ext uri="{FF2B5EF4-FFF2-40B4-BE49-F238E27FC236}">
                <a16:creationId xmlns:a16="http://schemas.microsoft.com/office/drawing/2014/main" id="{2B3319BA-EAD2-4D92-86C0-1C1099214F0F}"/>
              </a:ext>
            </a:extLst>
          </p:cNvPr>
          <p:cNvSpPr>
            <a:spLocks noGrp="1"/>
          </p:cNvSpPr>
          <p:nvPr/>
        </p:nvSpPr>
        <p:spPr>
          <a:xfrm>
            <a:off x="19767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2" name="F2_precision_recall_distributions_5176">
            <a:extLst>
              <a:ext uri="{FF2B5EF4-FFF2-40B4-BE49-F238E27FC236}">
                <a16:creationId xmlns:a16="http://schemas.microsoft.com/office/drawing/2014/main" id="{3D1F062B-8D02-41D9-A62A-55AA08A52917}"/>
              </a:ext>
            </a:extLst>
          </p:cNvPr>
          <p:cNvSpPr>
            <a:spLocks noGrp="1"/>
          </p:cNvSpPr>
          <p:nvPr/>
        </p:nvSpPr>
        <p:spPr>
          <a:xfrm>
            <a:off x="1744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3" name="F2_precision_recall_distributions_5177">
            <a:extLst>
              <a:ext uri="{FF2B5EF4-FFF2-40B4-BE49-F238E27FC236}">
                <a16:creationId xmlns:a16="http://schemas.microsoft.com/office/drawing/2014/main" id="{AB9D0D6C-8A66-48F9-B175-989DBA6B9BAE}"/>
              </a:ext>
            </a:extLst>
          </p:cNvPr>
          <p:cNvSpPr>
            <a:spLocks noGrp="1"/>
          </p:cNvSpPr>
          <p:nvPr/>
        </p:nvSpPr>
        <p:spPr>
          <a:xfrm>
            <a:off x="17093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4" name="F2_precision_recall_distributions_5178">
            <a:extLst>
              <a:ext uri="{FF2B5EF4-FFF2-40B4-BE49-F238E27FC236}">
                <a16:creationId xmlns:a16="http://schemas.microsoft.com/office/drawing/2014/main" id="{E434043A-7983-4F9D-95A4-71F1EAEA0616}"/>
              </a:ext>
            </a:extLst>
          </p:cNvPr>
          <p:cNvSpPr>
            <a:spLocks noGrp="1"/>
          </p:cNvSpPr>
          <p:nvPr/>
        </p:nvSpPr>
        <p:spPr>
          <a:xfrm>
            <a:off x="1920661" y="44275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5" name="F2_precision_recall_distributions_5179">
            <a:extLst>
              <a:ext uri="{FF2B5EF4-FFF2-40B4-BE49-F238E27FC236}">
                <a16:creationId xmlns:a16="http://schemas.microsoft.com/office/drawing/2014/main" id="{AEA34FDD-8AB1-489B-AF18-82218B230281}"/>
              </a:ext>
            </a:extLst>
          </p:cNvPr>
          <p:cNvSpPr>
            <a:spLocks noGrp="1"/>
          </p:cNvSpPr>
          <p:nvPr/>
        </p:nvSpPr>
        <p:spPr>
          <a:xfrm>
            <a:off x="185226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6" name="F2_precision_recall_distributions_5180">
            <a:extLst>
              <a:ext uri="{FF2B5EF4-FFF2-40B4-BE49-F238E27FC236}">
                <a16:creationId xmlns:a16="http://schemas.microsoft.com/office/drawing/2014/main" id="{303A7A3D-EE85-49A4-8E9C-6CCDFE801326}"/>
              </a:ext>
            </a:extLst>
          </p:cNvPr>
          <p:cNvSpPr>
            <a:spLocks noGrp="1"/>
          </p:cNvSpPr>
          <p:nvPr/>
        </p:nvSpPr>
        <p:spPr>
          <a:xfrm>
            <a:off x="1692433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7" name="F2_precision_recall_distributions_5181">
            <a:extLst>
              <a:ext uri="{FF2B5EF4-FFF2-40B4-BE49-F238E27FC236}">
                <a16:creationId xmlns:a16="http://schemas.microsoft.com/office/drawing/2014/main" id="{8EC64D5B-A248-4195-87F5-71A7DB499E94}"/>
              </a:ext>
            </a:extLst>
          </p:cNvPr>
          <p:cNvSpPr>
            <a:spLocks noGrp="1"/>
          </p:cNvSpPr>
          <p:nvPr/>
        </p:nvSpPr>
        <p:spPr>
          <a:xfrm>
            <a:off x="16824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8" name="F2_precision_recall_distributions_5182">
            <a:extLst>
              <a:ext uri="{FF2B5EF4-FFF2-40B4-BE49-F238E27FC236}">
                <a16:creationId xmlns:a16="http://schemas.microsoft.com/office/drawing/2014/main" id="{FCC62F37-0A0E-42F3-875F-53993A6CD873}"/>
              </a:ext>
            </a:extLst>
          </p:cNvPr>
          <p:cNvSpPr>
            <a:spLocks noGrp="1"/>
          </p:cNvSpPr>
          <p:nvPr/>
        </p:nvSpPr>
        <p:spPr>
          <a:xfrm>
            <a:off x="19413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9" name="F2_precision_recall_distributions_5183">
            <a:extLst>
              <a:ext uri="{FF2B5EF4-FFF2-40B4-BE49-F238E27FC236}">
                <a16:creationId xmlns:a16="http://schemas.microsoft.com/office/drawing/2014/main" id="{8680E44B-24DC-47E2-BA3A-48B00AEBCBA3}"/>
              </a:ext>
            </a:extLst>
          </p:cNvPr>
          <p:cNvSpPr>
            <a:spLocks noGrp="1"/>
          </p:cNvSpPr>
          <p:nvPr/>
        </p:nvSpPr>
        <p:spPr>
          <a:xfrm>
            <a:off x="18641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0" name="F2_precision_recall_distributions_5184">
            <a:extLst>
              <a:ext uri="{FF2B5EF4-FFF2-40B4-BE49-F238E27FC236}">
                <a16:creationId xmlns:a16="http://schemas.microsoft.com/office/drawing/2014/main" id="{1B96DA7E-65C4-4E0B-9084-90C259336C2F}"/>
              </a:ext>
            </a:extLst>
          </p:cNvPr>
          <p:cNvSpPr>
            <a:spLocks noGrp="1"/>
          </p:cNvSpPr>
          <p:nvPr/>
        </p:nvSpPr>
        <p:spPr>
          <a:xfrm>
            <a:off x="188917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1" name="F2_precision_recall_distributions_5185">
            <a:extLst>
              <a:ext uri="{FF2B5EF4-FFF2-40B4-BE49-F238E27FC236}">
                <a16:creationId xmlns:a16="http://schemas.microsoft.com/office/drawing/2014/main" id="{C3861D1F-7AC0-4BAC-AADC-9BDBB87485E7}"/>
              </a:ext>
            </a:extLst>
          </p:cNvPr>
          <p:cNvSpPr>
            <a:spLocks noGrp="1"/>
          </p:cNvSpPr>
          <p:nvPr/>
        </p:nvSpPr>
        <p:spPr>
          <a:xfrm>
            <a:off x="172007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2" name="F2_precision_recall_distributions_5186">
            <a:extLst>
              <a:ext uri="{FF2B5EF4-FFF2-40B4-BE49-F238E27FC236}">
                <a16:creationId xmlns:a16="http://schemas.microsoft.com/office/drawing/2014/main" id="{3F4E302E-52AE-4207-9CC2-7B0F6532FDC5}"/>
              </a:ext>
            </a:extLst>
          </p:cNvPr>
          <p:cNvSpPr>
            <a:spLocks noGrp="1"/>
          </p:cNvSpPr>
          <p:nvPr/>
        </p:nvSpPr>
        <p:spPr>
          <a:xfrm>
            <a:off x="20040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3" name="F2_precision_recall_distributions_5187">
            <a:extLst>
              <a:ext uri="{FF2B5EF4-FFF2-40B4-BE49-F238E27FC236}">
                <a16:creationId xmlns:a16="http://schemas.microsoft.com/office/drawing/2014/main" id="{7B13590C-624C-46D1-A2B9-E13466B75E67}"/>
              </a:ext>
            </a:extLst>
          </p:cNvPr>
          <p:cNvSpPr>
            <a:spLocks noGrp="1"/>
          </p:cNvSpPr>
          <p:nvPr/>
        </p:nvSpPr>
        <p:spPr>
          <a:xfrm>
            <a:off x="171017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4" name="F2_precision_recall_distributions_5188">
            <a:extLst>
              <a:ext uri="{FF2B5EF4-FFF2-40B4-BE49-F238E27FC236}">
                <a16:creationId xmlns:a16="http://schemas.microsoft.com/office/drawing/2014/main" id="{E404DAD2-C07E-4205-8C8A-D4908A515C2B}"/>
              </a:ext>
            </a:extLst>
          </p:cNvPr>
          <p:cNvSpPr>
            <a:spLocks noGrp="1"/>
          </p:cNvSpPr>
          <p:nvPr/>
        </p:nvSpPr>
        <p:spPr>
          <a:xfrm>
            <a:off x="167883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5" name="F2_precision_recall_distributions_5189">
            <a:extLst>
              <a:ext uri="{FF2B5EF4-FFF2-40B4-BE49-F238E27FC236}">
                <a16:creationId xmlns:a16="http://schemas.microsoft.com/office/drawing/2014/main" id="{C4685DFC-6640-491A-B61D-A6466B137E3B}"/>
              </a:ext>
            </a:extLst>
          </p:cNvPr>
          <p:cNvSpPr>
            <a:spLocks noGrp="1"/>
          </p:cNvSpPr>
          <p:nvPr/>
        </p:nvSpPr>
        <p:spPr>
          <a:xfrm>
            <a:off x="20212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6" name="F2_precision_recall_distributions_5190">
            <a:extLst>
              <a:ext uri="{FF2B5EF4-FFF2-40B4-BE49-F238E27FC236}">
                <a16:creationId xmlns:a16="http://schemas.microsoft.com/office/drawing/2014/main" id="{A24E6AE3-EA9D-41ED-A02B-E8570A7E438F}"/>
              </a:ext>
            </a:extLst>
          </p:cNvPr>
          <p:cNvSpPr>
            <a:spLocks noGrp="1"/>
          </p:cNvSpPr>
          <p:nvPr/>
        </p:nvSpPr>
        <p:spPr>
          <a:xfrm>
            <a:off x="1838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7" name="F2_precision_recall_distributions_5191">
            <a:extLst>
              <a:ext uri="{FF2B5EF4-FFF2-40B4-BE49-F238E27FC236}">
                <a16:creationId xmlns:a16="http://schemas.microsoft.com/office/drawing/2014/main" id="{BE7779F4-9110-4BD1-8CFB-E8D7CE17AA99}"/>
              </a:ext>
            </a:extLst>
          </p:cNvPr>
          <p:cNvSpPr>
            <a:spLocks noGrp="1"/>
          </p:cNvSpPr>
          <p:nvPr/>
        </p:nvSpPr>
        <p:spPr>
          <a:xfrm>
            <a:off x="1821918" y="4461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8" name="F2_precision_recall_distributions_5192">
            <a:extLst>
              <a:ext uri="{FF2B5EF4-FFF2-40B4-BE49-F238E27FC236}">
                <a16:creationId xmlns:a16="http://schemas.microsoft.com/office/drawing/2014/main" id="{6AFA67CD-FAD5-4403-B2A3-0C5EF98F0838}"/>
              </a:ext>
            </a:extLst>
          </p:cNvPr>
          <p:cNvSpPr>
            <a:spLocks noGrp="1"/>
          </p:cNvSpPr>
          <p:nvPr/>
        </p:nvSpPr>
        <p:spPr>
          <a:xfrm>
            <a:off x="181594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9" name="F2_precision_recall_distributions_5193">
            <a:extLst>
              <a:ext uri="{FF2B5EF4-FFF2-40B4-BE49-F238E27FC236}">
                <a16:creationId xmlns:a16="http://schemas.microsoft.com/office/drawing/2014/main" id="{33766695-56B0-4E65-BF20-19893D2B0B21}"/>
              </a:ext>
            </a:extLst>
          </p:cNvPr>
          <p:cNvSpPr>
            <a:spLocks noGrp="1"/>
          </p:cNvSpPr>
          <p:nvPr/>
        </p:nvSpPr>
        <p:spPr>
          <a:xfrm>
            <a:off x="18032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0" name="F2_precision_recall_distributions_5194">
            <a:extLst>
              <a:ext uri="{FF2B5EF4-FFF2-40B4-BE49-F238E27FC236}">
                <a16:creationId xmlns:a16="http://schemas.microsoft.com/office/drawing/2014/main" id="{2C2ACB0F-A627-42F4-BD87-BD80622C8CE8}"/>
              </a:ext>
            </a:extLst>
          </p:cNvPr>
          <p:cNvSpPr>
            <a:spLocks noGrp="1"/>
          </p:cNvSpPr>
          <p:nvPr/>
        </p:nvSpPr>
        <p:spPr>
          <a:xfrm>
            <a:off x="17840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1" name="F2_precision_recall_distributions_5195">
            <a:extLst>
              <a:ext uri="{FF2B5EF4-FFF2-40B4-BE49-F238E27FC236}">
                <a16:creationId xmlns:a16="http://schemas.microsoft.com/office/drawing/2014/main" id="{2A902653-CDEC-4D88-8328-5F776ED48AA9}"/>
              </a:ext>
            </a:extLst>
          </p:cNvPr>
          <p:cNvSpPr>
            <a:spLocks noGrp="1"/>
          </p:cNvSpPr>
          <p:nvPr/>
        </p:nvSpPr>
        <p:spPr>
          <a:xfrm>
            <a:off x="18869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2" name="F2_precision_recall_distributions_5196">
            <a:extLst>
              <a:ext uri="{FF2B5EF4-FFF2-40B4-BE49-F238E27FC236}">
                <a16:creationId xmlns:a16="http://schemas.microsoft.com/office/drawing/2014/main" id="{661B8A60-8A2F-4BC7-A099-D86AB6A50C19}"/>
              </a:ext>
            </a:extLst>
          </p:cNvPr>
          <p:cNvSpPr>
            <a:spLocks noGrp="1"/>
          </p:cNvSpPr>
          <p:nvPr/>
        </p:nvSpPr>
        <p:spPr>
          <a:xfrm>
            <a:off x="202179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3" name="F2_precision_recall_distributions_5197">
            <a:extLst>
              <a:ext uri="{FF2B5EF4-FFF2-40B4-BE49-F238E27FC236}">
                <a16:creationId xmlns:a16="http://schemas.microsoft.com/office/drawing/2014/main" id="{C6D901FF-C964-408C-B0B0-E52A5A48D3BB}"/>
              </a:ext>
            </a:extLst>
          </p:cNvPr>
          <p:cNvSpPr>
            <a:spLocks noGrp="1"/>
          </p:cNvSpPr>
          <p:nvPr/>
        </p:nvSpPr>
        <p:spPr>
          <a:xfrm>
            <a:off x="18165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4" name="F2_precision_recall_distributions_5198">
            <a:extLst>
              <a:ext uri="{FF2B5EF4-FFF2-40B4-BE49-F238E27FC236}">
                <a16:creationId xmlns:a16="http://schemas.microsoft.com/office/drawing/2014/main" id="{C4D40053-D47C-4384-AB14-959CB1F104FF}"/>
              </a:ext>
            </a:extLst>
          </p:cNvPr>
          <p:cNvSpPr>
            <a:spLocks noGrp="1"/>
          </p:cNvSpPr>
          <p:nvPr/>
        </p:nvSpPr>
        <p:spPr>
          <a:xfrm>
            <a:off x="17841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5" name="F2_precision_recall_distributions_5199">
            <a:extLst>
              <a:ext uri="{FF2B5EF4-FFF2-40B4-BE49-F238E27FC236}">
                <a16:creationId xmlns:a16="http://schemas.microsoft.com/office/drawing/2014/main" id="{B732167A-5B9C-41B6-AA6A-36D6FDB3E76A}"/>
              </a:ext>
            </a:extLst>
          </p:cNvPr>
          <p:cNvSpPr>
            <a:spLocks noGrp="1"/>
          </p:cNvSpPr>
          <p:nvPr/>
        </p:nvSpPr>
        <p:spPr>
          <a:xfrm>
            <a:off x="1827087" y="47014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6" name="F2_precision_recall_distributions_5200">
            <a:extLst>
              <a:ext uri="{FF2B5EF4-FFF2-40B4-BE49-F238E27FC236}">
                <a16:creationId xmlns:a16="http://schemas.microsoft.com/office/drawing/2014/main" id="{DDADDB78-3333-4C6C-B077-3DE53A610E63}"/>
              </a:ext>
            </a:extLst>
          </p:cNvPr>
          <p:cNvSpPr>
            <a:spLocks noGrp="1"/>
          </p:cNvSpPr>
          <p:nvPr/>
        </p:nvSpPr>
        <p:spPr>
          <a:xfrm>
            <a:off x="184571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7" name="F2_precision_recall_distributions_5201">
            <a:extLst>
              <a:ext uri="{FF2B5EF4-FFF2-40B4-BE49-F238E27FC236}">
                <a16:creationId xmlns:a16="http://schemas.microsoft.com/office/drawing/2014/main" id="{364D6CCD-7EAC-464B-8AD5-A847DD7280C5}"/>
              </a:ext>
            </a:extLst>
          </p:cNvPr>
          <p:cNvSpPr>
            <a:spLocks noGrp="1"/>
          </p:cNvSpPr>
          <p:nvPr/>
        </p:nvSpPr>
        <p:spPr>
          <a:xfrm>
            <a:off x="17323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8" name="F2_precision_recall_distributions_5202">
            <a:extLst>
              <a:ext uri="{FF2B5EF4-FFF2-40B4-BE49-F238E27FC236}">
                <a16:creationId xmlns:a16="http://schemas.microsoft.com/office/drawing/2014/main" id="{F2201B94-A908-4E79-9D33-E7EA40514218}"/>
              </a:ext>
            </a:extLst>
          </p:cNvPr>
          <p:cNvSpPr>
            <a:spLocks noGrp="1"/>
          </p:cNvSpPr>
          <p:nvPr/>
        </p:nvSpPr>
        <p:spPr>
          <a:xfrm>
            <a:off x="1786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9" name="F2_precision_recall_distributions_5203">
            <a:extLst>
              <a:ext uri="{FF2B5EF4-FFF2-40B4-BE49-F238E27FC236}">
                <a16:creationId xmlns:a16="http://schemas.microsoft.com/office/drawing/2014/main" id="{30695508-E8FA-4298-A3CB-B2A039E3F41B}"/>
              </a:ext>
            </a:extLst>
          </p:cNvPr>
          <p:cNvSpPr>
            <a:spLocks noGrp="1"/>
          </p:cNvSpPr>
          <p:nvPr/>
        </p:nvSpPr>
        <p:spPr>
          <a:xfrm>
            <a:off x="1727217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0" name="F2_precision_recall_distributions_5204">
            <a:extLst>
              <a:ext uri="{FF2B5EF4-FFF2-40B4-BE49-F238E27FC236}">
                <a16:creationId xmlns:a16="http://schemas.microsoft.com/office/drawing/2014/main" id="{ACFA4B76-F8F4-4926-9B65-58BCF7809701}"/>
              </a:ext>
            </a:extLst>
          </p:cNvPr>
          <p:cNvSpPr>
            <a:spLocks noGrp="1"/>
          </p:cNvSpPr>
          <p:nvPr/>
        </p:nvSpPr>
        <p:spPr>
          <a:xfrm>
            <a:off x="19247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1" name="F2_precision_recall_distributions_5205">
            <a:extLst>
              <a:ext uri="{FF2B5EF4-FFF2-40B4-BE49-F238E27FC236}">
                <a16:creationId xmlns:a16="http://schemas.microsoft.com/office/drawing/2014/main" id="{0537F62F-A990-4B76-AE2F-F806A4C48D16}"/>
              </a:ext>
            </a:extLst>
          </p:cNvPr>
          <p:cNvSpPr>
            <a:spLocks noGrp="1"/>
          </p:cNvSpPr>
          <p:nvPr/>
        </p:nvSpPr>
        <p:spPr>
          <a:xfrm>
            <a:off x="1697888" y="42951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2" name="F2_precision_recall_distributions_5206">
            <a:extLst>
              <a:ext uri="{FF2B5EF4-FFF2-40B4-BE49-F238E27FC236}">
                <a16:creationId xmlns:a16="http://schemas.microsoft.com/office/drawing/2014/main" id="{CD042341-5481-466F-BCE6-B0F10A0194CE}"/>
              </a:ext>
            </a:extLst>
          </p:cNvPr>
          <p:cNvSpPr>
            <a:spLocks noGrp="1"/>
          </p:cNvSpPr>
          <p:nvPr/>
        </p:nvSpPr>
        <p:spPr>
          <a:xfrm>
            <a:off x="1863026" y="44532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3" name="F2_precision_recall_distributions_5207">
            <a:extLst>
              <a:ext uri="{FF2B5EF4-FFF2-40B4-BE49-F238E27FC236}">
                <a16:creationId xmlns:a16="http://schemas.microsoft.com/office/drawing/2014/main" id="{DE980029-8F04-4CC6-A04C-3C01390CE960}"/>
              </a:ext>
            </a:extLst>
          </p:cNvPr>
          <p:cNvSpPr>
            <a:spLocks noGrp="1"/>
          </p:cNvSpPr>
          <p:nvPr/>
        </p:nvSpPr>
        <p:spPr>
          <a:xfrm>
            <a:off x="20120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4" name="F2_precision_recall_distributions_5208">
            <a:extLst>
              <a:ext uri="{FF2B5EF4-FFF2-40B4-BE49-F238E27FC236}">
                <a16:creationId xmlns:a16="http://schemas.microsoft.com/office/drawing/2014/main" id="{93EB4431-B9E5-4474-BB89-4B0EB0DF0CCD}"/>
              </a:ext>
            </a:extLst>
          </p:cNvPr>
          <p:cNvSpPr>
            <a:spLocks noGrp="1"/>
          </p:cNvSpPr>
          <p:nvPr/>
        </p:nvSpPr>
        <p:spPr>
          <a:xfrm>
            <a:off x="19033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5" name="F2_precision_recall_distributions_5209">
            <a:extLst>
              <a:ext uri="{FF2B5EF4-FFF2-40B4-BE49-F238E27FC236}">
                <a16:creationId xmlns:a16="http://schemas.microsoft.com/office/drawing/2014/main" id="{B3343A7D-62FD-4667-91B9-75DA79D510E1}"/>
              </a:ext>
            </a:extLst>
          </p:cNvPr>
          <p:cNvSpPr>
            <a:spLocks noGrp="1"/>
          </p:cNvSpPr>
          <p:nvPr/>
        </p:nvSpPr>
        <p:spPr>
          <a:xfrm>
            <a:off x="200227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6" name="F2_precision_recall_distributions_5210">
            <a:extLst>
              <a:ext uri="{FF2B5EF4-FFF2-40B4-BE49-F238E27FC236}">
                <a16:creationId xmlns:a16="http://schemas.microsoft.com/office/drawing/2014/main" id="{79A361F6-A195-4AE1-A89F-60B3B8D33317}"/>
              </a:ext>
            </a:extLst>
          </p:cNvPr>
          <p:cNvSpPr>
            <a:spLocks noGrp="1"/>
          </p:cNvSpPr>
          <p:nvPr/>
        </p:nvSpPr>
        <p:spPr>
          <a:xfrm>
            <a:off x="1958110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7" name="F2_precision_recall_distributions_5211">
            <a:extLst>
              <a:ext uri="{FF2B5EF4-FFF2-40B4-BE49-F238E27FC236}">
                <a16:creationId xmlns:a16="http://schemas.microsoft.com/office/drawing/2014/main" id="{5EF37FD4-435B-4FFF-89AF-2EBADA39C183}"/>
              </a:ext>
            </a:extLst>
          </p:cNvPr>
          <p:cNvSpPr>
            <a:spLocks noGrp="1"/>
          </p:cNvSpPr>
          <p:nvPr/>
        </p:nvSpPr>
        <p:spPr>
          <a:xfrm>
            <a:off x="192774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8" name="F2_precision_recall_distributions_5212">
            <a:extLst>
              <a:ext uri="{FF2B5EF4-FFF2-40B4-BE49-F238E27FC236}">
                <a16:creationId xmlns:a16="http://schemas.microsoft.com/office/drawing/2014/main" id="{F87B45BC-38A6-4757-903F-E1B62AB16F9E}"/>
              </a:ext>
            </a:extLst>
          </p:cNvPr>
          <p:cNvSpPr>
            <a:spLocks noGrp="1"/>
          </p:cNvSpPr>
          <p:nvPr/>
        </p:nvSpPr>
        <p:spPr>
          <a:xfrm>
            <a:off x="1747813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9" name="F2_precision_recall_distributions_5213">
            <a:extLst>
              <a:ext uri="{FF2B5EF4-FFF2-40B4-BE49-F238E27FC236}">
                <a16:creationId xmlns:a16="http://schemas.microsoft.com/office/drawing/2014/main" id="{0AB57286-19BF-4063-95CC-91D4A7170FAE}"/>
              </a:ext>
            </a:extLst>
          </p:cNvPr>
          <p:cNvSpPr>
            <a:spLocks noGrp="1"/>
          </p:cNvSpPr>
          <p:nvPr/>
        </p:nvSpPr>
        <p:spPr>
          <a:xfrm>
            <a:off x="167182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0" name="F2_precision_recall_distributions_5214">
            <a:extLst>
              <a:ext uri="{FF2B5EF4-FFF2-40B4-BE49-F238E27FC236}">
                <a16:creationId xmlns:a16="http://schemas.microsoft.com/office/drawing/2014/main" id="{7A44212E-21A5-4E6B-A2FF-6BE9E5238869}"/>
              </a:ext>
            </a:extLst>
          </p:cNvPr>
          <p:cNvSpPr>
            <a:spLocks noGrp="1"/>
          </p:cNvSpPr>
          <p:nvPr/>
        </p:nvSpPr>
        <p:spPr>
          <a:xfrm>
            <a:off x="17598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1" name="F2_precision_recall_distributions_5215">
            <a:extLst>
              <a:ext uri="{FF2B5EF4-FFF2-40B4-BE49-F238E27FC236}">
                <a16:creationId xmlns:a16="http://schemas.microsoft.com/office/drawing/2014/main" id="{572076CB-567A-4C79-875A-7C28A2C0E67F}"/>
              </a:ext>
            </a:extLst>
          </p:cNvPr>
          <p:cNvSpPr>
            <a:spLocks noGrp="1"/>
          </p:cNvSpPr>
          <p:nvPr/>
        </p:nvSpPr>
        <p:spPr>
          <a:xfrm>
            <a:off x="1729619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2" name="F2_precision_recall_distributions_5216">
            <a:extLst>
              <a:ext uri="{FF2B5EF4-FFF2-40B4-BE49-F238E27FC236}">
                <a16:creationId xmlns:a16="http://schemas.microsoft.com/office/drawing/2014/main" id="{6F466D39-34C4-4B10-87FC-F51040FAB582}"/>
              </a:ext>
            </a:extLst>
          </p:cNvPr>
          <p:cNvSpPr>
            <a:spLocks noGrp="1"/>
          </p:cNvSpPr>
          <p:nvPr/>
        </p:nvSpPr>
        <p:spPr>
          <a:xfrm>
            <a:off x="19139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3" name="F2_precision_recall_distributions_5217">
            <a:extLst>
              <a:ext uri="{FF2B5EF4-FFF2-40B4-BE49-F238E27FC236}">
                <a16:creationId xmlns:a16="http://schemas.microsoft.com/office/drawing/2014/main" id="{CF0E6746-2017-41FA-B882-F3F46DDC7806}"/>
              </a:ext>
            </a:extLst>
          </p:cNvPr>
          <p:cNvSpPr>
            <a:spLocks noGrp="1"/>
          </p:cNvSpPr>
          <p:nvPr/>
        </p:nvSpPr>
        <p:spPr>
          <a:xfrm>
            <a:off x="1754262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4" name="F2_precision_recall_distributions_5218">
            <a:extLst>
              <a:ext uri="{FF2B5EF4-FFF2-40B4-BE49-F238E27FC236}">
                <a16:creationId xmlns:a16="http://schemas.microsoft.com/office/drawing/2014/main" id="{40D1A872-F112-4237-A57F-0F1E33A6EAD0}"/>
              </a:ext>
            </a:extLst>
          </p:cNvPr>
          <p:cNvSpPr>
            <a:spLocks noGrp="1"/>
          </p:cNvSpPr>
          <p:nvPr/>
        </p:nvSpPr>
        <p:spPr>
          <a:xfrm>
            <a:off x="1853514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5" name="F2_precision_recall_distributions_5219">
            <a:extLst>
              <a:ext uri="{FF2B5EF4-FFF2-40B4-BE49-F238E27FC236}">
                <a16:creationId xmlns:a16="http://schemas.microsoft.com/office/drawing/2014/main" id="{1FAED5FF-43CA-48F7-8E21-0D478219E128}"/>
              </a:ext>
            </a:extLst>
          </p:cNvPr>
          <p:cNvSpPr>
            <a:spLocks noGrp="1"/>
          </p:cNvSpPr>
          <p:nvPr/>
        </p:nvSpPr>
        <p:spPr>
          <a:xfrm>
            <a:off x="1789052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6" name="F2_precision_recall_distributions_5220">
            <a:extLst>
              <a:ext uri="{FF2B5EF4-FFF2-40B4-BE49-F238E27FC236}">
                <a16:creationId xmlns:a16="http://schemas.microsoft.com/office/drawing/2014/main" id="{F865ECA9-CA7B-4499-8D02-EE2F885E567C}"/>
              </a:ext>
            </a:extLst>
          </p:cNvPr>
          <p:cNvSpPr>
            <a:spLocks noGrp="1"/>
          </p:cNvSpPr>
          <p:nvPr/>
        </p:nvSpPr>
        <p:spPr>
          <a:xfrm>
            <a:off x="16548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7" name="F2_precision_recall_distributions_5221">
            <a:extLst>
              <a:ext uri="{FF2B5EF4-FFF2-40B4-BE49-F238E27FC236}">
                <a16:creationId xmlns:a16="http://schemas.microsoft.com/office/drawing/2014/main" id="{AAB241F4-C919-4395-A0AB-6C004577ED2C}"/>
              </a:ext>
            </a:extLst>
          </p:cNvPr>
          <p:cNvSpPr>
            <a:spLocks noGrp="1"/>
          </p:cNvSpPr>
          <p:nvPr/>
        </p:nvSpPr>
        <p:spPr>
          <a:xfrm>
            <a:off x="170160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8" name="F2_precision_recall_distributions_5222">
            <a:extLst>
              <a:ext uri="{FF2B5EF4-FFF2-40B4-BE49-F238E27FC236}">
                <a16:creationId xmlns:a16="http://schemas.microsoft.com/office/drawing/2014/main" id="{F8DC1AB7-3F5F-4B3D-8694-DFF85D94428C}"/>
              </a:ext>
            </a:extLst>
          </p:cNvPr>
          <p:cNvSpPr>
            <a:spLocks noGrp="1"/>
          </p:cNvSpPr>
          <p:nvPr/>
        </p:nvSpPr>
        <p:spPr>
          <a:xfrm>
            <a:off x="1729751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9" name="F2_precision_recall_distributions_5223">
            <a:extLst>
              <a:ext uri="{FF2B5EF4-FFF2-40B4-BE49-F238E27FC236}">
                <a16:creationId xmlns:a16="http://schemas.microsoft.com/office/drawing/2014/main" id="{641C3725-1B3D-4654-8AA8-63E450287C20}"/>
              </a:ext>
            </a:extLst>
          </p:cNvPr>
          <p:cNvSpPr>
            <a:spLocks noGrp="1"/>
          </p:cNvSpPr>
          <p:nvPr/>
        </p:nvSpPr>
        <p:spPr>
          <a:xfrm>
            <a:off x="1841405" y="4781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0" name="F2_precision_recall_distributions_5224">
            <a:extLst>
              <a:ext uri="{FF2B5EF4-FFF2-40B4-BE49-F238E27FC236}">
                <a16:creationId xmlns:a16="http://schemas.microsoft.com/office/drawing/2014/main" id="{94191352-DBE8-4326-A219-DBFC4B070D62}"/>
              </a:ext>
            </a:extLst>
          </p:cNvPr>
          <p:cNvSpPr>
            <a:spLocks noGrp="1"/>
          </p:cNvSpPr>
          <p:nvPr/>
        </p:nvSpPr>
        <p:spPr>
          <a:xfrm>
            <a:off x="197120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1" name="F2_precision_recall_distributions_5225">
            <a:extLst>
              <a:ext uri="{FF2B5EF4-FFF2-40B4-BE49-F238E27FC236}">
                <a16:creationId xmlns:a16="http://schemas.microsoft.com/office/drawing/2014/main" id="{2DED86F6-EB1E-4266-AB4F-8AC54D1AA4EB}"/>
              </a:ext>
            </a:extLst>
          </p:cNvPr>
          <p:cNvSpPr>
            <a:spLocks noGrp="1"/>
          </p:cNvSpPr>
          <p:nvPr/>
        </p:nvSpPr>
        <p:spPr>
          <a:xfrm>
            <a:off x="195907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2" name="F2_precision_recall_distributions_5226">
            <a:extLst>
              <a:ext uri="{FF2B5EF4-FFF2-40B4-BE49-F238E27FC236}">
                <a16:creationId xmlns:a16="http://schemas.microsoft.com/office/drawing/2014/main" id="{D7C79C31-60F9-4DB4-8961-7246F5A95761}"/>
              </a:ext>
            </a:extLst>
          </p:cNvPr>
          <p:cNvSpPr>
            <a:spLocks noGrp="1"/>
          </p:cNvSpPr>
          <p:nvPr/>
        </p:nvSpPr>
        <p:spPr>
          <a:xfrm>
            <a:off x="17748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3" name="F2_precision_recall_distributions_5227">
            <a:extLst>
              <a:ext uri="{FF2B5EF4-FFF2-40B4-BE49-F238E27FC236}">
                <a16:creationId xmlns:a16="http://schemas.microsoft.com/office/drawing/2014/main" id="{CE6819C2-8D8A-4514-85DC-62676EE9A22E}"/>
              </a:ext>
            </a:extLst>
          </p:cNvPr>
          <p:cNvSpPr>
            <a:spLocks noGrp="1"/>
          </p:cNvSpPr>
          <p:nvPr/>
        </p:nvSpPr>
        <p:spPr>
          <a:xfrm>
            <a:off x="175997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4" name="F2_precision_recall_distributions_5228">
            <a:extLst>
              <a:ext uri="{FF2B5EF4-FFF2-40B4-BE49-F238E27FC236}">
                <a16:creationId xmlns:a16="http://schemas.microsoft.com/office/drawing/2014/main" id="{6D962A6F-EE74-4523-B216-AD8662048081}"/>
              </a:ext>
            </a:extLst>
          </p:cNvPr>
          <p:cNvSpPr>
            <a:spLocks noGrp="1"/>
          </p:cNvSpPr>
          <p:nvPr/>
        </p:nvSpPr>
        <p:spPr>
          <a:xfrm>
            <a:off x="188677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5" name="F2_precision_recall_distributions_5229">
            <a:extLst>
              <a:ext uri="{FF2B5EF4-FFF2-40B4-BE49-F238E27FC236}">
                <a16:creationId xmlns:a16="http://schemas.microsoft.com/office/drawing/2014/main" id="{3C46FBA7-ADD2-4145-8136-CC61DE3564D7}"/>
              </a:ext>
            </a:extLst>
          </p:cNvPr>
          <p:cNvSpPr>
            <a:spLocks noGrp="1"/>
          </p:cNvSpPr>
          <p:nvPr/>
        </p:nvSpPr>
        <p:spPr>
          <a:xfrm>
            <a:off x="16638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6" name="F2_precision_recall_distributions_5230">
            <a:extLst>
              <a:ext uri="{FF2B5EF4-FFF2-40B4-BE49-F238E27FC236}">
                <a16:creationId xmlns:a16="http://schemas.microsoft.com/office/drawing/2014/main" id="{E8099718-8454-4381-8111-16BC4CA8AFC5}"/>
              </a:ext>
            </a:extLst>
          </p:cNvPr>
          <p:cNvSpPr>
            <a:spLocks noGrp="1"/>
          </p:cNvSpPr>
          <p:nvPr/>
        </p:nvSpPr>
        <p:spPr>
          <a:xfrm>
            <a:off x="198566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7" name="F2_precision_recall_distributions_5231">
            <a:extLst>
              <a:ext uri="{FF2B5EF4-FFF2-40B4-BE49-F238E27FC236}">
                <a16:creationId xmlns:a16="http://schemas.microsoft.com/office/drawing/2014/main" id="{70BDCD9A-1DBA-4A12-B695-687E049FF0D7}"/>
              </a:ext>
            </a:extLst>
          </p:cNvPr>
          <p:cNvSpPr>
            <a:spLocks noGrp="1"/>
          </p:cNvSpPr>
          <p:nvPr/>
        </p:nvSpPr>
        <p:spPr>
          <a:xfrm>
            <a:off x="19035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8" name="F2_precision_recall_distributions_5232">
            <a:extLst>
              <a:ext uri="{FF2B5EF4-FFF2-40B4-BE49-F238E27FC236}">
                <a16:creationId xmlns:a16="http://schemas.microsoft.com/office/drawing/2014/main" id="{B32F2BF9-BEC4-4A81-AD5D-33FBFEF6EFA9}"/>
              </a:ext>
            </a:extLst>
          </p:cNvPr>
          <p:cNvSpPr>
            <a:spLocks noGrp="1"/>
          </p:cNvSpPr>
          <p:nvPr/>
        </p:nvSpPr>
        <p:spPr>
          <a:xfrm>
            <a:off x="187857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9" name="F2_precision_recall_distributions_5233">
            <a:extLst>
              <a:ext uri="{FF2B5EF4-FFF2-40B4-BE49-F238E27FC236}">
                <a16:creationId xmlns:a16="http://schemas.microsoft.com/office/drawing/2014/main" id="{A3BB712B-55E6-4A45-A6EB-B8FF4EDA7AF9}"/>
              </a:ext>
            </a:extLst>
          </p:cNvPr>
          <p:cNvSpPr>
            <a:spLocks noGrp="1"/>
          </p:cNvSpPr>
          <p:nvPr/>
        </p:nvSpPr>
        <p:spPr>
          <a:xfrm>
            <a:off x="18255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0" name="F2_precision_recall_distributions_5234">
            <a:extLst>
              <a:ext uri="{FF2B5EF4-FFF2-40B4-BE49-F238E27FC236}">
                <a16:creationId xmlns:a16="http://schemas.microsoft.com/office/drawing/2014/main" id="{C82A5E9C-B6C5-4A6F-B446-1731DEBC6330}"/>
              </a:ext>
            </a:extLst>
          </p:cNvPr>
          <p:cNvSpPr>
            <a:spLocks noGrp="1"/>
          </p:cNvSpPr>
          <p:nvPr/>
        </p:nvSpPr>
        <p:spPr>
          <a:xfrm>
            <a:off x="186746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1" name="F2_precision_recall_distributions_5235">
            <a:extLst>
              <a:ext uri="{FF2B5EF4-FFF2-40B4-BE49-F238E27FC236}">
                <a16:creationId xmlns:a16="http://schemas.microsoft.com/office/drawing/2014/main" id="{2E15AE69-A538-4D8F-95D4-F3E4931C66F2}"/>
              </a:ext>
            </a:extLst>
          </p:cNvPr>
          <p:cNvSpPr>
            <a:spLocks noGrp="1"/>
          </p:cNvSpPr>
          <p:nvPr/>
        </p:nvSpPr>
        <p:spPr>
          <a:xfrm>
            <a:off x="174412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2" name="F2_precision_recall_distributions_5236">
            <a:extLst>
              <a:ext uri="{FF2B5EF4-FFF2-40B4-BE49-F238E27FC236}">
                <a16:creationId xmlns:a16="http://schemas.microsoft.com/office/drawing/2014/main" id="{8A75688B-9428-45B9-AF7B-883359B01C95}"/>
              </a:ext>
            </a:extLst>
          </p:cNvPr>
          <p:cNvSpPr>
            <a:spLocks noGrp="1"/>
          </p:cNvSpPr>
          <p:nvPr/>
        </p:nvSpPr>
        <p:spPr>
          <a:xfrm>
            <a:off x="267891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423" name="F2_precision_recall_distributions_5237">
            <a:extLst>
              <a:ext uri="{FF2B5EF4-FFF2-40B4-BE49-F238E27FC236}">
                <a16:creationId xmlns:a16="http://schemas.microsoft.com/office/drawing/2014/main" id="{7EB35BEF-AE48-45F1-B9BB-5E694D3DBD5E}"/>
              </a:ext>
            </a:extLst>
          </p:cNvPr>
          <p:cNvSpPr>
            <a:spLocks noGrp="1"/>
          </p:cNvSpPr>
          <p:nvPr/>
        </p:nvSpPr>
        <p:spPr>
          <a:xfrm>
            <a:off x="29813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4" name="F2_precision_recall_distributions_5238">
            <a:extLst>
              <a:ext uri="{FF2B5EF4-FFF2-40B4-BE49-F238E27FC236}">
                <a16:creationId xmlns:a16="http://schemas.microsoft.com/office/drawing/2014/main" id="{A3AA0CD4-8691-4B43-9770-6FFA3F01114F}"/>
              </a:ext>
            </a:extLst>
          </p:cNvPr>
          <p:cNvSpPr>
            <a:spLocks noGrp="1"/>
          </p:cNvSpPr>
          <p:nvPr/>
        </p:nvSpPr>
        <p:spPr>
          <a:xfrm>
            <a:off x="2875276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5" name="F2_precision_recall_distributions_5239">
            <a:extLst>
              <a:ext uri="{FF2B5EF4-FFF2-40B4-BE49-F238E27FC236}">
                <a16:creationId xmlns:a16="http://schemas.microsoft.com/office/drawing/2014/main" id="{E2E0FE58-AD33-4E92-8B2D-D08AB1A58925}"/>
              </a:ext>
            </a:extLst>
          </p:cNvPr>
          <p:cNvSpPr>
            <a:spLocks noGrp="1"/>
          </p:cNvSpPr>
          <p:nvPr/>
        </p:nvSpPr>
        <p:spPr>
          <a:xfrm>
            <a:off x="29745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6" name="F2_precision_recall_distributions_5240">
            <a:extLst>
              <a:ext uri="{FF2B5EF4-FFF2-40B4-BE49-F238E27FC236}">
                <a16:creationId xmlns:a16="http://schemas.microsoft.com/office/drawing/2014/main" id="{25F81B8E-D656-43C5-913B-89E685CCD262}"/>
              </a:ext>
            </a:extLst>
          </p:cNvPr>
          <p:cNvSpPr>
            <a:spLocks noGrp="1"/>
          </p:cNvSpPr>
          <p:nvPr/>
        </p:nvSpPr>
        <p:spPr>
          <a:xfrm>
            <a:off x="2901589" y="4993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7" name="F2_precision_recall_distributions_5241">
            <a:extLst>
              <a:ext uri="{FF2B5EF4-FFF2-40B4-BE49-F238E27FC236}">
                <a16:creationId xmlns:a16="http://schemas.microsoft.com/office/drawing/2014/main" id="{5F31BD75-08DA-41AE-BD13-EF967BD719E3}"/>
              </a:ext>
            </a:extLst>
          </p:cNvPr>
          <p:cNvSpPr>
            <a:spLocks noGrp="1"/>
          </p:cNvSpPr>
          <p:nvPr/>
        </p:nvSpPr>
        <p:spPr>
          <a:xfrm>
            <a:off x="2898563" y="4411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8" name="F2_precision_recall_distributions_5242">
            <a:extLst>
              <a:ext uri="{FF2B5EF4-FFF2-40B4-BE49-F238E27FC236}">
                <a16:creationId xmlns:a16="http://schemas.microsoft.com/office/drawing/2014/main" id="{B7F0E526-B044-4326-A137-14D469A073F2}"/>
              </a:ext>
            </a:extLst>
          </p:cNvPr>
          <p:cNvSpPr>
            <a:spLocks noGrp="1"/>
          </p:cNvSpPr>
          <p:nvPr/>
        </p:nvSpPr>
        <p:spPr>
          <a:xfrm>
            <a:off x="31701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9" name="F2_precision_recall_distributions_5243">
            <a:extLst>
              <a:ext uri="{FF2B5EF4-FFF2-40B4-BE49-F238E27FC236}">
                <a16:creationId xmlns:a16="http://schemas.microsoft.com/office/drawing/2014/main" id="{830C6639-5E0B-49F7-AE0A-E49869D64996}"/>
              </a:ext>
            </a:extLst>
          </p:cNvPr>
          <p:cNvSpPr>
            <a:spLocks noGrp="1"/>
          </p:cNvSpPr>
          <p:nvPr/>
        </p:nvSpPr>
        <p:spPr>
          <a:xfrm>
            <a:off x="29381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0" name="F2_precision_recall_distributions_5244">
            <a:extLst>
              <a:ext uri="{FF2B5EF4-FFF2-40B4-BE49-F238E27FC236}">
                <a16:creationId xmlns:a16="http://schemas.microsoft.com/office/drawing/2014/main" id="{F233F437-ADA2-406F-9A89-B9E57F7F62FC}"/>
              </a:ext>
            </a:extLst>
          </p:cNvPr>
          <p:cNvSpPr>
            <a:spLocks noGrp="1"/>
          </p:cNvSpPr>
          <p:nvPr/>
        </p:nvSpPr>
        <p:spPr>
          <a:xfrm>
            <a:off x="30248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1" name="F2_precision_recall_distributions_5245">
            <a:extLst>
              <a:ext uri="{FF2B5EF4-FFF2-40B4-BE49-F238E27FC236}">
                <a16:creationId xmlns:a16="http://schemas.microsoft.com/office/drawing/2014/main" id="{2769A356-0D8C-4B52-809A-DEE619BE5E22}"/>
              </a:ext>
            </a:extLst>
          </p:cNvPr>
          <p:cNvSpPr>
            <a:spLocks noGrp="1"/>
          </p:cNvSpPr>
          <p:nvPr/>
        </p:nvSpPr>
        <p:spPr>
          <a:xfrm>
            <a:off x="309045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2" name="F2_precision_recall_distributions_5246">
            <a:extLst>
              <a:ext uri="{FF2B5EF4-FFF2-40B4-BE49-F238E27FC236}">
                <a16:creationId xmlns:a16="http://schemas.microsoft.com/office/drawing/2014/main" id="{8014B8BF-FA3B-41C9-8E3C-A9F06B467B55}"/>
              </a:ext>
            </a:extLst>
          </p:cNvPr>
          <p:cNvSpPr>
            <a:spLocks noGrp="1"/>
          </p:cNvSpPr>
          <p:nvPr/>
        </p:nvSpPr>
        <p:spPr>
          <a:xfrm>
            <a:off x="31195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3" name="F2_precision_recall_distributions_5247">
            <a:extLst>
              <a:ext uri="{FF2B5EF4-FFF2-40B4-BE49-F238E27FC236}">
                <a16:creationId xmlns:a16="http://schemas.microsoft.com/office/drawing/2014/main" id="{7D4C4955-2E51-4DFA-B7B6-D6082BB05E09}"/>
              </a:ext>
            </a:extLst>
          </p:cNvPr>
          <p:cNvSpPr>
            <a:spLocks noGrp="1"/>
          </p:cNvSpPr>
          <p:nvPr/>
        </p:nvSpPr>
        <p:spPr>
          <a:xfrm>
            <a:off x="3011087" y="45866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4" name="F2_precision_recall_distributions_5248">
            <a:extLst>
              <a:ext uri="{FF2B5EF4-FFF2-40B4-BE49-F238E27FC236}">
                <a16:creationId xmlns:a16="http://schemas.microsoft.com/office/drawing/2014/main" id="{16E93488-312B-4ECF-8B09-4FFF39668C76}"/>
              </a:ext>
            </a:extLst>
          </p:cNvPr>
          <p:cNvSpPr>
            <a:spLocks noGrp="1"/>
          </p:cNvSpPr>
          <p:nvPr/>
        </p:nvSpPr>
        <p:spPr>
          <a:xfrm>
            <a:off x="318458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5" name="F2_precision_recall_distributions_5249">
            <a:extLst>
              <a:ext uri="{FF2B5EF4-FFF2-40B4-BE49-F238E27FC236}">
                <a16:creationId xmlns:a16="http://schemas.microsoft.com/office/drawing/2014/main" id="{077E2FA9-49B6-41F3-8B53-F1DA62C0BD8E}"/>
              </a:ext>
            </a:extLst>
          </p:cNvPr>
          <p:cNvSpPr>
            <a:spLocks noGrp="1"/>
          </p:cNvSpPr>
          <p:nvPr/>
        </p:nvSpPr>
        <p:spPr>
          <a:xfrm>
            <a:off x="307033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6" name="F2_precision_recall_distributions_5250">
            <a:extLst>
              <a:ext uri="{FF2B5EF4-FFF2-40B4-BE49-F238E27FC236}">
                <a16:creationId xmlns:a16="http://schemas.microsoft.com/office/drawing/2014/main" id="{84519AB8-719E-4D61-9C78-FAB8E9E058B9}"/>
              </a:ext>
            </a:extLst>
          </p:cNvPr>
          <p:cNvSpPr>
            <a:spLocks noGrp="1"/>
          </p:cNvSpPr>
          <p:nvPr/>
        </p:nvSpPr>
        <p:spPr>
          <a:xfrm>
            <a:off x="28727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7" name="F2_precision_recall_distributions_5251">
            <a:extLst>
              <a:ext uri="{FF2B5EF4-FFF2-40B4-BE49-F238E27FC236}">
                <a16:creationId xmlns:a16="http://schemas.microsoft.com/office/drawing/2014/main" id="{7F6ABA69-5FA7-4C25-91CD-2E19A5EB2791}"/>
              </a:ext>
            </a:extLst>
          </p:cNvPr>
          <p:cNvSpPr>
            <a:spLocks noGrp="1"/>
          </p:cNvSpPr>
          <p:nvPr/>
        </p:nvSpPr>
        <p:spPr>
          <a:xfrm>
            <a:off x="29338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8" name="F2_precision_recall_distributions_5252">
            <a:extLst>
              <a:ext uri="{FF2B5EF4-FFF2-40B4-BE49-F238E27FC236}">
                <a16:creationId xmlns:a16="http://schemas.microsoft.com/office/drawing/2014/main" id="{1433059C-1D0E-4458-9CB8-F2DB628B8907}"/>
              </a:ext>
            </a:extLst>
          </p:cNvPr>
          <p:cNvSpPr>
            <a:spLocks noGrp="1"/>
          </p:cNvSpPr>
          <p:nvPr/>
        </p:nvSpPr>
        <p:spPr>
          <a:xfrm>
            <a:off x="289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9" name="F2_precision_recall_distributions_5253">
            <a:extLst>
              <a:ext uri="{FF2B5EF4-FFF2-40B4-BE49-F238E27FC236}">
                <a16:creationId xmlns:a16="http://schemas.microsoft.com/office/drawing/2014/main" id="{B6F6E82E-9204-4755-BA97-C0507A2D2421}"/>
              </a:ext>
            </a:extLst>
          </p:cNvPr>
          <p:cNvSpPr>
            <a:spLocks noGrp="1"/>
          </p:cNvSpPr>
          <p:nvPr/>
        </p:nvSpPr>
        <p:spPr>
          <a:xfrm>
            <a:off x="2867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0" name="F2_precision_recall_distributions_5254">
            <a:extLst>
              <a:ext uri="{FF2B5EF4-FFF2-40B4-BE49-F238E27FC236}">
                <a16:creationId xmlns:a16="http://schemas.microsoft.com/office/drawing/2014/main" id="{D2EDC199-367A-4988-9154-5EAD6FCC5651}"/>
              </a:ext>
            </a:extLst>
          </p:cNvPr>
          <p:cNvSpPr>
            <a:spLocks noGrp="1"/>
          </p:cNvSpPr>
          <p:nvPr/>
        </p:nvSpPr>
        <p:spPr>
          <a:xfrm>
            <a:off x="307784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1" name="F2_precision_recall_distributions_5255">
            <a:extLst>
              <a:ext uri="{FF2B5EF4-FFF2-40B4-BE49-F238E27FC236}">
                <a16:creationId xmlns:a16="http://schemas.microsoft.com/office/drawing/2014/main" id="{0E8BF06C-CD86-4FF4-919F-A564F3395D11}"/>
              </a:ext>
            </a:extLst>
          </p:cNvPr>
          <p:cNvSpPr>
            <a:spLocks noGrp="1"/>
          </p:cNvSpPr>
          <p:nvPr/>
        </p:nvSpPr>
        <p:spPr>
          <a:xfrm>
            <a:off x="2905152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2" name="F2_precision_recall_distributions_5256">
            <a:extLst>
              <a:ext uri="{FF2B5EF4-FFF2-40B4-BE49-F238E27FC236}">
                <a16:creationId xmlns:a16="http://schemas.microsoft.com/office/drawing/2014/main" id="{D3296A99-D0DA-417C-A4BF-B5DCB834C3DD}"/>
              </a:ext>
            </a:extLst>
          </p:cNvPr>
          <p:cNvSpPr>
            <a:spLocks noGrp="1"/>
          </p:cNvSpPr>
          <p:nvPr/>
        </p:nvSpPr>
        <p:spPr>
          <a:xfrm>
            <a:off x="289174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3" name="F2_precision_recall_distributions_5257">
            <a:extLst>
              <a:ext uri="{FF2B5EF4-FFF2-40B4-BE49-F238E27FC236}">
                <a16:creationId xmlns:a16="http://schemas.microsoft.com/office/drawing/2014/main" id="{72550701-6F70-48EF-A0AC-4E85495104EC}"/>
              </a:ext>
            </a:extLst>
          </p:cNvPr>
          <p:cNvSpPr>
            <a:spLocks noGrp="1"/>
          </p:cNvSpPr>
          <p:nvPr/>
        </p:nvSpPr>
        <p:spPr>
          <a:xfrm>
            <a:off x="30937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4" name="F2_precision_recall_distributions_5258">
            <a:extLst>
              <a:ext uri="{FF2B5EF4-FFF2-40B4-BE49-F238E27FC236}">
                <a16:creationId xmlns:a16="http://schemas.microsoft.com/office/drawing/2014/main" id="{C95AFB50-5FF7-4E68-9BF0-876779007BC5}"/>
              </a:ext>
            </a:extLst>
          </p:cNvPr>
          <p:cNvSpPr>
            <a:spLocks noGrp="1"/>
          </p:cNvSpPr>
          <p:nvPr/>
        </p:nvSpPr>
        <p:spPr>
          <a:xfrm>
            <a:off x="313254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5" name="F2_precision_recall_distributions_5259">
            <a:extLst>
              <a:ext uri="{FF2B5EF4-FFF2-40B4-BE49-F238E27FC236}">
                <a16:creationId xmlns:a16="http://schemas.microsoft.com/office/drawing/2014/main" id="{6C5F37FD-8AC2-4B74-AFAE-DFBC5888AD52}"/>
              </a:ext>
            </a:extLst>
          </p:cNvPr>
          <p:cNvSpPr>
            <a:spLocks noGrp="1"/>
          </p:cNvSpPr>
          <p:nvPr/>
        </p:nvSpPr>
        <p:spPr>
          <a:xfrm>
            <a:off x="3166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6" name="F2_precision_recall_distributions_5260">
            <a:extLst>
              <a:ext uri="{FF2B5EF4-FFF2-40B4-BE49-F238E27FC236}">
                <a16:creationId xmlns:a16="http://schemas.microsoft.com/office/drawing/2014/main" id="{B9FBE46F-D005-44DD-B5FA-A9C8A3B8E86D}"/>
              </a:ext>
            </a:extLst>
          </p:cNvPr>
          <p:cNvSpPr>
            <a:spLocks noGrp="1"/>
          </p:cNvSpPr>
          <p:nvPr/>
        </p:nvSpPr>
        <p:spPr>
          <a:xfrm>
            <a:off x="29233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7" name="F2_precision_recall_distributions_5261">
            <a:extLst>
              <a:ext uri="{FF2B5EF4-FFF2-40B4-BE49-F238E27FC236}">
                <a16:creationId xmlns:a16="http://schemas.microsoft.com/office/drawing/2014/main" id="{6B358697-51B0-4B45-8E07-4004BC1CF1F6}"/>
              </a:ext>
            </a:extLst>
          </p:cNvPr>
          <p:cNvSpPr>
            <a:spLocks noGrp="1"/>
          </p:cNvSpPr>
          <p:nvPr/>
        </p:nvSpPr>
        <p:spPr>
          <a:xfrm>
            <a:off x="300804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8" name="F2_precision_recall_distributions_5262">
            <a:extLst>
              <a:ext uri="{FF2B5EF4-FFF2-40B4-BE49-F238E27FC236}">
                <a16:creationId xmlns:a16="http://schemas.microsoft.com/office/drawing/2014/main" id="{7B32ADD0-8B9A-4657-A548-9768BAF7F94C}"/>
              </a:ext>
            </a:extLst>
          </p:cNvPr>
          <p:cNvSpPr>
            <a:spLocks noGrp="1"/>
          </p:cNvSpPr>
          <p:nvPr/>
        </p:nvSpPr>
        <p:spPr>
          <a:xfrm>
            <a:off x="301457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9" name="F2_precision_recall_distributions_5263">
            <a:extLst>
              <a:ext uri="{FF2B5EF4-FFF2-40B4-BE49-F238E27FC236}">
                <a16:creationId xmlns:a16="http://schemas.microsoft.com/office/drawing/2014/main" id="{3F7FA9F0-13C7-4D7B-A1DC-88ADB94BCF05}"/>
              </a:ext>
            </a:extLst>
          </p:cNvPr>
          <p:cNvSpPr>
            <a:spLocks noGrp="1"/>
          </p:cNvSpPr>
          <p:nvPr/>
        </p:nvSpPr>
        <p:spPr>
          <a:xfrm>
            <a:off x="3036342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0" name="F2_precision_recall_distributions_5264">
            <a:extLst>
              <a:ext uri="{FF2B5EF4-FFF2-40B4-BE49-F238E27FC236}">
                <a16:creationId xmlns:a16="http://schemas.microsoft.com/office/drawing/2014/main" id="{318ADA39-5FA8-4D46-B60C-0F920CBB9E04}"/>
              </a:ext>
            </a:extLst>
          </p:cNvPr>
          <p:cNvSpPr>
            <a:spLocks noGrp="1"/>
          </p:cNvSpPr>
          <p:nvPr/>
        </p:nvSpPr>
        <p:spPr>
          <a:xfrm>
            <a:off x="3073605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1" name="F2_precision_recall_distributions_5265">
            <a:extLst>
              <a:ext uri="{FF2B5EF4-FFF2-40B4-BE49-F238E27FC236}">
                <a16:creationId xmlns:a16="http://schemas.microsoft.com/office/drawing/2014/main" id="{E642EC53-188F-4F5F-B612-83EB5E46286C}"/>
              </a:ext>
            </a:extLst>
          </p:cNvPr>
          <p:cNvSpPr>
            <a:spLocks noGrp="1"/>
          </p:cNvSpPr>
          <p:nvPr/>
        </p:nvSpPr>
        <p:spPr>
          <a:xfrm>
            <a:off x="308457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2" name="F2_precision_recall_distributions_5266">
            <a:extLst>
              <a:ext uri="{FF2B5EF4-FFF2-40B4-BE49-F238E27FC236}">
                <a16:creationId xmlns:a16="http://schemas.microsoft.com/office/drawing/2014/main" id="{6B7EA29F-40B4-40E7-86BE-2C9305C51781}"/>
              </a:ext>
            </a:extLst>
          </p:cNvPr>
          <p:cNvSpPr>
            <a:spLocks noGrp="1"/>
          </p:cNvSpPr>
          <p:nvPr/>
        </p:nvSpPr>
        <p:spPr>
          <a:xfrm>
            <a:off x="29227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3" name="F2_precision_recall_distributions_5267">
            <a:extLst>
              <a:ext uri="{FF2B5EF4-FFF2-40B4-BE49-F238E27FC236}">
                <a16:creationId xmlns:a16="http://schemas.microsoft.com/office/drawing/2014/main" id="{78941DC6-1121-4475-B4BC-7AE126CCA967}"/>
              </a:ext>
            </a:extLst>
          </p:cNvPr>
          <p:cNvSpPr>
            <a:spLocks noGrp="1"/>
          </p:cNvSpPr>
          <p:nvPr/>
        </p:nvSpPr>
        <p:spPr>
          <a:xfrm>
            <a:off x="30639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4" name="F2_precision_recall_distributions_5268">
            <a:extLst>
              <a:ext uri="{FF2B5EF4-FFF2-40B4-BE49-F238E27FC236}">
                <a16:creationId xmlns:a16="http://schemas.microsoft.com/office/drawing/2014/main" id="{59D2B157-7EB9-4708-8138-CBDC5FF61A49}"/>
              </a:ext>
            </a:extLst>
          </p:cNvPr>
          <p:cNvSpPr>
            <a:spLocks noGrp="1"/>
          </p:cNvSpPr>
          <p:nvPr/>
        </p:nvSpPr>
        <p:spPr>
          <a:xfrm>
            <a:off x="2931712" y="45936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5" name="F2_precision_recall_distributions_5269">
            <a:extLst>
              <a:ext uri="{FF2B5EF4-FFF2-40B4-BE49-F238E27FC236}">
                <a16:creationId xmlns:a16="http://schemas.microsoft.com/office/drawing/2014/main" id="{6249608A-BD05-410B-B225-CA68F6BFBA91}"/>
              </a:ext>
            </a:extLst>
          </p:cNvPr>
          <p:cNvSpPr>
            <a:spLocks noGrp="1"/>
          </p:cNvSpPr>
          <p:nvPr/>
        </p:nvSpPr>
        <p:spPr>
          <a:xfrm>
            <a:off x="296627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6" name="F2_precision_recall_distributions_5270">
            <a:extLst>
              <a:ext uri="{FF2B5EF4-FFF2-40B4-BE49-F238E27FC236}">
                <a16:creationId xmlns:a16="http://schemas.microsoft.com/office/drawing/2014/main" id="{26C0709E-08C6-47C2-B8D6-709C2FB2B71C}"/>
              </a:ext>
            </a:extLst>
          </p:cNvPr>
          <p:cNvSpPr>
            <a:spLocks noGrp="1"/>
          </p:cNvSpPr>
          <p:nvPr/>
        </p:nvSpPr>
        <p:spPr>
          <a:xfrm>
            <a:off x="3049779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7" name="F2_precision_recall_distributions_5271">
            <a:extLst>
              <a:ext uri="{FF2B5EF4-FFF2-40B4-BE49-F238E27FC236}">
                <a16:creationId xmlns:a16="http://schemas.microsoft.com/office/drawing/2014/main" id="{D562DA66-88B6-4C25-B420-1E64FE165557}"/>
              </a:ext>
            </a:extLst>
          </p:cNvPr>
          <p:cNvSpPr>
            <a:spLocks noGrp="1"/>
          </p:cNvSpPr>
          <p:nvPr/>
        </p:nvSpPr>
        <p:spPr>
          <a:xfrm>
            <a:off x="295837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8" name="F2_precision_recall_distributions_5272">
            <a:extLst>
              <a:ext uri="{FF2B5EF4-FFF2-40B4-BE49-F238E27FC236}">
                <a16:creationId xmlns:a16="http://schemas.microsoft.com/office/drawing/2014/main" id="{2C8EDF4B-F5E5-4EEA-A96B-9138C5A6A267}"/>
              </a:ext>
            </a:extLst>
          </p:cNvPr>
          <p:cNvSpPr>
            <a:spLocks noGrp="1"/>
          </p:cNvSpPr>
          <p:nvPr/>
        </p:nvSpPr>
        <p:spPr>
          <a:xfrm>
            <a:off x="30568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9" name="F2_precision_recall_distributions_5273">
            <a:extLst>
              <a:ext uri="{FF2B5EF4-FFF2-40B4-BE49-F238E27FC236}">
                <a16:creationId xmlns:a16="http://schemas.microsoft.com/office/drawing/2014/main" id="{AE4A00C8-7C24-464A-B260-26F6CEEE991D}"/>
              </a:ext>
            </a:extLst>
          </p:cNvPr>
          <p:cNvSpPr>
            <a:spLocks noGrp="1"/>
          </p:cNvSpPr>
          <p:nvPr/>
        </p:nvSpPr>
        <p:spPr>
          <a:xfrm>
            <a:off x="29872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0" name="F2_precision_recall_distributions_5274">
            <a:extLst>
              <a:ext uri="{FF2B5EF4-FFF2-40B4-BE49-F238E27FC236}">
                <a16:creationId xmlns:a16="http://schemas.microsoft.com/office/drawing/2014/main" id="{3234F2DB-B606-4D1D-9C6C-807E0429D7A3}"/>
              </a:ext>
            </a:extLst>
          </p:cNvPr>
          <p:cNvSpPr>
            <a:spLocks noGrp="1"/>
          </p:cNvSpPr>
          <p:nvPr/>
        </p:nvSpPr>
        <p:spPr>
          <a:xfrm>
            <a:off x="302307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1" name="F2_precision_recall_distributions_5275">
            <a:extLst>
              <a:ext uri="{FF2B5EF4-FFF2-40B4-BE49-F238E27FC236}">
                <a16:creationId xmlns:a16="http://schemas.microsoft.com/office/drawing/2014/main" id="{752EC928-F335-4265-A676-E7FCF8A90C39}"/>
              </a:ext>
            </a:extLst>
          </p:cNvPr>
          <p:cNvSpPr>
            <a:spLocks noGrp="1"/>
          </p:cNvSpPr>
          <p:nvPr/>
        </p:nvSpPr>
        <p:spPr>
          <a:xfrm>
            <a:off x="30395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2" name="F2_precision_recall_distributions_5276">
            <a:extLst>
              <a:ext uri="{FF2B5EF4-FFF2-40B4-BE49-F238E27FC236}">
                <a16:creationId xmlns:a16="http://schemas.microsoft.com/office/drawing/2014/main" id="{A7109688-4D25-466A-9079-30D7BFE2EA4B}"/>
              </a:ext>
            </a:extLst>
          </p:cNvPr>
          <p:cNvSpPr>
            <a:spLocks noGrp="1"/>
          </p:cNvSpPr>
          <p:nvPr/>
        </p:nvSpPr>
        <p:spPr>
          <a:xfrm>
            <a:off x="3113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3" name="F2_precision_recall_distributions_5277">
            <a:extLst>
              <a:ext uri="{FF2B5EF4-FFF2-40B4-BE49-F238E27FC236}">
                <a16:creationId xmlns:a16="http://schemas.microsoft.com/office/drawing/2014/main" id="{5EB1F5BC-AD7C-4554-9CE1-BDED26DC298C}"/>
              </a:ext>
            </a:extLst>
          </p:cNvPr>
          <p:cNvSpPr>
            <a:spLocks noGrp="1"/>
          </p:cNvSpPr>
          <p:nvPr/>
        </p:nvSpPr>
        <p:spPr>
          <a:xfrm>
            <a:off x="303022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4" name="F2_precision_recall_distributions_5278">
            <a:extLst>
              <a:ext uri="{FF2B5EF4-FFF2-40B4-BE49-F238E27FC236}">
                <a16:creationId xmlns:a16="http://schemas.microsoft.com/office/drawing/2014/main" id="{92D31560-821B-4BDC-BFA9-F1985847E501}"/>
              </a:ext>
            </a:extLst>
          </p:cNvPr>
          <p:cNvSpPr>
            <a:spLocks noGrp="1"/>
          </p:cNvSpPr>
          <p:nvPr/>
        </p:nvSpPr>
        <p:spPr>
          <a:xfrm>
            <a:off x="297007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5" name="F2_precision_recall_distributions_5279">
            <a:extLst>
              <a:ext uri="{FF2B5EF4-FFF2-40B4-BE49-F238E27FC236}">
                <a16:creationId xmlns:a16="http://schemas.microsoft.com/office/drawing/2014/main" id="{98DBDC97-109E-4B3D-8457-5597C3B9C18A}"/>
              </a:ext>
            </a:extLst>
          </p:cNvPr>
          <p:cNvSpPr>
            <a:spLocks noGrp="1"/>
          </p:cNvSpPr>
          <p:nvPr/>
        </p:nvSpPr>
        <p:spPr>
          <a:xfrm>
            <a:off x="29843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6" name="F2_precision_recall_distributions_5280">
            <a:extLst>
              <a:ext uri="{FF2B5EF4-FFF2-40B4-BE49-F238E27FC236}">
                <a16:creationId xmlns:a16="http://schemas.microsoft.com/office/drawing/2014/main" id="{D5EF7476-E5D9-43B4-B4C5-917A4C28D548}"/>
              </a:ext>
            </a:extLst>
          </p:cNvPr>
          <p:cNvSpPr>
            <a:spLocks noGrp="1"/>
          </p:cNvSpPr>
          <p:nvPr/>
        </p:nvSpPr>
        <p:spPr>
          <a:xfrm>
            <a:off x="2931604" y="44795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7" name="F2_precision_recall_distributions_5281">
            <a:extLst>
              <a:ext uri="{FF2B5EF4-FFF2-40B4-BE49-F238E27FC236}">
                <a16:creationId xmlns:a16="http://schemas.microsoft.com/office/drawing/2014/main" id="{71EF7A76-FDD6-4AC0-AF44-870E137F9A1F}"/>
              </a:ext>
            </a:extLst>
          </p:cNvPr>
          <p:cNvSpPr>
            <a:spLocks noGrp="1"/>
          </p:cNvSpPr>
          <p:nvPr/>
        </p:nvSpPr>
        <p:spPr>
          <a:xfrm>
            <a:off x="29164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8" name="F2_precision_recall_distributions_5282">
            <a:extLst>
              <a:ext uri="{FF2B5EF4-FFF2-40B4-BE49-F238E27FC236}">
                <a16:creationId xmlns:a16="http://schemas.microsoft.com/office/drawing/2014/main" id="{B93F15F0-64B1-436E-984C-9AF79AB48F9B}"/>
              </a:ext>
            </a:extLst>
          </p:cNvPr>
          <p:cNvSpPr>
            <a:spLocks noGrp="1"/>
          </p:cNvSpPr>
          <p:nvPr/>
        </p:nvSpPr>
        <p:spPr>
          <a:xfrm>
            <a:off x="285230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9" name="F2_precision_recall_distributions_5283">
            <a:extLst>
              <a:ext uri="{FF2B5EF4-FFF2-40B4-BE49-F238E27FC236}">
                <a16:creationId xmlns:a16="http://schemas.microsoft.com/office/drawing/2014/main" id="{117735E5-0DAC-49D3-9CDB-3512EDF0F7FB}"/>
              </a:ext>
            </a:extLst>
          </p:cNvPr>
          <p:cNvSpPr>
            <a:spLocks noGrp="1"/>
          </p:cNvSpPr>
          <p:nvPr/>
        </p:nvSpPr>
        <p:spPr>
          <a:xfrm>
            <a:off x="306180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0" name="F2_precision_recall_distributions_5284">
            <a:extLst>
              <a:ext uri="{FF2B5EF4-FFF2-40B4-BE49-F238E27FC236}">
                <a16:creationId xmlns:a16="http://schemas.microsoft.com/office/drawing/2014/main" id="{07F19A34-B29D-41C8-AE75-83D9756A6848}"/>
              </a:ext>
            </a:extLst>
          </p:cNvPr>
          <p:cNvSpPr>
            <a:spLocks noGrp="1"/>
          </p:cNvSpPr>
          <p:nvPr/>
        </p:nvSpPr>
        <p:spPr>
          <a:xfrm>
            <a:off x="3025678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1" name="F2_precision_recall_distributions_5285">
            <a:extLst>
              <a:ext uri="{FF2B5EF4-FFF2-40B4-BE49-F238E27FC236}">
                <a16:creationId xmlns:a16="http://schemas.microsoft.com/office/drawing/2014/main" id="{74416C43-1039-4A27-AABF-A577B25D42AF}"/>
              </a:ext>
            </a:extLst>
          </p:cNvPr>
          <p:cNvSpPr>
            <a:spLocks noGrp="1"/>
          </p:cNvSpPr>
          <p:nvPr/>
        </p:nvSpPr>
        <p:spPr>
          <a:xfrm>
            <a:off x="2957374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2" name="F2_precision_recall_distributions_5286">
            <a:extLst>
              <a:ext uri="{FF2B5EF4-FFF2-40B4-BE49-F238E27FC236}">
                <a16:creationId xmlns:a16="http://schemas.microsoft.com/office/drawing/2014/main" id="{A6665417-ED99-41F4-9687-292107A8E0E1}"/>
              </a:ext>
            </a:extLst>
          </p:cNvPr>
          <p:cNvSpPr>
            <a:spLocks noGrp="1"/>
          </p:cNvSpPr>
          <p:nvPr/>
        </p:nvSpPr>
        <p:spPr>
          <a:xfrm>
            <a:off x="28907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3" name="F2_precision_recall_distributions_5287">
            <a:extLst>
              <a:ext uri="{FF2B5EF4-FFF2-40B4-BE49-F238E27FC236}">
                <a16:creationId xmlns:a16="http://schemas.microsoft.com/office/drawing/2014/main" id="{DBE88946-018E-433C-84E7-9CAAF492838B}"/>
              </a:ext>
            </a:extLst>
          </p:cNvPr>
          <p:cNvSpPr>
            <a:spLocks noGrp="1"/>
          </p:cNvSpPr>
          <p:nvPr/>
        </p:nvSpPr>
        <p:spPr>
          <a:xfrm>
            <a:off x="309550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4" name="F2_precision_recall_distributions_5288">
            <a:extLst>
              <a:ext uri="{FF2B5EF4-FFF2-40B4-BE49-F238E27FC236}">
                <a16:creationId xmlns:a16="http://schemas.microsoft.com/office/drawing/2014/main" id="{F4A783B6-8C6E-4D2B-974D-CE7EB02D3DD6}"/>
              </a:ext>
            </a:extLst>
          </p:cNvPr>
          <p:cNvSpPr>
            <a:spLocks noGrp="1"/>
          </p:cNvSpPr>
          <p:nvPr/>
        </p:nvSpPr>
        <p:spPr>
          <a:xfrm>
            <a:off x="316781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5" name="F2_precision_recall_distributions_5289">
            <a:extLst>
              <a:ext uri="{FF2B5EF4-FFF2-40B4-BE49-F238E27FC236}">
                <a16:creationId xmlns:a16="http://schemas.microsoft.com/office/drawing/2014/main" id="{097A3F99-D5CD-46ED-B302-E7C9BD1509C8}"/>
              </a:ext>
            </a:extLst>
          </p:cNvPr>
          <p:cNvSpPr>
            <a:spLocks noGrp="1"/>
          </p:cNvSpPr>
          <p:nvPr/>
        </p:nvSpPr>
        <p:spPr>
          <a:xfrm>
            <a:off x="3091160" y="4525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6" name="F2_precision_recall_distributions_5290">
            <a:extLst>
              <a:ext uri="{FF2B5EF4-FFF2-40B4-BE49-F238E27FC236}">
                <a16:creationId xmlns:a16="http://schemas.microsoft.com/office/drawing/2014/main" id="{30905005-6E40-4A26-BCBD-13177B8C1573}"/>
              </a:ext>
            </a:extLst>
          </p:cNvPr>
          <p:cNvSpPr>
            <a:spLocks noGrp="1"/>
          </p:cNvSpPr>
          <p:nvPr/>
        </p:nvSpPr>
        <p:spPr>
          <a:xfrm>
            <a:off x="2916804" y="4326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7" name="F2_precision_recall_distributions_5291">
            <a:extLst>
              <a:ext uri="{FF2B5EF4-FFF2-40B4-BE49-F238E27FC236}">
                <a16:creationId xmlns:a16="http://schemas.microsoft.com/office/drawing/2014/main" id="{CE176EBC-0D46-40D8-A697-6EE5BD3C90DF}"/>
              </a:ext>
            </a:extLst>
          </p:cNvPr>
          <p:cNvSpPr>
            <a:spLocks noGrp="1"/>
          </p:cNvSpPr>
          <p:nvPr/>
        </p:nvSpPr>
        <p:spPr>
          <a:xfrm>
            <a:off x="28329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8" name="F2_precision_recall_distributions_5292">
            <a:extLst>
              <a:ext uri="{FF2B5EF4-FFF2-40B4-BE49-F238E27FC236}">
                <a16:creationId xmlns:a16="http://schemas.microsoft.com/office/drawing/2014/main" id="{0F7DCE90-6FD2-4B1F-91C0-C93231E0DC24}"/>
              </a:ext>
            </a:extLst>
          </p:cNvPr>
          <p:cNvSpPr>
            <a:spLocks noGrp="1"/>
          </p:cNvSpPr>
          <p:nvPr/>
        </p:nvSpPr>
        <p:spPr>
          <a:xfrm>
            <a:off x="284797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9" name="F2_precision_recall_distributions_5293">
            <a:extLst>
              <a:ext uri="{FF2B5EF4-FFF2-40B4-BE49-F238E27FC236}">
                <a16:creationId xmlns:a16="http://schemas.microsoft.com/office/drawing/2014/main" id="{AE37C1B8-2D52-42B0-8BCB-44A7E1CC83F8}"/>
              </a:ext>
            </a:extLst>
          </p:cNvPr>
          <p:cNvSpPr>
            <a:spLocks noGrp="1"/>
          </p:cNvSpPr>
          <p:nvPr/>
        </p:nvSpPr>
        <p:spPr>
          <a:xfrm>
            <a:off x="31119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0" name="F2_precision_recall_distributions_5294">
            <a:extLst>
              <a:ext uri="{FF2B5EF4-FFF2-40B4-BE49-F238E27FC236}">
                <a16:creationId xmlns:a16="http://schemas.microsoft.com/office/drawing/2014/main" id="{302087EC-4A20-4310-B87D-87FF50717329}"/>
              </a:ext>
            </a:extLst>
          </p:cNvPr>
          <p:cNvSpPr>
            <a:spLocks noGrp="1"/>
          </p:cNvSpPr>
          <p:nvPr/>
        </p:nvSpPr>
        <p:spPr>
          <a:xfrm>
            <a:off x="30480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1" name="F2_precision_recall_distributions_5295">
            <a:extLst>
              <a:ext uri="{FF2B5EF4-FFF2-40B4-BE49-F238E27FC236}">
                <a16:creationId xmlns:a16="http://schemas.microsoft.com/office/drawing/2014/main" id="{8A75142C-3FF3-4BE1-AFB2-395A2E7266D2}"/>
              </a:ext>
            </a:extLst>
          </p:cNvPr>
          <p:cNvSpPr>
            <a:spLocks noGrp="1"/>
          </p:cNvSpPr>
          <p:nvPr/>
        </p:nvSpPr>
        <p:spPr>
          <a:xfrm>
            <a:off x="2848475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2" name="F2_precision_recall_distributions_5296">
            <a:extLst>
              <a:ext uri="{FF2B5EF4-FFF2-40B4-BE49-F238E27FC236}">
                <a16:creationId xmlns:a16="http://schemas.microsoft.com/office/drawing/2014/main" id="{8B0014A1-B4D1-4308-B2FE-AFE57448CEE4}"/>
              </a:ext>
            </a:extLst>
          </p:cNvPr>
          <p:cNvSpPr>
            <a:spLocks noGrp="1"/>
          </p:cNvSpPr>
          <p:nvPr/>
        </p:nvSpPr>
        <p:spPr>
          <a:xfrm>
            <a:off x="28790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3" name="F2_precision_recall_distributions_5297">
            <a:extLst>
              <a:ext uri="{FF2B5EF4-FFF2-40B4-BE49-F238E27FC236}">
                <a16:creationId xmlns:a16="http://schemas.microsoft.com/office/drawing/2014/main" id="{B98E38F4-BA57-455F-A667-AAC69A3A2D95}"/>
              </a:ext>
            </a:extLst>
          </p:cNvPr>
          <p:cNvSpPr>
            <a:spLocks noGrp="1"/>
          </p:cNvSpPr>
          <p:nvPr/>
        </p:nvSpPr>
        <p:spPr>
          <a:xfrm>
            <a:off x="297964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4" name="F2_precision_recall_distributions_5298">
            <a:extLst>
              <a:ext uri="{FF2B5EF4-FFF2-40B4-BE49-F238E27FC236}">
                <a16:creationId xmlns:a16="http://schemas.microsoft.com/office/drawing/2014/main" id="{A97A89BD-5F84-4F6C-8894-E4F0D41BEDCF}"/>
              </a:ext>
            </a:extLst>
          </p:cNvPr>
          <p:cNvSpPr>
            <a:spLocks noGrp="1"/>
          </p:cNvSpPr>
          <p:nvPr/>
        </p:nvSpPr>
        <p:spPr>
          <a:xfrm>
            <a:off x="300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5" name="F2_precision_recall_distributions_5299">
            <a:extLst>
              <a:ext uri="{FF2B5EF4-FFF2-40B4-BE49-F238E27FC236}">
                <a16:creationId xmlns:a16="http://schemas.microsoft.com/office/drawing/2014/main" id="{65733D6B-B696-4B35-9CA6-939251C65080}"/>
              </a:ext>
            </a:extLst>
          </p:cNvPr>
          <p:cNvSpPr>
            <a:spLocks noGrp="1"/>
          </p:cNvSpPr>
          <p:nvPr/>
        </p:nvSpPr>
        <p:spPr>
          <a:xfrm>
            <a:off x="28176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6" name="F2_precision_recall_distributions_5300">
            <a:extLst>
              <a:ext uri="{FF2B5EF4-FFF2-40B4-BE49-F238E27FC236}">
                <a16:creationId xmlns:a16="http://schemas.microsoft.com/office/drawing/2014/main" id="{1750E2B7-7AD2-4EF8-908E-ED58E3910B51}"/>
              </a:ext>
            </a:extLst>
          </p:cNvPr>
          <p:cNvSpPr>
            <a:spLocks noGrp="1"/>
          </p:cNvSpPr>
          <p:nvPr/>
        </p:nvSpPr>
        <p:spPr>
          <a:xfrm>
            <a:off x="302561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7" name="F2_precision_recall_distributions_5301">
            <a:extLst>
              <a:ext uri="{FF2B5EF4-FFF2-40B4-BE49-F238E27FC236}">
                <a16:creationId xmlns:a16="http://schemas.microsoft.com/office/drawing/2014/main" id="{0140682F-76CF-4A7D-BC46-66D2DA65BB09}"/>
              </a:ext>
            </a:extLst>
          </p:cNvPr>
          <p:cNvSpPr>
            <a:spLocks noGrp="1"/>
          </p:cNvSpPr>
          <p:nvPr/>
        </p:nvSpPr>
        <p:spPr>
          <a:xfrm>
            <a:off x="291782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8" name="F2_precision_recall_distributions_5302">
            <a:extLst>
              <a:ext uri="{FF2B5EF4-FFF2-40B4-BE49-F238E27FC236}">
                <a16:creationId xmlns:a16="http://schemas.microsoft.com/office/drawing/2014/main" id="{8813A883-A4BB-42CD-B085-1153ABDC3637}"/>
              </a:ext>
            </a:extLst>
          </p:cNvPr>
          <p:cNvSpPr>
            <a:spLocks noGrp="1"/>
          </p:cNvSpPr>
          <p:nvPr/>
        </p:nvSpPr>
        <p:spPr>
          <a:xfrm>
            <a:off x="304357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9" name="F2_precision_recall_distributions_5303">
            <a:extLst>
              <a:ext uri="{FF2B5EF4-FFF2-40B4-BE49-F238E27FC236}">
                <a16:creationId xmlns:a16="http://schemas.microsoft.com/office/drawing/2014/main" id="{025C7504-6E66-4A26-9EC9-CE4E7C169266}"/>
              </a:ext>
            </a:extLst>
          </p:cNvPr>
          <p:cNvSpPr>
            <a:spLocks noGrp="1"/>
          </p:cNvSpPr>
          <p:nvPr/>
        </p:nvSpPr>
        <p:spPr>
          <a:xfrm>
            <a:off x="3179977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0" name="F2_precision_recall_distributions_5304">
            <a:extLst>
              <a:ext uri="{FF2B5EF4-FFF2-40B4-BE49-F238E27FC236}">
                <a16:creationId xmlns:a16="http://schemas.microsoft.com/office/drawing/2014/main" id="{0F3D1CC4-C8F1-4C90-9CBA-221A43D9BB16}"/>
              </a:ext>
            </a:extLst>
          </p:cNvPr>
          <p:cNvSpPr>
            <a:spLocks noGrp="1"/>
          </p:cNvSpPr>
          <p:nvPr/>
        </p:nvSpPr>
        <p:spPr>
          <a:xfrm>
            <a:off x="285673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1" name="F2_precision_recall_distributions_5305">
            <a:extLst>
              <a:ext uri="{FF2B5EF4-FFF2-40B4-BE49-F238E27FC236}">
                <a16:creationId xmlns:a16="http://schemas.microsoft.com/office/drawing/2014/main" id="{E992F1CA-0733-4821-A58F-EC568804D331}"/>
              </a:ext>
            </a:extLst>
          </p:cNvPr>
          <p:cNvSpPr>
            <a:spLocks noGrp="1"/>
          </p:cNvSpPr>
          <p:nvPr/>
        </p:nvSpPr>
        <p:spPr>
          <a:xfrm>
            <a:off x="30705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2" name="F2_precision_recall_distributions_5306">
            <a:extLst>
              <a:ext uri="{FF2B5EF4-FFF2-40B4-BE49-F238E27FC236}">
                <a16:creationId xmlns:a16="http://schemas.microsoft.com/office/drawing/2014/main" id="{AA8DF121-ACB8-4204-93D7-144F46624603}"/>
              </a:ext>
            </a:extLst>
          </p:cNvPr>
          <p:cNvSpPr>
            <a:spLocks noGrp="1"/>
          </p:cNvSpPr>
          <p:nvPr/>
        </p:nvSpPr>
        <p:spPr>
          <a:xfrm>
            <a:off x="2836532" y="4876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3" name="F2_precision_recall_distributions_5307">
            <a:extLst>
              <a:ext uri="{FF2B5EF4-FFF2-40B4-BE49-F238E27FC236}">
                <a16:creationId xmlns:a16="http://schemas.microsoft.com/office/drawing/2014/main" id="{148DDDA9-E3F3-4742-B67B-1AF8F7229898}"/>
              </a:ext>
            </a:extLst>
          </p:cNvPr>
          <p:cNvSpPr>
            <a:spLocks noGrp="1"/>
          </p:cNvSpPr>
          <p:nvPr/>
        </p:nvSpPr>
        <p:spPr>
          <a:xfrm>
            <a:off x="29972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4" name="F2_precision_recall_distributions_5308">
            <a:extLst>
              <a:ext uri="{FF2B5EF4-FFF2-40B4-BE49-F238E27FC236}">
                <a16:creationId xmlns:a16="http://schemas.microsoft.com/office/drawing/2014/main" id="{A2123A93-396A-4E9E-8D60-96BEB6DC1619}"/>
              </a:ext>
            </a:extLst>
          </p:cNvPr>
          <p:cNvSpPr>
            <a:spLocks noGrp="1"/>
          </p:cNvSpPr>
          <p:nvPr/>
        </p:nvSpPr>
        <p:spPr>
          <a:xfrm>
            <a:off x="292631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5" name="F2_precision_recall_distributions_5309">
            <a:extLst>
              <a:ext uri="{FF2B5EF4-FFF2-40B4-BE49-F238E27FC236}">
                <a16:creationId xmlns:a16="http://schemas.microsoft.com/office/drawing/2014/main" id="{B950C350-7422-4F09-A0AA-31FABB496DFB}"/>
              </a:ext>
            </a:extLst>
          </p:cNvPr>
          <p:cNvSpPr>
            <a:spLocks noGrp="1"/>
          </p:cNvSpPr>
          <p:nvPr/>
        </p:nvSpPr>
        <p:spPr>
          <a:xfrm>
            <a:off x="283775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6" name="F2_precision_recall_distributions_5310">
            <a:extLst>
              <a:ext uri="{FF2B5EF4-FFF2-40B4-BE49-F238E27FC236}">
                <a16:creationId xmlns:a16="http://schemas.microsoft.com/office/drawing/2014/main" id="{213DD126-FACA-4151-8964-8C0720628432}"/>
              </a:ext>
            </a:extLst>
          </p:cNvPr>
          <p:cNvSpPr>
            <a:spLocks noGrp="1"/>
          </p:cNvSpPr>
          <p:nvPr/>
        </p:nvSpPr>
        <p:spPr>
          <a:xfrm>
            <a:off x="30997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7" name="F2_precision_recall_distributions_5311">
            <a:extLst>
              <a:ext uri="{FF2B5EF4-FFF2-40B4-BE49-F238E27FC236}">
                <a16:creationId xmlns:a16="http://schemas.microsoft.com/office/drawing/2014/main" id="{A00EE0A9-2C18-483F-85C7-BCCF158312C4}"/>
              </a:ext>
            </a:extLst>
          </p:cNvPr>
          <p:cNvSpPr>
            <a:spLocks noGrp="1"/>
          </p:cNvSpPr>
          <p:nvPr/>
        </p:nvSpPr>
        <p:spPr>
          <a:xfrm>
            <a:off x="3018704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8" name="F2_precision_recall_distributions_5312">
            <a:extLst>
              <a:ext uri="{FF2B5EF4-FFF2-40B4-BE49-F238E27FC236}">
                <a16:creationId xmlns:a16="http://schemas.microsoft.com/office/drawing/2014/main" id="{DC80BFAE-F4A2-40FF-B4F4-141360FF08B6}"/>
              </a:ext>
            </a:extLst>
          </p:cNvPr>
          <p:cNvSpPr>
            <a:spLocks noGrp="1"/>
          </p:cNvSpPr>
          <p:nvPr/>
        </p:nvSpPr>
        <p:spPr>
          <a:xfrm>
            <a:off x="3176433" y="47755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9" name="F2_precision_recall_distributions_5313">
            <a:extLst>
              <a:ext uri="{FF2B5EF4-FFF2-40B4-BE49-F238E27FC236}">
                <a16:creationId xmlns:a16="http://schemas.microsoft.com/office/drawing/2014/main" id="{AEEB4D79-00E7-4DC3-960D-849C941F0557}"/>
              </a:ext>
            </a:extLst>
          </p:cNvPr>
          <p:cNvSpPr>
            <a:spLocks noGrp="1"/>
          </p:cNvSpPr>
          <p:nvPr/>
        </p:nvSpPr>
        <p:spPr>
          <a:xfrm>
            <a:off x="31099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0" name="F2_precision_recall_distributions_5314">
            <a:extLst>
              <a:ext uri="{FF2B5EF4-FFF2-40B4-BE49-F238E27FC236}">
                <a16:creationId xmlns:a16="http://schemas.microsoft.com/office/drawing/2014/main" id="{91A54767-72EC-4C51-8024-F1990626B55E}"/>
              </a:ext>
            </a:extLst>
          </p:cNvPr>
          <p:cNvSpPr>
            <a:spLocks noGrp="1"/>
          </p:cNvSpPr>
          <p:nvPr/>
        </p:nvSpPr>
        <p:spPr>
          <a:xfrm>
            <a:off x="316419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1" name="F2_precision_recall_distributions_5315">
            <a:extLst>
              <a:ext uri="{FF2B5EF4-FFF2-40B4-BE49-F238E27FC236}">
                <a16:creationId xmlns:a16="http://schemas.microsoft.com/office/drawing/2014/main" id="{03B5680A-A438-4294-9B3E-CF8A28E9224E}"/>
              </a:ext>
            </a:extLst>
          </p:cNvPr>
          <p:cNvSpPr>
            <a:spLocks noGrp="1"/>
          </p:cNvSpPr>
          <p:nvPr/>
        </p:nvSpPr>
        <p:spPr>
          <a:xfrm>
            <a:off x="29466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2" name="F2_precision_recall_distributions_5316">
            <a:extLst>
              <a:ext uri="{FF2B5EF4-FFF2-40B4-BE49-F238E27FC236}">
                <a16:creationId xmlns:a16="http://schemas.microsoft.com/office/drawing/2014/main" id="{0EA8D38B-C744-45EA-B62F-4AE9D0C050FA}"/>
              </a:ext>
            </a:extLst>
          </p:cNvPr>
          <p:cNvSpPr>
            <a:spLocks noGrp="1"/>
          </p:cNvSpPr>
          <p:nvPr/>
        </p:nvSpPr>
        <p:spPr>
          <a:xfrm>
            <a:off x="2857094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3" name="F2_precision_recall_distributions_5317">
            <a:extLst>
              <a:ext uri="{FF2B5EF4-FFF2-40B4-BE49-F238E27FC236}">
                <a16:creationId xmlns:a16="http://schemas.microsoft.com/office/drawing/2014/main" id="{C678EDB2-B3D3-413B-9BD9-A0C18F05CA27}"/>
              </a:ext>
            </a:extLst>
          </p:cNvPr>
          <p:cNvSpPr>
            <a:spLocks noGrp="1"/>
          </p:cNvSpPr>
          <p:nvPr/>
        </p:nvSpPr>
        <p:spPr>
          <a:xfrm>
            <a:off x="31835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4" name="F2_precision_recall_distributions_5318">
            <a:extLst>
              <a:ext uri="{FF2B5EF4-FFF2-40B4-BE49-F238E27FC236}">
                <a16:creationId xmlns:a16="http://schemas.microsoft.com/office/drawing/2014/main" id="{84B4F8A1-4892-4058-A21E-ACA35819C025}"/>
              </a:ext>
            </a:extLst>
          </p:cNvPr>
          <p:cNvSpPr>
            <a:spLocks noGrp="1"/>
          </p:cNvSpPr>
          <p:nvPr/>
        </p:nvSpPr>
        <p:spPr>
          <a:xfrm>
            <a:off x="31593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5" name="F2_precision_recall_distributions_5319">
            <a:extLst>
              <a:ext uri="{FF2B5EF4-FFF2-40B4-BE49-F238E27FC236}">
                <a16:creationId xmlns:a16="http://schemas.microsoft.com/office/drawing/2014/main" id="{7D76269B-85D9-4C2E-B3E2-FF4047DAD0D7}"/>
              </a:ext>
            </a:extLst>
          </p:cNvPr>
          <p:cNvSpPr>
            <a:spLocks noGrp="1"/>
          </p:cNvSpPr>
          <p:nvPr/>
        </p:nvSpPr>
        <p:spPr>
          <a:xfrm>
            <a:off x="30378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6" name="F2_precision_recall_distributions_5320">
            <a:extLst>
              <a:ext uri="{FF2B5EF4-FFF2-40B4-BE49-F238E27FC236}">
                <a16:creationId xmlns:a16="http://schemas.microsoft.com/office/drawing/2014/main" id="{6DDAD3DE-D831-4A4A-8A7C-F708FB6C2004}"/>
              </a:ext>
            </a:extLst>
          </p:cNvPr>
          <p:cNvSpPr>
            <a:spLocks noGrp="1"/>
          </p:cNvSpPr>
          <p:nvPr/>
        </p:nvSpPr>
        <p:spPr>
          <a:xfrm>
            <a:off x="307568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7" name="F2_precision_recall_distributions_5321">
            <a:extLst>
              <a:ext uri="{FF2B5EF4-FFF2-40B4-BE49-F238E27FC236}">
                <a16:creationId xmlns:a16="http://schemas.microsoft.com/office/drawing/2014/main" id="{A40E5066-734D-4975-AB1E-9E201F4FD1A8}"/>
              </a:ext>
            </a:extLst>
          </p:cNvPr>
          <p:cNvSpPr>
            <a:spLocks noGrp="1"/>
          </p:cNvSpPr>
          <p:nvPr/>
        </p:nvSpPr>
        <p:spPr>
          <a:xfrm>
            <a:off x="296408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8" name="F2_precision_recall_distributions_5322">
            <a:extLst>
              <a:ext uri="{FF2B5EF4-FFF2-40B4-BE49-F238E27FC236}">
                <a16:creationId xmlns:a16="http://schemas.microsoft.com/office/drawing/2014/main" id="{7B681F81-B3A3-4841-82F2-DD1CFA08FF27}"/>
              </a:ext>
            </a:extLst>
          </p:cNvPr>
          <p:cNvSpPr>
            <a:spLocks noGrp="1"/>
          </p:cNvSpPr>
          <p:nvPr/>
        </p:nvSpPr>
        <p:spPr>
          <a:xfrm>
            <a:off x="31206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9" name="F2_precision_recall_distributions_5323">
            <a:extLst>
              <a:ext uri="{FF2B5EF4-FFF2-40B4-BE49-F238E27FC236}">
                <a16:creationId xmlns:a16="http://schemas.microsoft.com/office/drawing/2014/main" id="{5019CCFF-5B55-42DC-917B-C6298A3D7C4D}"/>
              </a:ext>
            </a:extLst>
          </p:cNvPr>
          <p:cNvSpPr>
            <a:spLocks noGrp="1"/>
          </p:cNvSpPr>
          <p:nvPr/>
        </p:nvSpPr>
        <p:spPr>
          <a:xfrm>
            <a:off x="295078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0" name="F2_precision_recall_distributions_5324">
            <a:extLst>
              <a:ext uri="{FF2B5EF4-FFF2-40B4-BE49-F238E27FC236}">
                <a16:creationId xmlns:a16="http://schemas.microsoft.com/office/drawing/2014/main" id="{31AEAFB7-6CBE-47F3-AC51-9C1EBB477F3D}"/>
              </a:ext>
            </a:extLst>
          </p:cNvPr>
          <p:cNvSpPr>
            <a:spLocks noGrp="1"/>
          </p:cNvSpPr>
          <p:nvPr/>
        </p:nvSpPr>
        <p:spPr>
          <a:xfrm>
            <a:off x="305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1" name="F2_precision_recall_distributions_5325">
            <a:extLst>
              <a:ext uri="{FF2B5EF4-FFF2-40B4-BE49-F238E27FC236}">
                <a16:creationId xmlns:a16="http://schemas.microsoft.com/office/drawing/2014/main" id="{FB213234-2C45-4FB9-8C26-1CF17740FEE3}"/>
              </a:ext>
            </a:extLst>
          </p:cNvPr>
          <p:cNvSpPr>
            <a:spLocks noGrp="1"/>
          </p:cNvSpPr>
          <p:nvPr/>
        </p:nvSpPr>
        <p:spPr>
          <a:xfrm>
            <a:off x="3185783" y="4908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2" name="F2_precision_recall_distributions_5326">
            <a:extLst>
              <a:ext uri="{FF2B5EF4-FFF2-40B4-BE49-F238E27FC236}">
                <a16:creationId xmlns:a16="http://schemas.microsoft.com/office/drawing/2014/main" id="{92471F16-2BA7-40A0-B339-62FCF508A4AE}"/>
              </a:ext>
            </a:extLst>
          </p:cNvPr>
          <p:cNvSpPr>
            <a:spLocks noGrp="1"/>
          </p:cNvSpPr>
          <p:nvPr/>
        </p:nvSpPr>
        <p:spPr>
          <a:xfrm>
            <a:off x="2971138" y="42613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3" name="F2_precision_recall_distributions_5327">
            <a:extLst>
              <a:ext uri="{FF2B5EF4-FFF2-40B4-BE49-F238E27FC236}">
                <a16:creationId xmlns:a16="http://schemas.microsoft.com/office/drawing/2014/main" id="{92ACA4EC-1413-4413-9581-3462C2CDBCBD}"/>
              </a:ext>
            </a:extLst>
          </p:cNvPr>
          <p:cNvSpPr>
            <a:spLocks noGrp="1"/>
          </p:cNvSpPr>
          <p:nvPr/>
        </p:nvSpPr>
        <p:spPr>
          <a:xfrm>
            <a:off x="2994094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4" name="F2_precision_recall_distributions_5328">
            <a:extLst>
              <a:ext uri="{FF2B5EF4-FFF2-40B4-BE49-F238E27FC236}">
                <a16:creationId xmlns:a16="http://schemas.microsoft.com/office/drawing/2014/main" id="{D6A1DC0C-FA7B-4F5C-9F38-35AE22A2C46F}"/>
              </a:ext>
            </a:extLst>
          </p:cNvPr>
          <p:cNvSpPr>
            <a:spLocks noGrp="1"/>
          </p:cNvSpPr>
          <p:nvPr/>
        </p:nvSpPr>
        <p:spPr>
          <a:xfrm>
            <a:off x="29522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5" name="F2_precision_recall_distributions_5329">
            <a:extLst>
              <a:ext uri="{FF2B5EF4-FFF2-40B4-BE49-F238E27FC236}">
                <a16:creationId xmlns:a16="http://schemas.microsoft.com/office/drawing/2014/main" id="{8D55A88A-26FF-4EFF-ABDE-288BD1CEA7D5}"/>
              </a:ext>
            </a:extLst>
          </p:cNvPr>
          <p:cNvSpPr>
            <a:spLocks noGrp="1"/>
          </p:cNvSpPr>
          <p:nvPr/>
        </p:nvSpPr>
        <p:spPr>
          <a:xfrm>
            <a:off x="28203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6" name="F2_precision_recall_distributions_5330">
            <a:extLst>
              <a:ext uri="{FF2B5EF4-FFF2-40B4-BE49-F238E27FC236}">
                <a16:creationId xmlns:a16="http://schemas.microsoft.com/office/drawing/2014/main" id="{EC1F8380-8AE5-42FE-903E-C667153974BB}"/>
              </a:ext>
            </a:extLst>
          </p:cNvPr>
          <p:cNvSpPr>
            <a:spLocks noGrp="1"/>
          </p:cNvSpPr>
          <p:nvPr/>
        </p:nvSpPr>
        <p:spPr>
          <a:xfrm>
            <a:off x="3026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7" name="F2_precision_recall_distributions_5331">
            <a:extLst>
              <a:ext uri="{FF2B5EF4-FFF2-40B4-BE49-F238E27FC236}">
                <a16:creationId xmlns:a16="http://schemas.microsoft.com/office/drawing/2014/main" id="{5AF6056E-457E-4093-9D16-BAEA6013B6AB}"/>
              </a:ext>
            </a:extLst>
          </p:cNvPr>
          <p:cNvSpPr>
            <a:spLocks noGrp="1"/>
          </p:cNvSpPr>
          <p:nvPr/>
        </p:nvSpPr>
        <p:spPr>
          <a:xfrm>
            <a:off x="307287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8" name="F2_precision_recall_distributions_5332">
            <a:extLst>
              <a:ext uri="{FF2B5EF4-FFF2-40B4-BE49-F238E27FC236}">
                <a16:creationId xmlns:a16="http://schemas.microsoft.com/office/drawing/2014/main" id="{BD214A8E-E118-4194-BE00-48D0A462768C}"/>
              </a:ext>
            </a:extLst>
          </p:cNvPr>
          <p:cNvSpPr>
            <a:spLocks noGrp="1"/>
          </p:cNvSpPr>
          <p:nvPr/>
        </p:nvSpPr>
        <p:spPr>
          <a:xfrm>
            <a:off x="2963009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9" name="F2_precision_recall_distributions_5333">
            <a:extLst>
              <a:ext uri="{FF2B5EF4-FFF2-40B4-BE49-F238E27FC236}">
                <a16:creationId xmlns:a16="http://schemas.microsoft.com/office/drawing/2014/main" id="{B35487AF-A7BC-4DE4-8ADC-A31CCE308276}"/>
              </a:ext>
            </a:extLst>
          </p:cNvPr>
          <p:cNvSpPr>
            <a:spLocks noGrp="1"/>
          </p:cNvSpPr>
          <p:nvPr/>
        </p:nvSpPr>
        <p:spPr>
          <a:xfrm>
            <a:off x="313551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0" name="F2_precision_recall_distributions_5334">
            <a:extLst>
              <a:ext uri="{FF2B5EF4-FFF2-40B4-BE49-F238E27FC236}">
                <a16:creationId xmlns:a16="http://schemas.microsoft.com/office/drawing/2014/main" id="{9A6E6BD9-CA7E-4C72-96C9-FA951FEF06C1}"/>
              </a:ext>
            </a:extLst>
          </p:cNvPr>
          <p:cNvSpPr>
            <a:spLocks noGrp="1"/>
          </p:cNvSpPr>
          <p:nvPr/>
        </p:nvSpPr>
        <p:spPr>
          <a:xfrm>
            <a:off x="29852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1" name="F2_precision_recall_distributions_5335">
            <a:extLst>
              <a:ext uri="{FF2B5EF4-FFF2-40B4-BE49-F238E27FC236}">
                <a16:creationId xmlns:a16="http://schemas.microsoft.com/office/drawing/2014/main" id="{95427848-C137-4404-89FB-1B8741F7D01D}"/>
              </a:ext>
            </a:extLst>
          </p:cNvPr>
          <p:cNvSpPr>
            <a:spLocks noGrp="1"/>
          </p:cNvSpPr>
          <p:nvPr/>
        </p:nvSpPr>
        <p:spPr>
          <a:xfrm>
            <a:off x="311165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2" name="F2_precision_recall_distributions_5336">
            <a:extLst>
              <a:ext uri="{FF2B5EF4-FFF2-40B4-BE49-F238E27FC236}">
                <a16:creationId xmlns:a16="http://schemas.microsoft.com/office/drawing/2014/main" id="{86EC9D20-2637-487A-A648-3874470F9404}"/>
              </a:ext>
            </a:extLst>
          </p:cNvPr>
          <p:cNvSpPr>
            <a:spLocks noGrp="1"/>
          </p:cNvSpPr>
          <p:nvPr/>
        </p:nvSpPr>
        <p:spPr>
          <a:xfrm>
            <a:off x="3111939" y="43464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3" name="F2_precision_recall_distributions_5337">
            <a:extLst>
              <a:ext uri="{FF2B5EF4-FFF2-40B4-BE49-F238E27FC236}">
                <a16:creationId xmlns:a16="http://schemas.microsoft.com/office/drawing/2014/main" id="{25231168-D6A1-4576-A6AD-19EF3E882C9B}"/>
              </a:ext>
            </a:extLst>
          </p:cNvPr>
          <p:cNvSpPr>
            <a:spLocks noGrp="1"/>
          </p:cNvSpPr>
          <p:nvPr/>
        </p:nvSpPr>
        <p:spPr>
          <a:xfrm>
            <a:off x="31693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4" name="F2_precision_recall_distributions_5338">
            <a:extLst>
              <a:ext uri="{FF2B5EF4-FFF2-40B4-BE49-F238E27FC236}">
                <a16:creationId xmlns:a16="http://schemas.microsoft.com/office/drawing/2014/main" id="{9D609C84-A29B-4571-B49F-93A11A33020A}"/>
              </a:ext>
            </a:extLst>
          </p:cNvPr>
          <p:cNvSpPr>
            <a:spLocks noGrp="1"/>
          </p:cNvSpPr>
          <p:nvPr/>
        </p:nvSpPr>
        <p:spPr>
          <a:xfrm>
            <a:off x="2875440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5" name="F2_precision_recall_distributions_5339">
            <a:extLst>
              <a:ext uri="{FF2B5EF4-FFF2-40B4-BE49-F238E27FC236}">
                <a16:creationId xmlns:a16="http://schemas.microsoft.com/office/drawing/2014/main" id="{88678E71-5F27-4101-AEBB-FA815341961F}"/>
              </a:ext>
            </a:extLst>
          </p:cNvPr>
          <p:cNvSpPr>
            <a:spLocks noGrp="1"/>
          </p:cNvSpPr>
          <p:nvPr/>
        </p:nvSpPr>
        <p:spPr>
          <a:xfrm>
            <a:off x="301551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6" name="F2_precision_recall_distributions_5340">
            <a:extLst>
              <a:ext uri="{FF2B5EF4-FFF2-40B4-BE49-F238E27FC236}">
                <a16:creationId xmlns:a16="http://schemas.microsoft.com/office/drawing/2014/main" id="{91B20EC6-C495-4FEC-A87C-E8556BC5623C}"/>
              </a:ext>
            </a:extLst>
          </p:cNvPr>
          <p:cNvSpPr>
            <a:spLocks noGrp="1"/>
          </p:cNvSpPr>
          <p:nvPr/>
        </p:nvSpPr>
        <p:spPr>
          <a:xfrm>
            <a:off x="31638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7" name="F2_precision_recall_distributions_5341">
            <a:extLst>
              <a:ext uri="{FF2B5EF4-FFF2-40B4-BE49-F238E27FC236}">
                <a16:creationId xmlns:a16="http://schemas.microsoft.com/office/drawing/2014/main" id="{03A8631E-363F-4DF1-8C7D-9E6D5A2D1685}"/>
              </a:ext>
            </a:extLst>
          </p:cNvPr>
          <p:cNvSpPr>
            <a:spLocks noGrp="1"/>
          </p:cNvSpPr>
          <p:nvPr/>
        </p:nvSpPr>
        <p:spPr>
          <a:xfrm>
            <a:off x="2913728" y="4343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8" name="F2_precision_recall_distributions_5342">
            <a:extLst>
              <a:ext uri="{FF2B5EF4-FFF2-40B4-BE49-F238E27FC236}">
                <a16:creationId xmlns:a16="http://schemas.microsoft.com/office/drawing/2014/main" id="{CEFA2D39-1B2B-44B8-8CDA-5115105F5438}"/>
              </a:ext>
            </a:extLst>
          </p:cNvPr>
          <p:cNvSpPr>
            <a:spLocks noGrp="1"/>
          </p:cNvSpPr>
          <p:nvPr/>
        </p:nvSpPr>
        <p:spPr>
          <a:xfrm>
            <a:off x="287225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9" name="F2_precision_recall_distributions_5343">
            <a:extLst>
              <a:ext uri="{FF2B5EF4-FFF2-40B4-BE49-F238E27FC236}">
                <a16:creationId xmlns:a16="http://schemas.microsoft.com/office/drawing/2014/main" id="{068A9471-EEE3-4674-80AE-0D2953106A53}"/>
              </a:ext>
            </a:extLst>
          </p:cNvPr>
          <p:cNvSpPr>
            <a:spLocks noGrp="1"/>
          </p:cNvSpPr>
          <p:nvPr/>
        </p:nvSpPr>
        <p:spPr>
          <a:xfrm>
            <a:off x="31747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0" name="F2_precision_recall_distributions_5344">
            <a:extLst>
              <a:ext uri="{FF2B5EF4-FFF2-40B4-BE49-F238E27FC236}">
                <a16:creationId xmlns:a16="http://schemas.microsoft.com/office/drawing/2014/main" id="{62343E5E-0EB6-4B3E-8313-DC5B1FFBABB7}"/>
              </a:ext>
            </a:extLst>
          </p:cNvPr>
          <p:cNvSpPr>
            <a:spLocks noGrp="1"/>
          </p:cNvSpPr>
          <p:nvPr/>
        </p:nvSpPr>
        <p:spPr>
          <a:xfrm>
            <a:off x="2843535" y="452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1" name="F2_precision_recall_distributions_5345">
            <a:extLst>
              <a:ext uri="{FF2B5EF4-FFF2-40B4-BE49-F238E27FC236}">
                <a16:creationId xmlns:a16="http://schemas.microsoft.com/office/drawing/2014/main" id="{3E1074AE-C6E2-403E-A20B-A9117BD26001}"/>
              </a:ext>
            </a:extLst>
          </p:cNvPr>
          <p:cNvSpPr>
            <a:spLocks noGrp="1"/>
          </p:cNvSpPr>
          <p:nvPr/>
        </p:nvSpPr>
        <p:spPr>
          <a:xfrm>
            <a:off x="293440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2" name="F2_precision_recall_distributions_5346">
            <a:extLst>
              <a:ext uri="{FF2B5EF4-FFF2-40B4-BE49-F238E27FC236}">
                <a16:creationId xmlns:a16="http://schemas.microsoft.com/office/drawing/2014/main" id="{AED4A4EA-72D8-4B63-80AB-EDF9273E1E72}"/>
              </a:ext>
            </a:extLst>
          </p:cNvPr>
          <p:cNvSpPr>
            <a:spLocks noGrp="1"/>
          </p:cNvSpPr>
          <p:nvPr/>
        </p:nvSpPr>
        <p:spPr>
          <a:xfrm>
            <a:off x="29658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3" name="F2_precision_recall_distributions_5347">
            <a:extLst>
              <a:ext uri="{FF2B5EF4-FFF2-40B4-BE49-F238E27FC236}">
                <a16:creationId xmlns:a16="http://schemas.microsoft.com/office/drawing/2014/main" id="{F162ABC7-CA15-45D6-99F2-26AA5324BD6F}"/>
              </a:ext>
            </a:extLst>
          </p:cNvPr>
          <p:cNvSpPr>
            <a:spLocks noGrp="1"/>
          </p:cNvSpPr>
          <p:nvPr/>
        </p:nvSpPr>
        <p:spPr>
          <a:xfrm>
            <a:off x="305819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4" name="F2_precision_recall_distributions_5348">
            <a:extLst>
              <a:ext uri="{FF2B5EF4-FFF2-40B4-BE49-F238E27FC236}">
                <a16:creationId xmlns:a16="http://schemas.microsoft.com/office/drawing/2014/main" id="{A764C1DD-8974-4548-A0CC-7C84C909B7A1}"/>
              </a:ext>
            </a:extLst>
          </p:cNvPr>
          <p:cNvSpPr>
            <a:spLocks noGrp="1"/>
          </p:cNvSpPr>
          <p:nvPr/>
        </p:nvSpPr>
        <p:spPr>
          <a:xfrm>
            <a:off x="30154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5" name="F2_precision_recall_distributions_5349">
            <a:extLst>
              <a:ext uri="{FF2B5EF4-FFF2-40B4-BE49-F238E27FC236}">
                <a16:creationId xmlns:a16="http://schemas.microsoft.com/office/drawing/2014/main" id="{3BC217CA-A532-4274-80A9-A287105AA86D}"/>
              </a:ext>
            </a:extLst>
          </p:cNvPr>
          <p:cNvSpPr>
            <a:spLocks noGrp="1"/>
          </p:cNvSpPr>
          <p:nvPr/>
        </p:nvSpPr>
        <p:spPr>
          <a:xfrm>
            <a:off x="2970706" y="4324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6" name="F2_precision_recall_distributions_5350">
            <a:extLst>
              <a:ext uri="{FF2B5EF4-FFF2-40B4-BE49-F238E27FC236}">
                <a16:creationId xmlns:a16="http://schemas.microsoft.com/office/drawing/2014/main" id="{AE0CDC4F-E0F9-4BA7-B064-41E2397EC938}"/>
              </a:ext>
            </a:extLst>
          </p:cNvPr>
          <p:cNvSpPr>
            <a:spLocks noGrp="1"/>
          </p:cNvSpPr>
          <p:nvPr/>
        </p:nvSpPr>
        <p:spPr>
          <a:xfrm>
            <a:off x="297195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7" name="F2_precision_recall_distributions_5351">
            <a:extLst>
              <a:ext uri="{FF2B5EF4-FFF2-40B4-BE49-F238E27FC236}">
                <a16:creationId xmlns:a16="http://schemas.microsoft.com/office/drawing/2014/main" id="{30D216E3-D8F0-420C-A986-1ECA422D88B8}"/>
              </a:ext>
            </a:extLst>
          </p:cNvPr>
          <p:cNvSpPr>
            <a:spLocks noGrp="1"/>
          </p:cNvSpPr>
          <p:nvPr/>
        </p:nvSpPr>
        <p:spPr>
          <a:xfrm>
            <a:off x="28491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8" name="F2_precision_recall_distributions_5352">
            <a:extLst>
              <a:ext uri="{FF2B5EF4-FFF2-40B4-BE49-F238E27FC236}">
                <a16:creationId xmlns:a16="http://schemas.microsoft.com/office/drawing/2014/main" id="{AB8A24E4-0C69-4821-9D59-EC5235E0C7B1}"/>
              </a:ext>
            </a:extLst>
          </p:cNvPr>
          <p:cNvSpPr>
            <a:spLocks noGrp="1"/>
          </p:cNvSpPr>
          <p:nvPr/>
        </p:nvSpPr>
        <p:spPr>
          <a:xfrm>
            <a:off x="30774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9" name="F2_precision_recall_distributions_5353">
            <a:extLst>
              <a:ext uri="{FF2B5EF4-FFF2-40B4-BE49-F238E27FC236}">
                <a16:creationId xmlns:a16="http://schemas.microsoft.com/office/drawing/2014/main" id="{575CF423-34E2-4D45-8D69-0537F5F1A0D0}"/>
              </a:ext>
            </a:extLst>
          </p:cNvPr>
          <p:cNvSpPr>
            <a:spLocks noGrp="1"/>
          </p:cNvSpPr>
          <p:nvPr/>
        </p:nvSpPr>
        <p:spPr>
          <a:xfrm>
            <a:off x="2999001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0" name="F2_precision_recall_distributions_5354">
            <a:extLst>
              <a:ext uri="{FF2B5EF4-FFF2-40B4-BE49-F238E27FC236}">
                <a16:creationId xmlns:a16="http://schemas.microsoft.com/office/drawing/2014/main" id="{9B71A9B9-59DC-4AE1-BB57-C9C9E17D1077}"/>
              </a:ext>
            </a:extLst>
          </p:cNvPr>
          <p:cNvSpPr>
            <a:spLocks noGrp="1"/>
          </p:cNvSpPr>
          <p:nvPr/>
        </p:nvSpPr>
        <p:spPr>
          <a:xfrm>
            <a:off x="28350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1" name="F2_precision_recall_distributions_5355">
            <a:extLst>
              <a:ext uri="{FF2B5EF4-FFF2-40B4-BE49-F238E27FC236}">
                <a16:creationId xmlns:a16="http://schemas.microsoft.com/office/drawing/2014/main" id="{1C28A31B-DED1-479E-A38A-E5719C8D048D}"/>
              </a:ext>
            </a:extLst>
          </p:cNvPr>
          <p:cNvSpPr>
            <a:spLocks noGrp="1"/>
          </p:cNvSpPr>
          <p:nvPr/>
        </p:nvSpPr>
        <p:spPr>
          <a:xfrm>
            <a:off x="30891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2" name="F2_precision_recall_distributions_5356">
            <a:extLst>
              <a:ext uri="{FF2B5EF4-FFF2-40B4-BE49-F238E27FC236}">
                <a16:creationId xmlns:a16="http://schemas.microsoft.com/office/drawing/2014/main" id="{D69139D7-2E3F-4CA1-BD51-6EEA42344D87}"/>
              </a:ext>
            </a:extLst>
          </p:cNvPr>
          <p:cNvSpPr>
            <a:spLocks noGrp="1"/>
          </p:cNvSpPr>
          <p:nvPr/>
        </p:nvSpPr>
        <p:spPr>
          <a:xfrm>
            <a:off x="292179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3" name="F2_precision_recall_distributions_5357">
            <a:extLst>
              <a:ext uri="{FF2B5EF4-FFF2-40B4-BE49-F238E27FC236}">
                <a16:creationId xmlns:a16="http://schemas.microsoft.com/office/drawing/2014/main" id="{67EC825A-CD10-4D20-9C6F-91487924C9E1}"/>
              </a:ext>
            </a:extLst>
          </p:cNvPr>
          <p:cNvSpPr>
            <a:spLocks noGrp="1"/>
          </p:cNvSpPr>
          <p:nvPr/>
        </p:nvSpPr>
        <p:spPr>
          <a:xfrm>
            <a:off x="310222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4" name="F2_precision_recall_distributions_5358">
            <a:extLst>
              <a:ext uri="{FF2B5EF4-FFF2-40B4-BE49-F238E27FC236}">
                <a16:creationId xmlns:a16="http://schemas.microsoft.com/office/drawing/2014/main" id="{E02F4E60-73C3-4A25-AD19-FF73DB87C5B5}"/>
              </a:ext>
            </a:extLst>
          </p:cNvPr>
          <p:cNvSpPr>
            <a:spLocks noGrp="1"/>
          </p:cNvSpPr>
          <p:nvPr/>
        </p:nvSpPr>
        <p:spPr>
          <a:xfrm>
            <a:off x="2971258" y="44277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5" name="F2_precision_recall_distributions_5359">
            <a:extLst>
              <a:ext uri="{FF2B5EF4-FFF2-40B4-BE49-F238E27FC236}">
                <a16:creationId xmlns:a16="http://schemas.microsoft.com/office/drawing/2014/main" id="{7267C4A0-FABA-416C-90B5-EE15D4654FFD}"/>
              </a:ext>
            </a:extLst>
          </p:cNvPr>
          <p:cNvSpPr>
            <a:spLocks noGrp="1"/>
          </p:cNvSpPr>
          <p:nvPr/>
        </p:nvSpPr>
        <p:spPr>
          <a:xfrm>
            <a:off x="31430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6" name="F2_precision_recall_distributions_5360">
            <a:extLst>
              <a:ext uri="{FF2B5EF4-FFF2-40B4-BE49-F238E27FC236}">
                <a16:creationId xmlns:a16="http://schemas.microsoft.com/office/drawing/2014/main" id="{CE0A9772-4803-4F37-A73B-0D740B32B985}"/>
              </a:ext>
            </a:extLst>
          </p:cNvPr>
          <p:cNvSpPr>
            <a:spLocks noGrp="1"/>
          </p:cNvSpPr>
          <p:nvPr/>
        </p:nvSpPr>
        <p:spPr>
          <a:xfrm>
            <a:off x="2939710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7" name="F2_precision_recall_distributions_5361">
            <a:extLst>
              <a:ext uri="{FF2B5EF4-FFF2-40B4-BE49-F238E27FC236}">
                <a16:creationId xmlns:a16="http://schemas.microsoft.com/office/drawing/2014/main" id="{2CF3A15E-4CAB-4B9B-A61E-BB0B7954E1DF}"/>
              </a:ext>
            </a:extLst>
          </p:cNvPr>
          <p:cNvSpPr>
            <a:spLocks noGrp="1"/>
          </p:cNvSpPr>
          <p:nvPr/>
        </p:nvSpPr>
        <p:spPr>
          <a:xfrm>
            <a:off x="28823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8" name="F2_precision_recall_distributions_5362">
            <a:extLst>
              <a:ext uri="{FF2B5EF4-FFF2-40B4-BE49-F238E27FC236}">
                <a16:creationId xmlns:a16="http://schemas.microsoft.com/office/drawing/2014/main" id="{7C700C0F-981D-410C-8EF7-3AC57D2EE0D4}"/>
              </a:ext>
            </a:extLst>
          </p:cNvPr>
          <p:cNvSpPr>
            <a:spLocks noGrp="1"/>
          </p:cNvSpPr>
          <p:nvPr/>
        </p:nvSpPr>
        <p:spPr>
          <a:xfrm>
            <a:off x="306863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9" name="F2_precision_recall_distributions_5363">
            <a:extLst>
              <a:ext uri="{FF2B5EF4-FFF2-40B4-BE49-F238E27FC236}">
                <a16:creationId xmlns:a16="http://schemas.microsoft.com/office/drawing/2014/main" id="{9A718E44-6E52-4E3A-B179-667D90C69D8D}"/>
              </a:ext>
            </a:extLst>
          </p:cNvPr>
          <p:cNvSpPr>
            <a:spLocks noGrp="1"/>
          </p:cNvSpPr>
          <p:nvPr/>
        </p:nvSpPr>
        <p:spPr>
          <a:xfrm>
            <a:off x="30781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0" name="F2_precision_recall_distributions_5364">
            <a:extLst>
              <a:ext uri="{FF2B5EF4-FFF2-40B4-BE49-F238E27FC236}">
                <a16:creationId xmlns:a16="http://schemas.microsoft.com/office/drawing/2014/main" id="{516A979C-8993-4D90-AF9E-8FB115A1F697}"/>
              </a:ext>
            </a:extLst>
          </p:cNvPr>
          <p:cNvSpPr>
            <a:spLocks noGrp="1"/>
          </p:cNvSpPr>
          <p:nvPr/>
        </p:nvSpPr>
        <p:spPr>
          <a:xfrm>
            <a:off x="30213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1" name="F2_precision_recall_distributions_5365">
            <a:extLst>
              <a:ext uri="{FF2B5EF4-FFF2-40B4-BE49-F238E27FC236}">
                <a16:creationId xmlns:a16="http://schemas.microsoft.com/office/drawing/2014/main" id="{40C75508-850F-41FD-8EFE-BCABA44353D2}"/>
              </a:ext>
            </a:extLst>
          </p:cNvPr>
          <p:cNvSpPr>
            <a:spLocks noGrp="1"/>
          </p:cNvSpPr>
          <p:nvPr/>
        </p:nvSpPr>
        <p:spPr>
          <a:xfrm>
            <a:off x="310530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2" name="F2_precision_recall_distributions_5366">
            <a:extLst>
              <a:ext uri="{FF2B5EF4-FFF2-40B4-BE49-F238E27FC236}">
                <a16:creationId xmlns:a16="http://schemas.microsoft.com/office/drawing/2014/main" id="{04630956-1CF8-4365-9C16-20303909C517}"/>
              </a:ext>
            </a:extLst>
          </p:cNvPr>
          <p:cNvSpPr>
            <a:spLocks noGrp="1"/>
          </p:cNvSpPr>
          <p:nvPr/>
        </p:nvSpPr>
        <p:spPr>
          <a:xfrm>
            <a:off x="28821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3" name="F2_precision_recall_distributions_5367">
            <a:extLst>
              <a:ext uri="{FF2B5EF4-FFF2-40B4-BE49-F238E27FC236}">
                <a16:creationId xmlns:a16="http://schemas.microsoft.com/office/drawing/2014/main" id="{04838A6A-07BB-4F5F-A950-2DDF13B7523B}"/>
              </a:ext>
            </a:extLst>
          </p:cNvPr>
          <p:cNvSpPr>
            <a:spLocks noGrp="1"/>
          </p:cNvSpPr>
          <p:nvPr/>
        </p:nvSpPr>
        <p:spPr>
          <a:xfrm>
            <a:off x="30887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4" name="F2_precision_recall_distributions_5368">
            <a:extLst>
              <a:ext uri="{FF2B5EF4-FFF2-40B4-BE49-F238E27FC236}">
                <a16:creationId xmlns:a16="http://schemas.microsoft.com/office/drawing/2014/main" id="{6810FCA9-6D6A-4B0C-904D-5EB58428A892}"/>
              </a:ext>
            </a:extLst>
          </p:cNvPr>
          <p:cNvSpPr>
            <a:spLocks noGrp="1"/>
          </p:cNvSpPr>
          <p:nvPr/>
        </p:nvSpPr>
        <p:spPr>
          <a:xfrm>
            <a:off x="3052301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5" name="F2_precision_recall_distributions_5369">
            <a:extLst>
              <a:ext uri="{FF2B5EF4-FFF2-40B4-BE49-F238E27FC236}">
                <a16:creationId xmlns:a16="http://schemas.microsoft.com/office/drawing/2014/main" id="{A5A45F68-48F5-4B88-B911-45F65F724F37}"/>
              </a:ext>
            </a:extLst>
          </p:cNvPr>
          <p:cNvSpPr>
            <a:spLocks noGrp="1"/>
          </p:cNvSpPr>
          <p:nvPr/>
        </p:nvSpPr>
        <p:spPr>
          <a:xfrm>
            <a:off x="30673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6" name="F2_precision_recall_distributions_5370">
            <a:extLst>
              <a:ext uri="{FF2B5EF4-FFF2-40B4-BE49-F238E27FC236}">
                <a16:creationId xmlns:a16="http://schemas.microsoft.com/office/drawing/2014/main" id="{B7DE8804-02F8-41C6-8849-0BCBBB3C8A81}"/>
              </a:ext>
            </a:extLst>
          </p:cNvPr>
          <p:cNvSpPr>
            <a:spLocks noGrp="1"/>
          </p:cNvSpPr>
          <p:nvPr/>
        </p:nvSpPr>
        <p:spPr>
          <a:xfrm>
            <a:off x="31706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7" name="F2_precision_recall_distributions_5371">
            <a:extLst>
              <a:ext uri="{FF2B5EF4-FFF2-40B4-BE49-F238E27FC236}">
                <a16:creationId xmlns:a16="http://schemas.microsoft.com/office/drawing/2014/main" id="{B4C72905-36D7-4000-800C-DCCEBF84ED25}"/>
              </a:ext>
            </a:extLst>
          </p:cNvPr>
          <p:cNvSpPr>
            <a:spLocks noGrp="1"/>
          </p:cNvSpPr>
          <p:nvPr/>
        </p:nvSpPr>
        <p:spPr>
          <a:xfrm>
            <a:off x="3135320" y="4461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8" name="F2_precision_recall_distributions_5372">
            <a:extLst>
              <a:ext uri="{FF2B5EF4-FFF2-40B4-BE49-F238E27FC236}">
                <a16:creationId xmlns:a16="http://schemas.microsoft.com/office/drawing/2014/main" id="{1D29EB2F-9C22-4C6B-8246-470B79F76A77}"/>
              </a:ext>
            </a:extLst>
          </p:cNvPr>
          <p:cNvSpPr>
            <a:spLocks noGrp="1"/>
          </p:cNvSpPr>
          <p:nvPr/>
        </p:nvSpPr>
        <p:spPr>
          <a:xfrm>
            <a:off x="30760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9" name="F2_precision_recall_distributions_5373">
            <a:extLst>
              <a:ext uri="{FF2B5EF4-FFF2-40B4-BE49-F238E27FC236}">
                <a16:creationId xmlns:a16="http://schemas.microsoft.com/office/drawing/2014/main" id="{7054D299-6078-40F9-B81A-C87AB887F368}"/>
              </a:ext>
            </a:extLst>
          </p:cNvPr>
          <p:cNvSpPr>
            <a:spLocks noGrp="1"/>
          </p:cNvSpPr>
          <p:nvPr/>
        </p:nvSpPr>
        <p:spPr>
          <a:xfrm>
            <a:off x="2942947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0" name="F2_precision_recall_distributions_5374">
            <a:extLst>
              <a:ext uri="{FF2B5EF4-FFF2-40B4-BE49-F238E27FC236}">
                <a16:creationId xmlns:a16="http://schemas.microsoft.com/office/drawing/2014/main" id="{C62D63BE-C4D7-4276-9185-CB6D65972056}"/>
              </a:ext>
            </a:extLst>
          </p:cNvPr>
          <p:cNvSpPr>
            <a:spLocks noGrp="1"/>
          </p:cNvSpPr>
          <p:nvPr/>
        </p:nvSpPr>
        <p:spPr>
          <a:xfrm>
            <a:off x="31373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1" name="F2_precision_recall_distributions_5375">
            <a:extLst>
              <a:ext uri="{FF2B5EF4-FFF2-40B4-BE49-F238E27FC236}">
                <a16:creationId xmlns:a16="http://schemas.microsoft.com/office/drawing/2014/main" id="{B4F39FC7-8A1F-4B8F-88F3-85F4F44EB293}"/>
              </a:ext>
            </a:extLst>
          </p:cNvPr>
          <p:cNvSpPr>
            <a:spLocks noGrp="1"/>
          </p:cNvSpPr>
          <p:nvPr/>
        </p:nvSpPr>
        <p:spPr>
          <a:xfrm>
            <a:off x="317084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2" name="F2_precision_recall_distributions_5376">
            <a:extLst>
              <a:ext uri="{FF2B5EF4-FFF2-40B4-BE49-F238E27FC236}">
                <a16:creationId xmlns:a16="http://schemas.microsoft.com/office/drawing/2014/main" id="{A5CF9E38-979D-4E82-96DA-5AAD52A7D265}"/>
              </a:ext>
            </a:extLst>
          </p:cNvPr>
          <p:cNvSpPr>
            <a:spLocks noGrp="1"/>
          </p:cNvSpPr>
          <p:nvPr/>
        </p:nvSpPr>
        <p:spPr>
          <a:xfrm>
            <a:off x="31588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3" name="F2_precision_recall_distributions_5377">
            <a:extLst>
              <a:ext uri="{FF2B5EF4-FFF2-40B4-BE49-F238E27FC236}">
                <a16:creationId xmlns:a16="http://schemas.microsoft.com/office/drawing/2014/main" id="{A65D14E4-6AB1-467A-AD05-31DB0EF76BDF}"/>
              </a:ext>
            </a:extLst>
          </p:cNvPr>
          <p:cNvSpPr>
            <a:spLocks noGrp="1"/>
          </p:cNvSpPr>
          <p:nvPr/>
        </p:nvSpPr>
        <p:spPr>
          <a:xfrm>
            <a:off x="28613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4" name="F2_precision_recall_distributions_5378">
            <a:extLst>
              <a:ext uri="{FF2B5EF4-FFF2-40B4-BE49-F238E27FC236}">
                <a16:creationId xmlns:a16="http://schemas.microsoft.com/office/drawing/2014/main" id="{DEB21D86-8513-4787-BAA1-BD12EB318166}"/>
              </a:ext>
            </a:extLst>
          </p:cNvPr>
          <p:cNvSpPr>
            <a:spLocks noGrp="1"/>
          </p:cNvSpPr>
          <p:nvPr/>
        </p:nvSpPr>
        <p:spPr>
          <a:xfrm>
            <a:off x="314594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5" name="F2_precision_recall_distributions_5379">
            <a:extLst>
              <a:ext uri="{FF2B5EF4-FFF2-40B4-BE49-F238E27FC236}">
                <a16:creationId xmlns:a16="http://schemas.microsoft.com/office/drawing/2014/main" id="{6479F30A-9F99-44AC-B394-F3F14BAE7459}"/>
              </a:ext>
            </a:extLst>
          </p:cNvPr>
          <p:cNvSpPr>
            <a:spLocks noGrp="1"/>
          </p:cNvSpPr>
          <p:nvPr/>
        </p:nvSpPr>
        <p:spPr>
          <a:xfrm>
            <a:off x="3136713" y="44845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6" name="F2_precision_recall_distributions_5380">
            <a:extLst>
              <a:ext uri="{FF2B5EF4-FFF2-40B4-BE49-F238E27FC236}">
                <a16:creationId xmlns:a16="http://schemas.microsoft.com/office/drawing/2014/main" id="{06466C27-C8F4-4AA9-8F6C-B23AF2E58476}"/>
              </a:ext>
            </a:extLst>
          </p:cNvPr>
          <p:cNvSpPr>
            <a:spLocks noGrp="1"/>
          </p:cNvSpPr>
          <p:nvPr/>
        </p:nvSpPr>
        <p:spPr>
          <a:xfrm>
            <a:off x="285798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7" name="F2_precision_recall_distributions_5381">
            <a:extLst>
              <a:ext uri="{FF2B5EF4-FFF2-40B4-BE49-F238E27FC236}">
                <a16:creationId xmlns:a16="http://schemas.microsoft.com/office/drawing/2014/main" id="{FB3DA190-E5B5-41A5-8547-91A9727EC111}"/>
              </a:ext>
            </a:extLst>
          </p:cNvPr>
          <p:cNvSpPr>
            <a:spLocks noGrp="1"/>
          </p:cNvSpPr>
          <p:nvPr/>
        </p:nvSpPr>
        <p:spPr>
          <a:xfrm>
            <a:off x="293487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8" name="F2_precision_recall_distributions_5382">
            <a:extLst>
              <a:ext uri="{FF2B5EF4-FFF2-40B4-BE49-F238E27FC236}">
                <a16:creationId xmlns:a16="http://schemas.microsoft.com/office/drawing/2014/main" id="{C08F4021-0166-4156-970E-BE7FE620BC2B}"/>
              </a:ext>
            </a:extLst>
          </p:cNvPr>
          <p:cNvSpPr>
            <a:spLocks noGrp="1"/>
          </p:cNvSpPr>
          <p:nvPr/>
        </p:nvSpPr>
        <p:spPr>
          <a:xfrm>
            <a:off x="30865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9" name="F2_precision_recall_distributions_5383">
            <a:extLst>
              <a:ext uri="{FF2B5EF4-FFF2-40B4-BE49-F238E27FC236}">
                <a16:creationId xmlns:a16="http://schemas.microsoft.com/office/drawing/2014/main" id="{5BA71ADD-FB53-4439-93D7-03592508176A}"/>
              </a:ext>
            </a:extLst>
          </p:cNvPr>
          <p:cNvSpPr>
            <a:spLocks noGrp="1"/>
          </p:cNvSpPr>
          <p:nvPr/>
        </p:nvSpPr>
        <p:spPr>
          <a:xfrm>
            <a:off x="2914591" y="459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0" name="F2_precision_recall_distributions_5384">
            <a:extLst>
              <a:ext uri="{FF2B5EF4-FFF2-40B4-BE49-F238E27FC236}">
                <a16:creationId xmlns:a16="http://schemas.microsoft.com/office/drawing/2014/main" id="{DFEEDEA5-A07F-4DDC-A182-56BBF0962C38}"/>
              </a:ext>
            </a:extLst>
          </p:cNvPr>
          <p:cNvSpPr>
            <a:spLocks noGrp="1"/>
          </p:cNvSpPr>
          <p:nvPr/>
        </p:nvSpPr>
        <p:spPr>
          <a:xfrm>
            <a:off x="293313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1" name="F2_precision_recall_distributions_5385">
            <a:extLst>
              <a:ext uri="{FF2B5EF4-FFF2-40B4-BE49-F238E27FC236}">
                <a16:creationId xmlns:a16="http://schemas.microsoft.com/office/drawing/2014/main" id="{A469D7FE-8FCE-4F57-A5D5-94DE2491E79C}"/>
              </a:ext>
            </a:extLst>
          </p:cNvPr>
          <p:cNvSpPr>
            <a:spLocks noGrp="1"/>
          </p:cNvSpPr>
          <p:nvPr/>
        </p:nvSpPr>
        <p:spPr>
          <a:xfrm>
            <a:off x="28243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2" name="F2_precision_recall_distributions_5386">
            <a:extLst>
              <a:ext uri="{FF2B5EF4-FFF2-40B4-BE49-F238E27FC236}">
                <a16:creationId xmlns:a16="http://schemas.microsoft.com/office/drawing/2014/main" id="{E32D5412-BE4D-4BFE-80D1-12AF3FFAAF7A}"/>
              </a:ext>
            </a:extLst>
          </p:cNvPr>
          <p:cNvSpPr>
            <a:spLocks noGrp="1"/>
          </p:cNvSpPr>
          <p:nvPr/>
        </p:nvSpPr>
        <p:spPr>
          <a:xfrm>
            <a:off x="3150748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3" name="F2_precision_recall_distributions_5387">
            <a:extLst>
              <a:ext uri="{FF2B5EF4-FFF2-40B4-BE49-F238E27FC236}">
                <a16:creationId xmlns:a16="http://schemas.microsoft.com/office/drawing/2014/main" id="{983AE6F8-9BA0-44AE-B9E3-D0D23E0781A0}"/>
              </a:ext>
            </a:extLst>
          </p:cNvPr>
          <p:cNvSpPr>
            <a:spLocks noGrp="1"/>
          </p:cNvSpPr>
          <p:nvPr/>
        </p:nvSpPr>
        <p:spPr>
          <a:xfrm>
            <a:off x="307574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4" name="F2_precision_recall_distributions_5388">
            <a:extLst>
              <a:ext uri="{FF2B5EF4-FFF2-40B4-BE49-F238E27FC236}">
                <a16:creationId xmlns:a16="http://schemas.microsoft.com/office/drawing/2014/main" id="{E71514DC-1578-4D91-B3F1-C3D867199E67}"/>
              </a:ext>
            </a:extLst>
          </p:cNvPr>
          <p:cNvSpPr>
            <a:spLocks noGrp="1"/>
          </p:cNvSpPr>
          <p:nvPr/>
        </p:nvSpPr>
        <p:spPr>
          <a:xfrm>
            <a:off x="30623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5" name="F2_precision_recall_distributions_5389">
            <a:extLst>
              <a:ext uri="{FF2B5EF4-FFF2-40B4-BE49-F238E27FC236}">
                <a16:creationId xmlns:a16="http://schemas.microsoft.com/office/drawing/2014/main" id="{78774E93-99A9-4E64-9FD9-90741FB6B237}"/>
              </a:ext>
            </a:extLst>
          </p:cNvPr>
          <p:cNvSpPr>
            <a:spLocks noGrp="1"/>
          </p:cNvSpPr>
          <p:nvPr/>
        </p:nvSpPr>
        <p:spPr>
          <a:xfrm>
            <a:off x="290111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6" name="F2_precision_recall_distributions_5390">
            <a:extLst>
              <a:ext uri="{FF2B5EF4-FFF2-40B4-BE49-F238E27FC236}">
                <a16:creationId xmlns:a16="http://schemas.microsoft.com/office/drawing/2014/main" id="{59CEDD9E-CB56-4DC5-85FD-AF32B30C1192}"/>
              </a:ext>
            </a:extLst>
          </p:cNvPr>
          <p:cNvSpPr>
            <a:spLocks noGrp="1"/>
          </p:cNvSpPr>
          <p:nvPr/>
        </p:nvSpPr>
        <p:spPr>
          <a:xfrm>
            <a:off x="3071329" y="46825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7" name="F2_precision_recall_distributions_5391">
            <a:extLst>
              <a:ext uri="{FF2B5EF4-FFF2-40B4-BE49-F238E27FC236}">
                <a16:creationId xmlns:a16="http://schemas.microsoft.com/office/drawing/2014/main" id="{49B34E18-0F4F-4A71-83EF-D69E12A9013C}"/>
              </a:ext>
            </a:extLst>
          </p:cNvPr>
          <p:cNvSpPr>
            <a:spLocks noGrp="1"/>
          </p:cNvSpPr>
          <p:nvPr/>
        </p:nvSpPr>
        <p:spPr>
          <a:xfrm>
            <a:off x="28751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8" name="F2_precision_recall_distributions_5392">
            <a:extLst>
              <a:ext uri="{FF2B5EF4-FFF2-40B4-BE49-F238E27FC236}">
                <a16:creationId xmlns:a16="http://schemas.microsoft.com/office/drawing/2014/main" id="{30FE2602-8A83-4278-B837-4EADD82384F4}"/>
              </a:ext>
            </a:extLst>
          </p:cNvPr>
          <p:cNvSpPr>
            <a:spLocks noGrp="1"/>
          </p:cNvSpPr>
          <p:nvPr/>
        </p:nvSpPr>
        <p:spPr>
          <a:xfrm>
            <a:off x="286424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9" name="F2_precision_recall_distributions_5393">
            <a:extLst>
              <a:ext uri="{FF2B5EF4-FFF2-40B4-BE49-F238E27FC236}">
                <a16:creationId xmlns:a16="http://schemas.microsoft.com/office/drawing/2014/main" id="{F8EB3A04-4940-4972-91A8-5ACEFBC2C34F}"/>
              </a:ext>
            </a:extLst>
          </p:cNvPr>
          <p:cNvSpPr>
            <a:spLocks noGrp="1"/>
          </p:cNvSpPr>
          <p:nvPr/>
        </p:nvSpPr>
        <p:spPr>
          <a:xfrm>
            <a:off x="289270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0" name="F2_precision_recall_distributions_5394">
            <a:extLst>
              <a:ext uri="{FF2B5EF4-FFF2-40B4-BE49-F238E27FC236}">
                <a16:creationId xmlns:a16="http://schemas.microsoft.com/office/drawing/2014/main" id="{122D6F27-93D7-404E-B302-E863587B9356}"/>
              </a:ext>
            </a:extLst>
          </p:cNvPr>
          <p:cNvSpPr>
            <a:spLocks noGrp="1"/>
          </p:cNvSpPr>
          <p:nvPr/>
        </p:nvSpPr>
        <p:spPr>
          <a:xfrm>
            <a:off x="28226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1" name="F2_precision_recall_distributions_5395">
            <a:extLst>
              <a:ext uri="{FF2B5EF4-FFF2-40B4-BE49-F238E27FC236}">
                <a16:creationId xmlns:a16="http://schemas.microsoft.com/office/drawing/2014/main" id="{04B71EE3-83A0-4290-A6FD-8B8CB71E2FF2}"/>
              </a:ext>
            </a:extLst>
          </p:cNvPr>
          <p:cNvSpPr>
            <a:spLocks noGrp="1"/>
          </p:cNvSpPr>
          <p:nvPr/>
        </p:nvSpPr>
        <p:spPr>
          <a:xfrm>
            <a:off x="28702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2" name="F2_precision_recall_distributions_5396">
            <a:extLst>
              <a:ext uri="{FF2B5EF4-FFF2-40B4-BE49-F238E27FC236}">
                <a16:creationId xmlns:a16="http://schemas.microsoft.com/office/drawing/2014/main" id="{160497BC-1277-4B2A-9519-1158BDC371AC}"/>
              </a:ext>
            </a:extLst>
          </p:cNvPr>
          <p:cNvSpPr>
            <a:spLocks noGrp="1"/>
          </p:cNvSpPr>
          <p:nvPr/>
        </p:nvSpPr>
        <p:spPr>
          <a:xfrm>
            <a:off x="28536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3" name="F2_precision_recall_distributions_5397">
            <a:extLst>
              <a:ext uri="{FF2B5EF4-FFF2-40B4-BE49-F238E27FC236}">
                <a16:creationId xmlns:a16="http://schemas.microsoft.com/office/drawing/2014/main" id="{53F23114-60AC-437E-8934-82AEE46AC786}"/>
              </a:ext>
            </a:extLst>
          </p:cNvPr>
          <p:cNvSpPr>
            <a:spLocks noGrp="1"/>
          </p:cNvSpPr>
          <p:nvPr/>
        </p:nvSpPr>
        <p:spPr>
          <a:xfrm>
            <a:off x="3141404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4" name="F2_precision_recall_distributions_5398">
            <a:extLst>
              <a:ext uri="{FF2B5EF4-FFF2-40B4-BE49-F238E27FC236}">
                <a16:creationId xmlns:a16="http://schemas.microsoft.com/office/drawing/2014/main" id="{0271BD58-610D-4737-B301-586534208FD4}"/>
              </a:ext>
            </a:extLst>
          </p:cNvPr>
          <p:cNvSpPr>
            <a:spLocks noGrp="1"/>
          </p:cNvSpPr>
          <p:nvPr/>
        </p:nvSpPr>
        <p:spPr>
          <a:xfrm>
            <a:off x="3080670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5" name="F2_precision_recall_distributions_5399">
            <a:extLst>
              <a:ext uri="{FF2B5EF4-FFF2-40B4-BE49-F238E27FC236}">
                <a16:creationId xmlns:a16="http://schemas.microsoft.com/office/drawing/2014/main" id="{112E8EFC-A300-4342-8B2E-0350D5EC837E}"/>
              </a:ext>
            </a:extLst>
          </p:cNvPr>
          <p:cNvSpPr>
            <a:spLocks noGrp="1"/>
          </p:cNvSpPr>
          <p:nvPr/>
        </p:nvSpPr>
        <p:spPr>
          <a:xfrm>
            <a:off x="290301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6" name="F2_precision_recall_distributions_5400">
            <a:extLst>
              <a:ext uri="{FF2B5EF4-FFF2-40B4-BE49-F238E27FC236}">
                <a16:creationId xmlns:a16="http://schemas.microsoft.com/office/drawing/2014/main" id="{4E15DCA4-4428-4E39-AACD-716D4CC4D9DD}"/>
              </a:ext>
            </a:extLst>
          </p:cNvPr>
          <p:cNvSpPr>
            <a:spLocks noGrp="1"/>
          </p:cNvSpPr>
          <p:nvPr/>
        </p:nvSpPr>
        <p:spPr>
          <a:xfrm>
            <a:off x="31020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7" name="F2_precision_recall_distributions_5401">
            <a:extLst>
              <a:ext uri="{FF2B5EF4-FFF2-40B4-BE49-F238E27FC236}">
                <a16:creationId xmlns:a16="http://schemas.microsoft.com/office/drawing/2014/main" id="{97D438BF-11B9-4F86-BA4C-50AAFA77E71E}"/>
              </a:ext>
            </a:extLst>
          </p:cNvPr>
          <p:cNvSpPr>
            <a:spLocks noGrp="1"/>
          </p:cNvSpPr>
          <p:nvPr/>
        </p:nvSpPr>
        <p:spPr>
          <a:xfrm>
            <a:off x="297923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8" name="F2_precision_recall_distributions_5402">
            <a:extLst>
              <a:ext uri="{FF2B5EF4-FFF2-40B4-BE49-F238E27FC236}">
                <a16:creationId xmlns:a16="http://schemas.microsoft.com/office/drawing/2014/main" id="{C4C177EC-3EB7-4BA5-80B9-1107ADC331EA}"/>
              </a:ext>
            </a:extLst>
          </p:cNvPr>
          <p:cNvSpPr>
            <a:spLocks noGrp="1"/>
          </p:cNvSpPr>
          <p:nvPr/>
        </p:nvSpPr>
        <p:spPr>
          <a:xfrm>
            <a:off x="2864767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9" name="F2_precision_recall_distributions_5403">
            <a:extLst>
              <a:ext uri="{FF2B5EF4-FFF2-40B4-BE49-F238E27FC236}">
                <a16:creationId xmlns:a16="http://schemas.microsoft.com/office/drawing/2014/main" id="{AEABBA02-6DDF-4599-B95E-EF9DCFF8AC93}"/>
              </a:ext>
            </a:extLst>
          </p:cNvPr>
          <p:cNvSpPr>
            <a:spLocks noGrp="1"/>
          </p:cNvSpPr>
          <p:nvPr/>
        </p:nvSpPr>
        <p:spPr>
          <a:xfrm>
            <a:off x="3079500" y="47791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0" name="F2_precision_recall_distributions_5404">
            <a:extLst>
              <a:ext uri="{FF2B5EF4-FFF2-40B4-BE49-F238E27FC236}">
                <a16:creationId xmlns:a16="http://schemas.microsoft.com/office/drawing/2014/main" id="{977D0BD4-8D7E-4AC0-9A96-A4DDA608CDFF}"/>
              </a:ext>
            </a:extLst>
          </p:cNvPr>
          <p:cNvSpPr>
            <a:spLocks noGrp="1"/>
          </p:cNvSpPr>
          <p:nvPr/>
        </p:nvSpPr>
        <p:spPr>
          <a:xfrm>
            <a:off x="29034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1" name="F2_precision_recall_distributions_5405">
            <a:extLst>
              <a:ext uri="{FF2B5EF4-FFF2-40B4-BE49-F238E27FC236}">
                <a16:creationId xmlns:a16="http://schemas.microsoft.com/office/drawing/2014/main" id="{16913008-0454-4CF6-806A-BC38585EB196}"/>
              </a:ext>
            </a:extLst>
          </p:cNvPr>
          <p:cNvSpPr>
            <a:spLocks noGrp="1"/>
          </p:cNvSpPr>
          <p:nvPr/>
        </p:nvSpPr>
        <p:spPr>
          <a:xfrm>
            <a:off x="3154142" y="44319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2" name="F2_precision_recall_distributions_5406">
            <a:extLst>
              <a:ext uri="{FF2B5EF4-FFF2-40B4-BE49-F238E27FC236}">
                <a16:creationId xmlns:a16="http://schemas.microsoft.com/office/drawing/2014/main" id="{1963C477-AA01-4A6E-9DD6-59F9EAC8EC2C}"/>
              </a:ext>
            </a:extLst>
          </p:cNvPr>
          <p:cNvSpPr>
            <a:spLocks noGrp="1"/>
          </p:cNvSpPr>
          <p:nvPr/>
        </p:nvSpPr>
        <p:spPr>
          <a:xfrm>
            <a:off x="302897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3" name="F2_precision_recall_distributions_5407">
            <a:extLst>
              <a:ext uri="{FF2B5EF4-FFF2-40B4-BE49-F238E27FC236}">
                <a16:creationId xmlns:a16="http://schemas.microsoft.com/office/drawing/2014/main" id="{2B67ADD2-5055-4F60-9A9D-47BC915CC09A}"/>
              </a:ext>
            </a:extLst>
          </p:cNvPr>
          <p:cNvSpPr>
            <a:spLocks noGrp="1"/>
          </p:cNvSpPr>
          <p:nvPr/>
        </p:nvSpPr>
        <p:spPr>
          <a:xfrm>
            <a:off x="30206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4" name="F2_precision_recall_distributions_5408">
            <a:extLst>
              <a:ext uri="{FF2B5EF4-FFF2-40B4-BE49-F238E27FC236}">
                <a16:creationId xmlns:a16="http://schemas.microsoft.com/office/drawing/2014/main" id="{C8E3F1DD-73EB-45BE-AC92-1D1F7D22F09F}"/>
              </a:ext>
            </a:extLst>
          </p:cNvPr>
          <p:cNvSpPr>
            <a:spLocks noGrp="1"/>
          </p:cNvSpPr>
          <p:nvPr/>
        </p:nvSpPr>
        <p:spPr>
          <a:xfrm>
            <a:off x="31243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5" name="F2_precision_recall_distributions_5409">
            <a:extLst>
              <a:ext uri="{FF2B5EF4-FFF2-40B4-BE49-F238E27FC236}">
                <a16:creationId xmlns:a16="http://schemas.microsoft.com/office/drawing/2014/main" id="{9565EF7A-B8A3-4996-81E9-8BFC31F2B8D2}"/>
              </a:ext>
            </a:extLst>
          </p:cNvPr>
          <p:cNvSpPr>
            <a:spLocks noGrp="1"/>
          </p:cNvSpPr>
          <p:nvPr/>
        </p:nvSpPr>
        <p:spPr>
          <a:xfrm>
            <a:off x="300699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6" name="F2_precision_recall_distributions_5410">
            <a:extLst>
              <a:ext uri="{FF2B5EF4-FFF2-40B4-BE49-F238E27FC236}">
                <a16:creationId xmlns:a16="http://schemas.microsoft.com/office/drawing/2014/main" id="{E3B273AE-6DD6-4BE2-8CE1-51650A9A0888}"/>
              </a:ext>
            </a:extLst>
          </p:cNvPr>
          <p:cNvSpPr>
            <a:spLocks noGrp="1"/>
          </p:cNvSpPr>
          <p:nvPr/>
        </p:nvSpPr>
        <p:spPr>
          <a:xfrm>
            <a:off x="3030161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7" name="F2_precision_recall_distributions_5411">
            <a:extLst>
              <a:ext uri="{FF2B5EF4-FFF2-40B4-BE49-F238E27FC236}">
                <a16:creationId xmlns:a16="http://schemas.microsoft.com/office/drawing/2014/main" id="{7450057C-E925-44F2-BC40-42624A0D98A5}"/>
              </a:ext>
            </a:extLst>
          </p:cNvPr>
          <p:cNvSpPr>
            <a:spLocks noGrp="1"/>
          </p:cNvSpPr>
          <p:nvPr/>
        </p:nvSpPr>
        <p:spPr>
          <a:xfrm>
            <a:off x="310494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8" name="F2_precision_recall_distributions_5412">
            <a:extLst>
              <a:ext uri="{FF2B5EF4-FFF2-40B4-BE49-F238E27FC236}">
                <a16:creationId xmlns:a16="http://schemas.microsoft.com/office/drawing/2014/main" id="{2452B6DF-8A33-4D50-BC3B-BB7E9908B5EE}"/>
              </a:ext>
            </a:extLst>
          </p:cNvPr>
          <p:cNvSpPr>
            <a:spLocks noGrp="1"/>
          </p:cNvSpPr>
          <p:nvPr/>
        </p:nvSpPr>
        <p:spPr>
          <a:xfrm>
            <a:off x="291451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9" name="F2_precision_recall_distributions_5413">
            <a:extLst>
              <a:ext uri="{FF2B5EF4-FFF2-40B4-BE49-F238E27FC236}">
                <a16:creationId xmlns:a16="http://schemas.microsoft.com/office/drawing/2014/main" id="{7614F2AB-68D0-4089-BD6E-8A13916A2F3F}"/>
              </a:ext>
            </a:extLst>
          </p:cNvPr>
          <p:cNvSpPr>
            <a:spLocks noGrp="1"/>
          </p:cNvSpPr>
          <p:nvPr/>
        </p:nvSpPr>
        <p:spPr>
          <a:xfrm>
            <a:off x="2853704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0" name="F2_precision_recall_distributions_5414">
            <a:extLst>
              <a:ext uri="{FF2B5EF4-FFF2-40B4-BE49-F238E27FC236}">
                <a16:creationId xmlns:a16="http://schemas.microsoft.com/office/drawing/2014/main" id="{E315EB6E-FF92-4220-B63D-C2B4A10AB79C}"/>
              </a:ext>
            </a:extLst>
          </p:cNvPr>
          <p:cNvSpPr>
            <a:spLocks noGrp="1"/>
          </p:cNvSpPr>
          <p:nvPr/>
        </p:nvSpPr>
        <p:spPr>
          <a:xfrm>
            <a:off x="288823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1" name="F2_precision_recall_distributions_5415">
            <a:extLst>
              <a:ext uri="{FF2B5EF4-FFF2-40B4-BE49-F238E27FC236}">
                <a16:creationId xmlns:a16="http://schemas.microsoft.com/office/drawing/2014/main" id="{4FB1EADE-BAE5-4BEA-B5E4-AEF90E3B4AB0}"/>
              </a:ext>
            </a:extLst>
          </p:cNvPr>
          <p:cNvSpPr>
            <a:spLocks noGrp="1"/>
          </p:cNvSpPr>
          <p:nvPr/>
        </p:nvSpPr>
        <p:spPr>
          <a:xfrm>
            <a:off x="314160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2" name="F2_precision_recall_distributions_5416">
            <a:extLst>
              <a:ext uri="{FF2B5EF4-FFF2-40B4-BE49-F238E27FC236}">
                <a16:creationId xmlns:a16="http://schemas.microsoft.com/office/drawing/2014/main" id="{BB2A72E5-265C-4416-A0D6-4E1261FFFD82}"/>
              </a:ext>
            </a:extLst>
          </p:cNvPr>
          <p:cNvSpPr>
            <a:spLocks noGrp="1"/>
          </p:cNvSpPr>
          <p:nvPr/>
        </p:nvSpPr>
        <p:spPr>
          <a:xfrm>
            <a:off x="3842873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603" name="F2_precision_recall_distributions_5417">
            <a:extLst>
              <a:ext uri="{FF2B5EF4-FFF2-40B4-BE49-F238E27FC236}">
                <a16:creationId xmlns:a16="http://schemas.microsoft.com/office/drawing/2014/main" id="{8DE8AA7D-CA56-46D3-B28C-EAE84F4A78FB}"/>
              </a:ext>
            </a:extLst>
          </p:cNvPr>
          <p:cNvSpPr>
            <a:spLocks noGrp="1"/>
          </p:cNvSpPr>
          <p:nvPr/>
        </p:nvSpPr>
        <p:spPr>
          <a:xfrm>
            <a:off x="435069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4" name="F2_precision_recall_distributions_5418">
            <a:extLst>
              <a:ext uri="{FF2B5EF4-FFF2-40B4-BE49-F238E27FC236}">
                <a16:creationId xmlns:a16="http://schemas.microsoft.com/office/drawing/2014/main" id="{E7F91225-4B9D-4641-8D6F-FE3B84DB5C1C}"/>
              </a:ext>
            </a:extLst>
          </p:cNvPr>
          <p:cNvSpPr>
            <a:spLocks noGrp="1"/>
          </p:cNvSpPr>
          <p:nvPr/>
        </p:nvSpPr>
        <p:spPr>
          <a:xfrm>
            <a:off x="4193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5" name="F2_precision_recall_distributions_5419">
            <a:extLst>
              <a:ext uri="{FF2B5EF4-FFF2-40B4-BE49-F238E27FC236}">
                <a16:creationId xmlns:a16="http://schemas.microsoft.com/office/drawing/2014/main" id="{76FB7ADD-0A56-43AD-BBCE-B1FA971D009C}"/>
              </a:ext>
            </a:extLst>
          </p:cNvPr>
          <p:cNvSpPr>
            <a:spLocks noGrp="1"/>
          </p:cNvSpPr>
          <p:nvPr/>
        </p:nvSpPr>
        <p:spPr>
          <a:xfrm>
            <a:off x="4185682" y="50737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6" name="F2_precision_recall_distributions_5420">
            <a:extLst>
              <a:ext uri="{FF2B5EF4-FFF2-40B4-BE49-F238E27FC236}">
                <a16:creationId xmlns:a16="http://schemas.microsoft.com/office/drawing/2014/main" id="{ED567BF7-3935-4B32-A96F-C07EA1161BC5}"/>
              </a:ext>
            </a:extLst>
          </p:cNvPr>
          <p:cNvSpPr>
            <a:spLocks noGrp="1"/>
          </p:cNvSpPr>
          <p:nvPr/>
        </p:nvSpPr>
        <p:spPr>
          <a:xfrm>
            <a:off x="399564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7" name="F2_precision_recall_distributions_5421">
            <a:extLst>
              <a:ext uri="{FF2B5EF4-FFF2-40B4-BE49-F238E27FC236}">
                <a16:creationId xmlns:a16="http://schemas.microsoft.com/office/drawing/2014/main" id="{1285B24F-B7AF-48F3-B08D-067621139F79}"/>
              </a:ext>
            </a:extLst>
          </p:cNvPr>
          <p:cNvSpPr>
            <a:spLocks noGrp="1"/>
          </p:cNvSpPr>
          <p:nvPr/>
        </p:nvSpPr>
        <p:spPr>
          <a:xfrm>
            <a:off x="4342996" y="50508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8" name="F2_precision_recall_distributions_5422">
            <a:extLst>
              <a:ext uri="{FF2B5EF4-FFF2-40B4-BE49-F238E27FC236}">
                <a16:creationId xmlns:a16="http://schemas.microsoft.com/office/drawing/2014/main" id="{F3BDBA40-64B7-4AA1-AFE1-6779A9592932}"/>
              </a:ext>
            </a:extLst>
          </p:cNvPr>
          <p:cNvSpPr>
            <a:spLocks noGrp="1"/>
          </p:cNvSpPr>
          <p:nvPr/>
        </p:nvSpPr>
        <p:spPr>
          <a:xfrm>
            <a:off x="41299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9" name="F2_precision_recall_distributions_5423">
            <a:extLst>
              <a:ext uri="{FF2B5EF4-FFF2-40B4-BE49-F238E27FC236}">
                <a16:creationId xmlns:a16="http://schemas.microsoft.com/office/drawing/2014/main" id="{5121A640-AD39-4CA2-B818-4687442C4C87}"/>
              </a:ext>
            </a:extLst>
          </p:cNvPr>
          <p:cNvSpPr>
            <a:spLocks noGrp="1"/>
          </p:cNvSpPr>
          <p:nvPr/>
        </p:nvSpPr>
        <p:spPr>
          <a:xfrm>
            <a:off x="41336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0" name="F2_precision_recall_distributions_5424">
            <a:extLst>
              <a:ext uri="{FF2B5EF4-FFF2-40B4-BE49-F238E27FC236}">
                <a16:creationId xmlns:a16="http://schemas.microsoft.com/office/drawing/2014/main" id="{4435852E-65B3-4AA8-82FE-70A70CAD4B4A}"/>
              </a:ext>
            </a:extLst>
          </p:cNvPr>
          <p:cNvSpPr>
            <a:spLocks noGrp="1"/>
          </p:cNvSpPr>
          <p:nvPr/>
        </p:nvSpPr>
        <p:spPr>
          <a:xfrm>
            <a:off x="4126155" y="5068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1" name="F2_precision_recall_distributions_5425">
            <a:extLst>
              <a:ext uri="{FF2B5EF4-FFF2-40B4-BE49-F238E27FC236}">
                <a16:creationId xmlns:a16="http://schemas.microsoft.com/office/drawing/2014/main" id="{26C4E4C2-90B5-4DE5-B20C-1962072FB249}"/>
              </a:ext>
            </a:extLst>
          </p:cNvPr>
          <p:cNvSpPr>
            <a:spLocks noGrp="1"/>
          </p:cNvSpPr>
          <p:nvPr/>
        </p:nvSpPr>
        <p:spPr>
          <a:xfrm>
            <a:off x="4334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2" name="F2_precision_recall_distributions_5426">
            <a:extLst>
              <a:ext uri="{FF2B5EF4-FFF2-40B4-BE49-F238E27FC236}">
                <a16:creationId xmlns:a16="http://schemas.microsoft.com/office/drawing/2014/main" id="{94BF7EC0-8688-44F3-AF71-AAEE619D96F7}"/>
              </a:ext>
            </a:extLst>
          </p:cNvPr>
          <p:cNvSpPr>
            <a:spLocks noGrp="1"/>
          </p:cNvSpPr>
          <p:nvPr/>
        </p:nvSpPr>
        <p:spPr>
          <a:xfrm>
            <a:off x="4190768" y="50738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3" name="F2_precision_recall_distributions_5427">
            <a:extLst>
              <a:ext uri="{FF2B5EF4-FFF2-40B4-BE49-F238E27FC236}">
                <a16:creationId xmlns:a16="http://schemas.microsoft.com/office/drawing/2014/main" id="{DE02ECA8-3B1D-48A2-A1D2-E53AF249CCCE}"/>
              </a:ext>
            </a:extLst>
          </p:cNvPr>
          <p:cNvSpPr>
            <a:spLocks noGrp="1"/>
          </p:cNvSpPr>
          <p:nvPr/>
        </p:nvSpPr>
        <p:spPr>
          <a:xfrm>
            <a:off x="4325350" y="46230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4" name="F2_precision_recall_distributions_5428">
            <a:extLst>
              <a:ext uri="{FF2B5EF4-FFF2-40B4-BE49-F238E27FC236}">
                <a16:creationId xmlns:a16="http://schemas.microsoft.com/office/drawing/2014/main" id="{E75D9666-0676-4D66-A3DD-88E249D795B6}"/>
              </a:ext>
            </a:extLst>
          </p:cNvPr>
          <p:cNvSpPr>
            <a:spLocks noGrp="1"/>
          </p:cNvSpPr>
          <p:nvPr/>
        </p:nvSpPr>
        <p:spPr>
          <a:xfrm>
            <a:off x="4030783" y="4966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5" name="F2_precision_recall_distributions_5429">
            <a:extLst>
              <a:ext uri="{FF2B5EF4-FFF2-40B4-BE49-F238E27FC236}">
                <a16:creationId xmlns:a16="http://schemas.microsoft.com/office/drawing/2014/main" id="{DEE6C4BF-EDC8-47A2-9CDA-DEFCDE70EE26}"/>
              </a:ext>
            </a:extLst>
          </p:cNvPr>
          <p:cNvSpPr>
            <a:spLocks noGrp="1"/>
          </p:cNvSpPr>
          <p:nvPr/>
        </p:nvSpPr>
        <p:spPr>
          <a:xfrm>
            <a:off x="4098101" y="50726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6" name="F2_precision_recall_distributions_5430">
            <a:extLst>
              <a:ext uri="{FF2B5EF4-FFF2-40B4-BE49-F238E27FC236}">
                <a16:creationId xmlns:a16="http://schemas.microsoft.com/office/drawing/2014/main" id="{A66C1FDD-D0AE-475A-AEF9-6618BCFD533E}"/>
              </a:ext>
            </a:extLst>
          </p:cNvPr>
          <p:cNvSpPr>
            <a:spLocks noGrp="1"/>
          </p:cNvSpPr>
          <p:nvPr/>
        </p:nvSpPr>
        <p:spPr>
          <a:xfrm>
            <a:off x="40637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7" name="F2_precision_recall_distributions_5431">
            <a:extLst>
              <a:ext uri="{FF2B5EF4-FFF2-40B4-BE49-F238E27FC236}">
                <a16:creationId xmlns:a16="http://schemas.microsoft.com/office/drawing/2014/main" id="{3D449BE0-8F45-4E18-9A2F-DB9FE914C4E5}"/>
              </a:ext>
            </a:extLst>
          </p:cNvPr>
          <p:cNvSpPr>
            <a:spLocks noGrp="1"/>
          </p:cNvSpPr>
          <p:nvPr/>
        </p:nvSpPr>
        <p:spPr>
          <a:xfrm>
            <a:off x="4012404" y="4924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8" name="F2_precision_recall_distributions_5432">
            <a:extLst>
              <a:ext uri="{FF2B5EF4-FFF2-40B4-BE49-F238E27FC236}">
                <a16:creationId xmlns:a16="http://schemas.microsoft.com/office/drawing/2014/main" id="{43691CD3-7D64-4496-ADB4-E87022BBCA2D}"/>
              </a:ext>
            </a:extLst>
          </p:cNvPr>
          <p:cNvSpPr>
            <a:spLocks noGrp="1"/>
          </p:cNvSpPr>
          <p:nvPr/>
        </p:nvSpPr>
        <p:spPr>
          <a:xfrm>
            <a:off x="4070768" y="50687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9" name="F2_precision_recall_distributions_5433">
            <a:extLst>
              <a:ext uri="{FF2B5EF4-FFF2-40B4-BE49-F238E27FC236}">
                <a16:creationId xmlns:a16="http://schemas.microsoft.com/office/drawing/2014/main" id="{41EDC162-BA1E-4824-BAA6-FD11004A1EDD}"/>
              </a:ext>
            </a:extLst>
          </p:cNvPr>
          <p:cNvSpPr>
            <a:spLocks noGrp="1"/>
          </p:cNvSpPr>
          <p:nvPr/>
        </p:nvSpPr>
        <p:spPr>
          <a:xfrm>
            <a:off x="418309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0" name="F2_precision_recall_distributions_5434">
            <a:extLst>
              <a:ext uri="{FF2B5EF4-FFF2-40B4-BE49-F238E27FC236}">
                <a16:creationId xmlns:a16="http://schemas.microsoft.com/office/drawing/2014/main" id="{E7CA28B7-9E3D-4BAA-B689-E23E57F80524}"/>
              </a:ext>
            </a:extLst>
          </p:cNvPr>
          <p:cNvSpPr>
            <a:spLocks noGrp="1"/>
          </p:cNvSpPr>
          <p:nvPr/>
        </p:nvSpPr>
        <p:spPr>
          <a:xfrm>
            <a:off x="4124399" y="49937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1" name="F2_precision_recall_distributions_5435">
            <a:extLst>
              <a:ext uri="{FF2B5EF4-FFF2-40B4-BE49-F238E27FC236}">
                <a16:creationId xmlns:a16="http://schemas.microsoft.com/office/drawing/2014/main" id="{F8CB969D-0B76-41EF-AB66-DF77B5BF73D2}"/>
              </a:ext>
            </a:extLst>
          </p:cNvPr>
          <p:cNvSpPr>
            <a:spLocks noGrp="1"/>
          </p:cNvSpPr>
          <p:nvPr/>
        </p:nvSpPr>
        <p:spPr>
          <a:xfrm>
            <a:off x="4013338" y="5055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2" name="F2_precision_recall_distributions_5436">
            <a:extLst>
              <a:ext uri="{FF2B5EF4-FFF2-40B4-BE49-F238E27FC236}">
                <a16:creationId xmlns:a16="http://schemas.microsoft.com/office/drawing/2014/main" id="{50C459AD-C9EC-42AC-8C7D-E1CBCBDD4603}"/>
              </a:ext>
            </a:extLst>
          </p:cNvPr>
          <p:cNvSpPr>
            <a:spLocks noGrp="1"/>
          </p:cNvSpPr>
          <p:nvPr/>
        </p:nvSpPr>
        <p:spPr>
          <a:xfrm>
            <a:off x="4064482" y="5067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3" name="F2_precision_recall_distributions_5437">
            <a:extLst>
              <a:ext uri="{FF2B5EF4-FFF2-40B4-BE49-F238E27FC236}">
                <a16:creationId xmlns:a16="http://schemas.microsoft.com/office/drawing/2014/main" id="{FE723CC9-5A14-4284-96C1-B0D98B874FFF}"/>
              </a:ext>
            </a:extLst>
          </p:cNvPr>
          <p:cNvSpPr>
            <a:spLocks noGrp="1"/>
          </p:cNvSpPr>
          <p:nvPr/>
        </p:nvSpPr>
        <p:spPr>
          <a:xfrm>
            <a:off x="3989492" y="50742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4" name="F2_precision_recall_distributions_5438">
            <a:extLst>
              <a:ext uri="{FF2B5EF4-FFF2-40B4-BE49-F238E27FC236}">
                <a16:creationId xmlns:a16="http://schemas.microsoft.com/office/drawing/2014/main" id="{DC206B7B-D388-4D80-A0DD-5B6714F9C2A3}"/>
              </a:ext>
            </a:extLst>
          </p:cNvPr>
          <p:cNvSpPr>
            <a:spLocks noGrp="1"/>
          </p:cNvSpPr>
          <p:nvPr/>
        </p:nvSpPr>
        <p:spPr>
          <a:xfrm>
            <a:off x="41090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5" name="F2_precision_recall_distributions_5439">
            <a:extLst>
              <a:ext uri="{FF2B5EF4-FFF2-40B4-BE49-F238E27FC236}">
                <a16:creationId xmlns:a16="http://schemas.microsoft.com/office/drawing/2014/main" id="{DE9F6208-790F-4E92-BD60-7313792E9A66}"/>
              </a:ext>
            </a:extLst>
          </p:cNvPr>
          <p:cNvSpPr>
            <a:spLocks noGrp="1"/>
          </p:cNvSpPr>
          <p:nvPr/>
        </p:nvSpPr>
        <p:spPr>
          <a:xfrm>
            <a:off x="4218397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6" name="F2_precision_recall_distributions_5440">
            <a:extLst>
              <a:ext uri="{FF2B5EF4-FFF2-40B4-BE49-F238E27FC236}">
                <a16:creationId xmlns:a16="http://schemas.microsoft.com/office/drawing/2014/main" id="{C7CCA43F-F81C-4704-8B0A-F3D1A49280D2}"/>
              </a:ext>
            </a:extLst>
          </p:cNvPr>
          <p:cNvSpPr>
            <a:spLocks noGrp="1"/>
          </p:cNvSpPr>
          <p:nvPr/>
        </p:nvSpPr>
        <p:spPr>
          <a:xfrm>
            <a:off x="4270549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7" name="F2_precision_recall_distributions_5441">
            <a:extLst>
              <a:ext uri="{FF2B5EF4-FFF2-40B4-BE49-F238E27FC236}">
                <a16:creationId xmlns:a16="http://schemas.microsoft.com/office/drawing/2014/main" id="{5C0BCB1F-253F-4AAD-898A-01C67E2F8A05}"/>
              </a:ext>
            </a:extLst>
          </p:cNvPr>
          <p:cNvSpPr>
            <a:spLocks noGrp="1"/>
          </p:cNvSpPr>
          <p:nvPr/>
        </p:nvSpPr>
        <p:spPr>
          <a:xfrm>
            <a:off x="42029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8" name="F2_precision_recall_distributions_5442">
            <a:extLst>
              <a:ext uri="{FF2B5EF4-FFF2-40B4-BE49-F238E27FC236}">
                <a16:creationId xmlns:a16="http://schemas.microsoft.com/office/drawing/2014/main" id="{8FF70EC9-488A-40F3-9AD5-223612CA0675}"/>
              </a:ext>
            </a:extLst>
          </p:cNvPr>
          <p:cNvSpPr>
            <a:spLocks noGrp="1"/>
          </p:cNvSpPr>
          <p:nvPr/>
        </p:nvSpPr>
        <p:spPr>
          <a:xfrm>
            <a:off x="42861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9" name="F2_precision_recall_distributions_5443">
            <a:extLst>
              <a:ext uri="{FF2B5EF4-FFF2-40B4-BE49-F238E27FC236}">
                <a16:creationId xmlns:a16="http://schemas.microsoft.com/office/drawing/2014/main" id="{A59CE07F-6A7D-4F6A-A93B-DFC810DC1CDC}"/>
              </a:ext>
            </a:extLst>
          </p:cNvPr>
          <p:cNvSpPr>
            <a:spLocks noGrp="1"/>
          </p:cNvSpPr>
          <p:nvPr/>
        </p:nvSpPr>
        <p:spPr>
          <a:xfrm>
            <a:off x="4122573" y="5072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0" name="F2_precision_recall_distributions_5444">
            <a:extLst>
              <a:ext uri="{FF2B5EF4-FFF2-40B4-BE49-F238E27FC236}">
                <a16:creationId xmlns:a16="http://schemas.microsoft.com/office/drawing/2014/main" id="{2E4AFB10-6F5D-425E-96D1-41C8B66CD49A}"/>
              </a:ext>
            </a:extLst>
          </p:cNvPr>
          <p:cNvSpPr>
            <a:spLocks noGrp="1"/>
          </p:cNvSpPr>
          <p:nvPr/>
        </p:nvSpPr>
        <p:spPr>
          <a:xfrm>
            <a:off x="42539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1" name="F2_precision_recall_distributions_5445">
            <a:extLst>
              <a:ext uri="{FF2B5EF4-FFF2-40B4-BE49-F238E27FC236}">
                <a16:creationId xmlns:a16="http://schemas.microsoft.com/office/drawing/2014/main" id="{C8CD5CF2-19D3-4A21-B478-A03035BDDFFD}"/>
              </a:ext>
            </a:extLst>
          </p:cNvPr>
          <p:cNvSpPr>
            <a:spLocks noGrp="1"/>
          </p:cNvSpPr>
          <p:nvPr/>
        </p:nvSpPr>
        <p:spPr>
          <a:xfrm>
            <a:off x="4026885" y="50746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2" name="F2_precision_recall_distributions_5446">
            <a:extLst>
              <a:ext uri="{FF2B5EF4-FFF2-40B4-BE49-F238E27FC236}">
                <a16:creationId xmlns:a16="http://schemas.microsoft.com/office/drawing/2014/main" id="{9B814620-CF09-4951-ACFA-0206D843F3AA}"/>
              </a:ext>
            </a:extLst>
          </p:cNvPr>
          <p:cNvSpPr>
            <a:spLocks noGrp="1"/>
          </p:cNvSpPr>
          <p:nvPr/>
        </p:nvSpPr>
        <p:spPr>
          <a:xfrm>
            <a:off x="4350968" y="50256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3" name="F2_precision_recall_distributions_5447">
            <a:extLst>
              <a:ext uri="{FF2B5EF4-FFF2-40B4-BE49-F238E27FC236}">
                <a16:creationId xmlns:a16="http://schemas.microsoft.com/office/drawing/2014/main" id="{37264241-3956-4D83-992A-6DFF952EB550}"/>
              </a:ext>
            </a:extLst>
          </p:cNvPr>
          <p:cNvSpPr>
            <a:spLocks noGrp="1"/>
          </p:cNvSpPr>
          <p:nvPr/>
        </p:nvSpPr>
        <p:spPr>
          <a:xfrm>
            <a:off x="41064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4" name="F2_precision_recall_distributions_5448">
            <a:extLst>
              <a:ext uri="{FF2B5EF4-FFF2-40B4-BE49-F238E27FC236}">
                <a16:creationId xmlns:a16="http://schemas.microsoft.com/office/drawing/2014/main" id="{007AFC2C-089B-415B-97D6-CB69729A92D7}"/>
              </a:ext>
            </a:extLst>
          </p:cNvPr>
          <p:cNvSpPr>
            <a:spLocks noGrp="1"/>
          </p:cNvSpPr>
          <p:nvPr/>
        </p:nvSpPr>
        <p:spPr>
          <a:xfrm>
            <a:off x="4021957" y="5046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5" name="F2_precision_recall_distributions_5449">
            <a:extLst>
              <a:ext uri="{FF2B5EF4-FFF2-40B4-BE49-F238E27FC236}">
                <a16:creationId xmlns:a16="http://schemas.microsoft.com/office/drawing/2014/main" id="{AEBFBD24-4D8C-49A4-B2E5-778DBD1BD7F2}"/>
              </a:ext>
            </a:extLst>
          </p:cNvPr>
          <p:cNvSpPr>
            <a:spLocks noGrp="1"/>
          </p:cNvSpPr>
          <p:nvPr/>
        </p:nvSpPr>
        <p:spPr>
          <a:xfrm>
            <a:off x="4185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6" name="F2_precision_recall_distributions_5450">
            <a:extLst>
              <a:ext uri="{FF2B5EF4-FFF2-40B4-BE49-F238E27FC236}">
                <a16:creationId xmlns:a16="http://schemas.microsoft.com/office/drawing/2014/main" id="{50A897AF-075D-4E66-9E74-C77B5132DB97}"/>
              </a:ext>
            </a:extLst>
          </p:cNvPr>
          <p:cNvSpPr>
            <a:spLocks noGrp="1"/>
          </p:cNvSpPr>
          <p:nvPr/>
        </p:nvSpPr>
        <p:spPr>
          <a:xfrm>
            <a:off x="4295824" y="5078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7" name="F2_precision_recall_distributions_5451">
            <a:extLst>
              <a:ext uri="{FF2B5EF4-FFF2-40B4-BE49-F238E27FC236}">
                <a16:creationId xmlns:a16="http://schemas.microsoft.com/office/drawing/2014/main" id="{DEBADED7-9C6F-418D-A559-18E08E877C1C}"/>
              </a:ext>
            </a:extLst>
          </p:cNvPr>
          <p:cNvSpPr>
            <a:spLocks noGrp="1"/>
          </p:cNvSpPr>
          <p:nvPr/>
        </p:nvSpPr>
        <p:spPr>
          <a:xfrm>
            <a:off x="417562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8" name="F2_precision_recall_distributions_5452">
            <a:extLst>
              <a:ext uri="{FF2B5EF4-FFF2-40B4-BE49-F238E27FC236}">
                <a16:creationId xmlns:a16="http://schemas.microsoft.com/office/drawing/2014/main" id="{2B87BCAD-746C-4C65-B762-C079A46469CC}"/>
              </a:ext>
            </a:extLst>
          </p:cNvPr>
          <p:cNvSpPr>
            <a:spLocks noGrp="1"/>
          </p:cNvSpPr>
          <p:nvPr/>
        </p:nvSpPr>
        <p:spPr>
          <a:xfrm>
            <a:off x="41110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9" name="F2_precision_recall_distributions_5453">
            <a:extLst>
              <a:ext uri="{FF2B5EF4-FFF2-40B4-BE49-F238E27FC236}">
                <a16:creationId xmlns:a16="http://schemas.microsoft.com/office/drawing/2014/main" id="{7C8C6B32-8E33-436D-8F22-90D7E637A1F0}"/>
              </a:ext>
            </a:extLst>
          </p:cNvPr>
          <p:cNvSpPr>
            <a:spLocks noGrp="1"/>
          </p:cNvSpPr>
          <p:nvPr/>
        </p:nvSpPr>
        <p:spPr>
          <a:xfrm>
            <a:off x="40666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0" name="F2_precision_recall_distributions_5454">
            <a:extLst>
              <a:ext uri="{FF2B5EF4-FFF2-40B4-BE49-F238E27FC236}">
                <a16:creationId xmlns:a16="http://schemas.microsoft.com/office/drawing/2014/main" id="{B942F7F1-7D73-4B75-A353-CCC1D0AD5288}"/>
              </a:ext>
            </a:extLst>
          </p:cNvPr>
          <p:cNvSpPr>
            <a:spLocks noGrp="1"/>
          </p:cNvSpPr>
          <p:nvPr/>
        </p:nvSpPr>
        <p:spPr>
          <a:xfrm>
            <a:off x="4224056" y="50767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1" name="F2_precision_recall_distributions_5455">
            <a:extLst>
              <a:ext uri="{FF2B5EF4-FFF2-40B4-BE49-F238E27FC236}">
                <a16:creationId xmlns:a16="http://schemas.microsoft.com/office/drawing/2014/main" id="{36F4B3C7-34BE-4042-97B0-37110B9068E4}"/>
              </a:ext>
            </a:extLst>
          </p:cNvPr>
          <p:cNvSpPr>
            <a:spLocks noGrp="1"/>
          </p:cNvSpPr>
          <p:nvPr/>
        </p:nvSpPr>
        <p:spPr>
          <a:xfrm>
            <a:off x="40345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2" name="F2_precision_recall_distributions_5456">
            <a:extLst>
              <a:ext uri="{FF2B5EF4-FFF2-40B4-BE49-F238E27FC236}">
                <a16:creationId xmlns:a16="http://schemas.microsoft.com/office/drawing/2014/main" id="{127FDA69-A2BB-4857-B330-BAB375099E28}"/>
              </a:ext>
            </a:extLst>
          </p:cNvPr>
          <p:cNvSpPr>
            <a:spLocks noGrp="1"/>
          </p:cNvSpPr>
          <p:nvPr/>
        </p:nvSpPr>
        <p:spPr>
          <a:xfrm>
            <a:off x="4241936" y="50624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3" name="F2_precision_recall_distributions_5457">
            <a:extLst>
              <a:ext uri="{FF2B5EF4-FFF2-40B4-BE49-F238E27FC236}">
                <a16:creationId xmlns:a16="http://schemas.microsoft.com/office/drawing/2014/main" id="{E4CAECE3-7486-4A7F-A8F9-C391E7459197}"/>
              </a:ext>
            </a:extLst>
          </p:cNvPr>
          <p:cNvSpPr>
            <a:spLocks noGrp="1"/>
          </p:cNvSpPr>
          <p:nvPr/>
        </p:nvSpPr>
        <p:spPr>
          <a:xfrm>
            <a:off x="43132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4" name="F2_precision_recall_distributions_5458">
            <a:extLst>
              <a:ext uri="{FF2B5EF4-FFF2-40B4-BE49-F238E27FC236}">
                <a16:creationId xmlns:a16="http://schemas.microsoft.com/office/drawing/2014/main" id="{044DF48E-8A27-4713-820E-5C4ECEFC6B4C}"/>
              </a:ext>
            </a:extLst>
          </p:cNvPr>
          <p:cNvSpPr>
            <a:spLocks noGrp="1"/>
          </p:cNvSpPr>
          <p:nvPr/>
        </p:nvSpPr>
        <p:spPr>
          <a:xfrm>
            <a:off x="4323403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5" name="F2_precision_recall_distributions_5459">
            <a:extLst>
              <a:ext uri="{FF2B5EF4-FFF2-40B4-BE49-F238E27FC236}">
                <a16:creationId xmlns:a16="http://schemas.microsoft.com/office/drawing/2014/main" id="{60375145-EDEB-4894-A580-49EB36E5AE37}"/>
              </a:ext>
            </a:extLst>
          </p:cNvPr>
          <p:cNvSpPr>
            <a:spLocks noGrp="1"/>
          </p:cNvSpPr>
          <p:nvPr/>
        </p:nvSpPr>
        <p:spPr>
          <a:xfrm>
            <a:off x="42198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6" name="F2_precision_recall_distributions_5460">
            <a:extLst>
              <a:ext uri="{FF2B5EF4-FFF2-40B4-BE49-F238E27FC236}">
                <a16:creationId xmlns:a16="http://schemas.microsoft.com/office/drawing/2014/main" id="{79045324-12CD-4593-AF57-A766DB1043E4}"/>
              </a:ext>
            </a:extLst>
          </p:cNvPr>
          <p:cNvSpPr>
            <a:spLocks noGrp="1"/>
          </p:cNvSpPr>
          <p:nvPr/>
        </p:nvSpPr>
        <p:spPr>
          <a:xfrm>
            <a:off x="398255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7" name="F2_precision_recall_distributions_5461">
            <a:extLst>
              <a:ext uri="{FF2B5EF4-FFF2-40B4-BE49-F238E27FC236}">
                <a16:creationId xmlns:a16="http://schemas.microsoft.com/office/drawing/2014/main" id="{7FA9842C-C445-44DD-86B9-61932A5E4887}"/>
              </a:ext>
            </a:extLst>
          </p:cNvPr>
          <p:cNvSpPr>
            <a:spLocks noGrp="1"/>
          </p:cNvSpPr>
          <p:nvPr/>
        </p:nvSpPr>
        <p:spPr>
          <a:xfrm>
            <a:off x="42023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8" name="F2_precision_recall_distributions_5462">
            <a:extLst>
              <a:ext uri="{FF2B5EF4-FFF2-40B4-BE49-F238E27FC236}">
                <a16:creationId xmlns:a16="http://schemas.microsoft.com/office/drawing/2014/main" id="{F76E4578-4C60-4B11-B5D1-7F3657441D36}"/>
              </a:ext>
            </a:extLst>
          </p:cNvPr>
          <p:cNvSpPr>
            <a:spLocks noGrp="1"/>
          </p:cNvSpPr>
          <p:nvPr/>
        </p:nvSpPr>
        <p:spPr>
          <a:xfrm>
            <a:off x="42160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9" name="F2_precision_recall_distributions_5463">
            <a:extLst>
              <a:ext uri="{FF2B5EF4-FFF2-40B4-BE49-F238E27FC236}">
                <a16:creationId xmlns:a16="http://schemas.microsoft.com/office/drawing/2014/main" id="{4D8A2464-C6A3-4752-8A44-E17FABD00D31}"/>
              </a:ext>
            </a:extLst>
          </p:cNvPr>
          <p:cNvSpPr>
            <a:spLocks noGrp="1"/>
          </p:cNvSpPr>
          <p:nvPr/>
        </p:nvSpPr>
        <p:spPr>
          <a:xfrm>
            <a:off x="4034569" y="5064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0" name="F2_precision_recall_distributions_5464">
            <a:extLst>
              <a:ext uri="{FF2B5EF4-FFF2-40B4-BE49-F238E27FC236}">
                <a16:creationId xmlns:a16="http://schemas.microsoft.com/office/drawing/2014/main" id="{E4C0162D-698D-40DA-8E93-286E60F685EB}"/>
              </a:ext>
            </a:extLst>
          </p:cNvPr>
          <p:cNvSpPr>
            <a:spLocks noGrp="1"/>
          </p:cNvSpPr>
          <p:nvPr/>
        </p:nvSpPr>
        <p:spPr>
          <a:xfrm>
            <a:off x="39840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1" name="F2_precision_recall_distributions_5465">
            <a:extLst>
              <a:ext uri="{FF2B5EF4-FFF2-40B4-BE49-F238E27FC236}">
                <a16:creationId xmlns:a16="http://schemas.microsoft.com/office/drawing/2014/main" id="{1A841EDD-9861-4C09-86D9-0297C574E4A6}"/>
              </a:ext>
            </a:extLst>
          </p:cNvPr>
          <p:cNvSpPr>
            <a:spLocks noGrp="1"/>
          </p:cNvSpPr>
          <p:nvPr/>
        </p:nvSpPr>
        <p:spPr>
          <a:xfrm>
            <a:off x="4152791" y="50658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2" name="F2_precision_recall_distributions_5466">
            <a:extLst>
              <a:ext uri="{FF2B5EF4-FFF2-40B4-BE49-F238E27FC236}">
                <a16:creationId xmlns:a16="http://schemas.microsoft.com/office/drawing/2014/main" id="{368BE5AE-ECB0-4E4F-904B-58FA20AEDF16}"/>
              </a:ext>
            </a:extLst>
          </p:cNvPr>
          <p:cNvSpPr>
            <a:spLocks noGrp="1"/>
          </p:cNvSpPr>
          <p:nvPr/>
        </p:nvSpPr>
        <p:spPr>
          <a:xfrm>
            <a:off x="419577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3" name="F2_precision_recall_distributions_5467">
            <a:extLst>
              <a:ext uri="{FF2B5EF4-FFF2-40B4-BE49-F238E27FC236}">
                <a16:creationId xmlns:a16="http://schemas.microsoft.com/office/drawing/2014/main" id="{2CE2BD93-80E6-49ED-BDB7-6E8963145889}"/>
              </a:ext>
            </a:extLst>
          </p:cNvPr>
          <p:cNvSpPr>
            <a:spLocks noGrp="1"/>
          </p:cNvSpPr>
          <p:nvPr/>
        </p:nvSpPr>
        <p:spPr>
          <a:xfrm>
            <a:off x="40875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4" name="F2_precision_recall_distributions_5468">
            <a:extLst>
              <a:ext uri="{FF2B5EF4-FFF2-40B4-BE49-F238E27FC236}">
                <a16:creationId xmlns:a16="http://schemas.microsoft.com/office/drawing/2014/main" id="{9F3787BC-83F5-4D41-B60B-9B800A000351}"/>
              </a:ext>
            </a:extLst>
          </p:cNvPr>
          <p:cNvSpPr>
            <a:spLocks noGrp="1"/>
          </p:cNvSpPr>
          <p:nvPr/>
        </p:nvSpPr>
        <p:spPr>
          <a:xfrm>
            <a:off x="42801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5" name="F2_precision_recall_distributions_5469">
            <a:extLst>
              <a:ext uri="{FF2B5EF4-FFF2-40B4-BE49-F238E27FC236}">
                <a16:creationId xmlns:a16="http://schemas.microsoft.com/office/drawing/2014/main" id="{5BF3D23C-8FDA-4B70-A8A2-CC990EC75210}"/>
              </a:ext>
            </a:extLst>
          </p:cNvPr>
          <p:cNvSpPr>
            <a:spLocks noGrp="1"/>
          </p:cNvSpPr>
          <p:nvPr/>
        </p:nvSpPr>
        <p:spPr>
          <a:xfrm>
            <a:off x="39945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6" name="F2_precision_recall_distributions_5470">
            <a:extLst>
              <a:ext uri="{FF2B5EF4-FFF2-40B4-BE49-F238E27FC236}">
                <a16:creationId xmlns:a16="http://schemas.microsoft.com/office/drawing/2014/main" id="{9EAFEA70-5C0D-480F-9DEF-C2229C585CC6}"/>
              </a:ext>
            </a:extLst>
          </p:cNvPr>
          <p:cNvSpPr>
            <a:spLocks noGrp="1"/>
          </p:cNvSpPr>
          <p:nvPr/>
        </p:nvSpPr>
        <p:spPr>
          <a:xfrm>
            <a:off x="4262081" y="44771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7" name="F2_precision_recall_distributions_5471">
            <a:extLst>
              <a:ext uri="{FF2B5EF4-FFF2-40B4-BE49-F238E27FC236}">
                <a16:creationId xmlns:a16="http://schemas.microsoft.com/office/drawing/2014/main" id="{59ADCB6A-0F51-4E7F-AE75-90EFEE5ADCC1}"/>
              </a:ext>
            </a:extLst>
          </p:cNvPr>
          <p:cNvSpPr>
            <a:spLocks noGrp="1"/>
          </p:cNvSpPr>
          <p:nvPr/>
        </p:nvSpPr>
        <p:spPr>
          <a:xfrm>
            <a:off x="43044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8" name="F2_precision_recall_distributions_5472">
            <a:extLst>
              <a:ext uri="{FF2B5EF4-FFF2-40B4-BE49-F238E27FC236}">
                <a16:creationId xmlns:a16="http://schemas.microsoft.com/office/drawing/2014/main" id="{448CAD53-A256-492F-A8DA-41466D83D0CD}"/>
              </a:ext>
            </a:extLst>
          </p:cNvPr>
          <p:cNvSpPr>
            <a:spLocks noGrp="1"/>
          </p:cNvSpPr>
          <p:nvPr/>
        </p:nvSpPr>
        <p:spPr>
          <a:xfrm>
            <a:off x="4145433" y="50683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9" name="F2_precision_recall_distributions_5473">
            <a:extLst>
              <a:ext uri="{FF2B5EF4-FFF2-40B4-BE49-F238E27FC236}">
                <a16:creationId xmlns:a16="http://schemas.microsoft.com/office/drawing/2014/main" id="{2D8A72D9-A251-4328-B3D1-01E68AA10548}"/>
              </a:ext>
            </a:extLst>
          </p:cNvPr>
          <p:cNvSpPr>
            <a:spLocks noGrp="1"/>
          </p:cNvSpPr>
          <p:nvPr/>
        </p:nvSpPr>
        <p:spPr>
          <a:xfrm>
            <a:off x="4324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0" name="F2_precision_recall_distributions_5474">
            <a:extLst>
              <a:ext uri="{FF2B5EF4-FFF2-40B4-BE49-F238E27FC236}">
                <a16:creationId xmlns:a16="http://schemas.microsoft.com/office/drawing/2014/main" id="{461E1EE1-1FCE-4DE2-A04A-D25F93625380}"/>
              </a:ext>
            </a:extLst>
          </p:cNvPr>
          <p:cNvSpPr>
            <a:spLocks noGrp="1"/>
          </p:cNvSpPr>
          <p:nvPr/>
        </p:nvSpPr>
        <p:spPr>
          <a:xfrm>
            <a:off x="4289668" y="5006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1" name="F2_precision_recall_distributions_5475">
            <a:extLst>
              <a:ext uri="{FF2B5EF4-FFF2-40B4-BE49-F238E27FC236}">
                <a16:creationId xmlns:a16="http://schemas.microsoft.com/office/drawing/2014/main" id="{215CF85B-9B7C-4B6F-A070-1702D86184FA}"/>
              </a:ext>
            </a:extLst>
          </p:cNvPr>
          <p:cNvSpPr>
            <a:spLocks noGrp="1"/>
          </p:cNvSpPr>
          <p:nvPr/>
        </p:nvSpPr>
        <p:spPr>
          <a:xfrm>
            <a:off x="4096111" y="5024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2" name="F2_precision_recall_distributions_5476">
            <a:extLst>
              <a:ext uri="{FF2B5EF4-FFF2-40B4-BE49-F238E27FC236}">
                <a16:creationId xmlns:a16="http://schemas.microsoft.com/office/drawing/2014/main" id="{5138E1B0-2E6C-4BEA-9B52-2A66CB9FBE9F}"/>
              </a:ext>
            </a:extLst>
          </p:cNvPr>
          <p:cNvSpPr>
            <a:spLocks noGrp="1"/>
          </p:cNvSpPr>
          <p:nvPr/>
        </p:nvSpPr>
        <p:spPr>
          <a:xfrm>
            <a:off x="4122198" y="50699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3" name="F2_precision_recall_distributions_5477">
            <a:extLst>
              <a:ext uri="{FF2B5EF4-FFF2-40B4-BE49-F238E27FC236}">
                <a16:creationId xmlns:a16="http://schemas.microsoft.com/office/drawing/2014/main" id="{E9D32C8A-8E55-4094-B1EB-072CAD8B1A58}"/>
              </a:ext>
            </a:extLst>
          </p:cNvPr>
          <p:cNvSpPr>
            <a:spLocks noGrp="1"/>
          </p:cNvSpPr>
          <p:nvPr/>
        </p:nvSpPr>
        <p:spPr>
          <a:xfrm>
            <a:off x="4257019" y="50662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4" name="F2_precision_recall_distributions_5478">
            <a:extLst>
              <a:ext uri="{FF2B5EF4-FFF2-40B4-BE49-F238E27FC236}">
                <a16:creationId xmlns:a16="http://schemas.microsoft.com/office/drawing/2014/main" id="{7C29089D-B51E-467C-8F4C-F8C40770804D}"/>
              </a:ext>
            </a:extLst>
          </p:cNvPr>
          <p:cNvSpPr>
            <a:spLocks noGrp="1"/>
          </p:cNvSpPr>
          <p:nvPr/>
        </p:nvSpPr>
        <p:spPr>
          <a:xfrm>
            <a:off x="42962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5" name="F2_precision_recall_distributions_5479">
            <a:extLst>
              <a:ext uri="{FF2B5EF4-FFF2-40B4-BE49-F238E27FC236}">
                <a16:creationId xmlns:a16="http://schemas.microsoft.com/office/drawing/2014/main" id="{CFDD894B-1578-4B5D-A720-03A3D72CF510}"/>
              </a:ext>
            </a:extLst>
          </p:cNvPr>
          <p:cNvSpPr>
            <a:spLocks noGrp="1"/>
          </p:cNvSpPr>
          <p:nvPr/>
        </p:nvSpPr>
        <p:spPr>
          <a:xfrm>
            <a:off x="41084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6" name="F2_precision_recall_distributions_5480">
            <a:extLst>
              <a:ext uri="{FF2B5EF4-FFF2-40B4-BE49-F238E27FC236}">
                <a16:creationId xmlns:a16="http://schemas.microsoft.com/office/drawing/2014/main" id="{85CCE8D7-70DB-4410-BDD7-AD1997693879}"/>
              </a:ext>
            </a:extLst>
          </p:cNvPr>
          <p:cNvSpPr>
            <a:spLocks noGrp="1"/>
          </p:cNvSpPr>
          <p:nvPr/>
        </p:nvSpPr>
        <p:spPr>
          <a:xfrm>
            <a:off x="42042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7" name="F2_precision_recall_distributions_5481">
            <a:extLst>
              <a:ext uri="{FF2B5EF4-FFF2-40B4-BE49-F238E27FC236}">
                <a16:creationId xmlns:a16="http://schemas.microsoft.com/office/drawing/2014/main" id="{3CB248D5-5AA4-4657-80DC-8A5A87B2C8AF}"/>
              </a:ext>
            </a:extLst>
          </p:cNvPr>
          <p:cNvSpPr>
            <a:spLocks noGrp="1"/>
          </p:cNvSpPr>
          <p:nvPr/>
        </p:nvSpPr>
        <p:spPr>
          <a:xfrm>
            <a:off x="4205532" y="50775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8" name="F2_precision_recall_distributions_5482">
            <a:extLst>
              <a:ext uri="{FF2B5EF4-FFF2-40B4-BE49-F238E27FC236}">
                <a16:creationId xmlns:a16="http://schemas.microsoft.com/office/drawing/2014/main" id="{730DD0EF-FD4F-4BC5-9492-66D45CD0269E}"/>
              </a:ext>
            </a:extLst>
          </p:cNvPr>
          <p:cNvSpPr>
            <a:spLocks noGrp="1"/>
          </p:cNvSpPr>
          <p:nvPr/>
        </p:nvSpPr>
        <p:spPr>
          <a:xfrm>
            <a:off x="42819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9" name="F2_precision_recall_distributions_5483">
            <a:extLst>
              <a:ext uri="{FF2B5EF4-FFF2-40B4-BE49-F238E27FC236}">
                <a16:creationId xmlns:a16="http://schemas.microsoft.com/office/drawing/2014/main" id="{6FAB4AF4-9073-456A-8BEA-156372C271D6}"/>
              </a:ext>
            </a:extLst>
          </p:cNvPr>
          <p:cNvSpPr>
            <a:spLocks noGrp="1"/>
          </p:cNvSpPr>
          <p:nvPr/>
        </p:nvSpPr>
        <p:spPr>
          <a:xfrm>
            <a:off x="399558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0" name="F2_precision_recall_distributions_5484">
            <a:extLst>
              <a:ext uri="{FF2B5EF4-FFF2-40B4-BE49-F238E27FC236}">
                <a16:creationId xmlns:a16="http://schemas.microsoft.com/office/drawing/2014/main" id="{C66D9EAB-AFDF-4030-8602-B3DCF9320F56}"/>
              </a:ext>
            </a:extLst>
          </p:cNvPr>
          <p:cNvSpPr>
            <a:spLocks noGrp="1"/>
          </p:cNvSpPr>
          <p:nvPr/>
        </p:nvSpPr>
        <p:spPr>
          <a:xfrm>
            <a:off x="430048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1" name="F2_precision_recall_distributions_5485">
            <a:extLst>
              <a:ext uri="{FF2B5EF4-FFF2-40B4-BE49-F238E27FC236}">
                <a16:creationId xmlns:a16="http://schemas.microsoft.com/office/drawing/2014/main" id="{E3390652-029E-44A2-A978-ECBD575CDB05}"/>
              </a:ext>
            </a:extLst>
          </p:cNvPr>
          <p:cNvSpPr>
            <a:spLocks noGrp="1"/>
          </p:cNvSpPr>
          <p:nvPr/>
        </p:nvSpPr>
        <p:spPr>
          <a:xfrm>
            <a:off x="4257778" y="506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2" name="F2_precision_recall_distributions_5486">
            <a:extLst>
              <a:ext uri="{FF2B5EF4-FFF2-40B4-BE49-F238E27FC236}">
                <a16:creationId xmlns:a16="http://schemas.microsoft.com/office/drawing/2014/main" id="{CE71A9C9-4ACE-4E57-9580-4D10D8AE6E08}"/>
              </a:ext>
            </a:extLst>
          </p:cNvPr>
          <p:cNvSpPr>
            <a:spLocks noGrp="1"/>
          </p:cNvSpPr>
          <p:nvPr/>
        </p:nvSpPr>
        <p:spPr>
          <a:xfrm>
            <a:off x="4038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3" name="F2_precision_recall_distributions_5487">
            <a:extLst>
              <a:ext uri="{FF2B5EF4-FFF2-40B4-BE49-F238E27FC236}">
                <a16:creationId xmlns:a16="http://schemas.microsoft.com/office/drawing/2014/main" id="{A7EBF3F8-B05B-4999-B58C-037E98EFB293}"/>
              </a:ext>
            </a:extLst>
          </p:cNvPr>
          <p:cNvSpPr>
            <a:spLocks noGrp="1"/>
          </p:cNvSpPr>
          <p:nvPr/>
        </p:nvSpPr>
        <p:spPr>
          <a:xfrm>
            <a:off x="3986324" y="50772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4" name="F2_precision_recall_distributions_5488">
            <a:extLst>
              <a:ext uri="{FF2B5EF4-FFF2-40B4-BE49-F238E27FC236}">
                <a16:creationId xmlns:a16="http://schemas.microsoft.com/office/drawing/2014/main" id="{27FC9EC8-2216-493E-8AED-635AD07679AA}"/>
              </a:ext>
            </a:extLst>
          </p:cNvPr>
          <p:cNvSpPr>
            <a:spLocks noGrp="1"/>
          </p:cNvSpPr>
          <p:nvPr/>
        </p:nvSpPr>
        <p:spPr>
          <a:xfrm>
            <a:off x="4190380" y="5073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5" name="F2_precision_recall_distributions_5489">
            <a:extLst>
              <a:ext uri="{FF2B5EF4-FFF2-40B4-BE49-F238E27FC236}">
                <a16:creationId xmlns:a16="http://schemas.microsoft.com/office/drawing/2014/main" id="{99EF5D99-71E8-4C41-91D5-AECBECA75C4E}"/>
              </a:ext>
            </a:extLst>
          </p:cNvPr>
          <p:cNvSpPr>
            <a:spLocks noGrp="1"/>
          </p:cNvSpPr>
          <p:nvPr/>
        </p:nvSpPr>
        <p:spPr>
          <a:xfrm>
            <a:off x="400861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6" name="F2_precision_recall_distributions_5490">
            <a:extLst>
              <a:ext uri="{FF2B5EF4-FFF2-40B4-BE49-F238E27FC236}">
                <a16:creationId xmlns:a16="http://schemas.microsoft.com/office/drawing/2014/main" id="{32B9FADF-F380-40BA-8155-05E86ADF22B5}"/>
              </a:ext>
            </a:extLst>
          </p:cNvPr>
          <p:cNvSpPr>
            <a:spLocks noGrp="1"/>
          </p:cNvSpPr>
          <p:nvPr/>
        </p:nvSpPr>
        <p:spPr>
          <a:xfrm>
            <a:off x="4100714" y="5076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7" name="F2_precision_recall_distributions_5491">
            <a:extLst>
              <a:ext uri="{FF2B5EF4-FFF2-40B4-BE49-F238E27FC236}">
                <a16:creationId xmlns:a16="http://schemas.microsoft.com/office/drawing/2014/main" id="{9D6DAAD6-3382-48CA-A810-15F1937C6B38}"/>
              </a:ext>
            </a:extLst>
          </p:cNvPr>
          <p:cNvSpPr>
            <a:spLocks noGrp="1"/>
          </p:cNvSpPr>
          <p:nvPr/>
        </p:nvSpPr>
        <p:spPr>
          <a:xfrm>
            <a:off x="4351287" y="5074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8" name="F2_precision_recall_distributions_5492">
            <a:extLst>
              <a:ext uri="{FF2B5EF4-FFF2-40B4-BE49-F238E27FC236}">
                <a16:creationId xmlns:a16="http://schemas.microsoft.com/office/drawing/2014/main" id="{1C41FBC5-66C9-4F74-9636-A9CEE47E5EF7}"/>
              </a:ext>
            </a:extLst>
          </p:cNvPr>
          <p:cNvSpPr>
            <a:spLocks noGrp="1"/>
          </p:cNvSpPr>
          <p:nvPr/>
        </p:nvSpPr>
        <p:spPr>
          <a:xfrm>
            <a:off x="3982286" y="5077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9" name="F2_precision_recall_distributions_5493">
            <a:extLst>
              <a:ext uri="{FF2B5EF4-FFF2-40B4-BE49-F238E27FC236}">
                <a16:creationId xmlns:a16="http://schemas.microsoft.com/office/drawing/2014/main" id="{336A60CE-6833-40EA-9350-6A3E73E0B4BF}"/>
              </a:ext>
            </a:extLst>
          </p:cNvPr>
          <p:cNvSpPr>
            <a:spLocks noGrp="1"/>
          </p:cNvSpPr>
          <p:nvPr/>
        </p:nvSpPr>
        <p:spPr>
          <a:xfrm>
            <a:off x="42929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0" name="F2_precision_recall_distributions_5494">
            <a:extLst>
              <a:ext uri="{FF2B5EF4-FFF2-40B4-BE49-F238E27FC236}">
                <a16:creationId xmlns:a16="http://schemas.microsoft.com/office/drawing/2014/main" id="{202049C2-9220-419D-BD26-C7AE4412834B}"/>
              </a:ext>
            </a:extLst>
          </p:cNvPr>
          <p:cNvSpPr>
            <a:spLocks noGrp="1"/>
          </p:cNvSpPr>
          <p:nvPr/>
        </p:nvSpPr>
        <p:spPr>
          <a:xfrm>
            <a:off x="4133155" y="5069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1" name="F2_precision_recall_distributions_5495">
            <a:extLst>
              <a:ext uri="{FF2B5EF4-FFF2-40B4-BE49-F238E27FC236}">
                <a16:creationId xmlns:a16="http://schemas.microsoft.com/office/drawing/2014/main" id="{7FD7B15F-425B-4353-8852-697ED42A5752}"/>
              </a:ext>
            </a:extLst>
          </p:cNvPr>
          <p:cNvSpPr>
            <a:spLocks noGrp="1"/>
          </p:cNvSpPr>
          <p:nvPr/>
        </p:nvSpPr>
        <p:spPr>
          <a:xfrm>
            <a:off x="43218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2" name="F2_precision_recall_distributions_5496">
            <a:extLst>
              <a:ext uri="{FF2B5EF4-FFF2-40B4-BE49-F238E27FC236}">
                <a16:creationId xmlns:a16="http://schemas.microsoft.com/office/drawing/2014/main" id="{3981FC75-5AF4-4FA7-87B3-447FD234F664}"/>
              </a:ext>
            </a:extLst>
          </p:cNvPr>
          <p:cNvSpPr>
            <a:spLocks noGrp="1"/>
          </p:cNvSpPr>
          <p:nvPr/>
        </p:nvSpPr>
        <p:spPr>
          <a:xfrm>
            <a:off x="39815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3" name="F2_precision_recall_distributions_5497">
            <a:extLst>
              <a:ext uri="{FF2B5EF4-FFF2-40B4-BE49-F238E27FC236}">
                <a16:creationId xmlns:a16="http://schemas.microsoft.com/office/drawing/2014/main" id="{B9DF7C5D-36A5-485A-A895-E3A2DFC29D62}"/>
              </a:ext>
            </a:extLst>
          </p:cNvPr>
          <p:cNvSpPr>
            <a:spLocks noGrp="1"/>
          </p:cNvSpPr>
          <p:nvPr/>
        </p:nvSpPr>
        <p:spPr>
          <a:xfrm>
            <a:off x="4174672" y="50587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4" name="F2_precision_recall_distributions_5498">
            <a:extLst>
              <a:ext uri="{FF2B5EF4-FFF2-40B4-BE49-F238E27FC236}">
                <a16:creationId xmlns:a16="http://schemas.microsoft.com/office/drawing/2014/main" id="{7069BF05-BE9D-475D-8EEF-3801CBE0C447}"/>
              </a:ext>
            </a:extLst>
          </p:cNvPr>
          <p:cNvSpPr>
            <a:spLocks noGrp="1"/>
          </p:cNvSpPr>
          <p:nvPr/>
        </p:nvSpPr>
        <p:spPr>
          <a:xfrm>
            <a:off x="4292997" y="5073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5" name="F2_precision_recall_distributions_5499">
            <a:extLst>
              <a:ext uri="{FF2B5EF4-FFF2-40B4-BE49-F238E27FC236}">
                <a16:creationId xmlns:a16="http://schemas.microsoft.com/office/drawing/2014/main" id="{5BEFE988-A8DB-4E55-A834-1BB49A1C798B}"/>
              </a:ext>
            </a:extLst>
          </p:cNvPr>
          <p:cNvSpPr>
            <a:spLocks noGrp="1"/>
          </p:cNvSpPr>
          <p:nvPr/>
        </p:nvSpPr>
        <p:spPr>
          <a:xfrm>
            <a:off x="4030803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6" name="F2_precision_recall_distributions_5500">
            <a:extLst>
              <a:ext uri="{FF2B5EF4-FFF2-40B4-BE49-F238E27FC236}">
                <a16:creationId xmlns:a16="http://schemas.microsoft.com/office/drawing/2014/main" id="{676D2BA1-98AA-4A4F-8191-82BFB8BD3728}"/>
              </a:ext>
            </a:extLst>
          </p:cNvPr>
          <p:cNvSpPr>
            <a:spLocks noGrp="1"/>
          </p:cNvSpPr>
          <p:nvPr/>
        </p:nvSpPr>
        <p:spPr>
          <a:xfrm>
            <a:off x="423348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7" name="F2_precision_recall_distributions_5501">
            <a:extLst>
              <a:ext uri="{FF2B5EF4-FFF2-40B4-BE49-F238E27FC236}">
                <a16:creationId xmlns:a16="http://schemas.microsoft.com/office/drawing/2014/main" id="{CCE5CA5E-5FA6-4F8D-845B-969C1931C9C0}"/>
              </a:ext>
            </a:extLst>
          </p:cNvPr>
          <p:cNvSpPr>
            <a:spLocks noGrp="1"/>
          </p:cNvSpPr>
          <p:nvPr/>
        </p:nvSpPr>
        <p:spPr>
          <a:xfrm>
            <a:off x="4087450" y="50593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8" name="F2_precision_recall_distributions_5502">
            <a:extLst>
              <a:ext uri="{FF2B5EF4-FFF2-40B4-BE49-F238E27FC236}">
                <a16:creationId xmlns:a16="http://schemas.microsoft.com/office/drawing/2014/main" id="{D29A5591-E9D3-4BCA-B49C-3439D3F9169A}"/>
              </a:ext>
            </a:extLst>
          </p:cNvPr>
          <p:cNvSpPr>
            <a:spLocks noGrp="1"/>
          </p:cNvSpPr>
          <p:nvPr/>
        </p:nvSpPr>
        <p:spPr>
          <a:xfrm>
            <a:off x="3996645" y="5071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9" name="F2_precision_recall_distributions_5503">
            <a:extLst>
              <a:ext uri="{FF2B5EF4-FFF2-40B4-BE49-F238E27FC236}">
                <a16:creationId xmlns:a16="http://schemas.microsoft.com/office/drawing/2014/main" id="{37049B26-959E-412C-A66B-CD5628218BCC}"/>
              </a:ext>
            </a:extLst>
          </p:cNvPr>
          <p:cNvSpPr>
            <a:spLocks noGrp="1"/>
          </p:cNvSpPr>
          <p:nvPr/>
        </p:nvSpPr>
        <p:spPr>
          <a:xfrm>
            <a:off x="4124076" y="50287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0" name="F2_precision_recall_distributions_5504">
            <a:extLst>
              <a:ext uri="{FF2B5EF4-FFF2-40B4-BE49-F238E27FC236}">
                <a16:creationId xmlns:a16="http://schemas.microsoft.com/office/drawing/2014/main" id="{D0492D49-4802-48B5-9E77-93EF04D6F1C1}"/>
              </a:ext>
            </a:extLst>
          </p:cNvPr>
          <p:cNvSpPr>
            <a:spLocks noGrp="1"/>
          </p:cNvSpPr>
          <p:nvPr/>
        </p:nvSpPr>
        <p:spPr>
          <a:xfrm>
            <a:off x="40461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1" name="F2_precision_recall_distributions_5505">
            <a:extLst>
              <a:ext uri="{FF2B5EF4-FFF2-40B4-BE49-F238E27FC236}">
                <a16:creationId xmlns:a16="http://schemas.microsoft.com/office/drawing/2014/main" id="{90FB6460-45C7-422B-A25B-1ADB76E7C109}"/>
              </a:ext>
            </a:extLst>
          </p:cNvPr>
          <p:cNvSpPr>
            <a:spLocks noGrp="1"/>
          </p:cNvSpPr>
          <p:nvPr/>
        </p:nvSpPr>
        <p:spPr>
          <a:xfrm>
            <a:off x="41621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2" name="F2_precision_recall_distributions_5506">
            <a:extLst>
              <a:ext uri="{FF2B5EF4-FFF2-40B4-BE49-F238E27FC236}">
                <a16:creationId xmlns:a16="http://schemas.microsoft.com/office/drawing/2014/main" id="{D21190C3-5A5E-499D-B51F-C93A1DE04E40}"/>
              </a:ext>
            </a:extLst>
          </p:cNvPr>
          <p:cNvSpPr>
            <a:spLocks noGrp="1"/>
          </p:cNvSpPr>
          <p:nvPr/>
        </p:nvSpPr>
        <p:spPr>
          <a:xfrm>
            <a:off x="4283663" y="5065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3" name="F2_precision_recall_distributions_5507">
            <a:extLst>
              <a:ext uri="{FF2B5EF4-FFF2-40B4-BE49-F238E27FC236}">
                <a16:creationId xmlns:a16="http://schemas.microsoft.com/office/drawing/2014/main" id="{9B413BA1-07E4-4F46-B166-07D3501B6DB9}"/>
              </a:ext>
            </a:extLst>
          </p:cNvPr>
          <p:cNvSpPr>
            <a:spLocks noGrp="1"/>
          </p:cNvSpPr>
          <p:nvPr/>
        </p:nvSpPr>
        <p:spPr>
          <a:xfrm>
            <a:off x="40623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4" name="F2_precision_recall_distributions_5508">
            <a:extLst>
              <a:ext uri="{FF2B5EF4-FFF2-40B4-BE49-F238E27FC236}">
                <a16:creationId xmlns:a16="http://schemas.microsoft.com/office/drawing/2014/main" id="{A130EA61-CB7F-4406-B60F-22D131097F4B}"/>
              </a:ext>
            </a:extLst>
          </p:cNvPr>
          <p:cNvSpPr>
            <a:spLocks noGrp="1"/>
          </p:cNvSpPr>
          <p:nvPr/>
        </p:nvSpPr>
        <p:spPr>
          <a:xfrm>
            <a:off x="3985297" y="50769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5" name="F2_precision_recall_distributions_5509">
            <a:extLst>
              <a:ext uri="{FF2B5EF4-FFF2-40B4-BE49-F238E27FC236}">
                <a16:creationId xmlns:a16="http://schemas.microsoft.com/office/drawing/2014/main" id="{9FAE6184-6206-4052-BA4C-6E577F1D21D0}"/>
              </a:ext>
            </a:extLst>
          </p:cNvPr>
          <p:cNvSpPr>
            <a:spLocks noGrp="1"/>
          </p:cNvSpPr>
          <p:nvPr/>
        </p:nvSpPr>
        <p:spPr>
          <a:xfrm>
            <a:off x="43276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6" name="F2_precision_recall_distributions_5510">
            <a:extLst>
              <a:ext uri="{FF2B5EF4-FFF2-40B4-BE49-F238E27FC236}">
                <a16:creationId xmlns:a16="http://schemas.microsoft.com/office/drawing/2014/main" id="{8FA98EE9-C11F-49BA-8141-8582F914B818}"/>
              </a:ext>
            </a:extLst>
          </p:cNvPr>
          <p:cNvSpPr>
            <a:spLocks noGrp="1"/>
          </p:cNvSpPr>
          <p:nvPr/>
        </p:nvSpPr>
        <p:spPr>
          <a:xfrm>
            <a:off x="4136056" y="50719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7" name="F2_precision_recall_distributions_5511">
            <a:extLst>
              <a:ext uri="{FF2B5EF4-FFF2-40B4-BE49-F238E27FC236}">
                <a16:creationId xmlns:a16="http://schemas.microsoft.com/office/drawing/2014/main" id="{40E350ED-9326-4DF3-884E-D88748B41EA8}"/>
              </a:ext>
            </a:extLst>
          </p:cNvPr>
          <p:cNvSpPr>
            <a:spLocks noGrp="1"/>
          </p:cNvSpPr>
          <p:nvPr/>
        </p:nvSpPr>
        <p:spPr>
          <a:xfrm>
            <a:off x="41318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8" name="F2_precision_recall_distributions_5512">
            <a:extLst>
              <a:ext uri="{FF2B5EF4-FFF2-40B4-BE49-F238E27FC236}">
                <a16:creationId xmlns:a16="http://schemas.microsoft.com/office/drawing/2014/main" id="{112DDF16-0A9D-47BF-87F1-0F68C1488799}"/>
              </a:ext>
            </a:extLst>
          </p:cNvPr>
          <p:cNvSpPr>
            <a:spLocks noGrp="1"/>
          </p:cNvSpPr>
          <p:nvPr/>
        </p:nvSpPr>
        <p:spPr>
          <a:xfrm>
            <a:off x="4099368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9" name="F2_precision_recall_distributions_5513">
            <a:extLst>
              <a:ext uri="{FF2B5EF4-FFF2-40B4-BE49-F238E27FC236}">
                <a16:creationId xmlns:a16="http://schemas.microsoft.com/office/drawing/2014/main" id="{40C3F864-25B9-47A3-A3D9-14589ED2545F}"/>
              </a:ext>
            </a:extLst>
          </p:cNvPr>
          <p:cNvSpPr>
            <a:spLocks noGrp="1"/>
          </p:cNvSpPr>
          <p:nvPr/>
        </p:nvSpPr>
        <p:spPr>
          <a:xfrm>
            <a:off x="40280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0" name="F2_precision_recall_distributions_5514">
            <a:extLst>
              <a:ext uri="{FF2B5EF4-FFF2-40B4-BE49-F238E27FC236}">
                <a16:creationId xmlns:a16="http://schemas.microsoft.com/office/drawing/2014/main" id="{D5E39AA0-AF80-466A-AE6F-18A32B06D2EE}"/>
              </a:ext>
            </a:extLst>
          </p:cNvPr>
          <p:cNvSpPr>
            <a:spLocks noGrp="1"/>
          </p:cNvSpPr>
          <p:nvPr/>
        </p:nvSpPr>
        <p:spPr>
          <a:xfrm>
            <a:off x="4072971" y="5069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1" name="F2_precision_recall_distributions_5515">
            <a:extLst>
              <a:ext uri="{FF2B5EF4-FFF2-40B4-BE49-F238E27FC236}">
                <a16:creationId xmlns:a16="http://schemas.microsoft.com/office/drawing/2014/main" id="{361A6DD3-B19F-42B6-8AB5-0E80280C2F52}"/>
              </a:ext>
            </a:extLst>
          </p:cNvPr>
          <p:cNvSpPr>
            <a:spLocks noGrp="1"/>
          </p:cNvSpPr>
          <p:nvPr/>
        </p:nvSpPr>
        <p:spPr>
          <a:xfrm>
            <a:off x="42281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2" name="F2_precision_recall_distributions_5516">
            <a:extLst>
              <a:ext uri="{FF2B5EF4-FFF2-40B4-BE49-F238E27FC236}">
                <a16:creationId xmlns:a16="http://schemas.microsoft.com/office/drawing/2014/main" id="{C7A53CC9-2B87-414B-8C08-D41F9D6EFB69}"/>
              </a:ext>
            </a:extLst>
          </p:cNvPr>
          <p:cNvSpPr>
            <a:spLocks noGrp="1"/>
          </p:cNvSpPr>
          <p:nvPr/>
        </p:nvSpPr>
        <p:spPr>
          <a:xfrm>
            <a:off x="4062150" y="48070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3" name="F2_precision_recall_distributions_5517">
            <a:extLst>
              <a:ext uri="{FF2B5EF4-FFF2-40B4-BE49-F238E27FC236}">
                <a16:creationId xmlns:a16="http://schemas.microsoft.com/office/drawing/2014/main" id="{0A5A06AB-B840-49CC-B233-2F6890A1722C}"/>
              </a:ext>
            </a:extLst>
          </p:cNvPr>
          <p:cNvSpPr>
            <a:spLocks noGrp="1"/>
          </p:cNvSpPr>
          <p:nvPr/>
        </p:nvSpPr>
        <p:spPr>
          <a:xfrm>
            <a:off x="4129418" y="49089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4" name="F2_precision_recall_distributions_5518">
            <a:extLst>
              <a:ext uri="{FF2B5EF4-FFF2-40B4-BE49-F238E27FC236}">
                <a16:creationId xmlns:a16="http://schemas.microsoft.com/office/drawing/2014/main" id="{6EF58C4E-D963-45B9-9E2B-6FED86BB096D}"/>
              </a:ext>
            </a:extLst>
          </p:cNvPr>
          <p:cNvSpPr>
            <a:spLocks noGrp="1"/>
          </p:cNvSpPr>
          <p:nvPr/>
        </p:nvSpPr>
        <p:spPr>
          <a:xfrm>
            <a:off x="43165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5" name="F2_precision_recall_distributions_5519">
            <a:extLst>
              <a:ext uri="{FF2B5EF4-FFF2-40B4-BE49-F238E27FC236}">
                <a16:creationId xmlns:a16="http://schemas.microsoft.com/office/drawing/2014/main" id="{030915F8-72A4-4EDE-BE55-463DF83BC8E6}"/>
              </a:ext>
            </a:extLst>
          </p:cNvPr>
          <p:cNvSpPr>
            <a:spLocks noGrp="1"/>
          </p:cNvSpPr>
          <p:nvPr/>
        </p:nvSpPr>
        <p:spPr>
          <a:xfrm>
            <a:off x="4156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6" name="F2_precision_recall_distributions_5520">
            <a:extLst>
              <a:ext uri="{FF2B5EF4-FFF2-40B4-BE49-F238E27FC236}">
                <a16:creationId xmlns:a16="http://schemas.microsoft.com/office/drawing/2014/main" id="{C1FC0D4B-34D3-4049-88A2-C41A610F2FF8}"/>
              </a:ext>
            </a:extLst>
          </p:cNvPr>
          <p:cNvSpPr>
            <a:spLocks noGrp="1"/>
          </p:cNvSpPr>
          <p:nvPr/>
        </p:nvSpPr>
        <p:spPr>
          <a:xfrm>
            <a:off x="4036769" y="50711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7" name="F2_precision_recall_distributions_5521">
            <a:extLst>
              <a:ext uri="{FF2B5EF4-FFF2-40B4-BE49-F238E27FC236}">
                <a16:creationId xmlns:a16="http://schemas.microsoft.com/office/drawing/2014/main" id="{FBA2509D-D028-4834-B4BF-9A67E36BC4C5}"/>
              </a:ext>
            </a:extLst>
          </p:cNvPr>
          <p:cNvSpPr>
            <a:spLocks noGrp="1"/>
          </p:cNvSpPr>
          <p:nvPr/>
        </p:nvSpPr>
        <p:spPr>
          <a:xfrm>
            <a:off x="4168119" y="50149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8" name="F2_precision_recall_distributions_5522">
            <a:extLst>
              <a:ext uri="{FF2B5EF4-FFF2-40B4-BE49-F238E27FC236}">
                <a16:creationId xmlns:a16="http://schemas.microsoft.com/office/drawing/2014/main" id="{F210E570-2D23-4F76-ADA7-DC18A2C730AB}"/>
              </a:ext>
            </a:extLst>
          </p:cNvPr>
          <p:cNvSpPr>
            <a:spLocks noGrp="1"/>
          </p:cNvSpPr>
          <p:nvPr/>
        </p:nvSpPr>
        <p:spPr>
          <a:xfrm>
            <a:off x="4330483" y="5059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9" name="F2_precision_recall_distributions_5523">
            <a:extLst>
              <a:ext uri="{FF2B5EF4-FFF2-40B4-BE49-F238E27FC236}">
                <a16:creationId xmlns:a16="http://schemas.microsoft.com/office/drawing/2014/main" id="{2E5F1049-4D6F-420D-ABCD-ED7C5895CCD4}"/>
              </a:ext>
            </a:extLst>
          </p:cNvPr>
          <p:cNvSpPr>
            <a:spLocks noGrp="1"/>
          </p:cNvSpPr>
          <p:nvPr/>
        </p:nvSpPr>
        <p:spPr>
          <a:xfrm>
            <a:off x="4346612" y="50595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0" name="F2_precision_recall_distributions_5524">
            <a:extLst>
              <a:ext uri="{FF2B5EF4-FFF2-40B4-BE49-F238E27FC236}">
                <a16:creationId xmlns:a16="http://schemas.microsoft.com/office/drawing/2014/main" id="{98D35A54-6C99-4B56-8904-8FF0A93F9EF7}"/>
              </a:ext>
            </a:extLst>
          </p:cNvPr>
          <p:cNvSpPr>
            <a:spLocks noGrp="1"/>
          </p:cNvSpPr>
          <p:nvPr/>
        </p:nvSpPr>
        <p:spPr>
          <a:xfrm>
            <a:off x="4034032" y="5063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1" name="F2_precision_recall_distributions_5525">
            <a:extLst>
              <a:ext uri="{FF2B5EF4-FFF2-40B4-BE49-F238E27FC236}">
                <a16:creationId xmlns:a16="http://schemas.microsoft.com/office/drawing/2014/main" id="{B91BD330-EEFD-4494-A939-C58AD7C08C46}"/>
              </a:ext>
            </a:extLst>
          </p:cNvPr>
          <p:cNvSpPr>
            <a:spLocks noGrp="1"/>
          </p:cNvSpPr>
          <p:nvPr/>
        </p:nvSpPr>
        <p:spPr>
          <a:xfrm>
            <a:off x="40408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2" name="F2_precision_recall_distributions_5526">
            <a:extLst>
              <a:ext uri="{FF2B5EF4-FFF2-40B4-BE49-F238E27FC236}">
                <a16:creationId xmlns:a16="http://schemas.microsoft.com/office/drawing/2014/main" id="{BC556511-FFE1-4151-A40C-7CF16678FBF0}"/>
              </a:ext>
            </a:extLst>
          </p:cNvPr>
          <p:cNvSpPr>
            <a:spLocks noGrp="1"/>
          </p:cNvSpPr>
          <p:nvPr/>
        </p:nvSpPr>
        <p:spPr>
          <a:xfrm>
            <a:off x="4288710" y="50723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3" name="F2_precision_recall_distributions_5527">
            <a:extLst>
              <a:ext uri="{FF2B5EF4-FFF2-40B4-BE49-F238E27FC236}">
                <a16:creationId xmlns:a16="http://schemas.microsoft.com/office/drawing/2014/main" id="{5386C8F4-75AC-410B-AFEF-B189C0248B04}"/>
              </a:ext>
            </a:extLst>
          </p:cNvPr>
          <p:cNvSpPr>
            <a:spLocks noGrp="1"/>
          </p:cNvSpPr>
          <p:nvPr/>
        </p:nvSpPr>
        <p:spPr>
          <a:xfrm>
            <a:off x="4074044" y="5070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4" name="F2_precision_recall_distributions_5528">
            <a:extLst>
              <a:ext uri="{FF2B5EF4-FFF2-40B4-BE49-F238E27FC236}">
                <a16:creationId xmlns:a16="http://schemas.microsoft.com/office/drawing/2014/main" id="{05CC641E-E23F-4C16-881B-735783CE5671}"/>
              </a:ext>
            </a:extLst>
          </p:cNvPr>
          <p:cNvSpPr>
            <a:spLocks noGrp="1"/>
          </p:cNvSpPr>
          <p:nvPr/>
        </p:nvSpPr>
        <p:spPr>
          <a:xfrm>
            <a:off x="41420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5" name="F2_precision_recall_distributions_5529">
            <a:extLst>
              <a:ext uri="{FF2B5EF4-FFF2-40B4-BE49-F238E27FC236}">
                <a16:creationId xmlns:a16="http://schemas.microsoft.com/office/drawing/2014/main" id="{E91B7773-6F70-40DC-A674-A71280B7EA4E}"/>
              </a:ext>
            </a:extLst>
          </p:cNvPr>
          <p:cNvSpPr>
            <a:spLocks noGrp="1"/>
          </p:cNvSpPr>
          <p:nvPr/>
        </p:nvSpPr>
        <p:spPr>
          <a:xfrm>
            <a:off x="4028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6" name="F2_precision_recall_distributions_5530">
            <a:extLst>
              <a:ext uri="{FF2B5EF4-FFF2-40B4-BE49-F238E27FC236}">
                <a16:creationId xmlns:a16="http://schemas.microsoft.com/office/drawing/2014/main" id="{614419C6-94BB-4F71-8CA1-A38FE95B2C95}"/>
              </a:ext>
            </a:extLst>
          </p:cNvPr>
          <p:cNvSpPr>
            <a:spLocks noGrp="1"/>
          </p:cNvSpPr>
          <p:nvPr/>
        </p:nvSpPr>
        <p:spPr>
          <a:xfrm>
            <a:off x="4184184" y="502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7" name="F2_precision_recall_distributions_5531">
            <a:extLst>
              <a:ext uri="{FF2B5EF4-FFF2-40B4-BE49-F238E27FC236}">
                <a16:creationId xmlns:a16="http://schemas.microsoft.com/office/drawing/2014/main" id="{8FA0A2B7-774A-40BA-97F4-DBEF5B094C1D}"/>
              </a:ext>
            </a:extLst>
          </p:cNvPr>
          <p:cNvSpPr>
            <a:spLocks noGrp="1"/>
          </p:cNvSpPr>
          <p:nvPr/>
        </p:nvSpPr>
        <p:spPr>
          <a:xfrm>
            <a:off x="432044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8" name="F2_precision_recall_distributions_5532">
            <a:extLst>
              <a:ext uri="{FF2B5EF4-FFF2-40B4-BE49-F238E27FC236}">
                <a16:creationId xmlns:a16="http://schemas.microsoft.com/office/drawing/2014/main" id="{EF23136B-9752-46A0-B382-36F2E4943F08}"/>
              </a:ext>
            </a:extLst>
          </p:cNvPr>
          <p:cNvSpPr>
            <a:spLocks noGrp="1"/>
          </p:cNvSpPr>
          <p:nvPr/>
        </p:nvSpPr>
        <p:spPr>
          <a:xfrm>
            <a:off x="4057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9" name="F2_precision_recall_distributions_5533">
            <a:extLst>
              <a:ext uri="{FF2B5EF4-FFF2-40B4-BE49-F238E27FC236}">
                <a16:creationId xmlns:a16="http://schemas.microsoft.com/office/drawing/2014/main" id="{A54E2552-CB05-422D-B915-CFA233979C01}"/>
              </a:ext>
            </a:extLst>
          </p:cNvPr>
          <p:cNvSpPr>
            <a:spLocks noGrp="1"/>
          </p:cNvSpPr>
          <p:nvPr/>
        </p:nvSpPr>
        <p:spPr>
          <a:xfrm>
            <a:off x="4242520" y="4989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0" name="F2_precision_recall_distributions_5534">
            <a:extLst>
              <a:ext uri="{FF2B5EF4-FFF2-40B4-BE49-F238E27FC236}">
                <a16:creationId xmlns:a16="http://schemas.microsoft.com/office/drawing/2014/main" id="{62573E89-B019-4378-AEAA-1E572DF5DBCD}"/>
              </a:ext>
            </a:extLst>
          </p:cNvPr>
          <p:cNvSpPr>
            <a:spLocks noGrp="1"/>
          </p:cNvSpPr>
          <p:nvPr/>
        </p:nvSpPr>
        <p:spPr>
          <a:xfrm>
            <a:off x="39972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1" name="F2_precision_recall_distributions_5535">
            <a:extLst>
              <a:ext uri="{FF2B5EF4-FFF2-40B4-BE49-F238E27FC236}">
                <a16:creationId xmlns:a16="http://schemas.microsoft.com/office/drawing/2014/main" id="{9E032C1D-7929-4879-8F1B-8AC790265036}"/>
              </a:ext>
            </a:extLst>
          </p:cNvPr>
          <p:cNvSpPr>
            <a:spLocks noGrp="1"/>
          </p:cNvSpPr>
          <p:nvPr/>
        </p:nvSpPr>
        <p:spPr>
          <a:xfrm>
            <a:off x="41046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2" name="F2_precision_recall_distributions_5536">
            <a:extLst>
              <a:ext uri="{FF2B5EF4-FFF2-40B4-BE49-F238E27FC236}">
                <a16:creationId xmlns:a16="http://schemas.microsoft.com/office/drawing/2014/main" id="{D489EA8B-6FEB-46C9-B6BA-0F98D52EC68C}"/>
              </a:ext>
            </a:extLst>
          </p:cNvPr>
          <p:cNvSpPr>
            <a:spLocks noGrp="1"/>
          </p:cNvSpPr>
          <p:nvPr/>
        </p:nvSpPr>
        <p:spPr>
          <a:xfrm>
            <a:off x="3990720" y="5072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3" name="F2_precision_recall_distributions_5537">
            <a:extLst>
              <a:ext uri="{FF2B5EF4-FFF2-40B4-BE49-F238E27FC236}">
                <a16:creationId xmlns:a16="http://schemas.microsoft.com/office/drawing/2014/main" id="{2AFC78FF-1EEB-49B4-8ADD-0ED8885FE141}"/>
              </a:ext>
            </a:extLst>
          </p:cNvPr>
          <p:cNvSpPr>
            <a:spLocks noGrp="1"/>
          </p:cNvSpPr>
          <p:nvPr/>
        </p:nvSpPr>
        <p:spPr>
          <a:xfrm>
            <a:off x="42682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4" name="F2_precision_recall_distributions_5538">
            <a:extLst>
              <a:ext uri="{FF2B5EF4-FFF2-40B4-BE49-F238E27FC236}">
                <a16:creationId xmlns:a16="http://schemas.microsoft.com/office/drawing/2014/main" id="{A1E8F2E2-03B7-4237-85C8-1EC447FEB9A1}"/>
              </a:ext>
            </a:extLst>
          </p:cNvPr>
          <p:cNvSpPr>
            <a:spLocks noGrp="1"/>
          </p:cNvSpPr>
          <p:nvPr/>
        </p:nvSpPr>
        <p:spPr>
          <a:xfrm>
            <a:off x="42651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5" name="F2_precision_recall_distributions_5539">
            <a:extLst>
              <a:ext uri="{FF2B5EF4-FFF2-40B4-BE49-F238E27FC236}">
                <a16:creationId xmlns:a16="http://schemas.microsoft.com/office/drawing/2014/main" id="{33A59747-8612-4090-9348-F0E7FA3AA27C}"/>
              </a:ext>
            </a:extLst>
          </p:cNvPr>
          <p:cNvSpPr>
            <a:spLocks noGrp="1"/>
          </p:cNvSpPr>
          <p:nvPr/>
        </p:nvSpPr>
        <p:spPr>
          <a:xfrm>
            <a:off x="43464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6" name="F2_precision_recall_distributions_5540">
            <a:extLst>
              <a:ext uri="{FF2B5EF4-FFF2-40B4-BE49-F238E27FC236}">
                <a16:creationId xmlns:a16="http://schemas.microsoft.com/office/drawing/2014/main" id="{3FA41591-3D0F-4694-8770-40E537CE8EC8}"/>
              </a:ext>
            </a:extLst>
          </p:cNvPr>
          <p:cNvSpPr>
            <a:spLocks noGrp="1"/>
          </p:cNvSpPr>
          <p:nvPr/>
        </p:nvSpPr>
        <p:spPr>
          <a:xfrm>
            <a:off x="4168300" y="5040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7" name="F2_precision_recall_distributions_5541">
            <a:extLst>
              <a:ext uri="{FF2B5EF4-FFF2-40B4-BE49-F238E27FC236}">
                <a16:creationId xmlns:a16="http://schemas.microsoft.com/office/drawing/2014/main" id="{1D94D5E1-EF29-4407-8572-FD14083414A7}"/>
              </a:ext>
            </a:extLst>
          </p:cNvPr>
          <p:cNvSpPr>
            <a:spLocks noGrp="1"/>
          </p:cNvSpPr>
          <p:nvPr/>
        </p:nvSpPr>
        <p:spPr>
          <a:xfrm>
            <a:off x="400587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8" name="F2_precision_recall_distributions_5542">
            <a:extLst>
              <a:ext uri="{FF2B5EF4-FFF2-40B4-BE49-F238E27FC236}">
                <a16:creationId xmlns:a16="http://schemas.microsoft.com/office/drawing/2014/main" id="{876370CE-81F3-470F-883D-EBD418D8778F}"/>
              </a:ext>
            </a:extLst>
          </p:cNvPr>
          <p:cNvSpPr>
            <a:spLocks noGrp="1"/>
          </p:cNvSpPr>
          <p:nvPr/>
        </p:nvSpPr>
        <p:spPr>
          <a:xfrm>
            <a:off x="431976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9" name="F2_precision_recall_distributions_5543">
            <a:extLst>
              <a:ext uri="{FF2B5EF4-FFF2-40B4-BE49-F238E27FC236}">
                <a16:creationId xmlns:a16="http://schemas.microsoft.com/office/drawing/2014/main" id="{5D0CFA72-425B-421C-B2F3-E4635C79C4FF}"/>
              </a:ext>
            </a:extLst>
          </p:cNvPr>
          <p:cNvSpPr>
            <a:spLocks noGrp="1"/>
          </p:cNvSpPr>
          <p:nvPr/>
        </p:nvSpPr>
        <p:spPr>
          <a:xfrm>
            <a:off x="4345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0" name="F2_precision_recall_distributions_5544">
            <a:extLst>
              <a:ext uri="{FF2B5EF4-FFF2-40B4-BE49-F238E27FC236}">
                <a16:creationId xmlns:a16="http://schemas.microsoft.com/office/drawing/2014/main" id="{4F93CF98-C074-44F8-AE2F-2B00D768A68C}"/>
              </a:ext>
            </a:extLst>
          </p:cNvPr>
          <p:cNvSpPr>
            <a:spLocks noGrp="1"/>
          </p:cNvSpPr>
          <p:nvPr/>
        </p:nvSpPr>
        <p:spPr>
          <a:xfrm>
            <a:off x="4176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1" name="F2_precision_recall_distributions_5545">
            <a:extLst>
              <a:ext uri="{FF2B5EF4-FFF2-40B4-BE49-F238E27FC236}">
                <a16:creationId xmlns:a16="http://schemas.microsoft.com/office/drawing/2014/main" id="{0FF626C4-CEE4-4797-B7E1-13B23CCD0697}"/>
              </a:ext>
            </a:extLst>
          </p:cNvPr>
          <p:cNvSpPr>
            <a:spLocks noGrp="1"/>
          </p:cNvSpPr>
          <p:nvPr/>
        </p:nvSpPr>
        <p:spPr>
          <a:xfrm>
            <a:off x="4250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2" name="F2_precision_recall_distributions_5546">
            <a:extLst>
              <a:ext uri="{FF2B5EF4-FFF2-40B4-BE49-F238E27FC236}">
                <a16:creationId xmlns:a16="http://schemas.microsoft.com/office/drawing/2014/main" id="{5AA1E8D6-16A6-4119-B9A1-89A07042B510}"/>
              </a:ext>
            </a:extLst>
          </p:cNvPr>
          <p:cNvSpPr>
            <a:spLocks noGrp="1"/>
          </p:cNvSpPr>
          <p:nvPr/>
        </p:nvSpPr>
        <p:spPr>
          <a:xfrm>
            <a:off x="4260316" y="5076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3" name="F2_precision_recall_distributions_5547">
            <a:extLst>
              <a:ext uri="{FF2B5EF4-FFF2-40B4-BE49-F238E27FC236}">
                <a16:creationId xmlns:a16="http://schemas.microsoft.com/office/drawing/2014/main" id="{6834D257-32D3-4FBF-AB85-C3AB046F80AA}"/>
              </a:ext>
            </a:extLst>
          </p:cNvPr>
          <p:cNvSpPr>
            <a:spLocks noGrp="1"/>
          </p:cNvSpPr>
          <p:nvPr/>
        </p:nvSpPr>
        <p:spPr>
          <a:xfrm>
            <a:off x="41844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4" name="F2_precision_recall_distributions_5548">
            <a:extLst>
              <a:ext uri="{FF2B5EF4-FFF2-40B4-BE49-F238E27FC236}">
                <a16:creationId xmlns:a16="http://schemas.microsoft.com/office/drawing/2014/main" id="{19D38480-2310-4F3A-A5CE-DAE7BD0A9F67}"/>
              </a:ext>
            </a:extLst>
          </p:cNvPr>
          <p:cNvSpPr>
            <a:spLocks noGrp="1"/>
          </p:cNvSpPr>
          <p:nvPr/>
        </p:nvSpPr>
        <p:spPr>
          <a:xfrm>
            <a:off x="4055715" y="507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5" name="F2_precision_recall_distributions_5549">
            <a:extLst>
              <a:ext uri="{FF2B5EF4-FFF2-40B4-BE49-F238E27FC236}">
                <a16:creationId xmlns:a16="http://schemas.microsoft.com/office/drawing/2014/main" id="{5CEDE841-26ED-48D7-AF64-D8EA83C523BD}"/>
              </a:ext>
            </a:extLst>
          </p:cNvPr>
          <p:cNvSpPr>
            <a:spLocks noGrp="1"/>
          </p:cNvSpPr>
          <p:nvPr/>
        </p:nvSpPr>
        <p:spPr>
          <a:xfrm>
            <a:off x="40775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6" name="F2_precision_recall_distributions_5550">
            <a:extLst>
              <a:ext uri="{FF2B5EF4-FFF2-40B4-BE49-F238E27FC236}">
                <a16:creationId xmlns:a16="http://schemas.microsoft.com/office/drawing/2014/main" id="{AAC43DB8-2E78-48C2-B8F4-B136632EAE80}"/>
              </a:ext>
            </a:extLst>
          </p:cNvPr>
          <p:cNvSpPr>
            <a:spLocks noGrp="1"/>
          </p:cNvSpPr>
          <p:nvPr/>
        </p:nvSpPr>
        <p:spPr>
          <a:xfrm>
            <a:off x="4254749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7" name="F2_precision_recall_distributions_5551">
            <a:extLst>
              <a:ext uri="{FF2B5EF4-FFF2-40B4-BE49-F238E27FC236}">
                <a16:creationId xmlns:a16="http://schemas.microsoft.com/office/drawing/2014/main" id="{37EB61D0-02EB-4158-85DB-AD16FCC8584C}"/>
              </a:ext>
            </a:extLst>
          </p:cNvPr>
          <p:cNvSpPr>
            <a:spLocks noGrp="1"/>
          </p:cNvSpPr>
          <p:nvPr/>
        </p:nvSpPr>
        <p:spPr>
          <a:xfrm>
            <a:off x="4103543" y="50467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8" name="F2_precision_recall_distributions_5552">
            <a:extLst>
              <a:ext uri="{FF2B5EF4-FFF2-40B4-BE49-F238E27FC236}">
                <a16:creationId xmlns:a16="http://schemas.microsoft.com/office/drawing/2014/main" id="{0795411F-97B8-4288-8DA2-0EF4CDEA98F5}"/>
              </a:ext>
            </a:extLst>
          </p:cNvPr>
          <p:cNvSpPr>
            <a:spLocks noGrp="1"/>
          </p:cNvSpPr>
          <p:nvPr/>
        </p:nvSpPr>
        <p:spPr>
          <a:xfrm>
            <a:off x="4194069" y="50015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9" name="F2_precision_recall_distributions_5553">
            <a:extLst>
              <a:ext uri="{FF2B5EF4-FFF2-40B4-BE49-F238E27FC236}">
                <a16:creationId xmlns:a16="http://schemas.microsoft.com/office/drawing/2014/main" id="{F07CC094-C376-4438-84C3-F39B48634E35}"/>
              </a:ext>
            </a:extLst>
          </p:cNvPr>
          <p:cNvSpPr>
            <a:spLocks noGrp="1"/>
          </p:cNvSpPr>
          <p:nvPr/>
        </p:nvSpPr>
        <p:spPr>
          <a:xfrm>
            <a:off x="4044497" y="50739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0" name="F2_precision_recall_distributions_5554">
            <a:extLst>
              <a:ext uri="{FF2B5EF4-FFF2-40B4-BE49-F238E27FC236}">
                <a16:creationId xmlns:a16="http://schemas.microsoft.com/office/drawing/2014/main" id="{53AF967B-6DDE-4A64-A9E6-E51AB3349F91}"/>
              </a:ext>
            </a:extLst>
          </p:cNvPr>
          <p:cNvSpPr>
            <a:spLocks noGrp="1"/>
          </p:cNvSpPr>
          <p:nvPr/>
        </p:nvSpPr>
        <p:spPr>
          <a:xfrm>
            <a:off x="4213097" y="50764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1" name="F2_precision_recall_distributions_5555">
            <a:extLst>
              <a:ext uri="{FF2B5EF4-FFF2-40B4-BE49-F238E27FC236}">
                <a16:creationId xmlns:a16="http://schemas.microsoft.com/office/drawing/2014/main" id="{1B3EE6E0-17E9-40C0-8839-EFDA4446F325}"/>
              </a:ext>
            </a:extLst>
          </p:cNvPr>
          <p:cNvSpPr>
            <a:spLocks noGrp="1"/>
          </p:cNvSpPr>
          <p:nvPr/>
        </p:nvSpPr>
        <p:spPr>
          <a:xfrm>
            <a:off x="4258996" y="50382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2" name="F2_precision_recall_distributions_5556">
            <a:extLst>
              <a:ext uri="{FF2B5EF4-FFF2-40B4-BE49-F238E27FC236}">
                <a16:creationId xmlns:a16="http://schemas.microsoft.com/office/drawing/2014/main" id="{46A91A08-DCF1-4508-95C4-F44EF43DDB3D}"/>
              </a:ext>
            </a:extLst>
          </p:cNvPr>
          <p:cNvSpPr>
            <a:spLocks noGrp="1"/>
          </p:cNvSpPr>
          <p:nvPr/>
        </p:nvSpPr>
        <p:spPr>
          <a:xfrm>
            <a:off x="4127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3" name="F2_precision_recall_distributions_5557">
            <a:extLst>
              <a:ext uri="{FF2B5EF4-FFF2-40B4-BE49-F238E27FC236}">
                <a16:creationId xmlns:a16="http://schemas.microsoft.com/office/drawing/2014/main" id="{26C94083-93ED-49AD-9296-348410196527}"/>
              </a:ext>
            </a:extLst>
          </p:cNvPr>
          <p:cNvSpPr>
            <a:spLocks noGrp="1"/>
          </p:cNvSpPr>
          <p:nvPr/>
        </p:nvSpPr>
        <p:spPr>
          <a:xfrm>
            <a:off x="4167527" y="50332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4" name="F2_precision_recall_distributions_5558">
            <a:extLst>
              <a:ext uri="{FF2B5EF4-FFF2-40B4-BE49-F238E27FC236}">
                <a16:creationId xmlns:a16="http://schemas.microsoft.com/office/drawing/2014/main" id="{E9EC6E84-D5D0-46DC-A533-5E4E4BFA9C98}"/>
              </a:ext>
            </a:extLst>
          </p:cNvPr>
          <p:cNvSpPr>
            <a:spLocks noGrp="1"/>
          </p:cNvSpPr>
          <p:nvPr/>
        </p:nvSpPr>
        <p:spPr>
          <a:xfrm>
            <a:off x="41966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5" name="F2_precision_recall_distributions_5559">
            <a:extLst>
              <a:ext uri="{FF2B5EF4-FFF2-40B4-BE49-F238E27FC236}">
                <a16:creationId xmlns:a16="http://schemas.microsoft.com/office/drawing/2014/main" id="{46CD3CED-9A72-481D-BB9D-E5C2BE5EF105}"/>
              </a:ext>
            </a:extLst>
          </p:cNvPr>
          <p:cNvSpPr>
            <a:spLocks noGrp="1"/>
          </p:cNvSpPr>
          <p:nvPr/>
        </p:nvSpPr>
        <p:spPr>
          <a:xfrm>
            <a:off x="415736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6" name="F2_precision_recall_distributions_5560">
            <a:extLst>
              <a:ext uri="{FF2B5EF4-FFF2-40B4-BE49-F238E27FC236}">
                <a16:creationId xmlns:a16="http://schemas.microsoft.com/office/drawing/2014/main" id="{DBD2E09B-D829-408E-B9EB-D63374B1DA4C}"/>
              </a:ext>
            </a:extLst>
          </p:cNvPr>
          <p:cNvSpPr>
            <a:spLocks noGrp="1"/>
          </p:cNvSpPr>
          <p:nvPr/>
        </p:nvSpPr>
        <p:spPr>
          <a:xfrm>
            <a:off x="41111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7" name="F2_precision_recall_distributions_5561">
            <a:extLst>
              <a:ext uri="{FF2B5EF4-FFF2-40B4-BE49-F238E27FC236}">
                <a16:creationId xmlns:a16="http://schemas.microsoft.com/office/drawing/2014/main" id="{7BDF8175-970B-4F28-B948-48CEDB3111E2}"/>
              </a:ext>
            </a:extLst>
          </p:cNvPr>
          <p:cNvSpPr>
            <a:spLocks noGrp="1"/>
          </p:cNvSpPr>
          <p:nvPr/>
        </p:nvSpPr>
        <p:spPr>
          <a:xfrm>
            <a:off x="4266433" y="50666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8" name="F2_precision_recall_distributions_5562">
            <a:extLst>
              <a:ext uri="{FF2B5EF4-FFF2-40B4-BE49-F238E27FC236}">
                <a16:creationId xmlns:a16="http://schemas.microsoft.com/office/drawing/2014/main" id="{1AF21211-E200-4D61-A901-F7E60D290DDC}"/>
              </a:ext>
            </a:extLst>
          </p:cNvPr>
          <p:cNvSpPr>
            <a:spLocks noGrp="1"/>
          </p:cNvSpPr>
          <p:nvPr/>
        </p:nvSpPr>
        <p:spPr>
          <a:xfrm>
            <a:off x="4143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9" name="F2_precision_recall_distributions_5563">
            <a:extLst>
              <a:ext uri="{FF2B5EF4-FFF2-40B4-BE49-F238E27FC236}">
                <a16:creationId xmlns:a16="http://schemas.microsoft.com/office/drawing/2014/main" id="{04B32C01-DFCF-4ED9-A91F-602E8F35952A}"/>
              </a:ext>
            </a:extLst>
          </p:cNvPr>
          <p:cNvSpPr>
            <a:spLocks noGrp="1"/>
          </p:cNvSpPr>
          <p:nvPr/>
        </p:nvSpPr>
        <p:spPr>
          <a:xfrm>
            <a:off x="4135258" y="50548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0" name="F2_precision_recall_distributions_5564">
            <a:extLst>
              <a:ext uri="{FF2B5EF4-FFF2-40B4-BE49-F238E27FC236}">
                <a16:creationId xmlns:a16="http://schemas.microsoft.com/office/drawing/2014/main" id="{E800EBD3-8791-400C-9576-4914FB086C95}"/>
              </a:ext>
            </a:extLst>
          </p:cNvPr>
          <p:cNvSpPr>
            <a:spLocks noGrp="1"/>
          </p:cNvSpPr>
          <p:nvPr/>
        </p:nvSpPr>
        <p:spPr>
          <a:xfrm>
            <a:off x="4210988" y="50685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1" name="F2_precision_recall_distributions_5565">
            <a:extLst>
              <a:ext uri="{FF2B5EF4-FFF2-40B4-BE49-F238E27FC236}">
                <a16:creationId xmlns:a16="http://schemas.microsoft.com/office/drawing/2014/main" id="{726144D1-6395-49B2-B8D8-F51F40C30AC3}"/>
              </a:ext>
            </a:extLst>
          </p:cNvPr>
          <p:cNvSpPr>
            <a:spLocks noGrp="1"/>
          </p:cNvSpPr>
          <p:nvPr/>
        </p:nvSpPr>
        <p:spPr>
          <a:xfrm>
            <a:off x="3992725" y="5073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2" name="F2_precision_recall_distributions_5566">
            <a:extLst>
              <a:ext uri="{FF2B5EF4-FFF2-40B4-BE49-F238E27FC236}">
                <a16:creationId xmlns:a16="http://schemas.microsoft.com/office/drawing/2014/main" id="{2BB4FC56-6EDE-419A-A29A-1F604F8EB476}"/>
              </a:ext>
            </a:extLst>
          </p:cNvPr>
          <p:cNvSpPr>
            <a:spLocks noGrp="1"/>
          </p:cNvSpPr>
          <p:nvPr/>
        </p:nvSpPr>
        <p:spPr>
          <a:xfrm>
            <a:off x="3988562" y="50708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3" name="F2_precision_recall_distributions_5567">
            <a:extLst>
              <a:ext uri="{FF2B5EF4-FFF2-40B4-BE49-F238E27FC236}">
                <a16:creationId xmlns:a16="http://schemas.microsoft.com/office/drawing/2014/main" id="{72B6ED7A-DE7E-4C9D-BBFD-5EDA0ECA5072}"/>
              </a:ext>
            </a:extLst>
          </p:cNvPr>
          <p:cNvSpPr>
            <a:spLocks noGrp="1"/>
          </p:cNvSpPr>
          <p:nvPr/>
        </p:nvSpPr>
        <p:spPr>
          <a:xfrm>
            <a:off x="3982789" y="5077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4" name="F2_precision_recall_distributions_5568">
            <a:extLst>
              <a:ext uri="{FF2B5EF4-FFF2-40B4-BE49-F238E27FC236}">
                <a16:creationId xmlns:a16="http://schemas.microsoft.com/office/drawing/2014/main" id="{5D45D951-3EB1-4C9E-82A1-BF6754ABDC3A}"/>
              </a:ext>
            </a:extLst>
          </p:cNvPr>
          <p:cNvSpPr>
            <a:spLocks noGrp="1"/>
          </p:cNvSpPr>
          <p:nvPr/>
        </p:nvSpPr>
        <p:spPr>
          <a:xfrm>
            <a:off x="42321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5" name="F2_precision_recall_distributions_5569">
            <a:extLst>
              <a:ext uri="{FF2B5EF4-FFF2-40B4-BE49-F238E27FC236}">
                <a16:creationId xmlns:a16="http://schemas.microsoft.com/office/drawing/2014/main" id="{000428CA-375E-4C7C-89F9-18D549866F35}"/>
              </a:ext>
            </a:extLst>
          </p:cNvPr>
          <p:cNvSpPr>
            <a:spLocks noGrp="1"/>
          </p:cNvSpPr>
          <p:nvPr/>
        </p:nvSpPr>
        <p:spPr>
          <a:xfrm>
            <a:off x="4223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6" name="F2_precision_recall_distributions_5570">
            <a:extLst>
              <a:ext uri="{FF2B5EF4-FFF2-40B4-BE49-F238E27FC236}">
                <a16:creationId xmlns:a16="http://schemas.microsoft.com/office/drawing/2014/main" id="{3542CC72-AC64-4EA9-9619-D03D79C0DD44}"/>
              </a:ext>
            </a:extLst>
          </p:cNvPr>
          <p:cNvSpPr>
            <a:spLocks noGrp="1"/>
          </p:cNvSpPr>
          <p:nvPr/>
        </p:nvSpPr>
        <p:spPr>
          <a:xfrm>
            <a:off x="4282636" y="5069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7" name="F2_precision_recall_distributions_5571">
            <a:extLst>
              <a:ext uri="{FF2B5EF4-FFF2-40B4-BE49-F238E27FC236}">
                <a16:creationId xmlns:a16="http://schemas.microsoft.com/office/drawing/2014/main" id="{2013AEB7-4B73-45E8-8A4E-03DE59DAE1F9}"/>
              </a:ext>
            </a:extLst>
          </p:cNvPr>
          <p:cNvSpPr>
            <a:spLocks noGrp="1"/>
          </p:cNvSpPr>
          <p:nvPr/>
        </p:nvSpPr>
        <p:spPr>
          <a:xfrm>
            <a:off x="41914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8" name="F2_precision_recall_distributions_5572">
            <a:extLst>
              <a:ext uri="{FF2B5EF4-FFF2-40B4-BE49-F238E27FC236}">
                <a16:creationId xmlns:a16="http://schemas.microsoft.com/office/drawing/2014/main" id="{F9A7AB80-5A43-440B-A082-A30C7732B04A}"/>
              </a:ext>
            </a:extLst>
          </p:cNvPr>
          <p:cNvSpPr>
            <a:spLocks noGrp="1"/>
          </p:cNvSpPr>
          <p:nvPr/>
        </p:nvSpPr>
        <p:spPr>
          <a:xfrm>
            <a:off x="40532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9" name="F2_precision_recall_distributions_5573">
            <a:extLst>
              <a:ext uri="{FF2B5EF4-FFF2-40B4-BE49-F238E27FC236}">
                <a16:creationId xmlns:a16="http://schemas.microsoft.com/office/drawing/2014/main" id="{57D4BAD0-E2AA-4074-890D-9CF28FF1B745}"/>
              </a:ext>
            </a:extLst>
          </p:cNvPr>
          <p:cNvSpPr>
            <a:spLocks noGrp="1"/>
          </p:cNvSpPr>
          <p:nvPr/>
        </p:nvSpPr>
        <p:spPr>
          <a:xfrm>
            <a:off x="4147932" y="50761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0" name="F2_precision_recall_distributions_5574">
            <a:extLst>
              <a:ext uri="{FF2B5EF4-FFF2-40B4-BE49-F238E27FC236}">
                <a16:creationId xmlns:a16="http://schemas.microsoft.com/office/drawing/2014/main" id="{BEE6A10F-518E-4FF3-9F69-98A2C19E7052}"/>
              </a:ext>
            </a:extLst>
          </p:cNvPr>
          <p:cNvSpPr>
            <a:spLocks noGrp="1"/>
          </p:cNvSpPr>
          <p:nvPr/>
        </p:nvSpPr>
        <p:spPr>
          <a:xfrm>
            <a:off x="4035214" y="5070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1" name="F2_precision_recall_distributions_5575">
            <a:extLst>
              <a:ext uri="{FF2B5EF4-FFF2-40B4-BE49-F238E27FC236}">
                <a16:creationId xmlns:a16="http://schemas.microsoft.com/office/drawing/2014/main" id="{F1E2FA35-9013-4386-8837-80ABB7F917B5}"/>
              </a:ext>
            </a:extLst>
          </p:cNvPr>
          <p:cNvSpPr>
            <a:spLocks noGrp="1"/>
          </p:cNvSpPr>
          <p:nvPr/>
        </p:nvSpPr>
        <p:spPr>
          <a:xfrm>
            <a:off x="43097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2" name="F2_precision_recall_distributions_5576">
            <a:extLst>
              <a:ext uri="{FF2B5EF4-FFF2-40B4-BE49-F238E27FC236}">
                <a16:creationId xmlns:a16="http://schemas.microsoft.com/office/drawing/2014/main" id="{93AE3E89-63B1-4F4D-A536-1408E7D47AAC}"/>
              </a:ext>
            </a:extLst>
          </p:cNvPr>
          <p:cNvSpPr>
            <a:spLocks noGrp="1"/>
          </p:cNvSpPr>
          <p:nvPr/>
        </p:nvSpPr>
        <p:spPr>
          <a:xfrm>
            <a:off x="4078078" y="50748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3" name="F2_precision_recall_distributions_5577">
            <a:extLst>
              <a:ext uri="{FF2B5EF4-FFF2-40B4-BE49-F238E27FC236}">
                <a16:creationId xmlns:a16="http://schemas.microsoft.com/office/drawing/2014/main" id="{BA3B560F-F6B3-4B6B-B17B-C7208CBCA189}"/>
              </a:ext>
            </a:extLst>
          </p:cNvPr>
          <p:cNvSpPr>
            <a:spLocks noGrp="1"/>
          </p:cNvSpPr>
          <p:nvPr/>
        </p:nvSpPr>
        <p:spPr>
          <a:xfrm>
            <a:off x="3996562" y="50621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4" name="F2_precision_recall_distributions_5578">
            <a:extLst>
              <a:ext uri="{FF2B5EF4-FFF2-40B4-BE49-F238E27FC236}">
                <a16:creationId xmlns:a16="http://schemas.microsoft.com/office/drawing/2014/main" id="{25B4ACA7-40F2-495F-8A0B-FFBD504521BA}"/>
              </a:ext>
            </a:extLst>
          </p:cNvPr>
          <p:cNvSpPr>
            <a:spLocks noGrp="1"/>
          </p:cNvSpPr>
          <p:nvPr/>
        </p:nvSpPr>
        <p:spPr>
          <a:xfrm>
            <a:off x="420242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5" name="F2_precision_recall_distributions_5579">
            <a:extLst>
              <a:ext uri="{FF2B5EF4-FFF2-40B4-BE49-F238E27FC236}">
                <a16:creationId xmlns:a16="http://schemas.microsoft.com/office/drawing/2014/main" id="{45D68FA7-D8BD-4BC5-987D-03C3BEBE20B1}"/>
              </a:ext>
            </a:extLst>
          </p:cNvPr>
          <p:cNvSpPr>
            <a:spLocks noGrp="1"/>
          </p:cNvSpPr>
          <p:nvPr/>
        </p:nvSpPr>
        <p:spPr>
          <a:xfrm>
            <a:off x="40427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6" name="F2_precision_recall_distributions_5580">
            <a:extLst>
              <a:ext uri="{FF2B5EF4-FFF2-40B4-BE49-F238E27FC236}">
                <a16:creationId xmlns:a16="http://schemas.microsoft.com/office/drawing/2014/main" id="{D6EF5AF9-E01F-413E-853A-3150ACDCD90A}"/>
              </a:ext>
            </a:extLst>
          </p:cNvPr>
          <p:cNvSpPr>
            <a:spLocks noGrp="1"/>
          </p:cNvSpPr>
          <p:nvPr/>
        </p:nvSpPr>
        <p:spPr>
          <a:xfrm>
            <a:off x="41253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7" name="F2_precision_recall_distributions_5581">
            <a:extLst>
              <a:ext uri="{FF2B5EF4-FFF2-40B4-BE49-F238E27FC236}">
                <a16:creationId xmlns:a16="http://schemas.microsoft.com/office/drawing/2014/main" id="{53088C6A-B451-4287-AD90-EBD1F7A80650}"/>
              </a:ext>
            </a:extLst>
          </p:cNvPr>
          <p:cNvSpPr>
            <a:spLocks noGrp="1"/>
          </p:cNvSpPr>
          <p:nvPr/>
        </p:nvSpPr>
        <p:spPr>
          <a:xfrm>
            <a:off x="40370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8" name="F2_precision_recall_distributions_5582">
            <a:extLst>
              <a:ext uri="{FF2B5EF4-FFF2-40B4-BE49-F238E27FC236}">
                <a16:creationId xmlns:a16="http://schemas.microsoft.com/office/drawing/2014/main" id="{DAFD5424-8D1A-49E0-9097-738C10578672}"/>
              </a:ext>
            </a:extLst>
          </p:cNvPr>
          <p:cNvSpPr>
            <a:spLocks noGrp="1"/>
          </p:cNvSpPr>
          <p:nvPr/>
        </p:nvSpPr>
        <p:spPr>
          <a:xfrm>
            <a:off x="4219863" y="5067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9" name="F2_precision_recall_distributions_5583">
            <a:extLst>
              <a:ext uri="{FF2B5EF4-FFF2-40B4-BE49-F238E27FC236}">
                <a16:creationId xmlns:a16="http://schemas.microsoft.com/office/drawing/2014/main" id="{715B65C2-DDB1-41A2-B54E-AB87EC71D542}"/>
              </a:ext>
            </a:extLst>
          </p:cNvPr>
          <p:cNvSpPr>
            <a:spLocks noGrp="1"/>
          </p:cNvSpPr>
          <p:nvPr/>
        </p:nvSpPr>
        <p:spPr>
          <a:xfrm>
            <a:off x="4015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0" name="F2_precision_recall_distributions_5584">
            <a:extLst>
              <a:ext uri="{FF2B5EF4-FFF2-40B4-BE49-F238E27FC236}">
                <a16:creationId xmlns:a16="http://schemas.microsoft.com/office/drawing/2014/main" id="{6484D066-5E9D-46F0-ADD5-CBF35E9CDDAE}"/>
              </a:ext>
            </a:extLst>
          </p:cNvPr>
          <p:cNvSpPr>
            <a:spLocks noGrp="1"/>
          </p:cNvSpPr>
          <p:nvPr/>
        </p:nvSpPr>
        <p:spPr>
          <a:xfrm>
            <a:off x="4089981" y="505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1" name="F2_precision_recall_distributions_5585">
            <a:extLst>
              <a:ext uri="{FF2B5EF4-FFF2-40B4-BE49-F238E27FC236}">
                <a16:creationId xmlns:a16="http://schemas.microsoft.com/office/drawing/2014/main" id="{46640BDE-D6C6-45B2-95D5-99AB4579AD90}"/>
              </a:ext>
            </a:extLst>
          </p:cNvPr>
          <p:cNvSpPr>
            <a:spLocks noGrp="1"/>
          </p:cNvSpPr>
          <p:nvPr/>
        </p:nvSpPr>
        <p:spPr>
          <a:xfrm>
            <a:off x="4298477" y="50762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2" name="F2_precision_recall_distributions_5586">
            <a:extLst>
              <a:ext uri="{FF2B5EF4-FFF2-40B4-BE49-F238E27FC236}">
                <a16:creationId xmlns:a16="http://schemas.microsoft.com/office/drawing/2014/main" id="{DC48E2B0-05C0-4154-A602-706C190EAC1E}"/>
              </a:ext>
            </a:extLst>
          </p:cNvPr>
          <p:cNvSpPr>
            <a:spLocks noGrp="1"/>
          </p:cNvSpPr>
          <p:nvPr/>
        </p:nvSpPr>
        <p:spPr>
          <a:xfrm>
            <a:off x="4243841" y="5063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3" name="F2_precision_recall_distributions_5587">
            <a:extLst>
              <a:ext uri="{FF2B5EF4-FFF2-40B4-BE49-F238E27FC236}">
                <a16:creationId xmlns:a16="http://schemas.microsoft.com/office/drawing/2014/main" id="{BF5BC029-6E03-41C1-A1CE-C46D85D525A8}"/>
              </a:ext>
            </a:extLst>
          </p:cNvPr>
          <p:cNvSpPr>
            <a:spLocks noGrp="1"/>
          </p:cNvSpPr>
          <p:nvPr/>
        </p:nvSpPr>
        <p:spPr>
          <a:xfrm>
            <a:off x="3998272" y="50620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4" name="F2_precision_recall_distributions_5588">
            <a:extLst>
              <a:ext uri="{FF2B5EF4-FFF2-40B4-BE49-F238E27FC236}">
                <a16:creationId xmlns:a16="http://schemas.microsoft.com/office/drawing/2014/main" id="{5EA78F00-6B09-40F0-B83E-CE505747A66F}"/>
              </a:ext>
            </a:extLst>
          </p:cNvPr>
          <p:cNvSpPr>
            <a:spLocks noGrp="1"/>
          </p:cNvSpPr>
          <p:nvPr/>
        </p:nvSpPr>
        <p:spPr>
          <a:xfrm>
            <a:off x="4243092" y="50102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5" name="F2_precision_recall_distributions_5589">
            <a:extLst>
              <a:ext uri="{FF2B5EF4-FFF2-40B4-BE49-F238E27FC236}">
                <a16:creationId xmlns:a16="http://schemas.microsoft.com/office/drawing/2014/main" id="{BA475238-0B18-42F6-BFC4-F55409EFA125}"/>
              </a:ext>
            </a:extLst>
          </p:cNvPr>
          <p:cNvSpPr>
            <a:spLocks noGrp="1"/>
          </p:cNvSpPr>
          <p:nvPr/>
        </p:nvSpPr>
        <p:spPr>
          <a:xfrm>
            <a:off x="4038173" y="5068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6" name="F2_precision_recall_distributions_5590">
            <a:extLst>
              <a:ext uri="{FF2B5EF4-FFF2-40B4-BE49-F238E27FC236}">
                <a16:creationId xmlns:a16="http://schemas.microsoft.com/office/drawing/2014/main" id="{ED489849-C939-43BA-8668-F2C25E23A17C}"/>
              </a:ext>
            </a:extLst>
          </p:cNvPr>
          <p:cNvSpPr>
            <a:spLocks noGrp="1"/>
          </p:cNvSpPr>
          <p:nvPr/>
        </p:nvSpPr>
        <p:spPr>
          <a:xfrm>
            <a:off x="41062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7" name="F2_precision_recall_distributions_5591">
            <a:extLst>
              <a:ext uri="{FF2B5EF4-FFF2-40B4-BE49-F238E27FC236}">
                <a16:creationId xmlns:a16="http://schemas.microsoft.com/office/drawing/2014/main" id="{871086E4-897D-4F03-A09B-7C453F7D8423}"/>
              </a:ext>
            </a:extLst>
          </p:cNvPr>
          <p:cNvSpPr>
            <a:spLocks noGrp="1"/>
          </p:cNvSpPr>
          <p:nvPr/>
        </p:nvSpPr>
        <p:spPr>
          <a:xfrm>
            <a:off x="4321777" y="5073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8" name="F2_precision_recall_distributions_5592">
            <a:extLst>
              <a:ext uri="{FF2B5EF4-FFF2-40B4-BE49-F238E27FC236}">
                <a16:creationId xmlns:a16="http://schemas.microsoft.com/office/drawing/2014/main" id="{4C39802D-EED8-4BF8-B1BF-8BF5DAF21B5F}"/>
              </a:ext>
            </a:extLst>
          </p:cNvPr>
          <p:cNvSpPr>
            <a:spLocks noGrp="1"/>
          </p:cNvSpPr>
          <p:nvPr/>
        </p:nvSpPr>
        <p:spPr>
          <a:xfrm>
            <a:off x="4332238" y="50781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9" name="F2_precision_recall_distributions_5593">
            <a:extLst>
              <a:ext uri="{FF2B5EF4-FFF2-40B4-BE49-F238E27FC236}">
                <a16:creationId xmlns:a16="http://schemas.microsoft.com/office/drawing/2014/main" id="{C0829381-6990-4A7A-BAC8-C794928238BD}"/>
              </a:ext>
            </a:extLst>
          </p:cNvPr>
          <p:cNvSpPr>
            <a:spLocks noGrp="1"/>
          </p:cNvSpPr>
          <p:nvPr/>
        </p:nvSpPr>
        <p:spPr>
          <a:xfrm>
            <a:off x="4028973" y="49468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0" name="F2_precision_recall_distributions_5594">
            <a:extLst>
              <a:ext uri="{FF2B5EF4-FFF2-40B4-BE49-F238E27FC236}">
                <a16:creationId xmlns:a16="http://schemas.microsoft.com/office/drawing/2014/main" id="{A9A1EA88-BF23-4F54-8F06-A3D12BFE1E0A}"/>
              </a:ext>
            </a:extLst>
          </p:cNvPr>
          <p:cNvSpPr>
            <a:spLocks noGrp="1"/>
          </p:cNvSpPr>
          <p:nvPr/>
        </p:nvSpPr>
        <p:spPr>
          <a:xfrm>
            <a:off x="418127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1" name="F2_precision_recall_distributions_5595">
            <a:extLst>
              <a:ext uri="{FF2B5EF4-FFF2-40B4-BE49-F238E27FC236}">
                <a16:creationId xmlns:a16="http://schemas.microsoft.com/office/drawing/2014/main" id="{59113399-1BBA-45B6-98F6-521E72EA0FF4}"/>
              </a:ext>
            </a:extLst>
          </p:cNvPr>
          <p:cNvSpPr>
            <a:spLocks noGrp="1"/>
          </p:cNvSpPr>
          <p:nvPr/>
        </p:nvSpPr>
        <p:spPr>
          <a:xfrm>
            <a:off x="4078437" y="5058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2" name="F2_precision_recall_distributions_5596">
            <a:extLst>
              <a:ext uri="{FF2B5EF4-FFF2-40B4-BE49-F238E27FC236}">
                <a16:creationId xmlns:a16="http://schemas.microsoft.com/office/drawing/2014/main" id="{878B2507-F490-4B6E-B712-D23D79B09CB4}"/>
              </a:ext>
            </a:extLst>
          </p:cNvPr>
          <p:cNvSpPr>
            <a:spLocks noGrp="1"/>
          </p:cNvSpPr>
          <p:nvPr/>
        </p:nvSpPr>
        <p:spPr>
          <a:xfrm>
            <a:off x="1852503" y="424353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783" name="F2_precision_recall_distributions_5597">
            <a:extLst>
              <a:ext uri="{FF2B5EF4-FFF2-40B4-BE49-F238E27FC236}">
                <a16:creationId xmlns:a16="http://schemas.microsoft.com/office/drawing/2014/main" id="{B9336CCA-B699-402E-BF11-0EEDE96AA9CF}"/>
              </a:ext>
            </a:extLst>
          </p:cNvPr>
          <p:cNvSpPr>
            <a:spLocks noGrp="1"/>
          </p:cNvSpPr>
          <p:nvPr/>
        </p:nvSpPr>
        <p:spPr>
          <a:xfrm>
            <a:off x="3016462" y="424353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784" name="F2_precision_recall_distributions_5598">
            <a:extLst>
              <a:ext uri="{FF2B5EF4-FFF2-40B4-BE49-F238E27FC236}">
                <a16:creationId xmlns:a16="http://schemas.microsoft.com/office/drawing/2014/main" id="{257213D7-100C-440D-BC53-99C314F7F3A1}"/>
              </a:ext>
            </a:extLst>
          </p:cNvPr>
          <p:cNvSpPr>
            <a:spLocks noGrp="1"/>
          </p:cNvSpPr>
          <p:nvPr/>
        </p:nvSpPr>
        <p:spPr>
          <a:xfrm>
            <a:off x="4180422" y="507900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785" name="F2_precision_recall_distributions_5599">
            <a:extLst>
              <a:ext uri="{FF2B5EF4-FFF2-40B4-BE49-F238E27FC236}">
                <a16:creationId xmlns:a16="http://schemas.microsoft.com/office/drawing/2014/main" id="{9865B3EA-3D80-4BF9-A85A-42982C249BFE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6" name="F2_precision_recall_distributions_5600">
            <a:extLst>
              <a:ext uri="{FF2B5EF4-FFF2-40B4-BE49-F238E27FC236}">
                <a16:creationId xmlns:a16="http://schemas.microsoft.com/office/drawing/2014/main" id="{62AC429C-128C-4B23-8F1C-316B1D6FE56E}"/>
              </a:ext>
            </a:extLst>
          </p:cNvPr>
          <p:cNvSpPr>
            <a:spLocks noGrp="1"/>
          </p:cNvSpPr>
          <p:nvPr/>
        </p:nvSpPr>
        <p:spPr>
          <a:xfrm>
            <a:off x="1212325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7" name="text_5601">
            <a:extLst>
              <a:ext uri="{FF2B5EF4-FFF2-40B4-BE49-F238E27FC236}">
                <a16:creationId xmlns:a16="http://schemas.microsoft.com/office/drawing/2014/main" id="{4FA0BC1C-57E2-4F20-8A34-010072A3F695}"/>
              </a:ext>
            </a:extLst>
          </p:cNvPr>
          <p:cNvSpPr>
            <a:spLocks noGrp="1"/>
          </p:cNvSpPr>
          <p:nvPr/>
        </p:nvSpPr>
        <p:spPr>
          <a:xfrm>
            <a:off x="1212325" y="404159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Precision</a:t>
            </a:r>
          </a:p>
        </p:txBody>
      </p:sp>
      <p:sp>
        <p:nvSpPr>
          <p:cNvPr id="2788" name="F2_precision_recall_distributions_5602">
            <a:extLst>
              <a:ext uri="{FF2B5EF4-FFF2-40B4-BE49-F238E27FC236}">
                <a16:creationId xmlns:a16="http://schemas.microsoft.com/office/drawing/2014/main" id="{46201457-B903-4FBE-997B-93E5A48BEE55}"/>
              </a:ext>
            </a:extLst>
          </p:cNvPr>
          <p:cNvSpPr>
            <a:spLocks noGrp="1"/>
          </p:cNvSpPr>
          <p:nvPr/>
        </p:nvSpPr>
        <p:spPr>
          <a:xfrm>
            <a:off x="1824461" y="421549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789" name="F2_precision_recall_distributions_5603">
            <a:extLst>
              <a:ext uri="{FF2B5EF4-FFF2-40B4-BE49-F238E27FC236}">
                <a16:creationId xmlns:a16="http://schemas.microsoft.com/office/drawing/2014/main" id="{ED5589FF-F8D8-47AE-A767-9ACE95FBA081}"/>
              </a:ext>
            </a:extLst>
          </p:cNvPr>
          <p:cNvSpPr>
            <a:spLocks noGrp="1"/>
          </p:cNvSpPr>
          <p:nvPr/>
        </p:nvSpPr>
        <p:spPr>
          <a:xfrm>
            <a:off x="2988421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790" name="F2_precision_recall_distributions_5604">
            <a:extLst>
              <a:ext uri="{FF2B5EF4-FFF2-40B4-BE49-F238E27FC236}">
                <a16:creationId xmlns:a16="http://schemas.microsoft.com/office/drawing/2014/main" id="{31C68FE0-7EAD-4D4B-AD88-72EF146C4927}"/>
              </a:ext>
            </a:extLst>
          </p:cNvPr>
          <p:cNvSpPr>
            <a:spLocks noGrp="1"/>
          </p:cNvSpPr>
          <p:nvPr/>
        </p:nvSpPr>
        <p:spPr>
          <a:xfrm>
            <a:off x="4152380" y="506278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791" name="F2_precision_recall_distributions_5605">
            <a:extLst>
              <a:ext uri="{FF2B5EF4-FFF2-40B4-BE49-F238E27FC236}">
                <a16:creationId xmlns:a16="http://schemas.microsoft.com/office/drawing/2014/main" id="{66A45225-FEA4-47B0-A9BA-2F080410DEB7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92" name="F2_precision_recall_distributions_5606">
            <a:extLst>
              <a:ext uri="{FF2B5EF4-FFF2-40B4-BE49-F238E27FC236}">
                <a16:creationId xmlns:a16="http://schemas.microsoft.com/office/drawing/2014/main" id="{A8FEDFB2-6330-4F85-857A-29B59455A4E6}"/>
              </a:ext>
            </a:extLst>
          </p:cNvPr>
          <p:cNvSpPr>
            <a:spLocks noGrp="1"/>
          </p:cNvSpPr>
          <p:nvPr/>
        </p:nvSpPr>
        <p:spPr>
          <a:xfrm>
            <a:off x="5361841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3" name="F2_precision_recall_distributions_5607">
            <a:extLst>
              <a:ext uri="{FF2B5EF4-FFF2-40B4-BE49-F238E27FC236}">
                <a16:creationId xmlns:a16="http://schemas.microsoft.com/office/drawing/2014/main" id="{DA52DCAA-7D64-43A7-87B6-775C73A9BACE}"/>
              </a:ext>
            </a:extLst>
          </p:cNvPr>
          <p:cNvSpPr>
            <a:spLocks noGrp="1"/>
          </p:cNvSpPr>
          <p:nvPr/>
        </p:nvSpPr>
        <p:spPr>
          <a:xfrm>
            <a:off x="5319567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4" name="F2_precision_recall_distributions_5608">
            <a:extLst>
              <a:ext uri="{FF2B5EF4-FFF2-40B4-BE49-F238E27FC236}">
                <a16:creationId xmlns:a16="http://schemas.microsoft.com/office/drawing/2014/main" id="{324CB7A2-90C4-4675-9F08-E164998CB32E}"/>
              </a:ext>
            </a:extLst>
          </p:cNvPr>
          <p:cNvSpPr>
            <a:spLocks noGrp="1"/>
          </p:cNvSpPr>
          <p:nvPr/>
        </p:nvSpPr>
        <p:spPr>
          <a:xfrm>
            <a:off x="5361841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5" name="F2_precision_recall_distributions_5609">
            <a:extLst>
              <a:ext uri="{FF2B5EF4-FFF2-40B4-BE49-F238E27FC236}">
                <a16:creationId xmlns:a16="http://schemas.microsoft.com/office/drawing/2014/main" id="{E3A24E1E-74D7-4040-A1D6-30C62B0CC3B6}"/>
              </a:ext>
            </a:extLst>
          </p:cNvPr>
          <p:cNvSpPr>
            <a:spLocks noGrp="1"/>
          </p:cNvSpPr>
          <p:nvPr/>
        </p:nvSpPr>
        <p:spPr>
          <a:xfrm>
            <a:off x="5319567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6" name="F2_precision_recall_distributions_5610">
            <a:extLst>
              <a:ext uri="{FF2B5EF4-FFF2-40B4-BE49-F238E27FC236}">
                <a16:creationId xmlns:a16="http://schemas.microsoft.com/office/drawing/2014/main" id="{82CEE1FB-CC97-4F4C-BAC8-33B1D84480A0}"/>
              </a:ext>
            </a:extLst>
          </p:cNvPr>
          <p:cNvSpPr>
            <a:spLocks noGrp="1"/>
          </p:cNvSpPr>
          <p:nvPr/>
        </p:nvSpPr>
        <p:spPr>
          <a:xfrm>
            <a:off x="5361841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7" name="F2_precision_recall_distributions_5611">
            <a:extLst>
              <a:ext uri="{FF2B5EF4-FFF2-40B4-BE49-F238E27FC236}">
                <a16:creationId xmlns:a16="http://schemas.microsoft.com/office/drawing/2014/main" id="{01410236-6D6D-49ED-B7E3-FF7EFDA68996}"/>
              </a:ext>
            </a:extLst>
          </p:cNvPr>
          <p:cNvSpPr>
            <a:spLocks noGrp="1"/>
          </p:cNvSpPr>
          <p:nvPr/>
        </p:nvSpPr>
        <p:spPr>
          <a:xfrm>
            <a:off x="5319567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8" name="F2_precision_recall_distributions_5612">
            <a:extLst>
              <a:ext uri="{FF2B5EF4-FFF2-40B4-BE49-F238E27FC236}">
                <a16:creationId xmlns:a16="http://schemas.microsoft.com/office/drawing/2014/main" id="{184A0E9B-A5F8-416D-A0A2-D466F4EB9047}"/>
              </a:ext>
            </a:extLst>
          </p:cNvPr>
          <p:cNvSpPr>
            <a:spLocks noGrp="1"/>
          </p:cNvSpPr>
          <p:nvPr/>
        </p:nvSpPr>
        <p:spPr>
          <a:xfrm>
            <a:off x="566447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14240" y="848766"/>
                </a:moveTo>
                <a:lnTo>
                  <a:pt x="260856" y="848766"/>
                </a:lnTo>
                <a:lnTo>
                  <a:pt x="262030" y="842186"/>
                </a:lnTo>
                <a:lnTo>
                  <a:pt x="265429" y="835606"/>
                </a:lnTo>
                <a:lnTo>
                  <a:pt x="270713" y="829027"/>
                </a:lnTo>
                <a:lnTo>
                  <a:pt x="277375" y="822447"/>
                </a:lnTo>
                <a:lnTo>
                  <a:pt x="284824" y="815868"/>
                </a:lnTo>
                <a:lnTo>
                  <a:pt x="292472" y="809288"/>
                </a:lnTo>
                <a:lnTo>
                  <a:pt x="299807" y="802708"/>
                </a:lnTo>
                <a:lnTo>
                  <a:pt x="306443" y="796129"/>
                </a:lnTo>
                <a:lnTo>
                  <a:pt x="312145" y="789549"/>
                </a:lnTo>
                <a:lnTo>
                  <a:pt x="316822" y="782970"/>
                </a:lnTo>
                <a:lnTo>
                  <a:pt x="320506" y="776390"/>
                </a:lnTo>
                <a:lnTo>
                  <a:pt x="323312" y="769811"/>
                </a:lnTo>
                <a:lnTo>
                  <a:pt x="325402" y="763231"/>
                </a:lnTo>
                <a:lnTo>
                  <a:pt x="326949" y="756651"/>
                </a:lnTo>
                <a:lnTo>
                  <a:pt x="328114" y="750072"/>
                </a:lnTo>
                <a:lnTo>
                  <a:pt x="329021" y="743492"/>
                </a:lnTo>
                <a:lnTo>
                  <a:pt x="329757" y="736913"/>
                </a:lnTo>
                <a:lnTo>
                  <a:pt x="330366" y="730333"/>
                </a:lnTo>
                <a:lnTo>
                  <a:pt x="330853" y="723754"/>
                </a:lnTo>
                <a:lnTo>
                  <a:pt x="331196" y="717174"/>
                </a:lnTo>
                <a:lnTo>
                  <a:pt x="331353" y="710594"/>
                </a:lnTo>
                <a:lnTo>
                  <a:pt x="331279" y="704015"/>
                </a:lnTo>
                <a:lnTo>
                  <a:pt x="330933" y="697435"/>
                </a:lnTo>
                <a:lnTo>
                  <a:pt x="330293" y="690856"/>
                </a:lnTo>
                <a:lnTo>
                  <a:pt x="329358" y="684276"/>
                </a:lnTo>
                <a:lnTo>
                  <a:pt x="328156" y="677697"/>
                </a:lnTo>
                <a:lnTo>
                  <a:pt x="326743" y="671117"/>
                </a:lnTo>
                <a:lnTo>
                  <a:pt x="325198" y="664537"/>
                </a:lnTo>
                <a:lnTo>
                  <a:pt x="323613" y="657958"/>
                </a:lnTo>
                <a:lnTo>
                  <a:pt x="322084" y="651378"/>
                </a:lnTo>
                <a:lnTo>
                  <a:pt x="320695" y="644799"/>
                </a:lnTo>
                <a:lnTo>
                  <a:pt x="319514" y="638219"/>
                </a:lnTo>
                <a:lnTo>
                  <a:pt x="318580" y="631639"/>
                </a:lnTo>
                <a:lnTo>
                  <a:pt x="317902" y="625060"/>
                </a:lnTo>
                <a:lnTo>
                  <a:pt x="317464" y="618480"/>
                </a:lnTo>
                <a:lnTo>
                  <a:pt x="317237" y="611901"/>
                </a:lnTo>
                <a:lnTo>
                  <a:pt x="317183" y="605321"/>
                </a:lnTo>
                <a:lnTo>
                  <a:pt x="317273" y="598742"/>
                </a:lnTo>
                <a:lnTo>
                  <a:pt x="317492" y="592162"/>
                </a:lnTo>
                <a:lnTo>
                  <a:pt x="317841" y="585582"/>
                </a:lnTo>
                <a:lnTo>
                  <a:pt x="318334" y="579003"/>
                </a:lnTo>
                <a:lnTo>
                  <a:pt x="318985" y="572423"/>
                </a:lnTo>
                <a:lnTo>
                  <a:pt x="319803" y="565844"/>
                </a:lnTo>
                <a:lnTo>
                  <a:pt x="320772" y="559264"/>
                </a:lnTo>
                <a:lnTo>
                  <a:pt x="321855" y="552685"/>
                </a:lnTo>
                <a:lnTo>
                  <a:pt x="322985" y="546105"/>
                </a:lnTo>
                <a:lnTo>
                  <a:pt x="324079" y="539525"/>
                </a:lnTo>
                <a:lnTo>
                  <a:pt x="325041" y="532946"/>
                </a:lnTo>
                <a:lnTo>
                  <a:pt x="325778" y="526366"/>
                </a:lnTo>
                <a:lnTo>
                  <a:pt x="326202" y="519787"/>
                </a:lnTo>
                <a:lnTo>
                  <a:pt x="326240" y="513207"/>
                </a:lnTo>
                <a:lnTo>
                  <a:pt x="325824" y="506627"/>
                </a:lnTo>
                <a:lnTo>
                  <a:pt x="324901" y="500048"/>
                </a:lnTo>
                <a:lnTo>
                  <a:pt x="323422" y="493468"/>
                </a:lnTo>
                <a:lnTo>
                  <a:pt x="321355" y="486889"/>
                </a:lnTo>
                <a:lnTo>
                  <a:pt x="318693" y="480309"/>
                </a:lnTo>
                <a:lnTo>
                  <a:pt x="315471" y="473730"/>
                </a:lnTo>
                <a:lnTo>
                  <a:pt x="311785" y="467150"/>
                </a:lnTo>
                <a:lnTo>
                  <a:pt x="307802" y="460570"/>
                </a:lnTo>
                <a:lnTo>
                  <a:pt x="303763" y="453991"/>
                </a:lnTo>
                <a:lnTo>
                  <a:pt x="299962" y="447411"/>
                </a:lnTo>
                <a:lnTo>
                  <a:pt x="296717" y="440832"/>
                </a:lnTo>
                <a:lnTo>
                  <a:pt x="294323" y="434252"/>
                </a:lnTo>
                <a:lnTo>
                  <a:pt x="293004" y="427673"/>
                </a:lnTo>
                <a:lnTo>
                  <a:pt x="292871" y="421093"/>
                </a:lnTo>
                <a:lnTo>
                  <a:pt x="293903" y="414513"/>
                </a:lnTo>
                <a:lnTo>
                  <a:pt x="295950" y="407934"/>
                </a:lnTo>
                <a:lnTo>
                  <a:pt x="298754" y="401354"/>
                </a:lnTo>
                <a:lnTo>
                  <a:pt x="301997" y="394775"/>
                </a:lnTo>
                <a:lnTo>
                  <a:pt x="305350" y="388195"/>
                </a:lnTo>
                <a:lnTo>
                  <a:pt x="308515" y="381616"/>
                </a:lnTo>
                <a:lnTo>
                  <a:pt x="311262" y="375036"/>
                </a:lnTo>
                <a:lnTo>
                  <a:pt x="313438" y="368456"/>
                </a:lnTo>
                <a:lnTo>
                  <a:pt x="314966" y="361877"/>
                </a:lnTo>
                <a:lnTo>
                  <a:pt x="315833" y="355297"/>
                </a:lnTo>
                <a:lnTo>
                  <a:pt x="316070" y="348718"/>
                </a:lnTo>
                <a:lnTo>
                  <a:pt x="315734" y="342138"/>
                </a:lnTo>
                <a:lnTo>
                  <a:pt x="314906" y="335558"/>
                </a:lnTo>
                <a:lnTo>
                  <a:pt x="313679" y="328979"/>
                </a:lnTo>
                <a:lnTo>
                  <a:pt x="312167" y="322399"/>
                </a:lnTo>
                <a:lnTo>
                  <a:pt x="310504" y="315820"/>
                </a:lnTo>
                <a:lnTo>
                  <a:pt x="308845" y="309240"/>
                </a:lnTo>
                <a:lnTo>
                  <a:pt x="307349" y="302661"/>
                </a:lnTo>
                <a:lnTo>
                  <a:pt x="306171" y="296081"/>
                </a:lnTo>
                <a:lnTo>
                  <a:pt x="305432" y="289501"/>
                </a:lnTo>
                <a:lnTo>
                  <a:pt x="305203" y="282922"/>
                </a:lnTo>
                <a:lnTo>
                  <a:pt x="305488" y="276342"/>
                </a:lnTo>
                <a:lnTo>
                  <a:pt x="306224" y="269763"/>
                </a:lnTo>
                <a:lnTo>
                  <a:pt x="307291" y="263183"/>
                </a:lnTo>
                <a:lnTo>
                  <a:pt x="308532" y="256604"/>
                </a:lnTo>
                <a:lnTo>
                  <a:pt x="309787" y="250024"/>
                </a:lnTo>
                <a:lnTo>
                  <a:pt x="310920" y="243444"/>
                </a:lnTo>
                <a:lnTo>
                  <a:pt x="311838" y="236865"/>
                </a:lnTo>
                <a:lnTo>
                  <a:pt x="312505" y="230285"/>
                </a:lnTo>
                <a:lnTo>
                  <a:pt x="312936" y="223706"/>
                </a:lnTo>
                <a:lnTo>
                  <a:pt x="313184" y="217126"/>
                </a:lnTo>
                <a:lnTo>
                  <a:pt x="313321" y="210546"/>
                </a:lnTo>
                <a:lnTo>
                  <a:pt x="313419" y="203967"/>
                </a:lnTo>
                <a:lnTo>
                  <a:pt x="313538" y="197387"/>
                </a:lnTo>
                <a:lnTo>
                  <a:pt x="313714" y="190808"/>
                </a:lnTo>
                <a:lnTo>
                  <a:pt x="313966" y="184228"/>
                </a:lnTo>
                <a:lnTo>
                  <a:pt x="314302" y="177649"/>
                </a:lnTo>
                <a:lnTo>
                  <a:pt x="314722" y="171069"/>
                </a:lnTo>
                <a:lnTo>
                  <a:pt x="315235" y="164489"/>
                </a:lnTo>
                <a:lnTo>
                  <a:pt x="315852" y="157910"/>
                </a:lnTo>
                <a:lnTo>
                  <a:pt x="316591" y="151330"/>
                </a:lnTo>
                <a:lnTo>
                  <a:pt x="317465" y="144751"/>
                </a:lnTo>
                <a:lnTo>
                  <a:pt x="318475" y="138171"/>
                </a:lnTo>
                <a:lnTo>
                  <a:pt x="319593" y="131592"/>
                </a:lnTo>
                <a:lnTo>
                  <a:pt x="320752" y="125012"/>
                </a:lnTo>
                <a:lnTo>
                  <a:pt x="321825" y="118432"/>
                </a:lnTo>
                <a:lnTo>
                  <a:pt x="322611" y="111853"/>
                </a:lnTo>
                <a:lnTo>
                  <a:pt x="322809" y="105273"/>
                </a:lnTo>
                <a:lnTo>
                  <a:pt x="321998" y="98694"/>
                </a:lnTo>
                <a:lnTo>
                  <a:pt x="319620" y="92114"/>
                </a:lnTo>
                <a:lnTo>
                  <a:pt x="314973" y="85535"/>
                </a:lnTo>
                <a:lnTo>
                  <a:pt x="307237" y="78955"/>
                </a:lnTo>
                <a:lnTo>
                  <a:pt x="295538" y="72375"/>
                </a:lnTo>
                <a:lnTo>
                  <a:pt x="279056" y="65796"/>
                </a:lnTo>
                <a:lnTo>
                  <a:pt x="257196" y="59216"/>
                </a:lnTo>
                <a:lnTo>
                  <a:pt x="229778" y="52637"/>
                </a:lnTo>
                <a:lnTo>
                  <a:pt x="197231" y="46057"/>
                </a:lnTo>
                <a:lnTo>
                  <a:pt x="160739" y="39477"/>
                </a:lnTo>
                <a:lnTo>
                  <a:pt x="122279" y="32898"/>
                </a:lnTo>
                <a:lnTo>
                  <a:pt x="84518" y="26318"/>
                </a:lnTo>
                <a:lnTo>
                  <a:pt x="50549" y="19739"/>
                </a:lnTo>
                <a:lnTo>
                  <a:pt x="23491" y="13159"/>
                </a:lnTo>
                <a:lnTo>
                  <a:pt x="603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63" y="6580"/>
                </a:lnTo>
                <a:lnTo>
                  <a:pt x="651606" y="13159"/>
                </a:lnTo>
                <a:lnTo>
                  <a:pt x="624548" y="19739"/>
                </a:lnTo>
                <a:lnTo>
                  <a:pt x="590578" y="26318"/>
                </a:lnTo>
                <a:lnTo>
                  <a:pt x="552817" y="32898"/>
                </a:lnTo>
                <a:lnTo>
                  <a:pt x="514358" y="39477"/>
                </a:lnTo>
                <a:lnTo>
                  <a:pt x="477866" y="46057"/>
                </a:lnTo>
                <a:lnTo>
                  <a:pt x="445319" y="52637"/>
                </a:lnTo>
                <a:lnTo>
                  <a:pt x="417900" y="59216"/>
                </a:lnTo>
                <a:lnTo>
                  <a:pt x="396041" y="65796"/>
                </a:lnTo>
                <a:lnTo>
                  <a:pt x="379559" y="72375"/>
                </a:lnTo>
                <a:lnTo>
                  <a:pt x="367859" y="78955"/>
                </a:lnTo>
                <a:lnTo>
                  <a:pt x="360124" y="85535"/>
                </a:lnTo>
                <a:lnTo>
                  <a:pt x="355477" y="92114"/>
                </a:lnTo>
                <a:lnTo>
                  <a:pt x="353098" y="98694"/>
                </a:lnTo>
                <a:lnTo>
                  <a:pt x="352287" y="105273"/>
                </a:lnTo>
                <a:lnTo>
                  <a:pt x="352485" y="111853"/>
                </a:lnTo>
                <a:lnTo>
                  <a:pt x="353271" y="118432"/>
                </a:lnTo>
                <a:lnTo>
                  <a:pt x="354345" y="125012"/>
                </a:lnTo>
                <a:lnTo>
                  <a:pt x="355503" y="131592"/>
                </a:lnTo>
                <a:lnTo>
                  <a:pt x="356622" y="138171"/>
                </a:lnTo>
                <a:lnTo>
                  <a:pt x="357632" y="144751"/>
                </a:lnTo>
                <a:lnTo>
                  <a:pt x="358506" y="151330"/>
                </a:lnTo>
                <a:lnTo>
                  <a:pt x="359245" y="157910"/>
                </a:lnTo>
                <a:lnTo>
                  <a:pt x="359862" y="164489"/>
                </a:lnTo>
                <a:lnTo>
                  <a:pt x="360374" y="171069"/>
                </a:lnTo>
                <a:lnTo>
                  <a:pt x="360795" y="177649"/>
                </a:lnTo>
                <a:lnTo>
                  <a:pt x="361130" y="184228"/>
                </a:lnTo>
                <a:lnTo>
                  <a:pt x="361383" y="190808"/>
                </a:lnTo>
                <a:lnTo>
                  <a:pt x="361559" y="197387"/>
                </a:lnTo>
                <a:lnTo>
                  <a:pt x="361677" y="203967"/>
                </a:lnTo>
                <a:lnTo>
                  <a:pt x="361776" y="210546"/>
                </a:lnTo>
                <a:lnTo>
                  <a:pt x="361913" y="217126"/>
                </a:lnTo>
                <a:lnTo>
                  <a:pt x="362161" y="223706"/>
                </a:lnTo>
                <a:lnTo>
                  <a:pt x="362591" y="230285"/>
                </a:lnTo>
                <a:lnTo>
                  <a:pt x="363258" y="236865"/>
                </a:lnTo>
                <a:lnTo>
                  <a:pt x="364176" y="243444"/>
                </a:lnTo>
                <a:lnTo>
                  <a:pt x="365309" y="250024"/>
                </a:lnTo>
                <a:lnTo>
                  <a:pt x="366565" y="256604"/>
                </a:lnTo>
                <a:lnTo>
                  <a:pt x="367806" y="263183"/>
                </a:lnTo>
                <a:lnTo>
                  <a:pt x="368872" y="269763"/>
                </a:lnTo>
                <a:lnTo>
                  <a:pt x="369608" y="276342"/>
                </a:lnTo>
                <a:lnTo>
                  <a:pt x="369894" y="282922"/>
                </a:lnTo>
                <a:lnTo>
                  <a:pt x="369665" y="289501"/>
                </a:lnTo>
                <a:lnTo>
                  <a:pt x="368926" y="296081"/>
                </a:lnTo>
                <a:lnTo>
                  <a:pt x="367747" y="302661"/>
                </a:lnTo>
                <a:lnTo>
                  <a:pt x="366252" y="309240"/>
                </a:lnTo>
                <a:lnTo>
                  <a:pt x="364592" y="315820"/>
                </a:lnTo>
                <a:lnTo>
                  <a:pt x="362930" y="322399"/>
                </a:lnTo>
                <a:lnTo>
                  <a:pt x="361418" y="328979"/>
                </a:lnTo>
                <a:lnTo>
                  <a:pt x="360191" y="335558"/>
                </a:lnTo>
                <a:lnTo>
                  <a:pt x="359362" y="342138"/>
                </a:lnTo>
                <a:lnTo>
                  <a:pt x="359027" y="348718"/>
                </a:lnTo>
                <a:lnTo>
                  <a:pt x="359263" y="355297"/>
                </a:lnTo>
                <a:lnTo>
                  <a:pt x="360130" y="361877"/>
                </a:lnTo>
                <a:lnTo>
                  <a:pt x="361659" y="368456"/>
                </a:lnTo>
                <a:lnTo>
                  <a:pt x="363834" y="375036"/>
                </a:lnTo>
                <a:lnTo>
                  <a:pt x="366581" y="381616"/>
                </a:lnTo>
                <a:lnTo>
                  <a:pt x="369747" y="388195"/>
                </a:lnTo>
                <a:lnTo>
                  <a:pt x="373099" y="394775"/>
                </a:lnTo>
                <a:lnTo>
                  <a:pt x="376343" y="401354"/>
                </a:lnTo>
                <a:lnTo>
                  <a:pt x="379147" y="407934"/>
                </a:lnTo>
                <a:lnTo>
                  <a:pt x="381193" y="414513"/>
                </a:lnTo>
                <a:lnTo>
                  <a:pt x="382226" y="421093"/>
                </a:lnTo>
                <a:lnTo>
                  <a:pt x="382093" y="427673"/>
                </a:lnTo>
                <a:lnTo>
                  <a:pt x="380773" y="434252"/>
                </a:lnTo>
                <a:lnTo>
                  <a:pt x="378379" y="440832"/>
                </a:lnTo>
                <a:lnTo>
                  <a:pt x="375135" y="447411"/>
                </a:lnTo>
                <a:lnTo>
                  <a:pt x="371334" y="453991"/>
                </a:lnTo>
                <a:lnTo>
                  <a:pt x="367294" y="460570"/>
                </a:lnTo>
                <a:lnTo>
                  <a:pt x="363312" y="467150"/>
                </a:lnTo>
                <a:lnTo>
                  <a:pt x="359626" y="473730"/>
                </a:lnTo>
                <a:lnTo>
                  <a:pt x="356404" y="480309"/>
                </a:lnTo>
                <a:lnTo>
                  <a:pt x="353742" y="486889"/>
                </a:lnTo>
                <a:lnTo>
                  <a:pt x="351675" y="493468"/>
                </a:lnTo>
                <a:lnTo>
                  <a:pt x="350196" y="500048"/>
                </a:lnTo>
                <a:lnTo>
                  <a:pt x="349272" y="506627"/>
                </a:lnTo>
                <a:lnTo>
                  <a:pt x="348857" y="513207"/>
                </a:lnTo>
                <a:lnTo>
                  <a:pt x="348894" y="519787"/>
                </a:lnTo>
                <a:lnTo>
                  <a:pt x="349319" y="526366"/>
                </a:lnTo>
                <a:lnTo>
                  <a:pt x="350056" y="532946"/>
                </a:lnTo>
                <a:lnTo>
                  <a:pt x="351018" y="539525"/>
                </a:lnTo>
                <a:lnTo>
                  <a:pt x="352111" y="546105"/>
                </a:lnTo>
                <a:lnTo>
                  <a:pt x="353242" y="552685"/>
                </a:lnTo>
                <a:lnTo>
                  <a:pt x="354324" y="559264"/>
                </a:lnTo>
                <a:lnTo>
                  <a:pt x="355294" y="565844"/>
                </a:lnTo>
                <a:lnTo>
                  <a:pt x="356111" y="572423"/>
                </a:lnTo>
                <a:lnTo>
                  <a:pt x="356763" y="579003"/>
                </a:lnTo>
                <a:lnTo>
                  <a:pt x="357255" y="585582"/>
                </a:lnTo>
                <a:lnTo>
                  <a:pt x="357604" y="592162"/>
                </a:lnTo>
                <a:lnTo>
                  <a:pt x="357823" y="598742"/>
                </a:lnTo>
                <a:lnTo>
                  <a:pt x="357913" y="605321"/>
                </a:lnTo>
                <a:lnTo>
                  <a:pt x="357860" y="611901"/>
                </a:lnTo>
                <a:lnTo>
                  <a:pt x="357632" y="618480"/>
                </a:lnTo>
                <a:lnTo>
                  <a:pt x="357195" y="625060"/>
                </a:lnTo>
                <a:lnTo>
                  <a:pt x="356517" y="631639"/>
                </a:lnTo>
                <a:lnTo>
                  <a:pt x="355582" y="638219"/>
                </a:lnTo>
                <a:lnTo>
                  <a:pt x="354401" y="644799"/>
                </a:lnTo>
                <a:lnTo>
                  <a:pt x="353013" y="651378"/>
                </a:lnTo>
                <a:lnTo>
                  <a:pt x="351483" y="657958"/>
                </a:lnTo>
                <a:lnTo>
                  <a:pt x="349898" y="664537"/>
                </a:lnTo>
                <a:lnTo>
                  <a:pt x="348353" y="671117"/>
                </a:lnTo>
                <a:lnTo>
                  <a:pt x="346941" y="677697"/>
                </a:lnTo>
                <a:lnTo>
                  <a:pt x="345739" y="684276"/>
                </a:lnTo>
                <a:lnTo>
                  <a:pt x="344804" y="690856"/>
                </a:lnTo>
                <a:lnTo>
                  <a:pt x="344163" y="697435"/>
                </a:lnTo>
                <a:lnTo>
                  <a:pt x="343818" y="704015"/>
                </a:lnTo>
                <a:lnTo>
                  <a:pt x="343743" y="710594"/>
                </a:lnTo>
                <a:lnTo>
                  <a:pt x="343901" y="717174"/>
                </a:lnTo>
                <a:lnTo>
                  <a:pt x="344243" y="723754"/>
                </a:lnTo>
                <a:lnTo>
                  <a:pt x="344731" y="730333"/>
                </a:lnTo>
                <a:lnTo>
                  <a:pt x="345339" y="736913"/>
                </a:lnTo>
                <a:lnTo>
                  <a:pt x="346076" y="743492"/>
                </a:lnTo>
                <a:lnTo>
                  <a:pt x="346983" y="750072"/>
                </a:lnTo>
                <a:lnTo>
                  <a:pt x="348147" y="756651"/>
                </a:lnTo>
                <a:lnTo>
                  <a:pt x="349694" y="763231"/>
                </a:lnTo>
                <a:lnTo>
                  <a:pt x="351784" y="769811"/>
                </a:lnTo>
                <a:lnTo>
                  <a:pt x="354590" y="776390"/>
                </a:lnTo>
                <a:lnTo>
                  <a:pt x="358274" y="782970"/>
                </a:lnTo>
                <a:lnTo>
                  <a:pt x="362952" y="789549"/>
                </a:lnTo>
                <a:lnTo>
                  <a:pt x="368653" y="796129"/>
                </a:lnTo>
                <a:lnTo>
                  <a:pt x="375289" y="802708"/>
                </a:lnTo>
                <a:lnTo>
                  <a:pt x="382624" y="809288"/>
                </a:lnTo>
                <a:lnTo>
                  <a:pt x="390273" y="815868"/>
                </a:lnTo>
                <a:lnTo>
                  <a:pt x="397722" y="822447"/>
                </a:lnTo>
                <a:lnTo>
                  <a:pt x="404384" y="829027"/>
                </a:lnTo>
                <a:lnTo>
                  <a:pt x="409667" y="835606"/>
                </a:lnTo>
                <a:lnTo>
                  <a:pt x="413067" y="842186"/>
                </a:lnTo>
                <a:lnTo>
                  <a:pt x="414240" y="848766"/>
                </a:lnTo>
                <a:lnTo>
                  <a:pt x="414240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799" name="F2_precision_recall_distributions_5613">
            <a:extLst>
              <a:ext uri="{FF2B5EF4-FFF2-40B4-BE49-F238E27FC236}">
                <a16:creationId xmlns:a16="http://schemas.microsoft.com/office/drawing/2014/main" id="{F48A140F-DFCC-4D70-A883-DCA5F38EAD5A}"/>
              </a:ext>
            </a:extLst>
          </p:cNvPr>
          <p:cNvSpPr>
            <a:spLocks noGrp="1"/>
          </p:cNvSpPr>
          <p:nvPr/>
        </p:nvSpPr>
        <p:spPr>
          <a:xfrm>
            <a:off x="61358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0" name="F2_precision_recall_distributions_5614">
            <a:extLst>
              <a:ext uri="{FF2B5EF4-FFF2-40B4-BE49-F238E27FC236}">
                <a16:creationId xmlns:a16="http://schemas.microsoft.com/office/drawing/2014/main" id="{2DB30566-533F-47B5-9339-80DC83F98552}"/>
              </a:ext>
            </a:extLst>
          </p:cNvPr>
          <p:cNvSpPr>
            <a:spLocks noGrp="1"/>
          </p:cNvSpPr>
          <p:nvPr/>
        </p:nvSpPr>
        <p:spPr>
          <a:xfrm>
            <a:off x="60858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1" name="F2_precision_recall_distributions_5615">
            <a:extLst>
              <a:ext uri="{FF2B5EF4-FFF2-40B4-BE49-F238E27FC236}">
                <a16:creationId xmlns:a16="http://schemas.microsoft.com/office/drawing/2014/main" id="{DB668BC0-27E6-441E-8FAA-2DB19415F209}"/>
              </a:ext>
            </a:extLst>
          </p:cNvPr>
          <p:cNvSpPr>
            <a:spLocks noGrp="1"/>
          </p:cNvSpPr>
          <p:nvPr/>
        </p:nvSpPr>
        <p:spPr>
          <a:xfrm>
            <a:off x="61313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2" name="F2_precision_recall_distributions_5616">
            <a:extLst>
              <a:ext uri="{FF2B5EF4-FFF2-40B4-BE49-F238E27FC236}">
                <a16:creationId xmlns:a16="http://schemas.microsoft.com/office/drawing/2014/main" id="{3E25A2A4-1513-45C6-98CD-19D2F0E2C836}"/>
              </a:ext>
            </a:extLst>
          </p:cNvPr>
          <p:cNvSpPr>
            <a:spLocks noGrp="1"/>
          </p:cNvSpPr>
          <p:nvPr/>
        </p:nvSpPr>
        <p:spPr>
          <a:xfrm>
            <a:off x="6017071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3" name="F2_precision_recall_distributions_5617">
            <a:extLst>
              <a:ext uri="{FF2B5EF4-FFF2-40B4-BE49-F238E27FC236}">
                <a16:creationId xmlns:a16="http://schemas.microsoft.com/office/drawing/2014/main" id="{062D50B9-4690-4167-A01C-AA4DCFFF9391}"/>
              </a:ext>
            </a:extLst>
          </p:cNvPr>
          <p:cNvSpPr>
            <a:spLocks noGrp="1"/>
          </p:cNvSpPr>
          <p:nvPr/>
        </p:nvSpPr>
        <p:spPr>
          <a:xfrm>
            <a:off x="5929186" y="4587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4" name="F2_precision_recall_distributions_5618">
            <a:extLst>
              <a:ext uri="{FF2B5EF4-FFF2-40B4-BE49-F238E27FC236}">
                <a16:creationId xmlns:a16="http://schemas.microsoft.com/office/drawing/2014/main" id="{B1CB2C2E-04C8-46A6-A12E-EC117C72E094}"/>
              </a:ext>
            </a:extLst>
          </p:cNvPr>
          <p:cNvSpPr>
            <a:spLocks noGrp="1"/>
          </p:cNvSpPr>
          <p:nvPr/>
        </p:nvSpPr>
        <p:spPr>
          <a:xfrm>
            <a:off x="5842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5" name="F2_precision_recall_distributions_5619">
            <a:extLst>
              <a:ext uri="{FF2B5EF4-FFF2-40B4-BE49-F238E27FC236}">
                <a16:creationId xmlns:a16="http://schemas.microsoft.com/office/drawing/2014/main" id="{0E4A5F0C-AE4F-4E27-8B19-C4F8932F45B2}"/>
              </a:ext>
            </a:extLst>
          </p:cNvPr>
          <p:cNvSpPr>
            <a:spLocks noGrp="1"/>
          </p:cNvSpPr>
          <p:nvPr/>
        </p:nvSpPr>
        <p:spPr>
          <a:xfrm>
            <a:off x="60040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6" name="F2_precision_recall_distributions_5620">
            <a:extLst>
              <a:ext uri="{FF2B5EF4-FFF2-40B4-BE49-F238E27FC236}">
                <a16:creationId xmlns:a16="http://schemas.microsoft.com/office/drawing/2014/main" id="{91A2500E-BD6D-4391-B0FF-54EDCD311E12}"/>
              </a:ext>
            </a:extLst>
          </p:cNvPr>
          <p:cNvSpPr>
            <a:spLocks noGrp="1"/>
          </p:cNvSpPr>
          <p:nvPr/>
        </p:nvSpPr>
        <p:spPr>
          <a:xfrm>
            <a:off x="613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7" name="F2_precision_recall_distributions_5621">
            <a:extLst>
              <a:ext uri="{FF2B5EF4-FFF2-40B4-BE49-F238E27FC236}">
                <a16:creationId xmlns:a16="http://schemas.microsoft.com/office/drawing/2014/main" id="{98C65814-CAC1-4813-AA74-3C2FA9642909}"/>
              </a:ext>
            </a:extLst>
          </p:cNvPr>
          <p:cNvSpPr>
            <a:spLocks noGrp="1"/>
          </p:cNvSpPr>
          <p:nvPr/>
        </p:nvSpPr>
        <p:spPr>
          <a:xfrm>
            <a:off x="5814197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8" name="F2_precision_recall_distributions_5622">
            <a:extLst>
              <a:ext uri="{FF2B5EF4-FFF2-40B4-BE49-F238E27FC236}">
                <a16:creationId xmlns:a16="http://schemas.microsoft.com/office/drawing/2014/main" id="{9FB5697C-0B2B-4757-90FC-12C475E1B14C}"/>
              </a:ext>
            </a:extLst>
          </p:cNvPr>
          <p:cNvSpPr>
            <a:spLocks noGrp="1"/>
          </p:cNvSpPr>
          <p:nvPr/>
        </p:nvSpPr>
        <p:spPr>
          <a:xfrm>
            <a:off x="60149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9" name="F2_precision_recall_distributions_5623">
            <a:extLst>
              <a:ext uri="{FF2B5EF4-FFF2-40B4-BE49-F238E27FC236}">
                <a16:creationId xmlns:a16="http://schemas.microsoft.com/office/drawing/2014/main" id="{9F2C94F0-DDC8-4693-8605-92BB0B8EA9EE}"/>
              </a:ext>
            </a:extLst>
          </p:cNvPr>
          <p:cNvSpPr>
            <a:spLocks noGrp="1"/>
          </p:cNvSpPr>
          <p:nvPr/>
        </p:nvSpPr>
        <p:spPr>
          <a:xfrm>
            <a:off x="5985989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0" name="F2_precision_recall_distributions_5624">
            <a:extLst>
              <a:ext uri="{FF2B5EF4-FFF2-40B4-BE49-F238E27FC236}">
                <a16:creationId xmlns:a16="http://schemas.microsoft.com/office/drawing/2014/main" id="{3E67475F-DFF1-4BC2-A32B-53ACB76EF9CE}"/>
              </a:ext>
            </a:extLst>
          </p:cNvPr>
          <p:cNvSpPr>
            <a:spLocks noGrp="1"/>
          </p:cNvSpPr>
          <p:nvPr/>
        </p:nvSpPr>
        <p:spPr>
          <a:xfrm>
            <a:off x="589706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1" name="F2_precision_recall_distributions_5625">
            <a:extLst>
              <a:ext uri="{FF2B5EF4-FFF2-40B4-BE49-F238E27FC236}">
                <a16:creationId xmlns:a16="http://schemas.microsoft.com/office/drawing/2014/main" id="{92FF63D7-B998-47CC-86E3-59D4D35ABA46}"/>
              </a:ext>
            </a:extLst>
          </p:cNvPr>
          <p:cNvSpPr>
            <a:spLocks noGrp="1"/>
          </p:cNvSpPr>
          <p:nvPr/>
        </p:nvSpPr>
        <p:spPr>
          <a:xfrm>
            <a:off x="605972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2" name="F2_precision_recall_distributions_5626">
            <a:extLst>
              <a:ext uri="{FF2B5EF4-FFF2-40B4-BE49-F238E27FC236}">
                <a16:creationId xmlns:a16="http://schemas.microsoft.com/office/drawing/2014/main" id="{5AD80EC1-C51B-4E40-B41C-0570D573D233}"/>
              </a:ext>
            </a:extLst>
          </p:cNvPr>
          <p:cNvSpPr>
            <a:spLocks noGrp="1"/>
          </p:cNvSpPr>
          <p:nvPr/>
        </p:nvSpPr>
        <p:spPr>
          <a:xfrm>
            <a:off x="6013373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3" name="F2_precision_recall_distributions_5627">
            <a:extLst>
              <a:ext uri="{FF2B5EF4-FFF2-40B4-BE49-F238E27FC236}">
                <a16:creationId xmlns:a16="http://schemas.microsoft.com/office/drawing/2014/main" id="{1B83EEE7-C415-43A8-B64F-9DD36EB1AA99}"/>
              </a:ext>
            </a:extLst>
          </p:cNvPr>
          <p:cNvSpPr>
            <a:spLocks noGrp="1"/>
          </p:cNvSpPr>
          <p:nvPr/>
        </p:nvSpPr>
        <p:spPr>
          <a:xfrm>
            <a:off x="613946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4" name="F2_precision_recall_distributions_5628">
            <a:extLst>
              <a:ext uri="{FF2B5EF4-FFF2-40B4-BE49-F238E27FC236}">
                <a16:creationId xmlns:a16="http://schemas.microsoft.com/office/drawing/2014/main" id="{F034D09E-8B0F-472F-9144-461063DF7C2A}"/>
              </a:ext>
            </a:extLst>
          </p:cNvPr>
          <p:cNvSpPr>
            <a:spLocks noGrp="1"/>
          </p:cNvSpPr>
          <p:nvPr/>
        </p:nvSpPr>
        <p:spPr>
          <a:xfrm>
            <a:off x="609156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5" name="F2_precision_recall_distributions_5629">
            <a:extLst>
              <a:ext uri="{FF2B5EF4-FFF2-40B4-BE49-F238E27FC236}">
                <a16:creationId xmlns:a16="http://schemas.microsoft.com/office/drawing/2014/main" id="{9446E422-23CF-418A-B41B-954E94FFA7C2}"/>
              </a:ext>
            </a:extLst>
          </p:cNvPr>
          <p:cNvSpPr>
            <a:spLocks noGrp="1"/>
          </p:cNvSpPr>
          <p:nvPr/>
        </p:nvSpPr>
        <p:spPr>
          <a:xfrm>
            <a:off x="594728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6" name="F2_precision_recall_distributions_5630">
            <a:extLst>
              <a:ext uri="{FF2B5EF4-FFF2-40B4-BE49-F238E27FC236}">
                <a16:creationId xmlns:a16="http://schemas.microsoft.com/office/drawing/2014/main" id="{299DA783-B8B8-4F65-843E-1DF5F51773EF}"/>
              </a:ext>
            </a:extLst>
          </p:cNvPr>
          <p:cNvSpPr>
            <a:spLocks noGrp="1"/>
          </p:cNvSpPr>
          <p:nvPr/>
        </p:nvSpPr>
        <p:spPr>
          <a:xfrm>
            <a:off x="60706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7" name="F2_precision_recall_distributions_5631">
            <a:extLst>
              <a:ext uri="{FF2B5EF4-FFF2-40B4-BE49-F238E27FC236}">
                <a16:creationId xmlns:a16="http://schemas.microsoft.com/office/drawing/2014/main" id="{F5C3AE5F-AEFE-4AF9-8FE5-2CF97081ADDE}"/>
              </a:ext>
            </a:extLst>
          </p:cNvPr>
          <p:cNvSpPr>
            <a:spLocks noGrp="1"/>
          </p:cNvSpPr>
          <p:nvPr/>
        </p:nvSpPr>
        <p:spPr>
          <a:xfrm>
            <a:off x="58433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8" name="F2_precision_recall_distributions_5632">
            <a:extLst>
              <a:ext uri="{FF2B5EF4-FFF2-40B4-BE49-F238E27FC236}">
                <a16:creationId xmlns:a16="http://schemas.microsoft.com/office/drawing/2014/main" id="{05E30E91-A9DB-4702-B4DC-650C66346AF2}"/>
              </a:ext>
            </a:extLst>
          </p:cNvPr>
          <p:cNvSpPr>
            <a:spLocks noGrp="1"/>
          </p:cNvSpPr>
          <p:nvPr/>
        </p:nvSpPr>
        <p:spPr>
          <a:xfrm>
            <a:off x="60156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9" name="F2_precision_recall_distributions_5633">
            <a:extLst>
              <a:ext uri="{FF2B5EF4-FFF2-40B4-BE49-F238E27FC236}">
                <a16:creationId xmlns:a16="http://schemas.microsoft.com/office/drawing/2014/main" id="{946EE48E-3AB5-44D3-A992-907B6D58FBF8}"/>
              </a:ext>
            </a:extLst>
          </p:cNvPr>
          <p:cNvSpPr>
            <a:spLocks noGrp="1"/>
          </p:cNvSpPr>
          <p:nvPr/>
        </p:nvSpPr>
        <p:spPr>
          <a:xfrm>
            <a:off x="5953077" y="45599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0" name="F2_precision_recall_distributions_5634">
            <a:extLst>
              <a:ext uri="{FF2B5EF4-FFF2-40B4-BE49-F238E27FC236}">
                <a16:creationId xmlns:a16="http://schemas.microsoft.com/office/drawing/2014/main" id="{7B76510E-3ACE-4493-A7F7-EA506AB4AF01}"/>
              </a:ext>
            </a:extLst>
          </p:cNvPr>
          <p:cNvSpPr>
            <a:spLocks noGrp="1"/>
          </p:cNvSpPr>
          <p:nvPr/>
        </p:nvSpPr>
        <p:spPr>
          <a:xfrm>
            <a:off x="61180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1" name="F2_precision_recall_distributions_5635">
            <a:extLst>
              <a:ext uri="{FF2B5EF4-FFF2-40B4-BE49-F238E27FC236}">
                <a16:creationId xmlns:a16="http://schemas.microsoft.com/office/drawing/2014/main" id="{C25B505D-5FF7-4610-809E-9FD4B8CE08F3}"/>
              </a:ext>
            </a:extLst>
          </p:cNvPr>
          <p:cNvSpPr>
            <a:spLocks noGrp="1"/>
          </p:cNvSpPr>
          <p:nvPr/>
        </p:nvSpPr>
        <p:spPr>
          <a:xfrm>
            <a:off x="5994027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2" name="F2_precision_recall_distributions_5636">
            <a:extLst>
              <a:ext uri="{FF2B5EF4-FFF2-40B4-BE49-F238E27FC236}">
                <a16:creationId xmlns:a16="http://schemas.microsoft.com/office/drawing/2014/main" id="{99B7BB33-7346-472D-9575-B07E412F6FAB}"/>
              </a:ext>
            </a:extLst>
          </p:cNvPr>
          <p:cNvSpPr>
            <a:spLocks noGrp="1"/>
          </p:cNvSpPr>
          <p:nvPr/>
        </p:nvSpPr>
        <p:spPr>
          <a:xfrm>
            <a:off x="5867793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3" name="F2_precision_recall_distributions_5637">
            <a:extLst>
              <a:ext uri="{FF2B5EF4-FFF2-40B4-BE49-F238E27FC236}">
                <a16:creationId xmlns:a16="http://schemas.microsoft.com/office/drawing/2014/main" id="{6908077E-A5B7-4030-A51E-EF20292B21D9}"/>
              </a:ext>
            </a:extLst>
          </p:cNvPr>
          <p:cNvSpPr>
            <a:spLocks noGrp="1"/>
          </p:cNvSpPr>
          <p:nvPr/>
        </p:nvSpPr>
        <p:spPr>
          <a:xfrm>
            <a:off x="5911140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4" name="F2_precision_recall_distributions_5638">
            <a:extLst>
              <a:ext uri="{FF2B5EF4-FFF2-40B4-BE49-F238E27FC236}">
                <a16:creationId xmlns:a16="http://schemas.microsoft.com/office/drawing/2014/main" id="{12766FD2-53E9-48CE-BE7C-B11522C6D5AE}"/>
              </a:ext>
            </a:extLst>
          </p:cNvPr>
          <p:cNvSpPr>
            <a:spLocks noGrp="1"/>
          </p:cNvSpPr>
          <p:nvPr/>
        </p:nvSpPr>
        <p:spPr>
          <a:xfrm>
            <a:off x="598209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5" name="F2_precision_recall_distributions_5639">
            <a:extLst>
              <a:ext uri="{FF2B5EF4-FFF2-40B4-BE49-F238E27FC236}">
                <a16:creationId xmlns:a16="http://schemas.microsoft.com/office/drawing/2014/main" id="{1A2E9C04-5730-4DD1-B891-AD312D590B91}"/>
              </a:ext>
            </a:extLst>
          </p:cNvPr>
          <p:cNvSpPr>
            <a:spLocks noGrp="1"/>
          </p:cNvSpPr>
          <p:nvPr/>
        </p:nvSpPr>
        <p:spPr>
          <a:xfrm>
            <a:off x="615472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6" name="F2_precision_recall_distributions_5640">
            <a:extLst>
              <a:ext uri="{FF2B5EF4-FFF2-40B4-BE49-F238E27FC236}">
                <a16:creationId xmlns:a16="http://schemas.microsoft.com/office/drawing/2014/main" id="{659E0FEA-9CAD-4478-B469-887E8AA310A7}"/>
              </a:ext>
            </a:extLst>
          </p:cNvPr>
          <p:cNvSpPr>
            <a:spLocks noGrp="1"/>
          </p:cNvSpPr>
          <p:nvPr/>
        </p:nvSpPr>
        <p:spPr>
          <a:xfrm>
            <a:off x="6060905" y="48501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7" name="F2_precision_recall_distributions_5641">
            <a:extLst>
              <a:ext uri="{FF2B5EF4-FFF2-40B4-BE49-F238E27FC236}">
                <a16:creationId xmlns:a16="http://schemas.microsoft.com/office/drawing/2014/main" id="{C4CCD7CE-5C55-494F-AEE4-6A3E37011F16}"/>
              </a:ext>
            </a:extLst>
          </p:cNvPr>
          <p:cNvSpPr>
            <a:spLocks noGrp="1"/>
          </p:cNvSpPr>
          <p:nvPr/>
        </p:nvSpPr>
        <p:spPr>
          <a:xfrm>
            <a:off x="6157315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8" name="F2_precision_recall_distributions_5642">
            <a:extLst>
              <a:ext uri="{FF2B5EF4-FFF2-40B4-BE49-F238E27FC236}">
                <a16:creationId xmlns:a16="http://schemas.microsoft.com/office/drawing/2014/main" id="{62402697-C3DE-43FF-B37E-3B3B3BA22A94}"/>
              </a:ext>
            </a:extLst>
          </p:cNvPr>
          <p:cNvSpPr>
            <a:spLocks noGrp="1"/>
          </p:cNvSpPr>
          <p:nvPr/>
        </p:nvSpPr>
        <p:spPr>
          <a:xfrm>
            <a:off x="605457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9" name="F2_precision_recall_distributions_5643">
            <a:extLst>
              <a:ext uri="{FF2B5EF4-FFF2-40B4-BE49-F238E27FC236}">
                <a16:creationId xmlns:a16="http://schemas.microsoft.com/office/drawing/2014/main" id="{B7FC2E62-17D1-4E8E-AABD-EDE330D0191B}"/>
              </a:ext>
            </a:extLst>
          </p:cNvPr>
          <p:cNvSpPr>
            <a:spLocks noGrp="1"/>
          </p:cNvSpPr>
          <p:nvPr/>
        </p:nvSpPr>
        <p:spPr>
          <a:xfrm>
            <a:off x="59240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0" name="F2_precision_recall_distributions_5644">
            <a:extLst>
              <a:ext uri="{FF2B5EF4-FFF2-40B4-BE49-F238E27FC236}">
                <a16:creationId xmlns:a16="http://schemas.microsoft.com/office/drawing/2014/main" id="{0897A25C-79AE-4074-80C9-5A53384E807C}"/>
              </a:ext>
            </a:extLst>
          </p:cNvPr>
          <p:cNvSpPr>
            <a:spLocks noGrp="1"/>
          </p:cNvSpPr>
          <p:nvPr/>
        </p:nvSpPr>
        <p:spPr>
          <a:xfrm>
            <a:off x="5880033" y="4686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1" name="F2_precision_recall_distributions_5645">
            <a:extLst>
              <a:ext uri="{FF2B5EF4-FFF2-40B4-BE49-F238E27FC236}">
                <a16:creationId xmlns:a16="http://schemas.microsoft.com/office/drawing/2014/main" id="{F3C1B15C-D195-48C0-87E1-AAEDB134DD5F}"/>
              </a:ext>
            </a:extLst>
          </p:cNvPr>
          <p:cNvSpPr>
            <a:spLocks noGrp="1"/>
          </p:cNvSpPr>
          <p:nvPr/>
        </p:nvSpPr>
        <p:spPr>
          <a:xfrm>
            <a:off x="587384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2" name="F2_precision_recall_distributions_5646">
            <a:extLst>
              <a:ext uri="{FF2B5EF4-FFF2-40B4-BE49-F238E27FC236}">
                <a16:creationId xmlns:a16="http://schemas.microsoft.com/office/drawing/2014/main" id="{D6497577-031F-4FB0-8C1C-459194043B68}"/>
              </a:ext>
            </a:extLst>
          </p:cNvPr>
          <p:cNvSpPr>
            <a:spLocks noGrp="1"/>
          </p:cNvSpPr>
          <p:nvPr/>
        </p:nvSpPr>
        <p:spPr>
          <a:xfrm>
            <a:off x="58376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3" name="F2_precision_recall_distributions_5647">
            <a:extLst>
              <a:ext uri="{FF2B5EF4-FFF2-40B4-BE49-F238E27FC236}">
                <a16:creationId xmlns:a16="http://schemas.microsoft.com/office/drawing/2014/main" id="{12BDAA62-DC7E-4B37-8D93-0CDA0A97E081}"/>
              </a:ext>
            </a:extLst>
          </p:cNvPr>
          <p:cNvSpPr>
            <a:spLocks noGrp="1"/>
          </p:cNvSpPr>
          <p:nvPr/>
        </p:nvSpPr>
        <p:spPr>
          <a:xfrm>
            <a:off x="60421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4" name="F2_precision_recall_distributions_5648">
            <a:extLst>
              <a:ext uri="{FF2B5EF4-FFF2-40B4-BE49-F238E27FC236}">
                <a16:creationId xmlns:a16="http://schemas.microsoft.com/office/drawing/2014/main" id="{BD7D20D8-E3BA-43AF-9432-E2FF8D518061}"/>
              </a:ext>
            </a:extLst>
          </p:cNvPr>
          <p:cNvSpPr>
            <a:spLocks noGrp="1"/>
          </p:cNvSpPr>
          <p:nvPr/>
        </p:nvSpPr>
        <p:spPr>
          <a:xfrm>
            <a:off x="58061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5" name="F2_precision_recall_distributions_5649">
            <a:extLst>
              <a:ext uri="{FF2B5EF4-FFF2-40B4-BE49-F238E27FC236}">
                <a16:creationId xmlns:a16="http://schemas.microsoft.com/office/drawing/2014/main" id="{3F58152B-38BF-4948-B8C0-5C38E2ED356C}"/>
              </a:ext>
            </a:extLst>
          </p:cNvPr>
          <p:cNvSpPr>
            <a:spLocks noGrp="1"/>
          </p:cNvSpPr>
          <p:nvPr/>
        </p:nvSpPr>
        <p:spPr>
          <a:xfrm>
            <a:off x="60605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6" name="F2_precision_recall_distributions_5650">
            <a:extLst>
              <a:ext uri="{FF2B5EF4-FFF2-40B4-BE49-F238E27FC236}">
                <a16:creationId xmlns:a16="http://schemas.microsoft.com/office/drawing/2014/main" id="{51DE2F56-B37F-469A-8D69-75DDD0D53E84}"/>
              </a:ext>
            </a:extLst>
          </p:cNvPr>
          <p:cNvSpPr>
            <a:spLocks noGrp="1"/>
          </p:cNvSpPr>
          <p:nvPr/>
        </p:nvSpPr>
        <p:spPr>
          <a:xfrm>
            <a:off x="59799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7" name="F2_precision_recall_distributions_5651">
            <a:extLst>
              <a:ext uri="{FF2B5EF4-FFF2-40B4-BE49-F238E27FC236}">
                <a16:creationId xmlns:a16="http://schemas.microsoft.com/office/drawing/2014/main" id="{CD6E8D73-1C3F-4C64-BE87-E8A03102CBF7}"/>
              </a:ext>
            </a:extLst>
          </p:cNvPr>
          <p:cNvSpPr>
            <a:spLocks noGrp="1"/>
          </p:cNvSpPr>
          <p:nvPr/>
        </p:nvSpPr>
        <p:spPr>
          <a:xfrm>
            <a:off x="58180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8" name="F2_precision_recall_distributions_5652">
            <a:extLst>
              <a:ext uri="{FF2B5EF4-FFF2-40B4-BE49-F238E27FC236}">
                <a16:creationId xmlns:a16="http://schemas.microsoft.com/office/drawing/2014/main" id="{75F74793-593E-4E87-B31D-27EE402E93DB}"/>
              </a:ext>
            </a:extLst>
          </p:cNvPr>
          <p:cNvSpPr>
            <a:spLocks noGrp="1"/>
          </p:cNvSpPr>
          <p:nvPr/>
        </p:nvSpPr>
        <p:spPr>
          <a:xfrm>
            <a:off x="6131506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9" name="F2_precision_recall_distributions_5653">
            <a:extLst>
              <a:ext uri="{FF2B5EF4-FFF2-40B4-BE49-F238E27FC236}">
                <a16:creationId xmlns:a16="http://schemas.microsoft.com/office/drawing/2014/main" id="{0D294DD9-B66E-4F59-93D4-30712B0D7CA2}"/>
              </a:ext>
            </a:extLst>
          </p:cNvPr>
          <p:cNvSpPr>
            <a:spLocks noGrp="1"/>
          </p:cNvSpPr>
          <p:nvPr/>
        </p:nvSpPr>
        <p:spPr>
          <a:xfrm>
            <a:off x="580833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0" name="F2_precision_recall_distributions_5654">
            <a:extLst>
              <a:ext uri="{FF2B5EF4-FFF2-40B4-BE49-F238E27FC236}">
                <a16:creationId xmlns:a16="http://schemas.microsoft.com/office/drawing/2014/main" id="{3CD1C87C-D46A-44F0-B2D4-34014B94224A}"/>
              </a:ext>
            </a:extLst>
          </p:cNvPr>
          <p:cNvSpPr>
            <a:spLocks noGrp="1"/>
          </p:cNvSpPr>
          <p:nvPr/>
        </p:nvSpPr>
        <p:spPr>
          <a:xfrm>
            <a:off x="60324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1" name="F2_precision_recall_distributions_5655">
            <a:extLst>
              <a:ext uri="{FF2B5EF4-FFF2-40B4-BE49-F238E27FC236}">
                <a16:creationId xmlns:a16="http://schemas.microsoft.com/office/drawing/2014/main" id="{5F90E739-B362-4EB8-A234-3529326E7C4E}"/>
              </a:ext>
            </a:extLst>
          </p:cNvPr>
          <p:cNvSpPr>
            <a:spLocks noGrp="1"/>
          </p:cNvSpPr>
          <p:nvPr/>
        </p:nvSpPr>
        <p:spPr>
          <a:xfrm>
            <a:off x="59171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2" name="F2_precision_recall_distributions_5656">
            <a:extLst>
              <a:ext uri="{FF2B5EF4-FFF2-40B4-BE49-F238E27FC236}">
                <a16:creationId xmlns:a16="http://schemas.microsoft.com/office/drawing/2014/main" id="{1C4457F8-26D6-4702-AA13-1AAF685C3B3E}"/>
              </a:ext>
            </a:extLst>
          </p:cNvPr>
          <p:cNvSpPr>
            <a:spLocks noGrp="1"/>
          </p:cNvSpPr>
          <p:nvPr/>
        </p:nvSpPr>
        <p:spPr>
          <a:xfrm>
            <a:off x="59256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3" name="F2_precision_recall_distributions_5657">
            <a:extLst>
              <a:ext uri="{FF2B5EF4-FFF2-40B4-BE49-F238E27FC236}">
                <a16:creationId xmlns:a16="http://schemas.microsoft.com/office/drawing/2014/main" id="{5D660756-555C-455D-A9E7-4D3285AC6C62}"/>
              </a:ext>
            </a:extLst>
          </p:cNvPr>
          <p:cNvSpPr>
            <a:spLocks noGrp="1"/>
          </p:cNvSpPr>
          <p:nvPr/>
        </p:nvSpPr>
        <p:spPr>
          <a:xfrm>
            <a:off x="604018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4" name="F2_precision_recall_distributions_5658">
            <a:extLst>
              <a:ext uri="{FF2B5EF4-FFF2-40B4-BE49-F238E27FC236}">
                <a16:creationId xmlns:a16="http://schemas.microsoft.com/office/drawing/2014/main" id="{BE88DBC7-486D-45F4-9A5F-9A3FF393C568}"/>
              </a:ext>
            </a:extLst>
          </p:cNvPr>
          <p:cNvSpPr>
            <a:spLocks noGrp="1"/>
          </p:cNvSpPr>
          <p:nvPr/>
        </p:nvSpPr>
        <p:spPr>
          <a:xfrm>
            <a:off x="58377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5" name="F2_precision_recall_distributions_5659">
            <a:extLst>
              <a:ext uri="{FF2B5EF4-FFF2-40B4-BE49-F238E27FC236}">
                <a16:creationId xmlns:a16="http://schemas.microsoft.com/office/drawing/2014/main" id="{0B6CE30A-3287-4827-A94E-09D7FE86A9A2}"/>
              </a:ext>
            </a:extLst>
          </p:cNvPr>
          <p:cNvSpPr>
            <a:spLocks noGrp="1"/>
          </p:cNvSpPr>
          <p:nvPr/>
        </p:nvSpPr>
        <p:spPr>
          <a:xfrm>
            <a:off x="60311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6" name="F2_precision_recall_distributions_5660">
            <a:extLst>
              <a:ext uri="{FF2B5EF4-FFF2-40B4-BE49-F238E27FC236}">
                <a16:creationId xmlns:a16="http://schemas.microsoft.com/office/drawing/2014/main" id="{6A5C1D87-4260-44DD-B513-7D7EFBD238E4}"/>
              </a:ext>
            </a:extLst>
          </p:cNvPr>
          <p:cNvSpPr>
            <a:spLocks noGrp="1"/>
          </p:cNvSpPr>
          <p:nvPr/>
        </p:nvSpPr>
        <p:spPr>
          <a:xfrm>
            <a:off x="5989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7" name="F2_precision_recall_distributions_5661">
            <a:extLst>
              <a:ext uri="{FF2B5EF4-FFF2-40B4-BE49-F238E27FC236}">
                <a16:creationId xmlns:a16="http://schemas.microsoft.com/office/drawing/2014/main" id="{0015AFAE-977A-40FE-9E3D-CACF88F281E0}"/>
              </a:ext>
            </a:extLst>
          </p:cNvPr>
          <p:cNvSpPr>
            <a:spLocks noGrp="1"/>
          </p:cNvSpPr>
          <p:nvPr/>
        </p:nvSpPr>
        <p:spPr>
          <a:xfrm>
            <a:off x="615013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8" name="F2_precision_recall_distributions_5662">
            <a:extLst>
              <a:ext uri="{FF2B5EF4-FFF2-40B4-BE49-F238E27FC236}">
                <a16:creationId xmlns:a16="http://schemas.microsoft.com/office/drawing/2014/main" id="{480E53EA-8BEC-459F-9D7C-EEB7FF608A55}"/>
              </a:ext>
            </a:extLst>
          </p:cNvPr>
          <p:cNvSpPr>
            <a:spLocks noGrp="1"/>
          </p:cNvSpPr>
          <p:nvPr/>
        </p:nvSpPr>
        <p:spPr>
          <a:xfrm>
            <a:off x="5870017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9" name="F2_precision_recall_distributions_5663">
            <a:extLst>
              <a:ext uri="{FF2B5EF4-FFF2-40B4-BE49-F238E27FC236}">
                <a16:creationId xmlns:a16="http://schemas.microsoft.com/office/drawing/2014/main" id="{9F75CE24-6BDD-48E9-BED5-0065902CF2F1}"/>
              </a:ext>
            </a:extLst>
          </p:cNvPr>
          <p:cNvSpPr>
            <a:spLocks noGrp="1"/>
          </p:cNvSpPr>
          <p:nvPr/>
        </p:nvSpPr>
        <p:spPr>
          <a:xfrm>
            <a:off x="604446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0" name="F2_precision_recall_distributions_5664">
            <a:extLst>
              <a:ext uri="{FF2B5EF4-FFF2-40B4-BE49-F238E27FC236}">
                <a16:creationId xmlns:a16="http://schemas.microsoft.com/office/drawing/2014/main" id="{F8A5E1DF-292F-4F9D-B87F-870983F36560}"/>
              </a:ext>
            </a:extLst>
          </p:cNvPr>
          <p:cNvSpPr>
            <a:spLocks noGrp="1"/>
          </p:cNvSpPr>
          <p:nvPr/>
        </p:nvSpPr>
        <p:spPr>
          <a:xfrm>
            <a:off x="60842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1" name="F2_precision_recall_distributions_5665">
            <a:extLst>
              <a:ext uri="{FF2B5EF4-FFF2-40B4-BE49-F238E27FC236}">
                <a16:creationId xmlns:a16="http://schemas.microsoft.com/office/drawing/2014/main" id="{351B0403-DE08-4363-9E50-6B4C4A95002C}"/>
              </a:ext>
            </a:extLst>
          </p:cNvPr>
          <p:cNvSpPr>
            <a:spLocks noGrp="1"/>
          </p:cNvSpPr>
          <p:nvPr/>
        </p:nvSpPr>
        <p:spPr>
          <a:xfrm>
            <a:off x="58956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2" name="F2_precision_recall_distributions_5666">
            <a:extLst>
              <a:ext uri="{FF2B5EF4-FFF2-40B4-BE49-F238E27FC236}">
                <a16:creationId xmlns:a16="http://schemas.microsoft.com/office/drawing/2014/main" id="{5A269FA9-1D81-4E8D-8330-A0B45E4EC7CE}"/>
              </a:ext>
            </a:extLst>
          </p:cNvPr>
          <p:cNvSpPr>
            <a:spLocks noGrp="1"/>
          </p:cNvSpPr>
          <p:nvPr/>
        </p:nvSpPr>
        <p:spPr>
          <a:xfrm>
            <a:off x="6147180" y="44398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3" name="F2_precision_recall_distributions_5667">
            <a:extLst>
              <a:ext uri="{FF2B5EF4-FFF2-40B4-BE49-F238E27FC236}">
                <a16:creationId xmlns:a16="http://schemas.microsoft.com/office/drawing/2014/main" id="{41B877C1-F0A4-4D0A-95E7-50ED0B96B624}"/>
              </a:ext>
            </a:extLst>
          </p:cNvPr>
          <p:cNvSpPr>
            <a:spLocks noGrp="1"/>
          </p:cNvSpPr>
          <p:nvPr/>
        </p:nvSpPr>
        <p:spPr>
          <a:xfrm>
            <a:off x="6025607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4" name="F2_precision_recall_distributions_5668">
            <a:extLst>
              <a:ext uri="{FF2B5EF4-FFF2-40B4-BE49-F238E27FC236}">
                <a16:creationId xmlns:a16="http://schemas.microsoft.com/office/drawing/2014/main" id="{9041A1C1-7A2E-460C-A2B5-5FA769213FC6}"/>
              </a:ext>
            </a:extLst>
          </p:cNvPr>
          <p:cNvSpPr>
            <a:spLocks noGrp="1"/>
          </p:cNvSpPr>
          <p:nvPr/>
        </p:nvSpPr>
        <p:spPr>
          <a:xfrm>
            <a:off x="59173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5" name="F2_precision_recall_distributions_5669">
            <a:extLst>
              <a:ext uri="{FF2B5EF4-FFF2-40B4-BE49-F238E27FC236}">
                <a16:creationId xmlns:a16="http://schemas.microsoft.com/office/drawing/2014/main" id="{FD371D0F-2E4D-4ECE-B0FF-B802130A049B}"/>
              </a:ext>
            </a:extLst>
          </p:cNvPr>
          <p:cNvSpPr>
            <a:spLocks noGrp="1"/>
          </p:cNvSpPr>
          <p:nvPr/>
        </p:nvSpPr>
        <p:spPr>
          <a:xfrm>
            <a:off x="6051888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6" name="F2_precision_recall_distributions_5670">
            <a:extLst>
              <a:ext uri="{FF2B5EF4-FFF2-40B4-BE49-F238E27FC236}">
                <a16:creationId xmlns:a16="http://schemas.microsoft.com/office/drawing/2014/main" id="{40A99774-3E32-485A-9854-E485EFBD4CB3}"/>
              </a:ext>
            </a:extLst>
          </p:cNvPr>
          <p:cNvSpPr>
            <a:spLocks noGrp="1"/>
          </p:cNvSpPr>
          <p:nvPr/>
        </p:nvSpPr>
        <p:spPr>
          <a:xfrm>
            <a:off x="597611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7" name="F2_precision_recall_distributions_5671">
            <a:extLst>
              <a:ext uri="{FF2B5EF4-FFF2-40B4-BE49-F238E27FC236}">
                <a16:creationId xmlns:a16="http://schemas.microsoft.com/office/drawing/2014/main" id="{736E2D33-E460-41AE-9132-88A1ADA30AFE}"/>
              </a:ext>
            </a:extLst>
          </p:cNvPr>
          <p:cNvSpPr>
            <a:spLocks noGrp="1"/>
          </p:cNvSpPr>
          <p:nvPr/>
        </p:nvSpPr>
        <p:spPr>
          <a:xfrm>
            <a:off x="5849904" y="50512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8" name="F2_precision_recall_distributions_5672">
            <a:extLst>
              <a:ext uri="{FF2B5EF4-FFF2-40B4-BE49-F238E27FC236}">
                <a16:creationId xmlns:a16="http://schemas.microsoft.com/office/drawing/2014/main" id="{A9642568-6139-4C4D-866C-E477902CB462}"/>
              </a:ext>
            </a:extLst>
          </p:cNvPr>
          <p:cNvSpPr>
            <a:spLocks noGrp="1"/>
          </p:cNvSpPr>
          <p:nvPr/>
        </p:nvSpPr>
        <p:spPr>
          <a:xfrm>
            <a:off x="588179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9" name="F2_precision_recall_distributions_5673">
            <a:extLst>
              <a:ext uri="{FF2B5EF4-FFF2-40B4-BE49-F238E27FC236}">
                <a16:creationId xmlns:a16="http://schemas.microsoft.com/office/drawing/2014/main" id="{C46304A6-B04A-40BA-BEF9-C5A6B6734AD4}"/>
              </a:ext>
            </a:extLst>
          </p:cNvPr>
          <p:cNvSpPr>
            <a:spLocks noGrp="1"/>
          </p:cNvSpPr>
          <p:nvPr/>
        </p:nvSpPr>
        <p:spPr>
          <a:xfrm>
            <a:off x="59568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0" name="F2_precision_recall_distributions_5674">
            <a:extLst>
              <a:ext uri="{FF2B5EF4-FFF2-40B4-BE49-F238E27FC236}">
                <a16:creationId xmlns:a16="http://schemas.microsoft.com/office/drawing/2014/main" id="{F14CDB49-06C7-4428-AA3E-F1871559E497}"/>
              </a:ext>
            </a:extLst>
          </p:cNvPr>
          <p:cNvSpPr>
            <a:spLocks noGrp="1"/>
          </p:cNvSpPr>
          <p:nvPr/>
        </p:nvSpPr>
        <p:spPr>
          <a:xfrm>
            <a:off x="61021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1" name="F2_precision_recall_distributions_5675">
            <a:extLst>
              <a:ext uri="{FF2B5EF4-FFF2-40B4-BE49-F238E27FC236}">
                <a16:creationId xmlns:a16="http://schemas.microsoft.com/office/drawing/2014/main" id="{251FA29E-C7D5-4CD6-83FC-EDCB9FCE9BDC}"/>
              </a:ext>
            </a:extLst>
          </p:cNvPr>
          <p:cNvSpPr>
            <a:spLocks noGrp="1"/>
          </p:cNvSpPr>
          <p:nvPr/>
        </p:nvSpPr>
        <p:spPr>
          <a:xfrm>
            <a:off x="59646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2" name="F2_precision_recall_distributions_5676">
            <a:extLst>
              <a:ext uri="{FF2B5EF4-FFF2-40B4-BE49-F238E27FC236}">
                <a16:creationId xmlns:a16="http://schemas.microsoft.com/office/drawing/2014/main" id="{AF913EBB-D84D-4A80-9E34-412347B155C2}"/>
              </a:ext>
            </a:extLst>
          </p:cNvPr>
          <p:cNvSpPr>
            <a:spLocks noGrp="1"/>
          </p:cNvSpPr>
          <p:nvPr/>
        </p:nvSpPr>
        <p:spPr>
          <a:xfrm>
            <a:off x="59082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3" name="F2_precision_recall_distributions_5677">
            <a:extLst>
              <a:ext uri="{FF2B5EF4-FFF2-40B4-BE49-F238E27FC236}">
                <a16:creationId xmlns:a16="http://schemas.microsoft.com/office/drawing/2014/main" id="{A7909FF3-F87F-498E-A7A2-CC0544E58DAD}"/>
              </a:ext>
            </a:extLst>
          </p:cNvPr>
          <p:cNvSpPr>
            <a:spLocks noGrp="1"/>
          </p:cNvSpPr>
          <p:nvPr/>
        </p:nvSpPr>
        <p:spPr>
          <a:xfrm>
            <a:off x="59833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4" name="F2_precision_recall_distributions_5678">
            <a:extLst>
              <a:ext uri="{FF2B5EF4-FFF2-40B4-BE49-F238E27FC236}">
                <a16:creationId xmlns:a16="http://schemas.microsoft.com/office/drawing/2014/main" id="{F81F55D5-6AAB-4E86-B174-E5BD0F8C36A2}"/>
              </a:ext>
            </a:extLst>
          </p:cNvPr>
          <p:cNvSpPr>
            <a:spLocks noGrp="1"/>
          </p:cNvSpPr>
          <p:nvPr/>
        </p:nvSpPr>
        <p:spPr>
          <a:xfrm>
            <a:off x="6097081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5" name="F2_precision_recall_distributions_5679">
            <a:extLst>
              <a:ext uri="{FF2B5EF4-FFF2-40B4-BE49-F238E27FC236}">
                <a16:creationId xmlns:a16="http://schemas.microsoft.com/office/drawing/2014/main" id="{C96C6968-696B-43D4-BA77-36005E67839E}"/>
              </a:ext>
            </a:extLst>
          </p:cNvPr>
          <p:cNvSpPr>
            <a:spLocks noGrp="1"/>
          </p:cNvSpPr>
          <p:nvPr/>
        </p:nvSpPr>
        <p:spPr>
          <a:xfrm>
            <a:off x="6056959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6" name="F2_precision_recall_distributions_5680">
            <a:extLst>
              <a:ext uri="{FF2B5EF4-FFF2-40B4-BE49-F238E27FC236}">
                <a16:creationId xmlns:a16="http://schemas.microsoft.com/office/drawing/2014/main" id="{43006F16-C2CE-44E1-8799-286D2F9F1CE3}"/>
              </a:ext>
            </a:extLst>
          </p:cNvPr>
          <p:cNvSpPr>
            <a:spLocks noGrp="1"/>
          </p:cNvSpPr>
          <p:nvPr/>
        </p:nvSpPr>
        <p:spPr>
          <a:xfrm>
            <a:off x="616049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7" name="F2_precision_recall_distributions_5681">
            <a:extLst>
              <a:ext uri="{FF2B5EF4-FFF2-40B4-BE49-F238E27FC236}">
                <a16:creationId xmlns:a16="http://schemas.microsoft.com/office/drawing/2014/main" id="{DEC42B41-440D-49AD-BFF2-C059DB41E46A}"/>
              </a:ext>
            </a:extLst>
          </p:cNvPr>
          <p:cNvSpPr>
            <a:spLocks noGrp="1"/>
          </p:cNvSpPr>
          <p:nvPr/>
        </p:nvSpPr>
        <p:spPr>
          <a:xfrm>
            <a:off x="6054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8" name="F2_precision_recall_distributions_5682">
            <a:extLst>
              <a:ext uri="{FF2B5EF4-FFF2-40B4-BE49-F238E27FC236}">
                <a16:creationId xmlns:a16="http://schemas.microsoft.com/office/drawing/2014/main" id="{D1BD93BF-024B-4151-9667-C46A4FCDBD6F}"/>
              </a:ext>
            </a:extLst>
          </p:cNvPr>
          <p:cNvSpPr>
            <a:spLocks noGrp="1"/>
          </p:cNvSpPr>
          <p:nvPr/>
        </p:nvSpPr>
        <p:spPr>
          <a:xfrm>
            <a:off x="5913316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9" name="F2_precision_recall_distributions_5683">
            <a:extLst>
              <a:ext uri="{FF2B5EF4-FFF2-40B4-BE49-F238E27FC236}">
                <a16:creationId xmlns:a16="http://schemas.microsoft.com/office/drawing/2014/main" id="{C2460E90-BA86-4F00-B4DB-A4BA3893A25B}"/>
              </a:ext>
            </a:extLst>
          </p:cNvPr>
          <p:cNvSpPr>
            <a:spLocks noGrp="1"/>
          </p:cNvSpPr>
          <p:nvPr/>
        </p:nvSpPr>
        <p:spPr>
          <a:xfrm>
            <a:off x="593754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0" name="F2_precision_recall_distributions_5684">
            <a:extLst>
              <a:ext uri="{FF2B5EF4-FFF2-40B4-BE49-F238E27FC236}">
                <a16:creationId xmlns:a16="http://schemas.microsoft.com/office/drawing/2014/main" id="{58D8B4AE-C305-4E18-91D3-4331738EB39D}"/>
              </a:ext>
            </a:extLst>
          </p:cNvPr>
          <p:cNvSpPr>
            <a:spLocks noGrp="1"/>
          </p:cNvSpPr>
          <p:nvPr/>
        </p:nvSpPr>
        <p:spPr>
          <a:xfrm>
            <a:off x="606585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1" name="F2_precision_recall_distributions_5685">
            <a:extLst>
              <a:ext uri="{FF2B5EF4-FFF2-40B4-BE49-F238E27FC236}">
                <a16:creationId xmlns:a16="http://schemas.microsoft.com/office/drawing/2014/main" id="{71F17CF4-F60D-4EF0-BBB0-A55BD9A12BE9}"/>
              </a:ext>
            </a:extLst>
          </p:cNvPr>
          <p:cNvSpPr>
            <a:spLocks noGrp="1"/>
          </p:cNvSpPr>
          <p:nvPr/>
        </p:nvSpPr>
        <p:spPr>
          <a:xfrm>
            <a:off x="591024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2" name="F2_precision_recall_distributions_5686">
            <a:extLst>
              <a:ext uri="{FF2B5EF4-FFF2-40B4-BE49-F238E27FC236}">
                <a16:creationId xmlns:a16="http://schemas.microsoft.com/office/drawing/2014/main" id="{61D8CD0F-15F0-4905-8C28-1ECC7D27FEAE}"/>
              </a:ext>
            </a:extLst>
          </p:cNvPr>
          <p:cNvSpPr>
            <a:spLocks noGrp="1"/>
          </p:cNvSpPr>
          <p:nvPr/>
        </p:nvSpPr>
        <p:spPr>
          <a:xfrm>
            <a:off x="612215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3" name="F2_precision_recall_distributions_5687">
            <a:extLst>
              <a:ext uri="{FF2B5EF4-FFF2-40B4-BE49-F238E27FC236}">
                <a16:creationId xmlns:a16="http://schemas.microsoft.com/office/drawing/2014/main" id="{843F5A16-1AF3-4998-AD71-4092A9FB95A4}"/>
              </a:ext>
            </a:extLst>
          </p:cNvPr>
          <p:cNvSpPr>
            <a:spLocks noGrp="1"/>
          </p:cNvSpPr>
          <p:nvPr/>
        </p:nvSpPr>
        <p:spPr>
          <a:xfrm>
            <a:off x="612608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4" name="F2_precision_recall_distributions_5688">
            <a:extLst>
              <a:ext uri="{FF2B5EF4-FFF2-40B4-BE49-F238E27FC236}">
                <a16:creationId xmlns:a16="http://schemas.microsoft.com/office/drawing/2014/main" id="{F66F246D-B77A-40F2-B61E-20565E8623BF}"/>
              </a:ext>
            </a:extLst>
          </p:cNvPr>
          <p:cNvSpPr>
            <a:spLocks noGrp="1"/>
          </p:cNvSpPr>
          <p:nvPr/>
        </p:nvSpPr>
        <p:spPr>
          <a:xfrm>
            <a:off x="59823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5" name="F2_precision_recall_distributions_5689">
            <a:extLst>
              <a:ext uri="{FF2B5EF4-FFF2-40B4-BE49-F238E27FC236}">
                <a16:creationId xmlns:a16="http://schemas.microsoft.com/office/drawing/2014/main" id="{D714C552-D34C-4321-887F-6A5512DE5565}"/>
              </a:ext>
            </a:extLst>
          </p:cNvPr>
          <p:cNvSpPr>
            <a:spLocks noGrp="1"/>
          </p:cNvSpPr>
          <p:nvPr/>
        </p:nvSpPr>
        <p:spPr>
          <a:xfrm>
            <a:off x="588253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6" name="F2_precision_recall_distributions_5690">
            <a:extLst>
              <a:ext uri="{FF2B5EF4-FFF2-40B4-BE49-F238E27FC236}">
                <a16:creationId xmlns:a16="http://schemas.microsoft.com/office/drawing/2014/main" id="{54C5B987-35A8-48C9-B634-DCE92D2ADAB4}"/>
              </a:ext>
            </a:extLst>
          </p:cNvPr>
          <p:cNvSpPr>
            <a:spLocks noGrp="1"/>
          </p:cNvSpPr>
          <p:nvPr/>
        </p:nvSpPr>
        <p:spPr>
          <a:xfrm>
            <a:off x="6076699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7" name="F2_precision_recall_distributions_5691">
            <a:extLst>
              <a:ext uri="{FF2B5EF4-FFF2-40B4-BE49-F238E27FC236}">
                <a16:creationId xmlns:a16="http://schemas.microsoft.com/office/drawing/2014/main" id="{F33ED2A9-2620-42D9-AF01-A213FE0ABDB9}"/>
              </a:ext>
            </a:extLst>
          </p:cNvPr>
          <p:cNvSpPr>
            <a:spLocks noGrp="1"/>
          </p:cNvSpPr>
          <p:nvPr/>
        </p:nvSpPr>
        <p:spPr>
          <a:xfrm>
            <a:off x="611908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8" name="F2_precision_recall_distributions_5692">
            <a:extLst>
              <a:ext uri="{FF2B5EF4-FFF2-40B4-BE49-F238E27FC236}">
                <a16:creationId xmlns:a16="http://schemas.microsoft.com/office/drawing/2014/main" id="{3A737676-F922-4FAC-A835-4C1F6BB5BE5F}"/>
              </a:ext>
            </a:extLst>
          </p:cNvPr>
          <p:cNvSpPr>
            <a:spLocks noGrp="1"/>
          </p:cNvSpPr>
          <p:nvPr/>
        </p:nvSpPr>
        <p:spPr>
          <a:xfrm>
            <a:off x="6077958" y="44185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9" name="F2_precision_recall_distributions_5693">
            <a:extLst>
              <a:ext uri="{FF2B5EF4-FFF2-40B4-BE49-F238E27FC236}">
                <a16:creationId xmlns:a16="http://schemas.microsoft.com/office/drawing/2014/main" id="{2DEC4E7D-F3F1-4E19-A924-7564F812863D}"/>
              </a:ext>
            </a:extLst>
          </p:cNvPr>
          <p:cNvSpPr>
            <a:spLocks noGrp="1"/>
          </p:cNvSpPr>
          <p:nvPr/>
        </p:nvSpPr>
        <p:spPr>
          <a:xfrm>
            <a:off x="59279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0" name="F2_precision_recall_distributions_5694">
            <a:extLst>
              <a:ext uri="{FF2B5EF4-FFF2-40B4-BE49-F238E27FC236}">
                <a16:creationId xmlns:a16="http://schemas.microsoft.com/office/drawing/2014/main" id="{721CF76A-E27F-4DB1-B02A-893095C9C91E}"/>
              </a:ext>
            </a:extLst>
          </p:cNvPr>
          <p:cNvSpPr>
            <a:spLocks noGrp="1"/>
          </p:cNvSpPr>
          <p:nvPr/>
        </p:nvSpPr>
        <p:spPr>
          <a:xfrm>
            <a:off x="584177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1" name="F2_precision_recall_distributions_5695">
            <a:extLst>
              <a:ext uri="{FF2B5EF4-FFF2-40B4-BE49-F238E27FC236}">
                <a16:creationId xmlns:a16="http://schemas.microsoft.com/office/drawing/2014/main" id="{4CB7DF4D-4636-47EA-AE14-3ABC797EADFD}"/>
              </a:ext>
            </a:extLst>
          </p:cNvPr>
          <p:cNvSpPr>
            <a:spLocks noGrp="1"/>
          </p:cNvSpPr>
          <p:nvPr/>
        </p:nvSpPr>
        <p:spPr>
          <a:xfrm>
            <a:off x="5955798" y="44724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2" name="F2_precision_recall_distributions_5696">
            <a:extLst>
              <a:ext uri="{FF2B5EF4-FFF2-40B4-BE49-F238E27FC236}">
                <a16:creationId xmlns:a16="http://schemas.microsoft.com/office/drawing/2014/main" id="{7286346A-A41C-463B-93E3-C68A702498D7}"/>
              </a:ext>
            </a:extLst>
          </p:cNvPr>
          <p:cNvSpPr>
            <a:spLocks noGrp="1"/>
          </p:cNvSpPr>
          <p:nvPr/>
        </p:nvSpPr>
        <p:spPr>
          <a:xfrm>
            <a:off x="59090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3" name="F2_precision_recall_distributions_5697">
            <a:extLst>
              <a:ext uri="{FF2B5EF4-FFF2-40B4-BE49-F238E27FC236}">
                <a16:creationId xmlns:a16="http://schemas.microsoft.com/office/drawing/2014/main" id="{8CB886BA-10B5-4EA5-9E83-5F56DB528290}"/>
              </a:ext>
            </a:extLst>
          </p:cNvPr>
          <p:cNvSpPr>
            <a:spLocks noGrp="1"/>
          </p:cNvSpPr>
          <p:nvPr/>
        </p:nvSpPr>
        <p:spPr>
          <a:xfrm>
            <a:off x="59043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4" name="F2_precision_recall_distributions_5698">
            <a:extLst>
              <a:ext uri="{FF2B5EF4-FFF2-40B4-BE49-F238E27FC236}">
                <a16:creationId xmlns:a16="http://schemas.microsoft.com/office/drawing/2014/main" id="{340DA36E-A4A0-4C55-8548-E471136DB6A0}"/>
              </a:ext>
            </a:extLst>
          </p:cNvPr>
          <p:cNvSpPr>
            <a:spLocks noGrp="1"/>
          </p:cNvSpPr>
          <p:nvPr/>
        </p:nvSpPr>
        <p:spPr>
          <a:xfrm>
            <a:off x="6046208" y="4980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5" name="F2_precision_recall_distributions_5699">
            <a:extLst>
              <a:ext uri="{FF2B5EF4-FFF2-40B4-BE49-F238E27FC236}">
                <a16:creationId xmlns:a16="http://schemas.microsoft.com/office/drawing/2014/main" id="{D26960D9-F193-4B78-AA12-80428F5AF0FC}"/>
              </a:ext>
            </a:extLst>
          </p:cNvPr>
          <p:cNvSpPr>
            <a:spLocks noGrp="1"/>
          </p:cNvSpPr>
          <p:nvPr/>
        </p:nvSpPr>
        <p:spPr>
          <a:xfrm>
            <a:off x="608623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6" name="F2_precision_recall_distributions_5700">
            <a:extLst>
              <a:ext uri="{FF2B5EF4-FFF2-40B4-BE49-F238E27FC236}">
                <a16:creationId xmlns:a16="http://schemas.microsoft.com/office/drawing/2014/main" id="{0CD2A2D8-F7AD-44F6-BD88-9D307C968427}"/>
              </a:ext>
            </a:extLst>
          </p:cNvPr>
          <p:cNvSpPr>
            <a:spLocks noGrp="1"/>
          </p:cNvSpPr>
          <p:nvPr/>
        </p:nvSpPr>
        <p:spPr>
          <a:xfrm>
            <a:off x="590920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7" name="F2_precision_recall_distributions_5701">
            <a:extLst>
              <a:ext uri="{FF2B5EF4-FFF2-40B4-BE49-F238E27FC236}">
                <a16:creationId xmlns:a16="http://schemas.microsoft.com/office/drawing/2014/main" id="{49BE895D-BE0C-40B5-B63B-A1C098AD5483}"/>
              </a:ext>
            </a:extLst>
          </p:cNvPr>
          <p:cNvSpPr>
            <a:spLocks noGrp="1"/>
          </p:cNvSpPr>
          <p:nvPr/>
        </p:nvSpPr>
        <p:spPr>
          <a:xfrm>
            <a:off x="598838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8" name="F2_precision_recall_distributions_5702">
            <a:extLst>
              <a:ext uri="{FF2B5EF4-FFF2-40B4-BE49-F238E27FC236}">
                <a16:creationId xmlns:a16="http://schemas.microsoft.com/office/drawing/2014/main" id="{7CEACC37-E13E-48B4-A123-D6D95CA0DF88}"/>
              </a:ext>
            </a:extLst>
          </p:cNvPr>
          <p:cNvSpPr>
            <a:spLocks noGrp="1"/>
          </p:cNvSpPr>
          <p:nvPr/>
        </p:nvSpPr>
        <p:spPr>
          <a:xfrm>
            <a:off x="61252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9" name="F2_precision_recall_distributions_5703">
            <a:extLst>
              <a:ext uri="{FF2B5EF4-FFF2-40B4-BE49-F238E27FC236}">
                <a16:creationId xmlns:a16="http://schemas.microsoft.com/office/drawing/2014/main" id="{4E277AA4-F1A7-45AE-AF3B-9211E4FFCA1F}"/>
              </a:ext>
            </a:extLst>
          </p:cNvPr>
          <p:cNvSpPr>
            <a:spLocks noGrp="1"/>
          </p:cNvSpPr>
          <p:nvPr/>
        </p:nvSpPr>
        <p:spPr>
          <a:xfrm>
            <a:off x="59930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0" name="F2_precision_recall_distributions_5704">
            <a:extLst>
              <a:ext uri="{FF2B5EF4-FFF2-40B4-BE49-F238E27FC236}">
                <a16:creationId xmlns:a16="http://schemas.microsoft.com/office/drawing/2014/main" id="{623C6B96-D5D2-41AA-8F79-98D966BDC03B}"/>
              </a:ext>
            </a:extLst>
          </p:cNvPr>
          <p:cNvSpPr>
            <a:spLocks noGrp="1"/>
          </p:cNvSpPr>
          <p:nvPr/>
        </p:nvSpPr>
        <p:spPr>
          <a:xfrm>
            <a:off x="5871605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1" name="F2_precision_recall_distributions_5705">
            <a:extLst>
              <a:ext uri="{FF2B5EF4-FFF2-40B4-BE49-F238E27FC236}">
                <a16:creationId xmlns:a16="http://schemas.microsoft.com/office/drawing/2014/main" id="{5C0D573C-BDC2-4168-848E-B54F47F4A26D}"/>
              </a:ext>
            </a:extLst>
          </p:cNvPr>
          <p:cNvSpPr>
            <a:spLocks noGrp="1"/>
          </p:cNvSpPr>
          <p:nvPr/>
        </p:nvSpPr>
        <p:spPr>
          <a:xfrm>
            <a:off x="59248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2" name="F2_precision_recall_distributions_5706">
            <a:extLst>
              <a:ext uri="{FF2B5EF4-FFF2-40B4-BE49-F238E27FC236}">
                <a16:creationId xmlns:a16="http://schemas.microsoft.com/office/drawing/2014/main" id="{5AFBF78C-3476-4B4E-A4DF-E978BE619488}"/>
              </a:ext>
            </a:extLst>
          </p:cNvPr>
          <p:cNvSpPr>
            <a:spLocks noGrp="1"/>
          </p:cNvSpPr>
          <p:nvPr/>
        </p:nvSpPr>
        <p:spPr>
          <a:xfrm>
            <a:off x="60955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3" name="F2_precision_recall_distributions_5707">
            <a:extLst>
              <a:ext uri="{FF2B5EF4-FFF2-40B4-BE49-F238E27FC236}">
                <a16:creationId xmlns:a16="http://schemas.microsoft.com/office/drawing/2014/main" id="{1AFDA6F4-CA70-403F-9399-5CC5AF5E30D0}"/>
              </a:ext>
            </a:extLst>
          </p:cNvPr>
          <p:cNvSpPr>
            <a:spLocks noGrp="1"/>
          </p:cNvSpPr>
          <p:nvPr/>
        </p:nvSpPr>
        <p:spPr>
          <a:xfrm>
            <a:off x="61586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4" name="F2_precision_recall_distributions_5708">
            <a:extLst>
              <a:ext uri="{FF2B5EF4-FFF2-40B4-BE49-F238E27FC236}">
                <a16:creationId xmlns:a16="http://schemas.microsoft.com/office/drawing/2014/main" id="{860574F0-7F7D-4477-B24D-FCD43FEFFDC9}"/>
              </a:ext>
            </a:extLst>
          </p:cNvPr>
          <p:cNvSpPr>
            <a:spLocks noGrp="1"/>
          </p:cNvSpPr>
          <p:nvPr/>
        </p:nvSpPr>
        <p:spPr>
          <a:xfrm>
            <a:off x="59437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5" name="F2_precision_recall_distributions_5709">
            <a:extLst>
              <a:ext uri="{FF2B5EF4-FFF2-40B4-BE49-F238E27FC236}">
                <a16:creationId xmlns:a16="http://schemas.microsoft.com/office/drawing/2014/main" id="{1979DAF1-9E9E-4693-BA48-9E0DEF58D89B}"/>
              </a:ext>
            </a:extLst>
          </p:cNvPr>
          <p:cNvSpPr>
            <a:spLocks noGrp="1"/>
          </p:cNvSpPr>
          <p:nvPr/>
        </p:nvSpPr>
        <p:spPr>
          <a:xfrm>
            <a:off x="61495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6" name="F2_precision_recall_distributions_5710">
            <a:extLst>
              <a:ext uri="{FF2B5EF4-FFF2-40B4-BE49-F238E27FC236}">
                <a16:creationId xmlns:a16="http://schemas.microsoft.com/office/drawing/2014/main" id="{57203CD3-B041-498F-8D2C-906CE8A20034}"/>
              </a:ext>
            </a:extLst>
          </p:cNvPr>
          <p:cNvSpPr>
            <a:spLocks noGrp="1"/>
          </p:cNvSpPr>
          <p:nvPr/>
        </p:nvSpPr>
        <p:spPr>
          <a:xfrm>
            <a:off x="6073127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7" name="F2_precision_recall_distributions_5711">
            <a:extLst>
              <a:ext uri="{FF2B5EF4-FFF2-40B4-BE49-F238E27FC236}">
                <a16:creationId xmlns:a16="http://schemas.microsoft.com/office/drawing/2014/main" id="{7B0259D4-5282-44F0-9D8F-CDDCD8A556B9}"/>
              </a:ext>
            </a:extLst>
          </p:cNvPr>
          <p:cNvSpPr>
            <a:spLocks noGrp="1"/>
          </p:cNvSpPr>
          <p:nvPr/>
        </p:nvSpPr>
        <p:spPr>
          <a:xfrm>
            <a:off x="5832844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8" name="F2_precision_recall_distributions_5712">
            <a:extLst>
              <a:ext uri="{FF2B5EF4-FFF2-40B4-BE49-F238E27FC236}">
                <a16:creationId xmlns:a16="http://schemas.microsoft.com/office/drawing/2014/main" id="{22EC1585-A279-42DA-9C3A-85AB417D68ED}"/>
              </a:ext>
            </a:extLst>
          </p:cNvPr>
          <p:cNvSpPr>
            <a:spLocks noGrp="1"/>
          </p:cNvSpPr>
          <p:nvPr/>
        </p:nvSpPr>
        <p:spPr>
          <a:xfrm>
            <a:off x="6070715" y="4414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9" name="F2_precision_recall_distributions_5713">
            <a:extLst>
              <a:ext uri="{FF2B5EF4-FFF2-40B4-BE49-F238E27FC236}">
                <a16:creationId xmlns:a16="http://schemas.microsoft.com/office/drawing/2014/main" id="{C597F243-04A3-4586-AAA4-2B325214D8B2}"/>
              </a:ext>
            </a:extLst>
          </p:cNvPr>
          <p:cNvSpPr>
            <a:spLocks noGrp="1"/>
          </p:cNvSpPr>
          <p:nvPr/>
        </p:nvSpPr>
        <p:spPr>
          <a:xfrm>
            <a:off x="60533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0" name="F2_precision_recall_distributions_5714">
            <a:extLst>
              <a:ext uri="{FF2B5EF4-FFF2-40B4-BE49-F238E27FC236}">
                <a16:creationId xmlns:a16="http://schemas.microsoft.com/office/drawing/2014/main" id="{9FDE698E-FAA2-4BAF-8851-37C967B96E76}"/>
              </a:ext>
            </a:extLst>
          </p:cNvPr>
          <p:cNvSpPr>
            <a:spLocks noGrp="1"/>
          </p:cNvSpPr>
          <p:nvPr/>
        </p:nvSpPr>
        <p:spPr>
          <a:xfrm>
            <a:off x="60499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1" name="F2_precision_recall_distributions_5715">
            <a:extLst>
              <a:ext uri="{FF2B5EF4-FFF2-40B4-BE49-F238E27FC236}">
                <a16:creationId xmlns:a16="http://schemas.microsoft.com/office/drawing/2014/main" id="{16600594-8EBD-47EB-ABBB-0B8F41EF4717}"/>
              </a:ext>
            </a:extLst>
          </p:cNvPr>
          <p:cNvSpPr>
            <a:spLocks noGrp="1"/>
          </p:cNvSpPr>
          <p:nvPr/>
        </p:nvSpPr>
        <p:spPr>
          <a:xfrm>
            <a:off x="59422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2" name="F2_precision_recall_distributions_5716">
            <a:extLst>
              <a:ext uri="{FF2B5EF4-FFF2-40B4-BE49-F238E27FC236}">
                <a16:creationId xmlns:a16="http://schemas.microsoft.com/office/drawing/2014/main" id="{2B8B6BA0-50AB-4FFF-8C98-E5987C87B0D7}"/>
              </a:ext>
            </a:extLst>
          </p:cNvPr>
          <p:cNvSpPr>
            <a:spLocks noGrp="1"/>
          </p:cNvSpPr>
          <p:nvPr/>
        </p:nvSpPr>
        <p:spPr>
          <a:xfrm>
            <a:off x="61260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3" name="F2_precision_recall_distributions_5717">
            <a:extLst>
              <a:ext uri="{FF2B5EF4-FFF2-40B4-BE49-F238E27FC236}">
                <a16:creationId xmlns:a16="http://schemas.microsoft.com/office/drawing/2014/main" id="{4F987A68-5097-48A5-B32F-1598B6CF1BE1}"/>
              </a:ext>
            </a:extLst>
          </p:cNvPr>
          <p:cNvSpPr>
            <a:spLocks noGrp="1"/>
          </p:cNvSpPr>
          <p:nvPr/>
        </p:nvSpPr>
        <p:spPr>
          <a:xfrm>
            <a:off x="59723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4" name="F2_precision_recall_distributions_5718">
            <a:extLst>
              <a:ext uri="{FF2B5EF4-FFF2-40B4-BE49-F238E27FC236}">
                <a16:creationId xmlns:a16="http://schemas.microsoft.com/office/drawing/2014/main" id="{8892BE40-C7E4-49CF-B396-517512E81F20}"/>
              </a:ext>
            </a:extLst>
          </p:cNvPr>
          <p:cNvSpPr>
            <a:spLocks noGrp="1"/>
          </p:cNvSpPr>
          <p:nvPr/>
        </p:nvSpPr>
        <p:spPr>
          <a:xfrm>
            <a:off x="61681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5" name="F2_precision_recall_distributions_5719">
            <a:extLst>
              <a:ext uri="{FF2B5EF4-FFF2-40B4-BE49-F238E27FC236}">
                <a16:creationId xmlns:a16="http://schemas.microsoft.com/office/drawing/2014/main" id="{EF88B9DC-7348-4079-BE60-3C4497CEA3CD}"/>
              </a:ext>
            </a:extLst>
          </p:cNvPr>
          <p:cNvSpPr>
            <a:spLocks noGrp="1"/>
          </p:cNvSpPr>
          <p:nvPr/>
        </p:nvSpPr>
        <p:spPr>
          <a:xfrm>
            <a:off x="597133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6" name="F2_precision_recall_distributions_5720">
            <a:extLst>
              <a:ext uri="{FF2B5EF4-FFF2-40B4-BE49-F238E27FC236}">
                <a16:creationId xmlns:a16="http://schemas.microsoft.com/office/drawing/2014/main" id="{BE50B61E-2EB0-49FC-B8BE-92E5EFC33385}"/>
              </a:ext>
            </a:extLst>
          </p:cNvPr>
          <p:cNvSpPr>
            <a:spLocks noGrp="1"/>
          </p:cNvSpPr>
          <p:nvPr/>
        </p:nvSpPr>
        <p:spPr>
          <a:xfrm>
            <a:off x="6071822" y="46118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7" name="F2_precision_recall_distributions_5721">
            <a:extLst>
              <a:ext uri="{FF2B5EF4-FFF2-40B4-BE49-F238E27FC236}">
                <a16:creationId xmlns:a16="http://schemas.microsoft.com/office/drawing/2014/main" id="{70AD3C2E-6E84-4CFC-8781-A6BFF694F44A}"/>
              </a:ext>
            </a:extLst>
          </p:cNvPr>
          <p:cNvSpPr>
            <a:spLocks noGrp="1"/>
          </p:cNvSpPr>
          <p:nvPr/>
        </p:nvSpPr>
        <p:spPr>
          <a:xfrm>
            <a:off x="58290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8" name="F2_precision_recall_distributions_5722">
            <a:extLst>
              <a:ext uri="{FF2B5EF4-FFF2-40B4-BE49-F238E27FC236}">
                <a16:creationId xmlns:a16="http://schemas.microsoft.com/office/drawing/2014/main" id="{E2EA3F20-1F00-4AFB-9407-716A00B69F71}"/>
              </a:ext>
            </a:extLst>
          </p:cNvPr>
          <p:cNvSpPr>
            <a:spLocks noGrp="1"/>
          </p:cNvSpPr>
          <p:nvPr/>
        </p:nvSpPr>
        <p:spPr>
          <a:xfrm>
            <a:off x="61539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9" name="F2_precision_recall_distributions_5723">
            <a:extLst>
              <a:ext uri="{FF2B5EF4-FFF2-40B4-BE49-F238E27FC236}">
                <a16:creationId xmlns:a16="http://schemas.microsoft.com/office/drawing/2014/main" id="{C65D1BC0-601D-4616-9FAF-45D155295226}"/>
              </a:ext>
            </a:extLst>
          </p:cNvPr>
          <p:cNvSpPr>
            <a:spLocks noGrp="1"/>
          </p:cNvSpPr>
          <p:nvPr/>
        </p:nvSpPr>
        <p:spPr>
          <a:xfrm>
            <a:off x="60153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0" name="F2_precision_recall_distributions_5724">
            <a:extLst>
              <a:ext uri="{FF2B5EF4-FFF2-40B4-BE49-F238E27FC236}">
                <a16:creationId xmlns:a16="http://schemas.microsoft.com/office/drawing/2014/main" id="{3BF86EE9-C300-4345-8584-1B94C6B076CE}"/>
              </a:ext>
            </a:extLst>
          </p:cNvPr>
          <p:cNvSpPr>
            <a:spLocks noGrp="1"/>
          </p:cNvSpPr>
          <p:nvPr/>
        </p:nvSpPr>
        <p:spPr>
          <a:xfrm>
            <a:off x="5867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1" name="F2_precision_recall_distributions_5725">
            <a:extLst>
              <a:ext uri="{FF2B5EF4-FFF2-40B4-BE49-F238E27FC236}">
                <a16:creationId xmlns:a16="http://schemas.microsoft.com/office/drawing/2014/main" id="{2455CFE8-E874-4F5F-829E-59B77A4F8D7A}"/>
              </a:ext>
            </a:extLst>
          </p:cNvPr>
          <p:cNvSpPr>
            <a:spLocks noGrp="1"/>
          </p:cNvSpPr>
          <p:nvPr/>
        </p:nvSpPr>
        <p:spPr>
          <a:xfrm>
            <a:off x="6129813" y="45889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2" name="F2_precision_recall_distributions_5726">
            <a:extLst>
              <a:ext uri="{FF2B5EF4-FFF2-40B4-BE49-F238E27FC236}">
                <a16:creationId xmlns:a16="http://schemas.microsoft.com/office/drawing/2014/main" id="{CF1F8E46-3E6C-4526-A5A1-86B633AE0B8C}"/>
              </a:ext>
            </a:extLst>
          </p:cNvPr>
          <p:cNvSpPr>
            <a:spLocks noGrp="1"/>
          </p:cNvSpPr>
          <p:nvPr/>
        </p:nvSpPr>
        <p:spPr>
          <a:xfrm>
            <a:off x="609475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3" name="F2_precision_recall_distributions_5727">
            <a:extLst>
              <a:ext uri="{FF2B5EF4-FFF2-40B4-BE49-F238E27FC236}">
                <a16:creationId xmlns:a16="http://schemas.microsoft.com/office/drawing/2014/main" id="{928FE4EA-C818-4FCF-AE87-91ED7B414A00}"/>
              </a:ext>
            </a:extLst>
          </p:cNvPr>
          <p:cNvSpPr>
            <a:spLocks noGrp="1"/>
          </p:cNvSpPr>
          <p:nvPr/>
        </p:nvSpPr>
        <p:spPr>
          <a:xfrm>
            <a:off x="610801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4" name="F2_precision_recall_distributions_5728">
            <a:extLst>
              <a:ext uri="{FF2B5EF4-FFF2-40B4-BE49-F238E27FC236}">
                <a16:creationId xmlns:a16="http://schemas.microsoft.com/office/drawing/2014/main" id="{26A17C8D-42FD-4D25-9D9A-BBE8A0291373}"/>
              </a:ext>
            </a:extLst>
          </p:cNvPr>
          <p:cNvSpPr>
            <a:spLocks noGrp="1"/>
          </p:cNvSpPr>
          <p:nvPr/>
        </p:nvSpPr>
        <p:spPr>
          <a:xfrm>
            <a:off x="600268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5" name="F2_precision_recall_distributions_5729">
            <a:extLst>
              <a:ext uri="{FF2B5EF4-FFF2-40B4-BE49-F238E27FC236}">
                <a16:creationId xmlns:a16="http://schemas.microsoft.com/office/drawing/2014/main" id="{239ACEA5-755C-4D53-837F-10647FC4088A}"/>
              </a:ext>
            </a:extLst>
          </p:cNvPr>
          <p:cNvSpPr>
            <a:spLocks noGrp="1"/>
          </p:cNvSpPr>
          <p:nvPr/>
        </p:nvSpPr>
        <p:spPr>
          <a:xfrm>
            <a:off x="6097525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6" name="F2_precision_recall_distributions_5730">
            <a:extLst>
              <a:ext uri="{FF2B5EF4-FFF2-40B4-BE49-F238E27FC236}">
                <a16:creationId xmlns:a16="http://schemas.microsoft.com/office/drawing/2014/main" id="{089BF288-C69C-443B-8631-1F5DCBEAFAB3}"/>
              </a:ext>
            </a:extLst>
          </p:cNvPr>
          <p:cNvSpPr>
            <a:spLocks noGrp="1"/>
          </p:cNvSpPr>
          <p:nvPr/>
        </p:nvSpPr>
        <p:spPr>
          <a:xfrm>
            <a:off x="61172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7" name="F2_precision_recall_distributions_5731">
            <a:extLst>
              <a:ext uri="{FF2B5EF4-FFF2-40B4-BE49-F238E27FC236}">
                <a16:creationId xmlns:a16="http://schemas.microsoft.com/office/drawing/2014/main" id="{D42F7875-1C78-4DCB-9344-DF2A5C10BDA5}"/>
              </a:ext>
            </a:extLst>
          </p:cNvPr>
          <p:cNvSpPr>
            <a:spLocks noGrp="1"/>
          </p:cNvSpPr>
          <p:nvPr/>
        </p:nvSpPr>
        <p:spPr>
          <a:xfrm>
            <a:off x="585207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8" name="F2_precision_recall_distributions_5732">
            <a:extLst>
              <a:ext uri="{FF2B5EF4-FFF2-40B4-BE49-F238E27FC236}">
                <a16:creationId xmlns:a16="http://schemas.microsoft.com/office/drawing/2014/main" id="{A355E859-A8F1-4839-AA52-85310ED68E14}"/>
              </a:ext>
            </a:extLst>
          </p:cNvPr>
          <p:cNvSpPr>
            <a:spLocks noGrp="1"/>
          </p:cNvSpPr>
          <p:nvPr/>
        </p:nvSpPr>
        <p:spPr>
          <a:xfrm>
            <a:off x="587832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9" name="F2_precision_recall_distributions_5733">
            <a:extLst>
              <a:ext uri="{FF2B5EF4-FFF2-40B4-BE49-F238E27FC236}">
                <a16:creationId xmlns:a16="http://schemas.microsoft.com/office/drawing/2014/main" id="{4081C8B7-0B40-4C50-9E80-FB17DB4874FF}"/>
              </a:ext>
            </a:extLst>
          </p:cNvPr>
          <p:cNvSpPr>
            <a:spLocks noGrp="1"/>
          </p:cNvSpPr>
          <p:nvPr/>
        </p:nvSpPr>
        <p:spPr>
          <a:xfrm>
            <a:off x="598126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0" name="F2_precision_recall_distributions_5734">
            <a:extLst>
              <a:ext uri="{FF2B5EF4-FFF2-40B4-BE49-F238E27FC236}">
                <a16:creationId xmlns:a16="http://schemas.microsoft.com/office/drawing/2014/main" id="{302CC327-04E3-49AC-AF5C-74FC96630F46}"/>
              </a:ext>
            </a:extLst>
          </p:cNvPr>
          <p:cNvSpPr>
            <a:spLocks noGrp="1"/>
          </p:cNvSpPr>
          <p:nvPr/>
        </p:nvSpPr>
        <p:spPr>
          <a:xfrm>
            <a:off x="6156261" y="45435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1" name="F2_precision_recall_distributions_5735">
            <a:extLst>
              <a:ext uri="{FF2B5EF4-FFF2-40B4-BE49-F238E27FC236}">
                <a16:creationId xmlns:a16="http://schemas.microsoft.com/office/drawing/2014/main" id="{5C5C115D-4580-44D7-9603-30B1E650D733}"/>
              </a:ext>
            </a:extLst>
          </p:cNvPr>
          <p:cNvSpPr>
            <a:spLocks noGrp="1"/>
          </p:cNvSpPr>
          <p:nvPr/>
        </p:nvSpPr>
        <p:spPr>
          <a:xfrm>
            <a:off x="6035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2" name="F2_precision_recall_distributions_5736">
            <a:extLst>
              <a:ext uri="{FF2B5EF4-FFF2-40B4-BE49-F238E27FC236}">
                <a16:creationId xmlns:a16="http://schemas.microsoft.com/office/drawing/2014/main" id="{64F15C3F-4A7D-4CFC-84E0-6F6047795A57}"/>
              </a:ext>
            </a:extLst>
          </p:cNvPr>
          <p:cNvSpPr>
            <a:spLocks noGrp="1"/>
          </p:cNvSpPr>
          <p:nvPr/>
        </p:nvSpPr>
        <p:spPr>
          <a:xfrm>
            <a:off x="6139481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3" name="F2_precision_recall_distributions_5737">
            <a:extLst>
              <a:ext uri="{FF2B5EF4-FFF2-40B4-BE49-F238E27FC236}">
                <a16:creationId xmlns:a16="http://schemas.microsoft.com/office/drawing/2014/main" id="{345EDE04-3574-44DC-B451-F7C29E6E6AFD}"/>
              </a:ext>
            </a:extLst>
          </p:cNvPr>
          <p:cNvSpPr>
            <a:spLocks noGrp="1"/>
          </p:cNvSpPr>
          <p:nvPr/>
        </p:nvSpPr>
        <p:spPr>
          <a:xfrm>
            <a:off x="60509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4" name="F2_precision_recall_distributions_5738">
            <a:extLst>
              <a:ext uri="{FF2B5EF4-FFF2-40B4-BE49-F238E27FC236}">
                <a16:creationId xmlns:a16="http://schemas.microsoft.com/office/drawing/2014/main" id="{3B169794-77E2-410D-9C1B-5E56DC149495}"/>
              </a:ext>
            </a:extLst>
          </p:cNvPr>
          <p:cNvSpPr>
            <a:spLocks noGrp="1"/>
          </p:cNvSpPr>
          <p:nvPr/>
        </p:nvSpPr>
        <p:spPr>
          <a:xfrm>
            <a:off x="61591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5" name="F2_precision_recall_distributions_5739">
            <a:extLst>
              <a:ext uri="{FF2B5EF4-FFF2-40B4-BE49-F238E27FC236}">
                <a16:creationId xmlns:a16="http://schemas.microsoft.com/office/drawing/2014/main" id="{516F9BE7-5573-49A8-B782-6B9E93084FEA}"/>
              </a:ext>
            </a:extLst>
          </p:cNvPr>
          <p:cNvSpPr>
            <a:spLocks noGrp="1"/>
          </p:cNvSpPr>
          <p:nvPr/>
        </p:nvSpPr>
        <p:spPr>
          <a:xfrm>
            <a:off x="60361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6" name="F2_precision_recall_distributions_5740">
            <a:extLst>
              <a:ext uri="{FF2B5EF4-FFF2-40B4-BE49-F238E27FC236}">
                <a16:creationId xmlns:a16="http://schemas.microsoft.com/office/drawing/2014/main" id="{C205989F-2820-4A34-9787-DDDF098BCF96}"/>
              </a:ext>
            </a:extLst>
          </p:cNvPr>
          <p:cNvSpPr>
            <a:spLocks noGrp="1"/>
          </p:cNvSpPr>
          <p:nvPr/>
        </p:nvSpPr>
        <p:spPr>
          <a:xfrm>
            <a:off x="586155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7" name="F2_precision_recall_distributions_5741">
            <a:extLst>
              <a:ext uri="{FF2B5EF4-FFF2-40B4-BE49-F238E27FC236}">
                <a16:creationId xmlns:a16="http://schemas.microsoft.com/office/drawing/2014/main" id="{239C8FBA-B928-4AFE-8495-9C8F8794E635}"/>
              </a:ext>
            </a:extLst>
          </p:cNvPr>
          <p:cNvSpPr>
            <a:spLocks noGrp="1"/>
          </p:cNvSpPr>
          <p:nvPr/>
        </p:nvSpPr>
        <p:spPr>
          <a:xfrm>
            <a:off x="59553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8" name="F2_precision_recall_distributions_5742">
            <a:extLst>
              <a:ext uri="{FF2B5EF4-FFF2-40B4-BE49-F238E27FC236}">
                <a16:creationId xmlns:a16="http://schemas.microsoft.com/office/drawing/2014/main" id="{FA764040-398A-4A78-8C31-7BD9B20E919A}"/>
              </a:ext>
            </a:extLst>
          </p:cNvPr>
          <p:cNvSpPr>
            <a:spLocks noGrp="1"/>
          </p:cNvSpPr>
          <p:nvPr/>
        </p:nvSpPr>
        <p:spPr>
          <a:xfrm>
            <a:off x="611290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9" name="F2_precision_recall_distributions_5743">
            <a:extLst>
              <a:ext uri="{FF2B5EF4-FFF2-40B4-BE49-F238E27FC236}">
                <a16:creationId xmlns:a16="http://schemas.microsoft.com/office/drawing/2014/main" id="{A366DFE7-C161-4C38-89A9-8131E879C878}"/>
              </a:ext>
            </a:extLst>
          </p:cNvPr>
          <p:cNvSpPr>
            <a:spLocks noGrp="1"/>
          </p:cNvSpPr>
          <p:nvPr/>
        </p:nvSpPr>
        <p:spPr>
          <a:xfrm>
            <a:off x="5932436" y="5018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0" name="F2_precision_recall_distributions_5744">
            <a:extLst>
              <a:ext uri="{FF2B5EF4-FFF2-40B4-BE49-F238E27FC236}">
                <a16:creationId xmlns:a16="http://schemas.microsoft.com/office/drawing/2014/main" id="{086B7261-B3A8-4AAD-97A2-443D70D4983A}"/>
              </a:ext>
            </a:extLst>
          </p:cNvPr>
          <p:cNvSpPr>
            <a:spLocks noGrp="1"/>
          </p:cNvSpPr>
          <p:nvPr/>
        </p:nvSpPr>
        <p:spPr>
          <a:xfrm>
            <a:off x="589757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1" name="F2_precision_recall_distributions_5745">
            <a:extLst>
              <a:ext uri="{FF2B5EF4-FFF2-40B4-BE49-F238E27FC236}">
                <a16:creationId xmlns:a16="http://schemas.microsoft.com/office/drawing/2014/main" id="{65563CAA-5783-48B0-A165-A589B845E86C}"/>
              </a:ext>
            </a:extLst>
          </p:cNvPr>
          <p:cNvSpPr>
            <a:spLocks noGrp="1"/>
          </p:cNvSpPr>
          <p:nvPr/>
        </p:nvSpPr>
        <p:spPr>
          <a:xfrm>
            <a:off x="6050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2" name="F2_precision_recall_distributions_5746">
            <a:extLst>
              <a:ext uri="{FF2B5EF4-FFF2-40B4-BE49-F238E27FC236}">
                <a16:creationId xmlns:a16="http://schemas.microsoft.com/office/drawing/2014/main" id="{39D950BF-0831-4AC4-A573-A262781AF326}"/>
              </a:ext>
            </a:extLst>
          </p:cNvPr>
          <p:cNvSpPr>
            <a:spLocks noGrp="1"/>
          </p:cNvSpPr>
          <p:nvPr/>
        </p:nvSpPr>
        <p:spPr>
          <a:xfrm>
            <a:off x="588669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3" name="F2_precision_recall_distributions_5747">
            <a:extLst>
              <a:ext uri="{FF2B5EF4-FFF2-40B4-BE49-F238E27FC236}">
                <a16:creationId xmlns:a16="http://schemas.microsoft.com/office/drawing/2014/main" id="{04736A9C-79FE-41CD-BEDF-9C0BA70C5D04}"/>
              </a:ext>
            </a:extLst>
          </p:cNvPr>
          <p:cNvSpPr>
            <a:spLocks noGrp="1"/>
          </p:cNvSpPr>
          <p:nvPr/>
        </p:nvSpPr>
        <p:spPr>
          <a:xfrm>
            <a:off x="610117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4" name="F2_precision_recall_distributions_5748">
            <a:extLst>
              <a:ext uri="{FF2B5EF4-FFF2-40B4-BE49-F238E27FC236}">
                <a16:creationId xmlns:a16="http://schemas.microsoft.com/office/drawing/2014/main" id="{BF44055A-372D-49E6-A97C-F56BACA66DEF}"/>
              </a:ext>
            </a:extLst>
          </p:cNvPr>
          <p:cNvSpPr>
            <a:spLocks noGrp="1"/>
          </p:cNvSpPr>
          <p:nvPr/>
        </p:nvSpPr>
        <p:spPr>
          <a:xfrm>
            <a:off x="603459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5" name="F2_precision_recall_distributions_5749">
            <a:extLst>
              <a:ext uri="{FF2B5EF4-FFF2-40B4-BE49-F238E27FC236}">
                <a16:creationId xmlns:a16="http://schemas.microsoft.com/office/drawing/2014/main" id="{15108A34-235D-49AD-947D-34560E6A93B1}"/>
              </a:ext>
            </a:extLst>
          </p:cNvPr>
          <p:cNvSpPr>
            <a:spLocks noGrp="1"/>
          </p:cNvSpPr>
          <p:nvPr/>
        </p:nvSpPr>
        <p:spPr>
          <a:xfrm>
            <a:off x="593211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6" name="F2_precision_recall_distributions_5750">
            <a:extLst>
              <a:ext uri="{FF2B5EF4-FFF2-40B4-BE49-F238E27FC236}">
                <a16:creationId xmlns:a16="http://schemas.microsoft.com/office/drawing/2014/main" id="{FDBB1DD0-113A-4E0F-9D15-111909B318CA}"/>
              </a:ext>
            </a:extLst>
          </p:cNvPr>
          <p:cNvSpPr>
            <a:spLocks noGrp="1"/>
          </p:cNvSpPr>
          <p:nvPr/>
        </p:nvSpPr>
        <p:spPr>
          <a:xfrm>
            <a:off x="60625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7" name="F2_precision_recall_distributions_5751">
            <a:extLst>
              <a:ext uri="{FF2B5EF4-FFF2-40B4-BE49-F238E27FC236}">
                <a16:creationId xmlns:a16="http://schemas.microsoft.com/office/drawing/2014/main" id="{374C750C-F880-4842-BF6A-C0AF4C07160E}"/>
              </a:ext>
            </a:extLst>
          </p:cNvPr>
          <p:cNvSpPr>
            <a:spLocks noGrp="1"/>
          </p:cNvSpPr>
          <p:nvPr/>
        </p:nvSpPr>
        <p:spPr>
          <a:xfrm>
            <a:off x="582331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8" name="F2_precision_recall_distributions_5752">
            <a:extLst>
              <a:ext uri="{FF2B5EF4-FFF2-40B4-BE49-F238E27FC236}">
                <a16:creationId xmlns:a16="http://schemas.microsoft.com/office/drawing/2014/main" id="{87D4B903-B8B2-4477-A089-614B8E049D0D}"/>
              </a:ext>
            </a:extLst>
          </p:cNvPr>
          <p:cNvSpPr>
            <a:spLocks noGrp="1"/>
          </p:cNvSpPr>
          <p:nvPr/>
        </p:nvSpPr>
        <p:spPr>
          <a:xfrm>
            <a:off x="60347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9" name="F2_precision_recall_distributions_5753">
            <a:extLst>
              <a:ext uri="{FF2B5EF4-FFF2-40B4-BE49-F238E27FC236}">
                <a16:creationId xmlns:a16="http://schemas.microsoft.com/office/drawing/2014/main" id="{A2EC696D-4EE2-474F-9689-76A97F706C72}"/>
              </a:ext>
            </a:extLst>
          </p:cNvPr>
          <p:cNvSpPr>
            <a:spLocks noGrp="1"/>
          </p:cNvSpPr>
          <p:nvPr/>
        </p:nvSpPr>
        <p:spPr>
          <a:xfrm>
            <a:off x="602462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0" name="F2_precision_recall_distributions_5754">
            <a:extLst>
              <a:ext uri="{FF2B5EF4-FFF2-40B4-BE49-F238E27FC236}">
                <a16:creationId xmlns:a16="http://schemas.microsoft.com/office/drawing/2014/main" id="{EB2C4146-BB58-4F89-BA5C-2F627A0DB706}"/>
              </a:ext>
            </a:extLst>
          </p:cNvPr>
          <p:cNvSpPr>
            <a:spLocks noGrp="1"/>
          </p:cNvSpPr>
          <p:nvPr/>
        </p:nvSpPr>
        <p:spPr>
          <a:xfrm>
            <a:off x="5925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1" name="F2_precision_recall_distributions_5755">
            <a:extLst>
              <a:ext uri="{FF2B5EF4-FFF2-40B4-BE49-F238E27FC236}">
                <a16:creationId xmlns:a16="http://schemas.microsoft.com/office/drawing/2014/main" id="{7B025B63-4BF3-4F08-BA22-046EA6C29B97}"/>
              </a:ext>
            </a:extLst>
          </p:cNvPr>
          <p:cNvSpPr>
            <a:spLocks noGrp="1"/>
          </p:cNvSpPr>
          <p:nvPr/>
        </p:nvSpPr>
        <p:spPr>
          <a:xfrm>
            <a:off x="5865893" y="4890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2" name="F2_precision_recall_distributions_5756">
            <a:extLst>
              <a:ext uri="{FF2B5EF4-FFF2-40B4-BE49-F238E27FC236}">
                <a16:creationId xmlns:a16="http://schemas.microsoft.com/office/drawing/2014/main" id="{5D191E82-E3C9-4352-A510-8D19F2F3D4CB}"/>
              </a:ext>
            </a:extLst>
          </p:cNvPr>
          <p:cNvSpPr>
            <a:spLocks noGrp="1"/>
          </p:cNvSpPr>
          <p:nvPr/>
        </p:nvSpPr>
        <p:spPr>
          <a:xfrm>
            <a:off x="588598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3" name="F2_precision_recall_distributions_5757">
            <a:extLst>
              <a:ext uri="{FF2B5EF4-FFF2-40B4-BE49-F238E27FC236}">
                <a16:creationId xmlns:a16="http://schemas.microsoft.com/office/drawing/2014/main" id="{B7C61ED6-28D8-42A9-B548-8D9815A5483B}"/>
              </a:ext>
            </a:extLst>
          </p:cNvPr>
          <p:cNvSpPr>
            <a:spLocks noGrp="1"/>
          </p:cNvSpPr>
          <p:nvPr/>
        </p:nvSpPr>
        <p:spPr>
          <a:xfrm>
            <a:off x="5925073" y="50362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4" name="F2_precision_recall_distributions_5758">
            <a:extLst>
              <a:ext uri="{FF2B5EF4-FFF2-40B4-BE49-F238E27FC236}">
                <a16:creationId xmlns:a16="http://schemas.microsoft.com/office/drawing/2014/main" id="{C9A9C769-BD3B-4D9D-B5DC-F1BF0DC7C3AA}"/>
              </a:ext>
            </a:extLst>
          </p:cNvPr>
          <p:cNvSpPr>
            <a:spLocks noGrp="1"/>
          </p:cNvSpPr>
          <p:nvPr/>
        </p:nvSpPr>
        <p:spPr>
          <a:xfrm>
            <a:off x="5985498" y="4880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5" name="F2_precision_recall_distributions_5759">
            <a:extLst>
              <a:ext uri="{FF2B5EF4-FFF2-40B4-BE49-F238E27FC236}">
                <a16:creationId xmlns:a16="http://schemas.microsoft.com/office/drawing/2014/main" id="{778B7133-12B0-4B20-95B9-CDDB25E6AFEC}"/>
              </a:ext>
            </a:extLst>
          </p:cNvPr>
          <p:cNvSpPr>
            <a:spLocks noGrp="1"/>
          </p:cNvSpPr>
          <p:nvPr/>
        </p:nvSpPr>
        <p:spPr>
          <a:xfrm>
            <a:off x="598744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6" name="F2_precision_recall_distributions_5760">
            <a:extLst>
              <a:ext uri="{FF2B5EF4-FFF2-40B4-BE49-F238E27FC236}">
                <a16:creationId xmlns:a16="http://schemas.microsoft.com/office/drawing/2014/main" id="{B3F81DF4-8D45-4041-A9E2-347A0D1D9435}"/>
              </a:ext>
            </a:extLst>
          </p:cNvPr>
          <p:cNvSpPr>
            <a:spLocks noGrp="1"/>
          </p:cNvSpPr>
          <p:nvPr/>
        </p:nvSpPr>
        <p:spPr>
          <a:xfrm>
            <a:off x="606350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7" name="F2_precision_recall_distributions_5761">
            <a:extLst>
              <a:ext uri="{FF2B5EF4-FFF2-40B4-BE49-F238E27FC236}">
                <a16:creationId xmlns:a16="http://schemas.microsoft.com/office/drawing/2014/main" id="{716B7296-E2E4-4D9C-B63D-06963D0909CA}"/>
              </a:ext>
            </a:extLst>
          </p:cNvPr>
          <p:cNvSpPr>
            <a:spLocks noGrp="1"/>
          </p:cNvSpPr>
          <p:nvPr/>
        </p:nvSpPr>
        <p:spPr>
          <a:xfrm>
            <a:off x="60445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8" name="F2_precision_recall_distributions_5762">
            <a:extLst>
              <a:ext uri="{FF2B5EF4-FFF2-40B4-BE49-F238E27FC236}">
                <a16:creationId xmlns:a16="http://schemas.microsoft.com/office/drawing/2014/main" id="{78C094D3-32F2-44A8-8F90-716E3152AC66}"/>
              </a:ext>
            </a:extLst>
          </p:cNvPr>
          <p:cNvSpPr>
            <a:spLocks noGrp="1"/>
          </p:cNvSpPr>
          <p:nvPr/>
        </p:nvSpPr>
        <p:spPr>
          <a:xfrm>
            <a:off x="60504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9" name="F2_precision_recall_distributions_5763">
            <a:extLst>
              <a:ext uri="{FF2B5EF4-FFF2-40B4-BE49-F238E27FC236}">
                <a16:creationId xmlns:a16="http://schemas.microsoft.com/office/drawing/2014/main" id="{63675E4C-2B49-42EE-92E4-6700C21384C3}"/>
              </a:ext>
            </a:extLst>
          </p:cNvPr>
          <p:cNvSpPr>
            <a:spLocks noGrp="1"/>
          </p:cNvSpPr>
          <p:nvPr/>
        </p:nvSpPr>
        <p:spPr>
          <a:xfrm>
            <a:off x="61061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0" name="F2_precision_recall_distributions_5764">
            <a:extLst>
              <a:ext uri="{FF2B5EF4-FFF2-40B4-BE49-F238E27FC236}">
                <a16:creationId xmlns:a16="http://schemas.microsoft.com/office/drawing/2014/main" id="{ACBBC53E-1C7F-48AB-AEEC-F9E3151700CF}"/>
              </a:ext>
            </a:extLst>
          </p:cNvPr>
          <p:cNvSpPr>
            <a:spLocks noGrp="1"/>
          </p:cNvSpPr>
          <p:nvPr/>
        </p:nvSpPr>
        <p:spPr>
          <a:xfrm>
            <a:off x="5843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1" name="F2_precision_recall_distributions_5765">
            <a:extLst>
              <a:ext uri="{FF2B5EF4-FFF2-40B4-BE49-F238E27FC236}">
                <a16:creationId xmlns:a16="http://schemas.microsoft.com/office/drawing/2014/main" id="{A1C85A92-216C-48EC-A589-49AC9951C3D1}"/>
              </a:ext>
            </a:extLst>
          </p:cNvPr>
          <p:cNvSpPr>
            <a:spLocks noGrp="1"/>
          </p:cNvSpPr>
          <p:nvPr/>
        </p:nvSpPr>
        <p:spPr>
          <a:xfrm>
            <a:off x="6136672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2" name="F2_precision_recall_distributions_5766">
            <a:extLst>
              <a:ext uri="{FF2B5EF4-FFF2-40B4-BE49-F238E27FC236}">
                <a16:creationId xmlns:a16="http://schemas.microsoft.com/office/drawing/2014/main" id="{D3051531-F88C-444D-B1E9-992D38A62C9B}"/>
              </a:ext>
            </a:extLst>
          </p:cNvPr>
          <p:cNvSpPr>
            <a:spLocks noGrp="1"/>
          </p:cNvSpPr>
          <p:nvPr/>
        </p:nvSpPr>
        <p:spPr>
          <a:xfrm>
            <a:off x="6077362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3" name="F2_precision_recall_distributions_5767">
            <a:extLst>
              <a:ext uri="{FF2B5EF4-FFF2-40B4-BE49-F238E27FC236}">
                <a16:creationId xmlns:a16="http://schemas.microsoft.com/office/drawing/2014/main" id="{9C2687BA-3044-454E-B3D9-35D0D5CD9467}"/>
              </a:ext>
            </a:extLst>
          </p:cNvPr>
          <p:cNvSpPr>
            <a:spLocks noGrp="1"/>
          </p:cNvSpPr>
          <p:nvPr/>
        </p:nvSpPr>
        <p:spPr>
          <a:xfrm>
            <a:off x="5881277" y="49843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4" name="F2_precision_recall_distributions_5768">
            <a:extLst>
              <a:ext uri="{FF2B5EF4-FFF2-40B4-BE49-F238E27FC236}">
                <a16:creationId xmlns:a16="http://schemas.microsoft.com/office/drawing/2014/main" id="{A024A97B-4C0B-4E0A-AD46-90A25E3D0961}"/>
              </a:ext>
            </a:extLst>
          </p:cNvPr>
          <p:cNvSpPr>
            <a:spLocks noGrp="1"/>
          </p:cNvSpPr>
          <p:nvPr/>
        </p:nvSpPr>
        <p:spPr>
          <a:xfrm>
            <a:off x="61731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5" name="F2_precision_recall_distributions_5769">
            <a:extLst>
              <a:ext uri="{FF2B5EF4-FFF2-40B4-BE49-F238E27FC236}">
                <a16:creationId xmlns:a16="http://schemas.microsoft.com/office/drawing/2014/main" id="{B5DF2283-0275-4F62-972F-B980E7B1A34A}"/>
              </a:ext>
            </a:extLst>
          </p:cNvPr>
          <p:cNvSpPr>
            <a:spLocks noGrp="1"/>
          </p:cNvSpPr>
          <p:nvPr/>
        </p:nvSpPr>
        <p:spPr>
          <a:xfrm>
            <a:off x="61599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6" name="F2_precision_recall_distributions_5770">
            <a:extLst>
              <a:ext uri="{FF2B5EF4-FFF2-40B4-BE49-F238E27FC236}">
                <a16:creationId xmlns:a16="http://schemas.microsoft.com/office/drawing/2014/main" id="{28E39678-536F-4BD2-823B-EAE99690189A}"/>
              </a:ext>
            </a:extLst>
          </p:cNvPr>
          <p:cNvSpPr>
            <a:spLocks noGrp="1"/>
          </p:cNvSpPr>
          <p:nvPr/>
        </p:nvSpPr>
        <p:spPr>
          <a:xfrm>
            <a:off x="605436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7" name="F2_precision_recall_distributions_5771">
            <a:extLst>
              <a:ext uri="{FF2B5EF4-FFF2-40B4-BE49-F238E27FC236}">
                <a16:creationId xmlns:a16="http://schemas.microsoft.com/office/drawing/2014/main" id="{CCDCEB3E-3E43-4E0F-908C-43A51DB811CD}"/>
              </a:ext>
            </a:extLst>
          </p:cNvPr>
          <p:cNvSpPr>
            <a:spLocks noGrp="1"/>
          </p:cNvSpPr>
          <p:nvPr/>
        </p:nvSpPr>
        <p:spPr>
          <a:xfrm>
            <a:off x="58657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8" name="F2_precision_recall_distributions_5772">
            <a:extLst>
              <a:ext uri="{FF2B5EF4-FFF2-40B4-BE49-F238E27FC236}">
                <a16:creationId xmlns:a16="http://schemas.microsoft.com/office/drawing/2014/main" id="{FC144DA0-F81B-4EF0-A2BC-BD71F9DEB3A8}"/>
              </a:ext>
            </a:extLst>
          </p:cNvPr>
          <p:cNvSpPr>
            <a:spLocks noGrp="1"/>
          </p:cNvSpPr>
          <p:nvPr/>
        </p:nvSpPr>
        <p:spPr>
          <a:xfrm>
            <a:off x="6132084" y="4739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9" name="F2_precision_recall_distributions_5773">
            <a:extLst>
              <a:ext uri="{FF2B5EF4-FFF2-40B4-BE49-F238E27FC236}">
                <a16:creationId xmlns:a16="http://schemas.microsoft.com/office/drawing/2014/main" id="{1A49DB7F-2332-4B91-9880-421FD20F7E9F}"/>
              </a:ext>
            </a:extLst>
          </p:cNvPr>
          <p:cNvSpPr>
            <a:spLocks noGrp="1"/>
          </p:cNvSpPr>
          <p:nvPr/>
        </p:nvSpPr>
        <p:spPr>
          <a:xfrm>
            <a:off x="58303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0" name="F2_precision_recall_distributions_5774">
            <a:extLst>
              <a:ext uri="{FF2B5EF4-FFF2-40B4-BE49-F238E27FC236}">
                <a16:creationId xmlns:a16="http://schemas.microsoft.com/office/drawing/2014/main" id="{31088708-7562-422F-8057-30B54090A2CF}"/>
              </a:ext>
            </a:extLst>
          </p:cNvPr>
          <p:cNvSpPr>
            <a:spLocks noGrp="1"/>
          </p:cNvSpPr>
          <p:nvPr/>
        </p:nvSpPr>
        <p:spPr>
          <a:xfrm>
            <a:off x="58430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1" name="F2_precision_recall_distributions_5775">
            <a:extLst>
              <a:ext uri="{FF2B5EF4-FFF2-40B4-BE49-F238E27FC236}">
                <a16:creationId xmlns:a16="http://schemas.microsoft.com/office/drawing/2014/main" id="{39CEC76D-6119-40A0-93E2-824DD0D231DC}"/>
              </a:ext>
            </a:extLst>
          </p:cNvPr>
          <p:cNvSpPr>
            <a:spLocks noGrp="1"/>
          </p:cNvSpPr>
          <p:nvPr/>
        </p:nvSpPr>
        <p:spPr>
          <a:xfrm>
            <a:off x="614017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2" name="F2_precision_recall_distributions_5776">
            <a:extLst>
              <a:ext uri="{FF2B5EF4-FFF2-40B4-BE49-F238E27FC236}">
                <a16:creationId xmlns:a16="http://schemas.microsoft.com/office/drawing/2014/main" id="{3D2CDCF8-D676-4D23-9880-BEDA3EC003AE}"/>
              </a:ext>
            </a:extLst>
          </p:cNvPr>
          <p:cNvSpPr>
            <a:spLocks noGrp="1"/>
          </p:cNvSpPr>
          <p:nvPr/>
        </p:nvSpPr>
        <p:spPr>
          <a:xfrm>
            <a:off x="58078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3" name="F2_precision_recall_distributions_5777">
            <a:extLst>
              <a:ext uri="{FF2B5EF4-FFF2-40B4-BE49-F238E27FC236}">
                <a16:creationId xmlns:a16="http://schemas.microsoft.com/office/drawing/2014/main" id="{66993F15-22A9-465C-AE51-37B533B469BC}"/>
              </a:ext>
            </a:extLst>
          </p:cNvPr>
          <p:cNvSpPr>
            <a:spLocks noGrp="1"/>
          </p:cNvSpPr>
          <p:nvPr/>
        </p:nvSpPr>
        <p:spPr>
          <a:xfrm>
            <a:off x="604789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4" name="F2_precision_recall_distributions_5778">
            <a:extLst>
              <a:ext uri="{FF2B5EF4-FFF2-40B4-BE49-F238E27FC236}">
                <a16:creationId xmlns:a16="http://schemas.microsoft.com/office/drawing/2014/main" id="{23968453-51F6-49E4-BB53-B691FEE7856A}"/>
              </a:ext>
            </a:extLst>
          </p:cNvPr>
          <p:cNvSpPr>
            <a:spLocks noGrp="1"/>
          </p:cNvSpPr>
          <p:nvPr/>
        </p:nvSpPr>
        <p:spPr>
          <a:xfrm>
            <a:off x="5878483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5" name="F2_precision_recall_distributions_5779">
            <a:extLst>
              <a:ext uri="{FF2B5EF4-FFF2-40B4-BE49-F238E27FC236}">
                <a16:creationId xmlns:a16="http://schemas.microsoft.com/office/drawing/2014/main" id="{E4E99D7F-BAA4-49C0-9EDF-8A82009E16F7}"/>
              </a:ext>
            </a:extLst>
          </p:cNvPr>
          <p:cNvSpPr>
            <a:spLocks noGrp="1"/>
          </p:cNvSpPr>
          <p:nvPr/>
        </p:nvSpPr>
        <p:spPr>
          <a:xfrm>
            <a:off x="58253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6" name="F2_precision_recall_distributions_5780">
            <a:extLst>
              <a:ext uri="{FF2B5EF4-FFF2-40B4-BE49-F238E27FC236}">
                <a16:creationId xmlns:a16="http://schemas.microsoft.com/office/drawing/2014/main" id="{EACA0A31-1D7C-4E1D-9BC3-3B87AA78D654}"/>
              </a:ext>
            </a:extLst>
          </p:cNvPr>
          <p:cNvSpPr>
            <a:spLocks noGrp="1"/>
          </p:cNvSpPr>
          <p:nvPr/>
        </p:nvSpPr>
        <p:spPr>
          <a:xfrm>
            <a:off x="5965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7" name="F2_precision_recall_distributions_5781">
            <a:extLst>
              <a:ext uri="{FF2B5EF4-FFF2-40B4-BE49-F238E27FC236}">
                <a16:creationId xmlns:a16="http://schemas.microsoft.com/office/drawing/2014/main" id="{8D904C85-D6E2-4B58-B9D6-B74BA41115E4}"/>
              </a:ext>
            </a:extLst>
          </p:cNvPr>
          <p:cNvSpPr>
            <a:spLocks noGrp="1"/>
          </p:cNvSpPr>
          <p:nvPr/>
        </p:nvSpPr>
        <p:spPr>
          <a:xfrm>
            <a:off x="6116877" y="44933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8" name="F2_precision_recall_distributions_5782">
            <a:extLst>
              <a:ext uri="{FF2B5EF4-FFF2-40B4-BE49-F238E27FC236}">
                <a16:creationId xmlns:a16="http://schemas.microsoft.com/office/drawing/2014/main" id="{F3FB38EA-5B1E-4C61-94F8-7DE07CE8D742}"/>
              </a:ext>
            </a:extLst>
          </p:cNvPr>
          <p:cNvSpPr>
            <a:spLocks noGrp="1"/>
          </p:cNvSpPr>
          <p:nvPr/>
        </p:nvSpPr>
        <p:spPr>
          <a:xfrm>
            <a:off x="6171220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9" name="F2_precision_recall_distributions_5783">
            <a:extLst>
              <a:ext uri="{FF2B5EF4-FFF2-40B4-BE49-F238E27FC236}">
                <a16:creationId xmlns:a16="http://schemas.microsoft.com/office/drawing/2014/main" id="{AEC96E00-4FCC-480B-BB09-40E72D03CDAF}"/>
              </a:ext>
            </a:extLst>
          </p:cNvPr>
          <p:cNvSpPr>
            <a:spLocks noGrp="1"/>
          </p:cNvSpPr>
          <p:nvPr/>
        </p:nvSpPr>
        <p:spPr>
          <a:xfrm>
            <a:off x="58898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0" name="F2_precision_recall_distributions_5784">
            <a:extLst>
              <a:ext uri="{FF2B5EF4-FFF2-40B4-BE49-F238E27FC236}">
                <a16:creationId xmlns:a16="http://schemas.microsoft.com/office/drawing/2014/main" id="{7E250D06-CC78-47F0-947D-692CCED62E53}"/>
              </a:ext>
            </a:extLst>
          </p:cNvPr>
          <p:cNvSpPr>
            <a:spLocks noGrp="1"/>
          </p:cNvSpPr>
          <p:nvPr/>
        </p:nvSpPr>
        <p:spPr>
          <a:xfrm>
            <a:off x="6061643" y="50508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1" name="F2_precision_recall_distributions_5785">
            <a:extLst>
              <a:ext uri="{FF2B5EF4-FFF2-40B4-BE49-F238E27FC236}">
                <a16:creationId xmlns:a16="http://schemas.microsoft.com/office/drawing/2014/main" id="{5490C2AC-2652-4ADE-A752-AA42799B9051}"/>
              </a:ext>
            </a:extLst>
          </p:cNvPr>
          <p:cNvSpPr>
            <a:spLocks noGrp="1"/>
          </p:cNvSpPr>
          <p:nvPr/>
        </p:nvSpPr>
        <p:spPr>
          <a:xfrm>
            <a:off x="6014980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2" name="F2_precision_recall_distributions_5786">
            <a:extLst>
              <a:ext uri="{FF2B5EF4-FFF2-40B4-BE49-F238E27FC236}">
                <a16:creationId xmlns:a16="http://schemas.microsoft.com/office/drawing/2014/main" id="{2A297B94-C7E6-4519-8EFD-E94EC78BD44A}"/>
              </a:ext>
            </a:extLst>
          </p:cNvPr>
          <p:cNvSpPr>
            <a:spLocks noGrp="1"/>
          </p:cNvSpPr>
          <p:nvPr/>
        </p:nvSpPr>
        <p:spPr>
          <a:xfrm>
            <a:off x="5949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3" name="F2_precision_recall_distributions_5787">
            <a:extLst>
              <a:ext uri="{FF2B5EF4-FFF2-40B4-BE49-F238E27FC236}">
                <a16:creationId xmlns:a16="http://schemas.microsoft.com/office/drawing/2014/main" id="{66AC8442-E69E-4033-A9E3-97A625B4A2A0}"/>
              </a:ext>
            </a:extLst>
          </p:cNvPr>
          <p:cNvSpPr>
            <a:spLocks noGrp="1"/>
          </p:cNvSpPr>
          <p:nvPr/>
        </p:nvSpPr>
        <p:spPr>
          <a:xfrm>
            <a:off x="59150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4" name="F2_precision_recall_distributions_5788">
            <a:extLst>
              <a:ext uri="{FF2B5EF4-FFF2-40B4-BE49-F238E27FC236}">
                <a16:creationId xmlns:a16="http://schemas.microsoft.com/office/drawing/2014/main" id="{0E449739-DF01-4E6E-BA1A-FD79B354B0D7}"/>
              </a:ext>
            </a:extLst>
          </p:cNvPr>
          <p:cNvSpPr>
            <a:spLocks noGrp="1"/>
          </p:cNvSpPr>
          <p:nvPr/>
        </p:nvSpPr>
        <p:spPr>
          <a:xfrm>
            <a:off x="60595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5" name="F2_precision_recall_distributions_5789">
            <a:extLst>
              <a:ext uri="{FF2B5EF4-FFF2-40B4-BE49-F238E27FC236}">
                <a16:creationId xmlns:a16="http://schemas.microsoft.com/office/drawing/2014/main" id="{17CC8E7E-69F3-4231-B27E-41FDC93DF647}"/>
              </a:ext>
            </a:extLst>
          </p:cNvPr>
          <p:cNvSpPr>
            <a:spLocks noGrp="1"/>
          </p:cNvSpPr>
          <p:nvPr/>
        </p:nvSpPr>
        <p:spPr>
          <a:xfrm>
            <a:off x="5903910" y="50749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6" name="F2_precision_recall_distributions_5790">
            <a:extLst>
              <a:ext uri="{FF2B5EF4-FFF2-40B4-BE49-F238E27FC236}">
                <a16:creationId xmlns:a16="http://schemas.microsoft.com/office/drawing/2014/main" id="{76ADF448-AE8E-4EF7-ABD5-ECE963C47D34}"/>
              </a:ext>
            </a:extLst>
          </p:cNvPr>
          <p:cNvSpPr>
            <a:spLocks noGrp="1"/>
          </p:cNvSpPr>
          <p:nvPr/>
        </p:nvSpPr>
        <p:spPr>
          <a:xfrm>
            <a:off x="590472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7" name="F2_precision_recall_distributions_5791">
            <a:extLst>
              <a:ext uri="{FF2B5EF4-FFF2-40B4-BE49-F238E27FC236}">
                <a16:creationId xmlns:a16="http://schemas.microsoft.com/office/drawing/2014/main" id="{8515086B-817F-47E4-957C-BD462787B447}"/>
              </a:ext>
            </a:extLst>
          </p:cNvPr>
          <p:cNvSpPr>
            <a:spLocks noGrp="1"/>
          </p:cNvSpPr>
          <p:nvPr/>
        </p:nvSpPr>
        <p:spPr>
          <a:xfrm>
            <a:off x="610773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8" name="F2_precision_recall_distributions_5792">
            <a:extLst>
              <a:ext uri="{FF2B5EF4-FFF2-40B4-BE49-F238E27FC236}">
                <a16:creationId xmlns:a16="http://schemas.microsoft.com/office/drawing/2014/main" id="{5E5EE7A4-21A7-44A7-A36E-A1622125C60D}"/>
              </a:ext>
            </a:extLst>
          </p:cNvPr>
          <p:cNvSpPr>
            <a:spLocks noGrp="1"/>
          </p:cNvSpPr>
          <p:nvPr/>
        </p:nvSpPr>
        <p:spPr>
          <a:xfrm>
            <a:off x="682843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0589" y="848766"/>
                </a:moveTo>
                <a:lnTo>
                  <a:pt x="164508" y="848766"/>
                </a:lnTo>
                <a:lnTo>
                  <a:pt x="167463" y="842186"/>
                </a:lnTo>
                <a:lnTo>
                  <a:pt x="176008" y="835606"/>
                </a:lnTo>
                <a:lnTo>
                  <a:pt x="189236" y="829027"/>
                </a:lnTo>
                <a:lnTo>
                  <a:pt x="205812" y="822447"/>
                </a:lnTo>
                <a:lnTo>
                  <a:pt x="224189" y="815868"/>
                </a:lnTo>
                <a:lnTo>
                  <a:pt x="242847" y="809288"/>
                </a:lnTo>
                <a:lnTo>
                  <a:pt x="260484" y="802708"/>
                </a:lnTo>
                <a:lnTo>
                  <a:pt x="276150" y="796129"/>
                </a:lnTo>
                <a:lnTo>
                  <a:pt x="289296" y="789549"/>
                </a:lnTo>
                <a:lnTo>
                  <a:pt x="299749" y="782970"/>
                </a:lnTo>
                <a:lnTo>
                  <a:pt x="307635" y="776390"/>
                </a:lnTo>
                <a:lnTo>
                  <a:pt x="313278" y="769811"/>
                </a:lnTo>
                <a:lnTo>
                  <a:pt x="317101" y="763231"/>
                </a:lnTo>
                <a:lnTo>
                  <a:pt x="319543" y="756651"/>
                </a:lnTo>
                <a:lnTo>
                  <a:pt x="321003" y="750072"/>
                </a:lnTo>
                <a:lnTo>
                  <a:pt x="321812" y="743492"/>
                </a:lnTo>
                <a:lnTo>
                  <a:pt x="322221" y="736913"/>
                </a:lnTo>
                <a:lnTo>
                  <a:pt x="322407" y="730333"/>
                </a:lnTo>
                <a:lnTo>
                  <a:pt x="322480" y="723754"/>
                </a:lnTo>
                <a:lnTo>
                  <a:pt x="322495" y="717174"/>
                </a:lnTo>
                <a:lnTo>
                  <a:pt x="322463" y="710594"/>
                </a:lnTo>
                <a:lnTo>
                  <a:pt x="322358" y="704015"/>
                </a:lnTo>
                <a:lnTo>
                  <a:pt x="322132" y="697435"/>
                </a:lnTo>
                <a:lnTo>
                  <a:pt x="321729" y="690856"/>
                </a:lnTo>
                <a:lnTo>
                  <a:pt x="321096" y="684276"/>
                </a:lnTo>
                <a:lnTo>
                  <a:pt x="320197" y="677697"/>
                </a:lnTo>
                <a:lnTo>
                  <a:pt x="319027" y="671117"/>
                </a:lnTo>
                <a:lnTo>
                  <a:pt x="317616" y="664537"/>
                </a:lnTo>
                <a:lnTo>
                  <a:pt x="316025" y="657958"/>
                </a:lnTo>
                <a:lnTo>
                  <a:pt x="314339" y="651378"/>
                </a:lnTo>
                <a:lnTo>
                  <a:pt x="312652" y="644799"/>
                </a:lnTo>
                <a:lnTo>
                  <a:pt x="311054" y="638219"/>
                </a:lnTo>
                <a:lnTo>
                  <a:pt x="309615" y="631639"/>
                </a:lnTo>
                <a:lnTo>
                  <a:pt x="308383" y="625060"/>
                </a:lnTo>
                <a:lnTo>
                  <a:pt x="307378" y="618480"/>
                </a:lnTo>
                <a:lnTo>
                  <a:pt x="306607" y="611901"/>
                </a:lnTo>
                <a:lnTo>
                  <a:pt x="306069" y="605321"/>
                </a:lnTo>
                <a:lnTo>
                  <a:pt x="305771" y="598742"/>
                </a:lnTo>
                <a:lnTo>
                  <a:pt x="305731" y="592162"/>
                </a:lnTo>
                <a:lnTo>
                  <a:pt x="305979" y="585582"/>
                </a:lnTo>
                <a:lnTo>
                  <a:pt x="306545" y="579003"/>
                </a:lnTo>
                <a:lnTo>
                  <a:pt x="307454" y="572423"/>
                </a:lnTo>
                <a:lnTo>
                  <a:pt x="308703" y="565844"/>
                </a:lnTo>
                <a:lnTo>
                  <a:pt x="310259" y="559264"/>
                </a:lnTo>
                <a:lnTo>
                  <a:pt x="312050" y="552685"/>
                </a:lnTo>
                <a:lnTo>
                  <a:pt x="313976" y="546105"/>
                </a:lnTo>
                <a:lnTo>
                  <a:pt x="315913" y="539525"/>
                </a:lnTo>
                <a:lnTo>
                  <a:pt x="317727" y="532946"/>
                </a:lnTo>
                <a:lnTo>
                  <a:pt x="319285" y="526366"/>
                </a:lnTo>
                <a:lnTo>
                  <a:pt x="320457" y="519787"/>
                </a:lnTo>
                <a:lnTo>
                  <a:pt x="321114" y="513207"/>
                </a:lnTo>
                <a:lnTo>
                  <a:pt x="321129" y="506627"/>
                </a:lnTo>
                <a:lnTo>
                  <a:pt x="320369" y="500048"/>
                </a:lnTo>
                <a:lnTo>
                  <a:pt x="318705" y="493468"/>
                </a:lnTo>
                <a:lnTo>
                  <a:pt x="316030" y="486889"/>
                </a:lnTo>
                <a:lnTo>
                  <a:pt x="312282" y="480309"/>
                </a:lnTo>
                <a:lnTo>
                  <a:pt x="307483" y="473730"/>
                </a:lnTo>
                <a:lnTo>
                  <a:pt x="301772" y="467150"/>
                </a:lnTo>
                <a:lnTo>
                  <a:pt x="295422" y="460570"/>
                </a:lnTo>
                <a:lnTo>
                  <a:pt x="288836" y="453991"/>
                </a:lnTo>
                <a:lnTo>
                  <a:pt x="282524" y="447411"/>
                </a:lnTo>
                <a:lnTo>
                  <a:pt x="277031" y="440832"/>
                </a:lnTo>
                <a:lnTo>
                  <a:pt x="272871" y="434252"/>
                </a:lnTo>
                <a:lnTo>
                  <a:pt x="270433" y="427673"/>
                </a:lnTo>
                <a:lnTo>
                  <a:pt x="269922" y="421093"/>
                </a:lnTo>
                <a:lnTo>
                  <a:pt x="271321" y="414513"/>
                </a:lnTo>
                <a:lnTo>
                  <a:pt x="274388" y="407934"/>
                </a:lnTo>
                <a:lnTo>
                  <a:pt x="278708" y="401354"/>
                </a:lnTo>
                <a:lnTo>
                  <a:pt x="283749" y="394775"/>
                </a:lnTo>
                <a:lnTo>
                  <a:pt x="288955" y="388195"/>
                </a:lnTo>
                <a:lnTo>
                  <a:pt x="293812" y="381616"/>
                </a:lnTo>
                <a:lnTo>
                  <a:pt x="297909" y="375036"/>
                </a:lnTo>
                <a:lnTo>
                  <a:pt x="300961" y="368456"/>
                </a:lnTo>
                <a:lnTo>
                  <a:pt x="302817" y="361877"/>
                </a:lnTo>
                <a:lnTo>
                  <a:pt x="303441" y="355297"/>
                </a:lnTo>
                <a:lnTo>
                  <a:pt x="302888" y="348718"/>
                </a:lnTo>
                <a:lnTo>
                  <a:pt x="301284" y="342138"/>
                </a:lnTo>
                <a:lnTo>
                  <a:pt x="298806" y="335558"/>
                </a:lnTo>
                <a:lnTo>
                  <a:pt x="295673" y="328979"/>
                </a:lnTo>
                <a:lnTo>
                  <a:pt x="292144" y="322399"/>
                </a:lnTo>
                <a:lnTo>
                  <a:pt x="288510" y="315820"/>
                </a:lnTo>
                <a:lnTo>
                  <a:pt x="285084" y="309240"/>
                </a:lnTo>
                <a:lnTo>
                  <a:pt x="282181" y="302661"/>
                </a:lnTo>
                <a:lnTo>
                  <a:pt x="280081" y="296081"/>
                </a:lnTo>
                <a:lnTo>
                  <a:pt x="278998" y="289501"/>
                </a:lnTo>
                <a:lnTo>
                  <a:pt x="279048" y="282922"/>
                </a:lnTo>
                <a:lnTo>
                  <a:pt x="280227" y="276342"/>
                </a:lnTo>
                <a:lnTo>
                  <a:pt x="282414" y="269763"/>
                </a:lnTo>
                <a:lnTo>
                  <a:pt x="285391" y="263183"/>
                </a:lnTo>
                <a:lnTo>
                  <a:pt x="288881" y="256604"/>
                </a:lnTo>
                <a:lnTo>
                  <a:pt x="292595" y="250024"/>
                </a:lnTo>
                <a:lnTo>
                  <a:pt x="296274" y="243444"/>
                </a:lnTo>
                <a:lnTo>
                  <a:pt x="299720" y="236865"/>
                </a:lnTo>
                <a:lnTo>
                  <a:pt x="302812" y="230285"/>
                </a:lnTo>
                <a:lnTo>
                  <a:pt x="305498" y="223706"/>
                </a:lnTo>
                <a:lnTo>
                  <a:pt x="307780" y="217126"/>
                </a:lnTo>
                <a:lnTo>
                  <a:pt x="309690" y="210546"/>
                </a:lnTo>
                <a:lnTo>
                  <a:pt x="311266" y="203967"/>
                </a:lnTo>
                <a:lnTo>
                  <a:pt x="312541" y="197387"/>
                </a:lnTo>
                <a:lnTo>
                  <a:pt x="313533" y="190808"/>
                </a:lnTo>
                <a:lnTo>
                  <a:pt x="314255" y="184228"/>
                </a:lnTo>
                <a:lnTo>
                  <a:pt x="314719" y="177649"/>
                </a:lnTo>
                <a:lnTo>
                  <a:pt x="314954" y="171069"/>
                </a:lnTo>
                <a:lnTo>
                  <a:pt x="315006" y="164489"/>
                </a:lnTo>
                <a:lnTo>
                  <a:pt x="314945" y="157910"/>
                </a:lnTo>
                <a:lnTo>
                  <a:pt x="314853" y="151330"/>
                </a:lnTo>
                <a:lnTo>
                  <a:pt x="314815" y="144751"/>
                </a:lnTo>
                <a:lnTo>
                  <a:pt x="314898" y="138171"/>
                </a:lnTo>
                <a:lnTo>
                  <a:pt x="315136" y="131592"/>
                </a:lnTo>
                <a:lnTo>
                  <a:pt x="315505" y="125012"/>
                </a:lnTo>
                <a:lnTo>
                  <a:pt x="315913" y="118432"/>
                </a:lnTo>
                <a:lnTo>
                  <a:pt x="316176" y="111853"/>
                </a:lnTo>
                <a:lnTo>
                  <a:pt x="316003" y="105273"/>
                </a:lnTo>
                <a:lnTo>
                  <a:pt x="314976" y="98694"/>
                </a:lnTo>
                <a:lnTo>
                  <a:pt x="312538" y="92114"/>
                </a:lnTo>
                <a:lnTo>
                  <a:pt x="307991" y="85535"/>
                </a:lnTo>
                <a:lnTo>
                  <a:pt x="300515" y="78955"/>
                </a:lnTo>
                <a:lnTo>
                  <a:pt x="289234" y="72375"/>
                </a:lnTo>
                <a:lnTo>
                  <a:pt x="273320" y="65796"/>
                </a:lnTo>
                <a:lnTo>
                  <a:pt x="252156" y="59216"/>
                </a:lnTo>
                <a:lnTo>
                  <a:pt x="225524" y="52637"/>
                </a:lnTo>
                <a:lnTo>
                  <a:pt x="193806" y="46057"/>
                </a:lnTo>
                <a:lnTo>
                  <a:pt x="158134" y="39477"/>
                </a:lnTo>
                <a:lnTo>
                  <a:pt x="120433" y="32898"/>
                </a:lnTo>
                <a:lnTo>
                  <a:pt x="83326" y="26318"/>
                </a:lnTo>
                <a:lnTo>
                  <a:pt x="49877" y="19739"/>
                </a:lnTo>
                <a:lnTo>
                  <a:pt x="23193" y="13159"/>
                </a:lnTo>
                <a:lnTo>
                  <a:pt x="596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7" y="6580"/>
                </a:lnTo>
                <a:lnTo>
                  <a:pt x="651903" y="13159"/>
                </a:lnTo>
                <a:lnTo>
                  <a:pt x="625219" y="19739"/>
                </a:lnTo>
                <a:lnTo>
                  <a:pt x="591771" y="26318"/>
                </a:lnTo>
                <a:lnTo>
                  <a:pt x="554664" y="32898"/>
                </a:lnTo>
                <a:lnTo>
                  <a:pt x="516962" y="39477"/>
                </a:lnTo>
                <a:lnTo>
                  <a:pt x="481290" y="46057"/>
                </a:lnTo>
                <a:lnTo>
                  <a:pt x="449573" y="52637"/>
                </a:lnTo>
                <a:lnTo>
                  <a:pt x="422941" y="59216"/>
                </a:lnTo>
                <a:lnTo>
                  <a:pt x="401776" y="65796"/>
                </a:lnTo>
                <a:lnTo>
                  <a:pt x="385863" y="72375"/>
                </a:lnTo>
                <a:lnTo>
                  <a:pt x="374582" y="78955"/>
                </a:lnTo>
                <a:lnTo>
                  <a:pt x="367106" y="85535"/>
                </a:lnTo>
                <a:lnTo>
                  <a:pt x="362558" y="92114"/>
                </a:lnTo>
                <a:lnTo>
                  <a:pt x="360120" y="98694"/>
                </a:lnTo>
                <a:lnTo>
                  <a:pt x="359093" y="105273"/>
                </a:lnTo>
                <a:lnTo>
                  <a:pt x="358920" y="111853"/>
                </a:lnTo>
                <a:lnTo>
                  <a:pt x="359184" y="118432"/>
                </a:lnTo>
                <a:lnTo>
                  <a:pt x="359592" y="125012"/>
                </a:lnTo>
                <a:lnTo>
                  <a:pt x="359961" y="131592"/>
                </a:lnTo>
                <a:lnTo>
                  <a:pt x="360198" y="138171"/>
                </a:lnTo>
                <a:lnTo>
                  <a:pt x="360281" y="144751"/>
                </a:lnTo>
                <a:lnTo>
                  <a:pt x="360243" y="151330"/>
                </a:lnTo>
                <a:lnTo>
                  <a:pt x="360152" y="157910"/>
                </a:lnTo>
                <a:lnTo>
                  <a:pt x="360090" y="164489"/>
                </a:lnTo>
                <a:lnTo>
                  <a:pt x="360143" y="171069"/>
                </a:lnTo>
                <a:lnTo>
                  <a:pt x="360377" y="177649"/>
                </a:lnTo>
                <a:lnTo>
                  <a:pt x="360842" y="184228"/>
                </a:lnTo>
                <a:lnTo>
                  <a:pt x="361563" y="190808"/>
                </a:lnTo>
                <a:lnTo>
                  <a:pt x="362555" y="197387"/>
                </a:lnTo>
                <a:lnTo>
                  <a:pt x="363830" y="203967"/>
                </a:lnTo>
                <a:lnTo>
                  <a:pt x="365407" y="210546"/>
                </a:lnTo>
                <a:lnTo>
                  <a:pt x="367317" y="217126"/>
                </a:lnTo>
                <a:lnTo>
                  <a:pt x="369599" y="223706"/>
                </a:lnTo>
                <a:lnTo>
                  <a:pt x="372285" y="230285"/>
                </a:lnTo>
                <a:lnTo>
                  <a:pt x="375376" y="236865"/>
                </a:lnTo>
                <a:lnTo>
                  <a:pt x="378823" y="243444"/>
                </a:lnTo>
                <a:lnTo>
                  <a:pt x="382501" y="250024"/>
                </a:lnTo>
                <a:lnTo>
                  <a:pt x="386215" y="256604"/>
                </a:lnTo>
                <a:lnTo>
                  <a:pt x="389705" y="263183"/>
                </a:lnTo>
                <a:lnTo>
                  <a:pt x="392682" y="269763"/>
                </a:lnTo>
                <a:lnTo>
                  <a:pt x="394869" y="276342"/>
                </a:lnTo>
                <a:lnTo>
                  <a:pt x="396049" y="282922"/>
                </a:lnTo>
                <a:lnTo>
                  <a:pt x="396098" y="289501"/>
                </a:lnTo>
                <a:lnTo>
                  <a:pt x="395016" y="296081"/>
                </a:lnTo>
                <a:lnTo>
                  <a:pt x="392916" y="302661"/>
                </a:lnTo>
                <a:lnTo>
                  <a:pt x="390012" y="309240"/>
                </a:lnTo>
                <a:lnTo>
                  <a:pt x="386587" y="315820"/>
                </a:lnTo>
                <a:lnTo>
                  <a:pt x="382953" y="322399"/>
                </a:lnTo>
                <a:lnTo>
                  <a:pt x="379424" y="328979"/>
                </a:lnTo>
                <a:lnTo>
                  <a:pt x="376291" y="335558"/>
                </a:lnTo>
                <a:lnTo>
                  <a:pt x="373813" y="342138"/>
                </a:lnTo>
                <a:lnTo>
                  <a:pt x="372209" y="348718"/>
                </a:lnTo>
                <a:lnTo>
                  <a:pt x="371656" y="355297"/>
                </a:lnTo>
                <a:lnTo>
                  <a:pt x="372279" y="361877"/>
                </a:lnTo>
                <a:lnTo>
                  <a:pt x="374135" y="368456"/>
                </a:lnTo>
                <a:lnTo>
                  <a:pt x="377187" y="375036"/>
                </a:lnTo>
                <a:lnTo>
                  <a:pt x="381284" y="381616"/>
                </a:lnTo>
                <a:lnTo>
                  <a:pt x="386142" y="388195"/>
                </a:lnTo>
                <a:lnTo>
                  <a:pt x="391348" y="394775"/>
                </a:lnTo>
                <a:lnTo>
                  <a:pt x="396389" y="401354"/>
                </a:lnTo>
                <a:lnTo>
                  <a:pt x="400708" y="407934"/>
                </a:lnTo>
                <a:lnTo>
                  <a:pt x="403776" y="414513"/>
                </a:lnTo>
                <a:lnTo>
                  <a:pt x="405174" y="421093"/>
                </a:lnTo>
                <a:lnTo>
                  <a:pt x="404664" y="427673"/>
                </a:lnTo>
                <a:lnTo>
                  <a:pt x="402226" y="434252"/>
                </a:lnTo>
                <a:lnTo>
                  <a:pt x="398065" y="440832"/>
                </a:lnTo>
                <a:lnTo>
                  <a:pt x="392573" y="447411"/>
                </a:lnTo>
                <a:lnTo>
                  <a:pt x="386260" y="453991"/>
                </a:lnTo>
                <a:lnTo>
                  <a:pt x="379675" y="460570"/>
                </a:lnTo>
                <a:lnTo>
                  <a:pt x="373324" y="467150"/>
                </a:lnTo>
                <a:lnTo>
                  <a:pt x="367613" y="473730"/>
                </a:lnTo>
                <a:lnTo>
                  <a:pt x="362815" y="480309"/>
                </a:lnTo>
                <a:lnTo>
                  <a:pt x="359067" y="486889"/>
                </a:lnTo>
                <a:lnTo>
                  <a:pt x="356391" y="493468"/>
                </a:lnTo>
                <a:lnTo>
                  <a:pt x="354728" y="500048"/>
                </a:lnTo>
                <a:lnTo>
                  <a:pt x="353968" y="506627"/>
                </a:lnTo>
                <a:lnTo>
                  <a:pt x="353982" y="513207"/>
                </a:lnTo>
                <a:lnTo>
                  <a:pt x="354640" y="519787"/>
                </a:lnTo>
                <a:lnTo>
                  <a:pt x="355812" y="526366"/>
                </a:lnTo>
                <a:lnTo>
                  <a:pt x="357370" y="532946"/>
                </a:lnTo>
                <a:lnTo>
                  <a:pt x="359184" y="539525"/>
                </a:lnTo>
                <a:lnTo>
                  <a:pt x="361120" y="546105"/>
                </a:lnTo>
                <a:lnTo>
                  <a:pt x="363046" y="552685"/>
                </a:lnTo>
                <a:lnTo>
                  <a:pt x="364838" y="559264"/>
                </a:lnTo>
                <a:lnTo>
                  <a:pt x="366393" y="565844"/>
                </a:lnTo>
                <a:lnTo>
                  <a:pt x="367643" y="572423"/>
                </a:lnTo>
                <a:lnTo>
                  <a:pt x="368551" y="579003"/>
                </a:lnTo>
                <a:lnTo>
                  <a:pt x="369118" y="585582"/>
                </a:lnTo>
                <a:lnTo>
                  <a:pt x="369365" y="592162"/>
                </a:lnTo>
                <a:lnTo>
                  <a:pt x="369325" y="598742"/>
                </a:lnTo>
                <a:lnTo>
                  <a:pt x="369027" y="605321"/>
                </a:lnTo>
                <a:lnTo>
                  <a:pt x="368490" y="611901"/>
                </a:lnTo>
                <a:lnTo>
                  <a:pt x="367718" y="618480"/>
                </a:lnTo>
                <a:lnTo>
                  <a:pt x="366714" y="625060"/>
                </a:lnTo>
                <a:lnTo>
                  <a:pt x="365481" y="631639"/>
                </a:lnTo>
                <a:lnTo>
                  <a:pt x="364043" y="638219"/>
                </a:lnTo>
                <a:lnTo>
                  <a:pt x="362445" y="644799"/>
                </a:lnTo>
                <a:lnTo>
                  <a:pt x="360758" y="651378"/>
                </a:lnTo>
                <a:lnTo>
                  <a:pt x="359071" y="657958"/>
                </a:lnTo>
                <a:lnTo>
                  <a:pt x="357480" y="664537"/>
                </a:lnTo>
                <a:lnTo>
                  <a:pt x="356069" y="671117"/>
                </a:lnTo>
                <a:lnTo>
                  <a:pt x="354900" y="677697"/>
                </a:lnTo>
                <a:lnTo>
                  <a:pt x="354001" y="684276"/>
                </a:lnTo>
                <a:lnTo>
                  <a:pt x="353367" y="690856"/>
                </a:lnTo>
                <a:lnTo>
                  <a:pt x="352964" y="697435"/>
                </a:lnTo>
                <a:lnTo>
                  <a:pt x="352739" y="704015"/>
                </a:lnTo>
                <a:lnTo>
                  <a:pt x="352634" y="710594"/>
                </a:lnTo>
                <a:lnTo>
                  <a:pt x="352601" y="717174"/>
                </a:lnTo>
                <a:lnTo>
                  <a:pt x="352617" y="723754"/>
                </a:lnTo>
                <a:lnTo>
                  <a:pt x="352690" y="730333"/>
                </a:lnTo>
                <a:lnTo>
                  <a:pt x="352876" y="736913"/>
                </a:lnTo>
                <a:lnTo>
                  <a:pt x="353285" y="743492"/>
                </a:lnTo>
                <a:lnTo>
                  <a:pt x="354093" y="750072"/>
                </a:lnTo>
                <a:lnTo>
                  <a:pt x="355553" y="756651"/>
                </a:lnTo>
                <a:lnTo>
                  <a:pt x="357995" y="763231"/>
                </a:lnTo>
                <a:lnTo>
                  <a:pt x="361818" y="769811"/>
                </a:lnTo>
                <a:lnTo>
                  <a:pt x="367462" y="776390"/>
                </a:lnTo>
                <a:lnTo>
                  <a:pt x="375347" y="782970"/>
                </a:lnTo>
                <a:lnTo>
                  <a:pt x="385800" y="789549"/>
                </a:lnTo>
                <a:lnTo>
                  <a:pt x="398946" y="796129"/>
                </a:lnTo>
                <a:lnTo>
                  <a:pt x="414613" y="802708"/>
                </a:lnTo>
                <a:lnTo>
                  <a:pt x="432249" y="809288"/>
                </a:lnTo>
                <a:lnTo>
                  <a:pt x="450907" y="815868"/>
                </a:lnTo>
                <a:lnTo>
                  <a:pt x="469285" y="822447"/>
                </a:lnTo>
                <a:lnTo>
                  <a:pt x="485860" y="829027"/>
                </a:lnTo>
                <a:lnTo>
                  <a:pt x="499088" y="835606"/>
                </a:lnTo>
                <a:lnTo>
                  <a:pt x="507633" y="842186"/>
                </a:lnTo>
                <a:lnTo>
                  <a:pt x="510589" y="848766"/>
                </a:lnTo>
                <a:lnTo>
                  <a:pt x="510589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979" name="F2_precision_recall_distributions_5793">
            <a:extLst>
              <a:ext uri="{FF2B5EF4-FFF2-40B4-BE49-F238E27FC236}">
                <a16:creationId xmlns:a16="http://schemas.microsoft.com/office/drawing/2014/main" id="{7CCACBFD-5AFD-424A-8877-9505CC7AD380}"/>
              </a:ext>
            </a:extLst>
          </p:cNvPr>
          <p:cNvSpPr>
            <a:spLocks noGrp="1"/>
          </p:cNvSpPr>
          <p:nvPr/>
        </p:nvSpPr>
        <p:spPr>
          <a:xfrm>
            <a:off x="723642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0" name="F2_precision_recall_distributions_5794">
            <a:extLst>
              <a:ext uri="{FF2B5EF4-FFF2-40B4-BE49-F238E27FC236}">
                <a16:creationId xmlns:a16="http://schemas.microsoft.com/office/drawing/2014/main" id="{303BFC50-983A-483E-8191-07691B18C9EB}"/>
              </a:ext>
            </a:extLst>
          </p:cNvPr>
          <p:cNvSpPr>
            <a:spLocks noGrp="1"/>
          </p:cNvSpPr>
          <p:nvPr/>
        </p:nvSpPr>
        <p:spPr>
          <a:xfrm>
            <a:off x="73385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1" name="F2_precision_recall_distributions_5795">
            <a:extLst>
              <a:ext uri="{FF2B5EF4-FFF2-40B4-BE49-F238E27FC236}">
                <a16:creationId xmlns:a16="http://schemas.microsoft.com/office/drawing/2014/main" id="{D8771FA5-C27D-4CB6-B3A0-F6452E3708A2}"/>
              </a:ext>
            </a:extLst>
          </p:cNvPr>
          <p:cNvSpPr>
            <a:spLocks noGrp="1"/>
          </p:cNvSpPr>
          <p:nvPr/>
        </p:nvSpPr>
        <p:spPr>
          <a:xfrm>
            <a:off x="69786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2" name="F2_precision_recall_distributions_5796">
            <a:extLst>
              <a:ext uri="{FF2B5EF4-FFF2-40B4-BE49-F238E27FC236}">
                <a16:creationId xmlns:a16="http://schemas.microsoft.com/office/drawing/2014/main" id="{A6F61EA1-E1EB-4882-B6D3-33E5D5F62071}"/>
              </a:ext>
            </a:extLst>
          </p:cNvPr>
          <p:cNvSpPr>
            <a:spLocks noGrp="1"/>
          </p:cNvSpPr>
          <p:nvPr/>
        </p:nvSpPr>
        <p:spPr>
          <a:xfrm>
            <a:off x="7037586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3" name="F2_precision_recall_distributions_5797">
            <a:extLst>
              <a:ext uri="{FF2B5EF4-FFF2-40B4-BE49-F238E27FC236}">
                <a16:creationId xmlns:a16="http://schemas.microsoft.com/office/drawing/2014/main" id="{A0DC3768-4C18-4BBC-8736-029EA571CC68}"/>
              </a:ext>
            </a:extLst>
          </p:cNvPr>
          <p:cNvSpPr>
            <a:spLocks noGrp="1"/>
          </p:cNvSpPr>
          <p:nvPr/>
        </p:nvSpPr>
        <p:spPr>
          <a:xfrm>
            <a:off x="7004178" y="4587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4" name="F2_precision_recall_distributions_5798">
            <a:extLst>
              <a:ext uri="{FF2B5EF4-FFF2-40B4-BE49-F238E27FC236}">
                <a16:creationId xmlns:a16="http://schemas.microsoft.com/office/drawing/2014/main" id="{CB4187BD-7F32-445F-9428-027C058CA038}"/>
              </a:ext>
            </a:extLst>
          </p:cNvPr>
          <p:cNvSpPr>
            <a:spLocks noGrp="1"/>
          </p:cNvSpPr>
          <p:nvPr/>
        </p:nvSpPr>
        <p:spPr>
          <a:xfrm>
            <a:off x="71663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5" name="F2_precision_recall_distributions_5799">
            <a:extLst>
              <a:ext uri="{FF2B5EF4-FFF2-40B4-BE49-F238E27FC236}">
                <a16:creationId xmlns:a16="http://schemas.microsoft.com/office/drawing/2014/main" id="{95413CE4-A061-4EF7-9A24-630A9A0DC2F9}"/>
              </a:ext>
            </a:extLst>
          </p:cNvPr>
          <p:cNvSpPr>
            <a:spLocks noGrp="1"/>
          </p:cNvSpPr>
          <p:nvPr/>
        </p:nvSpPr>
        <p:spPr>
          <a:xfrm>
            <a:off x="72913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6" name="F2_precision_recall_distributions_5800">
            <a:extLst>
              <a:ext uri="{FF2B5EF4-FFF2-40B4-BE49-F238E27FC236}">
                <a16:creationId xmlns:a16="http://schemas.microsoft.com/office/drawing/2014/main" id="{F2E6C215-1BCB-4AAC-B094-793767AB0AE9}"/>
              </a:ext>
            </a:extLst>
          </p:cNvPr>
          <p:cNvSpPr>
            <a:spLocks noGrp="1"/>
          </p:cNvSpPr>
          <p:nvPr/>
        </p:nvSpPr>
        <p:spPr>
          <a:xfrm>
            <a:off x="73224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7" name="F2_precision_recall_distributions_5801">
            <a:extLst>
              <a:ext uri="{FF2B5EF4-FFF2-40B4-BE49-F238E27FC236}">
                <a16:creationId xmlns:a16="http://schemas.microsoft.com/office/drawing/2014/main" id="{E45845E1-26B9-4CB3-980A-7FD551C2C520}"/>
              </a:ext>
            </a:extLst>
          </p:cNvPr>
          <p:cNvSpPr>
            <a:spLocks noGrp="1"/>
          </p:cNvSpPr>
          <p:nvPr/>
        </p:nvSpPr>
        <p:spPr>
          <a:xfrm>
            <a:off x="7259384" y="4852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8" name="F2_precision_recall_distributions_5802">
            <a:extLst>
              <a:ext uri="{FF2B5EF4-FFF2-40B4-BE49-F238E27FC236}">
                <a16:creationId xmlns:a16="http://schemas.microsoft.com/office/drawing/2014/main" id="{8682D0AE-B4F9-45AE-8505-80178F35839D}"/>
              </a:ext>
            </a:extLst>
          </p:cNvPr>
          <p:cNvSpPr>
            <a:spLocks noGrp="1"/>
          </p:cNvSpPr>
          <p:nvPr/>
        </p:nvSpPr>
        <p:spPr>
          <a:xfrm>
            <a:off x="73335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9" name="F2_precision_recall_distributions_5803">
            <a:extLst>
              <a:ext uri="{FF2B5EF4-FFF2-40B4-BE49-F238E27FC236}">
                <a16:creationId xmlns:a16="http://schemas.microsoft.com/office/drawing/2014/main" id="{923AFF5D-7943-47F8-9BC7-7523A99B9CAB}"/>
              </a:ext>
            </a:extLst>
          </p:cNvPr>
          <p:cNvSpPr>
            <a:spLocks noGrp="1"/>
          </p:cNvSpPr>
          <p:nvPr/>
        </p:nvSpPr>
        <p:spPr>
          <a:xfrm>
            <a:off x="73044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0" name="F2_precision_recall_distributions_5804">
            <a:extLst>
              <a:ext uri="{FF2B5EF4-FFF2-40B4-BE49-F238E27FC236}">
                <a16:creationId xmlns:a16="http://schemas.microsoft.com/office/drawing/2014/main" id="{A4F79E0E-2D4D-4FC8-B4C5-F063F741381C}"/>
              </a:ext>
            </a:extLst>
          </p:cNvPr>
          <p:cNvSpPr>
            <a:spLocks noGrp="1"/>
          </p:cNvSpPr>
          <p:nvPr/>
        </p:nvSpPr>
        <p:spPr>
          <a:xfrm>
            <a:off x="7269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1" name="F2_precision_recall_distributions_5805">
            <a:extLst>
              <a:ext uri="{FF2B5EF4-FFF2-40B4-BE49-F238E27FC236}">
                <a16:creationId xmlns:a16="http://schemas.microsoft.com/office/drawing/2014/main" id="{B4DC86E6-933A-4898-9C6E-587425DC6F28}"/>
              </a:ext>
            </a:extLst>
          </p:cNvPr>
          <p:cNvSpPr>
            <a:spLocks noGrp="1"/>
          </p:cNvSpPr>
          <p:nvPr/>
        </p:nvSpPr>
        <p:spPr>
          <a:xfrm>
            <a:off x="699338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2" name="F2_precision_recall_distributions_5806">
            <a:extLst>
              <a:ext uri="{FF2B5EF4-FFF2-40B4-BE49-F238E27FC236}">
                <a16:creationId xmlns:a16="http://schemas.microsoft.com/office/drawing/2014/main" id="{5857181D-937C-4EF2-9FE7-5F977C751151}"/>
              </a:ext>
            </a:extLst>
          </p:cNvPr>
          <p:cNvSpPr>
            <a:spLocks noGrp="1"/>
          </p:cNvSpPr>
          <p:nvPr/>
        </p:nvSpPr>
        <p:spPr>
          <a:xfrm>
            <a:off x="7257061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3" name="F2_precision_recall_distributions_5807">
            <a:extLst>
              <a:ext uri="{FF2B5EF4-FFF2-40B4-BE49-F238E27FC236}">
                <a16:creationId xmlns:a16="http://schemas.microsoft.com/office/drawing/2014/main" id="{82D7F0C2-DF2A-4AC0-A1B3-E8B74A6E6B5A}"/>
              </a:ext>
            </a:extLst>
          </p:cNvPr>
          <p:cNvSpPr>
            <a:spLocks noGrp="1"/>
          </p:cNvSpPr>
          <p:nvPr/>
        </p:nvSpPr>
        <p:spPr>
          <a:xfrm>
            <a:off x="7208313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4" name="F2_precision_recall_distributions_5808">
            <a:extLst>
              <a:ext uri="{FF2B5EF4-FFF2-40B4-BE49-F238E27FC236}">
                <a16:creationId xmlns:a16="http://schemas.microsoft.com/office/drawing/2014/main" id="{097830F6-FC18-4A07-A599-14AE9BC65A0E}"/>
              </a:ext>
            </a:extLst>
          </p:cNvPr>
          <p:cNvSpPr>
            <a:spLocks noGrp="1"/>
          </p:cNvSpPr>
          <p:nvPr/>
        </p:nvSpPr>
        <p:spPr>
          <a:xfrm>
            <a:off x="728020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5" name="F2_precision_recall_distributions_5809">
            <a:extLst>
              <a:ext uri="{FF2B5EF4-FFF2-40B4-BE49-F238E27FC236}">
                <a16:creationId xmlns:a16="http://schemas.microsoft.com/office/drawing/2014/main" id="{0944CB8D-F3EF-4A0A-BA4E-660008B5F7DD}"/>
              </a:ext>
            </a:extLst>
          </p:cNvPr>
          <p:cNvSpPr>
            <a:spLocks noGrp="1"/>
          </p:cNvSpPr>
          <p:nvPr/>
        </p:nvSpPr>
        <p:spPr>
          <a:xfrm>
            <a:off x="70057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6" name="F2_precision_recall_distributions_5810">
            <a:extLst>
              <a:ext uri="{FF2B5EF4-FFF2-40B4-BE49-F238E27FC236}">
                <a16:creationId xmlns:a16="http://schemas.microsoft.com/office/drawing/2014/main" id="{24A87C15-BEAE-4169-8520-73C408E7307B}"/>
              </a:ext>
            </a:extLst>
          </p:cNvPr>
          <p:cNvSpPr>
            <a:spLocks noGrp="1"/>
          </p:cNvSpPr>
          <p:nvPr/>
        </p:nvSpPr>
        <p:spPr>
          <a:xfrm>
            <a:off x="720513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7" name="F2_precision_recall_distributions_5811">
            <a:extLst>
              <a:ext uri="{FF2B5EF4-FFF2-40B4-BE49-F238E27FC236}">
                <a16:creationId xmlns:a16="http://schemas.microsoft.com/office/drawing/2014/main" id="{D4EB97BB-7862-44E6-BAC6-B486D09A2EF5}"/>
              </a:ext>
            </a:extLst>
          </p:cNvPr>
          <p:cNvSpPr>
            <a:spLocks noGrp="1"/>
          </p:cNvSpPr>
          <p:nvPr/>
        </p:nvSpPr>
        <p:spPr>
          <a:xfrm>
            <a:off x="721622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8" name="F2_precision_recall_distributions_5812">
            <a:extLst>
              <a:ext uri="{FF2B5EF4-FFF2-40B4-BE49-F238E27FC236}">
                <a16:creationId xmlns:a16="http://schemas.microsoft.com/office/drawing/2014/main" id="{1B3BDB87-FF62-44A6-BDE4-B078E2C6999C}"/>
              </a:ext>
            </a:extLst>
          </p:cNvPr>
          <p:cNvSpPr>
            <a:spLocks noGrp="1"/>
          </p:cNvSpPr>
          <p:nvPr/>
        </p:nvSpPr>
        <p:spPr>
          <a:xfrm>
            <a:off x="7128859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9" name="F2_precision_recall_distributions_5813">
            <a:extLst>
              <a:ext uri="{FF2B5EF4-FFF2-40B4-BE49-F238E27FC236}">
                <a16:creationId xmlns:a16="http://schemas.microsoft.com/office/drawing/2014/main" id="{6D33FD48-4B5B-4BE1-BA71-96885A8781C2}"/>
              </a:ext>
            </a:extLst>
          </p:cNvPr>
          <p:cNvSpPr>
            <a:spLocks noGrp="1"/>
          </p:cNvSpPr>
          <p:nvPr/>
        </p:nvSpPr>
        <p:spPr>
          <a:xfrm>
            <a:off x="7120739" y="48429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0" name="F2_precision_recall_distributions_5814">
            <a:extLst>
              <a:ext uri="{FF2B5EF4-FFF2-40B4-BE49-F238E27FC236}">
                <a16:creationId xmlns:a16="http://schemas.microsoft.com/office/drawing/2014/main" id="{2B58CACA-3390-40CE-8045-2AAC3B79D346}"/>
              </a:ext>
            </a:extLst>
          </p:cNvPr>
          <p:cNvSpPr>
            <a:spLocks noGrp="1"/>
          </p:cNvSpPr>
          <p:nvPr/>
        </p:nvSpPr>
        <p:spPr>
          <a:xfrm>
            <a:off x="728019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1" name="F2_precision_recall_distributions_5815">
            <a:extLst>
              <a:ext uri="{FF2B5EF4-FFF2-40B4-BE49-F238E27FC236}">
                <a16:creationId xmlns:a16="http://schemas.microsoft.com/office/drawing/2014/main" id="{07367ABC-A876-47A4-809C-FA8AD41A6C5C}"/>
              </a:ext>
            </a:extLst>
          </p:cNvPr>
          <p:cNvSpPr>
            <a:spLocks noGrp="1"/>
          </p:cNvSpPr>
          <p:nvPr/>
        </p:nvSpPr>
        <p:spPr>
          <a:xfrm>
            <a:off x="7030372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2" name="F2_precision_recall_distributions_5816">
            <a:extLst>
              <a:ext uri="{FF2B5EF4-FFF2-40B4-BE49-F238E27FC236}">
                <a16:creationId xmlns:a16="http://schemas.microsoft.com/office/drawing/2014/main" id="{0A83389A-16BD-4B70-AAED-603679F1AD77}"/>
              </a:ext>
            </a:extLst>
          </p:cNvPr>
          <p:cNvSpPr>
            <a:spLocks noGrp="1"/>
          </p:cNvSpPr>
          <p:nvPr/>
        </p:nvSpPr>
        <p:spPr>
          <a:xfrm>
            <a:off x="7269889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3" name="F2_precision_recall_distributions_5817">
            <a:extLst>
              <a:ext uri="{FF2B5EF4-FFF2-40B4-BE49-F238E27FC236}">
                <a16:creationId xmlns:a16="http://schemas.microsoft.com/office/drawing/2014/main" id="{E07BAB0A-7878-4D8F-9931-7057064CE0D9}"/>
              </a:ext>
            </a:extLst>
          </p:cNvPr>
          <p:cNvSpPr>
            <a:spLocks noGrp="1"/>
          </p:cNvSpPr>
          <p:nvPr/>
        </p:nvSpPr>
        <p:spPr>
          <a:xfrm>
            <a:off x="700593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4" name="F2_precision_recall_distributions_5818">
            <a:extLst>
              <a:ext uri="{FF2B5EF4-FFF2-40B4-BE49-F238E27FC236}">
                <a16:creationId xmlns:a16="http://schemas.microsoft.com/office/drawing/2014/main" id="{EA5F8F7C-29E2-41AF-AE23-37C6CC797FF0}"/>
              </a:ext>
            </a:extLst>
          </p:cNvPr>
          <p:cNvSpPr>
            <a:spLocks noGrp="1"/>
          </p:cNvSpPr>
          <p:nvPr/>
        </p:nvSpPr>
        <p:spPr>
          <a:xfrm>
            <a:off x="720457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5" name="F2_precision_recall_distributions_5819">
            <a:extLst>
              <a:ext uri="{FF2B5EF4-FFF2-40B4-BE49-F238E27FC236}">
                <a16:creationId xmlns:a16="http://schemas.microsoft.com/office/drawing/2014/main" id="{0B4DB28D-13DA-447C-847A-6D2C6BEA4EF2}"/>
              </a:ext>
            </a:extLst>
          </p:cNvPr>
          <p:cNvSpPr>
            <a:spLocks noGrp="1"/>
          </p:cNvSpPr>
          <p:nvPr/>
        </p:nvSpPr>
        <p:spPr>
          <a:xfrm>
            <a:off x="71778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6" name="F2_precision_recall_distributions_5820">
            <a:extLst>
              <a:ext uri="{FF2B5EF4-FFF2-40B4-BE49-F238E27FC236}">
                <a16:creationId xmlns:a16="http://schemas.microsoft.com/office/drawing/2014/main" id="{1FFB79B0-1687-47D8-9824-29B85D90E704}"/>
              </a:ext>
            </a:extLst>
          </p:cNvPr>
          <p:cNvSpPr>
            <a:spLocks noGrp="1"/>
          </p:cNvSpPr>
          <p:nvPr/>
        </p:nvSpPr>
        <p:spPr>
          <a:xfrm>
            <a:off x="7064125" y="48828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7" name="F2_precision_recall_distributions_5821">
            <a:extLst>
              <a:ext uri="{FF2B5EF4-FFF2-40B4-BE49-F238E27FC236}">
                <a16:creationId xmlns:a16="http://schemas.microsoft.com/office/drawing/2014/main" id="{522ECD70-62DA-4473-B638-000329A6140E}"/>
              </a:ext>
            </a:extLst>
          </p:cNvPr>
          <p:cNvSpPr>
            <a:spLocks noGrp="1"/>
          </p:cNvSpPr>
          <p:nvPr/>
        </p:nvSpPr>
        <p:spPr>
          <a:xfrm>
            <a:off x="7045443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8" name="F2_precision_recall_distributions_5822">
            <a:extLst>
              <a:ext uri="{FF2B5EF4-FFF2-40B4-BE49-F238E27FC236}">
                <a16:creationId xmlns:a16="http://schemas.microsoft.com/office/drawing/2014/main" id="{793FBC7B-A5B0-4178-9591-3EB775886C6A}"/>
              </a:ext>
            </a:extLst>
          </p:cNvPr>
          <p:cNvSpPr>
            <a:spLocks noGrp="1"/>
          </p:cNvSpPr>
          <p:nvPr/>
        </p:nvSpPr>
        <p:spPr>
          <a:xfrm>
            <a:off x="71519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9" name="F2_precision_recall_distributions_5823">
            <a:extLst>
              <a:ext uri="{FF2B5EF4-FFF2-40B4-BE49-F238E27FC236}">
                <a16:creationId xmlns:a16="http://schemas.microsoft.com/office/drawing/2014/main" id="{DEBBF049-08F6-40E0-ADCE-EF0983ADF1F1}"/>
              </a:ext>
            </a:extLst>
          </p:cNvPr>
          <p:cNvSpPr>
            <a:spLocks noGrp="1"/>
          </p:cNvSpPr>
          <p:nvPr/>
        </p:nvSpPr>
        <p:spPr>
          <a:xfrm>
            <a:off x="721361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0" name="F2_precision_recall_distributions_5824">
            <a:extLst>
              <a:ext uri="{FF2B5EF4-FFF2-40B4-BE49-F238E27FC236}">
                <a16:creationId xmlns:a16="http://schemas.microsoft.com/office/drawing/2014/main" id="{92564410-C9E1-4198-AAFB-055881B7B981}"/>
              </a:ext>
            </a:extLst>
          </p:cNvPr>
          <p:cNvSpPr>
            <a:spLocks noGrp="1"/>
          </p:cNvSpPr>
          <p:nvPr/>
        </p:nvSpPr>
        <p:spPr>
          <a:xfrm>
            <a:off x="7213443" y="49480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1" name="F2_precision_recall_distributions_5825">
            <a:extLst>
              <a:ext uri="{FF2B5EF4-FFF2-40B4-BE49-F238E27FC236}">
                <a16:creationId xmlns:a16="http://schemas.microsoft.com/office/drawing/2014/main" id="{109052FF-0131-459B-A299-09B00B5D6682}"/>
              </a:ext>
            </a:extLst>
          </p:cNvPr>
          <p:cNvSpPr>
            <a:spLocks noGrp="1"/>
          </p:cNvSpPr>
          <p:nvPr/>
        </p:nvSpPr>
        <p:spPr>
          <a:xfrm>
            <a:off x="72122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2" name="F2_precision_recall_distributions_5826">
            <a:extLst>
              <a:ext uri="{FF2B5EF4-FFF2-40B4-BE49-F238E27FC236}">
                <a16:creationId xmlns:a16="http://schemas.microsoft.com/office/drawing/2014/main" id="{C90B552C-6EE6-4AA4-AB52-4F76EDEF4FC7}"/>
              </a:ext>
            </a:extLst>
          </p:cNvPr>
          <p:cNvSpPr>
            <a:spLocks noGrp="1"/>
          </p:cNvSpPr>
          <p:nvPr/>
        </p:nvSpPr>
        <p:spPr>
          <a:xfrm>
            <a:off x="72582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3" name="F2_precision_recall_distributions_5827">
            <a:extLst>
              <a:ext uri="{FF2B5EF4-FFF2-40B4-BE49-F238E27FC236}">
                <a16:creationId xmlns:a16="http://schemas.microsoft.com/office/drawing/2014/main" id="{C934D721-E82A-46F5-AA80-94D3F6ED8EA3}"/>
              </a:ext>
            </a:extLst>
          </p:cNvPr>
          <p:cNvSpPr>
            <a:spLocks noGrp="1"/>
          </p:cNvSpPr>
          <p:nvPr/>
        </p:nvSpPr>
        <p:spPr>
          <a:xfrm>
            <a:off x="72682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4" name="F2_precision_recall_distributions_5828">
            <a:extLst>
              <a:ext uri="{FF2B5EF4-FFF2-40B4-BE49-F238E27FC236}">
                <a16:creationId xmlns:a16="http://schemas.microsoft.com/office/drawing/2014/main" id="{F4CA7473-C216-44BF-BEBD-1E09AF8E026E}"/>
              </a:ext>
            </a:extLst>
          </p:cNvPr>
          <p:cNvSpPr>
            <a:spLocks noGrp="1"/>
          </p:cNvSpPr>
          <p:nvPr/>
        </p:nvSpPr>
        <p:spPr>
          <a:xfrm>
            <a:off x="72674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5" name="F2_precision_recall_distributions_5829">
            <a:extLst>
              <a:ext uri="{FF2B5EF4-FFF2-40B4-BE49-F238E27FC236}">
                <a16:creationId xmlns:a16="http://schemas.microsoft.com/office/drawing/2014/main" id="{D2ED2ECB-5352-495A-95E4-FC45806457C4}"/>
              </a:ext>
            </a:extLst>
          </p:cNvPr>
          <p:cNvSpPr>
            <a:spLocks noGrp="1"/>
          </p:cNvSpPr>
          <p:nvPr/>
        </p:nvSpPr>
        <p:spPr>
          <a:xfrm>
            <a:off x="706711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6" name="F2_precision_recall_distributions_5830">
            <a:extLst>
              <a:ext uri="{FF2B5EF4-FFF2-40B4-BE49-F238E27FC236}">
                <a16:creationId xmlns:a16="http://schemas.microsoft.com/office/drawing/2014/main" id="{34A815A4-7E99-43E0-B900-CB1A7A2B8D89}"/>
              </a:ext>
            </a:extLst>
          </p:cNvPr>
          <p:cNvSpPr>
            <a:spLocks noGrp="1"/>
          </p:cNvSpPr>
          <p:nvPr/>
        </p:nvSpPr>
        <p:spPr>
          <a:xfrm>
            <a:off x="699361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7" name="F2_precision_recall_distributions_5831">
            <a:extLst>
              <a:ext uri="{FF2B5EF4-FFF2-40B4-BE49-F238E27FC236}">
                <a16:creationId xmlns:a16="http://schemas.microsoft.com/office/drawing/2014/main" id="{4421C299-592B-424C-B1DF-5BCCFFC6D4A5}"/>
              </a:ext>
            </a:extLst>
          </p:cNvPr>
          <p:cNvSpPr>
            <a:spLocks noGrp="1"/>
          </p:cNvSpPr>
          <p:nvPr/>
        </p:nvSpPr>
        <p:spPr>
          <a:xfrm>
            <a:off x="729281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8" name="F2_precision_recall_distributions_5832">
            <a:extLst>
              <a:ext uri="{FF2B5EF4-FFF2-40B4-BE49-F238E27FC236}">
                <a16:creationId xmlns:a16="http://schemas.microsoft.com/office/drawing/2014/main" id="{FB7C54FD-D0E1-4B80-9434-2AD741679778}"/>
              </a:ext>
            </a:extLst>
          </p:cNvPr>
          <p:cNvSpPr>
            <a:spLocks noGrp="1"/>
          </p:cNvSpPr>
          <p:nvPr/>
        </p:nvSpPr>
        <p:spPr>
          <a:xfrm>
            <a:off x="6967555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9" name="F2_precision_recall_distributions_5833">
            <a:extLst>
              <a:ext uri="{FF2B5EF4-FFF2-40B4-BE49-F238E27FC236}">
                <a16:creationId xmlns:a16="http://schemas.microsoft.com/office/drawing/2014/main" id="{AF398D9A-C5A9-4400-B594-59F644F33807}"/>
              </a:ext>
            </a:extLst>
          </p:cNvPr>
          <p:cNvSpPr>
            <a:spLocks noGrp="1"/>
          </p:cNvSpPr>
          <p:nvPr/>
        </p:nvSpPr>
        <p:spPr>
          <a:xfrm>
            <a:off x="70664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0" name="F2_precision_recall_distributions_5834">
            <a:extLst>
              <a:ext uri="{FF2B5EF4-FFF2-40B4-BE49-F238E27FC236}">
                <a16:creationId xmlns:a16="http://schemas.microsoft.com/office/drawing/2014/main" id="{8526D2DC-30F4-437C-A074-7F52D190FB6E}"/>
              </a:ext>
            </a:extLst>
          </p:cNvPr>
          <p:cNvSpPr>
            <a:spLocks noGrp="1"/>
          </p:cNvSpPr>
          <p:nvPr/>
        </p:nvSpPr>
        <p:spPr>
          <a:xfrm>
            <a:off x="701185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1" name="F2_precision_recall_distributions_5835">
            <a:extLst>
              <a:ext uri="{FF2B5EF4-FFF2-40B4-BE49-F238E27FC236}">
                <a16:creationId xmlns:a16="http://schemas.microsoft.com/office/drawing/2014/main" id="{819E7F3D-5812-40C3-83B4-ECA5282A3627}"/>
              </a:ext>
            </a:extLst>
          </p:cNvPr>
          <p:cNvSpPr>
            <a:spLocks noGrp="1"/>
          </p:cNvSpPr>
          <p:nvPr/>
        </p:nvSpPr>
        <p:spPr>
          <a:xfrm>
            <a:off x="70157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2" name="F2_precision_recall_distributions_5836">
            <a:extLst>
              <a:ext uri="{FF2B5EF4-FFF2-40B4-BE49-F238E27FC236}">
                <a16:creationId xmlns:a16="http://schemas.microsoft.com/office/drawing/2014/main" id="{36A078C4-2DDC-4041-B329-9FE7A867F007}"/>
              </a:ext>
            </a:extLst>
          </p:cNvPr>
          <p:cNvSpPr>
            <a:spLocks noGrp="1"/>
          </p:cNvSpPr>
          <p:nvPr/>
        </p:nvSpPr>
        <p:spPr>
          <a:xfrm>
            <a:off x="72237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3" name="F2_precision_recall_distributions_5837">
            <a:extLst>
              <a:ext uri="{FF2B5EF4-FFF2-40B4-BE49-F238E27FC236}">
                <a16:creationId xmlns:a16="http://schemas.microsoft.com/office/drawing/2014/main" id="{B3623AC8-C160-4022-8961-2FC1C19FD536}"/>
              </a:ext>
            </a:extLst>
          </p:cNvPr>
          <p:cNvSpPr>
            <a:spLocks noGrp="1"/>
          </p:cNvSpPr>
          <p:nvPr/>
        </p:nvSpPr>
        <p:spPr>
          <a:xfrm>
            <a:off x="702549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4" name="F2_precision_recall_distributions_5838">
            <a:extLst>
              <a:ext uri="{FF2B5EF4-FFF2-40B4-BE49-F238E27FC236}">
                <a16:creationId xmlns:a16="http://schemas.microsoft.com/office/drawing/2014/main" id="{6B550DED-9D3C-413A-9B6D-BCD00EB11BF4}"/>
              </a:ext>
            </a:extLst>
          </p:cNvPr>
          <p:cNvSpPr>
            <a:spLocks noGrp="1"/>
          </p:cNvSpPr>
          <p:nvPr/>
        </p:nvSpPr>
        <p:spPr>
          <a:xfrm>
            <a:off x="716359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5" name="F2_precision_recall_distributions_5839">
            <a:extLst>
              <a:ext uri="{FF2B5EF4-FFF2-40B4-BE49-F238E27FC236}">
                <a16:creationId xmlns:a16="http://schemas.microsoft.com/office/drawing/2014/main" id="{4EF9F6DF-709B-4392-A305-88C3515A9070}"/>
              </a:ext>
            </a:extLst>
          </p:cNvPr>
          <p:cNvSpPr>
            <a:spLocks noGrp="1"/>
          </p:cNvSpPr>
          <p:nvPr/>
        </p:nvSpPr>
        <p:spPr>
          <a:xfrm>
            <a:off x="720882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6" name="F2_precision_recall_distributions_5840">
            <a:extLst>
              <a:ext uri="{FF2B5EF4-FFF2-40B4-BE49-F238E27FC236}">
                <a16:creationId xmlns:a16="http://schemas.microsoft.com/office/drawing/2014/main" id="{3B34A5E3-17F6-463A-B507-DC6A1E999612}"/>
              </a:ext>
            </a:extLst>
          </p:cNvPr>
          <p:cNvSpPr>
            <a:spLocks noGrp="1"/>
          </p:cNvSpPr>
          <p:nvPr/>
        </p:nvSpPr>
        <p:spPr>
          <a:xfrm>
            <a:off x="724685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7" name="F2_precision_recall_distributions_5841">
            <a:extLst>
              <a:ext uri="{FF2B5EF4-FFF2-40B4-BE49-F238E27FC236}">
                <a16:creationId xmlns:a16="http://schemas.microsoft.com/office/drawing/2014/main" id="{50CAF4CD-8AB9-4ACA-ACCB-A7ED1277903A}"/>
              </a:ext>
            </a:extLst>
          </p:cNvPr>
          <p:cNvSpPr>
            <a:spLocks noGrp="1"/>
          </p:cNvSpPr>
          <p:nvPr/>
        </p:nvSpPr>
        <p:spPr>
          <a:xfrm>
            <a:off x="72476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8" name="F2_precision_recall_distributions_5842">
            <a:extLst>
              <a:ext uri="{FF2B5EF4-FFF2-40B4-BE49-F238E27FC236}">
                <a16:creationId xmlns:a16="http://schemas.microsoft.com/office/drawing/2014/main" id="{8CFD5132-08B9-47D2-A4BC-64A79202EC02}"/>
              </a:ext>
            </a:extLst>
          </p:cNvPr>
          <p:cNvSpPr>
            <a:spLocks noGrp="1"/>
          </p:cNvSpPr>
          <p:nvPr/>
        </p:nvSpPr>
        <p:spPr>
          <a:xfrm>
            <a:off x="697658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9" name="F2_precision_recall_distributions_5843">
            <a:extLst>
              <a:ext uri="{FF2B5EF4-FFF2-40B4-BE49-F238E27FC236}">
                <a16:creationId xmlns:a16="http://schemas.microsoft.com/office/drawing/2014/main" id="{18846AA1-AEC8-44E3-8183-BA9A98812218}"/>
              </a:ext>
            </a:extLst>
          </p:cNvPr>
          <p:cNvSpPr>
            <a:spLocks noGrp="1"/>
          </p:cNvSpPr>
          <p:nvPr/>
        </p:nvSpPr>
        <p:spPr>
          <a:xfrm>
            <a:off x="7023554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0" name="F2_precision_recall_distributions_5844">
            <a:extLst>
              <a:ext uri="{FF2B5EF4-FFF2-40B4-BE49-F238E27FC236}">
                <a16:creationId xmlns:a16="http://schemas.microsoft.com/office/drawing/2014/main" id="{9BCFE486-460E-45E7-9ECB-DCBEBBA72D80}"/>
              </a:ext>
            </a:extLst>
          </p:cNvPr>
          <p:cNvSpPr>
            <a:spLocks noGrp="1"/>
          </p:cNvSpPr>
          <p:nvPr/>
        </p:nvSpPr>
        <p:spPr>
          <a:xfrm>
            <a:off x="71108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1" name="F2_precision_recall_distributions_5845">
            <a:extLst>
              <a:ext uri="{FF2B5EF4-FFF2-40B4-BE49-F238E27FC236}">
                <a16:creationId xmlns:a16="http://schemas.microsoft.com/office/drawing/2014/main" id="{7107E5E3-BEA5-478D-B9E3-AF8056B7B417}"/>
              </a:ext>
            </a:extLst>
          </p:cNvPr>
          <p:cNvSpPr>
            <a:spLocks noGrp="1"/>
          </p:cNvSpPr>
          <p:nvPr/>
        </p:nvSpPr>
        <p:spPr>
          <a:xfrm>
            <a:off x="6975556" y="42829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2" name="F2_precision_recall_distributions_5846">
            <a:extLst>
              <a:ext uri="{FF2B5EF4-FFF2-40B4-BE49-F238E27FC236}">
                <a16:creationId xmlns:a16="http://schemas.microsoft.com/office/drawing/2014/main" id="{4C591479-E138-4A26-9D26-01E03F501BB1}"/>
              </a:ext>
            </a:extLst>
          </p:cNvPr>
          <p:cNvSpPr>
            <a:spLocks noGrp="1"/>
          </p:cNvSpPr>
          <p:nvPr/>
        </p:nvSpPr>
        <p:spPr>
          <a:xfrm>
            <a:off x="7128922" y="4439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3" name="F2_precision_recall_distributions_5847">
            <a:extLst>
              <a:ext uri="{FF2B5EF4-FFF2-40B4-BE49-F238E27FC236}">
                <a16:creationId xmlns:a16="http://schemas.microsoft.com/office/drawing/2014/main" id="{82215080-5F60-498C-B397-218731495146}"/>
              </a:ext>
            </a:extLst>
          </p:cNvPr>
          <p:cNvSpPr>
            <a:spLocks noGrp="1"/>
          </p:cNvSpPr>
          <p:nvPr/>
        </p:nvSpPr>
        <p:spPr>
          <a:xfrm>
            <a:off x="6989553" y="46744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4" name="F2_precision_recall_distributions_5848">
            <a:extLst>
              <a:ext uri="{FF2B5EF4-FFF2-40B4-BE49-F238E27FC236}">
                <a16:creationId xmlns:a16="http://schemas.microsoft.com/office/drawing/2014/main" id="{EC5D6945-FCC0-4649-8E61-40993C38F783}"/>
              </a:ext>
            </a:extLst>
          </p:cNvPr>
          <p:cNvSpPr>
            <a:spLocks noGrp="1"/>
          </p:cNvSpPr>
          <p:nvPr/>
        </p:nvSpPr>
        <p:spPr>
          <a:xfrm>
            <a:off x="719697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5" name="F2_precision_recall_distributions_5849">
            <a:extLst>
              <a:ext uri="{FF2B5EF4-FFF2-40B4-BE49-F238E27FC236}">
                <a16:creationId xmlns:a16="http://schemas.microsoft.com/office/drawing/2014/main" id="{12FE3C11-C779-41B2-B003-F8016FBE7E0E}"/>
              </a:ext>
            </a:extLst>
          </p:cNvPr>
          <p:cNvSpPr>
            <a:spLocks noGrp="1"/>
          </p:cNvSpPr>
          <p:nvPr/>
        </p:nvSpPr>
        <p:spPr>
          <a:xfrm>
            <a:off x="6970017" y="4957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6" name="F2_precision_recall_distributions_5850">
            <a:extLst>
              <a:ext uri="{FF2B5EF4-FFF2-40B4-BE49-F238E27FC236}">
                <a16:creationId xmlns:a16="http://schemas.microsoft.com/office/drawing/2014/main" id="{74D6744C-2E07-469C-AEA6-F625C5D07732}"/>
              </a:ext>
            </a:extLst>
          </p:cNvPr>
          <p:cNvSpPr>
            <a:spLocks noGrp="1"/>
          </p:cNvSpPr>
          <p:nvPr/>
        </p:nvSpPr>
        <p:spPr>
          <a:xfrm>
            <a:off x="72877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7" name="F2_precision_recall_distributions_5851">
            <a:extLst>
              <a:ext uri="{FF2B5EF4-FFF2-40B4-BE49-F238E27FC236}">
                <a16:creationId xmlns:a16="http://schemas.microsoft.com/office/drawing/2014/main" id="{2436904F-B023-4CBE-9A43-3A5917534FFB}"/>
              </a:ext>
            </a:extLst>
          </p:cNvPr>
          <p:cNvSpPr>
            <a:spLocks noGrp="1"/>
          </p:cNvSpPr>
          <p:nvPr/>
        </p:nvSpPr>
        <p:spPr>
          <a:xfrm>
            <a:off x="7315319" y="50547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8" name="F2_precision_recall_distributions_5852">
            <a:extLst>
              <a:ext uri="{FF2B5EF4-FFF2-40B4-BE49-F238E27FC236}">
                <a16:creationId xmlns:a16="http://schemas.microsoft.com/office/drawing/2014/main" id="{74ABC9F8-613C-487A-B679-D2CA1374437D}"/>
              </a:ext>
            </a:extLst>
          </p:cNvPr>
          <p:cNvSpPr>
            <a:spLocks noGrp="1"/>
          </p:cNvSpPr>
          <p:nvPr/>
        </p:nvSpPr>
        <p:spPr>
          <a:xfrm>
            <a:off x="72032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9" name="F2_precision_recall_distributions_5853">
            <a:extLst>
              <a:ext uri="{FF2B5EF4-FFF2-40B4-BE49-F238E27FC236}">
                <a16:creationId xmlns:a16="http://schemas.microsoft.com/office/drawing/2014/main" id="{F52A8993-A967-4844-B9E1-4B9B286875EB}"/>
              </a:ext>
            </a:extLst>
          </p:cNvPr>
          <p:cNvSpPr>
            <a:spLocks noGrp="1"/>
          </p:cNvSpPr>
          <p:nvPr/>
        </p:nvSpPr>
        <p:spPr>
          <a:xfrm>
            <a:off x="70347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0" name="F2_precision_recall_distributions_5854">
            <a:extLst>
              <a:ext uri="{FF2B5EF4-FFF2-40B4-BE49-F238E27FC236}">
                <a16:creationId xmlns:a16="http://schemas.microsoft.com/office/drawing/2014/main" id="{6FD90F3B-67D1-41B4-8A32-CF28F00353FF}"/>
              </a:ext>
            </a:extLst>
          </p:cNvPr>
          <p:cNvSpPr>
            <a:spLocks noGrp="1"/>
          </p:cNvSpPr>
          <p:nvPr/>
        </p:nvSpPr>
        <p:spPr>
          <a:xfrm>
            <a:off x="730459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1" name="F2_precision_recall_distributions_5855">
            <a:extLst>
              <a:ext uri="{FF2B5EF4-FFF2-40B4-BE49-F238E27FC236}">
                <a16:creationId xmlns:a16="http://schemas.microsoft.com/office/drawing/2014/main" id="{155D94B0-96CA-47A1-8F65-91E2200B2A4C}"/>
              </a:ext>
            </a:extLst>
          </p:cNvPr>
          <p:cNvSpPr>
            <a:spLocks noGrp="1"/>
          </p:cNvSpPr>
          <p:nvPr/>
        </p:nvSpPr>
        <p:spPr>
          <a:xfrm>
            <a:off x="698886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2" name="F2_precision_recall_distributions_5856">
            <a:extLst>
              <a:ext uri="{FF2B5EF4-FFF2-40B4-BE49-F238E27FC236}">
                <a16:creationId xmlns:a16="http://schemas.microsoft.com/office/drawing/2014/main" id="{222E3245-7301-4255-BF69-32F2D78E92D8}"/>
              </a:ext>
            </a:extLst>
          </p:cNvPr>
          <p:cNvSpPr>
            <a:spLocks noGrp="1"/>
          </p:cNvSpPr>
          <p:nvPr/>
        </p:nvSpPr>
        <p:spPr>
          <a:xfrm>
            <a:off x="721092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3" name="F2_precision_recall_distributions_5857">
            <a:extLst>
              <a:ext uri="{FF2B5EF4-FFF2-40B4-BE49-F238E27FC236}">
                <a16:creationId xmlns:a16="http://schemas.microsoft.com/office/drawing/2014/main" id="{32DF9AF9-0F69-4627-8735-28A7C5D32614}"/>
              </a:ext>
            </a:extLst>
          </p:cNvPr>
          <p:cNvSpPr>
            <a:spLocks noGrp="1"/>
          </p:cNvSpPr>
          <p:nvPr/>
        </p:nvSpPr>
        <p:spPr>
          <a:xfrm>
            <a:off x="72909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4" name="F2_precision_recall_distributions_5858">
            <a:extLst>
              <a:ext uri="{FF2B5EF4-FFF2-40B4-BE49-F238E27FC236}">
                <a16:creationId xmlns:a16="http://schemas.microsoft.com/office/drawing/2014/main" id="{C9412EF8-0302-4470-AAEE-5BBB1A8FD264}"/>
              </a:ext>
            </a:extLst>
          </p:cNvPr>
          <p:cNvSpPr>
            <a:spLocks noGrp="1"/>
          </p:cNvSpPr>
          <p:nvPr/>
        </p:nvSpPr>
        <p:spPr>
          <a:xfrm>
            <a:off x="7075541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5" name="F2_precision_recall_distributions_5859">
            <a:extLst>
              <a:ext uri="{FF2B5EF4-FFF2-40B4-BE49-F238E27FC236}">
                <a16:creationId xmlns:a16="http://schemas.microsoft.com/office/drawing/2014/main" id="{4B19802A-9A40-4468-8964-B9122221FC8E}"/>
              </a:ext>
            </a:extLst>
          </p:cNvPr>
          <p:cNvSpPr>
            <a:spLocks noGrp="1"/>
          </p:cNvSpPr>
          <p:nvPr/>
        </p:nvSpPr>
        <p:spPr>
          <a:xfrm>
            <a:off x="7108593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6" name="F2_precision_recall_distributions_5860">
            <a:extLst>
              <a:ext uri="{FF2B5EF4-FFF2-40B4-BE49-F238E27FC236}">
                <a16:creationId xmlns:a16="http://schemas.microsoft.com/office/drawing/2014/main" id="{9BE41B63-3C3A-4B57-B9F8-DED45CD421B0}"/>
              </a:ext>
            </a:extLst>
          </p:cNvPr>
          <p:cNvSpPr>
            <a:spLocks noGrp="1"/>
          </p:cNvSpPr>
          <p:nvPr/>
        </p:nvSpPr>
        <p:spPr>
          <a:xfrm>
            <a:off x="72258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7" name="F2_precision_recall_distributions_5861">
            <a:extLst>
              <a:ext uri="{FF2B5EF4-FFF2-40B4-BE49-F238E27FC236}">
                <a16:creationId xmlns:a16="http://schemas.microsoft.com/office/drawing/2014/main" id="{A048D175-7B41-400A-9918-5AFA01208334}"/>
              </a:ext>
            </a:extLst>
          </p:cNvPr>
          <p:cNvSpPr>
            <a:spLocks noGrp="1"/>
          </p:cNvSpPr>
          <p:nvPr/>
        </p:nvSpPr>
        <p:spPr>
          <a:xfrm>
            <a:off x="728507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8" name="F2_precision_recall_distributions_5862">
            <a:extLst>
              <a:ext uri="{FF2B5EF4-FFF2-40B4-BE49-F238E27FC236}">
                <a16:creationId xmlns:a16="http://schemas.microsoft.com/office/drawing/2014/main" id="{794872FE-39A1-494F-8152-647D52977494}"/>
              </a:ext>
            </a:extLst>
          </p:cNvPr>
          <p:cNvSpPr>
            <a:spLocks noGrp="1"/>
          </p:cNvSpPr>
          <p:nvPr/>
        </p:nvSpPr>
        <p:spPr>
          <a:xfrm>
            <a:off x="707696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9" name="F2_precision_recall_distributions_5863">
            <a:extLst>
              <a:ext uri="{FF2B5EF4-FFF2-40B4-BE49-F238E27FC236}">
                <a16:creationId xmlns:a16="http://schemas.microsoft.com/office/drawing/2014/main" id="{1CE135D8-5555-4FBA-8A47-28DD62B45B13}"/>
              </a:ext>
            </a:extLst>
          </p:cNvPr>
          <p:cNvSpPr>
            <a:spLocks noGrp="1"/>
          </p:cNvSpPr>
          <p:nvPr/>
        </p:nvSpPr>
        <p:spPr>
          <a:xfrm>
            <a:off x="712887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0" name="F2_precision_recall_distributions_5864">
            <a:extLst>
              <a:ext uri="{FF2B5EF4-FFF2-40B4-BE49-F238E27FC236}">
                <a16:creationId xmlns:a16="http://schemas.microsoft.com/office/drawing/2014/main" id="{014E3342-DE90-49F2-A321-72063D9ABCF8}"/>
              </a:ext>
            </a:extLst>
          </p:cNvPr>
          <p:cNvSpPr>
            <a:spLocks noGrp="1"/>
          </p:cNvSpPr>
          <p:nvPr/>
        </p:nvSpPr>
        <p:spPr>
          <a:xfrm>
            <a:off x="7193693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1" name="F2_precision_recall_distributions_5865">
            <a:extLst>
              <a:ext uri="{FF2B5EF4-FFF2-40B4-BE49-F238E27FC236}">
                <a16:creationId xmlns:a16="http://schemas.microsoft.com/office/drawing/2014/main" id="{358D3FE7-DB29-4376-A2BE-17651510B5DD}"/>
              </a:ext>
            </a:extLst>
          </p:cNvPr>
          <p:cNvSpPr>
            <a:spLocks noGrp="1"/>
          </p:cNvSpPr>
          <p:nvPr/>
        </p:nvSpPr>
        <p:spPr>
          <a:xfrm>
            <a:off x="699164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2" name="F2_precision_recall_distributions_5866">
            <a:extLst>
              <a:ext uri="{FF2B5EF4-FFF2-40B4-BE49-F238E27FC236}">
                <a16:creationId xmlns:a16="http://schemas.microsoft.com/office/drawing/2014/main" id="{674C1B48-AC7E-4CD1-B319-D31BA3EA6778}"/>
              </a:ext>
            </a:extLst>
          </p:cNvPr>
          <p:cNvSpPr>
            <a:spLocks noGrp="1"/>
          </p:cNvSpPr>
          <p:nvPr/>
        </p:nvSpPr>
        <p:spPr>
          <a:xfrm>
            <a:off x="697261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3" name="F2_precision_recall_distributions_5867">
            <a:extLst>
              <a:ext uri="{FF2B5EF4-FFF2-40B4-BE49-F238E27FC236}">
                <a16:creationId xmlns:a16="http://schemas.microsoft.com/office/drawing/2014/main" id="{153BF509-4AF0-49DF-849F-02CB4F870A5F}"/>
              </a:ext>
            </a:extLst>
          </p:cNvPr>
          <p:cNvSpPr>
            <a:spLocks noGrp="1"/>
          </p:cNvSpPr>
          <p:nvPr/>
        </p:nvSpPr>
        <p:spPr>
          <a:xfrm>
            <a:off x="7045752" y="48240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4" name="F2_precision_recall_distributions_5868">
            <a:extLst>
              <a:ext uri="{FF2B5EF4-FFF2-40B4-BE49-F238E27FC236}">
                <a16:creationId xmlns:a16="http://schemas.microsoft.com/office/drawing/2014/main" id="{A101D051-037A-4812-AC4A-A800FB677FB7}"/>
              </a:ext>
            </a:extLst>
          </p:cNvPr>
          <p:cNvSpPr>
            <a:spLocks noGrp="1"/>
          </p:cNvSpPr>
          <p:nvPr/>
        </p:nvSpPr>
        <p:spPr>
          <a:xfrm>
            <a:off x="724715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5" name="F2_precision_recall_distributions_5869">
            <a:extLst>
              <a:ext uri="{FF2B5EF4-FFF2-40B4-BE49-F238E27FC236}">
                <a16:creationId xmlns:a16="http://schemas.microsoft.com/office/drawing/2014/main" id="{EB584045-DBF6-4386-B8E0-8E209DDACBE6}"/>
              </a:ext>
            </a:extLst>
          </p:cNvPr>
          <p:cNvSpPr>
            <a:spLocks noGrp="1"/>
          </p:cNvSpPr>
          <p:nvPr/>
        </p:nvSpPr>
        <p:spPr>
          <a:xfrm>
            <a:off x="71103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6" name="F2_precision_recall_distributions_5870">
            <a:extLst>
              <a:ext uri="{FF2B5EF4-FFF2-40B4-BE49-F238E27FC236}">
                <a16:creationId xmlns:a16="http://schemas.microsoft.com/office/drawing/2014/main" id="{FB50B370-442D-42BE-B935-5F24FB25EF3B}"/>
              </a:ext>
            </a:extLst>
          </p:cNvPr>
          <p:cNvSpPr>
            <a:spLocks noGrp="1"/>
          </p:cNvSpPr>
          <p:nvPr/>
        </p:nvSpPr>
        <p:spPr>
          <a:xfrm>
            <a:off x="71106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7" name="F2_precision_recall_distributions_5871">
            <a:extLst>
              <a:ext uri="{FF2B5EF4-FFF2-40B4-BE49-F238E27FC236}">
                <a16:creationId xmlns:a16="http://schemas.microsoft.com/office/drawing/2014/main" id="{17D90B21-3052-4F94-9429-0AC5160430BA}"/>
              </a:ext>
            </a:extLst>
          </p:cNvPr>
          <p:cNvSpPr>
            <a:spLocks noGrp="1"/>
          </p:cNvSpPr>
          <p:nvPr/>
        </p:nvSpPr>
        <p:spPr>
          <a:xfrm>
            <a:off x="698631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8" name="F2_precision_recall_distributions_5872">
            <a:extLst>
              <a:ext uri="{FF2B5EF4-FFF2-40B4-BE49-F238E27FC236}">
                <a16:creationId xmlns:a16="http://schemas.microsoft.com/office/drawing/2014/main" id="{8908F0D7-2469-4498-960B-68B1ACDF9D37}"/>
              </a:ext>
            </a:extLst>
          </p:cNvPr>
          <p:cNvSpPr>
            <a:spLocks noGrp="1"/>
          </p:cNvSpPr>
          <p:nvPr/>
        </p:nvSpPr>
        <p:spPr>
          <a:xfrm>
            <a:off x="7284879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9" name="F2_precision_recall_distributions_5873">
            <a:extLst>
              <a:ext uri="{FF2B5EF4-FFF2-40B4-BE49-F238E27FC236}">
                <a16:creationId xmlns:a16="http://schemas.microsoft.com/office/drawing/2014/main" id="{CEF5FA42-D550-47CB-BF0C-F727B1ADCB1E}"/>
              </a:ext>
            </a:extLst>
          </p:cNvPr>
          <p:cNvSpPr>
            <a:spLocks noGrp="1"/>
          </p:cNvSpPr>
          <p:nvPr/>
        </p:nvSpPr>
        <p:spPr>
          <a:xfrm>
            <a:off x="72835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0" name="F2_precision_recall_distributions_5874">
            <a:extLst>
              <a:ext uri="{FF2B5EF4-FFF2-40B4-BE49-F238E27FC236}">
                <a16:creationId xmlns:a16="http://schemas.microsoft.com/office/drawing/2014/main" id="{9723E37F-DBA7-47E4-9E64-7E2A862BABBA}"/>
              </a:ext>
            </a:extLst>
          </p:cNvPr>
          <p:cNvSpPr>
            <a:spLocks noGrp="1"/>
          </p:cNvSpPr>
          <p:nvPr/>
        </p:nvSpPr>
        <p:spPr>
          <a:xfrm>
            <a:off x="705188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1" name="F2_precision_recall_distributions_5875">
            <a:extLst>
              <a:ext uri="{FF2B5EF4-FFF2-40B4-BE49-F238E27FC236}">
                <a16:creationId xmlns:a16="http://schemas.microsoft.com/office/drawing/2014/main" id="{2DFB8DAE-AB76-4717-80E3-2C3E6F2EC487}"/>
              </a:ext>
            </a:extLst>
          </p:cNvPr>
          <p:cNvSpPr>
            <a:spLocks noGrp="1"/>
          </p:cNvSpPr>
          <p:nvPr/>
        </p:nvSpPr>
        <p:spPr>
          <a:xfrm>
            <a:off x="7242541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2" name="F2_precision_recall_distributions_5876">
            <a:extLst>
              <a:ext uri="{FF2B5EF4-FFF2-40B4-BE49-F238E27FC236}">
                <a16:creationId xmlns:a16="http://schemas.microsoft.com/office/drawing/2014/main" id="{BDB49D82-0DC1-4469-86F5-3309A2FD86E4}"/>
              </a:ext>
            </a:extLst>
          </p:cNvPr>
          <p:cNvSpPr>
            <a:spLocks noGrp="1"/>
          </p:cNvSpPr>
          <p:nvPr/>
        </p:nvSpPr>
        <p:spPr>
          <a:xfrm>
            <a:off x="70496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3" name="F2_precision_recall_distributions_5877">
            <a:extLst>
              <a:ext uri="{FF2B5EF4-FFF2-40B4-BE49-F238E27FC236}">
                <a16:creationId xmlns:a16="http://schemas.microsoft.com/office/drawing/2014/main" id="{986053F2-F243-4AC7-97AD-3D811F97176A}"/>
              </a:ext>
            </a:extLst>
          </p:cNvPr>
          <p:cNvSpPr>
            <a:spLocks noGrp="1"/>
          </p:cNvSpPr>
          <p:nvPr/>
        </p:nvSpPr>
        <p:spPr>
          <a:xfrm>
            <a:off x="700490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4" name="F2_precision_recall_distributions_5878">
            <a:extLst>
              <a:ext uri="{FF2B5EF4-FFF2-40B4-BE49-F238E27FC236}">
                <a16:creationId xmlns:a16="http://schemas.microsoft.com/office/drawing/2014/main" id="{9EF2254F-1148-4F68-914C-42E44249CDA0}"/>
              </a:ext>
            </a:extLst>
          </p:cNvPr>
          <p:cNvSpPr>
            <a:spLocks noGrp="1"/>
          </p:cNvSpPr>
          <p:nvPr/>
        </p:nvSpPr>
        <p:spPr>
          <a:xfrm>
            <a:off x="7076041" y="50133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5" name="F2_precision_recall_distributions_5879">
            <a:extLst>
              <a:ext uri="{FF2B5EF4-FFF2-40B4-BE49-F238E27FC236}">
                <a16:creationId xmlns:a16="http://schemas.microsoft.com/office/drawing/2014/main" id="{1C6CC706-0BBE-4064-9DD9-E6D077FF2F43}"/>
              </a:ext>
            </a:extLst>
          </p:cNvPr>
          <p:cNvSpPr>
            <a:spLocks noGrp="1"/>
          </p:cNvSpPr>
          <p:nvPr/>
        </p:nvSpPr>
        <p:spPr>
          <a:xfrm>
            <a:off x="705107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6" name="F2_precision_recall_distributions_5880">
            <a:extLst>
              <a:ext uri="{FF2B5EF4-FFF2-40B4-BE49-F238E27FC236}">
                <a16:creationId xmlns:a16="http://schemas.microsoft.com/office/drawing/2014/main" id="{D8631627-8275-414C-A3A2-2C48C64419EA}"/>
              </a:ext>
            </a:extLst>
          </p:cNvPr>
          <p:cNvSpPr>
            <a:spLocks noGrp="1"/>
          </p:cNvSpPr>
          <p:nvPr/>
        </p:nvSpPr>
        <p:spPr>
          <a:xfrm>
            <a:off x="70313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7" name="F2_precision_recall_distributions_5881">
            <a:extLst>
              <a:ext uri="{FF2B5EF4-FFF2-40B4-BE49-F238E27FC236}">
                <a16:creationId xmlns:a16="http://schemas.microsoft.com/office/drawing/2014/main" id="{DD98E91D-6F25-41C1-9F48-BF32754F6C12}"/>
              </a:ext>
            </a:extLst>
          </p:cNvPr>
          <p:cNvSpPr>
            <a:spLocks noGrp="1"/>
          </p:cNvSpPr>
          <p:nvPr/>
        </p:nvSpPr>
        <p:spPr>
          <a:xfrm>
            <a:off x="7217348" y="45835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8" name="F2_precision_recall_distributions_5882">
            <a:extLst>
              <a:ext uri="{FF2B5EF4-FFF2-40B4-BE49-F238E27FC236}">
                <a16:creationId xmlns:a16="http://schemas.microsoft.com/office/drawing/2014/main" id="{985544BF-36E0-4AC5-AB66-B3528438039B}"/>
              </a:ext>
            </a:extLst>
          </p:cNvPr>
          <p:cNvSpPr>
            <a:spLocks noGrp="1"/>
          </p:cNvSpPr>
          <p:nvPr/>
        </p:nvSpPr>
        <p:spPr>
          <a:xfrm>
            <a:off x="70399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9" name="F2_precision_recall_distributions_5883">
            <a:extLst>
              <a:ext uri="{FF2B5EF4-FFF2-40B4-BE49-F238E27FC236}">
                <a16:creationId xmlns:a16="http://schemas.microsoft.com/office/drawing/2014/main" id="{10C8D490-60C9-4A28-95A2-60B5799CEA5E}"/>
              </a:ext>
            </a:extLst>
          </p:cNvPr>
          <p:cNvSpPr>
            <a:spLocks noGrp="1"/>
          </p:cNvSpPr>
          <p:nvPr/>
        </p:nvSpPr>
        <p:spPr>
          <a:xfrm>
            <a:off x="706458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0" name="F2_precision_recall_distributions_5884">
            <a:extLst>
              <a:ext uri="{FF2B5EF4-FFF2-40B4-BE49-F238E27FC236}">
                <a16:creationId xmlns:a16="http://schemas.microsoft.com/office/drawing/2014/main" id="{ACA8A024-6329-4125-9D9C-FAA07AB25014}"/>
              </a:ext>
            </a:extLst>
          </p:cNvPr>
          <p:cNvSpPr>
            <a:spLocks noGrp="1"/>
          </p:cNvSpPr>
          <p:nvPr/>
        </p:nvSpPr>
        <p:spPr>
          <a:xfrm>
            <a:off x="700126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1" name="F2_precision_recall_distributions_5885">
            <a:extLst>
              <a:ext uri="{FF2B5EF4-FFF2-40B4-BE49-F238E27FC236}">
                <a16:creationId xmlns:a16="http://schemas.microsoft.com/office/drawing/2014/main" id="{7D38385C-FC07-4D8A-BA3A-BAC52FFA165C}"/>
              </a:ext>
            </a:extLst>
          </p:cNvPr>
          <p:cNvSpPr>
            <a:spLocks noGrp="1"/>
          </p:cNvSpPr>
          <p:nvPr/>
        </p:nvSpPr>
        <p:spPr>
          <a:xfrm>
            <a:off x="7050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2" name="F2_precision_recall_distributions_5886">
            <a:extLst>
              <a:ext uri="{FF2B5EF4-FFF2-40B4-BE49-F238E27FC236}">
                <a16:creationId xmlns:a16="http://schemas.microsoft.com/office/drawing/2014/main" id="{C52B1B63-137F-491B-884C-EFE09AB7A020}"/>
              </a:ext>
            </a:extLst>
          </p:cNvPr>
          <p:cNvSpPr>
            <a:spLocks noGrp="1"/>
          </p:cNvSpPr>
          <p:nvPr/>
        </p:nvSpPr>
        <p:spPr>
          <a:xfrm>
            <a:off x="7318132" y="4300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3" name="F2_precision_recall_distributions_5887">
            <a:extLst>
              <a:ext uri="{FF2B5EF4-FFF2-40B4-BE49-F238E27FC236}">
                <a16:creationId xmlns:a16="http://schemas.microsoft.com/office/drawing/2014/main" id="{29D4E8B1-8659-4169-A247-DC52E5A9C088}"/>
              </a:ext>
            </a:extLst>
          </p:cNvPr>
          <p:cNvSpPr>
            <a:spLocks noGrp="1"/>
          </p:cNvSpPr>
          <p:nvPr/>
        </p:nvSpPr>
        <p:spPr>
          <a:xfrm>
            <a:off x="731206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4" name="F2_precision_recall_distributions_5888">
            <a:extLst>
              <a:ext uri="{FF2B5EF4-FFF2-40B4-BE49-F238E27FC236}">
                <a16:creationId xmlns:a16="http://schemas.microsoft.com/office/drawing/2014/main" id="{8A3A6D28-CC4B-4B8C-9685-A2BFB2F95052}"/>
              </a:ext>
            </a:extLst>
          </p:cNvPr>
          <p:cNvSpPr>
            <a:spLocks noGrp="1"/>
          </p:cNvSpPr>
          <p:nvPr/>
        </p:nvSpPr>
        <p:spPr>
          <a:xfrm>
            <a:off x="708935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5" name="F2_precision_recall_distributions_5889">
            <a:extLst>
              <a:ext uri="{FF2B5EF4-FFF2-40B4-BE49-F238E27FC236}">
                <a16:creationId xmlns:a16="http://schemas.microsoft.com/office/drawing/2014/main" id="{E3863CFC-BD0E-45BD-AF4C-3207C6E4CE5D}"/>
              </a:ext>
            </a:extLst>
          </p:cNvPr>
          <p:cNvSpPr>
            <a:spLocks noGrp="1"/>
          </p:cNvSpPr>
          <p:nvPr/>
        </p:nvSpPr>
        <p:spPr>
          <a:xfrm>
            <a:off x="73298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6" name="F2_precision_recall_distributions_5890">
            <a:extLst>
              <a:ext uri="{FF2B5EF4-FFF2-40B4-BE49-F238E27FC236}">
                <a16:creationId xmlns:a16="http://schemas.microsoft.com/office/drawing/2014/main" id="{AC253E75-3D9F-4482-A61F-841640D7E533}"/>
              </a:ext>
            </a:extLst>
          </p:cNvPr>
          <p:cNvSpPr>
            <a:spLocks noGrp="1"/>
          </p:cNvSpPr>
          <p:nvPr/>
        </p:nvSpPr>
        <p:spPr>
          <a:xfrm>
            <a:off x="7190804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7" name="F2_precision_recall_distributions_5891">
            <a:extLst>
              <a:ext uri="{FF2B5EF4-FFF2-40B4-BE49-F238E27FC236}">
                <a16:creationId xmlns:a16="http://schemas.microsoft.com/office/drawing/2014/main" id="{E96C0FA5-8F40-436A-B8B2-0D6BD728D66E}"/>
              </a:ext>
            </a:extLst>
          </p:cNvPr>
          <p:cNvSpPr>
            <a:spLocks noGrp="1"/>
          </p:cNvSpPr>
          <p:nvPr/>
        </p:nvSpPr>
        <p:spPr>
          <a:xfrm>
            <a:off x="723940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8" name="F2_precision_recall_distributions_5892">
            <a:extLst>
              <a:ext uri="{FF2B5EF4-FFF2-40B4-BE49-F238E27FC236}">
                <a16:creationId xmlns:a16="http://schemas.microsoft.com/office/drawing/2014/main" id="{021FDCF4-F944-4F95-ABB8-7923C2B090A5}"/>
              </a:ext>
            </a:extLst>
          </p:cNvPr>
          <p:cNvSpPr>
            <a:spLocks noGrp="1"/>
          </p:cNvSpPr>
          <p:nvPr/>
        </p:nvSpPr>
        <p:spPr>
          <a:xfrm>
            <a:off x="7332238" y="45374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9" name="F2_precision_recall_distributions_5893">
            <a:extLst>
              <a:ext uri="{FF2B5EF4-FFF2-40B4-BE49-F238E27FC236}">
                <a16:creationId xmlns:a16="http://schemas.microsoft.com/office/drawing/2014/main" id="{81BB9C16-A173-411B-A74A-5C66A7EA9156}"/>
              </a:ext>
            </a:extLst>
          </p:cNvPr>
          <p:cNvSpPr>
            <a:spLocks noGrp="1"/>
          </p:cNvSpPr>
          <p:nvPr/>
        </p:nvSpPr>
        <p:spPr>
          <a:xfrm>
            <a:off x="73189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0" name="F2_precision_recall_distributions_5894">
            <a:extLst>
              <a:ext uri="{FF2B5EF4-FFF2-40B4-BE49-F238E27FC236}">
                <a16:creationId xmlns:a16="http://schemas.microsoft.com/office/drawing/2014/main" id="{4E04DD3E-890E-468C-9FC4-F16B097CC752}"/>
              </a:ext>
            </a:extLst>
          </p:cNvPr>
          <p:cNvSpPr>
            <a:spLocks noGrp="1"/>
          </p:cNvSpPr>
          <p:nvPr/>
        </p:nvSpPr>
        <p:spPr>
          <a:xfrm>
            <a:off x="717391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1" name="F2_precision_recall_distributions_5895">
            <a:extLst>
              <a:ext uri="{FF2B5EF4-FFF2-40B4-BE49-F238E27FC236}">
                <a16:creationId xmlns:a16="http://schemas.microsoft.com/office/drawing/2014/main" id="{56FD1B0B-48AA-4E19-9369-9BB31D3438C3}"/>
              </a:ext>
            </a:extLst>
          </p:cNvPr>
          <p:cNvSpPr>
            <a:spLocks noGrp="1"/>
          </p:cNvSpPr>
          <p:nvPr/>
        </p:nvSpPr>
        <p:spPr>
          <a:xfrm>
            <a:off x="71590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2" name="F2_precision_recall_distributions_5896">
            <a:extLst>
              <a:ext uri="{FF2B5EF4-FFF2-40B4-BE49-F238E27FC236}">
                <a16:creationId xmlns:a16="http://schemas.microsoft.com/office/drawing/2014/main" id="{4941F3E3-7F78-4A0D-BA18-47C27BC8056F}"/>
              </a:ext>
            </a:extLst>
          </p:cNvPr>
          <p:cNvSpPr>
            <a:spLocks noGrp="1"/>
          </p:cNvSpPr>
          <p:nvPr/>
        </p:nvSpPr>
        <p:spPr>
          <a:xfrm>
            <a:off x="719008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3" name="F2_precision_recall_distributions_5897">
            <a:extLst>
              <a:ext uri="{FF2B5EF4-FFF2-40B4-BE49-F238E27FC236}">
                <a16:creationId xmlns:a16="http://schemas.microsoft.com/office/drawing/2014/main" id="{298DC29C-1177-4AD4-BFF7-BA8E90C62E6C}"/>
              </a:ext>
            </a:extLst>
          </p:cNvPr>
          <p:cNvSpPr>
            <a:spLocks noGrp="1"/>
          </p:cNvSpPr>
          <p:nvPr/>
        </p:nvSpPr>
        <p:spPr>
          <a:xfrm>
            <a:off x="703510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4" name="F2_precision_recall_distributions_5898">
            <a:extLst>
              <a:ext uri="{FF2B5EF4-FFF2-40B4-BE49-F238E27FC236}">
                <a16:creationId xmlns:a16="http://schemas.microsoft.com/office/drawing/2014/main" id="{AFB0A359-5E62-4BCF-8737-2D3C6990CEFD}"/>
              </a:ext>
            </a:extLst>
          </p:cNvPr>
          <p:cNvSpPr>
            <a:spLocks noGrp="1"/>
          </p:cNvSpPr>
          <p:nvPr/>
        </p:nvSpPr>
        <p:spPr>
          <a:xfrm>
            <a:off x="717974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5" name="F2_precision_recall_distributions_5899">
            <a:extLst>
              <a:ext uri="{FF2B5EF4-FFF2-40B4-BE49-F238E27FC236}">
                <a16:creationId xmlns:a16="http://schemas.microsoft.com/office/drawing/2014/main" id="{07CC9280-89B0-454F-9F70-C9EDD18E4173}"/>
              </a:ext>
            </a:extLst>
          </p:cNvPr>
          <p:cNvSpPr>
            <a:spLocks noGrp="1"/>
          </p:cNvSpPr>
          <p:nvPr/>
        </p:nvSpPr>
        <p:spPr>
          <a:xfrm>
            <a:off x="708039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6" name="F2_precision_recall_distributions_5900">
            <a:extLst>
              <a:ext uri="{FF2B5EF4-FFF2-40B4-BE49-F238E27FC236}">
                <a16:creationId xmlns:a16="http://schemas.microsoft.com/office/drawing/2014/main" id="{32594FBF-39A3-41F5-90BA-5FD985BA9F8F}"/>
              </a:ext>
            </a:extLst>
          </p:cNvPr>
          <p:cNvSpPr>
            <a:spLocks noGrp="1"/>
          </p:cNvSpPr>
          <p:nvPr/>
        </p:nvSpPr>
        <p:spPr>
          <a:xfrm>
            <a:off x="7286308" y="4611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7" name="F2_precision_recall_distributions_5901">
            <a:extLst>
              <a:ext uri="{FF2B5EF4-FFF2-40B4-BE49-F238E27FC236}">
                <a16:creationId xmlns:a16="http://schemas.microsoft.com/office/drawing/2014/main" id="{54024B3A-EE15-4A59-AB2D-0CA08E26D339}"/>
              </a:ext>
            </a:extLst>
          </p:cNvPr>
          <p:cNvSpPr>
            <a:spLocks noGrp="1"/>
          </p:cNvSpPr>
          <p:nvPr/>
        </p:nvSpPr>
        <p:spPr>
          <a:xfrm>
            <a:off x="70768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8" name="F2_precision_recall_distributions_5902">
            <a:extLst>
              <a:ext uri="{FF2B5EF4-FFF2-40B4-BE49-F238E27FC236}">
                <a16:creationId xmlns:a16="http://schemas.microsoft.com/office/drawing/2014/main" id="{147C7BFD-3EEA-46C5-996A-961537A5ED0F}"/>
              </a:ext>
            </a:extLst>
          </p:cNvPr>
          <p:cNvSpPr>
            <a:spLocks noGrp="1"/>
          </p:cNvSpPr>
          <p:nvPr/>
        </p:nvSpPr>
        <p:spPr>
          <a:xfrm>
            <a:off x="70382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9" name="F2_precision_recall_distributions_5903">
            <a:extLst>
              <a:ext uri="{FF2B5EF4-FFF2-40B4-BE49-F238E27FC236}">
                <a16:creationId xmlns:a16="http://schemas.microsoft.com/office/drawing/2014/main" id="{68B8FA0D-4185-40BF-A6E6-7AADE9D371D3}"/>
              </a:ext>
            </a:extLst>
          </p:cNvPr>
          <p:cNvSpPr>
            <a:spLocks noGrp="1"/>
          </p:cNvSpPr>
          <p:nvPr/>
        </p:nvSpPr>
        <p:spPr>
          <a:xfrm>
            <a:off x="70916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0" name="F2_precision_recall_distributions_5904">
            <a:extLst>
              <a:ext uri="{FF2B5EF4-FFF2-40B4-BE49-F238E27FC236}">
                <a16:creationId xmlns:a16="http://schemas.microsoft.com/office/drawing/2014/main" id="{A415AE40-D9DD-49E8-A2B1-7BA641BF999D}"/>
              </a:ext>
            </a:extLst>
          </p:cNvPr>
          <p:cNvSpPr>
            <a:spLocks noGrp="1"/>
          </p:cNvSpPr>
          <p:nvPr/>
        </p:nvSpPr>
        <p:spPr>
          <a:xfrm>
            <a:off x="70904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1" name="F2_precision_recall_distributions_5905">
            <a:extLst>
              <a:ext uri="{FF2B5EF4-FFF2-40B4-BE49-F238E27FC236}">
                <a16:creationId xmlns:a16="http://schemas.microsoft.com/office/drawing/2014/main" id="{E65DADDA-A201-4E2B-9BCE-D899EC435A40}"/>
              </a:ext>
            </a:extLst>
          </p:cNvPr>
          <p:cNvSpPr>
            <a:spLocks noGrp="1"/>
          </p:cNvSpPr>
          <p:nvPr/>
        </p:nvSpPr>
        <p:spPr>
          <a:xfrm>
            <a:off x="7149361" y="45563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2" name="F2_precision_recall_distributions_5906">
            <a:extLst>
              <a:ext uri="{FF2B5EF4-FFF2-40B4-BE49-F238E27FC236}">
                <a16:creationId xmlns:a16="http://schemas.microsoft.com/office/drawing/2014/main" id="{C41491AB-BED1-4D25-9805-D7E7ACC6946E}"/>
              </a:ext>
            </a:extLst>
          </p:cNvPr>
          <p:cNvSpPr>
            <a:spLocks noGrp="1"/>
          </p:cNvSpPr>
          <p:nvPr/>
        </p:nvSpPr>
        <p:spPr>
          <a:xfrm>
            <a:off x="701450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3" name="F2_precision_recall_distributions_5907">
            <a:extLst>
              <a:ext uri="{FF2B5EF4-FFF2-40B4-BE49-F238E27FC236}">
                <a16:creationId xmlns:a16="http://schemas.microsoft.com/office/drawing/2014/main" id="{E41BC798-53D1-4D0D-9FC3-C7435850B889}"/>
              </a:ext>
            </a:extLst>
          </p:cNvPr>
          <p:cNvSpPr>
            <a:spLocks noGrp="1"/>
          </p:cNvSpPr>
          <p:nvPr/>
        </p:nvSpPr>
        <p:spPr>
          <a:xfrm>
            <a:off x="72928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4" name="F2_precision_recall_distributions_5908">
            <a:extLst>
              <a:ext uri="{FF2B5EF4-FFF2-40B4-BE49-F238E27FC236}">
                <a16:creationId xmlns:a16="http://schemas.microsoft.com/office/drawing/2014/main" id="{D6CD4AA0-3D77-4E0B-BEB9-E380B6728C07}"/>
              </a:ext>
            </a:extLst>
          </p:cNvPr>
          <p:cNvSpPr>
            <a:spLocks noGrp="1"/>
          </p:cNvSpPr>
          <p:nvPr/>
        </p:nvSpPr>
        <p:spPr>
          <a:xfrm>
            <a:off x="698833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5" name="F2_precision_recall_distributions_5909">
            <a:extLst>
              <a:ext uri="{FF2B5EF4-FFF2-40B4-BE49-F238E27FC236}">
                <a16:creationId xmlns:a16="http://schemas.microsoft.com/office/drawing/2014/main" id="{12D50D66-55E2-497B-A927-9C4624AE5EF6}"/>
              </a:ext>
            </a:extLst>
          </p:cNvPr>
          <p:cNvSpPr>
            <a:spLocks noGrp="1"/>
          </p:cNvSpPr>
          <p:nvPr/>
        </p:nvSpPr>
        <p:spPr>
          <a:xfrm>
            <a:off x="697413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6" name="F2_precision_recall_distributions_5910">
            <a:extLst>
              <a:ext uri="{FF2B5EF4-FFF2-40B4-BE49-F238E27FC236}">
                <a16:creationId xmlns:a16="http://schemas.microsoft.com/office/drawing/2014/main" id="{391689B5-CBBF-4C64-92A8-3AFFD449027E}"/>
              </a:ext>
            </a:extLst>
          </p:cNvPr>
          <p:cNvSpPr>
            <a:spLocks noGrp="1"/>
          </p:cNvSpPr>
          <p:nvPr/>
        </p:nvSpPr>
        <p:spPr>
          <a:xfrm>
            <a:off x="715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7" name="F2_precision_recall_distributions_5911">
            <a:extLst>
              <a:ext uri="{FF2B5EF4-FFF2-40B4-BE49-F238E27FC236}">
                <a16:creationId xmlns:a16="http://schemas.microsoft.com/office/drawing/2014/main" id="{EE4F1D45-C1A4-493B-96D9-FC7F5D5637A2}"/>
              </a:ext>
            </a:extLst>
          </p:cNvPr>
          <p:cNvSpPr>
            <a:spLocks noGrp="1"/>
          </p:cNvSpPr>
          <p:nvPr/>
        </p:nvSpPr>
        <p:spPr>
          <a:xfrm>
            <a:off x="71598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8" name="F2_precision_recall_distributions_5912">
            <a:extLst>
              <a:ext uri="{FF2B5EF4-FFF2-40B4-BE49-F238E27FC236}">
                <a16:creationId xmlns:a16="http://schemas.microsoft.com/office/drawing/2014/main" id="{382EE9F2-59AC-4938-A6B4-AD5C12BF1EB9}"/>
              </a:ext>
            </a:extLst>
          </p:cNvPr>
          <p:cNvSpPr>
            <a:spLocks noGrp="1"/>
          </p:cNvSpPr>
          <p:nvPr/>
        </p:nvSpPr>
        <p:spPr>
          <a:xfrm>
            <a:off x="70251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9" name="F2_precision_recall_distributions_5913">
            <a:extLst>
              <a:ext uri="{FF2B5EF4-FFF2-40B4-BE49-F238E27FC236}">
                <a16:creationId xmlns:a16="http://schemas.microsoft.com/office/drawing/2014/main" id="{535A4186-9469-4565-B42F-75D3E12C59E8}"/>
              </a:ext>
            </a:extLst>
          </p:cNvPr>
          <p:cNvSpPr>
            <a:spLocks noGrp="1"/>
          </p:cNvSpPr>
          <p:nvPr/>
        </p:nvSpPr>
        <p:spPr>
          <a:xfrm>
            <a:off x="732388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0" name="F2_precision_recall_distributions_5914">
            <a:extLst>
              <a:ext uri="{FF2B5EF4-FFF2-40B4-BE49-F238E27FC236}">
                <a16:creationId xmlns:a16="http://schemas.microsoft.com/office/drawing/2014/main" id="{82BDD4D3-0F4D-4FF2-97BF-F40487AC9A92}"/>
              </a:ext>
            </a:extLst>
          </p:cNvPr>
          <p:cNvSpPr>
            <a:spLocks noGrp="1"/>
          </p:cNvSpPr>
          <p:nvPr/>
        </p:nvSpPr>
        <p:spPr>
          <a:xfrm>
            <a:off x="7200344" y="4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1" name="F2_precision_recall_distributions_5915">
            <a:extLst>
              <a:ext uri="{FF2B5EF4-FFF2-40B4-BE49-F238E27FC236}">
                <a16:creationId xmlns:a16="http://schemas.microsoft.com/office/drawing/2014/main" id="{65C88138-EB9F-49DC-9893-7279FA5D30F4}"/>
              </a:ext>
            </a:extLst>
          </p:cNvPr>
          <p:cNvSpPr>
            <a:spLocks noGrp="1"/>
          </p:cNvSpPr>
          <p:nvPr/>
        </p:nvSpPr>
        <p:spPr>
          <a:xfrm>
            <a:off x="72562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2" name="F2_precision_recall_distributions_5916">
            <a:extLst>
              <a:ext uri="{FF2B5EF4-FFF2-40B4-BE49-F238E27FC236}">
                <a16:creationId xmlns:a16="http://schemas.microsoft.com/office/drawing/2014/main" id="{44084F6D-6485-4559-9EDA-189F4ABCE553}"/>
              </a:ext>
            </a:extLst>
          </p:cNvPr>
          <p:cNvSpPr>
            <a:spLocks noGrp="1"/>
          </p:cNvSpPr>
          <p:nvPr/>
        </p:nvSpPr>
        <p:spPr>
          <a:xfrm>
            <a:off x="7102361" y="4919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3" name="F2_precision_recall_distributions_5917">
            <a:extLst>
              <a:ext uri="{FF2B5EF4-FFF2-40B4-BE49-F238E27FC236}">
                <a16:creationId xmlns:a16="http://schemas.microsoft.com/office/drawing/2014/main" id="{4F5EFF59-4951-4B9F-887C-06D9A5D0707B}"/>
              </a:ext>
            </a:extLst>
          </p:cNvPr>
          <p:cNvSpPr>
            <a:spLocks noGrp="1"/>
          </p:cNvSpPr>
          <p:nvPr/>
        </p:nvSpPr>
        <p:spPr>
          <a:xfrm>
            <a:off x="69728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4" name="F2_precision_recall_distributions_5918">
            <a:extLst>
              <a:ext uri="{FF2B5EF4-FFF2-40B4-BE49-F238E27FC236}">
                <a16:creationId xmlns:a16="http://schemas.microsoft.com/office/drawing/2014/main" id="{F796182E-D6FA-46C5-9801-0F5BC2B34B0C}"/>
              </a:ext>
            </a:extLst>
          </p:cNvPr>
          <p:cNvSpPr>
            <a:spLocks noGrp="1"/>
          </p:cNvSpPr>
          <p:nvPr/>
        </p:nvSpPr>
        <p:spPr>
          <a:xfrm>
            <a:off x="70330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5" name="F2_precision_recall_distributions_5919">
            <a:extLst>
              <a:ext uri="{FF2B5EF4-FFF2-40B4-BE49-F238E27FC236}">
                <a16:creationId xmlns:a16="http://schemas.microsoft.com/office/drawing/2014/main" id="{78B206BF-AF76-4C43-A44F-36A2911D64A9}"/>
              </a:ext>
            </a:extLst>
          </p:cNvPr>
          <p:cNvSpPr>
            <a:spLocks noGrp="1"/>
          </p:cNvSpPr>
          <p:nvPr/>
        </p:nvSpPr>
        <p:spPr>
          <a:xfrm>
            <a:off x="701118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6" name="F2_precision_recall_distributions_5920">
            <a:extLst>
              <a:ext uri="{FF2B5EF4-FFF2-40B4-BE49-F238E27FC236}">
                <a16:creationId xmlns:a16="http://schemas.microsoft.com/office/drawing/2014/main" id="{090DCF10-1BA0-4D07-8E80-FEB6F6526836}"/>
              </a:ext>
            </a:extLst>
          </p:cNvPr>
          <p:cNvSpPr>
            <a:spLocks noGrp="1"/>
          </p:cNvSpPr>
          <p:nvPr/>
        </p:nvSpPr>
        <p:spPr>
          <a:xfrm>
            <a:off x="706829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7" name="F2_precision_recall_distributions_5921">
            <a:extLst>
              <a:ext uri="{FF2B5EF4-FFF2-40B4-BE49-F238E27FC236}">
                <a16:creationId xmlns:a16="http://schemas.microsoft.com/office/drawing/2014/main" id="{AA45DDEA-6E4A-47ED-873F-484970C135C1}"/>
              </a:ext>
            </a:extLst>
          </p:cNvPr>
          <p:cNvSpPr>
            <a:spLocks noGrp="1"/>
          </p:cNvSpPr>
          <p:nvPr/>
        </p:nvSpPr>
        <p:spPr>
          <a:xfrm>
            <a:off x="71413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8" name="F2_precision_recall_distributions_5922">
            <a:extLst>
              <a:ext uri="{FF2B5EF4-FFF2-40B4-BE49-F238E27FC236}">
                <a16:creationId xmlns:a16="http://schemas.microsoft.com/office/drawing/2014/main" id="{AF47C774-3060-4E59-BC89-2F91B5B109C8}"/>
              </a:ext>
            </a:extLst>
          </p:cNvPr>
          <p:cNvSpPr>
            <a:spLocks noGrp="1"/>
          </p:cNvSpPr>
          <p:nvPr/>
        </p:nvSpPr>
        <p:spPr>
          <a:xfrm>
            <a:off x="729661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9" name="F2_precision_recall_distributions_5923">
            <a:extLst>
              <a:ext uri="{FF2B5EF4-FFF2-40B4-BE49-F238E27FC236}">
                <a16:creationId xmlns:a16="http://schemas.microsoft.com/office/drawing/2014/main" id="{9D7F89A7-F1DD-44CD-BAE8-B4257041C01F}"/>
              </a:ext>
            </a:extLst>
          </p:cNvPr>
          <p:cNvSpPr>
            <a:spLocks noGrp="1"/>
          </p:cNvSpPr>
          <p:nvPr/>
        </p:nvSpPr>
        <p:spPr>
          <a:xfrm>
            <a:off x="729323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0" name="F2_precision_recall_distributions_5924">
            <a:extLst>
              <a:ext uri="{FF2B5EF4-FFF2-40B4-BE49-F238E27FC236}">
                <a16:creationId xmlns:a16="http://schemas.microsoft.com/office/drawing/2014/main" id="{6530403E-EC30-4F7D-9CF8-24748C434B6C}"/>
              </a:ext>
            </a:extLst>
          </p:cNvPr>
          <p:cNvSpPr>
            <a:spLocks noGrp="1"/>
          </p:cNvSpPr>
          <p:nvPr/>
        </p:nvSpPr>
        <p:spPr>
          <a:xfrm>
            <a:off x="71807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1" name="F2_precision_recall_distributions_5925">
            <a:extLst>
              <a:ext uri="{FF2B5EF4-FFF2-40B4-BE49-F238E27FC236}">
                <a16:creationId xmlns:a16="http://schemas.microsoft.com/office/drawing/2014/main" id="{84187C18-E128-4FD3-96C1-4D48AA406BE0}"/>
              </a:ext>
            </a:extLst>
          </p:cNvPr>
          <p:cNvSpPr>
            <a:spLocks noGrp="1"/>
          </p:cNvSpPr>
          <p:nvPr/>
        </p:nvSpPr>
        <p:spPr>
          <a:xfrm>
            <a:off x="7078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2" name="F2_precision_recall_distributions_5926">
            <a:extLst>
              <a:ext uri="{FF2B5EF4-FFF2-40B4-BE49-F238E27FC236}">
                <a16:creationId xmlns:a16="http://schemas.microsoft.com/office/drawing/2014/main" id="{4C53FC05-D074-43A8-83E9-3CDFEE510E0C}"/>
              </a:ext>
            </a:extLst>
          </p:cNvPr>
          <p:cNvSpPr>
            <a:spLocks noGrp="1"/>
          </p:cNvSpPr>
          <p:nvPr/>
        </p:nvSpPr>
        <p:spPr>
          <a:xfrm>
            <a:off x="702362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3" name="F2_precision_recall_distributions_5927">
            <a:extLst>
              <a:ext uri="{FF2B5EF4-FFF2-40B4-BE49-F238E27FC236}">
                <a16:creationId xmlns:a16="http://schemas.microsoft.com/office/drawing/2014/main" id="{7EB8B8F4-8B7B-48F0-A463-EE8FB1893AD7}"/>
              </a:ext>
            </a:extLst>
          </p:cNvPr>
          <p:cNvSpPr>
            <a:spLocks noGrp="1"/>
          </p:cNvSpPr>
          <p:nvPr/>
        </p:nvSpPr>
        <p:spPr>
          <a:xfrm>
            <a:off x="733754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4" name="F2_precision_recall_distributions_5928">
            <a:extLst>
              <a:ext uri="{FF2B5EF4-FFF2-40B4-BE49-F238E27FC236}">
                <a16:creationId xmlns:a16="http://schemas.microsoft.com/office/drawing/2014/main" id="{D9D68774-BE1E-43D5-9BA6-A7F4F5816B43}"/>
              </a:ext>
            </a:extLst>
          </p:cNvPr>
          <p:cNvSpPr>
            <a:spLocks noGrp="1"/>
          </p:cNvSpPr>
          <p:nvPr/>
        </p:nvSpPr>
        <p:spPr>
          <a:xfrm>
            <a:off x="69737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5" name="F2_precision_recall_distributions_5929">
            <a:extLst>
              <a:ext uri="{FF2B5EF4-FFF2-40B4-BE49-F238E27FC236}">
                <a16:creationId xmlns:a16="http://schemas.microsoft.com/office/drawing/2014/main" id="{E99CBA48-F936-435F-B360-B7FDEED85660}"/>
              </a:ext>
            </a:extLst>
          </p:cNvPr>
          <p:cNvSpPr>
            <a:spLocks noGrp="1"/>
          </p:cNvSpPr>
          <p:nvPr/>
        </p:nvSpPr>
        <p:spPr>
          <a:xfrm>
            <a:off x="70392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6" name="F2_precision_recall_distributions_5930">
            <a:extLst>
              <a:ext uri="{FF2B5EF4-FFF2-40B4-BE49-F238E27FC236}">
                <a16:creationId xmlns:a16="http://schemas.microsoft.com/office/drawing/2014/main" id="{5947D48C-B718-4A83-A995-5C8A74D6198C}"/>
              </a:ext>
            </a:extLst>
          </p:cNvPr>
          <p:cNvSpPr>
            <a:spLocks noGrp="1"/>
          </p:cNvSpPr>
          <p:nvPr/>
        </p:nvSpPr>
        <p:spPr>
          <a:xfrm>
            <a:off x="70727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7" name="F2_precision_recall_distributions_5931">
            <a:extLst>
              <a:ext uri="{FF2B5EF4-FFF2-40B4-BE49-F238E27FC236}">
                <a16:creationId xmlns:a16="http://schemas.microsoft.com/office/drawing/2014/main" id="{7720449F-5B1E-499A-902E-955E7B2C1691}"/>
              </a:ext>
            </a:extLst>
          </p:cNvPr>
          <p:cNvSpPr>
            <a:spLocks noGrp="1"/>
          </p:cNvSpPr>
          <p:nvPr/>
        </p:nvSpPr>
        <p:spPr>
          <a:xfrm>
            <a:off x="700910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8" name="F2_precision_recall_distributions_5932">
            <a:extLst>
              <a:ext uri="{FF2B5EF4-FFF2-40B4-BE49-F238E27FC236}">
                <a16:creationId xmlns:a16="http://schemas.microsoft.com/office/drawing/2014/main" id="{C936AE87-A106-455C-9719-FD91B3C31438}"/>
              </a:ext>
            </a:extLst>
          </p:cNvPr>
          <p:cNvSpPr>
            <a:spLocks noGrp="1"/>
          </p:cNvSpPr>
          <p:nvPr/>
        </p:nvSpPr>
        <p:spPr>
          <a:xfrm>
            <a:off x="72189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9" name="F2_precision_recall_distributions_5933">
            <a:extLst>
              <a:ext uri="{FF2B5EF4-FFF2-40B4-BE49-F238E27FC236}">
                <a16:creationId xmlns:a16="http://schemas.microsoft.com/office/drawing/2014/main" id="{FD214127-A6A1-41D7-8583-1BE63ECA5E87}"/>
              </a:ext>
            </a:extLst>
          </p:cNvPr>
          <p:cNvSpPr>
            <a:spLocks noGrp="1"/>
          </p:cNvSpPr>
          <p:nvPr/>
        </p:nvSpPr>
        <p:spPr>
          <a:xfrm>
            <a:off x="716063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0" name="F2_precision_recall_distributions_5934">
            <a:extLst>
              <a:ext uri="{FF2B5EF4-FFF2-40B4-BE49-F238E27FC236}">
                <a16:creationId xmlns:a16="http://schemas.microsoft.com/office/drawing/2014/main" id="{F420B2B8-DC30-474C-B99C-FBFB16A593B5}"/>
              </a:ext>
            </a:extLst>
          </p:cNvPr>
          <p:cNvSpPr>
            <a:spLocks noGrp="1"/>
          </p:cNvSpPr>
          <p:nvPr/>
        </p:nvSpPr>
        <p:spPr>
          <a:xfrm>
            <a:off x="698169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1" name="F2_precision_recall_distributions_5935">
            <a:extLst>
              <a:ext uri="{FF2B5EF4-FFF2-40B4-BE49-F238E27FC236}">
                <a16:creationId xmlns:a16="http://schemas.microsoft.com/office/drawing/2014/main" id="{41DC594C-E631-4C2E-B1B4-1B6A1BA5F4A3}"/>
              </a:ext>
            </a:extLst>
          </p:cNvPr>
          <p:cNvSpPr>
            <a:spLocks noGrp="1"/>
          </p:cNvSpPr>
          <p:nvPr/>
        </p:nvSpPr>
        <p:spPr>
          <a:xfrm>
            <a:off x="7249075" y="47485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2" name="F2_precision_recall_distributions_5936">
            <a:extLst>
              <a:ext uri="{FF2B5EF4-FFF2-40B4-BE49-F238E27FC236}">
                <a16:creationId xmlns:a16="http://schemas.microsoft.com/office/drawing/2014/main" id="{41A08085-877A-4300-8A14-9DB3C73FAC86}"/>
              </a:ext>
            </a:extLst>
          </p:cNvPr>
          <p:cNvSpPr>
            <a:spLocks noGrp="1"/>
          </p:cNvSpPr>
          <p:nvPr/>
        </p:nvSpPr>
        <p:spPr>
          <a:xfrm>
            <a:off x="70180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3" name="F2_precision_recall_distributions_5937">
            <a:extLst>
              <a:ext uri="{FF2B5EF4-FFF2-40B4-BE49-F238E27FC236}">
                <a16:creationId xmlns:a16="http://schemas.microsoft.com/office/drawing/2014/main" id="{A2DE3599-A3B6-4D93-8E5B-5EDAE0736C46}"/>
              </a:ext>
            </a:extLst>
          </p:cNvPr>
          <p:cNvSpPr>
            <a:spLocks noGrp="1"/>
          </p:cNvSpPr>
          <p:nvPr/>
        </p:nvSpPr>
        <p:spPr>
          <a:xfrm>
            <a:off x="733236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4" name="F2_precision_recall_distributions_5938">
            <a:extLst>
              <a:ext uri="{FF2B5EF4-FFF2-40B4-BE49-F238E27FC236}">
                <a16:creationId xmlns:a16="http://schemas.microsoft.com/office/drawing/2014/main" id="{80675601-AD94-49EA-8ED3-41B095E33D33}"/>
              </a:ext>
            </a:extLst>
          </p:cNvPr>
          <p:cNvSpPr>
            <a:spLocks noGrp="1"/>
          </p:cNvSpPr>
          <p:nvPr/>
        </p:nvSpPr>
        <p:spPr>
          <a:xfrm>
            <a:off x="730132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5" name="F2_precision_recall_distributions_5939">
            <a:extLst>
              <a:ext uri="{FF2B5EF4-FFF2-40B4-BE49-F238E27FC236}">
                <a16:creationId xmlns:a16="http://schemas.microsoft.com/office/drawing/2014/main" id="{CF7B5B8C-F030-414E-BE3B-6140DEC50050}"/>
              </a:ext>
            </a:extLst>
          </p:cNvPr>
          <p:cNvSpPr>
            <a:spLocks noGrp="1"/>
          </p:cNvSpPr>
          <p:nvPr/>
        </p:nvSpPr>
        <p:spPr>
          <a:xfrm>
            <a:off x="7202788" y="4465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6" name="F2_precision_recall_distributions_5940">
            <a:extLst>
              <a:ext uri="{FF2B5EF4-FFF2-40B4-BE49-F238E27FC236}">
                <a16:creationId xmlns:a16="http://schemas.microsoft.com/office/drawing/2014/main" id="{8C6D4DBB-DEF7-46A3-9063-07BCF1B6A844}"/>
              </a:ext>
            </a:extLst>
          </p:cNvPr>
          <p:cNvSpPr>
            <a:spLocks noGrp="1"/>
          </p:cNvSpPr>
          <p:nvPr/>
        </p:nvSpPr>
        <p:spPr>
          <a:xfrm>
            <a:off x="72239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7" name="F2_precision_recall_distributions_5941">
            <a:extLst>
              <a:ext uri="{FF2B5EF4-FFF2-40B4-BE49-F238E27FC236}">
                <a16:creationId xmlns:a16="http://schemas.microsoft.com/office/drawing/2014/main" id="{CE5A22B3-3529-4E04-8581-B30184CA7E83}"/>
              </a:ext>
            </a:extLst>
          </p:cNvPr>
          <p:cNvSpPr>
            <a:spLocks noGrp="1"/>
          </p:cNvSpPr>
          <p:nvPr/>
        </p:nvSpPr>
        <p:spPr>
          <a:xfrm>
            <a:off x="72582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8" name="F2_precision_recall_distributions_5942">
            <a:extLst>
              <a:ext uri="{FF2B5EF4-FFF2-40B4-BE49-F238E27FC236}">
                <a16:creationId xmlns:a16="http://schemas.microsoft.com/office/drawing/2014/main" id="{7008897B-A00E-4B38-9244-478E829804AF}"/>
              </a:ext>
            </a:extLst>
          </p:cNvPr>
          <p:cNvSpPr>
            <a:spLocks noGrp="1"/>
          </p:cNvSpPr>
          <p:nvPr/>
        </p:nvSpPr>
        <p:spPr>
          <a:xfrm>
            <a:off x="70898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9" name="F2_precision_recall_distributions_5943">
            <a:extLst>
              <a:ext uri="{FF2B5EF4-FFF2-40B4-BE49-F238E27FC236}">
                <a16:creationId xmlns:a16="http://schemas.microsoft.com/office/drawing/2014/main" id="{1DBF88C0-1337-4A18-B4F4-93F5F29BE1E0}"/>
              </a:ext>
            </a:extLst>
          </p:cNvPr>
          <p:cNvSpPr>
            <a:spLocks noGrp="1"/>
          </p:cNvSpPr>
          <p:nvPr/>
        </p:nvSpPr>
        <p:spPr>
          <a:xfrm>
            <a:off x="699598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0" name="F2_precision_recall_distributions_5944">
            <a:extLst>
              <a:ext uri="{FF2B5EF4-FFF2-40B4-BE49-F238E27FC236}">
                <a16:creationId xmlns:a16="http://schemas.microsoft.com/office/drawing/2014/main" id="{5A19ED72-4211-40BA-9729-F2584DB505E7}"/>
              </a:ext>
            </a:extLst>
          </p:cNvPr>
          <p:cNvSpPr>
            <a:spLocks noGrp="1"/>
          </p:cNvSpPr>
          <p:nvPr/>
        </p:nvSpPr>
        <p:spPr>
          <a:xfrm>
            <a:off x="715784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1" name="F2_precision_recall_distributions_5945">
            <a:extLst>
              <a:ext uri="{FF2B5EF4-FFF2-40B4-BE49-F238E27FC236}">
                <a16:creationId xmlns:a16="http://schemas.microsoft.com/office/drawing/2014/main" id="{DBE218A7-8EAC-4546-BD37-2C3AAC31671B}"/>
              </a:ext>
            </a:extLst>
          </p:cNvPr>
          <p:cNvSpPr>
            <a:spLocks noGrp="1"/>
          </p:cNvSpPr>
          <p:nvPr/>
        </p:nvSpPr>
        <p:spPr>
          <a:xfrm>
            <a:off x="714161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2" name="F2_precision_recall_distributions_5946">
            <a:extLst>
              <a:ext uri="{FF2B5EF4-FFF2-40B4-BE49-F238E27FC236}">
                <a16:creationId xmlns:a16="http://schemas.microsoft.com/office/drawing/2014/main" id="{08C8B861-4751-40AB-9030-165951C90A3D}"/>
              </a:ext>
            </a:extLst>
          </p:cNvPr>
          <p:cNvSpPr>
            <a:spLocks noGrp="1"/>
          </p:cNvSpPr>
          <p:nvPr/>
        </p:nvSpPr>
        <p:spPr>
          <a:xfrm>
            <a:off x="7203314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3" name="F2_precision_recall_distributions_5947">
            <a:extLst>
              <a:ext uri="{FF2B5EF4-FFF2-40B4-BE49-F238E27FC236}">
                <a16:creationId xmlns:a16="http://schemas.microsoft.com/office/drawing/2014/main" id="{BD0F17CE-BBFB-41D0-B635-1039EEA89165}"/>
              </a:ext>
            </a:extLst>
          </p:cNvPr>
          <p:cNvSpPr>
            <a:spLocks noGrp="1"/>
          </p:cNvSpPr>
          <p:nvPr/>
        </p:nvSpPr>
        <p:spPr>
          <a:xfrm>
            <a:off x="7187639" y="49843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4" name="F2_precision_recall_distributions_5948">
            <a:extLst>
              <a:ext uri="{FF2B5EF4-FFF2-40B4-BE49-F238E27FC236}">
                <a16:creationId xmlns:a16="http://schemas.microsoft.com/office/drawing/2014/main" id="{61FD1A64-5EA9-4858-AAA3-93981C4859D2}"/>
              </a:ext>
            </a:extLst>
          </p:cNvPr>
          <p:cNvSpPr>
            <a:spLocks noGrp="1"/>
          </p:cNvSpPr>
          <p:nvPr/>
        </p:nvSpPr>
        <p:spPr>
          <a:xfrm>
            <a:off x="71515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5" name="F2_precision_recall_distributions_5949">
            <a:extLst>
              <a:ext uri="{FF2B5EF4-FFF2-40B4-BE49-F238E27FC236}">
                <a16:creationId xmlns:a16="http://schemas.microsoft.com/office/drawing/2014/main" id="{AC082E66-8B9B-4B01-B0D4-7A98F726AC25}"/>
              </a:ext>
            </a:extLst>
          </p:cNvPr>
          <p:cNvSpPr>
            <a:spLocks noGrp="1"/>
          </p:cNvSpPr>
          <p:nvPr/>
        </p:nvSpPr>
        <p:spPr>
          <a:xfrm>
            <a:off x="71827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6" name="F2_precision_recall_distributions_5950">
            <a:extLst>
              <a:ext uri="{FF2B5EF4-FFF2-40B4-BE49-F238E27FC236}">
                <a16:creationId xmlns:a16="http://schemas.microsoft.com/office/drawing/2014/main" id="{BB673258-9CF3-481E-B9F0-482A137F44EA}"/>
              </a:ext>
            </a:extLst>
          </p:cNvPr>
          <p:cNvSpPr>
            <a:spLocks noGrp="1"/>
          </p:cNvSpPr>
          <p:nvPr/>
        </p:nvSpPr>
        <p:spPr>
          <a:xfrm>
            <a:off x="72424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7" name="F2_precision_recall_distributions_5951">
            <a:extLst>
              <a:ext uri="{FF2B5EF4-FFF2-40B4-BE49-F238E27FC236}">
                <a16:creationId xmlns:a16="http://schemas.microsoft.com/office/drawing/2014/main" id="{65A9C608-EBD3-42C3-9E62-7974767BF297}"/>
              </a:ext>
            </a:extLst>
          </p:cNvPr>
          <p:cNvSpPr>
            <a:spLocks noGrp="1"/>
          </p:cNvSpPr>
          <p:nvPr/>
        </p:nvSpPr>
        <p:spPr>
          <a:xfrm>
            <a:off x="698159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8" name="F2_precision_recall_distributions_5952">
            <a:extLst>
              <a:ext uri="{FF2B5EF4-FFF2-40B4-BE49-F238E27FC236}">
                <a16:creationId xmlns:a16="http://schemas.microsoft.com/office/drawing/2014/main" id="{1582AABC-EAAB-47D1-9112-A7CB97229AA0}"/>
              </a:ext>
            </a:extLst>
          </p:cNvPr>
          <p:cNvSpPr>
            <a:spLocks noGrp="1"/>
          </p:cNvSpPr>
          <p:nvPr/>
        </p:nvSpPr>
        <p:spPr>
          <a:xfrm>
            <a:off x="720293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9" name="F2_precision_recall_distributions_5953">
            <a:extLst>
              <a:ext uri="{FF2B5EF4-FFF2-40B4-BE49-F238E27FC236}">
                <a16:creationId xmlns:a16="http://schemas.microsoft.com/office/drawing/2014/main" id="{3E932F6F-7673-4944-8FF9-2331D7D0F909}"/>
              </a:ext>
            </a:extLst>
          </p:cNvPr>
          <p:cNvSpPr>
            <a:spLocks noGrp="1"/>
          </p:cNvSpPr>
          <p:nvPr/>
        </p:nvSpPr>
        <p:spPr>
          <a:xfrm>
            <a:off x="72537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0" name="F2_precision_recall_distributions_5954">
            <a:extLst>
              <a:ext uri="{FF2B5EF4-FFF2-40B4-BE49-F238E27FC236}">
                <a16:creationId xmlns:a16="http://schemas.microsoft.com/office/drawing/2014/main" id="{A4B63057-BCEA-466F-8797-DB9F7EF6DF11}"/>
              </a:ext>
            </a:extLst>
          </p:cNvPr>
          <p:cNvSpPr>
            <a:spLocks noGrp="1"/>
          </p:cNvSpPr>
          <p:nvPr/>
        </p:nvSpPr>
        <p:spPr>
          <a:xfrm>
            <a:off x="711956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1" name="F2_precision_recall_distributions_5955">
            <a:extLst>
              <a:ext uri="{FF2B5EF4-FFF2-40B4-BE49-F238E27FC236}">
                <a16:creationId xmlns:a16="http://schemas.microsoft.com/office/drawing/2014/main" id="{1B63B3F6-1D0F-41C1-973C-C80260726FDF}"/>
              </a:ext>
            </a:extLst>
          </p:cNvPr>
          <p:cNvSpPr>
            <a:spLocks noGrp="1"/>
          </p:cNvSpPr>
          <p:nvPr/>
        </p:nvSpPr>
        <p:spPr>
          <a:xfrm>
            <a:off x="72921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2" name="F2_precision_recall_distributions_5956">
            <a:extLst>
              <a:ext uri="{FF2B5EF4-FFF2-40B4-BE49-F238E27FC236}">
                <a16:creationId xmlns:a16="http://schemas.microsoft.com/office/drawing/2014/main" id="{55AD3A3F-E666-4B7B-8B55-439E0B74061E}"/>
              </a:ext>
            </a:extLst>
          </p:cNvPr>
          <p:cNvSpPr>
            <a:spLocks noGrp="1"/>
          </p:cNvSpPr>
          <p:nvPr/>
        </p:nvSpPr>
        <p:spPr>
          <a:xfrm>
            <a:off x="72469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3" name="F2_precision_recall_distributions_5957">
            <a:extLst>
              <a:ext uri="{FF2B5EF4-FFF2-40B4-BE49-F238E27FC236}">
                <a16:creationId xmlns:a16="http://schemas.microsoft.com/office/drawing/2014/main" id="{A1451D58-2375-4126-B48C-8CD5003673A7}"/>
              </a:ext>
            </a:extLst>
          </p:cNvPr>
          <p:cNvSpPr>
            <a:spLocks noGrp="1"/>
          </p:cNvSpPr>
          <p:nvPr/>
        </p:nvSpPr>
        <p:spPr>
          <a:xfrm>
            <a:off x="70344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4" name="F2_precision_recall_distributions_5958">
            <a:extLst>
              <a:ext uri="{FF2B5EF4-FFF2-40B4-BE49-F238E27FC236}">
                <a16:creationId xmlns:a16="http://schemas.microsoft.com/office/drawing/2014/main" id="{82108A8D-76A3-4DA5-971C-C6A7F70FC3F0}"/>
              </a:ext>
            </a:extLst>
          </p:cNvPr>
          <p:cNvSpPr>
            <a:spLocks noGrp="1"/>
          </p:cNvSpPr>
          <p:nvPr/>
        </p:nvSpPr>
        <p:spPr>
          <a:xfrm>
            <a:off x="7104406" y="47149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5" name="F2_precision_recall_distributions_5959">
            <a:extLst>
              <a:ext uri="{FF2B5EF4-FFF2-40B4-BE49-F238E27FC236}">
                <a16:creationId xmlns:a16="http://schemas.microsoft.com/office/drawing/2014/main" id="{1A7718F7-2293-4EE6-9A0B-8F1DBE882528}"/>
              </a:ext>
            </a:extLst>
          </p:cNvPr>
          <p:cNvSpPr>
            <a:spLocks noGrp="1"/>
          </p:cNvSpPr>
          <p:nvPr/>
        </p:nvSpPr>
        <p:spPr>
          <a:xfrm>
            <a:off x="7307472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6" name="F2_precision_recall_distributions_5960">
            <a:extLst>
              <a:ext uri="{FF2B5EF4-FFF2-40B4-BE49-F238E27FC236}">
                <a16:creationId xmlns:a16="http://schemas.microsoft.com/office/drawing/2014/main" id="{B9B2338A-0B02-4315-B464-668DAD4BD5FA}"/>
              </a:ext>
            </a:extLst>
          </p:cNvPr>
          <p:cNvSpPr>
            <a:spLocks noGrp="1"/>
          </p:cNvSpPr>
          <p:nvPr/>
        </p:nvSpPr>
        <p:spPr>
          <a:xfrm>
            <a:off x="70020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7" name="F2_precision_recall_distributions_5961">
            <a:extLst>
              <a:ext uri="{FF2B5EF4-FFF2-40B4-BE49-F238E27FC236}">
                <a16:creationId xmlns:a16="http://schemas.microsoft.com/office/drawing/2014/main" id="{7711693D-CBF0-44C8-B848-F97F63E5F310}"/>
              </a:ext>
            </a:extLst>
          </p:cNvPr>
          <p:cNvSpPr>
            <a:spLocks noGrp="1"/>
          </p:cNvSpPr>
          <p:nvPr/>
        </p:nvSpPr>
        <p:spPr>
          <a:xfrm>
            <a:off x="7067139" y="46103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8" name="F2_precision_recall_distributions_5962">
            <a:extLst>
              <a:ext uri="{FF2B5EF4-FFF2-40B4-BE49-F238E27FC236}">
                <a16:creationId xmlns:a16="http://schemas.microsoft.com/office/drawing/2014/main" id="{A007F385-B687-4CD9-A9DD-9BBE88CA6DA6}"/>
              </a:ext>
            </a:extLst>
          </p:cNvPr>
          <p:cNvSpPr>
            <a:spLocks noGrp="1"/>
          </p:cNvSpPr>
          <p:nvPr/>
        </p:nvSpPr>
        <p:spPr>
          <a:xfrm>
            <a:off x="7082914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9" name="F2_precision_recall_distributions_5963">
            <a:extLst>
              <a:ext uri="{FF2B5EF4-FFF2-40B4-BE49-F238E27FC236}">
                <a16:creationId xmlns:a16="http://schemas.microsoft.com/office/drawing/2014/main" id="{1A65208B-159C-4D9A-AAB4-360B94712D1A}"/>
              </a:ext>
            </a:extLst>
          </p:cNvPr>
          <p:cNvSpPr>
            <a:spLocks noGrp="1"/>
          </p:cNvSpPr>
          <p:nvPr/>
        </p:nvSpPr>
        <p:spPr>
          <a:xfrm>
            <a:off x="72586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0" name="F2_precision_recall_distributions_5964">
            <a:extLst>
              <a:ext uri="{FF2B5EF4-FFF2-40B4-BE49-F238E27FC236}">
                <a16:creationId xmlns:a16="http://schemas.microsoft.com/office/drawing/2014/main" id="{61171B81-F21B-4862-A65B-91CEF6675FD2}"/>
              </a:ext>
            </a:extLst>
          </p:cNvPr>
          <p:cNvSpPr>
            <a:spLocks noGrp="1"/>
          </p:cNvSpPr>
          <p:nvPr/>
        </p:nvSpPr>
        <p:spPr>
          <a:xfrm>
            <a:off x="7287120" y="5064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1" name="F2_precision_recall_distributions_5965">
            <a:extLst>
              <a:ext uri="{FF2B5EF4-FFF2-40B4-BE49-F238E27FC236}">
                <a16:creationId xmlns:a16="http://schemas.microsoft.com/office/drawing/2014/main" id="{8F1789DE-B661-4CD0-922D-769023580B3D}"/>
              </a:ext>
            </a:extLst>
          </p:cNvPr>
          <p:cNvSpPr>
            <a:spLocks noGrp="1"/>
          </p:cNvSpPr>
          <p:nvPr/>
        </p:nvSpPr>
        <p:spPr>
          <a:xfrm>
            <a:off x="7336365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2" name="F2_precision_recall_distributions_5966">
            <a:extLst>
              <a:ext uri="{FF2B5EF4-FFF2-40B4-BE49-F238E27FC236}">
                <a16:creationId xmlns:a16="http://schemas.microsoft.com/office/drawing/2014/main" id="{E81975D6-78D4-4AEE-8B88-A4EA06E7EC54}"/>
              </a:ext>
            </a:extLst>
          </p:cNvPr>
          <p:cNvSpPr>
            <a:spLocks noGrp="1"/>
          </p:cNvSpPr>
          <p:nvPr/>
        </p:nvSpPr>
        <p:spPr>
          <a:xfrm>
            <a:off x="70275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3" name="F2_precision_recall_distributions_5967">
            <a:extLst>
              <a:ext uri="{FF2B5EF4-FFF2-40B4-BE49-F238E27FC236}">
                <a16:creationId xmlns:a16="http://schemas.microsoft.com/office/drawing/2014/main" id="{16C57FE2-E16C-44E4-AE01-7896FE49C25A}"/>
              </a:ext>
            </a:extLst>
          </p:cNvPr>
          <p:cNvSpPr>
            <a:spLocks noGrp="1"/>
          </p:cNvSpPr>
          <p:nvPr/>
        </p:nvSpPr>
        <p:spPr>
          <a:xfrm>
            <a:off x="70484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4" name="F2_precision_recall_distributions_5968">
            <a:extLst>
              <a:ext uri="{FF2B5EF4-FFF2-40B4-BE49-F238E27FC236}">
                <a16:creationId xmlns:a16="http://schemas.microsoft.com/office/drawing/2014/main" id="{D196A2BD-3557-4579-B9BA-D14771F78545}"/>
              </a:ext>
            </a:extLst>
          </p:cNvPr>
          <p:cNvSpPr>
            <a:spLocks noGrp="1"/>
          </p:cNvSpPr>
          <p:nvPr/>
        </p:nvSpPr>
        <p:spPr>
          <a:xfrm>
            <a:off x="704561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5" name="F2_precision_recall_distributions_5969">
            <a:extLst>
              <a:ext uri="{FF2B5EF4-FFF2-40B4-BE49-F238E27FC236}">
                <a16:creationId xmlns:a16="http://schemas.microsoft.com/office/drawing/2014/main" id="{27F4DE07-61F9-4BB6-AC24-CC83C4F7D52A}"/>
              </a:ext>
            </a:extLst>
          </p:cNvPr>
          <p:cNvSpPr>
            <a:spLocks noGrp="1"/>
          </p:cNvSpPr>
          <p:nvPr/>
        </p:nvSpPr>
        <p:spPr>
          <a:xfrm>
            <a:off x="7229101" y="49978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6" name="F2_precision_recall_distributions_5970">
            <a:extLst>
              <a:ext uri="{FF2B5EF4-FFF2-40B4-BE49-F238E27FC236}">
                <a16:creationId xmlns:a16="http://schemas.microsoft.com/office/drawing/2014/main" id="{FA3DC1CD-C88F-4881-82F7-6034DEF5F022}"/>
              </a:ext>
            </a:extLst>
          </p:cNvPr>
          <p:cNvSpPr>
            <a:spLocks noGrp="1"/>
          </p:cNvSpPr>
          <p:nvPr/>
        </p:nvSpPr>
        <p:spPr>
          <a:xfrm>
            <a:off x="72582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7" name="F2_precision_recall_distributions_5971">
            <a:extLst>
              <a:ext uri="{FF2B5EF4-FFF2-40B4-BE49-F238E27FC236}">
                <a16:creationId xmlns:a16="http://schemas.microsoft.com/office/drawing/2014/main" id="{4B1DCAE4-F231-4F76-9F2D-C632A96186B2}"/>
              </a:ext>
            </a:extLst>
          </p:cNvPr>
          <p:cNvSpPr>
            <a:spLocks noGrp="1"/>
          </p:cNvSpPr>
          <p:nvPr/>
        </p:nvSpPr>
        <p:spPr>
          <a:xfrm>
            <a:off x="70155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8" name="F2_precision_recall_distributions_5972">
            <a:extLst>
              <a:ext uri="{FF2B5EF4-FFF2-40B4-BE49-F238E27FC236}">
                <a16:creationId xmlns:a16="http://schemas.microsoft.com/office/drawing/2014/main" id="{E6DBE639-2C62-4A99-893E-982B123F6725}"/>
              </a:ext>
            </a:extLst>
          </p:cNvPr>
          <p:cNvSpPr>
            <a:spLocks noGrp="1"/>
          </p:cNvSpPr>
          <p:nvPr/>
        </p:nvSpPr>
        <p:spPr>
          <a:xfrm>
            <a:off x="7992389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73" y="842186"/>
                </a:lnTo>
                <a:lnTo>
                  <a:pt x="22877" y="835606"/>
                </a:lnTo>
                <a:lnTo>
                  <a:pt x="49267" y="829027"/>
                </a:lnTo>
                <a:lnTo>
                  <a:pt x="82465" y="822447"/>
                </a:lnTo>
                <a:lnTo>
                  <a:pt x="119468" y="815868"/>
                </a:lnTo>
                <a:lnTo>
                  <a:pt x="157287" y="809288"/>
                </a:lnTo>
                <a:lnTo>
                  <a:pt x="193329" y="802708"/>
                </a:lnTo>
                <a:lnTo>
                  <a:pt x="225648" y="796129"/>
                </a:lnTo>
                <a:lnTo>
                  <a:pt x="253056" y="789549"/>
                </a:lnTo>
                <a:lnTo>
                  <a:pt x="275092" y="782970"/>
                </a:lnTo>
                <a:lnTo>
                  <a:pt x="291895" y="776390"/>
                </a:lnTo>
                <a:lnTo>
                  <a:pt x="304019" y="769811"/>
                </a:lnTo>
                <a:lnTo>
                  <a:pt x="312251" y="763231"/>
                </a:lnTo>
                <a:lnTo>
                  <a:pt x="317452" y="756651"/>
                </a:lnTo>
                <a:lnTo>
                  <a:pt x="320446" y="750072"/>
                </a:lnTo>
                <a:lnTo>
                  <a:pt x="321949" y="743492"/>
                </a:lnTo>
                <a:lnTo>
                  <a:pt x="322543" y="736913"/>
                </a:lnTo>
                <a:lnTo>
                  <a:pt x="322668" y="730333"/>
                </a:lnTo>
                <a:lnTo>
                  <a:pt x="322634" y="723754"/>
                </a:lnTo>
                <a:lnTo>
                  <a:pt x="322640" y="717174"/>
                </a:lnTo>
                <a:lnTo>
                  <a:pt x="322791" y="710594"/>
                </a:lnTo>
                <a:lnTo>
                  <a:pt x="323118" y="704015"/>
                </a:lnTo>
                <a:lnTo>
                  <a:pt x="323598" y="697435"/>
                </a:lnTo>
                <a:lnTo>
                  <a:pt x="324174" y="690856"/>
                </a:lnTo>
                <a:lnTo>
                  <a:pt x="324772" y="684276"/>
                </a:lnTo>
                <a:lnTo>
                  <a:pt x="325316" y="677697"/>
                </a:lnTo>
                <a:lnTo>
                  <a:pt x="325739" y="671117"/>
                </a:lnTo>
                <a:lnTo>
                  <a:pt x="325991" y="664537"/>
                </a:lnTo>
                <a:lnTo>
                  <a:pt x="326037" y="657958"/>
                </a:lnTo>
                <a:lnTo>
                  <a:pt x="325855" y="651378"/>
                </a:lnTo>
                <a:lnTo>
                  <a:pt x="325428" y="644799"/>
                </a:lnTo>
                <a:lnTo>
                  <a:pt x="324743" y="638219"/>
                </a:lnTo>
                <a:lnTo>
                  <a:pt x="323786" y="631639"/>
                </a:lnTo>
                <a:lnTo>
                  <a:pt x="322547" y="625060"/>
                </a:lnTo>
                <a:lnTo>
                  <a:pt x="321026" y="618480"/>
                </a:lnTo>
                <a:lnTo>
                  <a:pt x="319249" y="611901"/>
                </a:lnTo>
                <a:lnTo>
                  <a:pt x="317275" y="605321"/>
                </a:lnTo>
                <a:lnTo>
                  <a:pt x="315204" y="598742"/>
                </a:lnTo>
                <a:lnTo>
                  <a:pt x="313176" y="592162"/>
                </a:lnTo>
                <a:lnTo>
                  <a:pt x="311355" y="585582"/>
                </a:lnTo>
                <a:lnTo>
                  <a:pt x="309914" y="579003"/>
                </a:lnTo>
                <a:lnTo>
                  <a:pt x="309003" y="572423"/>
                </a:lnTo>
                <a:lnTo>
                  <a:pt x="308727" y="565844"/>
                </a:lnTo>
                <a:lnTo>
                  <a:pt x="309125" y="559264"/>
                </a:lnTo>
                <a:lnTo>
                  <a:pt x="310160" y="552685"/>
                </a:lnTo>
                <a:lnTo>
                  <a:pt x="311728" y="546105"/>
                </a:lnTo>
                <a:lnTo>
                  <a:pt x="313669" y="539525"/>
                </a:lnTo>
                <a:lnTo>
                  <a:pt x="315790" y="532946"/>
                </a:lnTo>
                <a:lnTo>
                  <a:pt x="317893" y="526366"/>
                </a:lnTo>
                <a:lnTo>
                  <a:pt x="319788" y="519787"/>
                </a:lnTo>
                <a:lnTo>
                  <a:pt x="321315" y="513207"/>
                </a:lnTo>
                <a:lnTo>
                  <a:pt x="322339" y="506627"/>
                </a:lnTo>
                <a:lnTo>
                  <a:pt x="322757" y="500048"/>
                </a:lnTo>
                <a:lnTo>
                  <a:pt x="322494" y="493468"/>
                </a:lnTo>
                <a:lnTo>
                  <a:pt x="321503" y="486889"/>
                </a:lnTo>
                <a:lnTo>
                  <a:pt x="319775" y="480309"/>
                </a:lnTo>
                <a:lnTo>
                  <a:pt x="317349" y="473730"/>
                </a:lnTo>
                <a:lnTo>
                  <a:pt x="314325" y="467150"/>
                </a:lnTo>
                <a:lnTo>
                  <a:pt x="310879" y="460570"/>
                </a:lnTo>
                <a:lnTo>
                  <a:pt x="307258" y="453991"/>
                </a:lnTo>
                <a:lnTo>
                  <a:pt x="303769" y="447411"/>
                </a:lnTo>
                <a:lnTo>
                  <a:pt x="300746" y="440832"/>
                </a:lnTo>
                <a:lnTo>
                  <a:pt x="298504" y="434252"/>
                </a:lnTo>
                <a:lnTo>
                  <a:pt x="297297" y="427673"/>
                </a:lnTo>
                <a:lnTo>
                  <a:pt x="297271" y="421093"/>
                </a:lnTo>
                <a:lnTo>
                  <a:pt x="298439" y="414513"/>
                </a:lnTo>
                <a:lnTo>
                  <a:pt x="300680" y="407934"/>
                </a:lnTo>
                <a:lnTo>
                  <a:pt x="303758" y="401354"/>
                </a:lnTo>
                <a:lnTo>
                  <a:pt x="307361" y="394775"/>
                </a:lnTo>
                <a:lnTo>
                  <a:pt x="311151" y="388195"/>
                </a:lnTo>
                <a:lnTo>
                  <a:pt x="314811" y="381616"/>
                </a:lnTo>
                <a:lnTo>
                  <a:pt x="318088" y="375036"/>
                </a:lnTo>
                <a:lnTo>
                  <a:pt x="320810" y="368456"/>
                </a:lnTo>
                <a:lnTo>
                  <a:pt x="322896" y="361877"/>
                </a:lnTo>
                <a:lnTo>
                  <a:pt x="324345" y="355297"/>
                </a:lnTo>
                <a:lnTo>
                  <a:pt x="325219" y="348718"/>
                </a:lnTo>
                <a:lnTo>
                  <a:pt x="325621" y="342138"/>
                </a:lnTo>
                <a:lnTo>
                  <a:pt x="325671" y="335558"/>
                </a:lnTo>
                <a:lnTo>
                  <a:pt x="325493" y="328979"/>
                </a:lnTo>
                <a:lnTo>
                  <a:pt x="325199" y="322399"/>
                </a:lnTo>
                <a:lnTo>
                  <a:pt x="324885" y="315820"/>
                </a:lnTo>
                <a:lnTo>
                  <a:pt x="324621" y="309240"/>
                </a:lnTo>
                <a:lnTo>
                  <a:pt x="324456" y="302661"/>
                </a:lnTo>
                <a:lnTo>
                  <a:pt x="324410" y="296081"/>
                </a:lnTo>
                <a:lnTo>
                  <a:pt x="324480" y="289501"/>
                </a:lnTo>
                <a:lnTo>
                  <a:pt x="324640" y="282922"/>
                </a:lnTo>
                <a:lnTo>
                  <a:pt x="324844" y="276342"/>
                </a:lnTo>
                <a:lnTo>
                  <a:pt x="325038" y="269763"/>
                </a:lnTo>
                <a:lnTo>
                  <a:pt x="325163" y="263183"/>
                </a:lnTo>
                <a:lnTo>
                  <a:pt x="325170" y="256604"/>
                </a:lnTo>
                <a:lnTo>
                  <a:pt x="325026" y="250024"/>
                </a:lnTo>
                <a:lnTo>
                  <a:pt x="324721" y="243444"/>
                </a:lnTo>
                <a:lnTo>
                  <a:pt x="324272" y="236865"/>
                </a:lnTo>
                <a:lnTo>
                  <a:pt x="323719" y="230285"/>
                </a:lnTo>
                <a:lnTo>
                  <a:pt x="323117" y="223706"/>
                </a:lnTo>
                <a:lnTo>
                  <a:pt x="322531" y="217126"/>
                </a:lnTo>
                <a:lnTo>
                  <a:pt x="322022" y="210546"/>
                </a:lnTo>
                <a:lnTo>
                  <a:pt x="321643" y="203967"/>
                </a:lnTo>
                <a:lnTo>
                  <a:pt x="321425" y="197387"/>
                </a:lnTo>
                <a:lnTo>
                  <a:pt x="321383" y="190808"/>
                </a:lnTo>
                <a:lnTo>
                  <a:pt x="321513" y="184228"/>
                </a:lnTo>
                <a:lnTo>
                  <a:pt x="321798" y="177649"/>
                </a:lnTo>
                <a:lnTo>
                  <a:pt x="322211" y="171069"/>
                </a:lnTo>
                <a:lnTo>
                  <a:pt x="322726" y="164489"/>
                </a:lnTo>
                <a:lnTo>
                  <a:pt x="323321" y="157910"/>
                </a:lnTo>
                <a:lnTo>
                  <a:pt x="323979" y="151330"/>
                </a:lnTo>
                <a:lnTo>
                  <a:pt x="324692" y="144751"/>
                </a:lnTo>
                <a:lnTo>
                  <a:pt x="325454" y="138171"/>
                </a:lnTo>
                <a:lnTo>
                  <a:pt x="326260" y="131592"/>
                </a:lnTo>
                <a:lnTo>
                  <a:pt x="327094" y="125012"/>
                </a:lnTo>
                <a:lnTo>
                  <a:pt x="327927" y="118432"/>
                </a:lnTo>
                <a:lnTo>
                  <a:pt x="328703" y="111853"/>
                </a:lnTo>
                <a:lnTo>
                  <a:pt x="329336" y="105273"/>
                </a:lnTo>
                <a:lnTo>
                  <a:pt x="329704" y="98694"/>
                </a:lnTo>
                <a:lnTo>
                  <a:pt x="329646" y="92114"/>
                </a:lnTo>
                <a:lnTo>
                  <a:pt x="328962" y="85535"/>
                </a:lnTo>
                <a:lnTo>
                  <a:pt x="327430" y="78955"/>
                </a:lnTo>
                <a:lnTo>
                  <a:pt x="324817" y="72375"/>
                </a:lnTo>
                <a:lnTo>
                  <a:pt x="320915" y="65796"/>
                </a:lnTo>
                <a:lnTo>
                  <a:pt x="315580" y="59216"/>
                </a:lnTo>
                <a:lnTo>
                  <a:pt x="308781" y="52637"/>
                </a:lnTo>
                <a:lnTo>
                  <a:pt x="300644" y="46057"/>
                </a:lnTo>
                <a:lnTo>
                  <a:pt x="291488" y="39477"/>
                </a:lnTo>
                <a:lnTo>
                  <a:pt x="281825" y="32898"/>
                </a:lnTo>
                <a:lnTo>
                  <a:pt x="272338" y="26318"/>
                </a:lnTo>
                <a:lnTo>
                  <a:pt x="263807" y="19739"/>
                </a:lnTo>
                <a:lnTo>
                  <a:pt x="257017" y="13159"/>
                </a:lnTo>
                <a:lnTo>
                  <a:pt x="252638" y="6580"/>
                </a:lnTo>
                <a:lnTo>
                  <a:pt x="251125" y="0"/>
                </a:lnTo>
                <a:lnTo>
                  <a:pt x="423972" y="0"/>
                </a:lnTo>
                <a:lnTo>
                  <a:pt x="423972" y="0"/>
                </a:lnTo>
                <a:lnTo>
                  <a:pt x="422459" y="6580"/>
                </a:lnTo>
                <a:lnTo>
                  <a:pt x="418080" y="13159"/>
                </a:lnTo>
                <a:lnTo>
                  <a:pt x="411289" y="19739"/>
                </a:lnTo>
                <a:lnTo>
                  <a:pt x="402759" y="26318"/>
                </a:lnTo>
                <a:lnTo>
                  <a:pt x="393271" y="32898"/>
                </a:lnTo>
                <a:lnTo>
                  <a:pt x="383609" y="39477"/>
                </a:lnTo>
                <a:lnTo>
                  <a:pt x="374452" y="46057"/>
                </a:lnTo>
                <a:lnTo>
                  <a:pt x="366316" y="52637"/>
                </a:lnTo>
                <a:lnTo>
                  <a:pt x="359517" y="59216"/>
                </a:lnTo>
                <a:lnTo>
                  <a:pt x="354181" y="65796"/>
                </a:lnTo>
                <a:lnTo>
                  <a:pt x="350279" y="72375"/>
                </a:lnTo>
                <a:lnTo>
                  <a:pt x="347666" y="78955"/>
                </a:lnTo>
                <a:lnTo>
                  <a:pt x="346134" y="85535"/>
                </a:lnTo>
                <a:lnTo>
                  <a:pt x="345451" y="92114"/>
                </a:lnTo>
                <a:lnTo>
                  <a:pt x="345392" y="98694"/>
                </a:lnTo>
                <a:lnTo>
                  <a:pt x="345760" y="105273"/>
                </a:lnTo>
                <a:lnTo>
                  <a:pt x="346394" y="111853"/>
                </a:lnTo>
                <a:lnTo>
                  <a:pt x="347170" y="118432"/>
                </a:lnTo>
                <a:lnTo>
                  <a:pt x="348002" y="125012"/>
                </a:lnTo>
                <a:lnTo>
                  <a:pt x="348837" y="131592"/>
                </a:lnTo>
                <a:lnTo>
                  <a:pt x="349642" y="138171"/>
                </a:lnTo>
                <a:lnTo>
                  <a:pt x="350404" y="144751"/>
                </a:lnTo>
                <a:lnTo>
                  <a:pt x="351117" y="151330"/>
                </a:lnTo>
                <a:lnTo>
                  <a:pt x="351775" y="157910"/>
                </a:lnTo>
                <a:lnTo>
                  <a:pt x="352370" y="164489"/>
                </a:lnTo>
                <a:lnTo>
                  <a:pt x="352886" y="171069"/>
                </a:lnTo>
                <a:lnTo>
                  <a:pt x="353299" y="177649"/>
                </a:lnTo>
                <a:lnTo>
                  <a:pt x="353583" y="184228"/>
                </a:lnTo>
                <a:lnTo>
                  <a:pt x="353714" y="190808"/>
                </a:lnTo>
                <a:lnTo>
                  <a:pt x="353672" y="197387"/>
                </a:lnTo>
                <a:lnTo>
                  <a:pt x="353454" y="203967"/>
                </a:lnTo>
                <a:lnTo>
                  <a:pt x="353074" y="210546"/>
                </a:lnTo>
                <a:lnTo>
                  <a:pt x="352566" y="217126"/>
                </a:lnTo>
                <a:lnTo>
                  <a:pt x="351980" y="223706"/>
                </a:lnTo>
                <a:lnTo>
                  <a:pt x="351378" y="230285"/>
                </a:lnTo>
                <a:lnTo>
                  <a:pt x="350824" y="236865"/>
                </a:lnTo>
                <a:lnTo>
                  <a:pt x="350375" y="243444"/>
                </a:lnTo>
                <a:lnTo>
                  <a:pt x="350071" y="250024"/>
                </a:lnTo>
                <a:lnTo>
                  <a:pt x="349927" y="256604"/>
                </a:lnTo>
                <a:lnTo>
                  <a:pt x="349933" y="263183"/>
                </a:lnTo>
                <a:lnTo>
                  <a:pt x="350059" y="269763"/>
                </a:lnTo>
                <a:lnTo>
                  <a:pt x="350252" y="276342"/>
                </a:lnTo>
                <a:lnTo>
                  <a:pt x="350456" y="282922"/>
                </a:lnTo>
                <a:lnTo>
                  <a:pt x="350616" y="289501"/>
                </a:lnTo>
                <a:lnTo>
                  <a:pt x="350686" y="296081"/>
                </a:lnTo>
                <a:lnTo>
                  <a:pt x="350640" y="302661"/>
                </a:lnTo>
                <a:lnTo>
                  <a:pt x="350475" y="309240"/>
                </a:lnTo>
                <a:lnTo>
                  <a:pt x="350212" y="315820"/>
                </a:lnTo>
                <a:lnTo>
                  <a:pt x="349897" y="322399"/>
                </a:lnTo>
                <a:lnTo>
                  <a:pt x="349604" y="328979"/>
                </a:lnTo>
                <a:lnTo>
                  <a:pt x="349426" y="335558"/>
                </a:lnTo>
                <a:lnTo>
                  <a:pt x="349476" y="342138"/>
                </a:lnTo>
                <a:lnTo>
                  <a:pt x="349877" y="348718"/>
                </a:lnTo>
                <a:lnTo>
                  <a:pt x="350752" y="355297"/>
                </a:lnTo>
                <a:lnTo>
                  <a:pt x="352201" y="361877"/>
                </a:lnTo>
                <a:lnTo>
                  <a:pt x="354286" y="368456"/>
                </a:lnTo>
                <a:lnTo>
                  <a:pt x="357008" y="375036"/>
                </a:lnTo>
                <a:lnTo>
                  <a:pt x="360285" y="381616"/>
                </a:lnTo>
                <a:lnTo>
                  <a:pt x="363946" y="388195"/>
                </a:lnTo>
                <a:lnTo>
                  <a:pt x="367735" y="394775"/>
                </a:lnTo>
                <a:lnTo>
                  <a:pt x="371338" y="401354"/>
                </a:lnTo>
                <a:lnTo>
                  <a:pt x="374416" y="407934"/>
                </a:lnTo>
                <a:lnTo>
                  <a:pt x="376658" y="414513"/>
                </a:lnTo>
                <a:lnTo>
                  <a:pt x="377826" y="421093"/>
                </a:lnTo>
                <a:lnTo>
                  <a:pt x="377800" y="427673"/>
                </a:lnTo>
                <a:lnTo>
                  <a:pt x="376593" y="434252"/>
                </a:lnTo>
                <a:lnTo>
                  <a:pt x="374351" y="440832"/>
                </a:lnTo>
                <a:lnTo>
                  <a:pt x="371327" y="447411"/>
                </a:lnTo>
                <a:lnTo>
                  <a:pt x="367838" y="453991"/>
                </a:lnTo>
                <a:lnTo>
                  <a:pt x="364217" y="460570"/>
                </a:lnTo>
                <a:lnTo>
                  <a:pt x="360771" y="467150"/>
                </a:lnTo>
                <a:lnTo>
                  <a:pt x="357748" y="473730"/>
                </a:lnTo>
                <a:lnTo>
                  <a:pt x="355321" y="480309"/>
                </a:lnTo>
                <a:lnTo>
                  <a:pt x="353593" y="486889"/>
                </a:lnTo>
                <a:lnTo>
                  <a:pt x="352603" y="493468"/>
                </a:lnTo>
                <a:lnTo>
                  <a:pt x="352340" y="500048"/>
                </a:lnTo>
                <a:lnTo>
                  <a:pt x="352758" y="506627"/>
                </a:lnTo>
                <a:lnTo>
                  <a:pt x="353782" y="513207"/>
                </a:lnTo>
                <a:lnTo>
                  <a:pt x="355308" y="519787"/>
                </a:lnTo>
                <a:lnTo>
                  <a:pt x="357204" y="526366"/>
                </a:lnTo>
                <a:lnTo>
                  <a:pt x="359306" y="532946"/>
                </a:lnTo>
                <a:lnTo>
                  <a:pt x="361428" y="539525"/>
                </a:lnTo>
                <a:lnTo>
                  <a:pt x="363368" y="546105"/>
                </a:lnTo>
                <a:lnTo>
                  <a:pt x="364936" y="552685"/>
                </a:lnTo>
                <a:lnTo>
                  <a:pt x="365972" y="559264"/>
                </a:lnTo>
                <a:lnTo>
                  <a:pt x="366369" y="565844"/>
                </a:lnTo>
                <a:lnTo>
                  <a:pt x="366093" y="572423"/>
                </a:lnTo>
                <a:lnTo>
                  <a:pt x="365182" y="579003"/>
                </a:lnTo>
                <a:lnTo>
                  <a:pt x="363741" y="585582"/>
                </a:lnTo>
                <a:lnTo>
                  <a:pt x="361921" y="592162"/>
                </a:lnTo>
                <a:lnTo>
                  <a:pt x="359893" y="598742"/>
                </a:lnTo>
                <a:lnTo>
                  <a:pt x="357822" y="605321"/>
                </a:lnTo>
                <a:lnTo>
                  <a:pt x="355848" y="611901"/>
                </a:lnTo>
                <a:lnTo>
                  <a:pt x="354071" y="618480"/>
                </a:lnTo>
                <a:lnTo>
                  <a:pt x="352550" y="625060"/>
                </a:lnTo>
                <a:lnTo>
                  <a:pt x="351310" y="631639"/>
                </a:lnTo>
                <a:lnTo>
                  <a:pt x="350353" y="638219"/>
                </a:lnTo>
                <a:lnTo>
                  <a:pt x="349668" y="644799"/>
                </a:lnTo>
                <a:lnTo>
                  <a:pt x="349242" y="651378"/>
                </a:lnTo>
                <a:lnTo>
                  <a:pt x="349060" y="657958"/>
                </a:lnTo>
                <a:lnTo>
                  <a:pt x="349105" y="664537"/>
                </a:lnTo>
                <a:lnTo>
                  <a:pt x="349357" y="671117"/>
                </a:lnTo>
                <a:lnTo>
                  <a:pt x="349781" y="677697"/>
                </a:lnTo>
                <a:lnTo>
                  <a:pt x="350324" y="684276"/>
                </a:lnTo>
                <a:lnTo>
                  <a:pt x="350922" y="690856"/>
                </a:lnTo>
                <a:lnTo>
                  <a:pt x="351498" y="697435"/>
                </a:lnTo>
                <a:lnTo>
                  <a:pt x="351979" y="704015"/>
                </a:lnTo>
                <a:lnTo>
                  <a:pt x="352306" y="710594"/>
                </a:lnTo>
                <a:lnTo>
                  <a:pt x="352456" y="717174"/>
                </a:lnTo>
                <a:lnTo>
                  <a:pt x="352463" y="723754"/>
                </a:lnTo>
                <a:lnTo>
                  <a:pt x="352429" y="730333"/>
                </a:lnTo>
                <a:lnTo>
                  <a:pt x="352554" y="736913"/>
                </a:lnTo>
                <a:lnTo>
                  <a:pt x="353147" y="743492"/>
                </a:lnTo>
                <a:lnTo>
                  <a:pt x="354651" y="750072"/>
                </a:lnTo>
                <a:lnTo>
                  <a:pt x="357644" y="756651"/>
                </a:lnTo>
                <a:lnTo>
                  <a:pt x="362846" y="763231"/>
                </a:lnTo>
                <a:lnTo>
                  <a:pt x="371077" y="769811"/>
                </a:lnTo>
                <a:lnTo>
                  <a:pt x="383201" y="776390"/>
                </a:lnTo>
                <a:lnTo>
                  <a:pt x="400004" y="782970"/>
                </a:lnTo>
                <a:lnTo>
                  <a:pt x="422041" y="789549"/>
                </a:lnTo>
                <a:lnTo>
                  <a:pt x="449449" y="796129"/>
                </a:lnTo>
                <a:lnTo>
                  <a:pt x="481767" y="802708"/>
                </a:lnTo>
                <a:lnTo>
                  <a:pt x="517809" y="809288"/>
                </a:lnTo>
                <a:lnTo>
                  <a:pt x="555629" y="815868"/>
                </a:lnTo>
                <a:lnTo>
                  <a:pt x="592632" y="822447"/>
                </a:lnTo>
                <a:lnTo>
                  <a:pt x="625830" y="829027"/>
                </a:lnTo>
                <a:lnTo>
                  <a:pt x="652220" y="835606"/>
                </a:lnTo>
                <a:lnTo>
                  <a:pt x="6692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159" name="F2_precision_recall_distributions_5973">
            <a:extLst>
              <a:ext uri="{FF2B5EF4-FFF2-40B4-BE49-F238E27FC236}">
                <a16:creationId xmlns:a16="http://schemas.microsoft.com/office/drawing/2014/main" id="{B6F32B99-6C1A-4E0E-9F46-45065DD846E4}"/>
              </a:ext>
            </a:extLst>
          </p:cNvPr>
          <p:cNvSpPr>
            <a:spLocks noGrp="1"/>
          </p:cNvSpPr>
          <p:nvPr/>
        </p:nvSpPr>
        <p:spPr>
          <a:xfrm>
            <a:off x="81711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0" name="F2_precision_recall_distributions_5974">
            <a:extLst>
              <a:ext uri="{FF2B5EF4-FFF2-40B4-BE49-F238E27FC236}">
                <a16:creationId xmlns:a16="http://schemas.microsoft.com/office/drawing/2014/main" id="{3BC78C5A-720D-44F4-A5D4-BBE5963FBFB7}"/>
              </a:ext>
            </a:extLst>
          </p:cNvPr>
          <p:cNvSpPr>
            <a:spLocks noGrp="1"/>
          </p:cNvSpPr>
          <p:nvPr/>
        </p:nvSpPr>
        <p:spPr>
          <a:xfrm>
            <a:off x="832010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1" name="F2_precision_recall_distributions_5975">
            <a:extLst>
              <a:ext uri="{FF2B5EF4-FFF2-40B4-BE49-F238E27FC236}">
                <a16:creationId xmlns:a16="http://schemas.microsoft.com/office/drawing/2014/main" id="{CCC945EC-2E92-440C-9BA7-194EC116ABC1}"/>
              </a:ext>
            </a:extLst>
          </p:cNvPr>
          <p:cNvSpPr>
            <a:spLocks noGrp="1"/>
          </p:cNvSpPr>
          <p:nvPr/>
        </p:nvSpPr>
        <p:spPr>
          <a:xfrm>
            <a:off x="841106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2" name="F2_precision_recall_distributions_5976">
            <a:extLst>
              <a:ext uri="{FF2B5EF4-FFF2-40B4-BE49-F238E27FC236}">
                <a16:creationId xmlns:a16="http://schemas.microsoft.com/office/drawing/2014/main" id="{0B7F4C33-C38E-466A-996A-4EE9D11BE4A3}"/>
              </a:ext>
            </a:extLst>
          </p:cNvPr>
          <p:cNvSpPr>
            <a:spLocks noGrp="1"/>
          </p:cNvSpPr>
          <p:nvPr/>
        </p:nvSpPr>
        <p:spPr>
          <a:xfrm>
            <a:off x="82386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3" name="F2_precision_recall_distributions_5977">
            <a:extLst>
              <a:ext uri="{FF2B5EF4-FFF2-40B4-BE49-F238E27FC236}">
                <a16:creationId xmlns:a16="http://schemas.microsoft.com/office/drawing/2014/main" id="{3839960F-5976-478C-9354-83FC527A3F12}"/>
              </a:ext>
            </a:extLst>
          </p:cNvPr>
          <p:cNvSpPr>
            <a:spLocks noGrp="1"/>
          </p:cNvSpPr>
          <p:nvPr/>
        </p:nvSpPr>
        <p:spPr>
          <a:xfrm>
            <a:off x="8285628" y="4631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4" name="F2_precision_recall_distributions_5978">
            <a:extLst>
              <a:ext uri="{FF2B5EF4-FFF2-40B4-BE49-F238E27FC236}">
                <a16:creationId xmlns:a16="http://schemas.microsoft.com/office/drawing/2014/main" id="{6CDB6AC2-5F4F-4E4A-8187-14EED3C3FAAC}"/>
              </a:ext>
            </a:extLst>
          </p:cNvPr>
          <p:cNvSpPr>
            <a:spLocks noGrp="1"/>
          </p:cNvSpPr>
          <p:nvPr/>
        </p:nvSpPr>
        <p:spPr>
          <a:xfrm>
            <a:off x="827917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5" name="F2_precision_recall_distributions_5979">
            <a:extLst>
              <a:ext uri="{FF2B5EF4-FFF2-40B4-BE49-F238E27FC236}">
                <a16:creationId xmlns:a16="http://schemas.microsoft.com/office/drawing/2014/main" id="{799BFFE1-6AC1-4A8F-A964-4536037618F9}"/>
              </a:ext>
            </a:extLst>
          </p:cNvPr>
          <p:cNvSpPr>
            <a:spLocks noGrp="1"/>
          </p:cNvSpPr>
          <p:nvPr/>
        </p:nvSpPr>
        <p:spPr>
          <a:xfrm>
            <a:off x="83031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6" name="F2_precision_recall_distributions_5980">
            <a:extLst>
              <a:ext uri="{FF2B5EF4-FFF2-40B4-BE49-F238E27FC236}">
                <a16:creationId xmlns:a16="http://schemas.microsoft.com/office/drawing/2014/main" id="{B22706D5-60C5-46C2-97C9-A9ACA528DDAD}"/>
              </a:ext>
            </a:extLst>
          </p:cNvPr>
          <p:cNvSpPr>
            <a:spLocks noGrp="1"/>
          </p:cNvSpPr>
          <p:nvPr/>
        </p:nvSpPr>
        <p:spPr>
          <a:xfrm>
            <a:off x="82423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7" name="F2_precision_recall_distributions_5981">
            <a:extLst>
              <a:ext uri="{FF2B5EF4-FFF2-40B4-BE49-F238E27FC236}">
                <a16:creationId xmlns:a16="http://schemas.microsoft.com/office/drawing/2014/main" id="{F4080CAD-7553-43C8-87C3-6BCBDA0637B3}"/>
              </a:ext>
            </a:extLst>
          </p:cNvPr>
          <p:cNvSpPr>
            <a:spLocks noGrp="1"/>
          </p:cNvSpPr>
          <p:nvPr/>
        </p:nvSpPr>
        <p:spPr>
          <a:xfrm>
            <a:off x="82958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8" name="F2_precision_recall_distributions_5982">
            <a:extLst>
              <a:ext uri="{FF2B5EF4-FFF2-40B4-BE49-F238E27FC236}">
                <a16:creationId xmlns:a16="http://schemas.microsoft.com/office/drawing/2014/main" id="{3B3EEF9D-2C98-4843-99EF-1BA2A99A320B}"/>
              </a:ext>
            </a:extLst>
          </p:cNvPr>
          <p:cNvSpPr>
            <a:spLocks noGrp="1"/>
          </p:cNvSpPr>
          <p:nvPr/>
        </p:nvSpPr>
        <p:spPr>
          <a:xfrm>
            <a:off x="841871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9" name="F2_precision_recall_distributions_5983">
            <a:extLst>
              <a:ext uri="{FF2B5EF4-FFF2-40B4-BE49-F238E27FC236}">
                <a16:creationId xmlns:a16="http://schemas.microsoft.com/office/drawing/2014/main" id="{00B4C4D2-F1CE-4775-8E8A-BBAE129464BF}"/>
              </a:ext>
            </a:extLst>
          </p:cNvPr>
          <p:cNvSpPr>
            <a:spLocks noGrp="1"/>
          </p:cNvSpPr>
          <p:nvPr/>
        </p:nvSpPr>
        <p:spPr>
          <a:xfrm>
            <a:off x="8499777" y="43572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0" name="F2_precision_recall_distributions_5984">
            <a:extLst>
              <a:ext uri="{FF2B5EF4-FFF2-40B4-BE49-F238E27FC236}">
                <a16:creationId xmlns:a16="http://schemas.microsoft.com/office/drawing/2014/main" id="{A6464B1F-842B-42D7-9718-E846FC28F613}"/>
              </a:ext>
            </a:extLst>
          </p:cNvPr>
          <p:cNvSpPr>
            <a:spLocks noGrp="1"/>
          </p:cNvSpPr>
          <p:nvPr/>
        </p:nvSpPr>
        <p:spPr>
          <a:xfrm>
            <a:off x="8445281" y="4371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1" name="F2_precision_recall_distributions_5985">
            <a:extLst>
              <a:ext uri="{FF2B5EF4-FFF2-40B4-BE49-F238E27FC236}">
                <a16:creationId xmlns:a16="http://schemas.microsoft.com/office/drawing/2014/main" id="{B45A75E2-914E-4CE6-AB98-1E8A7497C724}"/>
              </a:ext>
            </a:extLst>
          </p:cNvPr>
          <p:cNvSpPr>
            <a:spLocks noGrp="1"/>
          </p:cNvSpPr>
          <p:nvPr/>
        </p:nvSpPr>
        <p:spPr>
          <a:xfrm>
            <a:off x="813120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2" name="F2_precision_recall_distributions_5986">
            <a:extLst>
              <a:ext uri="{FF2B5EF4-FFF2-40B4-BE49-F238E27FC236}">
                <a16:creationId xmlns:a16="http://schemas.microsoft.com/office/drawing/2014/main" id="{7069E909-D726-4A47-BAB9-B8E11D1CCFDF}"/>
              </a:ext>
            </a:extLst>
          </p:cNvPr>
          <p:cNvSpPr>
            <a:spLocks noGrp="1"/>
          </p:cNvSpPr>
          <p:nvPr/>
        </p:nvSpPr>
        <p:spPr>
          <a:xfrm>
            <a:off x="81388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3" name="F2_precision_recall_distributions_5987">
            <a:extLst>
              <a:ext uri="{FF2B5EF4-FFF2-40B4-BE49-F238E27FC236}">
                <a16:creationId xmlns:a16="http://schemas.microsoft.com/office/drawing/2014/main" id="{88FE9969-3446-4F35-A70B-B0F165B17BB5}"/>
              </a:ext>
            </a:extLst>
          </p:cNvPr>
          <p:cNvSpPr>
            <a:spLocks noGrp="1"/>
          </p:cNvSpPr>
          <p:nvPr/>
        </p:nvSpPr>
        <p:spPr>
          <a:xfrm>
            <a:off x="836847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4" name="F2_precision_recall_distributions_5988">
            <a:extLst>
              <a:ext uri="{FF2B5EF4-FFF2-40B4-BE49-F238E27FC236}">
                <a16:creationId xmlns:a16="http://schemas.microsoft.com/office/drawing/2014/main" id="{4DBAF32F-5CDC-47B9-A390-958DE45CD46A}"/>
              </a:ext>
            </a:extLst>
          </p:cNvPr>
          <p:cNvSpPr>
            <a:spLocks noGrp="1"/>
          </p:cNvSpPr>
          <p:nvPr/>
        </p:nvSpPr>
        <p:spPr>
          <a:xfrm>
            <a:off x="82696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5" name="F2_precision_recall_distributions_5989">
            <a:extLst>
              <a:ext uri="{FF2B5EF4-FFF2-40B4-BE49-F238E27FC236}">
                <a16:creationId xmlns:a16="http://schemas.microsoft.com/office/drawing/2014/main" id="{168EF396-F040-4556-AECD-CD8E0F5A87FC}"/>
              </a:ext>
            </a:extLst>
          </p:cNvPr>
          <p:cNvSpPr>
            <a:spLocks noGrp="1"/>
          </p:cNvSpPr>
          <p:nvPr/>
        </p:nvSpPr>
        <p:spPr>
          <a:xfrm>
            <a:off x="84341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6" name="F2_precision_recall_distributions_5990">
            <a:extLst>
              <a:ext uri="{FF2B5EF4-FFF2-40B4-BE49-F238E27FC236}">
                <a16:creationId xmlns:a16="http://schemas.microsoft.com/office/drawing/2014/main" id="{AE01AB2C-1F71-4859-B5C2-794FE5DF4335}"/>
              </a:ext>
            </a:extLst>
          </p:cNvPr>
          <p:cNvSpPr>
            <a:spLocks noGrp="1"/>
          </p:cNvSpPr>
          <p:nvPr/>
        </p:nvSpPr>
        <p:spPr>
          <a:xfrm>
            <a:off x="824551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7" name="F2_precision_recall_distributions_5991">
            <a:extLst>
              <a:ext uri="{FF2B5EF4-FFF2-40B4-BE49-F238E27FC236}">
                <a16:creationId xmlns:a16="http://schemas.microsoft.com/office/drawing/2014/main" id="{9D330478-1B03-4B16-BBC4-93D5965673F7}"/>
              </a:ext>
            </a:extLst>
          </p:cNvPr>
          <p:cNvSpPr>
            <a:spLocks noGrp="1"/>
          </p:cNvSpPr>
          <p:nvPr/>
        </p:nvSpPr>
        <p:spPr>
          <a:xfrm>
            <a:off x="822308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8" name="F2_precision_recall_distributions_5992">
            <a:extLst>
              <a:ext uri="{FF2B5EF4-FFF2-40B4-BE49-F238E27FC236}">
                <a16:creationId xmlns:a16="http://schemas.microsoft.com/office/drawing/2014/main" id="{FBC9FFF3-52CD-4BCC-A47F-1DC776B5910A}"/>
              </a:ext>
            </a:extLst>
          </p:cNvPr>
          <p:cNvSpPr>
            <a:spLocks noGrp="1"/>
          </p:cNvSpPr>
          <p:nvPr/>
        </p:nvSpPr>
        <p:spPr>
          <a:xfrm>
            <a:off x="8422501" y="43360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9" name="F2_precision_recall_distributions_5993">
            <a:extLst>
              <a:ext uri="{FF2B5EF4-FFF2-40B4-BE49-F238E27FC236}">
                <a16:creationId xmlns:a16="http://schemas.microsoft.com/office/drawing/2014/main" id="{28353CD4-AECE-43C0-AD58-EB56624E443A}"/>
              </a:ext>
            </a:extLst>
          </p:cNvPr>
          <p:cNvSpPr>
            <a:spLocks noGrp="1"/>
          </p:cNvSpPr>
          <p:nvPr/>
        </p:nvSpPr>
        <p:spPr>
          <a:xfrm>
            <a:off x="829179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0" name="F2_precision_recall_distributions_5994">
            <a:extLst>
              <a:ext uri="{FF2B5EF4-FFF2-40B4-BE49-F238E27FC236}">
                <a16:creationId xmlns:a16="http://schemas.microsoft.com/office/drawing/2014/main" id="{DADB6CE6-FE2F-4260-B382-BC50D817033E}"/>
              </a:ext>
            </a:extLst>
          </p:cNvPr>
          <p:cNvSpPr>
            <a:spLocks noGrp="1"/>
          </p:cNvSpPr>
          <p:nvPr/>
        </p:nvSpPr>
        <p:spPr>
          <a:xfrm>
            <a:off x="829342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1" name="F2_precision_recall_distributions_5995">
            <a:extLst>
              <a:ext uri="{FF2B5EF4-FFF2-40B4-BE49-F238E27FC236}">
                <a16:creationId xmlns:a16="http://schemas.microsoft.com/office/drawing/2014/main" id="{C70B112A-13F1-4AFD-B92E-0F83B658F2D3}"/>
              </a:ext>
            </a:extLst>
          </p:cNvPr>
          <p:cNvSpPr>
            <a:spLocks noGrp="1"/>
          </p:cNvSpPr>
          <p:nvPr/>
        </p:nvSpPr>
        <p:spPr>
          <a:xfrm>
            <a:off x="8346444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2" name="F2_precision_recall_distributions_5996">
            <a:extLst>
              <a:ext uri="{FF2B5EF4-FFF2-40B4-BE49-F238E27FC236}">
                <a16:creationId xmlns:a16="http://schemas.microsoft.com/office/drawing/2014/main" id="{71B9779E-D5B7-412D-9542-ED52B94CE37B}"/>
              </a:ext>
            </a:extLst>
          </p:cNvPr>
          <p:cNvSpPr>
            <a:spLocks noGrp="1"/>
          </p:cNvSpPr>
          <p:nvPr/>
        </p:nvSpPr>
        <p:spPr>
          <a:xfrm>
            <a:off x="834724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3" name="F2_precision_recall_distributions_5997">
            <a:extLst>
              <a:ext uri="{FF2B5EF4-FFF2-40B4-BE49-F238E27FC236}">
                <a16:creationId xmlns:a16="http://schemas.microsoft.com/office/drawing/2014/main" id="{4317E842-CEFC-4D7C-84EC-167E98F4F7E0}"/>
              </a:ext>
            </a:extLst>
          </p:cNvPr>
          <p:cNvSpPr>
            <a:spLocks noGrp="1"/>
          </p:cNvSpPr>
          <p:nvPr/>
        </p:nvSpPr>
        <p:spPr>
          <a:xfrm>
            <a:off x="8406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4" name="F2_precision_recall_distributions_5998">
            <a:extLst>
              <a:ext uri="{FF2B5EF4-FFF2-40B4-BE49-F238E27FC236}">
                <a16:creationId xmlns:a16="http://schemas.microsoft.com/office/drawing/2014/main" id="{B214BB51-EF44-4154-A9E9-27E0ED24F64B}"/>
              </a:ext>
            </a:extLst>
          </p:cNvPr>
          <p:cNvSpPr>
            <a:spLocks noGrp="1"/>
          </p:cNvSpPr>
          <p:nvPr/>
        </p:nvSpPr>
        <p:spPr>
          <a:xfrm>
            <a:off x="83790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5" name="F2_precision_recall_distributions_5999">
            <a:extLst>
              <a:ext uri="{FF2B5EF4-FFF2-40B4-BE49-F238E27FC236}">
                <a16:creationId xmlns:a16="http://schemas.microsoft.com/office/drawing/2014/main" id="{FC2C1575-B43C-4E03-AC32-03EFED7DDD1C}"/>
              </a:ext>
            </a:extLst>
          </p:cNvPr>
          <p:cNvSpPr>
            <a:spLocks noGrp="1"/>
          </p:cNvSpPr>
          <p:nvPr/>
        </p:nvSpPr>
        <p:spPr>
          <a:xfrm>
            <a:off x="8455819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6" name="F2_precision_recall_distributions_6000">
            <a:extLst>
              <a:ext uri="{FF2B5EF4-FFF2-40B4-BE49-F238E27FC236}">
                <a16:creationId xmlns:a16="http://schemas.microsoft.com/office/drawing/2014/main" id="{56C5B83B-7556-4580-9E95-09094F18C982}"/>
              </a:ext>
            </a:extLst>
          </p:cNvPr>
          <p:cNvSpPr>
            <a:spLocks noGrp="1"/>
          </p:cNvSpPr>
          <p:nvPr/>
        </p:nvSpPr>
        <p:spPr>
          <a:xfrm>
            <a:off x="83102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7" name="F2_precision_recall_distributions_6001">
            <a:extLst>
              <a:ext uri="{FF2B5EF4-FFF2-40B4-BE49-F238E27FC236}">
                <a16:creationId xmlns:a16="http://schemas.microsoft.com/office/drawing/2014/main" id="{1E2BB74F-70F5-4A88-BBDD-1E3B95631629}"/>
              </a:ext>
            </a:extLst>
          </p:cNvPr>
          <p:cNvSpPr>
            <a:spLocks noGrp="1"/>
          </p:cNvSpPr>
          <p:nvPr/>
        </p:nvSpPr>
        <p:spPr>
          <a:xfrm>
            <a:off x="8380450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8" name="F2_precision_recall_distributions_6002">
            <a:extLst>
              <a:ext uri="{FF2B5EF4-FFF2-40B4-BE49-F238E27FC236}">
                <a16:creationId xmlns:a16="http://schemas.microsoft.com/office/drawing/2014/main" id="{94E8106E-FFB6-48D6-9D14-A789AC6F6A30}"/>
              </a:ext>
            </a:extLst>
          </p:cNvPr>
          <p:cNvSpPr>
            <a:spLocks noGrp="1"/>
          </p:cNvSpPr>
          <p:nvPr/>
        </p:nvSpPr>
        <p:spPr>
          <a:xfrm>
            <a:off x="820403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9" name="F2_precision_recall_distributions_6003">
            <a:extLst>
              <a:ext uri="{FF2B5EF4-FFF2-40B4-BE49-F238E27FC236}">
                <a16:creationId xmlns:a16="http://schemas.microsoft.com/office/drawing/2014/main" id="{03DE1BE1-5309-4F4D-87C8-96552086E6CA}"/>
              </a:ext>
            </a:extLst>
          </p:cNvPr>
          <p:cNvSpPr>
            <a:spLocks noGrp="1"/>
          </p:cNvSpPr>
          <p:nvPr/>
        </p:nvSpPr>
        <p:spPr>
          <a:xfrm>
            <a:off x="82901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0" name="F2_precision_recall_distributions_6004">
            <a:extLst>
              <a:ext uri="{FF2B5EF4-FFF2-40B4-BE49-F238E27FC236}">
                <a16:creationId xmlns:a16="http://schemas.microsoft.com/office/drawing/2014/main" id="{B84D8EAE-F359-4A7C-A8AD-3BC770FC4FE6}"/>
              </a:ext>
            </a:extLst>
          </p:cNvPr>
          <p:cNvSpPr>
            <a:spLocks noGrp="1"/>
          </p:cNvSpPr>
          <p:nvPr/>
        </p:nvSpPr>
        <p:spPr>
          <a:xfrm>
            <a:off x="8222429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1" name="F2_precision_recall_distributions_6005">
            <a:extLst>
              <a:ext uri="{FF2B5EF4-FFF2-40B4-BE49-F238E27FC236}">
                <a16:creationId xmlns:a16="http://schemas.microsoft.com/office/drawing/2014/main" id="{7538B30E-5E61-47F0-AF0E-AFA141C91670}"/>
              </a:ext>
            </a:extLst>
          </p:cNvPr>
          <p:cNvSpPr>
            <a:spLocks noGrp="1"/>
          </p:cNvSpPr>
          <p:nvPr/>
        </p:nvSpPr>
        <p:spPr>
          <a:xfrm>
            <a:off x="81905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2" name="F2_precision_recall_distributions_6006">
            <a:extLst>
              <a:ext uri="{FF2B5EF4-FFF2-40B4-BE49-F238E27FC236}">
                <a16:creationId xmlns:a16="http://schemas.microsoft.com/office/drawing/2014/main" id="{D3F46BCB-E4E3-4255-9745-74F99028683A}"/>
              </a:ext>
            </a:extLst>
          </p:cNvPr>
          <p:cNvSpPr>
            <a:spLocks noGrp="1"/>
          </p:cNvSpPr>
          <p:nvPr/>
        </p:nvSpPr>
        <p:spPr>
          <a:xfrm>
            <a:off x="819519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3" name="F2_precision_recall_distributions_6007">
            <a:extLst>
              <a:ext uri="{FF2B5EF4-FFF2-40B4-BE49-F238E27FC236}">
                <a16:creationId xmlns:a16="http://schemas.microsoft.com/office/drawing/2014/main" id="{EC7DFABD-877F-46DD-9ED5-EC432E8BD57C}"/>
              </a:ext>
            </a:extLst>
          </p:cNvPr>
          <p:cNvSpPr>
            <a:spLocks noGrp="1"/>
          </p:cNvSpPr>
          <p:nvPr/>
        </p:nvSpPr>
        <p:spPr>
          <a:xfrm>
            <a:off x="83061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4" name="F2_precision_recall_distributions_6008">
            <a:extLst>
              <a:ext uri="{FF2B5EF4-FFF2-40B4-BE49-F238E27FC236}">
                <a16:creationId xmlns:a16="http://schemas.microsoft.com/office/drawing/2014/main" id="{553696B0-4E6B-41BC-8446-3DA890910E16}"/>
              </a:ext>
            </a:extLst>
          </p:cNvPr>
          <p:cNvSpPr>
            <a:spLocks noGrp="1"/>
          </p:cNvSpPr>
          <p:nvPr/>
        </p:nvSpPr>
        <p:spPr>
          <a:xfrm>
            <a:off x="843011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5" name="F2_precision_recall_distributions_6009">
            <a:extLst>
              <a:ext uri="{FF2B5EF4-FFF2-40B4-BE49-F238E27FC236}">
                <a16:creationId xmlns:a16="http://schemas.microsoft.com/office/drawing/2014/main" id="{87DEAE65-3FE6-4271-ACE8-4E5A7EC4E2D3}"/>
              </a:ext>
            </a:extLst>
          </p:cNvPr>
          <p:cNvSpPr>
            <a:spLocks noGrp="1"/>
          </p:cNvSpPr>
          <p:nvPr/>
        </p:nvSpPr>
        <p:spPr>
          <a:xfrm>
            <a:off x="82595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6" name="F2_precision_recall_distributions_6010">
            <a:extLst>
              <a:ext uri="{FF2B5EF4-FFF2-40B4-BE49-F238E27FC236}">
                <a16:creationId xmlns:a16="http://schemas.microsoft.com/office/drawing/2014/main" id="{8069820F-48B5-487B-B672-9529850C3F18}"/>
              </a:ext>
            </a:extLst>
          </p:cNvPr>
          <p:cNvSpPr>
            <a:spLocks noGrp="1"/>
          </p:cNvSpPr>
          <p:nvPr/>
        </p:nvSpPr>
        <p:spPr>
          <a:xfrm>
            <a:off x="838410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7" name="F2_precision_recall_distributions_6011">
            <a:extLst>
              <a:ext uri="{FF2B5EF4-FFF2-40B4-BE49-F238E27FC236}">
                <a16:creationId xmlns:a16="http://schemas.microsoft.com/office/drawing/2014/main" id="{CEA271B0-C6BA-41AD-8495-25BFF4D0A948}"/>
              </a:ext>
            </a:extLst>
          </p:cNvPr>
          <p:cNvSpPr>
            <a:spLocks noGrp="1"/>
          </p:cNvSpPr>
          <p:nvPr/>
        </p:nvSpPr>
        <p:spPr>
          <a:xfrm>
            <a:off x="8241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8" name="F2_precision_recall_distributions_6012">
            <a:extLst>
              <a:ext uri="{FF2B5EF4-FFF2-40B4-BE49-F238E27FC236}">
                <a16:creationId xmlns:a16="http://schemas.microsoft.com/office/drawing/2014/main" id="{7A092B7C-2B5F-4234-8894-6B191F8D7394}"/>
              </a:ext>
            </a:extLst>
          </p:cNvPr>
          <p:cNvSpPr>
            <a:spLocks noGrp="1"/>
          </p:cNvSpPr>
          <p:nvPr/>
        </p:nvSpPr>
        <p:spPr>
          <a:xfrm>
            <a:off x="8417571" y="47603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9" name="F2_precision_recall_distributions_6013">
            <a:extLst>
              <a:ext uri="{FF2B5EF4-FFF2-40B4-BE49-F238E27FC236}">
                <a16:creationId xmlns:a16="http://schemas.microsoft.com/office/drawing/2014/main" id="{658DB896-FE65-4625-BB3E-56FB8872D818}"/>
              </a:ext>
            </a:extLst>
          </p:cNvPr>
          <p:cNvSpPr>
            <a:spLocks noGrp="1"/>
          </p:cNvSpPr>
          <p:nvPr/>
        </p:nvSpPr>
        <p:spPr>
          <a:xfrm>
            <a:off x="83022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0" name="F2_precision_recall_distributions_6014">
            <a:extLst>
              <a:ext uri="{FF2B5EF4-FFF2-40B4-BE49-F238E27FC236}">
                <a16:creationId xmlns:a16="http://schemas.microsoft.com/office/drawing/2014/main" id="{39ED2DD3-3649-4381-8DE4-08A1C4C3B923}"/>
              </a:ext>
            </a:extLst>
          </p:cNvPr>
          <p:cNvSpPr>
            <a:spLocks noGrp="1"/>
          </p:cNvSpPr>
          <p:nvPr/>
        </p:nvSpPr>
        <p:spPr>
          <a:xfrm>
            <a:off x="846674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1" name="F2_precision_recall_distributions_6015">
            <a:extLst>
              <a:ext uri="{FF2B5EF4-FFF2-40B4-BE49-F238E27FC236}">
                <a16:creationId xmlns:a16="http://schemas.microsoft.com/office/drawing/2014/main" id="{99779885-C587-4B6B-8B4D-DDFA233E6097}"/>
              </a:ext>
            </a:extLst>
          </p:cNvPr>
          <p:cNvSpPr>
            <a:spLocks noGrp="1"/>
          </p:cNvSpPr>
          <p:nvPr/>
        </p:nvSpPr>
        <p:spPr>
          <a:xfrm>
            <a:off x="82775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2" name="F2_precision_recall_distributions_6016">
            <a:extLst>
              <a:ext uri="{FF2B5EF4-FFF2-40B4-BE49-F238E27FC236}">
                <a16:creationId xmlns:a16="http://schemas.microsoft.com/office/drawing/2014/main" id="{4DCE2B3A-55C6-48BB-9474-92F4C02D5EC5}"/>
              </a:ext>
            </a:extLst>
          </p:cNvPr>
          <p:cNvSpPr>
            <a:spLocks noGrp="1"/>
          </p:cNvSpPr>
          <p:nvPr/>
        </p:nvSpPr>
        <p:spPr>
          <a:xfrm>
            <a:off x="82451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3" name="F2_precision_recall_distributions_6017">
            <a:extLst>
              <a:ext uri="{FF2B5EF4-FFF2-40B4-BE49-F238E27FC236}">
                <a16:creationId xmlns:a16="http://schemas.microsoft.com/office/drawing/2014/main" id="{0ECF6E01-3FBD-409F-AE94-012DE6BFDBB1}"/>
              </a:ext>
            </a:extLst>
          </p:cNvPr>
          <p:cNvSpPr>
            <a:spLocks noGrp="1"/>
          </p:cNvSpPr>
          <p:nvPr/>
        </p:nvSpPr>
        <p:spPr>
          <a:xfrm>
            <a:off x="82199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4" name="F2_precision_recall_distributions_6018">
            <a:extLst>
              <a:ext uri="{FF2B5EF4-FFF2-40B4-BE49-F238E27FC236}">
                <a16:creationId xmlns:a16="http://schemas.microsoft.com/office/drawing/2014/main" id="{A2F40860-4F9E-40D9-9D11-E56F131B395F}"/>
              </a:ext>
            </a:extLst>
          </p:cNvPr>
          <p:cNvSpPr>
            <a:spLocks noGrp="1"/>
          </p:cNvSpPr>
          <p:nvPr/>
        </p:nvSpPr>
        <p:spPr>
          <a:xfrm>
            <a:off x="8315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5" name="F2_precision_recall_distributions_6019">
            <a:extLst>
              <a:ext uri="{FF2B5EF4-FFF2-40B4-BE49-F238E27FC236}">
                <a16:creationId xmlns:a16="http://schemas.microsoft.com/office/drawing/2014/main" id="{BFA532DB-B1B6-4DF1-8268-40567687BFF0}"/>
              </a:ext>
            </a:extLst>
          </p:cNvPr>
          <p:cNvSpPr>
            <a:spLocks noGrp="1"/>
          </p:cNvSpPr>
          <p:nvPr/>
        </p:nvSpPr>
        <p:spPr>
          <a:xfrm>
            <a:off x="818912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6" name="F2_precision_recall_distributions_6020">
            <a:extLst>
              <a:ext uri="{FF2B5EF4-FFF2-40B4-BE49-F238E27FC236}">
                <a16:creationId xmlns:a16="http://schemas.microsoft.com/office/drawing/2014/main" id="{A11FCDAC-9FD6-4E60-A626-B8D7F391477C}"/>
              </a:ext>
            </a:extLst>
          </p:cNvPr>
          <p:cNvSpPr>
            <a:spLocks noGrp="1"/>
          </p:cNvSpPr>
          <p:nvPr/>
        </p:nvSpPr>
        <p:spPr>
          <a:xfrm>
            <a:off x="82440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7" name="F2_precision_recall_distributions_6021">
            <a:extLst>
              <a:ext uri="{FF2B5EF4-FFF2-40B4-BE49-F238E27FC236}">
                <a16:creationId xmlns:a16="http://schemas.microsoft.com/office/drawing/2014/main" id="{DED4A094-5C2A-484F-85EA-91A17BF88F6F}"/>
              </a:ext>
            </a:extLst>
          </p:cNvPr>
          <p:cNvSpPr>
            <a:spLocks noGrp="1"/>
          </p:cNvSpPr>
          <p:nvPr/>
        </p:nvSpPr>
        <p:spPr>
          <a:xfrm>
            <a:off x="82072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8" name="F2_precision_recall_distributions_6022">
            <a:extLst>
              <a:ext uri="{FF2B5EF4-FFF2-40B4-BE49-F238E27FC236}">
                <a16:creationId xmlns:a16="http://schemas.microsoft.com/office/drawing/2014/main" id="{DB4A25A4-8DB4-4C36-BC1D-BBE836736A51}"/>
              </a:ext>
            </a:extLst>
          </p:cNvPr>
          <p:cNvSpPr>
            <a:spLocks noGrp="1"/>
          </p:cNvSpPr>
          <p:nvPr/>
        </p:nvSpPr>
        <p:spPr>
          <a:xfrm>
            <a:off x="8374274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9" name="F2_precision_recall_distributions_6023">
            <a:extLst>
              <a:ext uri="{FF2B5EF4-FFF2-40B4-BE49-F238E27FC236}">
                <a16:creationId xmlns:a16="http://schemas.microsoft.com/office/drawing/2014/main" id="{C936095D-C87A-496E-B08D-DE6F80F2CD3E}"/>
              </a:ext>
            </a:extLst>
          </p:cNvPr>
          <p:cNvSpPr>
            <a:spLocks noGrp="1"/>
          </p:cNvSpPr>
          <p:nvPr/>
        </p:nvSpPr>
        <p:spPr>
          <a:xfrm>
            <a:off x="83522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0" name="F2_precision_recall_distributions_6024">
            <a:extLst>
              <a:ext uri="{FF2B5EF4-FFF2-40B4-BE49-F238E27FC236}">
                <a16:creationId xmlns:a16="http://schemas.microsoft.com/office/drawing/2014/main" id="{7A728E14-6038-43BB-ACC7-C02BD93E472B}"/>
              </a:ext>
            </a:extLst>
          </p:cNvPr>
          <p:cNvSpPr>
            <a:spLocks noGrp="1"/>
          </p:cNvSpPr>
          <p:nvPr/>
        </p:nvSpPr>
        <p:spPr>
          <a:xfrm>
            <a:off x="823104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1" name="F2_precision_recall_distributions_6025">
            <a:extLst>
              <a:ext uri="{FF2B5EF4-FFF2-40B4-BE49-F238E27FC236}">
                <a16:creationId xmlns:a16="http://schemas.microsoft.com/office/drawing/2014/main" id="{62910D3A-4A40-43DD-92B3-CB0E1A52C1E1}"/>
              </a:ext>
            </a:extLst>
          </p:cNvPr>
          <p:cNvSpPr>
            <a:spLocks noGrp="1"/>
          </p:cNvSpPr>
          <p:nvPr/>
        </p:nvSpPr>
        <p:spPr>
          <a:xfrm>
            <a:off x="819450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2" name="F2_precision_recall_distributions_6026">
            <a:extLst>
              <a:ext uri="{FF2B5EF4-FFF2-40B4-BE49-F238E27FC236}">
                <a16:creationId xmlns:a16="http://schemas.microsoft.com/office/drawing/2014/main" id="{9A702D48-4E4C-4720-BD27-D4B328F68C54}"/>
              </a:ext>
            </a:extLst>
          </p:cNvPr>
          <p:cNvSpPr>
            <a:spLocks noGrp="1"/>
          </p:cNvSpPr>
          <p:nvPr/>
        </p:nvSpPr>
        <p:spPr>
          <a:xfrm>
            <a:off x="8294344" y="4412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3" name="F2_precision_recall_distributions_6027">
            <a:extLst>
              <a:ext uri="{FF2B5EF4-FFF2-40B4-BE49-F238E27FC236}">
                <a16:creationId xmlns:a16="http://schemas.microsoft.com/office/drawing/2014/main" id="{CBAC4205-AEBA-4175-A052-37744742039E}"/>
              </a:ext>
            </a:extLst>
          </p:cNvPr>
          <p:cNvSpPr>
            <a:spLocks noGrp="1"/>
          </p:cNvSpPr>
          <p:nvPr/>
        </p:nvSpPr>
        <p:spPr>
          <a:xfrm>
            <a:off x="84088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4" name="F2_precision_recall_distributions_6028">
            <a:extLst>
              <a:ext uri="{FF2B5EF4-FFF2-40B4-BE49-F238E27FC236}">
                <a16:creationId xmlns:a16="http://schemas.microsoft.com/office/drawing/2014/main" id="{7C41968A-D98C-4496-B999-94EB83D7A988}"/>
              </a:ext>
            </a:extLst>
          </p:cNvPr>
          <p:cNvSpPr>
            <a:spLocks noGrp="1"/>
          </p:cNvSpPr>
          <p:nvPr/>
        </p:nvSpPr>
        <p:spPr>
          <a:xfrm>
            <a:off x="8412853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5" name="F2_precision_recall_distributions_6029">
            <a:extLst>
              <a:ext uri="{FF2B5EF4-FFF2-40B4-BE49-F238E27FC236}">
                <a16:creationId xmlns:a16="http://schemas.microsoft.com/office/drawing/2014/main" id="{A7A5025C-FA65-4A9F-AE5D-B74E2F562306}"/>
              </a:ext>
            </a:extLst>
          </p:cNvPr>
          <p:cNvSpPr>
            <a:spLocks noGrp="1"/>
          </p:cNvSpPr>
          <p:nvPr/>
        </p:nvSpPr>
        <p:spPr>
          <a:xfrm>
            <a:off x="84424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6" name="F2_precision_recall_distributions_6030">
            <a:extLst>
              <a:ext uri="{FF2B5EF4-FFF2-40B4-BE49-F238E27FC236}">
                <a16:creationId xmlns:a16="http://schemas.microsoft.com/office/drawing/2014/main" id="{98BDE03E-1B66-46F4-BC63-C0A3118FB882}"/>
              </a:ext>
            </a:extLst>
          </p:cNvPr>
          <p:cNvSpPr>
            <a:spLocks noGrp="1"/>
          </p:cNvSpPr>
          <p:nvPr/>
        </p:nvSpPr>
        <p:spPr>
          <a:xfrm>
            <a:off x="830424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7" name="F2_precision_recall_distributions_6031">
            <a:extLst>
              <a:ext uri="{FF2B5EF4-FFF2-40B4-BE49-F238E27FC236}">
                <a16:creationId xmlns:a16="http://schemas.microsoft.com/office/drawing/2014/main" id="{BF8404A0-8D2E-4E6C-B432-320B376C01E4}"/>
              </a:ext>
            </a:extLst>
          </p:cNvPr>
          <p:cNvSpPr>
            <a:spLocks noGrp="1"/>
          </p:cNvSpPr>
          <p:nvPr/>
        </p:nvSpPr>
        <p:spPr>
          <a:xfrm>
            <a:off x="8367139" y="50581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8" name="F2_precision_recall_distributions_6032">
            <a:extLst>
              <a:ext uri="{FF2B5EF4-FFF2-40B4-BE49-F238E27FC236}">
                <a16:creationId xmlns:a16="http://schemas.microsoft.com/office/drawing/2014/main" id="{F4ACFAB4-9343-454F-AC27-04D842A77D6E}"/>
              </a:ext>
            </a:extLst>
          </p:cNvPr>
          <p:cNvSpPr>
            <a:spLocks noGrp="1"/>
          </p:cNvSpPr>
          <p:nvPr/>
        </p:nvSpPr>
        <p:spPr>
          <a:xfrm>
            <a:off x="845488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9" name="F2_precision_recall_distributions_6033">
            <a:extLst>
              <a:ext uri="{FF2B5EF4-FFF2-40B4-BE49-F238E27FC236}">
                <a16:creationId xmlns:a16="http://schemas.microsoft.com/office/drawing/2014/main" id="{46C5E826-67B4-4F13-8F83-7F7ACA6161E7}"/>
              </a:ext>
            </a:extLst>
          </p:cNvPr>
          <p:cNvSpPr>
            <a:spLocks noGrp="1"/>
          </p:cNvSpPr>
          <p:nvPr/>
        </p:nvSpPr>
        <p:spPr>
          <a:xfrm>
            <a:off x="827782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0" name="F2_precision_recall_distributions_6034">
            <a:extLst>
              <a:ext uri="{FF2B5EF4-FFF2-40B4-BE49-F238E27FC236}">
                <a16:creationId xmlns:a16="http://schemas.microsoft.com/office/drawing/2014/main" id="{1AEAE0AE-7FBE-401E-8F3D-992F6713EFAC}"/>
              </a:ext>
            </a:extLst>
          </p:cNvPr>
          <p:cNvSpPr>
            <a:spLocks noGrp="1"/>
          </p:cNvSpPr>
          <p:nvPr/>
        </p:nvSpPr>
        <p:spPr>
          <a:xfrm>
            <a:off x="81370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1" name="F2_precision_recall_distributions_6035">
            <a:extLst>
              <a:ext uri="{FF2B5EF4-FFF2-40B4-BE49-F238E27FC236}">
                <a16:creationId xmlns:a16="http://schemas.microsoft.com/office/drawing/2014/main" id="{462506D3-60F4-41FD-994D-37286D74B228}"/>
              </a:ext>
            </a:extLst>
          </p:cNvPr>
          <p:cNvSpPr>
            <a:spLocks noGrp="1"/>
          </p:cNvSpPr>
          <p:nvPr/>
        </p:nvSpPr>
        <p:spPr>
          <a:xfrm>
            <a:off x="83364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2" name="F2_precision_recall_distributions_6036">
            <a:extLst>
              <a:ext uri="{FF2B5EF4-FFF2-40B4-BE49-F238E27FC236}">
                <a16:creationId xmlns:a16="http://schemas.microsoft.com/office/drawing/2014/main" id="{3C1FCA0B-459B-4F8C-8632-5BAD97A051CD}"/>
              </a:ext>
            </a:extLst>
          </p:cNvPr>
          <p:cNvSpPr>
            <a:spLocks noGrp="1"/>
          </p:cNvSpPr>
          <p:nvPr/>
        </p:nvSpPr>
        <p:spPr>
          <a:xfrm>
            <a:off x="81721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3" name="F2_precision_recall_distributions_6037">
            <a:extLst>
              <a:ext uri="{FF2B5EF4-FFF2-40B4-BE49-F238E27FC236}">
                <a16:creationId xmlns:a16="http://schemas.microsoft.com/office/drawing/2014/main" id="{BA9D08B8-3870-48AD-9BA2-85DB100BDD8D}"/>
              </a:ext>
            </a:extLst>
          </p:cNvPr>
          <p:cNvSpPr>
            <a:spLocks noGrp="1"/>
          </p:cNvSpPr>
          <p:nvPr/>
        </p:nvSpPr>
        <p:spPr>
          <a:xfrm>
            <a:off x="848328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4" name="F2_precision_recall_distributions_6038">
            <a:extLst>
              <a:ext uri="{FF2B5EF4-FFF2-40B4-BE49-F238E27FC236}">
                <a16:creationId xmlns:a16="http://schemas.microsoft.com/office/drawing/2014/main" id="{7279676B-12A8-405D-B9C2-34D0CDAB527A}"/>
              </a:ext>
            </a:extLst>
          </p:cNvPr>
          <p:cNvSpPr>
            <a:spLocks noGrp="1"/>
          </p:cNvSpPr>
          <p:nvPr/>
        </p:nvSpPr>
        <p:spPr>
          <a:xfrm>
            <a:off x="84310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5" name="F2_precision_recall_distributions_6039">
            <a:extLst>
              <a:ext uri="{FF2B5EF4-FFF2-40B4-BE49-F238E27FC236}">
                <a16:creationId xmlns:a16="http://schemas.microsoft.com/office/drawing/2014/main" id="{FAEF286A-5C27-4A90-BE47-C66A74309F16}"/>
              </a:ext>
            </a:extLst>
          </p:cNvPr>
          <p:cNvSpPr>
            <a:spLocks noGrp="1"/>
          </p:cNvSpPr>
          <p:nvPr/>
        </p:nvSpPr>
        <p:spPr>
          <a:xfrm>
            <a:off x="82939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6" name="F2_precision_recall_distributions_6040">
            <a:extLst>
              <a:ext uri="{FF2B5EF4-FFF2-40B4-BE49-F238E27FC236}">
                <a16:creationId xmlns:a16="http://schemas.microsoft.com/office/drawing/2014/main" id="{8406ADFE-D5CD-4E4C-AB7D-2597BD481C5F}"/>
              </a:ext>
            </a:extLst>
          </p:cNvPr>
          <p:cNvSpPr>
            <a:spLocks noGrp="1"/>
          </p:cNvSpPr>
          <p:nvPr/>
        </p:nvSpPr>
        <p:spPr>
          <a:xfrm>
            <a:off x="834083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7" name="F2_precision_recall_distributions_6041">
            <a:extLst>
              <a:ext uri="{FF2B5EF4-FFF2-40B4-BE49-F238E27FC236}">
                <a16:creationId xmlns:a16="http://schemas.microsoft.com/office/drawing/2014/main" id="{91936BB2-AC3F-459F-9253-C4C0D235E239}"/>
              </a:ext>
            </a:extLst>
          </p:cNvPr>
          <p:cNvSpPr>
            <a:spLocks noGrp="1"/>
          </p:cNvSpPr>
          <p:nvPr/>
        </p:nvSpPr>
        <p:spPr>
          <a:xfrm>
            <a:off x="831526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8" name="F2_precision_recall_distributions_6042">
            <a:extLst>
              <a:ext uri="{FF2B5EF4-FFF2-40B4-BE49-F238E27FC236}">
                <a16:creationId xmlns:a16="http://schemas.microsoft.com/office/drawing/2014/main" id="{FB8B0788-7F32-49E6-BA5B-2A3AFB513185}"/>
              </a:ext>
            </a:extLst>
          </p:cNvPr>
          <p:cNvSpPr>
            <a:spLocks noGrp="1"/>
          </p:cNvSpPr>
          <p:nvPr/>
        </p:nvSpPr>
        <p:spPr>
          <a:xfrm>
            <a:off x="83689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9" name="F2_precision_recall_distributions_6043">
            <a:extLst>
              <a:ext uri="{FF2B5EF4-FFF2-40B4-BE49-F238E27FC236}">
                <a16:creationId xmlns:a16="http://schemas.microsoft.com/office/drawing/2014/main" id="{8E06F712-3290-43B6-8D53-4ACE2C5D8334}"/>
              </a:ext>
            </a:extLst>
          </p:cNvPr>
          <p:cNvSpPr>
            <a:spLocks noGrp="1"/>
          </p:cNvSpPr>
          <p:nvPr/>
        </p:nvSpPr>
        <p:spPr>
          <a:xfrm>
            <a:off x="81599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0" name="F2_precision_recall_distributions_6044">
            <a:extLst>
              <a:ext uri="{FF2B5EF4-FFF2-40B4-BE49-F238E27FC236}">
                <a16:creationId xmlns:a16="http://schemas.microsoft.com/office/drawing/2014/main" id="{7716BE70-8BDF-411C-B84A-0413A3339F28}"/>
              </a:ext>
            </a:extLst>
          </p:cNvPr>
          <p:cNvSpPr>
            <a:spLocks noGrp="1"/>
          </p:cNvSpPr>
          <p:nvPr/>
        </p:nvSpPr>
        <p:spPr>
          <a:xfrm>
            <a:off x="8276519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1" name="F2_precision_recall_distributions_6045">
            <a:extLst>
              <a:ext uri="{FF2B5EF4-FFF2-40B4-BE49-F238E27FC236}">
                <a16:creationId xmlns:a16="http://schemas.microsoft.com/office/drawing/2014/main" id="{8EB58CF9-0B50-48E2-A855-F74AFC1EECCC}"/>
              </a:ext>
            </a:extLst>
          </p:cNvPr>
          <p:cNvSpPr>
            <a:spLocks noGrp="1"/>
          </p:cNvSpPr>
          <p:nvPr/>
        </p:nvSpPr>
        <p:spPr>
          <a:xfrm>
            <a:off x="82123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2" name="F2_precision_recall_distributions_6046">
            <a:extLst>
              <a:ext uri="{FF2B5EF4-FFF2-40B4-BE49-F238E27FC236}">
                <a16:creationId xmlns:a16="http://schemas.microsoft.com/office/drawing/2014/main" id="{FF7781BB-C74B-4F61-800F-204EAE4DEF97}"/>
              </a:ext>
            </a:extLst>
          </p:cNvPr>
          <p:cNvSpPr>
            <a:spLocks noGrp="1"/>
          </p:cNvSpPr>
          <p:nvPr/>
        </p:nvSpPr>
        <p:spPr>
          <a:xfrm>
            <a:off x="842301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3" name="F2_precision_recall_distributions_6047">
            <a:extLst>
              <a:ext uri="{FF2B5EF4-FFF2-40B4-BE49-F238E27FC236}">
                <a16:creationId xmlns:a16="http://schemas.microsoft.com/office/drawing/2014/main" id="{EF51A95C-2DAA-4DD4-B84E-DD9CA1EB0B84}"/>
              </a:ext>
            </a:extLst>
          </p:cNvPr>
          <p:cNvSpPr>
            <a:spLocks noGrp="1"/>
          </p:cNvSpPr>
          <p:nvPr/>
        </p:nvSpPr>
        <p:spPr>
          <a:xfrm>
            <a:off x="8307595" y="4739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4" name="F2_precision_recall_distributions_6048">
            <a:extLst>
              <a:ext uri="{FF2B5EF4-FFF2-40B4-BE49-F238E27FC236}">
                <a16:creationId xmlns:a16="http://schemas.microsoft.com/office/drawing/2014/main" id="{1545362B-4FD4-4A4D-9909-90546F050098}"/>
              </a:ext>
            </a:extLst>
          </p:cNvPr>
          <p:cNvSpPr>
            <a:spLocks noGrp="1"/>
          </p:cNvSpPr>
          <p:nvPr/>
        </p:nvSpPr>
        <p:spPr>
          <a:xfrm>
            <a:off x="8239067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5" name="F2_precision_recall_distributions_6049">
            <a:extLst>
              <a:ext uri="{FF2B5EF4-FFF2-40B4-BE49-F238E27FC236}">
                <a16:creationId xmlns:a16="http://schemas.microsoft.com/office/drawing/2014/main" id="{BC94E066-0F70-4079-B738-5F7C59099E77}"/>
              </a:ext>
            </a:extLst>
          </p:cNvPr>
          <p:cNvSpPr>
            <a:spLocks noGrp="1"/>
          </p:cNvSpPr>
          <p:nvPr/>
        </p:nvSpPr>
        <p:spPr>
          <a:xfrm>
            <a:off x="83946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6" name="F2_precision_recall_distributions_6050">
            <a:extLst>
              <a:ext uri="{FF2B5EF4-FFF2-40B4-BE49-F238E27FC236}">
                <a16:creationId xmlns:a16="http://schemas.microsoft.com/office/drawing/2014/main" id="{716E39FE-2A88-4070-AE6A-9F2067B647AC}"/>
              </a:ext>
            </a:extLst>
          </p:cNvPr>
          <p:cNvSpPr>
            <a:spLocks noGrp="1"/>
          </p:cNvSpPr>
          <p:nvPr/>
        </p:nvSpPr>
        <p:spPr>
          <a:xfrm>
            <a:off x="831881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7" name="F2_precision_recall_distributions_6051">
            <a:extLst>
              <a:ext uri="{FF2B5EF4-FFF2-40B4-BE49-F238E27FC236}">
                <a16:creationId xmlns:a16="http://schemas.microsoft.com/office/drawing/2014/main" id="{6E9F1737-F93B-4D42-A433-E08C212A6CDA}"/>
              </a:ext>
            </a:extLst>
          </p:cNvPr>
          <p:cNvSpPr>
            <a:spLocks noGrp="1"/>
          </p:cNvSpPr>
          <p:nvPr/>
        </p:nvSpPr>
        <p:spPr>
          <a:xfrm>
            <a:off x="82497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8" name="F2_precision_recall_distributions_6052">
            <a:extLst>
              <a:ext uri="{FF2B5EF4-FFF2-40B4-BE49-F238E27FC236}">
                <a16:creationId xmlns:a16="http://schemas.microsoft.com/office/drawing/2014/main" id="{5C638612-B943-4929-BED6-7029859B958D}"/>
              </a:ext>
            </a:extLst>
          </p:cNvPr>
          <p:cNvSpPr>
            <a:spLocks noGrp="1"/>
          </p:cNvSpPr>
          <p:nvPr/>
        </p:nvSpPr>
        <p:spPr>
          <a:xfrm>
            <a:off x="84793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9" name="F2_precision_recall_distributions_6053">
            <a:extLst>
              <a:ext uri="{FF2B5EF4-FFF2-40B4-BE49-F238E27FC236}">
                <a16:creationId xmlns:a16="http://schemas.microsoft.com/office/drawing/2014/main" id="{5DB83591-E5F2-4B3B-9833-EA9A97529B47}"/>
              </a:ext>
            </a:extLst>
          </p:cNvPr>
          <p:cNvSpPr>
            <a:spLocks noGrp="1"/>
          </p:cNvSpPr>
          <p:nvPr/>
        </p:nvSpPr>
        <p:spPr>
          <a:xfrm>
            <a:off x="842942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0" name="F2_precision_recall_distributions_6054">
            <a:extLst>
              <a:ext uri="{FF2B5EF4-FFF2-40B4-BE49-F238E27FC236}">
                <a16:creationId xmlns:a16="http://schemas.microsoft.com/office/drawing/2014/main" id="{34947B00-1138-4126-880E-EE4A512D975A}"/>
              </a:ext>
            </a:extLst>
          </p:cNvPr>
          <p:cNvSpPr>
            <a:spLocks noGrp="1"/>
          </p:cNvSpPr>
          <p:nvPr/>
        </p:nvSpPr>
        <p:spPr>
          <a:xfrm>
            <a:off x="82871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1" name="F2_precision_recall_distributions_6055">
            <a:extLst>
              <a:ext uri="{FF2B5EF4-FFF2-40B4-BE49-F238E27FC236}">
                <a16:creationId xmlns:a16="http://schemas.microsoft.com/office/drawing/2014/main" id="{11FD5452-9D5E-40B4-AE0F-39E4BF10126A}"/>
              </a:ext>
            </a:extLst>
          </p:cNvPr>
          <p:cNvSpPr>
            <a:spLocks noGrp="1"/>
          </p:cNvSpPr>
          <p:nvPr/>
        </p:nvSpPr>
        <p:spPr>
          <a:xfrm>
            <a:off x="8153681" y="4472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2" name="F2_precision_recall_distributions_6056">
            <a:extLst>
              <a:ext uri="{FF2B5EF4-FFF2-40B4-BE49-F238E27FC236}">
                <a16:creationId xmlns:a16="http://schemas.microsoft.com/office/drawing/2014/main" id="{2EF277F1-1D93-43A7-9FEF-43DEA180C552}"/>
              </a:ext>
            </a:extLst>
          </p:cNvPr>
          <p:cNvSpPr>
            <a:spLocks noGrp="1"/>
          </p:cNvSpPr>
          <p:nvPr/>
        </p:nvSpPr>
        <p:spPr>
          <a:xfrm>
            <a:off x="81914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3" name="F2_precision_recall_distributions_6057">
            <a:extLst>
              <a:ext uri="{FF2B5EF4-FFF2-40B4-BE49-F238E27FC236}">
                <a16:creationId xmlns:a16="http://schemas.microsoft.com/office/drawing/2014/main" id="{D7B093F8-85E5-4567-B47E-8561B8AA6798}"/>
              </a:ext>
            </a:extLst>
          </p:cNvPr>
          <p:cNvSpPr>
            <a:spLocks noGrp="1"/>
          </p:cNvSpPr>
          <p:nvPr/>
        </p:nvSpPr>
        <p:spPr>
          <a:xfrm>
            <a:off x="81890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4" name="F2_precision_recall_distributions_6058">
            <a:extLst>
              <a:ext uri="{FF2B5EF4-FFF2-40B4-BE49-F238E27FC236}">
                <a16:creationId xmlns:a16="http://schemas.microsoft.com/office/drawing/2014/main" id="{3230FE23-429D-495E-AD96-EAF22AE3458D}"/>
              </a:ext>
            </a:extLst>
          </p:cNvPr>
          <p:cNvSpPr>
            <a:spLocks noGrp="1"/>
          </p:cNvSpPr>
          <p:nvPr/>
        </p:nvSpPr>
        <p:spPr>
          <a:xfrm>
            <a:off x="8153566" y="48175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5" name="F2_precision_recall_distributions_6059">
            <a:extLst>
              <a:ext uri="{FF2B5EF4-FFF2-40B4-BE49-F238E27FC236}">
                <a16:creationId xmlns:a16="http://schemas.microsoft.com/office/drawing/2014/main" id="{A39CD86B-08FD-41FC-8A5E-1766DCFD1944}"/>
              </a:ext>
            </a:extLst>
          </p:cNvPr>
          <p:cNvSpPr>
            <a:spLocks noGrp="1"/>
          </p:cNvSpPr>
          <p:nvPr/>
        </p:nvSpPr>
        <p:spPr>
          <a:xfrm>
            <a:off x="821895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6" name="F2_precision_recall_distributions_6060">
            <a:extLst>
              <a:ext uri="{FF2B5EF4-FFF2-40B4-BE49-F238E27FC236}">
                <a16:creationId xmlns:a16="http://schemas.microsoft.com/office/drawing/2014/main" id="{4E4F8483-4755-4093-96DD-CF669B7C8301}"/>
              </a:ext>
            </a:extLst>
          </p:cNvPr>
          <p:cNvSpPr>
            <a:spLocks noGrp="1"/>
          </p:cNvSpPr>
          <p:nvPr/>
        </p:nvSpPr>
        <p:spPr>
          <a:xfrm>
            <a:off x="840408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7" name="F2_precision_recall_distributions_6061">
            <a:extLst>
              <a:ext uri="{FF2B5EF4-FFF2-40B4-BE49-F238E27FC236}">
                <a16:creationId xmlns:a16="http://schemas.microsoft.com/office/drawing/2014/main" id="{9AA734C4-B6F6-428A-AE52-CC387C897C3A}"/>
              </a:ext>
            </a:extLst>
          </p:cNvPr>
          <p:cNvSpPr>
            <a:spLocks noGrp="1"/>
          </p:cNvSpPr>
          <p:nvPr/>
        </p:nvSpPr>
        <p:spPr>
          <a:xfrm>
            <a:off x="816555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8" name="F2_precision_recall_distributions_6062">
            <a:extLst>
              <a:ext uri="{FF2B5EF4-FFF2-40B4-BE49-F238E27FC236}">
                <a16:creationId xmlns:a16="http://schemas.microsoft.com/office/drawing/2014/main" id="{535E593E-62DA-43FC-A5E9-AF6B6D309AA4}"/>
              </a:ext>
            </a:extLst>
          </p:cNvPr>
          <p:cNvSpPr>
            <a:spLocks noGrp="1"/>
          </p:cNvSpPr>
          <p:nvPr/>
        </p:nvSpPr>
        <p:spPr>
          <a:xfrm>
            <a:off x="8190300" y="42407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9" name="F2_precision_recall_distributions_6063">
            <a:extLst>
              <a:ext uri="{FF2B5EF4-FFF2-40B4-BE49-F238E27FC236}">
                <a16:creationId xmlns:a16="http://schemas.microsoft.com/office/drawing/2014/main" id="{E562FBD2-A0BC-45F3-BF0C-E9879C9020E0}"/>
              </a:ext>
            </a:extLst>
          </p:cNvPr>
          <p:cNvSpPr>
            <a:spLocks noGrp="1"/>
          </p:cNvSpPr>
          <p:nvPr/>
        </p:nvSpPr>
        <p:spPr>
          <a:xfrm>
            <a:off x="841232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0" name="F2_precision_recall_distributions_6064">
            <a:extLst>
              <a:ext uri="{FF2B5EF4-FFF2-40B4-BE49-F238E27FC236}">
                <a16:creationId xmlns:a16="http://schemas.microsoft.com/office/drawing/2014/main" id="{07B17DE0-7083-4590-85D9-DBEE69278BFB}"/>
              </a:ext>
            </a:extLst>
          </p:cNvPr>
          <p:cNvSpPr>
            <a:spLocks noGrp="1"/>
          </p:cNvSpPr>
          <p:nvPr/>
        </p:nvSpPr>
        <p:spPr>
          <a:xfrm>
            <a:off x="8249369" y="505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1" name="F2_precision_recall_distributions_6065">
            <a:extLst>
              <a:ext uri="{FF2B5EF4-FFF2-40B4-BE49-F238E27FC236}">
                <a16:creationId xmlns:a16="http://schemas.microsoft.com/office/drawing/2014/main" id="{64DE5C98-D9BA-4E36-9E7C-E35452B3AFC5}"/>
              </a:ext>
            </a:extLst>
          </p:cNvPr>
          <p:cNvSpPr>
            <a:spLocks noGrp="1"/>
          </p:cNvSpPr>
          <p:nvPr/>
        </p:nvSpPr>
        <p:spPr>
          <a:xfrm>
            <a:off x="83494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2" name="F2_precision_recall_distributions_6066">
            <a:extLst>
              <a:ext uri="{FF2B5EF4-FFF2-40B4-BE49-F238E27FC236}">
                <a16:creationId xmlns:a16="http://schemas.microsoft.com/office/drawing/2014/main" id="{F78FE55D-20E2-48C8-8A42-16143B8DC36A}"/>
              </a:ext>
            </a:extLst>
          </p:cNvPr>
          <p:cNvSpPr>
            <a:spLocks noGrp="1"/>
          </p:cNvSpPr>
          <p:nvPr/>
        </p:nvSpPr>
        <p:spPr>
          <a:xfrm>
            <a:off x="828087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3" name="F2_precision_recall_distributions_6067">
            <a:extLst>
              <a:ext uri="{FF2B5EF4-FFF2-40B4-BE49-F238E27FC236}">
                <a16:creationId xmlns:a16="http://schemas.microsoft.com/office/drawing/2014/main" id="{5FD6DA3E-00B5-4FD2-B1E7-7AB6E519FB7C}"/>
              </a:ext>
            </a:extLst>
          </p:cNvPr>
          <p:cNvSpPr>
            <a:spLocks noGrp="1"/>
          </p:cNvSpPr>
          <p:nvPr/>
        </p:nvSpPr>
        <p:spPr>
          <a:xfrm>
            <a:off x="83079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4" name="F2_precision_recall_distributions_6068">
            <a:extLst>
              <a:ext uri="{FF2B5EF4-FFF2-40B4-BE49-F238E27FC236}">
                <a16:creationId xmlns:a16="http://schemas.microsoft.com/office/drawing/2014/main" id="{6F4B5B95-3479-41C0-A5B7-A3520523405F}"/>
              </a:ext>
            </a:extLst>
          </p:cNvPr>
          <p:cNvSpPr>
            <a:spLocks noGrp="1"/>
          </p:cNvSpPr>
          <p:nvPr/>
        </p:nvSpPr>
        <p:spPr>
          <a:xfrm>
            <a:off x="8145558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5" name="F2_precision_recall_distributions_6069">
            <a:extLst>
              <a:ext uri="{FF2B5EF4-FFF2-40B4-BE49-F238E27FC236}">
                <a16:creationId xmlns:a16="http://schemas.microsoft.com/office/drawing/2014/main" id="{89DD9DAC-EB15-4094-9B61-786CDD0EB5E5}"/>
              </a:ext>
            </a:extLst>
          </p:cNvPr>
          <p:cNvSpPr>
            <a:spLocks noGrp="1"/>
          </p:cNvSpPr>
          <p:nvPr/>
        </p:nvSpPr>
        <p:spPr>
          <a:xfrm>
            <a:off x="83690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6" name="F2_precision_recall_distributions_6070">
            <a:extLst>
              <a:ext uri="{FF2B5EF4-FFF2-40B4-BE49-F238E27FC236}">
                <a16:creationId xmlns:a16="http://schemas.microsoft.com/office/drawing/2014/main" id="{4AB4BF80-47B4-4A7E-9C79-FE67DF5278D3}"/>
              </a:ext>
            </a:extLst>
          </p:cNvPr>
          <p:cNvSpPr>
            <a:spLocks noGrp="1"/>
          </p:cNvSpPr>
          <p:nvPr/>
        </p:nvSpPr>
        <p:spPr>
          <a:xfrm>
            <a:off x="817079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7" name="F2_precision_recall_distributions_6071">
            <a:extLst>
              <a:ext uri="{FF2B5EF4-FFF2-40B4-BE49-F238E27FC236}">
                <a16:creationId xmlns:a16="http://schemas.microsoft.com/office/drawing/2014/main" id="{AC9A2F5B-0357-4221-B7C6-D1069CBE0E30}"/>
              </a:ext>
            </a:extLst>
          </p:cNvPr>
          <p:cNvSpPr>
            <a:spLocks noGrp="1"/>
          </p:cNvSpPr>
          <p:nvPr/>
        </p:nvSpPr>
        <p:spPr>
          <a:xfrm>
            <a:off x="83891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8" name="F2_precision_recall_distributions_6072">
            <a:extLst>
              <a:ext uri="{FF2B5EF4-FFF2-40B4-BE49-F238E27FC236}">
                <a16:creationId xmlns:a16="http://schemas.microsoft.com/office/drawing/2014/main" id="{2407FFA3-1521-4287-8142-5E368AA4A821}"/>
              </a:ext>
            </a:extLst>
          </p:cNvPr>
          <p:cNvSpPr>
            <a:spLocks noGrp="1"/>
          </p:cNvSpPr>
          <p:nvPr/>
        </p:nvSpPr>
        <p:spPr>
          <a:xfrm>
            <a:off x="8200329" y="45866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9" name="F2_precision_recall_distributions_6073">
            <a:extLst>
              <a:ext uri="{FF2B5EF4-FFF2-40B4-BE49-F238E27FC236}">
                <a16:creationId xmlns:a16="http://schemas.microsoft.com/office/drawing/2014/main" id="{326749AE-47CD-4DE5-8112-E0C519B07986}"/>
              </a:ext>
            </a:extLst>
          </p:cNvPr>
          <p:cNvSpPr>
            <a:spLocks noGrp="1"/>
          </p:cNvSpPr>
          <p:nvPr/>
        </p:nvSpPr>
        <p:spPr>
          <a:xfrm>
            <a:off x="819226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0" name="F2_precision_recall_distributions_6074">
            <a:extLst>
              <a:ext uri="{FF2B5EF4-FFF2-40B4-BE49-F238E27FC236}">
                <a16:creationId xmlns:a16="http://schemas.microsoft.com/office/drawing/2014/main" id="{AB1ABD7B-BC32-4D95-99E1-4059970CE13B}"/>
              </a:ext>
            </a:extLst>
          </p:cNvPr>
          <p:cNvSpPr>
            <a:spLocks noGrp="1"/>
          </p:cNvSpPr>
          <p:nvPr/>
        </p:nvSpPr>
        <p:spPr>
          <a:xfrm>
            <a:off x="82799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1" name="F2_precision_recall_distributions_6075">
            <a:extLst>
              <a:ext uri="{FF2B5EF4-FFF2-40B4-BE49-F238E27FC236}">
                <a16:creationId xmlns:a16="http://schemas.microsoft.com/office/drawing/2014/main" id="{D086F89D-3F98-4F39-813A-336583EE6F2B}"/>
              </a:ext>
            </a:extLst>
          </p:cNvPr>
          <p:cNvSpPr>
            <a:spLocks noGrp="1"/>
          </p:cNvSpPr>
          <p:nvPr/>
        </p:nvSpPr>
        <p:spPr>
          <a:xfrm>
            <a:off x="83326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2" name="F2_precision_recall_distributions_6076">
            <a:extLst>
              <a:ext uri="{FF2B5EF4-FFF2-40B4-BE49-F238E27FC236}">
                <a16:creationId xmlns:a16="http://schemas.microsoft.com/office/drawing/2014/main" id="{C951A780-56F6-4BBD-8FC3-3A9EB6220860}"/>
              </a:ext>
            </a:extLst>
          </p:cNvPr>
          <p:cNvSpPr>
            <a:spLocks noGrp="1"/>
          </p:cNvSpPr>
          <p:nvPr/>
        </p:nvSpPr>
        <p:spPr>
          <a:xfrm>
            <a:off x="845809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3" name="F2_precision_recall_distributions_6077">
            <a:extLst>
              <a:ext uri="{FF2B5EF4-FFF2-40B4-BE49-F238E27FC236}">
                <a16:creationId xmlns:a16="http://schemas.microsoft.com/office/drawing/2014/main" id="{2D44F3F6-7F3B-4E39-BDA3-97EC6DF74215}"/>
              </a:ext>
            </a:extLst>
          </p:cNvPr>
          <p:cNvSpPr>
            <a:spLocks noGrp="1"/>
          </p:cNvSpPr>
          <p:nvPr/>
        </p:nvSpPr>
        <p:spPr>
          <a:xfrm>
            <a:off x="8225921" y="43604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4" name="F2_precision_recall_distributions_6078">
            <a:extLst>
              <a:ext uri="{FF2B5EF4-FFF2-40B4-BE49-F238E27FC236}">
                <a16:creationId xmlns:a16="http://schemas.microsoft.com/office/drawing/2014/main" id="{12F73A74-1F4E-4ACE-B781-E7CDBF70E20D}"/>
              </a:ext>
            </a:extLst>
          </p:cNvPr>
          <p:cNvSpPr>
            <a:spLocks noGrp="1"/>
          </p:cNvSpPr>
          <p:nvPr/>
        </p:nvSpPr>
        <p:spPr>
          <a:xfrm>
            <a:off x="830632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5" name="F2_precision_recall_distributions_6079">
            <a:extLst>
              <a:ext uri="{FF2B5EF4-FFF2-40B4-BE49-F238E27FC236}">
                <a16:creationId xmlns:a16="http://schemas.microsoft.com/office/drawing/2014/main" id="{EB1AA409-8458-4963-B874-FA0365D5F06F}"/>
              </a:ext>
            </a:extLst>
          </p:cNvPr>
          <p:cNvSpPr>
            <a:spLocks noGrp="1"/>
          </p:cNvSpPr>
          <p:nvPr/>
        </p:nvSpPr>
        <p:spPr>
          <a:xfrm>
            <a:off x="8201860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6" name="F2_precision_recall_distributions_6080">
            <a:extLst>
              <a:ext uri="{FF2B5EF4-FFF2-40B4-BE49-F238E27FC236}">
                <a16:creationId xmlns:a16="http://schemas.microsoft.com/office/drawing/2014/main" id="{200DD04A-1309-4492-A019-F7144B0F61EF}"/>
              </a:ext>
            </a:extLst>
          </p:cNvPr>
          <p:cNvSpPr>
            <a:spLocks noGrp="1"/>
          </p:cNvSpPr>
          <p:nvPr/>
        </p:nvSpPr>
        <p:spPr>
          <a:xfrm>
            <a:off x="8300485" y="4781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7" name="F2_precision_recall_distributions_6081">
            <a:extLst>
              <a:ext uri="{FF2B5EF4-FFF2-40B4-BE49-F238E27FC236}">
                <a16:creationId xmlns:a16="http://schemas.microsoft.com/office/drawing/2014/main" id="{45823CF5-97C2-4541-9909-FA050A041B49}"/>
              </a:ext>
            </a:extLst>
          </p:cNvPr>
          <p:cNvSpPr>
            <a:spLocks noGrp="1"/>
          </p:cNvSpPr>
          <p:nvPr/>
        </p:nvSpPr>
        <p:spPr>
          <a:xfrm>
            <a:off x="82143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8" name="F2_precision_recall_distributions_6082">
            <a:extLst>
              <a:ext uri="{FF2B5EF4-FFF2-40B4-BE49-F238E27FC236}">
                <a16:creationId xmlns:a16="http://schemas.microsoft.com/office/drawing/2014/main" id="{39180743-0155-41C7-BAD0-E4819FDA08A9}"/>
              </a:ext>
            </a:extLst>
          </p:cNvPr>
          <p:cNvSpPr>
            <a:spLocks noGrp="1"/>
          </p:cNvSpPr>
          <p:nvPr/>
        </p:nvSpPr>
        <p:spPr>
          <a:xfrm>
            <a:off x="84424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9" name="F2_precision_recall_distributions_6083">
            <a:extLst>
              <a:ext uri="{FF2B5EF4-FFF2-40B4-BE49-F238E27FC236}">
                <a16:creationId xmlns:a16="http://schemas.microsoft.com/office/drawing/2014/main" id="{2253A491-DDAE-436B-96C9-609543BF96FA}"/>
              </a:ext>
            </a:extLst>
          </p:cNvPr>
          <p:cNvSpPr>
            <a:spLocks noGrp="1"/>
          </p:cNvSpPr>
          <p:nvPr/>
        </p:nvSpPr>
        <p:spPr>
          <a:xfrm>
            <a:off x="81567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0" name="F2_precision_recall_distributions_6084">
            <a:extLst>
              <a:ext uri="{FF2B5EF4-FFF2-40B4-BE49-F238E27FC236}">
                <a16:creationId xmlns:a16="http://schemas.microsoft.com/office/drawing/2014/main" id="{C81981C5-5B4C-43A2-A2D8-3ADF65696C18}"/>
              </a:ext>
            </a:extLst>
          </p:cNvPr>
          <p:cNvSpPr>
            <a:spLocks noGrp="1"/>
          </p:cNvSpPr>
          <p:nvPr/>
        </p:nvSpPr>
        <p:spPr>
          <a:xfrm>
            <a:off x="822463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1" name="F2_precision_recall_distributions_6085">
            <a:extLst>
              <a:ext uri="{FF2B5EF4-FFF2-40B4-BE49-F238E27FC236}">
                <a16:creationId xmlns:a16="http://schemas.microsoft.com/office/drawing/2014/main" id="{4290CFC5-ED04-4B97-86F8-2EEE35A587FA}"/>
              </a:ext>
            </a:extLst>
          </p:cNvPr>
          <p:cNvSpPr>
            <a:spLocks noGrp="1"/>
          </p:cNvSpPr>
          <p:nvPr/>
        </p:nvSpPr>
        <p:spPr>
          <a:xfrm>
            <a:off x="85016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2" name="F2_precision_recall_distributions_6086">
            <a:extLst>
              <a:ext uri="{FF2B5EF4-FFF2-40B4-BE49-F238E27FC236}">
                <a16:creationId xmlns:a16="http://schemas.microsoft.com/office/drawing/2014/main" id="{DA9765E4-790F-4496-ADD3-D7785D9458A8}"/>
              </a:ext>
            </a:extLst>
          </p:cNvPr>
          <p:cNvSpPr>
            <a:spLocks noGrp="1"/>
          </p:cNvSpPr>
          <p:nvPr/>
        </p:nvSpPr>
        <p:spPr>
          <a:xfrm>
            <a:off x="842716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3" name="F2_precision_recall_distributions_6087">
            <a:extLst>
              <a:ext uri="{FF2B5EF4-FFF2-40B4-BE49-F238E27FC236}">
                <a16:creationId xmlns:a16="http://schemas.microsoft.com/office/drawing/2014/main" id="{0C3723BB-99FB-4388-90C3-61DC2D50A64E}"/>
              </a:ext>
            </a:extLst>
          </p:cNvPr>
          <p:cNvSpPr>
            <a:spLocks noGrp="1"/>
          </p:cNvSpPr>
          <p:nvPr/>
        </p:nvSpPr>
        <p:spPr>
          <a:xfrm>
            <a:off x="82307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4" name="F2_precision_recall_distributions_6088">
            <a:extLst>
              <a:ext uri="{FF2B5EF4-FFF2-40B4-BE49-F238E27FC236}">
                <a16:creationId xmlns:a16="http://schemas.microsoft.com/office/drawing/2014/main" id="{0AFC3CDD-414B-4B2D-941B-B809B32604C9}"/>
              </a:ext>
            </a:extLst>
          </p:cNvPr>
          <p:cNvSpPr>
            <a:spLocks noGrp="1"/>
          </p:cNvSpPr>
          <p:nvPr/>
        </p:nvSpPr>
        <p:spPr>
          <a:xfrm>
            <a:off x="83298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5" name="F2_precision_recall_distributions_6089">
            <a:extLst>
              <a:ext uri="{FF2B5EF4-FFF2-40B4-BE49-F238E27FC236}">
                <a16:creationId xmlns:a16="http://schemas.microsoft.com/office/drawing/2014/main" id="{C1ABCF7B-83F4-4B97-9A44-6B0E787C649E}"/>
              </a:ext>
            </a:extLst>
          </p:cNvPr>
          <p:cNvSpPr>
            <a:spLocks noGrp="1"/>
          </p:cNvSpPr>
          <p:nvPr/>
        </p:nvSpPr>
        <p:spPr>
          <a:xfrm>
            <a:off x="8456418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6" name="F2_precision_recall_distributions_6090">
            <a:extLst>
              <a:ext uri="{FF2B5EF4-FFF2-40B4-BE49-F238E27FC236}">
                <a16:creationId xmlns:a16="http://schemas.microsoft.com/office/drawing/2014/main" id="{F4C215A5-63E9-452D-B6DE-6F7523E91173}"/>
              </a:ext>
            </a:extLst>
          </p:cNvPr>
          <p:cNvSpPr>
            <a:spLocks noGrp="1"/>
          </p:cNvSpPr>
          <p:nvPr/>
        </p:nvSpPr>
        <p:spPr>
          <a:xfrm>
            <a:off x="8355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7" name="F2_precision_recall_distributions_6091">
            <a:extLst>
              <a:ext uri="{FF2B5EF4-FFF2-40B4-BE49-F238E27FC236}">
                <a16:creationId xmlns:a16="http://schemas.microsoft.com/office/drawing/2014/main" id="{FA74A542-4C1B-4EA5-9760-AFDBF4176D98}"/>
              </a:ext>
            </a:extLst>
          </p:cNvPr>
          <p:cNvSpPr>
            <a:spLocks noGrp="1"/>
          </p:cNvSpPr>
          <p:nvPr/>
        </p:nvSpPr>
        <p:spPr>
          <a:xfrm>
            <a:off x="82813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8" name="F2_precision_recall_distributions_6092">
            <a:extLst>
              <a:ext uri="{FF2B5EF4-FFF2-40B4-BE49-F238E27FC236}">
                <a16:creationId xmlns:a16="http://schemas.microsoft.com/office/drawing/2014/main" id="{7F3C5AC6-E0F1-4964-9266-EE47492431D3}"/>
              </a:ext>
            </a:extLst>
          </p:cNvPr>
          <p:cNvSpPr>
            <a:spLocks noGrp="1"/>
          </p:cNvSpPr>
          <p:nvPr/>
        </p:nvSpPr>
        <p:spPr>
          <a:xfrm>
            <a:off x="835930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9" name="F2_precision_recall_distributions_6093">
            <a:extLst>
              <a:ext uri="{FF2B5EF4-FFF2-40B4-BE49-F238E27FC236}">
                <a16:creationId xmlns:a16="http://schemas.microsoft.com/office/drawing/2014/main" id="{66A73C38-E540-4C9C-8999-EE34606A7588}"/>
              </a:ext>
            </a:extLst>
          </p:cNvPr>
          <p:cNvSpPr>
            <a:spLocks noGrp="1"/>
          </p:cNvSpPr>
          <p:nvPr/>
        </p:nvSpPr>
        <p:spPr>
          <a:xfrm>
            <a:off x="81887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0" name="F2_precision_recall_distributions_6094">
            <a:extLst>
              <a:ext uri="{FF2B5EF4-FFF2-40B4-BE49-F238E27FC236}">
                <a16:creationId xmlns:a16="http://schemas.microsoft.com/office/drawing/2014/main" id="{C6AFADD2-447A-4F5B-8645-4CDA65F64BC4}"/>
              </a:ext>
            </a:extLst>
          </p:cNvPr>
          <p:cNvSpPr>
            <a:spLocks noGrp="1"/>
          </p:cNvSpPr>
          <p:nvPr/>
        </p:nvSpPr>
        <p:spPr>
          <a:xfrm>
            <a:off x="8343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1" name="F2_precision_recall_distributions_6095">
            <a:extLst>
              <a:ext uri="{FF2B5EF4-FFF2-40B4-BE49-F238E27FC236}">
                <a16:creationId xmlns:a16="http://schemas.microsoft.com/office/drawing/2014/main" id="{42EB2951-5961-4A15-B59A-A186786D2D1C}"/>
              </a:ext>
            </a:extLst>
          </p:cNvPr>
          <p:cNvSpPr>
            <a:spLocks noGrp="1"/>
          </p:cNvSpPr>
          <p:nvPr/>
        </p:nvSpPr>
        <p:spPr>
          <a:xfrm>
            <a:off x="840609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2" name="F2_precision_recall_distributions_6096">
            <a:extLst>
              <a:ext uri="{FF2B5EF4-FFF2-40B4-BE49-F238E27FC236}">
                <a16:creationId xmlns:a16="http://schemas.microsoft.com/office/drawing/2014/main" id="{F34DCB1E-FB3A-4E4A-AB5D-48F09FE7ADBC}"/>
              </a:ext>
            </a:extLst>
          </p:cNvPr>
          <p:cNvSpPr>
            <a:spLocks noGrp="1"/>
          </p:cNvSpPr>
          <p:nvPr/>
        </p:nvSpPr>
        <p:spPr>
          <a:xfrm>
            <a:off x="814848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3" name="F2_precision_recall_distributions_6097">
            <a:extLst>
              <a:ext uri="{FF2B5EF4-FFF2-40B4-BE49-F238E27FC236}">
                <a16:creationId xmlns:a16="http://schemas.microsoft.com/office/drawing/2014/main" id="{EF88A447-564B-463E-B05B-31C4B9D5138B}"/>
              </a:ext>
            </a:extLst>
          </p:cNvPr>
          <p:cNvSpPr>
            <a:spLocks noGrp="1"/>
          </p:cNvSpPr>
          <p:nvPr/>
        </p:nvSpPr>
        <p:spPr>
          <a:xfrm>
            <a:off x="8351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4" name="F2_precision_recall_distributions_6098">
            <a:extLst>
              <a:ext uri="{FF2B5EF4-FFF2-40B4-BE49-F238E27FC236}">
                <a16:creationId xmlns:a16="http://schemas.microsoft.com/office/drawing/2014/main" id="{C23CE2C4-BA3A-4303-91F7-DF7A3B8AD280}"/>
              </a:ext>
            </a:extLst>
          </p:cNvPr>
          <p:cNvSpPr>
            <a:spLocks noGrp="1"/>
          </p:cNvSpPr>
          <p:nvPr/>
        </p:nvSpPr>
        <p:spPr>
          <a:xfrm>
            <a:off x="84805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5" name="F2_precision_recall_distributions_6099">
            <a:extLst>
              <a:ext uri="{FF2B5EF4-FFF2-40B4-BE49-F238E27FC236}">
                <a16:creationId xmlns:a16="http://schemas.microsoft.com/office/drawing/2014/main" id="{4D03DBCD-2B54-4F57-A39D-D41CC76EC76F}"/>
              </a:ext>
            </a:extLst>
          </p:cNvPr>
          <p:cNvSpPr>
            <a:spLocks noGrp="1"/>
          </p:cNvSpPr>
          <p:nvPr/>
        </p:nvSpPr>
        <p:spPr>
          <a:xfrm>
            <a:off x="82561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6" name="F2_precision_recall_distributions_6100">
            <a:extLst>
              <a:ext uri="{FF2B5EF4-FFF2-40B4-BE49-F238E27FC236}">
                <a16:creationId xmlns:a16="http://schemas.microsoft.com/office/drawing/2014/main" id="{B6C5C7C3-849D-4E58-8510-266CFE0673B5}"/>
              </a:ext>
            </a:extLst>
          </p:cNvPr>
          <p:cNvSpPr>
            <a:spLocks noGrp="1"/>
          </p:cNvSpPr>
          <p:nvPr/>
        </p:nvSpPr>
        <p:spPr>
          <a:xfrm>
            <a:off x="82247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7" name="F2_precision_recall_distributions_6101">
            <a:extLst>
              <a:ext uri="{FF2B5EF4-FFF2-40B4-BE49-F238E27FC236}">
                <a16:creationId xmlns:a16="http://schemas.microsoft.com/office/drawing/2014/main" id="{CE2810F2-09F5-455B-A851-1885250224DF}"/>
              </a:ext>
            </a:extLst>
          </p:cNvPr>
          <p:cNvSpPr>
            <a:spLocks noGrp="1"/>
          </p:cNvSpPr>
          <p:nvPr/>
        </p:nvSpPr>
        <p:spPr>
          <a:xfrm>
            <a:off x="818948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8" name="F2_precision_recall_distributions_6102">
            <a:extLst>
              <a:ext uri="{FF2B5EF4-FFF2-40B4-BE49-F238E27FC236}">
                <a16:creationId xmlns:a16="http://schemas.microsoft.com/office/drawing/2014/main" id="{A159CDBA-207E-42C1-B442-DDE4E68C59D4}"/>
              </a:ext>
            </a:extLst>
          </p:cNvPr>
          <p:cNvSpPr>
            <a:spLocks noGrp="1"/>
          </p:cNvSpPr>
          <p:nvPr/>
        </p:nvSpPr>
        <p:spPr>
          <a:xfrm>
            <a:off x="833997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9" name="F2_precision_recall_distributions_6103">
            <a:extLst>
              <a:ext uri="{FF2B5EF4-FFF2-40B4-BE49-F238E27FC236}">
                <a16:creationId xmlns:a16="http://schemas.microsoft.com/office/drawing/2014/main" id="{DC191B9E-9274-4B3E-9C54-AAAF2BEAD0CE}"/>
              </a:ext>
            </a:extLst>
          </p:cNvPr>
          <p:cNvSpPr>
            <a:spLocks noGrp="1"/>
          </p:cNvSpPr>
          <p:nvPr/>
        </p:nvSpPr>
        <p:spPr>
          <a:xfrm>
            <a:off x="83228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0" name="F2_precision_recall_distributions_6104">
            <a:extLst>
              <a:ext uri="{FF2B5EF4-FFF2-40B4-BE49-F238E27FC236}">
                <a16:creationId xmlns:a16="http://schemas.microsoft.com/office/drawing/2014/main" id="{3819990A-FD05-482B-9D8B-2C87C833BF67}"/>
              </a:ext>
            </a:extLst>
          </p:cNvPr>
          <p:cNvSpPr>
            <a:spLocks noGrp="1"/>
          </p:cNvSpPr>
          <p:nvPr/>
        </p:nvSpPr>
        <p:spPr>
          <a:xfrm>
            <a:off x="8244187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1" name="F2_precision_recall_distributions_6105">
            <a:extLst>
              <a:ext uri="{FF2B5EF4-FFF2-40B4-BE49-F238E27FC236}">
                <a16:creationId xmlns:a16="http://schemas.microsoft.com/office/drawing/2014/main" id="{0548B379-9122-4704-B0B6-D0A181A8631D}"/>
              </a:ext>
            </a:extLst>
          </p:cNvPr>
          <p:cNvSpPr>
            <a:spLocks noGrp="1"/>
          </p:cNvSpPr>
          <p:nvPr/>
        </p:nvSpPr>
        <p:spPr>
          <a:xfrm>
            <a:off x="83333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2" name="F2_precision_recall_distributions_6106">
            <a:extLst>
              <a:ext uri="{FF2B5EF4-FFF2-40B4-BE49-F238E27FC236}">
                <a16:creationId xmlns:a16="http://schemas.microsoft.com/office/drawing/2014/main" id="{7C5E5DF5-A896-4EE2-AD2B-766C583DF2F4}"/>
              </a:ext>
            </a:extLst>
          </p:cNvPr>
          <p:cNvSpPr>
            <a:spLocks noGrp="1"/>
          </p:cNvSpPr>
          <p:nvPr/>
        </p:nvSpPr>
        <p:spPr>
          <a:xfrm>
            <a:off x="830363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3" name="F2_precision_recall_distributions_6107">
            <a:extLst>
              <a:ext uri="{FF2B5EF4-FFF2-40B4-BE49-F238E27FC236}">
                <a16:creationId xmlns:a16="http://schemas.microsoft.com/office/drawing/2014/main" id="{29DBCCEC-BFBF-4826-958F-C03EABA5AAC7}"/>
              </a:ext>
            </a:extLst>
          </p:cNvPr>
          <p:cNvSpPr>
            <a:spLocks noGrp="1"/>
          </p:cNvSpPr>
          <p:nvPr/>
        </p:nvSpPr>
        <p:spPr>
          <a:xfrm>
            <a:off x="8191835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4" name="F2_precision_recall_distributions_6108">
            <a:extLst>
              <a:ext uri="{FF2B5EF4-FFF2-40B4-BE49-F238E27FC236}">
                <a16:creationId xmlns:a16="http://schemas.microsoft.com/office/drawing/2014/main" id="{F5BE40BF-F6B4-4553-B00A-79F41143A41F}"/>
              </a:ext>
            </a:extLst>
          </p:cNvPr>
          <p:cNvSpPr>
            <a:spLocks noGrp="1"/>
          </p:cNvSpPr>
          <p:nvPr/>
        </p:nvSpPr>
        <p:spPr>
          <a:xfrm>
            <a:off x="84729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5" name="F2_precision_recall_distributions_6109">
            <a:extLst>
              <a:ext uri="{FF2B5EF4-FFF2-40B4-BE49-F238E27FC236}">
                <a16:creationId xmlns:a16="http://schemas.microsoft.com/office/drawing/2014/main" id="{650F9151-3150-419D-BD15-0DC9D503B59E}"/>
              </a:ext>
            </a:extLst>
          </p:cNvPr>
          <p:cNvSpPr>
            <a:spLocks noGrp="1"/>
          </p:cNvSpPr>
          <p:nvPr/>
        </p:nvSpPr>
        <p:spPr>
          <a:xfrm>
            <a:off x="829152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6" name="F2_precision_recall_distributions_6110">
            <a:extLst>
              <a:ext uri="{FF2B5EF4-FFF2-40B4-BE49-F238E27FC236}">
                <a16:creationId xmlns:a16="http://schemas.microsoft.com/office/drawing/2014/main" id="{D6ADDF7C-70B4-4D24-ABF4-E8F9B52EC8D7}"/>
              </a:ext>
            </a:extLst>
          </p:cNvPr>
          <p:cNvSpPr>
            <a:spLocks noGrp="1"/>
          </p:cNvSpPr>
          <p:nvPr/>
        </p:nvSpPr>
        <p:spPr>
          <a:xfrm>
            <a:off x="8407774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7" name="F2_precision_recall_distributions_6111">
            <a:extLst>
              <a:ext uri="{FF2B5EF4-FFF2-40B4-BE49-F238E27FC236}">
                <a16:creationId xmlns:a16="http://schemas.microsoft.com/office/drawing/2014/main" id="{7B16AA63-A732-4951-B2A3-DBB8AE954CE1}"/>
              </a:ext>
            </a:extLst>
          </p:cNvPr>
          <p:cNvSpPr>
            <a:spLocks noGrp="1"/>
          </p:cNvSpPr>
          <p:nvPr/>
        </p:nvSpPr>
        <p:spPr>
          <a:xfrm>
            <a:off x="8276725" y="497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8" name="F2_precision_recall_distributions_6112">
            <a:extLst>
              <a:ext uri="{FF2B5EF4-FFF2-40B4-BE49-F238E27FC236}">
                <a16:creationId xmlns:a16="http://schemas.microsoft.com/office/drawing/2014/main" id="{EA3F4590-A9A7-4F97-B720-3E310B0605D5}"/>
              </a:ext>
            </a:extLst>
          </p:cNvPr>
          <p:cNvSpPr>
            <a:spLocks noGrp="1"/>
          </p:cNvSpPr>
          <p:nvPr/>
        </p:nvSpPr>
        <p:spPr>
          <a:xfrm>
            <a:off x="84115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9" name="F2_precision_recall_distributions_6113">
            <a:extLst>
              <a:ext uri="{FF2B5EF4-FFF2-40B4-BE49-F238E27FC236}">
                <a16:creationId xmlns:a16="http://schemas.microsoft.com/office/drawing/2014/main" id="{D9CD20A5-9034-4E58-9EF1-769F2DC07395}"/>
              </a:ext>
            </a:extLst>
          </p:cNvPr>
          <p:cNvSpPr>
            <a:spLocks noGrp="1"/>
          </p:cNvSpPr>
          <p:nvPr/>
        </p:nvSpPr>
        <p:spPr>
          <a:xfrm>
            <a:off x="8204762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0" name="F2_precision_recall_distributions_6114">
            <a:extLst>
              <a:ext uri="{FF2B5EF4-FFF2-40B4-BE49-F238E27FC236}">
                <a16:creationId xmlns:a16="http://schemas.microsoft.com/office/drawing/2014/main" id="{D1D1C6EC-751B-49A5-B6D0-46A4169CA5A1}"/>
              </a:ext>
            </a:extLst>
          </p:cNvPr>
          <p:cNvSpPr>
            <a:spLocks noGrp="1"/>
          </p:cNvSpPr>
          <p:nvPr/>
        </p:nvSpPr>
        <p:spPr>
          <a:xfrm>
            <a:off x="8295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1" name="F2_precision_recall_distributions_6115">
            <a:extLst>
              <a:ext uri="{FF2B5EF4-FFF2-40B4-BE49-F238E27FC236}">
                <a16:creationId xmlns:a16="http://schemas.microsoft.com/office/drawing/2014/main" id="{26B478A9-A948-472D-84E2-FCA74A23A8D7}"/>
              </a:ext>
            </a:extLst>
          </p:cNvPr>
          <p:cNvSpPr>
            <a:spLocks noGrp="1"/>
          </p:cNvSpPr>
          <p:nvPr/>
        </p:nvSpPr>
        <p:spPr>
          <a:xfrm>
            <a:off x="84139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2" name="F2_precision_recall_distributions_6116">
            <a:extLst>
              <a:ext uri="{FF2B5EF4-FFF2-40B4-BE49-F238E27FC236}">
                <a16:creationId xmlns:a16="http://schemas.microsoft.com/office/drawing/2014/main" id="{8B86248C-C760-41A0-A164-16F8DF0499BD}"/>
              </a:ext>
            </a:extLst>
          </p:cNvPr>
          <p:cNvSpPr>
            <a:spLocks noGrp="1"/>
          </p:cNvSpPr>
          <p:nvPr/>
        </p:nvSpPr>
        <p:spPr>
          <a:xfrm>
            <a:off x="81462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3" name="F2_precision_recall_distributions_6117">
            <a:extLst>
              <a:ext uri="{FF2B5EF4-FFF2-40B4-BE49-F238E27FC236}">
                <a16:creationId xmlns:a16="http://schemas.microsoft.com/office/drawing/2014/main" id="{57C77FCC-909A-4811-B47F-1DF610372FF1}"/>
              </a:ext>
            </a:extLst>
          </p:cNvPr>
          <p:cNvSpPr>
            <a:spLocks noGrp="1"/>
          </p:cNvSpPr>
          <p:nvPr/>
        </p:nvSpPr>
        <p:spPr>
          <a:xfrm>
            <a:off x="8440406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4" name="F2_precision_recall_distributions_6118">
            <a:extLst>
              <a:ext uri="{FF2B5EF4-FFF2-40B4-BE49-F238E27FC236}">
                <a16:creationId xmlns:a16="http://schemas.microsoft.com/office/drawing/2014/main" id="{A37E9A7B-29CA-42AA-95FA-7CA6271BD2F5}"/>
              </a:ext>
            </a:extLst>
          </p:cNvPr>
          <p:cNvSpPr>
            <a:spLocks noGrp="1"/>
          </p:cNvSpPr>
          <p:nvPr/>
        </p:nvSpPr>
        <p:spPr>
          <a:xfrm>
            <a:off x="81945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5" name="F2_precision_recall_distributions_6119">
            <a:extLst>
              <a:ext uri="{FF2B5EF4-FFF2-40B4-BE49-F238E27FC236}">
                <a16:creationId xmlns:a16="http://schemas.microsoft.com/office/drawing/2014/main" id="{CFBB78D7-86CA-4E86-9D47-192DCF96A6E9}"/>
              </a:ext>
            </a:extLst>
          </p:cNvPr>
          <p:cNvSpPr>
            <a:spLocks noGrp="1"/>
          </p:cNvSpPr>
          <p:nvPr/>
        </p:nvSpPr>
        <p:spPr>
          <a:xfrm>
            <a:off x="8328233" y="4418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6" name="F2_precision_recall_distributions_6120">
            <a:extLst>
              <a:ext uri="{FF2B5EF4-FFF2-40B4-BE49-F238E27FC236}">
                <a16:creationId xmlns:a16="http://schemas.microsoft.com/office/drawing/2014/main" id="{EBE8BE08-CE29-4E5E-915C-215AA9C0A78F}"/>
              </a:ext>
            </a:extLst>
          </p:cNvPr>
          <p:cNvSpPr>
            <a:spLocks noGrp="1"/>
          </p:cNvSpPr>
          <p:nvPr/>
        </p:nvSpPr>
        <p:spPr>
          <a:xfrm>
            <a:off x="836423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7" name="F2_precision_recall_distributions_6121">
            <a:extLst>
              <a:ext uri="{FF2B5EF4-FFF2-40B4-BE49-F238E27FC236}">
                <a16:creationId xmlns:a16="http://schemas.microsoft.com/office/drawing/2014/main" id="{3572EA5F-D1E5-4E2B-9E5A-D16D8730C58E}"/>
              </a:ext>
            </a:extLst>
          </p:cNvPr>
          <p:cNvSpPr>
            <a:spLocks noGrp="1"/>
          </p:cNvSpPr>
          <p:nvPr/>
        </p:nvSpPr>
        <p:spPr>
          <a:xfrm>
            <a:off x="836665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8" name="F2_precision_recall_distributions_6122">
            <a:extLst>
              <a:ext uri="{FF2B5EF4-FFF2-40B4-BE49-F238E27FC236}">
                <a16:creationId xmlns:a16="http://schemas.microsoft.com/office/drawing/2014/main" id="{ABD8BB8C-1A3F-4651-9E0E-94B206DF5F69}"/>
              </a:ext>
            </a:extLst>
          </p:cNvPr>
          <p:cNvSpPr>
            <a:spLocks noGrp="1"/>
          </p:cNvSpPr>
          <p:nvPr/>
        </p:nvSpPr>
        <p:spPr>
          <a:xfrm>
            <a:off x="8216254" y="48361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9" name="F2_precision_recall_distributions_6123">
            <a:extLst>
              <a:ext uri="{FF2B5EF4-FFF2-40B4-BE49-F238E27FC236}">
                <a16:creationId xmlns:a16="http://schemas.microsoft.com/office/drawing/2014/main" id="{79FF0A87-7DDA-4C78-8203-C9716BB74D0F}"/>
              </a:ext>
            </a:extLst>
          </p:cNvPr>
          <p:cNvSpPr>
            <a:spLocks noGrp="1"/>
          </p:cNvSpPr>
          <p:nvPr/>
        </p:nvSpPr>
        <p:spPr>
          <a:xfrm>
            <a:off x="837029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0" name="F2_precision_recall_distributions_6124">
            <a:extLst>
              <a:ext uri="{FF2B5EF4-FFF2-40B4-BE49-F238E27FC236}">
                <a16:creationId xmlns:a16="http://schemas.microsoft.com/office/drawing/2014/main" id="{35CD8A0B-0939-4968-8240-DC5FBB50CE86}"/>
              </a:ext>
            </a:extLst>
          </p:cNvPr>
          <p:cNvSpPr>
            <a:spLocks noGrp="1"/>
          </p:cNvSpPr>
          <p:nvPr/>
        </p:nvSpPr>
        <p:spPr>
          <a:xfrm>
            <a:off x="81668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1" name="F2_precision_recall_distributions_6125">
            <a:extLst>
              <a:ext uri="{FF2B5EF4-FFF2-40B4-BE49-F238E27FC236}">
                <a16:creationId xmlns:a16="http://schemas.microsoft.com/office/drawing/2014/main" id="{F7E253F9-B891-4536-89EB-09C33234C344}"/>
              </a:ext>
            </a:extLst>
          </p:cNvPr>
          <p:cNvSpPr>
            <a:spLocks noGrp="1"/>
          </p:cNvSpPr>
          <p:nvPr/>
        </p:nvSpPr>
        <p:spPr>
          <a:xfrm>
            <a:off x="82607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2" name="F2_precision_recall_distributions_6126">
            <a:extLst>
              <a:ext uri="{FF2B5EF4-FFF2-40B4-BE49-F238E27FC236}">
                <a16:creationId xmlns:a16="http://schemas.microsoft.com/office/drawing/2014/main" id="{F46C4754-3583-4994-AC59-0414854910D0}"/>
              </a:ext>
            </a:extLst>
          </p:cNvPr>
          <p:cNvSpPr>
            <a:spLocks noGrp="1"/>
          </p:cNvSpPr>
          <p:nvPr/>
        </p:nvSpPr>
        <p:spPr>
          <a:xfrm>
            <a:off x="829923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3" name="F2_precision_recall_distributions_6127">
            <a:extLst>
              <a:ext uri="{FF2B5EF4-FFF2-40B4-BE49-F238E27FC236}">
                <a16:creationId xmlns:a16="http://schemas.microsoft.com/office/drawing/2014/main" id="{7C5C8C1C-5FB3-4C86-97DD-FAE4CAA96433}"/>
              </a:ext>
            </a:extLst>
          </p:cNvPr>
          <p:cNvSpPr>
            <a:spLocks noGrp="1"/>
          </p:cNvSpPr>
          <p:nvPr/>
        </p:nvSpPr>
        <p:spPr>
          <a:xfrm>
            <a:off x="84104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4" name="F2_precision_recall_distributions_6128">
            <a:extLst>
              <a:ext uri="{FF2B5EF4-FFF2-40B4-BE49-F238E27FC236}">
                <a16:creationId xmlns:a16="http://schemas.microsoft.com/office/drawing/2014/main" id="{2CAF2E4E-374D-47DB-B9BC-77534A57870A}"/>
              </a:ext>
            </a:extLst>
          </p:cNvPr>
          <p:cNvSpPr>
            <a:spLocks noGrp="1"/>
          </p:cNvSpPr>
          <p:nvPr/>
        </p:nvSpPr>
        <p:spPr>
          <a:xfrm>
            <a:off x="84136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5" name="F2_precision_recall_distributions_6129">
            <a:extLst>
              <a:ext uri="{FF2B5EF4-FFF2-40B4-BE49-F238E27FC236}">
                <a16:creationId xmlns:a16="http://schemas.microsoft.com/office/drawing/2014/main" id="{6716C95A-D680-4279-B2DA-98E0C5895748}"/>
              </a:ext>
            </a:extLst>
          </p:cNvPr>
          <p:cNvSpPr>
            <a:spLocks noGrp="1"/>
          </p:cNvSpPr>
          <p:nvPr/>
        </p:nvSpPr>
        <p:spPr>
          <a:xfrm>
            <a:off x="84926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6" name="F2_precision_recall_distributions_6130">
            <a:extLst>
              <a:ext uri="{FF2B5EF4-FFF2-40B4-BE49-F238E27FC236}">
                <a16:creationId xmlns:a16="http://schemas.microsoft.com/office/drawing/2014/main" id="{CE1FDD5F-F2D7-409F-9FAD-18BE20D16FFB}"/>
              </a:ext>
            </a:extLst>
          </p:cNvPr>
          <p:cNvSpPr>
            <a:spLocks noGrp="1"/>
          </p:cNvSpPr>
          <p:nvPr/>
        </p:nvSpPr>
        <p:spPr>
          <a:xfrm>
            <a:off x="8178489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7" name="F2_precision_recall_distributions_6131">
            <a:extLst>
              <a:ext uri="{FF2B5EF4-FFF2-40B4-BE49-F238E27FC236}">
                <a16:creationId xmlns:a16="http://schemas.microsoft.com/office/drawing/2014/main" id="{B77E48BF-D60B-4B48-A702-1BA1D8D1A97D}"/>
              </a:ext>
            </a:extLst>
          </p:cNvPr>
          <p:cNvSpPr>
            <a:spLocks noGrp="1"/>
          </p:cNvSpPr>
          <p:nvPr/>
        </p:nvSpPr>
        <p:spPr>
          <a:xfrm>
            <a:off x="84086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8" name="F2_precision_recall_distributions_6132">
            <a:extLst>
              <a:ext uri="{FF2B5EF4-FFF2-40B4-BE49-F238E27FC236}">
                <a16:creationId xmlns:a16="http://schemas.microsoft.com/office/drawing/2014/main" id="{F31C34B3-D4A3-433D-BB69-0C459B6E6FF4}"/>
              </a:ext>
            </a:extLst>
          </p:cNvPr>
          <p:cNvSpPr>
            <a:spLocks noGrp="1"/>
          </p:cNvSpPr>
          <p:nvPr/>
        </p:nvSpPr>
        <p:spPr>
          <a:xfrm>
            <a:off x="8370566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9" name="F2_precision_recall_distributions_6133">
            <a:extLst>
              <a:ext uri="{FF2B5EF4-FFF2-40B4-BE49-F238E27FC236}">
                <a16:creationId xmlns:a16="http://schemas.microsoft.com/office/drawing/2014/main" id="{F54DBE49-7C09-4F4A-BAC3-EAE533248CB4}"/>
              </a:ext>
            </a:extLst>
          </p:cNvPr>
          <p:cNvSpPr>
            <a:spLocks noGrp="1"/>
          </p:cNvSpPr>
          <p:nvPr/>
        </p:nvSpPr>
        <p:spPr>
          <a:xfrm>
            <a:off x="8172591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0" name="F2_precision_recall_distributions_6134">
            <a:extLst>
              <a:ext uri="{FF2B5EF4-FFF2-40B4-BE49-F238E27FC236}">
                <a16:creationId xmlns:a16="http://schemas.microsoft.com/office/drawing/2014/main" id="{4F499462-CAEF-4E6E-BFA9-29166080887A}"/>
              </a:ext>
            </a:extLst>
          </p:cNvPr>
          <p:cNvSpPr>
            <a:spLocks noGrp="1"/>
          </p:cNvSpPr>
          <p:nvPr/>
        </p:nvSpPr>
        <p:spPr>
          <a:xfrm>
            <a:off x="8294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1" name="F2_precision_recall_distributions_6135">
            <a:extLst>
              <a:ext uri="{FF2B5EF4-FFF2-40B4-BE49-F238E27FC236}">
                <a16:creationId xmlns:a16="http://schemas.microsoft.com/office/drawing/2014/main" id="{C0FCF4BA-C195-4E76-A092-87F867638CF8}"/>
              </a:ext>
            </a:extLst>
          </p:cNvPr>
          <p:cNvSpPr>
            <a:spLocks noGrp="1"/>
          </p:cNvSpPr>
          <p:nvPr/>
        </p:nvSpPr>
        <p:spPr>
          <a:xfrm>
            <a:off x="83980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2" name="F2_precision_recall_distributions_6136">
            <a:extLst>
              <a:ext uri="{FF2B5EF4-FFF2-40B4-BE49-F238E27FC236}">
                <a16:creationId xmlns:a16="http://schemas.microsoft.com/office/drawing/2014/main" id="{DE032785-3F66-4FE1-BA8C-29526D6B8ED0}"/>
              </a:ext>
            </a:extLst>
          </p:cNvPr>
          <p:cNvSpPr>
            <a:spLocks noGrp="1"/>
          </p:cNvSpPr>
          <p:nvPr/>
        </p:nvSpPr>
        <p:spPr>
          <a:xfrm>
            <a:off x="8290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3" name="F2_precision_recall_distributions_6137">
            <a:extLst>
              <a:ext uri="{FF2B5EF4-FFF2-40B4-BE49-F238E27FC236}">
                <a16:creationId xmlns:a16="http://schemas.microsoft.com/office/drawing/2014/main" id="{B3004ADE-9A2F-4A62-B4B6-E7C381AE2BB8}"/>
              </a:ext>
            </a:extLst>
          </p:cNvPr>
          <p:cNvSpPr>
            <a:spLocks noGrp="1"/>
          </p:cNvSpPr>
          <p:nvPr/>
        </p:nvSpPr>
        <p:spPr>
          <a:xfrm>
            <a:off x="836062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4" name="F2_precision_recall_distributions_6138">
            <a:extLst>
              <a:ext uri="{FF2B5EF4-FFF2-40B4-BE49-F238E27FC236}">
                <a16:creationId xmlns:a16="http://schemas.microsoft.com/office/drawing/2014/main" id="{13CCC137-58A0-4A42-B4C2-013C05357A44}"/>
              </a:ext>
            </a:extLst>
          </p:cNvPr>
          <p:cNvSpPr>
            <a:spLocks noGrp="1"/>
          </p:cNvSpPr>
          <p:nvPr/>
        </p:nvSpPr>
        <p:spPr>
          <a:xfrm>
            <a:off x="818450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5" name="F2_precision_recall_distributions_6139">
            <a:extLst>
              <a:ext uri="{FF2B5EF4-FFF2-40B4-BE49-F238E27FC236}">
                <a16:creationId xmlns:a16="http://schemas.microsoft.com/office/drawing/2014/main" id="{DC3C6F54-72A5-42C3-B13F-880FD34F94C8}"/>
              </a:ext>
            </a:extLst>
          </p:cNvPr>
          <p:cNvSpPr>
            <a:spLocks noGrp="1"/>
          </p:cNvSpPr>
          <p:nvPr/>
        </p:nvSpPr>
        <p:spPr>
          <a:xfrm>
            <a:off x="84055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6" name="F2_precision_recall_distributions_6140">
            <a:extLst>
              <a:ext uri="{FF2B5EF4-FFF2-40B4-BE49-F238E27FC236}">
                <a16:creationId xmlns:a16="http://schemas.microsoft.com/office/drawing/2014/main" id="{72E99544-F69E-4672-9988-980DE7E8B8E6}"/>
              </a:ext>
            </a:extLst>
          </p:cNvPr>
          <p:cNvSpPr>
            <a:spLocks noGrp="1"/>
          </p:cNvSpPr>
          <p:nvPr/>
        </p:nvSpPr>
        <p:spPr>
          <a:xfrm>
            <a:off x="8181928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7" name="F2_precision_recall_distributions_6141">
            <a:extLst>
              <a:ext uri="{FF2B5EF4-FFF2-40B4-BE49-F238E27FC236}">
                <a16:creationId xmlns:a16="http://schemas.microsoft.com/office/drawing/2014/main" id="{257751D5-A644-460C-A675-FF50A651C398}"/>
              </a:ext>
            </a:extLst>
          </p:cNvPr>
          <p:cNvSpPr>
            <a:spLocks noGrp="1"/>
          </p:cNvSpPr>
          <p:nvPr/>
        </p:nvSpPr>
        <p:spPr>
          <a:xfrm>
            <a:off x="8188944" y="49030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8" name="F2_precision_recall_distributions_6142">
            <a:extLst>
              <a:ext uri="{FF2B5EF4-FFF2-40B4-BE49-F238E27FC236}">
                <a16:creationId xmlns:a16="http://schemas.microsoft.com/office/drawing/2014/main" id="{D03E45A2-9718-4B75-8111-BCD83B3F6548}"/>
              </a:ext>
            </a:extLst>
          </p:cNvPr>
          <p:cNvSpPr>
            <a:spLocks noGrp="1"/>
          </p:cNvSpPr>
          <p:nvPr/>
        </p:nvSpPr>
        <p:spPr>
          <a:xfrm>
            <a:off x="8211931" y="45694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9" name="F2_precision_recall_distributions_6143">
            <a:extLst>
              <a:ext uri="{FF2B5EF4-FFF2-40B4-BE49-F238E27FC236}">
                <a16:creationId xmlns:a16="http://schemas.microsoft.com/office/drawing/2014/main" id="{DFFFDDC0-BB07-4AA9-96B1-98E06C6324A9}"/>
              </a:ext>
            </a:extLst>
          </p:cNvPr>
          <p:cNvSpPr>
            <a:spLocks noGrp="1"/>
          </p:cNvSpPr>
          <p:nvPr/>
        </p:nvSpPr>
        <p:spPr>
          <a:xfrm>
            <a:off x="84268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0" name="F2_precision_recall_distributions_6144">
            <a:extLst>
              <a:ext uri="{FF2B5EF4-FFF2-40B4-BE49-F238E27FC236}">
                <a16:creationId xmlns:a16="http://schemas.microsoft.com/office/drawing/2014/main" id="{FF5F26B4-A766-4178-9622-12DE1CA8CE39}"/>
              </a:ext>
            </a:extLst>
          </p:cNvPr>
          <p:cNvSpPr>
            <a:spLocks noGrp="1"/>
          </p:cNvSpPr>
          <p:nvPr/>
        </p:nvSpPr>
        <p:spPr>
          <a:xfrm>
            <a:off x="8260843" y="50091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1" name="F2_precision_recall_distributions_6145">
            <a:extLst>
              <a:ext uri="{FF2B5EF4-FFF2-40B4-BE49-F238E27FC236}">
                <a16:creationId xmlns:a16="http://schemas.microsoft.com/office/drawing/2014/main" id="{814A2EDB-0038-4E46-BAAD-2607217D1610}"/>
              </a:ext>
            </a:extLst>
          </p:cNvPr>
          <p:cNvSpPr>
            <a:spLocks noGrp="1"/>
          </p:cNvSpPr>
          <p:nvPr/>
        </p:nvSpPr>
        <p:spPr>
          <a:xfrm>
            <a:off x="8298059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2" name="F2_precision_recall_distributions_6146">
            <a:extLst>
              <a:ext uri="{FF2B5EF4-FFF2-40B4-BE49-F238E27FC236}">
                <a16:creationId xmlns:a16="http://schemas.microsoft.com/office/drawing/2014/main" id="{47861266-DE0A-4BBE-BE53-4F1D690FD2F5}"/>
              </a:ext>
            </a:extLst>
          </p:cNvPr>
          <p:cNvSpPr>
            <a:spLocks noGrp="1"/>
          </p:cNvSpPr>
          <p:nvPr/>
        </p:nvSpPr>
        <p:spPr>
          <a:xfrm>
            <a:off x="84070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3" name="F2_precision_recall_distributions_6147">
            <a:extLst>
              <a:ext uri="{FF2B5EF4-FFF2-40B4-BE49-F238E27FC236}">
                <a16:creationId xmlns:a16="http://schemas.microsoft.com/office/drawing/2014/main" id="{F917C79D-5BC9-460A-88DE-E47231EB7DAB}"/>
              </a:ext>
            </a:extLst>
          </p:cNvPr>
          <p:cNvSpPr>
            <a:spLocks noGrp="1"/>
          </p:cNvSpPr>
          <p:nvPr/>
        </p:nvSpPr>
        <p:spPr>
          <a:xfrm>
            <a:off x="825358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4" name="F2_precision_recall_distributions_6148">
            <a:extLst>
              <a:ext uri="{FF2B5EF4-FFF2-40B4-BE49-F238E27FC236}">
                <a16:creationId xmlns:a16="http://schemas.microsoft.com/office/drawing/2014/main" id="{C27051E3-F85B-461C-9527-0D22B1F98D72}"/>
              </a:ext>
            </a:extLst>
          </p:cNvPr>
          <p:cNvSpPr>
            <a:spLocks noGrp="1"/>
          </p:cNvSpPr>
          <p:nvPr/>
        </p:nvSpPr>
        <p:spPr>
          <a:xfrm>
            <a:off x="81557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5" name="F2_precision_recall_distributions_6149">
            <a:extLst>
              <a:ext uri="{FF2B5EF4-FFF2-40B4-BE49-F238E27FC236}">
                <a16:creationId xmlns:a16="http://schemas.microsoft.com/office/drawing/2014/main" id="{11245BDE-88C2-47D8-860F-C535B4F0FEE7}"/>
              </a:ext>
            </a:extLst>
          </p:cNvPr>
          <p:cNvSpPr>
            <a:spLocks noGrp="1"/>
          </p:cNvSpPr>
          <p:nvPr/>
        </p:nvSpPr>
        <p:spPr>
          <a:xfrm>
            <a:off x="8343178" y="45275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6" name="F2_precision_recall_distributions_6150">
            <a:extLst>
              <a:ext uri="{FF2B5EF4-FFF2-40B4-BE49-F238E27FC236}">
                <a16:creationId xmlns:a16="http://schemas.microsoft.com/office/drawing/2014/main" id="{799E8F4B-81DC-4EB8-BDE7-ACB70A69430D}"/>
              </a:ext>
            </a:extLst>
          </p:cNvPr>
          <p:cNvSpPr>
            <a:spLocks noGrp="1"/>
          </p:cNvSpPr>
          <p:nvPr/>
        </p:nvSpPr>
        <p:spPr>
          <a:xfrm>
            <a:off x="84490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7" name="F2_precision_recall_distributions_6151">
            <a:extLst>
              <a:ext uri="{FF2B5EF4-FFF2-40B4-BE49-F238E27FC236}">
                <a16:creationId xmlns:a16="http://schemas.microsoft.com/office/drawing/2014/main" id="{4A0192C8-8707-4E73-92D3-38967FAC77F8}"/>
              </a:ext>
            </a:extLst>
          </p:cNvPr>
          <p:cNvSpPr>
            <a:spLocks noGrp="1"/>
          </p:cNvSpPr>
          <p:nvPr/>
        </p:nvSpPr>
        <p:spPr>
          <a:xfrm>
            <a:off x="8472603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8" name="F2_precision_recall_distributions_6152">
            <a:extLst>
              <a:ext uri="{FF2B5EF4-FFF2-40B4-BE49-F238E27FC236}">
                <a16:creationId xmlns:a16="http://schemas.microsoft.com/office/drawing/2014/main" id="{45BB8CC4-E70D-4C86-8E3A-2DFD891C8538}"/>
              </a:ext>
            </a:extLst>
          </p:cNvPr>
          <p:cNvSpPr>
            <a:spLocks noGrp="1"/>
          </p:cNvSpPr>
          <p:nvPr/>
        </p:nvSpPr>
        <p:spPr>
          <a:xfrm>
            <a:off x="6002018" y="424353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339" name="F2_precision_recall_distributions_6153">
            <a:extLst>
              <a:ext uri="{FF2B5EF4-FFF2-40B4-BE49-F238E27FC236}">
                <a16:creationId xmlns:a16="http://schemas.microsoft.com/office/drawing/2014/main" id="{24A93637-EAE2-42B2-BDC8-F18F8437FA06}"/>
              </a:ext>
            </a:extLst>
          </p:cNvPr>
          <p:cNvSpPr>
            <a:spLocks noGrp="1"/>
          </p:cNvSpPr>
          <p:nvPr/>
        </p:nvSpPr>
        <p:spPr>
          <a:xfrm>
            <a:off x="7165978" y="4243539"/>
            <a:ext cx="191" cy="600198"/>
          </a:xfrm>
          <a:custGeom>
            <a:avLst/>
            <a:gdLst/>
            <a:ahLst/>
            <a:cxnLst/>
            <a:rect l="0" t="0" r="0" b="0"/>
            <a:pathLst>
              <a:path w="191" h="600198">
                <a:moveTo>
                  <a:pt x="0" y="600198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340" name="F2_precision_recall_distributions_6154">
            <a:extLst>
              <a:ext uri="{FF2B5EF4-FFF2-40B4-BE49-F238E27FC236}">
                <a16:creationId xmlns:a16="http://schemas.microsoft.com/office/drawing/2014/main" id="{16A87DAA-2777-4850-A594-FB55BD82AF43}"/>
              </a:ext>
            </a:extLst>
          </p:cNvPr>
          <p:cNvSpPr>
            <a:spLocks noGrp="1"/>
          </p:cNvSpPr>
          <p:nvPr/>
        </p:nvSpPr>
        <p:spPr>
          <a:xfrm>
            <a:off x="8329937" y="466792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341" name="F2_precision_recall_distributions_6155">
            <a:extLst>
              <a:ext uri="{FF2B5EF4-FFF2-40B4-BE49-F238E27FC236}">
                <a16:creationId xmlns:a16="http://schemas.microsoft.com/office/drawing/2014/main" id="{7C5C2379-858E-4B06-B3C4-DC110F334AA5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2" name="F2_precision_recall_distributions_6156">
            <a:extLst>
              <a:ext uri="{FF2B5EF4-FFF2-40B4-BE49-F238E27FC236}">
                <a16:creationId xmlns:a16="http://schemas.microsoft.com/office/drawing/2014/main" id="{87077FC8-41EC-47A7-8CA6-69BF1612B9B8}"/>
              </a:ext>
            </a:extLst>
          </p:cNvPr>
          <p:cNvSpPr>
            <a:spLocks noGrp="1"/>
          </p:cNvSpPr>
          <p:nvPr/>
        </p:nvSpPr>
        <p:spPr>
          <a:xfrm>
            <a:off x="5361841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3" name="text_6157">
            <a:extLst>
              <a:ext uri="{FF2B5EF4-FFF2-40B4-BE49-F238E27FC236}">
                <a16:creationId xmlns:a16="http://schemas.microsoft.com/office/drawing/2014/main" id="{1783C827-5882-4E0F-A758-3DD7B31BAE62}"/>
              </a:ext>
            </a:extLst>
          </p:cNvPr>
          <p:cNvSpPr>
            <a:spLocks noGrp="1"/>
          </p:cNvSpPr>
          <p:nvPr/>
        </p:nvSpPr>
        <p:spPr>
          <a:xfrm>
            <a:off x="5361841" y="404159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Recall</a:t>
            </a:r>
          </a:p>
        </p:txBody>
      </p:sp>
      <p:sp>
        <p:nvSpPr>
          <p:cNvPr id="3344" name="F2_precision_recall_distributions_6158">
            <a:extLst>
              <a:ext uri="{FF2B5EF4-FFF2-40B4-BE49-F238E27FC236}">
                <a16:creationId xmlns:a16="http://schemas.microsoft.com/office/drawing/2014/main" id="{F3A912C1-4811-4CAE-937D-E5E340501977}"/>
              </a:ext>
            </a:extLst>
          </p:cNvPr>
          <p:cNvSpPr>
            <a:spLocks noGrp="1"/>
          </p:cNvSpPr>
          <p:nvPr/>
        </p:nvSpPr>
        <p:spPr>
          <a:xfrm>
            <a:off x="5973977" y="4400012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345" name="F2_precision_recall_distributions_6159">
            <a:extLst>
              <a:ext uri="{FF2B5EF4-FFF2-40B4-BE49-F238E27FC236}">
                <a16:creationId xmlns:a16="http://schemas.microsoft.com/office/drawing/2014/main" id="{25C713B4-B770-4FF1-BF26-0CC7F25C9721}"/>
              </a:ext>
            </a:extLst>
          </p:cNvPr>
          <p:cNvSpPr>
            <a:spLocks noGrp="1"/>
          </p:cNvSpPr>
          <p:nvPr/>
        </p:nvSpPr>
        <p:spPr>
          <a:xfrm>
            <a:off x="7137937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346" name="F2_precision_recall_distributions_6160">
            <a:extLst>
              <a:ext uri="{FF2B5EF4-FFF2-40B4-BE49-F238E27FC236}">
                <a16:creationId xmlns:a16="http://schemas.microsoft.com/office/drawing/2014/main" id="{34CE883B-5AA1-4EC4-B368-94107550B4E6}"/>
              </a:ext>
            </a:extLst>
          </p:cNvPr>
          <p:cNvSpPr>
            <a:spLocks noGrp="1"/>
          </p:cNvSpPr>
          <p:nvPr/>
        </p:nvSpPr>
        <p:spPr>
          <a:xfrm>
            <a:off x="8301896" y="494301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347" name="F2_precision_recall_distributions_6161">
            <a:extLst>
              <a:ext uri="{FF2B5EF4-FFF2-40B4-BE49-F238E27FC236}">
                <a16:creationId xmlns:a16="http://schemas.microsoft.com/office/drawing/2014/main" id="{101FB103-6060-4439-8856-60B61A3E9E0C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48" name="F2_precision_recall_distributions_6162">
            <a:extLst>
              <a:ext uri="{FF2B5EF4-FFF2-40B4-BE49-F238E27FC236}">
                <a16:creationId xmlns:a16="http://schemas.microsoft.com/office/drawing/2014/main" id="{889D25DA-BE1A-42A1-8960-43B1BB414083}"/>
              </a:ext>
            </a:extLst>
          </p:cNvPr>
          <p:cNvSpPr>
            <a:spLocks noGrp="1"/>
          </p:cNvSpPr>
          <p:nvPr/>
        </p:nvSpPr>
        <p:spPr>
          <a:xfrm>
            <a:off x="1212325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49" name="F2_precision_recall_distributions_6163">
            <a:extLst>
              <a:ext uri="{FF2B5EF4-FFF2-40B4-BE49-F238E27FC236}">
                <a16:creationId xmlns:a16="http://schemas.microsoft.com/office/drawing/2014/main" id="{A27CF3E1-6ED6-491D-9145-35010F4118BC}"/>
              </a:ext>
            </a:extLst>
          </p:cNvPr>
          <p:cNvSpPr>
            <a:spLocks noGrp="1"/>
          </p:cNvSpPr>
          <p:nvPr/>
        </p:nvSpPr>
        <p:spPr>
          <a:xfrm>
            <a:off x="1170051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0" name="text_6164">
            <a:extLst>
              <a:ext uri="{FF2B5EF4-FFF2-40B4-BE49-F238E27FC236}">
                <a16:creationId xmlns:a16="http://schemas.microsoft.com/office/drawing/2014/main" id="{D701B6B5-30BF-44F3-A9FB-A03C3C402613}"/>
              </a:ext>
            </a:extLst>
          </p:cNvPr>
          <p:cNvSpPr>
            <a:spLocks noGrp="1"/>
          </p:cNvSpPr>
          <p:nvPr/>
        </p:nvSpPr>
        <p:spPr>
          <a:xfrm>
            <a:off x="958091" y="641302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351" name="F2_precision_recall_distributions_6165">
            <a:extLst>
              <a:ext uri="{FF2B5EF4-FFF2-40B4-BE49-F238E27FC236}">
                <a16:creationId xmlns:a16="http://schemas.microsoft.com/office/drawing/2014/main" id="{B4CE5FA9-CBF2-491A-8428-77D0E494B848}"/>
              </a:ext>
            </a:extLst>
          </p:cNvPr>
          <p:cNvSpPr>
            <a:spLocks noGrp="1"/>
          </p:cNvSpPr>
          <p:nvPr/>
        </p:nvSpPr>
        <p:spPr>
          <a:xfrm>
            <a:off x="1212325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2" name="F2_precision_recall_distributions_6166">
            <a:extLst>
              <a:ext uri="{FF2B5EF4-FFF2-40B4-BE49-F238E27FC236}">
                <a16:creationId xmlns:a16="http://schemas.microsoft.com/office/drawing/2014/main" id="{BA3D6933-179B-42B2-9848-1FEA22F1416E}"/>
              </a:ext>
            </a:extLst>
          </p:cNvPr>
          <p:cNvSpPr>
            <a:spLocks noGrp="1"/>
          </p:cNvSpPr>
          <p:nvPr/>
        </p:nvSpPr>
        <p:spPr>
          <a:xfrm>
            <a:off x="1170051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3" name="text_6167">
            <a:extLst>
              <a:ext uri="{FF2B5EF4-FFF2-40B4-BE49-F238E27FC236}">
                <a16:creationId xmlns:a16="http://schemas.microsoft.com/office/drawing/2014/main" id="{08CFE94B-DBC1-46C2-8657-2D121B44918B}"/>
              </a:ext>
            </a:extLst>
          </p:cNvPr>
          <p:cNvSpPr>
            <a:spLocks noGrp="1"/>
          </p:cNvSpPr>
          <p:nvPr/>
        </p:nvSpPr>
        <p:spPr>
          <a:xfrm>
            <a:off x="958091" y="598863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354" name="F2_precision_recall_distributions_6168">
            <a:extLst>
              <a:ext uri="{FF2B5EF4-FFF2-40B4-BE49-F238E27FC236}">
                <a16:creationId xmlns:a16="http://schemas.microsoft.com/office/drawing/2014/main" id="{E774AE4C-C4C6-4035-9F83-13061C9743B7}"/>
              </a:ext>
            </a:extLst>
          </p:cNvPr>
          <p:cNvSpPr>
            <a:spLocks noGrp="1"/>
          </p:cNvSpPr>
          <p:nvPr/>
        </p:nvSpPr>
        <p:spPr>
          <a:xfrm>
            <a:off x="1212325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5" name="F2_precision_recall_distributions_6169">
            <a:extLst>
              <a:ext uri="{FF2B5EF4-FFF2-40B4-BE49-F238E27FC236}">
                <a16:creationId xmlns:a16="http://schemas.microsoft.com/office/drawing/2014/main" id="{C026355A-070C-4E39-B587-F6FB29C94BD4}"/>
              </a:ext>
            </a:extLst>
          </p:cNvPr>
          <p:cNvSpPr>
            <a:spLocks noGrp="1"/>
          </p:cNvSpPr>
          <p:nvPr/>
        </p:nvSpPr>
        <p:spPr>
          <a:xfrm>
            <a:off x="1170051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6" name="text_6170">
            <a:extLst>
              <a:ext uri="{FF2B5EF4-FFF2-40B4-BE49-F238E27FC236}">
                <a16:creationId xmlns:a16="http://schemas.microsoft.com/office/drawing/2014/main" id="{181E9A35-7F94-4E97-B770-2AB6744CA00A}"/>
              </a:ext>
            </a:extLst>
          </p:cNvPr>
          <p:cNvSpPr>
            <a:spLocks noGrp="1"/>
          </p:cNvSpPr>
          <p:nvPr/>
        </p:nvSpPr>
        <p:spPr>
          <a:xfrm>
            <a:off x="958091" y="556425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357" name="F2_precision_recall_distributions_6171">
            <a:extLst>
              <a:ext uri="{FF2B5EF4-FFF2-40B4-BE49-F238E27FC236}">
                <a16:creationId xmlns:a16="http://schemas.microsoft.com/office/drawing/2014/main" id="{92A97C27-E448-4233-9CCA-982EE7860032}"/>
              </a:ext>
            </a:extLst>
          </p:cNvPr>
          <p:cNvSpPr>
            <a:spLocks noGrp="1"/>
          </p:cNvSpPr>
          <p:nvPr/>
        </p:nvSpPr>
        <p:spPr>
          <a:xfrm>
            <a:off x="151495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358" name="F2_precision_recall_distributions_6172">
            <a:extLst>
              <a:ext uri="{FF2B5EF4-FFF2-40B4-BE49-F238E27FC236}">
                <a16:creationId xmlns:a16="http://schemas.microsoft.com/office/drawing/2014/main" id="{FF756A98-868D-48BB-8814-BCBF8D7A4CBF}"/>
              </a:ext>
            </a:extLst>
          </p:cNvPr>
          <p:cNvSpPr>
            <a:spLocks noGrp="1"/>
          </p:cNvSpPr>
          <p:nvPr/>
        </p:nvSpPr>
        <p:spPr>
          <a:xfrm>
            <a:off x="20130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9" name="F2_precision_recall_distributions_6173">
            <a:extLst>
              <a:ext uri="{FF2B5EF4-FFF2-40B4-BE49-F238E27FC236}">
                <a16:creationId xmlns:a16="http://schemas.microsoft.com/office/drawing/2014/main" id="{88A00A57-B730-4900-9EF9-AE3C40E11382}"/>
              </a:ext>
            </a:extLst>
          </p:cNvPr>
          <p:cNvSpPr>
            <a:spLocks noGrp="1"/>
          </p:cNvSpPr>
          <p:nvPr/>
        </p:nvSpPr>
        <p:spPr>
          <a:xfrm>
            <a:off x="1828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0" name="F2_precision_recall_distributions_6174">
            <a:extLst>
              <a:ext uri="{FF2B5EF4-FFF2-40B4-BE49-F238E27FC236}">
                <a16:creationId xmlns:a16="http://schemas.microsoft.com/office/drawing/2014/main" id="{F1B93180-F530-4867-A3A0-DFFEB11C8BEE}"/>
              </a:ext>
            </a:extLst>
          </p:cNvPr>
          <p:cNvSpPr>
            <a:spLocks noGrp="1"/>
          </p:cNvSpPr>
          <p:nvPr/>
        </p:nvSpPr>
        <p:spPr>
          <a:xfrm>
            <a:off x="1956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1" name="F2_precision_recall_distributions_6175">
            <a:extLst>
              <a:ext uri="{FF2B5EF4-FFF2-40B4-BE49-F238E27FC236}">
                <a16:creationId xmlns:a16="http://schemas.microsoft.com/office/drawing/2014/main" id="{2A1B37BE-F484-4257-86E9-2B1C6DAB8B60}"/>
              </a:ext>
            </a:extLst>
          </p:cNvPr>
          <p:cNvSpPr>
            <a:spLocks noGrp="1"/>
          </p:cNvSpPr>
          <p:nvPr/>
        </p:nvSpPr>
        <p:spPr>
          <a:xfrm>
            <a:off x="1963514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2" name="F2_precision_recall_distributions_6176">
            <a:extLst>
              <a:ext uri="{FF2B5EF4-FFF2-40B4-BE49-F238E27FC236}">
                <a16:creationId xmlns:a16="http://schemas.microsoft.com/office/drawing/2014/main" id="{C278E749-98C8-4E6E-AF75-BB9685672E66}"/>
              </a:ext>
            </a:extLst>
          </p:cNvPr>
          <p:cNvSpPr>
            <a:spLocks noGrp="1"/>
          </p:cNvSpPr>
          <p:nvPr/>
        </p:nvSpPr>
        <p:spPr>
          <a:xfrm>
            <a:off x="1705253" y="5728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3" name="F2_precision_recall_distributions_6177">
            <a:extLst>
              <a:ext uri="{FF2B5EF4-FFF2-40B4-BE49-F238E27FC236}">
                <a16:creationId xmlns:a16="http://schemas.microsoft.com/office/drawing/2014/main" id="{40C8D5A9-6ACC-4D54-AE5C-860E02798C03}"/>
              </a:ext>
            </a:extLst>
          </p:cNvPr>
          <p:cNvSpPr>
            <a:spLocks noGrp="1"/>
          </p:cNvSpPr>
          <p:nvPr/>
        </p:nvSpPr>
        <p:spPr>
          <a:xfrm>
            <a:off x="16776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4" name="F2_precision_recall_distributions_6178">
            <a:extLst>
              <a:ext uri="{FF2B5EF4-FFF2-40B4-BE49-F238E27FC236}">
                <a16:creationId xmlns:a16="http://schemas.microsoft.com/office/drawing/2014/main" id="{525B6A13-3736-49C5-BC52-6A261F9A8E08}"/>
              </a:ext>
            </a:extLst>
          </p:cNvPr>
          <p:cNvSpPr>
            <a:spLocks noGrp="1"/>
          </p:cNvSpPr>
          <p:nvPr/>
        </p:nvSpPr>
        <p:spPr>
          <a:xfrm>
            <a:off x="17564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5" name="F2_precision_recall_distributions_6179">
            <a:extLst>
              <a:ext uri="{FF2B5EF4-FFF2-40B4-BE49-F238E27FC236}">
                <a16:creationId xmlns:a16="http://schemas.microsoft.com/office/drawing/2014/main" id="{462651F9-51A4-463D-82EF-0F7B50FC08CD}"/>
              </a:ext>
            </a:extLst>
          </p:cNvPr>
          <p:cNvSpPr>
            <a:spLocks noGrp="1"/>
          </p:cNvSpPr>
          <p:nvPr/>
        </p:nvSpPr>
        <p:spPr>
          <a:xfrm>
            <a:off x="18367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6" name="F2_precision_recall_distributions_6180">
            <a:extLst>
              <a:ext uri="{FF2B5EF4-FFF2-40B4-BE49-F238E27FC236}">
                <a16:creationId xmlns:a16="http://schemas.microsoft.com/office/drawing/2014/main" id="{8C1895D9-4396-4684-84A8-A3E838B2FF58}"/>
              </a:ext>
            </a:extLst>
          </p:cNvPr>
          <p:cNvSpPr>
            <a:spLocks noGrp="1"/>
          </p:cNvSpPr>
          <p:nvPr/>
        </p:nvSpPr>
        <p:spPr>
          <a:xfrm>
            <a:off x="1915086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7" name="F2_precision_recall_distributions_6181">
            <a:extLst>
              <a:ext uri="{FF2B5EF4-FFF2-40B4-BE49-F238E27FC236}">
                <a16:creationId xmlns:a16="http://schemas.microsoft.com/office/drawing/2014/main" id="{A076A7C6-B9E7-4150-A84E-BEBC36314154}"/>
              </a:ext>
            </a:extLst>
          </p:cNvPr>
          <p:cNvSpPr>
            <a:spLocks noGrp="1"/>
          </p:cNvSpPr>
          <p:nvPr/>
        </p:nvSpPr>
        <p:spPr>
          <a:xfrm>
            <a:off x="16678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8" name="F2_precision_recall_distributions_6182">
            <a:extLst>
              <a:ext uri="{FF2B5EF4-FFF2-40B4-BE49-F238E27FC236}">
                <a16:creationId xmlns:a16="http://schemas.microsoft.com/office/drawing/2014/main" id="{AE35352C-26F2-4641-A67D-916DB84D4E9E}"/>
              </a:ext>
            </a:extLst>
          </p:cNvPr>
          <p:cNvSpPr>
            <a:spLocks noGrp="1"/>
          </p:cNvSpPr>
          <p:nvPr/>
        </p:nvSpPr>
        <p:spPr>
          <a:xfrm>
            <a:off x="2021013" y="60040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9" name="F2_precision_recall_distributions_6183">
            <a:extLst>
              <a:ext uri="{FF2B5EF4-FFF2-40B4-BE49-F238E27FC236}">
                <a16:creationId xmlns:a16="http://schemas.microsoft.com/office/drawing/2014/main" id="{6601B9D9-7C42-4448-8744-53FF12D9C752}"/>
              </a:ext>
            </a:extLst>
          </p:cNvPr>
          <p:cNvSpPr>
            <a:spLocks noGrp="1"/>
          </p:cNvSpPr>
          <p:nvPr/>
        </p:nvSpPr>
        <p:spPr>
          <a:xfrm>
            <a:off x="16664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0" name="F2_precision_recall_distributions_6184">
            <a:extLst>
              <a:ext uri="{FF2B5EF4-FFF2-40B4-BE49-F238E27FC236}">
                <a16:creationId xmlns:a16="http://schemas.microsoft.com/office/drawing/2014/main" id="{AC323A1E-43F8-43D4-9B86-63F96E5B6C26}"/>
              </a:ext>
            </a:extLst>
          </p:cNvPr>
          <p:cNvSpPr>
            <a:spLocks noGrp="1"/>
          </p:cNvSpPr>
          <p:nvPr/>
        </p:nvSpPr>
        <p:spPr>
          <a:xfrm>
            <a:off x="1668924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1" name="F2_precision_recall_distributions_6185">
            <a:extLst>
              <a:ext uri="{FF2B5EF4-FFF2-40B4-BE49-F238E27FC236}">
                <a16:creationId xmlns:a16="http://schemas.microsoft.com/office/drawing/2014/main" id="{E7910C38-405D-4D7C-9C6E-A47877EEDB69}"/>
              </a:ext>
            </a:extLst>
          </p:cNvPr>
          <p:cNvSpPr>
            <a:spLocks noGrp="1"/>
          </p:cNvSpPr>
          <p:nvPr/>
        </p:nvSpPr>
        <p:spPr>
          <a:xfrm>
            <a:off x="1916297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2" name="F2_precision_recall_distributions_6186">
            <a:extLst>
              <a:ext uri="{FF2B5EF4-FFF2-40B4-BE49-F238E27FC236}">
                <a16:creationId xmlns:a16="http://schemas.microsoft.com/office/drawing/2014/main" id="{52479C30-F991-4EF4-B541-D72CDE8F4D06}"/>
              </a:ext>
            </a:extLst>
          </p:cNvPr>
          <p:cNvSpPr>
            <a:spLocks noGrp="1"/>
          </p:cNvSpPr>
          <p:nvPr/>
        </p:nvSpPr>
        <p:spPr>
          <a:xfrm>
            <a:off x="17854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3" name="F2_precision_recall_distributions_6187">
            <a:extLst>
              <a:ext uri="{FF2B5EF4-FFF2-40B4-BE49-F238E27FC236}">
                <a16:creationId xmlns:a16="http://schemas.microsoft.com/office/drawing/2014/main" id="{23E8B861-0550-4EBD-A593-496370220F7D}"/>
              </a:ext>
            </a:extLst>
          </p:cNvPr>
          <p:cNvSpPr>
            <a:spLocks noGrp="1"/>
          </p:cNvSpPr>
          <p:nvPr/>
        </p:nvSpPr>
        <p:spPr>
          <a:xfrm>
            <a:off x="17717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4" name="F2_precision_recall_distributions_6188">
            <a:extLst>
              <a:ext uri="{FF2B5EF4-FFF2-40B4-BE49-F238E27FC236}">
                <a16:creationId xmlns:a16="http://schemas.microsoft.com/office/drawing/2014/main" id="{B6FFD9A8-56EC-4F41-BCAB-854C4D959EA0}"/>
              </a:ext>
            </a:extLst>
          </p:cNvPr>
          <p:cNvSpPr>
            <a:spLocks noGrp="1"/>
          </p:cNvSpPr>
          <p:nvPr/>
        </p:nvSpPr>
        <p:spPr>
          <a:xfrm>
            <a:off x="185132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5" name="F2_precision_recall_distributions_6189">
            <a:extLst>
              <a:ext uri="{FF2B5EF4-FFF2-40B4-BE49-F238E27FC236}">
                <a16:creationId xmlns:a16="http://schemas.microsoft.com/office/drawing/2014/main" id="{A6611E45-3072-4665-B38F-618E91D32E14}"/>
              </a:ext>
            </a:extLst>
          </p:cNvPr>
          <p:cNvSpPr>
            <a:spLocks noGrp="1"/>
          </p:cNvSpPr>
          <p:nvPr/>
        </p:nvSpPr>
        <p:spPr>
          <a:xfrm>
            <a:off x="16878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6" name="F2_precision_recall_distributions_6190">
            <a:extLst>
              <a:ext uri="{FF2B5EF4-FFF2-40B4-BE49-F238E27FC236}">
                <a16:creationId xmlns:a16="http://schemas.microsoft.com/office/drawing/2014/main" id="{48CAC086-A1D6-4627-8848-813F6C58A927}"/>
              </a:ext>
            </a:extLst>
          </p:cNvPr>
          <p:cNvSpPr>
            <a:spLocks noGrp="1"/>
          </p:cNvSpPr>
          <p:nvPr/>
        </p:nvSpPr>
        <p:spPr>
          <a:xfrm>
            <a:off x="1929912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7" name="F2_precision_recall_distributions_6191">
            <a:extLst>
              <a:ext uri="{FF2B5EF4-FFF2-40B4-BE49-F238E27FC236}">
                <a16:creationId xmlns:a16="http://schemas.microsoft.com/office/drawing/2014/main" id="{02FF9E7C-C89B-47AE-8529-143BA78CD590}"/>
              </a:ext>
            </a:extLst>
          </p:cNvPr>
          <p:cNvSpPr>
            <a:spLocks noGrp="1"/>
          </p:cNvSpPr>
          <p:nvPr/>
        </p:nvSpPr>
        <p:spPr>
          <a:xfrm>
            <a:off x="1682389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8" name="F2_precision_recall_distributions_6192">
            <a:extLst>
              <a:ext uri="{FF2B5EF4-FFF2-40B4-BE49-F238E27FC236}">
                <a16:creationId xmlns:a16="http://schemas.microsoft.com/office/drawing/2014/main" id="{E1D27A35-7FB3-4DFF-8EE0-FDEE0C7F640C}"/>
              </a:ext>
            </a:extLst>
          </p:cNvPr>
          <p:cNvSpPr>
            <a:spLocks noGrp="1"/>
          </p:cNvSpPr>
          <p:nvPr/>
        </p:nvSpPr>
        <p:spPr>
          <a:xfrm>
            <a:off x="1982996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9" name="F2_precision_recall_distributions_6193">
            <a:extLst>
              <a:ext uri="{FF2B5EF4-FFF2-40B4-BE49-F238E27FC236}">
                <a16:creationId xmlns:a16="http://schemas.microsoft.com/office/drawing/2014/main" id="{D21C840E-B81D-4485-8018-14AB88CB1EE8}"/>
              </a:ext>
            </a:extLst>
          </p:cNvPr>
          <p:cNvSpPr>
            <a:spLocks noGrp="1"/>
          </p:cNvSpPr>
          <p:nvPr/>
        </p:nvSpPr>
        <p:spPr>
          <a:xfrm>
            <a:off x="1900501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0" name="F2_precision_recall_distributions_6194">
            <a:extLst>
              <a:ext uri="{FF2B5EF4-FFF2-40B4-BE49-F238E27FC236}">
                <a16:creationId xmlns:a16="http://schemas.microsoft.com/office/drawing/2014/main" id="{5ABBBD76-ACA2-43A7-B5CD-1777A0FDB8ED}"/>
              </a:ext>
            </a:extLst>
          </p:cNvPr>
          <p:cNvSpPr>
            <a:spLocks noGrp="1"/>
          </p:cNvSpPr>
          <p:nvPr/>
        </p:nvSpPr>
        <p:spPr>
          <a:xfrm>
            <a:off x="193100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1" name="F2_precision_recall_distributions_6195">
            <a:extLst>
              <a:ext uri="{FF2B5EF4-FFF2-40B4-BE49-F238E27FC236}">
                <a16:creationId xmlns:a16="http://schemas.microsoft.com/office/drawing/2014/main" id="{1D5A24B0-A076-4F06-98F3-EE921699F07D}"/>
              </a:ext>
            </a:extLst>
          </p:cNvPr>
          <p:cNvSpPr>
            <a:spLocks noGrp="1"/>
          </p:cNvSpPr>
          <p:nvPr/>
        </p:nvSpPr>
        <p:spPr>
          <a:xfrm>
            <a:off x="17316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2" name="F2_precision_recall_distributions_6196">
            <a:extLst>
              <a:ext uri="{FF2B5EF4-FFF2-40B4-BE49-F238E27FC236}">
                <a16:creationId xmlns:a16="http://schemas.microsoft.com/office/drawing/2014/main" id="{300C62AE-489F-4D80-AEA4-8237212243F5}"/>
              </a:ext>
            </a:extLst>
          </p:cNvPr>
          <p:cNvSpPr>
            <a:spLocks noGrp="1"/>
          </p:cNvSpPr>
          <p:nvPr/>
        </p:nvSpPr>
        <p:spPr>
          <a:xfrm>
            <a:off x="1819597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3" name="F2_precision_recall_distributions_6197">
            <a:extLst>
              <a:ext uri="{FF2B5EF4-FFF2-40B4-BE49-F238E27FC236}">
                <a16:creationId xmlns:a16="http://schemas.microsoft.com/office/drawing/2014/main" id="{05DC47A0-A310-42C5-9E1E-D08D79700998}"/>
              </a:ext>
            </a:extLst>
          </p:cNvPr>
          <p:cNvSpPr>
            <a:spLocks noGrp="1"/>
          </p:cNvSpPr>
          <p:nvPr/>
        </p:nvSpPr>
        <p:spPr>
          <a:xfrm>
            <a:off x="18437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4" name="F2_precision_recall_distributions_6198">
            <a:extLst>
              <a:ext uri="{FF2B5EF4-FFF2-40B4-BE49-F238E27FC236}">
                <a16:creationId xmlns:a16="http://schemas.microsoft.com/office/drawing/2014/main" id="{B9B2697F-3F49-41E2-A10A-763D44F7F102}"/>
              </a:ext>
            </a:extLst>
          </p:cNvPr>
          <p:cNvSpPr>
            <a:spLocks noGrp="1"/>
          </p:cNvSpPr>
          <p:nvPr/>
        </p:nvSpPr>
        <p:spPr>
          <a:xfrm>
            <a:off x="193189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5" name="F2_precision_recall_distributions_6199">
            <a:extLst>
              <a:ext uri="{FF2B5EF4-FFF2-40B4-BE49-F238E27FC236}">
                <a16:creationId xmlns:a16="http://schemas.microsoft.com/office/drawing/2014/main" id="{25D664D4-00B8-4FA0-95A6-5EBA29772FC2}"/>
              </a:ext>
            </a:extLst>
          </p:cNvPr>
          <p:cNvSpPr>
            <a:spLocks noGrp="1"/>
          </p:cNvSpPr>
          <p:nvPr/>
        </p:nvSpPr>
        <p:spPr>
          <a:xfrm>
            <a:off x="1664783" y="59067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6" name="F2_precision_recall_distributions_6200">
            <a:extLst>
              <a:ext uri="{FF2B5EF4-FFF2-40B4-BE49-F238E27FC236}">
                <a16:creationId xmlns:a16="http://schemas.microsoft.com/office/drawing/2014/main" id="{30C8D69C-F1A4-4FC6-BE8E-1A4F2BEC6D80}"/>
              </a:ext>
            </a:extLst>
          </p:cNvPr>
          <p:cNvSpPr>
            <a:spLocks noGrp="1"/>
          </p:cNvSpPr>
          <p:nvPr/>
        </p:nvSpPr>
        <p:spPr>
          <a:xfrm>
            <a:off x="179856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7" name="F2_precision_recall_distributions_6201">
            <a:extLst>
              <a:ext uri="{FF2B5EF4-FFF2-40B4-BE49-F238E27FC236}">
                <a16:creationId xmlns:a16="http://schemas.microsoft.com/office/drawing/2014/main" id="{BE5FC188-AC20-47C6-8118-9C66027B5F5F}"/>
              </a:ext>
            </a:extLst>
          </p:cNvPr>
          <p:cNvSpPr>
            <a:spLocks noGrp="1"/>
          </p:cNvSpPr>
          <p:nvPr/>
        </p:nvSpPr>
        <p:spPr>
          <a:xfrm>
            <a:off x="20197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8" name="F2_precision_recall_distributions_6202">
            <a:extLst>
              <a:ext uri="{FF2B5EF4-FFF2-40B4-BE49-F238E27FC236}">
                <a16:creationId xmlns:a16="http://schemas.microsoft.com/office/drawing/2014/main" id="{B9AEEB89-B91D-4C51-82C7-3847E8CD7EEE}"/>
              </a:ext>
            </a:extLst>
          </p:cNvPr>
          <p:cNvSpPr>
            <a:spLocks noGrp="1"/>
          </p:cNvSpPr>
          <p:nvPr/>
        </p:nvSpPr>
        <p:spPr>
          <a:xfrm>
            <a:off x="170762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9" name="F2_precision_recall_distributions_6203">
            <a:extLst>
              <a:ext uri="{FF2B5EF4-FFF2-40B4-BE49-F238E27FC236}">
                <a16:creationId xmlns:a16="http://schemas.microsoft.com/office/drawing/2014/main" id="{0D982A11-7F28-4FB7-9A76-61918284F864}"/>
              </a:ext>
            </a:extLst>
          </p:cNvPr>
          <p:cNvSpPr>
            <a:spLocks noGrp="1"/>
          </p:cNvSpPr>
          <p:nvPr/>
        </p:nvSpPr>
        <p:spPr>
          <a:xfrm>
            <a:off x="1733345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0" name="F2_precision_recall_distributions_6204">
            <a:extLst>
              <a:ext uri="{FF2B5EF4-FFF2-40B4-BE49-F238E27FC236}">
                <a16:creationId xmlns:a16="http://schemas.microsoft.com/office/drawing/2014/main" id="{C1656B9E-BCA9-42F4-B0CC-F03245B9E27F}"/>
              </a:ext>
            </a:extLst>
          </p:cNvPr>
          <p:cNvSpPr>
            <a:spLocks noGrp="1"/>
          </p:cNvSpPr>
          <p:nvPr/>
        </p:nvSpPr>
        <p:spPr>
          <a:xfrm>
            <a:off x="17530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1" name="F2_precision_recall_distributions_6205">
            <a:extLst>
              <a:ext uri="{FF2B5EF4-FFF2-40B4-BE49-F238E27FC236}">
                <a16:creationId xmlns:a16="http://schemas.microsoft.com/office/drawing/2014/main" id="{599EB690-A095-452D-A3DE-FBB8666697B9}"/>
              </a:ext>
            </a:extLst>
          </p:cNvPr>
          <p:cNvSpPr>
            <a:spLocks noGrp="1"/>
          </p:cNvSpPr>
          <p:nvPr/>
        </p:nvSpPr>
        <p:spPr>
          <a:xfrm>
            <a:off x="1694427" y="6340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2" name="F2_precision_recall_distributions_6206">
            <a:extLst>
              <a:ext uri="{FF2B5EF4-FFF2-40B4-BE49-F238E27FC236}">
                <a16:creationId xmlns:a16="http://schemas.microsoft.com/office/drawing/2014/main" id="{4B577C08-FD0B-41A9-A9FB-98CB31AC5AC6}"/>
              </a:ext>
            </a:extLst>
          </p:cNvPr>
          <p:cNvSpPr>
            <a:spLocks noGrp="1"/>
          </p:cNvSpPr>
          <p:nvPr/>
        </p:nvSpPr>
        <p:spPr>
          <a:xfrm>
            <a:off x="169755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3" name="F2_precision_recall_distributions_6207">
            <a:extLst>
              <a:ext uri="{FF2B5EF4-FFF2-40B4-BE49-F238E27FC236}">
                <a16:creationId xmlns:a16="http://schemas.microsoft.com/office/drawing/2014/main" id="{C37AEAE2-D353-4DC1-ACD9-72DE24131244}"/>
              </a:ext>
            </a:extLst>
          </p:cNvPr>
          <p:cNvSpPr>
            <a:spLocks noGrp="1"/>
          </p:cNvSpPr>
          <p:nvPr/>
        </p:nvSpPr>
        <p:spPr>
          <a:xfrm>
            <a:off x="17310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4" name="F2_precision_recall_distributions_6208">
            <a:extLst>
              <a:ext uri="{FF2B5EF4-FFF2-40B4-BE49-F238E27FC236}">
                <a16:creationId xmlns:a16="http://schemas.microsoft.com/office/drawing/2014/main" id="{14AE9AE1-BB52-4CDB-A132-1E9EE6A67FCD}"/>
              </a:ext>
            </a:extLst>
          </p:cNvPr>
          <p:cNvSpPr>
            <a:spLocks noGrp="1"/>
          </p:cNvSpPr>
          <p:nvPr/>
        </p:nvSpPr>
        <p:spPr>
          <a:xfrm>
            <a:off x="184129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5" name="F2_precision_recall_distributions_6209">
            <a:extLst>
              <a:ext uri="{FF2B5EF4-FFF2-40B4-BE49-F238E27FC236}">
                <a16:creationId xmlns:a16="http://schemas.microsoft.com/office/drawing/2014/main" id="{CFF8EBF2-3B24-47AD-A6F7-95EA8040F49D}"/>
              </a:ext>
            </a:extLst>
          </p:cNvPr>
          <p:cNvSpPr>
            <a:spLocks noGrp="1"/>
          </p:cNvSpPr>
          <p:nvPr/>
        </p:nvSpPr>
        <p:spPr>
          <a:xfrm>
            <a:off x="17640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6" name="F2_precision_recall_distributions_6210">
            <a:extLst>
              <a:ext uri="{FF2B5EF4-FFF2-40B4-BE49-F238E27FC236}">
                <a16:creationId xmlns:a16="http://schemas.microsoft.com/office/drawing/2014/main" id="{7A78053A-B00C-4DCF-BD35-22548CEC2776}"/>
              </a:ext>
            </a:extLst>
          </p:cNvPr>
          <p:cNvSpPr>
            <a:spLocks noGrp="1"/>
          </p:cNvSpPr>
          <p:nvPr/>
        </p:nvSpPr>
        <p:spPr>
          <a:xfrm>
            <a:off x="17395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7" name="F2_precision_recall_distributions_6211">
            <a:extLst>
              <a:ext uri="{FF2B5EF4-FFF2-40B4-BE49-F238E27FC236}">
                <a16:creationId xmlns:a16="http://schemas.microsoft.com/office/drawing/2014/main" id="{BA89A583-326D-480A-9BA2-A8987F801BC5}"/>
              </a:ext>
            </a:extLst>
          </p:cNvPr>
          <p:cNvSpPr>
            <a:spLocks noGrp="1"/>
          </p:cNvSpPr>
          <p:nvPr/>
        </p:nvSpPr>
        <p:spPr>
          <a:xfrm>
            <a:off x="1652928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8" name="F2_precision_recall_distributions_6212">
            <a:extLst>
              <a:ext uri="{FF2B5EF4-FFF2-40B4-BE49-F238E27FC236}">
                <a16:creationId xmlns:a16="http://schemas.microsoft.com/office/drawing/2014/main" id="{4312E6E8-B57A-4091-955E-23F3FD8A134D}"/>
              </a:ext>
            </a:extLst>
          </p:cNvPr>
          <p:cNvSpPr>
            <a:spLocks noGrp="1"/>
          </p:cNvSpPr>
          <p:nvPr/>
        </p:nvSpPr>
        <p:spPr>
          <a:xfrm>
            <a:off x="167668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9" name="F2_precision_recall_distributions_6213">
            <a:extLst>
              <a:ext uri="{FF2B5EF4-FFF2-40B4-BE49-F238E27FC236}">
                <a16:creationId xmlns:a16="http://schemas.microsoft.com/office/drawing/2014/main" id="{F31EAED6-2198-4706-AC58-8512E6E5C578}"/>
              </a:ext>
            </a:extLst>
          </p:cNvPr>
          <p:cNvSpPr>
            <a:spLocks noGrp="1"/>
          </p:cNvSpPr>
          <p:nvPr/>
        </p:nvSpPr>
        <p:spPr>
          <a:xfrm>
            <a:off x="1852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0" name="F2_precision_recall_distributions_6214">
            <a:extLst>
              <a:ext uri="{FF2B5EF4-FFF2-40B4-BE49-F238E27FC236}">
                <a16:creationId xmlns:a16="http://schemas.microsoft.com/office/drawing/2014/main" id="{E0923488-79C6-4540-A937-3266B1B7C193}"/>
              </a:ext>
            </a:extLst>
          </p:cNvPr>
          <p:cNvSpPr>
            <a:spLocks noGrp="1"/>
          </p:cNvSpPr>
          <p:nvPr/>
        </p:nvSpPr>
        <p:spPr>
          <a:xfrm>
            <a:off x="167990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1" name="F2_precision_recall_distributions_6215">
            <a:extLst>
              <a:ext uri="{FF2B5EF4-FFF2-40B4-BE49-F238E27FC236}">
                <a16:creationId xmlns:a16="http://schemas.microsoft.com/office/drawing/2014/main" id="{482BC403-1DC7-4097-AE3A-0D1B38561751}"/>
              </a:ext>
            </a:extLst>
          </p:cNvPr>
          <p:cNvSpPr>
            <a:spLocks noGrp="1"/>
          </p:cNvSpPr>
          <p:nvPr/>
        </p:nvSpPr>
        <p:spPr>
          <a:xfrm>
            <a:off x="19232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2" name="F2_precision_recall_distributions_6216">
            <a:extLst>
              <a:ext uri="{FF2B5EF4-FFF2-40B4-BE49-F238E27FC236}">
                <a16:creationId xmlns:a16="http://schemas.microsoft.com/office/drawing/2014/main" id="{E8542D2D-2737-4A88-B810-DD323BECEA2D}"/>
              </a:ext>
            </a:extLst>
          </p:cNvPr>
          <p:cNvSpPr>
            <a:spLocks noGrp="1"/>
          </p:cNvSpPr>
          <p:nvPr/>
        </p:nvSpPr>
        <p:spPr>
          <a:xfrm>
            <a:off x="192524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3" name="F2_precision_recall_distributions_6217">
            <a:extLst>
              <a:ext uri="{FF2B5EF4-FFF2-40B4-BE49-F238E27FC236}">
                <a16:creationId xmlns:a16="http://schemas.microsoft.com/office/drawing/2014/main" id="{525FE61D-1E32-44C3-91E2-2F8A6C41F169}"/>
              </a:ext>
            </a:extLst>
          </p:cNvPr>
          <p:cNvSpPr>
            <a:spLocks noGrp="1"/>
          </p:cNvSpPr>
          <p:nvPr/>
        </p:nvSpPr>
        <p:spPr>
          <a:xfrm>
            <a:off x="184811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4" name="F2_precision_recall_distributions_6218">
            <a:extLst>
              <a:ext uri="{FF2B5EF4-FFF2-40B4-BE49-F238E27FC236}">
                <a16:creationId xmlns:a16="http://schemas.microsoft.com/office/drawing/2014/main" id="{024EB121-4589-4A27-90CB-B18F80590C84}"/>
              </a:ext>
            </a:extLst>
          </p:cNvPr>
          <p:cNvSpPr>
            <a:spLocks noGrp="1"/>
          </p:cNvSpPr>
          <p:nvPr/>
        </p:nvSpPr>
        <p:spPr>
          <a:xfrm>
            <a:off x="166636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5" name="F2_precision_recall_distributions_6219">
            <a:extLst>
              <a:ext uri="{FF2B5EF4-FFF2-40B4-BE49-F238E27FC236}">
                <a16:creationId xmlns:a16="http://schemas.microsoft.com/office/drawing/2014/main" id="{244EFF6F-9B33-40DE-BB80-6C9DE48C1E72}"/>
              </a:ext>
            </a:extLst>
          </p:cNvPr>
          <p:cNvSpPr>
            <a:spLocks noGrp="1"/>
          </p:cNvSpPr>
          <p:nvPr/>
        </p:nvSpPr>
        <p:spPr>
          <a:xfrm>
            <a:off x="17425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6" name="F2_precision_recall_distributions_6220">
            <a:extLst>
              <a:ext uri="{FF2B5EF4-FFF2-40B4-BE49-F238E27FC236}">
                <a16:creationId xmlns:a16="http://schemas.microsoft.com/office/drawing/2014/main" id="{85D8B396-32DE-44A1-B6DD-C403BFA5FE55}"/>
              </a:ext>
            </a:extLst>
          </p:cNvPr>
          <p:cNvSpPr>
            <a:spLocks noGrp="1"/>
          </p:cNvSpPr>
          <p:nvPr/>
        </p:nvSpPr>
        <p:spPr>
          <a:xfrm>
            <a:off x="186626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7" name="F2_precision_recall_distributions_6221">
            <a:extLst>
              <a:ext uri="{FF2B5EF4-FFF2-40B4-BE49-F238E27FC236}">
                <a16:creationId xmlns:a16="http://schemas.microsoft.com/office/drawing/2014/main" id="{9EED4556-EC0F-485B-939B-B13159D4E8E2}"/>
              </a:ext>
            </a:extLst>
          </p:cNvPr>
          <p:cNvSpPr>
            <a:spLocks noGrp="1"/>
          </p:cNvSpPr>
          <p:nvPr/>
        </p:nvSpPr>
        <p:spPr>
          <a:xfrm>
            <a:off x="18654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8" name="F2_precision_recall_distributions_6222">
            <a:extLst>
              <a:ext uri="{FF2B5EF4-FFF2-40B4-BE49-F238E27FC236}">
                <a16:creationId xmlns:a16="http://schemas.microsoft.com/office/drawing/2014/main" id="{F19CB56C-EFBE-48A8-8AED-D2E3C27C0214}"/>
              </a:ext>
            </a:extLst>
          </p:cNvPr>
          <p:cNvSpPr>
            <a:spLocks noGrp="1"/>
          </p:cNvSpPr>
          <p:nvPr/>
        </p:nvSpPr>
        <p:spPr>
          <a:xfrm>
            <a:off x="18836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9" name="F2_precision_recall_distributions_6223">
            <a:extLst>
              <a:ext uri="{FF2B5EF4-FFF2-40B4-BE49-F238E27FC236}">
                <a16:creationId xmlns:a16="http://schemas.microsoft.com/office/drawing/2014/main" id="{EEA08FE7-EC40-436F-A857-942E890EF3F3}"/>
              </a:ext>
            </a:extLst>
          </p:cNvPr>
          <p:cNvSpPr>
            <a:spLocks noGrp="1"/>
          </p:cNvSpPr>
          <p:nvPr/>
        </p:nvSpPr>
        <p:spPr>
          <a:xfrm>
            <a:off x="19010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0" name="F2_precision_recall_distributions_6224">
            <a:extLst>
              <a:ext uri="{FF2B5EF4-FFF2-40B4-BE49-F238E27FC236}">
                <a16:creationId xmlns:a16="http://schemas.microsoft.com/office/drawing/2014/main" id="{3DB04A2B-C845-45AC-BAE0-4AA8B89E111D}"/>
              </a:ext>
            </a:extLst>
          </p:cNvPr>
          <p:cNvSpPr>
            <a:spLocks noGrp="1"/>
          </p:cNvSpPr>
          <p:nvPr/>
        </p:nvSpPr>
        <p:spPr>
          <a:xfrm>
            <a:off x="178563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1" name="F2_precision_recall_distributions_6225">
            <a:extLst>
              <a:ext uri="{FF2B5EF4-FFF2-40B4-BE49-F238E27FC236}">
                <a16:creationId xmlns:a16="http://schemas.microsoft.com/office/drawing/2014/main" id="{531FEC2A-5A21-4933-8718-4D8C33424FD7}"/>
              </a:ext>
            </a:extLst>
          </p:cNvPr>
          <p:cNvSpPr>
            <a:spLocks noGrp="1"/>
          </p:cNvSpPr>
          <p:nvPr/>
        </p:nvSpPr>
        <p:spPr>
          <a:xfrm>
            <a:off x="1774957" y="6156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2" name="F2_precision_recall_distributions_6226">
            <a:extLst>
              <a:ext uri="{FF2B5EF4-FFF2-40B4-BE49-F238E27FC236}">
                <a16:creationId xmlns:a16="http://schemas.microsoft.com/office/drawing/2014/main" id="{4C8A3169-D5A8-4200-9C58-9C05D075F9A7}"/>
              </a:ext>
            </a:extLst>
          </p:cNvPr>
          <p:cNvSpPr>
            <a:spLocks noGrp="1"/>
          </p:cNvSpPr>
          <p:nvPr/>
        </p:nvSpPr>
        <p:spPr>
          <a:xfrm>
            <a:off x="1857207" y="56829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3" name="F2_precision_recall_distributions_6227">
            <a:extLst>
              <a:ext uri="{FF2B5EF4-FFF2-40B4-BE49-F238E27FC236}">
                <a16:creationId xmlns:a16="http://schemas.microsoft.com/office/drawing/2014/main" id="{4306286C-7729-40C5-897D-3859DBCC6E65}"/>
              </a:ext>
            </a:extLst>
          </p:cNvPr>
          <p:cNvSpPr>
            <a:spLocks noGrp="1"/>
          </p:cNvSpPr>
          <p:nvPr/>
        </p:nvSpPr>
        <p:spPr>
          <a:xfrm>
            <a:off x="18756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4" name="F2_precision_recall_distributions_6228">
            <a:extLst>
              <a:ext uri="{FF2B5EF4-FFF2-40B4-BE49-F238E27FC236}">
                <a16:creationId xmlns:a16="http://schemas.microsoft.com/office/drawing/2014/main" id="{BA3BEB08-215B-4E75-AA85-541D897E5B44}"/>
              </a:ext>
            </a:extLst>
          </p:cNvPr>
          <p:cNvSpPr>
            <a:spLocks noGrp="1"/>
          </p:cNvSpPr>
          <p:nvPr/>
        </p:nvSpPr>
        <p:spPr>
          <a:xfrm>
            <a:off x="182054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5" name="F2_precision_recall_distributions_6229">
            <a:extLst>
              <a:ext uri="{FF2B5EF4-FFF2-40B4-BE49-F238E27FC236}">
                <a16:creationId xmlns:a16="http://schemas.microsoft.com/office/drawing/2014/main" id="{1E9DC4C5-38CA-4D62-8A14-A16CE3F5D75B}"/>
              </a:ext>
            </a:extLst>
          </p:cNvPr>
          <p:cNvSpPr>
            <a:spLocks noGrp="1"/>
          </p:cNvSpPr>
          <p:nvPr/>
        </p:nvSpPr>
        <p:spPr>
          <a:xfrm>
            <a:off x="188460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6" name="F2_precision_recall_distributions_6230">
            <a:extLst>
              <a:ext uri="{FF2B5EF4-FFF2-40B4-BE49-F238E27FC236}">
                <a16:creationId xmlns:a16="http://schemas.microsoft.com/office/drawing/2014/main" id="{55CE9104-4065-4724-B68C-8D162D777EE8}"/>
              </a:ext>
            </a:extLst>
          </p:cNvPr>
          <p:cNvSpPr>
            <a:spLocks noGrp="1"/>
          </p:cNvSpPr>
          <p:nvPr/>
        </p:nvSpPr>
        <p:spPr>
          <a:xfrm>
            <a:off x="1908009" y="5852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7" name="F2_precision_recall_distributions_6231">
            <a:extLst>
              <a:ext uri="{FF2B5EF4-FFF2-40B4-BE49-F238E27FC236}">
                <a16:creationId xmlns:a16="http://schemas.microsoft.com/office/drawing/2014/main" id="{F080E44D-6625-43D2-BFDE-B2A4257274E7}"/>
              </a:ext>
            </a:extLst>
          </p:cNvPr>
          <p:cNvSpPr>
            <a:spLocks noGrp="1"/>
          </p:cNvSpPr>
          <p:nvPr/>
        </p:nvSpPr>
        <p:spPr>
          <a:xfrm>
            <a:off x="18458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8" name="F2_precision_recall_distributions_6232">
            <a:extLst>
              <a:ext uri="{FF2B5EF4-FFF2-40B4-BE49-F238E27FC236}">
                <a16:creationId xmlns:a16="http://schemas.microsoft.com/office/drawing/2014/main" id="{025772A9-A361-4E0C-B2BA-3E589E408344}"/>
              </a:ext>
            </a:extLst>
          </p:cNvPr>
          <p:cNvSpPr>
            <a:spLocks noGrp="1"/>
          </p:cNvSpPr>
          <p:nvPr/>
        </p:nvSpPr>
        <p:spPr>
          <a:xfrm>
            <a:off x="1847167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9" name="F2_precision_recall_distributions_6233">
            <a:extLst>
              <a:ext uri="{FF2B5EF4-FFF2-40B4-BE49-F238E27FC236}">
                <a16:creationId xmlns:a16="http://schemas.microsoft.com/office/drawing/2014/main" id="{C2CCC258-D565-4BF9-A5D2-0D8905CC34DC}"/>
              </a:ext>
            </a:extLst>
          </p:cNvPr>
          <p:cNvSpPr>
            <a:spLocks noGrp="1"/>
          </p:cNvSpPr>
          <p:nvPr/>
        </p:nvSpPr>
        <p:spPr>
          <a:xfrm>
            <a:off x="169715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0" name="F2_precision_recall_distributions_6234">
            <a:extLst>
              <a:ext uri="{FF2B5EF4-FFF2-40B4-BE49-F238E27FC236}">
                <a16:creationId xmlns:a16="http://schemas.microsoft.com/office/drawing/2014/main" id="{06FE1C3A-39B3-4174-B1EC-E4D1297486DE}"/>
              </a:ext>
            </a:extLst>
          </p:cNvPr>
          <p:cNvSpPr>
            <a:spLocks noGrp="1"/>
          </p:cNvSpPr>
          <p:nvPr/>
        </p:nvSpPr>
        <p:spPr>
          <a:xfrm>
            <a:off x="170727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1" name="F2_precision_recall_distributions_6235">
            <a:extLst>
              <a:ext uri="{FF2B5EF4-FFF2-40B4-BE49-F238E27FC236}">
                <a16:creationId xmlns:a16="http://schemas.microsoft.com/office/drawing/2014/main" id="{A6177D4A-51C6-4156-8192-B7AE27B47417}"/>
              </a:ext>
            </a:extLst>
          </p:cNvPr>
          <p:cNvSpPr>
            <a:spLocks noGrp="1"/>
          </p:cNvSpPr>
          <p:nvPr/>
        </p:nvSpPr>
        <p:spPr>
          <a:xfrm>
            <a:off x="180929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2" name="F2_precision_recall_distributions_6236">
            <a:extLst>
              <a:ext uri="{FF2B5EF4-FFF2-40B4-BE49-F238E27FC236}">
                <a16:creationId xmlns:a16="http://schemas.microsoft.com/office/drawing/2014/main" id="{655C61E7-815C-49D0-A35E-2A080F101423}"/>
              </a:ext>
            </a:extLst>
          </p:cNvPr>
          <p:cNvSpPr>
            <a:spLocks noGrp="1"/>
          </p:cNvSpPr>
          <p:nvPr/>
        </p:nvSpPr>
        <p:spPr>
          <a:xfrm>
            <a:off x="179735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3" name="F2_precision_recall_distributions_6237">
            <a:extLst>
              <a:ext uri="{FF2B5EF4-FFF2-40B4-BE49-F238E27FC236}">
                <a16:creationId xmlns:a16="http://schemas.microsoft.com/office/drawing/2014/main" id="{B4588E07-8111-4448-A5B3-41DE88A0225B}"/>
              </a:ext>
            </a:extLst>
          </p:cNvPr>
          <p:cNvSpPr>
            <a:spLocks noGrp="1"/>
          </p:cNvSpPr>
          <p:nvPr/>
        </p:nvSpPr>
        <p:spPr>
          <a:xfrm>
            <a:off x="1659924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4" name="F2_precision_recall_distributions_6238">
            <a:extLst>
              <a:ext uri="{FF2B5EF4-FFF2-40B4-BE49-F238E27FC236}">
                <a16:creationId xmlns:a16="http://schemas.microsoft.com/office/drawing/2014/main" id="{135573BA-673D-4E06-A968-228930789583}"/>
              </a:ext>
            </a:extLst>
          </p:cNvPr>
          <p:cNvSpPr>
            <a:spLocks noGrp="1"/>
          </p:cNvSpPr>
          <p:nvPr/>
        </p:nvSpPr>
        <p:spPr>
          <a:xfrm>
            <a:off x="1905412" y="6333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5" name="F2_precision_recall_distributions_6239">
            <a:extLst>
              <a:ext uri="{FF2B5EF4-FFF2-40B4-BE49-F238E27FC236}">
                <a16:creationId xmlns:a16="http://schemas.microsoft.com/office/drawing/2014/main" id="{74BB194E-9417-4314-838E-DDDD2700068B}"/>
              </a:ext>
            </a:extLst>
          </p:cNvPr>
          <p:cNvSpPr>
            <a:spLocks noGrp="1"/>
          </p:cNvSpPr>
          <p:nvPr/>
        </p:nvSpPr>
        <p:spPr>
          <a:xfrm>
            <a:off x="20060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6" name="F2_precision_recall_distributions_6240">
            <a:extLst>
              <a:ext uri="{FF2B5EF4-FFF2-40B4-BE49-F238E27FC236}">
                <a16:creationId xmlns:a16="http://schemas.microsoft.com/office/drawing/2014/main" id="{FFEE8867-1BB0-4AD8-AC7A-CC8025EA25A7}"/>
              </a:ext>
            </a:extLst>
          </p:cNvPr>
          <p:cNvSpPr>
            <a:spLocks noGrp="1"/>
          </p:cNvSpPr>
          <p:nvPr/>
        </p:nvSpPr>
        <p:spPr>
          <a:xfrm>
            <a:off x="1714693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7" name="F2_precision_recall_distributions_6241">
            <a:extLst>
              <a:ext uri="{FF2B5EF4-FFF2-40B4-BE49-F238E27FC236}">
                <a16:creationId xmlns:a16="http://schemas.microsoft.com/office/drawing/2014/main" id="{86231764-6C7F-4EAC-AB51-1B2BC52BC023}"/>
              </a:ext>
            </a:extLst>
          </p:cNvPr>
          <p:cNvSpPr>
            <a:spLocks noGrp="1"/>
          </p:cNvSpPr>
          <p:nvPr/>
        </p:nvSpPr>
        <p:spPr>
          <a:xfrm>
            <a:off x="1659483" y="63128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8" name="F2_precision_recall_distributions_6242">
            <a:extLst>
              <a:ext uri="{FF2B5EF4-FFF2-40B4-BE49-F238E27FC236}">
                <a16:creationId xmlns:a16="http://schemas.microsoft.com/office/drawing/2014/main" id="{A09A2C60-7393-4BC9-B2B7-F4F84C9D6193}"/>
              </a:ext>
            </a:extLst>
          </p:cNvPr>
          <p:cNvSpPr>
            <a:spLocks noGrp="1"/>
          </p:cNvSpPr>
          <p:nvPr/>
        </p:nvSpPr>
        <p:spPr>
          <a:xfrm>
            <a:off x="176688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9" name="F2_precision_recall_distributions_6243">
            <a:extLst>
              <a:ext uri="{FF2B5EF4-FFF2-40B4-BE49-F238E27FC236}">
                <a16:creationId xmlns:a16="http://schemas.microsoft.com/office/drawing/2014/main" id="{D2383879-DFC0-43C6-A584-DD6D9FEBA02A}"/>
              </a:ext>
            </a:extLst>
          </p:cNvPr>
          <p:cNvSpPr>
            <a:spLocks noGrp="1"/>
          </p:cNvSpPr>
          <p:nvPr/>
        </p:nvSpPr>
        <p:spPr>
          <a:xfrm>
            <a:off x="1975564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0" name="F2_precision_recall_distributions_6244">
            <a:extLst>
              <a:ext uri="{FF2B5EF4-FFF2-40B4-BE49-F238E27FC236}">
                <a16:creationId xmlns:a16="http://schemas.microsoft.com/office/drawing/2014/main" id="{2A70BD50-1E42-4481-9755-8AF0E419E929}"/>
              </a:ext>
            </a:extLst>
          </p:cNvPr>
          <p:cNvSpPr>
            <a:spLocks noGrp="1"/>
          </p:cNvSpPr>
          <p:nvPr/>
        </p:nvSpPr>
        <p:spPr>
          <a:xfrm>
            <a:off x="177717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1" name="F2_precision_recall_distributions_6245">
            <a:extLst>
              <a:ext uri="{FF2B5EF4-FFF2-40B4-BE49-F238E27FC236}">
                <a16:creationId xmlns:a16="http://schemas.microsoft.com/office/drawing/2014/main" id="{40E1B80D-67D2-4FD0-A5E4-5C6FCFA06427}"/>
              </a:ext>
            </a:extLst>
          </p:cNvPr>
          <p:cNvSpPr>
            <a:spLocks noGrp="1"/>
          </p:cNvSpPr>
          <p:nvPr/>
        </p:nvSpPr>
        <p:spPr>
          <a:xfrm>
            <a:off x="178220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2" name="F2_precision_recall_distributions_6246">
            <a:extLst>
              <a:ext uri="{FF2B5EF4-FFF2-40B4-BE49-F238E27FC236}">
                <a16:creationId xmlns:a16="http://schemas.microsoft.com/office/drawing/2014/main" id="{8EABA305-1C8B-41EB-8333-EFB95ED04417}"/>
              </a:ext>
            </a:extLst>
          </p:cNvPr>
          <p:cNvSpPr>
            <a:spLocks noGrp="1"/>
          </p:cNvSpPr>
          <p:nvPr/>
        </p:nvSpPr>
        <p:spPr>
          <a:xfrm>
            <a:off x="17242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3" name="F2_precision_recall_distributions_6247">
            <a:extLst>
              <a:ext uri="{FF2B5EF4-FFF2-40B4-BE49-F238E27FC236}">
                <a16:creationId xmlns:a16="http://schemas.microsoft.com/office/drawing/2014/main" id="{84630963-48D7-4189-9059-EBB99D8B84CF}"/>
              </a:ext>
            </a:extLst>
          </p:cNvPr>
          <p:cNvSpPr>
            <a:spLocks noGrp="1"/>
          </p:cNvSpPr>
          <p:nvPr/>
        </p:nvSpPr>
        <p:spPr>
          <a:xfrm>
            <a:off x="1665352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4" name="F2_precision_recall_distributions_6248">
            <a:extLst>
              <a:ext uri="{FF2B5EF4-FFF2-40B4-BE49-F238E27FC236}">
                <a16:creationId xmlns:a16="http://schemas.microsoft.com/office/drawing/2014/main" id="{83ACFF69-E5F4-4793-9EC1-1CB8CDD8A4A8}"/>
              </a:ext>
            </a:extLst>
          </p:cNvPr>
          <p:cNvSpPr>
            <a:spLocks noGrp="1"/>
          </p:cNvSpPr>
          <p:nvPr/>
        </p:nvSpPr>
        <p:spPr>
          <a:xfrm>
            <a:off x="193140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5" name="F2_precision_recall_distributions_6249">
            <a:extLst>
              <a:ext uri="{FF2B5EF4-FFF2-40B4-BE49-F238E27FC236}">
                <a16:creationId xmlns:a16="http://schemas.microsoft.com/office/drawing/2014/main" id="{4759375B-834A-4306-B8DB-9E6DADC0A34C}"/>
              </a:ext>
            </a:extLst>
          </p:cNvPr>
          <p:cNvSpPr>
            <a:spLocks noGrp="1"/>
          </p:cNvSpPr>
          <p:nvPr/>
        </p:nvSpPr>
        <p:spPr>
          <a:xfrm>
            <a:off x="17752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6" name="F2_precision_recall_distributions_6250">
            <a:extLst>
              <a:ext uri="{FF2B5EF4-FFF2-40B4-BE49-F238E27FC236}">
                <a16:creationId xmlns:a16="http://schemas.microsoft.com/office/drawing/2014/main" id="{4D3E7E6F-593F-4A4E-BB23-1FC85F043FA2}"/>
              </a:ext>
            </a:extLst>
          </p:cNvPr>
          <p:cNvSpPr>
            <a:spLocks noGrp="1"/>
          </p:cNvSpPr>
          <p:nvPr/>
        </p:nvSpPr>
        <p:spPr>
          <a:xfrm>
            <a:off x="182544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7" name="F2_precision_recall_distributions_6251">
            <a:extLst>
              <a:ext uri="{FF2B5EF4-FFF2-40B4-BE49-F238E27FC236}">
                <a16:creationId xmlns:a16="http://schemas.microsoft.com/office/drawing/2014/main" id="{3FA58630-CBA7-482A-8C1F-61E7DBB5158F}"/>
              </a:ext>
            </a:extLst>
          </p:cNvPr>
          <p:cNvSpPr>
            <a:spLocks noGrp="1"/>
          </p:cNvSpPr>
          <p:nvPr/>
        </p:nvSpPr>
        <p:spPr>
          <a:xfrm>
            <a:off x="1746515" y="57572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8" name="F2_precision_recall_distributions_6252">
            <a:extLst>
              <a:ext uri="{FF2B5EF4-FFF2-40B4-BE49-F238E27FC236}">
                <a16:creationId xmlns:a16="http://schemas.microsoft.com/office/drawing/2014/main" id="{F89601F9-BB55-4990-AAB4-BC6BF184AB15}"/>
              </a:ext>
            </a:extLst>
          </p:cNvPr>
          <p:cNvSpPr>
            <a:spLocks noGrp="1"/>
          </p:cNvSpPr>
          <p:nvPr/>
        </p:nvSpPr>
        <p:spPr>
          <a:xfrm>
            <a:off x="179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9" name="F2_precision_recall_distributions_6253">
            <a:extLst>
              <a:ext uri="{FF2B5EF4-FFF2-40B4-BE49-F238E27FC236}">
                <a16:creationId xmlns:a16="http://schemas.microsoft.com/office/drawing/2014/main" id="{88CBCF39-8F73-4B6E-9E00-D36960116378}"/>
              </a:ext>
            </a:extLst>
          </p:cNvPr>
          <p:cNvSpPr>
            <a:spLocks noGrp="1"/>
          </p:cNvSpPr>
          <p:nvPr/>
        </p:nvSpPr>
        <p:spPr>
          <a:xfrm>
            <a:off x="193189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0" name="F2_precision_recall_distributions_6254">
            <a:extLst>
              <a:ext uri="{FF2B5EF4-FFF2-40B4-BE49-F238E27FC236}">
                <a16:creationId xmlns:a16="http://schemas.microsoft.com/office/drawing/2014/main" id="{31D9A4FB-6B31-484B-87B7-4DECA75E68D9}"/>
              </a:ext>
            </a:extLst>
          </p:cNvPr>
          <p:cNvSpPr>
            <a:spLocks noGrp="1"/>
          </p:cNvSpPr>
          <p:nvPr/>
        </p:nvSpPr>
        <p:spPr>
          <a:xfrm>
            <a:off x="188103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1" name="F2_precision_recall_distributions_6255">
            <a:extLst>
              <a:ext uri="{FF2B5EF4-FFF2-40B4-BE49-F238E27FC236}">
                <a16:creationId xmlns:a16="http://schemas.microsoft.com/office/drawing/2014/main" id="{433FAD0E-EAB7-4347-AA98-021C691DFFDA}"/>
              </a:ext>
            </a:extLst>
          </p:cNvPr>
          <p:cNvSpPr>
            <a:spLocks noGrp="1"/>
          </p:cNvSpPr>
          <p:nvPr/>
        </p:nvSpPr>
        <p:spPr>
          <a:xfrm>
            <a:off x="19457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2" name="F2_precision_recall_distributions_6256">
            <a:extLst>
              <a:ext uri="{FF2B5EF4-FFF2-40B4-BE49-F238E27FC236}">
                <a16:creationId xmlns:a16="http://schemas.microsoft.com/office/drawing/2014/main" id="{87C18B47-A519-4037-A918-71DC0256D18D}"/>
              </a:ext>
            </a:extLst>
          </p:cNvPr>
          <p:cNvSpPr>
            <a:spLocks noGrp="1"/>
          </p:cNvSpPr>
          <p:nvPr/>
        </p:nvSpPr>
        <p:spPr>
          <a:xfrm>
            <a:off x="16864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3" name="F2_precision_recall_distributions_6257">
            <a:extLst>
              <a:ext uri="{FF2B5EF4-FFF2-40B4-BE49-F238E27FC236}">
                <a16:creationId xmlns:a16="http://schemas.microsoft.com/office/drawing/2014/main" id="{F5C716B5-8812-40F9-ABCB-DCB701FCBF11}"/>
              </a:ext>
            </a:extLst>
          </p:cNvPr>
          <p:cNvSpPr>
            <a:spLocks noGrp="1"/>
          </p:cNvSpPr>
          <p:nvPr/>
        </p:nvSpPr>
        <p:spPr>
          <a:xfrm>
            <a:off x="189331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4" name="F2_precision_recall_distributions_6258">
            <a:extLst>
              <a:ext uri="{FF2B5EF4-FFF2-40B4-BE49-F238E27FC236}">
                <a16:creationId xmlns:a16="http://schemas.microsoft.com/office/drawing/2014/main" id="{E7368E4C-04D1-4FF7-9963-F739D67422D3}"/>
              </a:ext>
            </a:extLst>
          </p:cNvPr>
          <p:cNvSpPr>
            <a:spLocks noGrp="1"/>
          </p:cNvSpPr>
          <p:nvPr/>
        </p:nvSpPr>
        <p:spPr>
          <a:xfrm>
            <a:off x="198717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5" name="F2_precision_recall_distributions_6259">
            <a:extLst>
              <a:ext uri="{FF2B5EF4-FFF2-40B4-BE49-F238E27FC236}">
                <a16:creationId xmlns:a16="http://schemas.microsoft.com/office/drawing/2014/main" id="{8CA47457-D5D3-4BCC-A636-D035BE295430}"/>
              </a:ext>
            </a:extLst>
          </p:cNvPr>
          <p:cNvSpPr>
            <a:spLocks noGrp="1"/>
          </p:cNvSpPr>
          <p:nvPr/>
        </p:nvSpPr>
        <p:spPr>
          <a:xfrm>
            <a:off x="17303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6" name="F2_precision_recall_distributions_6260">
            <a:extLst>
              <a:ext uri="{FF2B5EF4-FFF2-40B4-BE49-F238E27FC236}">
                <a16:creationId xmlns:a16="http://schemas.microsoft.com/office/drawing/2014/main" id="{3D6C12B6-01F3-4FED-AEE8-1827502EAC8C}"/>
              </a:ext>
            </a:extLst>
          </p:cNvPr>
          <p:cNvSpPr>
            <a:spLocks noGrp="1"/>
          </p:cNvSpPr>
          <p:nvPr/>
        </p:nvSpPr>
        <p:spPr>
          <a:xfrm>
            <a:off x="16936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7" name="F2_precision_recall_distributions_6261">
            <a:extLst>
              <a:ext uri="{FF2B5EF4-FFF2-40B4-BE49-F238E27FC236}">
                <a16:creationId xmlns:a16="http://schemas.microsoft.com/office/drawing/2014/main" id="{32C0B511-04D2-4A3A-9D11-146F881062D2}"/>
              </a:ext>
            </a:extLst>
          </p:cNvPr>
          <p:cNvSpPr>
            <a:spLocks noGrp="1"/>
          </p:cNvSpPr>
          <p:nvPr/>
        </p:nvSpPr>
        <p:spPr>
          <a:xfrm>
            <a:off x="18193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8" name="F2_precision_recall_distributions_6262">
            <a:extLst>
              <a:ext uri="{FF2B5EF4-FFF2-40B4-BE49-F238E27FC236}">
                <a16:creationId xmlns:a16="http://schemas.microsoft.com/office/drawing/2014/main" id="{77E2F4BF-54E5-4DBA-9C35-A02015F6767A}"/>
              </a:ext>
            </a:extLst>
          </p:cNvPr>
          <p:cNvSpPr>
            <a:spLocks noGrp="1"/>
          </p:cNvSpPr>
          <p:nvPr/>
        </p:nvSpPr>
        <p:spPr>
          <a:xfrm>
            <a:off x="1918705" y="59839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9" name="F2_precision_recall_distributions_6263">
            <a:extLst>
              <a:ext uri="{FF2B5EF4-FFF2-40B4-BE49-F238E27FC236}">
                <a16:creationId xmlns:a16="http://schemas.microsoft.com/office/drawing/2014/main" id="{75F7E018-FDE9-4BE0-8AEB-D180A03CA73B}"/>
              </a:ext>
            </a:extLst>
          </p:cNvPr>
          <p:cNvSpPr>
            <a:spLocks noGrp="1"/>
          </p:cNvSpPr>
          <p:nvPr/>
        </p:nvSpPr>
        <p:spPr>
          <a:xfrm>
            <a:off x="1795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0" name="F2_precision_recall_distributions_6264">
            <a:extLst>
              <a:ext uri="{FF2B5EF4-FFF2-40B4-BE49-F238E27FC236}">
                <a16:creationId xmlns:a16="http://schemas.microsoft.com/office/drawing/2014/main" id="{46F05F70-92AB-4AE1-B3EE-E5966DE3D8D7}"/>
              </a:ext>
            </a:extLst>
          </p:cNvPr>
          <p:cNvSpPr>
            <a:spLocks noGrp="1"/>
          </p:cNvSpPr>
          <p:nvPr/>
        </p:nvSpPr>
        <p:spPr>
          <a:xfrm>
            <a:off x="1743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1" name="F2_precision_recall_distributions_6265">
            <a:extLst>
              <a:ext uri="{FF2B5EF4-FFF2-40B4-BE49-F238E27FC236}">
                <a16:creationId xmlns:a16="http://schemas.microsoft.com/office/drawing/2014/main" id="{C30586A3-5C4B-492D-A7D1-D341A46CA34F}"/>
              </a:ext>
            </a:extLst>
          </p:cNvPr>
          <p:cNvSpPr>
            <a:spLocks noGrp="1"/>
          </p:cNvSpPr>
          <p:nvPr/>
        </p:nvSpPr>
        <p:spPr>
          <a:xfrm>
            <a:off x="1862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2" name="F2_precision_recall_distributions_6266">
            <a:extLst>
              <a:ext uri="{FF2B5EF4-FFF2-40B4-BE49-F238E27FC236}">
                <a16:creationId xmlns:a16="http://schemas.microsoft.com/office/drawing/2014/main" id="{52374F34-7E9C-4055-AF15-E98C6E6D5CCC}"/>
              </a:ext>
            </a:extLst>
          </p:cNvPr>
          <p:cNvSpPr>
            <a:spLocks noGrp="1"/>
          </p:cNvSpPr>
          <p:nvPr/>
        </p:nvSpPr>
        <p:spPr>
          <a:xfrm>
            <a:off x="170517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3" name="F2_precision_recall_distributions_6267">
            <a:extLst>
              <a:ext uri="{FF2B5EF4-FFF2-40B4-BE49-F238E27FC236}">
                <a16:creationId xmlns:a16="http://schemas.microsoft.com/office/drawing/2014/main" id="{75870093-7CE7-4AF7-ACE5-ABE538A7B377}"/>
              </a:ext>
            </a:extLst>
          </p:cNvPr>
          <p:cNvSpPr>
            <a:spLocks noGrp="1"/>
          </p:cNvSpPr>
          <p:nvPr/>
        </p:nvSpPr>
        <p:spPr>
          <a:xfrm>
            <a:off x="19331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4" name="F2_precision_recall_distributions_6268">
            <a:extLst>
              <a:ext uri="{FF2B5EF4-FFF2-40B4-BE49-F238E27FC236}">
                <a16:creationId xmlns:a16="http://schemas.microsoft.com/office/drawing/2014/main" id="{B7D263C2-5B8F-406D-BA24-62E35C1A0153}"/>
              </a:ext>
            </a:extLst>
          </p:cNvPr>
          <p:cNvSpPr>
            <a:spLocks noGrp="1"/>
          </p:cNvSpPr>
          <p:nvPr/>
        </p:nvSpPr>
        <p:spPr>
          <a:xfrm>
            <a:off x="172356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5" name="F2_precision_recall_distributions_6269">
            <a:extLst>
              <a:ext uri="{FF2B5EF4-FFF2-40B4-BE49-F238E27FC236}">
                <a16:creationId xmlns:a16="http://schemas.microsoft.com/office/drawing/2014/main" id="{A9BF9C2A-50E8-4DFC-BDC0-C38F57FCFB21}"/>
              </a:ext>
            </a:extLst>
          </p:cNvPr>
          <p:cNvSpPr>
            <a:spLocks noGrp="1"/>
          </p:cNvSpPr>
          <p:nvPr/>
        </p:nvSpPr>
        <p:spPr>
          <a:xfrm>
            <a:off x="19859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6" name="F2_precision_recall_distributions_6270">
            <a:extLst>
              <a:ext uri="{FF2B5EF4-FFF2-40B4-BE49-F238E27FC236}">
                <a16:creationId xmlns:a16="http://schemas.microsoft.com/office/drawing/2014/main" id="{74383D89-153C-451A-B0F5-313680067137}"/>
              </a:ext>
            </a:extLst>
          </p:cNvPr>
          <p:cNvSpPr>
            <a:spLocks noGrp="1"/>
          </p:cNvSpPr>
          <p:nvPr/>
        </p:nvSpPr>
        <p:spPr>
          <a:xfrm>
            <a:off x="197309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7" name="F2_precision_recall_distributions_6271">
            <a:extLst>
              <a:ext uri="{FF2B5EF4-FFF2-40B4-BE49-F238E27FC236}">
                <a16:creationId xmlns:a16="http://schemas.microsoft.com/office/drawing/2014/main" id="{4BDFDABA-5DC3-4FA0-8F55-B0903ED66CF4}"/>
              </a:ext>
            </a:extLst>
          </p:cNvPr>
          <p:cNvSpPr>
            <a:spLocks noGrp="1"/>
          </p:cNvSpPr>
          <p:nvPr/>
        </p:nvSpPr>
        <p:spPr>
          <a:xfrm>
            <a:off x="1781417" y="5895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8" name="F2_precision_recall_distributions_6272">
            <a:extLst>
              <a:ext uri="{FF2B5EF4-FFF2-40B4-BE49-F238E27FC236}">
                <a16:creationId xmlns:a16="http://schemas.microsoft.com/office/drawing/2014/main" id="{2E8CCFE0-34BD-40EF-BCE0-AB96E393281F}"/>
              </a:ext>
            </a:extLst>
          </p:cNvPr>
          <p:cNvSpPr>
            <a:spLocks noGrp="1"/>
          </p:cNvSpPr>
          <p:nvPr/>
        </p:nvSpPr>
        <p:spPr>
          <a:xfrm>
            <a:off x="1857356" y="5840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9" name="F2_precision_recall_distributions_6273">
            <a:extLst>
              <a:ext uri="{FF2B5EF4-FFF2-40B4-BE49-F238E27FC236}">
                <a16:creationId xmlns:a16="http://schemas.microsoft.com/office/drawing/2014/main" id="{8AB88951-3357-49D6-8111-CDE3F2F4D78F}"/>
              </a:ext>
            </a:extLst>
          </p:cNvPr>
          <p:cNvSpPr>
            <a:spLocks noGrp="1"/>
          </p:cNvSpPr>
          <p:nvPr/>
        </p:nvSpPr>
        <p:spPr>
          <a:xfrm>
            <a:off x="17111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0" name="F2_precision_recall_distributions_6274">
            <a:extLst>
              <a:ext uri="{FF2B5EF4-FFF2-40B4-BE49-F238E27FC236}">
                <a16:creationId xmlns:a16="http://schemas.microsoft.com/office/drawing/2014/main" id="{EC430205-AEB0-4317-8759-DCA73A31FC9E}"/>
              </a:ext>
            </a:extLst>
          </p:cNvPr>
          <p:cNvSpPr>
            <a:spLocks noGrp="1"/>
          </p:cNvSpPr>
          <p:nvPr/>
        </p:nvSpPr>
        <p:spPr>
          <a:xfrm>
            <a:off x="18717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1" name="F2_precision_recall_distributions_6275">
            <a:extLst>
              <a:ext uri="{FF2B5EF4-FFF2-40B4-BE49-F238E27FC236}">
                <a16:creationId xmlns:a16="http://schemas.microsoft.com/office/drawing/2014/main" id="{D8D5C7E0-C6B1-4193-A123-986F400DB503}"/>
              </a:ext>
            </a:extLst>
          </p:cNvPr>
          <p:cNvSpPr>
            <a:spLocks noGrp="1"/>
          </p:cNvSpPr>
          <p:nvPr/>
        </p:nvSpPr>
        <p:spPr>
          <a:xfrm>
            <a:off x="175892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2" name="F2_precision_recall_distributions_6276">
            <a:extLst>
              <a:ext uri="{FF2B5EF4-FFF2-40B4-BE49-F238E27FC236}">
                <a16:creationId xmlns:a16="http://schemas.microsoft.com/office/drawing/2014/main" id="{4E607041-D036-4B4B-8CDA-BAE2731A0855}"/>
              </a:ext>
            </a:extLst>
          </p:cNvPr>
          <p:cNvSpPr>
            <a:spLocks noGrp="1"/>
          </p:cNvSpPr>
          <p:nvPr/>
        </p:nvSpPr>
        <p:spPr>
          <a:xfrm>
            <a:off x="188811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3" name="F2_precision_recall_distributions_6277">
            <a:extLst>
              <a:ext uri="{FF2B5EF4-FFF2-40B4-BE49-F238E27FC236}">
                <a16:creationId xmlns:a16="http://schemas.microsoft.com/office/drawing/2014/main" id="{69F6D592-8B51-4569-951F-180A8CA76DAC}"/>
              </a:ext>
            </a:extLst>
          </p:cNvPr>
          <p:cNvSpPr>
            <a:spLocks noGrp="1"/>
          </p:cNvSpPr>
          <p:nvPr/>
        </p:nvSpPr>
        <p:spPr>
          <a:xfrm>
            <a:off x="17103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4" name="F2_precision_recall_distributions_6278">
            <a:extLst>
              <a:ext uri="{FF2B5EF4-FFF2-40B4-BE49-F238E27FC236}">
                <a16:creationId xmlns:a16="http://schemas.microsoft.com/office/drawing/2014/main" id="{83A87EAB-8EEA-4998-8A5D-2BEF371000AB}"/>
              </a:ext>
            </a:extLst>
          </p:cNvPr>
          <p:cNvSpPr>
            <a:spLocks noGrp="1"/>
          </p:cNvSpPr>
          <p:nvPr/>
        </p:nvSpPr>
        <p:spPr>
          <a:xfrm>
            <a:off x="19760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5" name="F2_precision_recall_distributions_6279">
            <a:extLst>
              <a:ext uri="{FF2B5EF4-FFF2-40B4-BE49-F238E27FC236}">
                <a16:creationId xmlns:a16="http://schemas.microsoft.com/office/drawing/2014/main" id="{0D95FF95-F5DD-4B9C-ADAE-9CACAD54673B}"/>
              </a:ext>
            </a:extLst>
          </p:cNvPr>
          <p:cNvSpPr>
            <a:spLocks noGrp="1"/>
          </p:cNvSpPr>
          <p:nvPr/>
        </p:nvSpPr>
        <p:spPr>
          <a:xfrm>
            <a:off x="2022705" y="586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6" name="F2_precision_recall_distributions_6280">
            <a:extLst>
              <a:ext uri="{FF2B5EF4-FFF2-40B4-BE49-F238E27FC236}">
                <a16:creationId xmlns:a16="http://schemas.microsoft.com/office/drawing/2014/main" id="{8CA3D50A-5EE2-40B0-B929-0B2303196A32}"/>
              </a:ext>
            </a:extLst>
          </p:cNvPr>
          <p:cNvSpPr>
            <a:spLocks noGrp="1"/>
          </p:cNvSpPr>
          <p:nvPr/>
        </p:nvSpPr>
        <p:spPr>
          <a:xfrm>
            <a:off x="176374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7" name="F2_precision_recall_distributions_6281">
            <a:extLst>
              <a:ext uri="{FF2B5EF4-FFF2-40B4-BE49-F238E27FC236}">
                <a16:creationId xmlns:a16="http://schemas.microsoft.com/office/drawing/2014/main" id="{BEA27E65-D807-41B9-83FC-8D261C849262}"/>
              </a:ext>
            </a:extLst>
          </p:cNvPr>
          <p:cNvSpPr>
            <a:spLocks noGrp="1"/>
          </p:cNvSpPr>
          <p:nvPr/>
        </p:nvSpPr>
        <p:spPr>
          <a:xfrm>
            <a:off x="19420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8" name="F2_precision_recall_distributions_6282">
            <a:extLst>
              <a:ext uri="{FF2B5EF4-FFF2-40B4-BE49-F238E27FC236}">
                <a16:creationId xmlns:a16="http://schemas.microsoft.com/office/drawing/2014/main" id="{3C2F23C3-75AD-4F07-A5F3-A64AAE0301B7}"/>
              </a:ext>
            </a:extLst>
          </p:cNvPr>
          <p:cNvSpPr>
            <a:spLocks noGrp="1"/>
          </p:cNvSpPr>
          <p:nvPr/>
        </p:nvSpPr>
        <p:spPr>
          <a:xfrm>
            <a:off x="19435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9" name="F2_precision_recall_distributions_6283">
            <a:extLst>
              <a:ext uri="{FF2B5EF4-FFF2-40B4-BE49-F238E27FC236}">
                <a16:creationId xmlns:a16="http://schemas.microsoft.com/office/drawing/2014/main" id="{973E4C06-9E43-44F2-82D4-87FD44E4E1DD}"/>
              </a:ext>
            </a:extLst>
          </p:cNvPr>
          <p:cNvSpPr>
            <a:spLocks noGrp="1"/>
          </p:cNvSpPr>
          <p:nvPr/>
        </p:nvSpPr>
        <p:spPr>
          <a:xfrm>
            <a:off x="16647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0" name="F2_precision_recall_distributions_6284">
            <a:extLst>
              <a:ext uri="{FF2B5EF4-FFF2-40B4-BE49-F238E27FC236}">
                <a16:creationId xmlns:a16="http://schemas.microsoft.com/office/drawing/2014/main" id="{EC7C205F-773D-4402-BB77-E039EE131EE2}"/>
              </a:ext>
            </a:extLst>
          </p:cNvPr>
          <p:cNvSpPr>
            <a:spLocks noGrp="1"/>
          </p:cNvSpPr>
          <p:nvPr/>
        </p:nvSpPr>
        <p:spPr>
          <a:xfrm>
            <a:off x="197495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1" name="F2_precision_recall_distributions_6285">
            <a:extLst>
              <a:ext uri="{FF2B5EF4-FFF2-40B4-BE49-F238E27FC236}">
                <a16:creationId xmlns:a16="http://schemas.microsoft.com/office/drawing/2014/main" id="{7C232665-4759-44BF-B86E-8063070474F0}"/>
              </a:ext>
            </a:extLst>
          </p:cNvPr>
          <p:cNvSpPr>
            <a:spLocks noGrp="1"/>
          </p:cNvSpPr>
          <p:nvPr/>
        </p:nvSpPr>
        <p:spPr>
          <a:xfrm>
            <a:off x="170313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2" name="F2_precision_recall_distributions_6286">
            <a:extLst>
              <a:ext uri="{FF2B5EF4-FFF2-40B4-BE49-F238E27FC236}">
                <a16:creationId xmlns:a16="http://schemas.microsoft.com/office/drawing/2014/main" id="{4ACA535D-D6F5-458D-9F3F-A8A17A2FB620}"/>
              </a:ext>
            </a:extLst>
          </p:cNvPr>
          <p:cNvSpPr>
            <a:spLocks noGrp="1"/>
          </p:cNvSpPr>
          <p:nvPr/>
        </p:nvSpPr>
        <p:spPr>
          <a:xfrm>
            <a:off x="193915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3" name="F2_precision_recall_distributions_6287">
            <a:extLst>
              <a:ext uri="{FF2B5EF4-FFF2-40B4-BE49-F238E27FC236}">
                <a16:creationId xmlns:a16="http://schemas.microsoft.com/office/drawing/2014/main" id="{AA38DE81-3CE3-4242-B620-2007C190E1DD}"/>
              </a:ext>
            </a:extLst>
          </p:cNvPr>
          <p:cNvSpPr>
            <a:spLocks noGrp="1"/>
          </p:cNvSpPr>
          <p:nvPr/>
        </p:nvSpPr>
        <p:spPr>
          <a:xfrm>
            <a:off x="187105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4" name="F2_precision_recall_distributions_6288">
            <a:extLst>
              <a:ext uri="{FF2B5EF4-FFF2-40B4-BE49-F238E27FC236}">
                <a16:creationId xmlns:a16="http://schemas.microsoft.com/office/drawing/2014/main" id="{B1877B86-FA35-4B36-8D7A-71784BE5C13D}"/>
              </a:ext>
            </a:extLst>
          </p:cNvPr>
          <p:cNvSpPr>
            <a:spLocks noGrp="1"/>
          </p:cNvSpPr>
          <p:nvPr/>
        </p:nvSpPr>
        <p:spPr>
          <a:xfrm>
            <a:off x="181259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5" name="F2_precision_recall_distributions_6289">
            <a:extLst>
              <a:ext uri="{FF2B5EF4-FFF2-40B4-BE49-F238E27FC236}">
                <a16:creationId xmlns:a16="http://schemas.microsoft.com/office/drawing/2014/main" id="{B81B5A05-1454-4741-988D-8EE785E85988}"/>
              </a:ext>
            </a:extLst>
          </p:cNvPr>
          <p:cNvSpPr>
            <a:spLocks noGrp="1"/>
          </p:cNvSpPr>
          <p:nvPr/>
        </p:nvSpPr>
        <p:spPr>
          <a:xfrm>
            <a:off x="17685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6" name="F2_precision_recall_distributions_6290">
            <a:extLst>
              <a:ext uri="{FF2B5EF4-FFF2-40B4-BE49-F238E27FC236}">
                <a16:creationId xmlns:a16="http://schemas.microsoft.com/office/drawing/2014/main" id="{76BCECA0-A5A9-4694-84E5-813515B1ED25}"/>
              </a:ext>
            </a:extLst>
          </p:cNvPr>
          <p:cNvSpPr>
            <a:spLocks noGrp="1"/>
          </p:cNvSpPr>
          <p:nvPr/>
        </p:nvSpPr>
        <p:spPr>
          <a:xfrm>
            <a:off x="1733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7" name="F2_precision_recall_distributions_6291">
            <a:extLst>
              <a:ext uri="{FF2B5EF4-FFF2-40B4-BE49-F238E27FC236}">
                <a16:creationId xmlns:a16="http://schemas.microsoft.com/office/drawing/2014/main" id="{43E3C95D-9FD2-4EA9-A28C-D1024EB6D452}"/>
              </a:ext>
            </a:extLst>
          </p:cNvPr>
          <p:cNvSpPr>
            <a:spLocks noGrp="1"/>
          </p:cNvSpPr>
          <p:nvPr/>
        </p:nvSpPr>
        <p:spPr>
          <a:xfrm>
            <a:off x="16805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8" name="F2_precision_recall_distributions_6292">
            <a:extLst>
              <a:ext uri="{FF2B5EF4-FFF2-40B4-BE49-F238E27FC236}">
                <a16:creationId xmlns:a16="http://schemas.microsoft.com/office/drawing/2014/main" id="{84545FC8-0FB2-4E6C-905F-694C0A1B40D8}"/>
              </a:ext>
            </a:extLst>
          </p:cNvPr>
          <p:cNvSpPr>
            <a:spLocks noGrp="1"/>
          </p:cNvSpPr>
          <p:nvPr/>
        </p:nvSpPr>
        <p:spPr>
          <a:xfrm>
            <a:off x="167422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9" name="F2_precision_recall_distributions_6293">
            <a:extLst>
              <a:ext uri="{FF2B5EF4-FFF2-40B4-BE49-F238E27FC236}">
                <a16:creationId xmlns:a16="http://schemas.microsoft.com/office/drawing/2014/main" id="{ECF6663D-15A6-4773-B2B0-D56BE2EEB43E}"/>
              </a:ext>
            </a:extLst>
          </p:cNvPr>
          <p:cNvSpPr>
            <a:spLocks noGrp="1"/>
          </p:cNvSpPr>
          <p:nvPr/>
        </p:nvSpPr>
        <p:spPr>
          <a:xfrm>
            <a:off x="1812176" y="59304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0" name="F2_precision_recall_distributions_6294">
            <a:extLst>
              <a:ext uri="{FF2B5EF4-FFF2-40B4-BE49-F238E27FC236}">
                <a16:creationId xmlns:a16="http://schemas.microsoft.com/office/drawing/2014/main" id="{670531B2-4832-4488-8B52-31A124F88CE5}"/>
              </a:ext>
            </a:extLst>
          </p:cNvPr>
          <p:cNvSpPr>
            <a:spLocks noGrp="1"/>
          </p:cNvSpPr>
          <p:nvPr/>
        </p:nvSpPr>
        <p:spPr>
          <a:xfrm>
            <a:off x="170111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1" name="F2_precision_recall_distributions_6295">
            <a:extLst>
              <a:ext uri="{FF2B5EF4-FFF2-40B4-BE49-F238E27FC236}">
                <a16:creationId xmlns:a16="http://schemas.microsoft.com/office/drawing/2014/main" id="{AC1D120C-C769-4366-878B-70FCD50C5D7A}"/>
              </a:ext>
            </a:extLst>
          </p:cNvPr>
          <p:cNvSpPr>
            <a:spLocks noGrp="1"/>
          </p:cNvSpPr>
          <p:nvPr/>
        </p:nvSpPr>
        <p:spPr>
          <a:xfrm>
            <a:off x="189170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2" name="F2_precision_recall_distributions_6296">
            <a:extLst>
              <a:ext uri="{FF2B5EF4-FFF2-40B4-BE49-F238E27FC236}">
                <a16:creationId xmlns:a16="http://schemas.microsoft.com/office/drawing/2014/main" id="{7C3045CE-731D-4D3F-9BD5-9270664A39BD}"/>
              </a:ext>
            </a:extLst>
          </p:cNvPr>
          <p:cNvSpPr>
            <a:spLocks noGrp="1"/>
          </p:cNvSpPr>
          <p:nvPr/>
        </p:nvSpPr>
        <p:spPr>
          <a:xfrm>
            <a:off x="172284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3" name="F2_precision_recall_distributions_6297">
            <a:extLst>
              <a:ext uri="{FF2B5EF4-FFF2-40B4-BE49-F238E27FC236}">
                <a16:creationId xmlns:a16="http://schemas.microsoft.com/office/drawing/2014/main" id="{11156416-92C9-41E1-B771-9A6BDD91D19E}"/>
              </a:ext>
            </a:extLst>
          </p:cNvPr>
          <p:cNvSpPr>
            <a:spLocks noGrp="1"/>
          </p:cNvSpPr>
          <p:nvPr/>
        </p:nvSpPr>
        <p:spPr>
          <a:xfrm>
            <a:off x="17190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4" name="F2_precision_recall_distributions_6298">
            <a:extLst>
              <a:ext uri="{FF2B5EF4-FFF2-40B4-BE49-F238E27FC236}">
                <a16:creationId xmlns:a16="http://schemas.microsoft.com/office/drawing/2014/main" id="{FCC86738-BC44-40FF-9DC9-9B469BBDE5B3}"/>
              </a:ext>
            </a:extLst>
          </p:cNvPr>
          <p:cNvSpPr>
            <a:spLocks noGrp="1"/>
          </p:cNvSpPr>
          <p:nvPr/>
        </p:nvSpPr>
        <p:spPr>
          <a:xfrm>
            <a:off x="17290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5" name="F2_precision_recall_distributions_6299">
            <a:extLst>
              <a:ext uri="{FF2B5EF4-FFF2-40B4-BE49-F238E27FC236}">
                <a16:creationId xmlns:a16="http://schemas.microsoft.com/office/drawing/2014/main" id="{22FFDC4F-7F6E-4176-9D1B-1790201F4509}"/>
              </a:ext>
            </a:extLst>
          </p:cNvPr>
          <p:cNvSpPr>
            <a:spLocks noGrp="1"/>
          </p:cNvSpPr>
          <p:nvPr/>
        </p:nvSpPr>
        <p:spPr>
          <a:xfrm>
            <a:off x="190855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6" name="F2_precision_recall_distributions_6300">
            <a:extLst>
              <a:ext uri="{FF2B5EF4-FFF2-40B4-BE49-F238E27FC236}">
                <a16:creationId xmlns:a16="http://schemas.microsoft.com/office/drawing/2014/main" id="{3D44C58D-2B1A-4CEF-A20F-2923CF84D2D6}"/>
              </a:ext>
            </a:extLst>
          </p:cNvPr>
          <p:cNvSpPr>
            <a:spLocks noGrp="1"/>
          </p:cNvSpPr>
          <p:nvPr/>
        </p:nvSpPr>
        <p:spPr>
          <a:xfrm>
            <a:off x="177989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7" name="F2_precision_recall_distributions_6301">
            <a:extLst>
              <a:ext uri="{FF2B5EF4-FFF2-40B4-BE49-F238E27FC236}">
                <a16:creationId xmlns:a16="http://schemas.microsoft.com/office/drawing/2014/main" id="{EF28D746-11B9-410F-9C90-FF1E5DCC348F}"/>
              </a:ext>
            </a:extLst>
          </p:cNvPr>
          <p:cNvSpPr>
            <a:spLocks noGrp="1"/>
          </p:cNvSpPr>
          <p:nvPr/>
        </p:nvSpPr>
        <p:spPr>
          <a:xfrm>
            <a:off x="176100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8" name="F2_precision_recall_distributions_6302">
            <a:extLst>
              <a:ext uri="{FF2B5EF4-FFF2-40B4-BE49-F238E27FC236}">
                <a16:creationId xmlns:a16="http://schemas.microsoft.com/office/drawing/2014/main" id="{78D4AD7A-5A1F-4D98-800C-2135C989CC9D}"/>
              </a:ext>
            </a:extLst>
          </p:cNvPr>
          <p:cNvSpPr>
            <a:spLocks noGrp="1"/>
          </p:cNvSpPr>
          <p:nvPr/>
        </p:nvSpPr>
        <p:spPr>
          <a:xfrm>
            <a:off x="182314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9" name="F2_precision_recall_distributions_6303">
            <a:extLst>
              <a:ext uri="{FF2B5EF4-FFF2-40B4-BE49-F238E27FC236}">
                <a16:creationId xmlns:a16="http://schemas.microsoft.com/office/drawing/2014/main" id="{0FB00248-1F40-47D0-B666-65975C1FF7AC}"/>
              </a:ext>
            </a:extLst>
          </p:cNvPr>
          <p:cNvSpPr>
            <a:spLocks noGrp="1"/>
          </p:cNvSpPr>
          <p:nvPr/>
        </p:nvSpPr>
        <p:spPr>
          <a:xfrm>
            <a:off x="170674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0" name="F2_precision_recall_distributions_6304">
            <a:extLst>
              <a:ext uri="{FF2B5EF4-FFF2-40B4-BE49-F238E27FC236}">
                <a16:creationId xmlns:a16="http://schemas.microsoft.com/office/drawing/2014/main" id="{47AF89A5-7C58-459F-BA6A-B8C3DF45DB3C}"/>
              </a:ext>
            </a:extLst>
          </p:cNvPr>
          <p:cNvSpPr>
            <a:spLocks noGrp="1"/>
          </p:cNvSpPr>
          <p:nvPr/>
        </p:nvSpPr>
        <p:spPr>
          <a:xfrm>
            <a:off x="1773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1" name="F2_precision_recall_distributions_6305">
            <a:extLst>
              <a:ext uri="{FF2B5EF4-FFF2-40B4-BE49-F238E27FC236}">
                <a16:creationId xmlns:a16="http://schemas.microsoft.com/office/drawing/2014/main" id="{B8A38349-B322-4D5A-91EC-6A267D0092BC}"/>
              </a:ext>
            </a:extLst>
          </p:cNvPr>
          <p:cNvSpPr>
            <a:spLocks noGrp="1"/>
          </p:cNvSpPr>
          <p:nvPr/>
        </p:nvSpPr>
        <p:spPr>
          <a:xfrm>
            <a:off x="193492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2" name="F2_precision_recall_distributions_6306">
            <a:extLst>
              <a:ext uri="{FF2B5EF4-FFF2-40B4-BE49-F238E27FC236}">
                <a16:creationId xmlns:a16="http://schemas.microsoft.com/office/drawing/2014/main" id="{3ADDF060-08E6-4504-8B70-4AACC5FD0007}"/>
              </a:ext>
            </a:extLst>
          </p:cNvPr>
          <p:cNvSpPr>
            <a:spLocks noGrp="1"/>
          </p:cNvSpPr>
          <p:nvPr/>
        </p:nvSpPr>
        <p:spPr>
          <a:xfrm>
            <a:off x="1894211" y="63697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3" name="F2_precision_recall_distributions_6307">
            <a:extLst>
              <a:ext uri="{FF2B5EF4-FFF2-40B4-BE49-F238E27FC236}">
                <a16:creationId xmlns:a16="http://schemas.microsoft.com/office/drawing/2014/main" id="{A230F767-0F8F-4EB6-8311-12C9CC5948E7}"/>
              </a:ext>
            </a:extLst>
          </p:cNvPr>
          <p:cNvSpPr>
            <a:spLocks noGrp="1"/>
          </p:cNvSpPr>
          <p:nvPr/>
        </p:nvSpPr>
        <p:spPr>
          <a:xfrm>
            <a:off x="18010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4" name="F2_precision_recall_distributions_6308">
            <a:extLst>
              <a:ext uri="{FF2B5EF4-FFF2-40B4-BE49-F238E27FC236}">
                <a16:creationId xmlns:a16="http://schemas.microsoft.com/office/drawing/2014/main" id="{207369F1-94CF-40AD-A7A7-109FA9A2DF5B}"/>
              </a:ext>
            </a:extLst>
          </p:cNvPr>
          <p:cNvSpPr>
            <a:spLocks noGrp="1"/>
          </p:cNvSpPr>
          <p:nvPr/>
        </p:nvSpPr>
        <p:spPr>
          <a:xfrm>
            <a:off x="1899286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5" name="F2_precision_recall_distributions_6309">
            <a:extLst>
              <a:ext uri="{FF2B5EF4-FFF2-40B4-BE49-F238E27FC236}">
                <a16:creationId xmlns:a16="http://schemas.microsoft.com/office/drawing/2014/main" id="{8B4AA60C-9FD2-4F3D-A22E-B58B7CB3F07E}"/>
              </a:ext>
            </a:extLst>
          </p:cNvPr>
          <p:cNvSpPr>
            <a:spLocks noGrp="1"/>
          </p:cNvSpPr>
          <p:nvPr/>
        </p:nvSpPr>
        <p:spPr>
          <a:xfrm>
            <a:off x="187202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6" name="F2_precision_recall_distributions_6310">
            <a:extLst>
              <a:ext uri="{FF2B5EF4-FFF2-40B4-BE49-F238E27FC236}">
                <a16:creationId xmlns:a16="http://schemas.microsoft.com/office/drawing/2014/main" id="{79B34524-620E-48F2-84D7-535ECF2742E1}"/>
              </a:ext>
            </a:extLst>
          </p:cNvPr>
          <p:cNvSpPr>
            <a:spLocks noGrp="1"/>
          </p:cNvSpPr>
          <p:nvPr/>
        </p:nvSpPr>
        <p:spPr>
          <a:xfrm>
            <a:off x="18340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7" name="F2_precision_recall_distributions_6311">
            <a:extLst>
              <a:ext uri="{FF2B5EF4-FFF2-40B4-BE49-F238E27FC236}">
                <a16:creationId xmlns:a16="http://schemas.microsoft.com/office/drawing/2014/main" id="{B4CC50E5-0943-4A16-923B-597B4F12CC74}"/>
              </a:ext>
            </a:extLst>
          </p:cNvPr>
          <p:cNvSpPr>
            <a:spLocks noGrp="1"/>
          </p:cNvSpPr>
          <p:nvPr/>
        </p:nvSpPr>
        <p:spPr>
          <a:xfrm>
            <a:off x="17384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8" name="F2_precision_recall_distributions_6312">
            <a:extLst>
              <a:ext uri="{FF2B5EF4-FFF2-40B4-BE49-F238E27FC236}">
                <a16:creationId xmlns:a16="http://schemas.microsoft.com/office/drawing/2014/main" id="{E5E2D5AA-5BFA-40BB-AA2A-DCA5799DC12A}"/>
              </a:ext>
            </a:extLst>
          </p:cNvPr>
          <p:cNvSpPr>
            <a:spLocks noGrp="1"/>
          </p:cNvSpPr>
          <p:nvPr/>
        </p:nvSpPr>
        <p:spPr>
          <a:xfrm>
            <a:off x="185657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9" name="F2_precision_recall_distributions_6313">
            <a:extLst>
              <a:ext uri="{FF2B5EF4-FFF2-40B4-BE49-F238E27FC236}">
                <a16:creationId xmlns:a16="http://schemas.microsoft.com/office/drawing/2014/main" id="{CC0BA280-FD46-4F4F-86E3-A67B1B5AB9B7}"/>
              </a:ext>
            </a:extLst>
          </p:cNvPr>
          <p:cNvSpPr>
            <a:spLocks noGrp="1"/>
          </p:cNvSpPr>
          <p:nvPr/>
        </p:nvSpPr>
        <p:spPr>
          <a:xfrm>
            <a:off x="172553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0" name="F2_precision_recall_distributions_6314">
            <a:extLst>
              <a:ext uri="{FF2B5EF4-FFF2-40B4-BE49-F238E27FC236}">
                <a16:creationId xmlns:a16="http://schemas.microsoft.com/office/drawing/2014/main" id="{998992DF-E623-41F1-9602-9860CFDC45F2}"/>
              </a:ext>
            </a:extLst>
          </p:cNvPr>
          <p:cNvSpPr>
            <a:spLocks noGrp="1"/>
          </p:cNvSpPr>
          <p:nvPr/>
        </p:nvSpPr>
        <p:spPr>
          <a:xfrm>
            <a:off x="17497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1" name="F2_precision_recall_distributions_6315">
            <a:extLst>
              <a:ext uri="{FF2B5EF4-FFF2-40B4-BE49-F238E27FC236}">
                <a16:creationId xmlns:a16="http://schemas.microsoft.com/office/drawing/2014/main" id="{25DBEB00-E3C4-492B-90EE-E04FA23D4A58}"/>
              </a:ext>
            </a:extLst>
          </p:cNvPr>
          <p:cNvSpPr>
            <a:spLocks noGrp="1"/>
          </p:cNvSpPr>
          <p:nvPr/>
        </p:nvSpPr>
        <p:spPr>
          <a:xfrm>
            <a:off x="198063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2" name="F2_precision_recall_distributions_6316">
            <a:extLst>
              <a:ext uri="{FF2B5EF4-FFF2-40B4-BE49-F238E27FC236}">
                <a16:creationId xmlns:a16="http://schemas.microsoft.com/office/drawing/2014/main" id="{970DA88C-2D78-4A7B-8079-E90B2317E414}"/>
              </a:ext>
            </a:extLst>
          </p:cNvPr>
          <p:cNvSpPr>
            <a:spLocks noGrp="1"/>
          </p:cNvSpPr>
          <p:nvPr/>
        </p:nvSpPr>
        <p:spPr>
          <a:xfrm>
            <a:off x="17659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3" name="F2_precision_recall_distributions_6317">
            <a:extLst>
              <a:ext uri="{FF2B5EF4-FFF2-40B4-BE49-F238E27FC236}">
                <a16:creationId xmlns:a16="http://schemas.microsoft.com/office/drawing/2014/main" id="{DD746958-628D-4AB6-B31C-6C820B689AFF}"/>
              </a:ext>
            </a:extLst>
          </p:cNvPr>
          <p:cNvSpPr>
            <a:spLocks noGrp="1"/>
          </p:cNvSpPr>
          <p:nvPr/>
        </p:nvSpPr>
        <p:spPr>
          <a:xfrm>
            <a:off x="1809651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4" name="F2_precision_recall_distributions_6318">
            <a:extLst>
              <a:ext uri="{FF2B5EF4-FFF2-40B4-BE49-F238E27FC236}">
                <a16:creationId xmlns:a16="http://schemas.microsoft.com/office/drawing/2014/main" id="{C323D4D3-B12E-48B8-8784-834F398A1630}"/>
              </a:ext>
            </a:extLst>
          </p:cNvPr>
          <p:cNvSpPr>
            <a:spLocks noGrp="1"/>
          </p:cNvSpPr>
          <p:nvPr/>
        </p:nvSpPr>
        <p:spPr>
          <a:xfrm>
            <a:off x="187644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5" name="F2_precision_recall_distributions_6319">
            <a:extLst>
              <a:ext uri="{FF2B5EF4-FFF2-40B4-BE49-F238E27FC236}">
                <a16:creationId xmlns:a16="http://schemas.microsoft.com/office/drawing/2014/main" id="{43DFA22F-B4EB-4BC3-A78B-DE478DD65BA0}"/>
              </a:ext>
            </a:extLst>
          </p:cNvPr>
          <p:cNvSpPr>
            <a:spLocks noGrp="1"/>
          </p:cNvSpPr>
          <p:nvPr/>
        </p:nvSpPr>
        <p:spPr>
          <a:xfrm>
            <a:off x="20025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6" name="F2_precision_recall_distributions_6320">
            <a:extLst>
              <a:ext uri="{FF2B5EF4-FFF2-40B4-BE49-F238E27FC236}">
                <a16:creationId xmlns:a16="http://schemas.microsoft.com/office/drawing/2014/main" id="{4C7DC45B-A8BA-4E27-A27C-CD9EB348FFB1}"/>
              </a:ext>
            </a:extLst>
          </p:cNvPr>
          <p:cNvSpPr>
            <a:spLocks noGrp="1"/>
          </p:cNvSpPr>
          <p:nvPr/>
        </p:nvSpPr>
        <p:spPr>
          <a:xfrm>
            <a:off x="1729369" y="58592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7" name="F2_precision_recall_distributions_6321">
            <a:extLst>
              <a:ext uri="{FF2B5EF4-FFF2-40B4-BE49-F238E27FC236}">
                <a16:creationId xmlns:a16="http://schemas.microsoft.com/office/drawing/2014/main" id="{FBF1D30F-06CC-4C27-85DC-428E678F9ACC}"/>
              </a:ext>
            </a:extLst>
          </p:cNvPr>
          <p:cNvSpPr>
            <a:spLocks noGrp="1"/>
          </p:cNvSpPr>
          <p:nvPr/>
        </p:nvSpPr>
        <p:spPr>
          <a:xfrm>
            <a:off x="1978605" y="58214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8" name="F2_precision_recall_distributions_6322">
            <a:extLst>
              <a:ext uri="{FF2B5EF4-FFF2-40B4-BE49-F238E27FC236}">
                <a16:creationId xmlns:a16="http://schemas.microsoft.com/office/drawing/2014/main" id="{0555ECEC-1E73-4F64-A6EC-4D0BB44BB88E}"/>
              </a:ext>
            </a:extLst>
          </p:cNvPr>
          <p:cNvSpPr>
            <a:spLocks noGrp="1"/>
          </p:cNvSpPr>
          <p:nvPr/>
        </p:nvSpPr>
        <p:spPr>
          <a:xfrm>
            <a:off x="171330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9" name="F2_precision_recall_distributions_6323">
            <a:extLst>
              <a:ext uri="{FF2B5EF4-FFF2-40B4-BE49-F238E27FC236}">
                <a16:creationId xmlns:a16="http://schemas.microsoft.com/office/drawing/2014/main" id="{6152264E-7C88-45E1-8E65-EC4C693C2DE9}"/>
              </a:ext>
            </a:extLst>
          </p:cNvPr>
          <p:cNvSpPr>
            <a:spLocks noGrp="1"/>
          </p:cNvSpPr>
          <p:nvPr/>
        </p:nvSpPr>
        <p:spPr>
          <a:xfrm>
            <a:off x="19578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0" name="F2_precision_recall_distributions_6324">
            <a:extLst>
              <a:ext uri="{FF2B5EF4-FFF2-40B4-BE49-F238E27FC236}">
                <a16:creationId xmlns:a16="http://schemas.microsoft.com/office/drawing/2014/main" id="{48A4E3F3-F7B5-4627-B604-B25F0738BBCF}"/>
              </a:ext>
            </a:extLst>
          </p:cNvPr>
          <p:cNvSpPr>
            <a:spLocks noGrp="1"/>
          </p:cNvSpPr>
          <p:nvPr/>
        </p:nvSpPr>
        <p:spPr>
          <a:xfrm>
            <a:off x="172899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1" name="F2_precision_recall_distributions_6325">
            <a:extLst>
              <a:ext uri="{FF2B5EF4-FFF2-40B4-BE49-F238E27FC236}">
                <a16:creationId xmlns:a16="http://schemas.microsoft.com/office/drawing/2014/main" id="{BE9F10D2-0F35-4F82-8775-C13533B4454C}"/>
              </a:ext>
            </a:extLst>
          </p:cNvPr>
          <p:cNvSpPr>
            <a:spLocks noGrp="1"/>
          </p:cNvSpPr>
          <p:nvPr/>
        </p:nvSpPr>
        <p:spPr>
          <a:xfrm>
            <a:off x="1839875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2" name="F2_precision_recall_distributions_6326">
            <a:extLst>
              <a:ext uri="{FF2B5EF4-FFF2-40B4-BE49-F238E27FC236}">
                <a16:creationId xmlns:a16="http://schemas.microsoft.com/office/drawing/2014/main" id="{73DF39EC-2316-4352-AEBE-3365D85D0A4C}"/>
              </a:ext>
            </a:extLst>
          </p:cNvPr>
          <p:cNvSpPr>
            <a:spLocks noGrp="1"/>
          </p:cNvSpPr>
          <p:nvPr/>
        </p:nvSpPr>
        <p:spPr>
          <a:xfrm>
            <a:off x="197399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3" name="F2_precision_recall_distributions_6327">
            <a:extLst>
              <a:ext uri="{FF2B5EF4-FFF2-40B4-BE49-F238E27FC236}">
                <a16:creationId xmlns:a16="http://schemas.microsoft.com/office/drawing/2014/main" id="{40A15E47-00EF-4038-8F65-C2965A820783}"/>
              </a:ext>
            </a:extLst>
          </p:cNvPr>
          <p:cNvSpPr>
            <a:spLocks noGrp="1"/>
          </p:cNvSpPr>
          <p:nvPr/>
        </p:nvSpPr>
        <p:spPr>
          <a:xfrm>
            <a:off x="1717500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4" name="F2_precision_recall_distributions_6328">
            <a:extLst>
              <a:ext uri="{FF2B5EF4-FFF2-40B4-BE49-F238E27FC236}">
                <a16:creationId xmlns:a16="http://schemas.microsoft.com/office/drawing/2014/main" id="{A97FBD17-908F-4875-B556-E752FFEEEB17}"/>
              </a:ext>
            </a:extLst>
          </p:cNvPr>
          <p:cNvSpPr>
            <a:spLocks noGrp="1"/>
          </p:cNvSpPr>
          <p:nvPr/>
        </p:nvSpPr>
        <p:spPr>
          <a:xfrm>
            <a:off x="198218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5" name="F2_precision_recall_distributions_6329">
            <a:extLst>
              <a:ext uri="{FF2B5EF4-FFF2-40B4-BE49-F238E27FC236}">
                <a16:creationId xmlns:a16="http://schemas.microsoft.com/office/drawing/2014/main" id="{F21B41B6-B238-476B-AB15-BD539E81EC55}"/>
              </a:ext>
            </a:extLst>
          </p:cNvPr>
          <p:cNvSpPr>
            <a:spLocks noGrp="1"/>
          </p:cNvSpPr>
          <p:nvPr/>
        </p:nvSpPr>
        <p:spPr>
          <a:xfrm>
            <a:off x="166785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6" name="F2_precision_recall_distributions_6330">
            <a:extLst>
              <a:ext uri="{FF2B5EF4-FFF2-40B4-BE49-F238E27FC236}">
                <a16:creationId xmlns:a16="http://schemas.microsoft.com/office/drawing/2014/main" id="{36095FFD-9A06-4D44-9FFA-E6C3748FC86F}"/>
              </a:ext>
            </a:extLst>
          </p:cNvPr>
          <p:cNvSpPr>
            <a:spLocks noGrp="1"/>
          </p:cNvSpPr>
          <p:nvPr/>
        </p:nvSpPr>
        <p:spPr>
          <a:xfrm>
            <a:off x="1965920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7" name="F2_precision_recall_distributions_6331">
            <a:extLst>
              <a:ext uri="{FF2B5EF4-FFF2-40B4-BE49-F238E27FC236}">
                <a16:creationId xmlns:a16="http://schemas.microsoft.com/office/drawing/2014/main" id="{94736530-6EF9-4F92-80B9-5A596B0185C0}"/>
              </a:ext>
            </a:extLst>
          </p:cNvPr>
          <p:cNvSpPr>
            <a:spLocks noGrp="1"/>
          </p:cNvSpPr>
          <p:nvPr/>
        </p:nvSpPr>
        <p:spPr>
          <a:xfrm>
            <a:off x="1998890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8" name="F2_precision_recall_distributions_6332">
            <a:extLst>
              <a:ext uri="{FF2B5EF4-FFF2-40B4-BE49-F238E27FC236}">
                <a16:creationId xmlns:a16="http://schemas.microsoft.com/office/drawing/2014/main" id="{5C888E62-021C-4FEF-B985-72A1EE1CE0FF}"/>
              </a:ext>
            </a:extLst>
          </p:cNvPr>
          <p:cNvSpPr>
            <a:spLocks noGrp="1"/>
          </p:cNvSpPr>
          <p:nvPr/>
        </p:nvSpPr>
        <p:spPr>
          <a:xfrm>
            <a:off x="192994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9" name="F2_precision_recall_distributions_6333">
            <a:extLst>
              <a:ext uri="{FF2B5EF4-FFF2-40B4-BE49-F238E27FC236}">
                <a16:creationId xmlns:a16="http://schemas.microsoft.com/office/drawing/2014/main" id="{176E552B-3BCB-4D09-8109-4925AE9CDA16}"/>
              </a:ext>
            </a:extLst>
          </p:cNvPr>
          <p:cNvSpPr>
            <a:spLocks noGrp="1"/>
          </p:cNvSpPr>
          <p:nvPr/>
        </p:nvSpPr>
        <p:spPr>
          <a:xfrm>
            <a:off x="180596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0" name="F2_precision_recall_distributions_6334">
            <a:extLst>
              <a:ext uri="{FF2B5EF4-FFF2-40B4-BE49-F238E27FC236}">
                <a16:creationId xmlns:a16="http://schemas.microsoft.com/office/drawing/2014/main" id="{CC93EAC6-F1B6-4D5B-B7A4-E1DDE530306B}"/>
              </a:ext>
            </a:extLst>
          </p:cNvPr>
          <p:cNvSpPr>
            <a:spLocks noGrp="1"/>
          </p:cNvSpPr>
          <p:nvPr/>
        </p:nvSpPr>
        <p:spPr>
          <a:xfrm>
            <a:off x="1842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1" name="F2_precision_recall_distributions_6335">
            <a:extLst>
              <a:ext uri="{FF2B5EF4-FFF2-40B4-BE49-F238E27FC236}">
                <a16:creationId xmlns:a16="http://schemas.microsoft.com/office/drawing/2014/main" id="{F93E21FD-A7A0-4F96-9308-E9FCABD06415}"/>
              </a:ext>
            </a:extLst>
          </p:cNvPr>
          <p:cNvSpPr>
            <a:spLocks noGrp="1"/>
          </p:cNvSpPr>
          <p:nvPr/>
        </p:nvSpPr>
        <p:spPr>
          <a:xfrm>
            <a:off x="20055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2" name="F2_precision_recall_distributions_6336">
            <a:extLst>
              <a:ext uri="{FF2B5EF4-FFF2-40B4-BE49-F238E27FC236}">
                <a16:creationId xmlns:a16="http://schemas.microsoft.com/office/drawing/2014/main" id="{86349572-C925-45D0-A04B-4F901CF1AF48}"/>
              </a:ext>
            </a:extLst>
          </p:cNvPr>
          <p:cNvSpPr>
            <a:spLocks noGrp="1"/>
          </p:cNvSpPr>
          <p:nvPr/>
        </p:nvSpPr>
        <p:spPr>
          <a:xfrm>
            <a:off x="186830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3" name="F2_precision_recall_distributions_6337">
            <a:extLst>
              <a:ext uri="{FF2B5EF4-FFF2-40B4-BE49-F238E27FC236}">
                <a16:creationId xmlns:a16="http://schemas.microsoft.com/office/drawing/2014/main" id="{D332460E-A83C-4FF3-A508-F13987F8D045}"/>
              </a:ext>
            </a:extLst>
          </p:cNvPr>
          <p:cNvSpPr>
            <a:spLocks noGrp="1"/>
          </p:cNvSpPr>
          <p:nvPr/>
        </p:nvSpPr>
        <p:spPr>
          <a:xfrm>
            <a:off x="1839069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4" name="F2_precision_recall_distributions_6338">
            <a:extLst>
              <a:ext uri="{FF2B5EF4-FFF2-40B4-BE49-F238E27FC236}">
                <a16:creationId xmlns:a16="http://schemas.microsoft.com/office/drawing/2014/main" id="{6B5C0E9D-18DA-4266-9CFC-88C0487C8AE6}"/>
              </a:ext>
            </a:extLst>
          </p:cNvPr>
          <p:cNvSpPr>
            <a:spLocks noGrp="1"/>
          </p:cNvSpPr>
          <p:nvPr/>
        </p:nvSpPr>
        <p:spPr>
          <a:xfrm>
            <a:off x="1803620" y="6149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5" name="F2_precision_recall_distributions_6339">
            <a:extLst>
              <a:ext uri="{FF2B5EF4-FFF2-40B4-BE49-F238E27FC236}">
                <a16:creationId xmlns:a16="http://schemas.microsoft.com/office/drawing/2014/main" id="{CED575C7-7E7C-4FC4-BA4F-3EAF7AAD72F6}"/>
              </a:ext>
            </a:extLst>
          </p:cNvPr>
          <p:cNvSpPr>
            <a:spLocks noGrp="1"/>
          </p:cNvSpPr>
          <p:nvPr/>
        </p:nvSpPr>
        <p:spPr>
          <a:xfrm>
            <a:off x="1808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6" name="F2_precision_recall_distributions_6340">
            <a:extLst>
              <a:ext uri="{FF2B5EF4-FFF2-40B4-BE49-F238E27FC236}">
                <a16:creationId xmlns:a16="http://schemas.microsoft.com/office/drawing/2014/main" id="{DA6A2554-3D09-4CDB-B815-A35AF53727E9}"/>
              </a:ext>
            </a:extLst>
          </p:cNvPr>
          <p:cNvSpPr>
            <a:spLocks noGrp="1"/>
          </p:cNvSpPr>
          <p:nvPr/>
        </p:nvSpPr>
        <p:spPr>
          <a:xfrm>
            <a:off x="1801068" y="6093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7" name="F2_precision_recall_distributions_6341">
            <a:extLst>
              <a:ext uri="{FF2B5EF4-FFF2-40B4-BE49-F238E27FC236}">
                <a16:creationId xmlns:a16="http://schemas.microsoft.com/office/drawing/2014/main" id="{2731AB40-3B86-4AEC-AB21-E0D83DA1BF31}"/>
              </a:ext>
            </a:extLst>
          </p:cNvPr>
          <p:cNvSpPr>
            <a:spLocks noGrp="1"/>
          </p:cNvSpPr>
          <p:nvPr/>
        </p:nvSpPr>
        <p:spPr>
          <a:xfrm>
            <a:off x="18127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8" name="F2_precision_recall_distributions_6342">
            <a:extLst>
              <a:ext uri="{FF2B5EF4-FFF2-40B4-BE49-F238E27FC236}">
                <a16:creationId xmlns:a16="http://schemas.microsoft.com/office/drawing/2014/main" id="{100939DE-F6E9-4941-95E9-7E1F86A0E216}"/>
              </a:ext>
            </a:extLst>
          </p:cNvPr>
          <p:cNvSpPr>
            <a:spLocks noGrp="1"/>
          </p:cNvSpPr>
          <p:nvPr/>
        </p:nvSpPr>
        <p:spPr>
          <a:xfrm>
            <a:off x="19485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9" name="F2_precision_recall_distributions_6343">
            <a:extLst>
              <a:ext uri="{FF2B5EF4-FFF2-40B4-BE49-F238E27FC236}">
                <a16:creationId xmlns:a16="http://schemas.microsoft.com/office/drawing/2014/main" id="{4B197819-8958-4095-B04F-9FD8821FC06D}"/>
              </a:ext>
            </a:extLst>
          </p:cNvPr>
          <p:cNvSpPr>
            <a:spLocks noGrp="1"/>
          </p:cNvSpPr>
          <p:nvPr/>
        </p:nvSpPr>
        <p:spPr>
          <a:xfrm>
            <a:off x="18892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0" name="F2_precision_recall_distributions_6344">
            <a:extLst>
              <a:ext uri="{FF2B5EF4-FFF2-40B4-BE49-F238E27FC236}">
                <a16:creationId xmlns:a16="http://schemas.microsoft.com/office/drawing/2014/main" id="{E476C0B2-483F-4B40-A947-BCE60D7410A0}"/>
              </a:ext>
            </a:extLst>
          </p:cNvPr>
          <p:cNvSpPr>
            <a:spLocks noGrp="1"/>
          </p:cNvSpPr>
          <p:nvPr/>
        </p:nvSpPr>
        <p:spPr>
          <a:xfrm>
            <a:off x="17104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1" name="F2_precision_recall_distributions_6345">
            <a:extLst>
              <a:ext uri="{FF2B5EF4-FFF2-40B4-BE49-F238E27FC236}">
                <a16:creationId xmlns:a16="http://schemas.microsoft.com/office/drawing/2014/main" id="{1778E7ED-8D92-4863-AA3B-D9662D18856C}"/>
              </a:ext>
            </a:extLst>
          </p:cNvPr>
          <p:cNvSpPr>
            <a:spLocks noGrp="1"/>
          </p:cNvSpPr>
          <p:nvPr/>
        </p:nvSpPr>
        <p:spPr>
          <a:xfrm>
            <a:off x="1816751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2" name="F2_precision_recall_distributions_6346">
            <a:extLst>
              <a:ext uri="{FF2B5EF4-FFF2-40B4-BE49-F238E27FC236}">
                <a16:creationId xmlns:a16="http://schemas.microsoft.com/office/drawing/2014/main" id="{66922AC5-D797-4D33-A6CB-F54AAA297FFA}"/>
              </a:ext>
            </a:extLst>
          </p:cNvPr>
          <p:cNvSpPr>
            <a:spLocks noGrp="1"/>
          </p:cNvSpPr>
          <p:nvPr/>
        </p:nvSpPr>
        <p:spPr>
          <a:xfrm>
            <a:off x="2008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3" name="F2_precision_recall_distributions_6347">
            <a:extLst>
              <a:ext uri="{FF2B5EF4-FFF2-40B4-BE49-F238E27FC236}">
                <a16:creationId xmlns:a16="http://schemas.microsoft.com/office/drawing/2014/main" id="{CA97E84D-0F7F-41D2-9CD2-FF42290D9B41}"/>
              </a:ext>
            </a:extLst>
          </p:cNvPr>
          <p:cNvSpPr>
            <a:spLocks noGrp="1"/>
          </p:cNvSpPr>
          <p:nvPr/>
        </p:nvSpPr>
        <p:spPr>
          <a:xfrm>
            <a:off x="1853956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4" name="F2_precision_recall_distributions_6348">
            <a:extLst>
              <a:ext uri="{FF2B5EF4-FFF2-40B4-BE49-F238E27FC236}">
                <a16:creationId xmlns:a16="http://schemas.microsoft.com/office/drawing/2014/main" id="{C3A4D02F-809B-4C27-B000-9E228360793D}"/>
              </a:ext>
            </a:extLst>
          </p:cNvPr>
          <p:cNvSpPr>
            <a:spLocks noGrp="1"/>
          </p:cNvSpPr>
          <p:nvPr/>
        </p:nvSpPr>
        <p:spPr>
          <a:xfrm>
            <a:off x="18411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5" name="F2_precision_recall_distributions_6349">
            <a:extLst>
              <a:ext uri="{FF2B5EF4-FFF2-40B4-BE49-F238E27FC236}">
                <a16:creationId xmlns:a16="http://schemas.microsoft.com/office/drawing/2014/main" id="{2CB14256-6D92-4DFE-BBEE-E0A297158758}"/>
              </a:ext>
            </a:extLst>
          </p:cNvPr>
          <p:cNvSpPr>
            <a:spLocks noGrp="1"/>
          </p:cNvSpPr>
          <p:nvPr/>
        </p:nvSpPr>
        <p:spPr>
          <a:xfrm>
            <a:off x="16607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6" name="F2_precision_recall_distributions_6350">
            <a:extLst>
              <a:ext uri="{FF2B5EF4-FFF2-40B4-BE49-F238E27FC236}">
                <a16:creationId xmlns:a16="http://schemas.microsoft.com/office/drawing/2014/main" id="{ABD677A4-A169-473A-8EEF-BEF27F5675BE}"/>
              </a:ext>
            </a:extLst>
          </p:cNvPr>
          <p:cNvSpPr>
            <a:spLocks noGrp="1"/>
          </p:cNvSpPr>
          <p:nvPr/>
        </p:nvSpPr>
        <p:spPr>
          <a:xfrm>
            <a:off x="193199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7" name="F2_precision_recall_distributions_6351">
            <a:extLst>
              <a:ext uri="{FF2B5EF4-FFF2-40B4-BE49-F238E27FC236}">
                <a16:creationId xmlns:a16="http://schemas.microsoft.com/office/drawing/2014/main" id="{8A873C7B-8195-4025-876B-13857EA0343E}"/>
              </a:ext>
            </a:extLst>
          </p:cNvPr>
          <p:cNvSpPr>
            <a:spLocks noGrp="1"/>
          </p:cNvSpPr>
          <p:nvPr/>
        </p:nvSpPr>
        <p:spPr>
          <a:xfrm>
            <a:off x="267891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3538" name="F2_precision_recall_distributions_6352">
            <a:extLst>
              <a:ext uri="{FF2B5EF4-FFF2-40B4-BE49-F238E27FC236}">
                <a16:creationId xmlns:a16="http://schemas.microsoft.com/office/drawing/2014/main" id="{80C20801-B703-40C3-946E-4758C71962C2}"/>
              </a:ext>
            </a:extLst>
          </p:cNvPr>
          <p:cNvSpPr>
            <a:spLocks noGrp="1"/>
          </p:cNvSpPr>
          <p:nvPr/>
        </p:nvSpPr>
        <p:spPr>
          <a:xfrm>
            <a:off x="30693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9" name="F2_precision_recall_distributions_6353">
            <a:extLst>
              <a:ext uri="{FF2B5EF4-FFF2-40B4-BE49-F238E27FC236}">
                <a16:creationId xmlns:a16="http://schemas.microsoft.com/office/drawing/2014/main" id="{215A33EB-4A6A-4760-B4CE-D6E0E333E318}"/>
              </a:ext>
            </a:extLst>
          </p:cNvPr>
          <p:cNvSpPr>
            <a:spLocks noGrp="1"/>
          </p:cNvSpPr>
          <p:nvPr/>
        </p:nvSpPr>
        <p:spPr>
          <a:xfrm>
            <a:off x="3103007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0" name="F2_precision_recall_distributions_6354">
            <a:extLst>
              <a:ext uri="{FF2B5EF4-FFF2-40B4-BE49-F238E27FC236}">
                <a16:creationId xmlns:a16="http://schemas.microsoft.com/office/drawing/2014/main" id="{A60D072E-94E2-4ACE-8040-5D7E874A89C0}"/>
              </a:ext>
            </a:extLst>
          </p:cNvPr>
          <p:cNvSpPr>
            <a:spLocks noGrp="1"/>
          </p:cNvSpPr>
          <p:nvPr/>
        </p:nvSpPr>
        <p:spPr>
          <a:xfrm>
            <a:off x="309833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1" name="F2_precision_recall_distributions_6355">
            <a:extLst>
              <a:ext uri="{FF2B5EF4-FFF2-40B4-BE49-F238E27FC236}">
                <a16:creationId xmlns:a16="http://schemas.microsoft.com/office/drawing/2014/main" id="{25C98FDC-0F70-4D27-BB67-70A005F70EEF}"/>
              </a:ext>
            </a:extLst>
          </p:cNvPr>
          <p:cNvSpPr>
            <a:spLocks noGrp="1"/>
          </p:cNvSpPr>
          <p:nvPr/>
        </p:nvSpPr>
        <p:spPr>
          <a:xfrm>
            <a:off x="2857178" y="6362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2" name="F2_precision_recall_distributions_6356">
            <a:extLst>
              <a:ext uri="{FF2B5EF4-FFF2-40B4-BE49-F238E27FC236}">
                <a16:creationId xmlns:a16="http://schemas.microsoft.com/office/drawing/2014/main" id="{A0E952C0-EFF5-4D00-A940-A1B80455192A}"/>
              </a:ext>
            </a:extLst>
          </p:cNvPr>
          <p:cNvSpPr>
            <a:spLocks noGrp="1"/>
          </p:cNvSpPr>
          <p:nvPr/>
        </p:nvSpPr>
        <p:spPr>
          <a:xfrm>
            <a:off x="3038625" y="5779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3" name="F2_precision_recall_distributions_6357">
            <a:extLst>
              <a:ext uri="{FF2B5EF4-FFF2-40B4-BE49-F238E27FC236}">
                <a16:creationId xmlns:a16="http://schemas.microsoft.com/office/drawing/2014/main" id="{72608DF1-052A-48E5-B24F-5EC7D03D277F}"/>
              </a:ext>
            </a:extLst>
          </p:cNvPr>
          <p:cNvSpPr>
            <a:spLocks noGrp="1"/>
          </p:cNvSpPr>
          <p:nvPr/>
        </p:nvSpPr>
        <p:spPr>
          <a:xfrm>
            <a:off x="303271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4" name="F2_precision_recall_distributions_6358">
            <a:extLst>
              <a:ext uri="{FF2B5EF4-FFF2-40B4-BE49-F238E27FC236}">
                <a16:creationId xmlns:a16="http://schemas.microsoft.com/office/drawing/2014/main" id="{80BCC5F5-3C55-46DB-872F-C71CF0D96600}"/>
              </a:ext>
            </a:extLst>
          </p:cNvPr>
          <p:cNvSpPr>
            <a:spLocks noGrp="1"/>
          </p:cNvSpPr>
          <p:nvPr/>
        </p:nvSpPr>
        <p:spPr>
          <a:xfrm>
            <a:off x="31204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5" name="F2_precision_recall_distributions_6359">
            <a:extLst>
              <a:ext uri="{FF2B5EF4-FFF2-40B4-BE49-F238E27FC236}">
                <a16:creationId xmlns:a16="http://schemas.microsoft.com/office/drawing/2014/main" id="{FBC7A06B-73CD-41DE-8800-5A9EA63885F6}"/>
              </a:ext>
            </a:extLst>
          </p:cNvPr>
          <p:cNvSpPr>
            <a:spLocks noGrp="1"/>
          </p:cNvSpPr>
          <p:nvPr/>
        </p:nvSpPr>
        <p:spPr>
          <a:xfrm>
            <a:off x="289578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6" name="F2_precision_recall_distributions_6360">
            <a:extLst>
              <a:ext uri="{FF2B5EF4-FFF2-40B4-BE49-F238E27FC236}">
                <a16:creationId xmlns:a16="http://schemas.microsoft.com/office/drawing/2014/main" id="{8697CC4F-3F4E-4EFE-AC5A-391C79730B24}"/>
              </a:ext>
            </a:extLst>
          </p:cNvPr>
          <p:cNvSpPr>
            <a:spLocks noGrp="1"/>
          </p:cNvSpPr>
          <p:nvPr/>
        </p:nvSpPr>
        <p:spPr>
          <a:xfrm>
            <a:off x="286787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7" name="F2_precision_recall_distributions_6361">
            <a:extLst>
              <a:ext uri="{FF2B5EF4-FFF2-40B4-BE49-F238E27FC236}">
                <a16:creationId xmlns:a16="http://schemas.microsoft.com/office/drawing/2014/main" id="{EC087528-3339-4E69-96E0-E876279DC902}"/>
              </a:ext>
            </a:extLst>
          </p:cNvPr>
          <p:cNvSpPr>
            <a:spLocks noGrp="1"/>
          </p:cNvSpPr>
          <p:nvPr/>
        </p:nvSpPr>
        <p:spPr>
          <a:xfrm>
            <a:off x="29174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8" name="F2_precision_recall_distributions_6362">
            <a:extLst>
              <a:ext uri="{FF2B5EF4-FFF2-40B4-BE49-F238E27FC236}">
                <a16:creationId xmlns:a16="http://schemas.microsoft.com/office/drawing/2014/main" id="{A98E8DA4-2118-48DB-82EF-F5BFD4CCFA25}"/>
              </a:ext>
            </a:extLst>
          </p:cNvPr>
          <p:cNvSpPr>
            <a:spLocks noGrp="1"/>
          </p:cNvSpPr>
          <p:nvPr/>
        </p:nvSpPr>
        <p:spPr>
          <a:xfrm>
            <a:off x="2837051" y="5954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9" name="F2_precision_recall_distributions_6363">
            <a:extLst>
              <a:ext uri="{FF2B5EF4-FFF2-40B4-BE49-F238E27FC236}">
                <a16:creationId xmlns:a16="http://schemas.microsoft.com/office/drawing/2014/main" id="{DD8ECF1F-233C-4884-811F-590F21D5981A}"/>
              </a:ext>
            </a:extLst>
          </p:cNvPr>
          <p:cNvSpPr>
            <a:spLocks noGrp="1"/>
          </p:cNvSpPr>
          <p:nvPr/>
        </p:nvSpPr>
        <p:spPr>
          <a:xfrm>
            <a:off x="29416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0" name="F2_precision_recall_distributions_6364">
            <a:extLst>
              <a:ext uri="{FF2B5EF4-FFF2-40B4-BE49-F238E27FC236}">
                <a16:creationId xmlns:a16="http://schemas.microsoft.com/office/drawing/2014/main" id="{E99AC49A-ADA9-4982-83E7-55DB7CC98B7A}"/>
              </a:ext>
            </a:extLst>
          </p:cNvPr>
          <p:cNvSpPr>
            <a:spLocks noGrp="1"/>
          </p:cNvSpPr>
          <p:nvPr/>
        </p:nvSpPr>
        <p:spPr>
          <a:xfrm>
            <a:off x="2940792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1" name="F2_precision_recall_distributions_6365">
            <a:extLst>
              <a:ext uri="{FF2B5EF4-FFF2-40B4-BE49-F238E27FC236}">
                <a16:creationId xmlns:a16="http://schemas.microsoft.com/office/drawing/2014/main" id="{6227D26A-983C-442E-A867-5F10BDCC1CB1}"/>
              </a:ext>
            </a:extLst>
          </p:cNvPr>
          <p:cNvSpPr>
            <a:spLocks noGrp="1"/>
          </p:cNvSpPr>
          <p:nvPr/>
        </p:nvSpPr>
        <p:spPr>
          <a:xfrm>
            <a:off x="281958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2" name="F2_precision_recall_distributions_6366">
            <a:extLst>
              <a:ext uri="{FF2B5EF4-FFF2-40B4-BE49-F238E27FC236}">
                <a16:creationId xmlns:a16="http://schemas.microsoft.com/office/drawing/2014/main" id="{95C7B6AE-1EAB-457A-9FC1-423507F28C66}"/>
              </a:ext>
            </a:extLst>
          </p:cNvPr>
          <p:cNvSpPr>
            <a:spLocks noGrp="1"/>
          </p:cNvSpPr>
          <p:nvPr/>
        </p:nvSpPr>
        <p:spPr>
          <a:xfrm>
            <a:off x="29150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3" name="F2_precision_recall_distributions_6367">
            <a:extLst>
              <a:ext uri="{FF2B5EF4-FFF2-40B4-BE49-F238E27FC236}">
                <a16:creationId xmlns:a16="http://schemas.microsoft.com/office/drawing/2014/main" id="{959E489F-6312-4C13-A190-120EFFCD352D}"/>
              </a:ext>
            </a:extLst>
          </p:cNvPr>
          <p:cNvSpPr>
            <a:spLocks noGrp="1"/>
          </p:cNvSpPr>
          <p:nvPr/>
        </p:nvSpPr>
        <p:spPr>
          <a:xfrm>
            <a:off x="31582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4" name="F2_precision_recall_distributions_6368">
            <a:extLst>
              <a:ext uri="{FF2B5EF4-FFF2-40B4-BE49-F238E27FC236}">
                <a16:creationId xmlns:a16="http://schemas.microsoft.com/office/drawing/2014/main" id="{6DCAACC1-F261-4F76-81F3-A62E1B9AE184}"/>
              </a:ext>
            </a:extLst>
          </p:cNvPr>
          <p:cNvSpPr>
            <a:spLocks noGrp="1"/>
          </p:cNvSpPr>
          <p:nvPr/>
        </p:nvSpPr>
        <p:spPr>
          <a:xfrm>
            <a:off x="30958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5" name="F2_precision_recall_distributions_6369">
            <a:extLst>
              <a:ext uri="{FF2B5EF4-FFF2-40B4-BE49-F238E27FC236}">
                <a16:creationId xmlns:a16="http://schemas.microsoft.com/office/drawing/2014/main" id="{752FCE28-EF6F-40C1-AF88-9BCB1E07B1CD}"/>
              </a:ext>
            </a:extLst>
          </p:cNvPr>
          <p:cNvSpPr>
            <a:spLocks noGrp="1"/>
          </p:cNvSpPr>
          <p:nvPr/>
        </p:nvSpPr>
        <p:spPr>
          <a:xfrm>
            <a:off x="298033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6" name="F2_precision_recall_distributions_6370">
            <a:extLst>
              <a:ext uri="{FF2B5EF4-FFF2-40B4-BE49-F238E27FC236}">
                <a16:creationId xmlns:a16="http://schemas.microsoft.com/office/drawing/2014/main" id="{018F012E-293E-4547-9A03-083D02D9893F}"/>
              </a:ext>
            </a:extLst>
          </p:cNvPr>
          <p:cNvSpPr>
            <a:spLocks noGrp="1"/>
          </p:cNvSpPr>
          <p:nvPr/>
        </p:nvSpPr>
        <p:spPr>
          <a:xfrm>
            <a:off x="30315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7" name="F2_precision_recall_distributions_6371">
            <a:extLst>
              <a:ext uri="{FF2B5EF4-FFF2-40B4-BE49-F238E27FC236}">
                <a16:creationId xmlns:a16="http://schemas.microsoft.com/office/drawing/2014/main" id="{D574FA1A-0E8D-47D2-A434-AC3E5E87898F}"/>
              </a:ext>
            </a:extLst>
          </p:cNvPr>
          <p:cNvSpPr>
            <a:spLocks noGrp="1"/>
          </p:cNvSpPr>
          <p:nvPr/>
        </p:nvSpPr>
        <p:spPr>
          <a:xfrm>
            <a:off x="308549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8" name="F2_precision_recall_distributions_6372">
            <a:extLst>
              <a:ext uri="{FF2B5EF4-FFF2-40B4-BE49-F238E27FC236}">
                <a16:creationId xmlns:a16="http://schemas.microsoft.com/office/drawing/2014/main" id="{410195DE-0B14-4068-985C-706DBCB03882}"/>
              </a:ext>
            </a:extLst>
          </p:cNvPr>
          <p:cNvSpPr>
            <a:spLocks noGrp="1"/>
          </p:cNvSpPr>
          <p:nvPr/>
        </p:nvSpPr>
        <p:spPr>
          <a:xfrm>
            <a:off x="3086660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9" name="F2_precision_recall_distributions_6373">
            <a:extLst>
              <a:ext uri="{FF2B5EF4-FFF2-40B4-BE49-F238E27FC236}">
                <a16:creationId xmlns:a16="http://schemas.microsoft.com/office/drawing/2014/main" id="{2DE6B8BD-6C9B-4A58-B6B6-01B5BF25A917}"/>
              </a:ext>
            </a:extLst>
          </p:cNvPr>
          <p:cNvSpPr>
            <a:spLocks noGrp="1"/>
          </p:cNvSpPr>
          <p:nvPr/>
        </p:nvSpPr>
        <p:spPr>
          <a:xfrm>
            <a:off x="28205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0" name="F2_precision_recall_distributions_6374">
            <a:extLst>
              <a:ext uri="{FF2B5EF4-FFF2-40B4-BE49-F238E27FC236}">
                <a16:creationId xmlns:a16="http://schemas.microsoft.com/office/drawing/2014/main" id="{1D53D79E-F987-4DF3-8D5F-9DADBBAE0D06}"/>
              </a:ext>
            </a:extLst>
          </p:cNvPr>
          <p:cNvSpPr>
            <a:spLocks noGrp="1"/>
          </p:cNvSpPr>
          <p:nvPr/>
        </p:nvSpPr>
        <p:spPr>
          <a:xfrm>
            <a:off x="292912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1" name="F2_precision_recall_distributions_6375">
            <a:extLst>
              <a:ext uri="{FF2B5EF4-FFF2-40B4-BE49-F238E27FC236}">
                <a16:creationId xmlns:a16="http://schemas.microsoft.com/office/drawing/2014/main" id="{28752DAE-99E0-43FC-964B-B38955439EB7}"/>
              </a:ext>
            </a:extLst>
          </p:cNvPr>
          <p:cNvSpPr>
            <a:spLocks noGrp="1"/>
          </p:cNvSpPr>
          <p:nvPr/>
        </p:nvSpPr>
        <p:spPr>
          <a:xfrm>
            <a:off x="308807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2" name="F2_precision_recall_distributions_6376">
            <a:extLst>
              <a:ext uri="{FF2B5EF4-FFF2-40B4-BE49-F238E27FC236}">
                <a16:creationId xmlns:a16="http://schemas.microsoft.com/office/drawing/2014/main" id="{B74CB92F-37C2-4087-9DEB-D4CE837F27B6}"/>
              </a:ext>
            </a:extLst>
          </p:cNvPr>
          <p:cNvSpPr>
            <a:spLocks noGrp="1"/>
          </p:cNvSpPr>
          <p:nvPr/>
        </p:nvSpPr>
        <p:spPr>
          <a:xfrm>
            <a:off x="315250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3" name="F2_precision_recall_distributions_6377">
            <a:extLst>
              <a:ext uri="{FF2B5EF4-FFF2-40B4-BE49-F238E27FC236}">
                <a16:creationId xmlns:a16="http://schemas.microsoft.com/office/drawing/2014/main" id="{68ECEA63-2CD4-45C3-81C4-159BCCDD1F02}"/>
              </a:ext>
            </a:extLst>
          </p:cNvPr>
          <p:cNvSpPr>
            <a:spLocks noGrp="1"/>
          </p:cNvSpPr>
          <p:nvPr/>
        </p:nvSpPr>
        <p:spPr>
          <a:xfrm>
            <a:off x="29962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4" name="F2_precision_recall_distributions_6378">
            <a:extLst>
              <a:ext uri="{FF2B5EF4-FFF2-40B4-BE49-F238E27FC236}">
                <a16:creationId xmlns:a16="http://schemas.microsoft.com/office/drawing/2014/main" id="{2A112956-1B51-4BF1-BBFE-8916FBA989D8}"/>
              </a:ext>
            </a:extLst>
          </p:cNvPr>
          <p:cNvSpPr>
            <a:spLocks noGrp="1"/>
          </p:cNvSpPr>
          <p:nvPr/>
        </p:nvSpPr>
        <p:spPr>
          <a:xfrm>
            <a:off x="28709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5" name="F2_precision_recall_distributions_6379">
            <a:extLst>
              <a:ext uri="{FF2B5EF4-FFF2-40B4-BE49-F238E27FC236}">
                <a16:creationId xmlns:a16="http://schemas.microsoft.com/office/drawing/2014/main" id="{6FA2BFB6-7D1B-4B80-BC16-2CE9076D5604}"/>
              </a:ext>
            </a:extLst>
          </p:cNvPr>
          <p:cNvSpPr>
            <a:spLocks noGrp="1"/>
          </p:cNvSpPr>
          <p:nvPr/>
        </p:nvSpPr>
        <p:spPr>
          <a:xfrm>
            <a:off x="2965731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6" name="F2_precision_recall_distributions_6380">
            <a:extLst>
              <a:ext uri="{FF2B5EF4-FFF2-40B4-BE49-F238E27FC236}">
                <a16:creationId xmlns:a16="http://schemas.microsoft.com/office/drawing/2014/main" id="{A8990AF1-5B5F-45CD-8280-B861CED53B62}"/>
              </a:ext>
            </a:extLst>
          </p:cNvPr>
          <p:cNvSpPr>
            <a:spLocks noGrp="1"/>
          </p:cNvSpPr>
          <p:nvPr/>
        </p:nvSpPr>
        <p:spPr>
          <a:xfrm>
            <a:off x="287770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7" name="F2_precision_recall_distributions_6381">
            <a:extLst>
              <a:ext uri="{FF2B5EF4-FFF2-40B4-BE49-F238E27FC236}">
                <a16:creationId xmlns:a16="http://schemas.microsoft.com/office/drawing/2014/main" id="{35769C6E-E23C-4B09-ADCD-E75ABEF5F7EF}"/>
              </a:ext>
            </a:extLst>
          </p:cNvPr>
          <p:cNvSpPr>
            <a:spLocks noGrp="1"/>
          </p:cNvSpPr>
          <p:nvPr/>
        </p:nvSpPr>
        <p:spPr>
          <a:xfrm>
            <a:off x="299911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8" name="F2_precision_recall_distributions_6382">
            <a:extLst>
              <a:ext uri="{FF2B5EF4-FFF2-40B4-BE49-F238E27FC236}">
                <a16:creationId xmlns:a16="http://schemas.microsoft.com/office/drawing/2014/main" id="{FA82691E-D721-4EDB-8CBE-4D90ED6BFC8C}"/>
              </a:ext>
            </a:extLst>
          </p:cNvPr>
          <p:cNvSpPr>
            <a:spLocks noGrp="1"/>
          </p:cNvSpPr>
          <p:nvPr/>
        </p:nvSpPr>
        <p:spPr>
          <a:xfrm>
            <a:off x="308101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9" name="F2_precision_recall_distributions_6383">
            <a:extLst>
              <a:ext uri="{FF2B5EF4-FFF2-40B4-BE49-F238E27FC236}">
                <a16:creationId xmlns:a16="http://schemas.microsoft.com/office/drawing/2014/main" id="{60708E5D-1780-4413-9BCF-5E320653FFE1}"/>
              </a:ext>
            </a:extLst>
          </p:cNvPr>
          <p:cNvSpPr>
            <a:spLocks noGrp="1"/>
          </p:cNvSpPr>
          <p:nvPr/>
        </p:nvSpPr>
        <p:spPr>
          <a:xfrm>
            <a:off x="3182580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0" name="F2_precision_recall_distributions_6384">
            <a:extLst>
              <a:ext uri="{FF2B5EF4-FFF2-40B4-BE49-F238E27FC236}">
                <a16:creationId xmlns:a16="http://schemas.microsoft.com/office/drawing/2014/main" id="{B0E536BC-45D3-4E90-A6D0-7819185FFE33}"/>
              </a:ext>
            </a:extLst>
          </p:cNvPr>
          <p:cNvSpPr>
            <a:spLocks noGrp="1"/>
          </p:cNvSpPr>
          <p:nvPr/>
        </p:nvSpPr>
        <p:spPr>
          <a:xfrm>
            <a:off x="31467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1" name="F2_precision_recall_distributions_6385">
            <a:extLst>
              <a:ext uri="{FF2B5EF4-FFF2-40B4-BE49-F238E27FC236}">
                <a16:creationId xmlns:a16="http://schemas.microsoft.com/office/drawing/2014/main" id="{313700BE-FA1D-4D5D-9741-09C85BD6E8A2}"/>
              </a:ext>
            </a:extLst>
          </p:cNvPr>
          <p:cNvSpPr>
            <a:spLocks noGrp="1"/>
          </p:cNvSpPr>
          <p:nvPr/>
        </p:nvSpPr>
        <p:spPr>
          <a:xfrm>
            <a:off x="309083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2" name="F2_precision_recall_distributions_6386">
            <a:extLst>
              <a:ext uri="{FF2B5EF4-FFF2-40B4-BE49-F238E27FC236}">
                <a16:creationId xmlns:a16="http://schemas.microsoft.com/office/drawing/2014/main" id="{1BA6FCB4-9B05-4AF5-BC26-FBBFD214509E}"/>
              </a:ext>
            </a:extLst>
          </p:cNvPr>
          <p:cNvSpPr>
            <a:spLocks noGrp="1"/>
          </p:cNvSpPr>
          <p:nvPr/>
        </p:nvSpPr>
        <p:spPr>
          <a:xfrm>
            <a:off x="313917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3" name="F2_precision_recall_distributions_6387">
            <a:extLst>
              <a:ext uri="{FF2B5EF4-FFF2-40B4-BE49-F238E27FC236}">
                <a16:creationId xmlns:a16="http://schemas.microsoft.com/office/drawing/2014/main" id="{A42B1637-35E9-4F3F-950F-1ECDCDDD1DFC}"/>
              </a:ext>
            </a:extLst>
          </p:cNvPr>
          <p:cNvSpPr>
            <a:spLocks noGrp="1"/>
          </p:cNvSpPr>
          <p:nvPr/>
        </p:nvSpPr>
        <p:spPr>
          <a:xfrm>
            <a:off x="30757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4" name="F2_precision_recall_distributions_6388">
            <a:extLst>
              <a:ext uri="{FF2B5EF4-FFF2-40B4-BE49-F238E27FC236}">
                <a16:creationId xmlns:a16="http://schemas.microsoft.com/office/drawing/2014/main" id="{B5E9BEB2-CADB-41FF-B577-6372A45A5BBC}"/>
              </a:ext>
            </a:extLst>
          </p:cNvPr>
          <p:cNvSpPr>
            <a:spLocks noGrp="1"/>
          </p:cNvSpPr>
          <p:nvPr/>
        </p:nvSpPr>
        <p:spPr>
          <a:xfrm>
            <a:off x="30760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5" name="F2_precision_recall_distributions_6389">
            <a:extLst>
              <a:ext uri="{FF2B5EF4-FFF2-40B4-BE49-F238E27FC236}">
                <a16:creationId xmlns:a16="http://schemas.microsoft.com/office/drawing/2014/main" id="{99F16098-C652-4FA7-BF78-A3737DB47A62}"/>
              </a:ext>
            </a:extLst>
          </p:cNvPr>
          <p:cNvSpPr>
            <a:spLocks noGrp="1"/>
          </p:cNvSpPr>
          <p:nvPr/>
        </p:nvSpPr>
        <p:spPr>
          <a:xfrm>
            <a:off x="288324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6" name="F2_precision_recall_distributions_6390">
            <a:extLst>
              <a:ext uri="{FF2B5EF4-FFF2-40B4-BE49-F238E27FC236}">
                <a16:creationId xmlns:a16="http://schemas.microsoft.com/office/drawing/2014/main" id="{53EC2C49-4027-4439-B30D-BD3C1A0A7173}"/>
              </a:ext>
            </a:extLst>
          </p:cNvPr>
          <p:cNvSpPr>
            <a:spLocks noGrp="1"/>
          </p:cNvSpPr>
          <p:nvPr/>
        </p:nvSpPr>
        <p:spPr>
          <a:xfrm>
            <a:off x="305985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7" name="F2_precision_recall_distributions_6391">
            <a:extLst>
              <a:ext uri="{FF2B5EF4-FFF2-40B4-BE49-F238E27FC236}">
                <a16:creationId xmlns:a16="http://schemas.microsoft.com/office/drawing/2014/main" id="{66BDEAB8-A2E1-4379-AC91-94AB3E877BBD}"/>
              </a:ext>
            </a:extLst>
          </p:cNvPr>
          <p:cNvSpPr>
            <a:spLocks noGrp="1"/>
          </p:cNvSpPr>
          <p:nvPr/>
        </p:nvSpPr>
        <p:spPr>
          <a:xfrm>
            <a:off x="3169918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8" name="F2_precision_recall_distributions_6392">
            <a:extLst>
              <a:ext uri="{FF2B5EF4-FFF2-40B4-BE49-F238E27FC236}">
                <a16:creationId xmlns:a16="http://schemas.microsoft.com/office/drawing/2014/main" id="{FC404795-79A2-48C3-8689-F5BFCB1465DA}"/>
              </a:ext>
            </a:extLst>
          </p:cNvPr>
          <p:cNvSpPr>
            <a:spLocks noGrp="1"/>
          </p:cNvSpPr>
          <p:nvPr/>
        </p:nvSpPr>
        <p:spPr>
          <a:xfrm>
            <a:off x="28878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9" name="F2_precision_recall_distributions_6393">
            <a:extLst>
              <a:ext uri="{FF2B5EF4-FFF2-40B4-BE49-F238E27FC236}">
                <a16:creationId xmlns:a16="http://schemas.microsoft.com/office/drawing/2014/main" id="{E6D0B357-2C41-46BF-A69A-A5346D3B5A1F}"/>
              </a:ext>
            </a:extLst>
          </p:cNvPr>
          <p:cNvSpPr>
            <a:spLocks noGrp="1"/>
          </p:cNvSpPr>
          <p:nvPr/>
        </p:nvSpPr>
        <p:spPr>
          <a:xfrm>
            <a:off x="285017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0" name="F2_precision_recall_distributions_6394">
            <a:extLst>
              <a:ext uri="{FF2B5EF4-FFF2-40B4-BE49-F238E27FC236}">
                <a16:creationId xmlns:a16="http://schemas.microsoft.com/office/drawing/2014/main" id="{0366E00E-1FF1-4E79-B80D-6A56DC6A76BF}"/>
              </a:ext>
            </a:extLst>
          </p:cNvPr>
          <p:cNvSpPr>
            <a:spLocks noGrp="1"/>
          </p:cNvSpPr>
          <p:nvPr/>
        </p:nvSpPr>
        <p:spPr>
          <a:xfrm>
            <a:off x="297984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1" name="F2_precision_recall_distributions_6395">
            <a:extLst>
              <a:ext uri="{FF2B5EF4-FFF2-40B4-BE49-F238E27FC236}">
                <a16:creationId xmlns:a16="http://schemas.microsoft.com/office/drawing/2014/main" id="{5DC91541-6AAE-4A08-AE75-115F8169B2B2}"/>
              </a:ext>
            </a:extLst>
          </p:cNvPr>
          <p:cNvSpPr>
            <a:spLocks noGrp="1"/>
          </p:cNvSpPr>
          <p:nvPr/>
        </p:nvSpPr>
        <p:spPr>
          <a:xfrm>
            <a:off x="2990299" y="5847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2" name="F2_precision_recall_distributions_6396">
            <a:extLst>
              <a:ext uri="{FF2B5EF4-FFF2-40B4-BE49-F238E27FC236}">
                <a16:creationId xmlns:a16="http://schemas.microsoft.com/office/drawing/2014/main" id="{53D41B55-53E7-48E8-BF78-6D81139B624E}"/>
              </a:ext>
            </a:extLst>
          </p:cNvPr>
          <p:cNvSpPr>
            <a:spLocks noGrp="1"/>
          </p:cNvSpPr>
          <p:nvPr/>
        </p:nvSpPr>
        <p:spPr>
          <a:xfrm>
            <a:off x="282109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3" name="F2_precision_recall_distributions_6397">
            <a:extLst>
              <a:ext uri="{FF2B5EF4-FFF2-40B4-BE49-F238E27FC236}">
                <a16:creationId xmlns:a16="http://schemas.microsoft.com/office/drawing/2014/main" id="{F852C60A-2220-4F0E-B267-71B95747889C}"/>
              </a:ext>
            </a:extLst>
          </p:cNvPr>
          <p:cNvSpPr>
            <a:spLocks noGrp="1"/>
          </p:cNvSpPr>
          <p:nvPr/>
        </p:nvSpPr>
        <p:spPr>
          <a:xfrm>
            <a:off x="2908835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4" name="F2_precision_recall_distributions_6398">
            <a:extLst>
              <a:ext uri="{FF2B5EF4-FFF2-40B4-BE49-F238E27FC236}">
                <a16:creationId xmlns:a16="http://schemas.microsoft.com/office/drawing/2014/main" id="{1E4CB36E-AAF7-4D64-9C12-4C57BB510046}"/>
              </a:ext>
            </a:extLst>
          </p:cNvPr>
          <p:cNvSpPr>
            <a:spLocks noGrp="1"/>
          </p:cNvSpPr>
          <p:nvPr/>
        </p:nvSpPr>
        <p:spPr>
          <a:xfrm>
            <a:off x="295787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5" name="F2_precision_recall_distributions_6399">
            <a:extLst>
              <a:ext uri="{FF2B5EF4-FFF2-40B4-BE49-F238E27FC236}">
                <a16:creationId xmlns:a16="http://schemas.microsoft.com/office/drawing/2014/main" id="{16088796-A547-49A9-B645-4970389E0C3B}"/>
              </a:ext>
            </a:extLst>
          </p:cNvPr>
          <p:cNvSpPr>
            <a:spLocks noGrp="1"/>
          </p:cNvSpPr>
          <p:nvPr/>
        </p:nvSpPr>
        <p:spPr>
          <a:xfrm>
            <a:off x="31268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6" name="F2_precision_recall_distributions_6400">
            <a:extLst>
              <a:ext uri="{FF2B5EF4-FFF2-40B4-BE49-F238E27FC236}">
                <a16:creationId xmlns:a16="http://schemas.microsoft.com/office/drawing/2014/main" id="{6DDA6D4F-E9DD-49C3-ADC0-D8663417DA86}"/>
              </a:ext>
            </a:extLst>
          </p:cNvPr>
          <p:cNvSpPr>
            <a:spLocks noGrp="1"/>
          </p:cNvSpPr>
          <p:nvPr/>
        </p:nvSpPr>
        <p:spPr>
          <a:xfrm>
            <a:off x="317930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7" name="F2_precision_recall_distributions_6401">
            <a:extLst>
              <a:ext uri="{FF2B5EF4-FFF2-40B4-BE49-F238E27FC236}">
                <a16:creationId xmlns:a16="http://schemas.microsoft.com/office/drawing/2014/main" id="{470950EA-4A96-44EC-A3A1-49640BDB0CC6}"/>
              </a:ext>
            </a:extLst>
          </p:cNvPr>
          <p:cNvSpPr>
            <a:spLocks noGrp="1"/>
          </p:cNvSpPr>
          <p:nvPr/>
        </p:nvSpPr>
        <p:spPr>
          <a:xfrm>
            <a:off x="31492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8" name="F2_precision_recall_distributions_6402">
            <a:extLst>
              <a:ext uri="{FF2B5EF4-FFF2-40B4-BE49-F238E27FC236}">
                <a16:creationId xmlns:a16="http://schemas.microsoft.com/office/drawing/2014/main" id="{34BFEE36-2F79-48AB-B643-5D82CE7DAAD3}"/>
              </a:ext>
            </a:extLst>
          </p:cNvPr>
          <p:cNvSpPr>
            <a:spLocks noGrp="1"/>
          </p:cNvSpPr>
          <p:nvPr/>
        </p:nvSpPr>
        <p:spPr>
          <a:xfrm>
            <a:off x="28981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9" name="F2_precision_recall_distributions_6403">
            <a:extLst>
              <a:ext uri="{FF2B5EF4-FFF2-40B4-BE49-F238E27FC236}">
                <a16:creationId xmlns:a16="http://schemas.microsoft.com/office/drawing/2014/main" id="{B20B4992-1271-402B-B9FC-A8E741C1493A}"/>
              </a:ext>
            </a:extLst>
          </p:cNvPr>
          <p:cNvSpPr>
            <a:spLocks noGrp="1"/>
          </p:cNvSpPr>
          <p:nvPr/>
        </p:nvSpPr>
        <p:spPr>
          <a:xfrm>
            <a:off x="28778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0" name="F2_precision_recall_distributions_6404">
            <a:extLst>
              <a:ext uri="{FF2B5EF4-FFF2-40B4-BE49-F238E27FC236}">
                <a16:creationId xmlns:a16="http://schemas.microsoft.com/office/drawing/2014/main" id="{FC9AD524-6808-4E95-9D11-874757F93061}"/>
              </a:ext>
            </a:extLst>
          </p:cNvPr>
          <p:cNvSpPr>
            <a:spLocks noGrp="1"/>
          </p:cNvSpPr>
          <p:nvPr/>
        </p:nvSpPr>
        <p:spPr>
          <a:xfrm>
            <a:off x="2857356" y="60409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1" name="F2_precision_recall_distributions_6405">
            <a:extLst>
              <a:ext uri="{FF2B5EF4-FFF2-40B4-BE49-F238E27FC236}">
                <a16:creationId xmlns:a16="http://schemas.microsoft.com/office/drawing/2014/main" id="{B0D4BD96-C6DD-4FF5-AB8B-9E0F63499DDA}"/>
              </a:ext>
            </a:extLst>
          </p:cNvPr>
          <p:cNvSpPr>
            <a:spLocks noGrp="1"/>
          </p:cNvSpPr>
          <p:nvPr/>
        </p:nvSpPr>
        <p:spPr>
          <a:xfrm>
            <a:off x="2870607" y="622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2" name="F2_precision_recall_distributions_6406">
            <a:extLst>
              <a:ext uri="{FF2B5EF4-FFF2-40B4-BE49-F238E27FC236}">
                <a16:creationId xmlns:a16="http://schemas.microsoft.com/office/drawing/2014/main" id="{48FC4B78-9F41-4B4F-A794-5C3CBC1154D7}"/>
              </a:ext>
            </a:extLst>
          </p:cNvPr>
          <p:cNvSpPr>
            <a:spLocks noGrp="1"/>
          </p:cNvSpPr>
          <p:nvPr/>
        </p:nvSpPr>
        <p:spPr>
          <a:xfrm>
            <a:off x="28354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3" name="F2_precision_recall_distributions_6407">
            <a:extLst>
              <a:ext uri="{FF2B5EF4-FFF2-40B4-BE49-F238E27FC236}">
                <a16:creationId xmlns:a16="http://schemas.microsoft.com/office/drawing/2014/main" id="{85311660-8774-4307-8AD5-39CF1CBF5C06}"/>
              </a:ext>
            </a:extLst>
          </p:cNvPr>
          <p:cNvSpPr>
            <a:spLocks noGrp="1"/>
          </p:cNvSpPr>
          <p:nvPr/>
        </p:nvSpPr>
        <p:spPr>
          <a:xfrm>
            <a:off x="2951834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4" name="F2_precision_recall_distributions_6408">
            <a:extLst>
              <a:ext uri="{FF2B5EF4-FFF2-40B4-BE49-F238E27FC236}">
                <a16:creationId xmlns:a16="http://schemas.microsoft.com/office/drawing/2014/main" id="{F02DB672-5E35-41F6-803E-4B1A2F010A70}"/>
              </a:ext>
            </a:extLst>
          </p:cNvPr>
          <p:cNvSpPr>
            <a:spLocks noGrp="1"/>
          </p:cNvSpPr>
          <p:nvPr/>
        </p:nvSpPr>
        <p:spPr>
          <a:xfrm>
            <a:off x="30854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5" name="F2_precision_recall_distributions_6409">
            <a:extLst>
              <a:ext uri="{FF2B5EF4-FFF2-40B4-BE49-F238E27FC236}">
                <a16:creationId xmlns:a16="http://schemas.microsoft.com/office/drawing/2014/main" id="{433A39D9-2491-4050-94A1-84CCB82BEDEF}"/>
              </a:ext>
            </a:extLst>
          </p:cNvPr>
          <p:cNvSpPr>
            <a:spLocks noGrp="1"/>
          </p:cNvSpPr>
          <p:nvPr/>
        </p:nvSpPr>
        <p:spPr>
          <a:xfrm>
            <a:off x="318410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6" name="F2_precision_recall_distributions_6410">
            <a:extLst>
              <a:ext uri="{FF2B5EF4-FFF2-40B4-BE49-F238E27FC236}">
                <a16:creationId xmlns:a16="http://schemas.microsoft.com/office/drawing/2014/main" id="{A663FF70-F5D4-4D6D-9A19-A246C9C2F44C}"/>
              </a:ext>
            </a:extLst>
          </p:cNvPr>
          <p:cNvSpPr>
            <a:spLocks noGrp="1"/>
          </p:cNvSpPr>
          <p:nvPr/>
        </p:nvSpPr>
        <p:spPr>
          <a:xfrm>
            <a:off x="282752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7" name="F2_precision_recall_distributions_6411">
            <a:extLst>
              <a:ext uri="{FF2B5EF4-FFF2-40B4-BE49-F238E27FC236}">
                <a16:creationId xmlns:a16="http://schemas.microsoft.com/office/drawing/2014/main" id="{730D32C6-A161-4049-A04B-0D2711715E69}"/>
              </a:ext>
            </a:extLst>
          </p:cNvPr>
          <p:cNvSpPr>
            <a:spLocks noGrp="1"/>
          </p:cNvSpPr>
          <p:nvPr/>
        </p:nvSpPr>
        <p:spPr>
          <a:xfrm>
            <a:off x="302184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8" name="F2_precision_recall_distributions_6412">
            <a:extLst>
              <a:ext uri="{FF2B5EF4-FFF2-40B4-BE49-F238E27FC236}">
                <a16:creationId xmlns:a16="http://schemas.microsoft.com/office/drawing/2014/main" id="{A87F8F6D-396A-4A4D-BC6F-207AA490C391}"/>
              </a:ext>
            </a:extLst>
          </p:cNvPr>
          <p:cNvSpPr>
            <a:spLocks noGrp="1"/>
          </p:cNvSpPr>
          <p:nvPr/>
        </p:nvSpPr>
        <p:spPr>
          <a:xfrm>
            <a:off x="3094228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9" name="F2_precision_recall_distributions_6413">
            <a:extLst>
              <a:ext uri="{FF2B5EF4-FFF2-40B4-BE49-F238E27FC236}">
                <a16:creationId xmlns:a16="http://schemas.microsoft.com/office/drawing/2014/main" id="{2AFBCC41-2A7A-4FBA-B3B4-59AF465EDAE3}"/>
              </a:ext>
            </a:extLst>
          </p:cNvPr>
          <p:cNvSpPr>
            <a:spLocks noGrp="1"/>
          </p:cNvSpPr>
          <p:nvPr/>
        </p:nvSpPr>
        <p:spPr>
          <a:xfrm>
            <a:off x="28522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0" name="F2_precision_recall_distributions_6414">
            <a:extLst>
              <a:ext uri="{FF2B5EF4-FFF2-40B4-BE49-F238E27FC236}">
                <a16:creationId xmlns:a16="http://schemas.microsoft.com/office/drawing/2014/main" id="{176D6F2F-E15E-486E-B1CC-BA1EB65082F1}"/>
              </a:ext>
            </a:extLst>
          </p:cNvPr>
          <p:cNvSpPr>
            <a:spLocks noGrp="1"/>
          </p:cNvSpPr>
          <p:nvPr/>
        </p:nvSpPr>
        <p:spPr>
          <a:xfrm>
            <a:off x="31418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1" name="F2_precision_recall_distributions_6415">
            <a:extLst>
              <a:ext uri="{FF2B5EF4-FFF2-40B4-BE49-F238E27FC236}">
                <a16:creationId xmlns:a16="http://schemas.microsoft.com/office/drawing/2014/main" id="{B5106AA6-0493-4505-8255-1C661F306A8C}"/>
              </a:ext>
            </a:extLst>
          </p:cNvPr>
          <p:cNvSpPr>
            <a:spLocks noGrp="1"/>
          </p:cNvSpPr>
          <p:nvPr/>
        </p:nvSpPr>
        <p:spPr>
          <a:xfrm>
            <a:off x="29196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2" name="F2_precision_recall_distributions_6416">
            <a:extLst>
              <a:ext uri="{FF2B5EF4-FFF2-40B4-BE49-F238E27FC236}">
                <a16:creationId xmlns:a16="http://schemas.microsoft.com/office/drawing/2014/main" id="{31945251-95F6-4233-9CDC-F40C50841298}"/>
              </a:ext>
            </a:extLst>
          </p:cNvPr>
          <p:cNvSpPr>
            <a:spLocks noGrp="1"/>
          </p:cNvSpPr>
          <p:nvPr/>
        </p:nvSpPr>
        <p:spPr>
          <a:xfrm>
            <a:off x="31207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3" name="F2_precision_recall_distributions_6417">
            <a:extLst>
              <a:ext uri="{FF2B5EF4-FFF2-40B4-BE49-F238E27FC236}">
                <a16:creationId xmlns:a16="http://schemas.microsoft.com/office/drawing/2014/main" id="{00AF6D2D-8E05-4980-B513-369F154F5573}"/>
              </a:ext>
            </a:extLst>
          </p:cNvPr>
          <p:cNvSpPr>
            <a:spLocks noGrp="1"/>
          </p:cNvSpPr>
          <p:nvPr/>
        </p:nvSpPr>
        <p:spPr>
          <a:xfrm>
            <a:off x="287664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4" name="F2_precision_recall_distributions_6418">
            <a:extLst>
              <a:ext uri="{FF2B5EF4-FFF2-40B4-BE49-F238E27FC236}">
                <a16:creationId xmlns:a16="http://schemas.microsoft.com/office/drawing/2014/main" id="{465067EC-C8F1-4E4C-B99F-F888B0D1873F}"/>
              </a:ext>
            </a:extLst>
          </p:cNvPr>
          <p:cNvSpPr>
            <a:spLocks noGrp="1"/>
          </p:cNvSpPr>
          <p:nvPr/>
        </p:nvSpPr>
        <p:spPr>
          <a:xfrm>
            <a:off x="29797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5" name="F2_precision_recall_distributions_6419">
            <a:extLst>
              <a:ext uri="{FF2B5EF4-FFF2-40B4-BE49-F238E27FC236}">
                <a16:creationId xmlns:a16="http://schemas.microsoft.com/office/drawing/2014/main" id="{C557B420-4663-48E2-B603-04AF05F1ED1B}"/>
              </a:ext>
            </a:extLst>
          </p:cNvPr>
          <p:cNvSpPr>
            <a:spLocks noGrp="1"/>
          </p:cNvSpPr>
          <p:nvPr/>
        </p:nvSpPr>
        <p:spPr>
          <a:xfrm>
            <a:off x="30820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6" name="F2_precision_recall_distributions_6420">
            <a:extLst>
              <a:ext uri="{FF2B5EF4-FFF2-40B4-BE49-F238E27FC236}">
                <a16:creationId xmlns:a16="http://schemas.microsoft.com/office/drawing/2014/main" id="{A204D415-CE5B-47CB-B41C-33CDA654B800}"/>
              </a:ext>
            </a:extLst>
          </p:cNvPr>
          <p:cNvSpPr>
            <a:spLocks noGrp="1"/>
          </p:cNvSpPr>
          <p:nvPr/>
        </p:nvSpPr>
        <p:spPr>
          <a:xfrm>
            <a:off x="30292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7" name="F2_precision_recall_distributions_6421">
            <a:extLst>
              <a:ext uri="{FF2B5EF4-FFF2-40B4-BE49-F238E27FC236}">
                <a16:creationId xmlns:a16="http://schemas.microsoft.com/office/drawing/2014/main" id="{80F3E725-1468-4F97-B952-82D41A017C9D}"/>
              </a:ext>
            </a:extLst>
          </p:cNvPr>
          <p:cNvSpPr>
            <a:spLocks noGrp="1"/>
          </p:cNvSpPr>
          <p:nvPr/>
        </p:nvSpPr>
        <p:spPr>
          <a:xfrm>
            <a:off x="3138592" y="6244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8" name="F2_precision_recall_distributions_6422">
            <a:extLst>
              <a:ext uri="{FF2B5EF4-FFF2-40B4-BE49-F238E27FC236}">
                <a16:creationId xmlns:a16="http://schemas.microsoft.com/office/drawing/2014/main" id="{1A9FD4CE-4BD4-46BE-BF9F-22CE89B9B92F}"/>
              </a:ext>
            </a:extLst>
          </p:cNvPr>
          <p:cNvSpPr>
            <a:spLocks noGrp="1"/>
          </p:cNvSpPr>
          <p:nvPr/>
        </p:nvSpPr>
        <p:spPr>
          <a:xfrm>
            <a:off x="28865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9" name="F2_precision_recall_distributions_6423">
            <a:extLst>
              <a:ext uri="{FF2B5EF4-FFF2-40B4-BE49-F238E27FC236}">
                <a16:creationId xmlns:a16="http://schemas.microsoft.com/office/drawing/2014/main" id="{2CB84540-3D03-4E1E-9396-5EA504AD9DA0}"/>
              </a:ext>
            </a:extLst>
          </p:cNvPr>
          <p:cNvSpPr>
            <a:spLocks noGrp="1"/>
          </p:cNvSpPr>
          <p:nvPr/>
        </p:nvSpPr>
        <p:spPr>
          <a:xfrm>
            <a:off x="2999764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0" name="F2_precision_recall_distributions_6424">
            <a:extLst>
              <a:ext uri="{FF2B5EF4-FFF2-40B4-BE49-F238E27FC236}">
                <a16:creationId xmlns:a16="http://schemas.microsoft.com/office/drawing/2014/main" id="{F59EC648-FFF0-4DCD-89C7-1F78D20CC9E2}"/>
              </a:ext>
            </a:extLst>
          </p:cNvPr>
          <p:cNvSpPr>
            <a:spLocks noGrp="1"/>
          </p:cNvSpPr>
          <p:nvPr/>
        </p:nvSpPr>
        <p:spPr>
          <a:xfrm>
            <a:off x="31691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1" name="F2_precision_recall_distributions_6425">
            <a:extLst>
              <a:ext uri="{FF2B5EF4-FFF2-40B4-BE49-F238E27FC236}">
                <a16:creationId xmlns:a16="http://schemas.microsoft.com/office/drawing/2014/main" id="{5A1FB695-9428-498C-BF78-8BB31A13F69F}"/>
              </a:ext>
            </a:extLst>
          </p:cNvPr>
          <p:cNvSpPr>
            <a:spLocks noGrp="1"/>
          </p:cNvSpPr>
          <p:nvPr/>
        </p:nvSpPr>
        <p:spPr>
          <a:xfrm>
            <a:off x="292060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2" name="F2_precision_recall_distributions_6426">
            <a:extLst>
              <a:ext uri="{FF2B5EF4-FFF2-40B4-BE49-F238E27FC236}">
                <a16:creationId xmlns:a16="http://schemas.microsoft.com/office/drawing/2014/main" id="{106A4ACF-449E-4A51-BF70-9A044B7B7C9E}"/>
              </a:ext>
            </a:extLst>
          </p:cNvPr>
          <p:cNvSpPr>
            <a:spLocks noGrp="1"/>
          </p:cNvSpPr>
          <p:nvPr/>
        </p:nvSpPr>
        <p:spPr>
          <a:xfrm>
            <a:off x="31565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3" name="F2_precision_recall_distributions_6427">
            <a:extLst>
              <a:ext uri="{FF2B5EF4-FFF2-40B4-BE49-F238E27FC236}">
                <a16:creationId xmlns:a16="http://schemas.microsoft.com/office/drawing/2014/main" id="{A5D47B00-87C4-4259-8A7C-1780C8B197DC}"/>
              </a:ext>
            </a:extLst>
          </p:cNvPr>
          <p:cNvSpPr>
            <a:spLocks noGrp="1"/>
          </p:cNvSpPr>
          <p:nvPr/>
        </p:nvSpPr>
        <p:spPr>
          <a:xfrm>
            <a:off x="29387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4" name="F2_precision_recall_distributions_6428">
            <a:extLst>
              <a:ext uri="{FF2B5EF4-FFF2-40B4-BE49-F238E27FC236}">
                <a16:creationId xmlns:a16="http://schemas.microsoft.com/office/drawing/2014/main" id="{F2911546-EF6F-4F13-B261-3CFDCF33B757}"/>
              </a:ext>
            </a:extLst>
          </p:cNvPr>
          <p:cNvSpPr>
            <a:spLocks noGrp="1"/>
          </p:cNvSpPr>
          <p:nvPr/>
        </p:nvSpPr>
        <p:spPr>
          <a:xfrm>
            <a:off x="305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5" name="F2_precision_recall_distributions_6429">
            <a:extLst>
              <a:ext uri="{FF2B5EF4-FFF2-40B4-BE49-F238E27FC236}">
                <a16:creationId xmlns:a16="http://schemas.microsoft.com/office/drawing/2014/main" id="{B4D09CB8-F89D-45DD-8DC7-3A6CBC12B860}"/>
              </a:ext>
            </a:extLst>
          </p:cNvPr>
          <p:cNvSpPr>
            <a:spLocks noGrp="1"/>
          </p:cNvSpPr>
          <p:nvPr/>
        </p:nvSpPr>
        <p:spPr>
          <a:xfrm>
            <a:off x="312774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6" name="F2_precision_recall_distributions_6430">
            <a:extLst>
              <a:ext uri="{FF2B5EF4-FFF2-40B4-BE49-F238E27FC236}">
                <a16:creationId xmlns:a16="http://schemas.microsoft.com/office/drawing/2014/main" id="{8A523A1C-1189-4E75-8D92-3824405FE482}"/>
              </a:ext>
            </a:extLst>
          </p:cNvPr>
          <p:cNvSpPr>
            <a:spLocks noGrp="1"/>
          </p:cNvSpPr>
          <p:nvPr/>
        </p:nvSpPr>
        <p:spPr>
          <a:xfrm>
            <a:off x="29244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7" name="F2_precision_recall_distributions_6431">
            <a:extLst>
              <a:ext uri="{FF2B5EF4-FFF2-40B4-BE49-F238E27FC236}">
                <a16:creationId xmlns:a16="http://schemas.microsoft.com/office/drawing/2014/main" id="{453EBBC5-6B30-4109-A0A6-12FACF5AD330}"/>
              </a:ext>
            </a:extLst>
          </p:cNvPr>
          <p:cNvSpPr>
            <a:spLocks noGrp="1"/>
          </p:cNvSpPr>
          <p:nvPr/>
        </p:nvSpPr>
        <p:spPr>
          <a:xfrm>
            <a:off x="307671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8" name="F2_precision_recall_distributions_6432">
            <a:extLst>
              <a:ext uri="{FF2B5EF4-FFF2-40B4-BE49-F238E27FC236}">
                <a16:creationId xmlns:a16="http://schemas.microsoft.com/office/drawing/2014/main" id="{61AC9ADB-B3E1-4B76-9FC4-4610E27ED2DB}"/>
              </a:ext>
            </a:extLst>
          </p:cNvPr>
          <p:cNvSpPr>
            <a:spLocks noGrp="1"/>
          </p:cNvSpPr>
          <p:nvPr/>
        </p:nvSpPr>
        <p:spPr>
          <a:xfrm>
            <a:off x="29880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9" name="F2_precision_recall_distributions_6433">
            <a:extLst>
              <a:ext uri="{FF2B5EF4-FFF2-40B4-BE49-F238E27FC236}">
                <a16:creationId xmlns:a16="http://schemas.microsoft.com/office/drawing/2014/main" id="{0E208FEE-4E50-4464-8FEA-F63FF0E80C52}"/>
              </a:ext>
            </a:extLst>
          </p:cNvPr>
          <p:cNvSpPr>
            <a:spLocks noGrp="1"/>
          </p:cNvSpPr>
          <p:nvPr/>
        </p:nvSpPr>
        <p:spPr>
          <a:xfrm>
            <a:off x="290716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0" name="F2_precision_recall_distributions_6434">
            <a:extLst>
              <a:ext uri="{FF2B5EF4-FFF2-40B4-BE49-F238E27FC236}">
                <a16:creationId xmlns:a16="http://schemas.microsoft.com/office/drawing/2014/main" id="{659B3DC1-8863-4C99-8A3D-B0D66ABCBE7D}"/>
              </a:ext>
            </a:extLst>
          </p:cNvPr>
          <p:cNvSpPr>
            <a:spLocks noGrp="1"/>
          </p:cNvSpPr>
          <p:nvPr/>
        </p:nvSpPr>
        <p:spPr>
          <a:xfrm>
            <a:off x="283412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1" name="F2_precision_recall_distributions_6435">
            <a:extLst>
              <a:ext uri="{FF2B5EF4-FFF2-40B4-BE49-F238E27FC236}">
                <a16:creationId xmlns:a16="http://schemas.microsoft.com/office/drawing/2014/main" id="{378DA012-8A89-4402-9757-F01E6B521366}"/>
              </a:ext>
            </a:extLst>
          </p:cNvPr>
          <p:cNvSpPr>
            <a:spLocks noGrp="1"/>
          </p:cNvSpPr>
          <p:nvPr/>
        </p:nvSpPr>
        <p:spPr>
          <a:xfrm>
            <a:off x="31804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2" name="F2_precision_recall_distributions_6436">
            <a:extLst>
              <a:ext uri="{FF2B5EF4-FFF2-40B4-BE49-F238E27FC236}">
                <a16:creationId xmlns:a16="http://schemas.microsoft.com/office/drawing/2014/main" id="{A5FEB59C-5E7E-40C1-89FD-12DD37C81E27}"/>
              </a:ext>
            </a:extLst>
          </p:cNvPr>
          <p:cNvSpPr>
            <a:spLocks noGrp="1"/>
          </p:cNvSpPr>
          <p:nvPr/>
        </p:nvSpPr>
        <p:spPr>
          <a:xfrm>
            <a:off x="30312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3" name="F2_precision_recall_distributions_6437">
            <a:extLst>
              <a:ext uri="{FF2B5EF4-FFF2-40B4-BE49-F238E27FC236}">
                <a16:creationId xmlns:a16="http://schemas.microsoft.com/office/drawing/2014/main" id="{810DB7DC-A5EF-43A0-89F8-07952F078037}"/>
              </a:ext>
            </a:extLst>
          </p:cNvPr>
          <p:cNvSpPr>
            <a:spLocks noGrp="1"/>
          </p:cNvSpPr>
          <p:nvPr/>
        </p:nvSpPr>
        <p:spPr>
          <a:xfrm>
            <a:off x="31203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4" name="F2_precision_recall_distributions_6438">
            <a:extLst>
              <a:ext uri="{FF2B5EF4-FFF2-40B4-BE49-F238E27FC236}">
                <a16:creationId xmlns:a16="http://schemas.microsoft.com/office/drawing/2014/main" id="{CC4E6B26-B27F-4F4A-B015-E4F8AD0771AA}"/>
              </a:ext>
            </a:extLst>
          </p:cNvPr>
          <p:cNvSpPr>
            <a:spLocks noGrp="1"/>
          </p:cNvSpPr>
          <p:nvPr/>
        </p:nvSpPr>
        <p:spPr>
          <a:xfrm>
            <a:off x="308107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5" name="F2_precision_recall_distributions_6439">
            <a:extLst>
              <a:ext uri="{FF2B5EF4-FFF2-40B4-BE49-F238E27FC236}">
                <a16:creationId xmlns:a16="http://schemas.microsoft.com/office/drawing/2014/main" id="{02BDEC41-37E4-4504-81E0-468AD216FFC5}"/>
              </a:ext>
            </a:extLst>
          </p:cNvPr>
          <p:cNvSpPr>
            <a:spLocks noGrp="1"/>
          </p:cNvSpPr>
          <p:nvPr/>
        </p:nvSpPr>
        <p:spPr>
          <a:xfrm>
            <a:off x="31120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6" name="F2_precision_recall_distributions_6440">
            <a:extLst>
              <a:ext uri="{FF2B5EF4-FFF2-40B4-BE49-F238E27FC236}">
                <a16:creationId xmlns:a16="http://schemas.microsoft.com/office/drawing/2014/main" id="{E7783157-A773-459C-9B74-3F6613EDB405}"/>
              </a:ext>
            </a:extLst>
          </p:cNvPr>
          <p:cNvSpPr>
            <a:spLocks noGrp="1"/>
          </p:cNvSpPr>
          <p:nvPr/>
        </p:nvSpPr>
        <p:spPr>
          <a:xfrm>
            <a:off x="289321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7" name="F2_precision_recall_distributions_6441">
            <a:extLst>
              <a:ext uri="{FF2B5EF4-FFF2-40B4-BE49-F238E27FC236}">
                <a16:creationId xmlns:a16="http://schemas.microsoft.com/office/drawing/2014/main" id="{02CEC380-510C-4C66-9D98-46EE0ACD8F0D}"/>
              </a:ext>
            </a:extLst>
          </p:cNvPr>
          <p:cNvSpPr>
            <a:spLocks noGrp="1"/>
          </p:cNvSpPr>
          <p:nvPr/>
        </p:nvSpPr>
        <p:spPr>
          <a:xfrm>
            <a:off x="3011017" y="56295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8" name="F2_precision_recall_distributions_6442">
            <a:extLst>
              <a:ext uri="{FF2B5EF4-FFF2-40B4-BE49-F238E27FC236}">
                <a16:creationId xmlns:a16="http://schemas.microsoft.com/office/drawing/2014/main" id="{527FD84D-992B-48C4-9D16-260FDB5F13A7}"/>
              </a:ext>
            </a:extLst>
          </p:cNvPr>
          <p:cNvSpPr>
            <a:spLocks noGrp="1"/>
          </p:cNvSpPr>
          <p:nvPr/>
        </p:nvSpPr>
        <p:spPr>
          <a:xfrm>
            <a:off x="3131390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9" name="F2_precision_recall_distributions_6443">
            <a:extLst>
              <a:ext uri="{FF2B5EF4-FFF2-40B4-BE49-F238E27FC236}">
                <a16:creationId xmlns:a16="http://schemas.microsoft.com/office/drawing/2014/main" id="{67DE7C19-1EFF-43C2-8C76-61FDA87F5F20}"/>
              </a:ext>
            </a:extLst>
          </p:cNvPr>
          <p:cNvSpPr>
            <a:spLocks noGrp="1"/>
          </p:cNvSpPr>
          <p:nvPr/>
        </p:nvSpPr>
        <p:spPr>
          <a:xfrm>
            <a:off x="31771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0" name="F2_precision_recall_distributions_6444">
            <a:extLst>
              <a:ext uri="{FF2B5EF4-FFF2-40B4-BE49-F238E27FC236}">
                <a16:creationId xmlns:a16="http://schemas.microsoft.com/office/drawing/2014/main" id="{8E9568D9-D8EC-4BE6-8501-8CA01213990C}"/>
              </a:ext>
            </a:extLst>
          </p:cNvPr>
          <p:cNvSpPr>
            <a:spLocks noGrp="1"/>
          </p:cNvSpPr>
          <p:nvPr/>
        </p:nvSpPr>
        <p:spPr>
          <a:xfrm>
            <a:off x="300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1" name="F2_precision_recall_distributions_6445">
            <a:extLst>
              <a:ext uri="{FF2B5EF4-FFF2-40B4-BE49-F238E27FC236}">
                <a16:creationId xmlns:a16="http://schemas.microsoft.com/office/drawing/2014/main" id="{97FDA5AB-CE53-47D1-9643-4D788D87A294}"/>
              </a:ext>
            </a:extLst>
          </p:cNvPr>
          <p:cNvSpPr>
            <a:spLocks noGrp="1"/>
          </p:cNvSpPr>
          <p:nvPr/>
        </p:nvSpPr>
        <p:spPr>
          <a:xfrm>
            <a:off x="28439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2" name="F2_precision_recall_distributions_6446">
            <a:extLst>
              <a:ext uri="{FF2B5EF4-FFF2-40B4-BE49-F238E27FC236}">
                <a16:creationId xmlns:a16="http://schemas.microsoft.com/office/drawing/2014/main" id="{B4FC61E2-D6A9-4D57-960E-273622BD21E6}"/>
              </a:ext>
            </a:extLst>
          </p:cNvPr>
          <p:cNvSpPr>
            <a:spLocks noGrp="1"/>
          </p:cNvSpPr>
          <p:nvPr/>
        </p:nvSpPr>
        <p:spPr>
          <a:xfrm>
            <a:off x="3053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3" name="F2_precision_recall_distributions_6447">
            <a:extLst>
              <a:ext uri="{FF2B5EF4-FFF2-40B4-BE49-F238E27FC236}">
                <a16:creationId xmlns:a16="http://schemas.microsoft.com/office/drawing/2014/main" id="{48B4E985-4B69-46EB-8A24-EE9ECAD9219A}"/>
              </a:ext>
            </a:extLst>
          </p:cNvPr>
          <p:cNvSpPr>
            <a:spLocks noGrp="1"/>
          </p:cNvSpPr>
          <p:nvPr/>
        </p:nvSpPr>
        <p:spPr>
          <a:xfrm>
            <a:off x="2824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4" name="F2_precision_recall_distributions_6448">
            <a:extLst>
              <a:ext uri="{FF2B5EF4-FFF2-40B4-BE49-F238E27FC236}">
                <a16:creationId xmlns:a16="http://schemas.microsoft.com/office/drawing/2014/main" id="{DF9723C7-9BC2-4F2C-80FA-DF100E6A553F}"/>
              </a:ext>
            </a:extLst>
          </p:cNvPr>
          <p:cNvSpPr>
            <a:spLocks noGrp="1"/>
          </p:cNvSpPr>
          <p:nvPr/>
        </p:nvSpPr>
        <p:spPr>
          <a:xfrm>
            <a:off x="307635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5" name="F2_precision_recall_distributions_6449">
            <a:extLst>
              <a:ext uri="{FF2B5EF4-FFF2-40B4-BE49-F238E27FC236}">
                <a16:creationId xmlns:a16="http://schemas.microsoft.com/office/drawing/2014/main" id="{BA105D7A-87EC-4B05-8D91-2B9B56892D07}"/>
              </a:ext>
            </a:extLst>
          </p:cNvPr>
          <p:cNvSpPr>
            <a:spLocks noGrp="1"/>
          </p:cNvSpPr>
          <p:nvPr/>
        </p:nvSpPr>
        <p:spPr>
          <a:xfrm>
            <a:off x="30683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6" name="F2_precision_recall_distributions_6450">
            <a:extLst>
              <a:ext uri="{FF2B5EF4-FFF2-40B4-BE49-F238E27FC236}">
                <a16:creationId xmlns:a16="http://schemas.microsoft.com/office/drawing/2014/main" id="{9E0817E2-A23A-4551-91A3-6D68FEAFBB2E}"/>
              </a:ext>
            </a:extLst>
          </p:cNvPr>
          <p:cNvSpPr>
            <a:spLocks noGrp="1"/>
          </p:cNvSpPr>
          <p:nvPr/>
        </p:nvSpPr>
        <p:spPr>
          <a:xfrm>
            <a:off x="303738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7" name="F2_precision_recall_distributions_6451">
            <a:extLst>
              <a:ext uri="{FF2B5EF4-FFF2-40B4-BE49-F238E27FC236}">
                <a16:creationId xmlns:a16="http://schemas.microsoft.com/office/drawing/2014/main" id="{969F299B-6B4B-43A7-98B7-56A705D37F64}"/>
              </a:ext>
            </a:extLst>
          </p:cNvPr>
          <p:cNvSpPr>
            <a:spLocks noGrp="1"/>
          </p:cNvSpPr>
          <p:nvPr/>
        </p:nvSpPr>
        <p:spPr>
          <a:xfrm>
            <a:off x="3116201" y="6014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8" name="F2_precision_recall_distributions_6452">
            <a:extLst>
              <a:ext uri="{FF2B5EF4-FFF2-40B4-BE49-F238E27FC236}">
                <a16:creationId xmlns:a16="http://schemas.microsoft.com/office/drawing/2014/main" id="{C5EA3DF1-4A88-4B7C-BB1B-14A4C6DD83F3}"/>
              </a:ext>
            </a:extLst>
          </p:cNvPr>
          <p:cNvSpPr>
            <a:spLocks noGrp="1"/>
          </p:cNvSpPr>
          <p:nvPr/>
        </p:nvSpPr>
        <p:spPr>
          <a:xfrm>
            <a:off x="28770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9" name="F2_precision_recall_distributions_6453">
            <a:extLst>
              <a:ext uri="{FF2B5EF4-FFF2-40B4-BE49-F238E27FC236}">
                <a16:creationId xmlns:a16="http://schemas.microsoft.com/office/drawing/2014/main" id="{838AC2FE-F36C-4367-ACB8-70432D3F71E9}"/>
              </a:ext>
            </a:extLst>
          </p:cNvPr>
          <p:cNvSpPr>
            <a:spLocks noGrp="1"/>
          </p:cNvSpPr>
          <p:nvPr/>
        </p:nvSpPr>
        <p:spPr>
          <a:xfrm>
            <a:off x="296096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0" name="F2_precision_recall_distributions_6454">
            <a:extLst>
              <a:ext uri="{FF2B5EF4-FFF2-40B4-BE49-F238E27FC236}">
                <a16:creationId xmlns:a16="http://schemas.microsoft.com/office/drawing/2014/main" id="{48C9CA9B-8229-4410-A715-6CCF379B89E7}"/>
              </a:ext>
            </a:extLst>
          </p:cNvPr>
          <p:cNvSpPr>
            <a:spLocks noGrp="1"/>
          </p:cNvSpPr>
          <p:nvPr/>
        </p:nvSpPr>
        <p:spPr>
          <a:xfrm>
            <a:off x="29812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1" name="F2_precision_recall_distributions_6455">
            <a:extLst>
              <a:ext uri="{FF2B5EF4-FFF2-40B4-BE49-F238E27FC236}">
                <a16:creationId xmlns:a16="http://schemas.microsoft.com/office/drawing/2014/main" id="{B79EE4AB-84EF-45B7-980D-5C85DBDA970C}"/>
              </a:ext>
            </a:extLst>
          </p:cNvPr>
          <p:cNvSpPr>
            <a:spLocks noGrp="1"/>
          </p:cNvSpPr>
          <p:nvPr/>
        </p:nvSpPr>
        <p:spPr>
          <a:xfrm>
            <a:off x="28184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2" name="F2_precision_recall_distributions_6456">
            <a:extLst>
              <a:ext uri="{FF2B5EF4-FFF2-40B4-BE49-F238E27FC236}">
                <a16:creationId xmlns:a16="http://schemas.microsoft.com/office/drawing/2014/main" id="{C47711A2-D253-4BB6-AB95-1F5CEC56D270}"/>
              </a:ext>
            </a:extLst>
          </p:cNvPr>
          <p:cNvSpPr>
            <a:spLocks noGrp="1"/>
          </p:cNvSpPr>
          <p:nvPr/>
        </p:nvSpPr>
        <p:spPr>
          <a:xfrm>
            <a:off x="28807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3" name="F2_precision_recall_distributions_6457">
            <a:extLst>
              <a:ext uri="{FF2B5EF4-FFF2-40B4-BE49-F238E27FC236}">
                <a16:creationId xmlns:a16="http://schemas.microsoft.com/office/drawing/2014/main" id="{72986890-6FBE-46CE-B466-5E8ABF8D9766}"/>
              </a:ext>
            </a:extLst>
          </p:cNvPr>
          <p:cNvSpPr>
            <a:spLocks noGrp="1"/>
          </p:cNvSpPr>
          <p:nvPr/>
        </p:nvSpPr>
        <p:spPr>
          <a:xfrm>
            <a:off x="287882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4" name="F2_precision_recall_distributions_6458">
            <a:extLst>
              <a:ext uri="{FF2B5EF4-FFF2-40B4-BE49-F238E27FC236}">
                <a16:creationId xmlns:a16="http://schemas.microsoft.com/office/drawing/2014/main" id="{CBD2CF2C-DBDF-4121-A2F8-B913DA86DB69}"/>
              </a:ext>
            </a:extLst>
          </p:cNvPr>
          <p:cNvSpPr>
            <a:spLocks noGrp="1"/>
          </p:cNvSpPr>
          <p:nvPr/>
        </p:nvSpPr>
        <p:spPr>
          <a:xfrm>
            <a:off x="288992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5" name="F2_precision_recall_distributions_6459">
            <a:extLst>
              <a:ext uri="{FF2B5EF4-FFF2-40B4-BE49-F238E27FC236}">
                <a16:creationId xmlns:a16="http://schemas.microsoft.com/office/drawing/2014/main" id="{4FE10EAC-EC30-48CA-9849-4C553E5723C7}"/>
              </a:ext>
            </a:extLst>
          </p:cNvPr>
          <p:cNvSpPr>
            <a:spLocks noGrp="1"/>
          </p:cNvSpPr>
          <p:nvPr/>
        </p:nvSpPr>
        <p:spPr>
          <a:xfrm>
            <a:off x="3168896" y="59476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6" name="F2_precision_recall_distributions_6460">
            <a:extLst>
              <a:ext uri="{FF2B5EF4-FFF2-40B4-BE49-F238E27FC236}">
                <a16:creationId xmlns:a16="http://schemas.microsoft.com/office/drawing/2014/main" id="{31883905-55CB-4E71-BC58-39255750CF28}"/>
              </a:ext>
            </a:extLst>
          </p:cNvPr>
          <p:cNvSpPr>
            <a:spLocks noGrp="1"/>
          </p:cNvSpPr>
          <p:nvPr/>
        </p:nvSpPr>
        <p:spPr>
          <a:xfrm>
            <a:off x="296807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7" name="F2_precision_recall_distributions_6461">
            <a:extLst>
              <a:ext uri="{FF2B5EF4-FFF2-40B4-BE49-F238E27FC236}">
                <a16:creationId xmlns:a16="http://schemas.microsoft.com/office/drawing/2014/main" id="{478181A8-8D2E-4680-B130-CC1934DCDA7F}"/>
              </a:ext>
            </a:extLst>
          </p:cNvPr>
          <p:cNvSpPr>
            <a:spLocks noGrp="1"/>
          </p:cNvSpPr>
          <p:nvPr/>
        </p:nvSpPr>
        <p:spPr>
          <a:xfrm>
            <a:off x="285359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8" name="F2_precision_recall_distributions_6462">
            <a:extLst>
              <a:ext uri="{FF2B5EF4-FFF2-40B4-BE49-F238E27FC236}">
                <a16:creationId xmlns:a16="http://schemas.microsoft.com/office/drawing/2014/main" id="{6A7B6842-9CAE-4F04-9C74-E1B9B3463DCB}"/>
              </a:ext>
            </a:extLst>
          </p:cNvPr>
          <p:cNvSpPr>
            <a:spLocks noGrp="1"/>
          </p:cNvSpPr>
          <p:nvPr/>
        </p:nvSpPr>
        <p:spPr>
          <a:xfrm>
            <a:off x="287033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9" name="F2_precision_recall_distributions_6463">
            <a:extLst>
              <a:ext uri="{FF2B5EF4-FFF2-40B4-BE49-F238E27FC236}">
                <a16:creationId xmlns:a16="http://schemas.microsoft.com/office/drawing/2014/main" id="{2004622A-224B-4F87-93B4-A869ADA7F7E0}"/>
              </a:ext>
            </a:extLst>
          </p:cNvPr>
          <p:cNvSpPr>
            <a:spLocks noGrp="1"/>
          </p:cNvSpPr>
          <p:nvPr/>
        </p:nvSpPr>
        <p:spPr>
          <a:xfrm>
            <a:off x="303517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0" name="F2_precision_recall_distributions_6464">
            <a:extLst>
              <a:ext uri="{FF2B5EF4-FFF2-40B4-BE49-F238E27FC236}">
                <a16:creationId xmlns:a16="http://schemas.microsoft.com/office/drawing/2014/main" id="{CC75B615-6BE4-4942-9725-C04DC37A2738}"/>
              </a:ext>
            </a:extLst>
          </p:cNvPr>
          <p:cNvSpPr>
            <a:spLocks noGrp="1"/>
          </p:cNvSpPr>
          <p:nvPr/>
        </p:nvSpPr>
        <p:spPr>
          <a:xfrm>
            <a:off x="3165969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1" name="F2_precision_recall_distributions_6465">
            <a:extLst>
              <a:ext uri="{FF2B5EF4-FFF2-40B4-BE49-F238E27FC236}">
                <a16:creationId xmlns:a16="http://schemas.microsoft.com/office/drawing/2014/main" id="{4FD5336C-628A-4616-965F-1406BF86E2FA}"/>
              </a:ext>
            </a:extLst>
          </p:cNvPr>
          <p:cNvSpPr>
            <a:spLocks noGrp="1"/>
          </p:cNvSpPr>
          <p:nvPr/>
        </p:nvSpPr>
        <p:spPr>
          <a:xfrm>
            <a:off x="28815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2" name="F2_precision_recall_distributions_6466">
            <a:extLst>
              <a:ext uri="{FF2B5EF4-FFF2-40B4-BE49-F238E27FC236}">
                <a16:creationId xmlns:a16="http://schemas.microsoft.com/office/drawing/2014/main" id="{44BD8512-7295-4E4A-B288-65FE8C37D0B8}"/>
              </a:ext>
            </a:extLst>
          </p:cNvPr>
          <p:cNvSpPr>
            <a:spLocks noGrp="1"/>
          </p:cNvSpPr>
          <p:nvPr/>
        </p:nvSpPr>
        <p:spPr>
          <a:xfrm>
            <a:off x="283100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3" name="F2_precision_recall_distributions_6467">
            <a:extLst>
              <a:ext uri="{FF2B5EF4-FFF2-40B4-BE49-F238E27FC236}">
                <a16:creationId xmlns:a16="http://schemas.microsoft.com/office/drawing/2014/main" id="{9C217E43-F891-482A-90D9-39524C9D9674}"/>
              </a:ext>
            </a:extLst>
          </p:cNvPr>
          <p:cNvSpPr>
            <a:spLocks noGrp="1"/>
          </p:cNvSpPr>
          <p:nvPr/>
        </p:nvSpPr>
        <p:spPr>
          <a:xfrm>
            <a:off x="282262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4" name="F2_precision_recall_distributions_6468">
            <a:extLst>
              <a:ext uri="{FF2B5EF4-FFF2-40B4-BE49-F238E27FC236}">
                <a16:creationId xmlns:a16="http://schemas.microsoft.com/office/drawing/2014/main" id="{C1E2B844-4C23-44C7-AE47-3B5F18192D4E}"/>
              </a:ext>
            </a:extLst>
          </p:cNvPr>
          <p:cNvSpPr>
            <a:spLocks noGrp="1"/>
          </p:cNvSpPr>
          <p:nvPr/>
        </p:nvSpPr>
        <p:spPr>
          <a:xfrm>
            <a:off x="309143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5" name="F2_precision_recall_distributions_6469">
            <a:extLst>
              <a:ext uri="{FF2B5EF4-FFF2-40B4-BE49-F238E27FC236}">
                <a16:creationId xmlns:a16="http://schemas.microsoft.com/office/drawing/2014/main" id="{FC46EFDD-88B1-48F4-9270-1C4A986690F7}"/>
              </a:ext>
            </a:extLst>
          </p:cNvPr>
          <p:cNvSpPr>
            <a:spLocks noGrp="1"/>
          </p:cNvSpPr>
          <p:nvPr/>
        </p:nvSpPr>
        <p:spPr>
          <a:xfrm>
            <a:off x="28881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6" name="F2_precision_recall_distributions_6470">
            <a:extLst>
              <a:ext uri="{FF2B5EF4-FFF2-40B4-BE49-F238E27FC236}">
                <a16:creationId xmlns:a16="http://schemas.microsoft.com/office/drawing/2014/main" id="{EB68A327-D518-499D-97E5-B0676D0ACACB}"/>
              </a:ext>
            </a:extLst>
          </p:cNvPr>
          <p:cNvSpPr>
            <a:spLocks noGrp="1"/>
          </p:cNvSpPr>
          <p:nvPr/>
        </p:nvSpPr>
        <p:spPr>
          <a:xfrm>
            <a:off x="31680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7" name="F2_precision_recall_distributions_6471">
            <a:extLst>
              <a:ext uri="{FF2B5EF4-FFF2-40B4-BE49-F238E27FC236}">
                <a16:creationId xmlns:a16="http://schemas.microsoft.com/office/drawing/2014/main" id="{51E789A8-1255-4C45-852F-B1D09AF45BEA}"/>
              </a:ext>
            </a:extLst>
          </p:cNvPr>
          <p:cNvSpPr>
            <a:spLocks noGrp="1"/>
          </p:cNvSpPr>
          <p:nvPr/>
        </p:nvSpPr>
        <p:spPr>
          <a:xfrm>
            <a:off x="31871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8" name="F2_precision_recall_distributions_6472">
            <a:extLst>
              <a:ext uri="{FF2B5EF4-FFF2-40B4-BE49-F238E27FC236}">
                <a16:creationId xmlns:a16="http://schemas.microsoft.com/office/drawing/2014/main" id="{AD4F2B7D-4822-4EFE-8F43-A0EB3F968D9C}"/>
              </a:ext>
            </a:extLst>
          </p:cNvPr>
          <p:cNvSpPr>
            <a:spLocks noGrp="1"/>
          </p:cNvSpPr>
          <p:nvPr/>
        </p:nvSpPr>
        <p:spPr>
          <a:xfrm>
            <a:off x="289846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9" name="F2_precision_recall_distributions_6473">
            <a:extLst>
              <a:ext uri="{FF2B5EF4-FFF2-40B4-BE49-F238E27FC236}">
                <a16:creationId xmlns:a16="http://schemas.microsoft.com/office/drawing/2014/main" id="{7F5380E0-91A1-40FF-841E-5EF00FF09225}"/>
              </a:ext>
            </a:extLst>
          </p:cNvPr>
          <p:cNvSpPr>
            <a:spLocks noGrp="1"/>
          </p:cNvSpPr>
          <p:nvPr/>
        </p:nvSpPr>
        <p:spPr>
          <a:xfrm>
            <a:off x="3138308" y="59178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0" name="F2_precision_recall_distributions_6474">
            <a:extLst>
              <a:ext uri="{FF2B5EF4-FFF2-40B4-BE49-F238E27FC236}">
                <a16:creationId xmlns:a16="http://schemas.microsoft.com/office/drawing/2014/main" id="{61F85A81-FE85-40C0-8A96-F04E72FD4FA8}"/>
              </a:ext>
            </a:extLst>
          </p:cNvPr>
          <p:cNvSpPr>
            <a:spLocks noGrp="1"/>
          </p:cNvSpPr>
          <p:nvPr/>
        </p:nvSpPr>
        <p:spPr>
          <a:xfrm>
            <a:off x="313758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1" name="F2_precision_recall_distributions_6475">
            <a:extLst>
              <a:ext uri="{FF2B5EF4-FFF2-40B4-BE49-F238E27FC236}">
                <a16:creationId xmlns:a16="http://schemas.microsoft.com/office/drawing/2014/main" id="{13C23EC2-7523-4A7F-BE2E-2E368062D8C9}"/>
              </a:ext>
            </a:extLst>
          </p:cNvPr>
          <p:cNvSpPr>
            <a:spLocks noGrp="1"/>
          </p:cNvSpPr>
          <p:nvPr/>
        </p:nvSpPr>
        <p:spPr>
          <a:xfrm>
            <a:off x="310237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2" name="F2_precision_recall_distributions_6476">
            <a:extLst>
              <a:ext uri="{FF2B5EF4-FFF2-40B4-BE49-F238E27FC236}">
                <a16:creationId xmlns:a16="http://schemas.microsoft.com/office/drawing/2014/main" id="{7D8803B9-AA97-4CAA-A2E2-D04A1338DB75}"/>
              </a:ext>
            </a:extLst>
          </p:cNvPr>
          <p:cNvSpPr>
            <a:spLocks noGrp="1"/>
          </p:cNvSpPr>
          <p:nvPr/>
        </p:nvSpPr>
        <p:spPr>
          <a:xfrm>
            <a:off x="29694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3" name="F2_precision_recall_distributions_6477">
            <a:extLst>
              <a:ext uri="{FF2B5EF4-FFF2-40B4-BE49-F238E27FC236}">
                <a16:creationId xmlns:a16="http://schemas.microsoft.com/office/drawing/2014/main" id="{5C1AE179-67E2-4659-83BA-B304498DF9FD}"/>
              </a:ext>
            </a:extLst>
          </p:cNvPr>
          <p:cNvSpPr>
            <a:spLocks noGrp="1"/>
          </p:cNvSpPr>
          <p:nvPr/>
        </p:nvSpPr>
        <p:spPr>
          <a:xfrm>
            <a:off x="29765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4" name="F2_precision_recall_distributions_6478">
            <a:extLst>
              <a:ext uri="{FF2B5EF4-FFF2-40B4-BE49-F238E27FC236}">
                <a16:creationId xmlns:a16="http://schemas.microsoft.com/office/drawing/2014/main" id="{025527F4-0F2F-4058-ACA6-9A2B524079A0}"/>
              </a:ext>
            </a:extLst>
          </p:cNvPr>
          <p:cNvSpPr>
            <a:spLocks noGrp="1"/>
          </p:cNvSpPr>
          <p:nvPr/>
        </p:nvSpPr>
        <p:spPr>
          <a:xfrm>
            <a:off x="288190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5" name="F2_precision_recall_distributions_6479">
            <a:extLst>
              <a:ext uri="{FF2B5EF4-FFF2-40B4-BE49-F238E27FC236}">
                <a16:creationId xmlns:a16="http://schemas.microsoft.com/office/drawing/2014/main" id="{823A2CBB-5948-44B2-8973-0196BE5B4E72}"/>
              </a:ext>
            </a:extLst>
          </p:cNvPr>
          <p:cNvSpPr>
            <a:spLocks noGrp="1"/>
          </p:cNvSpPr>
          <p:nvPr/>
        </p:nvSpPr>
        <p:spPr>
          <a:xfrm>
            <a:off x="286833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6" name="F2_precision_recall_distributions_6480">
            <a:extLst>
              <a:ext uri="{FF2B5EF4-FFF2-40B4-BE49-F238E27FC236}">
                <a16:creationId xmlns:a16="http://schemas.microsoft.com/office/drawing/2014/main" id="{827DF17D-1566-4E08-860E-316BC728C8FB}"/>
              </a:ext>
            </a:extLst>
          </p:cNvPr>
          <p:cNvSpPr>
            <a:spLocks noGrp="1"/>
          </p:cNvSpPr>
          <p:nvPr/>
        </p:nvSpPr>
        <p:spPr>
          <a:xfrm>
            <a:off x="283525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7" name="F2_precision_recall_distributions_6481">
            <a:extLst>
              <a:ext uri="{FF2B5EF4-FFF2-40B4-BE49-F238E27FC236}">
                <a16:creationId xmlns:a16="http://schemas.microsoft.com/office/drawing/2014/main" id="{0CE5BA31-6454-4103-8412-760D232969B2}"/>
              </a:ext>
            </a:extLst>
          </p:cNvPr>
          <p:cNvSpPr>
            <a:spLocks noGrp="1"/>
          </p:cNvSpPr>
          <p:nvPr/>
        </p:nvSpPr>
        <p:spPr>
          <a:xfrm>
            <a:off x="287330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8" name="F2_precision_recall_distributions_6482">
            <a:extLst>
              <a:ext uri="{FF2B5EF4-FFF2-40B4-BE49-F238E27FC236}">
                <a16:creationId xmlns:a16="http://schemas.microsoft.com/office/drawing/2014/main" id="{2CC6451E-AC05-4F65-9E9B-C126A80BD7AD}"/>
              </a:ext>
            </a:extLst>
          </p:cNvPr>
          <p:cNvSpPr>
            <a:spLocks noGrp="1"/>
          </p:cNvSpPr>
          <p:nvPr/>
        </p:nvSpPr>
        <p:spPr>
          <a:xfrm>
            <a:off x="301282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9" name="F2_precision_recall_distributions_6483">
            <a:extLst>
              <a:ext uri="{FF2B5EF4-FFF2-40B4-BE49-F238E27FC236}">
                <a16:creationId xmlns:a16="http://schemas.microsoft.com/office/drawing/2014/main" id="{EC86F179-2E6F-4DB4-AFBF-06AA022E5090}"/>
              </a:ext>
            </a:extLst>
          </p:cNvPr>
          <p:cNvSpPr>
            <a:spLocks noGrp="1"/>
          </p:cNvSpPr>
          <p:nvPr/>
        </p:nvSpPr>
        <p:spPr>
          <a:xfrm>
            <a:off x="2828742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0" name="F2_precision_recall_distributions_6484">
            <a:extLst>
              <a:ext uri="{FF2B5EF4-FFF2-40B4-BE49-F238E27FC236}">
                <a16:creationId xmlns:a16="http://schemas.microsoft.com/office/drawing/2014/main" id="{51F16B7C-E35A-4AB6-A3B5-FA5A578E7638}"/>
              </a:ext>
            </a:extLst>
          </p:cNvPr>
          <p:cNvSpPr>
            <a:spLocks noGrp="1"/>
          </p:cNvSpPr>
          <p:nvPr/>
        </p:nvSpPr>
        <p:spPr>
          <a:xfrm>
            <a:off x="317139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1" name="F2_precision_recall_distributions_6485">
            <a:extLst>
              <a:ext uri="{FF2B5EF4-FFF2-40B4-BE49-F238E27FC236}">
                <a16:creationId xmlns:a16="http://schemas.microsoft.com/office/drawing/2014/main" id="{03E7E510-623B-4E39-9CB8-15271A9A5B76}"/>
              </a:ext>
            </a:extLst>
          </p:cNvPr>
          <p:cNvSpPr>
            <a:spLocks noGrp="1"/>
          </p:cNvSpPr>
          <p:nvPr/>
        </p:nvSpPr>
        <p:spPr>
          <a:xfrm>
            <a:off x="311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2" name="F2_precision_recall_distributions_6486">
            <a:extLst>
              <a:ext uri="{FF2B5EF4-FFF2-40B4-BE49-F238E27FC236}">
                <a16:creationId xmlns:a16="http://schemas.microsoft.com/office/drawing/2014/main" id="{98FE9F64-B45A-408A-8C3F-5E165629843E}"/>
              </a:ext>
            </a:extLst>
          </p:cNvPr>
          <p:cNvSpPr>
            <a:spLocks noGrp="1"/>
          </p:cNvSpPr>
          <p:nvPr/>
        </p:nvSpPr>
        <p:spPr>
          <a:xfrm>
            <a:off x="2826410" y="63697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3" name="F2_precision_recall_distributions_6487">
            <a:extLst>
              <a:ext uri="{FF2B5EF4-FFF2-40B4-BE49-F238E27FC236}">
                <a16:creationId xmlns:a16="http://schemas.microsoft.com/office/drawing/2014/main" id="{56896F98-069C-4895-AC37-7099089C8175}"/>
              </a:ext>
            </a:extLst>
          </p:cNvPr>
          <p:cNvSpPr>
            <a:spLocks noGrp="1"/>
          </p:cNvSpPr>
          <p:nvPr/>
        </p:nvSpPr>
        <p:spPr>
          <a:xfrm>
            <a:off x="312148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4" name="F2_precision_recall_distributions_6488">
            <a:extLst>
              <a:ext uri="{FF2B5EF4-FFF2-40B4-BE49-F238E27FC236}">
                <a16:creationId xmlns:a16="http://schemas.microsoft.com/office/drawing/2014/main" id="{13120ED8-BF07-45DD-B726-E5629D037626}"/>
              </a:ext>
            </a:extLst>
          </p:cNvPr>
          <p:cNvSpPr>
            <a:spLocks noGrp="1"/>
          </p:cNvSpPr>
          <p:nvPr/>
        </p:nvSpPr>
        <p:spPr>
          <a:xfrm>
            <a:off x="3060481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5" name="F2_precision_recall_distributions_6489">
            <a:extLst>
              <a:ext uri="{FF2B5EF4-FFF2-40B4-BE49-F238E27FC236}">
                <a16:creationId xmlns:a16="http://schemas.microsoft.com/office/drawing/2014/main" id="{102D45F5-5E7B-4225-BA96-F8651022EEFD}"/>
              </a:ext>
            </a:extLst>
          </p:cNvPr>
          <p:cNvSpPr>
            <a:spLocks noGrp="1"/>
          </p:cNvSpPr>
          <p:nvPr/>
        </p:nvSpPr>
        <p:spPr>
          <a:xfrm>
            <a:off x="300651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6" name="F2_precision_recall_distributions_6490">
            <a:extLst>
              <a:ext uri="{FF2B5EF4-FFF2-40B4-BE49-F238E27FC236}">
                <a16:creationId xmlns:a16="http://schemas.microsoft.com/office/drawing/2014/main" id="{970AEF5F-B445-4358-8911-64CAACF432AA}"/>
              </a:ext>
            </a:extLst>
          </p:cNvPr>
          <p:cNvSpPr>
            <a:spLocks noGrp="1"/>
          </p:cNvSpPr>
          <p:nvPr/>
        </p:nvSpPr>
        <p:spPr>
          <a:xfrm>
            <a:off x="316611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7" name="F2_precision_recall_distributions_6491">
            <a:extLst>
              <a:ext uri="{FF2B5EF4-FFF2-40B4-BE49-F238E27FC236}">
                <a16:creationId xmlns:a16="http://schemas.microsoft.com/office/drawing/2014/main" id="{32E01B97-E598-4EA1-8A8B-AD42523CAB63}"/>
              </a:ext>
            </a:extLst>
          </p:cNvPr>
          <p:cNvSpPr>
            <a:spLocks noGrp="1"/>
          </p:cNvSpPr>
          <p:nvPr/>
        </p:nvSpPr>
        <p:spPr>
          <a:xfrm>
            <a:off x="28560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8" name="F2_precision_recall_distributions_6492">
            <a:extLst>
              <a:ext uri="{FF2B5EF4-FFF2-40B4-BE49-F238E27FC236}">
                <a16:creationId xmlns:a16="http://schemas.microsoft.com/office/drawing/2014/main" id="{076CB557-6A33-4BBF-998C-046216B396CD}"/>
              </a:ext>
            </a:extLst>
          </p:cNvPr>
          <p:cNvSpPr>
            <a:spLocks noGrp="1"/>
          </p:cNvSpPr>
          <p:nvPr/>
        </p:nvSpPr>
        <p:spPr>
          <a:xfrm>
            <a:off x="2945487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9" name="F2_precision_recall_distributions_6493">
            <a:extLst>
              <a:ext uri="{FF2B5EF4-FFF2-40B4-BE49-F238E27FC236}">
                <a16:creationId xmlns:a16="http://schemas.microsoft.com/office/drawing/2014/main" id="{963DDD59-C6FC-4C50-A186-5988F85F4389}"/>
              </a:ext>
            </a:extLst>
          </p:cNvPr>
          <p:cNvSpPr>
            <a:spLocks noGrp="1"/>
          </p:cNvSpPr>
          <p:nvPr/>
        </p:nvSpPr>
        <p:spPr>
          <a:xfrm>
            <a:off x="28192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0" name="F2_precision_recall_distributions_6494">
            <a:extLst>
              <a:ext uri="{FF2B5EF4-FFF2-40B4-BE49-F238E27FC236}">
                <a16:creationId xmlns:a16="http://schemas.microsoft.com/office/drawing/2014/main" id="{3B2F03FB-C1B4-4569-8B14-BCB3DAB74D3B}"/>
              </a:ext>
            </a:extLst>
          </p:cNvPr>
          <p:cNvSpPr>
            <a:spLocks noGrp="1"/>
          </p:cNvSpPr>
          <p:nvPr/>
        </p:nvSpPr>
        <p:spPr>
          <a:xfrm>
            <a:off x="3138590" y="619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1" name="F2_precision_recall_distributions_6495">
            <a:extLst>
              <a:ext uri="{FF2B5EF4-FFF2-40B4-BE49-F238E27FC236}">
                <a16:creationId xmlns:a16="http://schemas.microsoft.com/office/drawing/2014/main" id="{FC2A0DED-D08F-45B6-9024-17679CF3F228}"/>
              </a:ext>
            </a:extLst>
          </p:cNvPr>
          <p:cNvSpPr>
            <a:spLocks noGrp="1"/>
          </p:cNvSpPr>
          <p:nvPr/>
        </p:nvSpPr>
        <p:spPr>
          <a:xfrm>
            <a:off x="300037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2" name="F2_precision_recall_distributions_6496">
            <a:extLst>
              <a:ext uri="{FF2B5EF4-FFF2-40B4-BE49-F238E27FC236}">
                <a16:creationId xmlns:a16="http://schemas.microsoft.com/office/drawing/2014/main" id="{FCCE451F-F978-44EF-9773-ECC2E0DF9A15}"/>
              </a:ext>
            </a:extLst>
          </p:cNvPr>
          <p:cNvSpPr>
            <a:spLocks noGrp="1"/>
          </p:cNvSpPr>
          <p:nvPr/>
        </p:nvSpPr>
        <p:spPr>
          <a:xfrm>
            <a:off x="311743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3" name="F2_precision_recall_distributions_6497">
            <a:extLst>
              <a:ext uri="{FF2B5EF4-FFF2-40B4-BE49-F238E27FC236}">
                <a16:creationId xmlns:a16="http://schemas.microsoft.com/office/drawing/2014/main" id="{7E69D305-A362-4A95-BDEC-82FACF238453}"/>
              </a:ext>
            </a:extLst>
          </p:cNvPr>
          <p:cNvSpPr>
            <a:spLocks noGrp="1"/>
          </p:cNvSpPr>
          <p:nvPr/>
        </p:nvSpPr>
        <p:spPr>
          <a:xfrm>
            <a:off x="31085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4" name="F2_precision_recall_distributions_6498">
            <a:extLst>
              <a:ext uri="{FF2B5EF4-FFF2-40B4-BE49-F238E27FC236}">
                <a16:creationId xmlns:a16="http://schemas.microsoft.com/office/drawing/2014/main" id="{141730F7-423B-420C-AA26-AE45BA60FBC3}"/>
              </a:ext>
            </a:extLst>
          </p:cNvPr>
          <p:cNvSpPr>
            <a:spLocks noGrp="1"/>
          </p:cNvSpPr>
          <p:nvPr/>
        </p:nvSpPr>
        <p:spPr>
          <a:xfrm>
            <a:off x="2843050" y="6151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5" name="F2_precision_recall_distributions_6499">
            <a:extLst>
              <a:ext uri="{FF2B5EF4-FFF2-40B4-BE49-F238E27FC236}">
                <a16:creationId xmlns:a16="http://schemas.microsoft.com/office/drawing/2014/main" id="{87E57D90-80C9-46BC-9029-B8D6CFA6E082}"/>
              </a:ext>
            </a:extLst>
          </p:cNvPr>
          <p:cNvSpPr>
            <a:spLocks noGrp="1"/>
          </p:cNvSpPr>
          <p:nvPr/>
        </p:nvSpPr>
        <p:spPr>
          <a:xfrm>
            <a:off x="317123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6" name="F2_precision_recall_distributions_6500">
            <a:extLst>
              <a:ext uri="{FF2B5EF4-FFF2-40B4-BE49-F238E27FC236}">
                <a16:creationId xmlns:a16="http://schemas.microsoft.com/office/drawing/2014/main" id="{2CE2306B-455E-499B-A6B8-D9B6215FBD82}"/>
              </a:ext>
            </a:extLst>
          </p:cNvPr>
          <p:cNvSpPr>
            <a:spLocks noGrp="1"/>
          </p:cNvSpPr>
          <p:nvPr/>
        </p:nvSpPr>
        <p:spPr>
          <a:xfrm>
            <a:off x="30674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7" name="F2_precision_recall_distributions_6501">
            <a:extLst>
              <a:ext uri="{FF2B5EF4-FFF2-40B4-BE49-F238E27FC236}">
                <a16:creationId xmlns:a16="http://schemas.microsoft.com/office/drawing/2014/main" id="{952A217C-69D4-4811-8A02-62B06A9759FA}"/>
              </a:ext>
            </a:extLst>
          </p:cNvPr>
          <p:cNvSpPr>
            <a:spLocks noGrp="1"/>
          </p:cNvSpPr>
          <p:nvPr/>
        </p:nvSpPr>
        <p:spPr>
          <a:xfrm>
            <a:off x="299483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8" name="F2_precision_recall_distributions_6502">
            <a:extLst>
              <a:ext uri="{FF2B5EF4-FFF2-40B4-BE49-F238E27FC236}">
                <a16:creationId xmlns:a16="http://schemas.microsoft.com/office/drawing/2014/main" id="{DF955136-1D54-47B5-A48F-FCAF297571CE}"/>
              </a:ext>
            </a:extLst>
          </p:cNvPr>
          <p:cNvSpPr>
            <a:spLocks noGrp="1"/>
          </p:cNvSpPr>
          <p:nvPr/>
        </p:nvSpPr>
        <p:spPr>
          <a:xfrm>
            <a:off x="301971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9" name="F2_precision_recall_distributions_6503">
            <a:extLst>
              <a:ext uri="{FF2B5EF4-FFF2-40B4-BE49-F238E27FC236}">
                <a16:creationId xmlns:a16="http://schemas.microsoft.com/office/drawing/2014/main" id="{A7FE35E6-1F20-4E29-900A-ED0E92C55974}"/>
              </a:ext>
            </a:extLst>
          </p:cNvPr>
          <p:cNvSpPr>
            <a:spLocks noGrp="1"/>
          </p:cNvSpPr>
          <p:nvPr/>
        </p:nvSpPr>
        <p:spPr>
          <a:xfrm>
            <a:off x="3124572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0" name="F2_precision_recall_distributions_6504">
            <a:extLst>
              <a:ext uri="{FF2B5EF4-FFF2-40B4-BE49-F238E27FC236}">
                <a16:creationId xmlns:a16="http://schemas.microsoft.com/office/drawing/2014/main" id="{271C3228-0F40-46FA-9A54-F0D246EDAA1C}"/>
              </a:ext>
            </a:extLst>
          </p:cNvPr>
          <p:cNvSpPr>
            <a:spLocks noGrp="1"/>
          </p:cNvSpPr>
          <p:nvPr/>
        </p:nvSpPr>
        <p:spPr>
          <a:xfrm>
            <a:off x="28889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1" name="F2_precision_recall_distributions_6505">
            <a:extLst>
              <a:ext uri="{FF2B5EF4-FFF2-40B4-BE49-F238E27FC236}">
                <a16:creationId xmlns:a16="http://schemas.microsoft.com/office/drawing/2014/main" id="{0AED919C-BDA1-4C19-9B57-C1527015C6B2}"/>
              </a:ext>
            </a:extLst>
          </p:cNvPr>
          <p:cNvSpPr>
            <a:spLocks noGrp="1"/>
          </p:cNvSpPr>
          <p:nvPr/>
        </p:nvSpPr>
        <p:spPr>
          <a:xfrm>
            <a:off x="2979210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2" name="F2_precision_recall_distributions_6506">
            <a:extLst>
              <a:ext uri="{FF2B5EF4-FFF2-40B4-BE49-F238E27FC236}">
                <a16:creationId xmlns:a16="http://schemas.microsoft.com/office/drawing/2014/main" id="{D564F952-B40C-4C4E-B9CC-223BA2137011}"/>
              </a:ext>
            </a:extLst>
          </p:cNvPr>
          <p:cNvSpPr>
            <a:spLocks noGrp="1"/>
          </p:cNvSpPr>
          <p:nvPr/>
        </p:nvSpPr>
        <p:spPr>
          <a:xfrm>
            <a:off x="31640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3" name="F2_precision_recall_distributions_6507">
            <a:extLst>
              <a:ext uri="{FF2B5EF4-FFF2-40B4-BE49-F238E27FC236}">
                <a16:creationId xmlns:a16="http://schemas.microsoft.com/office/drawing/2014/main" id="{38D7858F-18B1-4984-BA38-60FF86B3F510}"/>
              </a:ext>
            </a:extLst>
          </p:cNvPr>
          <p:cNvSpPr>
            <a:spLocks noGrp="1"/>
          </p:cNvSpPr>
          <p:nvPr/>
        </p:nvSpPr>
        <p:spPr>
          <a:xfrm>
            <a:off x="28597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4" name="F2_precision_recall_distributions_6508">
            <a:extLst>
              <a:ext uri="{FF2B5EF4-FFF2-40B4-BE49-F238E27FC236}">
                <a16:creationId xmlns:a16="http://schemas.microsoft.com/office/drawing/2014/main" id="{029ECA96-7374-43C3-A8FB-08FFC6435A36}"/>
              </a:ext>
            </a:extLst>
          </p:cNvPr>
          <p:cNvSpPr>
            <a:spLocks noGrp="1"/>
          </p:cNvSpPr>
          <p:nvPr/>
        </p:nvSpPr>
        <p:spPr>
          <a:xfrm>
            <a:off x="298297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5" name="F2_precision_recall_distributions_6509">
            <a:extLst>
              <a:ext uri="{FF2B5EF4-FFF2-40B4-BE49-F238E27FC236}">
                <a16:creationId xmlns:a16="http://schemas.microsoft.com/office/drawing/2014/main" id="{D3FBCBD9-6E1D-4402-A7BB-9E29A7DB92A3}"/>
              </a:ext>
            </a:extLst>
          </p:cNvPr>
          <p:cNvSpPr>
            <a:spLocks noGrp="1"/>
          </p:cNvSpPr>
          <p:nvPr/>
        </p:nvSpPr>
        <p:spPr>
          <a:xfrm>
            <a:off x="318572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6" name="F2_precision_recall_distributions_6510">
            <a:extLst>
              <a:ext uri="{FF2B5EF4-FFF2-40B4-BE49-F238E27FC236}">
                <a16:creationId xmlns:a16="http://schemas.microsoft.com/office/drawing/2014/main" id="{56119C74-51E6-4FA4-B65A-EE21D171956F}"/>
              </a:ext>
            </a:extLst>
          </p:cNvPr>
          <p:cNvSpPr>
            <a:spLocks noGrp="1"/>
          </p:cNvSpPr>
          <p:nvPr/>
        </p:nvSpPr>
        <p:spPr>
          <a:xfrm>
            <a:off x="3123192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7" name="F2_precision_recall_distributions_6511">
            <a:extLst>
              <a:ext uri="{FF2B5EF4-FFF2-40B4-BE49-F238E27FC236}">
                <a16:creationId xmlns:a16="http://schemas.microsoft.com/office/drawing/2014/main" id="{C2BF23A2-5DA2-4776-A8DD-61B3601E8FDD}"/>
              </a:ext>
            </a:extLst>
          </p:cNvPr>
          <p:cNvSpPr>
            <a:spLocks noGrp="1"/>
          </p:cNvSpPr>
          <p:nvPr/>
        </p:nvSpPr>
        <p:spPr>
          <a:xfrm>
            <a:off x="29536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8" name="F2_precision_recall_distributions_6512">
            <a:extLst>
              <a:ext uri="{FF2B5EF4-FFF2-40B4-BE49-F238E27FC236}">
                <a16:creationId xmlns:a16="http://schemas.microsoft.com/office/drawing/2014/main" id="{FE4C2FE2-6639-4DDD-80CD-98DCCA60A080}"/>
              </a:ext>
            </a:extLst>
          </p:cNvPr>
          <p:cNvSpPr>
            <a:spLocks noGrp="1"/>
          </p:cNvSpPr>
          <p:nvPr/>
        </p:nvSpPr>
        <p:spPr>
          <a:xfrm>
            <a:off x="3013494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9" name="F2_precision_recall_distributions_6513">
            <a:extLst>
              <a:ext uri="{FF2B5EF4-FFF2-40B4-BE49-F238E27FC236}">
                <a16:creationId xmlns:a16="http://schemas.microsoft.com/office/drawing/2014/main" id="{A1E0FA9E-C5C3-4CDB-8DFC-C977E94D6588}"/>
              </a:ext>
            </a:extLst>
          </p:cNvPr>
          <p:cNvSpPr>
            <a:spLocks noGrp="1"/>
          </p:cNvSpPr>
          <p:nvPr/>
        </p:nvSpPr>
        <p:spPr>
          <a:xfrm>
            <a:off x="284556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0" name="F2_precision_recall_distributions_6514">
            <a:extLst>
              <a:ext uri="{FF2B5EF4-FFF2-40B4-BE49-F238E27FC236}">
                <a16:creationId xmlns:a16="http://schemas.microsoft.com/office/drawing/2014/main" id="{22A5944B-52EA-4E2E-96FA-E9BE45CE03CC}"/>
              </a:ext>
            </a:extLst>
          </p:cNvPr>
          <p:cNvSpPr>
            <a:spLocks noGrp="1"/>
          </p:cNvSpPr>
          <p:nvPr/>
        </p:nvSpPr>
        <p:spPr>
          <a:xfrm>
            <a:off x="284593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1" name="F2_precision_recall_distributions_6515">
            <a:extLst>
              <a:ext uri="{FF2B5EF4-FFF2-40B4-BE49-F238E27FC236}">
                <a16:creationId xmlns:a16="http://schemas.microsoft.com/office/drawing/2014/main" id="{4696AEA3-48F6-491C-B034-8DDE9ED10B84}"/>
              </a:ext>
            </a:extLst>
          </p:cNvPr>
          <p:cNvSpPr>
            <a:spLocks noGrp="1"/>
          </p:cNvSpPr>
          <p:nvPr/>
        </p:nvSpPr>
        <p:spPr>
          <a:xfrm>
            <a:off x="292468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2" name="F2_precision_recall_distributions_6516">
            <a:extLst>
              <a:ext uri="{FF2B5EF4-FFF2-40B4-BE49-F238E27FC236}">
                <a16:creationId xmlns:a16="http://schemas.microsoft.com/office/drawing/2014/main" id="{C6FD23CB-B3AA-4304-9CC9-E614C0BA4BB0}"/>
              </a:ext>
            </a:extLst>
          </p:cNvPr>
          <p:cNvSpPr>
            <a:spLocks noGrp="1"/>
          </p:cNvSpPr>
          <p:nvPr/>
        </p:nvSpPr>
        <p:spPr>
          <a:xfrm>
            <a:off x="3049718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3" name="F2_precision_recall_distributions_6517">
            <a:extLst>
              <a:ext uri="{FF2B5EF4-FFF2-40B4-BE49-F238E27FC236}">
                <a16:creationId xmlns:a16="http://schemas.microsoft.com/office/drawing/2014/main" id="{A6114C6D-E2C8-48C7-9BC8-5667D8422E33}"/>
              </a:ext>
            </a:extLst>
          </p:cNvPr>
          <p:cNvSpPr>
            <a:spLocks noGrp="1"/>
          </p:cNvSpPr>
          <p:nvPr/>
        </p:nvSpPr>
        <p:spPr>
          <a:xfrm>
            <a:off x="297275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4" name="F2_precision_recall_distributions_6518">
            <a:extLst>
              <a:ext uri="{FF2B5EF4-FFF2-40B4-BE49-F238E27FC236}">
                <a16:creationId xmlns:a16="http://schemas.microsoft.com/office/drawing/2014/main" id="{8D608F31-FAAE-4E72-B067-A0E1402AF94F}"/>
              </a:ext>
            </a:extLst>
          </p:cNvPr>
          <p:cNvSpPr>
            <a:spLocks noGrp="1"/>
          </p:cNvSpPr>
          <p:nvPr/>
        </p:nvSpPr>
        <p:spPr>
          <a:xfrm>
            <a:off x="2857507" y="6147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5" name="F2_precision_recall_distributions_6519">
            <a:extLst>
              <a:ext uri="{FF2B5EF4-FFF2-40B4-BE49-F238E27FC236}">
                <a16:creationId xmlns:a16="http://schemas.microsoft.com/office/drawing/2014/main" id="{3AE5E545-DDDC-4600-BC68-A5FFD66214B4}"/>
              </a:ext>
            </a:extLst>
          </p:cNvPr>
          <p:cNvSpPr>
            <a:spLocks noGrp="1"/>
          </p:cNvSpPr>
          <p:nvPr/>
        </p:nvSpPr>
        <p:spPr>
          <a:xfrm>
            <a:off x="301375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6" name="F2_precision_recall_distributions_6520">
            <a:extLst>
              <a:ext uri="{FF2B5EF4-FFF2-40B4-BE49-F238E27FC236}">
                <a16:creationId xmlns:a16="http://schemas.microsoft.com/office/drawing/2014/main" id="{2842A3B4-F639-4FA5-9289-A21FAD698412}"/>
              </a:ext>
            </a:extLst>
          </p:cNvPr>
          <p:cNvSpPr>
            <a:spLocks noGrp="1"/>
          </p:cNvSpPr>
          <p:nvPr/>
        </p:nvSpPr>
        <p:spPr>
          <a:xfrm>
            <a:off x="2825008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7" name="F2_precision_recall_distributions_6521">
            <a:extLst>
              <a:ext uri="{FF2B5EF4-FFF2-40B4-BE49-F238E27FC236}">
                <a16:creationId xmlns:a16="http://schemas.microsoft.com/office/drawing/2014/main" id="{0FB287F3-D46F-4EB3-8D08-FEEA10ECEB63}"/>
              </a:ext>
            </a:extLst>
          </p:cNvPr>
          <p:cNvSpPr>
            <a:spLocks noGrp="1"/>
          </p:cNvSpPr>
          <p:nvPr/>
        </p:nvSpPr>
        <p:spPr>
          <a:xfrm>
            <a:off x="304647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8" name="F2_precision_recall_distributions_6522">
            <a:extLst>
              <a:ext uri="{FF2B5EF4-FFF2-40B4-BE49-F238E27FC236}">
                <a16:creationId xmlns:a16="http://schemas.microsoft.com/office/drawing/2014/main" id="{CA776B0A-838E-4D4D-9CFE-F7D2AFA2AA4D}"/>
              </a:ext>
            </a:extLst>
          </p:cNvPr>
          <p:cNvSpPr>
            <a:spLocks noGrp="1"/>
          </p:cNvSpPr>
          <p:nvPr/>
        </p:nvSpPr>
        <p:spPr>
          <a:xfrm>
            <a:off x="285221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9" name="F2_precision_recall_distributions_6523">
            <a:extLst>
              <a:ext uri="{FF2B5EF4-FFF2-40B4-BE49-F238E27FC236}">
                <a16:creationId xmlns:a16="http://schemas.microsoft.com/office/drawing/2014/main" id="{3A0ABED4-9FA6-46DB-8EF6-ADBAD7C58680}"/>
              </a:ext>
            </a:extLst>
          </p:cNvPr>
          <p:cNvSpPr>
            <a:spLocks noGrp="1"/>
          </p:cNvSpPr>
          <p:nvPr/>
        </p:nvSpPr>
        <p:spPr>
          <a:xfrm>
            <a:off x="29864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0" name="F2_precision_recall_distributions_6524">
            <a:extLst>
              <a:ext uri="{FF2B5EF4-FFF2-40B4-BE49-F238E27FC236}">
                <a16:creationId xmlns:a16="http://schemas.microsoft.com/office/drawing/2014/main" id="{2AE27B2A-E50E-45AF-9A52-62BBD09A6F69}"/>
              </a:ext>
            </a:extLst>
          </p:cNvPr>
          <p:cNvSpPr>
            <a:spLocks noGrp="1"/>
          </p:cNvSpPr>
          <p:nvPr/>
        </p:nvSpPr>
        <p:spPr>
          <a:xfrm>
            <a:off x="29927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1" name="F2_precision_recall_distributions_6525">
            <a:extLst>
              <a:ext uri="{FF2B5EF4-FFF2-40B4-BE49-F238E27FC236}">
                <a16:creationId xmlns:a16="http://schemas.microsoft.com/office/drawing/2014/main" id="{129D19E7-D2BC-4281-8CFE-45F4EF631649}"/>
              </a:ext>
            </a:extLst>
          </p:cNvPr>
          <p:cNvSpPr>
            <a:spLocks noGrp="1"/>
          </p:cNvSpPr>
          <p:nvPr/>
        </p:nvSpPr>
        <p:spPr>
          <a:xfrm>
            <a:off x="2961254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2" name="F2_precision_recall_distributions_6526">
            <a:extLst>
              <a:ext uri="{FF2B5EF4-FFF2-40B4-BE49-F238E27FC236}">
                <a16:creationId xmlns:a16="http://schemas.microsoft.com/office/drawing/2014/main" id="{97B591E2-43EC-4003-91D2-A2C640DB327C}"/>
              </a:ext>
            </a:extLst>
          </p:cNvPr>
          <p:cNvSpPr>
            <a:spLocks noGrp="1"/>
          </p:cNvSpPr>
          <p:nvPr/>
        </p:nvSpPr>
        <p:spPr>
          <a:xfrm>
            <a:off x="29108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3" name="F2_precision_recall_distributions_6527">
            <a:extLst>
              <a:ext uri="{FF2B5EF4-FFF2-40B4-BE49-F238E27FC236}">
                <a16:creationId xmlns:a16="http://schemas.microsoft.com/office/drawing/2014/main" id="{97EC02DE-D8DB-451E-904D-8296B4FFE3D5}"/>
              </a:ext>
            </a:extLst>
          </p:cNvPr>
          <p:cNvSpPr>
            <a:spLocks noGrp="1"/>
          </p:cNvSpPr>
          <p:nvPr/>
        </p:nvSpPr>
        <p:spPr>
          <a:xfrm>
            <a:off x="310345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4" name="F2_precision_recall_distributions_6528">
            <a:extLst>
              <a:ext uri="{FF2B5EF4-FFF2-40B4-BE49-F238E27FC236}">
                <a16:creationId xmlns:a16="http://schemas.microsoft.com/office/drawing/2014/main" id="{31260E00-2B3A-481D-AE7D-10DF0DF13896}"/>
              </a:ext>
            </a:extLst>
          </p:cNvPr>
          <p:cNvSpPr>
            <a:spLocks noGrp="1"/>
          </p:cNvSpPr>
          <p:nvPr/>
        </p:nvSpPr>
        <p:spPr>
          <a:xfrm>
            <a:off x="2959814" y="6314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5" name="F2_precision_recall_distributions_6529">
            <a:extLst>
              <a:ext uri="{FF2B5EF4-FFF2-40B4-BE49-F238E27FC236}">
                <a16:creationId xmlns:a16="http://schemas.microsoft.com/office/drawing/2014/main" id="{81C1276B-CA33-482F-870B-A45C9ADACD68}"/>
              </a:ext>
            </a:extLst>
          </p:cNvPr>
          <p:cNvSpPr>
            <a:spLocks noGrp="1"/>
          </p:cNvSpPr>
          <p:nvPr/>
        </p:nvSpPr>
        <p:spPr>
          <a:xfrm>
            <a:off x="31082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6" name="F2_precision_recall_distributions_6530">
            <a:extLst>
              <a:ext uri="{FF2B5EF4-FFF2-40B4-BE49-F238E27FC236}">
                <a16:creationId xmlns:a16="http://schemas.microsoft.com/office/drawing/2014/main" id="{E20A5299-AABF-415F-B1FD-754BEA66D11F}"/>
              </a:ext>
            </a:extLst>
          </p:cNvPr>
          <p:cNvSpPr>
            <a:spLocks noGrp="1"/>
          </p:cNvSpPr>
          <p:nvPr/>
        </p:nvSpPr>
        <p:spPr>
          <a:xfrm>
            <a:off x="302875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7" name="F2_precision_recall_distributions_6531">
            <a:extLst>
              <a:ext uri="{FF2B5EF4-FFF2-40B4-BE49-F238E27FC236}">
                <a16:creationId xmlns:a16="http://schemas.microsoft.com/office/drawing/2014/main" id="{34490871-5C7C-4778-B610-D052344713E7}"/>
              </a:ext>
            </a:extLst>
          </p:cNvPr>
          <p:cNvSpPr>
            <a:spLocks noGrp="1"/>
          </p:cNvSpPr>
          <p:nvPr/>
        </p:nvSpPr>
        <p:spPr>
          <a:xfrm>
            <a:off x="3842873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18" name="F2_precision_recall_distributions_6532">
            <a:extLst>
              <a:ext uri="{FF2B5EF4-FFF2-40B4-BE49-F238E27FC236}">
                <a16:creationId xmlns:a16="http://schemas.microsoft.com/office/drawing/2014/main" id="{906B8FCC-152D-4E35-93B3-0276CC058817}"/>
              </a:ext>
            </a:extLst>
          </p:cNvPr>
          <p:cNvSpPr>
            <a:spLocks noGrp="1"/>
          </p:cNvSpPr>
          <p:nvPr/>
        </p:nvSpPr>
        <p:spPr>
          <a:xfrm>
            <a:off x="42963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9" name="F2_precision_recall_distributions_6533">
            <a:extLst>
              <a:ext uri="{FF2B5EF4-FFF2-40B4-BE49-F238E27FC236}">
                <a16:creationId xmlns:a16="http://schemas.microsoft.com/office/drawing/2014/main" id="{96C7F49B-370C-4BB8-8BAB-EADCCE2CB571}"/>
              </a:ext>
            </a:extLst>
          </p:cNvPr>
          <p:cNvSpPr>
            <a:spLocks noGrp="1"/>
          </p:cNvSpPr>
          <p:nvPr/>
        </p:nvSpPr>
        <p:spPr>
          <a:xfrm>
            <a:off x="407499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0" name="F2_precision_recall_distributions_6534">
            <a:extLst>
              <a:ext uri="{FF2B5EF4-FFF2-40B4-BE49-F238E27FC236}">
                <a16:creationId xmlns:a16="http://schemas.microsoft.com/office/drawing/2014/main" id="{CB728766-E074-4B9A-845D-90E650DBE828}"/>
              </a:ext>
            </a:extLst>
          </p:cNvPr>
          <p:cNvSpPr>
            <a:spLocks noGrp="1"/>
          </p:cNvSpPr>
          <p:nvPr/>
        </p:nvSpPr>
        <p:spPr>
          <a:xfrm>
            <a:off x="42238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1" name="F2_precision_recall_distributions_6535">
            <a:extLst>
              <a:ext uri="{FF2B5EF4-FFF2-40B4-BE49-F238E27FC236}">
                <a16:creationId xmlns:a16="http://schemas.microsoft.com/office/drawing/2014/main" id="{EBEADB54-979D-43E7-833D-E7D65A7DAD22}"/>
              </a:ext>
            </a:extLst>
          </p:cNvPr>
          <p:cNvSpPr>
            <a:spLocks noGrp="1"/>
          </p:cNvSpPr>
          <p:nvPr/>
        </p:nvSpPr>
        <p:spPr>
          <a:xfrm>
            <a:off x="40486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2" name="F2_precision_recall_distributions_6536">
            <a:extLst>
              <a:ext uri="{FF2B5EF4-FFF2-40B4-BE49-F238E27FC236}">
                <a16:creationId xmlns:a16="http://schemas.microsoft.com/office/drawing/2014/main" id="{7004D591-21A0-41E4-9715-6B6B9056716F}"/>
              </a:ext>
            </a:extLst>
          </p:cNvPr>
          <p:cNvSpPr>
            <a:spLocks noGrp="1"/>
          </p:cNvSpPr>
          <p:nvPr/>
        </p:nvSpPr>
        <p:spPr>
          <a:xfrm>
            <a:off x="4195327" y="64329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3" name="F2_precision_recall_distributions_6537">
            <a:extLst>
              <a:ext uri="{FF2B5EF4-FFF2-40B4-BE49-F238E27FC236}">
                <a16:creationId xmlns:a16="http://schemas.microsoft.com/office/drawing/2014/main" id="{43BD2084-B2AE-4B34-8FA4-D375F2FD51A8}"/>
              </a:ext>
            </a:extLst>
          </p:cNvPr>
          <p:cNvSpPr>
            <a:spLocks noGrp="1"/>
          </p:cNvSpPr>
          <p:nvPr/>
        </p:nvSpPr>
        <p:spPr>
          <a:xfrm>
            <a:off x="4210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4" name="F2_precision_recall_distributions_6538">
            <a:extLst>
              <a:ext uri="{FF2B5EF4-FFF2-40B4-BE49-F238E27FC236}">
                <a16:creationId xmlns:a16="http://schemas.microsoft.com/office/drawing/2014/main" id="{1A0C0C36-AB78-46DA-B9A8-E54730C983EE}"/>
              </a:ext>
            </a:extLst>
          </p:cNvPr>
          <p:cNvSpPr>
            <a:spLocks noGrp="1"/>
          </p:cNvSpPr>
          <p:nvPr/>
        </p:nvSpPr>
        <p:spPr>
          <a:xfrm>
            <a:off x="40152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5" name="F2_precision_recall_distributions_6539">
            <a:extLst>
              <a:ext uri="{FF2B5EF4-FFF2-40B4-BE49-F238E27FC236}">
                <a16:creationId xmlns:a16="http://schemas.microsoft.com/office/drawing/2014/main" id="{F962A74A-94C3-46C5-8655-73ABE942FA30}"/>
              </a:ext>
            </a:extLst>
          </p:cNvPr>
          <p:cNvSpPr>
            <a:spLocks noGrp="1"/>
          </p:cNvSpPr>
          <p:nvPr/>
        </p:nvSpPr>
        <p:spPr>
          <a:xfrm>
            <a:off x="4252791" y="64389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6" name="F2_precision_recall_distributions_6540">
            <a:extLst>
              <a:ext uri="{FF2B5EF4-FFF2-40B4-BE49-F238E27FC236}">
                <a16:creationId xmlns:a16="http://schemas.microsoft.com/office/drawing/2014/main" id="{47772972-5AF5-4D6E-A310-2CB4088F5EC5}"/>
              </a:ext>
            </a:extLst>
          </p:cNvPr>
          <p:cNvSpPr>
            <a:spLocks noGrp="1"/>
          </p:cNvSpPr>
          <p:nvPr/>
        </p:nvSpPr>
        <p:spPr>
          <a:xfrm>
            <a:off x="42072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7" name="F2_precision_recall_distributions_6541">
            <a:extLst>
              <a:ext uri="{FF2B5EF4-FFF2-40B4-BE49-F238E27FC236}">
                <a16:creationId xmlns:a16="http://schemas.microsoft.com/office/drawing/2014/main" id="{F14F86C1-6658-43D7-8E47-A14C62C18AA9}"/>
              </a:ext>
            </a:extLst>
          </p:cNvPr>
          <p:cNvSpPr>
            <a:spLocks noGrp="1"/>
          </p:cNvSpPr>
          <p:nvPr/>
        </p:nvSpPr>
        <p:spPr>
          <a:xfrm>
            <a:off x="4021877" y="64421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8" name="F2_precision_recall_distributions_6542">
            <a:extLst>
              <a:ext uri="{FF2B5EF4-FFF2-40B4-BE49-F238E27FC236}">
                <a16:creationId xmlns:a16="http://schemas.microsoft.com/office/drawing/2014/main" id="{FDA8F6FE-ECD3-4622-A9A3-67D765B3E0C7}"/>
              </a:ext>
            </a:extLst>
          </p:cNvPr>
          <p:cNvSpPr>
            <a:spLocks noGrp="1"/>
          </p:cNvSpPr>
          <p:nvPr/>
        </p:nvSpPr>
        <p:spPr>
          <a:xfrm>
            <a:off x="4021095" y="6437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9" name="F2_precision_recall_distributions_6543">
            <a:extLst>
              <a:ext uri="{FF2B5EF4-FFF2-40B4-BE49-F238E27FC236}">
                <a16:creationId xmlns:a16="http://schemas.microsoft.com/office/drawing/2014/main" id="{C8353D33-8C20-40BE-830A-E6B80B613977}"/>
              </a:ext>
            </a:extLst>
          </p:cNvPr>
          <p:cNvSpPr>
            <a:spLocks noGrp="1"/>
          </p:cNvSpPr>
          <p:nvPr/>
        </p:nvSpPr>
        <p:spPr>
          <a:xfrm>
            <a:off x="4085584" y="6357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0" name="F2_precision_recall_distributions_6544">
            <a:extLst>
              <a:ext uri="{FF2B5EF4-FFF2-40B4-BE49-F238E27FC236}">
                <a16:creationId xmlns:a16="http://schemas.microsoft.com/office/drawing/2014/main" id="{BE8DBE07-AF28-48FD-909C-EB62F9DAFD29}"/>
              </a:ext>
            </a:extLst>
          </p:cNvPr>
          <p:cNvSpPr>
            <a:spLocks noGrp="1"/>
          </p:cNvSpPr>
          <p:nvPr/>
        </p:nvSpPr>
        <p:spPr>
          <a:xfrm>
            <a:off x="4328794" y="64408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1" name="F2_precision_recall_distributions_6545">
            <a:extLst>
              <a:ext uri="{FF2B5EF4-FFF2-40B4-BE49-F238E27FC236}">
                <a16:creationId xmlns:a16="http://schemas.microsoft.com/office/drawing/2014/main" id="{46D18E76-1BD1-439D-B378-DC5BDC7D3FD9}"/>
              </a:ext>
            </a:extLst>
          </p:cNvPr>
          <p:cNvSpPr>
            <a:spLocks noGrp="1"/>
          </p:cNvSpPr>
          <p:nvPr/>
        </p:nvSpPr>
        <p:spPr>
          <a:xfrm>
            <a:off x="41817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2" name="F2_precision_recall_distributions_6546">
            <a:extLst>
              <a:ext uri="{FF2B5EF4-FFF2-40B4-BE49-F238E27FC236}">
                <a16:creationId xmlns:a16="http://schemas.microsoft.com/office/drawing/2014/main" id="{12B944C7-0BFA-46AE-8479-F021EC78BD0C}"/>
              </a:ext>
            </a:extLst>
          </p:cNvPr>
          <p:cNvSpPr>
            <a:spLocks noGrp="1"/>
          </p:cNvSpPr>
          <p:nvPr/>
        </p:nvSpPr>
        <p:spPr>
          <a:xfrm>
            <a:off x="43022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3" name="F2_precision_recall_distributions_6547">
            <a:extLst>
              <a:ext uri="{FF2B5EF4-FFF2-40B4-BE49-F238E27FC236}">
                <a16:creationId xmlns:a16="http://schemas.microsoft.com/office/drawing/2014/main" id="{215A4DA9-DC34-45A3-91B6-128D2E9B201D}"/>
              </a:ext>
            </a:extLst>
          </p:cNvPr>
          <p:cNvSpPr>
            <a:spLocks noGrp="1"/>
          </p:cNvSpPr>
          <p:nvPr/>
        </p:nvSpPr>
        <p:spPr>
          <a:xfrm>
            <a:off x="4011934" y="64419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4" name="F2_precision_recall_distributions_6548">
            <a:extLst>
              <a:ext uri="{FF2B5EF4-FFF2-40B4-BE49-F238E27FC236}">
                <a16:creationId xmlns:a16="http://schemas.microsoft.com/office/drawing/2014/main" id="{1A0A9304-FE90-4E46-B357-F3E1BDD919D9}"/>
              </a:ext>
            </a:extLst>
          </p:cNvPr>
          <p:cNvSpPr>
            <a:spLocks noGrp="1"/>
          </p:cNvSpPr>
          <p:nvPr/>
        </p:nvSpPr>
        <p:spPr>
          <a:xfrm>
            <a:off x="42954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5" name="F2_precision_recall_distributions_6549">
            <a:extLst>
              <a:ext uri="{FF2B5EF4-FFF2-40B4-BE49-F238E27FC236}">
                <a16:creationId xmlns:a16="http://schemas.microsoft.com/office/drawing/2014/main" id="{61EDDDBC-EC80-42DE-B065-5F38E7825884}"/>
              </a:ext>
            </a:extLst>
          </p:cNvPr>
          <p:cNvSpPr>
            <a:spLocks noGrp="1"/>
          </p:cNvSpPr>
          <p:nvPr/>
        </p:nvSpPr>
        <p:spPr>
          <a:xfrm>
            <a:off x="4077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6" name="F2_precision_recall_distributions_6550">
            <a:extLst>
              <a:ext uri="{FF2B5EF4-FFF2-40B4-BE49-F238E27FC236}">
                <a16:creationId xmlns:a16="http://schemas.microsoft.com/office/drawing/2014/main" id="{0C693FDB-C8E0-40B0-A3B2-82A0A998672A}"/>
              </a:ext>
            </a:extLst>
          </p:cNvPr>
          <p:cNvSpPr>
            <a:spLocks noGrp="1"/>
          </p:cNvSpPr>
          <p:nvPr/>
        </p:nvSpPr>
        <p:spPr>
          <a:xfrm>
            <a:off x="43495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7" name="F2_precision_recall_distributions_6551">
            <a:extLst>
              <a:ext uri="{FF2B5EF4-FFF2-40B4-BE49-F238E27FC236}">
                <a16:creationId xmlns:a16="http://schemas.microsoft.com/office/drawing/2014/main" id="{6B520370-72F5-4A7F-A608-F865C770D44E}"/>
              </a:ext>
            </a:extLst>
          </p:cNvPr>
          <p:cNvSpPr>
            <a:spLocks noGrp="1"/>
          </p:cNvSpPr>
          <p:nvPr/>
        </p:nvSpPr>
        <p:spPr>
          <a:xfrm>
            <a:off x="4223692" y="64453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8" name="F2_precision_recall_distributions_6552">
            <a:extLst>
              <a:ext uri="{FF2B5EF4-FFF2-40B4-BE49-F238E27FC236}">
                <a16:creationId xmlns:a16="http://schemas.microsoft.com/office/drawing/2014/main" id="{84585800-D467-4C72-B47A-174D11021E68}"/>
              </a:ext>
            </a:extLst>
          </p:cNvPr>
          <p:cNvSpPr>
            <a:spLocks noGrp="1"/>
          </p:cNvSpPr>
          <p:nvPr/>
        </p:nvSpPr>
        <p:spPr>
          <a:xfrm>
            <a:off x="40314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9" name="F2_precision_recall_distributions_6553">
            <a:extLst>
              <a:ext uri="{FF2B5EF4-FFF2-40B4-BE49-F238E27FC236}">
                <a16:creationId xmlns:a16="http://schemas.microsoft.com/office/drawing/2014/main" id="{46520B75-ECA1-4D5B-853F-DA44E1162BFE}"/>
              </a:ext>
            </a:extLst>
          </p:cNvPr>
          <p:cNvSpPr>
            <a:spLocks noGrp="1"/>
          </p:cNvSpPr>
          <p:nvPr/>
        </p:nvSpPr>
        <p:spPr>
          <a:xfrm>
            <a:off x="4302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0" name="F2_precision_recall_distributions_6554">
            <a:extLst>
              <a:ext uri="{FF2B5EF4-FFF2-40B4-BE49-F238E27FC236}">
                <a16:creationId xmlns:a16="http://schemas.microsoft.com/office/drawing/2014/main" id="{101D170D-227C-4C27-9429-8FC6593060C3}"/>
              </a:ext>
            </a:extLst>
          </p:cNvPr>
          <p:cNvSpPr>
            <a:spLocks noGrp="1"/>
          </p:cNvSpPr>
          <p:nvPr/>
        </p:nvSpPr>
        <p:spPr>
          <a:xfrm>
            <a:off x="4126176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1" name="F2_precision_recall_distributions_6555">
            <a:extLst>
              <a:ext uri="{FF2B5EF4-FFF2-40B4-BE49-F238E27FC236}">
                <a16:creationId xmlns:a16="http://schemas.microsoft.com/office/drawing/2014/main" id="{D1239E50-6EB9-4772-9D82-9E2FF33618E6}"/>
              </a:ext>
            </a:extLst>
          </p:cNvPr>
          <p:cNvSpPr>
            <a:spLocks noGrp="1"/>
          </p:cNvSpPr>
          <p:nvPr/>
        </p:nvSpPr>
        <p:spPr>
          <a:xfrm>
            <a:off x="4176899" y="6409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2" name="F2_precision_recall_distributions_6556">
            <a:extLst>
              <a:ext uri="{FF2B5EF4-FFF2-40B4-BE49-F238E27FC236}">
                <a16:creationId xmlns:a16="http://schemas.microsoft.com/office/drawing/2014/main" id="{B8B7DAAC-062B-4F5B-8320-CC82CF392261}"/>
              </a:ext>
            </a:extLst>
          </p:cNvPr>
          <p:cNvSpPr>
            <a:spLocks noGrp="1"/>
          </p:cNvSpPr>
          <p:nvPr/>
        </p:nvSpPr>
        <p:spPr>
          <a:xfrm>
            <a:off x="4352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3" name="F2_precision_recall_distributions_6557">
            <a:extLst>
              <a:ext uri="{FF2B5EF4-FFF2-40B4-BE49-F238E27FC236}">
                <a16:creationId xmlns:a16="http://schemas.microsoft.com/office/drawing/2014/main" id="{6FCC5D02-6E2C-4ED2-BF47-A24449A01321}"/>
              </a:ext>
            </a:extLst>
          </p:cNvPr>
          <p:cNvSpPr>
            <a:spLocks noGrp="1"/>
          </p:cNvSpPr>
          <p:nvPr/>
        </p:nvSpPr>
        <p:spPr>
          <a:xfrm>
            <a:off x="41326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4" name="F2_precision_recall_distributions_6558">
            <a:extLst>
              <a:ext uri="{FF2B5EF4-FFF2-40B4-BE49-F238E27FC236}">
                <a16:creationId xmlns:a16="http://schemas.microsoft.com/office/drawing/2014/main" id="{D54B8AA9-F1C5-4182-9353-E1A15D9C8D19}"/>
              </a:ext>
            </a:extLst>
          </p:cNvPr>
          <p:cNvSpPr>
            <a:spLocks noGrp="1"/>
          </p:cNvSpPr>
          <p:nvPr/>
        </p:nvSpPr>
        <p:spPr>
          <a:xfrm>
            <a:off x="41696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5" name="F2_precision_recall_distributions_6559">
            <a:extLst>
              <a:ext uri="{FF2B5EF4-FFF2-40B4-BE49-F238E27FC236}">
                <a16:creationId xmlns:a16="http://schemas.microsoft.com/office/drawing/2014/main" id="{5BBEFCFB-44D8-4294-A11E-B9DF1FFB8C90}"/>
              </a:ext>
            </a:extLst>
          </p:cNvPr>
          <p:cNvSpPr>
            <a:spLocks noGrp="1"/>
          </p:cNvSpPr>
          <p:nvPr/>
        </p:nvSpPr>
        <p:spPr>
          <a:xfrm>
            <a:off x="43373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6" name="F2_precision_recall_distributions_6560">
            <a:extLst>
              <a:ext uri="{FF2B5EF4-FFF2-40B4-BE49-F238E27FC236}">
                <a16:creationId xmlns:a16="http://schemas.microsoft.com/office/drawing/2014/main" id="{6CEFDD4E-E972-43D9-965E-DB7A98EE296D}"/>
              </a:ext>
            </a:extLst>
          </p:cNvPr>
          <p:cNvSpPr>
            <a:spLocks noGrp="1"/>
          </p:cNvSpPr>
          <p:nvPr/>
        </p:nvSpPr>
        <p:spPr>
          <a:xfrm>
            <a:off x="4255354" y="64428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7" name="F2_precision_recall_distributions_6561">
            <a:extLst>
              <a:ext uri="{FF2B5EF4-FFF2-40B4-BE49-F238E27FC236}">
                <a16:creationId xmlns:a16="http://schemas.microsoft.com/office/drawing/2014/main" id="{256E0647-F9BD-4A51-A2E7-3A07E52C0445}"/>
              </a:ext>
            </a:extLst>
          </p:cNvPr>
          <p:cNvSpPr>
            <a:spLocks noGrp="1"/>
          </p:cNvSpPr>
          <p:nvPr/>
        </p:nvSpPr>
        <p:spPr>
          <a:xfrm>
            <a:off x="426447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8" name="F2_precision_recall_distributions_6562">
            <a:extLst>
              <a:ext uri="{FF2B5EF4-FFF2-40B4-BE49-F238E27FC236}">
                <a16:creationId xmlns:a16="http://schemas.microsoft.com/office/drawing/2014/main" id="{C9B1F734-4203-4E28-84A1-1AB9CB333D2D}"/>
              </a:ext>
            </a:extLst>
          </p:cNvPr>
          <p:cNvSpPr>
            <a:spLocks noGrp="1"/>
          </p:cNvSpPr>
          <p:nvPr/>
        </p:nvSpPr>
        <p:spPr>
          <a:xfrm>
            <a:off x="4284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9" name="F2_precision_recall_distributions_6563">
            <a:extLst>
              <a:ext uri="{FF2B5EF4-FFF2-40B4-BE49-F238E27FC236}">
                <a16:creationId xmlns:a16="http://schemas.microsoft.com/office/drawing/2014/main" id="{FBC40548-F84E-4696-91FE-F3268E891964}"/>
              </a:ext>
            </a:extLst>
          </p:cNvPr>
          <p:cNvSpPr>
            <a:spLocks noGrp="1"/>
          </p:cNvSpPr>
          <p:nvPr/>
        </p:nvSpPr>
        <p:spPr>
          <a:xfrm>
            <a:off x="4315035" y="64387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0" name="F2_precision_recall_distributions_6564">
            <a:extLst>
              <a:ext uri="{FF2B5EF4-FFF2-40B4-BE49-F238E27FC236}">
                <a16:creationId xmlns:a16="http://schemas.microsoft.com/office/drawing/2014/main" id="{AC259625-DE35-4C70-9A01-7E1F6530C655}"/>
              </a:ext>
            </a:extLst>
          </p:cNvPr>
          <p:cNvSpPr>
            <a:spLocks noGrp="1"/>
          </p:cNvSpPr>
          <p:nvPr/>
        </p:nvSpPr>
        <p:spPr>
          <a:xfrm>
            <a:off x="41243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1" name="F2_precision_recall_distributions_6565">
            <a:extLst>
              <a:ext uri="{FF2B5EF4-FFF2-40B4-BE49-F238E27FC236}">
                <a16:creationId xmlns:a16="http://schemas.microsoft.com/office/drawing/2014/main" id="{042E2963-5261-4E99-90FE-986710C6D1E2}"/>
              </a:ext>
            </a:extLst>
          </p:cNvPr>
          <p:cNvSpPr>
            <a:spLocks noGrp="1"/>
          </p:cNvSpPr>
          <p:nvPr/>
        </p:nvSpPr>
        <p:spPr>
          <a:xfrm>
            <a:off x="40212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2" name="F2_precision_recall_distributions_6566">
            <a:extLst>
              <a:ext uri="{FF2B5EF4-FFF2-40B4-BE49-F238E27FC236}">
                <a16:creationId xmlns:a16="http://schemas.microsoft.com/office/drawing/2014/main" id="{0BEEBE0A-1623-43B1-8541-385083253F70}"/>
              </a:ext>
            </a:extLst>
          </p:cNvPr>
          <p:cNvSpPr>
            <a:spLocks noGrp="1"/>
          </p:cNvSpPr>
          <p:nvPr/>
        </p:nvSpPr>
        <p:spPr>
          <a:xfrm>
            <a:off x="42671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3" name="F2_precision_recall_distributions_6567">
            <a:extLst>
              <a:ext uri="{FF2B5EF4-FFF2-40B4-BE49-F238E27FC236}">
                <a16:creationId xmlns:a16="http://schemas.microsoft.com/office/drawing/2014/main" id="{046F7A76-1BC7-4B1A-8E72-A7CE1CF51D99}"/>
              </a:ext>
            </a:extLst>
          </p:cNvPr>
          <p:cNvSpPr>
            <a:spLocks noGrp="1"/>
          </p:cNvSpPr>
          <p:nvPr/>
        </p:nvSpPr>
        <p:spPr>
          <a:xfrm>
            <a:off x="43347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4" name="F2_precision_recall_distributions_6568">
            <a:extLst>
              <a:ext uri="{FF2B5EF4-FFF2-40B4-BE49-F238E27FC236}">
                <a16:creationId xmlns:a16="http://schemas.microsoft.com/office/drawing/2014/main" id="{2CAD92DC-8776-4351-811B-E95C9EBBB265}"/>
              </a:ext>
            </a:extLst>
          </p:cNvPr>
          <p:cNvSpPr>
            <a:spLocks noGrp="1"/>
          </p:cNvSpPr>
          <p:nvPr/>
        </p:nvSpPr>
        <p:spPr>
          <a:xfrm>
            <a:off x="409638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5" name="F2_precision_recall_distributions_6569">
            <a:extLst>
              <a:ext uri="{FF2B5EF4-FFF2-40B4-BE49-F238E27FC236}">
                <a16:creationId xmlns:a16="http://schemas.microsoft.com/office/drawing/2014/main" id="{A413D943-1E13-453F-930F-B80F8CE7563A}"/>
              </a:ext>
            </a:extLst>
          </p:cNvPr>
          <p:cNvSpPr>
            <a:spLocks noGrp="1"/>
          </p:cNvSpPr>
          <p:nvPr/>
        </p:nvSpPr>
        <p:spPr>
          <a:xfrm>
            <a:off x="42455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6" name="F2_precision_recall_distributions_6570">
            <a:extLst>
              <a:ext uri="{FF2B5EF4-FFF2-40B4-BE49-F238E27FC236}">
                <a16:creationId xmlns:a16="http://schemas.microsoft.com/office/drawing/2014/main" id="{0CAFFB27-EEA1-448E-B663-75DBD4674159}"/>
              </a:ext>
            </a:extLst>
          </p:cNvPr>
          <p:cNvSpPr>
            <a:spLocks noGrp="1"/>
          </p:cNvSpPr>
          <p:nvPr/>
        </p:nvSpPr>
        <p:spPr>
          <a:xfrm>
            <a:off x="42897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7" name="F2_precision_recall_distributions_6571">
            <a:extLst>
              <a:ext uri="{FF2B5EF4-FFF2-40B4-BE49-F238E27FC236}">
                <a16:creationId xmlns:a16="http://schemas.microsoft.com/office/drawing/2014/main" id="{354EA27D-87ED-47F1-82C8-EA28798F4589}"/>
              </a:ext>
            </a:extLst>
          </p:cNvPr>
          <p:cNvSpPr>
            <a:spLocks noGrp="1"/>
          </p:cNvSpPr>
          <p:nvPr/>
        </p:nvSpPr>
        <p:spPr>
          <a:xfrm>
            <a:off x="4035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8" name="F2_precision_recall_distributions_6572">
            <a:extLst>
              <a:ext uri="{FF2B5EF4-FFF2-40B4-BE49-F238E27FC236}">
                <a16:creationId xmlns:a16="http://schemas.microsoft.com/office/drawing/2014/main" id="{EAF9741A-BF69-44DA-97B5-E6D5D3C954F7}"/>
              </a:ext>
            </a:extLst>
          </p:cNvPr>
          <p:cNvSpPr>
            <a:spLocks noGrp="1"/>
          </p:cNvSpPr>
          <p:nvPr/>
        </p:nvSpPr>
        <p:spPr>
          <a:xfrm>
            <a:off x="43085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9" name="F2_precision_recall_distributions_6573">
            <a:extLst>
              <a:ext uri="{FF2B5EF4-FFF2-40B4-BE49-F238E27FC236}">
                <a16:creationId xmlns:a16="http://schemas.microsoft.com/office/drawing/2014/main" id="{007F93BC-492C-4BA9-859C-88C83AAA5870}"/>
              </a:ext>
            </a:extLst>
          </p:cNvPr>
          <p:cNvSpPr>
            <a:spLocks noGrp="1"/>
          </p:cNvSpPr>
          <p:nvPr/>
        </p:nvSpPr>
        <p:spPr>
          <a:xfrm>
            <a:off x="4146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0" name="F2_precision_recall_distributions_6574">
            <a:extLst>
              <a:ext uri="{FF2B5EF4-FFF2-40B4-BE49-F238E27FC236}">
                <a16:creationId xmlns:a16="http://schemas.microsoft.com/office/drawing/2014/main" id="{01F1CE99-DF23-4451-9AE2-F7EE00943EC1}"/>
              </a:ext>
            </a:extLst>
          </p:cNvPr>
          <p:cNvSpPr>
            <a:spLocks noGrp="1"/>
          </p:cNvSpPr>
          <p:nvPr/>
        </p:nvSpPr>
        <p:spPr>
          <a:xfrm>
            <a:off x="42938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1" name="F2_precision_recall_distributions_6575">
            <a:extLst>
              <a:ext uri="{FF2B5EF4-FFF2-40B4-BE49-F238E27FC236}">
                <a16:creationId xmlns:a16="http://schemas.microsoft.com/office/drawing/2014/main" id="{298ECA6E-91C3-46AF-8EAD-EAD039240F73}"/>
              </a:ext>
            </a:extLst>
          </p:cNvPr>
          <p:cNvSpPr>
            <a:spLocks noGrp="1"/>
          </p:cNvSpPr>
          <p:nvPr/>
        </p:nvSpPr>
        <p:spPr>
          <a:xfrm>
            <a:off x="40307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2" name="F2_precision_recall_distributions_6576">
            <a:extLst>
              <a:ext uri="{FF2B5EF4-FFF2-40B4-BE49-F238E27FC236}">
                <a16:creationId xmlns:a16="http://schemas.microsoft.com/office/drawing/2014/main" id="{678D9A76-326F-4F24-8A26-5D0BD1958B1D}"/>
              </a:ext>
            </a:extLst>
          </p:cNvPr>
          <p:cNvSpPr>
            <a:spLocks noGrp="1"/>
          </p:cNvSpPr>
          <p:nvPr/>
        </p:nvSpPr>
        <p:spPr>
          <a:xfrm>
            <a:off x="41643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3" name="F2_precision_recall_distributions_6577">
            <a:extLst>
              <a:ext uri="{FF2B5EF4-FFF2-40B4-BE49-F238E27FC236}">
                <a16:creationId xmlns:a16="http://schemas.microsoft.com/office/drawing/2014/main" id="{282FEE5C-297F-45BC-9C6C-B68633113BC8}"/>
              </a:ext>
            </a:extLst>
          </p:cNvPr>
          <p:cNvSpPr>
            <a:spLocks noGrp="1"/>
          </p:cNvSpPr>
          <p:nvPr/>
        </p:nvSpPr>
        <p:spPr>
          <a:xfrm>
            <a:off x="42531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4" name="F2_precision_recall_distributions_6578">
            <a:extLst>
              <a:ext uri="{FF2B5EF4-FFF2-40B4-BE49-F238E27FC236}">
                <a16:creationId xmlns:a16="http://schemas.microsoft.com/office/drawing/2014/main" id="{61D7164B-BEE6-4A81-A46E-DD2F291222DF}"/>
              </a:ext>
            </a:extLst>
          </p:cNvPr>
          <p:cNvSpPr>
            <a:spLocks noGrp="1"/>
          </p:cNvSpPr>
          <p:nvPr/>
        </p:nvSpPr>
        <p:spPr>
          <a:xfrm>
            <a:off x="4159387" y="64400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5" name="F2_precision_recall_distributions_6579">
            <a:extLst>
              <a:ext uri="{FF2B5EF4-FFF2-40B4-BE49-F238E27FC236}">
                <a16:creationId xmlns:a16="http://schemas.microsoft.com/office/drawing/2014/main" id="{888723AC-9D2E-41BE-BE37-3D66C2DA2FBD}"/>
              </a:ext>
            </a:extLst>
          </p:cNvPr>
          <p:cNvSpPr>
            <a:spLocks noGrp="1"/>
          </p:cNvSpPr>
          <p:nvPr/>
        </p:nvSpPr>
        <p:spPr>
          <a:xfrm>
            <a:off x="415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6" name="F2_precision_recall_distributions_6580">
            <a:extLst>
              <a:ext uri="{FF2B5EF4-FFF2-40B4-BE49-F238E27FC236}">
                <a16:creationId xmlns:a16="http://schemas.microsoft.com/office/drawing/2014/main" id="{598AB2A4-7874-460A-8CA3-5F50052BF725}"/>
              </a:ext>
            </a:extLst>
          </p:cNvPr>
          <p:cNvSpPr>
            <a:spLocks noGrp="1"/>
          </p:cNvSpPr>
          <p:nvPr/>
        </p:nvSpPr>
        <p:spPr>
          <a:xfrm>
            <a:off x="4337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7" name="F2_precision_recall_distributions_6581">
            <a:extLst>
              <a:ext uri="{FF2B5EF4-FFF2-40B4-BE49-F238E27FC236}">
                <a16:creationId xmlns:a16="http://schemas.microsoft.com/office/drawing/2014/main" id="{3DF05D08-7B0E-470B-B0BE-980C39421479}"/>
              </a:ext>
            </a:extLst>
          </p:cNvPr>
          <p:cNvSpPr>
            <a:spLocks noGrp="1"/>
          </p:cNvSpPr>
          <p:nvPr/>
        </p:nvSpPr>
        <p:spPr>
          <a:xfrm>
            <a:off x="41505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8" name="F2_precision_recall_distributions_6582">
            <a:extLst>
              <a:ext uri="{FF2B5EF4-FFF2-40B4-BE49-F238E27FC236}">
                <a16:creationId xmlns:a16="http://schemas.microsoft.com/office/drawing/2014/main" id="{40F1C569-7657-4FEA-BCC7-0D2B43DB5C10}"/>
              </a:ext>
            </a:extLst>
          </p:cNvPr>
          <p:cNvSpPr>
            <a:spLocks noGrp="1"/>
          </p:cNvSpPr>
          <p:nvPr/>
        </p:nvSpPr>
        <p:spPr>
          <a:xfrm>
            <a:off x="4106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9" name="F2_precision_recall_distributions_6583">
            <a:extLst>
              <a:ext uri="{FF2B5EF4-FFF2-40B4-BE49-F238E27FC236}">
                <a16:creationId xmlns:a16="http://schemas.microsoft.com/office/drawing/2014/main" id="{F016E2DA-E450-4DD4-BC72-EFEA8A71E2A6}"/>
              </a:ext>
            </a:extLst>
          </p:cNvPr>
          <p:cNvSpPr>
            <a:spLocks noGrp="1"/>
          </p:cNvSpPr>
          <p:nvPr/>
        </p:nvSpPr>
        <p:spPr>
          <a:xfrm>
            <a:off x="40972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0" name="F2_precision_recall_distributions_6584">
            <a:extLst>
              <a:ext uri="{FF2B5EF4-FFF2-40B4-BE49-F238E27FC236}">
                <a16:creationId xmlns:a16="http://schemas.microsoft.com/office/drawing/2014/main" id="{AE58DA82-0246-4DE5-AECC-81A066A21334}"/>
              </a:ext>
            </a:extLst>
          </p:cNvPr>
          <p:cNvSpPr>
            <a:spLocks noGrp="1"/>
          </p:cNvSpPr>
          <p:nvPr/>
        </p:nvSpPr>
        <p:spPr>
          <a:xfrm>
            <a:off x="4339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1" name="F2_precision_recall_distributions_6585">
            <a:extLst>
              <a:ext uri="{FF2B5EF4-FFF2-40B4-BE49-F238E27FC236}">
                <a16:creationId xmlns:a16="http://schemas.microsoft.com/office/drawing/2014/main" id="{87191772-6114-4A34-BE8B-E9201E3B9627}"/>
              </a:ext>
            </a:extLst>
          </p:cNvPr>
          <p:cNvSpPr>
            <a:spLocks noGrp="1"/>
          </p:cNvSpPr>
          <p:nvPr/>
        </p:nvSpPr>
        <p:spPr>
          <a:xfrm>
            <a:off x="4127081" y="63315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2" name="F2_precision_recall_distributions_6586">
            <a:extLst>
              <a:ext uri="{FF2B5EF4-FFF2-40B4-BE49-F238E27FC236}">
                <a16:creationId xmlns:a16="http://schemas.microsoft.com/office/drawing/2014/main" id="{06A5D852-3014-46CA-A0A4-3A0E56F22034}"/>
              </a:ext>
            </a:extLst>
          </p:cNvPr>
          <p:cNvSpPr>
            <a:spLocks noGrp="1"/>
          </p:cNvSpPr>
          <p:nvPr/>
        </p:nvSpPr>
        <p:spPr>
          <a:xfrm>
            <a:off x="41334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3" name="F2_precision_recall_distributions_6587">
            <a:extLst>
              <a:ext uri="{FF2B5EF4-FFF2-40B4-BE49-F238E27FC236}">
                <a16:creationId xmlns:a16="http://schemas.microsoft.com/office/drawing/2014/main" id="{AC01F194-2E87-4490-B85D-CE5728F79B8D}"/>
              </a:ext>
            </a:extLst>
          </p:cNvPr>
          <p:cNvSpPr>
            <a:spLocks noGrp="1"/>
          </p:cNvSpPr>
          <p:nvPr/>
        </p:nvSpPr>
        <p:spPr>
          <a:xfrm>
            <a:off x="41019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4" name="F2_precision_recall_distributions_6588">
            <a:extLst>
              <a:ext uri="{FF2B5EF4-FFF2-40B4-BE49-F238E27FC236}">
                <a16:creationId xmlns:a16="http://schemas.microsoft.com/office/drawing/2014/main" id="{2288D245-D1AA-4F04-B2C3-F2A7C72C16F7}"/>
              </a:ext>
            </a:extLst>
          </p:cNvPr>
          <p:cNvSpPr>
            <a:spLocks noGrp="1"/>
          </p:cNvSpPr>
          <p:nvPr/>
        </p:nvSpPr>
        <p:spPr>
          <a:xfrm>
            <a:off x="41859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5" name="F2_precision_recall_distributions_6589">
            <a:extLst>
              <a:ext uri="{FF2B5EF4-FFF2-40B4-BE49-F238E27FC236}">
                <a16:creationId xmlns:a16="http://schemas.microsoft.com/office/drawing/2014/main" id="{4681233E-962D-4A0F-ABA9-0419A4E73BC4}"/>
              </a:ext>
            </a:extLst>
          </p:cNvPr>
          <p:cNvSpPr>
            <a:spLocks noGrp="1"/>
          </p:cNvSpPr>
          <p:nvPr/>
        </p:nvSpPr>
        <p:spPr>
          <a:xfrm>
            <a:off x="42129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6" name="F2_precision_recall_distributions_6590">
            <a:extLst>
              <a:ext uri="{FF2B5EF4-FFF2-40B4-BE49-F238E27FC236}">
                <a16:creationId xmlns:a16="http://schemas.microsoft.com/office/drawing/2014/main" id="{7B936496-0415-45FC-8139-B90799E16CDA}"/>
              </a:ext>
            </a:extLst>
          </p:cNvPr>
          <p:cNvSpPr>
            <a:spLocks noGrp="1"/>
          </p:cNvSpPr>
          <p:nvPr/>
        </p:nvSpPr>
        <p:spPr>
          <a:xfrm>
            <a:off x="4067915" y="64017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7" name="F2_precision_recall_distributions_6591">
            <a:extLst>
              <a:ext uri="{FF2B5EF4-FFF2-40B4-BE49-F238E27FC236}">
                <a16:creationId xmlns:a16="http://schemas.microsoft.com/office/drawing/2014/main" id="{F469341D-633E-486C-90B2-26A1CCE1A038}"/>
              </a:ext>
            </a:extLst>
          </p:cNvPr>
          <p:cNvSpPr>
            <a:spLocks noGrp="1"/>
          </p:cNvSpPr>
          <p:nvPr/>
        </p:nvSpPr>
        <p:spPr>
          <a:xfrm>
            <a:off x="42710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8" name="F2_precision_recall_distributions_6592">
            <a:extLst>
              <a:ext uri="{FF2B5EF4-FFF2-40B4-BE49-F238E27FC236}">
                <a16:creationId xmlns:a16="http://schemas.microsoft.com/office/drawing/2014/main" id="{99724439-8C1A-44B3-8D51-76BA7E78F909}"/>
              </a:ext>
            </a:extLst>
          </p:cNvPr>
          <p:cNvSpPr>
            <a:spLocks noGrp="1"/>
          </p:cNvSpPr>
          <p:nvPr/>
        </p:nvSpPr>
        <p:spPr>
          <a:xfrm>
            <a:off x="4126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9" name="F2_precision_recall_distributions_6593">
            <a:extLst>
              <a:ext uri="{FF2B5EF4-FFF2-40B4-BE49-F238E27FC236}">
                <a16:creationId xmlns:a16="http://schemas.microsoft.com/office/drawing/2014/main" id="{542D5FA3-84AC-40E6-AE18-F30F4C9765ED}"/>
              </a:ext>
            </a:extLst>
          </p:cNvPr>
          <p:cNvSpPr>
            <a:spLocks noGrp="1"/>
          </p:cNvSpPr>
          <p:nvPr/>
        </p:nvSpPr>
        <p:spPr>
          <a:xfrm>
            <a:off x="42338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0" name="F2_precision_recall_distributions_6594">
            <a:extLst>
              <a:ext uri="{FF2B5EF4-FFF2-40B4-BE49-F238E27FC236}">
                <a16:creationId xmlns:a16="http://schemas.microsoft.com/office/drawing/2014/main" id="{22F4E6F8-CAD6-401D-AA7A-B5952019D681}"/>
              </a:ext>
            </a:extLst>
          </p:cNvPr>
          <p:cNvSpPr>
            <a:spLocks noGrp="1"/>
          </p:cNvSpPr>
          <p:nvPr/>
        </p:nvSpPr>
        <p:spPr>
          <a:xfrm>
            <a:off x="41357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1" name="F2_precision_recall_distributions_6595">
            <a:extLst>
              <a:ext uri="{FF2B5EF4-FFF2-40B4-BE49-F238E27FC236}">
                <a16:creationId xmlns:a16="http://schemas.microsoft.com/office/drawing/2014/main" id="{FF282930-F000-438E-BC60-58BBA1196109}"/>
              </a:ext>
            </a:extLst>
          </p:cNvPr>
          <p:cNvSpPr>
            <a:spLocks noGrp="1"/>
          </p:cNvSpPr>
          <p:nvPr/>
        </p:nvSpPr>
        <p:spPr>
          <a:xfrm>
            <a:off x="4223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2" name="F2_precision_recall_distributions_6596">
            <a:extLst>
              <a:ext uri="{FF2B5EF4-FFF2-40B4-BE49-F238E27FC236}">
                <a16:creationId xmlns:a16="http://schemas.microsoft.com/office/drawing/2014/main" id="{7F1F7B5C-5007-446B-8851-921004D62885}"/>
              </a:ext>
            </a:extLst>
          </p:cNvPr>
          <p:cNvSpPr>
            <a:spLocks noGrp="1"/>
          </p:cNvSpPr>
          <p:nvPr/>
        </p:nvSpPr>
        <p:spPr>
          <a:xfrm>
            <a:off x="4064947" y="64457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3" name="F2_precision_recall_distributions_6597">
            <a:extLst>
              <a:ext uri="{FF2B5EF4-FFF2-40B4-BE49-F238E27FC236}">
                <a16:creationId xmlns:a16="http://schemas.microsoft.com/office/drawing/2014/main" id="{08BEDE50-A597-430A-829D-6C4981D15B9B}"/>
              </a:ext>
            </a:extLst>
          </p:cNvPr>
          <p:cNvSpPr>
            <a:spLocks noGrp="1"/>
          </p:cNvSpPr>
          <p:nvPr/>
        </p:nvSpPr>
        <p:spPr>
          <a:xfrm>
            <a:off x="40429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4" name="F2_precision_recall_distributions_6598">
            <a:extLst>
              <a:ext uri="{FF2B5EF4-FFF2-40B4-BE49-F238E27FC236}">
                <a16:creationId xmlns:a16="http://schemas.microsoft.com/office/drawing/2014/main" id="{1758B6EF-EFE9-470A-82DC-E13DC3061EC0}"/>
              </a:ext>
            </a:extLst>
          </p:cNvPr>
          <p:cNvSpPr>
            <a:spLocks noGrp="1"/>
          </p:cNvSpPr>
          <p:nvPr/>
        </p:nvSpPr>
        <p:spPr>
          <a:xfrm>
            <a:off x="40302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5" name="F2_precision_recall_distributions_6599">
            <a:extLst>
              <a:ext uri="{FF2B5EF4-FFF2-40B4-BE49-F238E27FC236}">
                <a16:creationId xmlns:a16="http://schemas.microsoft.com/office/drawing/2014/main" id="{DC92939A-4BE3-49B5-B868-BA56DC836895}"/>
              </a:ext>
            </a:extLst>
          </p:cNvPr>
          <p:cNvSpPr>
            <a:spLocks noGrp="1"/>
          </p:cNvSpPr>
          <p:nvPr/>
        </p:nvSpPr>
        <p:spPr>
          <a:xfrm>
            <a:off x="40294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6" name="F2_precision_recall_distributions_6600">
            <a:extLst>
              <a:ext uri="{FF2B5EF4-FFF2-40B4-BE49-F238E27FC236}">
                <a16:creationId xmlns:a16="http://schemas.microsoft.com/office/drawing/2014/main" id="{D5EBBF5C-0F08-4893-9EFC-C481750BC55B}"/>
              </a:ext>
            </a:extLst>
          </p:cNvPr>
          <p:cNvSpPr>
            <a:spLocks noGrp="1"/>
          </p:cNvSpPr>
          <p:nvPr/>
        </p:nvSpPr>
        <p:spPr>
          <a:xfrm>
            <a:off x="4067074" y="64415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7" name="F2_precision_recall_distributions_6601">
            <a:extLst>
              <a:ext uri="{FF2B5EF4-FFF2-40B4-BE49-F238E27FC236}">
                <a16:creationId xmlns:a16="http://schemas.microsoft.com/office/drawing/2014/main" id="{8C246BF3-63BE-4EE7-9C69-82996DB1BC84}"/>
              </a:ext>
            </a:extLst>
          </p:cNvPr>
          <p:cNvSpPr>
            <a:spLocks noGrp="1"/>
          </p:cNvSpPr>
          <p:nvPr/>
        </p:nvSpPr>
        <p:spPr>
          <a:xfrm>
            <a:off x="41669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8" name="F2_precision_recall_distributions_6602">
            <a:extLst>
              <a:ext uri="{FF2B5EF4-FFF2-40B4-BE49-F238E27FC236}">
                <a16:creationId xmlns:a16="http://schemas.microsoft.com/office/drawing/2014/main" id="{550D9772-100F-441A-823B-69D4A88D8F72}"/>
              </a:ext>
            </a:extLst>
          </p:cNvPr>
          <p:cNvSpPr>
            <a:spLocks noGrp="1"/>
          </p:cNvSpPr>
          <p:nvPr/>
        </p:nvSpPr>
        <p:spPr>
          <a:xfrm>
            <a:off x="4322435" y="6445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9" name="F2_precision_recall_distributions_6603">
            <a:extLst>
              <a:ext uri="{FF2B5EF4-FFF2-40B4-BE49-F238E27FC236}">
                <a16:creationId xmlns:a16="http://schemas.microsoft.com/office/drawing/2014/main" id="{4AF50AE1-ED99-4AF5-A054-45DAAB633EC8}"/>
              </a:ext>
            </a:extLst>
          </p:cNvPr>
          <p:cNvSpPr>
            <a:spLocks noGrp="1"/>
          </p:cNvSpPr>
          <p:nvPr/>
        </p:nvSpPr>
        <p:spPr>
          <a:xfrm>
            <a:off x="40107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0" name="F2_precision_recall_distributions_6604">
            <a:extLst>
              <a:ext uri="{FF2B5EF4-FFF2-40B4-BE49-F238E27FC236}">
                <a16:creationId xmlns:a16="http://schemas.microsoft.com/office/drawing/2014/main" id="{EFB7FC7F-C116-4D92-AA9B-E5CB89282D79}"/>
              </a:ext>
            </a:extLst>
          </p:cNvPr>
          <p:cNvSpPr>
            <a:spLocks noGrp="1"/>
          </p:cNvSpPr>
          <p:nvPr/>
        </p:nvSpPr>
        <p:spPr>
          <a:xfrm>
            <a:off x="39967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1" name="F2_precision_recall_distributions_6605">
            <a:extLst>
              <a:ext uri="{FF2B5EF4-FFF2-40B4-BE49-F238E27FC236}">
                <a16:creationId xmlns:a16="http://schemas.microsoft.com/office/drawing/2014/main" id="{C6D0A83D-3D78-4940-9770-F24B122E2347}"/>
              </a:ext>
            </a:extLst>
          </p:cNvPr>
          <p:cNvSpPr>
            <a:spLocks noGrp="1"/>
          </p:cNvSpPr>
          <p:nvPr/>
        </p:nvSpPr>
        <p:spPr>
          <a:xfrm>
            <a:off x="4083413" y="64459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2" name="F2_precision_recall_distributions_6606">
            <a:extLst>
              <a:ext uri="{FF2B5EF4-FFF2-40B4-BE49-F238E27FC236}">
                <a16:creationId xmlns:a16="http://schemas.microsoft.com/office/drawing/2014/main" id="{A22DC19B-939D-43CB-A366-2752CC7B7D00}"/>
              </a:ext>
            </a:extLst>
          </p:cNvPr>
          <p:cNvSpPr>
            <a:spLocks noGrp="1"/>
          </p:cNvSpPr>
          <p:nvPr/>
        </p:nvSpPr>
        <p:spPr>
          <a:xfrm>
            <a:off x="42161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3" name="F2_precision_recall_distributions_6607">
            <a:extLst>
              <a:ext uri="{FF2B5EF4-FFF2-40B4-BE49-F238E27FC236}">
                <a16:creationId xmlns:a16="http://schemas.microsoft.com/office/drawing/2014/main" id="{22D385F9-CC04-4292-BB8D-94C6728FBAD6}"/>
              </a:ext>
            </a:extLst>
          </p:cNvPr>
          <p:cNvSpPr>
            <a:spLocks noGrp="1"/>
          </p:cNvSpPr>
          <p:nvPr/>
        </p:nvSpPr>
        <p:spPr>
          <a:xfrm>
            <a:off x="41251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4" name="F2_precision_recall_distributions_6608">
            <a:extLst>
              <a:ext uri="{FF2B5EF4-FFF2-40B4-BE49-F238E27FC236}">
                <a16:creationId xmlns:a16="http://schemas.microsoft.com/office/drawing/2014/main" id="{B51A707A-4DCB-4D12-AA9C-C849AA0D4949}"/>
              </a:ext>
            </a:extLst>
          </p:cNvPr>
          <p:cNvSpPr>
            <a:spLocks noGrp="1"/>
          </p:cNvSpPr>
          <p:nvPr/>
        </p:nvSpPr>
        <p:spPr>
          <a:xfrm>
            <a:off x="43302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5" name="F2_precision_recall_distributions_6609">
            <a:extLst>
              <a:ext uri="{FF2B5EF4-FFF2-40B4-BE49-F238E27FC236}">
                <a16:creationId xmlns:a16="http://schemas.microsoft.com/office/drawing/2014/main" id="{F6718A07-1EE8-457A-9FFB-675702881C1A}"/>
              </a:ext>
            </a:extLst>
          </p:cNvPr>
          <p:cNvSpPr>
            <a:spLocks noGrp="1"/>
          </p:cNvSpPr>
          <p:nvPr/>
        </p:nvSpPr>
        <p:spPr>
          <a:xfrm>
            <a:off x="4147863" y="6437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6" name="F2_precision_recall_distributions_6610">
            <a:extLst>
              <a:ext uri="{FF2B5EF4-FFF2-40B4-BE49-F238E27FC236}">
                <a16:creationId xmlns:a16="http://schemas.microsoft.com/office/drawing/2014/main" id="{DE06A1AF-2875-4182-832A-8D300E15764C}"/>
              </a:ext>
            </a:extLst>
          </p:cNvPr>
          <p:cNvSpPr>
            <a:spLocks noGrp="1"/>
          </p:cNvSpPr>
          <p:nvPr/>
        </p:nvSpPr>
        <p:spPr>
          <a:xfrm>
            <a:off x="41040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7" name="F2_precision_recall_distributions_6611">
            <a:extLst>
              <a:ext uri="{FF2B5EF4-FFF2-40B4-BE49-F238E27FC236}">
                <a16:creationId xmlns:a16="http://schemas.microsoft.com/office/drawing/2014/main" id="{64CE9DB1-A0EB-4EAB-AC30-137F59A30B25}"/>
              </a:ext>
            </a:extLst>
          </p:cNvPr>
          <p:cNvSpPr>
            <a:spLocks noGrp="1"/>
          </p:cNvSpPr>
          <p:nvPr/>
        </p:nvSpPr>
        <p:spPr>
          <a:xfrm>
            <a:off x="40842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8" name="F2_precision_recall_distributions_6612">
            <a:extLst>
              <a:ext uri="{FF2B5EF4-FFF2-40B4-BE49-F238E27FC236}">
                <a16:creationId xmlns:a16="http://schemas.microsoft.com/office/drawing/2014/main" id="{31C6FB18-77FF-462E-AAE7-4E5196601CFF}"/>
              </a:ext>
            </a:extLst>
          </p:cNvPr>
          <p:cNvSpPr>
            <a:spLocks noGrp="1"/>
          </p:cNvSpPr>
          <p:nvPr/>
        </p:nvSpPr>
        <p:spPr>
          <a:xfrm>
            <a:off x="4042974" y="64269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9" name="F2_precision_recall_distributions_6613">
            <a:extLst>
              <a:ext uri="{FF2B5EF4-FFF2-40B4-BE49-F238E27FC236}">
                <a16:creationId xmlns:a16="http://schemas.microsoft.com/office/drawing/2014/main" id="{2E43A004-821E-4FC6-B432-B04C6813D568}"/>
              </a:ext>
            </a:extLst>
          </p:cNvPr>
          <p:cNvSpPr>
            <a:spLocks noGrp="1"/>
          </p:cNvSpPr>
          <p:nvPr/>
        </p:nvSpPr>
        <p:spPr>
          <a:xfrm>
            <a:off x="40534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0" name="F2_precision_recall_distributions_6614">
            <a:extLst>
              <a:ext uri="{FF2B5EF4-FFF2-40B4-BE49-F238E27FC236}">
                <a16:creationId xmlns:a16="http://schemas.microsoft.com/office/drawing/2014/main" id="{62434BE3-D4FF-4BDC-85FB-060AE557F7AD}"/>
              </a:ext>
            </a:extLst>
          </p:cNvPr>
          <p:cNvSpPr>
            <a:spLocks noGrp="1"/>
          </p:cNvSpPr>
          <p:nvPr/>
        </p:nvSpPr>
        <p:spPr>
          <a:xfrm>
            <a:off x="429961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1" name="F2_precision_recall_distributions_6615">
            <a:extLst>
              <a:ext uri="{FF2B5EF4-FFF2-40B4-BE49-F238E27FC236}">
                <a16:creationId xmlns:a16="http://schemas.microsoft.com/office/drawing/2014/main" id="{FA714CC0-21C0-4E07-AC3F-7F9996DBE09E}"/>
              </a:ext>
            </a:extLst>
          </p:cNvPr>
          <p:cNvSpPr>
            <a:spLocks noGrp="1"/>
          </p:cNvSpPr>
          <p:nvPr/>
        </p:nvSpPr>
        <p:spPr>
          <a:xfrm>
            <a:off x="39937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2" name="F2_precision_recall_distributions_6616">
            <a:extLst>
              <a:ext uri="{FF2B5EF4-FFF2-40B4-BE49-F238E27FC236}">
                <a16:creationId xmlns:a16="http://schemas.microsoft.com/office/drawing/2014/main" id="{01405387-5C7B-4FC6-9F1E-57992D9882FE}"/>
              </a:ext>
            </a:extLst>
          </p:cNvPr>
          <p:cNvSpPr>
            <a:spLocks noGrp="1"/>
          </p:cNvSpPr>
          <p:nvPr/>
        </p:nvSpPr>
        <p:spPr>
          <a:xfrm>
            <a:off x="4152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3" name="F2_precision_recall_distributions_6617">
            <a:extLst>
              <a:ext uri="{FF2B5EF4-FFF2-40B4-BE49-F238E27FC236}">
                <a16:creationId xmlns:a16="http://schemas.microsoft.com/office/drawing/2014/main" id="{5F4B97AF-337E-4F4A-929D-CABCDAB6DFDD}"/>
              </a:ext>
            </a:extLst>
          </p:cNvPr>
          <p:cNvSpPr>
            <a:spLocks noGrp="1"/>
          </p:cNvSpPr>
          <p:nvPr/>
        </p:nvSpPr>
        <p:spPr>
          <a:xfrm>
            <a:off x="4299309" y="644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4" name="F2_precision_recall_distributions_6618">
            <a:extLst>
              <a:ext uri="{FF2B5EF4-FFF2-40B4-BE49-F238E27FC236}">
                <a16:creationId xmlns:a16="http://schemas.microsoft.com/office/drawing/2014/main" id="{0A3762D6-32F9-4611-B226-AE60792D6619}"/>
              </a:ext>
            </a:extLst>
          </p:cNvPr>
          <p:cNvSpPr>
            <a:spLocks noGrp="1"/>
          </p:cNvSpPr>
          <p:nvPr/>
        </p:nvSpPr>
        <p:spPr>
          <a:xfrm>
            <a:off x="4189583" y="639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5" name="F2_precision_recall_distributions_6619">
            <a:extLst>
              <a:ext uri="{FF2B5EF4-FFF2-40B4-BE49-F238E27FC236}">
                <a16:creationId xmlns:a16="http://schemas.microsoft.com/office/drawing/2014/main" id="{B1097D15-51EC-4E05-B8A4-9793C1530DF8}"/>
              </a:ext>
            </a:extLst>
          </p:cNvPr>
          <p:cNvSpPr>
            <a:spLocks noGrp="1"/>
          </p:cNvSpPr>
          <p:nvPr/>
        </p:nvSpPr>
        <p:spPr>
          <a:xfrm>
            <a:off x="39955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6" name="F2_precision_recall_distributions_6620">
            <a:extLst>
              <a:ext uri="{FF2B5EF4-FFF2-40B4-BE49-F238E27FC236}">
                <a16:creationId xmlns:a16="http://schemas.microsoft.com/office/drawing/2014/main" id="{8368F96E-E43D-4D2A-978F-2A482671A48E}"/>
              </a:ext>
            </a:extLst>
          </p:cNvPr>
          <p:cNvSpPr>
            <a:spLocks noGrp="1"/>
          </p:cNvSpPr>
          <p:nvPr/>
        </p:nvSpPr>
        <p:spPr>
          <a:xfrm>
            <a:off x="39982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7" name="F2_precision_recall_distributions_6621">
            <a:extLst>
              <a:ext uri="{FF2B5EF4-FFF2-40B4-BE49-F238E27FC236}">
                <a16:creationId xmlns:a16="http://schemas.microsoft.com/office/drawing/2014/main" id="{2B650823-DA39-48FD-B14C-EA86820C694F}"/>
              </a:ext>
            </a:extLst>
          </p:cNvPr>
          <p:cNvSpPr>
            <a:spLocks noGrp="1"/>
          </p:cNvSpPr>
          <p:nvPr/>
        </p:nvSpPr>
        <p:spPr>
          <a:xfrm>
            <a:off x="4154371" y="64342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8" name="F2_precision_recall_distributions_6622">
            <a:extLst>
              <a:ext uri="{FF2B5EF4-FFF2-40B4-BE49-F238E27FC236}">
                <a16:creationId xmlns:a16="http://schemas.microsoft.com/office/drawing/2014/main" id="{3F74CCFB-05D5-4392-AA9D-F676A693CDDE}"/>
              </a:ext>
            </a:extLst>
          </p:cNvPr>
          <p:cNvSpPr>
            <a:spLocks noGrp="1"/>
          </p:cNvSpPr>
          <p:nvPr/>
        </p:nvSpPr>
        <p:spPr>
          <a:xfrm>
            <a:off x="43013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9" name="F2_precision_recall_distributions_6623">
            <a:extLst>
              <a:ext uri="{FF2B5EF4-FFF2-40B4-BE49-F238E27FC236}">
                <a16:creationId xmlns:a16="http://schemas.microsoft.com/office/drawing/2014/main" id="{14E12BDC-611C-4227-BA13-B5042028C4BB}"/>
              </a:ext>
            </a:extLst>
          </p:cNvPr>
          <p:cNvSpPr>
            <a:spLocks noGrp="1"/>
          </p:cNvSpPr>
          <p:nvPr/>
        </p:nvSpPr>
        <p:spPr>
          <a:xfrm>
            <a:off x="43370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0" name="F2_precision_recall_distributions_6624">
            <a:extLst>
              <a:ext uri="{FF2B5EF4-FFF2-40B4-BE49-F238E27FC236}">
                <a16:creationId xmlns:a16="http://schemas.microsoft.com/office/drawing/2014/main" id="{A341A36A-E6A1-4AE8-8FD0-79C82894D02F}"/>
              </a:ext>
            </a:extLst>
          </p:cNvPr>
          <p:cNvSpPr>
            <a:spLocks noGrp="1"/>
          </p:cNvSpPr>
          <p:nvPr/>
        </p:nvSpPr>
        <p:spPr>
          <a:xfrm>
            <a:off x="41548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1" name="F2_precision_recall_distributions_6625">
            <a:extLst>
              <a:ext uri="{FF2B5EF4-FFF2-40B4-BE49-F238E27FC236}">
                <a16:creationId xmlns:a16="http://schemas.microsoft.com/office/drawing/2014/main" id="{1074AA3F-4FD7-4D8C-91F4-9992882D7356}"/>
              </a:ext>
            </a:extLst>
          </p:cNvPr>
          <p:cNvSpPr>
            <a:spLocks noGrp="1"/>
          </p:cNvSpPr>
          <p:nvPr/>
        </p:nvSpPr>
        <p:spPr>
          <a:xfrm>
            <a:off x="4220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2" name="F2_precision_recall_distributions_6626">
            <a:extLst>
              <a:ext uri="{FF2B5EF4-FFF2-40B4-BE49-F238E27FC236}">
                <a16:creationId xmlns:a16="http://schemas.microsoft.com/office/drawing/2014/main" id="{FB1BAA11-EF69-4D1A-A343-A421A1223CEF}"/>
              </a:ext>
            </a:extLst>
          </p:cNvPr>
          <p:cNvSpPr>
            <a:spLocks noGrp="1"/>
          </p:cNvSpPr>
          <p:nvPr/>
        </p:nvSpPr>
        <p:spPr>
          <a:xfrm>
            <a:off x="41616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3" name="F2_precision_recall_distributions_6627">
            <a:extLst>
              <a:ext uri="{FF2B5EF4-FFF2-40B4-BE49-F238E27FC236}">
                <a16:creationId xmlns:a16="http://schemas.microsoft.com/office/drawing/2014/main" id="{82C113F1-15BA-4152-A44C-3199B0B211C4}"/>
              </a:ext>
            </a:extLst>
          </p:cNvPr>
          <p:cNvSpPr>
            <a:spLocks noGrp="1"/>
          </p:cNvSpPr>
          <p:nvPr/>
        </p:nvSpPr>
        <p:spPr>
          <a:xfrm>
            <a:off x="4096598" y="64291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4" name="F2_precision_recall_distributions_6628">
            <a:extLst>
              <a:ext uri="{FF2B5EF4-FFF2-40B4-BE49-F238E27FC236}">
                <a16:creationId xmlns:a16="http://schemas.microsoft.com/office/drawing/2014/main" id="{8C5ED23B-1E8D-4E1C-80D4-3556208A73D2}"/>
              </a:ext>
            </a:extLst>
          </p:cNvPr>
          <p:cNvSpPr>
            <a:spLocks noGrp="1"/>
          </p:cNvSpPr>
          <p:nvPr/>
        </p:nvSpPr>
        <p:spPr>
          <a:xfrm>
            <a:off x="4342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5" name="F2_precision_recall_distributions_6629">
            <a:extLst>
              <a:ext uri="{FF2B5EF4-FFF2-40B4-BE49-F238E27FC236}">
                <a16:creationId xmlns:a16="http://schemas.microsoft.com/office/drawing/2014/main" id="{9BCE6057-8FB9-4973-B0F2-8FB08D7483A2}"/>
              </a:ext>
            </a:extLst>
          </p:cNvPr>
          <p:cNvSpPr>
            <a:spLocks noGrp="1"/>
          </p:cNvSpPr>
          <p:nvPr/>
        </p:nvSpPr>
        <p:spPr>
          <a:xfrm>
            <a:off x="41231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6" name="F2_precision_recall_distributions_6630">
            <a:extLst>
              <a:ext uri="{FF2B5EF4-FFF2-40B4-BE49-F238E27FC236}">
                <a16:creationId xmlns:a16="http://schemas.microsoft.com/office/drawing/2014/main" id="{AE5BBB6B-3D3B-4387-A9C8-3C9815C59981}"/>
              </a:ext>
            </a:extLst>
          </p:cNvPr>
          <p:cNvSpPr>
            <a:spLocks noGrp="1"/>
          </p:cNvSpPr>
          <p:nvPr/>
        </p:nvSpPr>
        <p:spPr>
          <a:xfrm>
            <a:off x="433333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7" name="F2_precision_recall_distributions_6631">
            <a:extLst>
              <a:ext uri="{FF2B5EF4-FFF2-40B4-BE49-F238E27FC236}">
                <a16:creationId xmlns:a16="http://schemas.microsoft.com/office/drawing/2014/main" id="{E4E95A13-45A4-40CE-A03E-E684829369C5}"/>
              </a:ext>
            </a:extLst>
          </p:cNvPr>
          <p:cNvSpPr>
            <a:spLocks noGrp="1"/>
          </p:cNvSpPr>
          <p:nvPr/>
        </p:nvSpPr>
        <p:spPr>
          <a:xfrm>
            <a:off x="40178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8" name="F2_precision_recall_distributions_6632">
            <a:extLst>
              <a:ext uri="{FF2B5EF4-FFF2-40B4-BE49-F238E27FC236}">
                <a16:creationId xmlns:a16="http://schemas.microsoft.com/office/drawing/2014/main" id="{00FB5D49-1F20-434C-8CC3-7F0CE9E8B6FC}"/>
              </a:ext>
            </a:extLst>
          </p:cNvPr>
          <p:cNvSpPr>
            <a:spLocks noGrp="1"/>
          </p:cNvSpPr>
          <p:nvPr/>
        </p:nvSpPr>
        <p:spPr>
          <a:xfrm>
            <a:off x="4141587" y="63054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9" name="F2_precision_recall_distributions_6633">
            <a:extLst>
              <a:ext uri="{FF2B5EF4-FFF2-40B4-BE49-F238E27FC236}">
                <a16:creationId xmlns:a16="http://schemas.microsoft.com/office/drawing/2014/main" id="{9C82F7A6-AADC-404F-A4BF-C7F2EDA4427C}"/>
              </a:ext>
            </a:extLst>
          </p:cNvPr>
          <p:cNvSpPr>
            <a:spLocks noGrp="1"/>
          </p:cNvSpPr>
          <p:nvPr/>
        </p:nvSpPr>
        <p:spPr>
          <a:xfrm>
            <a:off x="4036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0" name="F2_precision_recall_distributions_6634">
            <a:extLst>
              <a:ext uri="{FF2B5EF4-FFF2-40B4-BE49-F238E27FC236}">
                <a16:creationId xmlns:a16="http://schemas.microsoft.com/office/drawing/2014/main" id="{D034B737-3CB8-441E-92FD-6BD5BE737827}"/>
              </a:ext>
            </a:extLst>
          </p:cNvPr>
          <p:cNvSpPr>
            <a:spLocks noGrp="1"/>
          </p:cNvSpPr>
          <p:nvPr/>
        </p:nvSpPr>
        <p:spPr>
          <a:xfrm>
            <a:off x="43130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1" name="F2_precision_recall_distributions_6635">
            <a:extLst>
              <a:ext uri="{FF2B5EF4-FFF2-40B4-BE49-F238E27FC236}">
                <a16:creationId xmlns:a16="http://schemas.microsoft.com/office/drawing/2014/main" id="{DAE22551-156E-4D2D-9411-4DBB98471302}"/>
              </a:ext>
            </a:extLst>
          </p:cNvPr>
          <p:cNvSpPr>
            <a:spLocks noGrp="1"/>
          </p:cNvSpPr>
          <p:nvPr/>
        </p:nvSpPr>
        <p:spPr>
          <a:xfrm>
            <a:off x="4135807" y="64393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2" name="F2_precision_recall_distributions_6636">
            <a:extLst>
              <a:ext uri="{FF2B5EF4-FFF2-40B4-BE49-F238E27FC236}">
                <a16:creationId xmlns:a16="http://schemas.microsoft.com/office/drawing/2014/main" id="{E57225B5-836F-453A-AF01-7F7F57261B48}"/>
              </a:ext>
            </a:extLst>
          </p:cNvPr>
          <p:cNvSpPr>
            <a:spLocks noGrp="1"/>
          </p:cNvSpPr>
          <p:nvPr/>
        </p:nvSpPr>
        <p:spPr>
          <a:xfrm>
            <a:off x="4197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3" name="F2_precision_recall_distributions_6637">
            <a:extLst>
              <a:ext uri="{FF2B5EF4-FFF2-40B4-BE49-F238E27FC236}">
                <a16:creationId xmlns:a16="http://schemas.microsoft.com/office/drawing/2014/main" id="{098C885E-5197-44F9-B174-5A4193BC293E}"/>
              </a:ext>
            </a:extLst>
          </p:cNvPr>
          <p:cNvSpPr>
            <a:spLocks noGrp="1"/>
          </p:cNvSpPr>
          <p:nvPr/>
        </p:nvSpPr>
        <p:spPr>
          <a:xfrm>
            <a:off x="4046226" y="64281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4" name="F2_precision_recall_distributions_6638">
            <a:extLst>
              <a:ext uri="{FF2B5EF4-FFF2-40B4-BE49-F238E27FC236}">
                <a16:creationId xmlns:a16="http://schemas.microsoft.com/office/drawing/2014/main" id="{0E993C31-1016-4F93-A7BB-73562B3B69D7}"/>
              </a:ext>
            </a:extLst>
          </p:cNvPr>
          <p:cNvSpPr>
            <a:spLocks noGrp="1"/>
          </p:cNvSpPr>
          <p:nvPr/>
        </p:nvSpPr>
        <p:spPr>
          <a:xfrm>
            <a:off x="4101028" y="6444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5" name="F2_precision_recall_distributions_6639">
            <a:extLst>
              <a:ext uri="{FF2B5EF4-FFF2-40B4-BE49-F238E27FC236}">
                <a16:creationId xmlns:a16="http://schemas.microsoft.com/office/drawing/2014/main" id="{BC8E562F-CCC1-4742-9799-E2CAD50F0DB5}"/>
              </a:ext>
            </a:extLst>
          </p:cNvPr>
          <p:cNvSpPr>
            <a:spLocks noGrp="1"/>
          </p:cNvSpPr>
          <p:nvPr/>
        </p:nvSpPr>
        <p:spPr>
          <a:xfrm>
            <a:off x="4088610" y="64381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6" name="F2_precision_recall_distributions_6640">
            <a:extLst>
              <a:ext uri="{FF2B5EF4-FFF2-40B4-BE49-F238E27FC236}">
                <a16:creationId xmlns:a16="http://schemas.microsoft.com/office/drawing/2014/main" id="{B4901C1E-64C8-4F3D-B4D3-44187BEF2AE3}"/>
              </a:ext>
            </a:extLst>
          </p:cNvPr>
          <p:cNvSpPr>
            <a:spLocks noGrp="1"/>
          </p:cNvSpPr>
          <p:nvPr/>
        </p:nvSpPr>
        <p:spPr>
          <a:xfrm>
            <a:off x="4209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7" name="F2_precision_recall_distributions_6641">
            <a:extLst>
              <a:ext uri="{FF2B5EF4-FFF2-40B4-BE49-F238E27FC236}">
                <a16:creationId xmlns:a16="http://schemas.microsoft.com/office/drawing/2014/main" id="{F9402A61-29B5-4522-9407-BDA4E55101ED}"/>
              </a:ext>
            </a:extLst>
          </p:cNvPr>
          <p:cNvSpPr>
            <a:spLocks noGrp="1"/>
          </p:cNvSpPr>
          <p:nvPr/>
        </p:nvSpPr>
        <p:spPr>
          <a:xfrm>
            <a:off x="41729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8" name="F2_precision_recall_distributions_6642">
            <a:extLst>
              <a:ext uri="{FF2B5EF4-FFF2-40B4-BE49-F238E27FC236}">
                <a16:creationId xmlns:a16="http://schemas.microsoft.com/office/drawing/2014/main" id="{98D3D1EC-AA99-4370-A4C0-7F0857BA223D}"/>
              </a:ext>
            </a:extLst>
          </p:cNvPr>
          <p:cNvSpPr>
            <a:spLocks noGrp="1"/>
          </p:cNvSpPr>
          <p:nvPr/>
        </p:nvSpPr>
        <p:spPr>
          <a:xfrm>
            <a:off x="434260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9" name="F2_precision_recall_distributions_6643">
            <a:extLst>
              <a:ext uri="{FF2B5EF4-FFF2-40B4-BE49-F238E27FC236}">
                <a16:creationId xmlns:a16="http://schemas.microsoft.com/office/drawing/2014/main" id="{43455F9E-59E1-44A9-9530-608287BDCEAE}"/>
              </a:ext>
            </a:extLst>
          </p:cNvPr>
          <p:cNvSpPr>
            <a:spLocks noGrp="1"/>
          </p:cNvSpPr>
          <p:nvPr/>
        </p:nvSpPr>
        <p:spPr>
          <a:xfrm>
            <a:off x="402158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0" name="F2_precision_recall_distributions_6644">
            <a:extLst>
              <a:ext uri="{FF2B5EF4-FFF2-40B4-BE49-F238E27FC236}">
                <a16:creationId xmlns:a16="http://schemas.microsoft.com/office/drawing/2014/main" id="{8CA3C388-1B49-4525-B534-C804246D1A1A}"/>
              </a:ext>
            </a:extLst>
          </p:cNvPr>
          <p:cNvSpPr>
            <a:spLocks noGrp="1"/>
          </p:cNvSpPr>
          <p:nvPr/>
        </p:nvSpPr>
        <p:spPr>
          <a:xfrm>
            <a:off x="42385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1" name="F2_precision_recall_distributions_6645">
            <a:extLst>
              <a:ext uri="{FF2B5EF4-FFF2-40B4-BE49-F238E27FC236}">
                <a16:creationId xmlns:a16="http://schemas.microsoft.com/office/drawing/2014/main" id="{4F386A6E-3B7F-4EDC-9ADD-93518C8A145E}"/>
              </a:ext>
            </a:extLst>
          </p:cNvPr>
          <p:cNvSpPr>
            <a:spLocks noGrp="1"/>
          </p:cNvSpPr>
          <p:nvPr/>
        </p:nvSpPr>
        <p:spPr>
          <a:xfrm>
            <a:off x="40012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2" name="F2_precision_recall_distributions_6646">
            <a:extLst>
              <a:ext uri="{FF2B5EF4-FFF2-40B4-BE49-F238E27FC236}">
                <a16:creationId xmlns:a16="http://schemas.microsoft.com/office/drawing/2014/main" id="{FE445EDD-CFA7-4315-81D0-93A236E2A1AF}"/>
              </a:ext>
            </a:extLst>
          </p:cNvPr>
          <p:cNvSpPr>
            <a:spLocks noGrp="1"/>
          </p:cNvSpPr>
          <p:nvPr/>
        </p:nvSpPr>
        <p:spPr>
          <a:xfrm>
            <a:off x="421837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3" name="F2_precision_recall_distributions_6647">
            <a:extLst>
              <a:ext uri="{FF2B5EF4-FFF2-40B4-BE49-F238E27FC236}">
                <a16:creationId xmlns:a16="http://schemas.microsoft.com/office/drawing/2014/main" id="{A96F4BF6-726E-4F28-A5F6-1CE6AA4E3F30}"/>
              </a:ext>
            </a:extLst>
          </p:cNvPr>
          <p:cNvSpPr>
            <a:spLocks noGrp="1"/>
          </p:cNvSpPr>
          <p:nvPr/>
        </p:nvSpPr>
        <p:spPr>
          <a:xfrm>
            <a:off x="42272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4" name="F2_precision_recall_distributions_6648">
            <a:extLst>
              <a:ext uri="{FF2B5EF4-FFF2-40B4-BE49-F238E27FC236}">
                <a16:creationId xmlns:a16="http://schemas.microsoft.com/office/drawing/2014/main" id="{A6A62773-B84B-44AD-849A-DB30A024E201}"/>
              </a:ext>
            </a:extLst>
          </p:cNvPr>
          <p:cNvSpPr>
            <a:spLocks noGrp="1"/>
          </p:cNvSpPr>
          <p:nvPr/>
        </p:nvSpPr>
        <p:spPr>
          <a:xfrm>
            <a:off x="4248846" y="64245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5" name="F2_precision_recall_distributions_6649">
            <a:extLst>
              <a:ext uri="{FF2B5EF4-FFF2-40B4-BE49-F238E27FC236}">
                <a16:creationId xmlns:a16="http://schemas.microsoft.com/office/drawing/2014/main" id="{9BBD97C4-8D3B-498B-A96E-FDBA836EA63A}"/>
              </a:ext>
            </a:extLst>
          </p:cNvPr>
          <p:cNvSpPr>
            <a:spLocks noGrp="1"/>
          </p:cNvSpPr>
          <p:nvPr/>
        </p:nvSpPr>
        <p:spPr>
          <a:xfrm>
            <a:off x="39951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6" name="F2_precision_recall_distributions_6650">
            <a:extLst>
              <a:ext uri="{FF2B5EF4-FFF2-40B4-BE49-F238E27FC236}">
                <a16:creationId xmlns:a16="http://schemas.microsoft.com/office/drawing/2014/main" id="{599FDCD6-0929-42ED-BAAB-0FE9F2CC2689}"/>
              </a:ext>
            </a:extLst>
          </p:cNvPr>
          <p:cNvSpPr>
            <a:spLocks noGrp="1"/>
          </p:cNvSpPr>
          <p:nvPr/>
        </p:nvSpPr>
        <p:spPr>
          <a:xfrm>
            <a:off x="43451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7" name="F2_precision_recall_distributions_6651">
            <a:extLst>
              <a:ext uri="{FF2B5EF4-FFF2-40B4-BE49-F238E27FC236}">
                <a16:creationId xmlns:a16="http://schemas.microsoft.com/office/drawing/2014/main" id="{F0E9A6F3-31E4-4A19-A3D7-DEC937380FCC}"/>
              </a:ext>
            </a:extLst>
          </p:cNvPr>
          <p:cNvSpPr>
            <a:spLocks noGrp="1"/>
          </p:cNvSpPr>
          <p:nvPr/>
        </p:nvSpPr>
        <p:spPr>
          <a:xfrm>
            <a:off x="4292568" y="6441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8" name="F2_precision_recall_distributions_6652">
            <a:extLst>
              <a:ext uri="{FF2B5EF4-FFF2-40B4-BE49-F238E27FC236}">
                <a16:creationId xmlns:a16="http://schemas.microsoft.com/office/drawing/2014/main" id="{2AC15EDA-E13F-4F27-A42F-57E6334F0839}"/>
              </a:ext>
            </a:extLst>
          </p:cNvPr>
          <p:cNvSpPr>
            <a:spLocks noGrp="1"/>
          </p:cNvSpPr>
          <p:nvPr/>
        </p:nvSpPr>
        <p:spPr>
          <a:xfrm>
            <a:off x="4087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9" name="F2_precision_recall_distributions_6653">
            <a:extLst>
              <a:ext uri="{FF2B5EF4-FFF2-40B4-BE49-F238E27FC236}">
                <a16:creationId xmlns:a16="http://schemas.microsoft.com/office/drawing/2014/main" id="{048B7D1E-FB43-4A46-A688-79D82E83BE86}"/>
              </a:ext>
            </a:extLst>
          </p:cNvPr>
          <p:cNvSpPr>
            <a:spLocks noGrp="1"/>
          </p:cNvSpPr>
          <p:nvPr/>
        </p:nvSpPr>
        <p:spPr>
          <a:xfrm>
            <a:off x="41654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0" name="F2_precision_recall_distributions_6654">
            <a:extLst>
              <a:ext uri="{FF2B5EF4-FFF2-40B4-BE49-F238E27FC236}">
                <a16:creationId xmlns:a16="http://schemas.microsoft.com/office/drawing/2014/main" id="{8652A534-375B-467F-835A-963CFEC153F7}"/>
              </a:ext>
            </a:extLst>
          </p:cNvPr>
          <p:cNvSpPr>
            <a:spLocks noGrp="1"/>
          </p:cNvSpPr>
          <p:nvPr/>
        </p:nvSpPr>
        <p:spPr>
          <a:xfrm>
            <a:off x="43124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1" name="F2_precision_recall_distributions_6655">
            <a:extLst>
              <a:ext uri="{FF2B5EF4-FFF2-40B4-BE49-F238E27FC236}">
                <a16:creationId xmlns:a16="http://schemas.microsoft.com/office/drawing/2014/main" id="{18AF576E-DADE-469F-A3FB-52FAC592D709}"/>
              </a:ext>
            </a:extLst>
          </p:cNvPr>
          <p:cNvSpPr>
            <a:spLocks noGrp="1"/>
          </p:cNvSpPr>
          <p:nvPr/>
        </p:nvSpPr>
        <p:spPr>
          <a:xfrm>
            <a:off x="4156421" y="64374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2" name="F2_precision_recall_distributions_6656">
            <a:extLst>
              <a:ext uri="{FF2B5EF4-FFF2-40B4-BE49-F238E27FC236}">
                <a16:creationId xmlns:a16="http://schemas.microsoft.com/office/drawing/2014/main" id="{1DC627D3-C788-4106-8475-334D943A17A9}"/>
              </a:ext>
            </a:extLst>
          </p:cNvPr>
          <p:cNvSpPr>
            <a:spLocks noGrp="1"/>
          </p:cNvSpPr>
          <p:nvPr/>
        </p:nvSpPr>
        <p:spPr>
          <a:xfrm>
            <a:off x="4144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3" name="F2_precision_recall_distributions_6657">
            <a:extLst>
              <a:ext uri="{FF2B5EF4-FFF2-40B4-BE49-F238E27FC236}">
                <a16:creationId xmlns:a16="http://schemas.microsoft.com/office/drawing/2014/main" id="{71382921-0FE0-4617-8147-C150BB42936B}"/>
              </a:ext>
            </a:extLst>
          </p:cNvPr>
          <p:cNvSpPr>
            <a:spLocks noGrp="1"/>
          </p:cNvSpPr>
          <p:nvPr/>
        </p:nvSpPr>
        <p:spPr>
          <a:xfrm>
            <a:off x="42298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4" name="F2_precision_recall_distributions_6658">
            <a:extLst>
              <a:ext uri="{FF2B5EF4-FFF2-40B4-BE49-F238E27FC236}">
                <a16:creationId xmlns:a16="http://schemas.microsoft.com/office/drawing/2014/main" id="{ED2BE7A4-3DF0-47F7-9863-15CCB066E693}"/>
              </a:ext>
            </a:extLst>
          </p:cNvPr>
          <p:cNvSpPr>
            <a:spLocks noGrp="1"/>
          </p:cNvSpPr>
          <p:nvPr/>
        </p:nvSpPr>
        <p:spPr>
          <a:xfrm>
            <a:off x="4024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5" name="F2_precision_recall_distributions_6659">
            <a:extLst>
              <a:ext uri="{FF2B5EF4-FFF2-40B4-BE49-F238E27FC236}">
                <a16:creationId xmlns:a16="http://schemas.microsoft.com/office/drawing/2014/main" id="{5FB79B78-57F0-49A4-B6EE-A6EF3784EA82}"/>
              </a:ext>
            </a:extLst>
          </p:cNvPr>
          <p:cNvSpPr>
            <a:spLocks noGrp="1"/>
          </p:cNvSpPr>
          <p:nvPr/>
        </p:nvSpPr>
        <p:spPr>
          <a:xfrm>
            <a:off x="40814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6" name="F2_precision_recall_distributions_6660">
            <a:extLst>
              <a:ext uri="{FF2B5EF4-FFF2-40B4-BE49-F238E27FC236}">
                <a16:creationId xmlns:a16="http://schemas.microsoft.com/office/drawing/2014/main" id="{0B722105-AA4C-4531-B37B-A29C7CCAD12E}"/>
              </a:ext>
            </a:extLst>
          </p:cNvPr>
          <p:cNvSpPr>
            <a:spLocks noGrp="1"/>
          </p:cNvSpPr>
          <p:nvPr/>
        </p:nvSpPr>
        <p:spPr>
          <a:xfrm>
            <a:off x="41191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7" name="F2_precision_recall_distributions_6661">
            <a:extLst>
              <a:ext uri="{FF2B5EF4-FFF2-40B4-BE49-F238E27FC236}">
                <a16:creationId xmlns:a16="http://schemas.microsoft.com/office/drawing/2014/main" id="{A0807154-DF55-4E17-AA9F-51E794176FCB}"/>
              </a:ext>
            </a:extLst>
          </p:cNvPr>
          <p:cNvSpPr>
            <a:spLocks noGrp="1"/>
          </p:cNvSpPr>
          <p:nvPr/>
        </p:nvSpPr>
        <p:spPr>
          <a:xfrm>
            <a:off x="4161694" y="6444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8" name="F2_precision_recall_distributions_6662">
            <a:extLst>
              <a:ext uri="{FF2B5EF4-FFF2-40B4-BE49-F238E27FC236}">
                <a16:creationId xmlns:a16="http://schemas.microsoft.com/office/drawing/2014/main" id="{E8D2D539-4ACF-461D-9D02-684F6244D346}"/>
              </a:ext>
            </a:extLst>
          </p:cNvPr>
          <p:cNvSpPr>
            <a:spLocks noGrp="1"/>
          </p:cNvSpPr>
          <p:nvPr/>
        </p:nvSpPr>
        <p:spPr>
          <a:xfrm>
            <a:off x="42639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9" name="F2_precision_recall_distributions_6663">
            <a:extLst>
              <a:ext uri="{FF2B5EF4-FFF2-40B4-BE49-F238E27FC236}">
                <a16:creationId xmlns:a16="http://schemas.microsoft.com/office/drawing/2014/main" id="{9AAD2A54-7785-4A94-913E-D41CA8479FBF}"/>
              </a:ext>
            </a:extLst>
          </p:cNvPr>
          <p:cNvSpPr>
            <a:spLocks noGrp="1"/>
          </p:cNvSpPr>
          <p:nvPr/>
        </p:nvSpPr>
        <p:spPr>
          <a:xfrm>
            <a:off x="4196592" y="64433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0" name="F2_precision_recall_distributions_6664">
            <a:extLst>
              <a:ext uri="{FF2B5EF4-FFF2-40B4-BE49-F238E27FC236}">
                <a16:creationId xmlns:a16="http://schemas.microsoft.com/office/drawing/2014/main" id="{33F20222-A759-48D3-8C10-F313C1283151}"/>
              </a:ext>
            </a:extLst>
          </p:cNvPr>
          <p:cNvSpPr>
            <a:spLocks noGrp="1"/>
          </p:cNvSpPr>
          <p:nvPr/>
        </p:nvSpPr>
        <p:spPr>
          <a:xfrm>
            <a:off x="40585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1" name="F2_precision_recall_distributions_6665">
            <a:extLst>
              <a:ext uri="{FF2B5EF4-FFF2-40B4-BE49-F238E27FC236}">
                <a16:creationId xmlns:a16="http://schemas.microsoft.com/office/drawing/2014/main" id="{37A6D7BF-9A4F-458E-9F73-E2878D9421FD}"/>
              </a:ext>
            </a:extLst>
          </p:cNvPr>
          <p:cNvSpPr>
            <a:spLocks noGrp="1"/>
          </p:cNvSpPr>
          <p:nvPr/>
        </p:nvSpPr>
        <p:spPr>
          <a:xfrm>
            <a:off x="4136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2" name="F2_precision_recall_distributions_6666">
            <a:extLst>
              <a:ext uri="{FF2B5EF4-FFF2-40B4-BE49-F238E27FC236}">
                <a16:creationId xmlns:a16="http://schemas.microsoft.com/office/drawing/2014/main" id="{562E4692-8FB5-4EBC-BAFE-31AC65A0A8D2}"/>
              </a:ext>
            </a:extLst>
          </p:cNvPr>
          <p:cNvSpPr>
            <a:spLocks noGrp="1"/>
          </p:cNvSpPr>
          <p:nvPr/>
        </p:nvSpPr>
        <p:spPr>
          <a:xfrm>
            <a:off x="40730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3" name="F2_precision_recall_distributions_6667">
            <a:extLst>
              <a:ext uri="{FF2B5EF4-FFF2-40B4-BE49-F238E27FC236}">
                <a16:creationId xmlns:a16="http://schemas.microsoft.com/office/drawing/2014/main" id="{80D868CA-2BE1-4064-AFE5-BC316DDC7EF0}"/>
              </a:ext>
            </a:extLst>
          </p:cNvPr>
          <p:cNvSpPr>
            <a:spLocks noGrp="1"/>
          </p:cNvSpPr>
          <p:nvPr/>
        </p:nvSpPr>
        <p:spPr>
          <a:xfrm>
            <a:off x="42283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4" name="F2_precision_recall_distributions_6668">
            <a:extLst>
              <a:ext uri="{FF2B5EF4-FFF2-40B4-BE49-F238E27FC236}">
                <a16:creationId xmlns:a16="http://schemas.microsoft.com/office/drawing/2014/main" id="{3B2FA533-06BC-47A1-98D3-5ACAD6603370}"/>
              </a:ext>
            </a:extLst>
          </p:cNvPr>
          <p:cNvSpPr>
            <a:spLocks noGrp="1"/>
          </p:cNvSpPr>
          <p:nvPr/>
        </p:nvSpPr>
        <p:spPr>
          <a:xfrm>
            <a:off x="4291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5" name="F2_precision_recall_distributions_6669">
            <a:extLst>
              <a:ext uri="{FF2B5EF4-FFF2-40B4-BE49-F238E27FC236}">
                <a16:creationId xmlns:a16="http://schemas.microsoft.com/office/drawing/2014/main" id="{32F174AC-BD8A-4C00-8494-C14685010576}"/>
              </a:ext>
            </a:extLst>
          </p:cNvPr>
          <p:cNvSpPr>
            <a:spLocks noGrp="1"/>
          </p:cNvSpPr>
          <p:nvPr/>
        </p:nvSpPr>
        <p:spPr>
          <a:xfrm>
            <a:off x="3984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6" name="F2_precision_recall_distributions_6670">
            <a:extLst>
              <a:ext uri="{FF2B5EF4-FFF2-40B4-BE49-F238E27FC236}">
                <a16:creationId xmlns:a16="http://schemas.microsoft.com/office/drawing/2014/main" id="{B119FAE8-03B0-4FD3-AFE9-168B4B871745}"/>
              </a:ext>
            </a:extLst>
          </p:cNvPr>
          <p:cNvSpPr>
            <a:spLocks noGrp="1"/>
          </p:cNvSpPr>
          <p:nvPr/>
        </p:nvSpPr>
        <p:spPr>
          <a:xfrm>
            <a:off x="40907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7" name="F2_precision_recall_distributions_6671">
            <a:extLst>
              <a:ext uri="{FF2B5EF4-FFF2-40B4-BE49-F238E27FC236}">
                <a16:creationId xmlns:a16="http://schemas.microsoft.com/office/drawing/2014/main" id="{FAC4C8C5-0E30-4014-824D-FCC5E1C5904A}"/>
              </a:ext>
            </a:extLst>
          </p:cNvPr>
          <p:cNvSpPr>
            <a:spLocks noGrp="1"/>
          </p:cNvSpPr>
          <p:nvPr/>
        </p:nvSpPr>
        <p:spPr>
          <a:xfrm>
            <a:off x="40406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8" name="F2_precision_recall_distributions_6672">
            <a:extLst>
              <a:ext uri="{FF2B5EF4-FFF2-40B4-BE49-F238E27FC236}">
                <a16:creationId xmlns:a16="http://schemas.microsoft.com/office/drawing/2014/main" id="{45D39AC8-32FA-43E2-ACC9-4E2527285018}"/>
              </a:ext>
            </a:extLst>
          </p:cNvPr>
          <p:cNvSpPr>
            <a:spLocks noGrp="1"/>
          </p:cNvSpPr>
          <p:nvPr/>
        </p:nvSpPr>
        <p:spPr>
          <a:xfrm>
            <a:off x="431794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9" name="F2_precision_recall_distributions_6673">
            <a:extLst>
              <a:ext uri="{FF2B5EF4-FFF2-40B4-BE49-F238E27FC236}">
                <a16:creationId xmlns:a16="http://schemas.microsoft.com/office/drawing/2014/main" id="{5D811EA8-B63A-4426-8C07-B255E76F8F8A}"/>
              </a:ext>
            </a:extLst>
          </p:cNvPr>
          <p:cNvSpPr>
            <a:spLocks noGrp="1"/>
          </p:cNvSpPr>
          <p:nvPr/>
        </p:nvSpPr>
        <p:spPr>
          <a:xfrm>
            <a:off x="41677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0" name="F2_precision_recall_distributions_6674">
            <a:extLst>
              <a:ext uri="{FF2B5EF4-FFF2-40B4-BE49-F238E27FC236}">
                <a16:creationId xmlns:a16="http://schemas.microsoft.com/office/drawing/2014/main" id="{3E8B05C5-C766-41C5-A862-4BD47DE586C7}"/>
              </a:ext>
            </a:extLst>
          </p:cNvPr>
          <p:cNvSpPr>
            <a:spLocks noGrp="1"/>
          </p:cNvSpPr>
          <p:nvPr/>
        </p:nvSpPr>
        <p:spPr>
          <a:xfrm>
            <a:off x="4107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1" name="F2_precision_recall_distributions_6675">
            <a:extLst>
              <a:ext uri="{FF2B5EF4-FFF2-40B4-BE49-F238E27FC236}">
                <a16:creationId xmlns:a16="http://schemas.microsoft.com/office/drawing/2014/main" id="{20F65076-E529-4D6B-9794-1F0E5CBA3FBA}"/>
              </a:ext>
            </a:extLst>
          </p:cNvPr>
          <p:cNvSpPr>
            <a:spLocks noGrp="1"/>
          </p:cNvSpPr>
          <p:nvPr/>
        </p:nvSpPr>
        <p:spPr>
          <a:xfrm>
            <a:off x="41618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2" name="F2_precision_recall_distributions_6676">
            <a:extLst>
              <a:ext uri="{FF2B5EF4-FFF2-40B4-BE49-F238E27FC236}">
                <a16:creationId xmlns:a16="http://schemas.microsoft.com/office/drawing/2014/main" id="{6E4597C9-FFF1-4ED2-9D14-B958C48CCF0C}"/>
              </a:ext>
            </a:extLst>
          </p:cNvPr>
          <p:cNvSpPr>
            <a:spLocks noGrp="1"/>
          </p:cNvSpPr>
          <p:nvPr/>
        </p:nvSpPr>
        <p:spPr>
          <a:xfrm>
            <a:off x="4123326" y="644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3" name="F2_precision_recall_distributions_6677">
            <a:extLst>
              <a:ext uri="{FF2B5EF4-FFF2-40B4-BE49-F238E27FC236}">
                <a16:creationId xmlns:a16="http://schemas.microsoft.com/office/drawing/2014/main" id="{B030CA43-DDF4-4562-880F-D32C58EC47FA}"/>
              </a:ext>
            </a:extLst>
          </p:cNvPr>
          <p:cNvSpPr>
            <a:spLocks noGrp="1"/>
          </p:cNvSpPr>
          <p:nvPr/>
        </p:nvSpPr>
        <p:spPr>
          <a:xfrm>
            <a:off x="4083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4" name="F2_precision_recall_distributions_6678">
            <a:extLst>
              <a:ext uri="{FF2B5EF4-FFF2-40B4-BE49-F238E27FC236}">
                <a16:creationId xmlns:a16="http://schemas.microsoft.com/office/drawing/2014/main" id="{CA84FCF6-98E1-4A9F-9625-9C06E4890AE1}"/>
              </a:ext>
            </a:extLst>
          </p:cNvPr>
          <p:cNvSpPr>
            <a:spLocks noGrp="1"/>
          </p:cNvSpPr>
          <p:nvPr/>
        </p:nvSpPr>
        <p:spPr>
          <a:xfrm>
            <a:off x="4108035" y="6445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5" name="F2_precision_recall_distributions_6679">
            <a:extLst>
              <a:ext uri="{FF2B5EF4-FFF2-40B4-BE49-F238E27FC236}">
                <a16:creationId xmlns:a16="http://schemas.microsoft.com/office/drawing/2014/main" id="{8A9E725D-EFD2-4183-9FF8-F048F2090BF6}"/>
              </a:ext>
            </a:extLst>
          </p:cNvPr>
          <p:cNvSpPr>
            <a:spLocks noGrp="1"/>
          </p:cNvSpPr>
          <p:nvPr/>
        </p:nvSpPr>
        <p:spPr>
          <a:xfrm>
            <a:off x="42863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6" name="F2_precision_recall_distributions_6680">
            <a:extLst>
              <a:ext uri="{FF2B5EF4-FFF2-40B4-BE49-F238E27FC236}">
                <a16:creationId xmlns:a16="http://schemas.microsoft.com/office/drawing/2014/main" id="{5D6377B5-A8D0-4202-81F5-14077E7C9712}"/>
              </a:ext>
            </a:extLst>
          </p:cNvPr>
          <p:cNvSpPr>
            <a:spLocks noGrp="1"/>
          </p:cNvSpPr>
          <p:nvPr/>
        </p:nvSpPr>
        <p:spPr>
          <a:xfrm>
            <a:off x="43339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7" name="F2_precision_recall_distributions_6681">
            <a:extLst>
              <a:ext uri="{FF2B5EF4-FFF2-40B4-BE49-F238E27FC236}">
                <a16:creationId xmlns:a16="http://schemas.microsoft.com/office/drawing/2014/main" id="{2A50C725-EDC9-481F-8A28-A13BE804FD8C}"/>
              </a:ext>
            </a:extLst>
          </p:cNvPr>
          <p:cNvSpPr>
            <a:spLocks noGrp="1"/>
          </p:cNvSpPr>
          <p:nvPr/>
        </p:nvSpPr>
        <p:spPr>
          <a:xfrm>
            <a:off x="4139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8" name="F2_precision_recall_distributions_6682">
            <a:extLst>
              <a:ext uri="{FF2B5EF4-FFF2-40B4-BE49-F238E27FC236}">
                <a16:creationId xmlns:a16="http://schemas.microsoft.com/office/drawing/2014/main" id="{300CFA23-C651-4A13-8489-21234D23E2FB}"/>
              </a:ext>
            </a:extLst>
          </p:cNvPr>
          <p:cNvSpPr>
            <a:spLocks noGrp="1"/>
          </p:cNvSpPr>
          <p:nvPr/>
        </p:nvSpPr>
        <p:spPr>
          <a:xfrm>
            <a:off x="4022985" y="6445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9" name="F2_precision_recall_distributions_6683">
            <a:extLst>
              <a:ext uri="{FF2B5EF4-FFF2-40B4-BE49-F238E27FC236}">
                <a16:creationId xmlns:a16="http://schemas.microsoft.com/office/drawing/2014/main" id="{24868DC6-89A8-4252-B973-97B10673914C}"/>
              </a:ext>
            </a:extLst>
          </p:cNvPr>
          <p:cNvSpPr>
            <a:spLocks noGrp="1"/>
          </p:cNvSpPr>
          <p:nvPr/>
        </p:nvSpPr>
        <p:spPr>
          <a:xfrm>
            <a:off x="41132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0" name="F2_precision_recall_distributions_6684">
            <a:extLst>
              <a:ext uri="{FF2B5EF4-FFF2-40B4-BE49-F238E27FC236}">
                <a16:creationId xmlns:a16="http://schemas.microsoft.com/office/drawing/2014/main" id="{E854F401-3874-4319-8424-8B16B50965AD}"/>
              </a:ext>
            </a:extLst>
          </p:cNvPr>
          <p:cNvSpPr>
            <a:spLocks noGrp="1"/>
          </p:cNvSpPr>
          <p:nvPr/>
        </p:nvSpPr>
        <p:spPr>
          <a:xfrm>
            <a:off x="39943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1" name="F2_precision_recall_distributions_6685">
            <a:extLst>
              <a:ext uri="{FF2B5EF4-FFF2-40B4-BE49-F238E27FC236}">
                <a16:creationId xmlns:a16="http://schemas.microsoft.com/office/drawing/2014/main" id="{974FCDB6-9B92-4716-B7A8-7BC8F2033454}"/>
              </a:ext>
            </a:extLst>
          </p:cNvPr>
          <p:cNvSpPr>
            <a:spLocks noGrp="1"/>
          </p:cNvSpPr>
          <p:nvPr/>
        </p:nvSpPr>
        <p:spPr>
          <a:xfrm>
            <a:off x="41639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2" name="F2_precision_recall_distributions_6686">
            <a:extLst>
              <a:ext uri="{FF2B5EF4-FFF2-40B4-BE49-F238E27FC236}">
                <a16:creationId xmlns:a16="http://schemas.microsoft.com/office/drawing/2014/main" id="{B071EDBF-B41A-4D35-AF71-3E17D19A943A}"/>
              </a:ext>
            </a:extLst>
          </p:cNvPr>
          <p:cNvSpPr>
            <a:spLocks noGrp="1"/>
          </p:cNvSpPr>
          <p:nvPr/>
        </p:nvSpPr>
        <p:spPr>
          <a:xfrm>
            <a:off x="41211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3" name="F2_precision_recall_distributions_6687">
            <a:extLst>
              <a:ext uri="{FF2B5EF4-FFF2-40B4-BE49-F238E27FC236}">
                <a16:creationId xmlns:a16="http://schemas.microsoft.com/office/drawing/2014/main" id="{71428775-5429-464D-924A-A6E81014F8D3}"/>
              </a:ext>
            </a:extLst>
          </p:cNvPr>
          <p:cNvSpPr>
            <a:spLocks noGrp="1"/>
          </p:cNvSpPr>
          <p:nvPr/>
        </p:nvSpPr>
        <p:spPr>
          <a:xfrm>
            <a:off x="41162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4" name="F2_precision_recall_distributions_6688">
            <a:extLst>
              <a:ext uri="{FF2B5EF4-FFF2-40B4-BE49-F238E27FC236}">
                <a16:creationId xmlns:a16="http://schemas.microsoft.com/office/drawing/2014/main" id="{345EB5AC-7D1D-4E85-BB7D-83FE98C3E5CB}"/>
              </a:ext>
            </a:extLst>
          </p:cNvPr>
          <p:cNvSpPr>
            <a:spLocks noGrp="1"/>
          </p:cNvSpPr>
          <p:nvPr/>
        </p:nvSpPr>
        <p:spPr>
          <a:xfrm>
            <a:off x="41939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5" name="F2_precision_recall_distributions_6689">
            <a:extLst>
              <a:ext uri="{FF2B5EF4-FFF2-40B4-BE49-F238E27FC236}">
                <a16:creationId xmlns:a16="http://schemas.microsoft.com/office/drawing/2014/main" id="{7A2C2639-65A4-4A13-9A10-F15ECD05A463}"/>
              </a:ext>
            </a:extLst>
          </p:cNvPr>
          <p:cNvSpPr>
            <a:spLocks noGrp="1"/>
          </p:cNvSpPr>
          <p:nvPr/>
        </p:nvSpPr>
        <p:spPr>
          <a:xfrm>
            <a:off x="43488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6" name="F2_precision_recall_distributions_6690">
            <a:extLst>
              <a:ext uri="{FF2B5EF4-FFF2-40B4-BE49-F238E27FC236}">
                <a16:creationId xmlns:a16="http://schemas.microsoft.com/office/drawing/2014/main" id="{529F8F4D-9352-4150-B9FD-A4B16FAA195F}"/>
              </a:ext>
            </a:extLst>
          </p:cNvPr>
          <p:cNvSpPr>
            <a:spLocks noGrp="1"/>
          </p:cNvSpPr>
          <p:nvPr/>
        </p:nvSpPr>
        <p:spPr>
          <a:xfrm>
            <a:off x="40114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7" name="F2_precision_recall_distributions_6691">
            <a:extLst>
              <a:ext uri="{FF2B5EF4-FFF2-40B4-BE49-F238E27FC236}">
                <a16:creationId xmlns:a16="http://schemas.microsoft.com/office/drawing/2014/main" id="{2378E03D-650D-421C-8572-D2469A167612}"/>
              </a:ext>
            </a:extLst>
          </p:cNvPr>
          <p:cNvSpPr>
            <a:spLocks noGrp="1"/>
          </p:cNvSpPr>
          <p:nvPr/>
        </p:nvSpPr>
        <p:spPr>
          <a:xfrm>
            <a:off x="4253654" y="6444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8" name="F2_precision_recall_distributions_6692">
            <a:extLst>
              <a:ext uri="{FF2B5EF4-FFF2-40B4-BE49-F238E27FC236}">
                <a16:creationId xmlns:a16="http://schemas.microsoft.com/office/drawing/2014/main" id="{51561E3D-7E2C-4BAF-A5D6-1B9E26FC33B7}"/>
              </a:ext>
            </a:extLst>
          </p:cNvPr>
          <p:cNvSpPr>
            <a:spLocks noGrp="1"/>
          </p:cNvSpPr>
          <p:nvPr/>
        </p:nvSpPr>
        <p:spPr>
          <a:xfrm>
            <a:off x="4131887" y="64304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9" name="F2_precision_recall_distributions_6693">
            <a:extLst>
              <a:ext uri="{FF2B5EF4-FFF2-40B4-BE49-F238E27FC236}">
                <a16:creationId xmlns:a16="http://schemas.microsoft.com/office/drawing/2014/main" id="{ED795C16-98DC-4CF8-B752-AC9B978C6CEB}"/>
              </a:ext>
            </a:extLst>
          </p:cNvPr>
          <p:cNvSpPr>
            <a:spLocks noGrp="1"/>
          </p:cNvSpPr>
          <p:nvPr/>
        </p:nvSpPr>
        <p:spPr>
          <a:xfrm>
            <a:off x="4333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0" name="F2_precision_recall_distributions_6694">
            <a:extLst>
              <a:ext uri="{FF2B5EF4-FFF2-40B4-BE49-F238E27FC236}">
                <a16:creationId xmlns:a16="http://schemas.microsoft.com/office/drawing/2014/main" id="{6F1468DB-C446-4CC3-85A3-8B8520ED0AC0}"/>
              </a:ext>
            </a:extLst>
          </p:cNvPr>
          <p:cNvSpPr>
            <a:spLocks noGrp="1"/>
          </p:cNvSpPr>
          <p:nvPr/>
        </p:nvSpPr>
        <p:spPr>
          <a:xfrm>
            <a:off x="427520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1" name="F2_precision_recall_distributions_6695">
            <a:extLst>
              <a:ext uri="{FF2B5EF4-FFF2-40B4-BE49-F238E27FC236}">
                <a16:creationId xmlns:a16="http://schemas.microsoft.com/office/drawing/2014/main" id="{0AE1CA33-75B8-4ACE-A081-33D7DCD64C58}"/>
              </a:ext>
            </a:extLst>
          </p:cNvPr>
          <p:cNvSpPr>
            <a:spLocks noGrp="1"/>
          </p:cNvSpPr>
          <p:nvPr/>
        </p:nvSpPr>
        <p:spPr>
          <a:xfrm>
            <a:off x="40075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2" name="F2_precision_recall_distributions_6696">
            <a:extLst>
              <a:ext uri="{FF2B5EF4-FFF2-40B4-BE49-F238E27FC236}">
                <a16:creationId xmlns:a16="http://schemas.microsoft.com/office/drawing/2014/main" id="{6819DFC6-4D6D-48C2-9897-707BAE90C2C3}"/>
              </a:ext>
            </a:extLst>
          </p:cNvPr>
          <p:cNvSpPr>
            <a:spLocks noGrp="1"/>
          </p:cNvSpPr>
          <p:nvPr/>
        </p:nvSpPr>
        <p:spPr>
          <a:xfrm>
            <a:off x="41584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3" name="F2_precision_recall_distributions_6697">
            <a:extLst>
              <a:ext uri="{FF2B5EF4-FFF2-40B4-BE49-F238E27FC236}">
                <a16:creationId xmlns:a16="http://schemas.microsoft.com/office/drawing/2014/main" id="{47C9F47A-422D-4CBD-BEE3-1198910AF7CB}"/>
              </a:ext>
            </a:extLst>
          </p:cNvPr>
          <p:cNvSpPr>
            <a:spLocks noGrp="1"/>
          </p:cNvSpPr>
          <p:nvPr/>
        </p:nvSpPr>
        <p:spPr>
          <a:xfrm>
            <a:off x="4030264" y="644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4" name="F2_precision_recall_distributions_6698">
            <a:extLst>
              <a:ext uri="{FF2B5EF4-FFF2-40B4-BE49-F238E27FC236}">
                <a16:creationId xmlns:a16="http://schemas.microsoft.com/office/drawing/2014/main" id="{573C6B3C-AE5C-48B2-A093-041BCDB7B38F}"/>
              </a:ext>
            </a:extLst>
          </p:cNvPr>
          <p:cNvSpPr>
            <a:spLocks noGrp="1"/>
          </p:cNvSpPr>
          <p:nvPr/>
        </p:nvSpPr>
        <p:spPr>
          <a:xfrm>
            <a:off x="4116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5" name="F2_precision_recall_distributions_6699">
            <a:extLst>
              <a:ext uri="{FF2B5EF4-FFF2-40B4-BE49-F238E27FC236}">
                <a16:creationId xmlns:a16="http://schemas.microsoft.com/office/drawing/2014/main" id="{0653375C-47D8-467F-AE04-8ABB7DCF41F0}"/>
              </a:ext>
            </a:extLst>
          </p:cNvPr>
          <p:cNvSpPr>
            <a:spLocks noGrp="1"/>
          </p:cNvSpPr>
          <p:nvPr/>
        </p:nvSpPr>
        <p:spPr>
          <a:xfrm>
            <a:off x="4293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6" name="F2_precision_recall_distributions_6700">
            <a:extLst>
              <a:ext uri="{FF2B5EF4-FFF2-40B4-BE49-F238E27FC236}">
                <a16:creationId xmlns:a16="http://schemas.microsoft.com/office/drawing/2014/main" id="{A522DC88-C5E3-4AB5-9F09-AE68FBE9DBEE}"/>
              </a:ext>
            </a:extLst>
          </p:cNvPr>
          <p:cNvSpPr>
            <a:spLocks noGrp="1"/>
          </p:cNvSpPr>
          <p:nvPr/>
        </p:nvSpPr>
        <p:spPr>
          <a:xfrm>
            <a:off x="41866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7" name="F2_precision_recall_distributions_6701">
            <a:extLst>
              <a:ext uri="{FF2B5EF4-FFF2-40B4-BE49-F238E27FC236}">
                <a16:creationId xmlns:a16="http://schemas.microsoft.com/office/drawing/2014/main" id="{B97B8809-75A6-4413-BE7F-D1C78A55003E}"/>
              </a:ext>
            </a:extLst>
          </p:cNvPr>
          <p:cNvSpPr>
            <a:spLocks noGrp="1"/>
          </p:cNvSpPr>
          <p:nvPr/>
        </p:nvSpPr>
        <p:spPr>
          <a:xfrm>
            <a:off x="40761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8" name="F2_precision_recall_distributions_6702">
            <a:extLst>
              <a:ext uri="{FF2B5EF4-FFF2-40B4-BE49-F238E27FC236}">
                <a16:creationId xmlns:a16="http://schemas.microsoft.com/office/drawing/2014/main" id="{01122D08-0A5C-4001-932D-53420914C0F2}"/>
              </a:ext>
            </a:extLst>
          </p:cNvPr>
          <p:cNvSpPr>
            <a:spLocks noGrp="1"/>
          </p:cNvSpPr>
          <p:nvPr/>
        </p:nvSpPr>
        <p:spPr>
          <a:xfrm>
            <a:off x="4337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9" name="F2_precision_recall_distributions_6703">
            <a:extLst>
              <a:ext uri="{FF2B5EF4-FFF2-40B4-BE49-F238E27FC236}">
                <a16:creationId xmlns:a16="http://schemas.microsoft.com/office/drawing/2014/main" id="{1CCF1037-51E5-4F08-A919-04A5D5C81389}"/>
              </a:ext>
            </a:extLst>
          </p:cNvPr>
          <p:cNvSpPr>
            <a:spLocks noGrp="1"/>
          </p:cNvSpPr>
          <p:nvPr/>
        </p:nvSpPr>
        <p:spPr>
          <a:xfrm>
            <a:off x="41218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0" name="F2_precision_recall_distributions_6704">
            <a:extLst>
              <a:ext uri="{FF2B5EF4-FFF2-40B4-BE49-F238E27FC236}">
                <a16:creationId xmlns:a16="http://schemas.microsoft.com/office/drawing/2014/main" id="{A7C185E3-7DFD-47A7-B7C5-C84254848424}"/>
              </a:ext>
            </a:extLst>
          </p:cNvPr>
          <p:cNvSpPr>
            <a:spLocks noGrp="1"/>
          </p:cNvSpPr>
          <p:nvPr/>
        </p:nvSpPr>
        <p:spPr>
          <a:xfrm>
            <a:off x="4290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1" name="F2_precision_recall_distributions_6705">
            <a:extLst>
              <a:ext uri="{FF2B5EF4-FFF2-40B4-BE49-F238E27FC236}">
                <a16:creationId xmlns:a16="http://schemas.microsoft.com/office/drawing/2014/main" id="{1F54B6CA-F4C5-4DA1-B56C-80166FA5207E}"/>
              </a:ext>
            </a:extLst>
          </p:cNvPr>
          <p:cNvSpPr>
            <a:spLocks noGrp="1"/>
          </p:cNvSpPr>
          <p:nvPr/>
        </p:nvSpPr>
        <p:spPr>
          <a:xfrm>
            <a:off x="42619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2" name="F2_precision_recall_distributions_6706">
            <a:extLst>
              <a:ext uri="{FF2B5EF4-FFF2-40B4-BE49-F238E27FC236}">
                <a16:creationId xmlns:a16="http://schemas.microsoft.com/office/drawing/2014/main" id="{67B3107C-8BB3-43CC-8823-09B3B6C3C1AC}"/>
              </a:ext>
            </a:extLst>
          </p:cNvPr>
          <p:cNvSpPr>
            <a:spLocks noGrp="1"/>
          </p:cNvSpPr>
          <p:nvPr/>
        </p:nvSpPr>
        <p:spPr>
          <a:xfrm>
            <a:off x="41298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3" name="F2_precision_recall_distributions_6707">
            <a:extLst>
              <a:ext uri="{FF2B5EF4-FFF2-40B4-BE49-F238E27FC236}">
                <a16:creationId xmlns:a16="http://schemas.microsoft.com/office/drawing/2014/main" id="{611B6E5C-A3BC-4687-8D4E-97745D829F72}"/>
              </a:ext>
            </a:extLst>
          </p:cNvPr>
          <p:cNvSpPr>
            <a:spLocks noGrp="1"/>
          </p:cNvSpPr>
          <p:nvPr/>
        </p:nvSpPr>
        <p:spPr>
          <a:xfrm>
            <a:off x="41313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4" name="F2_precision_recall_distributions_6708">
            <a:extLst>
              <a:ext uri="{FF2B5EF4-FFF2-40B4-BE49-F238E27FC236}">
                <a16:creationId xmlns:a16="http://schemas.microsoft.com/office/drawing/2014/main" id="{DE969AFB-3121-4460-807F-B8E1611A13D7}"/>
              </a:ext>
            </a:extLst>
          </p:cNvPr>
          <p:cNvSpPr>
            <a:spLocks noGrp="1"/>
          </p:cNvSpPr>
          <p:nvPr/>
        </p:nvSpPr>
        <p:spPr>
          <a:xfrm>
            <a:off x="4290986" y="6443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5" name="F2_precision_recall_distributions_6709">
            <a:extLst>
              <a:ext uri="{FF2B5EF4-FFF2-40B4-BE49-F238E27FC236}">
                <a16:creationId xmlns:a16="http://schemas.microsoft.com/office/drawing/2014/main" id="{A0D3FA89-FA6B-4FD0-B364-08F321315DB4}"/>
              </a:ext>
            </a:extLst>
          </p:cNvPr>
          <p:cNvSpPr>
            <a:spLocks noGrp="1"/>
          </p:cNvSpPr>
          <p:nvPr/>
        </p:nvSpPr>
        <p:spPr>
          <a:xfrm>
            <a:off x="42175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6" name="F2_precision_recall_distributions_6710">
            <a:extLst>
              <a:ext uri="{FF2B5EF4-FFF2-40B4-BE49-F238E27FC236}">
                <a16:creationId xmlns:a16="http://schemas.microsoft.com/office/drawing/2014/main" id="{96549FAE-DEF6-4021-A295-FD60922BA8F8}"/>
              </a:ext>
            </a:extLst>
          </p:cNvPr>
          <p:cNvSpPr>
            <a:spLocks noGrp="1"/>
          </p:cNvSpPr>
          <p:nvPr/>
        </p:nvSpPr>
        <p:spPr>
          <a:xfrm>
            <a:off x="4261560" y="64367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7" name="F2_precision_recall_distributions_6711">
            <a:extLst>
              <a:ext uri="{FF2B5EF4-FFF2-40B4-BE49-F238E27FC236}">
                <a16:creationId xmlns:a16="http://schemas.microsoft.com/office/drawing/2014/main" id="{EA3B1590-F2C3-4FAD-A665-21F0B32BA30F}"/>
              </a:ext>
            </a:extLst>
          </p:cNvPr>
          <p:cNvSpPr>
            <a:spLocks noGrp="1"/>
          </p:cNvSpPr>
          <p:nvPr/>
        </p:nvSpPr>
        <p:spPr>
          <a:xfrm>
            <a:off x="1852503" y="561174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898" name="F2_precision_recall_distributions_6712">
            <a:extLst>
              <a:ext uri="{FF2B5EF4-FFF2-40B4-BE49-F238E27FC236}">
                <a16:creationId xmlns:a16="http://schemas.microsoft.com/office/drawing/2014/main" id="{CC745E09-2D84-4200-A72B-2AB6CF10D20A}"/>
              </a:ext>
            </a:extLst>
          </p:cNvPr>
          <p:cNvSpPr>
            <a:spLocks noGrp="1"/>
          </p:cNvSpPr>
          <p:nvPr/>
        </p:nvSpPr>
        <p:spPr>
          <a:xfrm>
            <a:off x="3016462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899" name="F2_precision_recall_distributions_6713">
            <a:extLst>
              <a:ext uri="{FF2B5EF4-FFF2-40B4-BE49-F238E27FC236}">
                <a16:creationId xmlns:a16="http://schemas.microsoft.com/office/drawing/2014/main" id="{6C254147-063C-4903-AACB-A88D77E83128}"/>
              </a:ext>
            </a:extLst>
          </p:cNvPr>
          <p:cNvSpPr>
            <a:spLocks noGrp="1"/>
          </p:cNvSpPr>
          <p:nvPr/>
        </p:nvSpPr>
        <p:spPr>
          <a:xfrm>
            <a:off x="4180422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900" name="F2_precision_recall_distributions_6714">
            <a:extLst>
              <a:ext uri="{FF2B5EF4-FFF2-40B4-BE49-F238E27FC236}">
                <a16:creationId xmlns:a16="http://schemas.microsoft.com/office/drawing/2014/main" id="{DA0AD65B-DE81-4350-A26F-3E0902C3CAC9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1" name="F2_precision_recall_distributions_6715">
            <a:extLst>
              <a:ext uri="{FF2B5EF4-FFF2-40B4-BE49-F238E27FC236}">
                <a16:creationId xmlns:a16="http://schemas.microsoft.com/office/drawing/2014/main" id="{79337532-9CD7-4596-A047-923FB29B6064}"/>
              </a:ext>
            </a:extLst>
          </p:cNvPr>
          <p:cNvSpPr>
            <a:spLocks noGrp="1"/>
          </p:cNvSpPr>
          <p:nvPr/>
        </p:nvSpPr>
        <p:spPr>
          <a:xfrm>
            <a:off x="1212325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2" name="text_6716">
            <a:extLst>
              <a:ext uri="{FF2B5EF4-FFF2-40B4-BE49-F238E27FC236}">
                <a16:creationId xmlns:a16="http://schemas.microsoft.com/office/drawing/2014/main" id="{44BD019C-43E6-49BA-96B2-EEA06AA766DA}"/>
              </a:ext>
            </a:extLst>
          </p:cNvPr>
          <p:cNvSpPr>
            <a:spLocks noGrp="1"/>
          </p:cNvSpPr>
          <p:nvPr/>
        </p:nvSpPr>
        <p:spPr>
          <a:xfrm>
            <a:off x="1212325" y="540980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Precision</a:t>
            </a:r>
          </a:p>
        </p:txBody>
      </p:sp>
      <p:sp>
        <p:nvSpPr>
          <p:cNvPr id="3903" name="F2_precision_recall_distributions_6717">
            <a:extLst>
              <a:ext uri="{FF2B5EF4-FFF2-40B4-BE49-F238E27FC236}">
                <a16:creationId xmlns:a16="http://schemas.microsoft.com/office/drawing/2014/main" id="{CC72C3BE-54AB-4C13-A819-1FFA65295B18}"/>
              </a:ext>
            </a:extLst>
          </p:cNvPr>
          <p:cNvSpPr>
            <a:spLocks noGrp="1"/>
          </p:cNvSpPr>
          <p:nvPr/>
        </p:nvSpPr>
        <p:spPr>
          <a:xfrm>
            <a:off x="1824461" y="590199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904" name="F2_precision_recall_distributions_6718">
            <a:extLst>
              <a:ext uri="{FF2B5EF4-FFF2-40B4-BE49-F238E27FC236}">
                <a16:creationId xmlns:a16="http://schemas.microsoft.com/office/drawing/2014/main" id="{F5F023CD-EC1A-464B-9937-8B852D6302D7}"/>
              </a:ext>
            </a:extLst>
          </p:cNvPr>
          <p:cNvSpPr>
            <a:spLocks noGrp="1"/>
          </p:cNvSpPr>
          <p:nvPr/>
        </p:nvSpPr>
        <p:spPr>
          <a:xfrm>
            <a:off x="2988421" y="609296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905" name="F2_precision_recall_distributions_6719">
            <a:extLst>
              <a:ext uri="{FF2B5EF4-FFF2-40B4-BE49-F238E27FC236}">
                <a16:creationId xmlns:a16="http://schemas.microsoft.com/office/drawing/2014/main" id="{BE16E3C9-9C15-4620-BA26-9A742C7324DB}"/>
              </a:ext>
            </a:extLst>
          </p:cNvPr>
          <p:cNvSpPr>
            <a:spLocks noGrp="1"/>
          </p:cNvSpPr>
          <p:nvPr/>
        </p:nvSpPr>
        <p:spPr>
          <a:xfrm>
            <a:off x="4152380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906" name="F2_precision_recall_distributions_6720">
            <a:extLst>
              <a:ext uri="{FF2B5EF4-FFF2-40B4-BE49-F238E27FC236}">
                <a16:creationId xmlns:a16="http://schemas.microsoft.com/office/drawing/2014/main" id="{A16F3BAA-5136-4FA0-818F-EC98FF7AEB85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07" name="F2_precision_recall_distributions_6721">
            <a:extLst>
              <a:ext uri="{FF2B5EF4-FFF2-40B4-BE49-F238E27FC236}">
                <a16:creationId xmlns:a16="http://schemas.microsoft.com/office/drawing/2014/main" id="{2D873C6D-E5FB-45D9-9CD5-40D05798963F}"/>
              </a:ext>
            </a:extLst>
          </p:cNvPr>
          <p:cNvSpPr>
            <a:spLocks noGrp="1"/>
          </p:cNvSpPr>
          <p:nvPr/>
        </p:nvSpPr>
        <p:spPr>
          <a:xfrm>
            <a:off x="5361841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08" name="F2_precision_recall_distributions_6722">
            <a:extLst>
              <a:ext uri="{FF2B5EF4-FFF2-40B4-BE49-F238E27FC236}">
                <a16:creationId xmlns:a16="http://schemas.microsoft.com/office/drawing/2014/main" id="{9026D22A-55C4-4DA6-97A0-ABAAE06D607C}"/>
              </a:ext>
            </a:extLst>
          </p:cNvPr>
          <p:cNvSpPr>
            <a:spLocks noGrp="1"/>
          </p:cNvSpPr>
          <p:nvPr/>
        </p:nvSpPr>
        <p:spPr>
          <a:xfrm>
            <a:off x="5319567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09" name="F2_precision_recall_distributions_6723">
            <a:extLst>
              <a:ext uri="{FF2B5EF4-FFF2-40B4-BE49-F238E27FC236}">
                <a16:creationId xmlns:a16="http://schemas.microsoft.com/office/drawing/2014/main" id="{971C17F4-7C65-4354-AF49-50373E987C52}"/>
              </a:ext>
            </a:extLst>
          </p:cNvPr>
          <p:cNvSpPr>
            <a:spLocks noGrp="1"/>
          </p:cNvSpPr>
          <p:nvPr/>
        </p:nvSpPr>
        <p:spPr>
          <a:xfrm>
            <a:off x="5361841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0" name="F2_precision_recall_distributions_6724">
            <a:extLst>
              <a:ext uri="{FF2B5EF4-FFF2-40B4-BE49-F238E27FC236}">
                <a16:creationId xmlns:a16="http://schemas.microsoft.com/office/drawing/2014/main" id="{A6464718-0FDB-45B0-A071-53526B661488}"/>
              </a:ext>
            </a:extLst>
          </p:cNvPr>
          <p:cNvSpPr>
            <a:spLocks noGrp="1"/>
          </p:cNvSpPr>
          <p:nvPr/>
        </p:nvSpPr>
        <p:spPr>
          <a:xfrm>
            <a:off x="5319567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1" name="F2_precision_recall_distributions_6725">
            <a:extLst>
              <a:ext uri="{FF2B5EF4-FFF2-40B4-BE49-F238E27FC236}">
                <a16:creationId xmlns:a16="http://schemas.microsoft.com/office/drawing/2014/main" id="{E58D314C-E71B-4FCF-A397-289ABC0F23D5}"/>
              </a:ext>
            </a:extLst>
          </p:cNvPr>
          <p:cNvSpPr>
            <a:spLocks noGrp="1"/>
          </p:cNvSpPr>
          <p:nvPr/>
        </p:nvSpPr>
        <p:spPr>
          <a:xfrm>
            <a:off x="5361841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2" name="F2_precision_recall_distributions_6726">
            <a:extLst>
              <a:ext uri="{FF2B5EF4-FFF2-40B4-BE49-F238E27FC236}">
                <a16:creationId xmlns:a16="http://schemas.microsoft.com/office/drawing/2014/main" id="{F8A73796-6239-4290-8E9F-72EB3E89872C}"/>
              </a:ext>
            </a:extLst>
          </p:cNvPr>
          <p:cNvSpPr>
            <a:spLocks noGrp="1"/>
          </p:cNvSpPr>
          <p:nvPr/>
        </p:nvSpPr>
        <p:spPr>
          <a:xfrm>
            <a:off x="5319567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3" name="F2_precision_recall_distributions_6727">
            <a:extLst>
              <a:ext uri="{FF2B5EF4-FFF2-40B4-BE49-F238E27FC236}">
                <a16:creationId xmlns:a16="http://schemas.microsoft.com/office/drawing/2014/main" id="{79E5EA8E-4985-47C2-A4AF-DC4B2FDA61DE}"/>
              </a:ext>
            </a:extLst>
          </p:cNvPr>
          <p:cNvSpPr>
            <a:spLocks noGrp="1"/>
          </p:cNvSpPr>
          <p:nvPr/>
        </p:nvSpPr>
        <p:spPr>
          <a:xfrm>
            <a:off x="566447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914" name="F2_precision_recall_distributions_6728">
            <a:extLst>
              <a:ext uri="{FF2B5EF4-FFF2-40B4-BE49-F238E27FC236}">
                <a16:creationId xmlns:a16="http://schemas.microsoft.com/office/drawing/2014/main" id="{0B21EFE1-ACD6-4124-9D56-5E9EB89BB9F3}"/>
              </a:ext>
            </a:extLst>
          </p:cNvPr>
          <p:cNvSpPr>
            <a:spLocks noGrp="1"/>
          </p:cNvSpPr>
          <p:nvPr/>
        </p:nvSpPr>
        <p:spPr>
          <a:xfrm>
            <a:off x="607202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5" name="F2_precision_recall_distributions_6729">
            <a:extLst>
              <a:ext uri="{FF2B5EF4-FFF2-40B4-BE49-F238E27FC236}">
                <a16:creationId xmlns:a16="http://schemas.microsoft.com/office/drawing/2014/main" id="{96A2387F-3267-4CF4-ACB3-0E3744ECCB91}"/>
              </a:ext>
            </a:extLst>
          </p:cNvPr>
          <p:cNvSpPr>
            <a:spLocks noGrp="1"/>
          </p:cNvSpPr>
          <p:nvPr/>
        </p:nvSpPr>
        <p:spPr>
          <a:xfrm>
            <a:off x="58999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6" name="F2_precision_recall_distributions_6730">
            <a:extLst>
              <a:ext uri="{FF2B5EF4-FFF2-40B4-BE49-F238E27FC236}">
                <a16:creationId xmlns:a16="http://schemas.microsoft.com/office/drawing/2014/main" id="{7286C4AC-F83C-49C4-8EE1-4EAC70001E70}"/>
              </a:ext>
            </a:extLst>
          </p:cNvPr>
          <p:cNvSpPr>
            <a:spLocks noGrp="1"/>
          </p:cNvSpPr>
          <p:nvPr/>
        </p:nvSpPr>
        <p:spPr>
          <a:xfrm>
            <a:off x="61517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7" name="F2_precision_recall_distributions_6731">
            <a:extLst>
              <a:ext uri="{FF2B5EF4-FFF2-40B4-BE49-F238E27FC236}">
                <a16:creationId xmlns:a16="http://schemas.microsoft.com/office/drawing/2014/main" id="{FEE5BCA0-E8AD-4EE1-9C55-1EEAA86C15AF}"/>
              </a:ext>
            </a:extLst>
          </p:cNvPr>
          <p:cNvSpPr>
            <a:spLocks noGrp="1"/>
          </p:cNvSpPr>
          <p:nvPr/>
        </p:nvSpPr>
        <p:spPr>
          <a:xfrm>
            <a:off x="585142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8" name="F2_precision_recall_distributions_6732">
            <a:extLst>
              <a:ext uri="{FF2B5EF4-FFF2-40B4-BE49-F238E27FC236}">
                <a16:creationId xmlns:a16="http://schemas.microsoft.com/office/drawing/2014/main" id="{259B5641-990F-4265-983B-20E4398BE3F7}"/>
              </a:ext>
            </a:extLst>
          </p:cNvPr>
          <p:cNvSpPr>
            <a:spLocks noGrp="1"/>
          </p:cNvSpPr>
          <p:nvPr/>
        </p:nvSpPr>
        <p:spPr>
          <a:xfrm>
            <a:off x="6115218" y="59554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9" name="F2_precision_recall_distributions_6733">
            <a:extLst>
              <a:ext uri="{FF2B5EF4-FFF2-40B4-BE49-F238E27FC236}">
                <a16:creationId xmlns:a16="http://schemas.microsoft.com/office/drawing/2014/main" id="{75CC7146-1A41-4E02-900E-7AD835B8E1A8}"/>
              </a:ext>
            </a:extLst>
          </p:cNvPr>
          <p:cNvSpPr>
            <a:spLocks noGrp="1"/>
          </p:cNvSpPr>
          <p:nvPr/>
        </p:nvSpPr>
        <p:spPr>
          <a:xfrm>
            <a:off x="59044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0" name="F2_precision_recall_distributions_6734">
            <a:extLst>
              <a:ext uri="{FF2B5EF4-FFF2-40B4-BE49-F238E27FC236}">
                <a16:creationId xmlns:a16="http://schemas.microsoft.com/office/drawing/2014/main" id="{49B4ED79-1305-40EA-A21E-41173941B5F7}"/>
              </a:ext>
            </a:extLst>
          </p:cNvPr>
          <p:cNvSpPr>
            <a:spLocks noGrp="1"/>
          </p:cNvSpPr>
          <p:nvPr/>
        </p:nvSpPr>
        <p:spPr>
          <a:xfrm>
            <a:off x="60405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1" name="F2_precision_recall_distributions_6735">
            <a:extLst>
              <a:ext uri="{FF2B5EF4-FFF2-40B4-BE49-F238E27FC236}">
                <a16:creationId xmlns:a16="http://schemas.microsoft.com/office/drawing/2014/main" id="{AE7F08C3-4165-46E3-85A8-FBFDC0F82B79}"/>
              </a:ext>
            </a:extLst>
          </p:cNvPr>
          <p:cNvSpPr>
            <a:spLocks noGrp="1"/>
          </p:cNvSpPr>
          <p:nvPr/>
        </p:nvSpPr>
        <p:spPr>
          <a:xfrm>
            <a:off x="605051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2" name="F2_precision_recall_distributions_6736">
            <a:extLst>
              <a:ext uri="{FF2B5EF4-FFF2-40B4-BE49-F238E27FC236}">
                <a16:creationId xmlns:a16="http://schemas.microsoft.com/office/drawing/2014/main" id="{0D9F1D6E-99B7-4CFF-9B8C-8709E00A8DCD}"/>
              </a:ext>
            </a:extLst>
          </p:cNvPr>
          <p:cNvSpPr>
            <a:spLocks noGrp="1"/>
          </p:cNvSpPr>
          <p:nvPr/>
        </p:nvSpPr>
        <p:spPr>
          <a:xfrm>
            <a:off x="5964018" y="63902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3" name="F2_precision_recall_distributions_6737">
            <a:extLst>
              <a:ext uri="{FF2B5EF4-FFF2-40B4-BE49-F238E27FC236}">
                <a16:creationId xmlns:a16="http://schemas.microsoft.com/office/drawing/2014/main" id="{C3E429D2-7EC1-4B58-9B58-1199F0B74D93}"/>
              </a:ext>
            </a:extLst>
          </p:cNvPr>
          <p:cNvSpPr>
            <a:spLocks noGrp="1"/>
          </p:cNvSpPr>
          <p:nvPr/>
        </p:nvSpPr>
        <p:spPr>
          <a:xfrm>
            <a:off x="61603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4" name="F2_precision_recall_distributions_6738">
            <a:extLst>
              <a:ext uri="{FF2B5EF4-FFF2-40B4-BE49-F238E27FC236}">
                <a16:creationId xmlns:a16="http://schemas.microsoft.com/office/drawing/2014/main" id="{DE6A6BEF-F7AB-465F-8BD1-431702E55A23}"/>
              </a:ext>
            </a:extLst>
          </p:cNvPr>
          <p:cNvSpPr>
            <a:spLocks noGrp="1"/>
          </p:cNvSpPr>
          <p:nvPr/>
        </p:nvSpPr>
        <p:spPr>
          <a:xfrm>
            <a:off x="5861841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5" name="F2_precision_recall_distributions_6739">
            <a:extLst>
              <a:ext uri="{FF2B5EF4-FFF2-40B4-BE49-F238E27FC236}">
                <a16:creationId xmlns:a16="http://schemas.microsoft.com/office/drawing/2014/main" id="{1D4D1F01-FF0F-4E2C-B7F4-6E6321B42639}"/>
              </a:ext>
            </a:extLst>
          </p:cNvPr>
          <p:cNvSpPr>
            <a:spLocks noGrp="1"/>
          </p:cNvSpPr>
          <p:nvPr/>
        </p:nvSpPr>
        <p:spPr>
          <a:xfrm>
            <a:off x="599306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6" name="F2_precision_recall_distributions_6740">
            <a:extLst>
              <a:ext uri="{FF2B5EF4-FFF2-40B4-BE49-F238E27FC236}">
                <a16:creationId xmlns:a16="http://schemas.microsoft.com/office/drawing/2014/main" id="{06B5D263-4D46-4CBB-8A97-17B1EE43CA9D}"/>
              </a:ext>
            </a:extLst>
          </p:cNvPr>
          <p:cNvSpPr>
            <a:spLocks noGrp="1"/>
          </p:cNvSpPr>
          <p:nvPr/>
        </p:nvSpPr>
        <p:spPr>
          <a:xfrm>
            <a:off x="5966756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7" name="F2_precision_recall_distributions_6741">
            <a:extLst>
              <a:ext uri="{FF2B5EF4-FFF2-40B4-BE49-F238E27FC236}">
                <a16:creationId xmlns:a16="http://schemas.microsoft.com/office/drawing/2014/main" id="{55227131-CB6B-45C9-BEE5-755477E06307}"/>
              </a:ext>
            </a:extLst>
          </p:cNvPr>
          <p:cNvSpPr>
            <a:spLocks noGrp="1"/>
          </p:cNvSpPr>
          <p:nvPr/>
        </p:nvSpPr>
        <p:spPr>
          <a:xfrm>
            <a:off x="5939433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8" name="F2_precision_recall_distributions_6742">
            <a:extLst>
              <a:ext uri="{FF2B5EF4-FFF2-40B4-BE49-F238E27FC236}">
                <a16:creationId xmlns:a16="http://schemas.microsoft.com/office/drawing/2014/main" id="{4B5C25DE-6346-4C8D-8574-D496202BB33A}"/>
              </a:ext>
            </a:extLst>
          </p:cNvPr>
          <p:cNvSpPr>
            <a:spLocks noGrp="1"/>
          </p:cNvSpPr>
          <p:nvPr/>
        </p:nvSpPr>
        <p:spPr>
          <a:xfrm>
            <a:off x="591406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9" name="F2_precision_recall_distributions_6743">
            <a:extLst>
              <a:ext uri="{FF2B5EF4-FFF2-40B4-BE49-F238E27FC236}">
                <a16:creationId xmlns:a16="http://schemas.microsoft.com/office/drawing/2014/main" id="{21C371C6-7695-4BAB-BFD0-5F203AF15147}"/>
              </a:ext>
            </a:extLst>
          </p:cNvPr>
          <p:cNvSpPr>
            <a:spLocks noGrp="1"/>
          </p:cNvSpPr>
          <p:nvPr/>
        </p:nvSpPr>
        <p:spPr>
          <a:xfrm>
            <a:off x="594758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0" name="F2_precision_recall_distributions_6744">
            <a:extLst>
              <a:ext uri="{FF2B5EF4-FFF2-40B4-BE49-F238E27FC236}">
                <a16:creationId xmlns:a16="http://schemas.microsoft.com/office/drawing/2014/main" id="{E10940E0-2EEA-4B02-A827-0D55B9F619A0}"/>
              </a:ext>
            </a:extLst>
          </p:cNvPr>
          <p:cNvSpPr>
            <a:spLocks noGrp="1"/>
          </p:cNvSpPr>
          <p:nvPr/>
        </p:nvSpPr>
        <p:spPr>
          <a:xfrm>
            <a:off x="586980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1" name="F2_precision_recall_distributions_6745">
            <a:extLst>
              <a:ext uri="{FF2B5EF4-FFF2-40B4-BE49-F238E27FC236}">
                <a16:creationId xmlns:a16="http://schemas.microsoft.com/office/drawing/2014/main" id="{1F5A34D1-02EE-43ED-9167-9631FE85BEF1}"/>
              </a:ext>
            </a:extLst>
          </p:cNvPr>
          <p:cNvSpPr>
            <a:spLocks noGrp="1"/>
          </p:cNvSpPr>
          <p:nvPr/>
        </p:nvSpPr>
        <p:spPr>
          <a:xfrm>
            <a:off x="593519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2" name="F2_precision_recall_distributions_6746">
            <a:extLst>
              <a:ext uri="{FF2B5EF4-FFF2-40B4-BE49-F238E27FC236}">
                <a16:creationId xmlns:a16="http://schemas.microsoft.com/office/drawing/2014/main" id="{181A7FA8-18A8-4876-B94F-4191C42BDED9}"/>
              </a:ext>
            </a:extLst>
          </p:cNvPr>
          <p:cNvSpPr>
            <a:spLocks noGrp="1"/>
          </p:cNvSpPr>
          <p:nvPr/>
        </p:nvSpPr>
        <p:spPr>
          <a:xfrm>
            <a:off x="6067534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3" name="F2_precision_recall_distributions_6747">
            <a:extLst>
              <a:ext uri="{FF2B5EF4-FFF2-40B4-BE49-F238E27FC236}">
                <a16:creationId xmlns:a16="http://schemas.microsoft.com/office/drawing/2014/main" id="{224703F4-C21C-4DE9-A3D9-B2EAF6E857C8}"/>
              </a:ext>
            </a:extLst>
          </p:cNvPr>
          <p:cNvSpPr>
            <a:spLocks noGrp="1"/>
          </p:cNvSpPr>
          <p:nvPr/>
        </p:nvSpPr>
        <p:spPr>
          <a:xfrm>
            <a:off x="5990168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4" name="F2_precision_recall_distributions_6748">
            <a:extLst>
              <a:ext uri="{FF2B5EF4-FFF2-40B4-BE49-F238E27FC236}">
                <a16:creationId xmlns:a16="http://schemas.microsoft.com/office/drawing/2014/main" id="{5781F0EB-3B27-46A8-B539-4DD1C0985963}"/>
              </a:ext>
            </a:extLst>
          </p:cNvPr>
          <p:cNvSpPr>
            <a:spLocks noGrp="1"/>
          </p:cNvSpPr>
          <p:nvPr/>
        </p:nvSpPr>
        <p:spPr>
          <a:xfrm>
            <a:off x="5829565" y="6305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5" name="F2_precision_recall_distributions_6749">
            <a:extLst>
              <a:ext uri="{FF2B5EF4-FFF2-40B4-BE49-F238E27FC236}">
                <a16:creationId xmlns:a16="http://schemas.microsoft.com/office/drawing/2014/main" id="{3E981FDC-E587-48D2-9DA3-EABA9D779D57}"/>
              </a:ext>
            </a:extLst>
          </p:cNvPr>
          <p:cNvSpPr>
            <a:spLocks noGrp="1"/>
          </p:cNvSpPr>
          <p:nvPr/>
        </p:nvSpPr>
        <p:spPr>
          <a:xfrm>
            <a:off x="58030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6" name="F2_precision_recall_distributions_6750">
            <a:extLst>
              <a:ext uri="{FF2B5EF4-FFF2-40B4-BE49-F238E27FC236}">
                <a16:creationId xmlns:a16="http://schemas.microsoft.com/office/drawing/2014/main" id="{C013DF24-D8D7-4E0F-912D-DCB2AFBC99A4}"/>
              </a:ext>
            </a:extLst>
          </p:cNvPr>
          <p:cNvSpPr>
            <a:spLocks noGrp="1"/>
          </p:cNvSpPr>
          <p:nvPr/>
        </p:nvSpPr>
        <p:spPr>
          <a:xfrm>
            <a:off x="611595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7" name="F2_precision_recall_distributions_6751">
            <a:extLst>
              <a:ext uri="{FF2B5EF4-FFF2-40B4-BE49-F238E27FC236}">
                <a16:creationId xmlns:a16="http://schemas.microsoft.com/office/drawing/2014/main" id="{B624ED59-22B5-4093-9257-8D14A514E9EE}"/>
              </a:ext>
            </a:extLst>
          </p:cNvPr>
          <p:cNvSpPr>
            <a:spLocks noGrp="1"/>
          </p:cNvSpPr>
          <p:nvPr/>
        </p:nvSpPr>
        <p:spPr>
          <a:xfrm>
            <a:off x="5872923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8" name="F2_precision_recall_distributions_6752">
            <a:extLst>
              <a:ext uri="{FF2B5EF4-FFF2-40B4-BE49-F238E27FC236}">
                <a16:creationId xmlns:a16="http://schemas.microsoft.com/office/drawing/2014/main" id="{5B8CDA8C-1C32-4ABE-9DC2-E16E363806C7}"/>
              </a:ext>
            </a:extLst>
          </p:cNvPr>
          <p:cNvSpPr>
            <a:spLocks noGrp="1"/>
          </p:cNvSpPr>
          <p:nvPr/>
        </p:nvSpPr>
        <p:spPr>
          <a:xfrm>
            <a:off x="6050106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9" name="F2_precision_recall_distributions_6753">
            <a:extLst>
              <a:ext uri="{FF2B5EF4-FFF2-40B4-BE49-F238E27FC236}">
                <a16:creationId xmlns:a16="http://schemas.microsoft.com/office/drawing/2014/main" id="{C2C736B3-150E-4AFA-B9C0-95A69B145A3E}"/>
              </a:ext>
            </a:extLst>
          </p:cNvPr>
          <p:cNvSpPr>
            <a:spLocks noGrp="1"/>
          </p:cNvSpPr>
          <p:nvPr/>
        </p:nvSpPr>
        <p:spPr>
          <a:xfrm>
            <a:off x="590414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0" name="F2_precision_recall_distributions_6754">
            <a:extLst>
              <a:ext uri="{FF2B5EF4-FFF2-40B4-BE49-F238E27FC236}">
                <a16:creationId xmlns:a16="http://schemas.microsoft.com/office/drawing/2014/main" id="{395858C6-5531-4943-841C-18DC9D2E1DAC}"/>
              </a:ext>
            </a:extLst>
          </p:cNvPr>
          <p:cNvSpPr>
            <a:spLocks noGrp="1"/>
          </p:cNvSpPr>
          <p:nvPr/>
        </p:nvSpPr>
        <p:spPr>
          <a:xfrm>
            <a:off x="582528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1" name="F2_precision_recall_distributions_6755">
            <a:extLst>
              <a:ext uri="{FF2B5EF4-FFF2-40B4-BE49-F238E27FC236}">
                <a16:creationId xmlns:a16="http://schemas.microsoft.com/office/drawing/2014/main" id="{3BABFF11-A20E-4FC6-A9FA-43BA445BB1E9}"/>
              </a:ext>
            </a:extLst>
          </p:cNvPr>
          <p:cNvSpPr>
            <a:spLocks noGrp="1"/>
          </p:cNvSpPr>
          <p:nvPr/>
        </p:nvSpPr>
        <p:spPr>
          <a:xfrm>
            <a:off x="58246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2" name="F2_precision_recall_distributions_6756">
            <a:extLst>
              <a:ext uri="{FF2B5EF4-FFF2-40B4-BE49-F238E27FC236}">
                <a16:creationId xmlns:a16="http://schemas.microsoft.com/office/drawing/2014/main" id="{CB4AFB09-2123-4E37-BE52-403F204FF271}"/>
              </a:ext>
            </a:extLst>
          </p:cNvPr>
          <p:cNvSpPr>
            <a:spLocks noGrp="1"/>
          </p:cNvSpPr>
          <p:nvPr/>
        </p:nvSpPr>
        <p:spPr>
          <a:xfrm>
            <a:off x="6126272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3" name="F2_precision_recall_distributions_6757">
            <a:extLst>
              <a:ext uri="{FF2B5EF4-FFF2-40B4-BE49-F238E27FC236}">
                <a16:creationId xmlns:a16="http://schemas.microsoft.com/office/drawing/2014/main" id="{C1C01B6A-E247-4369-A0E5-0288BC4CFF3C}"/>
              </a:ext>
            </a:extLst>
          </p:cNvPr>
          <p:cNvSpPr>
            <a:spLocks noGrp="1"/>
          </p:cNvSpPr>
          <p:nvPr/>
        </p:nvSpPr>
        <p:spPr>
          <a:xfrm>
            <a:off x="580491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4" name="F2_precision_recall_distributions_6758">
            <a:extLst>
              <a:ext uri="{FF2B5EF4-FFF2-40B4-BE49-F238E27FC236}">
                <a16:creationId xmlns:a16="http://schemas.microsoft.com/office/drawing/2014/main" id="{E87ADEFA-C5F2-421D-B8AA-6513427254D8}"/>
              </a:ext>
            </a:extLst>
          </p:cNvPr>
          <p:cNvSpPr>
            <a:spLocks noGrp="1"/>
          </p:cNvSpPr>
          <p:nvPr/>
        </p:nvSpPr>
        <p:spPr>
          <a:xfrm>
            <a:off x="58374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5" name="F2_precision_recall_distributions_6759">
            <a:extLst>
              <a:ext uri="{FF2B5EF4-FFF2-40B4-BE49-F238E27FC236}">
                <a16:creationId xmlns:a16="http://schemas.microsoft.com/office/drawing/2014/main" id="{68C68D61-A191-4798-8872-54D9FE3125D9}"/>
              </a:ext>
            </a:extLst>
          </p:cNvPr>
          <p:cNvSpPr>
            <a:spLocks noGrp="1"/>
          </p:cNvSpPr>
          <p:nvPr/>
        </p:nvSpPr>
        <p:spPr>
          <a:xfrm>
            <a:off x="60459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6" name="F2_precision_recall_distributions_6760">
            <a:extLst>
              <a:ext uri="{FF2B5EF4-FFF2-40B4-BE49-F238E27FC236}">
                <a16:creationId xmlns:a16="http://schemas.microsoft.com/office/drawing/2014/main" id="{EF3E347D-BCBA-4535-9666-1CA94E4FA0C3}"/>
              </a:ext>
            </a:extLst>
          </p:cNvPr>
          <p:cNvSpPr>
            <a:spLocks noGrp="1"/>
          </p:cNvSpPr>
          <p:nvPr/>
        </p:nvSpPr>
        <p:spPr>
          <a:xfrm>
            <a:off x="581435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7" name="F2_precision_recall_distributions_6761">
            <a:extLst>
              <a:ext uri="{FF2B5EF4-FFF2-40B4-BE49-F238E27FC236}">
                <a16:creationId xmlns:a16="http://schemas.microsoft.com/office/drawing/2014/main" id="{C607DB0B-BA1D-4921-B5A8-A13579EA52F4}"/>
              </a:ext>
            </a:extLst>
          </p:cNvPr>
          <p:cNvSpPr>
            <a:spLocks noGrp="1"/>
          </p:cNvSpPr>
          <p:nvPr/>
        </p:nvSpPr>
        <p:spPr>
          <a:xfrm>
            <a:off x="60507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8" name="F2_precision_recall_distributions_6762">
            <a:extLst>
              <a:ext uri="{FF2B5EF4-FFF2-40B4-BE49-F238E27FC236}">
                <a16:creationId xmlns:a16="http://schemas.microsoft.com/office/drawing/2014/main" id="{75B820C7-7887-4619-A922-338633A2AA20}"/>
              </a:ext>
            </a:extLst>
          </p:cNvPr>
          <p:cNvSpPr>
            <a:spLocks noGrp="1"/>
          </p:cNvSpPr>
          <p:nvPr/>
        </p:nvSpPr>
        <p:spPr>
          <a:xfrm>
            <a:off x="61448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9" name="F2_precision_recall_distributions_6763">
            <a:extLst>
              <a:ext uri="{FF2B5EF4-FFF2-40B4-BE49-F238E27FC236}">
                <a16:creationId xmlns:a16="http://schemas.microsoft.com/office/drawing/2014/main" id="{6EB3712C-CD07-4B76-847E-DAE5EFF1F3A7}"/>
              </a:ext>
            </a:extLst>
          </p:cNvPr>
          <p:cNvSpPr>
            <a:spLocks noGrp="1"/>
          </p:cNvSpPr>
          <p:nvPr/>
        </p:nvSpPr>
        <p:spPr>
          <a:xfrm>
            <a:off x="606540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0" name="F2_precision_recall_distributions_6764">
            <a:extLst>
              <a:ext uri="{FF2B5EF4-FFF2-40B4-BE49-F238E27FC236}">
                <a16:creationId xmlns:a16="http://schemas.microsoft.com/office/drawing/2014/main" id="{6CA64894-8A20-4E65-8296-F1751E9DF256}"/>
              </a:ext>
            </a:extLst>
          </p:cNvPr>
          <p:cNvSpPr>
            <a:spLocks noGrp="1"/>
          </p:cNvSpPr>
          <p:nvPr/>
        </p:nvSpPr>
        <p:spPr>
          <a:xfrm>
            <a:off x="60267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1" name="F2_precision_recall_distributions_6765">
            <a:extLst>
              <a:ext uri="{FF2B5EF4-FFF2-40B4-BE49-F238E27FC236}">
                <a16:creationId xmlns:a16="http://schemas.microsoft.com/office/drawing/2014/main" id="{C9AB00BA-53F5-411D-8DBE-BAEA310D7961}"/>
              </a:ext>
            </a:extLst>
          </p:cNvPr>
          <p:cNvSpPr>
            <a:spLocks noGrp="1"/>
          </p:cNvSpPr>
          <p:nvPr/>
        </p:nvSpPr>
        <p:spPr>
          <a:xfrm>
            <a:off x="59256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2" name="F2_precision_recall_distributions_6766">
            <a:extLst>
              <a:ext uri="{FF2B5EF4-FFF2-40B4-BE49-F238E27FC236}">
                <a16:creationId xmlns:a16="http://schemas.microsoft.com/office/drawing/2014/main" id="{F8A28018-229D-4A89-80F0-0DBCD7BCA4DC}"/>
              </a:ext>
            </a:extLst>
          </p:cNvPr>
          <p:cNvSpPr>
            <a:spLocks noGrp="1"/>
          </p:cNvSpPr>
          <p:nvPr/>
        </p:nvSpPr>
        <p:spPr>
          <a:xfrm>
            <a:off x="5886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3" name="F2_precision_recall_distributions_6767">
            <a:extLst>
              <a:ext uri="{FF2B5EF4-FFF2-40B4-BE49-F238E27FC236}">
                <a16:creationId xmlns:a16="http://schemas.microsoft.com/office/drawing/2014/main" id="{12BC9213-63A6-4D55-A12A-9E0C4AE528AE}"/>
              </a:ext>
            </a:extLst>
          </p:cNvPr>
          <p:cNvSpPr>
            <a:spLocks noGrp="1"/>
          </p:cNvSpPr>
          <p:nvPr/>
        </p:nvSpPr>
        <p:spPr>
          <a:xfrm>
            <a:off x="595822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4" name="F2_precision_recall_distributions_6768">
            <a:extLst>
              <a:ext uri="{FF2B5EF4-FFF2-40B4-BE49-F238E27FC236}">
                <a16:creationId xmlns:a16="http://schemas.microsoft.com/office/drawing/2014/main" id="{BC22F3C1-5877-440C-9683-60F4889F2831}"/>
              </a:ext>
            </a:extLst>
          </p:cNvPr>
          <p:cNvSpPr>
            <a:spLocks noGrp="1"/>
          </p:cNvSpPr>
          <p:nvPr/>
        </p:nvSpPr>
        <p:spPr>
          <a:xfrm>
            <a:off x="611189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5" name="F2_precision_recall_distributions_6769">
            <a:extLst>
              <a:ext uri="{FF2B5EF4-FFF2-40B4-BE49-F238E27FC236}">
                <a16:creationId xmlns:a16="http://schemas.microsoft.com/office/drawing/2014/main" id="{B397DDAC-9CC1-436A-A3C9-3717D04756C1}"/>
              </a:ext>
            </a:extLst>
          </p:cNvPr>
          <p:cNvSpPr>
            <a:spLocks noGrp="1"/>
          </p:cNvSpPr>
          <p:nvPr/>
        </p:nvSpPr>
        <p:spPr>
          <a:xfrm>
            <a:off x="602658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6" name="F2_precision_recall_distributions_6770">
            <a:extLst>
              <a:ext uri="{FF2B5EF4-FFF2-40B4-BE49-F238E27FC236}">
                <a16:creationId xmlns:a16="http://schemas.microsoft.com/office/drawing/2014/main" id="{20E7218E-780C-4917-A3BD-94CE3D18C748}"/>
              </a:ext>
            </a:extLst>
          </p:cNvPr>
          <p:cNvSpPr>
            <a:spLocks noGrp="1"/>
          </p:cNvSpPr>
          <p:nvPr/>
        </p:nvSpPr>
        <p:spPr>
          <a:xfrm>
            <a:off x="61674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7" name="F2_precision_recall_distributions_6771">
            <a:extLst>
              <a:ext uri="{FF2B5EF4-FFF2-40B4-BE49-F238E27FC236}">
                <a16:creationId xmlns:a16="http://schemas.microsoft.com/office/drawing/2014/main" id="{D37AFE55-8AD7-41C1-94AB-422B3639075E}"/>
              </a:ext>
            </a:extLst>
          </p:cNvPr>
          <p:cNvSpPr>
            <a:spLocks noGrp="1"/>
          </p:cNvSpPr>
          <p:nvPr/>
        </p:nvSpPr>
        <p:spPr>
          <a:xfrm>
            <a:off x="60842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8" name="F2_precision_recall_distributions_6772">
            <a:extLst>
              <a:ext uri="{FF2B5EF4-FFF2-40B4-BE49-F238E27FC236}">
                <a16:creationId xmlns:a16="http://schemas.microsoft.com/office/drawing/2014/main" id="{20B7271E-948D-4B3B-A1CA-D7FDBA4A3432}"/>
              </a:ext>
            </a:extLst>
          </p:cNvPr>
          <p:cNvSpPr>
            <a:spLocks noGrp="1"/>
          </p:cNvSpPr>
          <p:nvPr/>
        </p:nvSpPr>
        <p:spPr>
          <a:xfrm>
            <a:off x="60397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9" name="F2_precision_recall_distributions_6773">
            <a:extLst>
              <a:ext uri="{FF2B5EF4-FFF2-40B4-BE49-F238E27FC236}">
                <a16:creationId xmlns:a16="http://schemas.microsoft.com/office/drawing/2014/main" id="{82BAD335-5784-4D30-BCC3-A162457E0669}"/>
              </a:ext>
            </a:extLst>
          </p:cNvPr>
          <p:cNvSpPr>
            <a:spLocks noGrp="1"/>
          </p:cNvSpPr>
          <p:nvPr/>
        </p:nvSpPr>
        <p:spPr>
          <a:xfrm>
            <a:off x="58859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0" name="F2_precision_recall_distributions_6774">
            <a:extLst>
              <a:ext uri="{FF2B5EF4-FFF2-40B4-BE49-F238E27FC236}">
                <a16:creationId xmlns:a16="http://schemas.microsoft.com/office/drawing/2014/main" id="{4643D5FE-F2D9-482F-82AD-37D8C9CB13CA}"/>
              </a:ext>
            </a:extLst>
          </p:cNvPr>
          <p:cNvSpPr>
            <a:spLocks noGrp="1"/>
          </p:cNvSpPr>
          <p:nvPr/>
        </p:nvSpPr>
        <p:spPr>
          <a:xfrm>
            <a:off x="596828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1" name="F2_precision_recall_distributions_6775">
            <a:extLst>
              <a:ext uri="{FF2B5EF4-FFF2-40B4-BE49-F238E27FC236}">
                <a16:creationId xmlns:a16="http://schemas.microsoft.com/office/drawing/2014/main" id="{2DAB09D3-55FC-4D4C-9B82-007F02F3D04E}"/>
              </a:ext>
            </a:extLst>
          </p:cNvPr>
          <p:cNvSpPr>
            <a:spLocks noGrp="1"/>
          </p:cNvSpPr>
          <p:nvPr/>
        </p:nvSpPr>
        <p:spPr>
          <a:xfrm>
            <a:off x="60713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2" name="F2_precision_recall_distributions_6776">
            <a:extLst>
              <a:ext uri="{FF2B5EF4-FFF2-40B4-BE49-F238E27FC236}">
                <a16:creationId xmlns:a16="http://schemas.microsoft.com/office/drawing/2014/main" id="{79820AFE-2680-46DA-8B17-07C6C6089ABE}"/>
              </a:ext>
            </a:extLst>
          </p:cNvPr>
          <p:cNvSpPr>
            <a:spLocks noGrp="1"/>
          </p:cNvSpPr>
          <p:nvPr/>
        </p:nvSpPr>
        <p:spPr>
          <a:xfrm>
            <a:off x="591242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3" name="F2_precision_recall_distributions_6777">
            <a:extLst>
              <a:ext uri="{FF2B5EF4-FFF2-40B4-BE49-F238E27FC236}">
                <a16:creationId xmlns:a16="http://schemas.microsoft.com/office/drawing/2014/main" id="{6AAB84E6-D5F0-4711-BDA9-DD838AA36061}"/>
              </a:ext>
            </a:extLst>
          </p:cNvPr>
          <p:cNvSpPr>
            <a:spLocks noGrp="1"/>
          </p:cNvSpPr>
          <p:nvPr/>
        </p:nvSpPr>
        <p:spPr>
          <a:xfrm>
            <a:off x="6050764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4" name="F2_precision_recall_distributions_6778">
            <a:extLst>
              <a:ext uri="{FF2B5EF4-FFF2-40B4-BE49-F238E27FC236}">
                <a16:creationId xmlns:a16="http://schemas.microsoft.com/office/drawing/2014/main" id="{7B79C558-DB35-472D-A534-CA96DC29178B}"/>
              </a:ext>
            </a:extLst>
          </p:cNvPr>
          <p:cNvSpPr>
            <a:spLocks noGrp="1"/>
          </p:cNvSpPr>
          <p:nvPr/>
        </p:nvSpPr>
        <p:spPr>
          <a:xfrm>
            <a:off x="60181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5" name="F2_precision_recall_distributions_6779">
            <a:extLst>
              <a:ext uri="{FF2B5EF4-FFF2-40B4-BE49-F238E27FC236}">
                <a16:creationId xmlns:a16="http://schemas.microsoft.com/office/drawing/2014/main" id="{E6ED97C6-CF1B-4781-AB64-6A82F5BB1C29}"/>
              </a:ext>
            </a:extLst>
          </p:cNvPr>
          <p:cNvSpPr>
            <a:spLocks noGrp="1"/>
          </p:cNvSpPr>
          <p:nvPr/>
        </p:nvSpPr>
        <p:spPr>
          <a:xfrm>
            <a:off x="60709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6" name="F2_precision_recall_distributions_6780">
            <a:extLst>
              <a:ext uri="{FF2B5EF4-FFF2-40B4-BE49-F238E27FC236}">
                <a16:creationId xmlns:a16="http://schemas.microsoft.com/office/drawing/2014/main" id="{3DC24DA9-73B4-4CE8-BF63-9621FF46D7F6}"/>
              </a:ext>
            </a:extLst>
          </p:cNvPr>
          <p:cNvSpPr>
            <a:spLocks noGrp="1"/>
          </p:cNvSpPr>
          <p:nvPr/>
        </p:nvSpPr>
        <p:spPr>
          <a:xfrm>
            <a:off x="5988942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7" name="F2_precision_recall_distributions_6781">
            <a:extLst>
              <a:ext uri="{FF2B5EF4-FFF2-40B4-BE49-F238E27FC236}">
                <a16:creationId xmlns:a16="http://schemas.microsoft.com/office/drawing/2014/main" id="{1D37AE98-13E6-4F5B-87FB-91ADC520A8BA}"/>
              </a:ext>
            </a:extLst>
          </p:cNvPr>
          <p:cNvSpPr>
            <a:spLocks noGrp="1"/>
          </p:cNvSpPr>
          <p:nvPr/>
        </p:nvSpPr>
        <p:spPr>
          <a:xfrm>
            <a:off x="5942390" y="62187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8" name="F2_precision_recall_distributions_6782">
            <a:extLst>
              <a:ext uri="{FF2B5EF4-FFF2-40B4-BE49-F238E27FC236}">
                <a16:creationId xmlns:a16="http://schemas.microsoft.com/office/drawing/2014/main" id="{79D3B7CD-BA87-420E-9A6F-960C6A4F4B4A}"/>
              </a:ext>
            </a:extLst>
          </p:cNvPr>
          <p:cNvSpPr>
            <a:spLocks noGrp="1"/>
          </p:cNvSpPr>
          <p:nvPr/>
        </p:nvSpPr>
        <p:spPr>
          <a:xfrm>
            <a:off x="6042859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9" name="F2_precision_recall_distributions_6783">
            <a:extLst>
              <a:ext uri="{FF2B5EF4-FFF2-40B4-BE49-F238E27FC236}">
                <a16:creationId xmlns:a16="http://schemas.microsoft.com/office/drawing/2014/main" id="{834943DC-A256-425F-8B54-DDF5B64CA2EB}"/>
              </a:ext>
            </a:extLst>
          </p:cNvPr>
          <p:cNvSpPr>
            <a:spLocks noGrp="1"/>
          </p:cNvSpPr>
          <p:nvPr/>
        </p:nvSpPr>
        <p:spPr>
          <a:xfrm>
            <a:off x="61627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0" name="F2_precision_recall_distributions_6784">
            <a:extLst>
              <a:ext uri="{FF2B5EF4-FFF2-40B4-BE49-F238E27FC236}">
                <a16:creationId xmlns:a16="http://schemas.microsoft.com/office/drawing/2014/main" id="{62F64479-90B4-44C0-833B-170F61536844}"/>
              </a:ext>
            </a:extLst>
          </p:cNvPr>
          <p:cNvSpPr>
            <a:spLocks noGrp="1"/>
          </p:cNvSpPr>
          <p:nvPr/>
        </p:nvSpPr>
        <p:spPr>
          <a:xfrm>
            <a:off x="5983693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1" name="F2_precision_recall_distributions_6785">
            <a:extLst>
              <a:ext uri="{FF2B5EF4-FFF2-40B4-BE49-F238E27FC236}">
                <a16:creationId xmlns:a16="http://schemas.microsoft.com/office/drawing/2014/main" id="{2E7F8EBE-79C3-4B3E-875A-4005AAED716F}"/>
              </a:ext>
            </a:extLst>
          </p:cNvPr>
          <p:cNvSpPr>
            <a:spLocks noGrp="1"/>
          </p:cNvSpPr>
          <p:nvPr/>
        </p:nvSpPr>
        <p:spPr>
          <a:xfrm>
            <a:off x="601734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2" name="F2_precision_recall_distributions_6786">
            <a:extLst>
              <a:ext uri="{FF2B5EF4-FFF2-40B4-BE49-F238E27FC236}">
                <a16:creationId xmlns:a16="http://schemas.microsoft.com/office/drawing/2014/main" id="{688D65C3-AB14-4F43-A3B3-04E3E0B8A1C2}"/>
              </a:ext>
            </a:extLst>
          </p:cNvPr>
          <p:cNvSpPr>
            <a:spLocks noGrp="1"/>
          </p:cNvSpPr>
          <p:nvPr/>
        </p:nvSpPr>
        <p:spPr>
          <a:xfrm>
            <a:off x="6090968" y="6422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3" name="F2_precision_recall_distributions_6787">
            <a:extLst>
              <a:ext uri="{FF2B5EF4-FFF2-40B4-BE49-F238E27FC236}">
                <a16:creationId xmlns:a16="http://schemas.microsoft.com/office/drawing/2014/main" id="{F841BB90-CD7B-46FA-AAAA-F5C7EEE2A870}"/>
              </a:ext>
            </a:extLst>
          </p:cNvPr>
          <p:cNvSpPr>
            <a:spLocks noGrp="1"/>
          </p:cNvSpPr>
          <p:nvPr/>
        </p:nvSpPr>
        <p:spPr>
          <a:xfrm>
            <a:off x="601270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4" name="F2_precision_recall_distributions_6788">
            <a:extLst>
              <a:ext uri="{FF2B5EF4-FFF2-40B4-BE49-F238E27FC236}">
                <a16:creationId xmlns:a16="http://schemas.microsoft.com/office/drawing/2014/main" id="{83846B03-DEF2-40D5-8B22-FACBEB6E5BDE}"/>
              </a:ext>
            </a:extLst>
          </p:cNvPr>
          <p:cNvSpPr>
            <a:spLocks noGrp="1"/>
          </p:cNvSpPr>
          <p:nvPr/>
        </p:nvSpPr>
        <p:spPr>
          <a:xfrm>
            <a:off x="607519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5" name="F2_precision_recall_distributions_6789">
            <a:extLst>
              <a:ext uri="{FF2B5EF4-FFF2-40B4-BE49-F238E27FC236}">
                <a16:creationId xmlns:a16="http://schemas.microsoft.com/office/drawing/2014/main" id="{C17CFA4F-E17E-4AD6-AB45-E8F3DAB0A712}"/>
              </a:ext>
            </a:extLst>
          </p:cNvPr>
          <p:cNvSpPr>
            <a:spLocks noGrp="1"/>
          </p:cNvSpPr>
          <p:nvPr/>
        </p:nvSpPr>
        <p:spPr>
          <a:xfrm>
            <a:off x="59661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6" name="F2_precision_recall_distributions_6790">
            <a:extLst>
              <a:ext uri="{FF2B5EF4-FFF2-40B4-BE49-F238E27FC236}">
                <a16:creationId xmlns:a16="http://schemas.microsoft.com/office/drawing/2014/main" id="{80BC3041-6A47-43D1-B004-F624F836B008}"/>
              </a:ext>
            </a:extLst>
          </p:cNvPr>
          <p:cNvSpPr>
            <a:spLocks noGrp="1"/>
          </p:cNvSpPr>
          <p:nvPr/>
        </p:nvSpPr>
        <p:spPr>
          <a:xfrm>
            <a:off x="59891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7" name="F2_precision_recall_distributions_6791">
            <a:extLst>
              <a:ext uri="{FF2B5EF4-FFF2-40B4-BE49-F238E27FC236}">
                <a16:creationId xmlns:a16="http://schemas.microsoft.com/office/drawing/2014/main" id="{FDE4536F-AE93-4EF4-9D6B-1FA6B85084E8}"/>
              </a:ext>
            </a:extLst>
          </p:cNvPr>
          <p:cNvSpPr>
            <a:spLocks noGrp="1"/>
          </p:cNvSpPr>
          <p:nvPr/>
        </p:nvSpPr>
        <p:spPr>
          <a:xfrm>
            <a:off x="61210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8" name="F2_precision_recall_distributions_6792">
            <a:extLst>
              <a:ext uri="{FF2B5EF4-FFF2-40B4-BE49-F238E27FC236}">
                <a16:creationId xmlns:a16="http://schemas.microsoft.com/office/drawing/2014/main" id="{49C061AA-66DE-442D-8AA6-6EBEA73CA3E7}"/>
              </a:ext>
            </a:extLst>
          </p:cNvPr>
          <p:cNvSpPr>
            <a:spLocks noGrp="1"/>
          </p:cNvSpPr>
          <p:nvPr/>
        </p:nvSpPr>
        <p:spPr>
          <a:xfrm>
            <a:off x="61499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9" name="F2_precision_recall_distributions_6793">
            <a:extLst>
              <a:ext uri="{FF2B5EF4-FFF2-40B4-BE49-F238E27FC236}">
                <a16:creationId xmlns:a16="http://schemas.microsoft.com/office/drawing/2014/main" id="{77327B3F-7E0A-46D1-8B4F-268673A0D8E2}"/>
              </a:ext>
            </a:extLst>
          </p:cNvPr>
          <p:cNvSpPr>
            <a:spLocks noGrp="1"/>
          </p:cNvSpPr>
          <p:nvPr/>
        </p:nvSpPr>
        <p:spPr>
          <a:xfrm>
            <a:off x="611862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0" name="F2_precision_recall_distributions_6794">
            <a:extLst>
              <a:ext uri="{FF2B5EF4-FFF2-40B4-BE49-F238E27FC236}">
                <a16:creationId xmlns:a16="http://schemas.microsoft.com/office/drawing/2014/main" id="{402C1051-80EA-4522-B653-542B1C113089}"/>
              </a:ext>
            </a:extLst>
          </p:cNvPr>
          <p:cNvSpPr>
            <a:spLocks noGrp="1"/>
          </p:cNvSpPr>
          <p:nvPr/>
        </p:nvSpPr>
        <p:spPr>
          <a:xfrm>
            <a:off x="604697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1" name="F2_precision_recall_distributions_6795">
            <a:extLst>
              <a:ext uri="{FF2B5EF4-FFF2-40B4-BE49-F238E27FC236}">
                <a16:creationId xmlns:a16="http://schemas.microsoft.com/office/drawing/2014/main" id="{9F566519-A11C-4EBF-99D0-B05C08BC3507}"/>
              </a:ext>
            </a:extLst>
          </p:cNvPr>
          <p:cNvSpPr>
            <a:spLocks noGrp="1"/>
          </p:cNvSpPr>
          <p:nvPr/>
        </p:nvSpPr>
        <p:spPr>
          <a:xfrm>
            <a:off x="599113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2" name="F2_precision_recall_distributions_6796">
            <a:extLst>
              <a:ext uri="{FF2B5EF4-FFF2-40B4-BE49-F238E27FC236}">
                <a16:creationId xmlns:a16="http://schemas.microsoft.com/office/drawing/2014/main" id="{15528698-4CAB-434C-A76B-AC9490101C23}"/>
              </a:ext>
            </a:extLst>
          </p:cNvPr>
          <p:cNvSpPr>
            <a:spLocks noGrp="1"/>
          </p:cNvSpPr>
          <p:nvPr/>
        </p:nvSpPr>
        <p:spPr>
          <a:xfrm>
            <a:off x="6011632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3" name="F2_precision_recall_distributions_6797">
            <a:extLst>
              <a:ext uri="{FF2B5EF4-FFF2-40B4-BE49-F238E27FC236}">
                <a16:creationId xmlns:a16="http://schemas.microsoft.com/office/drawing/2014/main" id="{65C8777A-6FE4-4FC0-BD63-6D48FEDA62D1}"/>
              </a:ext>
            </a:extLst>
          </p:cNvPr>
          <p:cNvSpPr>
            <a:spLocks noGrp="1"/>
          </p:cNvSpPr>
          <p:nvPr/>
        </p:nvSpPr>
        <p:spPr>
          <a:xfrm>
            <a:off x="610636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4" name="F2_precision_recall_distributions_6798">
            <a:extLst>
              <a:ext uri="{FF2B5EF4-FFF2-40B4-BE49-F238E27FC236}">
                <a16:creationId xmlns:a16="http://schemas.microsoft.com/office/drawing/2014/main" id="{80476654-E30B-450F-801E-29C7C7E3285B}"/>
              </a:ext>
            </a:extLst>
          </p:cNvPr>
          <p:cNvSpPr>
            <a:spLocks noGrp="1"/>
          </p:cNvSpPr>
          <p:nvPr/>
        </p:nvSpPr>
        <p:spPr>
          <a:xfrm>
            <a:off x="6024179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5" name="F2_precision_recall_distributions_6799">
            <a:extLst>
              <a:ext uri="{FF2B5EF4-FFF2-40B4-BE49-F238E27FC236}">
                <a16:creationId xmlns:a16="http://schemas.microsoft.com/office/drawing/2014/main" id="{787419F6-EAD8-4A2B-AB2B-9A2F58E16AB2}"/>
              </a:ext>
            </a:extLst>
          </p:cNvPr>
          <p:cNvSpPr>
            <a:spLocks noGrp="1"/>
          </p:cNvSpPr>
          <p:nvPr/>
        </p:nvSpPr>
        <p:spPr>
          <a:xfrm>
            <a:off x="580256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6" name="F2_precision_recall_distributions_6800">
            <a:extLst>
              <a:ext uri="{FF2B5EF4-FFF2-40B4-BE49-F238E27FC236}">
                <a16:creationId xmlns:a16="http://schemas.microsoft.com/office/drawing/2014/main" id="{47EB9881-74A5-4662-9603-02967B8DCEF3}"/>
              </a:ext>
            </a:extLst>
          </p:cNvPr>
          <p:cNvSpPr>
            <a:spLocks noGrp="1"/>
          </p:cNvSpPr>
          <p:nvPr/>
        </p:nvSpPr>
        <p:spPr>
          <a:xfrm>
            <a:off x="61356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7" name="F2_precision_recall_distributions_6801">
            <a:extLst>
              <a:ext uri="{FF2B5EF4-FFF2-40B4-BE49-F238E27FC236}">
                <a16:creationId xmlns:a16="http://schemas.microsoft.com/office/drawing/2014/main" id="{D25CA696-6092-42C2-88E6-4B7D3A77FEBA}"/>
              </a:ext>
            </a:extLst>
          </p:cNvPr>
          <p:cNvSpPr>
            <a:spLocks noGrp="1"/>
          </p:cNvSpPr>
          <p:nvPr/>
        </p:nvSpPr>
        <p:spPr>
          <a:xfrm>
            <a:off x="60340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8" name="F2_precision_recall_distributions_6802">
            <a:extLst>
              <a:ext uri="{FF2B5EF4-FFF2-40B4-BE49-F238E27FC236}">
                <a16:creationId xmlns:a16="http://schemas.microsoft.com/office/drawing/2014/main" id="{6D0F9A1B-83BC-4AF8-977F-AF2FC19AEB10}"/>
              </a:ext>
            </a:extLst>
          </p:cNvPr>
          <p:cNvSpPr>
            <a:spLocks noGrp="1"/>
          </p:cNvSpPr>
          <p:nvPr/>
        </p:nvSpPr>
        <p:spPr>
          <a:xfrm>
            <a:off x="61535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9" name="F2_precision_recall_distributions_6803">
            <a:extLst>
              <a:ext uri="{FF2B5EF4-FFF2-40B4-BE49-F238E27FC236}">
                <a16:creationId xmlns:a16="http://schemas.microsoft.com/office/drawing/2014/main" id="{20BB8A59-58FE-459F-88B1-5AF587970380}"/>
              </a:ext>
            </a:extLst>
          </p:cNvPr>
          <p:cNvSpPr>
            <a:spLocks noGrp="1"/>
          </p:cNvSpPr>
          <p:nvPr/>
        </p:nvSpPr>
        <p:spPr>
          <a:xfrm>
            <a:off x="581007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0" name="F2_precision_recall_distributions_6804">
            <a:extLst>
              <a:ext uri="{FF2B5EF4-FFF2-40B4-BE49-F238E27FC236}">
                <a16:creationId xmlns:a16="http://schemas.microsoft.com/office/drawing/2014/main" id="{1B590C14-4F70-4552-9BDB-6A5D94EB290E}"/>
              </a:ext>
            </a:extLst>
          </p:cNvPr>
          <p:cNvSpPr>
            <a:spLocks noGrp="1"/>
          </p:cNvSpPr>
          <p:nvPr/>
        </p:nvSpPr>
        <p:spPr>
          <a:xfrm>
            <a:off x="612951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1" name="F2_precision_recall_distributions_6805">
            <a:extLst>
              <a:ext uri="{FF2B5EF4-FFF2-40B4-BE49-F238E27FC236}">
                <a16:creationId xmlns:a16="http://schemas.microsoft.com/office/drawing/2014/main" id="{083A6339-D97F-48A5-862B-737AF52694E6}"/>
              </a:ext>
            </a:extLst>
          </p:cNvPr>
          <p:cNvSpPr>
            <a:spLocks noGrp="1"/>
          </p:cNvSpPr>
          <p:nvPr/>
        </p:nvSpPr>
        <p:spPr>
          <a:xfrm>
            <a:off x="58299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2" name="F2_precision_recall_distributions_6806">
            <a:extLst>
              <a:ext uri="{FF2B5EF4-FFF2-40B4-BE49-F238E27FC236}">
                <a16:creationId xmlns:a16="http://schemas.microsoft.com/office/drawing/2014/main" id="{DDE23BFA-5F6F-45BA-B18F-E3B8563B7A7D}"/>
              </a:ext>
            </a:extLst>
          </p:cNvPr>
          <p:cNvSpPr>
            <a:spLocks noGrp="1"/>
          </p:cNvSpPr>
          <p:nvPr/>
        </p:nvSpPr>
        <p:spPr>
          <a:xfrm>
            <a:off x="587642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3" name="F2_precision_recall_distributions_6807">
            <a:extLst>
              <a:ext uri="{FF2B5EF4-FFF2-40B4-BE49-F238E27FC236}">
                <a16:creationId xmlns:a16="http://schemas.microsoft.com/office/drawing/2014/main" id="{2FC1BFCD-D388-4304-8E3E-CD5C108BF18C}"/>
              </a:ext>
            </a:extLst>
          </p:cNvPr>
          <p:cNvSpPr>
            <a:spLocks noGrp="1"/>
          </p:cNvSpPr>
          <p:nvPr/>
        </p:nvSpPr>
        <p:spPr>
          <a:xfrm>
            <a:off x="6046564" y="58338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4" name="F2_precision_recall_distributions_6808">
            <a:extLst>
              <a:ext uri="{FF2B5EF4-FFF2-40B4-BE49-F238E27FC236}">
                <a16:creationId xmlns:a16="http://schemas.microsoft.com/office/drawing/2014/main" id="{850037F6-B18F-4962-BBD9-29437EC7DA3E}"/>
              </a:ext>
            </a:extLst>
          </p:cNvPr>
          <p:cNvSpPr>
            <a:spLocks noGrp="1"/>
          </p:cNvSpPr>
          <p:nvPr/>
        </p:nvSpPr>
        <p:spPr>
          <a:xfrm>
            <a:off x="604039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5" name="F2_precision_recall_distributions_6809">
            <a:extLst>
              <a:ext uri="{FF2B5EF4-FFF2-40B4-BE49-F238E27FC236}">
                <a16:creationId xmlns:a16="http://schemas.microsoft.com/office/drawing/2014/main" id="{1E9895E4-0250-4224-997B-FB40193D64E5}"/>
              </a:ext>
            </a:extLst>
          </p:cNvPr>
          <p:cNvSpPr>
            <a:spLocks noGrp="1"/>
          </p:cNvSpPr>
          <p:nvPr/>
        </p:nvSpPr>
        <p:spPr>
          <a:xfrm>
            <a:off x="59168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6" name="F2_precision_recall_distributions_6810">
            <a:extLst>
              <a:ext uri="{FF2B5EF4-FFF2-40B4-BE49-F238E27FC236}">
                <a16:creationId xmlns:a16="http://schemas.microsoft.com/office/drawing/2014/main" id="{5BE182E1-A700-4DAA-89B8-F0E379D5A847}"/>
              </a:ext>
            </a:extLst>
          </p:cNvPr>
          <p:cNvSpPr>
            <a:spLocks noGrp="1"/>
          </p:cNvSpPr>
          <p:nvPr/>
        </p:nvSpPr>
        <p:spPr>
          <a:xfrm>
            <a:off x="5831327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7" name="F2_precision_recall_distributions_6811">
            <a:extLst>
              <a:ext uri="{FF2B5EF4-FFF2-40B4-BE49-F238E27FC236}">
                <a16:creationId xmlns:a16="http://schemas.microsoft.com/office/drawing/2014/main" id="{E3BAB045-24B8-4743-BE9B-176F10E65166}"/>
              </a:ext>
            </a:extLst>
          </p:cNvPr>
          <p:cNvSpPr>
            <a:spLocks noGrp="1"/>
          </p:cNvSpPr>
          <p:nvPr/>
        </p:nvSpPr>
        <p:spPr>
          <a:xfrm>
            <a:off x="61003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8" name="F2_precision_recall_distributions_6812">
            <a:extLst>
              <a:ext uri="{FF2B5EF4-FFF2-40B4-BE49-F238E27FC236}">
                <a16:creationId xmlns:a16="http://schemas.microsoft.com/office/drawing/2014/main" id="{EAAB1BB4-7125-45A5-AEDE-6FA41EBB9F04}"/>
              </a:ext>
            </a:extLst>
          </p:cNvPr>
          <p:cNvSpPr>
            <a:spLocks noGrp="1"/>
          </p:cNvSpPr>
          <p:nvPr/>
        </p:nvSpPr>
        <p:spPr>
          <a:xfrm>
            <a:off x="58732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9" name="F2_precision_recall_distributions_6813">
            <a:extLst>
              <a:ext uri="{FF2B5EF4-FFF2-40B4-BE49-F238E27FC236}">
                <a16:creationId xmlns:a16="http://schemas.microsoft.com/office/drawing/2014/main" id="{4B5A895B-E36E-437A-BE14-421186F42BE9}"/>
              </a:ext>
            </a:extLst>
          </p:cNvPr>
          <p:cNvSpPr>
            <a:spLocks noGrp="1"/>
          </p:cNvSpPr>
          <p:nvPr/>
        </p:nvSpPr>
        <p:spPr>
          <a:xfrm>
            <a:off x="590226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0" name="F2_precision_recall_distributions_6814">
            <a:extLst>
              <a:ext uri="{FF2B5EF4-FFF2-40B4-BE49-F238E27FC236}">
                <a16:creationId xmlns:a16="http://schemas.microsoft.com/office/drawing/2014/main" id="{B916F6C2-99A9-4B1A-9360-2F6E72D05956}"/>
              </a:ext>
            </a:extLst>
          </p:cNvPr>
          <p:cNvSpPr>
            <a:spLocks noGrp="1"/>
          </p:cNvSpPr>
          <p:nvPr/>
        </p:nvSpPr>
        <p:spPr>
          <a:xfrm>
            <a:off x="6095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1" name="F2_precision_recall_distributions_6815">
            <a:extLst>
              <a:ext uri="{FF2B5EF4-FFF2-40B4-BE49-F238E27FC236}">
                <a16:creationId xmlns:a16="http://schemas.microsoft.com/office/drawing/2014/main" id="{B8565DFF-5A14-49E6-977D-74B6DCD4E59D}"/>
              </a:ext>
            </a:extLst>
          </p:cNvPr>
          <p:cNvSpPr>
            <a:spLocks noGrp="1"/>
          </p:cNvSpPr>
          <p:nvPr/>
        </p:nvSpPr>
        <p:spPr>
          <a:xfrm>
            <a:off x="589023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2" name="F2_precision_recall_distributions_6816">
            <a:extLst>
              <a:ext uri="{FF2B5EF4-FFF2-40B4-BE49-F238E27FC236}">
                <a16:creationId xmlns:a16="http://schemas.microsoft.com/office/drawing/2014/main" id="{806B7177-378F-4F90-B700-BC37BD2FE25D}"/>
              </a:ext>
            </a:extLst>
          </p:cNvPr>
          <p:cNvSpPr>
            <a:spLocks noGrp="1"/>
          </p:cNvSpPr>
          <p:nvPr/>
        </p:nvSpPr>
        <p:spPr>
          <a:xfrm>
            <a:off x="602775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3" name="F2_precision_recall_distributions_6817">
            <a:extLst>
              <a:ext uri="{FF2B5EF4-FFF2-40B4-BE49-F238E27FC236}">
                <a16:creationId xmlns:a16="http://schemas.microsoft.com/office/drawing/2014/main" id="{ED54C932-1F11-4B45-A6D1-36D748653492}"/>
              </a:ext>
            </a:extLst>
          </p:cNvPr>
          <p:cNvSpPr>
            <a:spLocks noGrp="1"/>
          </p:cNvSpPr>
          <p:nvPr/>
        </p:nvSpPr>
        <p:spPr>
          <a:xfrm>
            <a:off x="59589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4" name="F2_precision_recall_distributions_6818">
            <a:extLst>
              <a:ext uri="{FF2B5EF4-FFF2-40B4-BE49-F238E27FC236}">
                <a16:creationId xmlns:a16="http://schemas.microsoft.com/office/drawing/2014/main" id="{24E1683E-D0DF-4053-8A1D-6FE1E537E6E1}"/>
              </a:ext>
            </a:extLst>
          </p:cNvPr>
          <p:cNvSpPr>
            <a:spLocks noGrp="1"/>
          </p:cNvSpPr>
          <p:nvPr/>
        </p:nvSpPr>
        <p:spPr>
          <a:xfrm>
            <a:off x="59859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5" name="F2_precision_recall_distributions_6819">
            <a:extLst>
              <a:ext uri="{FF2B5EF4-FFF2-40B4-BE49-F238E27FC236}">
                <a16:creationId xmlns:a16="http://schemas.microsoft.com/office/drawing/2014/main" id="{045C7080-8C90-499D-8F1B-4FF53D4CE35D}"/>
              </a:ext>
            </a:extLst>
          </p:cNvPr>
          <p:cNvSpPr>
            <a:spLocks noGrp="1"/>
          </p:cNvSpPr>
          <p:nvPr/>
        </p:nvSpPr>
        <p:spPr>
          <a:xfrm>
            <a:off x="5830599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6" name="F2_precision_recall_distributions_6820">
            <a:extLst>
              <a:ext uri="{FF2B5EF4-FFF2-40B4-BE49-F238E27FC236}">
                <a16:creationId xmlns:a16="http://schemas.microsoft.com/office/drawing/2014/main" id="{0967B325-32C7-492C-B3DA-CDF129639B24}"/>
              </a:ext>
            </a:extLst>
          </p:cNvPr>
          <p:cNvSpPr>
            <a:spLocks noGrp="1"/>
          </p:cNvSpPr>
          <p:nvPr/>
        </p:nvSpPr>
        <p:spPr>
          <a:xfrm>
            <a:off x="5884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7" name="F2_precision_recall_distributions_6821">
            <a:extLst>
              <a:ext uri="{FF2B5EF4-FFF2-40B4-BE49-F238E27FC236}">
                <a16:creationId xmlns:a16="http://schemas.microsoft.com/office/drawing/2014/main" id="{DC8108D3-C926-4D8C-96C1-279DB178D701}"/>
              </a:ext>
            </a:extLst>
          </p:cNvPr>
          <p:cNvSpPr>
            <a:spLocks noGrp="1"/>
          </p:cNvSpPr>
          <p:nvPr/>
        </p:nvSpPr>
        <p:spPr>
          <a:xfrm>
            <a:off x="58136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8" name="F2_precision_recall_distributions_6822">
            <a:extLst>
              <a:ext uri="{FF2B5EF4-FFF2-40B4-BE49-F238E27FC236}">
                <a16:creationId xmlns:a16="http://schemas.microsoft.com/office/drawing/2014/main" id="{27610343-13A9-4E49-980A-CE01720215B0}"/>
              </a:ext>
            </a:extLst>
          </p:cNvPr>
          <p:cNvSpPr>
            <a:spLocks noGrp="1"/>
          </p:cNvSpPr>
          <p:nvPr/>
        </p:nvSpPr>
        <p:spPr>
          <a:xfrm>
            <a:off x="58291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9" name="F2_precision_recall_distributions_6823">
            <a:extLst>
              <a:ext uri="{FF2B5EF4-FFF2-40B4-BE49-F238E27FC236}">
                <a16:creationId xmlns:a16="http://schemas.microsoft.com/office/drawing/2014/main" id="{55BFAB98-4351-4101-8887-C050C0FCBDC7}"/>
              </a:ext>
            </a:extLst>
          </p:cNvPr>
          <p:cNvSpPr>
            <a:spLocks noGrp="1"/>
          </p:cNvSpPr>
          <p:nvPr/>
        </p:nvSpPr>
        <p:spPr>
          <a:xfrm>
            <a:off x="58531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0" name="F2_precision_recall_distributions_6824">
            <a:extLst>
              <a:ext uri="{FF2B5EF4-FFF2-40B4-BE49-F238E27FC236}">
                <a16:creationId xmlns:a16="http://schemas.microsoft.com/office/drawing/2014/main" id="{FF50811E-4E78-47F7-AD4C-9710697DE798}"/>
              </a:ext>
            </a:extLst>
          </p:cNvPr>
          <p:cNvSpPr>
            <a:spLocks noGrp="1"/>
          </p:cNvSpPr>
          <p:nvPr/>
        </p:nvSpPr>
        <p:spPr>
          <a:xfrm>
            <a:off x="60417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1" name="F2_precision_recall_distributions_6825">
            <a:extLst>
              <a:ext uri="{FF2B5EF4-FFF2-40B4-BE49-F238E27FC236}">
                <a16:creationId xmlns:a16="http://schemas.microsoft.com/office/drawing/2014/main" id="{C45CDF87-DC87-4195-84ED-9C74A0B9F31C}"/>
              </a:ext>
            </a:extLst>
          </p:cNvPr>
          <p:cNvSpPr>
            <a:spLocks noGrp="1"/>
          </p:cNvSpPr>
          <p:nvPr/>
        </p:nvSpPr>
        <p:spPr>
          <a:xfrm>
            <a:off x="612424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2" name="F2_precision_recall_distributions_6826">
            <a:extLst>
              <a:ext uri="{FF2B5EF4-FFF2-40B4-BE49-F238E27FC236}">
                <a16:creationId xmlns:a16="http://schemas.microsoft.com/office/drawing/2014/main" id="{F5E48B85-5BF9-4987-90DE-ED9F6C0CC66C}"/>
              </a:ext>
            </a:extLst>
          </p:cNvPr>
          <p:cNvSpPr>
            <a:spLocks noGrp="1"/>
          </p:cNvSpPr>
          <p:nvPr/>
        </p:nvSpPr>
        <p:spPr>
          <a:xfrm>
            <a:off x="616633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3" name="F2_precision_recall_distributions_6827">
            <a:extLst>
              <a:ext uri="{FF2B5EF4-FFF2-40B4-BE49-F238E27FC236}">
                <a16:creationId xmlns:a16="http://schemas.microsoft.com/office/drawing/2014/main" id="{6C04376F-4885-4AD5-8642-7C849EA3D607}"/>
              </a:ext>
            </a:extLst>
          </p:cNvPr>
          <p:cNvSpPr>
            <a:spLocks noGrp="1"/>
          </p:cNvSpPr>
          <p:nvPr/>
        </p:nvSpPr>
        <p:spPr>
          <a:xfrm>
            <a:off x="6098895" y="59917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4" name="F2_precision_recall_distributions_6828">
            <a:extLst>
              <a:ext uri="{FF2B5EF4-FFF2-40B4-BE49-F238E27FC236}">
                <a16:creationId xmlns:a16="http://schemas.microsoft.com/office/drawing/2014/main" id="{A28325F7-C53B-4F8D-AA76-945FEA1EF8E6}"/>
              </a:ext>
            </a:extLst>
          </p:cNvPr>
          <p:cNvSpPr>
            <a:spLocks noGrp="1"/>
          </p:cNvSpPr>
          <p:nvPr/>
        </p:nvSpPr>
        <p:spPr>
          <a:xfrm>
            <a:off x="594024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5" name="F2_precision_recall_distributions_6829">
            <a:extLst>
              <a:ext uri="{FF2B5EF4-FFF2-40B4-BE49-F238E27FC236}">
                <a16:creationId xmlns:a16="http://schemas.microsoft.com/office/drawing/2014/main" id="{68750391-573A-47FD-82FF-66F865CD47F2}"/>
              </a:ext>
            </a:extLst>
          </p:cNvPr>
          <p:cNvSpPr>
            <a:spLocks noGrp="1"/>
          </p:cNvSpPr>
          <p:nvPr/>
        </p:nvSpPr>
        <p:spPr>
          <a:xfrm>
            <a:off x="58499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6" name="F2_precision_recall_distributions_6830">
            <a:extLst>
              <a:ext uri="{FF2B5EF4-FFF2-40B4-BE49-F238E27FC236}">
                <a16:creationId xmlns:a16="http://schemas.microsoft.com/office/drawing/2014/main" id="{A194DA07-D52E-4353-B773-636AAB0AAA0D}"/>
              </a:ext>
            </a:extLst>
          </p:cNvPr>
          <p:cNvSpPr>
            <a:spLocks noGrp="1"/>
          </p:cNvSpPr>
          <p:nvPr/>
        </p:nvSpPr>
        <p:spPr>
          <a:xfrm>
            <a:off x="591063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7" name="F2_precision_recall_distributions_6831">
            <a:extLst>
              <a:ext uri="{FF2B5EF4-FFF2-40B4-BE49-F238E27FC236}">
                <a16:creationId xmlns:a16="http://schemas.microsoft.com/office/drawing/2014/main" id="{B66AC6A3-4DC7-44BA-A0C9-4CDBCDA8B04C}"/>
              </a:ext>
            </a:extLst>
          </p:cNvPr>
          <p:cNvSpPr>
            <a:spLocks noGrp="1"/>
          </p:cNvSpPr>
          <p:nvPr/>
        </p:nvSpPr>
        <p:spPr>
          <a:xfrm>
            <a:off x="601434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8" name="F2_precision_recall_distributions_6832">
            <a:extLst>
              <a:ext uri="{FF2B5EF4-FFF2-40B4-BE49-F238E27FC236}">
                <a16:creationId xmlns:a16="http://schemas.microsoft.com/office/drawing/2014/main" id="{D6FC4487-FE39-44C1-BC9A-D8869BA7E494}"/>
              </a:ext>
            </a:extLst>
          </p:cNvPr>
          <p:cNvSpPr>
            <a:spLocks noGrp="1"/>
          </p:cNvSpPr>
          <p:nvPr/>
        </p:nvSpPr>
        <p:spPr>
          <a:xfrm>
            <a:off x="600575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9" name="F2_precision_recall_distributions_6833">
            <a:extLst>
              <a:ext uri="{FF2B5EF4-FFF2-40B4-BE49-F238E27FC236}">
                <a16:creationId xmlns:a16="http://schemas.microsoft.com/office/drawing/2014/main" id="{BEE06DAE-4957-4733-B249-E0F3AB67C1C9}"/>
              </a:ext>
            </a:extLst>
          </p:cNvPr>
          <p:cNvSpPr>
            <a:spLocks noGrp="1"/>
          </p:cNvSpPr>
          <p:nvPr/>
        </p:nvSpPr>
        <p:spPr>
          <a:xfrm>
            <a:off x="59532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0" name="F2_precision_recall_distributions_6834">
            <a:extLst>
              <a:ext uri="{FF2B5EF4-FFF2-40B4-BE49-F238E27FC236}">
                <a16:creationId xmlns:a16="http://schemas.microsoft.com/office/drawing/2014/main" id="{562990B3-639F-4739-B275-279B83E0711D}"/>
              </a:ext>
            </a:extLst>
          </p:cNvPr>
          <p:cNvSpPr>
            <a:spLocks noGrp="1"/>
          </p:cNvSpPr>
          <p:nvPr/>
        </p:nvSpPr>
        <p:spPr>
          <a:xfrm>
            <a:off x="603361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1" name="F2_precision_recall_distributions_6835">
            <a:extLst>
              <a:ext uri="{FF2B5EF4-FFF2-40B4-BE49-F238E27FC236}">
                <a16:creationId xmlns:a16="http://schemas.microsoft.com/office/drawing/2014/main" id="{60ED44C8-64E2-42FC-AEBF-B34D2A26BE9A}"/>
              </a:ext>
            </a:extLst>
          </p:cNvPr>
          <p:cNvSpPr>
            <a:spLocks noGrp="1"/>
          </p:cNvSpPr>
          <p:nvPr/>
        </p:nvSpPr>
        <p:spPr>
          <a:xfrm>
            <a:off x="5834217" y="59800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2" name="F2_precision_recall_distributions_6836">
            <a:extLst>
              <a:ext uri="{FF2B5EF4-FFF2-40B4-BE49-F238E27FC236}">
                <a16:creationId xmlns:a16="http://schemas.microsoft.com/office/drawing/2014/main" id="{4F5EFE70-316F-4CB7-B781-5BAE6C94FFA9}"/>
              </a:ext>
            </a:extLst>
          </p:cNvPr>
          <p:cNvSpPr>
            <a:spLocks noGrp="1"/>
          </p:cNvSpPr>
          <p:nvPr/>
        </p:nvSpPr>
        <p:spPr>
          <a:xfrm>
            <a:off x="59181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3" name="F2_precision_recall_distributions_6837">
            <a:extLst>
              <a:ext uri="{FF2B5EF4-FFF2-40B4-BE49-F238E27FC236}">
                <a16:creationId xmlns:a16="http://schemas.microsoft.com/office/drawing/2014/main" id="{9ECB1727-8993-4EE3-914F-77A20704D12D}"/>
              </a:ext>
            </a:extLst>
          </p:cNvPr>
          <p:cNvSpPr>
            <a:spLocks noGrp="1"/>
          </p:cNvSpPr>
          <p:nvPr/>
        </p:nvSpPr>
        <p:spPr>
          <a:xfrm>
            <a:off x="58131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4" name="F2_precision_recall_distributions_6838">
            <a:extLst>
              <a:ext uri="{FF2B5EF4-FFF2-40B4-BE49-F238E27FC236}">
                <a16:creationId xmlns:a16="http://schemas.microsoft.com/office/drawing/2014/main" id="{6641E38D-A54F-427C-B1F0-0DF0C0D61764}"/>
              </a:ext>
            </a:extLst>
          </p:cNvPr>
          <p:cNvSpPr>
            <a:spLocks noGrp="1"/>
          </p:cNvSpPr>
          <p:nvPr/>
        </p:nvSpPr>
        <p:spPr>
          <a:xfrm>
            <a:off x="59265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5" name="F2_precision_recall_distributions_6839">
            <a:extLst>
              <a:ext uri="{FF2B5EF4-FFF2-40B4-BE49-F238E27FC236}">
                <a16:creationId xmlns:a16="http://schemas.microsoft.com/office/drawing/2014/main" id="{8AAA3D39-F92A-4809-A571-5D22F0323B87}"/>
              </a:ext>
            </a:extLst>
          </p:cNvPr>
          <p:cNvSpPr>
            <a:spLocks noGrp="1"/>
          </p:cNvSpPr>
          <p:nvPr/>
        </p:nvSpPr>
        <p:spPr>
          <a:xfrm>
            <a:off x="596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6" name="F2_precision_recall_distributions_6840">
            <a:extLst>
              <a:ext uri="{FF2B5EF4-FFF2-40B4-BE49-F238E27FC236}">
                <a16:creationId xmlns:a16="http://schemas.microsoft.com/office/drawing/2014/main" id="{161EEF29-E6E8-4FED-8A2A-BF95461751D7}"/>
              </a:ext>
            </a:extLst>
          </p:cNvPr>
          <p:cNvSpPr>
            <a:spLocks noGrp="1"/>
          </p:cNvSpPr>
          <p:nvPr/>
        </p:nvSpPr>
        <p:spPr>
          <a:xfrm>
            <a:off x="5908491" y="5957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7" name="F2_precision_recall_distributions_6841">
            <a:extLst>
              <a:ext uri="{FF2B5EF4-FFF2-40B4-BE49-F238E27FC236}">
                <a16:creationId xmlns:a16="http://schemas.microsoft.com/office/drawing/2014/main" id="{D7C23758-472B-419A-A076-A2D026AB5F20}"/>
              </a:ext>
            </a:extLst>
          </p:cNvPr>
          <p:cNvSpPr>
            <a:spLocks noGrp="1"/>
          </p:cNvSpPr>
          <p:nvPr/>
        </p:nvSpPr>
        <p:spPr>
          <a:xfrm>
            <a:off x="589129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8" name="F2_precision_recall_distributions_6842">
            <a:extLst>
              <a:ext uri="{FF2B5EF4-FFF2-40B4-BE49-F238E27FC236}">
                <a16:creationId xmlns:a16="http://schemas.microsoft.com/office/drawing/2014/main" id="{5A29D60C-5119-4265-8EFE-BF3702B6282A}"/>
              </a:ext>
            </a:extLst>
          </p:cNvPr>
          <p:cNvSpPr>
            <a:spLocks noGrp="1"/>
          </p:cNvSpPr>
          <p:nvPr/>
        </p:nvSpPr>
        <p:spPr>
          <a:xfrm>
            <a:off x="594642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9" name="F2_precision_recall_distributions_6843">
            <a:extLst>
              <a:ext uri="{FF2B5EF4-FFF2-40B4-BE49-F238E27FC236}">
                <a16:creationId xmlns:a16="http://schemas.microsoft.com/office/drawing/2014/main" id="{1DCB78C6-398C-44A0-B98E-618C2C9C6E61}"/>
              </a:ext>
            </a:extLst>
          </p:cNvPr>
          <p:cNvSpPr>
            <a:spLocks noGrp="1"/>
          </p:cNvSpPr>
          <p:nvPr/>
        </p:nvSpPr>
        <p:spPr>
          <a:xfrm>
            <a:off x="612141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0" name="F2_precision_recall_distributions_6844">
            <a:extLst>
              <a:ext uri="{FF2B5EF4-FFF2-40B4-BE49-F238E27FC236}">
                <a16:creationId xmlns:a16="http://schemas.microsoft.com/office/drawing/2014/main" id="{779247BD-3A39-4A4F-B583-DB686EC325C1}"/>
              </a:ext>
            </a:extLst>
          </p:cNvPr>
          <p:cNvSpPr>
            <a:spLocks noGrp="1"/>
          </p:cNvSpPr>
          <p:nvPr/>
        </p:nvSpPr>
        <p:spPr>
          <a:xfrm>
            <a:off x="6096743" y="5951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1" name="F2_precision_recall_distributions_6845">
            <a:extLst>
              <a:ext uri="{FF2B5EF4-FFF2-40B4-BE49-F238E27FC236}">
                <a16:creationId xmlns:a16="http://schemas.microsoft.com/office/drawing/2014/main" id="{231D1F16-0DC7-43A8-9628-B15B24ACF901}"/>
              </a:ext>
            </a:extLst>
          </p:cNvPr>
          <p:cNvSpPr>
            <a:spLocks noGrp="1"/>
          </p:cNvSpPr>
          <p:nvPr/>
        </p:nvSpPr>
        <p:spPr>
          <a:xfrm>
            <a:off x="60067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2" name="F2_precision_recall_distributions_6846">
            <a:extLst>
              <a:ext uri="{FF2B5EF4-FFF2-40B4-BE49-F238E27FC236}">
                <a16:creationId xmlns:a16="http://schemas.microsoft.com/office/drawing/2014/main" id="{086A834C-40E3-43AF-9C72-2CE33E111512}"/>
              </a:ext>
            </a:extLst>
          </p:cNvPr>
          <p:cNvSpPr>
            <a:spLocks noGrp="1"/>
          </p:cNvSpPr>
          <p:nvPr/>
        </p:nvSpPr>
        <p:spPr>
          <a:xfrm>
            <a:off x="60691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3" name="F2_precision_recall_distributions_6847">
            <a:extLst>
              <a:ext uri="{FF2B5EF4-FFF2-40B4-BE49-F238E27FC236}">
                <a16:creationId xmlns:a16="http://schemas.microsoft.com/office/drawing/2014/main" id="{DD90F2CD-4AC3-462F-B09C-1B3B97738E08}"/>
              </a:ext>
            </a:extLst>
          </p:cNvPr>
          <p:cNvSpPr>
            <a:spLocks noGrp="1"/>
          </p:cNvSpPr>
          <p:nvPr/>
        </p:nvSpPr>
        <p:spPr>
          <a:xfrm>
            <a:off x="589592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4" name="F2_precision_recall_distributions_6848">
            <a:extLst>
              <a:ext uri="{FF2B5EF4-FFF2-40B4-BE49-F238E27FC236}">
                <a16:creationId xmlns:a16="http://schemas.microsoft.com/office/drawing/2014/main" id="{10CB7277-3926-417A-9902-B028F216EF9F}"/>
              </a:ext>
            </a:extLst>
          </p:cNvPr>
          <p:cNvSpPr>
            <a:spLocks noGrp="1"/>
          </p:cNvSpPr>
          <p:nvPr/>
        </p:nvSpPr>
        <p:spPr>
          <a:xfrm>
            <a:off x="60364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5" name="F2_precision_recall_distributions_6849">
            <a:extLst>
              <a:ext uri="{FF2B5EF4-FFF2-40B4-BE49-F238E27FC236}">
                <a16:creationId xmlns:a16="http://schemas.microsoft.com/office/drawing/2014/main" id="{E1059F54-EDEF-49C8-97B1-42424C9C3A44}"/>
              </a:ext>
            </a:extLst>
          </p:cNvPr>
          <p:cNvSpPr>
            <a:spLocks noGrp="1"/>
          </p:cNvSpPr>
          <p:nvPr/>
        </p:nvSpPr>
        <p:spPr>
          <a:xfrm>
            <a:off x="598903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6" name="F2_precision_recall_distributions_6850">
            <a:extLst>
              <a:ext uri="{FF2B5EF4-FFF2-40B4-BE49-F238E27FC236}">
                <a16:creationId xmlns:a16="http://schemas.microsoft.com/office/drawing/2014/main" id="{8EFBA340-DE6C-4AF4-9E31-EC6F0020684A}"/>
              </a:ext>
            </a:extLst>
          </p:cNvPr>
          <p:cNvSpPr>
            <a:spLocks noGrp="1"/>
          </p:cNvSpPr>
          <p:nvPr/>
        </p:nvSpPr>
        <p:spPr>
          <a:xfrm>
            <a:off x="58699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7" name="F2_precision_recall_distributions_6851">
            <a:extLst>
              <a:ext uri="{FF2B5EF4-FFF2-40B4-BE49-F238E27FC236}">
                <a16:creationId xmlns:a16="http://schemas.microsoft.com/office/drawing/2014/main" id="{5F98D25B-88B5-4100-8CE5-5EF03AEF1D3B}"/>
              </a:ext>
            </a:extLst>
          </p:cNvPr>
          <p:cNvSpPr>
            <a:spLocks noGrp="1"/>
          </p:cNvSpPr>
          <p:nvPr/>
        </p:nvSpPr>
        <p:spPr>
          <a:xfrm>
            <a:off x="5998921" y="62877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8" name="F2_precision_recall_distributions_6852">
            <a:extLst>
              <a:ext uri="{FF2B5EF4-FFF2-40B4-BE49-F238E27FC236}">
                <a16:creationId xmlns:a16="http://schemas.microsoft.com/office/drawing/2014/main" id="{D56612FE-C9B1-43D6-A98B-2B338A77C7C1}"/>
              </a:ext>
            </a:extLst>
          </p:cNvPr>
          <p:cNvSpPr>
            <a:spLocks noGrp="1"/>
          </p:cNvSpPr>
          <p:nvPr/>
        </p:nvSpPr>
        <p:spPr>
          <a:xfrm>
            <a:off x="606778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9" name="F2_precision_recall_distributions_6853">
            <a:extLst>
              <a:ext uri="{FF2B5EF4-FFF2-40B4-BE49-F238E27FC236}">
                <a16:creationId xmlns:a16="http://schemas.microsoft.com/office/drawing/2014/main" id="{8186991C-7A58-447E-B643-8BBF4F62D244}"/>
              </a:ext>
            </a:extLst>
          </p:cNvPr>
          <p:cNvSpPr>
            <a:spLocks noGrp="1"/>
          </p:cNvSpPr>
          <p:nvPr/>
        </p:nvSpPr>
        <p:spPr>
          <a:xfrm>
            <a:off x="60126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0" name="F2_precision_recall_distributions_6854">
            <a:extLst>
              <a:ext uri="{FF2B5EF4-FFF2-40B4-BE49-F238E27FC236}">
                <a16:creationId xmlns:a16="http://schemas.microsoft.com/office/drawing/2014/main" id="{78FC187F-8E01-4649-8F21-F9EDFE525215}"/>
              </a:ext>
            </a:extLst>
          </p:cNvPr>
          <p:cNvSpPr>
            <a:spLocks noGrp="1"/>
          </p:cNvSpPr>
          <p:nvPr/>
        </p:nvSpPr>
        <p:spPr>
          <a:xfrm>
            <a:off x="59788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1" name="F2_precision_recall_distributions_6855">
            <a:extLst>
              <a:ext uri="{FF2B5EF4-FFF2-40B4-BE49-F238E27FC236}">
                <a16:creationId xmlns:a16="http://schemas.microsoft.com/office/drawing/2014/main" id="{747FE2B9-4E6F-4305-8D5C-C16FB4D2577C}"/>
              </a:ext>
            </a:extLst>
          </p:cNvPr>
          <p:cNvSpPr>
            <a:spLocks noGrp="1"/>
          </p:cNvSpPr>
          <p:nvPr/>
        </p:nvSpPr>
        <p:spPr>
          <a:xfrm>
            <a:off x="593847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2" name="F2_precision_recall_distributions_6856">
            <a:extLst>
              <a:ext uri="{FF2B5EF4-FFF2-40B4-BE49-F238E27FC236}">
                <a16:creationId xmlns:a16="http://schemas.microsoft.com/office/drawing/2014/main" id="{315C836C-2000-48A5-8ECB-415A6AB50968}"/>
              </a:ext>
            </a:extLst>
          </p:cNvPr>
          <p:cNvSpPr>
            <a:spLocks noGrp="1"/>
          </p:cNvSpPr>
          <p:nvPr/>
        </p:nvSpPr>
        <p:spPr>
          <a:xfrm>
            <a:off x="59627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3" name="F2_precision_recall_distributions_6857">
            <a:extLst>
              <a:ext uri="{FF2B5EF4-FFF2-40B4-BE49-F238E27FC236}">
                <a16:creationId xmlns:a16="http://schemas.microsoft.com/office/drawing/2014/main" id="{9339F7E6-E1C7-42CD-BD6F-674D393B81D2}"/>
              </a:ext>
            </a:extLst>
          </p:cNvPr>
          <p:cNvSpPr>
            <a:spLocks noGrp="1"/>
          </p:cNvSpPr>
          <p:nvPr/>
        </p:nvSpPr>
        <p:spPr>
          <a:xfrm>
            <a:off x="606377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4" name="F2_precision_recall_distributions_6858">
            <a:extLst>
              <a:ext uri="{FF2B5EF4-FFF2-40B4-BE49-F238E27FC236}">
                <a16:creationId xmlns:a16="http://schemas.microsoft.com/office/drawing/2014/main" id="{705EB026-8D0F-44AB-903E-4ACC75BC8FFD}"/>
              </a:ext>
            </a:extLst>
          </p:cNvPr>
          <p:cNvSpPr>
            <a:spLocks noGrp="1"/>
          </p:cNvSpPr>
          <p:nvPr/>
        </p:nvSpPr>
        <p:spPr>
          <a:xfrm>
            <a:off x="60038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5" name="F2_precision_recall_distributions_6859">
            <a:extLst>
              <a:ext uri="{FF2B5EF4-FFF2-40B4-BE49-F238E27FC236}">
                <a16:creationId xmlns:a16="http://schemas.microsoft.com/office/drawing/2014/main" id="{35597512-AD03-483E-A955-516640598808}"/>
              </a:ext>
            </a:extLst>
          </p:cNvPr>
          <p:cNvSpPr>
            <a:spLocks noGrp="1"/>
          </p:cNvSpPr>
          <p:nvPr/>
        </p:nvSpPr>
        <p:spPr>
          <a:xfrm>
            <a:off x="593424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6" name="F2_precision_recall_distributions_6860">
            <a:extLst>
              <a:ext uri="{FF2B5EF4-FFF2-40B4-BE49-F238E27FC236}">
                <a16:creationId xmlns:a16="http://schemas.microsoft.com/office/drawing/2014/main" id="{AF7C2561-96C9-461F-8D3D-4D621F3ADF01}"/>
              </a:ext>
            </a:extLst>
          </p:cNvPr>
          <p:cNvSpPr>
            <a:spLocks noGrp="1"/>
          </p:cNvSpPr>
          <p:nvPr/>
        </p:nvSpPr>
        <p:spPr>
          <a:xfrm>
            <a:off x="59817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7" name="F2_precision_recall_distributions_6861">
            <a:extLst>
              <a:ext uri="{FF2B5EF4-FFF2-40B4-BE49-F238E27FC236}">
                <a16:creationId xmlns:a16="http://schemas.microsoft.com/office/drawing/2014/main" id="{2D087672-88A8-467B-803E-E90E31B6DADC}"/>
              </a:ext>
            </a:extLst>
          </p:cNvPr>
          <p:cNvSpPr>
            <a:spLocks noGrp="1"/>
          </p:cNvSpPr>
          <p:nvPr/>
        </p:nvSpPr>
        <p:spPr>
          <a:xfrm>
            <a:off x="581166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8" name="F2_precision_recall_distributions_6862">
            <a:extLst>
              <a:ext uri="{FF2B5EF4-FFF2-40B4-BE49-F238E27FC236}">
                <a16:creationId xmlns:a16="http://schemas.microsoft.com/office/drawing/2014/main" id="{4E7797C6-242B-46F4-A339-574D78BA3C0A}"/>
              </a:ext>
            </a:extLst>
          </p:cNvPr>
          <p:cNvSpPr>
            <a:spLocks noGrp="1"/>
          </p:cNvSpPr>
          <p:nvPr/>
        </p:nvSpPr>
        <p:spPr>
          <a:xfrm>
            <a:off x="6086614" y="63761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9" name="F2_precision_recall_distributions_6863">
            <a:extLst>
              <a:ext uri="{FF2B5EF4-FFF2-40B4-BE49-F238E27FC236}">
                <a16:creationId xmlns:a16="http://schemas.microsoft.com/office/drawing/2014/main" id="{5258F5E5-1C14-4F8E-A534-56417ED330B7}"/>
              </a:ext>
            </a:extLst>
          </p:cNvPr>
          <p:cNvSpPr>
            <a:spLocks noGrp="1"/>
          </p:cNvSpPr>
          <p:nvPr/>
        </p:nvSpPr>
        <p:spPr>
          <a:xfrm>
            <a:off x="58350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0" name="F2_precision_recall_distributions_6864">
            <a:extLst>
              <a:ext uri="{FF2B5EF4-FFF2-40B4-BE49-F238E27FC236}">
                <a16:creationId xmlns:a16="http://schemas.microsoft.com/office/drawing/2014/main" id="{BE3A2083-D8CF-4FB5-A207-64CA876360F4}"/>
              </a:ext>
            </a:extLst>
          </p:cNvPr>
          <p:cNvSpPr>
            <a:spLocks noGrp="1"/>
          </p:cNvSpPr>
          <p:nvPr/>
        </p:nvSpPr>
        <p:spPr>
          <a:xfrm>
            <a:off x="616634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1" name="F2_precision_recall_distributions_6865">
            <a:extLst>
              <a:ext uri="{FF2B5EF4-FFF2-40B4-BE49-F238E27FC236}">
                <a16:creationId xmlns:a16="http://schemas.microsoft.com/office/drawing/2014/main" id="{5E920589-1543-48B0-AB55-7F90A3A4BA34}"/>
              </a:ext>
            </a:extLst>
          </p:cNvPr>
          <p:cNvSpPr>
            <a:spLocks noGrp="1"/>
          </p:cNvSpPr>
          <p:nvPr/>
        </p:nvSpPr>
        <p:spPr>
          <a:xfrm>
            <a:off x="59872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2" name="F2_precision_recall_distributions_6866">
            <a:extLst>
              <a:ext uri="{FF2B5EF4-FFF2-40B4-BE49-F238E27FC236}">
                <a16:creationId xmlns:a16="http://schemas.microsoft.com/office/drawing/2014/main" id="{02E8A792-D045-4ADA-8181-332C92495F89}"/>
              </a:ext>
            </a:extLst>
          </p:cNvPr>
          <p:cNvSpPr>
            <a:spLocks noGrp="1"/>
          </p:cNvSpPr>
          <p:nvPr/>
        </p:nvSpPr>
        <p:spPr>
          <a:xfrm>
            <a:off x="59214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3" name="F2_precision_recall_distributions_6867">
            <a:extLst>
              <a:ext uri="{FF2B5EF4-FFF2-40B4-BE49-F238E27FC236}">
                <a16:creationId xmlns:a16="http://schemas.microsoft.com/office/drawing/2014/main" id="{7867416A-AD1F-4DCC-BBE7-DD86666834DC}"/>
              </a:ext>
            </a:extLst>
          </p:cNvPr>
          <p:cNvSpPr>
            <a:spLocks noGrp="1"/>
          </p:cNvSpPr>
          <p:nvPr/>
        </p:nvSpPr>
        <p:spPr>
          <a:xfrm>
            <a:off x="594123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4" name="F2_precision_recall_distributions_6868">
            <a:extLst>
              <a:ext uri="{FF2B5EF4-FFF2-40B4-BE49-F238E27FC236}">
                <a16:creationId xmlns:a16="http://schemas.microsoft.com/office/drawing/2014/main" id="{B24F0360-D73B-40ED-AA36-89CCB052E05B}"/>
              </a:ext>
            </a:extLst>
          </p:cNvPr>
          <p:cNvSpPr>
            <a:spLocks noGrp="1"/>
          </p:cNvSpPr>
          <p:nvPr/>
        </p:nvSpPr>
        <p:spPr>
          <a:xfrm>
            <a:off x="592163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5" name="F2_precision_recall_distributions_6869">
            <a:extLst>
              <a:ext uri="{FF2B5EF4-FFF2-40B4-BE49-F238E27FC236}">
                <a16:creationId xmlns:a16="http://schemas.microsoft.com/office/drawing/2014/main" id="{8625EC0A-CD36-4279-84D5-13253798627D}"/>
              </a:ext>
            </a:extLst>
          </p:cNvPr>
          <p:cNvSpPr>
            <a:spLocks noGrp="1"/>
          </p:cNvSpPr>
          <p:nvPr/>
        </p:nvSpPr>
        <p:spPr>
          <a:xfrm>
            <a:off x="59132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6" name="F2_precision_recall_distributions_6870">
            <a:extLst>
              <a:ext uri="{FF2B5EF4-FFF2-40B4-BE49-F238E27FC236}">
                <a16:creationId xmlns:a16="http://schemas.microsoft.com/office/drawing/2014/main" id="{F289EFD2-E3AC-4EA2-9AC2-3D6DD0462370}"/>
              </a:ext>
            </a:extLst>
          </p:cNvPr>
          <p:cNvSpPr>
            <a:spLocks noGrp="1"/>
          </p:cNvSpPr>
          <p:nvPr/>
        </p:nvSpPr>
        <p:spPr>
          <a:xfrm>
            <a:off x="60630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7" name="F2_precision_recall_distributions_6871">
            <a:extLst>
              <a:ext uri="{FF2B5EF4-FFF2-40B4-BE49-F238E27FC236}">
                <a16:creationId xmlns:a16="http://schemas.microsoft.com/office/drawing/2014/main" id="{340F34B5-AB67-4455-B3B6-BFB640AFB6E3}"/>
              </a:ext>
            </a:extLst>
          </p:cNvPr>
          <p:cNvSpPr>
            <a:spLocks noGrp="1"/>
          </p:cNvSpPr>
          <p:nvPr/>
        </p:nvSpPr>
        <p:spPr>
          <a:xfrm>
            <a:off x="600934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8" name="F2_precision_recall_distributions_6872">
            <a:extLst>
              <a:ext uri="{FF2B5EF4-FFF2-40B4-BE49-F238E27FC236}">
                <a16:creationId xmlns:a16="http://schemas.microsoft.com/office/drawing/2014/main" id="{27DFF3C5-17B4-461D-A017-AF8647E4008D}"/>
              </a:ext>
            </a:extLst>
          </p:cNvPr>
          <p:cNvSpPr>
            <a:spLocks noGrp="1"/>
          </p:cNvSpPr>
          <p:nvPr/>
        </p:nvSpPr>
        <p:spPr>
          <a:xfrm>
            <a:off x="6038338" y="64044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9" name="F2_precision_recall_distributions_6873">
            <a:extLst>
              <a:ext uri="{FF2B5EF4-FFF2-40B4-BE49-F238E27FC236}">
                <a16:creationId xmlns:a16="http://schemas.microsoft.com/office/drawing/2014/main" id="{219F79BF-7FF9-4BFC-8136-3FBAD6A85337}"/>
              </a:ext>
            </a:extLst>
          </p:cNvPr>
          <p:cNvSpPr>
            <a:spLocks noGrp="1"/>
          </p:cNvSpPr>
          <p:nvPr/>
        </p:nvSpPr>
        <p:spPr>
          <a:xfrm>
            <a:off x="5845207" y="6418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0" name="F2_precision_recall_distributions_6874">
            <a:extLst>
              <a:ext uri="{FF2B5EF4-FFF2-40B4-BE49-F238E27FC236}">
                <a16:creationId xmlns:a16="http://schemas.microsoft.com/office/drawing/2014/main" id="{DD7B2F19-96ED-4D3F-949E-D16047E65DDC}"/>
              </a:ext>
            </a:extLst>
          </p:cNvPr>
          <p:cNvSpPr>
            <a:spLocks noGrp="1"/>
          </p:cNvSpPr>
          <p:nvPr/>
        </p:nvSpPr>
        <p:spPr>
          <a:xfrm>
            <a:off x="580325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1" name="F2_precision_recall_distributions_6875">
            <a:extLst>
              <a:ext uri="{FF2B5EF4-FFF2-40B4-BE49-F238E27FC236}">
                <a16:creationId xmlns:a16="http://schemas.microsoft.com/office/drawing/2014/main" id="{F7C98C32-FE5A-405C-A117-B59D73B35C58}"/>
              </a:ext>
            </a:extLst>
          </p:cNvPr>
          <p:cNvSpPr>
            <a:spLocks noGrp="1"/>
          </p:cNvSpPr>
          <p:nvPr/>
        </p:nvSpPr>
        <p:spPr>
          <a:xfrm>
            <a:off x="605971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2" name="F2_precision_recall_distributions_6876">
            <a:extLst>
              <a:ext uri="{FF2B5EF4-FFF2-40B4-BE49-F238E27FC236}">
                <a16:creationId xmlns:a16="http://schemas.microsoft.com/office/drawing/2014/main" id="{F34A2F7B-F38D-4EE3-91A8-8744A7875A11}"/>
              </a:ext>
            </a:extLst>
          </p:cNvPr>
          <p:cNvSpPr>
            <a:spLocks noGrp="1"/>
          </p:cNvSpPr>
          <p:nvPr/>
        </p:nvSpPr>
        <p:spPr>
          <a:xfrm>
            <a:off x="6056945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3" name="F2_precision_recall_distributions_6877">
            <a:extLst>
              <a:ext uri="{FF2B5EF4-FFF2-40B4-BE49-F238E27FC236}">
                <a16:creationId xmlns:a16="http://schemas.microsoft.com/office/drawing/2014/main" id="{7B6F894E-BEF8-4E64-BB21-C3E738023ECC}"/>
              </a:ext>
            </a:extLst>
          </p:cNvPr>
          <p:cNvSpPr>
            <a:spLocks noGrp="1"/>
          </p:cNvSpPr>
          <p:nvPr/>
        </p:nvSpPr>
        <p:spPr>
          <a:xfrm>
            <a:off x="60724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4" name="F2_precision_recall_distributions_6878">
            <a:extLst>
              <a:ext uri="{FF2B5EF4-FFF2-40B4-BE49-F238E27FC236}">
                <a16:creationId xmlns:a16="http://schemas.microsoft.com/office/drawing/2014/main" id="{8D1CB984-4056-497A-9B8B-35A4DD200F30}"/>
              </a:ext>
            </a:extLst>
          </p:cNvPr>
          <p:cNvSpPr>
            <a:spLocks noGrp="1"/>
          </p:cNvSpPr>
          <p:nvPr/>
        </p:nvSpPr>
        <p:spPr>
          <a:xfrm>
            <a:off x="60816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5" name="F2_precision_recall_distributions_6879">
            <a:extLst>
              <a:ext uri="{FF2B5EF4-FFF2-40B4-BE49-F238E27FC236}">
                <a16:creationId xmlns:a16="http://schemas.microsoft.com/office/drawing/2014/main" id="{2A0502A9-338C-4B6B-9697-20764BED6B2D}"/>
              </a:ext>
            </a:extLst>
          </p:cNvPr>
          <p:cNvSpPr>
            <a:spLocks noGrp="1"/>
          </p:cNvSpPr>
          <p:nvPr/>
        </p:nvSpPr>
        <p:spPr>
          <a:xfrm>
            <a:off x="59968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6" name="F2_precision_recall_distributions_6880">
            <a:extLst>
              <a:ext uri="{FF2B5EF4-FFF2-40B4-BE49-F238E27FC236}">
                <a16:creationId xmlns:a16="http://schemas.microsoft.com/office/drawing/2014/main" id="{01900829-F419-4C97-906E-5671233D95B2}"/>
              </a:ext>
            </a:extLst>
          </p:cNvPr>
          <p:cNvSpPr>
            <a:spLocks noGrp="1"/>
          </p:cNvSpPr>
          <p:nvPr/>
        </p:nvSpPr>
        <p:spPr>
          <a:xfrm>
            <a:off x="591132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7" name="F2_precision_recall_distributions_6881">
            <a:extLst>
              <a:ext uri="{FF2B5EF4-FFF2-40B4-BE49-F238E27FC236}">
                <a16:creationId xmlns:a16="http://schemas.microsoft.com/office/drawing/2014/main" id="{A229D422-20DF-49AB-8B1A-86CBAF6D79D9}"/>
              </a:ext>
            </a:extLst>
          </p:cNvPr>
          <p:cNvSpPr>
            <a:spLocks noGrp="1"/>
          </p:cNvSpPr>
          <p:nvPr/>
        </p:nvSpPr>
        <p:spPr>
          <a:xfrm>
            <a:off x="5916545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8" name="F2_precision_recall_distributions_6882">
            <a:extLst>
              <a:ext uri="{FF2B5EF4-FFF2-40B4-BE49-F238E27FC236}">
                <a16:creationId xmlns:a16="http://schemas.microsoft.com/office/drawing/2014/main" id="{97A219F4-B0CC-44E9-8992-CE75A5EF6562}"/>
              </a:ext>
            </a:extLst>
          </p:cNvPr>
          <p:cNvSpPr>
            <a:spLocks noGrp="1"/>
          </p:cNvSpPr>
          <p:nvPr/>
        </p:nvSpPr>
        <p:spPr>
          <a:xfrm>
            <a:off x="613521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9" name="F2_precision_recall_distributions_6883">
            <a:extLst>
              <a:ext uri="{FF2B5EF4-FFF2-40B4-BE49-F238E27FC236}">
                <a16:creationId xmlns:a16="http://schemas.microsoft.com/office/drawing/2014/main" id="{5266A00B-1BE9-419A-80A6-65586AFD7859}"/>
              </a:ext>
            </a:extLst>
          </p:cNvPr>
          <p:cNvSpPr>
            <a:spLocks noGrp="1"/>
          </p:cNvSpPr>
          <p:nvPr/>
        </p:nvSpPr>
        <p:spPr>
          <a:xfrm>
            <a:off x="6149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0" name="F2_precision_recall_distributions_6884">
            <a:extLst>
              <a:ext uri="{FF2B5EF4-FFF2-40B4-BE49-F238E27FC236}">
                <a16:creationId xmlns:a16="http://schemas.microsoft.com/office/drawing/2014/main" id="{EE948D7E-6FA3-4E51-A50C-4785BBB0C1B4}"/>
              </a:ext>
            </a:extLst>
          </p:cNvPr>
          <p:cNvSpPr>
            <a:spLocks noGrp="1"/>
          </p:cNvSpPr>
          <p:nvPr/>
        </p:nvSpPr>
        <p:spPr>
          <a:xfrm>
            <a:off x="596163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1" name="F2_precision_recall_distributions_6885">
            <a:extLst>
              <a:ext uri="{FF2B5EF4-FFF2-40B4-BE49-F238E27FC236}">
                <a16:creationId xmlns:a16="http://schemas.microsoft.com/office/drawing/2014/main" id="{9882B55D-B7E8-4E8F-A205-279545B92120}"/>
              </a:ext>
            </a:extLst>
          </p:cNvPr>
          <p:cNvSpPr>
            <a:spLocks noGrp="1"/>
          </p:cNvSpPr>
          <p:nvPr/>
        </p:nvSpPr>
        <p:spPr>
          <a:xfrm>
            <a:off x="6065329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2" name="F2_precision_recall_distributions_6886">
            <a:extLst>
              <a:ext uri="{FF2B5EF4-FFF2-40B4-BE49-F238E27FC236}">
                <a16:creationId xmlns:a16="http://schemas.microsoft.com/office/drawing/2014/main" id="{427C58F0-57C3-4D86-9865-71CB1B417317}"/>
              </a:ext>
            </a:extLst>
          </p:cNvPr>
          <p:cNvSpPr>
            <a:spLocks noGrp="1"/>
          </p:cNvSpPr>
          <p:nvPr/>
        </p:nvSpPr>
        <p:spPr>
          <a:xfrm>
            <a:off x="60487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3" name="F2_precision_recall_distributions_6887">
            <a:extLst>
              <a:ext uri="{FF2B5EF4-FFF2-40B4-BE49-F238E27FC236}">
                <a16:creationId xmlns:a16="http://schemas.microsoft.com/office/drawing/2014/main" id="{1F6A1A6B-4DBC-48D1-BB18-A579444E0DDD}"/>
              </a:ext>
            </a:extLst>
          </p:cNvPr>
          <p:cNvSpPr>
            <a:spLocks noGrp="1"/>
          </p:cNvSpPr>
          <p:nvPr/>
        </p:nvSpPr>
        <p:spPr>
          <a:xfrm>
            <a:off x="591769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4" name="F2_precision_recall_distributions_6888">
            <a:extLst>
              <a:ext uri="{FF2B5EF4-FFF2-40B4-BE49-F238E27FC236}">
                <a16:creationId xmlns:a16="http://schemas.microsoft.com/office/drawing/2014/main" id="{62037AFE-B7A4-4190-A024-B93F455F80AD}"/>
              </a:ext>
            </a:extLst>
          </p:cNvPr>
          <p:cNvSpPr>
            <a:spLocks noGrp="1"/>
          </p:cNvSpPr>
          <p:nvPr/>
        </p:nvSpPr>
        <p:spPr>
          <a:xfrm>
            <a:off x="60399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5" name="F2_precision_recall_distributions_6889">
            <a:extLst>
              <a:ext uri="{FF2B5EF4-FFF2-40B4-BE49-F238E27FC236}">
                <a16:creationId xmlns:a16="http://schemas.microsoft.com/office/drawing/2014/main" id="{174BAA20-BD62-44C3-8405-812B3AD9550E}"/>
              </a:ext>
            </a:extLst>
          </p:cNvPr>
          <p:cNvSpPr>
            <a:spLocks noGrp="1"/>
          </p:cNvSpPr>
          <p:nvPr/>
        </p:nvSpPr>
        <p:spPr>
          <a:xfrm>
            <a:off x="5934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6" name="F2_precision_recall_distributions_6890">
            <a:extLst>
              <a:ext uri="{FF2B5EF4-FFF2-40B4-BE49-F238E27FC236}">
                <a16:creationId xmlns:a16="http://schemas.microsoft.com/office/drawing/2014/main" id="{3CFAB3C1-E8B7-4FC1-851D-599A4F2B3EB8}"/>
              </a:ext>
            </a:extLst>
          </p:cNvPr>
          <p:cNvSpPr>
            <a:spLocks noGrp="1"/>
          </p:cNvSpPr>
          <p:nvPr/>
        </p:nvSpPr>
        <p:spPr>
          <a:xfrm>
            <a:off x="595748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7" name="F2_precision_recall_distributions_6891">
            <a:extLst>
              <a:ext uri="{FF2B5EF4-FFF2-40B4-BE49-F238E27FC236}">
                <a16:creationId xmlns:a16="http://schemas.microsoft.com/office/drawing/2014/main" id="{688EBC26-5714-4A40-81EA-AB9997B0DE49}"/>
              </a:ext>
            </a:extLst>
          </p:cNvPr>
          <p:cNvSpPr>
            <a:spLocks noGrp="1"/>
          </p:cNvSpPr>
          <p:nvPr/>
        </p:nvSpPr>
        <p:spPr>
          <a:xfrm>
            <a:off x="60764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8" name="F2_precision_recall_distributions_6892">
            <a:extLst>
              <a:ext uri="{FF2B5EF4-FFF2-40B4-BE49-F238E27FC236}">
                <a16:creationId xmlns:a16="http://schemas.microsoft.com/office/drawing/2014/main" id="{398F4A29-C7B5-4B7D-A967-EB2D0A0A701C}"/>
              </a:ext>
            </a:extLst>
          </p:cNvPr>
          <p:cNvSpPr>
            <a:spLocks noGrp="1"/>
          </p:cNvSpPr>
          <p:nvPr/>
        </p:nvSpPr>
        <p:spPr>
          <a:xfrm>
            <a:off x="61704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9" name="F2_precision_recall_distributions_6893">
            <a:extLst>
              <a:ext uri="{FF2B5EF4-FFF2-40B4-BE49-F238E27FC236}">
                <a16:creationId xmlns:a16="http://schemas.microsoft.com/office/drawing/2014/main" id="{E0448E65-6604-40CA-A47A-24F179EC1501}"/>
              </a:ext>
            </a:extLst>
          </p:cNvPr>
          <p:cNvSpPr>
            <a:spLocks noGrp="1"/>
          </p:cNvSpPr>
          <p:nvPr/>
        </p:nvSpPr>
        <p:spPr>
          <a:xfrm>
            <a:off x="582373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0" name="F2_precision_recall_distributions_6894">
            <a:extLst>
              <a:ext uri="{FF2B5EF4-FFF2-40B4-BE49-F238E27FC236}">
                <a16:creationId xmlns:a16="http://schemas.microsoft.com/office/drawing/2014/main" id="{AD0076BC-C2B4-435C-B55E-46A0D3EB27B1}"/>
              </a:ext>
            </a:extLst>
          </p:cNvPr>
          <p:cNvSpPr>
            <a:spLocks noGrp="1"/>
          </p:cNvSpPr>
          <p:nvPr/>
        </p:nvSpPr>
        <p:spPr>
          <a:xfrm>
            <a:off x="58487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1" name="F2_precision_recall_distributions_6895">
            <a:extLst>
              <a:ext uri="{FF2B5EF4-FFF2-40B4-BE49-F238E27FC236}">
                <a16:creationId xmlns:a16="http://schemas.microsoft.com/office/drawing/2014/main" id="{4B170D8E-9B58-480B-91F2-A54C16A23645}"/>
              </a:ext>
            </a:extLst>
          </p:cNvPr>
          <p:cNvSpPr>
            <a:spLocks noGrp="1"/>
          </p:cNvSpPr>
          <p:nvPr/>
        </p:nvSpPr>
        <p:spPr>
          <a:xfrm>
            <a:off x="592326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2" name="F2_precision_recall_distributions_6896">
            <a:extLst>
              <a:ext uri="{FF2B5EF4-FFF2-40B4-BE49-F238E27FC236}">
                <a16:creationId xmlns:a16="http://schemas.microsoft.com/office/drawing/2014/main" id="{81F37CD3-AE40-4691-BBD2-D53D8117B37F}"/>
              </a:ext>
            </a:extLst>
          </p:cNvPr>
          <p:cNvSpPr>
            <a:spLocks noGrp="1"/>
          </p:cNvSpPr>
          <p:nvPr/>
        </p:nvSpPr>
        <p:spPr>
          <a:xfrm>
            <a:off x="6143837" y="61542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3" name="F2_precision_recall_distributions_6897">
            <a:extLst>
              <a:ext uri="{FF2B5EF4-FFF2-40B4-BE49-F238E27FC236}">
                <a16:creationId xmlns:a16="http://schemas.microsoft.com/office/drawing/2014/main" id="{58A1AAF6-0497-4E0C-822C-8CF0DE8C7339}"/>
              </a:ext>
            </a:extLst>
          </p:cNvPr>
          <p:cNvSpPr>
            <a:spLocks noGrp="1"/>
          </p:cNvSpPr>
          <p:nvPr/>
        </p:nvSpPr>
        <p:spPr>
          <a:xfrm>
            <a:off x="59025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4" name="F2_precision_recall_distributions_6898">
            <a:extLst>
              <a:ext uri="{FF2B5EF4-FFF2-40B4-BE49-F238E27FC236}">
                <a16:creationId xmlns:a16="http://schemas.microsoft.com/office/drawing/2014/main" id="{C5712329-14D4-4466-B0FB-9697A9142076}"/>
              </a:ext>
            </a:extLst>
          </p:cNvPr>
          <p:cNvSpPr>
            <a:spLocks noGrp="1"/>
          </p:cNvSpPr>
          <p:nvPr/>
        </p:nvSpPr>
        <p:spPr>
          <a:xfrm>
            <a:off x="614612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5" name="F2_precision_recall_distributions_6899">
            <a:extLst>
              <a:ext uri="{FF2B5EF4-FFF2-40B4-BE49-F238E27FC236}">
                <a16:creationId xmlns:a16="http://schemas.microsoft.com/office/drawing/2014/main" id="{3E7CB606-C9AE-4AEE-A52F-F0798F7A7E6D}"/>
              </a:ext>
            </a:extLst>
          </p:cNvPr>
          <p:cNvSpPr>
            <a:spLocks noGrp="1"/>
          </p:cNvSpPr>
          <p:nvPr/>
        </p:nvSpPr>
        <p:spPr>
          <a:xfrm>
            <a:off x="612118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6" name="F2_precision_recall_distributions_6900">
            <a:extLst>
              <a:ext uri="{FF2B5EF4-FFF2-40B4-BE49-F238E27FC236}">
                <a16:creationId xmlns:a16="http://schemas.microsoft.com/office/drawing/2014/main" id="{A5E42C4F-56C6-46EF-866C-1507F37EF806}"/>
              </a:ext>
            </a:extLst>
          </p:cNvPr>
          <p:cNvSpPr>
            <a:spLocks noGrp="1"/>
          </p:cNvSpPr>
          <p:nvPr/>
        </p:nvSpPr>
        <p:spPr>
          <a:xfrm>
            <a:off x="604063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7" name="F2_precision_recall_distributions_6901">
            <a:extLst>
              <a:ext uri="{FF2B5EF4-FFF2-40B4-BE49-F238E27FC236}">
                <a16:creationId xmlns:a16="http://schemas.microsoft.com/office/drawing/2014/main" id="{77EA2A9A-288A-48B6-9F8D-B95B558E8B7A}"/>
              </a:ext>
            </a:extLst>
          </p:cNvPr>
          <p:cNvSpPr>
            <a:spLocks noGrp="1"/>
          </p:cNvSpPr>
          <p:nvPr/>
        </p:nvSpPr>
        <p:spPr>
          <a:xfrm>
            <a:off x="603897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8" name="F2_precision_recall_distributions_6902">
            <a:extLst>
              <a:ext uri="{FF2B5EF4-FFF2-40B4-BE49-F238E27FC236}">
                <a16:creationId xmlns:a16="http://schemas.microsoft.com/office/drawing/2014/main" id="{06CD8C00-CBF4-4966-BFD8-D6B7D1A492D9}"/>
              </a:ext>
            </a:extLst>
          </p:cNvPr>
          <p:cNvSpPr>
            <a:spLocks noGrp="1"/>
          </p:cNvSpPr>
          <p:nvPr/>
        </p:nvSpPr>
        <p:spPr>
          <a:xfrm>
            <a:off x="593764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9" name="F2_precision_recall_distributions_6903">
            <a:extLst>
              <a:ext uri="{FF2B5EF4-FFF2-40B4-BE49-F238E27FC236}">
                <a16:creationId xmlns:a16="http://schemas.microsoft.com/office/drawing/2014/main" id="{603D9D21-A17C-4237-B7B1-3C7B959AC7C0}"/>
              </a:ext>
            </a:extLst>
          </p:cNvPr>
          <p:cNvSpPr>
            <a:spLocks noGrp="1"/>
          </p:cNvSpPr>
          <p:nvPr/>
        </p:nvSpPr>
        <p:spPr>
          <a:xfrm>
            <a:off x="604378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0" name="F2_precision_recall_distributions_6904">
            <a:extLst>
              <a:ext uri="{FF2B5EF4-FFF2-40B4-BE49-F238E27FC236}">
                <a16:creationId xmlns:a16="http://schemas.microsoft.com/office/drawing/2014/main" id="{F62070F5-4201-46CD-A29D-FBF9B1A909F2}"/>
              </a:ext>
            </a:extLst>
          </p:cNvPr>
          <p:cNvSpPr>
            <a:spLocks noGrp="1"/>
          </p:cNvSpPr>
          <p:nvPr/>
        </p:nvSpPr>
        <p:spPr>
          <a:xfrm>
            <a:off x="5897452" y="64432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1" name="F2_precision_recall_distributions_6905">
            <a:extLst>
              <a:ext uri="{FF2B5EF4-FFF2-40B4-BE49-F238E27FC236}">
                <a16:creationId xmlns:a16="http://schemas.microsoft.com/office/drawing/2014/main" id="{35B9BD1E-1BCD-48C8-B72F-DBCC1B0B36BB}"/>
              </a:ext>
            </a:extLst>
          </p:cNvPr>
          <p:cNvSpPr>
            <a:spLocks noGrp="1"/>
          </p:cNvSpPr>
          <p:nvPr/>
        </p:nvSpPr>
        <p:spPr>
          <a:xfrm>
            <a:off x="598250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2" name="F2_precision_recall_distributions_6906">
            <a:extLst>
              <a:ext uri="{FF2B5EF4-FFF2-40B4-BE49-F238E27FC236}">
                <a16:creationId xmlns:a16="http://schemas.microsoft.com/office/drawing/2014/main" id="{A0FE7EB6-69F3-44D8-89A1-71C9F695FCB2}"/>
              </a:ext>
            </a:extLst>
          </p:cNvPr>
          <p:cNvSpPr>
            <a:spLocks noGrp="1"/>
          </p:cNvSpPr>
          <p:nvPr/>
        </p:nvSpPr>
        <p:spPr>
          <a:xfrm>
            <a:off x="592233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3" name="F2_precision_recall_distributions_6907">
            <a:extLst>
              <a:ext uri="{FF2B5EF4-FFF2-40B4-BE49-F238E27FC236}">
                <a16:creationId xmlns:a16="http://schemas.microsoft.com/office/drawing/2014/main" id="{B9BB4A2E-F2DC-4896-A209-8AD096E06014}"/>
              </a:ext>
            </a:extLst>
          </p:cNvPr>
          <p:cNvSpPr>
            <a:spLocks noGrp="1"/>
          </p:cNvSpPr>
          <p:nvPr/>
        </p:nvSpPr>
        <p:spPr>
          <a:xfrm>
            <a:off x="682843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094" name="F2_precision_recall_distributions_6908">
            <a:extLst>
              <a:ext uri="{FF2B5EF4-FFF2-40B4-BE49-F238E27FC236}">
                <a16:creationId xmlns:a16="http://schemas.microsoft.com/office/drawing/2014/main" id="{D94DB3FD-F041-400E-B64A-FF47E3203E77}"/>
              </a:ext>
            </a:extLst>
          </p:cNvPr>
          <p:cNvSpPr>
            <a:spLocks noGrp="1"/>
          </p:cNvSpPr>
          <p:nvPr/>
        </p:nvSpPr>
        <p:spPr>
          <a:xfrm>
            <a:off x="726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5" name="F2_precision_recall_distributions_6909">
            <a:extLst>
              <a:ext uri="{FF2B5EF4-FFF2-40B4-BE49-F238E27FC236}">
                <a16:creationId xmlns:a16="http://schemas.microsoft.com/office/drawing/2014/main" id="{FE886DD4-B0A9-4859-A22C-30AFF3F96A4E}"/>
              </a:ext>
            </a:extLst>
          </p:cNvPr>
          <p:cNvSpPr>
            <a:spLocks noGrp="1"/>
          </p:cNvSpPr>
          <p:nvPr/>
        </p:nvSpPr>
        <p:spPr>
          <a:xfrm>
            <a:off x="725218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6" name="F2_precision_recall_distributions_6910">
            <a:extLst>
              <a:ext uri="{FF2B5EF4-FFF2-40B4-BE49-F238E27FC236}">
                <a16:creationId xmlns:a16="http://schemas.microsoft.com/office/drawing/2014/main" id="{F9EDEDF7-BFA8-47EE-84F5-F89D57A8E935}"/>
              </a:ext>
            </a:extLst>
          </p:cNvPr>
          <p:cNvSpPr>
            <a:spLocks noGrp="1"/>
          </p:cNvSpPr>
          <p:nvPr/>
        </p:nvSpPr>
        <p:spPr>
          <a:xfrm>
            <a:off x="71857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7" name="F2_precision_recall_distributions_6911">
            <a:extLst>
              <a:ext uri="{FF2B5EF4-FFF2-40B4-BE49-F238E27FC236}">
                <a16:creationId xmlns:a16="http://schemas.microsoft.com/office/drawing/2014/main" id="{431261FA-909B-41EF-AF64-B2C2313845F1}"/>
              </a:ext>
            </a:extLst>
          </p:cNvPr>
          <p:cNvSpPr>
            <a:spLocks noGrp="1"/>
          </p:cNvSpPr>
          <p:nvPr/>
        </p:nvSpPr>
        <p:spPr>
          <a:xfrm>
            <a:off x="72143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8" name="F2_precision_recall_distributions_6912">
            <a:extLst>
              <a:ext uri="{FF2B5EF4-FFF2-40B4-BE49-F238E27FC236}">
                <a16:creationId xmlns:a16="http://schemas.microsoft.com/office/drawing/2014/main" id="{F68909C0-CF93-4E61-8276-06CF653904A7}"/>
              </a:ext>
            </a:extLst>
          </p:cNvPr>
          <p:cNvSpPr>
            <a:spLocks noGrp="1"/>
          </p:cNvSpPr>
          <p:nvPr/>
        </p:nvSpPr>
        <p:spPr>
          <a:xfrm>
            <a:off x="7143058" y="5955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9" name="F2_precision_recall_distributions_6913">
            <a:extLst>
              <a:ext uri="{FF2B5EF4-FFF2-40B4-BE49-F238E27FC236}">
                <a16:creationId xmlns:a16="http://schemas.microsoft.com/office/drawing/2014/main" id="{9A086BA2-6CD3-48E3-A1C2-6015A30BF70D}"/>
              </a:ext>
            </a:extLst>
          </p:cNvPr>
          <p:cNvSpPr>
            <a:spLocks noGrp="1"/>
          </p:cNvSpPr>
          <p:nvPr/>
        </p:nvSpPr>
        <p:spPr>
          <a:xfrm>
            <a:off x="731526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0" name="F2_precision_recall_distributions_6914">
            <a:extLst>
              <a:ext uri="{FF2B5EF4-FFF2-40B4-BE49-F238E27FC236}">
                <a16:creationId xmlns:a16="http://schemas.microsoft.com/office/drawing/2014/main" id="{64D80048-FBBC-4569-A141-D42955D65EF6}"/>
              </a:ext>
            </a:extLst>
          </p:cNvPr>
          <p:cNvSpPr>
            <a:spLocks noGrp="1"/>
          </p:cNvSpPr>
          <p:nvPr/>
        </p:nvSpPr>
        <p:spPr>
          <a:xfrm>
            <a:off x="704270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1" name="F2_precision_recall_distributions_6915">
            <a:extLst>
              <a:ext uri="{FF2B5EF4-FFF2-40B4-BE49-F238E27FC236}">
                <a16:creationId xmlns:a16="http://schemas.microsoft.com/office/drawing/2014/main" id="{58CFD5B6-1E55-420F-9ECC-E2876A0D95B2}"/>
              </a:ext>
            </a:extLst>
          </p:cNvPr>
          <p:cNvSpPr>
            <a:spLocks noGrp="1"/>
          </p:cNvSpPr>
          <p:nvPr/>
        </p:nvSpPr>
        <p:spPr>
          <a:xfrm>
            <a:off x="70014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2" name="F2_precision_recall_distributions_6916">
            <a:extLst>
              <a:ext uri="{FF2B5EF4-FFF2-40B4-BE49-F238E27FC236}">
                <a16:creationId xmlns:a16="http://schemas.microsoft.com/office/drawing/2014/main" id="{79B65E3B-F0B9-4FD1-BCB3-87959DB5366B}"/>
              </a:ext>
            </a:extLst>
          </p:cNvPr>
          <p:cNvSpPr>
            <a:spLocks noGrp="1"/>
          </p:cNvSpPr>
          <p:nvPr/>
        </p:nvSpPr>
        <p:spPr>
          <a:xfrm>
            <a:off x="7166025" y="639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3" name="F2_precision_recall_distributions_6917">
            <a:extLst>
              <a:ext uri="{FF2B5EF4-FFF2-40B4-BE49-F238E27FC236}">
                <a16:creationId xmlns:a16="http://schemas.microsoft.com/office/drawing/2014/main" id="{BE3FF6C4-2807-43B7-8CC4-DC6A607463D7}"/>
              </a:ext>
            </a:extLst>
          </p:cNvPr>
          <p:cNvSpPr>
            <a:spLocks noGrp="1"/>
          </p:cNvSpPr>
          <p:nvPr/>
        </p:nvSpPr>
        <p:spPr>
          <a:xfrm>
            <a:off x="722180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4" name="F2_precision_recall_distributions_6918">
            <a:extLst>
              <a:ext uri="{FF2B5EF4-FFF2-40B4-BE49-F238E27FC236}">
                <a16:creationId xmlns:a16="http://schemas.microsoft.com/office/drawing/2014/main" id="{651DC46D-FB6B-41C9-AA03-4318AF5804DB}"/>
              </a:ext>
            </a:extLst>
          </p:cNvPr>
          <p:cNvSpPr>
            <a:spLocks noGrp="1"/>
          </p:cNvSpPr>
          <p:nvPr/>
        </p:nvSpPr>
        <p:spPr>
          <a:xfrm>
            <a:off x="699063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5" name="F2_precision_recall_distributions_6919">
            <a:extLst>
              <a:ext uri="{FF2B5EF4-FFF2-40B4-BE49-F238E27FC236}">
                <a16:creationId xmlns:a16="http://schemas.microsoft.com/office/drawing/2014/main" id="{7C53560E-9E29-455E-B170-6B6A3E692C4D}"/>
              </a:ext>
            </a:extLst>
          </p:cNvPr>
          <p:cNvSpPr>
            <a:spLocks noGrp="1"/>
          </p:cNvSpPr>
          <p:nvPr/>
        </p:nvSpPr>
        <p:spPr>
          <a:xfrm>
            <a:off x="70896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6" name="F2_precision_recall_distributions_6920">
            <a:extLst>
              <a:ext uri="{FF2B5EF4-FFF2-40B4-BE49-F238E27FC236}">
                <a16:creationId xmlns:a16="http://schemas.microsoft.com/office/drawing/2014/main" id="{3302161F-D492-4DC0-8E83-757EA8EE4D79}"/>
              </a:ext>
            </a:extLst>
          </p:cNvPr>
          <p:cNvSpPr>
            <a:spLocks noGrp="1"/>
          </p:cNvSpPr>
          <p:nvPr/>
        </p:nvSpPr>
        <p:spPr>
          <a:xfrm>
            <a:off x="72572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7" name="F2_precision_recall_distributions_6921">
            <a:extLst>
              <a:ext uri="{FF2B5EF4-FFF2-40B4-BE49-F238E27FC236}">
                <a16:creationId xmlns:a16="http://schemas.microsoft.com/office/drawing/2014/main" id="{1BD75DAE-D44D-45EB-B8CB-EFFBEBA5960F}"/>
              </a:ext>
            </a:extLst>
          </p:cNvPr>
          <p:cNvSpPr>
            <a:spLocks noGrp="1"/>
          </p:cNvSpPr>
          <p:nvPr/>
        </p:nvSpPr>
        <p:spPr>
          <a:xfrm>
            <a:off x="7327509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8" name="F2_precision_recall_distributions_6922">
            <a:extLst>
              <a:ext uri="{FF2B5EF4-FFF2-40B4-BE49-F238E27FC236}">
                <a16:creationId xmlns:a16="http://schemas.microsoft.com/office/drawing/2014/main" id="{CE862E54-ECB8-4D69-BFEF-8DAF5D510B3B}"/>
              </a:ext>
            </a:extLst>
          </p:cNvPr>
          <p:cNvSpPr>
            <a:spLocks noGrp="1"/>
          </p:cNvSpPr>
          <p:nvPr/>
        </p:nvSpPr>
        <p:spPr>
          <a:xfrm>
            <a:off x="71512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9" name="F2_precision_recall_distributions_6923">
            <a:extLst>
              <a:ext uri="{FF2B5EF4-FFF2-40B4-BE49-F238E27FC236}">
                <a16:creationId xmlns:a16="http://schemas.microsoft.com/office/drawing/2014/main" id="{509BC6F8-D9B9-468A-82F1-3D88462FDBCF}"/>
              </a:ext>
            </a:extLst>
          </p:cNvPr>
          <p:cNvSpPr>
            <a:spLocks noGrp="1"/>
          </p:cNvSpPr>
          <p:nvPr/>
        </p:nvSpPr>
        <p:spPr>
          <a:xfrm>
            <a:off x="701905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0" name="F2_precision_recall_distributions_6924">
            <a:extLst>
              <a:ext uri="{FF2B5EF4-FFF2-40B4-BE49-F238E27FC236}">
                <a16:creationId xmlns:a16="http://schemas.microsoft.com/office/drawing/2014/main" id="{8F654D45-4A79-4910-8B7A-B0238EAF0940}"/>
              </a:ext>
            </a:extLst>
          </p:cNvPr>
          <p:cNvSpPr>
            <a:spLocks noGrp="1"/>
          </p:cNvSpPr>
          <p:nvPr/>
        </p:nvSpPr>
        <p:spPr>
          <a:xfrm>
            <a:off x="701208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1" name="F2_precision_recall_distributions_6925">
            <a:extLst>
              <a:ext uri="{FF2B5EF4-FFF2-40B4-BE49-F238E27FC236}">
                <a16:creationId xmlns:a16="http://schemas.microsoft.com/office/drawing/2014/main" id="{84981B37-D5B5-4F54-BD7A-B50D32D95F4B}"/>
              </a:ext>
            </a:extLst>
          </p:cNvPr>
          <p:cNvSpPr>
            <a:spLocks noGrp="1"/>
          </p:cNvSpPr>
          <p:nvPr/>
        </p:nvSpPr>
        <p:spPr>
          <a:xfrm>
            <a:off x="713025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2" name="F2_precision_recall_distributions_6926">
            <a:extLst>
              <a:ext uri="{FF2B5EF4-FFF2-40B4-BE49-F238E27FC236}">
                <a16:creationId xmlns:a16="http://schemas.microsoft.com/office/drawing/2014/main" id="{545579EC-4BA2-41B4-8CCE-8E6231245FC1}"/>
              </a:ext>
            </a:extLst>
          </p:cNvPr>
          <p:cNvSpPr>
            <a:spLocks noGrp="1"/>
          </p:cNvSpPr>
          <p:nvPr/>
        </p:nvSpPr>
        <p:spPr>
          <a:xfrm>
            <a:off x="70489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3" name="F2_precision_recall_distributions_6927">
            <a:extLst>
              <a:ext uri="{FF2B5EF4-FFF2-40B4-BE49-F238E27FC236}">
                <a16:creationId xmlns:a16="http://schemas.microsoft.com/office/drawing/2014/main" id="{86584F00-0B91-4B9F-90CE-A12C3A805BEE}"/>
              </a:ext>
            </a:extLst>
          </p:cNvPr>
          <p:cNvSpPr>
            <a:spLocks noGrp="1"/>
          </p:cNvSpPr>
          <p:nvPr/>
        </p:nvSpPr>
        <p:spPr>
          <a:xfrm>
            <a:off x="7318980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4" name="F2_precision_recall_distributions_6928">
            <a:extLst>
              <a:ext uri="{FF2B5EF4-FFF2-40B4-BE49-F238E27FC236}">
                <a16:creationId xmlns:a16="http://schemas.microsoft.com/office/drawing/2014/main" id="{2FF59096-227E-43CE-A6B9-DD055B21260F}"/>
              </a:ext>
            </a:extLst>
          </p:cNvPr>
          <p:cNvSpPr>
            <a:spLocks noGrp="1"/>
          </p:cNvSpPr>
          <p:nvPr/>
        </p:nvSpPr>
        <p:spPr>
          <a:xfrm>
            <a:off x="7297236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5" name="F2_precision_recall_distributions_6929">
            <a:extLst>
              <a:ext uri="{FF2B5EF4-FFF2-40B4-BE49-F238E27FC236}">
                <a16:creationId xmlns:a16="http://schemas.microsoft.com/office/drawing/2014/main" id="{429481D0-23E3-4EDE-8CF1-9EF81FB97078}"/>
              </a:ext>
            </a:extLst>
          </p:cNvPr>
          <p:cNvSpPr>
            <a:spLocks noGrp="1"/>
          </p:cNvSpPr>
          <p:nvPr/>
        </p:nvSpPr>
        <p:spPr>
          <a:xfrm>
            <a:off x="718351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6" name="F2_precision_recall_distributions_6930">
            <a:extLst>
              <a:ext uri="{FF2B5EF4-FFF2-40B4-BE49-F238E27FC236}">
                <a16:creationId xmlns:a16="http://schemas.microsoft.com/office/drawing/2014/main" id="{D33D5EF5-D372-468F-8BD6-CF8ED2395870}"/>
              </a:ext>
            </a:extLst>
          </p:cNvPr>
          <p:cNvSpPr>
            <a:spLocks noGrp="1"/>
          </p:cNvSpPr>
          <p:nvPr/>
        </p:nvSpPr>
        <p:spPr>
          <a:xfrm>
            <a:off x="7098809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7" name="F2_precision_recall_distributions_6931">
            <a:extLst>
              <a:ext uri="{FF2B5EF4-FFF2-40B4-BE49-F238E27FC236}">
                <a16:creationId xmlns:a16="http://schemas.microsoft.com/office/drawing/2014/main" id="{66E5458F-62C2-4890-A54A-93E0DA4B0B2A}"/>
              </a:ext>
            </a:extLst>
          </p:cNvPr>
          <p:cNvSpPr>
            <a:spLocks noGrp="1"/>
          </p:cNvSpPr>
          <p:nvPr/>
        </p:nvSpPr>
        <p:spPr>
          <a:xfrm>
            <a:off x="7270761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8" name="F2_precision_recall_distributions_6932">
            <a:extLst>
              <a:ext uri="{FF2B5EF4-FFF2-40B4-BE49-F238E27FC236}">
                <a16:creationId xmlns:a16="http://schemas.microsoft.com/office/drawing/2014/main" id="{E7EFC606-6251-4321-8CFF-19FD5AC56D90}"/>
              </a:ext>
            </a:extLst>
          </p:cNvPr>
          <p:cNvSpPr>
            <a:spLocks noGrp="1"/>
          </p:cNvSpPr>
          <p:nvPr/>
        </p:nvSpPr>
        <p:spPr>
          <a:xfrm>
            <a:off x="7077111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9" name="F2_precision_recall_distributions_6933">
            <a:extLst>
              <a:ext uri="{FF2B5EF4-FFF2-40B4-BE49-F238E27FC236}">
                <a16:creationId xmlns:a16="http://schemas.microsoft.com/office/drawing/2014/main" id="{14AE8A09-D714-491B-9075-46AE770485D8}"/>
              </a:ext>
            </a:extLst>
          </p:cNvPr>
          <p:cNvSpPr>
            <a:spLocks noGrp="1"/>
          </p:cNvSpPr>
          <p:nvPr/>
        </p:nvSpPr>
        <p:spPr>
          <a:xfrm>
            <a:off x="70830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0" name="F2_precision_recall_distributions_6934">
            <a:extLst>
              <a:ext uri="{FF2B5EF4-FFF2-40B4-BE49-F238E27FC236}">
                <a16:creationId xmlns:a16="http://schemas.microsoft.com/office/drawing/2014/main" id="{747C1472-1ECD-4C7D-BD27-A63447DBF78D}"/>
              </a:ext>
            </a:extLst>
          </p:cNvPr>
          <p:cNvSpPr>
            <a:spLocks noGrp="1"/>
          </p:cNvSpPr>
          <p:nvPr/>
        </p:nvSpPr>
        <p:spPr>
          <a:xfrm>
            <a:off x="72133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1" name="F2_precision_recall_distributions_6935">
            <a:extLst>
              <a:ext uri="{FF2B5EF4-FFF2-40B4-BE49-F238E27FC236}">
                <a16:creationId xmlns:a16="http://schemas.microsoft.com/office/drawing/2014/main" id="{944E80E9-04C3-469A-A4E7-268384B37F98}"/>
              </a:ext>
            </a:extLst>
          </p:cNvPr>
          <p:cNvSpPr>
            <a:spLocks noGrp="1"/>
          </p:cNvSpPr>
          <p:nvPr/>
        </p:nvSpPr>
        <p:spPr>
          <a:xfrm>
            <a:off x="7158060" y="62510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2" name="F2_precision_recall_distributions_6936">
            <a:extLst>
              <a:ext uri="{FF2B5EF4-FFF2-40B4-BE49-F238E27FC236}">
                <a16:creationId xmlns:a16="http://schemas.microsoft.com/office/drawing/2014/main" id="{E3261191-8A70-45E0-AF53-D32E589D1BBE}"/>
              </a:ext>
            </a:extLst>
          </p:cNvPr>
          <p:cNvSpPr>
            <a:spLocks noGrp="1"/>
          </p:cNvSpPr>
          <p:nvPr/>
        </p:nvSpPr>
        <p:spPr>
          <a:xfrm>
            <a:off x="7308355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3" name="F2_precision_recall_distributions_6937">
            <a:extLst>
              <a:ext uri="{FF2B5EF4-FFF2-40B4-BE49-F238E27FC236}">
                <a16:creationId xmlns:a16="http://schemas.microsoft.com/office/drawing/2014/main" id="{B5F02F1C-E33A-493F-A04B-2755A8F17A35}"/>
              </a:ext>
            </a:extLst>
          </p:cNvPr>
          <p:cNvSpPr>
            <a:spLocks noGrp="1"/>
          </p:cNvSpPr>
          <p:nvPr/>
        </p:nvSpPr>
        <p:spPr>
          <a:xfrm>
            <a:off x="72568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4" name="F2_precision_recall_distributions_6938">
            <a:extLst>
              <a:ext uri="{FF2B5EF4-FFF2-40B4-BE49-F238E27FC236}">
                <a16:creationId xmlns:a16="http://schemas.microsoft.com/office/drawing/2014/main" id="{E7D23261-76A3-4DC4-8EB6-411C576E44BB}"/>
              </a:ext>
            </a:extLst>
          </p:cNvPr>
          <p:cNvSpPr>
            <a:spLocks noGrp="1"/>
          </p:cNvSpPr>
          <p:nvPr/>
        </p:nvSpPr>
        <p:spPr>
          <a:xfrm>
            <a:off x="711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5" name="F2_precision_recall_distributions_6939">
            <a:extLst>
              <a:ext uri="{FF2B5EF4-FFF2-40B4-BE49-F238E27FC236}">
                <a16:creationId xmlns:a16="http://schemas.microsoft.com/office/drawing/2014/main" id="{F888719A-66F8-4C43-AC64-32710D591916}"/>
              </a:ext>
            </a:extLst>
          </p:cNvPr>
          <p:cNvSpPr>
            <a:spLocks noGrp="1"/>
          </p:cNvSpPr>
          <p:nvPr/>
        </p:nvSpPr>
        <p:spPr>
          <a:xfrm>
            <a:off x="7223291" y="64142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6" name="F2_precision_recall_distributions_6940">
            <a:extLst>
              <a:ext uri="{FF2B5EF4-FFF2-40B4-BE49-F238E27FC236}">
                <a16:creationId xmlns:a16="http://schemas.microsoft.com/office/drawing/2014/main" id="{11C9FA08-6554-4E39-88B0-542BAF7E1643}"/>
              </a:ext>
            </a:extLst>
          </p:cNvPr>
          <p:cNvSpPr>
            <a:spLocks noGrp="1"/>
          </p:cNvSpPr>
          <p:nvPr/>
        </p:nvSpPr>
        <p:spPr>
          <a:xfrm>
            <a:off x="733595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7" name="F2_precision_recall_distributions_6941">
            <a:extLst>
              <a:ext uri="{FF2B5EF4-FFF2-40B4-BE49-F238E27FC236}">
                <a16:creationId xmlns:a16="http://schemas.microsoft.com/office/drawing/2014/main" id="{1483928D-8EF8-4526-BBE7-F2DFE78AEAE8}"/>
              </a:ext>
            </a:extLst>
          </p:cNvPr>
          <p:cNvSpPr>
            <a:spLocks noGrp="1"/>
          </p:cNvSpPr>
          <p:nvPr/>
        </p:nvSpPr>
        <p:spPr>
          <a:xfrm>
            <a:off x="707564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8" name="F2_precision_recall_distributions_6942">
            <a:extLst>
              <a:ext uri="{FF2B5EF4-FFF2-40B4-BE49-F238E27FC236}">
                <a16:creationId xmlns:a16="http://schemas.microsoft.com/office/drawing/2014/main" id="{2E1F4BE3-00D9-4036-8ECA-439478CC52FE}"/>
              </a:ext>
            </a:extLst>
          </p:cNvPr>
          <p:cNvSpPr>
            <a:spLocks noGrp="1"/>
          </p:cNvSpPr>
          <p:nvPr/>
        </p:nvSpPr>
        <p:spPr>
          <a:xfrm>
            <a:off x="70826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9" name="F2_precision_recall_distributions_6943">
            <a:extLst>
              <a:ext uri="{FF2B5EF4-FFF2-40B4-BE49-F238E27FC236}">
                <a16:creationId xmlns:a16="http://schemas.microsoft.com/office/drawing/2014/main" id="{4DDE4DE1-8636-4D27-894F-E9B210305298}"/>
              </a:ext>
            </a:extLst>
          </p:cNvPr>
          <p:cNvSpPr>
            <a:spLocks noGrp="1"/>
          </p:cNvSpPr>
          <p:nvPr/>
        </p:nvSpPr>
        <p:spPr>
          <a:xfrm>
            <a:off x="725357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0" name="F2_precision_recall_distributions_6944">
            <a:extLst>
              <a:ext uri="{FF2B5EF4-FFF2-40B4-BE49-F238E27FC236}">
                <a16:creationId xmlns:a16="http://schemas.microsoft.com/office/drawing/2014/main" id="{6208896E-2834-498C-AA7D-03155FE839D8}"/>
              </a:ext>
            </a:extLst>
          </p:cNvPr>
          <p:cNvSpPr>
            <a:spLocks noGrp="1"/>
          </p:cNvSpPr>
          <p:nvPr/>
        </p:nvSpPr>
        <p:spPr>
          <a:xfrm>
            <a:off x="70323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1" name="F2_precision_recall_distributions_6945">
            <a:extLst>
              <a:ext uri="{FF2B5EF4-FFF2-40B4-BE49-F238E27FC236}">
                <a16:creationId xmlns:a16="http://schemas.microsoft.com/office/drawing/2014/main" id="{8EB5551A-BAF0-4F4E-AC0C-78A5ABE86E23}"/>
              </a:ext>
            </a:extLst>
          </p:cNvPr>
          <p:cNvSpPr>
            <a:spLocks noGrp="1"/>
          </p:cNvSpPr>
          <p:nvPr/>
        </p:nvSpPr>
        <p:spPr>
          <a:xfrm>
            <a:off x="72119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2" name="F2_precision_recall_distributions_6946">
            <a:extLst>
              <a:ext uri="{FF2B5EF4-FFF2-40B4-BE49-F238E27FC236}">
                <a16:creationId xmlns:a16="http://schemas.microsoft.com/office/drawing/2014/main" id="{5CC64A91-7DC2-4BB8-8D09-00D86F6F7716}"/>
              </a:ext>
            </a:extLst>
          </p:cNvPr>
          <p:cNvSpPr>
            <a:spLocks noGrp="1"/>
          </p:cNvSpPr>
          <p:nvPr/>
        </p:nvSpPr>
        <p:spPr>
          <a:xfrm>
            <a:off x="704503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3" name="F2_precision_recall_distributions_6947">
            <a:extLst>
              <a:ext uri="{FF2B5EF4-FFF2-40B4-BE49-F238E27FC236}">
                <a16:creationId xmlns:a16="http://schemas.microsoft.com/office/drawing/2014/main" id="{7D22F8F3-258B-4159-90A3-0FB508F7FB24}"/>
              </a:ext>
            </a:extLst>
          </p:cNvPr>
          <p:cNvSpPr>
            <a:spLocks noGrp="1"/>
          </p:cNvSpPr>
          <p:nvPr/>
        </p:nvSpPr>
        <p:spPr>
          <a:xfrm>
            <a:off x="729994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4" name="F2_precision_recall_distributions_6948">
            <a:extLst>
              <a:ext uri="{FF2B5EF4-FFF2-40B4-BE49-F238E27FC236}">
                <a16:creationId xmlns:a16="http://schemas.microsoft.com/office/drawing/2014/main" id="{A6C5D1D9-3553-48E2-8674-1D17ABFA4233}"/>
              </a:ext>
            </a:extLst>
          </p:cNvPr>
          <p:cNvSpPr>
            <a:spLocks noGrp="1"/>
          </p:cNvSpPr>
          <p:nvPr/>
        </p:nvSpPr>
        <p:spPr>
          <a:xfrm>
            <a:off x="72666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5" name="F2_precision_recall_distributions_6949">
            <a:extLst>
              <a:ext uri="{FF2B5EF4-FFF2-40B4-BE49-F238E27FC236}">
                <a16:creationId xmlns:a16="http://schemas.microsoft.com/office/drawing/2014/main" id="{4338F6D8-22C7-42EF-9EDF-5BC27DF15ECA}"/>
              </a:ext>
            </a:extLst>
          </p:cNvPr>
          <p:cNvSpPr>
            <a:spLocks noGrp="1"/>
          </p:cNvSpPr>
          <p:nvPr/>
        </p:nvSpPr>
        <p:spPr>
          <a:xfrm>
            <a:off x="705269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6" name="F2_precision_recall_distributions_6950">
            <a:extLst>
              <a:ext uri="{FF2B5EF4-FFF2-40B4-BE49-F238E27FC236}">
                <a16:creationId xmlns:a16="http://schemas.microsoft.com/office/drawing/2014/main" id="{6E0168DD-C4F1-41B2-A20D-17F26893A3F6}"/>
              </a:ext>
            </a:extLst>
          </p:cNvPr>
          <p:cNvSpPr>
            <a:spLocks noGrp="1"/>
          </p:cNvSpPr>
          <p:nvPr/>
        </p:nvSpPr>
        <p:spPr>
          <a:xfrm>
            <a:off x="72634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7" name="F2_precision_recall_distributions_6951">
            <a:extLst>
              <a:ext uri="{FF2B5EF4-FFF2-40B4-BE49-F238E27FC236}">
                <a16:creationId xmlns:a16="http://schemas.microsoft.com/office/drawing/2014/main" id="{9FE77ED1-DE2A-4284-8ECD-9DA1C659DE95}"/>
              </a:ext>
            </a:extLst>
          </p:cNvPr>
          <p:cNvSpPr>
            <a:spLocks noGrp="1"/>
          </p:cNvSpPr>
          <p:nvPr/>
        </p:nvSpPr>
        <p:spPr>
          <a:xfrm>
            <a:off x="706756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8" name="F2_precision_recall_distributions_6952">
            <a:extLst>
              <a:ext uri="{FF2B5EF4-FFF2-40B4-BE49-F238E27FC236}">
                <a16:creationId xmlns:a16="http://schemas.microsoft.com/office/drawing/2014/main" id="{1A02D4E9-2CC7-4D97-8EC8-F090AE2815E1}"/>
              </a:ext>
            </a:extLst>
          </p:cNvPr>
          <p:cNvSpPr>
            <a:spLocks noGrp="1"/>
          </p:cNvSpPr>
          <p:nvPr/>
        </p:nvSpPr>
        <p:spPr>
          <a:xfrm>
            <a:off x="7120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9" name="F2_precision_recall_distributions_6953">
            <a:extLst>
              <a:ext uri="{FF2B5EF4-FFF2-40B4-BE49-F238E27FC236}">
                <a16:creationId xmlns:a16="http://schemas.microsoft.com/office/drawing/2014/main" id="{40587991-EA61-4930-82D7-C24ACDE784EA}"/>
              </a:ext>
            </a:extLst>
          </p:cNvPr>
          <p:cNvSpPr>
            <a:spLocks noGrp="1"/>
          </p:cNvSpPr>
          <p:nvPr/>
        </p:nvSpPr>
        <p:spPr>
          <a:xfrm>
            <a:off x="700937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0" name="F2_precision_recall_distributions_6954">
            <a:extLst>
              <a:ext uri="{FF2B5EF4-FFF2-40B4-BE49-F238E27FC236}">
                <a16:creationId xmlns:a16="http://schemas.microsoft.com/office/drawing/2014/main" id="{CEAB2506-79D1-4A88-B91D-FFF4EA76944F}"/>
              </a:ext>
            </a:extLst>
          </p:cNvPr>
          <p:cNvSpPr>
            <a:spLocks noGrp="1"/>
          </p:cNvSpPr>
          <p:nvPr/>
        </p:nvSpPr>
        <p:spPr>
          <a:xfrm>
            <a:off x="70031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1" name="F2_precision_recall_distributions_6955">
            <a:extLst>
              <a:ext uri="{FF2B5EF4-FFF2-40B4-BE49-F238E27FC236}">
                <a16:creationId xmlns:a16="http://schemas.microsoft.com/office/drawing/2014/main" id="{739CF0A4-1264-4F7B-B7AF-47CC06C58A5B}"/>
              </a:ext>
            </a:extLst>
          </p:cNvPr>
          <p:cNvSpPr>
            <a:spLocks noGrp="1"/>
          </p:cNvSpPr>
          <p:nvPr/>
        </p:nvSpPr>
        <p:spPr>
          <a:xfrm>
            <a:off x="733022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2" name="F2_precision_recall_distributions_6956">
            <a:extLst>
              <a:ext uri="{FF2B5EF4-FFF2-40B4-BE49-F238E27FC236}">
                <a16:creationId xmlns:a16="http://schemas.microsoft.com/office/drawing/2014/main" id="{B5E59673-518F-4EB6-83F0-927A89614D68}"/>
              </a:ext>
            </a:extLst>
          </p:cNvPr>
          <p:cNvSpPr>
            <a:spLocks noGrp="1"/>
          </p:cNvSpPr>
          <p:nvPr/>
        </p:nvSpPr>
        <p:spPr>
          <a:xfrm>
            <a:off x="727303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3" name="F2_precision_recall_distributions_6957">
            <a:extLst>
              <a:ext uri="{FF2B5EF4-FFF2-40B4-BE49-F238E27FC236}">
                <a16:creationId xmlns:a16="http://schemas.microsoft.com/office/drawing/2014/main" id="{2082B6F5-732A-4339-B709-06919C880BCC}"/>
              </a:ext>
            </a:extLst>
          </p:cNvPr>
          <p:cNvSpPr>
            <a:spLocks noGrp="1"/>
          </p:cNvSpPr>
          <p:nvPr/>
        </p:nvSpPr>
        <p:spPr>
          <a:xfrm>
            <a:off x="712539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4" name="F2_precision_recall_distributions_6958">
            <a:extLst>
              <a:ext uri="{FF2B5EF4-FFF2-40B4-BE49-F238E27FC236}">
                <a16:creationId xmlns:a16="http://schemas.microsoft.com/office/drawing/2014/main" id="{99A01092-3F48-464F-9A33-21DECA95E2EA}"/>
              </a:ext>
            </a:extLst>
          </p:cNvPr>
          <p:cNvSpPr>
            <a:spLocks noGrp="1"/>
          </p:cNvSpPr>
          <p:nvPr/>
        </p:nvSpPr>
        <p:spPr>
          <a:xfrm>
            <a:off x="72259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5" name="F2_precision_recall_distributions_6959">
            <a:extLst>
              <a:ext uri="{FF2B5EF4-FFF2-40B4-BE49-F238E27FC236}">
                <a16:creationId xmlns:a16="http://schemas.microsoft.com/office/drawing/2014/main" id="{E054973A-FAE5-4C1A-A097-37367B8B05A7}"/>
              </a:ext>
            </a:extLst>
          </p:cNvPr>
          <p:cNvSpPr>
            <a:spLocks noGrp="1"/>
          </p:cNvSpPr>
          <p:nvPr/>
        </p:nvSpPr>
        <p:spPr>
          <a:xfrm>
            <a:off x="70384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6" name="F2_precision_recall_distributions_6960">
            <a:extLst>
              <a:ext uri="{FF2B5EF4-FFF2-40B4-BE49-F238E27FC236}">
                <a16:creationId xmlns:a16="http://schemas.microsoft.com/office/drawing/2014/main" id="{F39F3F46-5FAD-4EF2-82C2-10B208BD4A6E}"/>
              </a:ext>
            </a:extLst>
          </p:cNvPr>
          <p:cNvSpPr>
            <a:spLocks noGrp="1"/>
          </p:cNvSpPr>
          <p:nvPr/>
        </p:nvSpPr>
        <p:spPr>
          <a:xfrm>
            <a:off x="7121010" y="5863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7" name="F2_precision_recall_distributions_6961">
            <a:extLst>
              <a:ext uri="{FF2B5EF4-FFF2-40B4-BE49-F238E27FC236}">
                <a16:creationId xmlns:a16="http://schemas.microsoft.com/office/drawing/2014/main" id="{EF382BC1-7E6F-453E-94E1-26776ECBCAC7}"/>
              </a:ext>
            </a:extLst>
          </p:cNvPr>
          <p:cNvSpPr>
            <a:spLocks noGrp="1"/>
          </p:cNvSpPr>
          <p:nvPr/>
        </p:nvSpPr>
        <p:spPr>
          <a:xfrm>
            <a:off x="7074176" y="62552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8" name="F2_precision_recall_distributions_6962">
            <a:extLst>
              <a:ext uri="{FF2B5EF4-FFF2-40B4-BE49-F238E27FC236}">
                <a16:creationId xmlns:a16="http://schemas.microsoft.com/office/drawing/2014/main" id="{7B1EAA59-43FC-4C9F-9394-1B5856A7A75E}"/>
              </a:ext>
            </a:extLst>
          </p:cNvPr>
          <p:cNvSpPr>
            <a:spLocks noGrp="1"/>
          </p:cNvSpPr>
          <p:nvPr/>
        </p:nvSpPr>
        <p:spPr>
          <a:xfrm>
            <a:off x="7155889" y="60427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9" name="F2_precision_recall_distributions_6963">
            <a:extLst>
              <a:ext uri="{FF2B5EF4-FFF2-40B4-BE49-F238E27FC236}">
                <a16:creationId xmlns:a16="http://schemas.microsoft.com/office/drawing/2014/main" id="{E0E6140B-0367-4E67-B393-3BB9DA5AD70D}"/>
              </a:ext>
            </a:extLst>
          </p:cNvPr>
          <p:cNvSpPr>
            <a:spLocks noGrp="1"/>
          </p:cNvSpPr>
          <p:nvPr/>
        </p:nvSpPr>
        <p:spPr>
          <a:xfrm>
            <a:off x="696960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0" name="F2_precision_recall_distributions_6964">
            <a:extLst>
              <a:ext uri="{FF2B5EF4-FFF2-40B4-BE49-F238E27FC236}">
                <a16:creationId xmlns:a16="http://schemas.microsoft.com/office/drawing/2014/main" id="{6851D00B-9773-4B6A-9906-1B80B67E211C}"/>
              </a:ext>
            </a:extLst>
          </p:cNvPr>
          <p:cNvSpPr>
            <a:spLocks noGrp="1"/>
          </p:cNvSpPr>
          <p:nvPr/>
        </p:nvSpPr>
        <p:spPr>
          <a:xfrm>
            <a:off x="70816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1" name="F2_precision_recall_distributions_6965">
            <a:extLst>
              <a:ext uri="{FF2B5EF4-FFF2-40B4-BE49-F238E27FC236}">
                <a16:creationId xmlns:a16="http://schemas.microsoft.com/office/drawing/2014/main" id="{441957EE-1069-4BFA-B9A7-34FF760BE2F2}"/>
              </a:ext>
            </a:extLst>
          </p:cNvPr>
          <p:cNvSpPr>
            <a:spLocks noGrp="1"/>
          </p:cNvSpPr>
          <p:nvPr/>
        </p:nvSpPr>
        <p:spPr>
          <a:xfrm>
            <a:off x="720693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2" name="F2_precision_recall_distributions_6966">
            <a:extLst>
              <a:ext uri="{FF2B5EF4-FFF2-40B4-BE49-F238E27FC236}">
                <a16:creationId xmlns:a16="http://schemas.microsoft.com/office/drawing/2014/main" id="{5BD8168F-C3AE-42B2-8AFF-3D5F955D3CFA}"/>
              </a:ext>
            </a:extLst>
          </p:cNvPr>
          <p:cNvSpPr>
            <a:spLocks noGrp="1"/>
          </p:cNvSpPr>
          <p:nvPr/>
        </p:nvSpPr>
        <p:spPr>
          <a:xfrm>
            <a:off x="6976587" y="64263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3" name="F2_precision_recall_distributions_6967">
            <a:extLst>
              <a:ext uri="{FF2B5EF4-FFF2-40B4-BE49-F238E27FC236}">
                <a16:creationId xmlns:a16="http://schemas.microsoft.com/office/drawing/2014/main" id="{EE1E6CA6-13C4-4555-90ED-45C62F4E19AE}"/>
              </a:ext>
            </a:extLst>
          </p:cNvPr>
          <p:cNvSpPr>
            <a:spLocks noGrp="1"/>
          </p:cNvSpPr>
          <p:nvPr/>
        </p:nvSpPr>
        <p:spPr>
          <a:xfrm>
            <a:off x="731450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4" name="F2_precision_recall_distributions_6968">
            <a:extLst>
              <a:ext uri="{FF2B5EF4-FFF2-40B4-BE49-F238E27FC236}">
                <a16:creationId xmlns:a16="http://schemas.microsoft.com/office/drawing/2014/main" id="{E8D7C88D-6823-4018-8453-375C1AC82D87}"/>
              </a:ext>
            </a:extLst>
          </p:cNvPr>
          <p:cNvSpPr>
            <a:spLocks noGrp="1"/>
          </p:cNvSpPr>
          <p:nvPr/>
        </p:nvSpPr>
        <p:spPr>
          <a:xfrm>
            <a:off x="733069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5" name="F2_precision_recall_distributions_6969">
            <a:extLst>
              <a:ext uri="{FF2B5EF4-FFF2-40B4-BE49-F238E27FC236}">
                <a16:creationId xmlns:a16="http://schemas.microsoft.com/office/drawing/2014/main" id="{76F008BF-F9BA-489F-9F44-E3B9F1FA9467}"/>
              </a:ext>
            </a:extLst>
          </p:cNvPr>
          <p:cNvSpPr>
            <a:spLocks noGrp="1"/>
          </p:cNvSpPr>
          <p:nvPr/>
        </p:nvSpPr>
        <p:spPr>
          <a:xfrm>
            <a:off x="71967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6" name="F2_precision_recall_distributions_6970">
            <a:extLst>
              <a:ext uri="{FF2B5EF4-FFF2-40B4-BE49-F238E27FC236}">
                <a16:creationId xmlns:a16="http://schemas.microsoft.com/office/drawing/2014/main" id="{824BD3E8-3892-4338-B7E8-7645A8620E79}"/>
              </a:ext>
            </a:extLst>
          </p:cNvPr>
          <p:cNvSpPr>
            <a:spLocks noGrp="1"/>
          </p:cNvSpPr>
          <p:nvPr/>
        </p:nvSpPr>
        <p:spPr>
          <a:xfrm>
            <a:off x="729249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7" name="F2_precision_recall_distributions_6971">
            <a:extLst>
              <a:ext uri="{FF2B5EF4-FFF2-40B4-BE49-F238E27FC236}">
                <a16:creationId xmlns:a16="http://schemas.microsoft.com/office/drawing/2014/main" id="{5A5B33DD-B7D4-4C3B-AA24-76DD7CD9DD08}"/>
              </a:ext>
            </a:extLst>
          </p:cNvPr>
          <p:cNvSpPr>
            <a:spLocks noGrp="1"/>
          </p:cNvSpPr>
          <p:nvPr/>
        </p:nvSpPr>
        <p:spPr>
          <a:xfrm>
            <a:off x="706493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8" name="F2_precision_recall_distributions_6972">
            <a:extLst>
              <a:ext uri="{FF2B5EF4-FFF2-40B4-BE49-F238E27FC236}">
                <a16:creationId xmlns:a16="http://schemas.microsoft.com/office/drawing/2014/main" id="{8D595DD4-4427-40AF-9DE1-0F016F79718E}"/>
              </a:ext>
            </a:extLst>
          </p:cNvPr>
          <p:cNvSpPr>
            <a:spLocks noGrp="1"/>
          </p:cNvSpPr>
          <p:nvPr/>
        </p:nvSpPr>
        <p:spPr>
          <a:xfrm>
            <a:off x="72851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9" name="F2_precision_recall_distributions_6973">
            <a:extLst>
              <a:ext uri="{FF2B5EF4-FFF2-40B4-BE49-F238E27FC236}">
                <a16:creationId xmlns:a16="http://schemas.microsoft.com/office/drawing/2014/main" id="{92B67658-11EA-414E-A3B0-CC400EE0DE4A}"/>
              </a:ext>
            </a:extLst>
          </p:cNvPr>
          <p:cNvSpPr>
            <a:spLocks noGrp="1"/>
          </p:cNvSpPr>
          <p:nvPr/>
        </p:nvSpPr>
        <p:spPr>
          <a:xfrm>
            <a:off x="7000716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0" name="F2_precision_recall_distributions_6974">
            <a:extLst>
              <a:ext uri="{FF2B5EF4-FFF2-40B4-BE49-F238E27FC236}">
                <a16:creationId xmlns:a16="http://schemas.microsoft.com/office/drawing/2014/main" id="{F22C5D98-7FA7-477D-8225-1AD2FBFA4841}"/>
              </a:ext>
            </a:extLst>
          </p:cNvPr>
          <p:cNvSpPr>
            <a:spLocks noGrp="1"/>
          </p:cNvSpPr>
          <p:nvPr/>
        </p:nvSpPr>
        <p:spPr>
          <a:xfrm>
            <a:off x="70676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1" name="F2_precision_recall_distributions_6975">
            <a:extLst>
              <a:ext uri="{FF2B5EF4-FFF2-40B4-BE49-F238E27FC236}">
                <a16:creationId xmlns:a16="http://schemas.microsoft.com/office/drawing/2014/main" id="{A745FA0D-62E1-4EBE-B9D8-52CC33887C8F}"/>
              </a:ext>
            </a:extLst>
          </p:cNvPr>
          <p:cNvSpPr>
            <a:spLocks noGrp="1"/>
          </p:cNvSpPr>
          <p:nvPr/>
        </p:nvSpPr>
        <p:spPr>
          <a:xfrm>
            <a:off x="711768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2" name="F2_precision_recall_distributions_6976">
            <a:extLst>
              <a:ext uri="{FF2B5EF4-FFF2-40B4-BE49-F238E27FC236}">
                <a16:creationId xmlns:a16="http://schemas.microsoft.com/office/drawing/2014/main" id="{C1F81DCB-CA59-40A4-BC75-0FC326D38143}"/>
              </a:ext>
            </a:extLst>
          </p:cNvPr>
          <p:cNvSpPr>
            <a:spLocks noGrp="1"/>
          </p:cNvSpPr>
          <p:nvPr/>
        </p:nvSpPr>
        <p:spPr>
          <a:xfrm>
            <a:off x="7103896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3" name="F2_precision_recall_distributions_6977">
            <a:extLst>
              <a:ext uri="{FF2B5EF4-FFF2-40B4-BE49-F238E27FC236}">
                <a16:creationId xmlns:a16="http://schemas.microsoft.com/office/drawing/2014/main" id="{35B2D43D-9E7F-49BC-840B-6A2227E9DE25}"/>
              </a:ext>
            </a:extLst>
          </p:cNvPr>
          <p:cNvSpPr>
            <a:spLocks noGrp="1"/>
          </p:cNvSpPr>
          <p:nvPr/>
        </p:nvSpPr>
        <p:spPr>
          <a:xfrm>
            <a:off x="700525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4" name="F2_precision_recall_distributions_6978">
            <a:extLst>
              <a:ext uri="{FF2B5EF4-FFF2-40B4-BE49-F238E27FC236}">
                <a16:creationId xmlns:a16="http://schemas.microsoft.com/office/drawing/2014/main" id="{D982232E-4D47-4E71-80EC-A5EBD27E3979}"/>
              </a:ext>
            </a:extLst>
          </p:cNvPr>
          <p:cNvSpPr>
            <a:spLocks noGrp="1"/>
          </p:cNvSpPr>
          <p:nvPr/>
        </p:nvSpPr>
        <p:spPr>
          <a:xfrm>
            <a:off x="716273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5" name="F2_precision_recall_distributions_6979">
            <a:extLst>
              <a:ext uri="{FF2B5EF4-FFF2-40B4-BE49-F238E27FC236}">
                <a16:creationId xmlns:a16="http://schemas.microsoft.com/office/drawing/2014/main" id="{BBF8D2BB-A20E-407B-B57B-6AD264108999}"/>
              </a:ext>
            </a:extLst>
          </p:cNvPr>
          <p:cNvSpPr>
            <a:spLocks noGrp="1"/>
          </p:cNvSpPr>
          <p:nvPr/>
        </p:nvSpPr>
        <p:spPr>
          <a:xfrm>
            <a:off x="7289258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6" name="F2_precision_recall_distributions_6980">
            <a:extLst>
              <a:ext uri="{FF2B5EF4-FFF2-40B4-BE49-F238E27FC236}">
                <a16:creationId xmlns:a16="http://schemas.microsoft.com/office/drawing/2014/main" id="{DE397516-FC35-45A1-A132-9429FE51FBB0}"/>
              </a:ext>
            </a:extLst>
          </p:cNvPr>
          <p:cNvSpPr>
            <a:spLocks noGrp="1"/>
          </p:cNvSpPr>
          <p:nvPr/>
        </p:nvSpPr>
        <p:spPr>
          <a:xfrm>
            <a:off x="72994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7" name="F2_precision_recall_distributions_6981">
            <a:extLst>
              <a:ext uri="{FF2B5EF4-FFF2-40B4-BE49-F238E27FC236}">
                <a16:creationId xmlns:a16="http://schemas.microsoft.com/office/drawing/2014/main" id="{9FFAF2F5-65A3-4898-A2C8-33F9EECA6208}"/>
              </a:ext>
            </a:extLst>
          </p:cNvPr>
          <p:cNvSpPr>
            <a:spLocks noGrp="1"/>
          </p:cNvSpPr>
          <p:nvPr/>
        </p:nvSpPr>
        <p:spPr>
          <a:xfrm>
            <a:off x="7238285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8" name="F2_precision_recall_distributions_6982">
            <a:extLst>
              <a:ext uri="{FF2B5EF4-FFF2-40B4-BE49-F238E27FC236}">
                <a16:creationId xmlns:a16="http://schemas.microsoft.com/office/drawing/2014/main" id="{D38BA8D2-D107-424C-B481-5DEE4DB5139A}"/>
              </a:ext>
            </a:extLst>
          </p:cNvPr>
          <p:cNvSpPr>
            <a:spLocks noGrp="1"/>
          </p:cNvSpPr>
          <p:nvPr/>
        </p:nvSpPr>
        <p:spPr>
          <a:xfrm>
            <a:off x="70966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9" name="F2_precision_recall_distributions_6983">
            <a:extLst>
              <a:ext uri="{FF2B5EF4-FFF2-40B4-BE49-F238E27FC236}">
                <a16:creationId xmlns:a16="http://schemas.microsoft.com/office/drawing/2014/main" id="{565DB85D-4905-4506-A554-A7EEEBDE2BEA}"/>
              </a:ext>
            </a:extLst>
          </p:cNvPr>
          <p:cNvSpPr>
            <a:spLocks noGrp="1"/>
          </p:cNvSpPr>
          <p:nvPr/>
        </p:nvSpPr>
        <p:spPr>
          <a:xfrm>
            <a:off x="7036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0" name="F2_precision_recall_distributions_6984">
            <a:extLst>
              <a:ext uri="{FF2B5EF4-FFF2-40B4-BE49-F238E27FC236}">
                <a16:creationId xmlns:a16="http://schemas.microsoft.com/office/drawing/2014/main" id="{BC2D2813-B1DD-42A1-97A9-2C10F27F0EC5}"/>
              </a:ext>
            </a:extLst>
          </p:cNvPr>
          <p:cNvSpPr>
            <a:spLocks noGrp="1"/>
          </p:cNvSpPr>
          <p:nvPr/>
        </p:nvSpPr>
        <p:spPr>
          <a:xfrm>
            <a:off x="710602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1" name="F2_precision_recall_distributions_6985">
            <a:extLst>
              <a:ext uri="{FF2B5EF4-FFF2-40B4-BE49-F238E27FC236}">
                <a16:creationId xmlns:a16="http://schemas.microsoft.com/office/drawing/2014/main" id="{DC1968FA-FAF1-4CDF-AEBC-69DF0E94056E}"/>
              </a:ext>
            </a:extLst>
          </p:cNvPr>
          <p:cNvSpPr>
            <a:spLocks noGrp="1"/>
          </p:cNvSpPr>
          <p:nvPr/>
        </p:nvSpPr>
        <p:spPr>
          <a:xfrm>
            <a:off x="723966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2" name="F2_precision_recall_distributions_6986">
            <a:extLst>
              <a:ext uri="{FF2B5EF4-FFF2-40B4-BE49-F238E27FC236}">
                <a16:creationId xmlns:a16="http://schemas.microsoft.com/office/drawing/2014/main" id="{EF8A1305-3F7B-4FD2-BA17-759EE998A393}"/>
              </a:ext>
            </a:extLst>
          </p:cNvPr>
          <p:cNvSpPr>
            <a:spLocks noGrp="1"/>
          </p:cNvSpPr>
          <p:nvPr/>
        </p:nvSpPr>
        <p:spPr>
          <a:xfrm>
            <a:off x="718008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3" name="F2_precision_recall_distributions_6987">
            <a:extLst>
              <a:ext uri="{FF2B5EF4-FFF2-40B4-BE49-F238E27FC236}">
                <a16:creationId xmlns:a16="http://schemas.microsoft.com/office/drawing/2014/main" id="{91A7EBA4-4258-40FD-945F-E4233D3746F9}"/>
              </a:ext>
            </a:extLst>
          </p:cNvPr>
          <p:cNvSpPr>
            <a:spLocks noGrp="1"/>
          </p:cNvSpPr>
          <p:nvPr/>
        </p:nvSpPr>
        <p:spPr>
          <a:xfrm>
            <a:off x="7028822" y="57867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4" name="F2_precision_recall_distributions_6988">
            <a:extLst>
              <a:ext uri="{FF2B5EF4-FFF2-40B4-BE49-F238E27FC236}">
                <a16:creationId xmlns:a16="http://schemas.microsoft.com/office/drawing/2014/main" id="{E7B19032-32EB-4DC5-A2FD-07B3771882E0}"/>
              </a:ext>
            </a:extLst>
          </p:cNvPr>
          <p:cNvSpPr>
            <a:spLocks noGrp="1"/>
          </p:cNvSpPr>
          <p:nvPr/>
        </p:nvSpPr>
        <p:spPr>
          <a:xfrm>
            <a:off x="730223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5" name="F2_precision_recall_distributions_6989">
            <a:extLst>
              <a:ext uri="{FF2B5EF4-FFF2-40B4-BE49-F238E27FC236}">
                <a16:creationId xmlns:a16="http://schemas.microsoft.com/office/drawing/2014/main" id="{6AD796AC-1BEB-4405-A133-52A1EDEFFA31}"/>
              </a:ext>
            </a:extLst>
          </p:cNvPr>
          <p:cNvSpPr>
            <a:spLocks noGrp="1"/>
          </p:cNvSpPr>
          <p:nvPr/>
        </p:nvSpPr>
        <p:spPr>
          <a:xfrm>
            <a:off x="72857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6" name="F2_precision_recall_distributions_6990">
            <a:extLst>
              <a:ext uri="{FF2B5EF4-FFF2-40B4-BE49-F238E27FC236}">
                <a16:creationId xmlns:a16="http://schemas.microsoft.com/office/drawing/2014/main" id="{906BC8F7-EA32-4602-A617-45FA6D1D6247}"/>
              </a:ext>
            </a:extLst>
          </p:cNvPr>
          <p:cNvSpPr>
            <a:spLocks noGrp="1"/>
          </p:cNvSpPr>
          <p:nvPr/>
        </p:nvSpPr>
        <p:spPr>
          <a:xfrm>
            <a:off x="7337133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7" name="F2_precision_recall_distributions_6991">
            <a:extLst>
              <a:ext uri="{FF2B5EF4-FFF2-40B4-BE49-F238E27FC236}">
                <a16:creationId xmlns:a16="http://schemas.microsoft.com/office/drawing/2014/main" id="{F851BBE6-4B03-4C7C-9BFF-F1284CCE2EE3}"/>
              </a:ext>
            </a:extLst>
          </p:cNvPr>
          <p:cNvSpPr>
            <a:spLocks noGrp="1"/>
          </p:cNvSpPr>
          <p:nvPr/>
        </p:nvSpPr>
        <p:spPr>
          <a:xfrm>
            <a:off x="72373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8" name="F2_precision_recall_distributions_6992">
            <a:extLst>
              <a:ext uri="{FF2B5EF4-FFF2-40B4-BE49-F238E27FC236}">
                <a16:creationId xmlns:a16="http://schemas.microsoft.com/office/drawing/2014/main" id="{0965B275-771B-4D13-8B4E-D9706E51810D}"/>
              </a:ext>
            </a:extLst>
          </p:cNvPr>
          <p:cNvSpPr>
            <a:spLocks noGrp="1"/>
          </p:cNvSpPr>
          <p:nvPr/>
        </p:nvSpPr>
        <p:spPr>
          <a:xfrm>
            <a:off x="714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9" name="F2_precision_recall_distributions_6993">
            <a:extLst>
              <a:ext uri="{FF2B5EF4-FFF2-40B4-BE49-F238E27FC236}">
                <a16:creationId xmlns:a16="http://schemas.microsoft.com/office/drawing/2014/main" id="{6B00EBB5-9A16-40E4-ABF2-3076D349324C}"/>
              </a:ext>
            </a:extLst>
          </p:cNvPr>
          <p:cNvSpPr>
            <a:spLocks noGrp="1"/>
          </p:cNvSpPr>
          <p:nvPr/>
        </p:nvSpPr>
        <p:spPr>
          <a:xfrm>
            <a:off x="709274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0" name="F2_precision_recall_distributions_6994">
            <a:extLst>
              <a:ext uri="{FF2B5EF4-FFF2-40B4-BE49-F238E27FC236}">
                <a16:creationId xmlns:a16="http://schemas.microsoft.com/office/drawing/2014/main" id="{F444DA78-C7DE-4F23-83DC-1424E17A0CC5}"/>
              </a:ext>
            </a:extLst>
          </p:cNvPr>
          <p:cNvSpPr>
            <a:spLocks noGrp="1"/>
          </p:cNvSpPr>
          <p:nvPr/>
        </p:nvSpPr>
        <p:spPr>
          <a:xfrm>
            <a:off x="7257775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1" name="F2_precision_recall_distributions_6995">
            <a:extLst>
              <a:ext uri="{FF2B5EF4-FFF2-40B4-BE49-F238E27FC236}">
                <a16:creationId xmlns:a16="http://schemas.microsoft.com/office/drawing/2014/main" id="{22F801FF-FAA9-48C1-AB96-01AC6314E33C}"/>
              </a:ext>
            </a:extLst>
          </p:cNvPr>
          <p:cNvSpPr>
            <a:spLocks noGrp="1"/>
          </p:cNvSpPr>
          <p:nvPr/>
        </p:nvSpPr>
        <p:spPr>
          <a:xfrm>
            <a:off x="71956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2" name="F2_precision_recall_distributions_6996">
            <a:extLst>
              <a:ext uri="{FF2B5EF4-FFF2-40B4-BE49-F238E27FC236}">
                <a16:creationId xmlns:a16="http://schemas.microsoft.com/office/drawing/2014/main" id="{DD918402-E8D4-4963-B4F8-3B3A92AB7BA7}"/>
              </a:ext>
            </a:extLst>
          </p:cNvPr>
          <p:cNvSpPr>
            <a:spLocks noGrp="1"/>
          </p:cNvSpPr>
          <p:nvPr/>
        </p:nvSpPr>
        <p:spPr>
          <a:xfrm>
            <a:off x="73214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3" name="F2_precision_recall_distributions_6997">
            <a:extLst>
              <a:ext uri="{FF2B5EF4-FFF2-40B4-BE49-F238E27FC236}">
                <a16:creationId xmlns:a16="http://schemas.microsoft.com/office/drawing/2014/main" id="{5F1939CD-9B3A-4622-B7F3-3AD8B0D9F43B}"/>
              </a:ext>
            </a:extLst>
          </p:cNvPr>
          <p:cNvSpPr>
            <a:spLocks noGrp="1"/>
          </p:cNvSpPr>
          <p:nvPr/>
        </p:nvSpPr>
        <p:spPr>
          <a:xfrm>
            <a:off x="698788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4" name="F2_precision_recall_distributions_6998">
            <a:extLst>
              <a:ext uri="{FF2B5EF4-FFF2-40B4-BE49-F238E27FC236}">
                <a16:creationId xmlns:a16="http://schemas.microsoft.com/office/drawing/2014/main" id="{D102CA2D-AE9E-4EE6-BE14-B533E3FF878A}"/>
              </a:ext>
            </a:extLst>
          </p:cNvPr>
          <p:cNvSpPr>
            <a:spLocks noGrp="1"/>
          </p:cNvSpPr>
          <p:nvPr/>
        </p:nvSpPr>
        <p:spPr>
          <a:xfrm>
            <a:off x="720676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5" name="F2_precision_recall_distributions_6999">
            <a:extLst>
              <a:ext uri="{FF2B5EF4-FFF2-40B4-BE49-F238E27FC236}">
                <a16:creationId xmlns:a16="http://schemas.microsoft.com/office/drawing/2014/main" id="{7A75A3B7-1071-42B0-BA7F-3292BF011D86}"/>
              </a:ext>
            </a:extLst>
          </p:cNvPr>
          <p:cNvSpPr>
            <a:spLocks noGrp="1"/>
          </p:cNvSpPr>
          <p:nvPr/>
        </p:nvSpPr>
        <p:spPr>
          <a:xfrm>
            <a:off x="722353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6" name="F2_precision_recall_distributions_7000">
            <a:extLst>
              <a:ext uri="{FF2B5EF4-FFF2-40B4-BE49-F238E27FC236}">
                <a16:creationId xmlns:a16="http://schemas.microsoft.com/office/drawing/2014/main" id="{F9A547E9-A4B8-4EDB-9EE6-5967460D58E5}"/>
              </a:ext>
            </a:extLst>
          </p:cNvPr>
          <p:cNvSpPr>
            <a:spLocks noGrp="1"/>
          </p:cNvSpPr>
          <p:nvPr/>
        </p:nvSpPr>
        <p:spPr>
          <a:xfrm>
            <a:off x="720457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7" name="F2_precision_recall_distributions_7001">
            <a:extLst>
              <a:ext uri="{FF2B5EF4-FFF2-40B4-BE49-F238E27FC236}">
                <a16:creationId xmlns:a16="http://schemas.microsoft.com/office/drawing/2014/main" id="{C8CCEC12-BD7F-43EC-9084-EF7808B32B17}"/>
              </a:ext>
            </a:extLst>
          </p:cNvPr>
          <p:cNvSpPr>
            <a:spLocks noGrp="1"/>
          </p:cNvSpPr>
          <p:nvPr/>
        </p:nvSpPr>
        <p:spPr>
          <a:xfrm>
            <a:off x="7295469" y="56688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8" name="F2_precision_recall_distributions_7002">
            <a:extLst>
              <a:ext uri="{FF2B5EF4-FFF2-40B4-BE49-F238E27FC236}">
                <a16:creationId xmlns:a16="http://schemas.microsoft.com/office/drawing/2014/main" id="{9B7F2101-DB0C-4E01-9E04-E94D5272D248}"/>
              </a:ext>
            </a:extLst>
          </p:cNvPr>
          <p:cNvSpPr>
            <a:spLocks noGrp="1"/>
          </p:cNvSpPr>
          <p:nvPr/>
        </p:nvSpPr>
        <p:spPr>
          <a:xfrm>
            <a:off x="71012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9" name="F2_precision_recall_distributions_7003">
            <a:extLst>
              <a:ext uri="{FF2B5EF4-FFF2-40B4-BE49-F238E27FC236}">
                <a16:creationId xmlns:a16="http://schemas.microsoft.com/office/drawing/2014/main" id="{27F29550-1FFD-4C59-9312-305751B4603D}"/>
              </a:ext>
            </a:extLst>
          </p:cNvPr>
          <p:cNvSpPr>
            <a:spLocks noGrp="1"/>
          </p:cNvSpPr>
          <p:nvPr/>
        </p:nvSpPr>
        <p:spPr>
          <a:xfrm>
            <a:off x="73165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0" name="F2_precision_recall_distributions_7004">
            <a:extLst>
              <a:ext uri="{FF2B5EF4-FFF2-40B4-BE49-F238E27FC236}">
                <a16:creationId xmlns:a16="http://schemas.microsoft.com/office/drawing/2014/main" id="{AC33A410-FFBA-4BD6-AD35-E518668D3766}"/>
              </a:ext>
            </a:extLst>
          </p:cNvPr>
          <p:cNvSpPr>
            <a:spLocks noGrp="1"/>
          </p:cNvSpPr>
          <p:nvPr/>
        </p:nvSpPr>
        <p:spPr>
          <a:xfrm>
            <a:off x="703193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1" name="F2_precision_recall_distributions_7005">
            <a:extLst>
              <a:ext uri="{FF2B5EF4-FFF2-40B4-BE49-F238E27FC236}">
                <a16:creationId xmlns:a16="http://schemas.microsoft.com/office/drawing/2014/main" id="{94128319-AC6D-442A-B4EC-D47438386054}"/>
              </a:ext>
            </a:extLst>
          </p:cNvPr>
          <p:cNvSpPr>
            <a:spLocks noGrp="1"/>
          </p:cNvSpPr>
          <p:nvPr/>
        </p:nvSpPr>
        <p:spPr>
          <a:xfrm>
            <a:off x="698394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2" name="F2_precision_recall_distributions_7006">
            <a:extLst>
              <a:ext uri="{FF2B5EF4-FFF2-40B4-BE49-F238E27FC236}">
                <a16:creationId xmlns:a16="http://schemas.microsoft.com/office/drawing/2014/main" id="{F6D4079B-D3A4-48B0-93E4-B2585DD07D09}"/>
              </a:ext>
            </a:extLst>
          </p:cNvPr>
          <p:cNvSpPr>
            <a:spLocks noGrp="1"/>
          </p:cNvSpPr>
          <p:nvPr/>
        </p:nvSpPr>
        <p:spPr>
          <a:xfrm>
            <a:off x="719621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3" name="F2_precision_recall_distributions_7007">
            <a:extLst>
              <a:ext uri="{FF2B5EF4-FFF2-40B4-BE49-F238E27FC236}">
                <a16:creationId xmlns:a16="http://schemas.microsoft.com/office/drawing/2014/main" id="{6BD461FF-8265-4642-B7FE-90464DA7258C}"/>
              </a:ext>
            </a:extLst>
          </p:cNvPr>
          <p:cNvSpPr>
            <a:spLocks noGrp="1"/>
          </p:cNvSpPr>
          <p:nvPr/>
        </p:nvSpPr>
        <p:spPr>
          <a:xfrm>
            <a:off x="7097847" y="612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4" name="F2_precision_recall_distributions_7008">
            <a:extLst>
              <a:ext uri="{FF2B5EF4-FFF2-40B4-BE49-F238E27FC236}">
                <a16:creationId xmlns:a16="http://schemas.microsoft.com/office/drawing/2014/main" id="{FE63E2D7-8B61-418D-AA9C-83175F4D3C36}"/>
              </a:ext>
            </a:extLst>
          </p:cNvPr>
          <p:cNvSpPr>
            <a:spLocks noGrp="1"/>
          </p:cNvSpPr>
          <p:nvPr/>
        </p:nvSpPr>
        <p:spPr>
          <a:xfrm>
            <a:off x="733145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5" name="F2_precision_recall_distributions_7009">
            <a:extLst>
              <a:ext uri="{FF2B5EF4-FFF2-40B4-BE49-F238E27FC236}">
                <a16:creationId xmlns:a16="http://schemas.microsoft.com/office/drawing/2014/main" id="{0E241000-B139-4C0E-BF0E-8BD0020006CF}"/>
              </a:ext>
            </a:extLst>
          </p:cNvPr>
          <p:cNvSpPr>
            <a:spLocks noGrp="1"/>
          </p:cNvSpPr>
          <p:nvPr/>
        </p:nvSpPr>
        <p:spPr>
          <a:xfrm>
            <a:off x="700491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6" name="F2_precision_recall_distributions_7010">
            <a:extLst>
              <a:ext uri="{FF2B5EF4-FFF2-40B4-BE49-F238E27FC236}">
                <a16:creationId xmlns:a16="http://schemas.microsoft.com/office/drawing/2014/main" id="{19E5476C-88E5-43C9-A120-3452C09AAB62}"/>
              </a:ext>
            </a:extLst>
          </p:cNvPr>
          <p:cNvSpPr>
            <a:spLocks noGrp="1"/>
          </p:cNvSpPr>
          <p:nvPr/>
        </p:nvSpPr>
        <p:spPr>
          <a:xfrm>
            <a:off x="71952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7" name="F2_precision_recall_distributions_7011">
            <a:extLst>
              <a:ext uri="{FF2B5EF4-FFF2-40B4-BE49-F238E27FC236}">
                <a16:creationId xmlns:a16="http://schemas.microsoft.com/office/drawing/2014/main" id="{50C0CC10-5306-4E74-8F07-50BE08D06035}"/>
              </a:ext>
            </a:extLst>
          </p:cNvPr>
          <p:cNvSpPr>
            <a:spLocks noGrp="1"/>
          </p:cNvSpPr>
          <p:nvPr/>
        </p:nvSpPr>
        <p:spPr>
          <a:xfrm>
            <a:off x="70624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8" name="F2_precision_recall_distributions_7012">
            <a:extLst>
              <a:ext uri="{FF2B5EF4-FFF2-40B4-BE49-F238E27FC236}">
                <a16:creationId xmlns:a16="http://schemas.microsoft.com/office/drawing/2014/main" id="{FF48B63B-54E1-465B-9C50-B64B95CCA49D}"/>
              </a:ext>
            </a:extLst>
          </p:cNvPr>
          <p:cNvSpPr>
            <a:spLocks noGrp="1"/>
          </p:cNvSpPr>
          <p:nvPr/>
        </p:nvSpPr>
        <p:spPr>
          <a:xfrm>
            <a:off x="72259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9" name="F2_precision_recall_distributions_7013">
            <a:extLst>
              <a:ext uri="{FF2B5EF4-FFF2-40B4-BE49-F238E27FC236}">
                <a16:creationId xmlns:a16="http://schemas.microsoft.com/office/drawing/2014/main" id="{0C682551-B26B-49ED-80FE-7D261FCD7C4A}"/>
              </a:ext>
            </a:extLst>
          </p:cNvPr>
          <p:cNvSpPr>
            <a:spLocks noGrp="1"/>
          </p:cNvSpPr>
          <p:nvPr/>
        </p:nvSpPr>
        <p:spPr>
          <a:xfrm>
            <a:off x="73241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0" name="F2_precision_recall_distributions_7014">
            <a:extLst>
              <a:ext uri="{FF2B5EF4-FFF2-40B4-BE49-F238E27FC236}">
                <a16:creationId xmlns:a16="http://schemas.microsoft.com/office/drawing/2014/main" id="{93693EC9-D0EC-4984-A4B4-0AEA0DCC48F9}"/>
              </a:ext>
            </a:extLst>
          </p:cNvPr>
          <p:cNvSpPr>
            <a:spLocks noGrp="1"/>
          </p:cNvSpPr>
          <p:nvPr/>
        </p:nvSpPr>
        <p:spPr>
          <a:xfrm>
            <a:off x="727088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1" name="F2_precision_recall_distributions_7015">
            <a:extLst>
              <a:ext uri="{FF2B5EF4-FFF2-40B4-BE49-F238E27FC236}">
                <a16:creationId xmlns:a16="http://schemas.microsoft.com/office/drawing/2014/main" id="{3DA6EA28-5940-4162-B252-7DD0051CC693}"/>
              </a:ext>
            </a:extLst>
          </p:cNvPr>
          <p:cNvSpPr>
            <a:spLocks noGrp="1"/>
          </p:cNvSpPr>
          <p:nvPr/>
        </p:nvSpPr>
        <p:spPr>
          <a:xfrm>
            <a:off x="704347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2" name="F2_precision_recall_distributions_7016">
            <a:extLst>
              <a:ext uri="{FF2B5EF4-FFF2-40B4-BE49-F238E27FC236}">
                <a16:creationId xmlns:a16="http://schemas.microsoft.com/office/drawing/2014/main" id="{1225C90B-8AA4-4EB2-AAB4-F19FBCCFA5AF}"/>
              </a:ext>
            </a:extLst>
          </p:cNvPr>
          <p:cNvSpPr>
            <a:spLocks noGrp="1"/>
          </p:cNvSpPr>
          <p:nvPr/>
        </p:nvSpPr>
        <p:spPr>
          <a:xfrm>
            <a:off x="717066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3" name="F2_precision_recall_distributions_7017">
            <a:extLst>
              <a:ext uri="{FF2B5EF4-FFF2-40B4-BE49-F238E27FC236}">
                <a16:creationId xmlns:a16="http://schemas.microsoft.com/office/drawing/2014/main" id="{A8B7A418-321B-46BB-AA09-548BFA1C7E4E}"/>
              </a:ext>
            </a:extLst>
          </p:cNvPr>
          <p:cNvSpPr>
            <a:spLocks noGrp="1"/>
          </p:cNvSpPr>
          <p:nvPr/>
        </p:nvSpPr>
        <p:spPr>
          <a:xfrm>
            <a:off x="7039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4" name="F2_precision_recall_distributions_7018">
            <a:extLst>
              <a:ext uri="{FF2B5EF4-FFF2-40B4-BE49-F238E27FC236}">
                <a16:creationId xmlns:a16="http://schemas.microsoft.com/office/drawing/2014/main" id="{01AEB66D-FD31-463F-A505-9723D900796B}"/>
              </a:ext>
            </a:extLst>
          </p:cNvPr>
          <p:cNvSpPr>
            <a:spLocks noGrp="1"/>
          </p:cNvSpPr>
          <p:nvPr/>
        </p:nvSpPr>
        <p:spPr>
          <a:xfrm>
            <a:off x="7183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5" name="F2_precision_recall_distributions_7019">
            <a:extLst>
              <a:ext uri="{FF2B5EF4-FFF2-40B4-BE49-F238E27FC236}">
                <a16:creationId xmlns:a16="http://schemas.microsoft.com/office/drawing/2014/main" id="{8B25D868-495D-4EA2-AB51-4A4A29B5392C}"/>
              </a:ext>
            </a:extLst>
          </p:cNvPr>
          <p:cNvSpPr>
            <a:spLocks noGrp="1"/>
          </p:cNvSpPr>
          <p:nvPr/>
        </p:nvSpPr>
        <p:spPr>
          <a:xfrm>
            <a:off x="722154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6" name="F2_precision_recall_distributions_7020">
            <a:extLst>
              <a:ext uri="{FF2B5EF4-FFF2-40B4-BE49-F238E27FC236}">
                <a16:creationId xmlns:a16="http://schemas.microsoft.com/office/drawing/2014/main" id="{0E0FC160-C2AB-429F-91DF-9CC5D7A82175}"/>
              </a:ext>
            </a:extLst>
          </p:cNvPr>
          <p:cNvSpPr>
            <a:spLocks noGrp="1"/>
          </p:cNvSpPr>
          <p:nvPr/>
        </p:nvSpPr>
        <p:spPr>
          <a:xfrm>
            <a:off x="7026339" y="59572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7" name="F2_precision_recall_distributions_7021">
            <a:extLst>
              <a:ext uri="{FF2B5EF4-FFF2-40B4-BE49-F238E27FC236}">
                <a16:creationId xmlns:a16="http://schemas.microsoft.com/office/drawing/2014/main" id="{7D729ABB-F826-4453-9B84-0ECE263635F8}"/>
              </a:ext>
            </a:extLst>
          </p:cNvPr>
          <p:cNvSpPr>
            <a:spLocks noGrp="1"/>
          </p:cNvSpPr>
          <p:nvPr/>
        </p:nvSpPr>
        <p:spPr>
          <a:xfrm>
            <a:off x="70283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8" name="F2_precision_recall_distributions_7022">
            <a:extLst>
              <a:ext uri="{FF2B5EF4-FFF2-40B4-BE49-F238E27FC236}">
                <a16:creationId xmlns:a16="http://schemas.microsoft.com/office/drawing/2014/main" id="{626EC708-4610-41F3-B74A-5304626D4A78}"/>
              </a:ext>
            </a:extLst>
          </p:cNvPr>
          <p:cNvSpPr>
            <a:spLocks noGrp="1"/>
          </p:cNvSpPr>
          <p:nvPr/>
        </p:nvSpPr>
        <p:spPr>
          <a:xfrm>
            <a:off x="7286903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9" name="F2_precision_recall_distributions_7023">
            <a:extLst>
              <a:ext uri="{FF2B5EF4-FFF2-40B4-BE49-F238E27FC236}">
                <a16:creationId xmlns:a16="http://schemas.microsoft.com/office/drawing/2014/main" id="{8BCD65B1-1F5B-4F6A-9E75-3C91368818AF}"/>
              </a:ext>
            </a:extLst>
          </p:cNvPr>
          <p:cNvSpPr>
            <a:spLocks noGrp="1"/>
          </p:cNvSpPr>
          <p:nvPr/>
        </p:nvSpPr>
        <p:spPr>
          <a:xfrm>
            <a:off x="713658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0" name="F2_precision_recall_distributions_7024">
            <a:extLst>
              <a:ext uri="{FF2B5EF4-FFF2-40B4-BE49-F238E27FC236}">
                <a16:creationId xmlns:a16="http://schemas.microsoft.com/office/drawing/2014/main" id="{E565BBA9-D653-4818-9334-670DE971D89F}"/>
              </a:ext>
            </a:extLst>
          </p:cNvPr>
          <p:cNvSpPr>
            <a:spLocks noGrp="1"/>
          </p:cNvSpPr>
          <p:nvPr/>
        </p:nvSpPr>
        <p:spPr>
          <a:xfrm>
            <a:off x="7065323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1" name="F2_precision_recall_distributions_7025">
            <a:extLst>
              <a:ext uri="{FF2B5EF4-FFF2-40B4-BE49-F238E27FC236}">
                <a16:creationId xmlns:a16="http://schemas.microsoft.com/office/drawing/2014/main" id="{B7E901A2-179E-4AB1-B625-8951E6F91935}"/>
              </a:ext>
            </a:extLst>
          </p:cNvPr>
          <p:cNvSpPr>
            <a:spLocks noGrp="1"/>
          </p:cNvSpPr>
          <p:nvPr/>
        </p:nvSpPr>
        <p:spPr>
          <a:xfrm>
            <a:off x="70673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2" name="F2_precision_recall_distributions_7026">
            <a:extLst>
              <a:ext uri="{FF2B5EF4-FFF2-40B4-BE49-F238E27FC236}">
                <a16:creationId xmlns:a16="http://schemas.microsoft.com/office/drawing/2014/main" id="{37F3E888-8F8B-4802-AE08-F74AEB7E105E}"/>
              </a:ext>
            </a:extLst>
          </p:cNvPr>
          <p:cNvSpPr>
            <a:spLocks noGrp="1"/>
          </p:cNvSpPr>
          <p:nvPr/>
        </p:nvSpPr>
        <p:spPr>
          <a:xfrm>
            <a:off x="70727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3" name="F2_precision_recall_distributions_7027">
            <a:extLst>
              <a:ext uri="{FF2B5EF4-FFF2-40B4-BE49-F238E27FC236}">
                <a16:creationId xmlns:a16="http://schemas.microsoft.com/office/drawing/2014/main" id="{BCDFBCEF-3B1F-4B9F-9017-1061C6855E55}"/>
              </a:ext>
            </a:extLst>
          </p:cNvPr>
          <p:cNvSpPr>
            <a:spLocks noGrp="1"/>
          </p:cNvSpPr>
          <p:nvPr/>
        </p:nvSpPr>
        <p:spPr>
          <a:xfrm>
            <a:off x="72627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4" name="F2_precision_recall_distributions_7028">
            <a:extLst>
              <a:ext uri="{FF2B5EF4-FFF2-40B4-BE49-F238E27FC236}">
                <a16:creationId xmlns:a16="http://schemas.microsoft.com/office/drawing/2014/main" id="{74BB3FF2-4185-4118-9E29-00BACE756682}"/>
              </a:ext>
            </a:extLst>
          </p:cNvPr>
          <p:cNvSpPr>
            <a:spLocks noGrp="1"/>
          </p:cNvSpPr>
          <p:nvPr/>
        </p:nvSpPr>
        <p:spPr>
          <a:xfrm>
            <a:off x="72272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5" name="F2_precision_recall_distributions_7029">
            <a:extLst>
              <a:ext uri="{FF2B5EF4-FFF2-40B4-BE49-F238E27FC236}">
                <a16:creationId xmlns:a16="http://schemas.microsoft.com/office/drawing/2014/main" id="{4537621D-F883-4AD7-8C15-1867BF326133}"/>
              </a:ext>
            </a:extLst>
          </p:cNvPr>
          <p:cNvSpPr>
            <a:spLocks noGrp="1"/>
          </p:cNvSpPr>
          <p:nvPr/>
        </p:nvSpPr>
        <p:spPr>
          <a:xfrm>
            <a:off x="720369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6" name="F2_precision_recall_distributions_7030">
            <a:extLst>
              <a:ext uri="{FF2B5EF4-FFF2-40B4-BE49-F238E27FC236}">
                <a16:creationId xmlns:a16="http://schemas.microsoft.com/office/drawing/2014/main" id="{D3172560-272B-4485-90BC-D8767A778E17}"/>
              </a:ext>
            </a:extLst>
          </p:cNvPr>
          <p:cNvSpPr>
            <a:spLocks noGrp="1"/>
          </p:cNvSpPr>
          <p:nvPr/>
        </p:nvSpPr>
        <p:spPr>
          <a:xfrm>
            <a:off x="698713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7" name="F2_precision_recall_distributions_7031">
            <a:extLst>
              <a:ext uri="{FF2B5EF4-FFF2-40B4-BE49-F238E27FC236}">
                <a16:creationId xmlns:a16="http://schemas.microsoft.com/office/drawing/2014/main" id="{DC4228D9-5A4E-4FCC-B6A7-F88E0E600E5C}"/>
              </a:ext>
            </a:extLst>
          </p:cNvPr>
          <p:cNvSpPr>
            <a:spLocks noGrp="1"/>
          </p:cNvSpPr>
          <p:nvPr/>
        </p:nvSpPr>
        <p:spPr>
          <a:xfrm>
            <a:off x="7019791" y="639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8" name="F2_precision_recall_distributions_7032">
            <a:extLst>
              <a:ext uri="{FF2B5EF4-FFF2-40B4-BE49-F238E27FC236}">
                <a16:creationId xmlns:a16="http://schemas.microsoft.com/office/drawing/2014/main" id="{BDD2ECCD-5484-4855-86C0-BA2655F364A6}"/>
              </a:ext>
            </a:extLst>
          </p:cNvPr>
          <p:cNvSpPr>
            <a:spLocks noGrp="1"/>
          </p:cNvSpPr>
          <p:nvPr/>
        </p:nvSpPr>
        <p:spPr>
          <a:xfrm>
            <a:off x="719254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9" name="F2_precision_recall_distributions_7033">
            <a:extLst>
              <a:ext uri="{FF2B5EF4-FFF2-40B4-BE49-F238E27FC236}">
                <a16:creationId xmlns:a16="http://schemas.microsoft.com/office/drawing/2014/main" id="{D1102A62-A341-4F0F-81DB-8C6CA7D77734}"/>
              </a:ext>
            </a:extLst>
          </p:cNvPr>
          <p:cNvSpPr>
            <a:spLocks noGrp="1"/>
          </p:cNvSpPr>
          <p:nvPr/>
        </p:nvSpPr>
        <p:spPr>
          <a:xfrm>
            <a:off x="706153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0" name="F2_precision_recall_distributions_7034">
            <a:extLst>
              <a:ext uri="{FF2B5EF4-FFF2-40B4-BE49-F238E27FC236}">
                <a16:creationId xmlns:a16="http://schemas.microsoft.com/office/drawing/2014/main" id="{E070A010-75F7-449A-817D-8D41943310A4}"/>
              </a:ext>
            </a:extLst>
          </p:cNvPr>
          <p:cNvSpPr>
            <a:spLocks noGrp="1"/>
          </p:cNvSpPr>
          <p:nvPr/>
        </p:nvSpPr>
        <p:spPr>
          <a:xfrm>
            <a:off x="711261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1" name="F2_precision_recall_distributions_7035">
            <a:extLst>
              <a:ext uri="{FF2B5EF4-FFF2-40B4-BE49-F238E27FC236}">
                <a16:creationId xmlns:a16="http://schemas.microsoft.com/office/drawing/2014/main" id="{26597557-0248-4D98-A289-13E501CD1ABD}"/>
              </a:ext>
            </a:extLst>
          </p:cNvPr>
          <p:cNvSpPr>
            <a:spLocks noGrp="1"/>
          </p:cNvSpPr>
          <p:nvPr/>
        </p:nvSpPr>
        <p:spPr>
          <a:xfrm>
            <a:off x="73227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2" name="F2_precision_recall_distributions_7036">
            <a:extLst>
              <a:ext uri="{FF2B5EF4-FFF2-40B4-BE49-F238E27FC236}">
                <a16:creationId xmlns:a16="http://schemas.microsoft.com/office/drawing/2014/main" id="{4435C579-EB8F-4E2B-A1E8-E5F69A2B28C2}"/>
              </a:ext>
            </a:extLst>
          </p:cNvPr>
          <p:cNvSpPr>
            <a:spLocks noGrp="1"/>
          </p:cNvSpPr>
          <p:nvPr/>
        </p:nvSpPr>
        <p:spPr>
          <a:xfrm>
            <a:off x="69777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3" name="F2_precision_recall_distributions_7037">
            <a:extLst>
              <a:ext uri="{FF2B5EF4-FFF2-40B4-BE49-F238E27FC236}">
                <a16:creationId xmlns:a16="http://schemas.microsoft.com/office/drawing/2014/main" id="{3AA55735-DEB3-44BE-8347-E10307E8FBED}"/>
              </a:ext>
            </a:extLst>
          </p:cNvPr>
          <p:cNvSpPr>
            <a:spLocks noGrp="1"/>
          </p:cNvSpPr>
          <p:nvPr/>
        </p:nvSpPr>
        <p:spPr>
          <a:xfrm>
            <a:off x="729721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4" name="F2_precision_recall_distributions_7038">
            <a:extLst>
              <a:ext uri="{FF2B5EF4-FFF2-40B4-BE49-F238E27FC236}">
                <a16:creationId xmlns:a16="http://schemas.microsoft.com/office/drawing/2014/main" id="{1D8848FE-AEBE-49F0-ABC0-43F6D1CEFE19}"/>
              </a:ext>
            </a:extLst>
          </p:cNvPr>
          <p:cNvSpPr>
            <a:spLocks noGrp="1"/>
          </p:cNvSpPr>
          <p:nvPr/>
        </p:nvSpPr>
        <p:spPr>
          <a:xfrm>
            <a:off x="71525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5" name="F2_precision_recall_distributions_7039">
            <a:extLst>
              <a:ext uri="{FF2B5EF4-FFF2-40B4-BE49-F238E27FC236}">
                <a16:creationId xmlns:a16="http://schemas.microsoft.com/office/drawing/2014/main" id="{3DFBB9C9-86FA-4308-BAFC-18AB292BA060}"/>
              </a:ext>
            </a:extLst>
          </p:cNvPr>
          <p:cNvSpPr>
            <a:spLocks noGrp="1"/>
          </p:cNvSpPr>
          <p:nvPr/>
        </p:nvSpPr>
        <p:spPr>
          <a:xfrm>
            <a:off x="713767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6" name="F2_precision_recall_distributions_7040">
            <a:extLst>
              <a:ext uri="{FF2B5EF4-FFF2-40B4-BE49-F238E27FC236}">
                <a16:creationId xmlns:a16="http://schemas.microsoft.com/office/drawing/2014/main" id="{C22EADDB-0C89-45C3-98B7-9AA01F39BB7E}"/>
              </a:ext>
            </a:extLst>
          </p:cNvPr>
          <p:cNvSpPr>
            <a:spLocks noGrp="1"/>
          </p:cNvSpPr>
          <p:nvPr/>
        </p:nvSpPr>
        <p:spPr>
          <a:xfrm>
            <a:off x="722279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7" name="F2_precision_recall_distributions_7041">
            <a:extLst>
              <a:ext uri="{FF2B5EF4-FFF2-40B4-BE49-F238E27FC236}">
                <a16:creationId xmlns:a16="http://schemas.microsoft.com/office/drawing/2014/main" id="{6CEF6553-9E86-4BE8-B7AB-EBAE291B7C94}"/>
              </a:ext>
            </a:extLst>
          </p:cNvPr>
          <p:cNvSpPr>
            <a:spLocks noGrp="1"/>
          </p:cNvSpPr>
          <p:nvPr/>
        </p:nvSpPr>
        <p:spPr>
          <a:xfrm>
            <a:off x="717011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8" name="F2_precision_recall_distributions_7042">
            <a:extLst>
              <a:ext uri="{FF2B5EF4-FFF2-40B4-BE49-F238E27FC236}">
                <a16:creationId xmlns:a16="http://schemas.microsoft.com/office/drawing/2014/main" id="{00DF9904-6501-4927-951F-68B18326092C}"/>
              </a:ext>
            </a:extLst>
          </p:cNvPr>
          <p:cNvSpPr>
            <a:spLocks noGrp="1"/>
          </p:cNvSpPr>
          <p:nvPr/>
        </p:nvSpPr>
        <p:spPr>
          <a:xfrm>
            <a:off x="7248276" y="63761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9" name="F2_precision_recall_distributions_7043">
            <a:extLst>
              <a:ext uri="{FF2B5EF4-FFF2-40B4-BE49-F238E27FC236}">
                <a16:creationId xmlns:a16="http://schemas.microsoft.com/office/drawing/2014/main" id="{FDBE0F2A-EB27-4D8A-BA76-706A22203DE4}"/>
              </a:ext>
            </a:extLst>
          </p:cNvPr>
          <p:cNvSpPr>
            <a:spLocks noGrp="1"/>
          </p:cNvSpPr>
          <p:nvPr/>
        </p:nvSpPr>
        <p:spPr>
          <a:xfrm>
            <a:off x="717891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0" name="F2_precision_recall_distributions_7044">
            <a:extLst>
              <a:ext uri="{FF2B5EF4-FFF2-40B4-BE49-F238E27FC236}">
                <a16:creationId xmlns:a16="http://schemas.microsoft.com/office/drawing/2014/main" id="{D2391672-D174-43F8-9FFB-5BD92A407BD2}"/>
              </a:ext>
            </a:extLst>
          </p:cNvPr>
          <p:cNvSpPr>
            <a:spLocks noGrp="1"/>
          </p:cNvSpPr>
          <p:nvPr/>
        </p:nvSpPr>
        <p:spPr>
          <a:xfrm>
            <a:off x="700088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1" name="F2_precision_recall_distributions_7045">
            <a:extLst>
              <a:ext uri="{FF2B5EF4-FFF2-40B4-BE49-F238E27FC236}">
                <a16:creationId xmlns:a16="http://schemas.microsoft.com/office/drawing/2014/main" id="{715C8C18-79E0-4A46-945A-2B935A72EE43}"/>
              </a:ext>
            </a:extLst>
          </p:cNvPr>
          <p:cNvSpPr>
            <a:spLocks noGrp="1"/>
          </p:cNvSpPr>
          <p:nvPr/>
        </p:nvSpPr>
        <p:spPr>
          <a:xfrm>
            <a:off x="727048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2" name="F2_precision_recall_distributions_7046">
            <a:extLst>
              <a:ext uri="{FF2B5EF4-FFF2-40B4-BE49-F238E27FC236}">
                <a16:creationId xmlns:a16="http://schemas.microsoft.com/office/drawing/2014/main" id="{566A4E7B-1C79-4EE9-B097-9C415BFAF5C5}"/>
              </a:ext>
            </a:extLst>
          </p:cNvPr>
          <p:cNvSpPr>
            <a:spLocks noGrp="1"/>
          </p:cNvSpPr>
          <p:nvPr/>
        </p:nvSpPr>
        <p:spPr>
          <a:xfrm>
            <a:off x="71707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3" name="F2_precision_recall_distributions_7047">
            <a:extLst>
              <a:ext uri="{FF2B5EF4-FFF2-40B4-BE49-F238E27FC236}">
                <a16:creationId xmlns:a16="http://schemas.microsoft.com/office/drawing/2014/main" id="{91FA0DA3-EFB5-4110-8045-66874F680050}"/>
              </a:ext>
            </a:extLst>
          </p:cNvPr>
          <p:cNvSpPr>
            <a:spLocks noGrp="1"/>
          </p:cNvSpPr>
          <p:nvPr/>
        </p:nvSpPr>
        <p:spPr>
          <a:xfrm>
            <a:off x="710841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4" name="F2_precision_recall_distributions_7048">
            <a:extLst>
              <a:ext uri="{FF2B5EF4-FFF2-40B4-BE49-F238E27FC236}">
                <a16:creationId xmlns:a16="http://schemas.microsoft.com/office/drawing/2014/main" id="{DF3FAADC-8AA9-40C4-BA3F-C757029574C0}"/>
              </a:ext>
            </a:extLst>
          </p:cNvPr>
          <p:cNvSpPr>
            <a:spLocks noGrp="1"/>
          </p:cNvSpPr>
          <p:nvPr/>
        </p:nvSpPr>
        <p:spPr>
          <a:xfrm>
            <a:off x="7048971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5" name="F2_precision_recall_distributions_7049">
            <a:extLst>
              <a:ext uri="{FF2B5EF4-FFF2-40B4-BE49-F238E27FC236}">
                <a16:creationId xmlns:a16="http://schemas.microsoft.com/office/drawing/2014/main" id="{74BD11D8-4AFF-49C0-B3CE-1B272846C0ED}"/>
              </a:ext>
            </a:extLst>
          </p:cNvPr>
          <p:cNvSpPr>
            <a:spLocks noGrp="1"/>
          </p:cNvSpPr>
          <p:nvPr/>
        </p:nvSpPr>
        <p:spPr>
          <a:xfrm>
            <a:off x="71179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6" name="F2_precision_recall_distributions_7050">
            <a:extLst>
              <a:ext uri="{FF2B5EF4-FFF2-40B4-BE49-F238E27FC236}">
                <a16:creationId xmlns:a16="http://schemas.microsoft.com/office/drawing/2014/main" id="{4E4717A0-C80D-465C-95F2-AC3FC82F8D95}"/>
              </a:ext>
            </a:extLst>
          </p:cNvPr>
          <p:cNvSpPr>
            <a:spLocks noGrp="1"/>
          </p:cNvSpPr>
          <p:nvPr/>
        </p:nvSpPr>
        <p:spPr>
          <a:xfrm>
            <a:off x="7193953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7" name="F2_precision_recall_distributions_7051">
            <a:extLst>
              <a:ext uri="{FF2B5EF4-FFF2-40B4-BE49-F238E27FC236}">
                <a16:creationId xmlns:a16="http://schemas.microsoft.com/office/drawing/2014/main" id="{B2B4D927-3F45-4731-BD42-3C25DBE9B280}"/>
              </a:ext>
            </a:extLst>
          </p:cNvPr>
          <p:cNvSpPr>
            <a:spLocks noGrp="1"/>
          </p:cNvSpPr>
          <p:nvPr/>
        </p:nvSpPr>
        <p:spPr>
          <a:xfrm>
            <a:off x="728447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8" name="F2_precision_recall_distributions_7052">
            <a:extLst>
              <a:ext uri="{FF2B5EF4-FFF2-40B4-BE49-F238E27FC236}">
                <a16:creationId xmlns:a16="http://schemas.microsoft.com/office/drawing/2014/main" id="{C1637DBE-E6F2-4959-A7BB-967D309BE827}"/>
              </a:ext>
            </a:extLst>
          </p:cNvPr>
          <p:cNvSpPr>
            <a:spLocks noGrp="1"/>
          </p:cNvSpPr>
          <p:nvPr/>
        </p:nvSpPr>
        <p:spPr>
          <a:xfrm>
            <a:off x="7068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9" name="F2_precision_recall_distributions_7053">
            <a:extLst>
              <a:ext uri="{FF2B5EF4-FFF2-40B4-BE49-F238E27FC236}">
                <a16:creationId xmlns:a16="http://schemas.microsoft.com/office/drawing/2014/main" id="{8183E1EC-469F-4561-8AED-E5C033B2B137}"/>
              </a:ext>
            </a:extLst>
          </p:cNvPr>
          <p:cNvSpPr>
            <a:spLocks noGrp="1"/>
          </p:cNvSpPr>
          <p:nvPr/>
        </p:nvSpPr>
        <p:spPr>
          <a:xfrm>
            <a:off x="70978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0" name="F2_precision_recall_distributions_7054">
            <a:extLst>
              <a:ext uri="{FF2B5EF4-FFF2-40B4-BE49-F238E27FC236}">
                <a16:creationId xmlns:a16="http://schemas.microsoft.com/office/drawing/2014/main" id="{8E57A889-6F02-47EC-A765-8D8EA1DABEC7}"/>
              </a:ext>
            </a:extLst>
          </p:cNvPr>
          <p:cNvSpPr>
            <a:spLocks noGrp="1"/>
          </p:cNvSpPr>
          <p:nvPr/>
        </p:nvSpPr>
        <p:spPr>
          <a:xfrm>
            <a:off x="7197870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1" name="F2_precision_recall_distributions_7055">
            <a:extLst>
              <a:ext uri="{FF2B5EF4-FFF2-40B4-BE49-F238E27FC236}">
                <a16:creationId xmlns:a16="http://schemas.microsoft.com/office/drawing/2014/main" id="{34076FD7-60CA-48F0-913D-D02902DBA721}"/>
              </a:ext>
            </a:extLst>
          </p:cNvPr>
          <p:cNvSpPr>
            <a:spLocks noGrp="1"/>
          </p:cNvSpPr>
          <p:nvPr/>
        </p:nvSpPr>
        <p:spPr>
          <a:xfrm>
            <a:off x="71505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2" name="F2_precision_recall_distributions_7056">
            <a:extLst>
              <a:ext uri="{FF2B5EF4-FFF2-40B4-BE49-F238E27FC236}">
                <a16:creationId xmlns:a16="http://schemas.microsoft.com/office/drawing/2014/main" id="{2D7C1FED-DD50-40C9-B015-822E16542434}"/>
              </a:ext>
            </a:extLst>
          </p:cNvPr>
          <p:cNvSpPr>
            <a:spLocks noGrp="1"/>
          </p:cNvSpPr>
          <p:nvPr/>
        </p:nvSpPr>
        <p:spPr>
          <a:xfrm>
            <a:off x="7121626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3" name="F2_precision_recall_distributions_7057">
            <a:extLst>
              <a:ext uri="{FF2B5EF4-FFF2-40B4-BE49-F238E27FC236}">
                <a16:creationId xmlns:a16="http://schemas.microsoft.com/office/drawing/2014/main" id="{05F59C0C-2676-4B8C-873A-F5ABA22969BC}"/>
              </a:ext>
            </a:extLst>
          </p:cNvPr>
          <p:cNvSpPr>
            <a:spLocks noGrp="1"/>
          </p:cNvSpPr>
          <p:nvPr/>
        </p:nvSpPr>
        <p:spPr>
          <a:xfrm>
            <a:off x="727484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4" name="F2_precision_recall_distributions_7058">
            <a:extLst>
              <a:ext uri="{FF2B5EF4-FFF2-40B4-BE49-F238E27FC236}">
                <a16:creationId xmlns:a16="http://schemas.microsoft.com/office/drawing/2014/main" id="{9F851C00-F8D4-462A-B3AA-1ABD2D725689}"/>
              </a:ext>
            </a:extLst>
          </p:cNvPr>
          <p:cNvSpPr>
            <a:spLocks noGrp="1"/>
          </p:cNvSpPr>
          <p:nvPr/>
        </p:nvSpPr>
        <p:spPr>
          <a:xfrm>
            <a:off x="698281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5" name="F2_precision_recall_distributions_7059">
            <a:extLst>
              <a:ext uri="{FF2B5EF4-FFF2-40B4-BE49-F238E27FC236}">
                <a16:creationId xmlns:a16="http://schemas.microsoft.com/office/drawing/2014/main" id="{F85EC5EA-78FE-4E37-A48A-762DA938C897}"/>
              </a:ext>
            </a:extLst>
          </p:cNvPr>
          <p:cNvSpPr>
            <a:spLocks noGrp="1"/>
          </p:cNvSpPr>
          <p:nvPr/>
        </p:nvSpPr>
        <p:spPr>
          <a:xfrm>
            <a:off x="6991621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6" name="F2_precision_recall_distributions_7060">
            <a:extLst>
              <a:ext uri="{FF2B5EF4-FFF2-40B4-BE49-F238E27FC236}">
                <a16:creationId xmlns:a16="http://schemas.microsoft.com/office/drawing/2014/main" id="{CB2536FF-E53B-491E-8E34-E76A4607293A}"/>
              </a:ext>
            </a:extLst>
          </p:cNvPr>
          <p:cNvSpPr>
            <a:spLocks noGrp="1"/>
          </p:cNvSpPr>
          <p:nvPr/>
        </p:nvSpPr>
        <p:spPr>
          <a:xfrm>
            <a:off x="70755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7" name="F2_precision_recall_distributions_7061">
            <a:extLst>
              <a:ext uri="{FF2B5EF4-FFF2-40B4-BE49-F238E27FC236}">
                <a16:creationId xmlns:a16="http://schemas.microsoft.com/office/drawing/2014/main" id="{4FE26E58-5D19-412C-A31E-BEADD0C72A92}"/>
              </a:ext>
            </a:extLst>
          </p:cNvPr>
          <p:cNvSpPr>
            <a:spLocks noGrp="1"/>
          </p:cNvSpPr>
          <p:nvPr/>
        </p:nvSpPr>
        <p:spPr>
          <a:xfrm>
            <a:off x="7202383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8" name="F2_precision_recall_distributions_7062">
            <a:extLst>
              <a:ext uri="{FF2B5EF4-FFF2-40B4-BE49-F238E27FC236}">
                <a16:creationId xmlns:a16="http://schemas.microsoft.com/office/drawing/2014/main" id="{E307EEDB-D6D0-49BF-9E43-2DDD01A08B94}"/>
              </a:ext>
            </a:extLst>
          </p:cNvPr>
          <p:cNvSpPr>
            <a:spLocks noGrp="1"/>
          </p:cNvSpPr>
          <p:nvPr/>
        </p:nvSpPr>
        <p:spPr>
          <a:xfrm>
            <a:off x="73060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9" name="F2_precision_recall_distributions_7063">
            <a:extLst>
              <a:ext uri="{FF2B5EF4-FFF2-40B4-BE49-F238E27FC236}">
                <a16:creationId xmlns:a16="http://schemas.microsoft.com/office/drawing/2014/main" id="{0DD2D01E-04BE-4D30-84E9-201100F1AF1F}"/>
              </a:ext>
            </a:extLst>
          </p:cNvPr>
          <p:cNvSpPr>
            <a:spLocks noGrp="1"/>
          </p:cNvSpPr>
          <p:nvPr/>
        </p:nvSpPr>
        <p:spPr>
          <a:xfrm>
            <a:off x="72897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0" name="F2_precision_recall_distributions_7064">
            <a:extLst>
              <a:ext uri="{FF2B5EF4-FFF2-40B4-BE49-F238E27FC236}">
                <a16:creationId xmlns:a16="http://schemas.microsoft.com/office/drawing/2014/main" id="{01CE19D5-3890-465E-BA95-ECA91E70946D}"/>
              </a:ext>
            </a:extLst>
          </p:cNvPr>
          <p:cNvSpPr>
            <a:spLocks noGrp="1"/>
          </p:cNvSpPr>
          <p:nvPr/>
        </p:nvSpPr>
        <p:spPr>
          <a:xfrm>
            <a:off x="696957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1" name="F2_precision_recall_distributions_7065">
            <a:extLst>
              <a:ext uri="{FF2B5EF4-FFF2-40B4-BE49-F238E27FC236}">
                <a16:creationId xmlns:a16="http://schemas.microsoft.com/office/drawing/2014/main" id="{EAA50F78-ADD5-4657-BF93-3E50DB0635A8}"/>
              </a:ext>
            </a:extLst>
          </p:cNvPr>
          <p:cNvSpPr>
            <a:spLocks noGrp="1"/>
          </p:cNvSpPr>
          <p:nvPr/>
        </p:nvSpPr>
        <p:spPr>
          <a:xfrm>
            <a:off x="73188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2" name="F2_precision_recall_distributions_7066">
            <a:extLst>
              <a:ext uri="{FF2B5EF4-FFF2-40B4-BE49-F238E27FC236}">
                <a16:creationId xmlns:a16="http://schemas.microsoft.com/office/drawing/2014/main" id="{52A43014-C5A1-4DD2-AD6F-F9BFD51E429A}"/>
              </a:ext>
            </a:extLst>
          </p:cNvPr>
          <p:cNvSpPr>
            <a:spLocks noGrp="1"/>
          </p:cNvSpPr>
          <p:nvPr/>
        </p:nvSpPr>
        <p:spPr>
          <a:xfrm>
            <a:off x="725474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3" name="F2_precision_recall_distributions_7067">
            <a:extLst>
              <a:ext uri="{FF2B5EF4-FFF2-40B4-BE49-F238E27FC236}">
                <a16:creationId xmlns:a16="http://schemas.microsoft.com/office/drawing/2014/main" id="{74868DE8-76DB-4B34-BDDD-3D25F3771F6C}"/>
              </a:ext>
            </a:extLst>
          </p:cNvPr>
          <p:cNvSpPr>
            <a:spLocks noGrp="1"/>
          </p:cNvSpPr>
          <p:nvPr/>
        </p:nvSpPr>
        <p:spPr>
          <a:xfrm>
            <a:off x="7119988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4" name="F2_precision_recall_distributions_7068">
            <a:extLst>
              <a:ext uri="{FF2B5EF4-FFF2-40B4-BE49-F238E27FC236}">
                <a16:creationId xmlns:a16="http://schemas.microsoft.com/office/drawing/2014/main" id="{FC3439D7-BFAC-471D-A4D6-D0DAFBAE92EF}"/>
              </a:ext>
            </a:extLst>
          </p:cNvPr>
          <p:cNvSpPr>
            <a:spLocks noGrp="1"/>
          </p:cNvSpPr>
          <p:nvPr/>
        </p:nvSpPr>
        <p:spPr>
          <a:xfrm>
            <a:off x="732362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5" name="F2_precision_recall_distributions_7069">
            <a:extLst>
              <a:ext uri="{FF2B5EF4-FFF2-40B4-BE49-F238E27FC236}">
                <a16:creationId xmlns:a16="http://schemas.microsoft.com/office/drawing/2014/main" id="{639662C6-7BF2-44F0-9BEB-CC1AF6C4339D}"/>
              </a:ext>
            </a:extLst>
          </p:cNvPr>
          <p:cNvSpPr>
            <a:spLocks noGrp="1"/>
          </p:cNvSpPr>
          <p:nvPr/>
        </p:nvSpPr>
        <p:spPr>
          <a:xfrm>
            <a:off x="7269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6" name="F2_precision_recall_distributions_7070">
            <a:extLst>
              <a:ext uri="{FF2B5EF4-FFF2-40B4-BE49-F238E27FC236}">
                <a16:creationId xmlns:a16="http://schemas.microsoft.com/office/drawing/2014/main" id="{6C9AB884-9EAA-4FAE-82E3-0E92243355C3}"/>
              </a:ext>
            </a:extLst>
          </p:cNvPr>
          <p:cNvSpPr>
            <a:spLocks noGrp="1"/>
          </p:cNvSpPr>
          <p:nvPr/>
        </p:nvSpPr>
        <p:spPr>
          <a:xfrm>
            <a:off x="72578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7" name="F2_precision_recall_distributions_7071">
            <a:extLst>
              <a:ext uri="{FF2B5EF4-FFF2-40B4-BE49-F238E27FC236}">
                <a16:creationId xmlns:a16="http://schemas.microsoft.com/office/drawing/2014/main" id="{22A3F533-80C6-403E-A17C-A1BDD8CDC8DB}"/>
              </a:ext>
            </a:extLst>
          </p:cNvPr>
          <p:cNvSpPr>
            <a:spLocks noGrp="1"/>
          </p:cNvSpPr>
          <p:nvPr/>
        </p:nvSpPr>
        <p:spPr>
          <a:xfrm>
            <a:off x="73193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8" name="F2_precision_recall_distributions_7072">
            <a:extLst>
              <a:ext uri="{FF2B5EF4-FFF2-40B4-BE49-F238E27FC236}">
                <a16:creationId xmlns:a16="http://schemas.microsoft.com/office/drawing/2014/main" id="{6A73E706-B065-412D-A71E-ECDF952FF239}"/>
              </a:ext>
            </a:extLst>
          </p:cNvPr>
          <p:cNvSpPr>
            <a:spLocks noGrp="1"/>
          </p:cNvSpPr>
          <p:nvPr/>
        </p:nvSpPr>
        <p:spPr>
          <a:xfrm>
            <a:off x="71542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9" name="F2_precision_recall_distributions_7073">
            <a:extLst>
              <a:ext uri="{FF2B5EF4-FFF2-40B4-BE49-F238E27FC236}">
                <a16:creationId xmlns:a16="http://schemas.microsoft.com/office/drawing/2014/main" id="{54B5116C-16E2-4A70-867F-50FD203D10A9}"/>
              </a:ext>
            </a:extLst>
          </p:cNvPr>
          <p:cNvSpPr>
            <a:spLocks noGrp="1"/>
          </p:cNvSpPr>
          <p:nvPr/>
        </p:nvSpPr>
        <p:spPr>
          <a:xfrm>
            <a:off x="7136684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0" name="F2_precision_recall_distributions_7074">
            <a:extLst>
              <a:ext uri="{FF2B5EF4-FFF2-40B4-BE49-F238E27FC236}">
                <a16:creationId xmlns:a16="http://schemas.microsoft.com/office/drawing/2014/main" id="{D9E4D569-6020-486B-98E9-EACF80F52F91}"/>
              </a:ext>
            </a:extLst>
          </p:cNvPr>
          <p:cNvSpPr>
            <a:spLocks noGrp="1"/>
          </p:cNvSpPr>
          <p:nvPr/>
        </p:nvSpPr>
        <p:spPr>
          <a:xfrm>
            <a:off x="7099768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1" name="F2_precision_recall_distributions_7075">
            <a:extLst>
              <a:ext uri="{FF2B5EF4-FFF2-40B4-BE49-F238E27FC236}">
                <a16:creationId xmlns:a16="http://schemas.microsoft.com/office/drawing/2014/main" id="{DA67FF75-017F-4334-A645-421C4132A6C5}"/>
              </a:ext>
            </a:extLst>
          </p:cNvPr>
          <p:cNvSpPr>
            <a:spLocks noGrp="1"/>
          </p:cNvSpPr>
          <p:nvPr/>
        </p:nvSpPr>
        <p:spPr>
          <a:xfrm>
            <a:off x="72198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2" name="F2_precision_recall_distributions_7076">
            <a:extLst>
              <a:ext uri="{FF2B5EF4-FFF2-40B4-BE49-F238E27FC236}">
                <a16:creationId xmlns:a16="http://schemas.microsoft.com/office/drawing/2014/main" id="{80A4FDAC-63E6-473A-A1DE-FBBB1C21C4EC}"/>
              </a:ext>
            </a:extLst>
          </p:cNvPr>
          <p:cNvSpPr>
            <a:spLocks noGrp="1"/>
          </p:cNvSpPr>
          <p:nvPr/>
        </p:nvSpPr>
        <p:spPr>
          <a:xfrm>
            <a:off x="7183380" y="6183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3" name="F2_precision_recall_distributions_7077">
            <a:extLst>
              <a:ext uri="{FF2B5EF4-FFF2-40B4-BE49-F238E27FC236}">
                <a16:creationId xmlns:a16="http://schemas.microsoft.com/office/drawing/2014/main" id="{2C89E99A-2D38-4451-B57A-9A5E08D44482}"/>
              </a:ext>
            </a:extLst>
          </p:cNvPr>
          <p:cNvSpPr>
            <a:spLocks noGrp="1"/>
          </p:cNvSpPr>
          <p:nvPr/>
        </p:nvSpPr>
        <p:spPr>
          <a:xfrm>
            <a:off x="698938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4" name="F2_precision_recall_distributions_7078">
            <a:extLst>
              <a:ext uri="{FF2B5EF4-FFF2-40B4-BE49-F238E27FC236}">
                <a16:creationId xmlns:a16="http://schemas.microsoft.com/office/drawing/2014/main" id="{78F9781C-4449-4307-BC96-8F58CC70FC78}"/>
              </a:ext>
            </a:extLst>
          </p:cNvPr>
          <p:cNvSpPr>
            <a:spLocks noGrp="1"/>
          </p:cNvSpPr>
          <p:nvPr/>
        </p:nvSpPr>
        <p:spPr>
          <a:xfrm>
            <a:off x="716561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5" name="F2_precision_recall_distributions_7079">
            <a:extLst>
              <a:ext uri="{FF2B5EF4-FFF2-40B4-BE49-F238E27FC236}">
                <a16:creationId xmlns:a16="http://schemas.microsoft.com/office/drawing/2014/main" id="{7CB6706D-7CAB-48A8-8B67-887B258FDADA}"/>
              </a:ext>
            </a:extLst>
          </p:cNvPr>
          <p:cNvSpPr>
            <a:spLocks noGrp="1"/>
          </p:cNvSpPr>
          <p:nvPr/>
        </p:nvSpPr>
        <p:spPr>
          <a:xfrm>
            <a:off x="71971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6" name="F2_precision_recall_distributions_7080">
            <a:extLst>
              <a:ext uri="{FF2B5EF4-FFF2-40B4-BE49-F238E27FC236}">
                <a16:creationId xmlns:a16="http://schemas.microsoft.com/office/drawing/2014/main" id="{F41DAFEA-8EA1-42F5-8223-C806AC6AD5A7}"/>
              </a:ext>
            </a:extLst>
          </p:cNvPr>
          <p:cNvSpPr>
            <a:spLocks noGrp="1"/>
          </p:cNvSpPr>
          <p:nvPr/>
        </p:nvSpPr>
        <p:spPr>
          <a:xfrm>
            <a:off x="71466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7" name="F2_precision_recall_distributions_7081">
            <a:extLst>
              <a:ext uri="{FF2B5EF4-FFF2-40B4-BE49-F238E27FC236}">
                <a16:creationId xmlns:a16="http://schemas.microsoft.com/office/drawing/2014/main" id="{6C57124C-3F59-4DC2-85DC-8245197C406E}"/>
              </a:ext>
            </a:extLst>
          </p:cNvPr>
          <p:cNvSpPr>
            <a:spLocks noGrp="1"/>
          </p:cNvSpPr>
          <p:nvPr/>
        </p:nvSpPr>
        <p:spPr>
          <a:xfrm>
            <a:off x="733744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8" name="F2_precision_recall_distributions_7082">
            <a:extLst>
              <a:ext uri="{FF2B5EF4-FFF2-40B4-BE49-F238E27FC236}">
                <a16:creationId xmlns:a16="http://schemas.microsoft.com/office/drawing/2014/main" id="{BEEB0802-5F9B-4B62-B146-8683A98DF839}"/>
              </a:ext>
            </a:extLst>
          </p:cNvPr>
          <p:cNvSpPr>
            <a:spLocks noGrp="1"/>
          </p:cNvSpPr>
          <p:nvPr/>
        </p:nvSpPr>
        <p:spPr>
          <a:xfrm>
            <a:off x="70746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9" name="F2_precision_recall_distributions_7083">
            <a:extLst>
              <a:ext uri="{FF2B5EF4-FFF2-40B4-BE49-F238E27FC236}">
                <a16:creationId xmlns:a16="http://schemas.microsoft.com/office/drawing/2014/main" id="{6E3DF168-C24F-4046-A168-C89359EC1D48}"/>
              </a:ext>
            </a:extLst>
          </p:cNvPr>
          <p:cNvSpPr>
            <a:spLocks noGrp="1"/>
          </p:cNvSpPr>
          <p:nvPr/>
        </p:nvSpPr>
        <p:spPr>
          <a:xfrm>
            <a:off x="733230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0" name="F2_precision_recall_distributions_7084">
            <a:extLst>
              <a:ext uri="{FF2B5EF4-FFF2-40B4-BE49-F238E27FC236}">
                <a16:creationId xmlns:a16="http://schemas.microsoft.com/office/drawing/2014/main" id="{B59CDB44-EEC9-4D14-B2EB-2E4C4092D110}"/>
              </a:ext>
            </a:extLst>
          </p:cNvPr>
          <p:cNvSpPr>
            <a:spLocks noGrp="1"/>
          </p:cNvSpPr>
          <p:nvPr/>
        </p:nvSpPr>
        <p:spPr>
          <a:xfrm>
            <a:off x="6984860" y="64285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1" name="F2_precision_recall_distributions_7085">
            <a:extLst>
              <a:ext uri="{FF2B5EF4-FFF2-40B4-BE49-F238E27FC236}">
                <a16:creationId xmlns:a16="http://schemas.microsoft.com/office/drawing/2014/main" id="{F4CBECA4-1E87-4ED9-8788-A1508D6AEDB0}"/>
              </a:ext>
            </a:extLst>
          </p:cNvPr>
          <p:cNvSpPr>
            <a:spLocks noGrp="1"/>
          </p:cNvSpPr>
          <p:nvPr/>
        </p:nvSpPr>
        <p:spPr>
          <a:xfrm>
            <a:off x="729426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2" name="F2_precision_recall_distributions_7086">
            <a:extLst>
              <a:ext uri="{FF2B5EF4-FFF2-40B4-BE49-F238E27FC236}">
                <a16:creationId xmlns:a16="http://schemas.microsoft.com/office/drawing/2014/main" id="{9A053E88-440C-4789-9914-2842A28E6955}"/>
              </a:ext>
            </a:extLst>
          </p:cNvPr>
          <p:cNvSpPr>
            <a:spLocks noGrp="1"/>
          </p:cNvSpPr>
          <p:nvPr/>
        </p:nvSpPr>
        <p:spPr>
          <a:xfrm>
            <a:off x="70692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3" name="F2_precision_recall_distributions_7087">
            <a:extLst>
              <a:ext uri="{FF2B5EF4-FFF2-40B4-BE49-F238E27FC236}">
                <a16:creationId xmlns:a16="http://schemas.microsoft.com/office/drawing/2014/main" id="{C525FBA9-5C11-4870-97F0-C9184C46DE88}"/>
              </a:ext>
            </a:extLst>
          </p:cNvPr>
          <p:cNvSpPr>
            <a:spLocks noGrp="1"/>
          </p:cNvSpPr>
          <p:nvPr/>
        </p:nvSpPr>
        <p:spPr>
          <a:xfrm>
            <a:off x="7992389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274" name="F2_precision_recall_distributions_7088">
            <a:extLst>
              <a:ext uri="{FF2B5EF4-FFF2-40B4-BE49-F238E27FC236}">
                <a16:creationId xmlns:a16="http://schemas.microsoft.com/office/drawing/2014/main" id="{2A473083-1A3B-49DA-A371-460D4EF0D028}"/>
              </a:ext>
            </a:extLst>
          </p:cNvPr>
          <p:cNvSpPr>
            <a:spLocks noGrp="1"/>
          </p:cNvSpPr>
          <p:nvPr/>
        </p:nvSpPr>
        <p:spPr>
          <a:xfrm>
            <a:off x="82125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5" name="F2_precision_recall_distributions_7089">
            <a:extLst>
              <a:ext uri="{FF2B5EF4-FFF2-40B4-BE49-F238E27FC236}">
                <a16:creationId xmlns:a16="http://schemas.microsoft.com/office/drawing/2014/main" id="{4FF18409-A6C2-4939-A124-492CB73E7251}"/>
              </a:ext>
            </a:extLst>
          </p:cNvPr>
          <p:cNvSpPr>
            <a:spLocks noGrp="1"/>
          </p:cNvSpPr>
          <p:nvPr/>
        </p:nvSpPr>
        <p:spPr>
          <a:xfrm>
            <a:off x="81949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6" name="F2_precision_recall_distributions_7090">
            <a:extLst>
              <a:ext uri="{FF2B5EF4-FFF2-40B4-BE49-F238E27FC236}">
                <a16:creationId xmlns:a16="http://schemas.microsoft.com/office/drawing/2014/main" id="{9BDB44E5-B8AA-4646-8CEB-6B77C7A9103E}"/>
              </a:ext>
            </a:extLst>
          </p:cNvPr>
          <p:cNvSpPr>
            <a:spLocks noGrp="1"/>
          </p:cNvSpPr>
          <p:nvPr/>
        </p:nvSpPr>
        <p:spPr>
          <a:xfrm>
            <a:off x="81478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7" name="F2_precision_recall_distributions_7091">
            <a:extLst>
              <a:ext uri="{FF2B5EF4-FFF2-40B4-BE49-F238E27FC236}">
                <a16:creationId xmlns:a16="http://schemas.microsoft.com/office/drawing/2014/main" id="{0C4EE823-86F4-4138-8BEA-7ECD0576383C}"/>
              </a:ext>
            </a:extLst>
          </p:cNvPr>
          <p:cNvSpPr>
            <a:spLocks noGrp="1"/>
          </p:cNvSpPr>
          <p:nvPr/>
        </p:nvSpPr>
        <p:spPr>
          <a:xfrm>
            <a:off x="84311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8" name="F2_precision_recall_distributions_7092">
            <a:extLst>
              <a:ext uri="{FF2B5EF4-FFF2-40B4-BE49-F238E27FC236}">
                <a16:creationId xmlns:a16="http://schemas.microsoft.com/office/drawing/2014/main" id="{FEFC771E-CD86-445B-AA7B-2D78AF03CBE2}"/>
              </a:ext>
            </a:extLst>
          </p:cNvPr>
          <p:cNvSpPr>
            <a:spLocks noGrp="1"/>
          </p:cNvSpPr>
          <p:nvPr/>
        </p:nvSpPr>
        <p:spPr>
          <a:xfrm>
            <a:off x="8210142" y="62235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9" name="F2_precision_recall_distributions_7093">
            <a:extLst>
              <a:ext uri="{FF2B5EF4-FFF2-40B4-BE49-F238E27FC236}">
                <a16:creationId xmlns:a16="http://schemas.microsoft.com/office/drawing/2014/main" id="{7CCF46BC-B85D-45A9-9627-1F6DD73FE85E}"/>
              </a:ext>
            </a:extLst>
          </p:cNvPr>
          <p:cNvSpPr>
            <a:spLocks noGrp="1"/>
          </p:cNvSpPr>
          <p:nvPr/>
        </p:nvSpPr>
        <p:spPr>
          <a:xfrm>
            <a:off x="8261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0" name="F2_precision_recall_distributions_7094">
            <a:extLst>
              <a:ext uri="{FF2B5EF4-FFF2-40B4-BE49-F238E27FC236}">
                <a16:creationId xmlns:a16="http://schemas.microsoft.com/office/drawing/2014/main" id="{4AE1A0D3-3108-4846-8C77-A9ADDB2DD6B7}"/>
              </a:ext>
            </a:extLst>
          </p:cNvPr>
          <p:cNvSpPr>
            <a:spLocks noGrp="1"/>
          </p:cNvSpPr>
          <p:nvPr/>
        </p:nvSpPr>
        <p:spPr>
          <a:xfrm>
            <a:off x="84890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1" name="F2_precision_recall_distributions_7095">
            <a:extLst>
              <a:ext uri="{FF2B5EF4-FFF2-40B4-BE49-F238E27FC236}">
                <a16:creationId xmlns:a16="http://schemas.microsoft.com/office/drawing/2014/main" id="{2D2F74A6-5579-4FC7-A94E-9726F1DC1A68}"/>
              </a:ext>
            </a:extLst>
          </p:cNvPr>
          <p:cNvSpPr>
            <a:spLocks noGrp="1"/>
          </p:cNvSpPr>
          <p:nvPr/>
        </p:nvSpPr>
        <p:spPr>
          <a:xfrm>
            <a:off x="8394478" y="581030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2" name="F2_precision_recall_distributions_7096">
            <a:extLst>
              <a:ext uri="{FF2B5EF4-FFF2-40B4-BE49-F238E27FC236}">
                <a16:creationId xmlns:a16="http://schemas.microsoft.com/office/drawing/2014/main" id="{FD04AA0F-A517-4D82-9B1D-C02D91C6A81D}"/>
              </a:ext>
            </a:extLst>
          </p:cNvPr>
          <p:cNvSpPr>
            <a:spLocks noGrp="1"/>
          </p:cNvSpPr>
          <p:nvPr/>
        </p:nvSpPr>
        <p:spPr>
          <a:xfrm>
            <a:off x="82120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3" name="F2_precision_recall_distributions_7097">
            <a:extLst>
              <a:ext uri="{FF2B5EF4-FFF2-40B4-BE49-F238E27FC236}">
                <a16:creationId xmlns:a16="http://schemas.microsoft.com/office/drawing/2014/main" id="{C6E97096-8A93-4C97-A718-A3A551B3957C}"/>
              </a:ext>
            </a:extLst>
          </p:cNvPr>
          <p:cNvSpPr>
            <a:spLocks noGrp="1"/>
          </p:cNvSpPr>
          <p:nvPr/>
        </p:nvSpPr>
        <p:spPr>
          <a:xfrm>
            <a:off x="813710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4" name="F2_precision_recall_distributions_7098">
            <a:extLst>
              <a:ext uri="{FF2B5EF4-FFF2-40B4-BE49-F238E27FC236}">
                <a16:creationId xmlns:a16="http://schemas.microsoft.com/office/drawing/2014/main" id="{D3BB2947-5AE4-42B2-B79A-B57988D4B6EA}"/>
              </a:ext>
            </a:extLst>
          </p:cNvPr>
          <p:cNvSpPr>
            <a:spLocks noGrp="1"/>
          </p:cNvSpPr>
          <p:nvPr/>
        </p:nvSpPr>
        <p:spPr>
          <a:xfrm>
            <a:off x="8203586" y="64327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5" name="F2_precision_recall_distributions_7099">
            <a:extLst>
              <a:ext uri="{FF2B5EF4-FFF2-40B4-BE49-F238E27FC236}">
                <a16:creationId xmlns:a16="http://schemas.microsoft.com/office/drawing/2014/main" id="{3323BAC4-DE34-4EFB-A125-4BC10B8AF85A}"/>
              </a:ext>
            </a:extLst>
          </p:cNvPr>
          <p:cNvSpPr>
            <a:spLocks noGrp="1"/>
          </p:cNvSpPr>
          <p:nvPr/>
        </p:nvSpPr>
        <p:spPr>
          <a:xfrm>
            <a:off x="8434170" y="5881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6" name="F2_precision_recall_distributions_7100">
            <a:extLst>
              <a:ext uri="{FF2B5EF4-FFF2-40B4-BE49-F238E27FC236}">
                <a16:creationId xmlns:a16="http://schemas.microsoft.com/office/drawing/2014/main" id="{1B5C6A60-259B-48D1-9E67-7BFDBA92BA84}"/>
              </a:ext>
            </a:extLst>
          </p:cNvPr>
          <p:cNvSpPr>
            <a:spLocks noGrp="1"/>
          </p:cNvSpPr>
          <p:nvPr/>
        </p:nvSpPr>
        <p:spPr>
          <a:xfrm>
            <a:off x="8448935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7" name="F2_precision_recall_distributions_7101">
            <a:extLst>
              <a:ext uri="{FF2B5EF4-FFF2-40B4-BE49-F238E27FC236}">
                <a16:creationId xmlns:a16="http://schemas.microsoft.com/office/drawing/2014/main" id="{48D7E6B1-A569-4C3A-B173-635DDCA49045}"/>
              </a:ext>
            </a:extLst>
          </p:cNvPr>
          <p:cNvSpPr>
            <a:spLocks noGrp="1"/>
          </p:cNvSpPr>
          <p:nvPr/>
        </p:nvSpPr>
        <p:spPr>
          <a:xfrm>
            <a:off x="82324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8" name="F2_precision_recall_distributions_7102">
            <a:extLst>
              <a:ext uri="{FF2B5EF4-FFF2-40B4-BE49-F238E27FC236}">
                <a16:creationId xmlns:a16="http://schemas.microsoft.com/office/drawing/2014/main" id="{1D81AECF-689F-4021-B75E-64A092021AB8}"/>
              </a:ext>
            </a:extLst>
          </p:cNvPr>
          <p:cNvSpPr>
            <a:spLocks noGrp="1"/>
          </p:cNvSpPr>
          <p:nvPr/>
        </p:nvSpPr>
        <p:spPr>
          <a:xfrm>
            <a:off x="8445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9" name="F2_precision_recall_distributions_7103">
            <a:extLst>
              <a:ext uri="{FF2B5EF4-FFF2-40B4-BE49-F238E27FC236}">
                <a16:creationId xmlns:a16="http://schemas.microsoft.com/office/drawing/2014/main" id="{BAE2CDF1-B9D5-4DA7-93F9-857C246C76B5}"/>
              </a:ext>
            </a:extLst>
          </p:cNvPr>
          <p:cNvSpPr>
            <a:spLocks noGrp="1"/>
          </p:cNvSpPr>
          <p:nvPr/>
        </p:nvSpPr>
        <p:spPr>
          <a:xfrm>
            <a:off x="8271309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0" name="F2_precision_recall_distributions_7104">
            <a:extLst>
              <a:ext uri="{FF2B5EF4-FFF2-40B4-BE49-F238E27FC236}">
                <a16:creationId xmlns:a16="http://schemas.microsoft.com/office/drawing/2014/main" id="{A0831AB1-76D5-433F-AB2E-E718B8131EE3}"/>
              </a:ext>
            </a:extLst>
          </p:cNvPr>
          <p:cNvSpPr>
            <a:spLocks noGrp="1"/>
          </p:cNvSpPr>
          <p:nvPr/>
        </p:nvSpPr>
        <p:spPr>
          <a:xfrm>
            <a:off x="8258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1" name="F2_precision_recall_distributions_7105">
            <a:extLst>
              <a:ext uri="{FF2B5EF4-FFF2-40B4-BE49-F238E27FC236}">
                <a16:creationId xmlns:a16="http://schemas.microsoft.com/office/drawing/2014/main" id="{27C02169-063F-498A-914F-1604139FDE4C}"/>
              </a:ext>
            </a:extLst>
          </p:cNvPr>
          <p:cNvSpPr>
            <a:spLocks noGrp="1"/>
          </p:cNvSpPr>
          <p:nvPr/>
        </p:nvSpPr>
        <p:spPr>
          <a:xfrm>
            <a:off x="83504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2" name="F2_precision_recall_distributions_7106">
            <a:extLst>
              <a:ext uri="{FF2B5EF4-FFF2-40B4-BE49-F238E27FC236}">
                <a16:creationId xmlns:a16="http://schemas.microsoft.com/office/drawing/2014/main" id="{F21D3068-5F75-42C8-97F0-27177BBA7CE4}"/>
              </a:ext>
            </a:extLst>
          </p:cNvPr>
          <p:cNvSpPr>
            <a:spLocks noGrp="1"/>
          </p:cNvSpPr>
          <p:nvPr/>
        </p:nvSpPr>
        <p:spPr>
          <a:xfrm>
            <a:off x="82387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3" name="F2_precision_recall_distributions_7107">
            <a:extLst>
              <a:ext uri="{FF2B5EF4-FFF2-40B4-BE49-F238E27FC236}">
                <a16:creationId xmlns:a16="http://schemas.microsoft.com/office/drawing/2014/main" id="{14C2EC23-A7B8-4ED8-BE90-F0772F076250}"/>
              </a:ext>
            </a:extLst>
          </p:cNvPr>
          <p:cNvSpPr>
            <a:spLocks noGrp="1"/>
          </p:cNvSpPr>
          <p:nvPr/>
        </p:nvSpPr>
        <p:spPr>
          <a:xfrm>
            <a:off x="8204871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4" name="F2_precision_recall_distributions_7108">
            <a:extLst>
              <a:ext uri="{FF2B5EF4-FFF2-40B4-BE49-F238E27FC236}">
                <a16:creationId xmlns:a16="http://schemas.microsoft.com/office/drawing/2014/main" id="{A0721698-7449-4529-B065-99284F01527D}"/>
              </a:ext>
            </a:extLst>
          </p:cNvPr>
          <p:cNvSpPr>
            <a:spLocks noGrp="1"/>
          </p:cNvSpPr>
          <p:nvPr/>
        </p:nvSpPr>
        <p:spPr>
          <a:xfrm>
            <a:off x="83423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5" name="F2_precision_recall_distributions_7109">
            <a:extLst>
              <a:ext uri="{FF2B5EF4-FFF2-40B4-BE49-F238E27FC236}">
                <a16:creationId xmlns:a16="http://schemas.microsoft.com/office/drawing/2014/main" id="{69C36AA2-64A3-457D-8762-E19C4309AEB8}"/>
              </a:ext>
            </a:extLst>
          </p:cNvPr>
          <p:cNvSpPr>
            <a:spLocks noGrp="1"/>
          </p:cNvSpPr>
          <p:nvPr/>
        </p:nvSpPr>
        <p:spPr>
          <a:xfrm>
            <a:off x="82224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6" name="F2_precision_recall_distributions_7110">
            <a:extLst>
              <a:ext uri="{FF2B5EF4-FFF2-40B4-BE49-F238E27FC236}">
                <a16:creationId xmlns:a16="http://schemas.microsoft.com/office/drawing/2014/main" id="{00B9527D-1C44-4C09-A280-B814F810D0B4}"/>
              </a:ext>
            </a:extLst>
          </p:cNvPr>
          <p:cNvSpPr>
            <a:spLocks noGrp="1"/>
          </p:cNvSpPr>
          <p:nvPr/>
        </p:nvSpPr>
        <p:spPr>
          <a:xfrm>
            <a:off x="8322074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7" name="F2_precision_recall_distributions_7111">
            <a:extLst>
              <a:ext uri="{FF2B5EF4-FFF2-40B4-BE49-F238E27FC236}">
                <a16:creationId xmlns:a16="http://schemas.microsoft.com/office/drawing/2014/main" id="{4D753936-5A65-49E4-AF49-8FE1012C9814}"/>
              </a:ext>
            </a:extLst>
          </p:cNvPr>
          <p:cNvSpPr>
            <a:spLocks noGrp="1"/>
          </p:cNvSpPr>
          <p:nvPr/>
        </p:nvSpPr>
        <p:spPr>
          <a:xfrm>
            <a:off x="8369765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8" name="F2_precision_recall_distributions_7112">
            <a:extLst>
              <a:ext uri="{FF2B5EF4-FFF2-40B4-BE49-F238E27FC236}">
                <a16:creationId xmlns:a16="http://schemas.microsoft.com/office/drawing/2014/main" id="{DC663ACD-F74F-4B2E-856D-E4CD5E4A0FA8}"/>
              </a:ext>
            </a:extLst>
          </p:cNvPr>
          <p:cNvSpPr>
            <a:spLocks noGrp="1"/>
          </p:cNvSpPr>
          <p:nvPr/>
        </p:nvSpPr>
        <p:spPr>
          <a:xfrm>
            <a:off x="8303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9" name="F2_precision_recall_distributions_7113">
            <a:extLst>
              <a:ext uri="{FF2B5EF4-FFF2-40B4-BE49-F238E27FC236}">
                <a16:creationId xmlns:a16="http://schemas.microsoft.com/office/drawing/2014/main" id="{45B499AA-D4B4-4284-80A6-21F58F41A90B}"/>
              </a:ext>
            </a:extLst>
          </p:cNvPr>
          <p:cNvSpPr>
            <a:spLocks noGrp="1"/>
          </p:cNvSpPr>
          <p:nvPr/>
        </p:nvSpPr>
        <p:spPr>
          <a:xfrm>
            <a:off x="84853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0" name="F2_precision_recall_distributions_7114">
            <a:extLst>
              <a:ext uri="{FF2B5EF4-FFF2-40B4-BE49-F238E27FC236}">
                <a16:creationId xmlns:a16="http://schemas.microsoft.com/office/drawing/2014/main" id="{430EA3F6-D890-420D-BDC0-A4DC5AFCA0D9}"/>
              </a:ext>
            </a:extLst>
          </p:cNvPr>
          <p:cNvSpPr>
            <a:spLocks noGrp="1"/>
          </p:cNvSpPr>
          <p:nvPr/>
        </p:nvSpPr>
        <p:spPr>
          <a:xfrm>
            <a:off x="8355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1" name="F2_precision_recall_distributions_7115">
            <a:extLst>
              <a:ext uri="{FF2B5EF4-FFF2-40B4-BE49-F238E27FC236}">
                <a16:creationId xmlns:a16="http://schemas.microsoft.com/office/drawing/2014/main" id="{E7E66D4D-FB98-4D63-B3A7-6B9B7E8F3DDE}"/>
              </a:ext>
            </a:extLst>
          </p:cNvPr>
          <p:cNvSpPr>
            <a:spLocks noGrp="1"/>
          </p:cNvSpPr>
          <p:nvPr/>
        </p:nvSpPr>
        <p:spPr>
          <a:xfrm>
            <a:off x="8249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2" name="F2_precision_recall_distributions_7116">
            <a:extLst>
              <a:ext uri="{FF2B5EF4-FFF2-40B4-BE49-F238E27FC236}">
                <a16:creationId xmlns:a16="http://schemas.microsoft.com/office/drawing/2014/main" id="{8895E7F3-9980-4A71-BFA0-3C0E69CD7758}"/>
              </a:ext>
            </a:extLst>
          </p:cNvPr>
          <p:cNvSpPr>
            <a:spLocks noGrp="1"/>
          </p:cNvSpPr>
          <p:nvPr/>
        </p:nvSpPr>
        <p:spPr>
          <a:xfrm>
            <a:off x="8134544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3" name="F2_precision_recall_distributions_7117">
            <a:extLst>
              <a:ext uri="{FF2B5EF4-FFF2-40B4-BE49-F238E27FC236}">
                <a16:creationId xmlns:a16="http://schemas.microsoft.com/office/drawing/2014/main" id="{C43D451D-B029-415C-9215-4C01D65E1094}"/>
              </a:ext>
            </a:extLst>
          </p:cNvPr>
          <p:cNvSpPr>
            <a:spLocks noGrp="1"/>
          </p:cNvSpPr>
          <p:nvPr/>
        </p:nvSpPr>
        <p:spPr>
          <a:xfrm>
            <a:off x="818190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4" name="F2_precision_recall_distributions_7118">
            <a:extLst>
              <a:ext uri="{FF2B5EF4-FFF2-40B4-BE49-F238E27FC236}">
                <a16:creationId xmlns:a16="http://schemas.microsoft.com/office/drawing/2014/main" id="{53D4F106-2999-46A2-8824-B48101D09014}"/>
              </a:ext>
            </a:extLst>
          </p:cNvPr>
          <p:cNvSpPr>
            <a:spLocks noGrp="1"/>
          </p:cNvSpPr>
          <p:nvPr/>
        </p:nvSpPr>
        <p:spPr>
          <a:xfrm>
            <a:off x="82933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5" name="F2_precision_recall_distributions_7119">
            <a:extLst>
              <a:ext uri="{FF2B5EF4-FFF2-40B4-BE49-F238E27FC236}">
                <a16:creationId xmlns:a16="http://schemas.microsoft.com/office/drawing/2014/main" id="{9F39BBB0-1253-4386-86C6-3F73A7554C59}"/>
              </a:ext>
            </a:extLst>
          </p:cNvPr>
          <p:cNvSpPr>
            <a:spLocks noGrp="1"/>
          </p:cNvSpPr>
          <p:nvPr/>
        </p:nvSpPr>
        <p:spPr>
          <a:xfrm>
            <a:off x="8477943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6" name="F2_precision_recall_distributions_7120">
            <a:extLst>
              <a:ext uri="{FF2B5EF4-FFF2-40B4-BE49-F238E27FC236}">
                <a16:creationId xmlns:a16="http://schemas.microsoft.com/office/drawing/2014/main" id="{E2971A2D-042B-4B5E-8EFD-C5B5AAF1A941}"/>
              </a:ext>
            </a:extLst>
          </p:cNvPr>
          <p:cNvSpPr>
            <a:spLocks noGrp="1"/>
          </p:cNvSpPr>
          <p:nvPr/>
        </p:nvSpPr>
        <p:spPr>
          <a:xfrm>
            <a:off x="83621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7" name="F2_precision_recall_distributions_7121">
            <a:extLst>
              <a:ext uri="{FF2B5EF4-FFF2-40B4-BE49-F238E27FC236}">
                <a16:creationId xmlns:a16="http://schemas.microsoft.com/office/drawing/2014/main" id="{ADBCFADD-E7CE-49F9-B4A7-6B17E75F8862}"/>
              </a:ext>
            </a:extLst>
          </p:cNvPr>
          <p:cNvSpPr>
            <a:spLocks noGrp="1"/>
          </p:cNvSpPr>
          <p:nvPr/>
        </p:nvSpPr>
        <p:spPr>
          <a:xfrm>
            <a:off x="81763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8" name="F2_precision_recall_distributions_7122">
            <a:extLst>
              <a:ext uri="{FF2B5EF4-FFF2-40B4-BE49-F238E27FC236}">
                <a16:creationId xmlns:a16="http://schemas.microsoft.com/office/drawing/2014/main" id="{3D58A37B-294B-4BC4-89BA-8F16C8B9C5A8}"/>
              </a:ext>
            </a:extLst>
          </p:cNvPr>
          <p:cNvSpPr>
            <a:spLocks noGrp="1"/>
          </p:cNvSpPr>
          <p:nvPr/>
        </p:nvSpPr>
        <p:spPr>
          <a:xfrm>
            <a:off x="82843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9" name="F2_precision_recall_distributions_7123">
            <a:extLst>
              <a:ext uri="{FF2B5EF4-FFF2-40B4-BE49-F238E27FC236}">
                <a16:creationId xmlns:a16="http://schemas.microsoft.com/office/drawing/2014/main" id="{1990E590-7347-4CB5-A32F-12CF0C5BE8E3}"/>
              </a:ext>
            </a:extLst>
          </p:cNvPr>
          <p:cNvSpPr>
            <a:spLocks noGrp="1"/>
          </p:cNvSpPr>
          <p:nvPr/>
        </p:nvSpPr>
        <p:spPr>
          <a:xfrm>
            <a:off x="82694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0" name="F2_precision_recall_distributions_7124">
            <a:extLst>
              <a:ext uri="{FF2B5EF4-FFF2-40B4-BE49-F238E27FC236}">
                <a16:creationId xmlns:a16="http://schemas.microsoft.com/office/drawing/2014/main" id="{C10B06FD-C267-49E0-989A-DBD88A6673B2}"/>
              </a:ext>
            </a:extLst>
          </p:cNvPr>
          <p:cNvSpPr>
            <a:spLocks noGrp="1"/>
          </p:cNvSpPr>
          <p:nvPr/>
        </p:nvSpPr>
        <p:spPr>
          <a:xfrm>
            <a:off x="8215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1" name="F2_precision_recall_distributions_7125">
            <a:extLst>
              <a:ext uri="{FF2B5EF4-FFF2-40B4-BE49-F238E27FC236}">
                <a16:creationId xmlns:a16="http://schemas.microsoft.com/office/drawing/2014/main" id="{E6D3A2DC-DBCA-451F-8549-7AAD63F598ED}"/>
              </a:ext>
            </a:extLst>
          </p:cNvPr>
          <p:cNvSpPr>
            <a:spLocks noGrp="1"/>
          </p:cNvSpPr>
          <p:nvPr/>
        </p:nvSpPr>
        <p:spPr>
          <a:xfrm>
            <a:off x="83982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2" name="F2_precision_recall_distributions_7126">
            <a:extLst>
              <a:ext uri="{FF2B5EF4-FFF2-40B4-BE49-F238E27FC236}">
                <a16:creationId xmlns:a16="http://schemas.microsoft.com/office/drawing/2014/main" id="{6F29AA93-1F92-4B09-BBB8-2AE1A101C777}"/>
              </a:ext>
            </a:extLst>
          </p:cNvPr>
          <p:cNvSpPr>
            <a:spLocks noGrp="1"/>
          </p:cNvSpPr>
          <p:nvPr/>
        </p:nvSpPr>
        <p:spPr>
          <a:xfrm>
            <a:off x="84791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3" name="F2_precision_recall_distributions_7127">
            <a:extLst>
              <a:ext uri="{FF2B5EF4-FFF2-40B4-BE49-F238E27FC236}">
                <a16:creationId xmlns:a16="http://schemas.microsoft.com/office/drawing/2014/main" id="{8BBB5DD9-ADE9-457E-9D2B-7DB7DE8DF898}"/>
              </a:ext>
            </a:extLst>
          </p:cNvPr>
          <p:cNvSpPr>
            <a:spLocks noGrp="1"/>
          </p:cNvSpPr>
          <p:nvPr/>
        </p:nvSpPr>
        <p:spPr>
          <a:xfrm>
            <a:off x="84026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4" name="F2_precision_recall_distributions_7128">
            <a:extLst>
              <a:ext uri="{FF2B5EF4-FFF2-40B4-BE49-F238E27FC236}">
                <a16:creationId xmlns:a16="http://schemas.microsoft.com/office/drawing/2014/main" id="{9248FEEA-454B-44E6-ACCD-C3409C40A0DA}"/>
              </a:ext>
            </a:extLst>
          </p:cNvPr>
          <p:cNvSpPr>
            <a:spLocks noGrp="1"/>
          </p:cNvSpPr>
          <p:nvPr/>
        </p:nvSpPr>
        <p:spPr>
          <a:xfrm>
            <a:off x="82272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5" name="F2_precision_recall_distributions_7129">
            <a:extLst>
              <a:ext uri="{FF2B5EF4-FFF2-40B4-BE49-F238E27FC236}">
                <a16:creationId xmlns:a16="http://schemas.microsoft.com/office/drawing/2014/main" id="{FE01F765-201F-498D-AA31-3CEFC1A4638F}"/>
              </a:ext>
            </a:extLst>
          </p:cNvPr>
          <p:cNvSpPr>
            <a:spLocks noGrp="1"/>
          </p:cNvSpPr>
          <p:nvPr/>
        </p:nvSpPr>
        <p:spPr>
          <a:xfrm>
            <a:off x="81740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6" name="F2_precision_recall_distributions_7130">
            <a:extLst>
              <a:ext uri="{FF2B5EF4-FFF2-40B4-BE49-F238E27FC236}">
                <a16:creationId xmlns:a16="http://schemas.microsoft.com/office/drawing/2014/main" id="{482068E8-2154-4F4D-B960-02780CB93280}"/>
              </a:ext>
            </a:extLst>
          </p:cNvPr>
          <p:cNvSpPr>
            <a:spLocks noGrp="1"/>
          </p:cNvSpPr>
          <p:nvPr/>
        </p:nvSpPr>
        <p:spPr>
          <a:xfrm>
            <a:off x="8363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7" name="F2_precision_recall_distributions_7131">
            <a:extLst>
              <a:ext uri="{FF2B5EF4-FFF2-40B4-BE49-F238E27FC236}">
                <a16:creationId xmlns:a16="http://schemas.microsoft.com/office/drawing/2014/main" id="{A5796F8F-D1A0-459C-9885-269D93195D82}"/>
              </a:ext>
            </a:extLst>
          </p:cNvPr>
          <p:cNvSpPr>
            <a:spLocks noGrp="1"/>
          </p:cNvSpPr>
          <p:nvPr/>
        </p:nvSpPr>
        <p:spPr>
          <a:xfrm>
            <a:off x="83854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8" name="F2_precision_recall_distributions_7132">
            <a:extLst>
              <a:ext uri="{FF2B5EF4-FFF2-40B4-BE49-F238E27FC236}">
                <a16:creationId xmlns:a16="http://schemas.microsoft.com/office/drawing/2014/main" id="{98AF7CE0-74E6-40D5-9EC1-DBAA5F9035E2}"/>
              </a:ext>
            </a:extLst>
          </p:cNvPr>
          <p:cNvSpPr>
            <a:spLocks noGrp="1"/>
          </p:cNvSpPr>
          <p:nvPr/>
        </p:nvSpPr>
        <p:spPr>
          <a:xfrm>
            <a:off x="83690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9" name="F2_precision_recall_distributions_7133">
            <a:extLst>
              <a:ext uri="{FF2B5EF4-FFF2-40B4-BE49-F238E27FC236}">
                <a16:creationId xmlns:a16="http://schemas.microsoft.com/office/drawing/2014/main" id="{02AFA088-77CC-4E2C-BF20-CCFF06D79F60}"/>
              </a:ext>
            </a:extLst>
          </p:cNvPr>
          <p:cNvSpPr>
            <a:spLocks noGrp="1"/>
          </p:cNvSpPr>
          <p:nvPr/>
        </p:nvSpPr>
        <p:spPr>
          <a:xfrm>
            <a:off x="81948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0" name="F2_precision_recall_distributions_7134">
            <a:extLst>
              <a:ext uri="{FF2B5EF4-FFF2-40B4-BE49-F238E27FC236}">
                <a16:creationId xmlns:a16="http://schemas.microsoft.com/office/drawing/2014/main" id="{19D60B38-029D-4565-8733-B2C45AAFEB74}"/>
              </a:ext>
            </a:extLst>
          </p:cNvPr>
          <p:cNvSpPr>
            <a:spLocks noGrp="1"/>
          </p:cNvSpPr>
          <p:nvPr/>
        </p:nvSpPr>
        <p:spPr>
          <a:xfrm>
            <a:off x="8405347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1" name="F2_precision_recall_distributions_7135">
            <a:extLst>
              <a:ext uri="{FF2B5EF4-FFF2-40B4-BE49-F238E27FC236}">
                <a16:creationId xmlns:a16="http://schemas.microsoft.com/office/drawing/2014/main" id="{5B468146-3D45-43FB-AF5C-8BDB849C47D7}"/>
              </a:ext>
            </a:extLst>
          </p:cNvPr>
          <p:cNvSpPr>
            <a:spLocks noGrp="1"/>
          </p:cNvSpPr>
          <p:nvPr/>
        </p:nvSpPr>
        <p:spPr>
          <a:xfrm>
            <a:off x="82474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2" name="F2_precision_recall_distributions_7136">
            <a:extLst>
              <a:ext uri="{FF2B5EF4-FFF2-40B4-BE49-F238E27FC236}">
                <a16:creationId xmlns:a16="http://schemas.microsoft.com/office/drawing/2014/main" id="{5E63A7A9-93BD-4F09-A69F-B7D938020B0F}"/>
              </a:ext>
            </a:extLst>
          </p:cNvPr>
          <p:cNvSpPr>
            <a:spLocks noGrp="1"/>
          </p:cNvSpPr>
          <p:nvPr/>
        </p:nvSpPr>
        <p:spPr>
          <a:xfrm>
            <a:off x="83916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3" name="F2_precision_recall_distributions_7137">
            <a:extLst>
              <a:ext uri="{FF2B5EF4-FFF2-40B4-BE49-F238E27FC236}">
                <a16:creationId xmlns:a16="http://schemas.microsoft.com/office/drawing/2014/main" id="{46453BC9-3519-4B69-89FD-1951BAB1E612}"/>
              </a:ext>
            </a:extLst>
          </p:cNvPr>
          <p:cNvSpPr>
            <a:spLocks noGrp="1"/>
          </p:cNvSpPr>
          <p:nvPr/>
        </p:nvSpPr>
        <p:spPr>
          <a:xfrm>
            <a:off x="84933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4" name="F2_precision_recall_distributions_7138">
            <a:extLst>
              <a:ext uri="{FF2B5EF4-FFF2-40B4-BE49-F238E27FC236}">
                <a16:creationId xmlns:a16="http://schemas.microsoft.com/office/drawing/2014/main" id="{323E2F11-BD54-46FE-9E71-CDA3A3A0E0ED}"/>
              </a:ext>
            </a:extLst>
          </p:cNvPr>
          <p:cNvSpPr>
            <a:spLocks noGrp="1"/>
          </p:cNvSpPr>
          <p:nvPr/>
        </p:nvSpPr>
        <p:spPr>
          <a:xfrm>
            <a:off x="82336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5" name="F2_precision_recall_distributions_7139">
            <a:extLst>
              <a:ext uri="{FF2B5EF4-FFF2-40B4-BE49-F238E27FC236}">
                <a16:creationId xmlns:a16="http://schemas.microsoft.com/office/drawing/2014/main" id="{B877A09D-25AB-43A1-B1F1-E733F820D302}"/>
              </a:ext>
            </a:extLst>
          </p:cNvPr>
          <p:cNvSpPr>
            <a:spLocks noGrp="1"/>
          </p:cNvSpPr>
          <p:nvPr/>
        </p:nvSpPr>
        <p:spPr>
          <a:xfrm>
            <a:off x="827399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6" name="F2_precision_recall_distributions_7140">
            <a:extLst>
              <a:ext uri="{FF2B5EF4-FFF2-40B4-BE49-F238E27FC236}">
                <a16:creationId xmlns:a16="http://schemas.microsoft.com/office/drawing/2014/main" id="{39229E3C-8F40-4AA7-B745-3504DEFE9CFD}"/>
              </a:ext>
            </a:extLst>
          </p:cNvPr>
          <p:cNvSpPr>
            <a:spLocks noGrp="1"/>
          </p:cNvSpPr>
          <p:nvPr/>
        </p:nvSpPr>
        <p:spPr>
          <a:xfrm>
            <a:off x="82662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7" name="F2_precision_recall_distributions_7141">
            <a:extLst>
              <a:ext uri="{FF2B5EF4-FFF2-40B4-BE49-F238E27FC236}">
                <a16:creationId xmlns:a16="http://schemas.microsoft.com/office/drawing/2014/main" id="{54739A6D-D32D-4D9F-8858-BCB9E88B7E80}"/>
              </a:ext>
            </a:extLst>
          </p:cNvPr>
          <p:cNvSpPr>
            <a:spLocks noGrp="1"/>
          </p:cNvSpPr>
          <p:nvPr/>
        </p:nvSpPr>
        <p:spPr>
          <a:xfrm>
            <a:off x="8197528" y="63191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8" name="F2_precision_recall_distributions_7142">
            <a:extLst>
              <a:ext uri="{FF2B5EF4-FFF2-40B4-BE49-F238E27FC236}">
                <a16:creationId xmlns:a16="http://schemas.microsoft.com/office/drawing/2014/main" id="{D4E1DAA0-37CE-4C34-A412-1DC09E498D62}"/>
              </a:ext>
            </a:extLst>
          </p:cNvPr>
          <p:cNvSpPr>
            <a:spLocks noGrp="1"/>
          </p:cNvSpPr>
          <p:nvPr/>
        </p:nvSpPr>
        <p:spPr>
          <a:xfrm>
            <a:off x="81485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9" name="F2_precision_recall_distributions_7143">
            <a:extLst>
              <a:ext uri="{FF2B5EF4-FFF2-40B4-BE49-F238E27FC236}">
                <a16:creationId xmlns:a16="http://schemas.microsoft.com/office/drawing/2014/main" id="{D0C5CAB8-0F75-4694-AF4D-F46E9B759BB3}"/>
              </a:ext>
            </a:extLst>
          </p:cNvPr>
          <p:cNvSpPr>
            <a:spLocks noGrp="1"/>
          </p:cNvSpPr>
          <p:nvPr/>
        </p:nvSpPr>
        <p:spPr>
          <a:xfrm>
            <a:off x="8236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0" name="F2_precision_recall_distributions_7144">
            <a:extLst>
              <a:ext uri="{FF2B5EF4-FFF2-40B4-BE49-F238E27FC236}">
                <a16:creationId xmlns:a16="http://schemas.microsoft.com/office/drawing/2014/main" id="{4F58902B-218D-4D7C-A595-622C711DB874}"/>
              </a:ext>
            </a:extLst>
          </p:cNvPr>
          <p:cNvSpPr>
            <a:spLocks noGrp="1"/>
          </p:cNvSpPr>
          <p:nvPr/>
        </p:nvSpPr>
        <p:spPr>
          <a:xfrm>
            <a:off x="82000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1" name="F2_precision_recall_distributions_7145">
            <a:extLst>
              <a:ext uri="{FF2B5EF4-FFF2-40B4-BE49-F238E27FC236}">
                <a16:creationId xmlns:a16="http://schemas.microsoft.com/office/drawing/2014/main" id="{5C808110-8029-43F5-900C-521EEABC1520}"/>
              </a:ext>
            </a:extLst>
          </p:cNvPr>
          <p:cNvSpPr>
            <a:spLocks noGrp="1"/>
          </p:cNvSpPr>
          <p:nvPr/>
        </p:nvSpPr>
        <p:spPr>
          <a:xfrm>
            <a:off x="82494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2" name="F2_precision_recall_distributions_7146">
            <a:extLst>
              <a:ext uri="{FF2B5EF4-FFF2-40B4-BE49-F238E27FC236}">
                <a16:creationId xmlns:a16="http://schemas.microsoft.com/office/drawing/2014/main" id="{8B6A9705-05CB-4A4A-A9C2-69B91B618A2A}"/>
              </a:ext>
            </a:extLst>
          </p:cNvPr>
          <p:cNvSpPr>
            <a:spLocks noGrp="1"/>
          </p:cNvSpPr>
          <p:nvPr/>
        </p:nvSpPr>
        <p:spPr>
          <a:xfrm>
            <a:off x="8151709" y="6429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3" name="F2_precision_recall_distributions_7147">
            <a:extLst>
              <a:ext uri="{FF2B5EF4-FFF2-40B4-BE49-F238E27FC236}">
                <a16:creationId xmlns:a16="http://schemas.microsoft.com/office/drawing/2014/main" id="{03005AFB-46D6-4ADB-9EC1-EAEA2218958B}"/>
              </a:ext>
            </a:extLst>
          </p:cNvPr>
          <p:cNvSpPr>
            <a:spLocks noGrp="1"/>
          </p:cNvSpPr>
          <p:nvPr/>
        </p:nvSpPr>
        <p:spPr>
          <a:xfrm>
            <a:off x="8200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4" name="F2_precision_recall_distributions_7148">
            <a:extLst>
              <a:ext uri="{FF2B5EF4-FFF2-40B4-BE49-F238E27FC236}">
                <a16:creationId xmlns:a16="http://schemas.microsoft.com/office/drawing/2014/main" id="{55F41E1F-0498-41A7-A78A-4D34BC54C653}"/>
              </a:ext>
            </a:extLst>
          </p:cNvPr>
          <p:cNvSpPr>
            <a:spLocks noGrp="1"/>
          </p:cNvSpPr>
          <p:nvPr/>
        </p:nvSpPr>
        <p:spPr>
          <a:xfrm>
            <a:off x="813852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5" name="F2_precision_recall_distributions_7149">
            <a:extLst>
              <a:ext uri="{FF2B5EF4-FFF2-40B4-BE49-F238E27FC236}">
                <a16:creationId xmlns:a16="http://schemas.microsoft.com/office/drawing/2014/main" id="{532D469F-7A6C-41A0-9101-D9F83F67DF6E}"/>
              </a:ext>
            </a:extLst>
          </p:cNvPr>
          <p:cNvSpPr>
            <a:spLocks noGrp="1"/>
          </p:cNvSpPr>
          <p:nvPr/>
        </p:nvSpPr>
        <p:spPr>
          <a:xfrm>
            <a:off x="8276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6" name="F2_precision_recall_distributions_7150">
            <a:extLst>
              <a:ext uri="{FF2B5EF4-FFF2-40B4-BE49-F238E27FC236}">
                <a16:creationId xmlns:a16="http://schemas.microsoft.com/office/drawing/2014/main" id="{1E05BC8B-43EF-48A3-BB6D-9712FCECF9D9}"/>
              </a:ext>
            </a:extLst>
          </p:cNvPr>
          <p:cNvSpPr>
            <a:spLocks noGrp="1"/>
          </p:cNvSpPr>
          <p:nvPr/>
        </p:nvSpPr>
        <p:spPr>
          <a:xfrm>
            <a:off x="8289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7" name="F2_precision_recall_distributions_7151">
            <a:extLst>
              <a:ext uri="{FF2B5EF4-FFF2-40B4-BE49-F238E27FC236}">
                <a16:creationId xmlns:a16="http://schemas.microsoft.com/office/drawing/2014/main" id="{B9BFE408-98F7-4851-866C-802A0888FB78}"/>
              </a:ext>
            </a:extLst>
          </p:cNvPr>
          <p:cNvSpPr>
            <a:spLocks noGrp="1"/>
          </p:cNvSpPr>
          <p:nvPr/>
        </p:nvSpPr>
        <p:spPr>
          <a:xfrm>
            <a:off x="81350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8" name="F2_precision_recall_distributions_7152">
            <a:extLst>
              <a:ext uri="{FF2B5EF4-FFF2-40B4-BE49-F238E27FC236}">
                <a16:creationId xmlns:a16="http://schemas.microsoft.com/office/drawing/2014/main" id="{DEAC13CA-1ACB-421B-B740-5D889EB965E5}"/>
              </a:ext>
            </a:extLst>
          </p:cNvPr>
          <p:cNvSpPr>
            <a:spLocks noGrp="1"/>
          </p:cNvSpPr>
          <p:nvPr/>
        </p:nvSpPr>
        <p:spPr>
          <a:xfrm>
            <a:off x="836268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9" name="F2_precision_recall_distributions_7153">
            <a:extLst>
              <a:ext uri="{FF2B5EF4-FFF2-40B4-BE49-F238E27FC236}">
                <a16:creationId xmlns:a16="http://schemas.microsoft.com/office/drawing/2014/main" id="{523606DC-9649-4004-B057-DA037C40AA13}"/>
              </a:ext>
            </a:extLst>
          </p:cNvPr>
          <p:cNvSpPr>
            <a:spLocks noGrp="1"/>
          </p:cNvSpPr>
          <p:nvPr/>
        </p:nvSpPr>
        <p:spPr>
          <a:xfrm>
            <a:off x="82471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0" name="F2_precision_recall_distributions_7154">
            <a:extLst>
              <a:ext uri="{FF2B5EF4-FFF2-40B4-BE49-F238E27FC236}">
                <a16:creationId xmlns:a16="http://schemas.microsoft.com/office/drawing/2014/main" id="{84119635-C520-4B4F-A2B5-29317C9A8C4A}"/>
              </a:ext>
            </a:extLst>
          </p:cNvPr>
          <p:cNvSpPr>
            <a:spLocks noGrp="1"/>
          </p:cNvSpPr>
          <p:nvPr/>
        </p:nvSpPr>
        <p:spPr>
          <a:xfrm>
            <a:off x="84513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1" name="F2_precision_recall_distributions_7155">
            <a:extLst>
              <a:ext uri="{FF2B5EF4-FFF2-40B4-BE49-F238E27FC236}">
                <a16:creationId xmlns:a16="http://schemas.microsoft.com/office/drawing/2014/main" id="{BC27BC84-2CEF-46C4-BD66-4FB6572DE3ED}"/>
              </a:ext>
            </a:extLst>
          </p:cNvPr>
          <p:cNvSpPr>
            <a:spLocks noGrp="1"/>
          </p:cNvSpPr>
          <p:nvPr/>
        </p:nvSpPr>
        <p:spPr>
          <a:xfrm>
            <a:off x="84780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2" name="F2_precision_recall_distributions_7156">
            <a:extLst>
              <a:ext uri="{FF2B5EF4-FFF2-40B4-BE49-F238E27FC236}">
                <a16:creationId xmlns:a16="http://schemas.microsoft.com/office/drawing/2014/main" id="{4A0B88C8-7FF2-4162-AB05-0F4959CA89F8}"/>
              </a:ext>
            </a:extLst>
          </p:cNvPr>
          <p:cNvSpPr>
            <a:spLocks noGrp="1"/>
          </p:cNvSpPr>
          <p:nvPr/>
        </p:nvSpPr>
        <p:spPr>
          <a:xfrm>
            <a:off x="8272140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3" name="F2_precision_recall_distributions_7157">
            <a:extLst>
              <a:ext uri="{FF2B5EF4-FFF2-40B4-BE49-F238E27FC236}">
                <a16:creationId xmlns:a16="http://schemas.microsoft.com/office/drawing/2014/main" id="{CE51B600-8BB1-4589-B6AF-CC8D93E1546E}"/>
              </a:ext>
            </a:extLst>
          </p:cNvPr>
          <p:cNvSpPr>
            <a:spLocks noGrp="1"/>
          </p:cNvSpPr>
          <p:nvPr/>
        </p:nvSpPr>
        <p:spPr>
          <a:xfrm>
            <a:off x="81457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4" name="F2_precision_recall_distributions_7158">
            <a:extLst>
              <a:ext uri="{FF2B5EF4-FFF2-40B4-BE49-F238E27FC236}">
                <a16:creationId xmlns:a16="http://schemas.microsoft.com/office/drawing/2014/main" id="{911F3490-430C-4867-AD7E-8CFA73C6C15C}"/>
              </a:ext>
            </a:extLst>
          </p:cNvPr>
          <p:cNvSpPr>
            <a:spLocks noGrp="1"/>
          </p:cNvSpPr>
          <p:nvPr/>
        </p:nvSpPr>
        <p:spPr>
          <a:xfrm>
            <a:off x="8288638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5" name="F2_precision_recall_distributions_7159">
            <a:extLst>
              <a:ext uri="{FF2B5EF4-FFF2-40B4-BE49-F238E27FC236}">
                <a16:creationId xmlns:a16="http://schemas.microsoft.com/office/drawing/2014/main" id="{28677243-BC65-49B3-BC35-D8C8EB9E302F}"/>
              </a:ext>
            </a:extLst>
          </p:cNvPr>
          <p:cNvSpPr>
            <a:spLocks noGrp="1"/>
          </p:cNvSpPr>
          <p:nvPr/>
        </p:nvSpPr>
        <p:spPr>
          <a:xfrm>
            <a:off x="83480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6" name="F2_precision_recall_distributions_7160">
            <a:extLst>
              <a:ext uri="{FF2B5EF4-FFF2-40B4-BE49-F238E27FC236}">
                <a16:creationId xmlns:a16="http://schemas.microsoft.com/office/drawing/2014/main" id="{176E8BF3-1223-4F11-A030-6D3C20D49127}"/>
              </a:ext>
            </a:extLst>
          </p:cNvPr>
          <p:cNvSpPr>
            <a:spLocks noGrp="1"/>
          </p:cNvSpPr>
          <p:nvPr/>
        </p:nvSpPr>
        <p:spPr>
          <a:xfrm>
            <a:off x="8466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7" name="F2_precision_recall_distributions_7161">
            <a:extLst>
              <a:ext uri="{FF2B5EF4-FFF2-40B4-BE49-F238E27FC236}">
                <a16:creationId xmlns:a16="http://schemas.microsoft.com/office/drawing/2014/main" id="{95A54956-0DD5-4EBD-8BFA-9E6B0E85A9D0}"/>
              </a:ext>
            </a:extLst>
          </p:cNvPr>
          <p:cNvSpPr>
            <a:spLocks noGrp="1"/>
          </p:cNvSpPr>
          <p:nvPr/>
        </p:nvSpPr>
        <p:spPr>
          <a:xfrm>
            <a:off x="8171578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8" name="F2_precision_recall_distributions_7162">
            <a:extLst>
              <a:ext uri="{FF2B5EF4-FFF2-40B4-BE49-F238E27FC236}">
                <a16:creationId xmlns:a16="http://schemas.microsoft.com/office/drawing/2014/main" id="{1FC5DBBB-A4FD-4E66-A138-30988FAD9923}"/>
              </a:ext>
            </a:extLst>
          </p:cNvPr>
          <p:cNvSpPr>
            <a:spLocks noGrp="1"/>
          </p:cNvSpPr>
          <p:nvPr/>
        </p:nvSpPr>
        <p:spPr>
          <a:xfrm>
            <a:off x="8471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9" name="F2_precision_recall_distributions_7163">
            <a:extLst>
              <a:ext uri="{FF2B5EF4-FFF2-40B4-BE49-F238E27FC236}">
                <a16:creationId xmlns:a16="http://schemas.microsoft.com/office/drawing/2014/main" id="{5A52CDC1-9801-46AB-ADE0-A6F2C7EA8694}"/>
              </a:ext>
            </a:extLst>
          </p:cNvPr>
          <p:cNvSpPr>
            <a:spLocks noGrp="1"/>
          </p:cNvSpPr>
          <p:nvPr/>
        </p:nvSpPr>
        <p:spPr>
          <a:xfrm>
            <a:off x="82817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0" name="F2_precision_recall_distributions_7164">
            <a:extLst>
              <a:ext uri="{FF2B5EF4-FFF2-40B4-BE49-F238E27FC236}">
                <a16:creationId xmlns:a16="http://schemas.microsoft.com/office/drawing/2014/main" id="{DAC8E522-88A4-4EB8-830F-1309A75F461E}"/>
              </a:ext>
            </a:extLst>
          </p:cNvPr>
          <p:cNvSpPr>
            <a:spLocks noGrp="1"/>
          </p:cNvSpPr>
          <p:nvPr/>
        </p:nvSpPr>
        <p:spPr>
          <a:xfrm>
            <a:off x="82411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1" name="F2_precision_recall_distributions_7165">
            <a:extLst>
              <a:ext uri="{FF2B5EF4-FFF2-40B4-BE49-F238E27FC236}">
                <a16:creationId xmlns:a16="http://schemas.microsoft.com/office/drawing/2014/main" id="{BD16718E-9DA1-4ACC-982B-8FDA9E79545D}"/>
              </a:ext>
            </a:extLst>
          </p:cNvPr>
          <p:cNvSpPr>
            <a:spLocks noGrp="1"/>
          </p:cNvSpPr>
          <p:nvPr/>
        </p:nvSpPr>
        <p:spPr>
          <a:xfrm>
            <a:off x="815940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2" name="F2_precision_recall_distributions_7166">
            <a:extLst>
              <a:ext uri="{FF2B5EF4-FFF2-40B4-BE49-F238E27FC236}">
                <a16:creationId xmlns:a16="http://schemas.microsoft.com/office/drawing/2014/main" id="{7383E41A-732F-45FD-BBD7-7B14B7078CBD}"/>
              </a:ext>
            </a:extLst>
          </p:cNvPr>
          <p:cNvSpPr>
            <a:spLocks noGrp="1"/>
          </p:cNvSpPr>
          <p:nvPr/>
        </p:nvSpPr>
        <p:spPr>
          <a:xfrm>
            <a:off x="81907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3" name="F2_precision_recall_distributions_7167">
            <a:extLst>
              <a:ext uri="{FF2B5EF4-FFF2-40B4-BE49-F238E27FC236}">
                <a16:creationId xmlns:a16="http://schemas.microsoft.com/office/drawing/2014/main" id="{E07B4FC8-16D1-4A7C-9D40-8CC4FBE6AD0E}"/>
              </a:ext>
            </a:extLst>
          </p:cNvPr>
          <p:cNvSpPr>
            <a:spLocks noGrp="1"/>
          </p:cNvSpPr>
          <p:nvPr/>
        </p:nvSpPr>
        <p:spPr>
          <a:xfrm>
            <a:off x="81756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4" name="F2_precision_recall_distributions_7168">
            <a:extLst>
              <a:ext uri="{FF2B5EF4-FFF2-40B4-BE49-F238E27FC236}">
                <a16:creationId xmlns:a16="http://schemas.microsoft.com/office/drawing/2014/main" id="{F44078B3-99DD-4444-8CA8-4334298CC03E}"/>
              </a:ext>
            </a:extLst>
          </p:cNvPr>
          <p:cNvSpPr>
            <a:spLocks noGrp="1"/>
          </p:cNvSpPr>
          <p:nvPr/>
        </p:nvSpPr>
        <p:spPr>
          <a:xfrm>
            <a:off x="815079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5" name="F2_precision_recall_distributions_7169">
            <a:extLst>
              <a:ext uri="{FF2B5EF4-FFF2-40B4-BE49-F238E27FC236}">
                <a16:creationId xmlns:a16="http://schemas.microsoft.com/office/drawing/2014/main" id="{C070D655-A4B2-4C50-AD59-8FC61C236096}"/>
              </a:ext>
            </a:extLst>
          </p:cNvPr>
          <p:cNvSpPr>
            <a:spLocks noGrp="1"/>
          </p:cNvSpPr>
          <p:nvPr/>
        </p:nvSpPr>
        <p:spPr>
          <a:xfrm>
            <a:off x="84746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6" name="F2_precision_recall_distributions_7170">
            <a:extLst>
              <a:ext uri="{FF2B5EF4-FFF2-40B4-BE49-F238E27FC236}">
                <a16:creationId xmlns:a16="http://schemas.microsoft.com/office/drawing/2014/main" id="{4CC54949-2E5B-4BF6-A06B-E9A9EAFA40FB}"/>
              </a:ext>
            </a:extLst>
          </p:cNvPr>
          <p:cNvSpPr>
            <a:spLocks noGrp="1"/>
          </p:cNvSpPr>
          <p:nvPr/>
        </p:nvSpPr>
        <p:spPr>
          <a:xfrm>
            <a:off x="84355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7" name="F2_precision_recall_distributions_7171">
            <a:extLst>
              <a:ext uri="{FF2B5EF4-FFF2-40B4-BE49-F238E27FC236}">
                <a16:creationId xmlns:a16="http://schemas.microsoft.com/office/drawing/2014/main" id="{377B0DAB-BB82-4837-89AE-6CC607E1AF87}"/>
              </a:ext>
            </a:extLst>
          </p:cNvPr>
          <p:cNvSpPr>
            <a:spLocks noGrp="1"/>
          </p:cNvSpPr>
          <p:nvPr/>
        </p:nvSpPr>
        <p:spPr>
          <a:xfrm>
            <a:off x="82589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8" name="F2_precision_recall_distributions_7172">
            <a:extLst>
              <a:ext uri="{FF2B5EF4-FFF2-40B4-BE49-F238E27FC236}">
                <a16:creationId xmlns:a16="http://schemas.microsoft.com/office/drawing/2014/main" id="{5BB0EFBA-77E3-4352-8434-BFA52267CD77}"/>
              </a:ext>
            </a:extLst>
          </p:cNvPr>
          <p:cNvSpPr>
            <a:spLocks noGrp="1"/>
          </p:cNvSpPr>
          <p:nvPr/>
        </p:nvSpPr>
        <p:spPr>
          <a:xfrm>
            <a:off x="82627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9" name="F2_precision_recall_distributions_7173">
            <a:extLst>
              <a:ext uri="{FF2B5EF4-FFF2-40B4-BE49-F238E27FC236}">
                <a16:creationId xmlns:a16="http://schemas.microsoft.com/office/drawing/2014/main" id="{170E6F45-A947-4DDA-ABD5-01D36A83DDEC}"/>
              </a:ext>
            </a:extLst>
          </p:cNvPr>
          <p:cNvSpPr>
            <a:spLocks noGrp="1"/>
          </p:cNvSpPr>
          <p:nvPr/>
        </p:nvSpPr>
        <p:spPr>
          <a:xfrm>
            <a:off x="8453060" y="6348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0" name="F2_precision_recall_distributions_7174">
            <a:extLst>
              <a:ext uri="{FF2B5EF4-FFF2-40B4-BE49-F238E27FC236}">
                <a16:creationId xmlns:a16="http://schemas.microsoft.com/office/drawing/2014/main" id="{E29E6BD8-E1BD-472B-B95A-B9A0723056C5}"/>
              </a:ext>
            </a:extLst>
          </p:cNvPr>
          <p:cNvSpPr>
            <a:spLocks noGrp="1"/>
          </p:cNvSpPr>
          <p:nvPr/>
        </p:nvSpPr>
        <p:spPr>
          <a:xfrm>
            <a:off x="8177482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1" name="F2_precision_recall_distributions_7175">
            <a:extLst>
              <a:ext uri="{FF2B5EF4-FFF2-40B4-BE49-F238E27FC236}">
                <a16:creationId xmlns:a16="http://schemas.microsoft.com/office/drawing/2014/main" id="{A3F84251-31FA-4F74-8B5C-1DCD2384315D}"/>
              </a:ext>
            </a:extLst>
          </p:cNvPr>
          <p:cNvSpPr>
            <a:spLocks noGrp="1"/>
          </p:cNvSpPr>
          <p:nvPr/>
        </p:nvSpPr>
        <p:spPr>
          <a:xfrm>
            <a:off x="8242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2" name="F2_precision_recall_distributions_7176">
            <a:extLst>
              <a:ext uri="{FF2B5EF4-FFF2-40B4-BE49-F238E27FC236}">
                <a16:creationId xmlns:a16="http://schemas.microsoft.com/office/drawing/2014/main" id="{3072190D-6B6B-425A-BE0E-94F6BD36C28E}"/>
              </a:ext>
            </a:extLst>
          </p:cNvPr>
          <p:cNvSpPr>
            <a:spLocks noGrp="1"/>
          </p:cNvSpPr>
          <p:nvPr/>
        </p:nvSpPr>
        <p:spPr>
          <a:xfrm>
            <a:off x="83136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3" name="F2_precision_recall_distributions_7177">
            <a:extLst>
              <a:ext uri="{FF2B5EF4-FFF2-40B4-BE49-F238E27FC236}">
                <a16:creationId xmlns:a16="http://schemas.microsoft.com/office/drawing/2014/main" id="{4560C54B-0172-4B63-AC66-6B7DFB83F717}"/>
              </a:ext>
            </a:extLst>
          </p:cNvPr>
          <p:cNvSpPr>
            <a:spLocks noGrp="1"/>
          </p:cNvSpPr>
          <p:nvPr/>
        </p:nvSpPr>
        <p:spPr>
          <a:xfrm>
            <a:off x="8146198" y="56198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4" name="F2_precision_recall_distributions_7178">
            <a:extLst>
              <a:ext uri="{FF2B5EF4-FFF2-40B4-BE49-F238E27FC236}">
                <a16:creationId xmlns:a16="http://schemas.microsoft.com/office/drawing/2014/main" id="{16EDF5A4-284B-46C7-B064-18C1C3EE7066}"/>
              </a:ext>
            </a:extLst>
          </p:cNvPr>
          <p:cNvSpPr>
            <a:spLocks noGrp="1"/>
          </p:cNvSpPr>
          <p:nvPr/>
        </p:nvSpPr>
        <p:spPr>
          <a:xfrm>
            <a:off x="82297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5" name="F2_precision_recall_distributions_7179">
            <a:extLst>
              <a:ext uri="{FF2B5EF4-FFF2-40B4-BE49-F238E27FC236}">
                <a16:creationId xmlns:a16="http://schemas.microsoft.com/office/drawing/2014/main" id="{2F14CED3-647E-429C-9EEE-2F9268E79326}"/>
              </a:ext>
            </a:extLst>
          </p:cNvPr>
          <p:cNvSpPr>
            <a:spLocks noGrp="1"/>
          </p:cNvSpPr>
          <p:nvPr/>
        </p:nvSpPr>
        <p:spPr>
          <a:xfrm>
            <a:off x="81703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6" name="F2_precision_recall_distributions_7180">
            <a:extLst>
              <a:ext uri="{FF2B5EF4-FFF2-40B4-BE49-F238E27FC236}">
                <a16:creationId xmlns:a16="http://schemas.microsoft.com/office/drawing/2014/main" id="{8E8FC1A6-E83A-48F1-8479-6351CFF2F758}"/>
              </a:ext>
            </a:extLst>
          </p:cNvPr>
          <p:cNvSpPr>
            <a:spLocks noGrp="1"/>
          </p:cNvSpPr>
          <p:nvPr/>
        </p:nvSpPr>
        <p:spPr>
          <a:xfrm>
            <a:off x="83389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7" name="F2_precision_recall_distributions_7181">
            <a:extLst>
              <a:ext uri="{FF2B5EF4-FFF2-40B4-BE49-F238E27FC236}">
                <a16:creationId xmlns:a16="http://schemas.microsoft.com/office/drawing/2014/main" id="{7C70EB7A-7469-4263-B35D-766B811E64E0}"/>
              </a:ext>
            </a:extLst>
          </p:cNvPr>
          <p:cNvSpPr>
            <a:spLocks noGrp="1"/>
          </p:cNvSpPr>
          <p:nvPr/>
        </p:nvSpPr>
        <p:spPr>
          <a:xfrm>
            <a:off x="82866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8" name="F2_precision_recall_distributions_7182">
            <a:extLst>
              <a:ext uri="{FF2B5EF4-FFF2-40B4-BE49-F238E27FC236}">
                <a16:creationId xmlns:a16="http://schemas.microsoft.com/office/drawing/2014/main" id="{9DD8B00D-8229-435C-B894-D9B73C9A2A63}"/>
              </a:ext>
            </a:extLst>
          </p:cNvPr>
          <p:cNvSpPr>
            <a:spLocks noGrp="1"/>
          </p:cNvSpPr>
          <p:nvPr/>
        </p:nvSpPr>
        <p:spPr>
          <a:xfrm>
            <a:off x="825028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9" name="F2_precision_recall_distributions_7183">
            <a:extLst>
              <a:ext uri="{FF2B5EF4-FFF2-40B4-BE49-F238E27FC236}">
                <a16:creationId xmlns:a16="http://schemas.microsoft.com/office/drawing/2014/main" id="{426EA6CB-00EB-471B-89DF-5E6F080BD7F2}"/>
              </a:ext>
            </a:extLst>
          </p:cNvPr>
          <p:cNvSpPr>
            <a:spLocks noGrp="1"/>
          </p:cNvSpPr>
          <p:nvPr/>
        </p:nvSpPr>
        <p:spPr>
          <a:xfrm>
            <a:off x="815295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0" name="F2_precision_recall_distributions_7184">
            <a:extLst>
              <a:ext uri="{FF2B5EF4-FFF2-40B4-BE49-F238E27FC236}">
                <a16:creationId xmlns:a16="http://schemas.microsoft.com/office/drawing/2014/main" id="{0533AF77-01AD-4EE0-A550-45BBAF9C4B75}"/>
              </a:ext>
            </a:extLst>
          </p:cNvPr>
          <p:cNvSpPr>
            <a:spLocks noGrp="1"/>
          </p:cNvSpPr>
          <p:nvPr/>
        </p:nvSpPr>
        <p:spPr>
          <a:xfrm>
            <a:off x="82006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1" name="F2_precision_recall_distributions_7185">
            <a:extLst>
              <a:ext uri="{FF2B5EF4-FFF2-40B4-BE49-F238E27FC236}">
                <a16:creationId xmlns:a16="http://schemas.microsoft.com/office/drawing/2014/main" id="{D61B0FA6-DA92-4759-894A-D52B38BE1889}"/>
              </a:ext>
            </a:extLst>
          </p:cNvPr>
          <p:cNvSpPr>
            <a:spLocks noGrp="1"/>
          </p:cNvSpPr>
          <p:nvPr/>
        </p:nvSpPr>
        <p:spPr>
          <a:xfrm>
            <a:off x="83548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2" name="F2_precision_recall_distributions_7186">
            <a:extLst>
              <a:ext uri="{FF2B5EF4-FFF2-40B4-BE49-F238E27FC236}">
                <a16:creationId xmlns:a16="http://schemas.microsoft.com/office/drawing/2014/main" id="{434005D5-6967-4E0A-84B0-37DF2D936297}"/>
              </a:ext>
            </a:extLst>
          </p:cNvPr>
          <p:cNvSpPr>
            <a:spLocks noGrp="1"/>
          </p:cNvSpPr>
          <p:nvPr/>
        </p:nvSpPr>
        <p:spPr>
          <a:xfrm>
            <a:off x="8437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3" name="F2_precision_recall_distributions_7187">
            <a:extLst>
              <a:ext uri="{FF2B5EF4-FFF2-40B4-BE49-F238E27FC236}">
                <a16:creationId xmlns:a16="http://schemas.microsoft.com/office/drawing/2014/main" id="{2ED37BDC-4776-452A-B61A-F91B2973221D}"/>
              </a:ext>
            </a:extLst>
          </p:cNvPr>
          <p:cNvSpPr>
            <a:spLocks noGrp="1"/>
          </p:cNvSpPr>
          <p:nvPr/>
        </p:nvSpPr>
        <p:spPr>
          <a:xfrm>
            <a:off x="84467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4" name="F2_precision_recall_distributions_7188">
            <a:extLst>
              <a:ext uri="{FF2B5EF4-FFF2-40B4-BE49-F238E27FC236}">
                <a16:creationId xmlns:a16="http://schemas.microsoft.com/office/drawing/2014/main" id="{1B0555AC-9236-456A-9BBC-2189EEABC0BA}"/>
              </a:ext>
            </a:extLst>
          </p:cNvPr>
          <p:cNvSpPr>
            <a:spLocks noGrp="1"/>
          </p:cNvSpPr>
          <p:nvPr/>
        </p:nvSpPr>
        <p:spPr>
          <a:xfrm>
            <a:off x="8490661" y="59753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5" name="F2_precision_recall_distributions_7189">
            <a:extLst>
              <a:ext uri="{FF2B5EF4-FFF2-40B4-BE49-F238E27FC236}">
                <a16:creationId xmlns:a16="http://schemas.microsoft.com/office/drawing/2014/main" id="{FA272C76-D08D-43BE-976E-F63B900BC8E7}"/>
              </a:ext>
            </a:extLst>
          </p:cNvPr>
          <p:cNvSpPr>
            <a:spLocks noGrp="1"/>
          </p:cNvSpPr>
          <p:nvPr/>
        </p:nvSpPr>
        <p:spPr>
          <a:xfrm>
            <a:off x="84975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6" name="F2_precision_recall_distributions_7190">
            <a:extLst>
              <a:ext uri="{FF2B5EF4-FFF2-40B4-BE49-F238E27FC236}">
                <a16:creationId xmlns:a16="http://schemas.microsoft.com/office/drawing/2014/main" id="{4BABEF95-1459-4507-A3E4-A10F7491D15B}"/>
              </a:ext>
            </a:extLst>
          </p:cNvPr>
          <p:cNvSpPr>
            <a:spLocks noGrp="1"/>
          </p:cNvSpPr>
          <p:nvPr/>
        </p:nvSpPr>
        <p:spPr>
          <a:xfrm>
            <a:off x="8309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7" name="F2_precision_recall_distributions_7191">
            <a:extLst>
              <a:ext uri="{FF2B5EF4-FFF2-40B4-BE49-F238E27FC236}">
                <a16:creationId xmlns:a16="http://schemas.microsoft.com/office/drawing/2014/main" id="{78C72522-DA58-4C3B-B6F6-18EDC528CC9F}"/>
              </a:ext>
            </a:extLst>
          </p:cNvPr>
          <p:cNvSpPr>
            <a:spLocks noGrp="1"/>
          </p:cNvSpPr>
          <p:nvPr/>
        </p:nvSpPr>
        <p:spPr>
          <a:xfrm>
            <a:off x="840763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8" name="F2_precision_recall_distributions_7192">
            <a:extLst>
              <a:ext uri="{FF2B5EF4-FFF2-40B4-BE49-F238E27FC236}">
                <a16:creationId xmlns:a16="http://schemas.microsoft.com/office/drawing/2014/main" id="{E7038352-9E69-4F7B-8217-CB10D30CC8E4}"/>
              </a:ext>
            </a:extLst>
          </p:cNvPr>
          <p:cNvSpPr>
            <a:spLocks noGrp="1"/>
          </p:cNvSpPr>
          <p:nvPr/>
        </p:nvSpPr>
        <p:spPr>
          <a:xfrm>
            <a:off x="84894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9" name="F2_precision_recall_distributions_7193">
            <a:extLst>
              <a:ext uri="{FF2B5EF4-FFF2-40B4-BE49-F238E27FC236}">
                <a16:creationId xmlns:a16="http://schemas.microsoft.com/office/drawing/2014/main" id="{2AF0A571-FD47-40AF-8BBA-0495F019BD18}"/>
              </a:ext>
            </a:extLst>
          </p:cNvPr>
          <p:cNvSpPr>
            <a:spLocks noGrp="1"/>
          </p:cNvSpPr>
          <p:nvPr/>
        </p:nvSpPr>
        <p:spPr>
          <a:xfrm>
            <a:off x="8489613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0" name="F2_precision_recall_distributions_7194">
            <a:extLst>
              <a:ext uri="{FF2B5EF4-FFF2-40B4-BE49-F238E27FC236}">
                <a16:creationId xmlns:a16="http://schemas.microsoft.com/office/drawing/2014/main" id="{1A319506-4D79-4771-8B33-2366BAB4C5A9}"/>
              </a:ext>
            </a:extLst>
          </p:cNvPr>
          <p:cNvSpPr>
            <a:spLocks noGrp="1"/>
          </p:cNvSpPr>
          <p:nvPr/>
        </p:nvSpPr>
        <p:spPr>
          <a:xfrm>
            <a:off x="8328721" y="6404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1" name="F2_precision_recall_distributions_7195">
            <a:extLst>
              <a:ext uri="{FF2B5EF4-FFF2-40B4-BE49-F238E27FC236}">
                <a16:creationId xmlns:a16="http://schemas.microsoft.com/office/drawing/2014/main" id="{0AE62F90-2F8E-4266-8BE2-800F8125F942}"/>
              </a:ext>
            </a:extLst>
          </p:cNvPr>
          <p:cNvSpPr>
            <a:spLocks noGrp="1"/>
          </p:cNvSpPr>
          <p:nvPr/>
        </p:nvSpPr>
        <p:spPr>
          <a:xfrm>
            <a:off x="8249420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2" name="F2_precision_recall_distributions_7196">
            <a:extLst>
              <a:ext uri="{FF2B5EF4-FFF2-40B4-BE49-F238E27FC236}">
                <a16:creationId xmlns:a16="http://schemas.microsoft.com/office/drawing/2014/main" id="{2E91F0DE-79A0-460B-B4F0-C0F55039DB26}"/>
              </a:ext>
            </a:extLst>
          </p:cNvPr>
          <p:cNvSpPr>
            <a:spLocks noGrp="1"/>
          </p:cNvSpPr>
          <p:nvPr/>
        </p:nvSpPr>
        <p:spPr>
          <a:xfrm>
            <a:off x="83294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3" name="F2_precision_recall_distributions_7197">
            <a:extLst>
              <a:ext uri="{FF2B5EF4-FFF2-40B4-BE49-F238E27FC236}">
                <a16:creationId xmlns:a16="http://schemas.microsoft.com/office/drawing/2014/main" id="{3F2D2736-7E15-4602-AC10-FFCFA75CCAE8}"/>
              </a:ext>
            </a:extLst>
          </p:cNvPr>
          <p:cNvSpPr>
            <a:spLocks noGrp="1"/>
          </p:cNvSpPr>
          <p:nvPr/>
        </p:nvSpPr>
        <p:spPr>
          <a:xfrm>
            <a:off x="83933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4" name="F2_precision_recall_distributions_7198">
            <a:extLst>
              <a:ext uri="{FF2B5EF4-FFF2-40B4-BE49-F238E27FC236}">
                <a16:creationId xmlns:a16="http://schemas.microsoft.com/office/drawing/2014/main" id="{05958EC2-8836-46AE-88D4-59FFBAE9389A}"/>
              </a:ext>
            </a:extLst>
          </p:cNvPr>
          <p:cNvSpPr>
            <a:spLocks noGrp="1"/>
          </p:cNvSpPr>
          <p:nvPr/>
        </p:nvSpPr>
        <p:spPr>
          <a:xfrm>
            <a:off x="8361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5" name="F2_precision_recall_distributions_7199">
            <a:extLst>
              <a:ext uri="{FF2B5EF4-FFF2-40B4-BE49-F238E27FC236}">
                <a16:creationId xmlns:a16="http://schemas.microsoft.com/office/drawing/2014/main" id="{1D482DA1-82AD-4ED2-BDC8-CAAB05223167}"/>
              </a:ext>
            </a:extLst>
          </p:cNvPr>
          <p:cNvSpPr>
            <a:spLocks noGrp="1"/>
          </p:cNvSpPr>
          <p:nvPr/>
        </p:nvSpPr>
        <p:spPr>
          <a:xfrm>
            <a:off x="81369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6" name="F2_precision_recall_distributions_7200">
            <a:extLst>
              <a:ext uri="{FF2B5EF4-FFF2-40B4-BE49-F238E27FC236}">
                <a16:creationId xmlns:a16="http://schemas.microsoft.com/office/drawing/2014/main" id="{45C6F8FB-D3A6-4B66-BED9-794825227F48}"/>
              </a:ext>
            </a:extLst>
          </p:cNvPr>
          <p:cNvSpPr>
            <a:spLocks noGrp="1"/>
          </p:cNvSpPr>
          <p:nvPr/>
        </p:nvSpPr>
        <p:spPr>
          <a:xfrm>
            <a:off x="82154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7" name="F2_precision_recall_distributions_7201">
            <a:extLst>
              <a:ext uri="{FF2B5EF4-FFF2-40B4-BE49-F238E27FC236}">
                <a16:creationId xmlns:a16="http://schemas.microsoft.com/office/drawing/2014/main" id="{5148918D-EB12-4BE5-B609-967578E36598}"/>
              </a:ext>
            </a:extLst>
          </p:cNvPr>
          <p:cNvSpPr>
            <a:spLocks noGrp="1"/>
          </p:cNvSpPr>
          <p:nvPr/>
        </p:nvSpPr>
        <p:spPr>
          <a:xfrm>
            <a:off x="84187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8" name="F2_precision_recall_distributions_7202">
            <a:extLst>
              <a:ext uri="{FF2B5EF4-FFF2-40B4-BE49-F238E27FC236}">
                <a16:creationId xmlns:a16="http://schemas.microsoft.com/office/drawing/2014/main" id="{14A29371-5D2D-4D24-A4F4-D369AEDC563C}"/>
              </a:ext>
            </a:extLst>
          </p:cNvPr>
          <p:cNvSpPr>
            <a:spLocks noGrp="1"/>
          </p:cNvSpPr>
          <p:nvPr/>
        </p:nvSpPr>
        <p:spPr>
          <a:xfrm>
            <a:off x="8455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9" name="F2_precision_recall_distributions_7203">
            <a:extLst>
              <a:ext uri="{FF2B5EF4-FFF2-40B4-BE49-F238E27FC236}">
                <a16:creationId xmlns:a16="http://schemas.microsoft.com/office/drawing/2014/main" id="{A3A43B41-914C-4A19-B82C-8EA188455832}"/>
              </a:ext>
            </a:extLst>
          </p:cNvPr>
          <p:cNvSpPr>
            <a:spLocks noGrp="1"/>
          </p:cNvSpPr>
          <p:nvPr/>
        </p:nvSpPr>
        <p:spPr>
          <a:xfrm>
            <a:off x="83226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0" name="F2_precision_recall_distributions_7204">
            <a:extLst>
              <a:ext uri="{FF2B5EF4-FFF2-40B4-BE49-F238E27FC236}">
                <a16:creationId xmlns:a16="http://schemas.microsoft.com/office/drawing/2014/main" id="{0F3623AF-5CDC-4ECE-A5C0-8FA6649945B7}"/>
              </a:ext>
            </a:extLst>
          </p:cNvPr>
          <p:cNvSpPr>
            <a:spLocks noGrp="1"/>
          </p:cNvSpPr>
          <p:nvPr/>
        </p:nvSpPr>
        <p:spPr>
          <a:xfrm>
            <a:off x="8356860" y="64115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1" name="F2_precision_recall_distributions_7205">
            <a:extLst>
              <a:ext uri="{FF2B5EF4-FFF2-40B4-BE49-F238E27FC236}">
                <a16:creationId xmlns:a16="http://schemas.microsoft.com/office/drawing/2014/main" id="{24CE6AE2-9B1F-4217-AEB9-C90261E4ED94}"/>
              </a:ext>
            </a:extLst>
          </p:cNvPr>
          <p:cNvSpPr>
            <a:spLocks noGrp="1"/>
          </p:cNvSpPr>
          <p:nvPr/>
        </p:nvSpPr>
        <p:spPr>
          <a:xfrm>
            <a:off x="8185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2" name="F2_precision_recall_distributions_7206">
            <a:extLst>
              <a:ext uri="{FF2B5EF4-FFF2-40B4-BE49-F238E27FC236}">
                <a16:creationId xmlns:a16="http://schemas.microsoft.com/office/drawing/2014/main" id="{C10F9B0E-B9E4-4D3B-BE14-86D6F47F8E2D}"/>
              </a:ext>
            </a:extLst>
          </p:cNvPr>
          <p:cNvSpPr>
            <a:spLocks noGrp="1"/>
          </p:cNvSpPr>
          <p:nvPr/>
        </p:nvSpPr>
        <p:spPr>
          <a:xfrm>
            <a:off x="8186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3" name="F2_precision_recall_distributions_7207">
            <a:extLst>
              <a:ext uri="{FF2B5EF4-FFF2-40B4-BE49-F238E27FC236}">
                <a16:creationId xmlns:a16="http://schemas.microsoft.com/office/drawing/2014/main" id="{78EFDB51-1F7A-435C-9CED-4BFF7833834F}"/>
              </a:ext>
            </a:extLst>
          </p:cNvPr>
          <p:cNvSpPr>
            <a:spLocks noGrp="1"/>
          </p:cNvSpPr>
          <p:nvPr/>
        </p:nvSpPr>
        <p:spPr>
          <a:xfrm>
            <a:off x="8308722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4" name="F2_precision_recall_distributions_7208">
            <a:extLst>
              <a:ext uri="{FF2B5EF4-FFF2-40B4-BE49-F238E27FC236}">
                <a16:creationId xmlns:a16="http://schemas.microsoft.com/office/drawing/2014/main" id="{B0EE8EDB-5CEB-4A20-B142-6B679AAC6FC3}"/>
              </a:ext>
            </a:extLst>
          </p:cNvPr>
          <p:cNvSpPr>
            <a:spLocks noGrp="1"/>
          </p:cNvSpPr>
          <p:nvPr/>
        </p:nvSpPr>
        <p:spPr>
          <a:xfrm>
            <a:off x="825650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5" name="F2_precision_recall_distributions_7209">
            <a:extLst>
              <a:ext uri="{FF2B5EF4-FFF2-40B4-BE49-F238E27FC236}">
                <a16:creationId xmlns:a16="http://schemas.microsoft.com/office/drawing/2014/main" id="{0AE739B0-A8E8-420B-8640-887DBBAB1595}"/>
              </a:ext>
            </a:extLst>
          </p:cNvPr>
          <p:cNvSpPr>
            <a:spLocks noGrp="1"/>
          </p:cNvSpPr>
          <p:nvPr/>
        </p:nvSpPr>
        <p:spPr>
          <a:xfrm>
            <a:off x="816833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6" name="F2_precision_recall_distributions_7210">
            <a:extLst>
              <a:ext uri="{FF2B5EF4-FFF2-40B4-BE49-F238E27FC236}">
                <a16:creationId xmlns:a16="http://schemas.microsoft.com/office/drawing/2014/main" id="{A4C9A275-EF31-448C-8F57-8B12F75682D8}"/>
              </a:ext>
            </a:extLst>
          </p:cNvPr>
          <p:cNvSpPr>
            <a:spLocks noGrp="1"/>
          </p:cNvSpPr>
          <p:nvPr/>
        </p:nvSpPr>
        <p:spPr>
          <a:xfrm>
            <a:off x="83708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7" name="F2_precision_recall_distributions_7211">
            <a:extLst>
              <a:ext uri="{FF2B5EF4-FFF2-40B4-BE49-F238E27FC236}">
                <a16:creationId xmlns:a16="http://schemas.microsoft.com/office/drawing/2014/main" id="{E54FE8DA-A5D9-4F6A-90DA-001BF40C8BCD}"/>
              </a:ext>
            </a:extLst>
          </p:cNvPr>
          <p:cNvSpPr>
            <a:spLocks noGrp="1"/>
          </p:cNvSpPr>
          <p:nvPr/>
        </p:nvSpPr>
        <p:spPr>
          <a:xfrm>
            <a:off x="8440613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8" name="F2_precision_recall_distributions_7212">
            <a:extLst>
              <a:ext uri="{FF2B5EF4-FFF2-40B4-BE49-F238E27FC236}">
                <a16:creationId xmlns:a16="http://schemas.microsoft.com/office/drawing/2014/main" id="{BD38EAF1-E049-4E54-A7CA-47FA778E24EA}"/>
              </a:ext>
            </a:extLst>
          </p:cNvPr>
          <p:cNvSpPr>
            <a:spLocks noGrp="1"/>
          </p:cNvSpPr>
          <p:nvPr/>
        </p:nvSpPr>
        <p:spPr>
          <a:xfrm>
            <a:off x="84039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9" name="F2_precision_recall_distributions_7213">
            <a:extLst>
              <a:ext uri="{FF2B5EF4-FFF2-40B4-BE49-F238E27FC236}">
                <a16:creationId xmlns:a16="http://schemas.microsoft.com/office/drawing/2014/main" id="{32D4D132-5159-47D1-AB18-C17C7EB9CD4A}"/>
              </a:ext>
            </a:extLst>
          </p:cNvPr>
          <p:cNvSpPr>
            <a:spLocks noGrp="1"/>
          </p:cNvSpPr>
          <p:nvPr/>
        </p:nvSpPr>
        <p:spPr>
          <a:xfrm>
            <a:off x="83165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0" name="F2_precision_recall_distributions_7214">
            <a:extLst>
              <a:ext uri="{FF2B5EF4-FFF2-40B4-BE49-F238E27FC236}">
                <a16:creationId xmlns:a16="http://schemas.microsoft.com/office/drawing/2014/main" id="{3A6B5B1B-C2EA-43C1-8308-BE0EE7F82CCB}"/>
              </a:ext>
            </a:extLst>
          </p:cNvPr>
          <p:cNvSpPr>
            <a:spLocks noGrp="1"/>
          </p:cNvSpPr>
          <p:nvPr/>
        </p:nvSpPr>
        <p:spPr>
          <a:xfrm>
            <a:off x="8177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1" name="F2_precision_recall_distributions_7215">
            <a:extLst>
              <a:ext uri="{FF2B5EF4-FFF2-40B4-BE49-F238E27FC236}">
                <a16:creationId xmlns:a16="http://schemas.microsoft.com/office/drawing/2014/main" id="{D58C4A7D-45F7-40C4-A931-8E03ADDA4FDB}"/>
              </a:ext>
            </a:extLst>
          </p:cNvPr>
          <p:cNvSpPr>
            <a:spLocks noGrp="1"/>
          </p:cNvSpPr>
          <p:nvPr/>
        </p:nvSpPr>
        <p:spPr>
          <a:xfrm>
            <a:off x="8434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2" name="F2_precision_recall_distributions_7216">
            <a:extLst>
              <a:ext uri="{FF2B5EF4-FFF2-40B4-BE49-F238E27FC236}">
                <a16:creationId xmlns:a16="http://schemas.microsoft.com/office/drawing/2014/main" id="{4D9771F0-7EEB-4414-BE4D-AEFA914CC3EA}"/>
              </a:ext>
            </a:extLst>
          </p:cNvPr>
          <p:cNvSpPr>
            <a:spLocks noGrp="1"/>
          </p:cNvSpPr>
          <p:nvPr/>
        </p:nvSpPr>
        <p:spPr>
          <a:xfrm>
            <a:off x="84300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3" name="F2_precision_recall_distributions_7217">
            <a:extLst>
              <a:ext uri="{FF2B5EF4-FFF2-40B4-BE49-F238E27FC236}">
                <a16:creationId xmlns:a16="http://schemas.microsoft.com/office/drawing/2014/main" id="{43E6AE9C-80C9-4A59-93E0-E9E2AC913A5F}"/>
              </a:ext>
            </a:extLst>
          </p:cNvPr>
          <p:cNvSpPr>
            <a:spLocks noGrp="1"/>
          </p:cNvSpPr>
          <p:nvPr/>
        </p:nvSpPr>
        <p:spPr>
          <a:xfrm>
            <a:off x="8163036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4" name="F2_precision_recall_distributions_7218">
            <a:extLst>
              <a:ext uri="{FF2B5EF4-FFF2-40B4-BE49-F238E27FC236}">
                <a16:creationId xmlns:a16="http://schemas.microsoft.com/office/drawing/2014/main" id="{1F591CC1-F008-4ABE-91A8-F2823A7CE09C}"/>
              </a:ext>
            </a:extLst>
          </p:cNvPr>
          <p:cNvSpPr>
            <a:spLocks noGrp="1"/>
          </p:cNvSpPr>
          <p:nvPr/>
        </p:nvSpPr>
        <p:spPr>
          <a:xfrm>
            <a:off x="8393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5" name="F2_precision_recall_distributions_7219">
            <a:extLst>
              <a:ext uri="{FF2B5EF4-FFF2-40B4-BE49-F238E27FC236}">
                <a16:creationId xmlns:a16="http://schemas.microsoft.com/office/drawing/2014/main" id="{CB3D8EEC-1839-4ED4-B3CF-3CEA01CEA05D}"/>
              </a:ext>
            </a:extLst>
          </p:cNvPr>
          <p:cNvSpPr>
            <a:spLocks noGrp="1"/>
          </p:cNvSpPr>
          <p:nvPr/>
        </p:nvSpPr>
        <p:spPr>
          <a:xfrm>
            <a:off x="8274535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6" name="F2_precision_recall_distributions_7220">
            <a:extLst>
              <a:ext uri="{FF2B5EF4-FFF2-40B4-BE49-F238E27FC236}">
                <a16:creationId xmlns:a16="http://schemas.microsoft.com/office/drawing/2014/main" id="{F6901482-2491-467D-9766-82ECDA3A8B2C}"/>
              </a:ext>
            </a:extLst>
          </p:cNvPr>
          <p:cNvSpPr>
            <a:spLocks noGrp="1"/>
          </p:cNvSpPr>
          <p:nvPr/>
        </p:nvSpPr>
        <p:spPr>
          <a:xfrm>
            <a:off x="81629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7" name="F2_precision_recall_distributions_7221">
            <a:extLst>
              <a:ext uri="{FF2B5EF4-FFF2-40B4-BE49-F238E27FC236}">
                <a16:creationId xmlns:a16="http://schemas.microsoft.com/office/drawing/2014/main" id="{C8C464BB-C4BE-44AD-B643-485E8E99D20E}"/>
              </a:ext>
            </a:extLst>
          </p:cNvPr>
          <p:cNvSpPr>
            <a:spLocks noGrp="1"/>
          </p:cNvSpPr>
          <p:nvPr/>
        </p:nvSpPr>
        <p:spPr>
          <a:xfrm>
            <a:off x="8215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8" name="F2_precision_recall_distributions_7222">
            <a:extLst>
              <a:ext uri="{FF2B5EF4-FFF2-40B4-BE49-F238E27FC236}">
                <a16:creationId xmlns:a16="http://schemas.microsoft.com/office/drawing/2014/main" id="{104B0AA7-9EA9-443E-9F32-E62542C21D06}"/>
              </a:ext>
            </a:extLst>
          </p:cNvPr>
          <p:cNvSpPr>
            <a:spLocks noGrp="1"/>
          </p:cNvSpPr>
          <p:nvPr/>
        </p:nvSpPr>
        <p:spPr>
          <a:xfrm>
            <a:off x="84122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9" name="F2_precision_recall_distributions_7223">
            <a:extLst>
              <a:ext uri="{FF2B5EF4-FFF2-40B4-BE49-F238E27FC236}">
                <a16:creationId xmlns:a16="http://schemas.microsoft.com/office/drawing/2014/main" id="{60AA7D66-4205-4946-BDA5-68A148295D19}"/>
              </a:ext>
            </a:extLst>
          </p:cNvPr>
          <p:cNvSpPr>
            <a:spLocks noGrp="1"/>
          </p:cNvSpPr>
          <p:nvPr/>
        </p:nvSpPr>
        <p:spPr>
          <a:xfrm>
            <a:off x="84156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0" name="F2_precision_recall_distributions_7224">
            <a:extLst>
              <a:ext uri="{FF2B5EF4-FFF2-40B4-BE49-F238E27FC236}">
                <a16:creationId xmlns:a16="http://schemas.microsoft.com/office/drawing/2014/main" id="{93C5AD54-897B-4215-909F-AC13F745D004}"/>
              </a:ext>
            </a:extLst>
          </p:cNvPr>
          <p:cNvSpPr>
            <a:spLocks noGrp="1"/>
          </p:cNvSpPr>
          <p:nvPr/>
        </p:nvSpPr>
        <p:spPr>
          <a:xfrm>
            <a:off x="81386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1" name="F2_precision_recall_distributions_7225">
            <a:extLst>
              <a:ext uri="{FF2B5EF4-FFF2-40B4-BE49-F238E27FC236}">
                <a16:creationId xmlns:a16="http://schemas.microsoft.com/office/drawing/2014/main" id="{73FCAED0-78E7-4183-A56E-1F327F3FE964}"/>
              </a:ext>
            </a:extLst>
          </p:cNvPr>
          <p:cNvSpPr>
            <a:spLocks noGrp="1"/>
          </p:cNvSpPr>
          <p:nvPr/>
        </p:nvSpPr>
        <p:spPr>
          <a:xfrm>
            <a:off x="8245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2" name="F2_precision_recall_distributions_7226">
            <a:extLst>
              <a:ext uri="{FF2B5EF4-FFF2-40B4-BE49-F238E27FC236}">
                <a16:creationId xmlns:a16="http://schemas.microsoft.com/office/drawing/2014/main" id="{2B583472-CA04-4DD4-9183-9B5E82F616CA}"/>
              </a:ext>
            </a:extLst>
          </p:cNvPr>
          <p:cNvSpPr>
            <a:spLocks noGrp="1"/>
          </p:cNvSpPr>
          <p:nvPr/>
        </p:nvSpPr>
        <p:spPr>
          <a:xfrm>
            <a:off x="81818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3" name="F2_precision_recall_distributions_7227">
            <a:extLst>
              <a:ext uri="{FF2B5EF4-FFF2-40B4-BE49-F238E27FC236}">
                <a16:creationId xmlns:a16="http://schemas.microsoft.com/office/drawing/2014/main" id="{9C52B348-0F1D-45BC-AF9C-358BEA5B3201}"/>
              </a:ext>
            </a:extLst>
          </p:cNvPr>
          <p:cNvSpPr>
            <a:spLocks noGrp="1"/>
          </p:cNvSpPr>
          <p:nvPr/>
        </p:nvSpPr>
        <p:spPr>
          <a:xfrm>
            <a:off x="83112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4" name="F2_precision_recall_distributions_7228">
            <a:extLst>
              <a:ext uri="{FF2B5EF4-FFF2-40B4-BE49-F238E27FC236}">
                <a16:creationId xmlns:a16="http://schemas.microsoft.com/office/drawing/2014/main" id="{605FB35D-4EBF-474F-BE99-D31D05449BD5}"/>
              </a:ext>
            </a:extLst>
          </p:cNvPr>
          <p:cNvSpPr>
            <a:spLocks noGrp="1"/>
          </p:cNvSpPr>
          <p:nvPr/>
        </p:nvSpPr>
        <p:spPr>
          <a:xfrm>
            <a:off x="81331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5" name="F2_precision_recall_distributions_7229">
            <a:extLst>
              <a:ext uri="{FF2B5EF4-FFF2-40B4-BE49-F238E27FC236}">
                <a16:creationId xmlns:a16="http://schemas.microsoft.com/office/drawing/2014/main" id="{FC22AC3B-DFCD-4A56-91D5-88A91A90192A}"/>
              </a:ext>
            </a:extLst>
          </p:cNvPr>
          <p:cNvSpPr>
            <a:spLocks noGrp="1"/>
          </p:cNvSpPr>
          <p:nvPr/>
        </p:nvSpPr>
        <p:spPr>
          <a:xfrm>
            <a:off x="8200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6" name="F2_precision_recall_distributions_7230">
            <a:extLst>
              <a:ext uri="{FF2B5EF4-FFF2-40B4-BE49-F238E27FC236}">
                <a16:creationId xmlns:a16="http://schemas.microsoft.com/office/drawing/2014/main" id="{3D80E2DD-CC49-49BB-AC21-82CF4707C7B5}"/>
              </a:ext>
            </a:extLst>
          </p:cNvPr>
          <p:cNvSpPr>
            <a:spLocks noGrp="1"/>
          </p:cNvSpPr>
          <p:nvPr/>
        </p:nvSpPr>
        <p:spPr>
          <a:xfrm>
            <a:off x="8186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7" name="F2_precision_recall_distributions_7231">
            <a:extLst>
              <a:ext uri="{FF2B5EF4-FFF2-40B4-BE49-F238E27FC236}">
                <a16:creationId xmlns:a16="http://schemas.microsoft.com/office/drawing/2014/main" id="{590F1016-C387-42DF-B077-6C8131D860F9}"/>
              </a:ext>
            </a:extLst>
          </p:cNvPr>
          <p:cNvSpPr>
            <a:spLocks noGrp="1"/>
          </p:cNvSpPr>
          <p:nvPr/>
        </p:nvSpPr>
        <p:spPr>
          <a:xfrm>
            <a:off x="814887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8" name="F2_precision_recall_distributions_7232">
            <a:extLst>
              <a:ext uri="{FF2B5EF4-FFF2-40B4-BE49-F238E27FC236}">
                <a16:creationId xmlns:a16="http://schemas.microsoft.com/office/drawing/2014/main" id="{481E30F9-8D3C-466C-9C08-1A25B929F346}"/>
              </a:ext>
            </a:extLst>
          </p:cNvPr>
          <p:cNvSpPr>
            <a:spLocks noGrp="1"/>
          </p:cNvSpPr>
          <p:nvPr/>
        </p:nvSpPr>
        <p:spPr>
          <a:xfrm>
            <a:off x="8393139" y="63620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9" name="F2_precision_recall_distributions_7233">
            <a:extLst>
              <a:ext uri="{FF2B5EF4-FFF2-40B4-BE49-F238E27FC236}">
                <a16:creationId xmlns:a16="http://schemas.microsoft.com/office/drawing/2014/main" id="{9F9A83E8-4B8E-4E41-96F1-615AFC509ECF}"/>
              </a:ext>
            </a:extLst>
          </p:cNvPr>
          <p:cNvSpPr>
            <a:spLocks noGrp="1"/>
          </p:cNvSpPr>
          <p:nvPr/>
        </p:nvSpPr>
        <p:spPr>
          <a:xfrm>
            <a:off x="82273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0" name="F2_precision_recall_distributions_7234">
            <a:extLst>
              <a:ext uri="{FF2B5EF4-FFF2-40B4-BE49-F238E27FC236}">
                <a16:creationId xmlns:a16="http://schemas.microsoft.com/office/drawing/2014/main" id="{0D3D4E28-78DD-47A4-8D8E-8945E24D028A}"/>
              </a:ext>
            </a:extLst>
          </p:cNvPr>
          <p:cNvSpPr>
            <a:spLocks noGrp="1"/>
          </p:cNvSpPr>
          <p:nvPr/>
        </p:nvSpPr>
        <p:spPr>
          <a:xfrm>
            <a:off x="8470065" y="63997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1" name="F2_precision_recall_distributions_7235">
            <a:extLst>
              <a:ext uri="{FF2B5EF4-FFF2-40B4-BE49-F238E27FC236}">
                <a16:creationId xmlns:a16="http://schemas.microsoft.com/office/drawing/2014/main" id="{6AF5D7C0-3E86-4FF3-AA32-994F224161DA}"/>
              </a:ext>
            </a:extLst>
          </p:cNvPr>
          <p:cNvSpPr>
            <a:spLocks noGrp="1"/>
          </p:cNvSpPr>
          <p:nvPr/>
        </p:nvSpPr>
        <p:spPr>
          <a:xfrm>
            <a:off x="841033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2" name="F2_precision_recall_distributions_7236">
            <a:extLst>
              <a:ext uri="{FF2B5EF4-FFF2-40B4-BE49-F238E27FC236}">
                <a16:creationId xmlns:a16="http://schemas.microsoft.com/office/drawing/2014/main" id="{D12E7F75-0A60-4B90-84CF-D4E1CEB0220E}"/>
              </a:ext>
            </a:extLst>
          </p:cNvPr>
          <p:cNvSpPr>
            <a:spLocks noGrp="1"/>
          </p:cNvSpPr>
          <p:nvPr/>
        </p:nvSpPr>
        <p:spPr>
          <a:xfrm>
            <a:off x="84037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3" name="F2_precision_recall_distributions_7237">
            <a:extLst>
              <a:ext uri="{FF2B5EF4-FFF2-40B4-BE49-F238E27FC236}">
                <a16:creationId xmlns:a16="http://schemas.microsoft.com/office/drawing/2014/main" id="{1CD02B68-CA78-4CBC-A086-A89BA88A8C8A}"/>
              </a:ext>
            </a:extLst>
          </p:cNvPr>
          <p:cNvSpPr>
            <a:spLocks noGrp="1"/>
          </p:cNvSpPr>
          <p:nvPr/>
        </p:nvSpPr>
        <p:spPr>
          <a:xfrm>
            <a:off x="82571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4" name="F2_precision_recall_distributions_7238">
            <a:extLst>
              <a:ext uri="{FF2B5EF4-FFF2-40B4-BE49-F238E27FC236}">
                <a16:creationId xmlns:a16="http://schemas.microsoft.com/office/drawing/2014/main" id="{F3715E1E-A55B-47BF-A244-6F760BAD436C}"/>
              </a:ext>
            </a:extLst>
          </p:cNvPr>
          <p:cNvSpPr>
            <a:spLocks noGrp="1"/>
          </p:cNvSpPr>
          <p:nvPr/>
        </p:nvSpPr>
        <p:spPr>
          <a:xfrm>
            <a:off x="845889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5" name="F2_precision_recall_distributions_7239">
            <a:extLst>
              <a:ext uri="{FF2B5EF4-FFF2-40B4-BE49-F238E27FC236}">
                <a16:creationId xmlns:a16="http://schemas.microsoft.com/office/drawing/2014/main" id="{46AC4BB3-ED55-40B9-A296-9AE4EC4ACA17}"/>
              </a:ext>
            </a:extLst>
          </p:cNvPr>
          <p:cNvSpPr>
            <a:spLocks noGrp="1"/>
          </p:cNvSpPr>
          <p:nvPr/>
        </p:nvSpPr>
        <p:spPr>
          <a:xfrm>
            <a:off x="82417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6" name="F2_precision_recall_distributions_7240">
            <a:extLst>
              <a:ext uri="{FF2B5EF4-FFF2-40B4-BE49-F238E27FC236}">
                <a16:creationId xmlns:a16="http://schemas.microsoft.com/office/drawing/2014/main" id="{6D063E12-F5FC-459E-8137-7B5CF33CF9D6}"/>
              </a:ext>
            </a:extLst>
          </p:cNvPr>
          <p:cNvSpPr>
            <a:spLocks noGrp="1"/>
          </p:cNvSpPr>
          <p:nvPr/>
        </p:nvSpPr>
        <p:spPr>
          <a:xfrm>
            <a:off x="83605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7" name="F2_precision_recall_distributions_7241">
            <a:extLst>
              <a:ext uri="{FF2B5EF4-FFF2-40B4-BE49-F238E27FC236}">
                <a16:creationId xmlns:a16="http://schemas.microsoft.com/office/drawing/2014/main" id="{2B5079CF-2305-40EC-B43D-FBAED7CBE4C5}"/>
              </a:ext>
            </a:extLst>
          </p:cNvPr>
          <p:cNvSpPr>
            <a:spLocks noGrp="1"/>
          </p:cNvSpPr>
          <p:nvPr/>
        </p:nvSpPr>
        <p:spPr>
          <a:xfrm>
            <a:off x="8340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8" name="F2_precision_recall_distributions_7242">
            <a:extLst>
              <a:ext uri="{FF2B5EF4-FFF2-40B4-BE49-F238E27FC236}">
                <a16:creationId xmlns:a16="http://schemas.microsoft.com/office/drawing/2014/main" id="{846E33BB-3571-4058-9570-00B03C1A31AE}"/>
              </a:ext>
            </a:extLst>
          </p:cNvPr>
          <p:cNvSpPr>
            <a:spLocks noGrp="1"/>
          </p:cNvSpPr>
          <p:nvPr/>
        </p:nvSpPr>
        <p:spPr>
          <a:xfrm>
            <a:off x="8383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9" name="F2_precision_recall_distributions_7243">
            <a:extLst>
              <a:ext uri="{FF2B5EF4-FFF2-40B4-BE49-F238E27FC236}">
                <a16:creationId xmlns:a16="http://schemas.microsoft.com/office/drawing/2014/main" id="{AB707CD1-4BED-47B2-B32A-0BB4284031E8}"/>
              </a:ext>
            </a:extLst>
          </p:cNvPr>
          <p:cNvSpPr>
            <a:spLocks noGrp="1"/>
          </p:cNvSpPr>
          <p:nvPr/>
        </p:nvSpPr>
        <p:spPr>
          <a:xfrm>
            <a:off x="817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0" name="F2_precision_recall_distributions_7244">
            <a:extLst>
              <a:ext uri="{FF2B5EF4-FFF2-40B4-BE49-F238E27FC236}">
                <a16:creationId xmlns:a16="http://schemas.microsoft.com/office/drawing/2014/main" id="{982B29A6-34B9-41B5-9BD5-0F23D02D3D6F}"/>
              </a:ext>
            </a:extLst>
          </p:cNvPr>
          <p:cNvSpPr>
            <a:spLocks noGrp="1"/>
          </p:cNvSpPr>
          <p:nvPr/>
        </p:nvSpPr>
        <p:spPr>
          <a:xfrm>
            <a:off x="8252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1" name="F2_precision_recall_distributions_7245">
            <a:extLst>
              <a:ext uri="{FF2B5EF4-FFF2-40B4-BE49-F238E27FC236}">
                <a16:creationId xmlns:a16="http://schemas.microsoft.com/office/drawing/2014/main" id="{FEFE8530-92E5-4F03-B9D6-0B62805BD553}"/>
              </a:ext>
            </a:extLst>
          </p:cNvPr>
          <p:cNvSpPr>
            <a:spLocks noGrp="1"/>
          </p:cNvSpPr>
          <p:nvPr/>
        </p:nvSpPr>
        <p:spPr>
          <a:xfrm>
            <a:off x="849606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2" name="F2_precision_recall_distributions_7246">
            <a:extLst>
              <a:ext uri="{FF2B5EF4-FFF2-40B4-BE49-F238E27FC236}">
                <a16:creationId xmlns:a16="http://schemas.microsoft.com/office/drawing/2014/main" id="{A63C8D04-10F2-4233-94D3-A605D0EA02CE}"/>
              </a:ext>
            </a:extLst>
          </p:cNvPr>
          <p:cNvSpPr>
            <a:spLocks noGrp="1"/>
          </p:cNvSpPr>
          <p:nvPr/>
        </p:nvSpPr>
        <p:spPr>
          <a:xfrm>
            <a:off x="841919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3" name="F2_precision_recall_distributions_7247">
            <a:extLst>
              <a:ext uri="{FF2B5EF4-FFF2-40B4-BE49-F238E27FC236}">
                <a16:creationId xmlns:a16="http://schemas.microsoft.com/office/drawing/2014/main" id="{04568042-2A43-48D5-85A2-4722292A65B1}"/>
              </a:ext>
            </a:extLst>
          </p:cNvPr>
          <p:cNvSpPr>
            <a:spLocks noGrp="1"/>
          </p:cNvSpPr>
          <p:nvPr/>
        </p:nvSpPr>
        <p:spPr>
          <a:xfrm>
            <a:off x="8415746" y="61073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4" name="F2_precision_recall_distributions_7248">
            <a:extLst>
              <a:ext uri="{FF2B5EF4-FFF2-40B4-BE49-F238E27FC236}">
                <a16:creationId xmlns:a16="http://schemas.microsoft.com/office/drawing/2014/main" id="{43FB755A-23D6-451F-9869-8B415422FE91}"/>
              </a:ext>
            </a:extLst>
          </p:cNvPr>
          <p:cNvSpPr>
            <a:spLocks noGrp="1"/>
          </p:cNvSpPr>
          <p:nvPr/>
        </p:nvSpPr>
        <p:spPr>
          <a:xfrm>
            <a:off x="8151750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5" name="F2_precision_recall_distributions_7249">
            <a:extLst>
              <a:ext uri="{FF2B5EF4-FFF2-40B4-BE49-F238E27FC236}">
                <a16:creationId xmlns:a16="http://schemas.microsoft.com/office/drawing/2014/main" id="{7B8BAEB9-F0FF-4DFC-9365-5B6F47DFAC57}"/>
              </a:ext>
            </a:extLst>
          </p:cNvPr>
          <p:cNvSpPr>
            <a:spLocks noGrp="1"/>
          </p:cNvSpPr>
          <p:nvPr/>
        </p:nvSpPr>
        <p:spPr>
          <a:xfrm>
            <a:off x="81664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6" name="F2_precision_recall_distributions_7250">
            <a:extLst>
              <a:ext uri="{FF2B5EF4-FFF2-40B4-BE49-F238E27FC236}">
                <a16:creationId xmlns:a16="http://schemas.microsoft.com/office/drawing/2014/main" id="{9BB38D01-97DF-464D-9060-9C80BCD3175D}"/>
              </a:ext>
            </a:extLst>
          </p:cNvPr>
          <p:cNvSpPr>
            <a:spLocks noGrp="1"/>
          </p:cNvSpPr>
          <p:nvPr/>
        </p:nvSpPr>
        <p:spPr>
          <a:xfrm>
            <a:off x="84807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7" name="F2_precision_recall_distributions_7251">
            <a:extLst>
              <a:ext uri="{FF2B5EF4-FFF2-40B4-BE49-F238E27FC236}">
                <a16:creationId xmlns:a16="http://schemas.microsoft.com/office/drawing/2014/main" id="{9903DB35-DC15-494C-B744-03665B0715B8}"/>
              </a:ext>
            </a:extLst>
          </p:cNvPr>
          <p:cNvSpPr>
            <a:spLocks noGrp="1"/>
          </p:cNvSpPr>
          <p:nvPr/>
        </p:nvSpPr>
        <p:spPr>
          <a:xfrm>
            <a:off x="84191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8" name="F2_precision_recall_distributions_7252">
            <a:extLst>
              <a:ext uri="{FF2B5EF4-FFF2-40B4-BE49-F238E27FC236}">
                <a16:creationId xmlns:a16="http://schemas.microsoft.com/office/drawing/2014/main" id="{9B4E10D2-9BE4-4C8B-A5CB-821EE6DDCF6B}"/>
              </a:ext>
            </a:extLst>
          </p:cNvPr>
          <p:cNvSpPr>
            <a:spLocks noGrp="1"/>
          </p:cNvSpPr>
          <p:nvPr/>
        </p:nvSpPr>
        <p:spPr>
          <a:xfrm>
            <a:off x="84575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9" name="F2_precision_recall_distributions_7253">
            <a:extLst>
              <a:ext uri="{FF2B5EF4-FFF2-40B4-BE49-F238E27FC236}">
                <a16:creationId xmlns:a16="http://schemas.microsoft.com/office/drawing/2014/main" id="{9BBAF306-72C6-4984-B96D-180838D8B5CE}"/>
              </a:ext>
            </a:extLst>
          </p:cNvPr>
          <p:cNvSpPr>
            <a:spLocks noGrp="1"/>
          </p:cNvSpPr>
          <p:nvPr/>
        </p:nvSpPr>
        <p:spPr>
          <a:xfrm>
            <a:off x="8399499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0" name="F2_precision_recall_distributions_7254">
            <a:extLst>
              <a:ext uri="{FF2B5EF4-FFF2-40B4-BE49-F238E27FC236}">
                <a16:creationId xmlns:a16="http://schemas.microsoft.com/office/drawing/2014/main" id="{8A9D4568-ED95-45AB-96D1-836A8064B203}"/>
              </a:ext>
            </a:extLst>
          </p:cNvPr>
          <p:cNvSpPr>
            <a:spLocks noGrp="1"/>
          </p:cNvSpPr>
          <p:nvPr/>
        </p:nvSpPr>
        <p:spPr>
          <a:xfrm>
            <a:off x="81537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1" name="F2_precision_recall_distributions_7255">
            <a:extLst>
              <a:ext uri="{FF2B5EF4-FFF2-40B4-BE49-F238E27FC236}">
                <a16:creationId xmlns:a16="http://schemas.microsoft.com/office/drawing/2014/main" id="{39D52E93-E894-4FEB-851C-24C1FD59F814}"/>
              </a:ext>
            </a:extLst>
          </p:cNvPr>
          <p:cNvSpPr>
            <a:spLocks noGrp="1"/>
          </p:cNvSpPr>
          <p:nvPr/>
        </p:nvSpPr>
        <p:spPr>
          <a:xfrm>
            <a:off x="84301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2" name="F2_precision_recall_distributions_7256">
            <a:extLst>
              <a:ext uri="{FF2B5EF4-FFF2-40B4-BE49-F238E27FC236}">
                <a16:creationId xmlns:a16="http://schemas.microsoft.com/office/drawing/2014/main" id="{2F2AC15C-FA01-4380-AE3D-1531BC3E7B6D}"/>
              </a:ext>
            </a:extLst>
          </p:cNvPr>
          <p:cNvSpPr>
            <a:spLocks noGrp="1"/>
          </p:cNvSpPr>
          <p:nvPr/>
        </p:nvSpPr>
        <p:spPr>
          <a:xfrm>
            <a:off x="843650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3" name="F2_precision_recall_distributions_7257">
            <a:extLst>
              <a:ext uri="{FF2B5EF4-FFF2-40B4-BE49-F238E27FC236}">
                <a16:creationId xmlns:a16="http://schemas.microsoft.com/office/drawing/2014/main" id="{F66DD895-1556-4509-9564-B30F13FF740B}"/>
              </a:ext>
            </a:extLst>
          </p:cNvPr>
          <p:cNvSpPr>
            <a:spLocks noGrp="1"/>
          </p:cNvSpPr>
          <p:nvPr/>
        </p:nvSpPr>
        <p:spPr>
          <a:xfrm>
            <a:off x="8360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4" name="F2_precision_recall_distributions_7258">
            <a:extLst>
              <a:ext uri="{FF2B5EF4-FFF2-40B4-BE49-F238E27FC236}">
                <a16:creationId xmlns:a16="http://schemas.microsoft.com/office/drawing/2014/main" id="{B2EBB983-05D6-4BF8-83DA-923E590A014E}"/>
              </a:ext>
            </a:extLst>
          </p:cNvPr>
          <p:cNvSpPr>
            <a:spLocks noGrp="1"/>
          </p:cNvSpPr>
          <p:nvPr/>
        </p:nvSpPr>
        <p:spPr>
          <a:xfrm>
            <a:off x="8472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5" name="F2_precision_recall_distributions_7259">
            <a:extLst>
              <a:ext uri="{FF2B5EF4-FFF2-40B4-BE49-F238E27FC236}">
                <a16:creationId xmlns:a16="http://schemas.microsoft.com/office/drawing/2014/main" id="{808A8CD0-0C7D-4D7A-AFE9-1D53A2F77736}"/>
              </a:ext>
            </a:extLst>
          </p:cNvPr>
          <p:cNvSpPr>
            <a:spLocks noGrp="1"/>
          </p:cNvSpPr>
          <p:nvPr/>
        </p:nvSpPr>
        <p:spPr>
          <a:xfrm>
            <a:off x="84100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6" name="F2_precision_recall_distributions_7260">
            <a:extLst>
              <a:ext uri="{FF2B5EF4-FFF2-40B4-BE49-F238E27FC236}">
                <a16:creationId xmlns:a16="http://schemas.microsoft.com/office/drawing/2014/main" id="{0FAAE145-01D7-483A-90E3-48AE2909D5DB}"/>
              </a:ext>
            </a:extLst>
          </p:cNvPr>
          <p:cNvSpPr>
            <a:spLocks noGrp="1"/>
          </p:cNvSpPr>
          <p:nvPr/>
        </p:nvSpPr>
        <p:spPr>
          <a:xfrm>
            <a:off x="84101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7" name="F2_precision_recall_distributions_7261">
            <a:extLst>
              <a:ext uri="{FF2B5EF4-FFF2-40B4-BE49-F238E27FC236}">
                <a16:creationId xmlns:a16="http://schemas.microsoft.com/office/drawing/2014/main" id="{6497B4D9-0FAD-4233-890D-331B8E0E5B2C}"/>
              </a:ext>
            </a:extLst>
          </p:cNvPr>
          <p:cNvSpPr>
            <a:spLocks noGrp="1"/>
          </p:cNvSpPr>
          <p:nvPr/>
        </p:nvSpPr>
        <p:spPr>
          <a:xfrm>
            <a:off x="83084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8" name="F2_precision_recall_distributions_7262">
            <a:extLst>
              <a:ext uri="{FF2B5EF4-FFF2-40B4-BE49-F238E27FC236}">
                <a16:creationId xmlns:a16="http://schemas.microsoft.com/office/drawing/2014/main" id="{B5081A11-B51B-4863-841E-5CD014D67F93}"/>
              </a:ext>
            </a:extLst>
          </p:cNvPr>
          <p:cNvSpPr>
            <a:spLocks noGrp="1"/>
          </p:cNvSpPr>
          <p:nvPr/>
        </p:nvSpPr>
        <p:spPr>
          <a:xfrm>
            <a:off x="82922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9" name="F2_precision_recall_distributions_7263">
            <a:extLst>
              <a:ext uri="{FF2B5EF4-FFF2-40B4-BE49-F238E27FC236}">
                <a16:creationId xmlns:a16="http://schemas.microsoft.com/office/drawing/2014/main" id="{C0413592-7576-4607-BD87-8EF45B99B42D}"/>
              </a:ext>
            </a:extLst>
          </p:cNvPr>
          <p:cNvSpPr>
            <a:spLocks noGrp="1"/>
          </p:cNvSpPr>
          <p:nvPr/>
        </p:nvSpPr>
        <p:spPr>
          <a:xfrm>
            <a:off x="84475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0" name="F2_precision_recall_distributions_7264">
            <a:extLst>
              <a:ext uri="{FF2B5EF4-FFF2-40B4-BE49-F238E27FC236}">
                <a16:creationId xmlns:a16="http://schemas.microsoft.com/office/drawing/2014/main" id="{6AA58A50-2A1B-4192-9287-A85590D66DC0}"/>
              </a:ext>
            </a:extLst>
          </p:cNvPr>
          <p:cNvSpPr>
            <a:spLocks noGrp="1"/>
          </p:cNvSpPr>
          <p:nvPr/>
        </p:nvSpPr>
        <p:spPr>
          <a:xfrm>
            <a:off x="8237090" y="6432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1" name="F2_precision_recall_distributions_7265">
            <a:extLst>
              <a:ext uri="{FF2B5EF4-FFF2-40B4-BE49-F238E27FC236}">
                <a16:creationId xmlns:a16="http://schemas.microsoft.com/office/drawing/2014/main" id="{7232A10B-1A07-4B80-A63F-9DE775960445}"/>
              </a:ext>
            </a:extLst>
          </p:cNvPr>
          <p:cNvSpPr>
            <a:spLocks noGrp="1"/>
          </p:cNvSpPr>
          <p:nvPr/>
        </p:nvSpPr>
        <p:spPr>
          <a:xfrm>
            <a:off x="83416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2" name="F2_precision_recall_distributions_7266">
            <a:extLst>
              <a:ext uri="{FF2B5EF4-FFF2-40B4-BE49-F238E27FC236}">
                <a16:creationId xmlns:a16="http://schemas.microsoft.com/office/drawing/2014/main" id="{07DB17BB-EDBF-4B84-9600-E8954568C17D}"/>
              </a:ext>
            </a:extLst>
          </p:cNvPr>
          <p:cNvSpPr>
            <a:spLocks noGrp="1"/>
          </p:cNvSpPr>
          <p:nvPr/>
        </p:nvSpPr>
        <p:spPr>
          <a:xfrm>
            <a:off x="8172242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3" name="F2_precision_recall_distributions_7267">
            <a:extLst>
              <a:ext uri="{FF2B5EF4-FFF2-40B4-BE49-F238E27FC236}">
                <a16:creationId xmlns:a16="http://schemas.microsoft.com/office/drawing/2014/main" id="{65962A2D-1E5E-49B2-A295-7FA64ED7133F}"/>
              </a:ext>
            </a:extLst>
          </p:cNvPr>
          <p:cNvSpPr>
            <a:spLocks noGrp="1"/>
          </p:cNvSpPr>
          <p:nvPr/>
        </p:nvSpPr>
        <p:spPr>
          <a:xfrm>
            <a:off x="6002018" y="561174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4454" name="F2_precision_recall_distributions_7268">
            <a:extLst>
              <a:ext uri="{FF2B5EF4-FFF2-40B4-BE49-F238E27FC236}">
                <a16:creationId xmlns:a16="http://schemas.microsoft.com/office/drawing/2014/main" id="{5687B7B4-C3D7-4EEF-ACC5-9C93C4A3E6C6}"/>
              </a:ext>
            </a:extLst>
          </p:cNvPr>
          <p:cNvSpPr>
            <a:spLocks noGrp="1"/>
          </p:cNvSpPr>
          <p:nvPr/>
        </p:nvSpPr>
        <p:spPr>
          <a:xfrm>
            <a:off x="7165978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4455" name="F2_precision_recall_distributions_7269">
            <a:extLst>
              <a:ext uri="{FF2B5EF4-FFF2-40B4-BE49-F238E27FC236}">
                <a16:creationId xmlns:a16="http://schemas.microsoft.com/office/drawing/2014/main" id="{B20ABA5F-F0BD-4BDD-9231-92A2D15A9BA2}"/>
              </a:ext>
            </a:extLst>
          </p:cNvPr>
          <p:cNvSpPr>
            <a:spLocks noGrp="1"/>
          </p:cNvSpPr>
          <p:nvPr/>
        </p:nvSpPr>
        <p:spPr>
          <a:xfrm>
            <a:off x="8329937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4456" name="F2_precision_recall_distributions_7270">
            <a:extLst>
              <a:ext uri="{FF2B5EF4-FFF2-40B4-BE49-F238E27FC236}">
                <a16:creationId xmlns:a16="http://schemas.microsoft.com/office/drawing/2014/main" id="{781693FB-6EDD-4378-AD14-4221A43FA21D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7" name="F2_precision_recall_distributions_7271">
            <a:extLst>
              <a:ext uri="{FF2B5EF4-FFF2-40B4-BE49-F238E27FC236}">
                <a16:creationId xmlns:a16="http://schemas.microsoft.com/office/drawing/2014/main" id="{F74066CA-96F6-4E65-BBB7-494B4697AA2F}"/>
              </a:ext>
            </a:extLst>
          </p:cNvPr>
          <p:cNvSpPr>
            <a:spLocks noGrp="1"/>
          </p:cNvSpPr>
          <p:nvPr/>
        </p:nvSpPr>
        <p:spPr>
          <a:xfrm>
            <a:off x="5361841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8" name="text_7272">
            <a:extLst>
              <a:ext uri="{FF2B5EF4-FFF2-40B4-BE49-F238E27FC236}">
                <a16:creationId xmlns:a16="http://schemas.microsoft.com/office/drawing/2014/main" id="{66E3DA05-A901-4D9D-A850-CB1D217AB307}"/>
              </a:ext>
            </a:extLst>
          </p:cNvPr>
          <p:cNvSpPr>
            <a:spLocks noGrp="1"/>
          </p:cNvSpPr>
          <p:nvPr/>
        </p:nvSpPr>
        <p:spPr>
          <a:xfrm>
            <a:off x="5361841" y="540980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Recall</a:t>
            </a:r>
          </a:p>
        </p:txBody>
      </p:sp>
      <p:sp>
        <p:nvSpPr>
          <p:cNvPr id="4459" name="F2_precision_recall_distributions_7273">
            <a:extLst>
              <a:ext uri="{FF2B5EF4-FFF2-40B4-BE49-F238E27FC236}">
                <a16:creationId xmlns:a16="http://schemas.microsoft.com/office/drawing/2014/main" id="{29F35079-601C-4395-9D27-4DB320A25284}"/>
              </a:ext>
            </a:extLst>
          </p:cNvPr>
          <p:cNvSpPr>
            <a:spLocks noGrp="1"/>
          </p:cNvSpPr>
          <p:nvPr/>
        </p:nvSpPr>
        <p:spPr>
          <a:xfrm>
            <a:off x="5973977" y="600809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4460" name="F2_precision_recall_distributions_7274">
            <a:extLst>
              <a:ext uri="{FF2B5EF4-FFF2-40B4-BE49-F238E27FC236}">
                <a16:creationId xmlns:a16="http://schemas.microsoft.com/office/drawing/2014/main" id="{B790A816-3CC6-4C04-BC7D-E60490372584}"/>
              </a:ext>
            </a:extLst>
          </p:cNvPr>
          <p:cNvSpPr>
            <a:spLocks noGrp="1"/>
          </p:cNvSpPr>
          <p:nvPr/>
        </p:nvSpPr>
        <p:spPr>
          <a:xfrm>
            <a:off x="7137937" y="607882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4461" name="F2_precision_recall_distributions_7275">
            <a:extLst>
              <a:ext uri="{FF2B5EF4-FFF2-40B4-BE49-F238E27FC236}">
                <a16:creationId xmlns:a16="http://schemas.microsoft.com/office/drawing/2014/main" id="{D5149C9D-1463-4454-82B7-271009DBBCEF}"/>
              </a:ext>
            </a:extLst>
          </p:cNvPr>
          <p:cNvSpPr>
            <a:spLocks noGrp="1"/>
          </p:cNvSpPr>
          <p:nvPr/>
        </p:nvSpPr>
        <p:spPr>
          <a:xfrm>
            <a:off x="8301896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4462" name="F2_precision_recall_distributions_7276">
            <a:extLst>
              <a:ext uri="{FF2B5EF4-FFF2-40B4-BE49-F238E27FC236}">
                <a16:creationId xmlns:a16="http://schemas.microsoft.com/office/drawing/2014/main" id="{0A89FA76-CFD4-48CF-9E4C-128FF255FBDA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63" name="F2_precision_recall_distributions_7277">
            <a:extLst>
              <a:ext uri="{FF2B5EF4-FFF2-40B4-BE49-F238E27FC236}">
                <a16:creationId xmlns:a16="http://schemas.microsoft.com/office/drawing/2014/main" id="{2F0A7D9E-E5ED-4E68-BCCB-75AAC05843A8}"/>
              </a:ext>
            </a:extLst>
          </p:cNvPr>
          <p:cNvSpPr>
            <a:spLocks noGrp="1"/>
          </p:cNvSpPr>
          <p:nvPr/>
        </p:nvSpPr>
        <p:spPr>
          <a:xfrm>
            <a:off x="1212325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4" name="F2_precision_recall_distributions_7278">
            <a:extLst>
              <a:ext uri="{FF2B5EF4-FFF2-40B4-BE49-F238E27FC236}">
                <a16:creationId xmlns:a16="http://schemas.microsoft.com/office/drawing/2014/main" id="{568FD3E5-B44A-4338-9EBA-D3A1641B161D}"/>
              </a:ext>
            </a:extLst>
          </p:cNvPr>
          <p:cNvSpPr>
            <a:spLocks noGrp="1"/>
          </p:cNvSpPr>
          <p:nvPr/>
        </p:nvSpPr>
        <p:spPr>
          <a:xfrm>
            <a:off x="1170051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5" name="text_7279">
            <a:extLst>
              <a:ext uri="{FF2B5EF4-FFF2-40B4-BE49-F238E27FC236}">
                <a16:creationId xmlns:a16="http://schemas.microsoft.com/office/drawing/2014/main" id="{FE3AF130-8D34-42A6-AAE5-D9367391B393}"/>
              </a:ext>
            </a:extLst>
          </p:cNvPr>
          <p:cNvSpPr>
            <a:spLocks noGrp="1"/>
          </p:cNvSpPr>
          <p:nvPr/>
        </p:nvSpPr>
        <p:spPr>
          <a:xfrm>
            <a:off x="958091" y="778123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466" name="F2_precision_recall_distributions_7280">
            <a:extLst>
              <a:ext uri="{FF2B5EF4-FFF2-40B4-BE49-F238E27FC236}">
                <a16:creationId xmlns:a16="http://schemas.microsoft.com/office/drawing/2014/main" id="{BE438B7B-1900-42D8-892B-DA2BD2857B37}"/>
              </a:ext>
            </a:extLst>
          </p:cNvPr>
          <p:cNvSpPr>
            <a:spLocks noGrp="1"/>
          </p:cNvSpPr>
          <p:nvPr/>
        </p:nvSpPr>
        <p:spPr>
          <a:xfrm>
            <a:off x="1212325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7" name="F2_precision_recall_distributions_7281">
            <a:extLst>
              <a:ext uri="{FF2B5EF4-FFF2-40B4-BE49-F238E27FC236}">
                <a16:creationId xmlns:a16="http://schemas.microsoft.com/office/drawing/2014/main" id="{DFBA6CFF-010C-471F-BB11-08F24519BBA2}"/>
              </a:ext>
            </a:extLst>
          </p:cNvPr>
          <p:cNvSpPr>
            <a:spLocks noGrp="1"/>
          </p:cNvSpPr>
          <p:nvPr/>
        </p:nvSpPr>
        <p:spPr>
          <a:xfrm>
            <a:off x="1170051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8" name="text_7282">
            <a:extLst>
              <a:ext uri="{FF2B5EF4-FFF2-40B4-BE49-F238E27FC236}">
                <a16:creationId xmlns:a16="http://schemas.microsoft.com/office/drawing/2014/main" id="{52AE944C-631F-4540-9E20-FCD87112C172}"/>
              </a:ext>
            </a:extLst>
          </p:cNvPr>
          <p:cNvSpPr>
            <a:spLocks noGrp="1"/>
          </p:cNvSpPr>
          <p:nvPr/>
        </p:nvSpPr>
        <p:spPr>
          <a:xfrm>
            <a:off x="958091" y="735684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469" name="F2_precision_recall_distributions_7283">
            <a:extLst>
              <a:ext uri="{FF2B5EF4-FFF2-40B4-BE49-F238E27FC236}">
                <a16:creationId xmlns:a16="http://schemas.microsoft.com/office/drawing/2014/main" id="{0BFB372A-EADA-4445-9D40-49F0A9D42BF2}"/>
              </a:ext>
            </a:extLst>
          </p:cNvPr>
          <p:cNvSpPr>
            <a:spLocks noGrp="1"/>
          </p:cNvSpPr>
          <p:nvPr/>
        </p:nvSpPr>
        <p:spPr>
          <a:xfrm>
            <a:off x="1212325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70" name="F2_precision_recall_distributions_7284">
            <a:extLst>
              <a:ext uri="{FF2B5EF4-FFF2-40B4-BE49-F238E27FC236}">
                <a16:creationId xmlns:a16="http://schemas.microsoft.com/office/drawing/2014/main" id="{FE0A15FD-FD2E-43EB-9FDF-6B6F6263857A}"/>
              </a:ext>
            </a:extLst>
          </p:cNvPr>
          <p:cNvSpPr>
            <a:spLocks noGrp="1"/>
          </p:cNvSpPr>
          <p:nvPr/>
        </p:nvSpPr>
        <p:spPr>
          <a:xfrm>
            <a:off x="1170051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71" name="text_7285">
            <a:extLst>
              <a:ext uri="{FF2B5EF4-FFF2-40B4-BE49-F238E27FC236}">
                <a16:creationId xmlns:a16="http://schemas.microsoft.com/office/drawing/2014/main" id="{003F586D-0079-4F44-B779-02B1752C7EB4}"/>
              </a:ext>
            </a:extLst>
          </p:cNvPr>
          <p:cNvSpPr>
            <a:spLocks noGrp="1"/>
          </p:cNvSpPr>
          <p:nvPr/>
        </p:nvSpPr>
        <p:spPr>
          <a:xfrm>
            <a:off x="958091" y="693246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472" name="F2_precision_recall_distributions_7286">
            <a:extLst>
              <a:ext uri="{FF2B5EF4-FFF2-40B4-BE49-F238E27FC236}">
                <a16:creationId xmlns:a16="http://schemas.microsoft.com/office/drawing/2014/main" id="{AA891450-055C-4A52-9B78-BD2504DA1CE2}"/>
              </a:ext>
            </a:extLst>
          </p:cNvPr>
          <p:cNvSpPr>
            <a:spLocks noGrp="1"/>
          </p:cNvSpPr>
          <p:nvPr/>
        </p:nvSpPr>
        <p:spPr>
          <a:xfrm>
            <a:off x="151495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4473" name="F2_precision_recall_distributions_7287">
            <a:extLst>
              <a:ext uri="{FF2B5EF4-FFF2-40B4-BE49-F238E27FC236}">
                <a16:creationId xmlns:a16="http://schemas.microsoft.com/office/drawing/2014/main" id="{DBFD7E84-6DFE-4543-8A8C-EC99D0914C0E}"/>
              </a:ext>
            </a:extLst>
          </p:cNvPr>
          <p:cNvSpPr>
            <a:spLocks noGrp="1"/>
          </p:cNvSpPr>
          <p:nvPr/>
        </p:nvSpPr>
        <p:spPr>
          <a:xfrm>
            <a:off x="17716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4" name="F2_precision_recall_distributions_7288">
            <a:extLst>
              <a:ext uri="{FF2B5EF4-FFF2-40B4-BE49-F238E27FC236}">
                <a16:creationId xmlns:a16="http://schemas.microsoft.com/office/drawing/2014/main" id="{829C73B9-5C6F-4D06-900F-3DE85EB702CA}"/>
              </a:ext>
            </a:extLst>
          </p:cNvPr>
          <p:cNvSpPr>
            <a:spLocks noGrp="1"/>
          </p:cNvSpPr>
          <p:nvPr/>
        </p:nvSpPr>
        <p:spPr>
          <a:xfrm>
            <a:off x="17554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5" name="F2_precision_recall_distributions_7289">
            <a:extLst>
              <a:ext uri="{FF2B5EF4-FFF2-40B4-BE49-F238E27FC236}">
                <a16:creationId xmlns:a16="http://schemas.microsoft.com/office/drawing/2014/main" id="{84F2717A-1133-45F5-AAD2-1622C8A40ACF}"/>
              </a:ext>
            </a:extLst>
          </p:cNvPr>
          <p:cNvSpPr>
            <a:spLocks noGrp="1"/>
          </p:cNvSpPr>
          <p:nvPr/>
        </p:nvSpPr>
        <p:spPr>
          <a:xfrm>
            <a:off x="1789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6" name="F2_precision_recall_distributions_7290">
            <a:extLst>
              <a:ext uri="{FF2B5EF4-FFF2-40B4-BE49-F238E27FC236}">
                <a16:creationId xmlns:a16="http://schemas.microsoft.com/office/drawing/2014/main" id="{C405CC0D-138E-456A-BC96-96CD2A642CFE}"/>
              </a:ext>
            </a:extLst>
          </p:cNvPr>
          <p:cNvSpPr>
            <a:spLocks noGrp="1"/>
          </p:cNvSpPr>
          <p:nvPr/>
        </p:nvSpPr>
        <p:spPr>
          <a:xfrm>
            <a:off x="1967890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7" name="F2_precision_recall_distributions_7291">
            <a:extLst>
              <a:ext uri="{FF2B5EF4-FFF2-40B4-BE49-F238E27FC236}">
                <a16:creationId xmlns:a16="http://schemas.microsoft.com/office/drawing/2014/main" id="{B7A10F2C-BEC8-4583-AAE1-0FB7F4A9EC12}"/>
              </a:ext>
            </a:extLst>
          </p:cNvPr>
          <p:cNvSpPr>
            <a:spLocks noGrp="1"/>
          </p:cNvSpPr>
          <p:nvPr/>
        </p:nvSpPr>
        <p:spPr>
          <a:xfrm>
            <a:off x="1947074" y="7096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8" name="F2_precision_recall_distributions_7292">
            <a:extLst>
              <a:ext uri="{FF2B5EF4-FFF2-40B4-BE49-F238E27FC236}">
                <a16:creationId xmlns:a16="http://schemas.microsoft.com/office/drawing/2014/main" id="{7E84E2BD-18CC-47E2-BFB6-336ABC707B84}"/>
              </a:ext>
            </a:extLst>
          </p:cNvPr>
          <p:cNvSpPr>
            <a:spLocks noGrp="1"/>
          </p:cNvSpPr>
          <p:nvPr/>
        </p:nvSpPr>
        <p:spPr>
          <a:xfrm>
            <a:off x="16612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9" name="F2_precision_recall_distributions_7293">
            <a:extLst>
              <a:ext uri="{FF2B5EF4-FFF2-40B4-BE49-F238E27FC236}">
                <a16:creationId xmlns:a16="http://schemas.microsoft.com/office/drawing/2014/main" id="{12C5E3CD-37E3-4C1C-B17A-21B323C965A9}"/>
              </a:ext>
            </a:extLst>
          </p:cNvPr>
          <p:cNvSpPr>
            <a:spLocks noGrp="1"/>
          </p:cNvSpPr>
          <p:nvPr/>
        </p:nvSpPr>
        <p:spPr>
          <a:xfrm>
            <a:off x="19392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0" name="F2_precision_recall_distributions_7294">
            <a:extLst>
              <a:ext uri="{FF2B5EF4-FFF2-40B4-BE49-F238E27FC236}">
                <a16:creationId xmlns:a16="http://schemas.microsoft.com/office/drawing/2014/main" id="{970F9E37-DA65-41BD-9515-7171CDA16F3A}"/>
              </a:ext>
            </a:extLst>
          </p:cNvPr>
          <p:cNvSpPr>
            <a:spLocks noGrp="1"/>
          </p:cNvSpPr>
          <p:nvPr/>
        </p:nvSpPr>
        <p:spPr>
          <a:xfrm>
            <a:off x="19137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1" name="F2_precision_recall_distributions_7295">
            <a:extLst>
              <a:ext uri="{FF2B5EF4-FFF2-40B4-BE49-F238E27FC236}">
                <a16:creationId xmlns:a16="http://schemas.microsoft.com/office/drawing/2014/main" id="{55DCC1AB-9E36-40C8-BD91-42419963C63E}"/>
              </a:ext>
            </a:extLst>
          </p:cNvPr>
          <p:cNvSpPr>
            <a:spLocks noGrp="1"/>
          </p:cNvSpPr>
          <p:nvPr/>
        </p:nvSpPr>
        <p:spPr>
          <a:xfrm>
            <a:off x="1937386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2" name="F2_precision_recall_distributions_7296">
            <a:extLst>
              <a:ext uri="{FF2B5EF4-FFF2-40B4-BE49-F238E27FC236}">
                <a16:creationId xmlns:a16="http://schemas.microsoft.com/office/drawing/2014/main" id="{693890C3-2B44-4F61-A291-ECDEA0E91412}"/>
              </a:ext>
            </a:extLst>
          </p:cNvPr>
          <p:cNvSpPr>
            <a:spLocks noGrp="1"/>
          </p:cNvSpPr>
          <p:nvPr/>
        </p:nvSpPr>
        <p:spPr>
          <a:xfrm>
            <a:off x="188496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3" name="F2_precision_recall_distributions_7297">
            <a:extLst>
              <a:ext uri="{FF2B5EF4-FFF2-40B4-BE49-F238E27FC236}">
                <a16:creationId xmlns:a16="http://schemas.microsoft.com/office/drawing/2014/main" id="{F1693905-753F-4E0F-9FE6-27B7F7604134}"/>
              </a:ext>
            </a:extLst>
          </p:cNvPr>
          <p:cNvSpPr>
            <a:spLocks noGrp="1"/>
          </p:cNvSpPr>
          <p:nvPr/>
        </p:nvSpPr>
        <p:spPr>
          <a:xfrm>
            <a:off x="1771188" y="737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4" name="F2_precision_recall_distributions_7298">
            <a:extLst>
              <a:ext uri="{FF2B5EF4-FFF2-40B4-BE49-F238E27FC236}">
                <a16:creationId xmlns:a16="http://schemas.microsoft.com/office/drawing/2014/main" id="{81693050-02A3-4774-904A-439BAE333196}"/>
              </a:ext>
            </a:extLst>
          </p:cNvPr>
          <p:cNvSpPr>
            <a:spLocks noGrp="1"/>
          </p:cNvSpPr>
          <p:nvPr/>
        </p:nvSpPr>
        <p:spPr>
          <a:xfrm>
            <a:off x="18315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5" name="F2_precision_recall_distributions_7299">
            <a:extLst>
              <a:ext uri="{FF2B5EF4-FFF2-40B4-BE49-F238E27FC236}">
                <a16:creationId xmlns:a16="http://schemas.microsoft.com/office/drawing/2014/main" id="{8FF00344-9176-4810-A16D-E64767D2EE5A}"/>
              </a:ext>
            </a:extLst>
          </p:cNvPr>
          <p:cNvSpPr>
            <a:spLocks noGrp="1"/>
          </p:cNvSpPr>
          <p:nvPr/>
        </p:nvSpPr>
        <p:spPr>
          <a:xfrm>
            <a:off x="196972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6" name="F2_precision_recall_distributions_7300">
            <a:extLst>
              <a:ext uri="{FF2B5EF4-FFF2-40B4-BE49-F238E27FC236}">
                <a16:creationId xmlns:a16="http://schemas.microsoft.com/office/drawing/2014/main" id="{3643AE5F-CC22-45BE-B8F4-173688C094F4}"/>
              </a:ext>
            </a:extLst>
          </p:cNvPr>
          <p:cNvSpPr>
            <a:spLocks noGrp="1"/>
          </p:cNvSpPr>
          <p:nvPr/>
        </p:nvSpPr>
        <p:spPr>
          <a:xfrm>
            <a:off x="176560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7" name="F2_precision_recall_distributions_7301">
            <a:extLst>
              <a:ext uri="{FF2B5EF4-FFF2-40B4-BE49-F238E27FC236}">
                <a16:creationId xmlns:a16="http://schemas.microsoft.com/office/drawing/2014/main" id="{A96AA77C-8895-41A9-A685-9F9372CABA03}"/>
              </a:ext>
            </a:extLst>
          </p:cNvPr>
          <p:cNvSpPr>
            <a:spLocks noGrp="1"/>
          </p:cNvSpPr>
          <p:nvPr/>
        </p:nvSpPr>
        <p:spPr>
          <a:xfrm>
            <a:off x="190828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8" name="F2_precision_recall_distributions_7302">
            <a:extLst>
              <a:ext uri="{FF2B5EF4-FFF2-40B4-BE49-F238E27FC236}">
                <a16:creationId xmlns:a16="http://schemas.microsoft.com/office/drawing/2014/main" id="{9EFA34FA-FB28-4C4D-AA02-BF699536E7E5}"/>
              </a:ext>
            </a:extLst>
          </p:cNvPr>
          <p:cNvSpPr>
            <a:spLocks noGrp="1"/>
          </p:cNvSpPr>
          <p:nvPr/>
        </p:nvSpPr>
        <p:spPr>
          <a:xfrm>
            <a:off x="18651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9" name="F2_precision_recall_distributions_7303">
            <a:extLst>
              <a:ext uri="{FF2B5EF4-FFF2-40B4-BE49-F238E27FC236}">
                <a16:creationId xmlns:a16="http://schemas.microsoft.com/office/drawing/2014/main" id="{98F9A67A-33FC-4913-9FCD-91E9E1CAF107}"/>
              </a:ext>
            </a:extLst>
          </p:cNvPr>
          <p:cNvSpPr>
            <a:spLocks noGrp="1"/>
          </p:cNvSpPr>
          <p:nvPr/>
        </p:nvSpPr>
        <p:spPr>
          <a:xfrm>
            <a:off x="183769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0" name="F2_precision_recall_distributions_7304">
            <a:extLst>
              <a:ext uri="{FF2B5EF4-FFF2-40B4-BE49-F238E27FC236}">
                <a16:creationId xmlns:a16="http://schemas.microsoft.com/office/drawing/2014/main" id="{0EE09487-986D-4909-8E0D-0240FDB4E27E}"/>
              </a:ext>
            </a:extLst>
          </p:cNvPr>
          <p:cNvSpPr>
            <a:spLocks noGrp="1"/>
          </p:cNvSpPr>
          <p:nvPr/>
        </p:nvSpPr>
        <p:spPr>
          <a:xfrm>
            <a:off x="16979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1" name="F2_precision_recall_distributions_7305">
            <a:extLst>
              <a:ext uri="{FF2B5EF4-FFF2-40B4-BE49-F238E27FC236}">
                <a16:creationId xmlns:a16="http://schemas.microsoft.com/office/drawing/2014/main" id="{A4DB7B35-E857-474A-84C9-CD08B61455E1}"/>
              </a:ext>
            </a:extLst>
          </p:cNvPr>
          <p:cNvSpPr>
            <a:spLocks noGrp="1"/>
          </p:cNvSpPr>
          <p:nvPr/>
        </p:nvSpPr>
        <p:spPr>
          <a:xfrm>
            <a:off x="1896557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2" name="F2_precision_recall_distributions_7306">
            <a:extLst>
              <a:ext uri="{FF2B5EF4-FFF2-40B4-BE49-F238E27FC236}">
                <a16:creationId xmlns:a16="http://schemas.microsoft.com/office/drawing/2014/main" id="{5C0E86F3-B771-4DD7-B5AE-D8A347536BF1}"/>
              </a:ext>
            </a:extLst>
          </p:cNvPr>
          <p:cNvSpPr>
            <a:spLocks noGrp="1"/>
          </p:cNvSpPr>
          <p:nvPr/>
        </p:nvSpPr>
        <p:spPr>
          <a:xfrm>
            <a:off x="1746075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3" name="F2_precision_recall_distributions_7307">
            <a:extLst>
              <a:ext uri="{FF2B5EF4-FFF2-40B4-BE49-F238E27FC236}">
                <a16:creationId xmlns:a16="http://schemas.microsoft.com/office/drawing/2014/main" id="{16AE6C97-574C-433F-95AD-7DEE6AF96164}"/>
              </a:ext>
            </a:extLst>
          </p:cNvPr>
          <p:cNvSpPr>
            <a:spLocks noGrp="1"/>
          </p:cNvSpPr>
          <p:nvPr/>
        </p:nvSpPr>
        <p:spPr>
          <a:xfrm>
            <a:off x="1902542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4" name="F2_precision_recall_distributions_7308">
            <a:extLst>
              <a:ext uri="{FF2B5EF4-FFF2-40B4-BE49-F238E27FC236}">
                <a16:creationId xmlns:a16="http://schemas.microsoft.com/office/drawing/2014/main" id="{1B5712F4-2A7C-442E-A21C-26F03649A8DA}"/>
              </a:ext>
            </a:extLst>
          </p:cNvPr>
          <p:cNvSpPr>
            <a:spLocks noGrp="1"/>
          </p:cNvSpPr>
          <p:nvPr/>
        </p:nvSpPr>
        <p:spPr>
          <a:xfrm>
            <a:off x="181039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5" name="F2_precision_recall_distributions_7309">
            <a:extLst>
              <a:ext uri="{FF2B5EF4-FFF2-40B4-BE49-F238E27FC236}">
                <a16:creationId xmlns:a16="http://schemas.microsoft.com/office/drawing/2014/main" id="{AED0712B-974E-40A8-8E34-C74AD6E8A4F0}"/>
              </a:ext>
            </a:extLst>
          </p:cNvPr>
          <p:cNvSpPr>
            <a:spLocks noGrp="1"/>
          </p:cNvSpPr>
          <p:nvPr/>
        </p:nvSpPr>
        <p:spPr>
          <a:xfrm>
            <a:off x="165293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6" name="F2_precision_recall_distributions_7310">
            <a:extLst>
              <a:ext uri="{FF2B5EF4-FFF2-40B4-BE49-F238E27FC236}">
                <a16:creationId xmlns:a16="http://schemas.microsoft.com/office/drawing/2014/main" id="{26BF27DD-E810-435D-9D26-0EAFE8D6BB26}"/>
              </a:ext>
            </a:extLst>
          </p:cNvPr>
          <p:cNvSpPr>
            <a:spLocks noGrp="1"/>
          </p:cNvSpPr>
          <p:nvPr/>
        </p:nvSpPr>
        <p:spPr>
          <a:xfrm>
            <a:off x="170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7" name="F2_precision_recall_distributions_7311">
            <a:extLst>
              <a:ext uri="{FF2B5EF4-FFF2-40B4-BE49-F238E27FC236}">
                <a16:creationId xmlns:a16="http://schemas.microsoft.com/office/drawing/2014/main" id="{97FBB13A-3B5C-4154-A046-67BEB60D3AE0}"/>
              </a:ext>
            </a:extLst>
          </p:cNvPr>
          <p:cNvSpPr>
            <a:spLocks noGrp="1"/>
          </p:cNvSpPr>
          <p:nvPr/>
        </p:nvSpPr>
        <p:spPr>
          <a:xfrm>
            <a:off x="1944414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8" name="F2_precision_recall_distributions_7312">
            <a:extLst>
              <a:ext uri="{FF2B5EF4-FFF2-40B4-BE49-F238E27FC236}">
                <a16:creationId xmlns:a16="http://schemas.microsoft.com/office/drawing/2014/main" id="{B091E02A-6BA7-4E2D-9768-83CA87987D73}"/>
              </a:ext>
            </a:extLst>
          </p:cNvPr>
          <p:cNvSpPr>
            <a:spLocks noGrp="1"/>
          </p:cNvSpPr>
          <p:nvPr/>
        </p:nvSpPr>
        <p:spPr>
          <a:xfrm>
            <a:off x="182664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9" name="F2_precision_recall_distributions_7313">
            <a:extLst>
              <a:ext uri="{FF2B5EF4-FFF2-40B4-BE49-F238E27FC236}">
                <a16:creationId xmlns:a16="http://schemas.microsoft.com/office/drawing/2014/main" id="{0281F33B-643B-41F1-BDE0-FE45BAC56FB6}"/>
              </a:ext>
            </a:extLst>
          </p:cNvPr>
          <p:cNvSpPr>
            <a:spLocks noGrp="1"/>
          </p:cNvSpPr>
          <p:nvPr/>
        </p:nvSpPr>
        <p:spPr>
          <a:xfrm>
            <a:off x="187894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0" name="F2_precision_recall_distributions_7314">
            <a:extLst>
              <a:ext uri="{FF2B5EF4-FFF2-40B4-BE49-F238E27FC236}">
                <a16:creationId xmlns:a16="http://schemas.microsoft.com/office/drawing/2014/main" id="{C355A389-70F6-47C5-A43E-948E7227E5AA}"/>
              </a:ext>
            </a:extLst>
          </p:cNvPr>
          <p:cNvSpPr>
            <a:spLocks noGrp="1"/>
          </p:cNvSpPr>
          <p:nvPr/>
        </p:nvSpPr>
        <p:spPr>
          <a:xfrm>
            <a:off x="1655024" y="727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1" name="F2_precision_recall_distributions_7315">
            <a:extLst>
              <a:ext uri="{FF2B5EF4-FFF2-40B4-BE49-F238E27FC236}">
                <a16:creationId xmlns:a16="http://schemas.microsoft.com/office/drawing/2014/main" id="{FB1231AD-2C10-40D9-A6AB-67E67268130A}"/>
              </a:ext>
            </a:extLst>
          </p:cNvPr>
          <p:cNvSpPr>
            <a:spLocks noGrp="1"/>
          </p:cNvSpPr>
          <p:nvPr/>
        </p:nvSpPr>
        <p:spPr>
          <a:xfrm>
            <a:off x="175550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2" name="F2_precision_recall_distributions_7316">
            <a:extLst>
              <a:ext uri="{FF2B5EF4-FFF2-40B4-BE49-F238E27FC236}">
                <a16:creationId xmlns:a16="http://schemas.microsoft.com/office/drawing/2014/main" id="{A9013DCD-99E3-46EE-A228-6B7C8755D966}"/>
              </a:ext>
            </a:extLst>
          </p:cNvPr>
          <p:cNvSpPr>
            <a:spLocks noGrp="1"/>
          </p:cNvSpPr>
          <p:nvPr/>
        </p:nvSpPr>
        <p:spPr>
          <a:xfrm>
            <a:off x="16658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3" name="F2_precision_recall_distributions_7317">
            <a:extLst>
              <a:ext uri="{FF2B5EF4-FFF2-40B4-BE49-F238E27FC236}">
                <a16:creationId xmlns:a16="http://schemas.microsoft.com/office/drawing/2014/main" id="{A92438EE-7A12-47CD-BB67-14A7D210276F}"/>
              </a:ext>
            </a:extLst>
          </p:cNvPr>
          <p:cNvSpPr>
            <a:spLocks noGrp="1"/>
          </p:cNvSpPr>
          <p:nvPr/>
        </p:nvSpPr>
        <p:spPr>
          <a:xfrm>
            <a:off x="187673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4" name="F2_precision_recall_distributions_7318">
            <a:extLst>
              <a:ext uri="{FF2B5EF4-FFF2-40B4-BE49-F238E27FC236}">
                <a16:creationId xmlns:a16="http://schemas.microsoft.com/office/drawing/2014/main" id="{0E9DE567-F9FE-4414-8B09-DBB745346845}"/>
              </a:ext>
            </a:extLst>
          </p:cNvPr>
          <p:cNvSpPr>
            <a:spLocks noGrp="1"/>
          </p:cNvSpPr>
          <p:nvPr/>
        </p:nvSpPr>
        <p:spPr>
          <a:xfrm>
            <a:off x="196383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5" name="F2_precision_recall_distributions_7319">
            <a:extLst>
              <a:ext uri="{FF2B5EF4-FFF2-40B4-BE49-F238E27FC236}">
                <a16:creationId xmlns:a16="http://schemas.microsoft.com/office/drawing/2014/main" id="{E337636B-0107-4B1E-ABEA-0A7C4BB18046}"/>
              </a:ext>
            </a:extLst>
          </p:cNvPr>
          <p:cNvSpPr>
            <a:spLocks noGrp="1"/>
          </p:cNvSpPr>
          <p:nvPr/>
        </p:nvSpPr>
        <p:spPr>
          <a:xfrm>
            <a:off x="19175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6" name="F2_precision_recall_distributions_7320">
            <a:extLst>
              <a:ext uri="{FF2B5EF4-FFF2-40B4-BE49-F238E27FC236}">
                <a16:creationId xmlns:a16="http://schemas.microsoft.com/office/drawing/2014/main" id="{BF7C2BB8-B29D-4B10-99A7-6746AD3EEE76}"/>
              </a:ext>
            </a:extLst>
          </p:cNvPr>
          <p:cNvSpPr>
            <a:spLocks noGrp="1"/>
          </p:cNvSpPr>
          <p:nvPr/>
        </p:nvSpPr>
        <p:spPr>
          <a:xfrm>
            <a:off x="1853156" y="77089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7" name="F2_precision_recall_distributions_7321">
            <a:extLst>
              <a:ext uri="{FF2B5EF4-FFF2-40B4-BE49-F238E27FC236}">
                <a16:creationId xmlns:a16="http://schemas.microsoft.com/office/drawing/2014/main" id="{173C55C2-B567-4B8A-A461-0CCAC96F4D17}"/>
              </a:ext>
            </a:extLst>
          </p:cNvPr>
          <p:cNvSpPr>
            <a:spLocks noGrp="1"/>
          </p:cNvSpPr>
          <p:nvPr/>
        </p:nvSpPr>
        <p:spPr>
          <a:xfrm>
            <a:off x="191694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8" name="F2_precision_recall_distributions_7322">
            <a:extLst>
              <a:ext uri="{FF2B5EF4-FFF2-40B4-BE49-F238E27FC236}">
                <a16:creationId xmlns:a16="http://schemas.microsoft.com/office/drawing/2014/main" id="{42AEE407-A6F0-4B91-8D7C-068B6545F05C}"/>
              </a:ext>
            </a:extLst>
          </p:cNvPr>
          <p:cNvSpPr>
            <a:spLocks noGrp="1"/>
          </p:cNvSpPr>
          <p:nvPr/>
        </p:nvSpPr>
        <p:spPr>
          <a:xfrm>
            <a:off x="196571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9" name="F2_precision_recall_distributions_7323">
            <a:extLst>
              <a:ext uri="{FF2B5EF4-FFF2-40B4-BE49-F238E27FC236}">
                <a16:creationId xmlns:a16="http://schemas.microsoft.com/office/drawing/2014/main" id="{55882644-1948-438F-853B-4AB2FFD4F259}"/>
              </a:ext>
            </a:extLst>
          </p:cNvPr>
          <p:cNvSpPr>
            <a:spLocks noGrp="1"/>
          </p:cNvSpPr>
          <p:nvPr/>
        </p:nvSpPr>
        <p:spPr>
          <a:xfrm>
            <a:off x="195479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0" name="F2_precision_recall_distributions_7324">
            <a:extLst>
              <a:ext uri="{FF2B5EF4-FFF2-40B4-BE49-F238E27FC236}">
                <a16:creationId xmlns:a16="http://schemas.microsoft.com/office/drawing/2014/main" id="{3679A24F-BD74-427B-A4EF-152AEFF2E325}"/>
              </a:ext>
            </a:extLst>
          </p:cNvPr>
          <p:cNvSpPr>
            <a:spLocks noGrp="1"/>
          </p:cNvSpPr>
          <p:nvPr/>
        </p:nvSpPr>
        <p:spPr>
          <a:xfrm>
            <a:off x="181756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1" name="F2_precision_recall_distributions_7325">
            <a:extLst>
              <a:ext uri="{FF2B5EF4-FFF2-40B4-BE49-F238E27FC236}">
                <a16:creationId xmlns:a16="http://schemas.microsoft.com/office/drawing/2014/main" id="{76C5741F-E881-4E49-B996-AB46E59A8E37}"/>
              </a:ext>
            </a:extLst>
          </p:cNvPr>
          <p:cNvSpPr>
            <a:spLocks noGrp="1"/>
          </p:cNvSpPr>
          <p:nvPr/>
        </p:nvSpPr>
        <p:spPr>
          <a:xfrm>
            <a:off x="170517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2" name="F2_precision_recall_distributions_7326">
            <a:extLst>
              <a:ext uri="{FF2B5EF4-FFF2-40B4-BE49-F238E27FC236}">
                <a16:creationId xmlns:a16="http://schemas.microsoft.com/office/drawing/2014/main" id="{E0249C76-EFBA-4F9D-AD8B-D96104FCB5BC}"/>
              </a:ext>
            </a:extLst>
          </p:cNvPr>
          <p:cNvSpPr>
            <a:spLocks noGrp="1"/>
          </p:cNvSpPr>
          <p:nvPr/>
        </p:nvSpPr>
        <p:spPr>
          <a:xfrm>
            <a:off x="1824344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3" name="F2_precision_recall_distributions_7327">
            <a:extLst>
              <a:ext uri="{FF2B5EF4-FFF2-40B4-BE49-F238E27FC236}">
                <a16:creationId xmlns:a16="http://schemas.microsoft.com/office/drawing/2014/main" id="{D4AB0860-83CC-4DD2-B145-3E3EB3666952}"/>
              </a:ext>
            </a:extLst>
          </p:cNvPr>
          <p:cNvSpPr>
            <a:spLocks noGrp="1"/>
          </p:cNvSpPr>
          <p:nvPr/>
        </p:nvSpPr>
        <p:spPr>
          <a:xfrm>
            <a:off x="17805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4" name="F2_precision_recall_distributions_7328">
            <a:extLst>
              <a:ext uri="{FF2B5EF4-FFF2-40B4-BE49-F238E27FC236}">
                <a16:creationId xmlns:a16="http://schemas.microsoft.com/office/drawing/2014/main" id="{46196467-8D97-4FD2-A125-CDB71E4B50F8}"/>
              </a:ext>
            </a:extLst>
          </p:cNvPr>
          <p:cNvSpPr>
            <a:spLocks noGrp="1"/>
          </p:cNvSpPr>
          <p:nvPr/>
        </p:nvSpPr>
        <p:spPr>
          <a:xfrm>
            <a:off x="185558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5" name="F2_precision_recall_distributions_7329">
            <a:extLst>
              <a:ext uri="{FF2B5EF4-FFF2-40B4-BE49-F238E27FC236}">
                <a16:creationId xmlns:a16="http://schemas.microsoft.com/office/drawing/2014/main" id="{BC04C549-9551-4570-9BB1-8AB8DD55842B}"/>
              </a:ext>
            </a:extLst>
          </p:cNvPr>
          <p:cNvSpPr>
            <a:spLocks noGrp="1"/>
          </p:cNvSpPr>
          <p:nvPr/>
        </p:nvSpPr>
        <p:spPr>
          <a:xfrm>
            <a:off x="170358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6" name="F2_precision_recall_distributions_7330">
            <a:extLst>
              <a:ext uri="{FF2B5EF4-FFF2-40B4-BE49-F238E27FC236}">
                <a16:creationId xmlns:a16="http://schemas.microsoft.com/office/drawing/2014/main" id="{009A8438-6EBF-4392-AE07-8C96017F374D}"/>
              </a:ext>
            </a:extLst>
          </p:cNvPr>
          <p:cNvSpPr>
            <a:spLocks noGrp="1"/>
          </p:cNvSpPr>
          <p:nvPr/>
        </p:nvSpPr>
        <p:spPr>
          <a:xfrm>
            <a:off x="17541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7" name="F2_precision_recall_distributions_7331">
            <a:extLst>
              <a:ext uri="{FF2B5EF4-FFF2-40B4-BE49-F238E27FC236}">
                <a16:creationId xmlns:a16="http://schemas.microsoft.com/office/drawing/2014/main" id="{AFF1858C-17FA-4B2D-8A1A-2B806DC32F7B}"/>
              </a:ext>
            </a:extLst>
          </p:cNvPr>
          <p:cNvSpPr>
            <a:spLocks noGrp="1"/>
          </p:cNvSpPr>
          <p:nvPr/>
        </p:nvSpPr>
        <p:spPr>
          <a:xfrm>
            <a:off x="19244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8" name="F2_precision_recall_distributions_7332">
            <a:extLst>
              <a:ext uri="{FF2B5EF4-FFF2-40B4-BE49-F238E27FC236}">
                <a16:creationId xmlns:a16="http://schemas.microsoft.com/office/drawing/2014/main" id="{5D794520-BB02-4496-ABDE-F8500C613295}"/>
              </a:ext>
            </a:extLst>
          </p:cNvPr>
          <p:cNvSpPr>
            <a:spLocks noGrp="1"/>
          </p:cNvSpPr>
          <p:nvPr/>
        </p:nvSpPr>
        <p:spPr>
          <a:xfrm>
            <a:off x="18811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9" name="F2_precision_recall_distributions_7333">
            <a:extLst>
              <a:ext uri="{FF2B5EF4-FFF2-40B4-BE49-F238E27FC236}">
                <a16:creationId xmlns:a16="http://schemas.microsoft.com/office/drawing/2014/main" id="{630A0E86-6CDA-4679-AD09-DD582221C7DA}"/>
              </a:ext>
            </a:extLst>
          </p:cNvPr>
          <p:cNvSpPr>
            <a:spLocks noGrp="1"/>
          </p:cNvSpPr>
          <p:nvPr/>
        </p:nvSpPr>
        <p:spPr>
          <a:xfrm>
            <a:off x="19954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0" name="F2_precision_recall_distributions_7334">
            <a:extLst>
              <a:ext uri="{FF2B5EF4-FFF2-40B4-BE49-F238E27FC236}">
                <a16:creationId xmlns:a16="http://schemas.microsoft.com/office/drawing/2014/main" id="{D67CDF0A-C82B-4308-B948-4148A69731E3}"/>
              </a:ext>
            </a:extLst>
          </p:cNvPr>
          <p:cNvSpPr>
            <a:spLocks noGrp="1"/>
          </p:cNvSpPr>
          <p:nvPr/>
        </p:nvSpPr>
        <p:spPr>
          <a:xfrm>
            <a:off x="19600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1" name="F2_precision_recall_distributions_7335">
            <a:extLst>
              <a:ext uri="{FF2B5EF4-FFF2-40B4-BE49-F238E27FC236}">
                <a16:creationId xmlns:a16="http://schemas.microsoft.com/office/drawing/2014/main" id="{CFE3339B-AA85-4A20-85AF-37415F1CB075}"/>
              </a:ext>
            </a:extLst>
          </p:cNvPr>
          <p:cNvSpPr>
            <a:spLocks noGrp="1"/>
          </p:cNvSpPr>
          <p:nvPr/>
        </p:nvSpPr>
        <p:spPr>
          <a:xfrm>
            <a:off x="1739312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2" name="F2_precision_recall_distributions_7336">
            <a:extLst>
              <a:ext uri="{FF2B5EF4-FFF2-40B4-BE49-F238E27FC236}">
                <a16:creationId xmlns:a16="http://schemas.microsoft.com/office/drawing/2014/main" id="{6DE8A90A-5AFC-4C80-8881-03B04512D5E9}"/>
              </a:ext>
            </a:extLst>
          </p:cNvPr>
          <p:cNvSpPr>
            <a:spLocks noGrp="1"/>
          </p:cNvSpPr>
          <p:nvPr/>
        </p:nvSpPr>
        <p:spPr>
          <a:xfrm>
            <a:off x="19133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3" name="F2_precision_recall_distributions_7337">
            <a:extLst>
              <a:ext uri="{FF2B5EF4-FFF2-40B4-BE49-F238E27FC236}">
                <a16:creationId xmlns:a16="http://schemas.microsoft.com/office/drawing/2014/main" id="{13422473-7001-4E1F-A6AD-DB755EA762F8}"/>
              </a:ext>
            </a:extLst>
          </p:cNvPr>
          <p:cNvSpPr>
            <a:spLocks noGrp="1"/>
          </p:cNvSpPr>
          <p:nvPr/>
        </p:nvSpPr>
        <p:spPr>
          <a:xfrm>
            <a:off x="169369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4" name="F2_precision_recall_distributions_7338">
            <a:extLst>
              <a:ext uri="{FF2B5EF4-FFF2-40B4-BE49-F238E27FC236}">
                <a16:creationId xmlns:a16="http://schemas.microsoft.com/office/drawing/2014/main" id="{8EC22A55-E042-4DAD-9320-7CDD9A9AAEB4}"/>
              </a:ext>
            </a:extLst>
          </p:cNvPr>
          <p:cNvSpPr>
            <a:spLocks noGrp="1"/>
          </p:cNvSpPr>
          <p:nvPr/>
        </p:nvSpPr>
        <p:spPr>
          <a:xfrm>
            <a:off x="185225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5" name="F2_precision_recall_distributions_7339">
            <a:extLst>
              <a:ext uri="{FF2B5EF4-FFF2-40B4-BE49-F238E27FC236}">
                <a16:creationId xmlns:a16="http://schemas.microsoft.com/office/drawing/2014/main" id="{60AE2059-C1F3-4084-A155-C39F4A653368}"/>
              </a:ext>
            </a:extLst>
          </p:cNvPr>
          <p:cNvSpPr>
            <a:spLocks noGrp="1"/>
          </p:cNvSpPr>
          <p:nvPr/>
        </p:nvSpPr>
        <p:spPr>
          <a:xfrm>
            <a:off x="201920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6" name="F2_precision_recall_distributions_7340">
            <a:extLst>
              <a:ext uri="{FF2B5EF4-FFF2-40B4-BE49-F238E27FC236}">
                <a16:creationId xmlns:a16="http://schemas.microsoft.com/office/drawing/2014/main" id="{806C0A49-F358-474B-8CB3-69F8BBD278FE}"/>
              </a:ext>
            </a:extLst>
          </p:cNvPr>
          <p:cNvSpPr>
            <a:spLocks noGrp="1"/>
          </p:cNvSpPr>
          <p:nvPr/>
        </p:nvSpPr>
        <p:spPr>
          <a:xfrm>
            <a:off x="1907242" y="752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7" name="F2_precision_recall_distributions_7341">
            <a:extLst>
              <a:ext uri="{FF2B5EF4-FFF2-40B4-BE49-F238E27FC236}">
                <a16:creationId xmlns:a16="http://schemas.microsoft.com/office/drawing/2014/main" id="{D4CDFF96-7F5C-42FB-BC98-2EC5294FA344}"/>
              </a:ext>
            </a:extLst>
          </p:cNvPr>
          <p:cNvSpPr>
            <a:spLocks noGrp="1"/>
          </p:cNvSpPr>
          <p:nvPr/>
        </p:nvSpPr>
        <p:spPr>
          <a:xfrm>
            <a:off x="1778912" y="705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8" name="F2_precision_recall_distributions_7342">
            <a:extLst>
              <a:ext uri="{FF2B5EF4-FFF2-40B4-BE49-F238E27FC236}">
                <a16:creationId xmlns:a16="http://schemas.microsoft.com/office/drawing/2014/main" id="{9A41AB80-5F99-4908-8E3B-BBAC3AF95EC2}"/>
              </a:ext>
            </a:extLst>
          </p:cNvPr>
          <p:cNvSpPr>
            <a:spLocks noGrp="1"/>
          </p:cNvSpPr>
          <p:nvPr/>
        </p:nvSpPr>
        <p:spPr>
          <a:xfrm>
            <a:off x="175818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9" name="F2_precision_recall_distributions_7343">
            <a:extLst>
              <a:ext uri="{FF2B5EF4-FFF2-40B4-BE49-F238E27FC236}">
                <a16:creationId xmlns:a16="http://schemas.microsoft.com/office/drawing/2014/main" id="{AA3ED70E-22DD-4485-8AB5-FD35DEEBAA92}"/>
              </a:ext>
            </a:extLst>
          </p:cNvPr>
          <p:cNvSpPr>
            <a:spLocks noGrp="1"/>
          </p:cNvSpPr>
          <p:nvPr/>
        </p:nvSpPr>
        <p:spPr>
          <a:xfrm>
            <a:off x="16584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0" name="F2_precision_recall_distributions_7344">
            <a:extLst>
              <a:ext uri="{FF2B5EF4-FFF2-40B4-BE49-F238E27FC236}">
                <a16:creationId xmlns:a16="http://schemas.microsoft.com/office/drawing/2014/main" id="{5F93B97F-2C3A-4CA1-B897-E370F68D829E}"/>
              </a:ext>
            </a:extLst>
          </p:cNvPr>
          <p:cNvSpPr>
            <a:spLocks noGrp="1"/>
          </p:cNvSpPr>
          <p:nvPr/>
        </p:nvSpPr>
        <p:spPr>
          <a:xfrm>
            <a:off x="194242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1" name="F2_precision_recall_distributions_7345">
            <a:extLst>
              <a:ext uri="{FF2B5EF4-FFF2-40B4-BE49-F238E27FC236}">
                <a16:creationId xmlns:a16="http://schemas.microsoft.com/office/drawing/2014/main" id="{6F9ED80A-6D5C-4BE0-A97E-09970E0C1DF2}"/>
              </a:ext>
            </a:extLst>
          </p:cNvPr>
          <p:cNvSpPr>
            <a:spLocks noGrp="1"/>
          </p:cNvSpPr>
          <p:nvPr/>
        </p:nvSpPr>
        <p:spPr>
          <a:xfrm>
            <a:off x="1986523" y="722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2" name="F2_precision_recall_distributions_7346">
            <a:extLst>
              <a:ext uri="{FF2B5EF4-FFF2-40B4-BE49-F238E27FC236}">
                <a16:creationId xmlns:a16="http://schemas.microsoft.com/office/drawing/2014/main" id="{E43D45C2-3EFF-4878-8FC6-B10C2CD05059}"/>
              </a:ext>
            </a:extLst>
          </p:cNvPr>
          <p:cNvSpPr>
            <a:spLocks noGrp="1"/>
          </p:cNvSpPr>
          <p:nvPr/>
        </p:nvSpPr>
        <p:spPr>
          <a:xfrm>
            <a:off x="166816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3" name="F2_precision_recall_distributions_7347">
            <a:extLst>
              <a:ext uri="{FF2B5EF4-FFF2-40B4-BE49-F238E27FC236}">
                <a16:creationId xmlns:a16="http://schemas.microsoft.com/office/drawing/2014/main" id="{CD78B553-0474-4064-BC61-3676784A494B}"/>
              </a:ext>
            </a:extLst>
          </p:cNvPr>
          <p:cNvSpPr>
            <a:spLocks noGrp="1"/>
          </p:cNvSpPr>
          <p:nvPr/>
        </p:nvSpPr>
        <p:spPr>
          <a:xfrm>
            <a:off x="1757872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4" name="F2_precision_recall_distributions_7348">
            <a:extLst>
              <a:ext uri="{FF2B5EF4-FFF2-40B4-BE49-F238E27FC236}">
                <a16:creationId xmlns:a16="http://schemas.microsoft.com/office/drawing/2014/main" id="{4C03C093-0C72-458B-882C-569135339F6F}"/>
              </a:ext>
            </a:extLst>
          </p:cNvPr>
          <p:cNvSpPr>
            <a:spLocks noGrp="1"/>
          </p:cNvSpPr>
          <p:nvPr/>
        </p:nvSpPr>
        <p:spPr>
          <a:xfrm>
            <a:off x="17452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5" name="F2_precision_recall_distributions_7349">
            <a:extLst>
              <a:ext uri="{FF2B5EF4-FFF2-40B4-BE49-F238E27FC236}">
                <a16:creationId xmlns:a16="http://schemas.microsoft.com/office/drawing/2014/main" id="{E6292E7A-AC1F-4623-8FFE-1E2F18D0CF02}"/>
              </a:ext>
            </a:extLst>
          </p:cNvPr>
          <p:cNvSpPr>
            <a:spLocks noGrp="1"/>
          </p:cNvSpPr>
          <p:nvPr/>
        </p:nvSpPr>
        <p:spPr>
          <a:xfrm>
            <a:off x="1916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6" name="F2_precision_recall_distributions_7350">
            <a:extLst>
              <a:ext uri="{FF2B5EF4-FFF2-40B4-BE49-F238E27FC236}">
                <a16:creationId xmlns:a16="http://schemas.microsoft.com/office/drawing/2014/main" id="{32697E85-CDD1-4D89-BBAF-6F5C128805CF}"/>
              </a:ext>
            </a:extLst>
          </p:cNvPr>
          <p:cNvSpPr>
            <a:spLocks noGrp="1"/>
          </p:cNvSpPr>
          <p:nvPr/>
        </p:nvSpPr>
        <p:spPr>
          <a:xfrm>
            <a:off x="188700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7" name="F2_precision_recall_distributions_7351">
            <a:extLst>
              <a:ext uri="{FF2B5EF4-FFF2-40B4-BE49-F238E27FC236}">
                <a16:creationId xmlns:a16="http://schemas.microsoft.com/office/drawing/2014/main" id="{476FA2D9-44CF-405A-88EA-19C3E2AA4439}"/>
              </a:ext>
            </a:extLst>
          </p:cNvPr>
          <p:cNvSpPr>
            <a:spLocks noGrp="1"/>
          </p:cNvSpPr>
          <p:nvPr/>
        </p:nvSpPr>
        <p:spPr>
          <a:xfrm>
            <a:off x="197043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8" name="F2_precision_recall_distributions_7352">
            <a:extLst>
              <a:ext uri="{FF2B5EF4-FFF2-40B4-BE49-F238E27FC236}">
                <a16:creationId xmlns:a16="http://schemas.microsoft.com/office/drawing/2014/main" id="{F0C730FE-C751-4A6C-BCFF-53447AD6E825}"/>
              </a:ext>
            </a:extLst>
          </p:cNvPr>
          <p:cNvSpPr>
            <a:spLocks noGrp="1"/>
          </p:cNvSpPr>
          <p:nvPr/>
        </p:nvSpPr>
        <p:spPr>
          <a:xfrm>
            <a:off x="1679738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9" name="F2_precision_recall_distributions_7353">
            <a:extLst>
              <a:ext uri="{FF2B5EF4-FFF2-40B4-BE49-F238E27FC236}">
                <a16:creationId xmlns:a16="http://schemas.microsoft.com/office/drawing/2014/main" id="{AEDA3577-2EB8-4697-8113-6910A4888805}"/>
              </a:ext>
            </a:extLst>
          </p:cNvPr>
          <p:cNvSpPr>
            <a:spLocks noGrp="1"/>
          </p:cNvSpPr>
          <p:nvPr/>
        </p:nvSpPr>
        <p:spPr>
          <a:xfrm>
            <a:off x="1992716" y="77019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0" name="F2_precision_recall_distributions_7354">
            <a:extLst>
              <a:ext uri="{FF2B5EF4-FFF2-40B4-BE49-F238E27FC236}">
                <a16:creationId xmlns:a16="http://schemas.microsoft.com/office/drawing/2014/main" id="{A797458B-F827-49BE-A331-BE14BFDC01F8}"/>
              </a:ext>
            </a:extLst>
          </p:cNvPr>
          <p:cNvSpPr>
            <a:spLocks noGrp="1"/>
          </p:cNvSpPr>
          <p:nvPr/>
        </p:nvSpPr>
        <p:spPr>
          <a:xfrm>
            <a:off x="17874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1" name="F2_precision_recall_distributions_7355">
            <a:extLst>
              <a:ext uri="{FF2B5EF4-FFF2-40B4-BE49-F238E27FC236}">
                <a16:creationId xmlns:a16="http://schemas.microsoft.com/office/drawing/2014/main" id="{E6964FA4-9AC9-4F1B-9C30-F1A78AA0516F}"/>
              </a:ext>
            </a:extLst>
          </p:cNvPr>
          <p:cNvSpPr>
            <a:spLocks noGrp="1"/>
          </p:cNvSpPr>
          <p:nvPr/>
        </p:nvSpPr>
        <p:spPr>
          <a:xfrm>
            <a:off x="1969349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2" name="F2_precision_recall_distributions_7356">
            <a:extLst>
              <a:ext uri="{FF2B5EF4-FFF2-40B4-BE49-F238E27FC236}">
                <a16:creationId xmlns:a16="http://schemas.microsoft.com/office/drawing/2014/main" id="{97DA5CA8-0956-40C2-993F-E340DBF394E3}"/>
              </a:ext>
            </a:extLst>
          </p:cNvPr>
          <p:cNvSpPr>
            <a:spLocks noGrp="1"/>
          </p:cNvSpPr>
          <p:nvPr/>
        </p:nvSpPr>
        <p:spPr>
          <a:xfrm>
            <a:off x="1794650" y="76810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3" name="F2_precision_recall_distributions_7357">
            <a:extLst>
              <a:ext uri="{FF2B5EF4-FFF2-40B4-BE49-F238E27FC236}">
                <a16:creationId xmlns:a16="http://schemas.microsoft.com/office/drawing/2014/main" id="{EDCA8165-C305-42D7-B5A7-BEDC7913415B}"/>
              </a:ext>
            </a:extLst>
          </p:cNvPr>
          <p:cNvSpPr>
            <a:spLocks noGrp="1"/>
          </p:cNvSpPr>
          <p:nvPr/>
        </p:nvSpPr>
        <p:spPr>
          <a:xfrm>
            <a:off x="16772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4" name="F2_precision_recall_distributions_7358">
            <a:extLst>
              <a:ext uri="{FF2B5EF4-FFF2-40B4-BE49-F238E27FC236}">
                <a16:creationId xmlns:a16="http://schemas.microsoft.com/office/drawing/2014/main" id="{1DFEC898-95C5-45C0-8E21-0EEDFA4BFFBF}"/>
              </a:ext>
            </a:extLst>
          </p:cNvPr>
          <p:cNvSpPr>
            <a:spLocks noGrp="1"/>
          </p:cNvSpPr>
          <p:nvPr/>
        </p:nvSpPr>
        <p:spPr>
          <a:xfrm>
            <a:off x="1712056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5" name="F2_precision_recall_distributions_7359">
            <a:extLst>
              <a:ext uri="{FF2B5EF4-FFF2-40B4-BE49-F238E27FC236}">
                <a16:creationId xmlns:a16="http://schemas.microsoft.com/office/drawing/2014/main" id="{55146ADB-6E64-433F-A298-FBE2A1C0E8CF}"/>
              </a:ext>
            </a:extLst>
          </p:cNvPr>
          <p:cNvSpPr>
            <a:spLocks noGrp="1"/>
          </p:cNvSpPr>
          <p:nvPr/>
        </p:nvSpPr>
        <p:spPr>
          <a:xfrm>
            <a:off x="201168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6" name="F2_precision_recall_distributions_7360">
            <a:extLst>
              <a:ext uri="{FF2B5EF4-FFF2-40B4-BE49-F238E27FC236}">
                <a16:creationId xmlns:a16="http://schemas.microsoft.com/office/drawing/2014/main" id="{591092B1-B116-4016-A2E7-5DF7A428B9D3}"/>
              </a:ext>
            </a:extLst>
          </p:cNvPr>
          <p:cNvSpPr>
            <a:spLocks noGrp="1"/>
          </p:cNvSpPr>
          <p:nvPr/>
        </p:nvSpPr>
        <p:spPr>
          <a:xfrm>
            <a:off x="180430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7" name="F2_precision_recall_distributions_7361">
            <a:extLst>
              <a:ext uri="{FF2B5EF4-FFF2-40B4-BE49-F238E27FC236}">
                <a16:creationId xmlns:a16="http://schemas.microsoft.com/office/drawing/2014/main" id="{E6C2F71C-7DC2-4A3E-AE5A-1F93C8847057}"/>
              </a:ext>
            </a:extLst>
          </p:cNvPr>
          <p:cNvSpPr>
            <a:spLocks noGrp="1"/>
          </p:cNvSpPr>
          <p:nvPr/>
        </p:nvSpPr>
        <p:spPr>
          <a:xfrm>
            <a:off x="178301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8" name="F2_precision_recall_distributions_7362">
            <a:extLst>
              <a:ext uri="{FF2B5EF4-FFF2-40B4-BE49-F238E27FC236}">
                <a16:creationId xmlns:a16="http://schemas.microsoft.com/office/drawing/2014/main" id="{A644DBFB-9FF6-4B3C-864D-52B9E09CECA7}"/>
              </a:ext>
            </a:extLst>
          </p:cNvPr>
          <p:cNvSpPr>
            <a:spLocks noGrp="1"/>
          </p:cNvSpPr>
          <p:nvPr/>
        </p:nvSpPr>
        <p:spPr>
          <a:xfrm>
            <a:off x="2018375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9" name="F2_precision_recall_distributions_7363">
            <a:extLst>
              <a:ext uri="{FF2B5EF4-FFF2-40B4-BE49-F238E27FC236}">
                <a16:creationId xmlns:a16="http://schemas.microsoft.com/office/drawing/2014/main" id="{5F5A7CDE-659A-4DC4-94DB-D2FFB96586BD}"/>
              </a:ext>
            </a:extLst>
          </p:cNvPr>
          <p:cNvSpPr>
            <a:spLocks noGrp="1"/>
          </p:cNvSpPr>
          <p:nvPr/>
        </p:nvSpPr>
        <p:spPr>
          <a:xfrm>
            <a:off x="196366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0" name="F2_precision_recall_distributions_7364">
            <a:extLst>
              <a:ext uri="{FF2B5EF4-FFF2-40B4-BE49-F238E27FC236}">
                <a16:creationId xmlns:a16="http://schemas.microsoft.com/office/drawing/2014/main" id="{9EA46B1D-C176-46F9-903A-497778265B72}"/>
              </a:ext>
            </a:extLst>
          </p:cNvPr>
          <p:cNvSpPr>
            <a:spLocks noGrp="1"/>
          </p:cNvSpPr>
          <p:nvPr/>
        </p:nvSpPr>
        <p:spPr>
          <a:xfrm>
            <a:off x="20073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1" name="F2_precision_recall_distributions_7365">
            <a:extLst>
              <a:ext uri="{FF2B5EF4-FFF2-40B4-BE49-F238E27FC236}">
                <a16:creationId xmlns:a16="http://schemas.microsoft.com/office/drawing/2014/main" id="{C2AC92AA-46F6-418D-82EB-C66B467CA2E9}"/>
              </a:ext>
            </a:extLst>
          </p:cNvPr>
          <p:cNvSpPr>
            <a:spLocks noGrp="1"/>
          </p:cNvSpPr>
          <p:nvPr/>
        </p:nvSpPr>
        <p:spPr>
          <a:xfrm>
            <a:off x="19679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2" name="F2_precision_recall_distributions_7366">
            <a:extLst>
              <a:ext uri="{FF2B5EF4-FFF2-40B4-BE49-F238E27FC236}">
                <a16:creationId xmlns:a16="http://schemas.microsoft.com/office/drawing/2014/main" id="{FCBEA0B7-50C5-4C3D-A53F-5C97D80B3DA3}"/>
              </a:ext>
            </a:extLst>
          </p:cNvPr>
          <p:cNvSpPr>
            <a:spLocks noGrp="1"/>
          </p:cNvSpPr>
          <p:nvPr/>
        </p:nvSpPr>
        <p:spPr>
          <a:xfrm>
            <a:off x="1782023" y="71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3" name="F2_precision_recall_distributions_7367">
            <a:extLst>
              <a:ext uri="{FF2B5EF4-FFF2-40B4-BE49-F238E27FC236}">
                <a16:creationId xmlns:a16="http://schemas.microsoft.com/office/drawing/2014/main" id="{70AA4F02-C503-4EA9-99E2-6BA1B4FCA4B1}"/>
              </a:ext>
            </a:extLst>
          </p:cNvPr>
          <p:cNvSpPr>
            <a:spLocks noGrp="1"/>
          </p:cNvSpPr>
          <p:nvPr/>
        </p:nvSpPr>
        <p:spPr>
          <a:xfrm>
            <a:off x="18460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4" name="F2_precision_recall_distributions_7368">
            <a:extLst>
              <a:ext uri="{FF2B5EF4-FFF2-40B4-BE49-F238E27FC236}">
                <a16:creationId xmlns:a16="http://schemas.microsoft.com/office/drawing/2014/main" id="{D843520F-82FD-42A5-92B9-117812E5D344}"/>
              </a:ext>
            </a:extLst>
          </p:cNvPr>
          <p:cNvSpPr>
            <a:spLocks noGrp="1"/>
          </p:cNvSpPr>
          <p:nvPr/>
        </p:nvSpPr>
        <p:spPr>
          <a:xfrm>
            <a:off x="173520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5" name="F2_precision_recall_distributions_7369">
            <a:extLst>
              <a:ext uri="{FF2B5EF4-FFF2-40B4-BE49-F238E27FC236}">
                <a16:creationId xmlns:a16="http://schemas.microsoft.com/office/drawing/2014/main" id="{EE787BA4-C5E0-413A-802B-517B8479DC05}"/>
              </a:ext>
            </a:extLst>
          </p:cNvPr>
          <p:cNvSpPr>
            <a:spLocks noGrp="1"/>
          </p:cNvSpPr>
          <p:nvPr/>
        </p:nvSpPr>
        <p:spPr>
          <a:xfrm>
            <a:off x="1884282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6" name="F2_precision_recall_distributions_7370">
            <a:extLst>
              <a:ext uri="{FF2B5EF4-FFF2-40B4-BE49-F238E27FC236}">
                <a16:creationId xmlns:a16="http://schemas.microsoft.com/office/drawing/2014/main" id="{74CBD1CA-9846-4209-A419-CBF93F5625D5}"/>
              </a:ext>
            </a:extLst>
          </p:cNvPr>
          <p:cNvSpPr>
            <a:spLocks noGrp="1"/>
          </p:cNvSpPr>
          <p:nvPr/>
        </p:nvSpPr>
        <p:spPr>
          <a:xfrm>
            <a:off x="1679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7" name="F2_precision_recall_distributions_7371">
            <a:extLst>
              <a:ext uri="{FF2B5EF4-FFF2-40B4-BE49-F238E27FC236}">
                <a16:creationId xmlns:a16="http://schemas.microsoft.com/office/drawing/2014/main" id="{F8915B17-A5F3-4002-B882-F2E048C95DE0}"/>
              </a:ext>
            </a:extLst>
          </p:cNvPr>
          <p:cNvSpPr>
            <a:spLocks noGrp="1"/>
          </p:cNvSpPr>
          <p:nvPr/>
        </p:nvSpPr>
        <p:spPr>
          <a:xfrm>
            <a:off x="17838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8" name="F2_precision_recall_distributions_7372">
            <a:extLst>
              <a:ext uri="{FF2B5EF4-FFF2-40B4-BE49-F238E27FC236}">
                <a16:creationId xmlns:a16="http://schemas.microsoft.com/office/drawing/2014/main" id="{9E674B4F-AB83-454F-90E7-3AFA40EE17A8}"/>
              </a:ext>
            </a:extLst>
          </p:cNvPr>
          <p:cNvSpPr>
            <a:spLocks noGrp="1"/>
          </p:cNvSpPr>
          <p:nvPr/>
        </p:nvSpPr>
        <p:spPr>
          <a:xfrm>
            <a:off x="18214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9" name="F2_precision_recall_distributions_7373">
            <a:extLst>
              <a:ext uri="{FF2B5EF4-FFF2-40B4-BE49-F238E27FC236}">
                <a16:creationId xmlns:a16="http://schemas.microsoft.com/office/drawing/2014/main" id="{11A80605-A466-4446-A647-750658F01FEC}"/>
              </a:ext>
            </a:extLst>
          </p:cNvPr>
          <p:cNvSpPr>
            <a:spLocks noGrp="1"/>
          </p:cNvSpPr>
          <p:nvPr/>
        </p:nvSpPr>
        <p:spPr>
          <a:xfrm>
            <a:off x="171877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0" name="F2_precision_recall_distributions_7374">
            <a:extLst>
              <a:ext uri="{FF2B5EF4-FFF2-40B4-BE49-F238E27FC236}">
                <a16:creationId xmlns:a16="http://schemas.microsoft.com/office/drawing/2014/main" id="{CFCCBFC8-E289-4F1E-BC29-A2A8965E45BA}"/>
              </a:ext>
            </a:extLst>
          </p:cNvPr>
          <p:cNvSpPr>
            <a:spLocks noGrp="1"/>
          </p:cNvSpPr>
          <p:nvPr/>
        </p:nvSpPr>
        <p:spPr>
          <a:xfrm>
            <a:off x="19192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1" name="F2_precision_recall_distributions_7375">
            <a:extLst>
              <a:ext uri="{FF2B5EF4-FFF2-40B4-BE49-F238E27FC236}">
                <a16:creationId xmlns:a16="http://schemas.microsoft.com/office/drawing/2014/main" id="{B22BEF8C-91E2-4F8A-9EA0-FF4608BC0294}"/>
              </a:ext>
            </a:extLst>
          </p:cNvPr>
          <p:cNvSpPr>
            <a:spLocks noGrp="1"/>
          </p:cNvSpPr>
          <p:nvPr/>
        </p:nvSpPr>
        <p:spPr>
          <a:xfrm>
            <a:off x="171282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2" name="F2_precision_recall_distributions_7376">
            <a:extLst>
              <a:ext uri="{FF2B5EF4-FFF2-40B4-BE49-F238E27FC236}">
                <a16:creationId xmlns:a16="http://schemas.microsoft.com/office/drawing/2014/main" id="{6F827ADE-3689-4B0F-9C45-6429718409BA}"/>
              </a:ext>
            </a:extLst>
          </p:cNvPr>
          <p:cNvSpPr>
            <a:spLocks noGrp="1"/>
          </p:cNvSpPr>
          <p:nvPr/>
        </p:nvSpPr>
        <p:spPr>
          <a:xfrm>
            <a:off x="196664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3" name="F2_precision_recall_distributions_7377">
            <a:extLst>
              <a:ext uri="{FF2B5EF4-FFF2-40B4-BE49-F238E27FC236}">
                <a16:creationId xmlns:a16="http://schemas.microsoft.com/office/drawing/2014/main" id="{9BA0C4AD-502E-476F-B410-11D0EEE617B0}"/>
              </a:ext>
            </a:extLst>
          </p:cNvPr>
          <p:cNvSpPr>
            <a:spLocks noGrp="1"/>
          </p:cNvSpPr>
          <p:nvPr/>
        </p:nvSpPr>
        <p:spPr>
          <a:xfrm>
            <a:off x="1723442" y="7352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4" name="F2_precision_recall_distributions_7378">
            <a:extLst>
              <a:ext uri="{FF2B5EF4-FFF2-40B4-BE49-F238E27FC236}">
                <a16:creationId xmlns:a16="http://schemas.microsoft.com/office/drawing/2014/main" id="{A0DFB16F-2E81-4770-9763-E997937DAE04}"/>
              </a:ext>
            </a:extLst>
          </p:cNvPr>
          <p:cNvSpPr>
            <a:spLocks noGrp="1"/>
          </p:cNvSpPr>
          <p:nvPr/>
        </p:nvSpPr>
        <p:spPr>
          <a:xfrm>
            <a:off x="176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5" name="F2_precision_recall_distributions_7379">
            <a:extLst>
              <a:ext uri="{FF2B5EF4-FFF2-40B4-BE49-F238E27FC236}">
                <a16:creationId xmlns:a16="http://schemas.microsoft.com/office/drawing/2014/main" id="{AC10DB49-4710-4AB8-8FE7-2CD65DB87364}"/>
              </a:ext>
            </a:extLst>
          </p:cNvPr>
          <p:cNvSpPr>
            <a:spLocks noGrp="1"/>
          </p:cNvSpPr>
          <p:nvPr/>
        </p:nvSpPr>
        <p:spPr>
          <a:xfrm>
            <a:off x="191860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6" name="F2_precision_recall_distributions_7380">
            <a:extLst>
              <a:ext uri="{FF2B5EF4-FFF2-40B4-BE49-F238E27FC236}">
                <a16:creationId xmlns:a16="http://schemas.microsoft.com/office/drawing/2014/main" id="{03BC66CA-0CC4-4C28-80C7-33B7501ED071}"/>
              </a:ext>
            </a:extLst>
          </p:cNvPr>
          <p:cNvSpPr>
            <a:spLocks noGrp="1"/>
          </p:cNvSpPr>
          <p:nvPr/>
        </p:nvSpPr>
        <p:spPr>
          <a:xfrm>
            <a:off x="18695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7" name="F2_precision_recall_distributions_7381">
            <a:extLst>
              <a:ext uri="{FF2B5EF4-FFF2-40B4-BE49-F238E27FC236}">
                <a16:creationId xmlns:a16="http://schemas.microsoft.com/office/drawing/2014/main" id="{527D10E8-88F6-45E9-99B7-81DC0E6BB6B6}"/>
              </a:ext>
            </a:extLst>
          </p:cNvPr>
          <p:cNvSpPr>
            <a:spLocks noGrp="1"/>
          </p:cNvSpPr>
          <p:nvPr/>
        </p:nvSpPr>
        <p:spPr>
          <a:xfrm>
            <a:off x="194824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8" name="F2_precision_recall_distributions_7382">
            <a:extLst>
              <a:ext uri="{FF2B5EF4-FFF2-40B4-BE49-F238E27FC236}">
                <a16:creationId xmlns:a16="http://schemas.microsoft.com/office/drawing/2014/main" id="{864201A6-1824-40AA-8987-64E756D19436}"/>
              </a:ext>
            </a:extLst>
          </p:cNvPr>
          <p:cNvSpPr>
            <a:spLocks noGrp="1"/>
          </p:cNvSpPr>
          <p:nvPr/>
        </p:nvSpPr>
        <p:spPr>
          <a:xfrm>
            <a:off x="20232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9" name="F2_precision_recall_distributions_7383">
            <a:extLst>
              <a:ext uri="{FF2B5EF4-FFF2-40B4-BE49-F238E27FC236}">
                <a16:creationId xmlns:a16="http://schemas.microsoft.com/office/drawing/2014/main" id="{4BC4DB11-A3A4-4FF5-AA76-0F6C53DE329F}"/>
              </a:ext>
            </a:extLst>
          </p:cNvPr>
          <p:cNvSpPr>
            <a:spLocks noGrp="1"/>
          </p:cNvSpPr>
          <p:nvPr/>
        </p:nvSpPr>
        <p:spPr>
          <a:xfrm>
            <a:off x="1894403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0" name="F2_precision_recall_distributions_7384">
            <a:extLst>
              <a:ext uri="{FF2B5EF4-FFF2-40B4-BE49-F238E27FC236}">
                <a16:creationId xmlns:a16="http://schemas.microsoft.com/office/drawing/2014/main" id="{282C4D1A-76BD-424A-A315-D9FE87F6A9BB}"/>
              </a:ext>
            </a:extLst>
          </p:cNvPr>
          <p:cNvSpPr>
            <a:spLocks noGrp="1"/>
          </p:cNvSpPr>
          <p:nvPr/>
        </p:nvSpPr>
        <p:spPr>
          <a:xfrm>
            <a:off x="20187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1" name="F2_precision_recall_distributions_7385">
            <a:extLst>
              <a:ext uri="{FF2B5EF4-FFF2-40B4-BE49-F238E27FC236}">
                <a16:creationId xmlns:a16="http://schemas.microsoft.com/office/drawing/2014/main" id="{4B182046-2C4F-450B-9DB7-9099077A5719}"/>
              </a:ext>
            </a:extLst>
          </p:cNvPr>
          <p:cNvSpPr>
            <a:spLocks noGrp="1"/>
          </p:cNvSpPr>
          <p:nvPr/>
        </p:nvSpPr>
        <p:spPr>
          <a:xfrm>
            <a:off x="1713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2" name="F2_precision_recall_distributions_7386">
            <a:extLst>
              <a:ext uri="{FF2B5EF4-FFF2-40B4-BE49-F238E27FC236}">
                <a16:creationId xmlns:a16="http://schemas.microsoft.com/office/drawing/2014/main" id="{8E3AFF74-266F-4DE7-BDA5-10EDF81559FA}"/>
              </a:ext>
            </a:extLst>
          </p:cNvPr>
          <p:cNvSpPr>
            <a:spLocks noGrp="1"/>
          </p:cNvSpPr>
          <p:nvPr/>
        </p:nvSpPr>
        <p:spPr>
          <a:xfrm>
            <a:off x="1825712" y="72641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3" name="F2_precision_recall_distributions_7387">
            <a:extLst>
              <a:ext uri="{FF2B5EF4-FFF2-40B4-BE49-F238E27FC236}">
                <a16:creationId xmlns:a16="http://schemas.microsoft.com/office/drawing/2014/main" id="{2B64961B-E18A-4E26-872E-8D1EC88E10A9}"/>
              </a:ext>
            </a:extLst>
          </p:cNvPr>
          <p:cNvSpPr>
            <a:spLocks noGrp="1"/>
          </p:cNvSpPr>
          <p:nvPr/>
        </p:nvSpPr>
        <p:spPr>
          <a:xfrm>
            <a:off x="1857314" y="72088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4" name="F2_precision_recall_distributions_7388">
            <a:extLst>
              <a:ext uri="{FF2B5EF4-FFF2-40B4-BE49-F238E27FC236}">
                <a16:creationId xmlns:a16="http://schemas.microsoft.com/office/drawing/2014/main" id="{8324618F-3B1C-4ED8-91AF-5B4F57A289C2}"/>
              </a:ext>
            </a:extLst>
          </p:cNvPr>
          <p:cNvSpPr>
            <a:spLocks noGrp="1"/>
          </p:cNvSpPr>
          <p:nvPr/>
        </p:nvSpPr>
        <p:spPr>
          <a:xfrm>
            <a:off x="17928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5" name="F2_precision_recall_distributions_7389">
            <a:extLst>
              <a:ext uri="{FF2B5EF4-FFF2-40B4-BE49-F238E27FC236}">
                <a16:creationId xmlns:a16="http://schemas.microsoft.com/office/drawing/2014/main" id="{D7A8EF54-41CB-42E0-A508-9E3F8ED1DD37}"/>
              </a:ext>
            </a:extLst>
          </p:cNvPr>
          <p:cNvSpPr>
            <a:spLocks noGrp="1"/>
          </p:cNvSpPr>
          <p:nvPr/>
        </p:nvSpPr>
        <p:spPr>
          <a:xfrm>
            <a:off x="167558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6" name="F2_precision_recall_distributions_7390">
            <a:extLst>
              <a:ext uri="{FF2B5EF4-FFF2-40B4-BE49-F238E27FC236}">
                <a16:creationId xmlns:a16="http://schemas.microsoft.com/office/drawing/2014/main" id="{AD6335F7-AAB0-4F9C-9AF1-2E1061604A45}"/>
              </a:ext>
            </a:extLst>
          </p:cNvPr>
          <p:cNvSpPr>
            <a:spLocks noGrp="1"/>
          </p:cNvSpPr>
          <p:nvPr/>
        </p:nvSpPr>
        <p:spPr>
          <a:xfrm>
            <a:off x="1841599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7" name="F2_precision_recall_distributions_7391">
            <a:extLst>
              <a:ext uri="{FF2B5EF4-FFF2-40B4-BE49-F238E27FC236}">
                <a16:creationId xmlns:a16="http://schemas.microsoft.com/office/drawing/2014/main" id="{53FD6C0D-7F29-4030-9D57-70C8876D197B}"/>
              </a:ext>
            </a:extLst>
          </p:cNvPr>
          <p:cNvSpPr>
            <a:spLocks noGrp="1"/>
          </p:cNvSpPr>
          <p:nvPr/>
        </p:nvSpPr>
        <p:spPr>
          <a:xfrm>
            <a:off x="19112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8" name="F2_precision_recall_distributions_7392">
            <a:extLst>
              <a:ext uri="{FF2B5EF4-FFF2-40B4-BE49-F238E27FC236}">
                <a16:creationId xmlns:a16="http://schemas.microsoft.com/office/drawing/2014/main" id="{EBF5B191-F297-4867-BAD6-C1687FB0127B}"/>
              </a:ext>
            </a:extLst>
          </p:cNvPr>
          <p:cNvSpPr>
            <a:spLocks noGrp="1"/>
          </p:cNvSpPr>
          <p:nvPr/>
        </p:nvSpPr>
        <p:spPr>
          <a:xfrm>
            <a:off x="19787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9" name="F2_precision_recall_distributions_7393">
            <a:extLst>
              <a:ext uri="{FF2B5EF4-FFF2-40B4-BE49-F238E27FC236}">
                <a16:creationId xmlns:a16="http://schemas.microsoft.com/office/drawing/2014/main" id="{84F105C7-64B4-462A-B51A-772B91B5BE0D}"/>
              </a:ext>
            </a:extLst>
          </p:cNvPr>
          <p:cNvSpPr>
            <a:spLocks noGrp="1"/>
          </p:cNvSpPr>
          <p:nvPr/>
        </p:nvSpPr>
        <p:spPr>
          <a:xfrm>
            <a:off x="175858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0" name="F2_precision_recall_distributions_7394">
            <a:extLst>
              <a:ext uri="{FF2B5EF4-FFF2-40B4-BE49-F238E27FC236}">
                <a16:creationId xmlns:a16="http://schemas.microsoft.com/office/drawing/2014/main" id="{9F881E86-084E-4A75-8932-FEC70528E7C5}"/>
              </a:ext>
            </a:extLst>
          </p:cNvPr>
          <p:cNvSpPr>
            <a:spLocks noGrp="1"/>
          </p:cNvSpPr>
          <p:nvPr/>
        </p:nvSpPr>
        <p:spPr>
          <a:xfrm>
            <a:off x="1890189" y="72315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1" name="F2_precision_recall_distributions_7395">
            <a:extLst>
              <a:ext uri="{FF2B5EF4-FFF2-40B4-BE49-F238E27FC236}">
                <a16:creationId xmlns:a16="http://schemas.microsoft.com/office/drawing/2014/main" id="{0FC38AD6-F8A7-418A-8DD9-43C420ADCB51}"/>
              </a:ext>
            </a:extLst>
          </p:cNvPr>
          <p:cNvSpPr>
            <a:spLocks noGrp="1"/>
          </p:cNvSpPr>
          <p:nvPr/>
        </p:nvSpPr>
        <p:spPr>
          <a:xfrm>
            <a:off x="1846207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2" name="F2_precision_recall_distributions_7396">
            <a:extLst>
              <a:ext uri="{FF2B5EF4-FFF2-40B4-BE49-F238E27FC236}">
                <a16:creationId xmlns:a16="http://schemas.microsoft.com/office/drawing/2014/main" id="{D41C86C0-A7EB-4CDB-A5B4-E95373C9BA78}"/>
              </a:ext>
            </a:extLst>
          </p:cNvPr>
          <p:cNvSpPr>
            <a:spLocks noGrp="1"/>
          </p:cNvSpPr>
          <p:nvPr/>
        </p:nvSpPr>
        <p:spPr>
          <a:xfrm>
            <a:off x="20067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3" name="F2_precision_recall_distributions_7397">
            <a:extLst>
              <a:ext uri="{FF2B5EF4-FFF2-40B4-BE49-F238E27FC236}">
                <a16:creationId xmlns:a16="http://schemas.microsoft.com/office/drawing/2014/main" id="{4432BE9E-5F4F-411B-965A-56F6037D2D0B}"/>
              </a:ext>
            </a:extLst>
          </p:cNvPr>
          <p:cNvSpPr>
            <a:spLocks noGrp="1"/>
          </p:cNvSpPr>
          <p:nvPr/>
        </p:nvSpPr>
        <p:spPr>
          <a:xfrm>
            <a:off x="16561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4" name="F2_precision_recall_distributions_7398">
            <a:extLst>
              <a:ext uri="{FF2B5EF4-FFF2-40B4-BE49-F238E27FC236}">
                <a16:creationId xmlns:a16="http://schemas.microsoft.com/office/drawing/2014/main" id="{5B5DB25A-DBB6-4C7B-A201-15315F7CF1A8}"/>
              </a:ext>
            </a:extLst>
          </p:cNvPr>
          <p:cNvSpPr>
            <a:spLocks noGrp="1"/>
          </p:cNvSpPr>
          <p:nvPr/>
        </p:nvSpPr>
        <p:spPr>
          <a:xfrm>
            <a:off x="19761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5" name="F2_precision_recall_distributions_7399">
            <a:extLst>
              <a:ext uri="{FF2B5EF4-FFF2-40B4-BE49-F238E27FC236}">
                <a16:creationId xmlns:a16="http://schemas.microsoft.com/office/drawing/2014/main" id="{3EF63A15-E3EB-4596-A053-4E89D55DD7EC}"/>
              </a:ext>
            </a:extLst>
          </p:cNvPr>
          <p:cNvSpPr>
            <a:spLocks noGrp="1"/>
          </p:cNvSpPr>
          <p:nvPr/>
        </p:nvSpPr>
        <p:spPr>
          <a:xfrm>
            <a:off x="197553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6" name="F2_precision_recall_distributions_7400">
            <a:extLst>
              <a:ext uri="{FF2B5EF4-FFF2-40B4-BE49-F238E27FC236}">
                <a16:creationId xmlns:a16="http://schemas.microsoft.com/office/drawing/2014/main" id="{B97401AC-9746-4707-84A4-12F16E72CFE4}"/>
              </a:ext>
            </a:extLst>
          </p:cNvPr>
          <p:cNvSpPr>
            <a:spLocks noGrp="1"/>
          </p:cNvSpPr>
          <p:nvPr/>
        </p:nvSpPr>
        <p:spPr>
          <a:xfrm>
            <a:off x="19339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7" name="F2_precision_recall_distributions_7401">
            <a:extLst>
              <a:ext uri="{FF2B5EF4-FFF2-40B4-BE49-F238E27FC236}">
                <a16:creationId xmlns:a16="http://schemas.microsoft.com/office/drawing/2014/main" id="{98C4E915-A626-4DEF-AD49-3E84FB509F77}"/>
              </a:ext>
            </a:extLst>
          </p:cNvPr>
          <p:cNvSpPr>
            <a:spLocks noGrp="1"/>
          </p:cNvSpPr>
          <p:nvPr/>
        </p:nvSpPr>
        <p:spPr>
          <a:xfrm>
            <a:off x="185555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8" name="F2_precision_recall_distributions_7402">
            <a:extLst>
              <a:ext uri="{FF2B5EF4-FFF2-40B4-BE49-F238E27FC236}">
                <a16:creationId xmlns:a16="http://schemas.microsoft.com/office/drawing/2014/main" id="{2054C62C-A854-41C2-85E3-21CDAB84D95B}"/>
              </a:ext>
            </a:extLst>
          </p:cNvPr>
          <p:cNvSpPr>
            <a:spLocks noGrp="1"/>
          </p:cNvSpPr>
          <p:nvPr/>
        </p:nvSpPr>
        <p:spPr>
          <a:xfrm>
            <a:off x="17732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9" name="F2_precision_recall_distributions_7403">
            <a:extLst>
              <a:ext uri="{FF2B5EF4-FFF2-40B4-BE49-F238E27FC236}">
                <a16:creationId xmlns:a16="http://schemas.microsoft.com/office/drawing/2014/main" id="{B80B05FB-4F72-4E47-A188-E3B957D78915}"/>
              </a:ext>
            </a:extLst>
          </p:cNvPr>
          <p:cNvSpPr>
            <a:spLocks noGrp="1"/>
          </p:cNvSpPr>
          <p:nvPr/>
        </p:nvSpPr>
        <p:spPr>
          <a:xfrm>
            <a:off x="20160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0" name="F2_precision_recall_distributions_7404">
            <a:extLst>
              <a:ext uri="{FF2B5EF4-FFF2-40B4-BE49-F238E27FC236}">
                <a16:creationId xmlns:a16="http://schemas.microsoft.com/office/drawing/2014/main" id="{199FA02D-1972-490D-AE38-5F9B7204D533}"/>
              </a:ext>
            </a:extLst>
          </p:cNvPr>
          <p:cNvSpPr>
            <a:spLocks noGrp="1"/>
          </p:cNvSpPr>
          <p:nvPr/>
        </p:nvSpPr>
        <p:spPr>
          <a:xfrm>
            <a:off x="189054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1" name="F2_precision_recall_distributions_7405">
            <a:extLst>
              <a:ext uri="{FF2B5EF4-FFF2-40B4-BE49-F238E27FC236}">
                <a16:creationId xmlns:a16="http://schemas.microsoft.com/office/drawing/2014/main" id="{4263F01A-FB9A-4CEC-831C-C87C7AEC9D46}"/>
              </a:ext>
            </a:extLst>
          </p:cNvPr>
          <p:cNvSpPr>
            <a:spLocks noGrp="1"/>
          </p:cNvSpPr>
          <p:nvPr/>
        </p:nvSpPr>
        <p:spPr>
          <a:xfrm>
            <a:off x="17311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2" name="F2_precision_recall_distributions_7406">
            <a:extLst>
              <a:ext uri="{FF2B5EF4-FFF2-40B4-BE49-F238E27FC236}">
                <a16:creationId xmlns:a16="http://schemas.microsoft.com/office/drawing/2014/main" id="{B8561390-AF46-4C98-B3FF-FDB507D44935}"/>
              </a:ext>
            </a:extLst>
          </p:cNvPr>
          <p:cNvSpPr>
            <a:spLocks noGrp="1"/>
          </p:cNvSpPr>
          <p:nvPr/>
        </p:nvSpPr>
        <p:spPr>
          <a:xfrm>
            <a:off x="197555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3" name="F2_precision_recall_distributions_7407">
            <a:extLst>
              <a:ext uri="{FF2B5EF4-FFF2-40B4-BE49-F238E27FC236}">
                <a16:creationId xmlns:a16="http://schemas.microsoft.com/office/drawing/2014/main" id="{8CED2C8B-6E63-4FDD-A6F4-A0B74D88CBDB}"/>
              </a:ext>
            </a:extLst>
          </p:cNvPr>
          <p:cNvSpPr>
            <a:spLocks noGrp="1"/>
          </p:cNvSpPr>
          <p:nvPr/>
        </p:nvSpPr>
        <p:spPr>
          <a:xfrm>
            <a:off x="168616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4" name="F2_precision_recall_distributions_7408">
            <a:extLst>
              <a:ext uri="{FF2B5EF4-FFF2-40B4-BE49-F238E27FC236}">
                <a16:creationId xmlns:a16="http://schemas.microsoft.com/office/drawing/2014/main" id="{886789A2-39F2-4E0E-8E92-D4E47180116B}"/>
              </a:ext>
            </a:extLst>
          </p:cNvPr>
          <p:cNvSpPr>
            <a:spLocks noGrp="1"/>
          </p:cNvSpPr>
          <p:nvPr/>
        </p:nvSpPr>
        <p:spPr>
          <a:xfrm>
            <a:off x="1931661" y="72986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5" name="F2_precision_recall_distributions_7409">
            <a:extLst>
              <a:ext uri="{FF2B5EF4-FFF2-40B4-BE49-F238E27FC236}">
                <a16:creationId xmlns:a16="http://schemas.microsoft.com/office/drawing/2014/main" id="{7122C1C2-1B4F-4549-90EA-A723160DE54B}"/>
              </a:ext>
            </a:extLst>
          </p:cNvPr>
          <p:cNvSpPr>
            <a:spLocks noGrp="1"/>
          </p:cNvSpPr>
          <p:nvPr/>
        </p:nvSpPr>
        <p:spPr>
          <a:xfrm>
            <a:off x="20035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6" name="F2_precision_recall_distributions_7410">
            <a:extLst>
              <a:ext uri="{FF2B5EF4-FFF2-40B4-BE49-F238E27FC236}">
                <a16:creationId xmlns:a16="http://schemas.microsoft.com/office/drawing/2014/main" id="{2A1E918B-7202-455B-B8F5-920EA5DE4564}"/>
              </a:ext>
            </a:extLst>
          </p:cNvPr>
          <p:cNvSpPr>
            <a:spLocks noGrp="1"/>
          </p:cNvSpPr>
          <p:nvPr/>
        </p:nvSpPr>
        <p:spPr>
          <a:xfrm>
            <a:off x="1958796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7" name="F2_precision_recall_distributions_7411">
            <a:extLst>
              <a:ext uri="{FF2B5EF4-FFF2-40B4-BE49-F238E27FC236}">
                <a16:creationId xmlns:a16="http://schemas.microsoft.com/office/drawing/2014/main" id="{AA897B2D-ACDA-4A0C-886C-8489B01B4BE2}"/>
              </a:ext>
            </a:extLst>
          </p:cNvPr>
          <p:cNvSpPr>
            <a:spLocks noGrp="1"/>
          </p:cNvSpPr>
          <p:nvPr/>
        </p:nvSpPr>
        <p:spPr>
          <a:xfrm>
            <a:off x="183661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8" name="F2_precision_recall_distributions_7412">
            <a:extLst>
              <a:ext uri="{FF2B5EF4-FFF2-40B4-BE49-F238E27FC236}">
                <a16:creationId xmlns:a16="http://schemas.microsoft.com/office/drawing/2014/main" id="{CE21E232-0972-4494-BED9-EF6D05BC4F04}"/>
              </a:ext>
            </a:extLst>
          </p:cNvPr>
          <p:cNvSpPr>
            <a:spLocks noGrp="1"/>
          </p:cNvSpPr>
          <p:nvPr/>
        </p:nvSpPr>
        <p:spPr>
          <a:xfrm>
            <a:off x="20126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9" name="F2_precision_recall_distributions_7413">
            <a:extLst>
              <a:ext uri="{FF2B5EF4-FFF2-40B4-BE49-F238E27FC236}">
                <a16:creationId xmlns:a16="http://schemas.microsoft.com/office/drawing/2014/main" id="{BDEF6B06-F988-4999-A27D-4FEED69EC29F}"/>
              </a:ext>
            </a:extLst>
          </p:cNvPr>
          <p:cNvSpPr>
            <a:spLocks noGrp="1"/>
          </p:cNvSpPr>
          <p:nvPr/>
        </p:nvSpPr>
        <p:spPr>
          <a:xfrm>
            <a:off x="18959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0" name="F2_precision_recall_distributions_7414">
            <a:extLst>
              <a:ext uri="{FF2B5EF4-FFF2-40B4-BE49-F238E27FC236}">
                <a16:creationId xmlns:a16="http://schemas.microsoft.com/office/drawing/2014/main" id="{A8232DCD-F82A-4B20-BCA4-F1FC2D8BD674}"/>
              </a:ext>
            </a:extLst>
          </p:cNvPr>
          <p:cNvSpPr>
            <a:spLocks noGrp="1"/>
          </p:cNvSpPr>
          <p:nvPr/>
        </p:nvSpPr>
        <p:spPr>
          <a:xfrm>
            <a:off x="171672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1" name="F2_precision_recall_distributions_7415">
            <a:extLst>
              <a:ext uri="{FF2B5EF4-FFF2-40B4-BE49-F238E27FC236}">
                <a16:creationId xmlns:a16="http://schemas.microsoft.com/office/drawing/2014/main" id="{B9E0AF98-D03A-4F1B-B3E9-C59858D26632}"/>
              </a:ext>
            </a:extLst>
          </p:cNvPr>
          <p:cNvSpPr>
            <a:spLocks noGrp="1"/>
          </p:cNvSpPr>
          <p:nvPr/>
        </p:nvSpPr>
        <p:spPr>
          <a:xfrm>
            <a:off x="19238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2" name="F2_precision_recall_distributions_7416">
            <a:extLst>
              <a:ext uri="{FF2B5EF4-FFF2-40B4-BE49-F238E27FC236}">
                <a16:creationId xmlns:a16="http://schemas.microsoft.com/office/drawing/2014/main" id="{04375E40-AC28-4B3D-B5AE-33E92D443669}"/>
              </a:ext>
            </a:extLst>
          </p:cNvPr>
          <p:cNvSpPr>
            <a:spLocks noGrp="1"/>
          </p:cNvSpPr>
          <p:nvPr/>
        </p:nvSpPr>
        <p:spPr>
          <a:xfrm>
            <a:off x="188435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3" name="F2_precision_recall_distributions_7417">
            <a:extLst>
              <a:ext uri="{FF2B5EF4-FFF2-40B4-BE49-F238E27FC236}">
                <a16:creationId xmlns:a16="http://schemas.microsoft.com/office/drawing/2014/main" id="{293FB2B9-EB55-401C-B3B6-DA4E33A4923B}"/>
              </a:ext>
            </a:extLst>
          </p:cNvPr>
          <p:cNvSpPr>
            <a:spLocks noGrp="1"/>
          </p:cNvSpPr>
          <p:nvPr/>
        </p:nvSpPr>
        <p:spPr>
          <a:xfrm>
            <a:off x="170290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4" name="F2_precision_recall_distributions_7418">
            <a:extLst>
              <a:ext uri="{FF2B5EF4-FFF2-40B4-BE49-F238E27FC236}">
                <a16:creationId xmlns:a16="http://schemas.microsoft.com/office/drawing/2014/main" id="{D53686C3-1EE5-4017-9B21-375AE56DD3A9}"/>
              </a:ext>
            </a:extLst>
          </p:cNvPr>
          <p:cNvSpPr>
            <a:spLocks noGrp="1"/>
          </p:cNvSpPr>
          <p:nvPr/>
        </p:nvSpPr>
        <p:spPr>
          <a:xfrm>
            <a:off x="187170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5" name="F2_precision_recall_distributions_7419">
            <a:extLst>
              <a:ext uri="{FF2B5EF4-FFF2-40B4-BE49-F238E27FC236}">
                <a16:creationId xmlns:a16="http://schemas.microsoft.com/office/drawing/2014/main" id="{12C1AB89-AD35-4187-99B2-F0F1B29D7F63}"/>
              </a:ext>
            </a:extLst>
          </p:cNvPr>
          <p:cNvSpPr>
            <a:spLocks noGrp="1"/>
          </p:cNvSpPr>
          <p:nvPr/>
        </p:nvSpPr>
        <p:spPr>
          <a:xfrm>
            <a:off x="1821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6" name="F2_precision_recall_distributions_7420">
            <a:extLst>
              <a:ext uri="{FF2B5EF4-FFF2-40B4-BE49-F238E27FC236}">
                <a16:creationId xmlns:a16="http://schemas.microsoft.com/office/drawing/2014/main" id="{0B41ECF0-19B2-45CE-9C5D-D352F5D20C7F}"/>
              </a:ext>
            </a:extLst>
          </p:cNvPr>
          <p:cNvSpPr>
            <a:spLocks noGrp="1"/>
          </p:cNvSpPr>
          <p:nvPr/>
        </p:nvSpPr>
        <p:spPr>
          <a:xfrm>
            <a:off x="191265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7" name="F2_precision_recall_distributions_7421">
            <a:extLst>
              <a:ext uri="{FF2B5EF4-FFF2-40B4-BE49-F238E27FC236}">
                <a16:creationId xmlns:a16="http://schemas.microsoft.com/office/drawing/2014/main" id="{CDE37718-7623-47A8-B1D9-CF988BC1C7CD}"/>
              </a:ext>
            </a:extLst>
          </p:cNvPr>
          <p:cNvSpPr>
            <a:spLocks noGrp="1"/>
          </p:cNvSpPr>
          <p:nvPr/>
        </p:nvSpPr>
        <p:spPr>
          <a:xfrm>
            <a:off x="1823162" y="77379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8" name="F2_precision_recall_distributions_7422">
            <a:extLst>
              <a:ext uri="{FF2B5EF4-FFF2-40B4-BE49-F238E27FC236}">
                <a16:creationId xmlns:a16="http://schemas.microsoft.com/office/drawing/2014/main" id="{2E579719-B603-4373-8920-6F6B95A80333}"/>
              </a:ext>
            </a:extLst>
          </p:cNvPr>
          <p:cNvSpPr>
            <a:spLocks noGrp="1"/>
          </p:cNvSpPr>
          <p:nvPr/>
        </p:nvSpPr>
        <p:spPr>
          <a:xfrm>
            <a:off x="17037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9" name="F2_precision_recall_distributions_7423">
            <a:extLst>
              <a:ext uri="{FF2B5EF4-FFF2-40B4-BE49-F238E27FC236}">
                <a16:creationId xmlns:a16="http://schemas.microsoft.com/office/drawing/2014/main" id="{D45406E4-5E66-4436-91B5-0DC7FC2D064D}"/>
              </a:ext>
            </a:extLst>
          </p:cNvPr>
          <p:cNvSpPr>
            <a:spLocks noGrp="1"/>
          </p:cNvSpPr>
          <p:nvPr/>
        </p:nvSpPr>
        <p:spPr>
          <a:xfrm>
            <a:off x="1755356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0" name="F2_precision_recall_distributions_7424">
            <a:extLst>
              <a:ext uri="{FF2B5EF4-FFF2-40B4-BE49-F238E27FC236}">
                <a16:creationId xmlns:a16="http://schemas.microsoft.com/office/drawing/2014/main" id="{74031864-5FB3-488F-9445-85F53A0630A8}"/>
              </a:ext>
            </a:extLst>
          </p:cNvPr>
          <p:cNvSpPr>
            <a:spLocks noGrp="1"/>
          </p:cNvSpPr>
          <p:nvPr/>
        </p:nvSpPr>
        <p:spPr>
          <a:xfrm>
            <a:off x="19875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1" name="F2_precision_recall_distributions_7425">
            <a:extLst>
              <a:ext uri="{FF2B5EF4-FFF2-40B4-BE49-F238E27FC236}">
                <a16:creationId xmlns:a16="http://schemas.microsoft.com/office/drawing/2014/main" id="{81A6984E-0CEC-4997-AC30-F08308E90E5C}"/>
              </a:ext>
            </a:extLst>
          </p:cNvPr>
          <p:cNvSpPr>
            <a:spLocks noGrp="1"/>
          </p:cNvSpPr>
          <p:nvPr/>
        </p:nvSpPr>
        <p:spPr>
          <a:xfrm>
            <a:off x="16650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2" name="F2_precision_recall_distributions_7426">
            <a:extLst>
              <a:ext uri="{FF2B5EF4-FFF2-40B4-BE49-F238E27FC236}">
                <a16:creationId xmlns:a16="http://schemas.microsoft.com/office/drawing/2014/main" id="{083E835C-8CC6-413A-B51B-8B4090E65582}"/>
              </a:ext>
            </a:extLst>
          </p:cNvPr>
          <p:cNvSpPr>
            <a:spLocks noGrp="1"/>
          </p:cNvSpPr>
          <p:nvPr/>
        </p:nvSpPr>
        <p:spPr>
          <a:xfrm>
            <a:off x="167197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3" name="F2_precision_recall_distributions_7427">
            <a:extLst>
              <a:ext uri="{FF2B5EF4-FFF2-40B4-BE49-F238E27FC236}">
                <a16:creationId xmlns:a16="http://schemas.microsoft.com/office/drawing/2014/main" id="{8BC5360F-798E-4D69-A706-114870A3B947}"/>
              </a:ext>
            </a:extLst>
          </p:cNvPr>
          <p:cNvSpPr>
            <a:spLocks noGrp="1"/>
          </p:cNvSpPr>
          <p:nvPr/>
        </p:nvSpPr>
        <p:spPr>
          <a:xfrm>
            <a:off x="1658760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4" name="F2_precision_recall_distributions_7428">
            <a:extLst>
              <a:ext uri="{FF2B5EF4-FFF2-40B4-BE49-F238E27FC236}">
                <a16:creationId xmlns:a16="http://schemas.microsoft.com/office/drawing/2014/main" id="{F42BB9FF-EC3B-4193-A20A-218A72CB2A45}"/>
              </a:ext>
            </a:extLst>
          </p:cNvPr>
          <p:cNvSpPr>
            <a:spLocks noGrp="1"/>
          </p:cNvSpPr>
          <p:nvPr/>
        </p:nvSpPr>
        <p:spPr>
          <a:xfrm>
            <a:off x="1810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5" name="F2_precision_recall_distributions_7429">
            <a:extLst>
              <a:ext uri="{FF2B5EF4-FFF2-40B4-BE49-F238E27FC236}">
                <a16:creationId xmlns:a16="http://schemas.microsoft.com/office/drawing/2014/main" id="{FB221613-7672-4454-B3CC-F0C5DAECF975}"/>
              </a:ext>
            </a:extLst>
          </p:cNvPr>
          <p:cNvSpPr>
            <a:spLocks noGrp="1"/>
          </p:cNvSpPr>
          <p:nvPr/>
        </p:nvSpPr>
        <p:spPr>
          <a:xfrm>
            <a:off x="19477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6" name="F2_precision_recall_distributions_7430">
            <a:extLst>
              <a:ext uri="{FF2B5EF4-FFF2-40B4-BE49-F238E27FC236}">
                <a16:creationId xmlns:a16="http://schemas.microsoft.com/office/drawing/2014/main" id="{F8908F46-5688-4719-A08A-3E4E6E49E95D}"/>
              </a:ext>
            </a:extLst>
          </p:cNvPr>
          <p:cNvSpPr>
            <a:spLocks noGrp="1"/>
          </p:cNvSpPr>
          <p:nvPr/>
        </p:nvSpPr>
        <p:spPr>
          <a:xfrm>
            <a:off x="177217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7" name="F2_precision_recall_distributions_7431">
            <a:extLst>
              <a:ext uri="{FF2B5EF4-FFF2-40B4-BE49-F238E27FC236}">
                <a16:creationId xmlns:a16="http://schemas.microsoft.com/office/drawing/2014/main" id="{523DAD2E-0910-4BBD-927E-07EA0CDE5478}"/>
              </a:ext>
            </a:extLst>
          </p:cNvPr>
          <p:cNvSpPr>
            <a:spLocks noGrp="1"/>
          </p:cNvSpPr>
          <p:nvPr/>
        </p:nvSpPr>
        <p:spPr>
          <a:xfrm>
            <a:off x="16836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8" name="F2_precision_recall_distributions_7432">
            <a:extLst>
              <a:ext uri="{FF2B5EF4-FFF2-40B4-BE49-F238E27FC236}">
                <a16:creationId xmlns:a16="http://schemas.microsoft.com/office/drawing/2014/main" id="{4E415DDA-668C-4974-AE63-41A9836A2236}"/>
              </a:ext>
            </a:extLst>
          </p:cNvPr>
          <p:cNvSpPr>
            <a:spLocks noGrp="1"/>
          </p:cNvSpPr>
          <p:nvPr/>
        </p:nvSpPr>
        <p:spPr>
          <a:xfrm>
            <a:off x="1933216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9" name="F2_precision_recall_distributions_7433">
            <a:extLst>
              <a:ext uri="{FF2B5EF4-FFF2-40B4-BE49-F238E27FC236}">
                <a16:creationId xmlns:a16="http://schemas.microsoft.com/office/drawing/2014/main" id="{6A73EED2-6701-4296-BB7A-5C8A7B9AA9E8}"/>
              </a:ext>
            </a:extLst>
          </p:cNvPr>
          <p:cNvSpPr>
            <a:spLocks noGrp="1"/>
          </p:cNvSpPr>
          <p:nvPr/>
        </p:nvSpPr>
        <p:spPr>
          <a:xfrm>
            <a:off x="18838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0" name="F2_precision_recall_distributions_7434">
            <a:extLst>
              <a:ext uri="{FF2B5EF4-FFF2-40B4-BE49-F238E27FC236}">
                <a16:creationId xmlns:a16="http://schemas.microsoft.com/office/drawing/2014/main" id="{EB4EAC09-36AD-4564-BB0F-2833F1FCE810}"/>
              </a:ext>
            </a:extLst>
          </p:cNvPr>
          <p:cNvSpPr>
            <a:spLocks noGrp="1"/>
          </p:cNvSpPr>
          <p:nvPr/>
        </p:nvSpPr>
        <p:spPr>
          <a:xfrm>
            <a:off x="18106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1" name="F2_precision_recall_distributions_7435">
            <a:extLst>
              <a:ext uri="{FF2B5EF4-FFF2-40B4-BE49-F238E27FC236}">
                <a16:creationId xmlns:a16="http://schemas.microsoft.com/office/drawing/2014/main" id="{E8C6F601-CAFA-47D1-B5E4-98FAEAF37574}"/>
              </a:ext>
            </a:extLst>
          </p:cNvPr>
          <p:cNvSpPr>
            <a:spLocks noGrp="1"/>
          </p:cNvSpPr>
          <p:nvPr/>
        </p:nvSpPr>
        <p:spPr>
          <a:xfrm>
            <a:off x="1930758" y="72274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2" name="F2_precision_recall_distributions_7436">
            <a:extLst>
              <a:ext uri="{FF2B5EF4-FFF2-40B4-BE49-F238E27FC236}">
                <a16:creationId xmlns:a16="http://schemas.microsoft.com/office/drawing/2014/main" id="{6B87A0F0-DB14-4965-9F67-4B446E34745F}"/>
              </a:ext>
            </a:extLst>
          </p:cNvPr>
          <p:cNvSpPr>
            <a:spLocks noGrp="1"/>
          </p:cNvSpPr>
          <p:nvPr/>
        </p:nvSpPr>
        <p:spPr>
          <a:xfrm>
            <a:off x="2012836" y="71896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3" name="F2_precision_recall_distributions_7437">
            <a:extLst>
              <a:ext uri="{FF2B5EF4-FFF2-40B4-BE49-F238E27FC236}">
                <a16:creationId xmlns:a16="http://schemas.microsoft.com/office/drawing/2014/main" id="{B1965159-B3D4-4DDA-977B-9FB6B9B935C9}"/>
              </a:ext>
            </a:extLst>
          </p:cNvPr>
          <p:cNvSpPr>
            <a:spLocks noGrp="1"/>
          </p:cNvSpPr>
          <p:nvPr/>
        </p:nvSpPr>
        <p:spPr>
          <a:xfrm>
            <a:off x="182914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4" name="F2_precision_recall_distributions_7438">
            <a:extLst>
              <a:ext uri="{FF2B5EF4-FFF2-40B4-BE49-F238E27FC236}">
                <a16:creationId xmlns:a16="http://schemas.microsoft.com/office/drawing/2014/main" id="{54A58763-CB99-4BD0-A55F-863A93147F02}"/>
              </a:ext>
            </a:extLst>
          </p:cNvPr>
          <p:cNvSpPr>
            <a:spLocks noGrp="1"/>
          </p:cNvSpPr>
          <p:nvPr/>
        </p:nvSpPr>
        <p:spPr>
          <a:xfrm>
            <a:off x="17765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5" name="F2_precision_recall_distributions_7439">
            <a:extLst>
              <a:ext uri="{FF2B5EF4-FFF2-40B4-BE49-F238E27FC236}">
                <a16:creationId xmlns:a16="http://schemas.microsoft.com/office/drawing/2014/main" id="{339D2355-51F2-4F14-AA3B-94E33D96477E}"/>
              </a:ext>
            </a:extLst>
          </p:cNvPr>
          <p:cNvSpPr>
            <a:spLocks noGrp="1"/>
          </p:cNvSpPr>
          <p:nvPr/>
        </p:nvSpPr>
        <p:spPr>
          <a:xfrm>
            <a:off x="17690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6" name="F2_precision_recall_distributions_7440">
            <a:extLst>
              <a:ext uri="{FF2B5EF4-FFF2-40B4-BE49-F238E27FC236}">
                <a16:creationId xmlns:a16="http://schemas.microsoft.com/office/drawing/2014/main" id="{FE63D394-7E91-425B-846E-EB8E11218DD8}"/>
              </a:ext>
            </a:extLst>
          </p:cNvPr>
          <p:cNvSpPr>
            <a:spLocks noGrp="1"/>
          </p:cNvSpPr>
          <p:nvPr/>
        </p:nvSpPr>
        <p:spPr>
          <a:xfrm>
            <a:off x="1733722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7" name="F2_precision_recall_distributions_7441">
            <a:extLst>
              <a:ext uri="{FF2B5EF4-FFF2-40B4-BE49-F238E27FC236}">
                <a16:creationId xmlns:a16="http://schemas.microsoft.com/office/drawing/2014/main" id="{04BEDA92-7B5B-44F1-AA7F-4B0807E1FD0C}"/>
              </a:ext>
            </a:extLst>
          </p:cNvPr>
          <p:cNvSpPr>
            <a:spLocks noGrp="1"/>
          </p:cNvSpPr>
          <p:nvPr/>
        </p:nvSpPr>
        <p:spPr>
          <a:xfrm>
            <a:off x="190156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8" name="F2_precision_recall_distributions_7442">
            <a:extLst>
              <a:ext uri="{FF2B5EF4-FFF2-40B4-BE49-F238E27FC236}">
                <a16:creationId xmlns:a16="http://schemas.microsoft.com/office/drawing/2014/main" id="{43F9A201-B54F-4273-90C0-101B4F03C433}"/>
              </a:ext>
            </a:extLst>
          </p:cNvPr>
          <p:cNvSpPr>
            <a:spLocks noGrp="1"/>
          </p:cNvSpPr>
          <p:nvPr/>
        </p:nvSpPr>
        <p:spPr>
          <a:xfrm>
            <a:off x="1807682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9" name="F2_precision_recall_distributions_7443">
            <a:extLst>
              <a:ext uri="{FF2B5EF4-FFF2-40B4-BE49-F238E27FC236}">
                <a16:creationId xmlns:a16="http://schemas.microsoft.com/office/drawing/2014/main" id="{8028CF33-542B-46CA-9D70-107F38DFE408}"/>
              </a:ext>
            </a:extLst>
          </p:cNvPr>
          <p:cNvSpPr>
            <a:spLocks noGrp="1"/>
          </p:cNvSpPr>
          <p:nvPr/>
        </p:nvSpPr>
        <p:spPr>
          <a:xfrm>
            <a:off x="186578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0" name="F2_precision_recall_distributions_7444">
            <a:extLst>
              <a:ext uri="{FF2B5EF4-FFF2-40B4-BE49-F238E27FC236}">
                <a16:creationId xmlns:a16="http://schemas.microsoft.com/office/drawing/2014/main" id="{FF0B33B1-CA09-4FCD-ABD7-8AFFA175606F}"/>
              </a:ext>
            </a:extLst>
          </p:cNvPr>
          <p:cNvSpPr>
            <a:spLocks noGrp="1"/>
          </p:cNvSpPr>
          <p:nvPr/>
        </p:nvSpPr>
        <p:spPr>
          <a:xfrm>
            <a:off x="1986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1" name="F2_precision_recall_distributions_7445">
            <a:extLst>
              <a:ext uri="{FF2B5EF4-FFF2-40B4-BE49-F238E27FC236}">
                <a16:creationId xmlns:a16="http://schemas.microsoft.com/office/drawing/2014/main" id="{69B2AE0C-A7DA-4CC0-8697-1984D5B290ED}"/>
              </a:ext>
            </a:extLst>
          </p:cNvPr>
          <p:cNvSpPr>
            <a:spLocks noGrp="1"/>
          </p:cNvSpPr>
          <p:nvPr/>
        </p:nvSpPr>
        <p:spPr>
          <a:xfrm>
            <a:off x="1965310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2" name="F2_precision_recall_distributions_7446">
            <a:extLst>
              <a:ext uri="{FF2B5EF4-FFF2-40B4-BE49-F238E27FC236}">
                <a16:creationId xmlns:a16="http://schemas.microsoft.com/office/drawing/2014/main" id="{5FB20C68-5421-49C8-8B38-D2925C0C383A}"/>
              </a:ext>
            </a:extLst>
          </p:cNvPr>
          <p:cNvSpPr>
            <a:spLocks noGrp="1"/>
          </p:cNvSpPr>
          <p:nvPr/>
        </p:nvSpPr>
        <p:spPr>
          <a:xfrm>
            <a:off x="196767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3" name="F2_precision_recall_distributions_7447">
            <a:extLst>
              <a:ext uri="{FF2B5EF4-FFF2-40B4-BE49-F238E27FC236}">
                <a16:creationId xmlns:a16="http://schemas.microsoft.com/office/drawing/2014/main" id="{12DE2F02-E8E0-46D3-84E6-BA5D4424675F}"/>
              </a:ext>
            </a:extLst>
          </p:cNvPr>
          <p:cNvSpPr>
            <a:spLocks noGrp="1"/>
          </p:cNvSpPr>
          <p:nvPr/>
        </p:nvSpPr>
        <p:spPr>
          <a:xfrm>
            <a:off x="1991088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4" name="F2_precision_recall_distributions_7448">
            <a:extLst>
              <a:ext uri="{FF2B5EF4-FFF2-40B4-BE49-F238E27FC236}">
                <a16:creationId xmlns:a16="http://schemas.microsoft.com/office/drawing/2014/main" id="{4D193B92-7B9D-4E9B-9A7A-620E9E0925BE}"/>
              </a:ext>
            </a:extLst>
          </p:cNvPr>
          <p:cNvSpPr>
            <a:spLocks noGrp="1"/>
          </p:cNvSpPr>
          <p:nvPr/>
        </p:nvSpPr>
        <p:spPr>
          <a:xfrm>
            <a:off x="1790854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5" name="F2_precision_recall_distributions_7449">
            <a:extLst>
              <a:ext uri="{FF2B5EF4-FFF2-40B4-BE49-F238E27FC236}">
                <a16:creationId xmlns:a16="http://schemas.microsoft.com/office/drawing/2014/main" id="{D7891A62-BB9C-4CCA-AB59-346CE1C3459E}"/>
              </a:ext>
            </a:extLst>
          </p:cNvPr>
          <p:cNvSpPr>
            <a:spLocks noGrp="1"/>
          </p:cNvSpPr>
          <p:nvPr/>
        </p:nvSpPr>
        <p:spPr>
          <a:xfrm>
            <a:off x="19099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6" name="F2_precision_recall_distributions_7450">
            <a:extLst>
              <a:ext uri="{FF2B5EF4-FFF2-40B4-BE49-F238E27FC236}">
                <a16:creationId xmlns:a16="http://schemas.microsoft.com/office/drawing/2014/main" id="{62FF6521-86B8-4674-AB6E-B3FA9C7DDABA}"/>
              </a:ext>
            </a:extLst>
          </p:cNvPr>
          <p:cNvSpPr>
            <a:spLocks noGrp="1"/>
          </p:cNvSpPr>
          <p:nvPr/>
        </p:nvSpPr>
        <p:spPr>
          <a:xfrm>
            <a:off x="193463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7" name="F2_precision_recall_distributions_7451">
            <a:extLst>
              <a:ext uri="{FF2B5EF4-FFF2-40B4-BE49-F238E27FC236}">
                <a16:creationId xmlns:a16="http://schemas.microsoft.com/office/drawing/2014/main" id="{7FCEF6F9-FA5B-432A-936B-A3D067F093BA}"/>
              </a:ext>
            </a:extLst>
          </p:cNvPr>
          <p:cNvSpPr>
            <a:spLocks noGrp="1"/>
          </p:cNvSpPr>
          <p:nvPr/>
        </p:nvSpPr>
        <p:spPr>
          <a:xfrm>
            <a:off x="168231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8" name="F2_precision_recall_distributions_7452">
            <a:extLst>
              <a:ext uri="{FF2B5EF4-FFF2-40B4-BE49-F238E27FC236}">
                <a16:creationId xmlns:a16="http://schemas.microsoft.com/office/drawing/2014/main" id="{2803C256-7FA3-4DAC-9041-5807ECF22D67}"/>
              </a:ext>
            </a:extLst>
          </p:cNvPr>
          <p:cNvSpPr>
            <a:spLocks noGrp="1"/>
          </p:cNvSpPr>
          <p:nvPr/>
        </p:nvSpPr>
        <p:spPr>
          <a:xfrm>
            <a:off x="1799513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9" name="F2_precision_recall_distributions_7453">
            <a:extLst>
              <a:ext uri="{FF2B5EF4-FFF2-40B4-BE49-F238E27FC236}">
                <a16:creationId xmlns:a16="http://schemas.microsoft.com/office/drawing/2014/main" id="{87504989-52DD-4851-B0A2-EA3E06E955F1}"/>
              </a:ext>
            </a:extLst>
          </p:cNvPr>
          <p:cNvSpPr>
            <a:spLocks noGrp="1"/>
          </p:cNvSpPr>
          <p:nvPr/>
        </p:nvSpPr>
        <p:spPr>
          <a:xfrm>
            <a:off x="1833372" y="751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0" name="F2_precision_recall_distributions_7454">
            <a:extLst>
              <a:ext uri="{FF2B5EF4-FFF2-40B4-BE49-F238E27FC236}">
                <a16:creationId xmlns:a16="http://schemas.microsoft.com/office/drawing/2014/main" id="{EB885525-1E82-4974-8343-D7CB6EFA2FC5}"/>
              </a:ext>
            </a:extLst>
          </p:cNvPr>
          <p:cNvSpPr>
            <a:spLocks noGrp="1"/>
          </p:cNvSpPr>
          <p:nvPr/>
        </p:nvSpPr>
        <p:spPr>
          <a:xfrm>
            <a:off x="18148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1" name="F2_precision_recall_distributions_7455">
            <a:extLst>
              <a:ext uri="{FF2B5EF4-FFF2-40B4-BE49-F238E27FC236}">
                <a16:creationId xmlns:a16="http://schemas.microsoft.com/office/drawing/2014/main" id="{49468589-F03F-4ADF-86B7-3C0E24C3C220}"/>
              </a:ext>
            </a:extLst>
          </p:cNvPr>
          <p:cNvSpPr>
            <a:spLocks noGrp="1"/>
          </p:cNvSpPr>
          <p:nvPr/>
        </p:nvSpPr>
        <p:spPr>
          <a:xfrm>
            <a:off x="1678293" y="74614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2" name="F2_precision_recall_distributions_7456">
            <a:extLst>
              <a:ext uri="{FF2B5EF4-FFF2-40B4-BE49-F238E27FC236}">
                <a16:creationId xmlns:a16="http://schemas.microsoft.com/office/drawing/2014/main" id="{CBE31CA6-5BB5-416E-A827-071DDFE46CEA}"/>
              </a:ext>
            </a:extLst>
          </p:cNvPr>
          <p:cNvSpPr>
            <a:spLocks noGrp="1"/>
          </p:cNvSpPr>
          <p:nvPr/>
        </p:nvSpPr>
        <p:spPr>
          <a:xfrm>
            <a:off x="16776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3" name="F2_precision_recall_distributions_7457">
            <a:extLst>
              <a:ext uri="{FF2B5EF4-FFF2-40B4-BE49-F238E27FC236}">
                <a16:creationId xmlns:a16="http://schemas.microsoft.com/office/drawing/2014/main" id="{538D5E28-218B-4E3F-A344-4C6B33AD00C0}"/>
              </a:ext>
            </a:extLst>
          </p:cNvPr>
          <p:cNvSpPr>
            <a:spLocks noGrp="1"/>
          </p:cNvSpPr>
          <p:nvPr/>
        </p:nvSpPr>
        <p:spPr>
          <a:xfrm>
            <a:off x="17013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4" name="F2_precision_recall_distributions_7458">
            <a:extLst>
              <a:ext uri="{FF2B5EF4-FFF2-40B4-BE49-F238E27FC236}">
                <a16:creationId xmlns:a16="http://schemas.microsoft.com/office/drawing/2014/main" id="{7534C367-0E92-456C-9DA6-ABC32B020E1F}"/>
              </a:ext>
            </a:extLst>
          </p:cNvPr>
          <p:cNvSpPr>
            <a:spLocks noGrp="1"/>
          </p:cNvSpPr>
          <p:nvPr/>
        </p:nvSpPr>
        <p:spPr>
          <a:xfrm>
            <a:off x="18369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5" name="F2_precision_recall_distributions_7459">
            <a:extLst>
              <a:ext uri="{FF2B5EF4-FFF2-40B4-BE49-F238E27FC236}">
                <a16:creationId xmlns:a16="http://schemas.microsoft.com/office/drawing/2014/main" id="{4B734174-A79D-41AB-80DC-A4D60D9B5F64}"/>
              </a:ext>
            </a:extLst>
          </p:cNvPr>
          <p:cNvSpPr>
            <a:spLocks noGrp="1"/>
          </p:cNvSpPr>
          <p:nvPr/>
        </p:nvSpPr>
        <p:spPr>
          <a:xfrm>
            <a:off x="170010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6" name="F2_precision_recall_distributions_7460">
            <a:extLst>
              <a:ext uri="{FF2B5EF4-FFF2-40B4-BE49-F238E27FC236}">
                <a16:creationId xmlns:a16="http://schemas.microsoft.com/office/drawing/2014/main" id="{B4571B89-7C20-422D-89C5-26F8046A5F93}"/>
              </a:ext>
            </a:extLst>
          </p:cNvPr>
          <p:cNvSpPr>
            <a:spLocks noGrp="1"/>
          </p:cNvSpPr>
          <p:nvPr/>
        </p:nvSpPr>
        <p:spPr>
          <a:xfrm>
            <a:off x="195132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7" name="F2_precision_recall_distributions_7461">
            <a:extLst>
              <a:ext uri="{FF2B5EF4-FFF2-40B4-BE49-F238E27FC236}">
                <a16:creationId xmlns:a16="http://schemas.microsoft.com/office/drawing/2014/main" id="{30998E01-436B-4F35-BDEE-DF3046EB7FF1}"/>
              </a:ext>
            </a:extLst>
          </p:cNvPr>
          <p:cNvSpPr>
            <a:spLocks noGrp="1"/>
          </p:cNvSpPr>
          <p:nvPr/>
        </p:nvSpPr>
        <p:spPr>
          <a:xfrm>
            <a:off x="168614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8" name="F2_precision_recall_distributions_7462">
            <a:extLst>
              <a:ext uri="{FF2B5EF4-FFF2-40B4-BE49-F238E27FC236}">
                <a16:creationId xmlns:a16="http://schemas.microsoft.com/office/drawing/2014/main" id="{063CC80E-53E6-46BE-A046-3BB645520DD2}"/>
              </a:ext>
            </a:extLst>
          </p:cNvPr>
          <p:cNvSpPr>
            <a:spLocks noGrp="1"/>
          </p:cNvSpPr>
          <p:nvPr/>
        </p:nvSpPr>
        <p:spPr>
          <a:xfrm>
            <a:off x="186718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9" name="F2_precision_recall_distributions_7463">
            <a:extLst>
              <a:ext uri="{FF2B5EF4-FFF2-40B4-BE49-F238E27FC236}">
                <a16:creationId xmlns:a16="http://schemas.microsoft.com/office/drawing/2014/main" id="{D2D987A0-EEB0-468C-A4A3-23974F25D49D}"/>
              </a:ext>
            </a:extLst>
          </p:cNvPr>
          <p:cNvSpPr>
            <a:spLocks noGrp="1"/>
          </p:cNvSpPr>
          <p:nvPr/>
        </p:nvSpPr>
        <p:spPr>
          <a:xfrm>
            <a:off x="194451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0" name="F2_precision_recall_distributions_7464">
            <a:extLst>
              <a:ext uri="{FF2B5EF4-FFF2-40B4-BE49-F238E27FC236}">
                <a16:creationId xmlns:a16="http://schemas.microsoft.com/office/drawing/2014/main" id="{E26D9314-6F87-4582-A0BD-2F33B2161786}"/>
              </a:ext>
            </a:extLst>
          </p:cNvPr>
          <p:cNvSpPr>
            <a:spLocks noGrp="1"/>
          </p:cNvSpPr>
          <p:nvPr/>
        </p:nvSpPr>
        <p:spPr>
          <a:xfrm>
            <a:off x="201246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1" name="F2_precision_recall_distributions_7465">
            <a:extLst>
              <a:ext uri="{FF2B5EF4-FFF2-40B4-BE49-F238E27FC236}">
                <a16:creationId xmlns:a16="http://schemas.microsoft.com/office/drawing/2014/main" id="{8FE0114B-CF4B-43FF-924F-1ABE44B7759A}"/>
              </a:ext>
            </a:extLst>
          </p:cNvPr>
          <p:cNvSpPr>
            <a:spLocks noGrp="1"/>
          </p:cNvSpPr>
          <p:nvPr/>
        </p:nvSpPr>
        <p:spPr>
          <a:xfrm>
            <a:off x="19767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2" name="F2_precision_recall_distributions_7466">
            <a:extLst>
              <a:ext uri="{FF2B5EF4-FFF2-40B4-BE49-F238E27FC236}">
                <a16:creationId xmlns:a16="http://schemas.microsoft.com/office/drawing/2014/main" id="{315E23E1-00CA-45BA-BEA2-BBECF140F9D9}"/>
              </a:ext>
            </a:extLst>
          </p:cNvPr>
          <p:cNvSpPr>
            <a:spLocks noGrp="1"/>
          </p:cNvSpPr>
          <p:nvPr/>
        </p:nvSpPr>
        <p:spPr>
          <a:xfrm>
            <a:off x="267891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653" name="F2_precision_recall_distributions_7467">
            <a:extLst>
              <a:ext uri="{FF2B5EF4-FFF2-40B4-BE49-F238E27FC236}">
                <a16:creationId xmlns:a16="http://schemas.microsoft.com/office/drawing/2014/main" id="{87E0A149-198E-4841-B638-B3AEFCFA7D6E}"/>
              </a:ext>
            </a:extLst>
          </p:cNvPr>
          <p:cNvSpPr>
            <a:spLocks noGrp="1"/>
          </p:cNvSpPr>
          <p:nvPr/>
        </p:nvSpPr>
        <p:spPr>
          <a:xfrm>
            <a:off x="31705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4" name="F2_precision_recall_distributions_7468">
            <a:extLst>
              <a:ext uri="{FF2B5EF4-FFF2-40B4-BE49-F238E27FC236}">
                <a16:creationId xmlns:a16="http://schemas.microsoft.com/office/drawing/2014/main" id="{36954F12-4AAE-43C9-9624-1DE1ECEE069B}"/>
              </a:ext>
            </a:extLst>
          </p:cNvPr>
          <p:cNvSpPr>
            <a:spLocks noGrp="1"/>
          </p:cNvSpPr>
          <p:nvPr/>
        </p:nvSpPr>
        <p:spPr>
          <a:xfrm>
            <a:off x="2884111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5" name="F2_precision_recall_distributions_7469">
            <a:extLst>
              <a:ext uri="{FF2B5EF4-FFF2-40B4-BE49-F238E27FC236}">
                <a16:creationId xmlns:a16="http://schemas.microsoft.com/office/drawing/2014/main" id="{BEBBA096-7733-45DF-923B-7B4C0F29A431}"/>
              </a:ext>
            </a:extLst>
          </p:cNvPr>
          <p:cNvSpPr>
            <a:spLocks noGrp="1"/>
          </p:cNvSpPr>
          <p:nvPr/>
        </p:nvSpPr>
        <p:spPr>
          <a:xfrm>
            <a:off x="29331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6" name="F2_precision_recall_distributions_7470">
            <a:extLst>
              <a:ext uri="{FF2B5EF4-FFF2-40B4-BE49-F238E27FC236}">
                <a16:creationId xmlns:a16="http://schemas.microsoft.com/office/drawing/2014/main" id="{51CBEB99-951F-4DB6-97C3-69C3B7F19CA5}"/>
              </a:ext>
            </a:extLst>
          </p:cNvPr>
          <p:cNvSpPr>
            <a:spLocks noGrp="1"/>
          </p:cNvSpPr>
          <p:nvPr/>
        </p:nvSpPr>
        <p:spPr>
          <a:xfrm>
            <a:off x="3029033" y="77302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7" name="F2_precision_recall_distributions_7471">
            <a:extLst>
              <a:ext uri="{FF2B5EF4-FFF2-40B4-BE49-F238E27FC236}">
                <a16:creationId xmlns:a16="http://schemas.microsoft.com/office/drawing/2014/main" id="{CC49A83C-41BB-43FF-8C03-2EB235967050}"/>
              </a:ext>
            </a:extLst>
          </p:cNvPr>
          <p:cNvSpPr>
            <a:spLocks noGrp="1"/>
          </p:cNvSpPr>
          <p:nvPr/>
        </p:nvSpPr>
        <p:spPr>
          <a:xfrm>
            <a:off x="2920776" y="71482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8" name="F2_precision_recall_distributions_7472">
            <a:extLst>
              <a:ext uri="{FF2B5EF4-FFF2-40B4-BE49-F238E27FC236}">
                <a16:creationId xmlns:a16="http://schemas.microsoft.com/office/drawing/2014/main" id="{6F871DB7-2AC2-4A67-A745-3B16180DB2F6}"/>
              </a:ext>
            </a:extLst>
          </p:cNvPr>
          <p:cNvSpPr>
            <a:spLocks noGrp="1"/>
          </p:cNvSpPr>
          <p:nvPr/>
        </p:nvSpPr>
        <p:spPr>
          <a:xfrm>
            <a:off x="29915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9" name="F2_precision_recall_distributions_7473">
            <a:extLst>
              <a:ext uri="{FF2B5EF4-FFF2-40B4-BE49-F238E27FC236}">
                <a16:creationId xmlns:a16="http://schemas.microsoft.com/office/drawing/2014/main" id="{09214E97-712C-46F9-A0E8-AA171DD88F79}"/>
              </a:ext>
            </a:extLst>
          </p:cNvPr>
          <p:cNvSpPr>
            <a:spLocks noGrp="1"/>
          </p:cNvSpPr>
          <p:nvPr/>
        </p:nvSpPr>
        <p:spPr>
          <a:xfrm>
            <a:off x="3013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0" name="F2_precision_recall_distributions_7474">
            <a:extLst>
              <a:ext uri="{FF2B5EF4-FFF2-40B4-BE49-F238E27FC236}">
                <a16:creationId xmlns:a16="http://schemas.microsoft.com/office/drawing/2014/main" id="{78223ACA-C8E7-420D-A051-AE6009222F62}"/>
              </a:ext>
            </a:extLst>
          </p:cNvPr>
          <p:cNvSpPr>
            <a:spLocks noGrp="1"/>
          </p:cNvSpPr>
          <p:nvPr/>
        </p:nvSpPr>
        <p:spPr>
          <a:xfrm>
            <a:off x="3016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1" name="F2_precision_recall_distributions_7475">
            <a:extLst>
              <a:ext uri="{FF2B5EF4-FFF2-40B4-BE49-F238E27FC236}">
                <a16:creationId xmlns:a16="http://schemas.microsoft.com/office/drawing/2014/main" id="{FF6351D2-B8AC-465A-B82F-FD39B491AD60}"/>
              </a:ext>
            </a:extLst>
          </p:cNvPr>
          <p:cNvSpPr>
            <a:spLocks noGrp="1"/>
          </p:cNvSpPr>
          <p:nvPr/>
        </p:nvSpPr>
        <p:spPr>
          <a:xfrm>
            <a:off x="301130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2" name="F2_precision_recall_distributions_7476">
            <a:extLst>
              <a:ext uri="{FF2B5EF4-FFF2-40B4-BE49-F238E27FC236}">
                <a16:creationId xmlns:a16="http://schemas.microsoft.com/office/drawing/2014/main" id="{AF3FC539-B3CC-4FD4-9609-1BF00DAA98B1}"/>
              </a:ext>
            </a:extLst>
          </p:cNvPr>
          <p:cNvSpPr>
            <a:spLocks noGrp="1"/>
          </p:cNvSpPr>
          <p:nvPr/>
        </p:nvSpPr>
        <p:spPr>
          <a:xfrm>
            <a:off x="31046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3" name="F2_precision_recall_distributions_7477">
            <a:extLst>
              <a:ext uri="{FF2B5EF4-FFF2-40B4-BE49-F238E27FC236}">
                <a16:creationId xmlns:a16="http://schemas.microsoft.com/office/drawing/2014/main" id="{D046558C-303D-43F5-A1BD-958B36E99D54}"/>
              </a:ext>
            </a:extLst>
          </p:cNvPr>
          <p:cNvSpPr>
            <a:spLocks noGrp="1"/>
          </p:cNvSpPr>
          <p:nvPr/>
        </p:nvSpPr>
        <p:spPr>
          <a:xfrm>
            <a:off x="2894144" y="7323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4" name="F2_precision_recall_distributions_7478">
            <a:extLst>
              <a:ext uri="{FF2B5EF4-FFF2-40B4-BE49-F238E27FC236}">
                <a16:creationId xmlns:a16="http://schemas.microsoft.com/office/drawing/2014/main" id="{F5A041F7-F34F-467C-B1CA-F55B5CDF9C8D}"/>
              </a:ext>
            </a:extLst>
          </p:cNvPr>
          <p:cNvSpPr>
            <a:spLocks noGrp="1"/>
          </p:cNvSpPr>
          <p:nvPr/>
        </p:nvSpPr>
        <p:spPr>
          <a:xfrm>
            <a:off x="28760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5" name="F2_precision_recall_distributions_7479">
            <a:extLst>
              <a:ext uri="{FF2B5EF4-FFF2-40B4-BE49-F238E27FC236}">
                <a16:creationId xmlns:a16="http://schemas.microsoft.com/office/drawing/2014/main" id="{9D342B65-F120-46CE-B02C-1ABC71261B9E}"/>
              </a:ext>
            </a:extLst>
          </p:cNvPr>
          <p:cNvSpPr>
            <a:spLocks noGrp="1"/>
          </p:cNvSpPr>
          <p:nvPr/>
        </p:nvSpPr>
        <p:spPr>
          <a:xfrm>
            <a:off x="3114420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6" name="F2_precision_recall_distributions_7480">
            <a:extLst>
              <a:ext uri="{FF2B5EF4-FFF2-40B4-BE49-F238E27FC236}">
                <a16:creationId xmlns:a16="http://schemas.microsoft.com/office/drawing/2014/main" id="{1AE2FE72-2E37-41E7-9A59-18F61F983863}"/>
              </a:ext>
            </a:extLst>
          </p:cNvPr>
          <p:cNvSpPr>
            <a:spLocks noGrp="1"/>
          </p:cNvSpPr>
          <p:nvPr/>
        </p:nvSpPr>
        <p:spPr>
          <a:xfrm>
            <a:off x="30540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7" name="F2_precision_recall_distributions_7481">
            <a:extLst>
              <a:ext uri="{FF2B5EF4-FFF2-40B4-BE49-F238E27FC236}">
                <a16:creationId xmlns:a16="http://schemas.microsoft.com/office/drawing/2014/main" id="{0E30A669-DB76-4959-A6B5-4AACC397773D}"/>
              </a:ext>
            </a:extLst>
          </p:cNvPr>
          <p:cNvSpPr>
            <a:spLocks noGrp="1"/>
          </p:cNvSpPr>
          <p:nvPr/>
        </p:nvSpPr>
        <p:spPr>
          <a:xfrm>
            <a:off x="30350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8" name="F2_precision_recall_distributions_7482">
            <a:extLst>
              <a:ext uri="{FF2B5EF4-FFF2-40B4-BE49-F238E27FC236}">
                <a16:creationId xmlns:a16="http://schemas.microsoft.com/office/drawing/2014/main" id="{B57512C2-02F5-4416-B7ED-19DD9CCF9D52}"/>
              </a:ext>
            </a:extLst>
          </p:cNvPr>
          <p:cNvSpPr>
            <a:spLocks noGrp="1"/>
          </p:cNvSpPr>
          <p:nvPr/>
        </p:nvSpPr>
        <p:spPr>
          <a:xfrm>
            <a:off x="311213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9" name="F2_precision_recall_distributions_7483">
            <a:extLst>
              <a:ext uri="{FF2B5EF4-FFF2-40B4-BE49-F238E27FC236}">
                <a16:creationId xmlns:a16="http://schemas.microsoft.com/office/drawing/2014/main" id="{48E50CAA-4FBA-4CAD-A482-5F75F9F32480}"/>
              </a:ext>
            </a:extLst>
          </p:cNvPr>
          <p:cNvSpPr>
            <a:spLocks noGrp="1"/>
          </p:cNvSpPr>
          <p:nvPr/>
        </p:nvSpPr>
        <p:spPr>
          <a:xfrm>
            <a:off x="30444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0" name="F2_precision_recall_distributions_7484">
            <a:extLst>
              <a:ext uri="{FF2B5EF4-FFF2-40B4-BE49-F238E27FC236}">
                <a16:creationId xmlns:a16="http://schemas.microsoft.com/office/drawing/2014/main" id="{C9E7009C-B74F-4561-BD2B-D8E89EF816F9}"/>
              </a:ext>
            </a:extLst>
          </p:cNvPr>
          <p:cNvSpPr>
            <a:spLocks noGrp="1"/>
          </p:cNvSpPr>
          <p:nvPr/>
        </p:nvSpPr>
        <p:spPr>
          <a:xfrm>
            <a:off x="288104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1" name="F2_precision_recall_distributions_7485">
            <a:extLst>
              <a:ext uri="{FF2B5EF4-FFF2-40B4-BE49-F238E27FC236}">
                <a16:creationId xmlns:a16="http://schemas.microsoft.com/office/drawing/2014/main" id="{D48BF274-6AFD-4ABD-9701-E2B35ABBDBFD}"/>
              </a:ext>
            </a:extLst>
          </p:cNvPr>
          <p:cNvSpPr>
            <a:spLocks noGrp="1"/>
          </p:cNvSpPr>
          <p:nvPr/>
        </p:nvSpPr>
        <p:spPr>
          <a:xfrm>
            <a:off x="29797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2" name="F2_precision_recall_distributions_7486">
            <a:extLst>
              <a:ext uri="{FF2B5EF4-FFF2-40B4-BE49-F238E27FC236}">
                <a16:creationId xmlns:a16="http://schemas.microsoft.com/office/drawing/2014/main" id="{45A33045-8790-438D-9CF1-B348A876070C}"/>
              </a:ext>
            </a:extLst>
          </p:cNvPr>
          <p:cNvSpPr>
            <a:spLocks noGrp="1"/>
          </p:cNvSpPr>
          <p:nvPr/>
        </p:nvSpPr>
        <p:spPr>
          <a:xfrm>
            <a:off x="313006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3" name="F2_precision_recall_distributions_7487">
            <a:extLst>
              <a:ext uri="{FF2B5EF4-FFF2-40B4-BE49-F238E27FC236}">
                <a16:creationId xmlns:a16="http://schemas.microsoft.com/office/drawing/2014/main" id="{2281811A-F396-4D98-BEBF-2FC28518B06C}"/>
              </a:ext>
            </a:extLst>
          </p:cNvPr>
          <p:cNvSpPr>
            <a:spLocks noGrp="1"/>
          </p:cNvSpPr>
          <p:nvPr/>
        </p:nvSpPr>
        <p:spPr>
          <a:xfrm>
            <a:off x="317331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4" name="F2_precision_recall_distributions_7488">
            <a:extLst>
              <a:ext uri="{FF2B5EF4-FFF2-40B4-BE49-F238E27FC236}">
                <a16:creationId xmlns:a16="http://schemas.microsoft.com/office/drawing/2014/main" id="{AD787CC7-5413-4600-8FE4-D57D00898BD5}"/>
              </a:ext>
            </a:extLst>
          </p:cNvPr>
          <p:cNvSpPr>
            <a:spLocks noGrp="1"/>
          </p:cNvSpPr>
          <p:nvPr/>
        </p:nvSpPr>
        <p:spPr>
          <a:xfrm>
            <a:off x="304331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5" name="F2_precision_recall_distributions_7489">
            <a:extLst>
              <a:ext uri="{FF2B5EF4-FFF2-40B4-BE49-F238E27FC236}">
                <a16:creationId xmlns:a16="http://schemas.microsoft.com/office/drawing/2014/main" id="{1AFEF4FE-5697-4A03-A8A1-5823AD9404C4}"/>
              </a:ext>
            </a:extLst>
          </p:cNvPr>
          <p:cNvSpPr>
            <a:spLocks noGrp="1"/>
          </p:cNvSpPr>
          <p:nvPr/>
        </p:nvSpPr>
        <p:spPr>
          <a:xfrm>
            <a:off x="301252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6" name="F2_precision_recall_distributions_7490">
            <a:extLst>
              <a:ext uri="{FF2B5EF4-FFF2-40B4-BE49-F238E27FC236}">
                <a16:creationId xmlns:a16="http://schemas.microsoft.com/office/drawing/2014/main" id="{37947834-BDED-491A-AEF7-56F2778BB4CC}"/>
              </a:ext>
            </a:extLst>
          </p:cNvPr>
          <p:cNvSpPr>
            <a:spLocks noGrp="1"/>
          </p:cNvSpPr>
          <p:nvPr/>
        </p:nvSpPr>
        <p:spPr>
          <a:xfrm>
            <a:off x="290523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7" name="F2_precision_recall_distributions_7491">
            <a:extLst>
              <a:ext uri="{FF2B5EF4-FFF2-40B4-BE49-F238E27FC236}">
                <a16:creationId xmlns:a16="http://schemas.microsoft.com/office/drawing/2014/main" id="{8050EFAD-421A-4AF2-866A-A74398D408BB}"/>
              </a:ext>
            </a:extLst>
          </p:cNvPr>
          <p:cNvSpPr>
            <a:spLocks noGrp="1"/>
          </p:cNvSpPr>
          <p:nvPr/>
        </p:nvSpPr>
        <p:spPr>
          <a:xfrm>
            <a:off x="283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8" name="F2_precision_recall_distributions_7492">
            <a:extLst>
              <a:ext uri="{FF2B5EF4-FFF2-40B4-BE49-F238E27FC236}">
                <a16:creationId xmlns:a16="http://schemas.microsoft.com/office/drawing/2014/main" id="{02E6F2EB-75B5-4954-9D53-9FC8BC41BE87}"/>
              </a:ext>
            </a:extLst>
          </p:cNvPr>
          <p:cNvSpPr>
            <a:spLocks noGrp="1"/>
          </p:cNvSpPr>
          <p:nvPr/>
        </p:nvSpPr>
        <p:spPr>
          <a:xfrm>
            <a:off x="30167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9" name="F2_precision_recall_distributions_7493">
            <a:extLst>
              <a:ext uri="{FF2B5EF4-FFF2-40B4-BE49-F238E27FC236}">
                <a16:creationId xmlns:a16="http://schemas.microsoft.com/office/drawing/2014/main" id="{9D00BBE2-92FD-4641-A892-F73A4E2624D5}"/>
              </a:ext>
            </a:extLst>
          </p:cNvPr>
          <p:cNvSpPr>
            <a:spLocks noGrp="1"/>
          </p:cNvSpPr>
          <p:nvPr/>
        </p:nvSpPr>
        <p:spPr>
          <a:xfrm>
            <a:off x="30873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0" name="F2_precision_recall_distributions_7494">
            <a:extLst>
              <a:ext uri="{FF2B5EF4-FFF2-40B4-BE49-F238E27FC236}">
                <a16:creationId xmlns:a16="http://schemas.microsoft.com/office/drawing/2014/main" id="{EA08F052-0540-4F30-867D-6673E625502F}"/>
              </a:ext>
            </a:extLst>
          </p:cNvPr>
          <p:cNvSpPr>
            <a:spLocks noGrp="1"/>
          </p:cNvSpPr>
          <p:nvPr/>
        </p:nvSpPr>
        <p:spPr>
          <a:xfrm>
            <a:off x="2917296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1" name="F2_precision_recall_distributions_7495">
            <a:extLst>
              <a:ext uri="{FF2B5EF4-FFF2-40B4-BE49-F238E27FC236}">
                <a16:creationId xmlns:a16="http://schemas.microsoft.com/office/drawing/2014/main" id="{DA88476C-0C6C-450D-9AE1-B8B142D81083}"/>
              </a:ext>
            </a:extLst>
          </p:cNvPr>
          <p:cNvSpPr>
            <a:spLocks noGrp="1"/>
          </p:cNvSpPr>
          <p:nvPr/>
        </p:nvSpPr>
        <p:spPr>
          <a:xfrm>
            <a:off x="28969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2" name="F2_precision_recall_distributions_7496">
            <a:extLst>
              <a:ext uri="{FF2B5EF4-FFF2-40B4-BE49-F238E27FC236}">
                <a16:creationId xmlns:a16="http://schemas.microsoft.com/office/drawing/2014/main" id="{63397F90-6AB0-4645-9526-4747FF4F2575}"/>
              </a:ext>
            </a:extLst>
          </p:cNvPr>
          <p:cNvSpPr>
            <a:spLocks noGrp="1"/>
          </p:cNvSpPr>
          <p:nvPr/>
        </p:nvSpPr>
        <p:spPr>
          <a:xfrm>
            <a:off x="310444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3" name="F2_precision_recall_distributions_7497">
            <a:extLst>
              <a:ext uri="{FF2B5EF4-FFF2-40B4-BE49-F238E27FC236}">
                <a16:creationId xmlns:a16="http://schemas.microsoft.com/office/drawing/2014/main" id="{48495666-D08D-4E46-A8C0-C55F529F63EA}"/>
              </a:ext>
            </a:extLst>
          </p:cNvPr>
          <p:cNvSpPr>
            <a:spLocks noGrp="1"/>
          </p:cNvSpPr>
          <p:nvPr/>
        </p:nvSpPr>
        <p:spPr>
          <a:xfrm>
            <a:off x="30414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4" name="F2_precision_recall_distributions_7498">
            <a:extLst>
              <a:ext uri="{FF2B5EF4-FFF2-40B4-BE49-F238E27FC236}">
                <a16:creationId xmlns:a16="http://schemas.microsoft.com/office/drawing/2014/main" id="{04477774-CB1E-45FB-952C-2CD24D57DF5E}"/>
              </a:ext>
            </a:extLst>
          </p:cNvPr>
          <p:cNvSpPr>
            <a:spLocks noGrp="1"/>
          </p:cNvSpPr>
          <p:nvPr/>
        </p:nvSpPr>
        <p:spPr>
          <a:xfrm>
            <a:off x="3088028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5" name="F2_precision_recall_distributions_7499">
            <a:extLst>
              <a:ext uri="{FF2B5EF4-FFF2-40B4-BE49-F238E27FC236}">
                <a16:creationId xmlns:a16="http://schemas.microsoft.com/office/drawing/2014/main" id="{C9A24C3C-C78A-4C58-966C-D0A70FC4FDF7}"/>
              </a:ext>
            </a:extLst>
          </p:cNvPr>
          <p:cNvSpPr>
            <a:spLocks noGrp="1"/>
          </p:cNvSpPr>
          <p:nvPr/>
        </p:nvSpPr>
        <p:spPr>
          <a:xfrm>
            <a:off x="30872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6" name="F2_precision_recall_distributions_7500">
            <a:extLst>
              <a:ext uri="{FF2B5EF4-FFF2-40B4-BE49-F238E27FC236}">
                <a16:creationId xmlns:a16="http://schemas.microsoft.com/office/drawing/2014/main" id="{879DEBC7-0D87-4506-9BC3-E91F1F3BA652}"/>
              </a:ext>
            </a:extLst>
          </p:cNvPr>
          <p:cNvSpPr>
            <a:spLocks noGrp="1"/>
          </p:cNvSpPr>
          <p:nvPr/>
        </p:nvSpPr>
        <p:spPr>
          <a:xfrm>
            <a:off x="2943546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7" name="F2_precision_recall_distributions_7501">
            <a:extLst>
              <a:ext uri="{FF2B5EF4-FFF2-40B4-BE49-F238E27FC236}">
                <a16:creationId xmlns:a16="http://schemas.microsoft.com/office/drawing/2014/main" id="{32AECD1B-BCFB-49DA-AFBF-E873AED4F8C7}"/>
              </a:ext>
            </a:extLst>
          </p:cNvPr>
          <p:cNvSpPr>
            <a:spLocks noGrp="1"/>
          </p:cNvSpPr>
          <p:nvPr/>
        </p:nvSpPr>
        <p:spPr>
          <a:xfrm>
            <a:off x="302256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8" name="F2_precision_recall_distributions_7502">
            <a:extLst>
              <a:ext uri="{FF2B5EF4-FFF2-40B4-BE49-F238E27FC236}">
                <a16:creationId xmlns:a16="http://schemas.microsoft.com/office/drawing/2014/main" id="{E7EFA3E1-BCFC-4EEA-8E72-EF3A5E4F200D}"/>
              </a:ext>
            </a:extLst>
          </p:cNvPr>
          <p:cNvSpPr>
            <a:spLocks noGrp="1"/>
          </p:cNvSpPr>
          <p:nvPr/>
        </p:nvSpPr>
        <p:spPr>
          <a:xfrm>
            <a:off x="306272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9" name="F2_precision_recall_distributions_7503">
            <a:extLst>
              <a:ext uri="{FF2B5EF4-FFF2-40B4-BE49-F238E27FC236}">
                <a16:creationId xmlns:a16="http://schemas.microsoft.com/office/drawing/2014/main" id="{91ADC11C-F8EF-44BC-B341-11EFB5DAA367}"/>
              </a:ext>
            </a:extLst>
          </p:cNvPr>
          <p:cNvSpPr>
            <a:spLocks noGrp="1"/>
          </p:cNvSpPr>
          <p:nvPr/>
        </p:nvSpPr>
        <p:spPr>
          <a:xfrm>
            <a:off x="308126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0" name="F2_precision_recall_distributions_7504">
            <a:extLst>
              <a:ext uri="{FF2B5EF4-FFF2-40B4-BE49-F238E27FC236}">
                <a16:creationId xmlns:a16="http://schemas.microsoft.com/office/drawing/2014/main" id="{0A3188E8-87FE-406C-9CBE-82B499BD6B9C}"/>
              </a:ext>
            </a:extLst>
          </p:cNvPr>
          <p:cNvSpPr>
            <a:spLocks noGrp="1"/>
          </p:cNvSpPr>
          <p:nvPr/>
        </p:nvSpPr>
        <p:spPr>
          <a:xfrm>
            <a:off x="28316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1" name="F2_precision_recall_distributions_7505">
            <a:extLst>
              <a:ext uri="{FF2B5EF4-FFF2-40B4-BE49-F238E27FC236}">
                <a16:creationId xmlns:a16="http://schemas.microsoft.com/office/drawing/2014/main" id="{8FFA542A-51DE-44F9-BAA0-7CFC37A3F0F0}"/>
              </a:ext>
            </a:extLst>
          </p:cNvPr>
          <p:cNvSpPr>
            <a:spLocks noGrp="1"/>
          </p:cNvSpPr>
          <p:nvPr/>
        </p:nvSpPr>
        <p:spPr>
          <a:xfrm>
            <a:off x="28463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2" name="F2_precision_recall_distributions_7506">
            <a:extLst>
              <a:ext uri="{FF2B5EF4-FFF2-40B4-BE49-F238E27FC236}">
                <a16:creationId xmlns:a16="http://schemas.microsoft.com/office/drawing/2014/main" id="{8B75DFD9-32D9-4BE3-B7EB-209CC191D6F5}"/>
              </a:ext>
            </a:extLst>
          </p:cNvPr>
          <p:cNvSpPr>
            <a:spLocks noGrp="1"/>
          </p:cNvSpPr>
          <p:nvPr/>
        </p:nvSpPr>
        <p:spPr>
          <a:xfrm>
            <a:off x="3095787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3" name="F2_precision_recall_distributions_7507">
            <a:extLst>
              <a:ext uri="{FF2B5EF4-FFF2-40B4-BE49-F238E27FC236}">
                <a16:creationId xmlns:a16="http://schemas.microsoft.com/office/drawing/2014/main" id="{76CB73F6-DA30-4845-B97E-80641CB8EF5A}"/>
              </a:ext>
            </a:extLst>
          </p:cNvPr>
          <p:cNvSpPr>
            <a:spLocks noGrp="1"/>
          </p:cNvSpPr>
          <p:nvPr/>
        </p:nvSpPr>
        <p:spPr>
          <a:xfrm>
            <a:off x="310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4" name="F2_precision_recall_distributions_7508">
            <a:extLst>
              <a:ext uri="{FF2B5EF4-FFF2-40B4-BE49-F238E27FC236}">
                <a16:creationId xmlns:a16="http://schemas.microsoft.com/office/drawing/2014/main" id="{C002E8DB-D7C9-4F54-A6D4-4B7D7360F4BE}"/>
              </a:ext>
            </a:extLst>
          </p:cNvPr>
          <p:cNvSpPr>
            <a:spLocks noGrp="1"/>
          </p:cNvSpPr>
          <p:nvPr/>
        </p:nvSpPr>
        <p:spPr>
          <a:xfrm>
            <a:off x="301203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5" name="F2_precision_recall_distributions_7509">
            <a:extLst>
              <a:ext uri="{FF2B5EF4-FFF2-40B4-BE49-F238E27FC236}">
                <a16:creationId xmlns:a16="http://schemas.microsoft.com/office/drawing/2014/main" id="{CE14B3B6-AD65-4518-8871-14846CE22FA8}"/>
              </a:ext>
            </a:extLst>
          </p:cNvPr>
          <p:cNvSpPr>
            <a:spLocks noGrp="1"/>
          </p:cNvSpPr>
          <p:nvPr/>
        </p:nvSpPr>
        <p:spPr>
          <a:xfrm>
            <a:off x="317057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6" name="F2_precision_recall_distributions_7510">
            <a:extLst>
              <a:ext uri="{FF2B5EF4-FFF2-40B4-BE49-F238E27FC236}">
                <a16:creationId xmlns:a16="http://schemas.microsoft.com/office/drawing/2014/main" id="{DA73FAD2-62C0-4F9A-904B-863192001526}"/>
              </a:ext>
            </a:extLst>
          </p:cNvPr>
          <p:cNvSpPr>
            <a:spLocks noGrp="1"/>
          </p:cNvSpPr>
          <p:nvPr/>
        </p:nvSpPr>
        <p:spPr>
          <a:xfrm>
            <a:off x="2878269" y="72159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7" name="F2_precision_recall_distributions_7511">
            <a:extLst>
              <a:ext uri="{FF2B5EF4-FFF2-40B4-BE49-F238E27FC236}">
                <a16:creationId xmlns:a16="http://schemas.microsoft.com/office/drawing/2014/main" id="{E3DF4F20-3A39-4C29-BBB0-6A763D9C59D9}"/>
              </a:ext>
            </a:extLst>
          </p:cNvPr>
          <p:cNvSpPr>
            <a:spLocks noGrp="1"/>
          </p:cNvSpPr>
          <p:nvPr/>
        </p:nvSpPr>
        <p:spPr>
          <a:xfrm>
            <a:off x="30659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8" name="F2_precision_recall_distributions_7512">
            <a:extLst>
              <a:ext uri="{FF2B5EF4-FFF2-40B4-BE49-F238E27FC236}">
                <a16:creationId xmlns:a16="http://schemas.microsoft.com/office/drawing/2014/main" id="{21E4C852-2DB5-4FE2-9454-220E0AF68C84}"/>
              </a:ext>
            </a:extLst>
          </p:cNvPr>
          <p:cNvSpPr>
            <a:spLocks noGrp="1"/>
          </p:cNvSpPr>
          <p:nvPr/>
        </p:nvSpPr>
        <p:spPr>
          <a:xfrm>
            <a:off x="282900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9" name="F2_precision_recall_distributions_7513">
            <a:extLst>
              <a:ext uri="{FF2B5EF4-FFF2-40B4-BE49-F238E27FC236}">
                <a16:creationId xmlns:a16="http://schemas.microsoft.com/office/drawing/2014/main" id="{CE94D7B9-9E86-44B8-95DE-39194C90FF2C}"/>
              </a:ext>
            </a:extLst>
          </p:cNvPr>
          <p:cNvSpPr>
            <a:spLocks noGrp="1"/>
          </p:cNvSpPr>
          <p:nvPr/>
        </p:nvSpPr>
        <p:spPr>
          <a:xfrm>
            <a:off x="289482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0" name="F2_precision_recall_distributions_7514">
            <a:extLst>
              <a:ext uri="{FF2B5EF4-FFF2-40B4-BE49-F238E27FC236}">
                <a16:creationId xmlns:a16="http://schemas.microsoft.com/office/drawing/2014/main" id="{9C738560-F0CD-494A-802D-D20FF0122079}"/>
              </a:ext>
            </a:extLst>
          </p:cNvPr>
          <p:cNvSpPr>
            <a:spLocks noGrp="1"/>
          </p:cNvSpPr>
          <p:nvPr/>
        </p:nvSpPr>
        <p:spPr>
          <a:xfrm>
            <a:off x="31418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1" name="F2_precision_recall_distributions_7515">
            <a:extLst>
              <a:ext uri="{FF2B5EF4-FFF2-40B4-BE49-F238E27FC236}">
                <a16:creationId xmlns:a16="http://schemas.microsoft.com/office/drawing/2014/main" id="{3DD7294D-F3FC-4811-8F01-1148A07FAAB7}"/>
              </a:ext>
            </a:extLst>
          </p:cNvPr>
          <p:cNvSpPr>
            <a:spLocks noGrp="1"/>
          </p:cNvSpPr>
          <p:nvPr/>
        </p:nvSpPr>
        <p:spPr>
          <a:xfrm>
            <a:off x="308500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2" name="F2_precision_recall_distributions_7516">
            <a:extLst>
              <a:ext uri="{FF2B5EF4-FFF2-40B4-BE49-F238E27FC236}">
                <a16:creationId xmlns:a16="http://schemas.microsoft.com/office/drawing/2014/main" id="{52A96FF9-4B84-4DB7-82E5-A17C915CBF28}"/>
              </a:ext>
            </a:extLst>
          </p:cNvPr>
          <p:cNvSpPr>
            <a:spLocks noGrp="1"/>
          </p:cNvSpPr>
          <p:nvPr/>
        </p:nvSpPr>
        <p:spPr>
          <a:xfrm>
            <a:off x="28996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3" name="F2_precision_recall_distributions_7517">
            <a:extLst>
              <a:ext uri="{FF2B5EF4-FFF2-40B4-BE49-F238E27FC236}">
                <a16:creationId xmlns:a16="http://schemas.microsoft.com/office/drawing/2014/main" id="{40AB8030-D549-46C6-81E7-77A61E9694AC}"/>
              </a:ext>
            </a:extLst>
          </p:cNvPr>
          <p:cNvSpPr>
            <a:spLocks noGrp="1"/>
          </p:cNvSpPr>
          <p:nvPr/>
        </p:nvSpPr>
        <p:spPr>
          <a:xfrm>
            <a:off x="288754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4" name="F2_precision_recall_distributions_7518">
            <a:extLst>
              <a:ext uri="{FF2B5EF4-FFF2-40B4-BE49-F238E27FC236}">
                <a16:creationId xmlns:a16="http://schemas.microsoft.com/office/drawing/2014/main" id="{9BE2B293-DB74-4BB0-BB86-F0B806F20ABF}"/>
              </a:ext>
            </a:extLst>
          </p:cNvPr>
          <p:cNvSpPr>
            <a:spLocks noGrp="1"/>
          </p:cNvSpPr>
          <p:nvPr/>
        </p:nvSpPr>
        <p:spPr>
          <a:xfrm>
            <a:off x="297497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5" name="F2_precision_recall_distributions_7519">
            <a:extLst>
              <a:ext uri="{FF2B5EF4-FFF2-40B4-BE49-F238E27FC236}">
                <a16:creationId xmlns:a16="http://schemas.microsoft.com/office/drawing/2014/main" id="{1CF8B886-3FE0-4D3E-B2A2-79219849F12B}"/>
              </a:ext>
            </a:extLst>
          </p:cNvPr>
          <p:cNvSpPr>
            <a:spLocks noGrp="1"/>
          </p:cNvSpPr>
          <p:nvPr/>
        </p:nvSpPr>
        <p:spPr>
          <a:xfrm>
            <a:off x="3164946" y="7409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6" name="F2_precision_recall_distributions_7520">
            <a:extLst>
              <a:ext uri="{FF2B5EF4-FFF2-40B4-BE49-F238E27FC236}">
                <a16:creationId xmlns:a16="http://schemas.microsoft.com/office/drawing/2014/main" id="{7ACC8FEE-2D75-4ECD-BBE4-7B4D8794F09E}"/>
              </a:ext>
            </a:extLst>
          </p:cNvPr>
          <p:cNvSpPr>
            <a:spLocks noGrp="1"/>
          </p:cNvSpPr>
          <p:nvPr/>
        </p:nvSpPr>
        <p:spPr>
          <a:xfrm>
            <a:off x="3106429" y="758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7" name="F2_precision_recall_distributions_7521">
            <a:extLst>
              <a:ext uri="{FF2B5EF4-FFF2-40B4-BE49-F238E27FC236}">
                <a16:creationId xmlns:a16="http://schemas.microsoft.com/office/drawing/2014/main" id="{AAF6D06C-F5ED-4CC1-9A19-8E178403A183}"/>
              </a:ext>
            </a:extLst>
          </p:cNvPr>
          <p:cNvSpPr>
            <a:spLocks noGrp="1"/>
          </p:cNvSpPr>
          <p:nvPr/>
        </p:nvSpPr>
        <p:spPr>
          <a:xfrm>
            <a:off x="29881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8" name="F2_precision_recall_distributions_7522">
            <a:extLst>
              <a:ext uri="{FF2B5EF4-FFF2-40B4-BE49-F238E27FC236}">
                <a16:creationId xmlns:a16="http://schemas.microsoft.com/office/drawing/2014/main" id="{AD971839-6906-4F10-8E08-BB19F0A7B829}"/>
              </a:ext>
            </a:extLst>
          </p:cNvPr>
          <p:cNvSpPr>
            <a:spLocks noGrp="1"/>
          </p:cNvSpPr>
          <p:nvPr/>
        </p:nvSpPr>
        <p:spPr>
          <a:xfrm>
            <a:off x="2841341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9" name="F2_precision_recall_distributions_7523">
            <a:extLst>
              <a:ext uri="{FF2B5EF4-FFF2-40B4-BE49-F238E27FC236}">
                <a16:creationId xmlns:a16="http://schemas.microsoft.com/office/drawing/2014/main" id="{0C10778B-496E-4584-97F4-9846EB0F10BC}"/>
              </a:ext>
            </a:extLst>
          </p:cNvPr>
          <p:cNvSpPr>
            <a:spLocks noGrp="1"/>
          </p:cNvSpPr>
          <p:nvPr/>
        </p:nvSpPr>
        <p:spPr>
          <a:xfrm>
            <a:off x="29643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0" name="F2_precision_recall_distributions_7524">
            <a:extLst>
              <a:ext uri="{FF2B5EF4-FFF2-40B4-BE49-F238E27FC236}">
                <a16:creationId xmlns:a16="http://schemas.microsoft.com/office/drawing/2014/main" id="{E53AAD45-2694-43E7-BC27-D44DCEE6B39A}"/>
              </a:ext>
            </a:extLst>
          </p:cNvPr>
          <p:cNvSpPr>
            <a:spLocks noGrp="1"/>
          </p:cNvSpPr>
          <p:nvPr/>
        </p:nvSpPr>
        <p:spPr>
          <a:xfrm>
            <a:off x="28793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1" name="F2_precision_recall_distributions_7525">
            <a:extLst>
              <a:ext uri="{FF2B5EF4-FFF2-40B4-BE49-F238E27FC236}">
                <a16:creationId xmlns:a16="http://schemas.microsoft.com/office/drawing/2014/main" id="{1659F40C-E6F8-479D-8432-DE4E34E38E4A}"/>
              </a:ext>
            </a:extLst>
          </p:cNvPr>
          <p:cNvSpPr>
            <a:spLocks noGrp="1"/>
          </p:cNvSpPr>
          <p:nvPr/>
        </p:nvSpPr>
        <p:spPr>
          <a:xfrm>
            <a:off x="2823931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2" name="F2_precision_recall_distributions_7526">
            <a:extLst>
              <a:ext uri="{FF2B5EF4-FFF2-40B4-BE49-F238E27FC236}">
                <a16:creationId xmlns:a16="http://schemas.microsoft.com/office/drawing/2014/main" id="{D7DFA4A7-2FA2-4AD5-AC18-0C245EE864D4}"/>
              </a:ext>
            </a:extLst>
          </p:cNvPr>
          <p:cNvSpPr>
            <a:spLocks noGrp="1"/>
          </p:cNvSpPr>
          <p:nvPr/>
        </p:nvSpPr>
        <p:spPr>
          <a:xfrm>
            <a:off x="30813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3" name="F2_precision_recall_distributions_7527">
            <a:extLst>
              <a:ext uri="{FF2B5EF4-FFF2-40B4-BE49-F238E27FC236}">
                <a16:creationId xmlns:a16="http://schemas.microsoft.com/office/drawing/2014/main" id="{C68585DE-ACEF-44B1-A477-E975E08A36B0}"/>
              </a:ext>
            </a:extLst>
          </p:cNvPr>
          <p:cNvSpPr>
            <a:spLocks noGrp="1"/>
          </p:cNvSpPr>
          <p:nvPr/>
        </p:nvSpPr>
        <p:spPr>
          <a:xfrm>
            <a:off x="3018077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4" name="F2_precision_recall_distributions_7528">
            <a:extLst>
              <a:ext uri="{FF2B5EF4-FFF2-40B4-BE49-F238E27FC236}">
                <a16:creationId xmlns:a16="http://schemas.microsoft.com/office/drawing/2014/main" id="{DB65FC77-1AEF-4883-83E3-91AD6F3B2DAD}"/>
              </a:ext>
            </a:extLst>
          </p:cNvPr>
          <p:cNvSpPr>
            <a:spLocks noGrp="1"/>
          </p:cNvSpPr>
          <p:nvPr/>
        </p:nvSpPr>
        <p:spPr>
          <a:xfrm>
            <a:off x="30968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5" name="F2_precision_recall_distributions_7529">
            <a:extLst>
              <a:ext uri="{FF2B5EF4-FFF2-40B4-BE49-F238E27FC236}">
                <a16:creationId xmlns:a16="http://schemas.microsoft.com/office/drawing/2014/main" id="{A153E95F-6755-4179-9821-49E1ACB92607}"/>
              </a:ext>
            </a:extLst>
          </p:cNvPr>
          <p:cNvSpPr>
            <a:spLocks noGrp="1"/>
          </p:cNvSpPr>
          <p:nvPr/>
        </p:nvSpPr>
        <p:spPr>
          <a:xfrm>
            <a:off x="291799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6" name="F2_precision_recall_distributions_7530">
            <a:extLst>
              <a:ext uri="{FF2B5EF4-FFF2-40B4-BE49-F238E27FC236}">
                <a16:creationId xmlns:a16="http://schemas.microsoft.com/office/drawing/2014/main" id="{7401DAB0-5A4F-4CAD-9DCF-47DC9047BA40}"/>
              </a:ext>
            </a:extLst>
          </p:cNvPr>
          <p:cNvSpPr>
            <a:spLocks noGrp="1"/>
          </p:cNvSpPr>
          <p:nvPr/>
        </p:nvSpPr>
        <p:spPr>
          <a:xfrm>
            <a:off x="283701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7" name="F2_precision_recall_distributions_7531">
            <a:extLst>
              <a:ext uri="{FF2B5EF4-FFF2-40B4-BE49-F238E27FC236}">
                <a16:creationId xmlns:a16="http://schemas.microsoft.com/office/drawing/2014/main" id="{44253922-451A-4C4D-80F1-3A8E6B6EA705}"/>
              </a:ext>
            </a:extLst>
          </p:cNvPr>
          <p:cNvSpPr>
            <a:spLocks noGrp="1"/>
          </p:cNvSpPr>
          <p:nvPr/>
        </p:nvSpPr>
        <p:spPr>
          <a:xfrm>
            <a:off x="30498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8" name="F2_precision_recall_distributions_7532">
            <a:extLst>
              <a:ext uri="{FF2B5EF4-FFF2-40B4-BE49-F238E27FC236}">
                <a16:creationId xmlns:a16="http://schemas.microsoft.com/office/drawing/2014/main" id="{88883B68-C5E4-405C-95CD-B633A3CDA8E5}"/>
              </a:ext>
            </a:extLst>
          </p:cNvPr>
          <p:cNvSpPr>
            <a:spLocks noGrp="1"/>
          </p:cNvSpPr>
          <p:nvPr/>
        </p:nvSpPr>
        <p:spPr>
          <a:xfrm>
            <a:off x="2888950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9" name="F2_precision_recall_distributions_7533">
            <a:extLst>
              <a:ext uri="{FF2B5EF4-FFF2-40B4-BE49-F238E27FC236}">
                <a16:creationId xmlns:a16="http://schemas.microsoft.com/office/drawing/2014/main" id="{08F27E4F-FA54-40F2-A5EB-21C91B8C2E76}"/>
              </a:ext>
            </a:extLst>
          </p:cNvPr>
          <p:cNvSpPr>
            <a:spLocks noGrp="1"/>
          </p:cNvSpPr>
          <p:nvPr/>
        </p:nvSpPr>
        <p:spPr>
          <a:xfrm>
            <a:off x="293355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0" name="F2_precision_recall_distributions_7534">
            <a:extLst>
              <a:ext uri="{FF2B5EF4-FFF2-40B4-BE49-F238E27FC236}">
                <a16:creationId xmlns:a16="http://schemas.microsoft.com/office/drawing/2014/main" id="{369BF0B4-5167-4ACB-BBF4-078D8EAE98E5}"/>
              </a:ext>
            </a:extLst>
          </p:cNvPr>
          <p:cNvSpPr>
            <a:spLocks noGrp="1"/>
          </p:cNvSpPr>
          <p:nvPr/>
        </p:nvSpPr>
        <p:spPr>
          <a:xfrm>
            <a:off x="2990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1" name="F2_precision_recall_distributions_7535">
            <a:extLst>
              <a:ext uri="{FF2B5EF4-FFF2-40B4-BE49-F238E27FC236}">
                <a16:creationId xmlns:a16="http://schemas.microsoft.com/office/drawing/2014/main" id="{AE40A33C-BAE3-4169-8429-4EFF3C89E5EA}"/>
              </a:ext>
            </a:extLst>
          </p:cNvPr>
          <p:cNvSpPr>
            <a:spLocks noGrp="1"/>
          </p:cNvSpPr>
          <p:nvPr/>
        </p:nvSpPr>
        <p:spPr>
          <a:xfrm>
            <a:off x="2925743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2" name="F2_precision_recall_distributions_7536">
            <a:extLst>
              <a:ext uri="{FF2B5EF4-FFF2-40B4-BE49-F238E27FC236}">
                <a16:creationId xmlns:a16="http://schemas.microsoft.com/office/drawing/2014/main" id="{D9D6CD13-C810-4198-A435-E97F650DD283}"/>
              </a:ext>
            </a:extLst>
          </p:cNvPr>
          <p:cNvSpPr>
            <a:spLocks noGrp="1"/>
          </p:cNvSpPr>
          <p:nvPr/>
        </p:nvSpPr>
        <p:spPr>
          <a:xfrm>
            <a:off x="2939176" y="7613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3" name="F2_precision_recall_distributions_7537">
            <a:extLst>
              <a:ext uri="{FF2B5EF4-FFF2-40B4-BE49-F238E27FC236}">
                <a16:creationId xmlns:a16="http://schemas.microsoft.com/office/drawing/2014/main" id="{1FD6D033-778A-472C-B1A8-B12F360A5674}"/>
              </a:ext>
            </a:extLst>
          </p:cNvPr>
          <p:cNvSpPr>
            <a:spLocks noGrp="1"/>
          </p:cNvSpPr>
          <p:nvPr/>
        </p:nvSpPr>
        <p:spPr>
          <a:xfrm>
            <a:off x="296991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4" name="F2_precision_recall_distributions_7538">
            <a:extLst>
              <a:ext uri="{FF2B5EF4-FFF2-40B4-BE49-F238E27FC236}">
                <a16:creationId xmlns:a16="http://schemas.microsoft.com/office/drawing/2014/main" id="{7D7E8FB4-5EA8-4564-B98A-48C0F82654C2}"/>
              </a:ext>
            </a:extLst>
          </p:cNvPr>
          <p:cNvSpPr>
            <a:spLocks noGrp="1"/>
          </p:cNvSpPr>
          <p:nvPr/>
        </p:nvSpPr>
        <p:spPr>
          <a:xfrm>
            <a:off x="309243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5" name="F2_precision_recall_distributions_7539">
            <a:extLst>
              <a:ext uri="{FF2B5EF4-FFF2-40B4-BE49-F238E27FC236}">
                <a16:creationId xmlns:a16="http://schemas.microsoft.com/office/drawing/2014/main" id="{C66F707A-85D4-4689-862C-7FBD656FA751}"/>
              </a:ext>
            </a:extLst>
          </p:cNvPr>
          <p:cNvSpPr>
            <a:spLocks noGrp="1"/>
          </p:cNvSpPr>
          <p:nvPr/>
        </p:nvSpPr>
        <p:spPr>
          <a:xfrm>
            <a:off x="291102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6" name="F2_precision_recall_distributions_7540">
            <a:extLst>
              <a:ext uri="{FF2B5EF4-FFF2-40B4-BE49-F238E27FC236}">
                <a16:creationId xmlns:a16="http://schemas.microsoft.com/office/drawing/2014/main" id="{241182E1-A4A6-49E2-9EC2-D07EAD6DFC64}"/>
              </a:ext>
            </a:extLst>
          </p:cNvPr>
          <p:cNvSpPr>
            <a:spLocks noGrp="1"/>
          </p:cNvSpPr>
          <p:nvPr/>
        </p:nvSpPr>
        <p:spPr>
          <a:xfrm>
            <a:off x="287031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7" name="F2_precision_recall_distributions_7541">
            <a:extLst>
              <a:ext uri="{FF2B5EF4-FFF2-40B4-BE49-F238E27FC236}">
                <a16:creationId xmlns:a16="http://schemas.microsoft.com/office/drawing/2014/main" id="{868E858F-6530-4C0A-BEDD-9629861BAB18}"/>
              </a:ext>
            </a:extLst>
          </p:cNvPr>
          <p:cNvSpPr>
            <a:spLocks noGrp="1"/>
          </p:cNvSpPr>
          <p:nvPr/>
        </p:nvSpPr>
        <p:spPr>
          <a:xfrm>
            <a:off x="29487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8" name="F2_precision_recall_distributions_7542">
            <a:extLst>
              <a:ext uri="{FF2B5EF4-FFF2-40B4-BE49-F238E27FC236}">
                <a16:creationId xmlns:a16="http://schemas.microsoft.com/office/drawing/2014/main" id="{24B920DA-733C-4127-8C61-E62086DA897F}"/>
              </a:ext>
            </a:extLst>
          </p:cNvPr>
          <p:cNvSpPr>
            <a:spLocks noGrp="1"/>
          </p:cNvSpPr>
          <p:nvPr/>
        </p:nvSpPr>
        <p:spPr>
          <a:xfrm>
            <a:off x="283164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9" name="F2_precision_recall_distributions_7543">
            <a:extLst>
              <a:ext uri="{FF2B5EF4-FFF2-40B4-BE49-F238E27FC236}">
                <a16:creationId xmlns:a16="http://schemas.microsoft.com/office/drawing/2014/main" id="{F5594082-4EBB-48DB-9608-77A8533C83B8}"/>
              </a:ext>
            </a:extLst>
          </p:cNvPr>
          <p:cNvSpPr>
            <a:spLocks noGrp="1"/>
          </p:cNvSpPr>
          <p:nvPr/>
        </p:nvSpPr>
        <p:spPr>
          <a:xfrm>
            <a:off x="29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0" name="F2_precision_recall_distributions_7544">
            <a:extLst>
              <a:ext uri="{FF2B5EF4-FFF2-40B4-BE49-F238E27FC236}">
                <a16:creationId xmlns:a16="http://schemas.microsoft.com/office/drawing/2014/main" id="{29F2AF43-25B0-4ACD-B10F-54A4511C1E6E}"/>
              </a:ext>
            </a:extLst>
          </p:cNvPr>
          <p:cNvSpPr>
            <a:spLocks noGrp="1"/>
          </p:cNvSpPr>
          <p:nvPr/>
        </p:nvSpPr>
        <p:spPr>
          <a:xfrm>
            <a:off x="295316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1" name="F2_precision_recall_distributions_7545">
            <a:extLst>
              <a:ext uri="{FF2B5EF4-FFF2-40B4-BE49-F238E27FC236}">
                <a16:creationId xmlns:a16="http://schemas.microsoft.com/office/drawing/2014/main" id="{059D259E-AD58-4B30-8B83-DCEF6724F651}"/>
              </a:ext>
            </a:extLst>
          </p:cNvPr>
          <p:cNvSpPr>
            <a:spLocks noGrp="1"/>
          </p:cNvSpPr>
          <p:nvPr/>
        </p:nvSpPr>
        <p:spPr>
          <a:xfrm>
            <a:off x="30060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2" name="F2_precision_recall_distributions_7546">
            <a:extLst>
              <a:ext uri="{FF2B5EF4-FFF2-40B4-BE49-F238E27FC236}">
                <a16:creationId xmlns:a16="http://schemas.microsoft.com/office/drawing/2014/main" id="{210BAAE3-17FD-4CB2-BDCB-0F70D7D72395}"/>
              </a:ext>
            </a:extLst>
          </p:cNvPr>
          <p:cNvSpPr>
            <a:spLocks noGrp="1"/>
          </p:cNvSpPr>
          <p:nvPr/>
        </p:nvSpPr>
        <p:spPr>
          <a:xfrm>
            <a:off x="2991431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3" name="F2_precision_recall_distributions_7547">
            <a:extLst>
              <a:ext uri="{FF2B5EF4-FFF2-40B4-BE49-F238E27FC236}">
                <a16:creationId xmlns:a16="http://schemas.microsoft.com/office/drawing/2014/main" id="{7D327D2A-209B-4A02-A976-1B1B9E46D045}"/>
              </a:ext>
            </a:extLst>
          </p:cNvPr>
          <p:cNvSpPr>
            <a:spLocks noGrp="1"/>
          </p:cNvSpPr>
          <p:nvPr/>
        </p:nvSpPr>
        <p:spPr>
          <a:xfrm>
            <a:off x="31034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4" name="F2_precision_recall_distributions_7548">
            <a:extLst>
              <a:ext uri="{FF2B5EF4-FFF2-40B4-BE49-F238E27FC236}">
                <a16:creationId xmlns:a16="http://schemas.microsoft.com/office/drawing/2014/main" id="{AE4B26F8-4BF7-4685-98C6-E4CDB0CC89BA}"/>
              </a:ext>
            </a:extLst>
          </p:cNvPr>
          <p:cNvSpPr>
            <a:spLocks noGrp="1"/>
          </p:cNvSpPr>
          <p:nvPr/>
        </p:nvSpPr>
        <p:spPr>
          <a:xfrm>
            <a:off x="28955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5" name="F2_precision_recall_distributions_7549">
            <a:extLst>
              <a:ext uri="{FF2B5EF4-FFF2-40B4-BE49-F238E27FC236}">
                <a16:creationId xmlns:a16="http://schemas.microsoft.com/office/drawing/2014/main" id="{4EC20260-9740-4BF9-89AF-E943D825D177}"/>
              </a:ext>
            </a:extLst>
          </p:cNvPr>
          <p:cNvSpPr>
            <a:spLocks noGrp="1"/>
          </p:cNvSpPr>
          <p:nvPr/>
        </p:nvSpPr>
        <p:spPr>
          <a:xfrm>
            <a:off x="3071456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6" name="F2_precision_recall_distributions_7550">
            <a:extLst>
              <a:ext uri="{FF2B5EF4-FFF2-40B4-BE49-F238E27FC236}">
                <a16:creationId xmlns:a16="http://schemas.microsoft.com/office/drawing/2014/main" id="{CC4EB250-2857-4759-81D5-910558C4F876}"/>
              </a:ext>
            </a:extLst>
          </p:cNvPr>
          <p:cNvSpPr>
            <a:spLocks noGrp="1"/>
          </p:cNvSpPr>
          <p:nvPr/>
        </p:nvSpPr>
        <p:spPr>
          <a:xfrm>
            <a:off x="302990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7" name="F2_precision_recall_distributions_7551">
            <a:extLst>
              <a:ext uri="{FF2B5EF4-FFF2-40B4-BE49-F238E27FC236}">
                <a16:creationId xmlns:a16="http://schemas.microsoft.com/office/drawing/2014/main" id="{EF0B4D2F-437C-48CC-9D7B-AFE69E16CF04}"/>
              </a:ext>
            </a:extLst>
          </p:cNvPr>
          <p:cNvSpPr>
            <a:spLocks noGrp="1"/>
          </p:cNvSpPr>
          <p:nvPr/>
        </p:nvSpPr>
        <p:spPr>
          <a:xfrm>
            <a:off x="29543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8" name="F2_precision_recall_distributions_7552">
            <a:extLst>
              <a:ext uri="{FF2B5EF4-FFF2-40B4-BE49-F238E27FC236}">
                <a16:creationId xmlns:a16="http://schemas.microsoft.com/office/drawing/2014/main" id="{E53A81B8-C72E-43B1-AE4F-D13F4991BA2B}"/>
              </a:ext>
            </a:extLst>
          </p:cNvPr>
          <p:cNvSpPr>
            <a:spLocks noGrp="1"/>
          </p:cNvSpPr>
          <p:nvPr/>
        </p:nvSpPr>
        <p:spPr>
          <a:xfrm>
            <a:off x="285753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9" name="F2_precision_recall_distributions_7553">
            <a:extLst>
              <a:ext uri="{FF2B5EF4-FFF2-40B4-BE49-F238E27FC236}">
                <a16:creationId xmlns:a16="http://schemas.microsoft.com/office/drawing/2014/main" id="{A8A8E64E-67F0-4196-AC54-37A64D762243}"/>
              </a:ext>
            </a:extLst>
          </p:cNvPr>
          <p:cNvSpPr>
            <a:spLocks noGrp="1"/>
          </p:cNvSpPr>
          <p:nvPr/>
        </p:nvSpPr>
        <p:spPr>
          <a:xfrm>
            <a:off x="293579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0" name="F2_precision_recall_distributions_7554">
            <a:extLst>
              <a:ext uri="{FF2B5EF4-FFF2-40B4-BE49-F238E27FC236}">
                <a16:creationId xmlns:a16="http://schemas.microsoft.com/office/drawing/2014/main" id="{90BF2D74-B2CF-4693-AC4B-0CC669C5A6F5}"/>
              </a:ext>
            </a:extLst>
          </p:cNvPr>
          <p:cNvSpPr>
            <a:spLocks noGrp="1"/>
          </p:cNvSpPr>
          <p:nvPr/>
        </p:nvSpPr>
        <p:spPr>
          <a:xfrm>
            <a:off x="30898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1" name="F2_precision_recall_distributions_7555">
            <a:extLst>
              <a:ext uri="{FF2B5EF4-FFF2-40B4-BE49-F238E27FC236}">
                <a16:creationId xmlns:a16="http://schemas.microsoft.com/office/drawing/2014/main" id="{C0186704-ED00-4D51-A226-3883201D16E3}"/>
              </a:ext>
            </a:extLst>
          </p:cNvPr>
          <p:cNvSpPr>
            <a:spLocks noGrp="1"/>
          </p:cNvSpPr>
          <p:nvPr/>
        </p:nvSpPr>
        <p:spPr>
          <a:xfrm>
            <a:off x="29320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2" name="F2_precision_recall_distributions_7556">
            <a:extLst>
              <a:ext uri="{FF2B5EF4-FFF2-40B4-BE49-F238E27FC236}">
                <a16:creationId xmlns:a16="http://schemas.microsoft.com/office/drawing/2014/main" id="{623DA0E8-A36D-4A75-AAE5-F31B6734CC57}"/>
              </a:ext>
            </a:extLst>
          </p:cNvPr>
          <p:cNvSpPr>
            <a:spLocks noGrp="1"/>
          </p:cNvSpPr>
          <p:nvPr/>
        </p:nvSpPr>
        <p:spPr>
          <a:xfrm>
            <a:off x="3072154" y="69977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3" name="F2_precision_recall_distributions_7557">
            <a:extLst>
              <a:ext uri="{FF2B5EF4-FFF2-40B4-BE49-F238E27FC236}">
                <a16:creationId xmlns:a16="http://schemas.microsoft.com/office/drawing/2014/main" id="{C2BEFDD3-5EB6-4BE7-9673-B424B7D6541A}"/>
              </a:ext>
            </a:extLst>
          </p:cNvPr>
          <p:cNvSpPr>
            <a:spLocks noGrp="1"/>
          </p:cNvSpPr>
          <p:nvPr/>
        </p:nvSpPr>
        <p:spPr>
          <a:xfrm>
            <a:off x="311897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4" name="F2_precision_recall_distributions_7558">
            <a:extLst>
              <a:ext uri="{FF2B5EF4-FFF2-40B4-BE49-F238E27FC236}">
                <a16:creationId xmlns:a16="http://schemas.microsoft.com/office/drawing/2014/main" id="{5E988640-45A7-4DED-B98D-401C881EBFB5}"/>
              </a:ext>
            </a:extLst>
          </p:cNvPr>
          <p:cNvSpPr>
            <a:spLocks noGrp="1"/>
          </p:cNvSpPr>
          <p:nvPr/>
        </p:nvSpPr>
        <p:spPr>
          <a:xfrm>
            <a:off x="289588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5" name="F2_precision_recall_distributions_7559">
            <a:extLst>
              <a:ext uri="{FF2B5EF4-FFF2-40B4-BE49-F238E27FC236}">
                <a16:creationId xmlns:a16="http://schemas.microsoft.com/office/drawing/2014/main" id="{391E6D75-1661-49D6-A404-54E1466981FD}"/>
              </a:ext>
            </a:extLst>
          </p:cNvPr>
          <p:cNvSpPr>
            <a:spLocks noGrp="1"/>
          </p:cNvSpPr>
          <p:nvPr/>
        </p:nvSpPr>
        <p:spPr>
          <a:xfrm>
            <a:off x="314330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6" name="F2_precision_recall_distributions_7560">
            <a:extLst>
              <a:ext uri="{FF2B5EF4-FFF2-40B4-BE49-F238E27FC236}">
                <a16:creationId xmlns:a16="http://schemas.microsoft.com/office/drawing/2014/main" id="{B0871740-7547-420F-84E2-F31073DCED15}"/>
              </a:ext>
            </a:extLst>
          </p:cNvPr>
          <p:cNvSpPr>
            <a:spLocks noGrp="1"/>
          </p:cNvSpPr>
          <p:nvPr/>
        </p:nvSpPr>
        <p:spPr>
          <a:xfrm>
            <a:off x="302200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7" name="F2_precision_recall_distributions_7561">
            <a:extLst>
              <a:ext uri="{FF2B5EF4-FFF2-40B4-BE49-F238E27FC236}">
                <a16:creationId xmlns:a16="http://schemas.microsoft.com/office/drawing/2014/main" id="{3081541B-2E48-42E1-98DD-B816DAFDA683}"/>
              </a:ext>
            </a:extLst>
          </p:cNvPr>
          <p:cNvSpPr>
            <a:spLocks noGrp="1"/>
          </p:cNvSpPr>
          <p:nvPr/>
        </p:nvSpPr>
        <p:spPr>
          <a:xfrm>
            <a:off x="28430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8" name="F2_precision_recall_distributions_7562">
            <a:extLst>
              <a:ext uri="{FF2B5EF4-FFF2-40B4-BE49-F238E27FC236}">
                <a16:creationId xmlns:a16="http://schemas.microsoft.com/office/drawing/2014/main" id="{85214195-18CA-43B2-A537-4FE036C480D3}"/>
              </a:ext>
            </a:extLst>
          </p:cNvPr>
          <p:cNvSpPr>
            <a:spLocks noGrp="1"/>
          </p:cNvSpPr>
          <p:nvPr/>
        </p:nvSpPr>
        <p:spPr>
          <a:xfrm>
            <a:off x="295665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9" name="F2_precision_recall_distributions_7563">
            <a:extLst>
              <a:ext uri="{FF2B5EF4-FFF2-40B4-BE49-F238E27FC236}">
                <a16:creationId xmlns:a16="http://schemas.microsoft.com/office/drawing/2014/main" id="{4536CC9F-6B05-45D7-AA91-48F037BA1CFA}"/>
              </a:ext>
            </a:extLst>
          </p:cNvPr>
          <p:cNvSpPr>
            <a:spLocks noGrp="1"/>
          </p:cNvSpPr>
          <p:nvPr/>
        </p:nvSpPr>
        <p:spPr>
          <a:xfrm>
            <a:off x="310376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0" name="F2_precision_recall_distributions_7564">
            <a:extLst>
              <a:ext uri="{FF2B5EF4-FFF2-40B4-BE49-F238E27FC236}">
                <a16:creationId xmlns:a16="http://schemas.microsoft.com/office/drawing/2014/main" id="{891DBCB1-4CB9-41DD-80B4-C7A0468E9FBD}"/>
              </a:ext>
            </a:extLst>
          </p:cNvPr>
          <p:cNvSpPr>
            <a:spLocks noGrp="1"/>
          </p:cNvSpPr>
          <p:nvPr/>
        </p:nvSpPr>
        <p:spPr>
          <a:xfrm>
            <a:off x="30540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1" name="F2_precision_recall_distributions_7565">
            <a:extLst>
              <a:ext uri="{FF2B5EF4-FFF2-40B4-BE49-F238E27FC236}">
                <a16:creationId xmlns:a16="http://schemas.microsoft.com/office/drawing/2014/main" id="{98A48352-C1F2-401D-B493-5E6ABD2CAFAA}"/>
              </a:ext>
            </a:extLst>
          </p:cNvPr>
          <p:cNvSpPr>
            <a:spLocks noGrp="1"/>
          </p:cNvSpPr>
          <p:nvPr/>
        </p:nvSpPr>
        <p:spPr>
          <a:xfrm>
            <a:off x="300110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2" name="F2_precision_recall_distributions_7566">
            <a:extLst>
              <a:ext uri="{FF2B5EF4-FFF2-40B4-BE49-F238E27FC236}">
                <a16:creationId xmlns:a16="http://schemas.microsoft.com/office/drawing/2014/main" id="{0C19D199-D56F-4F9A-B716-87DF8B23693F}"/>
              </a:ext>
            </a:extLst>
          </p:cNvPr>
          <p:cNvSpPr>
            <a:spLocks noGrp="1"/>
          </p:cNvSpPr>
          <p:nvPr/>
        </p:nvSpPr>
        <p:spPr>
          <a:xfrm>
            <a:off x="3085569" y="7382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3" name="F2_precision_recall_distributions_7567">
            <a:extLst>
              <a:ext uri="{FF2B5EF4-FFF2-40B4-BE49-F238E27FC236}">
                <a16:creationId xmlns:a16="http://schemas.microsoft.com/office/drawing/2014/main" id="{5F99FDFC-8505-4D41-BAC6-DEBB3300DDBE}"/>
              </a:ext>
            </a:extLst>
          </p:cNvPr>
          <p:cNvSpPr>
            <a:spLocks noGrp="1"/>
          </p:cNvSpPr>
          <p:nvPr/>
        </p:nvSpPr>
        <p:spPr>
          <a:xfrm>
            <a:off x="3132488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4" name="F2_precision_recall_distributions_7568">
            <a:extLst>
              <a:ext uri="{FF2B5EF4-FFF2-40B4-BE49-F238E27FC236}">
                <a16:creationId xmlns:a16="http://schemas.microsoft.com/office/drawing/2014/main" id="{23FFAC77-ADE3-4D18-8446-FB1276CE3D92}"/>
              </a:ext>
            </a:extLst>
          </p:cNvPr>
          <p:cNvSpPr>
            <a:spLocks noGrp="1"/>
          </p:cNvSpPr>
          <p:nvPr/>
        </p:nvSpPr>
        <p:spPr>
          <a:xfrm>
            <a:off x="283086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5" name="F2_precision_recall_distributions_7569">
            <a:extLst>
              <a:ext uri="{FF2B5EF4-FFF2-40B4-BE49-F238E27FC236}">
                <a16:creationId xmlns:a16="http://schemas.microsoft.com/office/drawing/2014/main" id="{C7400F36-00CD-42D7-9A8F-B4B6A14154C5}"/>
              </a:ext>
            </a:extLst>
          </p:cNvPr>
          <p:cNvSpPr>
            <a:spLocks noGrp="1"/>
          </p:cNvSpPr>
          <p:nvPr/>
        </p:nvSpPr>
        <p:spPr>
          <a:xfrm>
            <a:off x="289745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6" name="F2_precision_recall_distributions_7570">
            <a:extLst>
              <a:ext uri="{FF2B5EF4-FFF2-40B4-BE49-F238E27FC236}">
                <a16:creationId xmlns:a16="http://schemas.microsoft.com/office/drawing/2014/main" id="{F34D5D16-06AC-411D-A1C0-AAA864B422B1}"/>
              </a:ext>
            </a:extLst>
          </p:cNvPr>
          <p:cNvSpPr>
            <a:spLocks noGrp="1"/>
          </p:cNvSpPr>
          <p:nvPr/>
        </p:nvSpPr>
        <p:spPr>
          <a:xfrm>
            <a:off x="30432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7" name="F2_precision_recall_distributions_7571">
            <a:extLst>
              <a:ext uri="{FF2B5EF4-FFF2-40B4-BE49-F238E27FC236}">
                <a16:creationId xmlns:a16="http://schemas.microsoft.com/office/drawing/2014/main" id="{FB080A27-53D6-42B9-86C1-8A9EB9F1B588}"/>
              </a:ext>
            </a:extLst>
          </p:cNvPr>
          <p:cNvSpPr>
            <a:spLocks noGrp="1"/>
          </p:cNvSpPr>
          <p:nvPr/>
        </p:nvSpPr>
        <p:spPr>
          <a:xfrm>
            <a:off x="31391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8" name="F2_precision_recall_distributions_7572">
            <a:extLst>
              <a:ext uri="{FF2B5EF4-FFF2-40B4-BE49-F238E27FC236}">
                <a16:creationId xmlns:a16="http://schemas.microsoft.com/office/drawing/2014/main" id="{CEF87AE2-6CED-4B67-8CE8-C40A8F267257}"/>
              </a:ext>
            </a:extLst>
          </p:cNvPr>
          <p:cNvSpPr>
            <a:spLocks noGrp="1"/>
          </p:cNvSpPr>
          <p:nvPr/>
        </p:nvSpPr>
        <p:spPr>
          <a:xfrm>
            <a:off x="29969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9" name="F2_precision_recall_distributions_7573">
            <a:extLst>
              <a:ext uri="{FF2B5EF4-FFF2-40B4-BE49-F238E27FC236}">
                <a16:creationId xmlns:a16="http://schemas.microsoft.com/office/drawing/2014/main" id="{50410B24-96E3-4B01-A764-52E2D35807D2}"/>
              </a:ext>
            </a:extLst>
          </p:cNvPr>
          <p:cNvSpPr>
            <a:spLocks noGrp="1"/>
          </p:cNvSpPr>
          <p:nvPr/>
        </p:nvSpPr>
        <p:spPr>
          <a:xfrm>
            <a:off x="318861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0" name="F2_precision_recall_distributions_7574">
            <a:extLst>
              <a:ext uri="{FF2B5EF4-FFF2-40B4-BE49-F238E27FC236}">
                <a16:creationId xmlns:a16="http://schemas.microsoft.com/office/drawing/2014/main" id="{65EDACD8-1173-4B38-B419-2D7EF25DC642}"/>
              </a:ext>
            </a:extLst>
          </p:cNvPr>
          <p:cNvSpPr>
            <a:spLocks noGrp="1"/>
          </p:cNvSpPr>
          <p:nvPr/>
        </p:nvSpPr>
        <p:spPr>
          <a:xfrm>
            <a:off x="2861353" y="7315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1" name="F2_precision_recall_distributions_7575">
            <a:extLst>
              <a:ext uri="{FF2B5EF4-FFF2-40B4-BE49-F238E27FC236}">
                <a16:creationId xmlns:a16="http://schemas.microsoft.com/office/drawing/2014/main" id="{2D8EC61E-3B99-4767-8E04-2D78BFFA4282}"/>
              </a:ext>
            </a:extLst>
          </p:cNvPr>
          <p:cNvSpPr>
            <a:spLocks noGrp="1"/>
          </p:cNvSpPr>
          <p:nvPr/>
        </p:nvSpPr>
        <p:spPr>
          <a:xfrm>
            <a:off x="285984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2" name="F2_precision_recall_distributions_7576">
            <a:extLst>
              <a:ext uri="{FF2B5EF4-FFF2-40B4-BE49-F238E27FC236}">
                <a16:creationId xmlns:a16="http://schemas.microsoft.com/office/drawing/2014/main" id="{3FAC3C9F-9627-4C00-BA6C-3919BE889B13}"/>
              </a:ext>
            </a:extLst>
          </p:cNvPr>
          <p:cNvSpPr>
            <a:spLocks noGrp="1"/>
          </p:cNvSpPr>
          <p:nvPr/>
        </p:nvSpPr>
        <p:spPr>
          <a:xfrm>
            <a:off x="30193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3" name="F2_precision_recall_distributions_7577">
            <a:extLst>
              <a:ext uri="{FF2B5EF4-FFF2-40B4-BE49-F238E27FC236}">
                <a16:creationId xmlns:a16="http://schemas.microsoft.com/office/drawing/2014/main" id="{DF0C2EF3-DF5F-4633-89B5-78685D5A0A11}"/>
              </a:ext>
            </a:extLst>
          </p:cNvPr>
          <p:cNvSpPr>
            <a:spLocks noGrp="1"/>
          </p:cNvSpPr>
          <p:nvPr/>
        </p:nvSpPr>
        <p:spPr>
          <a:xfrm>
            <a:off x="294832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4" name="F2_precision_recall_distributions_7578">
            <a:extLst>
              <a:ext uri="{FF2B5EF4-FFF2-40B4-BE49-F238E27FC236}">
                <a16:creationId xmlns:a16="http://schemas.microsoft.com/office/drawing/2014/main" id="{E30B02B5-8E4C-47B9-A723-A60287B51892}"/>
              </a:ext>
            </a:extLst>
          </p:cNvPr>
          <p:cNvSpPr>
            <a:spLocks noGrp="1"/>
          </p:cNvSpPr>
          <p:nvPr/>
        </p:nvSpPr>
        <p:spPr>
          <a:xfrm>
            <a:off x="290247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5" name="F2_precision_recall_distributions_7579">
            <a:extLst>
              <a:ext uri="{FF2B5EF4-FFF2-40B4-BE49-F238E27FC236}">
                <a16:creationId xmlns:a16="http://schemas.microsoft.com/office/drawing/2014/main" id="{1136AD42-B439-4511-94DB-116CF5A6CE67}"/>
              </a:ext>
            </a:extLst>
          </p:cNvPr>
          <p:cNvSpPr>
            <a:spLocks noGrp="1"/>
          </p:cNvSpPr>
          <p:nvPr/>
        </p:nvSpPr>
        <p:spPr>
          <a:xfrm>
            <a:off x="3182923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6" name="F2_precision_recall_distributions_7580">
            <a:extLst>
              <a:ext uri="{FF2B5EF4-FFF2-40B4-BE49-F238E27FC236}">
                <a16:creationId xmlns:a16="http://schemas.microsoft.com/office/drawing/2014/main" id="{3F6F2E45-BCC3-42B9-8E3B-3FC2B1E31AF4}"/>
              </a:ext>
            </a:extLst>
          </p:cNvPr>
          <p:cNvSpPr>
            <a:spLocks noGrp="1"/>
          </p:cNvSpPr>
          <p:nvPr/>
        </p:nvSpPr>
        <p:spPr>
          <a:xfrm>
            <a:off x="302416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7" name="F2_precision_recall_distributions_7581">
            <a:extLst>
              <a:ext uri="{FF2B5EF4-FFF2-40B4-BE49-F238E27FC236}">
                <a16:creationId xmlns:a16="http://schemas.microsoft.com/office/drawing/2014/main" id="{50961ADF-ACB9-4DE7-9782-FE816A5ECF18}"/>
              </a:ext>
            </a:extLst>
          </p:cNvPr>
          <p:cNvSpPr>
            <a:spLocks noGrp="1"/>
          </p:cNvSpPr>
          <p:nvPr/>
        </p:nvSpPr>
        <p:spPr>
          <a:xfrm>
            <a:off x="28730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8" name="F2_precision_recall_distributions_7582">
            <a:extLst>
              <a:ext uri="{FF2B5EF4-FFF2-40B4-BE49-F238E27FC236}">
                <a16:creationId xmlns:a16="http://schemas.microsoft.com/office/drawing/2014/main" id="{0D7E4FFB-E6AD-4CDB-A67D-9F18D66BBA8C}"/>
              </a:ext>
            </a:extLst>
          </p:cNvPr>
          <p:cNvSpPr>
            <a:spLocks noGrp="1"/>
          </p:cNvSpPr>
          <p:nvPr/>
        </p:nvSpPr>
        <p:spPr>
          <a:xfrm>
            <a:off x="29578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9" name="F2_precision_recall_distributions_7583">
            <a:extLst>
              <a:ext uri="{FF2B5EF4-FFF2-40B4-BE49-F238E27FC236}">
                <a16:creationId xmlns:a16="http://schemas.microsoft.com/office/drawing/2014/main" id="{1E1E39FB-A9E7-40CE-865B-CDA50CB4D9C5}"/>
              </a:ext>
            </a:extLst>
          </p:cNvPr>
          <p:cNvSpPr>
            <a:spLocks noGrp="1"/>
          </p:cNvSpPr>
          <p:nvPr/>
        </p:nvSpPr>
        <p:spPr>
          <a:xfrm>
            <a:off x="2871359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0" name="F2_precision_recall_distributions_7584">
            <a:extLst>
              <a:ext uri="{FF2B5EF4-FFF2-40B4-BE49-F238E27FC236}">
                <a16:creationId xmlns:a16="http://schemas.microsoft.com/office/drawing/2014/main" id="{7E2B6447-3282-45B4-AFA8-0E5D5C6782B3}"/>
              </a:ext>
            </a:extLst>
          </p:cNvPr>
          <p:cNvSpPr>
            <a:spLocks noGrp="1"/>
          </p:cNvSpPr>
          <p:nvPr/>
        </p:nvSpPr>
        <p:spPr>
          <a:xfrm>
            <a:off x="288477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1" name="F2_precision_recall_distributions_7585">
            <a:extLst>
              <a:ext uri="{FF2B5EF4-FFF2-40B4-BE49-F238E27FC236}">
                <a16:creationId xmlns:a16="http://schemas.microsoft.com/office/drawing/2014/main" id="{1AAAE944-F8A8-4C36-9FEC-0F1C8C993DEB}"/>
              </a:ext>
            </a:extLst>
          </p:cNvPr>
          <p:cNvSpPr>
            <a:spLocks noGrp="1"/>
          </p:cNvSpPr>
          <p:nvPr/>
        </p:nvSpPr>
        <p:spPr>
          <a:xfrm>
            <a:off x="29003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2" name="F2_precision_recall_distributions_7586">
            <a:extLst>
              <a:ext uri="{FF2B5EF4-FFF2-40B4-BE49-F238E27FC236}">
                <a16:creationId xmlns:a16="http://schemas.microsoft.com/office/drawing/2014/main" id="{CA9F4938-ECCA-4B32-8E28-E5B3C8A51688}"/>
              </a:ext>
            </a:extLst>
          </p:cNvPr>
          <p:cNvSpPr>
            <a:spLocks noGrp="1"/>
          </p:cNvSpPr>
          <p:nvPr/>
        </p:nvSpPr>
        <p:spPr>
          <a:xfrm>
            <a:off x="283998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3" name="F2_precision_recall_distributions_7587">
            <a:extLst>
              <a:ext uri="{FF2B5EF4-FFF2-40B4-BE49-F238E27FC236}">
                <a16:creationId xmlns:a16="http://schemas.microsoft.com/office/drawing/2014/main" id="{F792D3FD-9D03-43CB-ADD6-D00AA0BBA421}"/>
              </a:ext>
            </a:extLst>
          </p:cNvPr>
          <p:cNvSpPr>
            <a:spLocks noGrp="1"/>
          </p:cNvSpPr>
          <p:nvPr/>
        </p:nvSpPr>
        <p:spPr>
          <a:xfrm>
            <a:off x="298521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4" name="F2_precision_recall_distributions_7588">
            <a:extLst>
              <a:ext uri="{FF2B5EF4-FFF2-40B4-BE49-F238E27FC236}">
                <a16:creationId xmlns:a16="http://schemas.microsoft.com/office/drawing/2014/main" id="{4BA11040-039D-4F76-81F6-4EAA6C425C97}"/>
              </a:ext>
            </a:extLst>
          </p:cNvPr>
          <p:cNvSpPr>
            <a:spLocks noGrp="1"/>
          </p:cNvSpPr>
          <p:nvPr/>
        </p:nvSpPr>
        <p:spPr>
          <a:xfrm>
            <a:off x="3045785" y="72860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5" name="F2_precision_recall_distributions_7589">
            <a:extLst>
              <a:ext uri="{FF2B5EF4-FFF2-40B4-BE49-F238E27FC236}">
                <a16:creationId xmlns:a16="http://schemas.microsoft.com/office/drawing/2014/main" id="{D55BD991-DDE0-4C16-A504-5BA9E4FC5B55}"/>
              </a:ext>
            </a:extLst>
          </p:cNvPr>
          <p:cNvSpPr>
            <a:spLocks noGrp="1"/>
          </p:cNvSpPr>
          <p:nvPr/>
        </p:nvSpPr>
        <p:spPr>
          <a:xfrm>
            <a:off x="29598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6" name="F2_precision_recall_distributions_7590">
            <a:extLst>
              <a:ext uri="{FF2B5EF4-FFF2-40B4-BE49-F238E27FC236}">
                <a16:creationId xmlns:a16="http://schemas.microsoft.com/office/drawing/2014/main" id="{F78D6ABB-79FC-445D-A94D-6C3CA91E8EB2}"/>
              </a:ext>
            </a:extLst>
          </p:cNvPr>
          <p:cNvSpPr>
            <a:spLocks noGrp="1"/>
          </p:cNvSpPr>
          <p:nvPr/>
        </p:nvSpPr>
        <p:spPr>
          <a:xfrm>
            <a:off x="3070324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7" name="F2_precision_recall_distributions_7591">
            <a:extLst>
              <a:ext uri="{FF2B5EF4-FFF2-40B4-BE49-F238E27FC236}">
                <a16:creationId xmlns:a16="http://schemas.microsoft.com/office/drawing/2014/main" id="{5EFBA258-CD8F-4B8A-9352-36612A044AA3}"/>
              </a:ext>
            </a:extLst>
          </p:cNvPr>
          <p:cNvSpPr>
            <a:spLocks noGrp="1"/>
          </p:cNvSpPr>
          <p:nvPr/>
        </p:nvSpPr>
        <p:spPr>
          <a:xfrm>
            <a:off x="3082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8" name="F2_precision_recall_distributions_7592">
            <a:extLst>
              <a:ext uri="{FF2B5EF4-FFF2-40B4-BE49-F238E27FC236}">
                <a16:creationId xmlns:a16="http://schemas.microsoft.com/office/drawing/2014/main" id="{581FBDFE-1286-491D-82AA-AD706A6FED79}"/>
              </a:ext>
            </a:extLst>
          </p:cNvPr>
          <p:cNvSpPr>
            <a:spLocks noGrp="1"/>
          </p:cNvSpPr>
          <p:nvPr/>
        </p:nvSpPr>
        <p:spPr>
          <a:xfrm>
            <a:off x="282497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9" name="F2_precision_recall_distributions_7593">
            <a:extLst>
              <a:ext uri="{FF2B5EF4-FFF2-40B4-BE49-F238E27FC236}">
                <a16:creationId xmlns:a16="http://schemas.microsoft.com/office/drawing/2014/main" id="{79B00B07-C0DE-4F1A-A6AE-B92E118357FE}"/>
              </a:ext>
            </a:extLst>
          </p:cNvPr>
          <p:cNvSpPr>
            <a:spLocks noGrp="1"/>
          </p:cNvSpPr>
          <p:nvPr/>
        </p:nvSpPr>
        <p:spPr>
          <a:xfrm>
            <a:off x="305564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0" name="F2_precision_recall_distributions_7594">
            <a:extLst>
              <a:ext uri="{FF2B5EF4-FFF2-40B4-BE49-F238E27FC236}">
                <a16:creationId xmlns:a16="http://schemas.microsoft.com/office/drawing/2014/main" id="{E1A8E5E5-7FDB-4631-9D19-6742D6DC5498}"/>
              </a:ext>
            </a:extLst>
          </p:cNvPr>
          <p:cNvSpPr>
            <a:spLocks noGrp="1"/>
          </p:cNvSpPr>
          <p:nvPr/>
        </p:nvSpPr>
        <p:spPr>
          <a:xfrm>
            <a:off x="31498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1" name="F2_precision_recall_distributions_7595">
            <a:extLst>
              <a:ext uri="{FF2B5EF4-FFF2-40B4-BE49-F238E27FC236}">
                <a16:creationId xmlns:a16="http://schemas.microsoft.com/office/drawing/2014/main" id="{EB82ACCC-F26A-4C12-B9C8-6634ADAF4B20}"/>
              </a:ext>
            </a:extLst>
          </p:cNvPr>
          <p:cNvSpPr>
            <a:spLocks noGrp="1"/>
          </p:cNvSpPr>
          <p:nvPr/>
        </p:nvSpPr>
        <p:spPr>
          <a:xfrm>
            <a:off x="29671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2" name="F2_precision_recall_distributions_7596">
            <a:extLst>
              <a:ext uri="{FF2B5EF4-FFF2-40B4-BE49-F238E27FC236}">
                <a16:creationId xmlns:a16="http://schemas.microsoft.com/office/drawing/2014/main" id="{BB34D813-E2B4-4846-BE09-7150A146D6B5}"/>
              </a:ext>
            </a:extLst>
          </p:cNvPr>
          <p:cNvSpPr>
            <a:spLocks noGrp="1"/>
          </p:cNvSpPr>
          <p:nvPr/>
        </p:nvSpPr>
        <p:spPr>
          <a:xfrm>
            <a:off x="30249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3" name="F2_precision_recall_distributions_7597">
            <a:extLst>
              <a:ext uri="{FF2B5EF4-FFF2-40B4-BE49-F238E27FC236}">
                <a16:creationId xmlns:a16="http://schemas.microsoft.com/office/drawing/2014/main" id="{FCC74085-8E72-422F-B9D3-4DCB87450FC9}"/>
              </a:ext>
            </a:extLst>
          </p:cNvPr>
          <p:cNvSpPr>
            <a:spLocks noGrp="1"/>
          </p:cNvSpPr>
          <p:nvPr/>
        </p:nvSpPr>
        <p:spPr>
          <a:xfrm>
            <a:off x="30884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4" name="F2_precision_recall_distributions_7598">
            <a:extLst>
              <a:ext uri="{FF2B5EF4-FFF2-40B4-BE49-F238E27FC236}">
                <a16:creationId xmlns:a16="http://schemas.microsoft.com/office/drawing/2014/main" id="{C0BF40CC-5D32-416E-B2C8-9DB74F007B41}"/>
              </a:ext>
            </a:extLst>
          </p:cNvPr>
          <p:cNvSpPr>
            <a:spLocks noGrp="1"/>
          </p:cNvSpPr>
          <p:nvPr/>
        </p:nvSpPr>
        <p:spPr>
          <a:xfrm>
            <a:off x="302151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5" name="F2_precision_recall_distributions_7599">
            <a:extLst>
              <a:ext uri="{FF2B5EF4-FFF2-40B4-BE49-F238E27FC236}">
                <a16:creationId xmlns:a16="http://schemas.microsoft.com/office/drawing/2014/main" id="{109E3230-C67B-4424-9A56-4D803A9BC9C7}"/>
              </a:ext>
            </a:extLst>
          </p:cNvPr>
          <p:cNvSpPr>
            <a:spLocks noGrp="1"/>
          </p:cNvSpPr>
          <p:nvPr/>
        </p:nvSpPr>
        <p:spPr>
          <a:xfrm>
            <a:off x="283205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6" name="F2_precision_recall_distributions_7600">
            <a:extLst>
              <a:ext uri="{FF2B5EF4-FFF2-40B4-BE49-F238E27FC236}">
                <a16:creationId xmlns:a16="http://schemas.microsoft.com/office/drawing/2014/main" id="{1AC66AE1-FD17-44ED-ABF9-52DC5EF8E1F2}"/>
              </a:ext>
            </a:extLst>
          </p:cNvPr>
          <p:cNvSpPr>
            <a:spLocks noGrp="1"/>
          </p:cNvSpPr>
          <p:nvPr/>
        </p:nvSpPr>
        <p:spPr>
          <a:xfrm>
            <a:off x="31689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7" name="F2_precision_recall_distributions_7601">
            <a:extLst>
              <a:ext uri="{FF2B5EF4-FFF2-40B4-BE49-F238E27FC236}">
                <a16:creationId xmlns:a16="http://schemas.microsoft.com/office/drawing/2014/main" id="{A470F284-93B0-4FAA-8A7D-5D0D35D11623}"/>
              </a:ext>
            </a:extLst>
          </p:cNvPr>
          <p:cNvSpPr>
            <a:spLocks noGrp="1"/>
          </p:cNvSpPr>
          <p:nvPr/>
        </p:nvSpPr>
        <p:spPr>
          <a:xfrm>
            <a:off x="2859414" y="77379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8" name="F2_precision_recall_distributions_7602">
            <a:extLst>
              <a:ext uri="{FF2B5EF4-FFF2-40B4-BE49-F238E27FC236}">
                <a16:creationId xmlns:a16="http://schemas.microsoft.com/office/drawing/2014/main" id="{AE8B8B4C-4F7B-4016-B65E-C955BEB2ED06}"/>
              </a:ext>
            </a:extLst>
          </p:cNvPr>
          <p:cNvSpPr>
            <a:spLocks noGrp="1"/>
          </p:cNvSpPr>
          <p:nvPr/>
        </p:nvSpPr>
        <p:spPr>
          <a:xfrm>
            <a:off x="31713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9" name="F2_precision_recall_distributions_7603">
            <a:extLst>
              <a:ext uri="{FF2B5EF4-FFF2-40B4-BE49-F238E27FC236}">
                <a16:creationId xmlns:a16="http://schemas.microsoft.com/office/drawing/2014/main" id="{4229D35A-A0CA-4849-92B0-FD8CF735429B}"/>
              </a:ext>
            </a:extLst>
          </p:cNvPr>
          <p:cNvSpPr>
            <a:spLocks noGrp="1"/>
          </p:cNvSpPr>
          <p:nvPr/>
        </p:nvSpPr>
        <p:spPr>
          <a:xfrm>
            <a:off x="3156027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0" name="F2_precision_recall_distributions_7604">
            <a:extLst>
              <a:ext uri="{FF2B5EF4-FFF2-40B4-BE49-F238E27FC236}">
                <a16:creationId xmlns:a16="http://schemas.microsoft.com/office/drawing/2014/main" id="{1A5FD71D-3CBB-4466-A257-4D0571203B98}"/>
              </a:ext>
            </a:extLst>
          </p:cNvPr>
          <p:cNvSpPr>
            <a:spLocks noGrp="1"/>
          </p:cNvSpPr>
          <p:nvPr/>
        </p:nvSpPr>
        <p:spPr>
          <a:xfrm>
            <a:off x="298055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1" name="F2_precision_recall_distributions_7605">
            <a:extLst>
              <a:ext uri="{FF2B5EF4-FFF2-40B4-BE49-F238E27FC236}">
                <a16:creationId xmlns:a16="http://schemas.microsoft.com/office/drawing/2014/main" id="{6FC694DB-6CBB-4C30-8655-035131500F78}"/>
              </a:ext>
            </a:extLst>
          </p:cNvPr>
          <p:cNvSpPr>
            <a:spLocks noGrp="1"/>
          </p:cNvSpPr>
          <p:nvPr/>
        </p:nvSpPr>
        <p:spPr>
          <a:xfrm>
            <a:off x="30620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2" name="F2_precision_recall_distributions_7606">
            <a:extLst>
              <a:ext uri="{FF2B5EF4-FFF2-40B4-BE49-F238E27FC236}">
                <a16:creationId xmlns:a16="http://schemas.microsoft.com/office/drawing/2014/main" id="{BFC0BCB7-23D3-4B53-8024-621FFD6D975B}"/>
              </a:ext>
            </a:extLst>
          </p:cNvPr>
          <p:cNvSpPr>
            <a:spLocks noGrp="1"/>
          </p:cNvSpPr>
          <p:nvPr/>
        </p:nvSpPr>
        <p:spPr>
          <a:xfrm>
            <a:off x="30247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3" name="F2_precision_recall_distributions_7607">
            <a:extLst>
              <a:ext uri="{FF2B5EF4-FFF2-40B4-BE49-F238E27FC236}">
                <a16:creationId xmlns:a16="http://schemas.microsoft.com/office/drawing/2014/main" id="{A571FAE6-1BD5-461C-9744-0793096F849D}"/>
              </a:ext>
            </a:extLst>
          </p:cNvPr>
          <p:cNvSpPr>
            <a:spLocks noGrp="1"/>
          </p:cNvSpPr>
          <p:nvPr/>
        </p:nvSpPr>
        <p:spPr>
          <a:xfrm>
            <a:off x="2910038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4" name="F2_precision_recall_distributions_7608">
            <a:extLst>
              <a:ext uri="{FF2B5EF4-FFF2-40B4-BE49-F238E27FC236}">
                <a16:creationId xmlns:a16="http://schemas.microsoft.com/office/drawing/2014/main" id="{105FAC64-48E4-4DE2-8225-56D0BE4496D6}"/>
              </a:ext>
            </a:extLst>
          </p:cNvPr>
          <p:cNvSpPr>
            <a:spLocks noGrp="1"/>
          </p:cNvSpPr>
          <p:nvPr/>
        </p:nvSpPr>
        <p:spPr>
          <a:xfrm>
            <a:off x="298318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5" name="F2_precision_recall_distributions_7609">
            <a:extLst>
              <a:ext uri="{FF2B5EF4-FFF2-40B4-BE49-F238E27FC236}">
                <a16:creationId xmlns:a16="http://schemas.microsoft.com/office/drawing/2014/main" id="{6DC6735D-CB8C-4423-A0BF-A2B38A605CFD}"/>
              </a:ext>
            </a:extLst>
          </p:cNvPr>
          <p:cNvSpPr>
            <a:spLocks noGrp="1"/>
          </p:cNvSpPr>
          <p:nvPr/>
        </p:nvSpPr>
        <p:spPr>
          <a:xfrm>
            <a:off x="2948017" y="756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6" name="F2_precision_recall_distributions_7610">
            <a:extLst>
              <a:ext uri="{FF2B5EF4-FFF2-40B4-BE49-F238E27FC236}">
                <a16:creationId xmlns:a16="http://schemas.microsoft.com/office/drawing/2014/main" id="{64196A16-77D8-483C-972E-FEE2C657E83F}"/>
              </a:ext>
            </a:extLst>
          </p:cNvPr>
          <p:cNvSpPr>
            <a:spLocks noGrp="1"/>
          </p:cNvSpPr>
          <p:nvPr/>
        </p:nvSpPr>
        <p:spPr>
          <a:xfrm>
            <a:off x="31220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7" name="F2_precision_recall_distributions_7611">
            <a:extLst>
              <a:ext uri="{FF2B5EF4-FFF2-40B4-BE49-F238E27FC236}">
                <a16:creationId xmlns:a16="http://schemas.microsoft.com/office/drawing/2014/main" id="{2B36674E-7CA4-404F-BB66-57E6A4DCCC1E}"/>
              </a:ext>
            </a:extLst>
          </p:cNvPr>
          <p:cNvSpPr>
            <a:spLocks noGrp="1"/>
          </p:cNvSpPr>
          <p:nvPr/>
        </p:nvSpPr>
        <p:spPr>
          <a:xfrm>
            <a:off x="305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8" name="F2_precision_recall_distributions_7612">
            <a:extLst>
              <a:ext uri="{FF2B5EF4-FFF2-40B4-BE49-F238E27FC236}">
                <a16:creationId xmlns:a16="http://schemas.microsoft.com/office/drawing/2014/main" id="{322AF025-C9E3-428E-A187-E923CA893585}"/>
              </a:ext>
            </a:extLst>
          </p:cNvPr>
          <p:cNvSpPr>
            <a:spLocks noGrp="1"/>
          </p:cNvSpPr>
          <p:nvPr/>
        </p:nvSpPr>
        <p:spPr>
          <a:xfrm>
            <a:off x="312098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9" name="F2_precision_recall_distributions_7613">
            <a:extLst>
              <a:ext uri="{FF2B5EF4-FFF2-40B4-BE49-F238E27FC236}">
                <a16:creationId xmlns:a16="http://schemas.microsoft.com/office/drawing/2014/main" id="{00C5B7B4-9E30-46D6-8E23-87556C2953F6}"/>
              </a:ext>
            </a:extLst>
          </p:cNvPr>
          <p:cNvSpPr>
            <a:spLocks noGrp="1"/>
          </p:cNvSpPr>
          <p:nvPr/>
        </p:nvSpPr>
        <p:spPr>
          <a:xfrm>
            <a:off x="3126194" y="7519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0" name="F2_precision_recall_distributions_7614">
            <a:extLst>
              <a:ext uri="{FF2B5EF4-FFF2-40B4-BE49-F238E27FC236}">
                <a16:creationId xmlns:a16="http://schemas.microsoft.com/office/drawing/2014/main" id="{C4A39CC5-7884-4069-BB30-29972F2BDA04}"/>
              </a:ext>
            </a:extLst>
          </p:cNvPr>
          <p:cNvSpPr>
            <a:spLocks noGrp="1"/>
          </p:cNvSpPr>
          <p:nvPr/>
        </p:nvSpPr>
        <p:spPr>
          <a:xfrm>
            <a:off x="31713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1" name="F2_precision_recall_distributions_7615">
            <a:extLst>
              <a:ext uri="{FF2B5EF4-FFF2-40B4-BE49-F238E27FC236}">
                <a16:creationId xmlns:a16="http://schemas.microsoft.com/office/drawing/2014/main" id="{C5D0F354-D2F1-4C95-AECE-DB55D9D54484}"/>
              </a:ext>
            </a:extLst>
          </p:cNvPr>
          <p:cNvSpPr>
            <a:spLocks noGrp="1"/>
          </p:cNvSpPr>
          <p:nvPr/>
        </p:nvSpPr>
        <p:spPr>
          <a:xfrm>
            <a:off x="3138784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2" name="F2_precision_recall_distributions_7616">
            <a:extLst>
              <a:ext uri="{FF2B5EF4-FFF2-40B4-BE49-F238E27FC236}">
                <a16:creationId xmlns:a16="http://schemas.microsoft.com/office/drawing/2014/main" id="{1F77F4E5-1917-4B57-9EAF-379778FA907D}"/>
              </a:ext>
            </a:extLst>
          </p:cNvPr>
          <p:cNvSpPr>
            <a:spLocks noGrp="1"/>
          </p:cNvSpPr>
          <p:nvPr/>
        </p:nvSpPr>
        <p:spPr>
          <a:xfrm>
            <a:off x="2827260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3" name="F2_precision_recall_distributions_7617">
            <a:extLst>
              <a:ext uri="{FF2B5EF4-FFF2-40B4-BE49-F238E27FC236}">
                <a16:creationId xmlns:a16="http://schemas.microsoft.com/office/drawing/2014/main" id="{47CE22CC-0395-41E7-B550-88E947ABBAE9}"/>
              </a:ext>
            </a:extLst>
          </p:cNvPr>
          <p:cNvSpPr>
            <a:spLocks noGrp="1"/>
          </p:cNvSpPr>
          <p:nvPr/>
        </p:nvSpPr>
        <p:spPr>
          <a:xfrm>
            <a:off x="303961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4" name="F2_precision_recall_distributions_7618">
            <a:extLst>
              <a:ext uri="{FF2B5EF4-FFF2-40B4-BE49-F238E27FC236}">
                <a16:creationId xmlns:a16="http://schemas.microsoft.com/office/drawing/2014/main" id="{FBC08EE5-15DA-4B1B-B3B4-17A106790FB1}"/>
              </a:ext>
            </a:extLst>
          </p:cNvPr>
          <p:cNvSpPr>
            <a:spLocks noGrp="1"/>
          </p:cNvSpPr>
          <p:nvPr/>
        </p:nvSpPr>
        <p:spPr>
          <a:xfrm>
            <a:off x="3073809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5" name="F2_precision_recall_distributions_7619">
            <a:extLst>
              <a:ext uri="{FF2B5EF4-FFF2-40B4-BE49-F238E27FC236}">
                <a16:creationId xmlns:a16="http://schemas.microsoft.com/office/drawing/2014/main" id="{F0C01856-D32B-4F1F-BCEB-94D8F45F44DB}"/>
              </a:ext>
            </a:extLst>
          </p:cNvPr>
          <p:cNvSpPr>
            <a:spLocks noGrp="1"/>
          </p:cNvSpPr>
          <p:nvPr/>
        </p:nvSpPr>
        <p:spPr>
          <a:xfrm>
            <a:off x="30559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6" name="F2_precision_recall_distributions_7620">
            <a:extLst>
              <a:ext uri="{FF2B5EF4-FFF2-40B4-BE49-F238E27FC236}">
                <a16:creationId xmlns:a16="http://schemas.microsoft.com/office/drawing/2014/main" id="{BAFE9196-49B9-405D-8296-70F9050AFFD9}"/>
              </a:ext>
            </a:extLst>
          </p:cNvPr>
          <p:cNvSpPr>
            <a:spLocks noGrp="1"/>
          </p:cNvSpPr>
          <p:nvPr/>
        </p:nvSpPr>
        <p:spPr>
          <a:xfrm>
            <a:off x="288179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7" name="F2_precision_recall_distributions_7621">
            <a:extLst>
              <a:ext uri="{FF2B5EF4-FFF2-40B4-BE49-F238E27FC236}">
                <a16:creationId xmlns:a16="http://schemas.microsoft.com/office/drawing/2014/main" id="{C8B70F6A-C9DC-4EA9-916E-165ABE131C0F}"/>
              </a:ext>
            </a:extLst>
          </p:cNvPr>
          <p:cNvSpPr>
            <a:spLocks noGrp="1"/>
          </p:cNvSpPr>
          <p:nvPr/>
        </p:nvSpPr>
        <p:spPr>
          <a:xfrm>
            <a:off x="29425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8" name="F2_precision_recall_distributions_7622">
            <a:extLst>
              <a:ext uri="{FF2B5EF4-FFF2-40B4-BE49-F238E27FC236}">
                <a16:creationId xmlns:a16="http://schemas.microsoft.com/office/drawing/2014/main" id="{8AB449B3-352D-43AE-B346-6A617D782E7B}"/>
              </a:ext>
            </a:extLst>
          </p:cNvPr>
          <p:cNvSpPr>
            <a:spLocks noGrp="1"/>
          </p:cNvSpPr>
          <p:nvPr/>
        </p:nvSpPr>
        <p:spPr>
          <a:xfrm>
            <a:off x="290149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9" name="F2_precision_recall_distributions_7623">
            <a:extLst>
              <a:ext uri="{FF2B5EF4-FFF2-40B4-BE49-F238E27FC236}">
                <a16:creationId xmlns:a16="http://schemas.microsoft.com/office/drawing/2014/main" id="{3646F8F5-2FC9-4E54-8A3E-37E5E0FE2318}"/>
              </a:ext>
            </a:extLst>
          </p:cNvPr>
          <p:cNvSpPr>
            <a:spLocks noGrp="1"/>
          </p:cNvSpPr>
          <p:nvPr/>
        </p:nvSpPr>
        <p:spPr>
          <a:xfrm>
            <a:off x="298119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0" name="F2_precision_recall_distributions_7624">
            <a:extLst>
              <a:ext uri="{FF2B5EF4-FFF2-40B4-BE49-F238E27FC236}">
                <a16:creationId xmlns:a16="http://schemas.microsoft.com/office/drawing/2014/main" id="{0CA477C5-D383-4476-B9A8-EDBFA384ABBA}"/>
              </a:ext>
            </a:extLst>
          </p:cNvPr>
          <p:cNvSpPr>
            <a:spLocks noGrp="1"/>
          </p:cNvSpPr>
          <p:nvPr/>
        </p:nvSpPr>
        <p:spPr>
          <a:xfrm>
            <a:off x="308142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1" name="F2_precision_recall_distributions_7625">
            <a:extLst>
              <a:ext uri="{FF2B5EF4-FFF2-40B4-BE49-F238E27FC236}">
                <a16:creationId xmlns:a16="http://schemas.microsoft.com/office/drawing/2014/main" id="{F38C8E51-78DD-429E-96D9-10B6DDDDC95C}"/>
              </a:ext>
            </a:extLst>
          </p:cNvPr>
          <p:cNvSpPr>
            <a:spLocks noGrp="1"/>
          </p:cNvSpPr>
          <p:nvPr/>
        </p:nvSpPr>
        <p:spPr>
          <a:xfrm>
            <a:off x="2904675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2" name="F2_precision_recall_distributions_7626">
            <a:extLst>
              <a:ext uri="{FF2B5EF4-FFF2-40B4-BE49-F238E27FC236}">
                <a16:creationId xmlns:a16="http://schemas.microsoft.com/office/drawing/2014/main" id="{E0D771C8-9F72-4034-BD4C-AA197E5479D3}"/>
              </a:ext>
            </a:extLst>
          </p:cNvPr>
          <p:cNvSpPr>
            <a:spLocks noGrp="1"/>
          </p:cNvSpPr>
          <p:nvPr/>
        </p:nvSpPr>
        <p:spPr>
          <a:xfrm>
            <a:off x="30127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3" name="F2_precision_recall_distributions_7627">
            <a:extLst>
              <a:ext uri="{FF2B5EF4-FFF2-40B4-BE49-F238E27FC236}">
                <a16:creationId xmlns:a16="http://schemas.microsoft.com/office/drawing/2014/main" id="{6F07F74B-5CB2-41FD-8022-778F1228F9F4}"/>
              </a:ext>
            </a:extLst>
          </p:cNvPr>
          <p:cNvSpPr>
            <a:spLocks noGrp="1"/>
          </p:cNvSpPr>
          <p:nvPr/>
        </p:nvSpPr>
        <p:spPr>
          <a:xfrm>
            <a:off x="3188838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4" name="F2_precision_recall_distributions_7628">
            <a:extLst>
              <a:ext uri="{FF2B5EF4-FFF2-40B4-BE49-F238E27FC236}">
                <a16:creationId xmlns:a16="http://schemas.microsoft.com/office/drawing/2014/main" id="{2F62E181-C693-4F87-B03E-8CA28E17CF3C}"/>
              </a:ext>
            </a:extLst>
          </p:cNvPr>
          <p:cNvSpPr>
            <a:spLocks noGrp="1"/>
          </p:cNvSpPr>
          <p:nvPr/>
        </p:nvSpPr>
        <p:spPr>
          <a:xfrm>
            <a:off x="312997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5" name="F2_precision_recall_distributions_7629">
            <a:extLst>
              <a:ext uri="{FF2B5EF4-FFF2-40B4-BE49-F238E27FC236}">
                <a16:creationId xmlns:a16="http://schemas.microsoft.com/office/drawing/2014/main" id="{AE986766-5A4A-47F9-A91D-D3BB395B8DE5}"/>
              </a:ext>
            </a:extLst>
          </p:cNvPr>
          <p:cNvSpPr>
            <a:spLocks noGrp="1"/>
          </p:cNvSpPr>
          <p:nvPr/>
        </p:nvSpPr>
        <p:spPr>
          <a:xfrm>
            <a:off x="287946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6" name="F2_precision_recall_distributions_7630">
            <a:extLst>
              <a:ext uri="{FF2B5EF4-FFF2-40B4-BE49-F238E27FC236}">
                <a16:creationId xmlns:a16="http://schemas.microsoft.com/office/drawing/2014/main" id="{0E583FFA-DEC7-40AC-AAC7-166B74311D19}"/>
              </a:ext>
            </a:extLst>
          </p:cNvPr>
          <p:cNvSpPr>
            <a:spLocks noGrp="1"/>
          </p:cNvSpPr>
          <p:nvPr/>
        </p:nvSpPr>
        <p:spPr>
          <a:xfrm>
            <a:off x="284097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7" name="F2_precision_recall_distributions_7631">
            <a:extLst>
              <a:ext uri="{FF2B5EF4-FFF2-40B4-BE49-F238E27FC236}">
                <a16:creationId xmlns:a16="http://schemas.microsoft.com/office/drawing/2014/main" id="{30941A2C-1EE1-4958-85CE-1BB106936428}"/>
              </a:ext>
            </a:extLst>
          </p:cNvPr>
          <p:cNvSpPr>
            <a:spLocks noGrp="1"/>
          </p:cNvSpPr>
          <p:nvPr/>
        </p:nvSpPr>
        <p:spPr>
          <a:xfrm>
            <a:off x="308977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8" name="F2_precision_recall_distributions_7632">
            <a:extLst>
              <a:ext uri="{FF2B5EF4-FFF2-40B4-BE49-F238E27FC236}">
                <a16:creationId xmlns:a16="http://schemas.microsoft.com/office/drawing/2014/main" id="{865B7036-64A5-4EF3-9D64-DAB21ADD38D7}"/>
              </a:ext>
            </a:extLst>
          </p:cNvPr>
          <p:cNvSpPr>
            <a:spLocks noGrp="1"/>
          </p:cNvSpPr>
          <p:nvPr/>
        </p:nvSpPr>
        <p:spPr>
          <a:xfrm>
            <a:off x="2913926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9" name="F2_precision_recall_distributions_7633">
            <a:extLst>
              <a:ext uri="{FF2B5EF4-FFF2-40B4-BE49-F238E27FC236}">
                <a16:creationId xmlns:a16="http://schemas.microsoft.com/office/drawing/2014/main" id="{241536F2-E70C-4D31-B874-4B8FAF3FA755}"/>
              </a:ext>
            </a:extLst>
          </p:cNvPr>
          <p:cNvSpPr>
            <a:spLocks noGrp="1"/>
          </p:cNvSpPr>
          <p:nvPr/>
        </p:nvSpPr>
        <p:spPr>
          <a:xfrm>
            <a:off x="2967225" y="7515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0" name="F2_precision_recall_distributions_7634">
            <a:extLst>
              <a:ext uri="{FF2B5EF4-FFF2-40B4-BE49-F238E27FC236}">
                <a16:creationId xmlns:a16="http://schemas.microsoft.com/office/drawing/2014/main" id="{72E0A3AF-B1B1-4A00-B352-8B9C0D9AEEAB}"/>
              </a:ext>
            </a:extLst>
          </p:cNvPr>
          <p:cNvSpPr>
            <a:spLocks noGrp="1"/>
          </p:cNvSpPr>
          <p:nvPr/>
        </p:nvSpPr>
        <p:spPr>
          <a:xfrm>
            <a:off x="31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1" name="F2_precision_recall_distributions_7635">
            <a:extLst>
              <a:ext uri="{FF2B5EF4-FFF2-40B4-BE49-F238E27FC236}">
                <a16:creationId xmlns:a16="http://schemas.microsoft.com/office/drawing/2014/main" id="{AA046EE3-7333-4401-978A-0612CA49089C}"/>
              </a:ext>
            </a:extLst>
          </p:cNvPr>
          <p:cNvSpPr>
            <a:spLocks noGrp="1"/>
          </p:cNvSpPr>
          <p:nvPr/>
        </p:nvSpPr>
        <p:spPr>
          <a:xfrm>
            <a:off x="3150290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2" name="F2_precision_recall_distributions_7636">
            <a:extLst>
              <a:ext uri="{FF2B5EF4-FFF2-40B4-BE49-F238E27FC236}">
                <a16:creationId xmlns:a16="http://schemas.microsoft.com/office/drawing/2014/main" id="{43591E27-615D-42EE-875E-2235E404B174}"/>
              </a:ext>
            </a:extLst>
          </p:cNvPr>
          <p:cNvSpPr>
            <a:spLocks noGrp="1"/>
          </p:cNvSpPr>
          <p:nvPr/>
        </p:nvSpPr>
        <p:spPr>
          <a:xfrm>
            <a:off x="283410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3" name="F2_precision_recall_distributions_7637">
            <a:extLst>
              <a:ext uri="{FF2B5EF4-FFF2-40B4-BE49-F238E27FC236}">
                <a16:creationId xmlns:a16="http://schemas.microsoft.com/office/drawing/2014/main" id="{C74076A8-27CC-49E2-8733-2BFA7BF01A56}"/>
              </a:ext>
            </a:extLst>
          </p:cNvPr>
          <p:cNvSpPr>
            <a:spLocks noGrp="1"/>
          </p:cNvSpPr>
          <p:nvPr/>
        </p:nvSpPr>
        <p:spPr>
          <a:xfrm>
            <a:off x="28944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4" name="F2_precision_recall_distributions_7638">
            <a:extLst>
              <a:ext uri="{FF2B5EF4-FFF2-40B4-BE49-F238E27FC236}">
                <a16:creationId xmlns:a16="http://schemas.microsoft.com/office/drawing/2014/main" id="{7839653D-865A-46E5-916B-A3B152F8DA46}"/>
              </a:ext>
            </a:extLst>
          </p:cNvPr>
          <p:cNvSpPr>
            <a:spLocks noGrp="1"/>
          </p:cNvSpPr>
          <p:nvPr/>
        </p:nvSpPr>
        <p:spPr>
          <a:xfrm>
            <a:off x="310061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5" name="F2_precision_recall_distributions_7639">
            <a:extLst>
              <a:ext uri="{FF2B5EF4-FFF2-40B4-BE49-F238E27FC236}">
                <a16:creationId xmlns:a16="http://schemas.microsoft.com/office/drawing/2014/main" id="{A3626ACF-C91C-431D-8C6A-1DB493B7C0C7}"/>
              </a:ext>
            </a:extLst>
          </p:cNvPr>
          <p:cNvSpPr>
            <a:spLocks noGrp="1"/>
          </p:cNvSpPr>
          <p:nvPr/>
        </p:nvSpPr>
        <p:spPr>
          <a:xfrm>
            <a:off x="282963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6" name="F2_precision_recall_distributions_7640">
            <a:extLst>
              <a:ext uri="{FF2B5EF4-FFF2-40B4-BE49-F238E27FC236}">
                <a16:creationId xmlns:a16="http://schemas.microsoft.com/office/drawing/2014/main" id="{8DBE5131-D847-4FAA-B114-68CEBDC9DC6D}"/>
              </a:ext>
            </a:extLst>
          </p:cNvPr>
          <p:cNvSpPr>
            <a:spLocks noGrp="1"/>
          </p:cNvSpPr>
          <p:nvPr/>
        </p:nvSpPr>
        <p:spPr>
          <a:xfrm>
            <a:off x="2957258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7" name="F2_precision_recall_distributions_7641">
            <a:extLst>
              <a:ext uri="{FF2B5EF4-FFF2-40B4-BE49-F238E27FC236}">
                <a16:creationId xmlns:a16="http://schemas.microsoft.com/office/drawing/2014/main" id="{61D7C108-2259-40D7-B4D3-A0612457CC00}"/>
              </a:ext>
            </a:extLst>
          </p:cNvPr>
          <p:cNvSpPr>
            <a:spLocks noGrp="1"/>
          </p:cNvSpPr>
          <p:nvPr/>
        </p:nvSpPr>
        <p:spPr>
          <a:xfrm>
            <a:off x="29180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8" name="F2_precision_recall_distributions_7642">
            <a:extLst>
              <a:ext uri="{FF2B5EF4-FFF2-40B4-BE49-F238E27FC236}">
                <a16:creationId xmlns:a16="http://schemas.microsoft.com/office/drawing/2014/main" id="{35B980CA-33DB-4824-9BFF-8A594706EBAA}"/>
              </a:ext>
            </a:extLst>
          </p:cNvPr>
          <p:cNvSpPr>
            <a:spLocks noGrp="1"/>
          </p:cNvSpPr>
          <p:nvPr/>
        </p:nvSpPr>
        <p:spPr>
          <a:xfrm>
            <a:off x="294647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9" name="F2_precision_recall_distributions_7643">
            <a:extLst>
              <a:ext uri="{FF2B5EF4-FFF2-40B4-BE49-F238E27FC236}">
                <a16:creationId xmlns:a16="http://schemas.microsoft.com/office/drawing/2014/main" id="{3AE6DFBD-4E7A-486D-9D7C-B319664302CC}"/>
              </a:ext>
            </a:extLst>
          </p:cNvPr>
          <p:cNvSpPr>
            <a:spLocks noGrp="1"/>
          </p:cNvSpPr>
          <p:nvPr/>
        </p:nvSpPr>
        <p:spPr>
          <a:xfrm>
            <a:off x="3059681" y="7682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0" name="F2_precision_recall_distributions_7644">
            <a:extLst>
              <a:ext uri="{FF2B5EF4-FFF2-40B4-BE49-F238E27FC236}">
                <a16:creationId xmlns:a16="http://schemas.microsoft.com/office/drawing/2014/main" id="{B5581494-77C9-4E22-A3D5-98C4215707BF}"/>
              </a:ext>
            </a:extLst>
          </p:cNvPr>
          <p:cNvSpPr>
            <a:spLocks noGrp="1"/>
          </p:cNvSpPr>
          <p:nvPr/>
        </p:nvSpPr>
        <p:spPr>
          <a:xfrm>
            <a:off x="31753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1" name="F2_precision_recall_distributions_7645">
            <a:extLst>
              <a:ext uri="{FF2B5EF4-FFF2-40B4-BE49-F238E27FC236}">
                <a16:creationId xmlns:a16="http://schemas.microsoft.com/office/drawing/2014/main" id="{E6A8DB9C-5D63-4431-AA25-5B26D4D7532E}"/>
              </a:ext>
            </a:extLst>
          </p:cNvPr>
          <p:cNvSpPr>
            <a:spLocks noGrp="1"/>
          </p:cNvSpPr>
          <p:nvPr/>
        </p:nvSpPr>
        <p:spPr>
          <a:xfrm>
            <a:off x="295107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2" name="F2_precision_recall_distributions_7646">
            <a:extLst>
              <a:ext uri="{FF2B5EF4-FFF2-40B4-BE49-F238E27FC236}">
                <a16:creationId xmlns:a16="http://schemas.microsoft.com/office/drawing/2014/main" id="{6A2BF228-51D6-4A3E-A79A-0D321C3E4BA5}"/>
              </a:ext>
            </a:extLst>
          </p:cNvPr>
          <p:cNvSpPr>
            <a:spLocks noGrp="1"/>
          </p:cNvSpPr>
          <p:nvPr/>
        </p:nvSpPr>
        <p:spPr>
          <a:xfrm>
            <a:off x="3842873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833" name="F2_precision_recall_distributions_7647">
            <a:extLst>
              <a:ext uri="{FF2B5EF4-FFF2-40B4-BE49-F238E27FC236}">
                <a16:creationId xmlns:a16="http://schemas.microsoft.com/office/drawing/2014/main" id="{A76F9BCD-E67F-43A3-A181-984E668DFF11}"/>
              </a:ext>
            </a:extLst>
          </p:cNvPr>
          <p:cNvSpPr>
            <a:spLocks noGrp="1"/>
          </p:cNvSpPr>
          <p:nvPr/>
        </p:nvSpPr>
        <p:spPr>
          <a:xfrm>
            <a:off x="42030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4" name="F2_precision_recall_distributions_7648">
            <a:extLst>
              <a:ext uri="{FF2B5EF4-FFF2-40B4-BE49-F238E27FC236}">
                <a16:creationId xmlns:a16="http://schemas.microsoft.com/office/drawing/2014/main" id="{F025FAA9-8242-491F-B873-F1D41DA53154}"/>
              </a:ext>
            </a:extLst>
          </p:cNvPr>
          <p:cNvSpPr>
            <a:spLocks noGrp="1"/>
          </p:cNvSpPr>
          <p:nvPr/>
        </p:nvSpPr>
        <p:spPr>
          <a:xfrm>
            <a:off x="4021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5" name="F2_precision_recall_distributions_7649">
            <a:extLst>
              <a:ext uri="{FF2B5EF4-FFF2-40B4-BE49-F238E27FC236}">
                <a16:creationId xmlns:a16="http://schemas.microsoft.com/office/drawing/2014/main" id="{013CCF38-BD0D-40B5-8156-B7E3C9F6649C}"/>
              </a:ext>
            </a:extLst>
          </p:cNvPr>
          <p:cNvSpPr>
            <a:spLocks noGrp="1"/>
          </p:cNvSpPr>
          <p:nvPr/>
        </p:nvSpPr>
        <p:spPr>
          <a:xfrm>
            <a:off x="42325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6" name="F2_precision_recall_distributions_7650">
            <a:extLst>
              <a:ext uri="{FF2B5EF4-FFF2-40B4-BE49-F238E27FC236}">
                <a16:creationId xmlns:a16="http://schemas.microsoft.com/office/drawing/2014/main" id="{7A77DF93-6075-48C1-8CF6-5C39780BE725}"/>
              </a:ext>
            </a:extLst>
          </p:cNvPr>
          <p:cNvSpPr>
            <a:spLocks noGrp="1"/>
          </p:cNvSpPr>
          <p:nvPr/>
        </p:nvSpPr>
        <p:spPr>
          <a:xfrm>
            <a:off x="41835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7" name="F2_precision_recall_distributions_7651">
            <a:extLst>
              <a:ext uri="{FF2B5EF4-FFF2-40B4-BE49-F238E27FC236}">
                <a16:creationId xmlns:a16="http://schemas.microsoft.com/office/drawing/2014/main" id="{7C228467-2689-4ECA-A2AD-E3302CBCF890}"/>
              </a:ext>
            </a:extLst>
          </p:cNvPr>
          <p:cNvSpPr>
            <a:spLocks noGrp="1"/>
          </p:cNvSpPr>
          <p:nvPr/>
        </p:nvSpPr>
        <p:spPr>
          <a:xfrm>
            <a:off x="4119899" y="7801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8" name="F2_precision_recall_distributions_7652">
            <a:extLst>
              <a:ext uri="{FF2B5EF4-FFF2-40B4-BE49-F238E27FC236}">
                <a16:creationId xmlns:a16="http://schemas.microsoft.com/office/drawing/2014/main" id="{06584BAE-10AB-45A1-BCFC-F3C5F4CD0449}"/>
              </a:ext>
            </a:extLst>
          </p:cNvPr>
          <p:cNvSpPr>
            <a:spLocks noGrp="1"/>
          </p:cNvSpPr>
          <p:nvPr/>
        </p:nvSpPr>
        <p:spPr>
          <a:xfrm>
            <a:off x="40788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9" name="F2_precision_recall_distributions_7653">
            <a:extLst>
              <a:ext uri="{FF2B5EF4-FFF2-40B4-BE49-F238E27FC236}">
                <a16:creationId xmlns:a16="http://schemas.microsoft.com/office/drawing/2014/main" id="{613E3E2E-5E84-4E5A-B032-B5FA489BB062}"/>
              </a:ext>
            </a:extLst>
          </p:cNvPr>
          <p:cNvSpPr>
            <a:spLocks noGrp="1"/>
          </p:cNvSpPr>
          <p:nvPr/>
        </p:nvSpPr>
        <p:spPr>
          <a:xfrm>
            <a:off x="41570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0" name="F2_precision_recall_distributions_7654">
            <a:extLst>
              <a:ext uri="{FF2B5EF4-FFF2-40B4-BE49-F238E27FC236}">
                <a16:creationId xmlns:a16="http://schemas.microsoft.com/office/drawing/2014/main" id="{E62BBF7C-E579-47C9-ABA6-2E11E6B8FE11}"/>
              </a:ext>
            </a:extLst>
          </p:cNvPr>
          <p:cNvSpPr>
            <a:spLocks noGrp="1"/>
          </p:cNvSpPr>
          <p:nvPr/>
        </p:nvSpPr>
        <p:spPr>
          <a:xfrm>
            <a:off x="4334754" y="78071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1" name="F2_precision_recall_distributions_7655">
            <a:extLst>
              <a:ext uri="{FF2B5EF4-FFF2-40B4-BE49-F238E27FC236}">
                <a16:creationId xmlns:a16="http://schemas.microsoft.com/office/drawing/2014/main" id="{4AEA3313-DB03-430D-818E-AAE3F8E70086}"/>
              </a:ext>
            </a:extLst>
          </p:cNvPr>
          <p:cNvSpPr>
            <a:spLocks noGrp="1"/>
          </p:cNvSpPr>
          <p:nvPr/>
        </p:nvSpPr>
        <p:spPr>
          <a:xfrm>
            <a:off x="42057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2" name="F2_precision_recall_distributions_7656">
            <a:extLst>
              <a:ext uri="{FF2B5EF4-FFF2-40B4-BE49-F238E27FC236}">
                <a16:creationId xmlns:a16="http://schemas.microsoft.com/office/drawing/2014/main" id="{7BAC8EE2-2989-4CDE-A46F-ED4775CD324C}"/>
              </a:ext>
            </a:extLst>
          </p:cNvPr>
          <p:cNvSpPr>
            <a:spLocks noGrp="1"/>
          </p:cNvSpPr>
          <p:nvPr/>
        </p:nvSpPr>
        <p:spPr>
          <a:xfrm>
            <a:off x="4253972" y="7810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3" name="F2_precision_recall_distributions_7657">
            <a:extLst>
              <a:ext uri="{FF2B5EF4-FFF2-40B4-BE49-F238E27FC236}">
                <a16:creationId xmlns:a16="http://schemas.microsoft.com/office/drawing/2014/main" id="{C2068262-808F-4572-80DF-F0BAD66552E8}"/>
              </a:ext>
            </a:extLst>
          </p:cNvPr>
          <p:cNvSpPr>
            <a:spLocks noGrp="1"/>
          </p:cNvSpPr>
          <p:nvPr/>
        </p:nvSpPr>
        <p:spPr>
          <a:xfrm>
            <a:off x="4062381" y="7806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4" name="F2_precision_recall_distributions_7658">
            <a:extLst>
              <a:ext uri="{FF2B5EF4-FFF2-40B4-BE49-F238E27FC236}">
                <a16:creationId xmlns:a16="http://schemas.microsoft.com/office/drawing/2014/main" id="{7B9D7676-4090-4568-9510-1BB02D9A3668}"/>
              </a:ext>
            </a:extLst>
          </p:cNvPr>
          <p:cNvSpPr>
            <a:spLocks noGrp="1"/>
          </p:cNvSpPr>
          <p:nvPr/>
        </p:nvSpPr>
        <p:spPr>
          <a:xfrm>
            <a:off x="4341166" y="77257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5" name="F2_precision_recall_distributions_7659">
            <a:extLst>
              <a:ext uri="{FF2B5EF4-FFF2-40B4-BE49-F238E27FC236}">
                <a16:creationId xmlns:a16="http://schemas.microsoft.com/office/drawing/2014/main" id="{8FE1D838-A400-451D-943D-BA6D0E9D40BA}"/>
              </a:ext>
            </a:extLst>
          </p:cNvPr>
          <p:cNvSpPr>
            <a:spLocks noGrp="1"/>
          </p:cNvSpPr>
          <p:nvPr/>
        </p:nvSpPr>
        <p:spPr>
          <a:xfrm>
            <a:off x="4102116" y="7809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6" name="F2_precision_recall_distributions_7660">
            <a:extLst>
              <a:ext uri="{FF2B5EF4-FFF2-40B4-BE49-F238E27FC236}">
                <a16:creationId xmlns:a16="http://schemas.microsoft.com/office/drawing/2014/main" id="{5F5B9EF9-AA06-472D-9A1C-3D85ACEAA854}"/>
              </a:ext>
            </a:extLst>
          </p:cNvPr>
          <p:cNvSpPr>
            <a:spLocks noGrp="1"/>
          </p:cNvSpPr>
          <p:nvPr/>
        </p:nvSpPr>
        <p:spPr>
          <a:xfrm>
            <a:off x="40935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7" name="F2_precision_recall_distributions_7661">
            <a:extLst>
              <a:ext uri="{FF2B5EF4-FFF2-40B4-BE49-F238E27FC236}">
                <a16:creationId xmlns:a16="http://schemas.microsoft.com/office/drawing/2014/main" id="{B738A2D1-1996-4EA7-ADB4-C2907AEFB415}"/>
              </a:ext>
            </a:extLst>
          </p:cNvPr>
          <p:cNvSpPr>
            <a:spLocks noGrp="1"/>
          </p:cNvSpPr>
          <p:nvPr/>
        </p:nvSpPr>
        <p:spPr>
          <a:xfrm>
            <a:off x="40329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8" name="F2_precision_recall_distributions_7662">
            <a:extLst>
              <a:ext uri="{FF2B5EF4-FFF2-40B4-BE49-F238E27FC236}">
                <a16:creationId xmlns:a16="http://schemas.microsoft.com/office/drawing/2014/main" id="{37607FB3-8FE9-4265-8A5A-F71177854C2C}"/>
              </a:ext>
            </a:extLst>
          </p:cNvPr>
          <p:cNvSpPr>
            <a:spLocks noGrp="1"/>
          </p:cNvSpPr>
          <p:nvPr/>
        </p:nvSpPr>
        <p:spPr>
          <a:xfrm>
            <a:off x="4010501" y="78101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9" name="F2_precision_recall_distributions_7663">
            <a:extLst>
              <a:ext uri="{FF2B5EF4-FFF2-40B4-BE49-F238E27FC236}">
                <a16:creationId xmlns:a16="http://schemas.microsoft.com/office/drawing/2014/main" id="{9558CD6A-8068-4346-BCCE-37DA02E9085E}"/>
              </a:ext>
            </a:extLst>
          </p:cNvPr>
          <p:cNvSpPr>
            <a:spLocks noGrp="1"/>
          </p:cNvSpPr>
          <p:nvPr/>
        </p:nvSpPr>
        <p:spPr>
          <a:xfrm>
            <a:off x="42538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0" name="F2_precision_recall_distributions_7664">
            <a:extLst>
              <a:ext uri="{FF2B5EF4-FFF2-40B4-BE49-F238E27FC236}">
                <a16:creationId xmlns:a16="http://schemas.microsoft.com/office/drawing/2014/main" id="{4536F91F-DFF8-40A8-BF5A-2BE89CC1C0F1}"/>
              </a:ext>
            </a:extLst>
          </p:cNvPr>
          <p:cNvSpPr>
            <a:spLocks noGrp="1"/>
          </p:cNvSpPr>
          <p:nvPr/>
        </p:nvSpPr>
        <p:spPr>
          <a:xfrm>
            <a:off x="42795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1" name="F2_precision_recall_distributions_7665">
            <a:extLst>
              <a:ext uri="{FF2B5EF4-FFF2-40B4-BE49-F238E27FC236}">
                <a16:creationId xmlns:a16="http://schemas.microsoft.com/office/drawing/2014/main" id="{6973D274-2291-4417-81C1-A5D3EE1E921A}"/>
              </a:ext>
            </a:extLst>
          </p:cNvPr>
          <p:cNvSpPr>
            <a:spLocks noGrp="1"/>
          </p:cNvSpPr>
          <p:nvPr/>
        </p:nvSpPr>
        <p:spPr>
          <a:xfrm>
            <a:off x="40164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2" name="F2_precision_recall_distributions_7666">
            <a:extLst>
              <a:ext uri="{FF2B5EF4-FFF2-40B4-BE49-F238E27FC236}">
                <a16:creationId xmlns:a16="http://schemas.microsoft.com/office/drawing/2014/main" id="{5D37B8E3-57C4-4E3B-B2DD-A1F130CC1D24}"/>
              </a:ext>
            </a:extLst>
          </p:cNvPr>
          <p:cNvSpPr>
            <a:spLocks noGrp="1"/>
          </p:cNvSpPr>
          <p:nvPr/>
        </p:nvSpPr>
        <p:spPr>
          <a:xfrm>
            <a:off x="4018814" y="7813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3" name="F2_precision_recall_distributions_7667">
            <a:extLst>
              <a:ext uri="{FF2B5EF4-FFF2-40B4-BE49-F238E27FC236}">
                <a16:creationId xmlns:a16="http://schemas.microsoft.com/office/drawing/2014/main" id="{47B3C1AA-2A64-493E-87C1-F86D343F43D1}"/>
              </a:ext>
            </a:extLst>
          </p:cNvPr>
          <p:cNvSpPr>
            <a:spLocks noGrp="1"/>
          </p:cNvSpPr>
          <p:nvPr/>
        </p:nvSpPr>
        <p:spPr>
          <a:xfrm>
            <a:off x="4338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4" name="F2_precision_recall_distributions_7668">
            <a:extLst>
              <a:ext uri="{FF2B5EF4-FFF2-40B4-BE49-F238E27FC236}">
                <a16:creationId xmlns:a16="http://schemas.microsoft.com/office/drawing/2014/main" id="{BA233392-15BA-40C4-87C9-41AF7DFDD154}"/>
              </a:ext>
            </a:extLst>
          </p:cNvPr>
          <p:cNvSpPr>
            <a:spLocks noGrp="1"/>
          </p:cNvSpPr>
          <p:nvPr/>
        </p:nvSpPr>
        <p:spPr>
          <a:xfrm>
            <a:off x="42804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5" name="F2_precision_recall_distributions_7669">
            <a:extLst>
              <a:ext uri="{FF2B5EF4-FFF2-40B4-BE49-F238E27FC236}">
                <a16:creationId xmlns:a16="http://schemas.microsoft.com/office/drawing/2014/main" id="{EDF3E777-791A-49A3-AFE6-87879ECE45DC}"/>
              </a:ext>
            </a:extLst>
          </p:cNvPr>
          <p:cNvSpPr>
            <a:spLocks noGrp="1"/>
          </p:cNvSpPr>
          <p:nvPr/>
        </p:nvSpPr>
        <p:spPr>
          <a:xfrm>
            <a:off x="4229320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6" name="F2_precision_recall_distributions_7670">
            <a:extLst>
              <a:ext uri="{FF2B5EF4-FFF2-40B4-BE49-F238E27FC236}">
                <a16:creationId xmlns:a16="http://schemas.microsoft.com/office/drawing/2014/main" id="{64AC9CF9-C2A2-4C02-B670-BFE0D3BB7E47}"/>
              </a:ext>
            </a:extLst>
          </p:cNvPr>
          <p:cNvSpPr>
            <a:spLocks noGrp="1"/>
          </p:cNvSpPr>
          <p:nvPr/>
        </p:nvSpPr>
        <p:spPr>
          <a:xfrm>
            <a:off x="4283145" y="77781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7" name="F2_precision_recall_distributions_7671">
            <a:extLst>
              <a:ext uri="{FF2B5EF4-FFF2-40B4-BE49-F238E27FC236}">
                <a16:creationId xmlns:a16="http://schemas.microsoft.com/office/drawing/2014/main" id="{90A84E8B-97CE-4A9F-880D-2060F1191CB8}"/>
              </a:ext>
            </a:extLst>
          </p:cNvPr>
          <p:cNvSpPr>
            <a:spLocks noGrp="1"/>
          </p:cNvSpPr>
          <p:nvPr/>
        </p:nvSpPr>
        <p:spPr>
          <a:xfrm>
            <a:off x="4092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8" name="F2_precision_recall_distributions_7672">
            <a:extLst>
              <a:ext uri="{FF2B5EF4-FFF2-40B4-BE49-F238E27FC236}">
                <a16:creationId xmlns:a16="http://schemas.microsoft.com/office/drawing/2014/main" id="{4C67FC44-940D-41F7-A6BA-39A8C69A6B2C}"/>
              </a:ext>
            </a:extLst>
          </p:cNvPr>
          <p:cNvSpPr>
            <a:spLocks noGrp="1"/>
          </p:cNvSpPr>
          <p:nvPr/>
        </p:nvSpPr>
        <p:spPr>
          <a:xfrm>
            <a:off x="41754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9" name="F2_precision_recall_distributions_7673">
            <a:extLst>
              <a:ext uri="{FF2B5EF4-FFF2-40B4-BE49-F238E27FC236}">
                <a16:creationId xmlns:a16="http://schemas.microsoft.com/office/drawing/2014/main" id="{31C12E3F-FEBF-450D-AB41-06585F61CA6F}"/>
              </a:ext>
            </a:extLst>
          </p:cNvPr>
          <p:cNvSpPr>
            <a:spLocks noGrp="1"/>
          </p:cNvSpPr>
          <p:nvPr/>
        </p:nvSpPr>
        <p:spPr>
          <a:xfrm>
            <a:off x="40790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0" name="F2_precision_recall_distributions_7674">
            <a:extLst>
              <a:ext uri="{FF2B5EF4-FFF2-40B4-BE49-F238E27FC236}">
                <a16:creationId xmlns:a16="http://schemas.microsoft.com/office/drawing/2014/main" id="{460E5161-CE2B-4E44-AE74-E13F577B2BFE}"/>
              </a:ext>
            </a:extLst>
          </p:cNvPr>
          <p:cNvSpPr>
            <a:spLocks noGrp="1"/>
          </p:cNvSpPr>
          <p:nvPr/>
        </p:nvSpPr>
        <p:spPr>
          <a:xfrm>
            <a:off x="4333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1" name="F2_precision_recall_distributions_7675">
            <a:extLst>
              <a:ext uri="{FF2B5EF4-FFF2-40B4-BE49-F238E27FC236}">
                <a16:creationId xmlns:a16="http://schemas.microsoft.com/office/drawing/2014/main" id="{7E5B3A18-03BB-4E6F-BC40-A0A3C9168B28}"/>
              </a:ext>
            </a:extLst>
          </p:cNvPr>
          <p:cNvSpPr>
            <a:spLocks noGrp="1"/>
          </p:cNvSpPr>
          <p:nvPr/>
        </p:nvSpPr>
        <p:spPr>
          <a:xfrm>
            <a:off x="4333676" y="78110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2" name="F2_precision_recall_distributions_7676">
            <a:extLst>
              <a:ext uri="{FF2B5EF4-FFF2-40B4-BE49-F238E27FC236}">
                <a16:creationId xmlns:a16="http://schemas.microsoft.com/office/drawing/2014/main" id="{94F37ADB-4B8F-4733-A8A3-C5FC19D026E6}"/>
              </a:ext>
            </a:extLst>
          </p:cNvPr>
          <p:cNvSpPr>
            <a:spLocks noGrp="1"/>
          </p:cNvSpPr>
          <p:nvPr/>
        </p:nvSpPr>
        <p:spPr>
          <a:xfrm>
            <a:off x="40506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3" name="F2_precision_recall_distributions_7677">
            <a:extLst>
              <a:ext uri="{FF2B5EF4-FFF2-40B4-BE49-F238E27FC236}">
                <a16:creationId xmlns:a16="http://schemas.microsoft.com/office/drawing/2014/main" id="{D85C4C0F-6D79-4BDF-9D1E-98F429F1C6B6}"/>
              </a:ext>
            </a:extLst>
          </p:cNvPr>
          <p:cNvSpPr>
            <a:spLocks noGrp="1"/>
          </p:cNvSpPr>
          <p:nvPr/>
        </p:nvSpPr>
        <p:spPr>
          <a:xfrm>
            <a:off x="40760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4" name="F2_precision_recall_distributions_7678">
            <a:extLst>
              <a:ext uri="{FF2B5EF4-FFF2-40B4-BE49-F238E27FC236}">
                <a16:creationId xmlns:a16="http://schemas.microsoft.com/office/drawing/2014/main" id="{7708DECE-0703-412F-AC1F-D1CEB5485187}"/>
              </a:ext>
            </a:extLst>
          </p:cNvPr>
          <p:cNvSpPr>
            <a:spLocks noGrp="1"/>
          </p:cNvSpPr>
          <p:nvPr/>
        </p:nvSpPr>
        <p:spPr>
          <a:xfrm>
            <a:off x="4323560" y="78069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5" name="F2_precision_recall_distributions_7679">
            <a:extLst>
              <a:ext uri="{FF2B5EF4-FFF2-40B4-BE49-F238E27FC236}">
                <a16:creationId xmlns:a16="http://schemas.microsoft.com/office/drawing/2014/main" id="{E3BAD7EC-730B-44D5-94E3-17924D4A3C33}"/>
              </a:ext>
            </a:extLst>
          </p:cNvPr>
          <p:cNvSpPr>
            <a:spLocks noGrp="1"/>
          </p:cNvSpPr>
          <p:nvPr/>
        </p:nvSpPr>
        <p:spPr>
          <a:xfrm>
            <a:off x="42927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6" name="F2_precision_recall_distributions_7680">
            <a:extLst>
              <a:ext uri="{FF2B5EF4-FFF2-40B4-BE49-F238E27FC236}">
                <a16:creationId xmlns:a16="http://schemas.microsoft.com/office/drawing/2014/main" id="{7C002E34-8FF8-49F7-BEBA-02439E1AEB6E}"/>
              </a:ext>
            </a:extLst>
          </p:cNvPr>
          <p:cNvSpPr>
            <a:spLocks noGrp="1"/>
          </p:cNvSpPr>
          <p:nvPr/>
        </p:nvSpPr>
        <p:spPr>
          <a:xfrm>
            <a:off x="43046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7" name="F2_precision_recall_distributions_7681">
            <a:extLst>
              <a:ext uri="{FF2B5EF4-FFF2-40B4-BE49-F238E27FC236}">
                <a16:creationId xmlns:a16="http://schemas.microsoft.com/office/drawing/2014/main" id="{56499FFB-D95E-45F1-9FFB-07B9DC2EF3EF}"/>
              </a:ext>
            </a:extLst>
          </p:cNvPr>
          <p:cNvSpPr>
            <a:spLocks noGrp="1"/>
          </p:cNvSpPr>
          <p:nvPr/>
        </p:nvSpPr>
        <p:spPr>
          <a:xfrm>
            <a:off x="4212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8" name="F2_precision_recall_distributions_7682">
            <a:extLst>
              <a:ext uri="{FF2B5EF4-FFF2-40B4-BE49-F238E27FC236}">
                <a16:creationId xmlns:a16="http://schemas.microsoft.com/office/drawing/2014/main" id="{FA01A578-237D-4145-A40B-297EF570E6E0}"/>
              </a:ext>
            </a:extLst>
          </p:cNvPr>
          <p:cNvSpPr>
            <a:spLocks noGrp="1"/>
          </p:cNvSpPr>
          <p:nvPr/>
        </p:nvSpPr>
        <p:spPr>
          <a:xfrm>
            <a:off x="40980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9" name="F2_precision_recall_distributions_7683">
            <a:extLst>
              <a:ext uri="{FF2B5EF4-FFF2-40B4-BE49-F238E27FC236}">
                <a16:creationId xmlns:a16="http://schemas.microsoft.com/office/drawing/2014/main" id="{CF2A8119-0AAF-4B08-9A68-32BE5EDEBB61}"/>
              </a:ext>
            </a:extLst>
          </p:cNvPr>
          <p:cNvSpPr>
            <a:spLocks noGrp="1"/>
          </p:cNvSpPr>
          <p:nvPr/>
        </p:nvSpPr>
        <p:spPr>
          <a:xfrm>
            <a:off x="41016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0" name="F2_precision_recall_distributions_7684">
            <a:extLst>
              <a:ext uri="{FF2B5EF4-FFF2-40B4-BE49-F238E27FC236}">
                <a16:creationId xmlns:a16="http://schemas.microsoft.com/office/drawing/2014/main" id="{434BE7F1-0E65-4860-B714-B7471F08928B}"/>
              </a:ext>
            </a:extLst>
          </p:cNvPr>
          <p:cNvSpPr>
            <a:spLocks noGrp="1"/>
          </p:cNvSpPr>
          <p:nvPr/>
        </p:nvSpPr>
        <p:spPr>
          <a:xfrm>
            <a:off x="39836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1" name="F2_precision_recall_distributions_7685">
            <a:extLst>
              <a:ext uri="{FF2B5EF4-FFF2-40B4-BE49-F238E27FC236}">
                <a16:creationId xmlns:a16="http://schemas.microsoft.com/office/drawing/2014/main" id="{74BFC462-E80A-4577-968A-88D7AE1CF906}"/>
              </a:ext>
            </a:extLst>
          </p:cNvPr>
          <p:cNvSpPr>
            <a:spLocks noGrp="1"/>
          </p:cNvSpPr>
          <p:nvPr/>
        </p:nvSpPr>
        <p:spPr>
          <a:xfrm>
            <a:off x="42650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2" name="F2_precision_recall_distributions_7686">
            <a:extLst>
              <a:ext uri="{FF2B5EF4-FFF2-40B4-BE49-F238E27FC236}">
                <a16:creationId xmlns:a16="http://schemas.microsoft.com/office/drawing/2014/main" id="{FAB792D5-066C-4BA5-951C-B97A400EBB42}"/>
              </a:ext>
            </a:extLst>
          </p:cNvPr>
          <p:cNvSpPr>
            <a:spLocks noGrp="1"/>
          </p:cNvSpPr>
          <p:nvPr/>
        </p:nvSpPr>
        <p:spPr>
          <a:xfrm>
            <a:off x="3990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3" name="F2_precision_recall_distributions_7687">
            <a:extLst>
              <a:ext uri="{FF2B5EF4-FFF2-40B4-BE49-F238E27FC236}">
                <a16:creationId xmlns:a16="http://schemas.microsoft.com/office/drawing/2014/main" id="{D0A23FE1-B2F3-45A5-984E-31F300D446ED}"/>
              </a:ext>
            </a:extLst>
          </p:cNvPr>
          <p:cNvSpPr>
            <a:spLocks noGrp="1"/>
          </p:cNvSpPr>
          <p:nvPr/>
        </p:nvSpPr>
        <p:spPr>
          <a:xfrm>
            <a:off x="41592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4" name="F2_precision_recall_distributions_7688">
            <a:extLst>
              <a:ext uri="{FF2B5EF4-FFF2-40B4-BE49-F238E27FC236}">
                <a16:creationId xmlns:a16="http://schemas.microsoft.com/office/drawing/2014/main" id="{7DF342BF-7307-4988-8973-FB7C947E9E33}"/>
              </a:ext>
            </a:extLst>
          </p:cNvPr>
          <p:cNvSpPr>
            <a:spLocks noGrp="1"/>
          </p:cNvSpPr>
          <p:nvPr/>
        </p:nvSpPr>
        <p:spPr>
          <a:xfrm>
            <a:off x="39934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5" name="F2_precision_recall_distributions_7689">
            <a:extLst>
              <a:ext uri="{FF2B5EF4-FFF2-40B4-BE49-F238E27FC236}">
                <a16:creationId xmlns:a16="http://schemas.microsoft.com/office/drawing/2014/main" id="{3377F46F-D156-4B9B-9D28-93537A9A5E39}"/>
              </a:ext>
            </a:extLst>
          </p:cNvPr>
          <p:cNvSpPr>
            <a:spLocks noGrp="1"/>
          </p:cNvSpPr>
          <p:nvPr/>
        </p:nvSpPr>
        <p:spPr>
          <a:xfrm>
            <a:off x="40068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6" name="F2_precision_recall_distributions_7690">
            <a:extLst>
              <a:ext uri="{FF2B5EF4-FFF2-40B4-BE49-F238E27FC236}">
                <a16:creationId xmlns:a16="http://schemas.microsoft.com/office/drawing/2014/main" id="{C6981660-A5C8-4211-8A68-CDD89AE689FB}"/>
              </a:ext>
            </a:extLst>
          </p:cNvPr>
          <p:cNvSpPr>
            <a:spLocks noGrp="1"/>
          </p:cNvSpPr>
          <p:nvPr/>
        </p:nvSpPr>
        <p:spPr>
          <a:xfrm>
            <a:off x="41749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7" name="F2_precision_recall_distributions_7691">
            <a:extLst>
              <a:ext uri="{FF2B5EF4-FFF2-40B4-BE49-F238E27FC236}">
                <a16:creationId xmlns:a16="http://schemas.microsoft.com/office/drawing/2014/main" id="{B29A4B81-EB6C-4338-80D8-24CC3BEE8B4F}"/>
              </a:ext>
            </a:extLst>
          </p:cNvPr>
          <p:cNvSpPr>
            <a:spLocks noGrp="1"/>
          </p:cNvSpPr>
          <p:nvPr/>
        </p:nvSpPr>
        <p:spPr>
          <a:xfrm>
            <a:off x="43444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8" name="F2_precision_recall_distributions_7692">
            <a:extLst>
              <a:ext uri="{FF2B5EF4-FFF2-40B4-BE49-F238E27FC236}">
                <a16:creationId xmlns:a16="http://schemas.microsoft.com/office/drawing/2014/main" id="{62A10343-17C9-44CE-ABF2-F1F8FB4BE0DC}"/>
              </a:ext>
            </a:extLst>
          </p:cNvPr>
          <p:cNvSpPr>
            <a:spLocks noGrp="1"/>
          </p:cNvSpPr>
          <p:nvPr/>
        </p:nvSpPr>
        <p:spPr>
          <a:xfrm>
            <a:off x="43054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9" name="F2_precision_recall_distributions_7693">
            <a:extLst>
              <a:ext uri="{FF2B5EF4-FFF2-40B4-BE49-F238E27FC236}">
                <a16:creationId xmlns:a16="http://schemas.microsoft.com/office/drawing/2014/main" id="{EF80B8E4-6B4A-4740-8E52-CCB74E352F44}"/>
              </a:ext>
            </a:extLst>
          </p:cNvPr>
          <p:cNvSpPr>
            <a:spLocks noGrp="1"/>
          </p:cNvSpPr>
          <p:nvPr/>
        </p:nvSpPr>
        <p:spPr>
          <a:xfrm>
            <a:off x="4323978" y="78082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0" name="F2_precision_recall_distributions_7694">
            <a:extLst>
              <a:ext uri="{FF2B5EF4-FFF2-40B4-BE49-F238E27FC236}">
                <a16:creationId xmlns:a16="http://schemas.microsoft.com/office/drawing/2014/main" id="{F1237B14-47A1-4681-8FA9-DAC981881F51}"/>
              </a:ext>
            </a:extLst>
          </p:cNvPr>
          <p:cNvSpPr>
            <a:spLocks noGrp="1"/>
          </p:cNvSpPr>
          <p:nvPr/>
        </p:nvSpPr>
        <p:spPr>
          <a:xfrm>
            <a:off x="41436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1" name="F2_precision_recall_distributions_7695">
            <a:extLst>
              <a:ext uri="{FF2B5EF4-FFF2-40B4-BE49-F238E27FC236}">
                <a16:creationId xmlns:a16="http://schemas.microsoft.com/office/drawing/2014/main" id="{FA689CE0-2120-40D1-8300-AE8A9A24C1F6}"/>
              </a:ext>
            </a:extLst>
          </p:cNvPr>
          <p:cNvSpPr>
            <a:spLocks noGrp="1"/>
          </p:cNvSpPr>
          <p:nvPr/>
        </p:nvSpPr>
        <p:spPr>
          <a:xfrm>
            <a:off x="43253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2" name="F2_precision_recall_distributions_7696">
            <a:extLst>
              <a:ext uri="{FF2B5EF4-FFF2-40B4-BE49-F238E27FC236}">
                <a16:creationId xmlns:a16="http://schemas.microsoft.com/office/drawing/2014/main" id="{89451742-73C2-40B4-A91D-EC9F2EA0C921}"/>
              </a:ext>
            </a:extLst>
          </p:cNvPr>
          <p:cNvSpPr>
            <a:spLocks noGrp="1"/>
          </p:cNvSpPr>
          <p:nvPr/>
        </p:nvSpPr>
        <p:spPr>
          <a:xfrm>
            <a:off x="43118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3" name="F2_precision_recall_distributions_7697">
            <a:extLst>
              <a:ext uri="{FF2B5EF4-FFF2-40B4-BE49-F238E27FC236}">
                <a16:creationId xmlns:a16="http://schemas.microsoft.com/office/drawing/2014/main" id="{48A45A16-A383-4B22-8E85-16C5C8B6BC3A}"/>
              </a:ext>
            </a:extLst>
          </p:cNvPr>
          <p:cNvSpPr>
            <a:spLocks noGrp="1"/>
          </p:cNvSpPr>
          <p:nvPr/>
        </p:nvSpPr>
        <p:spPr>
          <a:xfrm>
            <a:off x="434408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4" name="F2_precision_recall_distributions_7698">
            <a:extLst>
              <a:ext uri="{FF2B5EF4-FFF2-40B4-BE49-F238E27FC236}">
                <a16:creationId xmlns:a16="http://schemas.microsoft.com/office/drawing/2014/main" id="{465CAF7D-83FC-4871-BB0F-20AAD168B221}"/>
              </a:ext>
            </a:extLst>
          </p:cNvPr>
          <p:cNvSpPr>
            <a:spLocks noGrp="1"/>
          </p:cNvSpPr>
          <p:nvPr/>
        </p:nvSpPr>
        <p:spPr>
          <a:xfrm>
            <a:off x="411898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5" name="F2_precision_recall_distributions_7699">
            <a:extLst>
              <a:ext uri="{FF2B5EF4-FFF2-40B4-BE49-F238E27FC236}">
                <a16:creationId xmlns:a16="http://schemas.microsoft.com/office/drawing/2014/main" id="{E41C587C-379C-45AD-965B-DF30B72E535A}"/>
              </a:ext>
            </a:extLst>
          </p:cNvPr>
          <p:cNvSpPr>
            <a:spLocks noGrp="1"/>
          </p:cNvSpPr>
          <p:nvPr/>
        </p:nvSpPr>
        <p:spPr>
          <a:xfrm>
            <a:off x="4103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6" name="F2_precision_recall_distributions_7700">
            <a:extLst>
              <a:ext uri="{FF2B5EF4-FFF2-40B4-BE49-F238E27FC236}">
                <a16:creationId xmlns:a16="http://schemas.microsoft.com/office/drawing/2014/main" id="{E2F1A36D-18FA-4974-B847-EFFCCA92429A}"/>
              </a:ext>
            </a:extLst>
          </p:cNvPr>
          <p:cNvSpPr>
            <a:spLocks noGrp="1"/>
          </p:cNvSpPr>
          <p:nvPr/>
        </p:nvSpPr>
        <p:spPr>
          <a:xfrm>
            <a:off x="4130926" y="76997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7" name="F2_precision_recall_distributions_7701">
            <a:extLst>
              <a:ext uri="{FF2B5EF4-FFF2-40B4-BE49-F238E27FC236}">
                <a16:creationId xmlns:a16="http://schemas.microsoft.com/office/drawing/2014/main" id="{7277F543-FA03-4F70-A5AC-F459CE9106F7}"/>
              </a:ext>
            </a:extLst>
          </p:cNvPr>
          <p:cNvSpPr>
            <a:spLocks noGrp="1"/>
          </p:cNvSpPr>
          <p:nvPr/>
        </p:nvSpPr>
        <p:spPr>
          <a:xfrm>
            <a:off x="431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8" name="F2_precision_recall_distributions_7702">
            <a:extLst>
              <a:ext uri="{FF2B5EF4-FFF2-40B4-BE49-F238E27FC236}">
                <a16:creationId xmlns:a16="http://schemas.microsoft.com/office/drawing/2014/main" id="{355F9C33-4394-4782-9E69-75B268E2D6C0}"/>
              </a:ext>
            </a:extLst>
          </p:cNvPr>
          <p:cNvSpPr>
            <a:spLocks noGrp="1"/>
          </p:cNvSpPr>
          <p:nvPr/>
        </p:nvSpPr>
        <p:spPr>
          <a:xfrm>
            <a:off x="43422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9" name="F2_precision_recall_distributions_7703">
            <a:extLst>
              <a:ext uri="{FF2B5EF4-FFF2-40B4-BE49-F238E27FC236}">
                <a16:creationId xmlns:a16="http://schemas.microsoft.com/office/drawing/2014/main" id="{E9E86A53-E43B-44FB-9489-DAF7D8F3E444}"/>
              </a:ext>
            </a:extLst>
          </p:cNvPr>
          <p:cNvSpPr>
            <a:spLocks noGrp="1"/>
          </p:cNvSpPr>
          <p:nvPr/>
        </p:nvSpPr>
        <p:spPr>
          <a:xfrm>
            <a:off x="4257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0" name="F2_precision_recall_distributions_7704">
            <a:extLst>
              <a:ext uri="{FF2B5EF4-FFF2-40B4-BE49-F238E27FC236}">
                <a16:creationId xmlns:a16="http://schemas.microsoft.com/office/drawing/2014/main" id="{7993FBBD-567C-4CFA-9E35-B1B0A3386A66}"/>
              </a:ext>
            </a:extLst>
          </p:cNvPr>
          <p:cNvSpPr>
            <a:spLocks noGrp="1"/>
          </p:cNvSpPr>
          <p:nvPr/>
        </p:nvSpPr>
        <p:spPr>
          <a:xfrm>
            <a:off x="41765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1" name="F2_precision_recall_distributions_7705">
            <a:extLst>
              <a:ext uri="{FF2B5EF4-FFF2-40B4-BE49-F238E27FC236}">
                <a16:creationId xmlns:a16="http://schemas.microsoft.com/office/drawing/2014/main" id="{84E56B5B-F68A-496B-ADD8-FF5728E3A428}"/>
              </a:ext>
            </a:extLst>
          </p:cNvPr>
          <p:cNvSpPr>
            <a:spLocks noGrp="1"/>
          </p:cNvSpPr>
          <p:nvPr/>
        </p:nvSpPr>
        <p:spPr>
          <a:xfrm>
            <a:off x="4056287" y="77699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2" name="F2_precision_recall_distributions_7706">
            <a:extLst>
              <a:ext uri="{FF2B5EF4-FFF2-40B4-BE49-F238E27FC236}">
                <a16:creationId xmlns:a16="http://schemas.microsoft.com/office/drawing/2014/main" id="{5CD0156A-BDE7-4E1A-9F33-4A8B89FF8B09}"/>
              </a:ext>
            </a:extLst>
          </p:cNvPr>
          <p:cNvSpPr>
            <a:spLocks noGrp="1"/>
          </p:cNvSpPr>
          <p:nvPr/>
        </p:nvSpPr>
        <p:spPr>
          <a:xfrm>
            <a:off x="43457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3" name="F2_precision_recall_distributions_7707">
            <a:extLst>
              <a:ext uri="{FF2B5EF4-FFF2-40B4-BE49-F238E27FC236}">
                <a16:creationId xmlns:a16="http://schemas.microsoft.com/office/drawing/2014/main" id="{81453476-2370-46C2-90B2-AE566B551D68}"/>
              </a:ext>
            </a:extLst>
          </p:cNvPr>
          <p:cNvSpPr>
            <a:spLocks noGrp="1"/>
          </p:cNvSpPr>
          <p:nvPr/>
        </p:nvSpPr>
        <p:spPr>
          <a:xfrm>
            <a:off x="42404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4" name="F2_precision_recall_distributions_7708">
            <a:extLst>
              <a:ext uri="{FF2B5EF4-FFF2-40B4-BE49-F238E27FC236}">
                <a16:creationId xmlns:a16="http://schemas.microsoft.com/office/drawing/2014/main" id="{EA51C984-B5C3-4F6C-9411-414829E90D3D}"/>
              </a:ext>
            </a:extLst>
          </p:cNvPr>
          <p:cNvSpPr>
            <a:spLocks noGrp="1"/>
          </p:cNvSpPr>
          <p:nvPr/>
        </p:nvSpPr>
        <p:spPr>
          <a:xfrm>
            <a:off x="40534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5" name="F2_precision_recall_distributions_7709">
            <a:extLst>
              <a:ext uri="{FF2B5EF4-FFF2-40B4-BE49-F238E27FC236}">
                <a16:creationId xmlns:a16="http://schemas.microsoft.com/office/drawing/2014/main" id="{D40C07B2-671B-466C-9E89-84587CA358DB}"/>
              </a:ext>
            </a:extLst>
          </p:cNvPr>
          <p:cNvSpPr>
            <a:spLocks noGrp="1"/>
          </p:cNvSpPr>
          <p:nvPr/>
        </p:nvSpPr>
        <p:spPr>
          <a:xfrm>
            <a:off x="40253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6" name="F2_precision_recall_distributions_7710">
            <a:extLst>
              <a:ext uri="{FF2B5EF4-FFF2-40B4-BE49-F238E27FC236}">
                <a16:creationId xmlns:a16="http://schemas.microsoft.com/office/drawing/2014/main" id="{68B34F92-68D3-4F0A-812C-6B62DF65E0CA}"/>
              </a:ext>
            </a:extLst>
          </p:cNvPr>
          <p:cNvSpPr>
            <a:spLocks noGrp="1"/>
          </p:cNvSpPr>
          <p:nvPr/>
        </p:nvSpPr>
        <p:spPr>
          <a:xfrm>
            <a:off x="40109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7" name="F2_precision_recall_distributions_7711">
            <a:extLst>
              <a:ext uri="{FF2B5EF4-FFF2-40B4-BE49-F238E27FC236}">
                <a16:creationId xmlns:a16="http://schemas.microsoft.com/office/drawing/2014/main" id="{2A93EC9E-C7E9-48BB-8A79-0471D4384CA6}"/>
              </a:ext>
            </a:extLst>
          </p:cNvPr>
          <p:cNvSpPr>
            <a:spLocks noGrp="1"/>
          </p:cNvSpPr>
          <p:nvPr/>
        </p:nvSpPr>
        <p:spPr>
          <a:xfrm>
            <a:off x="4194532" y="7813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8" name="F2_precision_recall_distributions_7712">
            <a:extLst>
              <a:ext uri="{FF2B5EF4-FFF2-40B4-BE49-F238E27FC236}">
                <a16:creationId xmlns:a16="http://schemas.microsoft.com/office/drawing/2014/main" id="{F4E83B84-6F54-432D-89C6-8A3CC0FFD2B6}"/>
              </a:ext>
            </a:extLst>
          </p:cNvPr>
          <p:cNvSpPr>
            <a:spLocks noGrp="1"/>
          </p:cNvSpPr>
          <p:nvPr/>
        </p:nvSpPr>
        <p:spPr>
          <a:xfrm>
            <a:off x="42189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9" name="F2_precision_recall_distributions_7713">
            <a:extLst>
              <a:ext uri="{FF2B5EF4-FFF2-40B4-BE49-F238E27FC236}">
                <a16:creationId xmlns:a16="http://schemas.microsoft.com/office/drawing/2014/main" id="{C27D9C2C-F264-45AD-93F7-25EC446522A4}"/>
              </a:ext>
            </a:extLst>
          </p:cNvPr>
          <p:cNvSpPr>
            <a:spLocks noGrp="1"/>
          </p:cNvSpPr>
          <p:nvPr/>
        </p:nvSpPr>
        <p:spPr>
          <a:xfrm>
            <a:off x="41035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0" name="F2_precision_recall_distributions_7714">
            <a:extLst>
              <a:ext uri="{FF2B5EF4-FFF2-40B4-BE49-F238E27FC236}">
                <a16:creationId xmlns:a16="http://schemas.microsoft.com/office/drawing/2014/main" id="{598ED47D-792C-403D-ABAC-E8F336AA3EFD}"/>
              </a:ext>
            </a:extLst>
          </p:cNvPr>
          <p:cNvSpPr>
            <a:spLocks noGrp="1"/>
          </p:cNvSpPr>
          <p:nvPr/>
        </p:nvSpPr>
        <p:spPr>
          <a:xfrm>
            <a:off x="40987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1" name="F2_precision_recall_distributions_7715">
            <a:extLst>
              <a:ext uri="{FF2B5EF4-FFF2-40B4-BE49-F238E27FC236}">
                <a16:creationId xmlns:a16="http://schemas.microsoft.com/office/drawing/2014/main" id="{868F7B2B-C6BB-4B9E-891A-F2115C3697A3}"/>
              </a:ext>
            </a:extLst>
          </p:cNvPr>
          <p:cNvSpPr>
            <a:spLocks noGrp="1"/>
          </p:cNvSpPr>
          <p:nvPr/>
        </p:nvSpPr>
        <p:spPr>
          <a:xfrm>
            <a:off x="3992165" y="7809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2" name="F2_precision_recall_distributions_7716">
            <a:extLst>
              <a:ext uri="{FF2B5EF4-FFF2-40B4-BE49-F238E27FC236}">
                <a16:creationId xmlns:a16="http://schemas.microsoft.com/office/drawing/2014/main" id="{30A56DD3-30D1-4041-BD10-E2D3B9244998}"/>
              </a:ext>
            </a:extLst>
          </p:cNvPr>
          <p:cNvSpPr>
            <a:spLocks noGrp="1"/>
          </p:cNvSpPr>
          <p:nvPr/>
        </p:nvSpPr>
        <p:spPr>
          <a:xfrm>
            <a:off x="4279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3" name="F2_precision_recall_distributions_7717">
            <a:extLst>
              <a:ext uri="{FF2B5EF4-FFF2-40B4-BE49-F238E27FC236}">
                <a16:creationId xmlns:a16="http://schemas.microsoft.com/office/drawing/2014/main" id="{6D588AA0-4311-440A-B805-3D3F872EF41A}"/>
              </a:ext>
            </a:extLst>
          </p:cNvPr>
          <p:cNvSpPr>
            <a:spLocks noGrp="1"/>
          </p:cNvSpPr>
          <p:nvPr/>
        </p:nvSpPr>
        <p:spPr>
          <a:xfrm>
            <a:off x="4342695" y="7813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4" name="F2_precision_recall_distributions_7718">
            <a:extLst>
              <a:ext uri="{FF2B5EF4-FFF2-40B4-BE49-F238E27FC236}">
                <a16:creationId xmlns:a16="http://schemas.microsoft.com/office/drawing/2014/main" id="{57970AA1-035F-48A9-AB49-D381FEB86C64}"/>
              </a:ext>
            </a:extLst>
          </p:cNvPr>
          <p:cNvSpPr>
            <a:spLocks noGrp="1"/>
          </p:cNvSpPr>
          <p:nvPr/>
        </p:nvSpPr>
        <p:spPr>
          <a:xfrm>
            <a:off x="400480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5" name="F2_precision_recall_distributions_7719">
            <a:extLst>
              <a:ext uri="{FF2B5EF4-FFF2-40B4-BE49-F238E27FC236}">
                <a16:creationId xmlns:a16="http://schemas.microsoft.com/office/drawing/2014/main" id="{F75CCD90-67ED-42C5-A09C-2E2536ED7492}"/>
              </a:ext>
            </a:extLst>
          </p:cNvPr>
          <p:cNvSpPr>
            <a:spLocks noGrp="1"/>
          </p:cNvSpPr>
          <p:nvPr/>
        </p:nvSpPr>
        <p:spPr>
          <a:xfrm>
            <a:off x="4098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6" name="F2_precision_recall_distributions_7720">
            <a:extLst>
              <a:ext uri="{FF2B5EF4-FFF2-40B4-BE49-F238E27FC236}">
                <a16:creationId xmlns:a16="http://schemas.microsoft.com/office/drawing/2014/main" id="{16DAC038-F5B8-4056-9CAE-03F07979A926}"/>
              </a:ext>
            </a:extLst>
          </p:cNvPr>
          <p:cNvSpPr>
            <a:spLocks noGrp="1"/>
          </p:cNvSpPr>
          <p:nvPr/>
        </p:nvSpPr>
        <p:spPr>
          <a:xfrm>
            <a:off x="4024174" y="78141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7" name="F2_precision_recall_distributions_7721">
            <a:extLst>
              <a:ext uri="{FF2B5EF4-FFF2-40B4-BE49-F238E27FC236}">
                <a16:creationId xmlns:a16="http://schemas.microsoft.com/office/drawing/2014/main" id="{EAC05D02-F6C0-46C6-B0D5-25F00C9A19C9}"/>
              </a:ext>
            </a:extLst>
          </p:cNvPr>
          <p:cNvSpPr>
            <a:spLocks noGrp="1"/>
          </p:cNvSpPr>
          <p:nvPr/>
        </p:nvSpPr>
        <p:spPr>
          <a:xfrm>
            <a:off x="43137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8" name="F2_precision_recall_distributions_7722">
            <a:extLst>
              <a:ext uri="{FF2B5EF4-FFF2-40B4-BE49-F238E27FC236}">
                <a16:creationId xmlns:a16="http://schemas.microsoft.com/office/drawing/2014/main" id="{66BDED9E-6F02-448B-AC30-3585448A42D9}"/>
              </a:ext>
            </a:extLst>
          </p:cNvPr>
          <p:cNvSpPr>
            <a:spLocks noGrp="1"/>
          </p:cNvSpPr>
          <p:nvPr/>
        </p:nvSpPr>
        <p:spPr>
          <a:xfrm>
            <a:off x="41685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9" name="F2_precision_recall_distributions_7723">
            <a:extLst>
              <a:ext uri="{FF2B5EF4-FFF2-40B4-BE49-F238E27FC236}">
                <a16:creationId xmlns:a16="http://schemas.microsoft.com/office/drawing/2014/main" id="{1494A6CF-2115-40FA-A0A6-5A6908F7A8CD}"/>
              </a:ext>
            </a:extLst>
          </p:cNvPr>
          <p:cNvSpPr>
            <a:spLocks noGrp="1"/>
          </p:cNvSpPr>
          <p:nvPr/>
        </p:nvSpPr>
        <p:spPr>
          <a:xfrm>
            <a:off x="40134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0" name="F2_precision_recall_distributions_7724">
            <a:extLst>
              <a:ext uri="{FF2B5EF4-FFF2-40B4-BE49-F238E27FC236}">
                <a16:creationId xmlns:a16="http://schemas.microsoft.com/office/drawing/2014/main" id="{901662F1-F4D0-496B-8B48-073358830A8E}"/>
              </a:ext>
            </a:extLst>
          </p:cNvPr>
          <p:cNvSpPr>
            <a:spLocks noGrp="1"/>
          </p:cNvSpPr>
          <p:nvPr/>
        </p:nvSpPr>
        <p:spPr>
          <a:xfrm>
            <a:off x="4314406" y="78060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1" name="F2_precision_recall_distributions_7725">
            <a:extLst>
              <a:ext uri="{FF2B5EF4-FFF2-40B4-BE49-F238E27FC236}">
                <a16:creationId xmlns:a16="http://schemas.microsoft.com/office/drawing/2014/main" id="{E837B401-6023-411F-AEE7-7D4705A9A540}"/>
              </a:ext>
            </a:extLst>
          </p:cNvPr>
          <p:cNvSpPr>
            <a:spLocks noGrp="1"/>
          </p:cNvSpPr>
          <p:nvPr/>
        </p:nvSpPr>
        <p:spPr>
          <a:xfrm>
            <a:off x="432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2" name="F2_precision_recall_distributions_7726">
            <a:extLst>
              <a:ext uri="{FF2B5EF4-FFF2-40B4-BE49-F238E27FC236}">
                <a16:creationId xmlns:a16="http://schemas.microsoft.com/office/drawing/2014/main" id="{93618C1C-DE3E-4AE2-9F4C-52C98BFBD9AD}"/>
              </a:ext>
            </a:extLst>
          </p:cNvPr>
          <p:cNvSpPr>
            <a:spLocks noGrp="1"/>
          </p:cNvSpPr>
          <p:nvPr/>
        </p:nvSpPr>
        <p:spPr>
          <a:xfrm>
            <a:off x="41380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3" name="F2_precision_recall_distributions_7727">
            <a:extLst>
              <a:ext uri="{FF2B5EF4-FFF2-40B4-BE49-F238E27FC236}">
                <a16:creationId xmlns:a16="http://schemas.microsoft.com/office/drawing/2014/main" id="{CB9117A5-64B7-49BB-96C9-FAC984D167AF}"/>
              </a:ext>
            </a:extLst>
          </p:cNvPr>
          <p:cNvSpPr>
            <a:spLocks noGrp="1"/>
          </p:cNvSpPr>
          <p:nvPr/>
        </p:nvSpPr>
        <p:spPr>
          <a:xfrm>
            <a:off x="4311956" y="77951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4" name="F2_precision_recall_distributions_7728">
            <a:extLst>
              <a:ext uri="{FF2B5EF4-FFF2-40B4-BE49-F238E27FC236}">
                <a16:creationId xmlns:a16="http://schemas.microsoft.com/office/drawing/2014/main" id="{6475974C-EDC3-4A77-8FE1-2859D0D9E5C7}"/>
              </a:ext>
            </a:extLst>
          </p:cNvPr>
          <p:cNvSpPr>
            <a:spLocks noGrp="1"/>
          </p:cNvSpPr>
          <p:nvPr/>
        </p:nvSpPr>
        <p:spPr>
          <a:xfrm>
            <a:off x="41761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5" name="F2_precision_recall_distributions_7729">
            <a:extLst>
              <a:ext uri="{FF2B5EF4-FFF2-40B4-BE49-F238E27FC236}">
                <a16:creationId xmlns:a16="http://schemas.microsoft.com/office/drawing/2014/main" id="{71030E56-F3E1-45F2-BDC0-6F5A8872E498}"/>
              </a:ext>
            </a:extLst>
          </p:cNvPr>
          <p:cNvSpPr>
            <a:spLocks noGrp="1"/>
          </p:cNvSpPr>
          <p:nvPr/>
        </p:nvSpPr>
        <p:spPr>
          <a:xfrm>
            <a:off x="4212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6" name="F2_precision_recall_distributions_7730">
            <a:extLst>
              <a:ext uri="{FF2B5EF4-FFF2-40B4-BE49-F238E27FC236}">
                <a16:creationId xmlns:a16="http://schemas.microsoft.com/office/drawing/2014/main" id="{4AE6B1C1-4E4E-4560-A451-A9991F87AF4F}"/>
              </a:ext>
            </a:extLst>
          </p:cNvPr>
          <p:cNvSpPr>
            <a:spLocks noGrp="1"/>
          </p:cNvSpPr>
          <p:nvPr/>
        </p:nvSpPr>
        <p:spPr>
          <a:xfrm>
            <a:off x="4212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7" name="F2_precision_recall_distributions_7731">
            <a:extLst>
              <a:ext uri="{FF2B5EF4-FFF2-40B4-BE49-F238E27FC236}">
                <a16:creationId xmlns:a16="http://schemas.microsoft.com/office/drawing/2014/main" id="{4567318D-7B39-4D0C-AE29-938291B319B4}"/>
              </a:ext>
            </a:extLst>
          </p:cNvPr>
          <p:cNvSpPr>
            <a:spLocks noGrp="1"/>
          </p:cNvSpPr>
          <p:nvPr/>
        </p:nvSpPr>
        <p:spPr>
          <a:xfrm>
            <a:off x="4121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8" name="F2_precision_recall_distributions_7732">
            <a:extLst>
              <a:ext uri="{FF2B5EF4-FFF2-40B4-BE49-F238E27FC236}">
                <a16:creationId xmlns:a16="http://schemas.microsoft.com/office/drawing/2014/main" id="{517183F6-2682-41EB-942C-F0C642C61484}"/>
              </a:ext>
            </a:extLst>
          </p:cNvPr>
          <p:cNvSpPr>
            <a:spLocks noGrp="1"/>
          </p:cNvSpPr>
          <p:nvPr/>
        </p:nvSpPr>
        <p:spPr>
          <a:xfrm>
            <a:off x="4000174" y="781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9" name="F2_precision_recall_distributions_7733">
            <a:extLst>
              <a:ext uri="{FF2B5EF4-FFF2-40B4-BE49-F238E27FC236}">
                <a16:creationId xmlns:a16="http://schemas.microsoft.com/office/drawing/2014/main" id="{4A17FFF5-2A12-4E6B-A69A-EE73A7485749}"/>
              </a:ext>
            </a:extLst>
          </p:cNvPr>
          <p:cNvSpPr>
            <a:spLocks noGrp="1"/>
          </p:cNvSpPr>
          <p:nvPr/>
        </p:nvSpPr>
        <p:spPr>
          <a:xfrm>
            <a:off x="4073344" y="776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0" name="F2_precision_recall_distributions_7734">
            <a:extLst>
              <a:ext uri="{FF2B5EF4-FFF2-40B4-BE49-F238E27FC236}">
                <a16:creationId xmlns:a16="http://schemas.microsoft.com/office/drawing/2014/main" id="{DB01DFB7-3BA5-4259-8FA7-8814B3D08A82}"/>
              </a:ext>
            </a:extLst>
          </p:cNvPr>
          <p:cNvSpPr>
            <a:spLocks noGrp="1"/>
          </p:cNvSpPr>
          <p:nvPr/>
        </p:nvSpPr>
        <p:spPr>
          <a:xfrm>
            <a:off x="433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1" name="F2_precision_recall_distributions_7735">
            <a:extLst>
              <a:ext uri="{FF2B5EF4-FFF2-40B4-BE49-F238E27FC236}">
                <a16:creationId xmlns:a16="http://schemas.microsoft.com/office/drawing/2014/main" id="{5CC88C6D-F0A2-4B80-996D-F5C5A490C16B}"/>
              </a:ext>
            </a:extLst>
          </p:cNvPr>
          <p:cNvSpPr>
            <a:spLocks noGrp="1"/>
          </p:cNvSpPr>
          <p:nvPr/>
        </p:nvSpPr>
        <p:spPr>
          <a:xfrm>
            <a:off x="40577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2" name="F2_precision_recall_distributions_7736">
            <a:extLst>
              <a:ext uri="{FF2B5EF4-FFF2-40B4-BE49-F238E27FC236}">
                <a16:creationId xmlns:a16="http://schemas.microsoft.com/office/drawing/2014/main" id="{591ADB20-982B-4B42-9BA6-60B60575EE1E}"/>
              </a:ext>
            </a:extLst>
          </p:cNvPr>
          <p:cNvSpPr>
            <a:spLocks noGrp="1"/>
          </p:cNvSpPr>
          <p:nvPr/>
        </p:nvSpPr>
        <p:spPr>
          <a:xfrm>
            <a:off x="4279296" y="7802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3" name="F2_precision_recall_distributions_7737">
            <a:extLst>
              <a:ext uri="{FF2B5EF4-FFF2-40B4-BE49-F238E27FC236}">
                <a16:creationId xmlns:a16="http://schemas.microsoft.com/office/drawing/2014/main" id="{F9B2DFB3-F2F6-4459-B571-6DEFCF9C042F}"/>
              </a:ext>
            </a:extLst>
          </p:cNvPr>
          <p:cNvSpPr>
            <a:spLocks noGrp="1"/>
          </p:cNvSpPr>
          <p:nvPr/>
        </p:nvSpPr>
        <p:spPr>
          <a:xfrm>
            <a:off x="41751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4" name="F2_precision_recall_distributions_7738">
            <a:extLst>
              <a:ext uri="{FF2B5EF4-FFF2-40B4-BE49-F238E27FC236}">
                <a16:creationId xmlns:a16="http://schemas.microsoft.com/office/drawing/2014/main" id="{0AD230F6-674A-4202-89A7-D2A36DA46778}"/>
              </a:ext>
            </a:extLst>
          </p:cNvPr>
          <p:cNvSpPr>
            <a:spLocks noGrp="1"/>
          </p:cNvSpPr>
          <p:nvPr/>
        </p:nvSpPr>
        <p:spPr>
          <a:xfrm>
            <a:off x="4071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5" name="F2_precision_recall_distributions_7739">
            <a:extLst>
              <a:ext uri="{FF2B5EF4-FFF2-40B4-BE49-F238E27FC236}">
                <a16:creationId xmlns:a16="http://schemas.microsoft.com/office/drawing/2014/main" id="{8F6B8615-4C22-4111-94DE-0DBFA862EDE8}"/>
              </a:ext>
            </a:extLst>
          </p:cNvPr>
          <p:cNvSpPr>
            <a:spLocks noGrp="1"/>
          </p:cNvSpPr>
          <p:nvPr/>
        </p:nvSpPr>
        <p:spPr>
          <a:xfrm>
            <a:off x="39962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6" name="F2_precision_recall_distributions_7740">
            <a:extLst>
              <a:ext uri="{FF2B5EF4-FFF2-40B4-BE49-F238E27FC236}">
                <a16:creationId xmlns:a16="http://schemas.microsoft.com/office/drawing/2014/main" id="{92B7E82E-7F5D-4D76-9409-BFB4352C4D95}"/>
              </a:ext>
            </a:extLst>
          </p:cNvPr>
          <p:cNvSpPr>
            <a:spLocks noGrp="1"/>
          </p:cNvSpPr>
          <p:nvPr/>
        </p:nvSpPr>
        <p:spPr>
          <a:xfrm>
            <a:off x="41924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7" name="F2_precision_recall_distributions_7741">
            <a:extLst>
              <a:ext uri="{FF2B5EF4-FFF2-40B4-BE49-F238E27FC236}">
                <a16:creationId xmlns:a16="http://schemas.microsoft.com/office/drawing/2014/main" id="{F23659EC-8796-47B5-8FE9-3CADB74FEC3C}"/>
              </a:ext>
            </a:extLst>
          </p:cNvPr>
          <p:cNvSpPr>
            <a:spLocks noGrp="1"/>
          </p:cNvSpPr>
          <p:nvPr/>
        </p:nvSpPr>
        <p:spPr>
          <a:xfrm>
            <a:off x="40247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8" name="F2_precision_recall_distributions_7742">
            <a:extLst>
              <a:ext uri="{FF2B5EF4-FFF2-40B4-BE49-F238E27FC236}">
                <a16:creationId xmlns:a16="http://schemas.microsoft.com/office/drawing/2014/main" id="{4EC8BFB2-3136-42CC-A802-F9BA4981F775}"/>
              </a:ext>
            </a:extLst>
          </p:cNvPr>
          <p:cNvSpPr>
            <a:spLocks noGrp="1"/>
          </p:cNvSpPr>
          <p:nvPr/>
        </p:nvSpPr>
        <p:spPr>
          <a:xfrm>
            <a:off x="4176224" y="77974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9" name="F2_precision_recall_distributions_7743">
            <a:extLst>
              <a:ext uri="{FF2B5EF4-FFF2-40B4-BE49-F238E27FC236}">
                <a16:creationId xmlns:a16="http://schemas.microsoft.com/office/drawing/2014/main" id="{72A67249-B5ED-4217-97C9-38A2EA1C4AF1}"/>
              </a:ext>
            </a:extLst>
          </p:cNvPr>
          <p:cNvSpPr>
            <a:spLocks noGrp="1"/>
          </p:cNvSpPr>
          <p:nvPr/>
        </p:nvSpPr>
        <p:spPr>
          <a:xfrm>
            <a:off x="39948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0" name="F2_precision_recall_distributions_7744">
            <a:extLst>
              <a:ext uri="{FF2B5EF4-FFF2-40B4-BE49-F238E27FC236}">
                <a16:creationId xmlns:a16="http://schemas.microsoft.com/office/drawing/2014/main" id="{886FD456-1EE9-4353-9291-EF67BC4926C8}"/>
              </a:ext>
            </a:extLst>
          </p:cNvPr>
          <p:cNvSpPr>
            <a:spLocks noGrp="1"/>
          </p:cNvSpPr>
          <p:nvPr/>
        </p:nvSpPr>
        <p:spPr>
          <a:xfrm>
            <a:off x="4110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1" name="F2_precision_recall_distributions_7745">
            <a:extLst>
              <a:ext uri="{FF2B5EF4-FFF2-40B4-BE49-F238E27FC236}">
                <a16:creationId xmlns:a16="http://schemas.microsoft.com/office/drawing/2014/main" id="{DAAD5402-CB8C-408E-8BAC-083041F425B8}"/>
              </a:ext>
            </a:extLst>
          </p:cNvPr>
          <p:cNvSpPr>
            <a:spLocks noGrp="1"/>
          </p:cNvSpPr>
          <p:nvPr/>
        </p:nvSpPr>
        <p:spPr>
          <a:xfrm>
            <a:off x="429127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2" name="F2_precision_recall_distributions_7746">
            <a:extLst>
              <a:ext uri="{FF2B5EF4-FFF2-40B4-BE49-F238E27FC236}">
                <a16:creationId xmlns:a16="http://schemas.microsoft.com/office/drawing/2014/main" id="{01231BD5-F1E5-4F32-8964-94C72495EBF2}"/>
              </a:ext>
            </a:extLst>
          </p:cNvPr>
          <p:cNvSpPr>
            <a:spLocks noGrp="1"/>
          </p:cNvSpPr>
          <p:nvPr/>
        </p:nvSpPr>
        <p:spPr>
          <a:xfrm>
            <a:off x="40548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3" name="F2_precision_recall_distributions_7747">
            <a:extLst>
              <a:ext uri="{FF2B5EF4-FFF2-40B4-BE49-F238E27FC236}">
                <a16:creationId xmlns:a16="http://schemas.microsoft.com/office/drawing/2014/main" id="{95AE6FCA-E9D7-4B1D-8665-2C29ED7E86AF}"/>
              </a:ext>
            </a:extLst>
          </p:cNvPr>
          <p:cNvSpPr>
            <a:spLocks noGrp="1"/>
          </p:cNvSpPr>
          <p:nvPr/>
        </p:nvSpPr>
        <p:spPr>
          <a:xfrm>
            <a:off x="4189316" y="7673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4" name="F2_precision_recall_distributions_7748">
            <a:extLst>
              <a:ext uri="{FF2B5EF4-FFF2-40B4-BE49-F238E27FC236}">
                <a16:creationId xmlns:a16="http://schemas.microsoft.com/office/drawing/2014/main" id="{FEDC3294-8C06-4988-9BA4-3A5E4802623A}"/>
              </a:ext>
            </a:extLst>
          </p:cNvPr>
          <p:cNvSpPr>
            <a:spLocks noGrp="1"/>
          </p:cNvSpPr>
          <p:nvPr/>
        </p:nvSpPr>
        <p:spPr>
          <a:xfrm>
            <a:off x="408826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5" name="F2_precision_recall_distributions_7749">
            <a:extLst>
              <a:ext uri="{FF2B5EF4-FFF2-40B4-BE49-F238E27FC236}">
                <a16:creationId xmlns:a16="http://schemas.microsoft.com/office/drawing/2014/main" id="{B8BF31C9-263D-4C2B-9568-DC060DB205C9}"/>
              </a:ext>
            </a:extLst>
          </p:cNvPr>
          <p:cNvSpPr>
            <a:spLocks noGrp="1"/>
          </p:cNvSpPr>
          <p:nvPr/>
        </p:nvSpPr>
        <p:spPr>
          <a:xfrm>
            <a:off x="42031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6" name="F2_precision_recall_distributions_7750">
            <a:extLst>
              <a:ext uri="{FF2B5EF4-FFF2-40B4-BE49-F238E27FC236}">
                <a16:creationId xmlns:a16="http://schemas.microsoft.com/office/drawing/2014/main" id="{83E10C21-23BB-400A-82D9-F1EC3E368187}"/>
              </a:ext>
            </a:extLst>
          </p:cNvPr>
          <p:cNvSpPr>
            <a:spLocks noGrp="1"/>
          </p:cNvSpPr>
          <p:nvPr/>
        </p:nvSpPr>
        <p:spPr>
          <a:xfrm>
            <a:off x="4187582" y="78075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7" name="F2_precision_recall_distributions_7751">
            <a:extLst>
              <a:ext uri="{FF2B5EF4-FFF2-40B4-BE49-F238E27FC236}">
                <a16:creationId xmlns:a16="http://schemas.microsoft.com/office/drawing/2014/main" id="{2661A72D-31B6-4392-A441-E209625A1BB4}"/>
              </a:ext>
            </a:extLst>
          </p:cNvPr>
          <p:cNvSpPr>
            <a:spLocks noGrp="1"/>
          </p:cNvSpPr>
          <p:nvPr/>
        </p:nvSpPr>
        <p:spPr>
          <a:xfrm>
            <a:off x="40468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8" name="F2_precision_recall_distributions_7752">
            <a:extLst>
              <a:ext uri="{FF2B5EF4-FFF2-40B4-BE49-F238E27FC236}">
                <a16:creationId xmlns:a16="http://schemas.microsoft.com/office/drawing/2014/main" id="{9FAA588B-237D-4EF2-A506-87B452ADC27C}"/>
              </a:ext>
            </a:extLst>
          </p:cNvPr>
          <p:cNvSpPr>
            <a:spLocks noGrp="1"/>
          </p:cNvSpPr>
          <p:nvPr/>
        </p:nvSpPr>
        <p:spPr>
          <a:xfrm>
            <a:off x="4307270" y="77963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9" name="F2_precision_recall_distributions_7753">
            <a:extLst>
              <a:ext uri="{FF2B5EF4-FFF2-40B4-BE49-F238E27FC236}">
                <a16:creationId xmlns:a16="http://schemas.microsoft.com/office/drawing/2014/main" id="{1FAA7B11-796F-4ACC-8F7C-9E7FD384B75E}"/>
              </a:ext>
            </a:extLst>
          </p:cNvPr>
          <p:cNvSpPr>
            <a:spLocks noGrp="1"/>
          </p:cNvSpPr>
          <p:nvPr/>
        </p:nvSpPr>
        <p:spPr>
          <a:xfrm>
            <a:off x="4301689" y="7813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0" name="F2_precision_recall_distributions_7754">
            <a:extLst>
              <a:ext uri="{FF2B5EF4-FFF2-40B4-BE49-F238E27FC236}">
                <a16:creationId xmlns:a16="http://schemas.microsoft.com/office/drawing/2014/main" id="{8C6ACD02-8151-4979-9244-946974DD1593}"/>
              </a:ext>
            </a:extLst>
          </p:cNvPr>
          <p:cNvSpPr>
            <a:spLocks noGrp="1"/>
          </p:cNvSpPr>
          <p:nvPr/>
        </p:nvSpPr>
        <p:spPr>
          <a:xfrm>
            <a:off x="4130071" y="78063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1" name="F2_precision_recall_distributions_7755">
            <a:extLst>
              <a:ext uri="{FF2B5EF4-FFF2-40B4-BE49-F238E27FC236}">
                <a16:creationId xmlns:a16="http://schemas.microsoft.com/office/drawing/2014/main" id="{DBF442F9-99D0-4875-8598-DE48536631B2}"/>
              </a:ext>
            </a:extLst>
          </p:cNvPr>
          <p:cNvSpPr>
            <a:spLocks noGrp="1"/>
          </p:cNvSpPr>
          <p:nvPr/>
        </p:nvSpPr>
        <p:spPr>
          <a:xfrm>
            <a:off x="4224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2" name="F2_precision_recall_distributions_7756">
            <a:extLst>
              <a:ext uri="{FF2B5EF4-FFF2-40B4-BE49-F238E27FC236}">
                <a16:creationId xmlns:a16="http://schemas.microsoft.com/office/drawing/2014/main" id="{6746703C-95C0-44DF-8299-8E3216598722}"/>
              </a:ext>
            </a:extLst>
          </p:cNvPr>
          <p:cNvSpPr>
            <a:spLocks noGrp="1"/>
          </p:cNvSpPr>
          <p:nvPr/>
        </p:nvSpPr>
        <p:spPr>
          <a:xfrm>
            <a:off x="4212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3" name="F2_precision_recall_distributions_7757">
            <a:extLst>
              <a:ext uri="{FF2B5EF4-FFF2-40B4-BE49-F238E27FC236}">
                <a16:creationId xmlns:a16="http://schemas.microsoft.com/office/drawing/2014/main" id="{4B87B2A4-28F1-4565-B8E7-891C079EDA41}"/>
              </a:ext>
            </a:extLst>
          </p:cNvPr>
          <p:cNvSpPr>
            <a:spLocks noGrp="1"/>
          </p:cNvSpPr>
          <p:nvPr/>
        </p:nvSpPr>
        <p:spPr>
          <a:xfrm>
            <a:off x="40598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4" name="F2_precision_recall_distributions_7758">
            <a:extLst>
              <a:ext uri="{FF2B5EF4-FFF2-40B4-BE49-F238E27FC236}">
                <a16:creationId xmlns:a16="http://schemas.microsoft.com/office/drawing/2014/main" id="{1FA53D9F-5C70-4AC8-AAD4-1B782DABAD61}"/>
              </a:ext>
            </a:extLst>
          </p:cNvPr>
          <p:cNvSpPr>
            <a:spLocks noGrp="1"/>
          </p:cNvSpPr>
          <p:nvPr/>
        </p:nvSpPr>
        <p:spPr>
          <a:xfrm>
            <a:off x="4289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5" name="F2_precision_recall_distributions_7759">
            <a:extLst>
              <a:ext uri="{FF2B5EF4-FFF2-40B4-BE49-F238E27FC236}">
                <a16:creationId xmlns:a16="http://schemas.microsoft.com/office/drawing/2014/main" id="{69C481B2-8332-42EF-99C1-60B90CA79A92}"/>
              </a:ext>
            </a:extLst>
          </p:cNvPr>
          <p:cNvSpPr>
            <a:spLocks noGrp="1"/>
          </p:cNvSpPr>
          <p:nvPr/>
        </p:nvSpPr>
        <p:spPr>
          <a:xfrm>
            <a:off x="42824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6" name="F2_precision_recall_distributions_7760">
            <a:extLst>
              <a:ext uri="{FF2B5EF4-FFF2-40B4-BE49-F238E27FC236}">
                <a16:creationId xmlns:a16="http://schemas.microsoft.com/office/drawing/2014/main" id="{9477C1F0-F755-485E-909E-DB02CB19662D}"/>
              </a:ext>
            </a:extLst>
          </p:cNvPr>
          <p:cNvSpPr>
            <a:spLocks noGrp="1"/>
          </p:cNvSpPr>
          <p:nvPr/>
        </p:nvSpPr>
        <p:spPr>
          <a:xfrm>
            <a:off x="43267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7" name="F2_precision_recall_distributions_7761">
            <a:extLst>
              <a:ext uri="{FF2B5EF4-FFF2-40B4-BE49-F238E27FC236}">
                <a16:creationId xmlns:a16="http://schemas.microsoft.com/office/drawing/2014/main" id="{8E726799-0631-421B-A6A9-4A51CF3154DB}"/>
              </a:ext>
            </a:extLst>
          </p:cNvPr>
          <p:cNvSpPr>
            <a:spLocks noGrp="1"/>
          </p:cNvSpPr>
          <p:nvPr/>
        </p:nvSpPr>
        <p:spPr>
          <a:xfrm>
            <a:off x="40864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8" name="F2_precision_recall_distributions_7762">
            <a:extLst>
              <a:ext uri="{FF2B5EF4-FFF2-40B4-BE49-F238E27FC236}">
                <a16:creationId xmlns:a16="http://schemas.microsoft.com/office/drawing/2014/main" id="{CF9DA733-357E-4E7A-8694-24D7B4897F2D}"/>
              </a:ext>
            </a:extLst>
          </p:cNvPr>
          <p:cNvSpPr>
            <a:spLocks noGrp="1"/>
          </p:cNvSpPr>
          <p:nvPr/>
        </p:nvSpPr>
        <p:spPr>
          <a:xfrm>
            <a:off x="41204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9" name="F2_precision_recall_distributions_7763">
            <a:extLst>
              <a:ext uri="{FF2B5EF4-FFF2-40B4-BE49-F238E27FC236}">
                <a16:creationId xmlns:a16="http://schemas.microsoft.com/office/drawing/2014/main" id="{E2F31A7E-E005-4849-BBB8-43A284AEB26E}"/>
              </a:ext>
            </a:extLst>
          </p:cNvPr>
          <p:cNvSpPr>
            <a:spLocks noGrp="1"/>
          </p:cNvSpPr>
          <p:nvPr/>
        </p:nvSpPr>
        <p:spPr>
          <a:xfrm>
            <a:off x="4062375" y="77927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0" name="F2_precision_recall_distributions_7764">
            <a:extLst>
              <a:ext uri="{FF2B5EF4-FFF2-40B4-BE49-F238E27FC236}">
                <a16:creationId xmlns:a16="http://schemas.microsoft.com/office/drawing/2014/main" id="{34EC1BA9-665B-4C90-A9C2-BBD4876288E2}"/>
              </a:ext>
            </a:extLst>
          </p:cNvPr>
          <p:cNvSpPr>
            <a:spLocks noGrp="1"/>
          </p:cNvSpPr>
          <p:nvPr/>
        </p:nvSpPr>
        <p:spPr>
          <a:xfrm>
            <a:off x="41799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1" name="F2_precision_recall_distributions_7765">
            <a:extLst>
              <a:ext uri="{FF2B5EF4-FFF2-40B4-BE49-F238E27FC236}">
                <a16:creationId xmlns:a16="http://schemas.microsoft.com/office/drawing/2014/main" id="{90EF666E-122B-405F-9E12-263AB89FA75A}"/>
              </a:ext>
            </a:extLst>
          </p:cNvPr>
          <p:cNvSpPr>
            <a:spLocks noGrp="1"/>
          </p:cNvSpPr>
          <p:nvPr/>
        </p:nvSpPr>
        <p:spPr>
          <a:xfrm>
            <a:off x="40317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2" name="F2_precision_recall_distributions_7766">
            <a:extLst>
              <a:ext uri="{FF2B5EF4-FFF2-40B4-BE49-F238E27FC236}">
                <a16:creationId xmlns:a16="http://schemas.microsoft.com/office/drawing/2014/main" id="{711DE92A-5B84-4D5D-B53C-958B84B7985F}"/>
              </a:ext>
            </a:extLst>
          </p:cNvPr>
          <p:cNvSpPr>
            <a:spLocks noGrp="1"/>
          </p:cNvSpPr>
          <p:nvPr/>
        </p:nvSpPr>
        <p:spPr>
          <a:xfrm>
            <a:off x="4267309" y="7809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3" name="F2_precision_recall_distributions_7767">
            <a:extLst>
              <a:ext uri="{FF2B5EF4-FFF2-40B4-BE49-F238E27FC236}">
                <a16:creationId xmlns:a16="http://schemas.microsoft.com/office/drawing/2014/main" id="{F1DE2BA6-0B4D-4412-BDE7-2FFEA40BBDA6}"/>
              </a:ext>
            </a:extLst>
          </p:cNvPr>
          <p:cNvSpPr>
            <a:spLocks noGrp="1"/>
          </p:cNvSpPr>
          <p:nvPr/>
        </p:nvSpPr>
        <p:spPr>
          <a:xfrm>
            <a:off x="41516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4" name="F2_precision_recall_distributions_7768">
            <a:extLst>
              <a:ext uri="{FF2B5EF4-FFF2-40B4-BE49-F238E27FC236}">
                <a16:creationId xmlns:a16="http://schemas.microsoft.com/office/drawing/2014/main" id="{DDD9CF5D-4A09-4BAF-B7FE-A70D30835B24}"/>
              </a:ext>
            </a:extLst>
          </p:cNvPr>
          <p:cNvSpPr>
            <a:spLocks noGrp="1"/>
          </p:cNvSpPr>
          <p:nvPr/>
        </p:nvSpPr>
        <p:spPr>
          <a:xfrm>
            <a:off x="41156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5" name="F2_precision_recall_distributions_7769">
            <a:extLst>
              <a:ext uri="{FF2B5EF4-FFF2-40B4-BE49-F238E27FC236}">
                <a16:creationId xmlns:a16="http://schemas.microsoft.com/office/drawing/2014/main" id="{95E4352A-E34D-475B-9E10-7FB7D5C85137}"/>
              </a:ext>
            </a:extLst>
          </p:cNvPr>
          <p:cNvSpPr>
            <a:spLocks noGrp="1"/>
          </p:cNvSpPr>
          <p:nvPr/>
        </p:nvSpPr>
        <p:spPr>
          <a:xfrm>
            <a:off x="41529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6" name="F2_precision_recall_distributions_7770">
            <a:extLst>
              <a:ext uri="{FF2B5EF4-FFF2-40B4-BE49-F238E27FC236}">
                <a16:creationId xmlns:a16="http://schemas.microsoft.com/office/drawing/2014/main" id="{633D7B16-D34D-4A2D-B9AC-B71655CA22AB}"/>
              </a:ext>
            </a:extLst>
          </p:cNvPr>
          <p:cNvSpPr>
            <a:spLocks noGrp="1"/>
          </p:cNvSpPr>
          <p:nvPr/>
        </p:nvSpPr>
        <p:spPr>
          <a:xfrm>
            <a:off x="4333317" y="78056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7" name="F2_precision_recall_distributions_7771">
            <a:extLst>
              <a:ext uri="{FF2B5EF4-FFF2-40B4-BE49-F238E27FC236}">
                <a16:creationId xmlns:a16="http://schemas.microsoft.com/office/drawing/2014/main" id="{1756F9FF-35C0-4713-8A95-612DC96136CF}"/>
              </a:ext>
            </a:extLst>
          </p:cNvPr>
          <p:cNvSpPr>
            <a:spLocks noGrp="1"/>
          </p:cNvSpPr>
          <p:nvPr/>
        </p:nvSpPr>
        <p:spPr>
          <a:xfrm>
            <a:off x="41732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8" name="F2_precision_recall_distributions_7772">
            <a:extLst>
              <a:ext uri="{FF2B5EF4-FFF2-40B4-BE49-F238E27FC236}">
                <a16:creationId xmlns:a16="http://schemas.microsoft.com/office/drawing/2014/main" id="{B59E63CA-5793-4252-8561-2F3D831CC2CB}"/>
              </a:ext>
            </a:extLst>
          </p:cNvPr>
          <p:cNvSpPr>
            <a:spLocks noGrp="1"/>
          </p:cNvSpPr>
          <p:nvPr/>
        </p:nvSpPr>
        <p:spPr>
          <a:xfrm>
            <a:off x="4156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9" name="F2_precision_recall_distributions_7773">
            <a:extLst>
              <a:ext uri="{FF2B5EF4-FFF2-40B4-BE49-F238E27FC236}">
                <a16:creationId xmlns:a16="http://schemas.microsoft.com/office/drawing/2014/main" id="{1D799EF8-9744-4A8A-A7BF-E4BACE299AC8}"/>
              </a:ext>
            </a:extLst>
          </p:cNvPr>
          <p:cNvSpPr>
            <a:spLocks noGrp="1"/>
          </p:cNvSpPr>
          <p:nvPr/>
        </p:nvSpPr>
        <p:spPr>
          <a:xfrm>
            <a:off x="4171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0" name="F2_precision_recall_distributions_7774">
            <a:extLst>
              <a:ext uri="{FF2B5EF4-FFF2-40B4-BE49-F238E27FC236}">
                <a16:creationId xmlns:a16="http://schemas.microsoft.com/office/drawing/2014/main" id="{56B864C9-E71A-45A5-B554-E9F9BB805287}"/>
              </a:ext>
            </a:extLst>
          </p:cNvPr>
          <p:cNvSpPr>
            <a:spLocks noGrp="1"/>
          </p:cNvSpPr>
          <p:nvPr/>
        </p:nvSpPr>
        <p:spPr>
          <a:xfrm>
            <a:off x="39806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1" name="F2_precision_recall_distributions_7775">
            <a:extLst>
              <a:ext uri="{FF2B5EF4-FFF2-40B4-BE49-F238E27FC236}">
                <a16:creationId xmlns:a16="http://schemas.microsoft.com/office/drawing/2014/main" id="{927299F2-113D-4118-8FE9-5649B9A22FB1}"/>
              </a:ext>
            </a:extLst>
          </p:cNvPr>
          <p:cNvSpPr>
            <a:spLocks noGrp="1"/>
          </p:cNvSpPr>
          <p:nvPr/>
        </p:nvSpPr>
        <p:spPr>
          <a:xfrm>
            <a:off x="40427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2" name="F2_precision_recall_distributions_7776">
            <a:extLst>
              <a:ext uri="{FF2B5EF4-FFF2-40B4-BE49-F238E27FC236}">
                <a16:creationId xmlns:a16="http://schemas.microsoft.com/office/drawing/2014/main" id="{61EE225E-7B4B-4059-8146-8642FA7447AD}"/>
              </a:ext>
            </a:extLst>
          </p:cNvPr>
          <p:cNvSpPr>
            <a:spLocks noGrp="1"/>
          </p:cNvSpPr>
          <p:nvPr/>
        </p:nvSpPr>
        <p:spPr>
          <a:xfrm>
            <a:off x="4048197" y="78128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3" name="F2_precision_recall_distributions_7777">
            <a:extLst>
              <a:ext uri="{FF2B5EF4-FFF2-40B4-BE49-F238E27FC236}">
                <a16:creationId xmlns:a16="http://schemas.microsoft.com/office/drawing/2014/main" id="{F4D28BCD-021C-4A61-86AE-2E66DDEE856D}"/>
              </a:ext>
            </a:extLst>
          </p:cNvPr>
          <p:cNvSpPr>
            <a:spLocks noGrp="1"/>
          </p:cNvSpPr>
          <p:nvPr/>
        </p:nvSpPr>
        <p:spPr>
          <a:xfrm>
            <a:off x="4224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4" name="F2_precision_recall_distributions_7778">
            <a:extLst>
              <a:ext uri="{FF2B5EF4-FFF2-40B4-BE49-F238E27FC236}">
                <a16:creationId xmlns:a16="http://schemas.microsoft.com/office/drawing/2014/main" id="{8392984D-1285-4D57-8348-78A9D344F982}"/>
              </a:ext>
            </a:extLst>
          </p:cNvPr>
          <p:cNvSpPr>
            <a:spLocks noGrp="1"/>
          </p:cNvSpPr>
          <p:nvPr/>
        </p:nvSpPr>
        <p:spPr>
          <a:xfrm>
            <a:off x="4336345" y="7811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5" name="F2_precision_recall_distributions_7779">
            <a:extLst>
              <a:ext uri="{FF2B5EF4-FFF2-40B4-BE49-F238E27FC236}">
                <a16:creationId xmlns:a16="http://schemas.microsoft.com/office/drawing/2014/main" id="{DEA2B8BA-564C-478B-B684-A7B97341EEA3}"/>
              </a:ext>
            </a:extLst>
          </p:cNvPr>
          <p:cNvSpPr>
            <a:spLocks noGrp="1"/>
          </p:cNvSpPr>
          <p:nvPr/>
        </p:nvSpPr>
        <p:spPr>
          <a:xfrm>
            <a:off x="41378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6" name="F2_precision_recall_distributions_7780">
            <a:extLst>
              <a:ext uri="{FF2B5EF4-FFF2-40B4-BE49-F238E27FC236}">
                <a16:creationId xmlns:a16="http://schemas.microsoft.com/office/drawing/2014/main" id="{97D4C907-C7A8-42C7-BF5C-72D89CD1731B}"/>
              </a:ext>
            </a:extLst>
          </p:cNvPr>
          <p:cNvSpPr>
            <a:spLocks noGrp="1"/>
          </p:cNvSpPr>
          <p:nvPr/>
        </p:nvSpPr>
        <p:spPr>
          <a:xfrm>
            <a:off x="4235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7" name="F2_precision_recall_distributions_7781">
            <a:extLst>
              <a:ext uri="{FF2B5EF4-FFF2-40B4-BE49-F238E27FC236}">
                <a16:creationId xmlns:a16="http://schemas.microsoft.com/office/drawing/2014/main" id="{E41E249A-9C4B-4054-9C6C-8D8B18F78875}"/>
              </a:ext>
            </a:extLst>
          </p:cNvPr>
          <p:cNvSpPr>
            <a:spLocks noGrp="1"/>
          </p:cNvSpPr>
          <p:nvPr/>
        </p:nvSpPr>
        <p:spPr>
          <a:xfrm>
            <a:off x="40789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8" name="F2_precision_recall_distributions_7782">
            <a:extLst>
              <a:ext uri="{FF2B5EF4-FFF2-40B4-BE49-F238E27FC236}">
                <a16:creationId xmlns:a16="http://schemas.microsoft.com/office/drawing/2014/main" id="{9F718E64-5E5B-41B0-8F8D-F00C953A44A9}"/>
              </a:ext>
            </a:extLst>
          </p:cNvPr>
          <p:cNvSpPr>
            <a:spLocks noGrp="1"/>
          </p:cNvSpPr>
          <p:nvPr/>
        </p:nvSpPr>
        <p:spPr>
          <a:xfrm>
            <a:off x="40261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9" name="F2_precision_recall_distributions_7783">
            <a:extLst>
              <a:ext uri="{FF2B5EF4-FFF2-40B4-BE49-F238E27FC236}">
                <a16:creationId xmlns:a16="http://schemas.microsoft.com/office/drawing/2014/main" id="{E9F142B3-A609-4738-8454-FC9FE1A43B32}"/>
              </a:ext>
            </a:extLst>
          </p:cNvPr>
          <p:cNvSpPr>
            <a:spLocks noGrp="1"/>
          </p:cNvSpPr>
          <p:nvPr/>
        </p:nvSpPr>
        <p:spPr>
          <a:xfrm>
            <a:off x="4099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0" name="F2_precision_recall_distributions_7784">
            <a:extLst>
              <a:ext uri="{FF2B5EF4-FFF2-40B4-BE49-F238E27FC236}">
                <a16:creationId xmlns:a16="http://schemas.microsoft.com/office/drawing/2014/main" id="{914D886D-BE19-44C0-B1C1-5CD0D2A4FCF1}"/>
              </a:ext>
            </a:extLst>
          </p:cNvPr>
          <p:cNvSpPr>
            <a:spLocks noGrp="1"/>
          </p:cNvSpPr>
          <p:nvPr/>
        </p:nvSpPr>
        <p:spPr>
          <a:xfrm>
            <a:off x="4208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1" name="F2_precision_recall_distributions_7785">
            <a:extLst>
              <a:ext uri="{FF2B5EF4-FFF2-40B4-BE49-F238E27FC236}">
                <a16:creationId xmlns:a16="http://schemas.microsoft.com/office/drawing/2014/main" id="{C773D4D5-9217-4C80-B872-79B48AAA222A}"/>
              </a:ext>
            </a:extLst>
          </p:cNvPr>
          <p:cNvSpPr>
            <a:spLocks noGrp="1"/>
          </p:cNvSpPr>
          <p:nvPr/>
        </p:nvSpPr>
        <p:spPr>
          <a:xfrm>
            <a:off x="4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2" name="F2_precision_recall_distributions_7786">
            <a:extLst>
              <a:ext uri="{FF2B5EF4-FFF2-40B4-BE49-F238E27FC236}">
                <a16:creationId xmlns:a16="http://schemas.microsoft.com/office/drawing/2014/main" id="{A1EFE70D-D0C3-4B77-9A33-129B937E70CA}"/>
              </a:ext>
            </a:extLst>
          </p:cNvPr>
          <p:cNvSpPr>
            <a:spLocks noGrp="1"/>
          </p:cNvSpPr>
          <p:nvPr/>
        </p:nvSpPr>
        <p:spPr>
          <a:xfrm>
            <a:off x="4219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3" name="F2_precision_recall_distributions_7787">
            <a:extLst>
              <a:ext uri="{FF2B5EF4-FFF2-40B4-BE49-F238E27FC236}">
                <a16:creationId xmlns:a16="http://schemas.microsoft.com/office/drawing/2014/main" id="{A24BA65F-0798-4F58-953D-5B897CEF3398}"/>
              </a:ext>
            </a:extLst>
          </p:cNvPr>
          <p:cNvSpPr>
            <a:spLocks noGrp="1"/>
          </p:cNvSpPr>
          <p:nvPr/>
        </p:nvSpPr>
        <p:spPr>
          <a:xfrm>
            <a:off x="41949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4" name="F2_precision_recall_distributions_7788">
            <a:extLst>
              <a:ext uri="{FF2B5EF4-FFF2-40B4-BE49-F238E27FC236}">
                <a16:creationId xmlns:a16="http://schemas.microsoft.com/office/drawing/2014/main" id="{31FA40EA-E165-4071-B844-B5A2469E0FA7}"/>
              </a:ext>
            </a:extLst>
          </p:cNvPr>
          <p:cNvSpPr>
            <a:spLocks noGrp="1"/>
          </p:cNvSpPr>
          <p:nvPr/>
        </p:nvSpPr>
        <p:spPr>
          <a:xfrm>
            <a:off x="424922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5" name="F2_precision_recall_distributions_7789">
            <a:extLst>
              <a:ext uri="{FF2B5EF4-FFF2-40B4-BE49-F238E27FC236}">
                <a16:creationId xmlns:a16="http://schemas.microsoft.com/office/drawing/2014/main" id="{17B01118-734E-4556-952F-7B4E8DB6F137}"/>
              </a:ext>
            </a:extLst>
          </p:cNvPr>
          <p:cNvSpPr>
            <a:spLocks noGrp="1"/>
          </p:cNvSpPr>
          <p:nvPr/>
        </p:nvSpPr>
        <p:spPr>
          <a:xfrm>
            <a:off x="43334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6" name="F2_precision_recall_distributions_7790">
            <a:extLst>
              <a:ext uri="{FF2B5EF4-FFF2-40B4-BE49-F238E27FC236}">
                <a16:creationId xmlns:a16="http://schemas.microsoft.com/office/drawing/2014/main" id="{D35639DF-5031-44BB-B76A-22A3F69AE4C2}"/>
              </a:ext>
            </a:extLst>
          </p:cNvPr>
          <p:cNvSpPr>
            <a:spLocks noGrp="1"/>
          </p:cNvSpPr>
          <p:nvPr/>
        </p:nvSpPr>
        <p:spPr>
          <a:xfrm>
            <a:off x="41995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7" name="F2_precision_recall_distributions_7791">
            <a:extLst>
              <a:ext uri="{FF2B5EF4-FFF2-40B4-BE49-F238E27FC236}">
                <a16:creationId xmlns:a16="http://schemas.microsoft.com/office/drawing/2014/main" id="{75CB2BD2-9A37-45AB-80B4-945945CE80F6}"/>
              </a:ext>
            </a:extLst>
          </p:cNvPr>
          <p:cNvSpPr>
            <a:spLocks noGrp="1"/>
          </p:cNvSpPr>
          <p:nvPr/>
        </p:nvSpPr>
        <p:spPr>
          <a:xfrm>
            <a:off x="4032643" y="78102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8" name="F2_precision_recall_distributions_7792">
            <a:extLst>
              <a:ext uri="{FF2B5EF4-FFF2-40B4-BE49-F238E27FC236}">
                <a16:creationId xmlns:a16="http://schemas.microsoft.com/office/drawing/2014/main" id="{7A277796-2AF8-4516-AE5F-3460156A7E74}"/>
              </a:ext>
            </a:extLst>
          </p:cNvPr>
          <p:cNvSpPr>
            <a:spLocks noGrp="1"/>
          </p:cNvSpPr>
          <p:nvPr/>
        </p:nvSpPr>
        <p:spPr>
          <a:xfrm>
            <a:off x="41410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9" name="F2_precision_recall_distributions_7793">
            <a:extLst>
              <a:ext uri="{FF2B5EF4-FFF2-40B4-BE49-F238E27FC236}">
                <a16:creationId xmlns:a16="http://schemas.microsoft.com/office/drawing/2014/main" id="{01C8D649-8913-4EF1-98FE-15B7B45E18B4}"/>
              </a:ext>
            </a:extLst>
          </p:cNvPr>
          <p:cNvSpPr>
            <a:spLocks noGrp="1"/>
          </p:cNvSpPr>
          <p:nvPr/>
        </p:nvSpPr>
        <p:spPr>
          <a:xfrm>
            <a:off x="4087797" y="7813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0" name="F2_precision_recall_distributions_7794">
            <a:extLst>
              <a:ext uri="{FF2B5EF4-FFF2-40B4-BE49-F238E27FC236}">
                <a16:creationId xmlns:a16="http://schemas.microsoft.com/office/drawing/2014/main" id="{AA23CAA6-5DA9-44E9-B6E0-D9AA3563D277}"/>
              </a:ext>
            </a:extLst>
          </p:cNvPr>
          <p:cNvSpPr>
            <a:spLocks noGrp="1"/>
          </p:cNvSpPr>
          <p:nvPr/>
        </p:nvSpPr>
        <p:spPr>
          <a:xfrm>
            <a:off x="43373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1" name="F2_precision_recall_distributions_7795">
            <a:extLst>
              <a:ext uri="{FF2B5EF4-FFF2-40B4-BE49-F238E27FC236}">
                <a16:creationId xmlns:a16="http://schemas.microsoft.com/office/drawing/2014/main" id="{27AA3FFA-9279-431E-818E-453BB65F4E82}"/>
              </a:ext>
            </a:extLst>
          </p:cNvPr>
          <p:cNvSpPr>
            <a:spLocks noGrp="1"/>
          </p:cNvSpPr>
          <p:nvPr/>
        </p:nvSpPr>
        <p:spPr>
          <a:xfrm>
            <a:off x="416116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2" name="F2_precision_recall_distributions_7796">
            <a:extLst>
              <a:ext uri="{FF2B5EF4-FFF2-40B4-BE49-F238E27FC236}">
                <a16:creationId xmlns:a16="http://schemas.microsoft.com/office/drawing/2014/main" id="{90ECC828-1A93-43A4-99F7-DB5CB861D2AD}"/>
              </a:ext>
            </a:extLst>
          </p:cNvPr>
          <p:cNvSpPr>
            <a:spLocks noGrp="1"/>
          </p:cNvSpPr>
          <p:nvPr/>
        </p:nvSpPr>
        <p:spPr>
          <a:xfrm>
            <a:off x="43412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3" name="F2_precision_recall_distributions_7797">
            <a:extLst>
              <a:ext uri="{FF2B5EF4-FFF2-40B4-BE49-F238E27FC236}">
                <a16:creationId xmlns:a16="http://schemas.microsoft.com/office/drawing/2014/main" id="{04051F60-9D56-425F-B114-57F6A168447E}"/>
              </a:ext>
            </a:extLst>
          </p:cNvPr>
          <p:cNvSpPr>
            <a:spLocks noGrp="1"/>
          </p:cNvSpPr>
          <p:nvPr/>
        </p:nvSpPr>
        <p:spPr>
          <a:xfrm>
            <a:off x="4039905" y="78136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4" name="F2_precision_recall_distributions_7798">
            <a:extLst>
              <a:ext uri="{FF2B5EF4-FFF2-40B4-BE49-F238E27FC236}">
                <a16:creationId xmlns:a16="http://schemas.microsoft.com/office/drawing/2014/main" id="{A7883F53-501C-4412-8C95-E0148026C66E}"/>
              </a:ext>
            </a:extLst>
          </p:cNvPr>
          <p:cNvSpPr>
            <a:spLocks noGrp="1"/>
          </p:cNvSpPr>
          <p:nvPr/>
        </p:nvSpPr>
        <p:spPr>
          <a:xfrm>
            <a:off x="40243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5" name="F2_precision_recall_distributions_7799">
            <a:extLst>
              <a:ext uri="{FF2B5EF4-FFF2-40B4-BE49-F238E27FC236}">
                <a16:creationId xmlns:a16="http://schemas.microsoft.com/office/drawing/2014/main" id="{920E65B7-E63F-471A-B7B4-62ACC27AC8E9}"/>
              </a:ext>
            </a:extLst>
          </p:cNvPr>
          <p:cNvSpPr>
            <a:spLocks noGrp="1"/>
          </p:cNvSpPr>
          <p:nvPr/>
        </p:nvSpPr>
        <p:spPr>
          <a:xfrm>
            <a:off x="4314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6" name="F2_precision_recall_distributions_7800">
            <a:extLst>
              <a:ext uri="{FF2B5EF4-FFF2-40B4-BE49-F238E27FC236}">
                <a16:creationId xmlns:a16="http://schemas.microsoft.com/office/drawing/2014/main" id="{089A17E5-D987-4128-A1DA-DE547243EC3D}"/>
              </a:ext>
            </a:extLst>
          </p:cNvPr>
          <p:cNvSpPr>
            <a:spLocks noGrp="1"/>
          </p:cNvSpPr>
          <p:nvPr/>
        </p:nvSpPr>
        <p:spPr>
          <a:xfrm>
            <a:off x="42375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7" name="F2_precision_recall_distributions_7801">
            <a:extLst>
              <a:ext uri="{FF2B5EF4-FFF2-40B4-BE49-F238E27FC236}">
                <a16:creationId xmlns:a16="http://schemas.microsoft.com/office/drawing/2014/main" id="{6C4F7937-0FD4-42B3-BB8A-F0E08106D884}"/>
              </a:ext>
            </a:extLst>
          </p:cNvPr>
          <p:cNvSpPr>
            <a:spLocks noGrp="1"/>
          </p:cNvSpPr>
          <p:nvPr/>
        </p:nvSpPr>
        <p:spPr>
          <a:xfrm>
            <a:off x="41940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8" name="F2_precision_recall_distributions_7802">
            <a:extLst>
              <a:ext uri="{FF2B5EF4-FFF2-40B4-BE49-F238E27FC236}">
                <a16:creationId xmlns:a16="http://schemas.microsoft.com/office/drawing/2014/main" id="{167C2933-B162-4430-A08E-40472F055FD8}"/>
              </a:ext>
            </a:extLst>
          </p:cNvPr>
          <p:cNvSpPr>
            <a:spLocks noGrp="1"/>
          </p:cNvSpPr>
          <p:nvPr/>
        </p:nvSpPr>
        <p:spPr>
          <a:xfrm>
            <a:off x="43057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9" name="F2_precision_recall_distributions_7803">
            <a:extLst>
              <a:ext uri="{FF2B5EF4-FFF2-40B4-BE49-F238E27FC236}">
                <a16:creationId xmlns:a16="http://schemas.microsoft.com/office/drawing/2014/main" id="{A1D4F369-41AE-420D-BC9B-14E90F35F737}"/>
              </a:ext>
            </a:extLst>
          </p:cNvPr>
          <p:cNvSpPr>
            <a:spLocks noGrp="1"/>
          </p:cNvSpPr>
          <p:nvPr/>
        </p:nvSpPr>
        <p:spPr>
          <a:xfrm>
            <a:off x="42668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0" name="F2_precision_recall_distributions_7804">
            <a:extLst>
              <a:ext uri="{FF2B5EF4-FFF2-40B4-BE49-F238E27FC236}">
                <a16:creationId xmlns:a16="http://schemas.microsoft.com/office/drawing/2014/main" id="{E93809C6-3EEC-4ECA-81B4-2AF50965C1D9}"/>
              </a:ext>
            </a:extLst>
          </p:cNvPr>
          <p:cNvSpPr>
            <a:spLocks noGrp="1"/>
          </p:cNvSpPr>
          <p:nvPr/>
        </p:nvSpPr>
        <p:spPr>
          <a:xfrm>
            <a:off x="41860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1" name="F2_precision_recall_distributions_7805">
            <a:extLst>
              <a:ext uri="{FF2B5EF4-FFF2-40B4-BE49-F238E27FC236}">
                <a16:creationId xmlns:a16="http://schemas.microsoft.com/office/drawing/2014/main" id="{6292BE5D-25B7-4D07-BFDE-E0FE2C3089DB}"/>
              </a:ext>
            </a:extLst>
          </p:cNvPr>
          <p:cNvSpPr>
            <a:spLocks noGrp="1"/>
          </p:cNvSpPr>
          <p:nvPr/>
        </p:nvSpPr>
        <p:spPr>
          <a:xfrm>
            <a:off x="41400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2" name="F2_precision_recall_distributions_7806">
            <a:extLst>
              <a:ext uri="{FF2B5EF4-FFF2-40B4-BE49-F238E27FC236}">
                <a16:creationId xmlns:a16="http://schemas.microsoft.com/office/drawing/2014/main" id="{9B6E47B4-FEF5-4ECA-AE72-EC1F21A2C6A2}"/>
              </a:ext>
            </a:extLst>
          </p:cNvPr>
          <p:cNvSpPr>
            <a:spLocks noGrp="1"/>
          </p:cNvSpPr>
          <p:nvPr/>
        </p:nvSpPr>
        <p:spPr>
          <a:xfrm>
            <a:off x="4047140" y="7813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3" name="F2_precision_recall_distributions_7807">
            <a:extLst>
              <a:ext uri="{FF2B5EF4-FFF2-40B4-BE49-F238E27FC236}">
                <a16:creationId xmlns:a16="http://schemas.microsoft.com/office/drawing/2014/main" id="{C64992EE-6612-4B2B-81D8-EFE72231A42E}"/>
              </a:ext>
            </a:extLst>
          </p:cNvPr>
          <p:cNvSpPr>
            <a:spLocks noGrp="1"/>
          </p:cNvSpPr>
          <p:nvPr/>
        </p:nvSpPr>
        <p:spPr>
          <a:xfrm>
            <a:off x="4351250" y="779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4" name="F2_precision_recall_distributions_7808">
            <a:extLst>
              <a:ext uri="{FF2B5EF4-FFF2-40B4-BE49-F238E27FC236}">
                <a16:creationId xmlns:a16="http://schemas.microsoft.com/office/drawing/2014/main" id="{F61E25A4-46C6-4C5B-ABCE-B879ED86666E}"/>
              </a:ext>
            </a:extLst>
          </p:cNvPr>
          <p:cNvSpPr>
            <a:spLocks noGrp="1"/>
          </p:cNvSpPr>
          <p:nvPr/>
        </p:nvSpPr>
        <p:spPr>
          <a:xfrm>
            <a:off x="41759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5" name="F2_precision_recall_distributions_7809">
            <a:extLst>
              <a:ext uri="{FF2B5EF4-FFF2-40B4-BE49-F238E27FC236}">
                <a16:creationId xmlns:a16="http://schemas.microsoft.com/office/drawing/2014/main" id="{745FE0C3-55B4-41C0-83EE-D799EF45EDAE}"/>
              </a:ext>
            </a:extLst>
          </p:cNvPr>
          <p:cNvSpPr>
            <a:spLocks noGrp="1"/>
          </p:cNvSpPr>
          <p:nvPr/>
        </p:nvSpPr>
        <p:spPr>
          <a:xfrm>
            <a:off x="40259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6" name="F2_precision_recall_distributions_7810">
            <a:extLst>
              <a:ext uri="{FF2B5EF4-FFF2-40B4-BE49-F238E27FC236}">
                <a16:creationId xmlns:a16="http://schemas.microsoft.com/office/drawing/2014/main" id="{7C0B11EC-CFAC-49D5-9173-EB8E3DD873D1}"/>
              </a:ext>
            </a:extLst>
          </p:cNvPr>
          <p:cNvSpPr>
            <a:spLocks noGrp="1"/>
          </p:cNvSpPr>
          <p:nvPr/>
        </p:nvSpPr>
        <p:spPr>
          <a:xfrm>
            <a:off x="40324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7" name="F2_precision_recall_distributions_7811">
            <a:extLst>
              <a:ext uri="{FF2B5EF4-FFF2-40B4-BE49-F238E27FC236}">
                <a16:creationId xmlns:a16="http://schemas.microsoft.com/office/drawing/2014/main" id="{EC0759FB-6840-4C57-B2D3-769FF96098C7}"/>
              </a:ext>
            </a:extLst>
          </p:cNvPr>
          <p:cNvSpPr>
            <a:spLocks noGrp="1"/>
          </p:cNvSpPr>
          <p:nvPr/>
        </p:nvSpPr>
        <p:spPr>
          <a:xfrm>
            <a:off x="4144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8" name="F2_precision_recall_distributions_7812">
            <a:extLst>
              <a:ext uri="{FF2B5EF4-FFF2-40B4-BE49-F238E27FC236}">
                <a16:creationId xmlns:a16="http://schemas.microsoft.com/office/drawing/2014/main" id="{26312827-7787-480B-AFA1-1AF452FF5D76}"/>
              </a:ext>
            </a:extLst>
          </p:cNvPr>
          <p:cNvSpPr>
            <a:spLocks noGrp="1"/>
          </p:cNvSpPr>
          <p:nvPr/>
        </p:nvSpPr>
        <p:spPr>
          <a:xfrm>
            <a:off x="4032751" y="7813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9" name="F2_precision_recall_distributions_7813">
            <a:extLst>
              <a:ext uri="{FF2B5EF4-FFF2-40B4-BE49-F238E27FC236}">
                <a16:creationId xmlns:a16="http://schemas.microsoft.com/office/drawing/2014/main" id="{F511EAFC-5976-479E-8CE7-5F7AD14D8F7A}"/>
              </a:ext>
            </a:extLst>
          </p:cNvPr>
          <p:cNvSpPr>
            <a:spLocks noGrp="1"/>
          </p:cNvSpPr>
          <p:nvPr/>
        </p:nvSpPr>
        <p:spPr>
          <a:xfrm>
            <a:off x="4322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0" name="F2_precision_recall_distributions_7814">
            <a:extLst>
              <a:ext uri="{FF2B5EF4-FFF2-40B4-BE49-F238E27FC236}">
                <a16:creationId xmlns:a16="http://schemas.microsoft.com/office/drawing/2014/main" id="{81D7338E-E0DB-410F-A278-61E70384A531}"/>
              </a:ext>
            </a:extLst>
          </p:cNvPr>
          <p:cNvSpPr>
            <a:spLocks noGrp="1"/>
          </p:cNvSpPr>
          <p:nvPr/>
        </p:nvSpPr>
        <p:spPr>
          <a:xfrm>
            <a:off x="406440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1" name="F2_precision_recall_distributions_7815">
            <a:extLst>
              <a:ext uri="{FF2B5EF4-FFF2-40B4-BE49-F238E27FC236}">
                <a16:creationId xmlns:a16="http://schemas.microsoft.com/office/drawing/2014/main" id="{1D9DF14B-DB0B-475B-BD9D-8EFBCB266B04}"/>
              </a:ext>
            </a:extLst>
          </p:cNvPr>
          <p:cNvSpPr>
            <a:spLocks noGrp="1"/>
          </p:cNvSpPr>
          <p:nvPr/>
        </p:nvSpPr>
        <p:spPr>
          <a:xfrm>
            <a:off x="4000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2" name="F2_precision_recall_distributions_7816">
            <a:extLst>
              <a:ext uri="{FF2B5EF4-FFF2-40B4-BE49-F238E27FC236}">
                <a16:creationId xmlns:a16="http://schemas.microsoft.com/office/drawing/2014/main" id="{2C586A07-C0AF-41B5-AC54-3AD771843A7F}"/>
              </a:ext>
            </a:extLst>
          </p:cNvPr>
          <p:cNvSpPr>
            <a:spLocks noGrp="1"/>
          </p:cNvSpPr>
          <p:nvPr/>
        </p:nvSpPr>
        <p:spPr>
          <a:xfrm>
            <a:off x="41938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3" name="F2_precision_recall_distributions_7817">
            <a:extLst>
              <a:ext uri="{FF2B5EF4-FFF2-40B4-BE49-F238E27FC236}">
                <a16:creationId xmlns:a16="http://schemas.microsoft.com/office/drawing/2014/main" id="{8CAF70D4-0CF5-4EB7-9F81-7A737807D151}"/>
              </a:ext>
            </a:extLst>
          </p:cNvPr>
          <p:cNvSpPr>
            <a:spLocks noGrp="1"/>
          </p:cNvSpPr>
          <p:nvPr/>
        </p:nvSpPr>
        <p:spPr>
          <a:xfrm>
            <a:off x="43074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4" name="F2_precision_recall_distributions_7818">
            <a:extLst>
              <a:ext uri="{FF2B5EF4-FFF2-40B4-BE49-F238E27FC236}">
                <a16:creationId xmlns:a16="http://schemas.microsoft.com/office/drawing/2014/main" id="{D73FC623-1F1C-45A0-A7C8-CA97FBEB9F7F}"/>
              </a:ext>
            </a:extLst>
          </p:cNvPr>
          <p:cNvSpPr>
            <a:spLocks noGrp="1"/>
          </p:cNvSpPr>
          <p:nvPr/>
        </p:nvSpPr>
        <p:spPr>
          <a:xfrm>
            <a:off x="40111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5" name="F2_precision_recall_distributions_7819">
            <a:extLst>
              <a:ext uri="{FF2B5EF4-FFF2-40B4-BE49-F238E27FC236}">
                <a16:creationId xmlns:a16="http://schemas.microsoft.com/office/drawing/2014/main" id="{45D6EFA6-8478-434A-A9F4-8D29D509DD47}"/>
              </a:ext>
            </a:extLst>
          </p:cNvPr>
          <p:cNvSpPr>
            <a:spLocks noGrp="1"/>
          </p:cNvSpPr>
          <p:nvPr/>
        </p:nvSpPr>
        <p:spPr>
          <a:xfrm>
            <a:off x="43070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6" name="F2_precision_recall_distributions_7820">
            <a:extLst>
              <a:ext uri="{FF2B5EF4-FFF2-40B4-BE49-F238E27FC236}">
                <a16:creationId xmlns:a16="http://schemas.microsoft.com/office/drawing/2014/main" id="{DC04C326-3AA8-4D7B-96F5-516F000E3252}"/>
              </a:ext>
            </a:extLst>
          </p:cNvPr>
          <p:cNvSpPr>
            <a:spLocks noGrp="1"/>
          </p:cNvSpPr>
          <p:nvPr/>
        </p:nvSpPr>
        <p:spPr>
          <a:xfrm>
            <a:off x="41567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7" name="F2_precision_recall_distributions_7821">
            <a:extLst>
              <a:ext uri="{FF2B5EF4-FFF2-40B4-BE49-F238E27FC236}">
                <a16:creationId xmlns:a16="http://schemas.microsoft.com/office/drawing/2014/main" id="{3A584DF9-D44D-44A3-9C93-15CB185DAB34}"/>
              </a:ext>
            </a:extLst>
          </p:cNvPr>
          <p:cNvSpPr>
            <a:spLocks noGrp="1"/>
          </p:cNvSpPr>
          <p:nvPr/>
        </p:nvSpPr>
        <p:spPr>
          <a:xfrm>
            <a:off x="41218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8" name="F2_precision_recall_distributions_7822">
            <a:extLst>
              <a:ext uri="{FF2B5EF4-FFF2-40B4-BE49-F238E27FC236}">
                <a16:creationId xmlns:a16="http://schemas.microsoft.com/office/drawing/2014/main" id="{877902D0-2667-42F2-8CCD-E67563A7877E}"/>
              </a:ext>
            </a:extLst>
          </p:cNvPr>
          <p:cNvSpPr>
            <a:spLocks noGrp="1"/>
          </p:cNvSpPr>
          <p:nvPr/>
        </p:nvSpPr>
        <p:spPr>
          <a:xfrm>
            <a:off x="4031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9" name="F2_precision_recall_distributions_7823">
            <a:extLst>
              <a:ext uri="{FF2B5EF4-FFF2-40B4-BE49-F238E27FC236}">
                <a16:creationId xmlns:a16="http://schemas.microsoft.com/office/drawing/2014/main" id="{7117D967-55B5-4195-B6AE-352BECF70635}"/>
              </a:ext>
            </a:extLst>
          </p:cNvPr>
          <p:cNvSpPr>
            <a:spLocks noGrp="1"/>
          </p:cNvSpPr>
          <p:nvPr/>
        </p:nvSpPr>
        <p:spPr>
          <a:xfrm>
            <a:off x="4230180" y="7811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0" name="F2_precision_recall_distributions_7824">
            <a:extLst>
              <a:ext uri="{FF2B5EF4-FFF2-40B4-BE49-F238E27FC236}">
                <a16:creationId xmlns:a16="http://schemas.microsoft.com/office/drawing/2014/main" id="{ADF1F921-11AE-4EFB-A3D1-3B810B57137A}"/>
              </a:ext>
            </a:extLst>
          </p:cNvPr>
          <p:cNvSpPr>
            <a:spLocks noGrp="1"/>
          </p:cNvSpPr>
          <p:nvPr/>
        </p:nvSpPr>
        <p:spPr>
          <a:xfrm>
            <a:off x="43328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1" name="F2_precision_recall_distributions_7825">
            <a:extLst>
              <a:ext uri="{FF2B5EF4-FFF2-40B4-BE49-F238E27FC236}">
                <a16:creationId xmlns:a16="http://schemas.microsoft.com/office/drawing/2014/main" id="{6B58470F-797F-4A1A-8B5F-D55D4E00FACC}"/>
              </a:ext>
            </a:extLst>
          </p:cNvPr>
          <p:cNvSpPr>
            <a:spLocks noGrp="1"/>
          </p:cNvSpPr>
          <p:nvPr/>
        </p:nvSpPr>
        <p:spPr>
          <a:xfrm>
            <a:off x="4266334" y="7804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2" name="F2_precision_recall_distributions_7826">
            <a:extLst>
              <a:ext uri="{FF2B5EF4-FFF2-40B4-BE49-F238E27FC236}">
                <a16:creationId xmlns:a16="http://schemas.microsoft.com/office/drawing/2014/main" id="{D37A221E-D81E-48B6-974A-7C9F186DA418}"/>
              </a:ext>
            </a:extLst>
          </p:cNvPr>
          <p:cNvSpPr>
            <a:spLocks noGrp="1"/>
          </p:cNvSpPr>
          <p:nvPr/>
        </p:nvSpPr>
        <p:spPr>
          <a:xfrm>
            <a:off x="1852503" y="697995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013" name="F2_precision_recall_distributions_7827">
            <a:extLst>
              <a:ext uri="{FF2B5EF4-FFF2-40B4-BE49-F238E27FC236}">
                <a16:creationId xmlns:a16="http://schemas.microsoft.com/office/drawing/2014/main" id="{FDCF8AF4-FC92-44CA-AE4C-6CE139762798}"/>
              </a:ext>
            </a:extLst>
          </p:cNvPr>
          <p:cNvSpPr>
            <a:spLocks noGrp="1"/>
          </p:cNvSpPr>
          <p:nvPr/>
        </p:nvSpPr>
        <p:spPr>
          <a:xfrm>
            <a:off x="3016462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014" name="F2_precision_recall_distributions_7828">
            <a:extLst>
              <a:ext uri="{FF2B5EF4-FFF2-40B4-BE49-F238E27FC236}">
                <a16:creationId xmlns:a16="http://schemas.microsoft.com/office/drawing/2014/main" id="{6CDC5A0D-8F46-434E-BBB4-8E9B763BDED8}"/>
              </a:ext>
            </a:extLst>
          </p:cNvPr>
          <p:cNvSpPr>
            <a:spLocks noGrp="1"/>
          </p:cNvSpPr>
          <p:nvPr/>
        </p:nvSpPr>
        <p:spPr>
          <a:xfrm>
            <a:off x="4180422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015" name="F2_precision_recall_distributions_7829">
            <a:extLst>
              <a:ext uri="{FF2B5EF4-FFF2-40B4-BE49-F238E27FC236}">
                <a16:creationId xmlns:a16="http://schemas.microsoft.com/office/drawing/2014/main" id="{5B96D5CA-6F08-4DCA-A0F1-17C1B483F90D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6" name="F2_precision_recall_distributions_7830">
            <a:extLst>
              <a:ext uri="{FF2B5EF4-FFF2-40B4-BE49-F238E27FC236}">
                <a16:creationId xmlns:a16="http://schemas.microsoft.com/office/drawing/2014/main" id="{F69BC999-2CDE-4D1F-A35B-9B45497DABDF}"/>
              </a:ext>
            </a:extLst>
          </p:cNvPr>
          <p:cNvSpPr>
            <a:spLocks noGrp="1"/>
          </p:cNvSpPr>
          <p:nvPr/>
        </p:nvSpPr>
        <p:spPr>
          <a:xfrm>
            <a:off x="1212325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7" name="text_7831">
            <a:extLst>
              <a:ext uri="{FF2B5EF4-FFF2-40B4-BE49-F238E27FC236}">
                <a16:creationId xmlns:a16="http://schemas.microsoft.com/office/drawing/2014/main" id="{B32923C6-D9AA-435C-9B37-0C6ED505F346}"/>
              </a:ext>
            </a:extLst>
          </p:cNvPr>
          <p:cNvSpPr>
            <a:spLocks noGrp="1"/>
          </p:cNvSpPr>
          <p:nvPr/>
        </p:nvSpPr>
        <p:spPr>
          <a:xfrm>
            <a:off x="1212325" y="677801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Precision</a:t>
            </a:r>
          </a:p>
        </p:txBody>
      </p:sp>
      <p:sp>
        <p:nvSpPr>
          <p:cNvPr id="5018" name="F2_precision_recall_distributions_7832">
            <a:extLst>
              <a:ext uri="{FF2B5EF4-FFF2-40B4-BE49-F238E27FC236}">
                <a16:creationId xmlns:a16="http://schemas.microsoft.com/office/drawing/2014/main" id="{70F40A03-5D3F-47DC-B5B1-148CF046676F}"/>
              </a:ext>
            </a:extLst>
          </p:cNvPr>
          <p:cNvSpPr>
            <a:spLocks noGrp="1"/>
          </p:cNvSpPr>
          <p:nvPr/>
        </p:nvSpPr>
        <p:spPr>
          <a:xfrm>
            <a:off x="1824461" y="727020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019" name="F2_precision_recall_distributions_7833">
            <a:extLst>
              <a:ext uri="{FF2B5EF4-FFF2-40B4-BE49-F238E27FC236}">
                <a16:creationId xmlns:a16="http://schemas.microsoft.com/office/drawing/2014/main" id="{585A0421-380A-4473-B423-AEEACE38FA74}"/>
              </a:ext>
            </a:extLst>
          </p:cNvPr>
          <p:cNvSpPr>
            <a:spLocks noGrp="1"/>
          </p:cNvSpPr>
          <p:nvPr/>
        </p:nvSpPr>
        <p:spPr>
          <a:xfrm>
            <a:off x="2988421" y="74611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020" name="F2_precision_recall_distributions_7834">
            <a:extLst>
              <a:ext uri="{FF2B5EF4-FFF2-40B4-BE49-F238E27FC236}">
                <a16:creationId xmlns:a16="http://schemas.microsoft.com/office/drawing/2014/main" id="{68EFBE07-0C4C-447F-957F-80153F317C02}"/>
              </a:ext>
            </a:extLst>
          </p:cNvPr>
          <p:cNvSpPr>
            <a:spLocks noGrp="1"/>
          </p:cNvSpPr>
          <p:nvPr/>
        </p:nvSpPr>
        <p:spPr>
          <a:xfrm>
            <a:off x="4152380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021" name="F2_precision_recall_distributions_7835">
            <a:extLst>
              <a:ext uri="{FF2B5EF4-FFF2-40B4-BE49-F238E27FC236}">
                <a16:creationId xmlns:a16="http://schemas.microsoft.com/office/drawing/2014/main" id="{234C128A-297C-43F8-8BCD-2BAE5C009BA5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22" name="F2_precision_recall_distributions_7836">
            <a:extLst>
              <a:ext uri="{FF2B5EF4-FFF2-40B4-BE49-F238E27FC236}">
                <a16:creationId xmlns:a16="http://schemas.microsoft.com/office/drawing/2014/main" id="{0E749D42-6008-422C-9B56-F509C31D45BE}"/>
              </a:ext>
            </a:extLst>
          </p:cNvPr>
          <p:cNvSpPr>
            <a:spLocks noGrp="1"/>
          </p:cNvSpPr>
          <p:nvPr/>
        </p:nvSpPr>
        <p:spPr>
          <a:xfrm>
            <a:off x="5361841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3" name="F2_precision_recall_distributions_7837">
            <a:extLst>
              <a:ext uri="{FF2B5EF4-FFF2-40B4-BE49-F238E27FC236}">
                <a16:creationId xmlns:a16="http://schemas.microsoft.com/office/drawing/2014/main" id="{C0FE416A-24DB-42D5-BC04-93AA5FADE6CE}"/>
              </a:ext>
            </a:extLst>
          </p:cNvPr>
          <p:cNvSpPr>
            <a:spLocks noGrp="1"/>
          </p:cNvSpPr>
          <p:nvPr/>
        </p:nvSpPr>
        <p:spPr>
          <a:xfrm>
            <a:off x="5319567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4" name="F2_precision_recall_distributions_7838">
            <a:extLst>
              <a:ext uri="{FF2B5EF4-FFF2-40B4-BE49-F238E27FC236}">
                <a16:creationId xmlns:a16="http://schemas.microsoft.com/office/drawing/2014/main" id="{61B85EA6-682B-4467-BB25-364E45DB171A}"/>
              </a:ext>
            </a:extLst>
          </p:cNvPr>
          <p:cNvSpPr>
            <a:spLocks noGrp="1"/>
          </p:cNvSpPr>
          <p:nvPr/>
        </p:nvSpPr>
        <p:spPr>
          <a:xfrm>
            <a:off x="5361841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5" name="F2_precision_recall_distributions_7839">
            <a:extLst>
              <a:ext uri="{FF2B5EF4-FFF2-40B4-BE49-F238E27FC236}">
                <a16:creationId xmlns:a16="http://schemas.microsoft.com/office/drawing/2014/main" id="{4C818A1F-579C-4FE8-B9C0-1A5FD1645E00}"/>
              </a:ext>
            </a:extLst>
          </p:cNvPr>
          <p:cNvSpPr>
            <a:spLocks noGrp="1"/>
          </p:cNvSpPr>
          <p:nvPr/>
        </p:nvSpPr>
        <p:spPr>
          <a:xfrm>
            <a:off x="5319567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6" name="F2_precision_recall_distributions_7840">
            <a:extLst>
              <a:ext uri="{FF2B5EF4-FFF2-40B4-BE49-F238E27FC236}">
                <a16:creationId xmlns:a16="http://schemas.microsoft.com/office/drawing/2014/main" id="{10644EB5-700C-48C1-9C3D-B0A309A97C0F}"/>
              </a:ext>
            </a:extLst>
          </p:cNvPr>
          <p:cNvSpPr>
            <a:spLocks noGrp="1"/>
          </p:cNvSpPr>
          <p:nvPr/>
        </p:nvSpPr>
        <p:spPr>
          <a:xfrm>
            <a:off x="5361841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7" name="F2_precision_recall_distributions_7841">
            <a:extLst>
              <a:ext uri="{FF2B5EF4-FFF2-40B4-BE49-F238E27FC236}">
                <a16:creationId xmlns:a16="http://schemas.microsoft.com/office/drawing/2014/main" id="{3A5C2250-960D-4C1E-9DDD-F55EA6C0C395}"/>
              </a:ext>
            </a:extLst>
          </p:cNvPr>
          <p:cNvSpPr>
            <a:spLocks noGrp="1"/>
          </p:cNvSpPr>
          <p:nvPr/>
        </p:nvSpPr>
        <p:spPr>
          <a:xfrm>
            <a:off x="5319567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8" name="F2_precision_recall_distributions_7842">
            <a:extLst>
              <a:ext uri="{FF2B5EF4-FFF2-40B4-BE49-F238E27FC236}">
                <a16:creationId xmlns:a16="http://schemas.microsoft.com/office/drawing/2014/main" id="{D0A12F49-E6C3-4373-8B68-B24EBB09E4FF}"/>
              </a:ext>
            </a:extLst>
          </p:cNvPr>
          <p:cNvSpPr>
            <a:spLocks noGrp="1"/>
          </p:cNvSpPr>
          <p:nvPr/>
        </p:nvSpPr>
        <p:spPr>
          <a:xfrm>
            <a:off x="566447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029" name="F2_precision_recall_distributions_7843">
            <a:extLst>
              <a:ext uri="{FF2B5EF4-FFF2-40B4-BE49-F238E27FC236}">
                <a16:creationId xmlns:a16="http://schemas.microsoft.com/office/drawing/2014/main" id="{EB2BF6F2-70D2-496E-915F-E5B1EFDF031A}"/>
              </a:ext>
            </a:extLst>
          </p:cNvPr>
          <p:cNvSpPr>
            <a:spLocks noGrp="1"/>
          </p:cNvSpPr>
          <p:nvPr/>
        </p:nvSpPr>
        <p:spPr>
          <a:xfrm>
            <a:off x="59646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0" name="F2_precision_recall_distributions_7844">
            <a:extLst>
              <a:ext uri="{FF2B5EF4-FFF2-40B4-BE49-F238E27FC236}">
                <a16:creationId xmlns:a16="http://schemas.microsoft.com/office/drawing/2014/main" id="{71CA5E93-FE7E-4E44-92EA-1688396E8BB8}"/>
              </a:ext>
            </a:extLst>
          </p:cNvPr>
          <p:cNvSpPr>
            <a:spLocks noGrp="1"/>
          </p:cNvSpPr>
          <p:nvPr/>
        </p:nvSpPr>
        <p:spPr>
          <a:xfrm>
            <a:off x="615472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1" name="F2_precision_recall_distributions_7845">
            <a:extLst>
              <a:ext uri="{FF2B5EF4-FFF2-40B4-BE49-F238E27FC236}">
                <a16:creationId xmlns:a16="http://schemas.microsoft.com/office/drawing/2014/main" id="{CA585287-4813-4D55-85C7-C8AD7629F0B1}"/>
              </a:ext>
            </a:extLst>
          </p:cNvPr>
          <p:cNvSpPr>
            <a:spLocks noGrp="1"/>
          </p:cNvSpPr>
          <p:nvPr/>
        </p:nvSpPr>
        <p:spPr>
          <a:xfrm>
            <a:off x="615975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2" name="F2_precision_recall_distributions_7846">
            <a:extLst>
              <a:ext uri="{FF2B5EF4-FFF2-40B4-BE49-F238E27FC236}">
                <a16:creationId xmlns:a16="http://schemas.microsoft.com/office/drawing/2014/main" id="{35927293-1BB6-49D8-873D-62FA4FC3A907}"/>
              </a:ext>
            </a:extLst>
          </p:cNvPr>
          <p:cNvSpPr>
            <a:spLocks noGrp="1"/>
          </p:cNvSpPr>
          <p:nvPr/>
        </p:nvSpPr>
        <p:spPr>
          <a:xfrm>
            <a:off x="6092141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3" name="F2_precision_recall_distributions_7847">
            <a:extLst>
              <a:ext uri="{FF2B5EF4-FFF2-40B4-BE49-F238E27FC236}">
                <a16:creationId xmlns:a16="http://schemas.microsoft.com/office/drawing/2014/main" id="{5BFCE2DC-A3A1-4B95-9732-4D406EF841AE}"/>
              </a:ext>
            </a:extLst>
          </p:cNvPr>
          <p:cNvSpPr>
            <a:spLocks noGrp="1"/>
          </p:cNvSpPr>
          <p:nvPr/>
        </p:nvSpPr>
        <p:spPr>
          <a:xfrm>
            <a:off x="5841368" y="73237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4" name="F2_precision_recall_distributions_7848">
            <a:extLst>
              <a:ext uri="{FF2B5EF4-FFF2-40B4-BE49-F238E27FC236}">
                <a16:creationId xmlns:a16="http://schemas.microsoft.com/office/drawing/2014/main" id="{A245D80F-AEC5-478A-9B6C-9D3A9A711A90}"/>
              </a:ext>
            </a:extLst>
          </p:cNvPr>
          <p:cNvSpPr>
            <a:spLocks noGrp="1"/>
          </p:cNvSpPr>
          <p:nvPr/>
        </p:nvSpPr>
        <p:spPr>
          <a:xfrm>
            <a:off x="60124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5" name="F2_precision_recall_distributions_7849">
            <a:extLst>
              <a:ext uri="{FF2B5EF4-FFF2-40B4-BE49-F238E27FC236}">
                <a16:creationId xmlns:a16="http://schemas.microsoft.com/office/drawing/2014/main" id="{3191E0DF-83FB-475E-8500-DAD2F37152A9}"/>
              </a:ext>
            </a:extLst>
          </p:cNvPr>
          <p:cNvSpPr>
            <a:spLocks noGrp="1"/>
          </p:cNvSpPr>
          <p:nvPr/>
        </p:nvSpPr>
        <p:spPr>
          <a:xfrm>
            <a:off x="585691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6" name="F2_precision_recall_distributions_7850">
            <a:extLst>
              <a:ext uri="{FF2B5EF4-FFF2-40B4-BE49-F238E27FC236}">
                <a16:creationId xmlns:a16="http://schemas.microsoft.com/office/drawing/2014/main" id="{97E6FC04-39BE-4064-9A3F-1AF4D09244F3}"/>
              </a:ext>
            </a:extLst>
          </p:cNvPr>
          <p:cNvSpPr>
            <a:spLocks noGrp="1"/>
          </p:cNvSpPr>
          <p:nvPr/>
        </p:nvSpPr>
        <p:spPr>
          <a:xfrm>
            <a:off x="6041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7" name="F2_precision_recall_distributions_7851">
            <a:extLst>
              <a:ext uri="{FF2B5EF4-FFF2-40B4-BE49-F238E27FC236}">
                <a16:creationId xmlns:a16="http://schemas.microsoft.com/office/drawing/2014/main" id="{D48014DC-ADFC-489A-B22C-88A0790C8ABE}"/>
              </a:ext>
            </a:extLst>
          </p:cNvPr>
          <p:cNvSpPr>
            <a:spLocks noGrp="1"/>
          </p:cNvSpPr>
          <p:nvPr/>
        </p:nvSpPr>
        <p:spPr>
          <a:xfrm>
            <a:off x="5864673" y="7758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8" name="F2_precision_recall_distributions_7852">
            <a:extLst>
              <a:ext uri="{FF2B5EF4-FFF2-40B4-BE49-F238E27FC236}">
                <a16:creationId xmlns:a16="http://schemas.microsoft.com/office/drawing/2014/main" id="{4938880D-CD52-4952-A6BC-21E4F65AA2B0}"/>
              </a:ext>
            </a:extLst>
          </p:cNvPr>
          <p:cNvSpPr>
            <a:spLocks noGrp="1"/>
          </p:cNvSpPr>
          <p:nvPr/>
        </p:nvSpPr>
        <p:spPr>
          <a:xfrm>
            <a:off x="59150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9" name="F2_precision_recall_distributions_7853">
            <a:extLst>
              <a:ext uri="{FF2B5EF4-FFF2-40B4-BE49-F238E27FC236}">
                <a16:creationId xmlns:a16="http://schemas.microsoft.com/office/drawing/2014/main" id="{734D2C3A-198C-4A56-9F84-207A7697B99F}"/>
              </a:ext>
            </a:extLst>
          </p:cNvPr>
          <p:cNvSpPr>
            <a:spLocks noGrp="1"/>
          </p:cNvSpPr>
          <p:nvPr/>
        </p:nvSpPr>
        <p:spPr>
          <a:xfrm>
            <a:off x="5994319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0" name="F2_precision_recall_distributions_7854">
            <a:extLst>
              <a:ext uri="{FF2B5EF4-FFF2-40B4-BE49-F238E27FC236}">
                <a16:creationId xmlns:a16="http://schemas.microsoft.com/office/drawing/2014/main" id="{0374F361-B8F8-4913-9368-23E8D6B2E741}"/>
              </a:ext>
            </a:extLst>
          </p:cNvPr>
          <p:cNvSpPr>
            <a:spLocks noGrp="1"/>
          </p:cNvSpPr>
          <p:nvPr/>
        </p:nvSpPr>
        <p:spPr>
          <a:xfrm>
            <a:off x="5888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1" name="F2_precision_recall_distributions_7855">
            <a:extLst>
              <a:ext uri="{FF2B5EF4-FFF2-40B4-BE49-F238E27FC236}">
                <a16:creationId xmlns:a16="http://schemas.microsoft.com/office/drawing/2014/main" id="{E2ECFAAA-D39E-43AD-A796-AB4A5AD2CDF8}"/>
              </a:ext>
            </a:extLst>
          </p:cNvPr>
          <p:cNvSpPr>
            <a:spLocks noGrp="1"/>
          </p:cNvSpPr>
          <p:nvPr/>
        </p:nvSpPr>
        <p:spPr>
          <a:xfrm>
            <a:off x="590890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2" name="F2_precision_recall_distributions_7856">
            <a:extLst>
              <a:ext uri="{FF2B5EF4-FFF2-40B4-BE49-F238E27FC236}">
                <a16:creationId xmlns:a16="http://schemas.microsoft.com/office/drawing/2014/main" id="{DE31C6D2-2C4E-47A4-9439-836908EF3124}"/>
              </a:ext>
            </a:extLst>
          </p:cNvPr>
          <p:cNvSpPr>
            <a:spLocks noGrp="1"/>
          </p:cNvSpPr>
          <p:nvPr/>
        </p:nvSpPr>
        <p:spPr>
          <a:xfrm>
            <a:off x="5952244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3" name="F2_precision_recall_distributions_7857">
            <a:extLst>
              <a:ext uri="{FF2B5EF4-FFF2-40B4-BE49-F238E27FC236}">
                <a16:creationId xmlns:a16="http://schemas.microsoft.com/office/drawing/2014/main" id="{95BAF8E2-04E2-408C-9ABF-09CB0C78DE58}"/>
              </a:ext>
            </a:extLst>
          </p:cNvPr>
          <p:cNvSpPr>
            <a:spLocks noGrp="1"/>
          </p:cNvSpPr>
          <p:nvPr/>
        </p:nvSpPr>
        <p:spPr>
          <a:xfrm>
            <a:off x="61379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4" name="F2_precision_recall_distributions_7858">
            <a:extLst>
              <a:ext uri="{FF2B5EF4-FFF2-40B4-BE49-F238E27FC236}">
                <a16:creationId xmlns:a16="http://schemas.microsoft.com/office/drawing/2014/main" id="{1C9E54B5-31C0-4995-9341-9429CC4CD0D1}"/>
              </a:ext>
            </a:extLst>
          </p:cNvPr>
          <p:cNvSpPr>
            <a:spLocks noGrp="1"/>
          </p:cNvSpPr>
          <p:nvPr/>
        </p:nvSpPr>
        <p:spPr>
          <a:xfrm>
            <a:off x="592764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5" name="F2_precision_recall_distributions_7859">
            <a:extLst>
              <a:ext uri="{FF2B5EF4-FFF2-40B4-BE49-F238E27FC236}">
                <a16:creationId xmlns:a16="http://schemas.microsoft.com/office/drawing/2014/main" id="{D30D439B-BB8E-4A60-8ACF-D3ACBDA53442}"/>
              </a:ext>
            </a:extLst>
          </p:cNvPr>
          <p:cNvSpPr>
            <a:spLocks noGrp="1"/>
          </p:cNvSpPr>
          <p:nvPr/>
        </p:nvSpPr>
        <p:spPr>
          <a:xfrm>
            <a:off x="58698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6" name="F2_precision_recall_distributions_7860">
            <a:extLst>
              <a:ext uri="{FF2B5EF4-FFF2-40B4-BE49-F238E27FC236}">
                <a16:creationId xmlns:a16="http://schemas.microsoft.com/office/drawing/2014/main" id="{9D4DE01C-925C-48DB-A901-5D9D095ADD3C}"/>
              </a:ext>
            </a:extLst>
          </p:cNvPr>
          <p:cNvSpPr>
            <a:spLocks noGrp="1"/>
          </p:cNvSpPr>
          <p:nvPr/>
        </p:nvSpPr>
        <p:spPr>
          <a:xfrm>
            <a:off x="608550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7" name="F2_precision_recall_distributions_7861">
            <a:extLst>
              <a:ext uri="{FF2B5EF4-FFF2-40B4-BE49-F238E27FC236}">
                <a16:creationId xmlns:a16="http://schemas.microsoft.com/office/drawing/2014/main" id="{C7909F06-0179-4809-8D6A-04BBE463581F}"/>
              </a:ext>
            </a:extLst>
          </p:cNvPr>
          <p:cNvSpPr>
            <a:spLocks noGrp="1"/>
          </p:cNvSpPr>
          <p:nvPr/>
        </p:nvSpPr>
        <p:spPr>
          <a:xfrm>
            <a:off x="6014978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8" name="F2_precision_recall_distributions_7862">
            <a:extLst>
              <a:ext uri="{FF2B5EF4-FFF2-40B4-BE49-F238E27FC236}">
                <a16:creationId xmlns:a16="http://schemas.microsoft.com/office/drawing/2014/main" id="{70CDE3DB-5E86-4E12-8860-84E38F7354DA}"/>
              </a:ext>
            </a:extLst>
          </p:cNvPr>
          <p:cNvSpPr>
            <a:spLocks noGrp="1"/>
          </p:cNvSpPr>
          <p:nvPr/>
        </p:nvSpPr>
        <p:spPr>
          <a:xfrm>
            <a:off x="6015949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9" name="F2_precision_recall_distributions_7863">
            <a:extLst>
              <a:ext uri="{FF2B5EF4-FFF2-40B4-BE49-F238E27FC236}">
                <a16:creationId xmlns:a16="http://schemas.microsoft.com/office/drawing/2014/main" id="{F212CB85-CD7D-42AE-BF8F-554036AD2413}"/>
              </a:ext>
            </a:extLst>
          </p:cNvPr>
          <p:cNvSpPr>
            <a:spLocks noGrp="1"/>
          </p:cNvSpPr>
          <p:nvPr/>
        </p:nvSpPr>
        <p:spPr>
          <a:xfrm>
            <a:off x="5964051" y="76736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0" name="F2_precision_recall_distributions_7864">
            <a:extLst>
              <a:ext uri="{FF2B5EF4-FFF2-40B4-BE49-F238E27FC236}">
                <a16:creationId xmlns:a16="http://schemas.microsoft.com/office/drawing/2014/main" id="{21D2008E-214A-4BB2-8AC6-47F91F07C49B}"/>
              </a:ext>
            </a:extLst>
          </p:cNvPr>
          <p:cNvSpPr>
            <a:spLocks noGrp="1"/>
          </p:cNvSpPr>
          <p:nvPr/>
        </p:nvSpPr>
        <p:spPr>
          <a:xfrm>
            <a:off x="60285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1" name="F2_precision_recall_distributions_7865">
            <a:extLst>
              <a:ext uri="{FF2B5EF4-FFF2-40B4-BE49-F238E27FC236}">
                <a16:creationId xmlns:a16="http://schemas.microsoft.com/office/drawing/2014/main" id="{0C856BC2-C069-4BF2-9937-EA7E9AEDC368}"/>
              </a:ext>
            </a:extLst>
          </p:cNvPr>
          <p:cNvSpPr>
            <a:spLocks noGrp="1"/>
          </p:cNvSpPr>
          <p:nvPr/>
        </p:nvSpPr>
        <p:spPr>
          <a:xfrm>
            <a:off x="6144745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2" name="F2_precision_recall_distributions_7866">
            <a:extLst>
              <a:ext uri="{FF2B5EF4-FFF2-40B4-BE49-F238E27FC236}">
                <a16:creationId xmlns:a16="http://schemas.microsoft.com/office/drawing/2014/main" id="{1782B4E9-07CD-4236-8B1F-8876B4430483}"/>
              </a:ext>
            </a:extLst>
          </p:cNvPr>
          <p:cNvSpPr>
            <a:spLocks noGrp="1"/>
          </p:cNvSpPr>
          <p:nvPr/>
        </p:nvSpPr>
        <p:spPr>
          <a:xfrm>
            <a:off x="5839246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3" name="F2_precision_recall_distributions_7867">
            <a:extLst>
              <a:ext uri="{FF2B5EF4-FFF2-40B4-BE49-F238E27FC236}">
                <a16:creationId xmlns:a16="http://schemas.microsoft.com/office/drawing/2014/main" id="{0C7BA318-953F-4283-B6A7-9331209305A9}"/>
              </a:ext>
            </a:extLst>
          </p:cNvPr>
          <p:cNvSpPr>
            <a:spLocks noGrp="1"/>
          </p:cNvSpPr>
          <p:nvPr/>
        </p:nvSpPr>
        <p:spPr>
          <a:xfrm>
            <a:off x="5819237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4" name="F2_precision_recall_distributions_7868">
            <a:extLst>
              <a:ext uri="{FF2B5EF4-FFF2-40B4-BE49-F238E27FC236}">
                <a16:creationId xmlns:a16="http://schemas.microsoft.com/office/drawing/2014/main" id="{4C11EAD7-7F1A-468F-86C8-424479EB80AC}"/>
              </a:ext>
            </a:extLst>
          </p:cNvPr>
          <p:cNvSpPr>
            <a:spLocks noGrp="1"/>
          </p:cNvSpPr>
          <p:nvPr/>
        </p:nvSpPr>
        <p:spPr>
          <a:xfrm>
            <a:off x="607593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5" name="F2_precision_recall_distributions_7869">
            <a:extLst>
              <a:ext uri="{FF2B5EF4-FFF2-40B4-BE49-F238E27FC236}">
                <a16:creationId xmlns:a16="http://schemas.microsoft.com/office/drawing/2014/main" id="{A6BCCFCA-67B8-455B-8F5B-6C5D78DD1DDC}"/>
              </a:ext>
            </a:extLst>
          </p:cNvPr>
          <p:cNvSpPr>
            <a:spLocks noGrp="1"/>
          </p:cNvSpPr>
          <p:nvPr/>
        </p:nvSpPr>
        <p:spPr>
          <a:xfrm>
            <a:off x="615377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6" name="F2_precision_recall_distributions_7870">
            <a:extLst>
              <a:ext uri="{FF2B5EF4-FFF2-40B4-BE49-F238E27FC236}">
                <a16:creationId xmlns:a16="http://schemas.microsoft.com/office/drawing/2014/main" id="{BABF88B3-04B7-49EB-BD8D-1BE4CD17B249}"/>
              </a:ext>
            </a:extLst>
          </p:cNvPr>
          <p:cNvSpPr>
            <a:spLocks noGrp="1"/>
          </p:cNvSpPr>
          <p:nvPr/>
        </p:nvSpPr>
        <p:spPr>
          <a:xfrm>
            <a:off x="6050094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7" name="F2_precision_recall_distributions_7871">
            <a:extLst>
              <a:ext uri="{FF2B5EF4-FFF2-40B4-BE49-F238E27FC236}">
                <a16:creationId xmlns:a16="http://schemas.microsoft.com/office/drawing/2014/main" id="{CE3AA2A4-3225-47B5-8CD6-B8E1BD8F67F1}"/>
              </a:ext>
            </a:extLst>
          </p:cNvPr>
          <p:cNvSpPr>
            <a:spLocks noGrp="1"/>
          </p:cNvSpPr>
          <p:nvPr/>
        </p:nvSpPr>
        <p:spPr>
          <a:xfrm>
            <a:off x="611945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8" name="F2_precision_recall_distributions_7872">
            <a:extLst>
              <a:ext uri="{FF2B5EF4-FFF2-40B4-BE49-F238E27FC236}">
                <a16:creationId xmlns:a16="http://schemas.microsoft.com/office/drawing/2014/main" id="{57755A4E-F581-4D8F-AC83-F8735052ABE2}"/>
              </a:ext>
            </a:extLst>
          </p:cNvPr>
          <p:cNvSpPr>
            <a:spLocks noGrp="1"/>
          </p:cNvSpPr>
          <p:nvPr/>
        </p:nvSpPr>
        <p:spPr>
          <a:xfrm>
            <a:off x="59124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9" name="F2_precision_recall_distributions_7873">
            <a:extLst>
              <a:ext uri="{FF2B5EF4-FFF2-40B4-BE49-F238E27FC236}">
                <a16:creationId xmlns:a16="http://schemas.microsoft.com/office/drawing/2014/main" id="{BEB3225E-E3ED-4A68-B647-EA2E35987774}"/>
              </a:ext>
            </a:extLst>
          </p:cNvPr>
          <p:cNvSpPr>
            <a:spLocks noGrp="1"/>
          </p:cNvSpPr>
          <p:nvPr/>
        </p:nvSpPr>
        <p:spPr>
          <a:xfrm>
            <a:off x="608125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0" name="F2_precision_recall_distributions_7874">
            <a:extLst>
              <a:ext uri="{FF2B5EF4-FFF2-40B4-BE49-F238E27FC236}">
                <a16:creationId xmlns:a16="http://schemas.microsoft.com/office/drawing/2014/main" id="{ED36EE6D-658E-4634-A2B0-927EEC04116D}"/>
              </a:ext>
            </a:extLst>
          </p:cNvPr>
          <p:cNvSpPr>
            <a:spLocks noGrp="1"/>
          </p:cNvSpPr>
          <p:nvPr/>
        </p:nvSpPr>
        <p:spPr>
          <a:xfrm>
            <a:off x="6134303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1" name="F2_precision_recall_distributions_7875">
            <a:extLst>
              <a:ext uri="{FF2B5EF4-FFF2-40B4-BE49-F238E27FC236}">
                <a16:creationId xmlns:a16="http://schemas.microsoft.com/office/drawing/2014/main" id="{42F53BE0-E4D4-4528-8F11-78D11BDDE883}"/>
              </a:ext>
            </a:extLst>
          </p:cNvPr>
          <p:cNvSpPr>
            <a:spLocks noGrp="1"/>
          </p:cNvSpPr>
          <p:nvPr/>
        </p:nvSpPr>
        <p:spPr>
          <a:xfrm>
            <a:off x="58074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2" name="F2_precision_recall_distributions_7876">
            <a:extLst>
              <a:ext uri="{FF2B5EF4-FFF2-40B4-BE49-F238E27FC236}">
                <a16:creationId xmlns:a16="http://schemas.microsoft.com/office/drawing/2014/main" id="{CE8E706B-5EA6-4803-AE70-F5492433DA23}"/>
              </a:ext>
            </a:extLst>
          </p:cNvPr>
          <p:cNvSpPr>
            <a:spLocks noGrp="1"/>
          </p:cNvSpPr>
          <p:nvPr/>
        </p:nvSpPr>
        <p:spPr>
          <a:xfrm>
            <a:off x="61687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3" name="F2_precision_recall_distributions_7877">
            <a:extLst>
              <a:ext uri="{FF2B5EF4-FFF2-40B4-BE49-F238E27FC236}">
                <a16:creationId xmlns:a16="http://schemas.microsoft.com/office/drawing/2014/main" id="{467E34D2-BE1B-4559-AB37-0DFC74C6CE5E}"/>
              </a:ext>
            </a:extLst>
          </p:cNvPr>
          <p:cNvSpPr>
            <a:spLocks noGrp="1"/>
          </p:cNvSpPr>
          <p:nvPr/>
        </p:nvSpPr>
        <p:spPr>
          <a:xfrm>
            <a:off x="61617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4" name="F2_precision_recall_distributions_7878">
            <a:extLst>
              <a:ext uri="{FF2B5EF4-FFF2-40B4-BE49-F238E27FC236}">
                <a16:creationId xmlns:a16="http://schemas.microsoft.com/office/drawing/2014/main" id="{ED993D76-F9BD-4E45-988A-C3BBE63F39FC}"/>
              </a:ext>
            </a:extLst>
          </p:cNvPr>
          <p:cNvSpPr>
            <a:spLocks noGrp="1"/>
          </p:cNvSpPr>
          <p:nvPr/>
        </p:nvSpPr>
        <p:spPr>
          <a:xfrm>
            <a:off x="60811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5" name="F2_precision_recall_distributions_7879">
            <a:extLst>
              <a:ext uri="{FF2B5EF4-FFF2-40B4-BE49-F238E27FC236}">
                <a16:creationId xmlns:a16="http://schemas.microsoft.com/office/drawing/2014/main" id="{B67FC058-C755-4438-9131-EC9D024CD662}"/>
              </a:ext>
            </a:extLst>
          </p:cNvPr>
          <p:cNvSpPr>
            <a:spLocks noGrp="1"/>
          </p:cNvSpPr>
          <p:nvPr/>
        </p:nvSpPr>
        <p:spPr>
          <a:xfrm>
            <a:off x="58951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6" name="F2_precision_recall_distributions_7880">
            <a:extLst>
              <a:ext uri="{FF2B5EF4-FFF2-40B4-BE49-F238E27FC236}">
                <a16:creationId xmlns:a16="http://schemas.microsoft.com/office/drawing/2014/main" id="{7A5C0DDE-EE0A-4064-8543-9A361326664E}"/>
              </a:ext>
            </a:extLst>
          </p:cNvPr>
          <p:cNvSpPr>
            <a:spLocks noGrp="1"/>
          </p:cNvSpPr>
          <p:nvPr/>
        </p:nvSpPr>
        <p:spPr>
          <a:xfrm>
            <a:off x="595051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7" name="F2_precision_recall_distributions_7881">
            <a:extLst>
              <a:ext uri="{FF2B5EF4-FFF2-40B4-BE49-F238E27FC236}">
                <a16:creationId xmlns:a16="http://schemas.microsoft.com/office/drawing/2014/main" id="{119BEB90-C2A5-4541-AAF6-DBFB3DEB3A10}"/>
              </a:ext>
            </a:extLst>
          </p:cNvPr>
          <p:cNvSpPr>
            <a:spLocks noGrp="1"/>
          </p:cNvSpPr>
          <p:nvPr/>
        </p:nvSpPr>
        <p:spPr>
          <a:xfrm>
            <a:off x="58748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8" name="F2_precision_recall_distributions_7882">
            <a:extLst>
              <a:ext uri="{FF2B5EF4-FFF2-40B4-BE49-F238E27FC236}">
                <a16:creationId xmlns:a16="http://schemas.microsoft.com/office/drawing/2014/main" id="{01E2CACE-C400-4DB3-B40C-6135D350C240}"/>
              </a:ext>
            </a:extLst>
          </p:cNvPr>
          <p:cNvSpPr>
            <a:spLocks noGrp="1"/>
          </p:cNvSpPr>
          <p:nvPr/>
        </p:nvSpPr>
        <p:spPr>
          <a:xfrm>
            <a:off x="615775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9" name="F2_precision_recall_distributions_7883">
            <a:extLst>
              <a:ext uri="{FF2B5EF4-FFF2-40B4-BE49-F238E27FC236}">
                <a16:creationId xmlns:a16="http://schemas.microsoft.com/office/drawing/2014/main" id="{4A215459-60E5-478A-9C1C-11C8FCD38533}"/>
              </a:ext>
            </a:extLst>
          </p:cNvPr>
          <p:cNvSpPr>
            <a:spLocks noGrp="1"/>
          </p:cNvSpPr>
          <p:nvPr/>
        </p:nvSpPr>
        <p:spPr>
          <a:xfrm>
            <a:off x="616512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0" name="F2_precision_recall_distributions_7884">
            <a:extLst>
              <a:ext uri="{FF2B5EF4-FFF2-40B4-BE49-F238E27FC236}">
                <a16:creationId xmlns:a16="http://schemas.microsoft.com/office/drawing/2014/main" id="{57E7B407-9A2E-4B5C-84B1-BF297D190995}"/>
              </a:ext>
            </a:extLst>
          </p:cNvPr>
          <p:cNvSpPr>
            <a:spLocks noGrp="1"/>
          </p:cNvSpPr>
          <p:nvPr/>
        </p:nvSpPr>
        <p:spPr>
          <a:xfrm>
            <a:off x="60778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1" name="F2_precision_recall_distributions_7885">
            <a:extLst>
              <a:ext uri="{FF2B5EF4-FFF2-40B4-BE49-F238E27FC236}">
                <a16:creationId xmlns:a16="http://schemas.microsoft.com/office/drawing/2014/main" id="{D29C41D7-1DA9-4B85-A668-C4FA08443023}"/>
              </a:ext>
            </a:extLst>
          </p:cNvPr>
          <p:cNvSpPr>
            <a:spLocks noGrp="1"/>
          </p:cNvSpPr>
          <p:nvPr/>
        </p:nvSpPr>
        <p:spPr>
          <a:xfrm>
            <a:off x="6056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2" name="F2_precision_recall_distributions_7886">
            <a:extLst>
              <a:ext uri="{FF2B5EF4-FFF2-40B4-BE49-F238E27FC236}">
                <a16:creationId xmlns:a16="http://schemas.microsoft.com/office/drawing/2014/main" id="{19D08D15-04F1-406A-AF35-5B5D83BE5801}"/>
              </a:ext>
            </a:extLst>
          </p:cNvPr>
          <p:cNvSpPr>
            <a:spLocks noGrp="1"/>
          </p:cNvSpPr>
          <p:nvPr/>
        </p:nvSpPr>
        <p:spPr>
          <a:xfrm>
            <a:off x="58339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3" name="F2_precision_recall_distributions_7887">
            <a:extLst>
              <a:ext uri="{FF2B5EF4-FFF2-40B4-BE49-F238E27FC236}">
                <a16:creationId xmlns:a16="http://schemas.microsoft.com/office/drawing/2014/main" id="{E56F9508-40C4-445B-A047-231FED86BD04}"/>
              </a:ext>
            </a:extLst>
          </p:cNvPr>
          <p:cNvSpPr>
            <a:spLocks noGrp="1"/>
          </p:cNvSpPr>
          <p:nvPr/>
        </p:nvSpPr>
        <p:spPr>
          <a:xfrm>
            <a:off x="595864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4" name="F2_precision_recall_distributions_7888">
            <a:extLst>
              <a:ext uri="{FF2B5EF4-FFF2-40B4-BE49-F238E27FC236}">
                <a16:creationId xmlns:a16="http://schemas.microsoft.com/office/drawing/2014/main" id="{C3C90CFC-ACF5-47FD-A01A-AF4E61EF2C8E}"/>
              </a:ext>
            </a:extLst>
          </p:cNvPr>
          <p:cNvSpPr>
            <a:spLocks noGrp="1"/>
          </p:cNvSpPr>
          <p:nvPr/>
        </p:nvSpPr>
        <p:spPr>
          <a:xfrm>
            <a:off x="60007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5" name="F2_precision_recall_distributions_7889">
            <a:extLst>
              <a:ext uri="{FF2B5EF4-FFF2-40B4-BE49-F238E27FC236}">
                <a16:creationId xmlns:a16="http://schemas.microsoft.com/office/drawing/2014/main" id="{C3BEF864-BCFA-49E7-A070-C32F6AF077A0}"/>
              </a:ext>
            </a:extLst>
          </p:cNvPr>
          <p:cNvSpPr>
            <a:spLocks noGrp="1"/>
          </p:cNvSpPr>
          <p:nvPr/>
        </p:nvSpPr>
        <p:spPr>
          <a:xfrm>
            <a:off x="58920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6" name="F2_precision_recall_distributions_7890">
            <a:extLst>
              <a:ext uri="{FF2B5EF4-FFF2-40B4-BE49-F238E27FC236}">
                <a16:creationId xmlns:a16="http://schemas.microsoft.com/office/drawing/2014/main" id="{D4EFC8BD-F7D8-4EF1-8D9B-540427241A76}"/>
              </a:ext>
            </a:extLst>
          </p:cNvPr>
          <p:cNvSpPr>
            <a:spLocks noGrp="1"/>
          </p:cNvSpPr>
          <p:nvPr/>
        </p:nvSpPr>
        <p:spPr>
          <a:xfrm>
            <a:off x="596936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7" name="F2_precision_recall_distributions_7891">
            <a:extLst>
              <a:ext uri="{FF2B5EF4-FFF2-40B4-BE49-F238E27FC236}">
                <a16:creationId xmlns:a16="http://schemas.microsoft.com/office/drawing/2014/main" id="{9C67E664-E677-4D2E-8AAB-602E6B873BC3}"/>
              </a:ext>
            </a:extLst>
          </p:cNvPr>
          <p:cNvSpPr>
            <a:spLocks noGrp="1"/>
          </p:cNvSpPr>
          <p:nvPr/>
        </p:nvSpPr>
        <p:spPr>
          <a:xfrm>
            <a:off x="608892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8" name="F2_precision_recall_distributions_7892">
            <a:extLst>
              <a:ext uri="{FF2B5EF4-FFF2-40B4-BE49-F238E27FC236}">
                <a16:creationId xmlns:a16="http://schemas.microsoft.com/office/drawing/2014/main" id="{29105653-61C0-48E3-AEFB-0E543EB0D8C4}"/>
              </a:ext>
            </a:extLst>
          </p:cNvPr>
          <p:cNvSpPr>
            <a:spLocks noGrp="1"/>
          </p:cNvSpPr>
          <p:nvPr/>
        </p:nvSpPr>
        <p:spPr>
          <a:xfrm>
            <a:off x="6167632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9" name="F2_precision_recall_distributions_7893">
            <a:extLst>
              <a:ext uri="{FF2B5EF4-FFF2-40B4-BE49-F238E27FC236}">
                <a16:creationId xmlns:a16="http://schemas.microsoft.com/office/drawing/2014/main" id="{238B4674-33A7-4AB5-AD9C-AC7CB591387C}"/>
              </a:ext>
            </a:extLst>
          </p:cNvPr>
          <p:cNvSpPr>
            <a:spLocks noGrp="1"/>
          </p:cNvSpPr>
          <p:nvPr/>
        </p:nvSpPr>
        <p:spPr>
          <a:xfrm>
            <a:off x="610973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0" name="F2_precision_recall_distributions_7894">
            <a:extLst>
              <a:ext uri="{FF2B5EF4-FFF2-40B4-BE49-F238E27FC236}">
                <a16:creationId xmlns:a16="http://schemas.microsoft.com/office/drawing/2014/main" id="{26FA3D8C-A85A-488A-AD8D-C1AEAFBD991C}"/>
              </a:ext>
            </a:extLst>
          </p:cNvPr>
          <p:cNvSpPr>
            <a:spLocks noGrp="1"/>
          </p:cNvSpPr>
          <p:nvPr/>
        </p:nvSpPr>
        <p:spPr>
          <a:xfrm>
            <a:off x="59662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1" name="F2_precision_recall_distributions_7895">
            <a:extLst>
              <a:ext uri="{FF2B5EF4-FFF2-40B4-BE49-F238E27FC236}">
                <a16:creationId xmlns:a16="http://schemas.microsoft.com/office/drawing/2014/main" id="{FBA2C46F-164B-494B-B20D-70A97F9474D0}"/>
              </a:ext>
            </a:extLst>
          </p:cNvPr>
          <p:cNvSpPr>
            <a:spLocks noGrp="1"/>
          </p:cNvSpPr>
          <p:nvPr/>
        </p:nvSpPr>
        <p:spPr>
          <a:xfrm>
            <a:off x="5915695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2" name="F2_precision_recall_distributions_7896">
            <a:extLst>
              <a:ext uri="{FF2B5EF4-FFF2-40B4-BE49-F238E27FC236}">
                <a16:creationId xmlns:a16="http://schemas.microsoft.com/office/drawing/2014/main" id="{377FCEF1-3436-450F-89F2-711C8DD5F4A7}"/>
              </a:ext>
            </a:extLst>
          </p:cNvPr>
          <p:cNvSpPr>
            <a:spLocks noGrp="1"/>
          </p:cNvSpPr>
          <p:nvPr/>
        </p:nvSpPr>
        <p:spPr>
          <a:xfrm>
            <a:off x="5949076" y="758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3" name="F2_precision_recall_distributions_7897">
            <a:extLst>
              <a:ext uri="{FF2B5EF4-FFF2-40B4-BE49-F238E27FC236}">
                <a16:creationId xmlns:a16="http://schemas.microsoft.com/office/drawing/2014/main" id="{BA57408B-D962-4128-8701-9E347F930D02}"/>
              </a:ext>
            </a:extLst>
          </p:cNvPr>
          <p:cNvSpPr>
            <a:spLocks noGrp="1"/>
          </p:cNvSpPr>
          <p:nvPr/>
        </p:nvSpPr>
        <p:spPr>
          <a:xfrm>
            <a:off x="6167532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4" name="F2_precision_recall_distributions_7898">
            <a:extLst>
              <a:ext uri="{FF2B5EF4-FFF2-40B4-BE49-F238E27FC236}">
                <a16:creationId xmlns:a16="http://schemas.microsoft.com/office/drawing/2014/main" id="{5EDA4812-CE68-4EC7-8EB5-37AEF9325955}"/>
              </a:ext>
            </a:extLst>
          </p:cNvPr>
          <p:cNvSpPr>
            <a:spLocks noGrp="1"/>
          </p:cNvSpPr>
          <p:nvPr/>
        </p:nvSpPr>
        <p:spPr>
          <a:xfrm>
            <a:off x="60508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5" name="F2_precision_recall_distributions_7899">
            <a:extLst>
              <a:ext uri="{FF2B5EF4-FFF2-40B4-BE49-F238E27FC236}">
                <a16:creationId xmlns:a16="http://schemas.microsoft.com/office/drawing/2014/main" id="{699D6940-B0B1-459B-B611-BD9EDEE2B39C}"/>
              </a:ext>
            </a:extLst>
          </p:cNvPr>
          <p:cNvSpPr>
            <a:spLocks noGrp="1"/>
          </p:cNvSpPr>
          <p:nvPr/>
        </p:nvSpPr>
        <p:spPr>
          <a:xfrm>
            <a:off x="587566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6" name="F2_precision_recall_distributions_7900">
            <a:extLst>
              <a:ext uri="{FF2B5EF4-FFF2-40B4-BE49-F238E27FC236}">
                <a16:creationId xmlns:a16="http://schemas.microsoft.com/office/drawing/2014/main" id="{5C5B492B-4C10-446E-955D-D805540A677E}"/>
              </a:ext>
            </a:extLst>
          </p:cNvPr>
          <p:cNvSpPr>
            <a:spLocks noGrp="1"/>
          </p:cNvSpPr>
          <p:nvPr/>
        </p:nvSpPr>
        <p:spPr>
          <a:xfrm>
            <a:off x="5864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7" name="F2_precision_recall_distributions_7901">
            <a:extLst>
              <a:ext uri="{FF2B5EF4-FFF2-40B4-BE49-F238E27FC236}">
                <a16:creationId xmlns:a16="http://schemas.microsoft.com/office/drawing/2014/main" id="{B9462E55-0A66-4075-95FB-5BE5F57B7E4B}"/>
              </a:ext>
            </a:extLst>
          </p:cNvPr>
          <p:cNvSpPr>
            <a:spLocks noGrp="1"/>
          </p:cNvSpPr>
          <p:nvPr/>
        </p:nvSpPr>
        <p:spPr>
          <a:xfrm>
            <a:off x="6106867" y="77911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8" name="F2_precision_recall_distributions_7902">
            <a:extLst>
              <a:ext uri="{FF2B5EF4-FFF2-40B4-BE49-F238E27FC236}">
                <a16:creationId xmlns:a16="http://schemas.microsoft.com/office/drawing/2014/main" id="{38ED23C7-7951-495F-8862-EB5330D62A07}"/>
              </a:ext>
            </a:extLst>
          </p:cNvPr>
          <p:cNvSpPr>
            <a:spLocks noGrp="1"/>
          </p:cNvSpPr>
          <p:nvPr/>
        </p:nvSpPr>
        <p:spPr>
          <a:xfrm>
            <a:off x="590757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9" name="F2_precision_recall_distributions_7903">
            <a:extLst>
              <a:ext uri="{FF2B5EF4-FFF2-40B4-BE49-F238E27FC236}">
                <a16:creationId xmlns:a16="http://schemas.microsoft.com/office/drawing/2014/main" id="{792FA238-8D02-4414-8846-2C55FE48366A}"/>
              </a:ext>
            </a:extLst>
          </p:cNvPr>
          <p:cNvSpPr>
            <a:spLocks noGrp="1"/>
          </p:cNvSpPr>
          <p:nvPr/>
        </p:nvSpPr>
        <p:spPr>
          <a:xfrm>
            <a:off x="6111770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0" name="F2_precision_recall_distributions_7904">
            <a:extLst>
              <a:ext uri="{FF2B5EF4-FFF2-40B4-BE49-F238E27FC236}">
                <a16:creationId xmlns:a16="http://schemas.microsoft.com/office/drawing/2014/main" id="{48A85542-8761-46F1-B234-AB305E601D1E}"/>
              </a:ext>
            </a:extLst>
          </p:cNvPr>
          <p:cNvSpPr>
            <a:spLocks noGrp="1"/>
          </p:cNvSpPr>
          <p:nvPr/>
        </p:nvSpPr>
        <p:spPr>
          <a:xfrm>
            <a:off x="611351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1" name="F2_precision_recall_distributions_7905">
            <a:extLst>
              <a:ext uri="{FF2B5EF4-FFF2-40B4-BE49-F238E27FC236}">
                <a16:creationId xmlns:a16="http://schemas.microsoft.com/office/drawing/2014/main" id="{0FAEF608-7787-42ED-B155-459B72EB2A3B}"/>
              </a:ext>
            </a:extLst>
          </p:cNvPr>
          <p:cNvSpPr>
            <a:spLocks noGrp="1"/>
          </p:cNvSpPr>
          <p:nvPr/>
        </p:nvSpPr>
        <p:spPr>
          <a:xfrm>
            <a:off x="611411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2" name="F2_precision_recall_distributions_7906">
            <a:extLst>
              <a:ext uri="{FF2B5EF4-FFF2-40B4-BE49-F238E27FC236}">
                <a16:creationId xmlns:a16="http://schemas.microsoft.com/office/drawing/2014/main" id="{CE1C7AB0-3969-4214-ACB4-2ACBB32DA3C4}"/>
              </a:ext>
            </a:extLst>
          </p:cNvPr>
          <p:cNvSpPr>
            <a:spLocks noGrp="1"/>
          </p:cNvSpPr>
          <p:nvPr/>
        </p:nvSpPr>
        <p:spPr>
          <a:xfrm>
            <a:off x="58657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3" name="F2_precision_recall_distributions_7907">
            <a:extLst>
              <a:ext uri="{FF2B5EF4-FFF2-40B4-BE49-F238E27FC236}">
                <a16:creationId xmlns:a16="http://schemas.microsoft.com/office/drawing/2014/main" id="{2A1BE06F-8138-4C12-AFA3-3142B2777623}"/>
              </a:ext>
            </a:extLst>
          </p:cNvPr>
          <p:cNvSpPr>
            <a:spLocks noGrp="1"/>
          </p:cNvSpPr>
          <p:nvPr/>
        </p:nvSpPr>
        <p:spPr>
          <a:xfrm>
            <a:off x="60860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4" name="F2_precision_recall_distributions_7908">
            <a:extLst>
              <a:ext uri="{FF2B5EF4-FFF2-40B4-BE49-F238E27FC236}">
                <a16:creationId xmlns:a16="http://schemas.microsoft.com/office/drawing/2014/main" id="{B2567621-5171-42A6-A290-9E3D25F1EDC0}"/>
              </a:ext>
            </a:extLst>
          </p:cNvPr>
          <p:cNvSpPr>
            <a:spLocks noGrp="1"/>
          </p:cNvSpPr>
          <p:nvPr/>
        </p:nvSpPr>
        <p:spPr>
          <a:xfrm>
            <a:off x="604199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5" name="F2_precision_recall_distributions_7909">
            <a:extLst>
              <a:ext uri="{FF2B5EF4-FFF2-40B4-BE49-F238E27FC236}">
                <a16:creationId xmlns:a16="http://schemas.microsoft.com/office/drawing/2014/main" id="{AFDF9364-463B-4147-8406-8CE897CD71D2}"/>
              </a:ext>
            </a:extLst>
          </p:cNvPr>
          <p:cNvSpPr>
            <a:spLocks noGrp="1"/>
          </p:cNvSpPr>
          <p:nvPr/>
        </p:nvSpPr>
        <p:spPr>
          <a:xfrm>
            <a:off x="5965460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6" name="F2_precision_recall_distributions_7910">
            <a:extLst>
              <a:ext uri="{FF2B5EF4-FFF2-40B4-BE49-F238E27FC236}">
                <a16:creationId xmlns:a16="http://schemas.microsoft.com/office/drawing/2014/main" id="{CEC1A479-19B6-446A-8799-5D361E1336C7}"/>
              </a:ext>
            </a:extLst>
          </p:cNvPr>
          <p:cNvSpPr>
            <a:spLocks noGrp="1"/>
          </p:cNvSpPr>
          <p:nvPr/>
        </p:nvSpPr>
        <p:spPr>
          <a:xfrm>
            <a:off x="600077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7" name="F2_precision_recall_distributions_7911">
            <a:extLst>
              <a:ext uri="{FF2B5EF4-FFF2-40B4-BE49-F238E27FC236}">
                <a16:creationId xmlns:a16="http://schemas.microsoft.com/office/drawing/2014/main" id="{4EACB33E-6DC7-4966-ABEE-08314EFFCCB4}"/>
              </a:ext>
            </a:extLst>
          </p:cNvPr>
          <p:cNvSpPr>
            <a:spLocks noGrp="1"/>
          </p:cNvSpPr>
          <p:nvPr/>
        </p:nvSpPr>
        <p:spPr>
          <a:xfrm>
            <a:off x="5853337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8" name="F2_precision_recall_distributions_7912">
            <a:extLst>
              <a:ext uri="{FF2B5EF4-FFF2-40B4-BE49-F238E27FC236}">
                <a16:creationId xmlns:a16="http://schemas.microsoft.com/office/drawing/2014/main" id="{FB8B9AF5-8404-4D31-B358-4B28A2C3D418}"/>
              </a:ext>
            </a:extLst>
          </p:cNvPr>
          <p:cNvSpPr>
            <a:spLocks noGrp="1"/>
          </p:cNvSpPr>
          <p:nvPr/>
        </p:nvSpPr>
        <p:spPr>
          <a:xfrm>
            <a:off x="59622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9" name="F2_precision_recall_distributions_7913">
            <a:extLst>
              <a:ext uri="{FF2B5EF4-FFF2-40B4-BE49-F238E27FC236}">
                <a16:creationId xmlns:a16="http://schemas.microsoft.com/office/drawing/2014/main" id="{C922CA39-0A0D-4239-98D9-83A7F638E3C2}"/>
              </a:ext>
            </a:extLst>
          </p:cNvPr>
          <p:cNvSpPr>
            <a:spLocks noGrp="1"/>
          </p:cNvSpPr>
          <p:nvPr/>
        </p:nvSpPr>
        <p:spPr>
          <a:xfrm>
            <a:off x="609794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0" name="F2_precision_recall_distributions_7914">
            <a:extLst>
              <a:ext uri="{FF2B5EF4-FFF2-40B4-BE49-F238E27FC236}">
                <a16:creationId xmlns:a16="http://schemas.microsoft.com/office/drawing/2014/main" id="{41915074-8770-48E1-A0FB-3301792264A2}"/>
              </a:ext>
            </a:extLst>
          </p:cNvPr>
          <p:cNvSpPr>
            <a:spLocks noGrp="1"/>
          </p:cNvSpPr>
          <p:nvPr/>
        </p:nvSpPr>
        <p:spPr>
          <a:xfrm>
            <a:off x="591599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1" name="F2_precision_recall_distributions_7915">
            <a:extLst>
              <a:ext uri="{FF2B5EF4-FFF2-40B4-BE49-F238E27FC236}">
                <a16:creationId xmlns:a16="http://schemas.microsoft.com/office/drawing/2014/main" id="{B471AEA2-5F9F-49B8-8DEA-226F13767EB8}"/>
              </a:ext>
            </a:extLst>
          </p:cNvPr>
          <p:cNvSpPr>
            <a:spLocks noGrp="1"/>
          </p:cNvSpPr>
          <p:nvPr/>
        </p:nvSpPr>
        <p:spPr>
          <a:xfrm>
            <a:off x="6070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2" name="F2_precision_recall_distributions_7916">
            <a:extLst>
              <a:ext uri="{FF2B5EF4-FFF2-40B4-BE49-F238E27FC236}">
                <a16:creationId xmlns:a16="http://schemas.microsoft.com/office/drawing/2014/main" id="{55AF84C6-00FD-4571-8F1A-EDE10CFF79F6}"/>
              </a:ext>
            </a:extLst>
          </p:cNvPr>
          <p:cNvSpPr>
            <a:spLocks noGrp="1"/>
          </p:cNvSpPr>
          <p:nvPr/>
        </p:nvSpPr>
        <p:spPr>
          <a:xfrm>
            <a:off x="609100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3" name="F2_precision_recall_distributions_7917">
            <a:extLst>
              <a:ext uri="{FF2B5EF4-FFF2-40B4-BE49-F238E27FC236}">
                <a16:creationId xmlns:a16="http://schemas.microsoft.com/office/drawing/2014/main" id="{9F57BA63-95BE-4B91-A169-CD4818FB8B5D}"/>
              </a:ext>
            </a:extLst>
          </p:cNvPr>
          <p:cNvSpPr>
            <a:spLocks noGrp="1"/>
          </p:cNvSpPr>
          <p:nvPr/>
        </p:nvSpPr>
        <p:spPr>
          <a:xfrm>
            <a:off x="61349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4" name="F2_precision_recall_distributions_7918">
            <a:extLst>
              <a:ext uri="{FF2B5EF4-FFF2-40B4-BE49-F238E27FC236}">
                <a16:creationId xmlns:a16="http://schemas.microsoft.com/office/drawing/2014/main" id="{28912768-7222-4DBA-BF81-88D62D944457}"/>
              </a:ext>
            </a:extLst>
          </p:cNvPr>
          <p:cNvSpPr>
            <a:spLocks noGrp="1"/>
          </p:cNvSpPr>
          <p:nvPr/>
        </p:nvSpPr>
        <p:spPr>
          <a:xfrm>
            <a:off x="61393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5" name="F2_precision_recall_distributions_7919">
            <a:extLst>
              <a:ext uri="{FF2B5EF4-FFF2-40B4-BE49-F238E27FC236}">
                <a16:creationId xmlns:a16="http://schemas.microsoft.com/office/drawing/2014/main" id="{A8CBC243-D9FD-40B1-9E1D-9619DB00BFF6}"/>
              </a:ext>
            </a:extLst>
          </p:cNvPr>
          <p:cNvSpPr>
            <a:spLocks noGrp="1"/>
          </p:cNvSpPr>
          <p:nvPr/>
        </p:nvSpPr>
        <p:spPr>
          <a:xfrm>
            <a:off x="61211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6" name="F2_precision_recall_distributions_7920">
            <a:extLst>
              <a:ext uri="{FF2B5EF4-FFF2-40B4-BE49-F238E27FC236}">
                <a16:creationId xmlns:a16="http://schemas.microsoft.com/office/drawing/2014/main" id="{56AAA78C-8F9C-47FF-980B-6E55F1C51B78}"/>
              </a:ext>
            </a:extLst>
          </p:cNvPr>
          <p:cNvSpPr>
            <a:spLocks noGrp="1"/>
          </p:cNvSpPr>
          <p:nvPr/>
        </p:nvSpPr>
        <p:spPr>
          <a:xfrm>
            <a:off x="6026560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7" name="F2_precision_recall_distributions_7921">
            <a:extLst>
              <a:ext uri="{FF2B5EF4-FFF2-40B4-BE49-F238E27FC236}">
                <a16:creationId xmlns:a16="http://schemas.microsoft.com/office/drawing/2014/main" id="{1C63425F-8A20-46E5-9C77-36E6DA073D16}"/>
              </a:ext>
            </a:extLst>
          </p:cNvPr>
          <p:cNvSpPr>
            <a:spLocks noGrp="1"/>
          </p:cNvSpPr>
          <p:nvPr/>
        </p:nvSpPr>
        <p:spPr>
          <a:xfrm>
            <a:off x="58403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8" name="F2_precision_recall_distributions_7922">
            <a:extLst>
              <a:ext uri="{FF2B5EF4-FFF2-40B4-BE49-F238E27FC236}">
                <a16:creationId xmlns:a16="http://schemas.microsoft.com/office/drawing/2014/main" id="{F987B548-AC4D-4294-A6C2-7F834C26D4F6}"/>
              </a:ext>
            </a:extLst>
          </p:cNvPr>
          <p:cNvSpPr>
            <a:spLocks noGrp="1"/>
          </p:cNvSpPr>
          <p:nvPr/>
        </p:nvSpPr>
        <p:spPr>
          <a:xfrm>
            <a:off x="5889706" y="72020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9" name="F2_precision_recall_distributions_7923">
            <a:extLst>
              <a:ext uri="{FF2B5EF4-FFF2-40B4-BE49-F238E27FC236}">
                <a16:creationId xmlns:a16="http://schemas.microsoft.com/office/drawing/2014/main" id="{144AB3E2-7834-41D3-A821-063AFF995A2E}"/>
              </a:ext>
            </a:extLst>
          </p:cNvPr>
          <p:cNvSpPr>
            <a:spLocks noGrp="1"/>
          </p:cNvSpPr>
          <p:nvPr/>
        </p:nvSpPr>
        <p:spPr>
          <a:xfrm>
            <a:off x="588796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0" name="F2_precision_recall_distributions_7924">
            <a:extLst>
              <a:ext uri="{FF2B5EF4-FFF2-40B4-BE49-F238E27FC236}">
                <a16:creationId xmlns:a16="http://schemas.microsoft.com/office/drawing/2014/main" id="{7BD08CD0-377B-4050-A73C-9894DBD116E6}"/>
              </a:ext>
            </a:extLst>
          </p:cNvPr>
          <p:cNvSpPr>
            <a:spLocks noGrp="1"/>
          </p:cNvSpPr>
          <p:nvPr/>
        </p:nvSpPr>
        <p:spPr>
          <a:xfrm>
            <a:off x="58645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1" name="F2_precision_recall_distributions_7925">
            <a:extLst>
              <a:ext uri="{FF2B5EF4-FFF2-40B4-BE49-F238E27FC236}">
                <a16:creationId xmlns:a16="http://schemas.microsoft.com/office/drawing/2014/main" id="{0E05493A-3248-450D-A3F2-752899872044}"/>
              </a:ext>
            </a:extLst>
          </p:cNvPr>
          <p:cNvSpPr>
            <a:spLocks noGrp="1"/>
          </p:cNvSpPr>
          <p:nvPr/>
        </p:nvSpPr>
        <p:spPr>
          <a:xfrm>
            <a:off x="5949311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2" name="F2_precision_recall_distributions_7926">
            <a:extLst>
              <a:ext uri="{FF2B5EF4-FFF2-40B4-BE49-F238E27FC236}">
                <a16:creationId xmlns:a16="http://schemas.microsoft.com/office/drawing/2014/main" id="{358E29F9-7444-4649-92DB-D9580198078D}"/>
              </a:ext>
            </a:extLst>
          </p:cNvPr>
          <p:cNvSpPr>
            <a:spLocks noGrp="1"/>
          </p:cNvSpPr>
          <p:nvPr/>
        </p:nvSpPr>
        <p:spPr>
          <a:xfrm>
            <a:off x="58893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3" name="F2_precision_recall_distributions_7927">
            <a:extLst>
              <a:ext uri="{FF2B5EF4-FFF2-40B4-BE49-F238E27FC236}">
                <a16:creationId xmlns:a16="http://schemas.microsoft.com/office/drawing/2014/main" id="{4D81E44E-3188-4F62-BF5B-F019D08C4E09}"/>
              </a:ext>
            </a:extLst>
          </p:cNvPr>
          <p:cNvSpPr>
            <a:spLocks noGrp="1"/>
          </p:cNvSpPr>
          <p:nvPr/>
        </p:nvSpPr>
        <p:spPr>
          <a:xfrm>
            <a:off x="580965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4" name="F2_precision_recall_distributions_7928">
            <a:extLst>
              <a:ext uri="{FF2B5EF4-FFF2-40B4-BE49-F238E27FC236}">
                <a16:creationId xmlns:a16="http://schemas.microsoft.com/office/drawing/2014/main" id="{065E4FC9-D2AA-40E7-8833-A039B3CAABBA}"/>
              </a:ext>
            </a:extLst>
          </p:cNvPr>
          <p:cNvSpPr>
            <a:spLocks noGrp="1"/>
          </p:cNvSpPr>
          <p:nvPr/>
        </p:nvSpPr>
        <p:spPr>
          <a:xfrm>
            <a:off x="595076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5" name="F2_precision_recall_distributions_7929">
            <a:extLst>
              <a:ext uri="{FF2B5EF4-FFF2-40B4-BE49-F238E27FC236}">
                <a16:creationId xmlns:a16="http://schemas.microsoft.com/office/drawing/2014/main" id="{52CBC9A2-CC3C-4D97-9402-0D98FAF35195}"/>
              </a:ext>
            </a:extLst>
          </p:cNvPr>
          <p:cNvSpPr>
            <a:spLocks noGrp="1"/>
          </p:cNvSpPr>
          <p:nvPr/>
        </p:nvSpPr>
        <p:spPr>
          <a:xfrm>
            <a:off x="592730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6" name="F2_precision_recall_distributions_7930">
            <a:extLst>
              <a:ext uri="{FF2B5EF4-FFF2-40B4-BE49-F238E27FC236}">
                <a16:creationId xmlns:a16="http://schemas.microsoft.com/office/drawing/2014/main" id="{BB3A0EAA-9172-4C7E-AD82-5DCF3C3789F4}"/>
              </a:ext>
            </a:extLst>
          </p:cNvPr>
          <p:cNvSpPr>
            <a:spLocks noGrp="1"/>
          </p:cNvSpPr>
          <p:nvPr/>
        </p:nvSpPr>
        <p:spPr>
          <a:xfrm>
            <a:off x="582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7" name="F2_precision_recall_distributions_7931">
            <a:extLst>
              <a:ext uri="{FF2B5EF4-FFF2-40B4-BE49-F238E27FC236}">
                <a16:creationId xmlns:a16="http://schemas.microsoft.com/office/drawing/2014/main" id="{16B0B013-16A9-4DD9-AAFD-D60A0970555A}"/>
              </a:ext>
            </a:extLst>
          </p:cNvPr>
          <p:cNvSpPr>
            <a:spLocks noGrp="1"/>
          </p:cNvSpPr>
          <p:nvPr/>
        </p:nvSpPr>
        <p:spPr>
          <a:xfrm>
            <a:off x="60254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8" name="F2_precision_recall_distributions_7932">
            <a:extLst>
              <a:ext uri="{FF2B5EF4-FFF2-40B4-BE49-F238E27FC236}">
                <a16:creationId xmlns:a16="http://schemas.microsoft.com/office/drawing/2014/main" id="{03E96089-549D-44F6-B337-30350383230D}"/>
              </a:ext>
            </a:extLst>
          </p:cNvPr>
          <p:cNvSpPr>
            <a:spLocks noGrp="1"/>
          </p:cNvSpPr>
          <p:nvPr/>
        </p:nvSpPr>
        <p:spPr>
          <a:xfrm>
            <a:off x="60048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9" name="F2_precision_recall_distributions_7933">
            <a:extLst>
              <a:ext uri="{FF2B5EF4-FFF2-40B4-BE49-F238E27FC236}">
                <a16:creationId xmlns:a16="http://schemas.microsoft.com/office/drawing/2014/main" id="{D6CBA93E-B1BC-47F8-A61E-1AD825A254C3}"/>
              </a:ext>
            </a:extLst>
          </p:cNvPr>
          <p:cNvSpPr>
            <a:spLocks noGrp="1"/>
          </p:cNvSpPr>
          <p:nvPr/>
        </p:nvSpPr>
        <p:spPr>
          <a:xfrm>
            <a:off x="595932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0" name="F2_precision_recall_distributions_7934">
            <a:extLst>
              <a:ext uri="{FF2B5EF4-FFF2-40B4-BE49-F238E27FC236}">
                <a16:creationId xmlns:a16="http://schemas.microsoft.com/office/drawing/2014/main" id="{B203FE76-B13B-4C4C-809E-9BA372A2DF83}"/>
              </a:ext>
            </a:extLst>
          </p:cNvPr>
          <p:cNvSpPr>
            <a:spLocks noGrp="1"/>
          </p:cNvSpPr>
          <p:nvPr/>
        </p:nvSpPr>
        <p:spPr>
          <a:xfrm>
            <a:off x="582864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1" name="F2_precision_recall_distributions_7935">
            <a:extLst>
              <a:ext uri="{FF2B5EF4-FFF2-40B4-BE49-F238E27FC236}">
                <a16:creationId xmlns:a16="http://schemas.microsoft.com/office/drawing/2014/main" id="{2855505A-B620-427D-9331-F8DBF85DFD9A}"/>
              </a:ext>
            </a:extLst>
          </p:cNvPr>
          <p:cNvSpPr>
            <a:spLocks noGrp="1"/>
          </p:cNvSpPr>
          <p:nvPr/>
        </p:nvSpPr>
        <p:spPr>
          <a:xfrm>
            <a:off x="5998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2" name="F2_precision_recall_distributions_7936">
            <a:extLst>
              <a:ext uri="{FF2B5EF4-FFF2-40B4-BE49-F238E27FC236}">
                <a16:creationId xmlns:a16="http://schemas.microsoft.com/office/drawing/2014/main" id="{D654A9FC-0F49-470F-A550-B87344164C1E}"/>
              </a:ext>
            </a:extLst>
          </p:cNvPr>
          <p:cNvSpPr>
            <a:spLocks noGrp="1"/>
          </p:cNvSpPr>
          <p:nvPr/>
        </p:nvSpPr>
        <p:spPr>
          <a:xfrm>
            <a:off x="582367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3" name="F2_precision_recall_distributions_7937">
            <a:extLst>
              <a:ext uri="{FF2B5EF4-FFF2-40B4-BE49-F238E27FC236}">
                <a16:creationId xmlns:a16="http://schemas.microsoft.com/office/drawing/2014/main" id="{CBF8FBD1-D94B-43BC-8881-47B288C27805}"/>
              </a:ext>
            </a:extLst>
          </p:cNvPr>
          <p:cNvSpPr>
            <a:spLocks noGrp="1"/>
          </p:cNvSpPr>
          <p:nvPr/>
        </p:nvSpPr>
        <p:spPr>
          <a:xfrm>
            <a:off x="607146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4" name="F2_precision_recall_distributions_7938">
            <a:extLst>
              <a:ext uri="{FF2B5EF4-FFF2-40B4-BE49-F238E27FC236}">
                <a16:creationId xmlns:a16="http://schemas.microsoft.com/office/drawing/2014/main" id="{7836F66E-91D4-4217-95D2-251CD2D20F9A}"/>
              </a:ext>
            </a:extLst>
          </p:cNvPr>
          <p:cNvSpPr>
            <a:spLocks noGrp="1"/>
          </p:cNvSpPr>
          <p:nvPr/>
        </p:nvSpPr>
        <p:spPr>
          <a:xfrm>
            <a:off x="593093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5" name="F2_precision_recall_distributions_7939">
            <a:extLst>
              <a:ext uri="{FF2B5EF4-FFF2-40B4-BE49-F238E27FC236}">
                <a16:creationId xmlns:a16="http://schemas.microsoft.com/office/drawing/2014/main" id="{AC6BC6BE-3411-4B75-8DFB-09175894CFCA}"/>
              </a:ext>
            </a:extLst>
          </p:cNvPr>
          <p:cNvSpPr>
            <a:spLocks noGrp="1"/>
          </p:cNvSpPr>
          <p:nvPr/>
        </p:nvSpPr>
        <p:spPr>
          <a:xfrm>
            <a:off x="58447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6" name="F2_precision_recall_distributions_7940">
            <a:extLst>
              <a:ext uri="{FF2B5EF4-FFF2-40B4-BE49-F238E27FC236}">
                <a16:creationId xmlns:a16="http://schemas.microsoft.com/office/drawing/2014/main" id="{E6323EC3-DC4C-4FBA-9C22-89398A4CBBFA}"/>
              </a:ext>
            </a:extLst>
          </p:cNvPr>
          <p:cNvSpPr>
            <a:spLocks noGrp="1"/>
          </p:cNvSpPr>
          <p:nvPr/>
        </p:nvSpPr>
        <p:spPr>
          <a:xfrm>
            <a:off x="6043664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7" name="F2_precision_recall_distributions_7941">
            <a:extLst>
              <a:ext uri="{FF2B5EF4-FFF2-40B4-BE49-F238E27FC236}">
                <a16:creationId xmlns:a16="http://schemas.microsoft.com/office/drawing/2014/main" id="{FD8BD5FE-2034-4532-ADF7-83A2DF54036E}"/>
              </a:ext>
            </a:extLst>
          </p:cNvPr>
          <p:cNvSpPr>
            <a:spLocks noGrp="1"/>
          </p:cNvSpPr>
          <p:nvPr/>
        </p:nvSpPr>
        <p:spPr>
          <a:xfrm>
            <a:off x="615558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8" name="F2_precision_recall_distributions_7942">
            <a:extLst>
              <a:ext uri="{FF2B5EF4-FFF2-40B4-BE49-F238E27FC236}">
                <a16:creationId xmlns:a16="http://schemas.microsoft.com/office/drawing/2014/main" id="{58BF76FB-7392-4E28-8E71-442EBA0A1FFB}"/>
              </a:ext>
            </a:extLst>
          </p:cNvPr>
          <p:cNvSpPr>
            <a:spLocks noGrp="1"/>
          </p:cNvSpPr>
          <p:nvPr/>
        </p:nvSpPr>
        <p:spPr>
          <a:xfrm>
            <a:off x="5861956" y="7359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9" name="F2_precision_recall_distributions_7943">
            <a:extLst>
              <a:ext uri="{FF2B5EF4-FFF2-40B4-BE49-F238E27FC236}">
                <a16:creationId xmlns:a16="http://schemas.microsoft.com/office/drawing/2014/main" id="{870AC51B-297D-4B0E-BBCF-2D58E84CD6ED}"/>
              </a:ext>
            </a:extLst>
          </p:cNvPr>
          <p:cNvSpPr>
            <a:spLocks noGrp="1"/>
          </p:cNvSpPr>
          <p:nvPr/>
        </p:nvSpPr>
        <p:spPr>
          <a:xfrm>
            <a:off x="5935853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0" name="F2_precision_recall_distributions_7944">
            <a:extLst>
              <a:ext uri="{FF2B5EF4-FFF2-40B4-BE49-F238E27FC236}">
                <a16:creationId xmlns:a16="http://schemas.microsoft.com/office/drawing/2014/main" id="{2B6AD76C-C271-4F50-990A-D0A8FC837965}"/>
              </a:ext>
            </a:extLst>
          </p:cNvPr>
          <p:cNvSpPr>
            <a:spLocks noGrp="1"/>
          </p:cNvSpPr>
          <p:nvPr/>
        </p:nvSpPr>
        <p:spPr>
          <a:xfrm>
            <a:off x="605770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1" name="F2_precision_recall_distributions_7945">
            <a:extLst>
              <a:ext uri="{FF2B5EF4-FFF2-40B4-BE49-F238E27FC236}">
                <a16:creationId xmlns:a16="http://schemas.microsoft.com/office/drawing/2014/main" id="{6BAAA2A5-235A-441C-8938-58419CF66760}"/>
              </a:ext>
            </a:extLst>
          </p:cNvPr>
          <p:cNvSpPr>
            <a:spLocks noGrp="1"/>
          </p:cNvSpPr>
          <p:nvPr/>
        </p:nvSpPr>
        <p:spPr>
          <a:xfrm>
            <a:off x="5956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2" name="F2_precision_recall_distributions_7946">
            <a:extLst>
              <a:ext uri="{FF2B5EF4-FFF2-40B4-BE49-F238E27FC236}">
                <a16:creationId xmlns:a16="http://schemas.microsoft.com/office/drawing/2014/main" id="{92EFD0F4-4335-41A9-9E3D-27D93E716477}"/>
              </a:ext>
            </a:extLst>
          </p:cNvPr>
          <p:cNvSpPr>
            <a:spLocks noGrp="1"/>
          </p:cNvSpPr>
          <p:nvPr/>
        </p:nvSpPr>
        <p:spPr>
          <a:xfrm>
            <a:off x="59171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3" name="F2_precision_recall_distributions_7947">
            <a:extLst>
              <a:ext uri="{FF2B5EF4-FFF2-40B4-BE49-F238E27FC236}">
                <a16:creationId xmlns:a16="http://schemas.microsoft.com/office/drawing/2014/main" id="{88999845-AF07-4D7C-A5D0-6C3C2E2FC51F}"/>
              </a:ext>
            </a:extLst>
          </p:cNvPr>
          <p:cNvSpPr>
            <a:spLocks noGrp="1"/>
          </p:cNvSpPr>
          <p:nvPr/>
        </p:nvSpPr>
        <p:spPr>
          <a:xfrm>
            <a:off x="616314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4" name="F2_precision_recall_distributions_7948">
            <a:extLst>
              <a:ext uri="{FF2B5EF4-FFF2-40B4-BE49-F238E27FC236}">
                <a16:creationId xmlns:a16="http://schemas.microsoft.com/office/drawing/2014/main" id="{D83853B0-421D-4DBB-B21D-AF352709AE1E}"/>
              </a:ext>
            </a:extLst>
          </p:cNvPr>
          <p:cNvSpPr>
            <a:spLocks noGrp="1"/>
          </p:cNvSpPr>
          <p:nvPr/>
        </p:nvSpPr>
        <p:spPr>
          <a:xfrm>
            <a:off x="61234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5" name="F2_precision_recall_distributions_7949">
            <a:extLst>
              <a:ext uri="{FF2B5EF4-FFF2-40B4-BE49-F238E27FC236}">
                <a16:creationId xmlns:a16="http://schemas.microsoft.com/office/drawing/2014/main" id="{738AE595-ABD6-452F-9A52-FBD29D320C9D}"/>
              </a:ext>
            </a:extLst>
          </p:cNvPr>
          <p:cNvSpPr>
            <a:spLocks noGrp="1"/>
          </p:cNvSpPr>
          <p:nvPr/>
        </p:nvSpPr>
        <p:spPr>
          <a:xfrm>
            <a:off x="58784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6" name="F2_precision_recall_distributions_7950">
            <a:extLst>
              <a:ext uri="{FF2B5EF4-FFF2-40B4-BE49-F238E27FC236}">
                <a16:creationId xmlns:a16="http://schemas.microsoft.com/office/drawing/2014/main" id="{F20832ED-A6D6-42DB-8EF1-E299CADF9738}"/>
              </a:ext>
            </a:extLst>
          </p:cNvPr>
          <p:cNvSpPr>
            <a:spLocks noGrp="1"/>
          </p:cNvSpPr>
          <p:nvPr/>
        </p:nvSpPr>
        <p:spPr>
          <a:xfrm>
            <a:off x="6145853" y="73482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7" name="F2_precision_recall_distributions_7951">
            <a:extLst>
              <a:ext uri="{FF2B5EF4-FFF2-40B4-BE49-F238E27FC236}">
                <a16:creationId xmlns:a16="http://schemas.microsoft.com/office/drawing/2014/main" id="{5B374976-40AB-4E85-867E-08263FFDACAE}"/>
              </a:ext>
            </a:extLst>
          </p:cNvPr>
          <p:cNvSpPr>
            <a:spLocks noGrp="1"/>
          </p:cNvSpPr>
          <p:nvPr/>
        </p:nvSpPr>
        <p:spPr>
          <a:xfrm>
            <a:off x="5947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8" name="F2_precision_recall_distributions_7952">
            <a:extLst>
              <a:ext uri="{FF2B5EF4-FFF2-40B4-BE49-F238E27FC236}">
                <a16:creationId xmlns:a16="http://schemas.microsoft.com/office/drawing/2014/main" id="{EF83D37F-F5EB-4E27-A142-C684FDFBDADC}"/>
              </a:ext>
            </a:extLst>
          </p:cNvPr>
          <p:cNvSpPr>
            <a:spLocks noGrp="1"/>
          </p:cNvSpPr>
          <p:nvPr/>
        </p:nvSpPr>
        <p:spPr>
          <a:xfrm>
            <a:off x="615535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9" name="F2_precision_recall_distributions_7953">
            <a:extLst>
              <a:ext uri="{FF2B5EF4-FFF2-40B4-BE49-F238E27FC236}">
                <a16:creationId xmlns:a16="http://schemas.microsoft.com/office/drawing/2014/main" id="{6E9B5049-9DF0-4DE8-A2B5-371F8C94191D}"/>
              </a:ext>
            </a:extLst>
          </p:cNvPr>
          <p:cNvSpPr>
            <a:spLocks noGrp="1"/>
          </p:cNvSpPr>
          <p:nvPr/>
        </p:nvSpPr>
        <p:spPr>
          <a:xfrm>
            <a:off x="59509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0" name="F2_precision_recall_distributions_7954">
            <a:extLst>
              <a:ext uri="{FF2B5EF4-FFF2-40B4-BE49-F238E27FC236}">
                <a16:creationId xmlns:a16="http://schemas.microsoft.com/office/drawing/2014/main" id="{D8AEF8B0-A61B-4097-805D-F7CE991A50AA}"/>
              </a:ext>
            </a:extLst>
          </p:cNvPr>
          <p:cNvSpPr>
            <a:spLocks noGrp="1"/>
          </p:cNvSpPr>
          <p:nvPr/>
        </p:nvSpPr>
        <p:spPr>
          <a:xfrm>
            <a:off x="60266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1" name="F2_precision_recall_distributions_7955">
            <a:extLst>
              <a:ext uri="{FF2B5EF4-FFF2-40B4-BE49-F238E27FC236}">
                <a16:creationId xmlns:a16="http://schemas.microsoft.com/office/drawing/2014/main" id="{675BC5BC-FEE0-47FE-BE03-AC5B2231EE76}"/>
              </a:ext>
            </a:extLst>
          </p:cNvPr>
          <p:cNvSpPr>
            <a:spLocks noGrp="1"/>
          </p:cNvSpPr>
          <p:nvPr/>
        </p:nvSpPr>
        <p:spPr>
          <a:xfrm>
            <a:off x="6147884" y="7325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2" name="F2_precision_recall_distributions_7956">
            <a:extLst>
              <a:ext uri="{FF2B5EF4-FFF2-40B4-BE49-F238E27FC236}">
                <a16:creationId xmlns:a16="http://schemas.microsoft.com/office/drawing/2014/main" id="{BDE034C6-91CF-45BC-92F6-8C30D38CA9D1}"/>
              </a:ext>
            </a:extLst>
          </p:cNvPr>
          <p:cNvSpPr>
            <a:spLocks noGrp="1"/>
          </p:cNvSpPr>
          <p:nvPr/>
        </p:nvSpPr>
        <p:spPr>
          <a:xfrm>
            <a:off x="6104767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3" name="F2_precision_recall_distributions_7957">
            <a:extLst>
              <a:ext uri="{FF2B5EF4-FFF2-40B4-BE49-F238E27FC236}">
                <a16:creationId xmlns:a16="http://schemas.microsoft.com/office/drawing/2014/main" id="{2D2CE80E-FDD0-429F-88B0-2E10AA79A36D}"/>
              </a:ext>
            </a:extLst>
          </p:cNvPr>
          <p:cNvSpPr>
            <a:spLocks noGrp="1"/>
          </p:cNvSpPr>
          <p:nvPr/>
        </p:nvSpPr>
        <p:spPr>
          <a:xfrm>
            <a:off x="603840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4" name="F2_precision_recall_distributions_7958">
            <a:extLst>
              <a:ext uri="{FF2B5EF4-FFF2-40B4-BE49-F238E27FC236}">
                <a16:creationId xmlns:a16="http://schemas.microsoft.com/office/drawing/2014/main" id="{1C2DAD60-B83A-4284-A16D-548E3B6EE1B5}"/>
              </a:ext>
            </a:extLst>
          </p:cNvPr>
          <p:cNvSpPr>
            <a:spLocks noGrp="1"/>
          </p:cNvSpPr>
          <p:nvPr/>
        </p:nvSpPr>
        <p:spPr>
          <a:xfrm>
            <a:off x="61681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5" name="F2_precision_recall_distributions_7959">
            <a:extLst>
              <a:ext uri="{FF2B5EF4-FFF2-40B4-BE49-F238E27FC236}">
                <a16:creationId xmlns:a16="http://schemas.microsoft.com/office/drawing/2014/main" id="{05693AD5-1506-4202-B6EF-23F27F893BFB}"/>
              </a:ext>
            </a:extLst>
          </p:cNvPr>
          <p:cNvSpPr>
            <a:spLocks noGrp="1"/>
          </p:cNvSpPr>
          <p:nvPr/>
        </p:nvSpPr>
        <p:spPr>
          <a:xfrm>
            <a:off x="5833480" y="73199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6" name="F2_precision_recall_distributions_7960">
            <a:extLst>
              <a:ext uri="{FF2B5EF4-FFF2-40B4-BE49-F238E27FC236}">
                <a16:creationId xmlns:a16="http://schemas.microsoft.com/office/drawing/2014/main" id="{435B955B-C844-4BE7-ADCE-C7439EE94020}"/>
              </a:ext>
            </a:extLst>
          </p:cNvPr>
          <p:cNvSpPr>
            <a:spLocks noGrp="1"/>
          </p:cNvSpPr>
          <p:nvPr/>
        </p:nvSpPr>
        <p:spPr>
          <a:xfrm>
            <a:off x="59079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7" name="F2_precision_recall_distributions_7961">
            <a:extLst>
              <a:ext uri="{FF2B5EF4-FFF2-40B4-BE49-F238E27FC236}">
                <a16:creationId xmlns:a16="http://schemas.microsoft.com/office/drawing/2014/main" id="{82ED039D-F5C5-453F-8250-7A1F78A5D2E8}"/>
              </a:ext>
            </a:extLst>
          </p:cNvPr>
          <p:cNvSpPr>
            <a:spLocks noGrp="1"/>
          </p:cNvSpPr>
          <p:nvPr/>
        </p:nvSpPr>
        <p:spPr>
          <a:xfrm>
            <a:off x="601741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8" name="F2_precision_recall_distributions_7962">
            <a:extLst>
              <a:ext uri="{FF2B5EF4-FFF2-40B4-BE49-F238E27FC236}">
                <a16:creationId xmlns:a16="http://schemas.microsoft.com/office/drawing/2014/main" id="{E8BAF667-688B-4ED9-8EE3-65C64D147475}"/>
              </a:ext>
            </a:extLst>
          </p:cNvPr>
          <p:cNvSpPr>
            <a:spLocks noGrp="1"/>
          </p:cNvSpPr>
          <p:nvPr/>
        </p:nvSpPr>
        <p:spPr>
          <a:xfrm>
            <a:off x="584328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9" name="F2_precision_recall_distributions_7963">
            <a:extLst>
              <a:ext uri="{FF2B5EF4-FFF2-40B4-BE49-F238E27FC236}">
                <a16:creationId xmlns:a16="http://schemas.microsoft.com/office/drawing/2014/main" id="{1EBCCB39-C2D5-4646-A430-BE86AA1A04E3}"/>
              </a:ext>
            </a:extLst>
          </p:cNvPr>
          <p:cNvSpPr>
            <a:spLocks noGrp="1"/>
          </p:cNvSpPr>
          <p:nvPr/>
        </p:nvSpPr>
        <p:spPr>
          <a:xfrm>
            <a:off x="608346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0" name="F2_precision_recall_distributions_7964">
            <a:extLst>
              <a:ext uri="{FF2B5EF4-FFF2-40B4-BE49-F238E27FC236}">
                <a16:creationId xmlns:a16="http://schemas.microsoft.com/office/drawing/2014/main" id="{BFFACAC3-8DBA-434E-A5C8-AA36F8964371}"/>
              </a:ext>
            </a:extLst>
          </p:cNvPr>
          <p:cNvSpPr>
            <a:spLocks noGrp="1"/>
          </p:cNvSpPr>
          <p:nvPr/>
        </p:nvSpPr>
        <p:spPr>
          <a:xfrm>
            <a:off x="606167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1" name="F2_precision_recall_distributions_7965">
            <a:extLst>
              <a:ext uri="{FF2B5EF4-FFF2-40B4-BE49-F238E27FC236}">
                <a16:creationId xmlns:a16="http://schemas.microsoft.com/office/drawing/2014/main" id="{D7EFE28B-2A93-4C14-9018-99EEF1BCD822}"/>
              </a:ext>
            </a:extLst>
          </p:cNvPr>
          <p:cNvSpPr>
            <a:spLocks noGrp="1"/>
          </p:cNvSpPr>
          <p:nvPr/>
        </p:nvSpPr>
        <p:spPr>
          <a:xfrm>
            <a:off x="6003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2" name="F2_precision_recall_distributions_7966">
            <a:extLst>
              <a:ext uri="{FF2B5EF4-FFF2-40B4-BE49-F238E27FC236}">
                <a16:creationId xmlns:a16="http://schemas.microsoft.com/office/drawing/2014/main" id="{5383428E-7155-46D1-8D1C-A4C34C9AE3E9}"/>
              </a:ext>
            </a:extLst>
          </p:cNvPr>
          <p:cNvSpPr>
            <a:spLocks noGrp="1"/>
          </p:cNvSpPr>
          <p:nvPr/>
        </p:nvSpPr>
        <p:spPr>
          <a:xfrm>
            <a:off x="5822743" y="7655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3" name="F2_precision_recall_distributions_7967">
            <a:extLst>
              <a:ext uri="{FF2B5EF4-FFF2-40B4-BE49-F238E27FC236}">
                <a16:creationId xmlns:a16="http://schemas.microsoft.com/office/drawing/2014/main" id="{DA62FF81-9A0C-4BD7-A33A-9A9EC35DA5A5}"/>
              </a:ext>
            </a:extLst>
          </p:cNvPr>
          <p:cNvSpPr>
            <a:spLocks noGrp="1"/>
          </p:cNvSpPr>
          <p:nvPr/>
        </p:nvSpPr>
        <p:spPr>
          <a:xfrm>
            <a:off x="59207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4" name="F2_precision_recall_distributions_7968">
            <a:extLst>
              <a:ext uri="{FF2B5EF4-FFF2-40B4-BE49-F238E27FC236}">
                <a16:creationId xmlns:a16="http://schemas.microsoft.com/office/drawing/2014/main" id="{8847DAEB-1776-4245-AB30-CE28CA929F97}"/>
              </a:ext>
            </a:extLst>
          </p:cNvPr>
          <p:cNvSpPr>
            <a:spLocks noGrp="1"/>
          </p:cNvSpPr>
          <p:nvPr/>
        </p:nvSpPr>
        <p:spPr>
          <a:xfrm>
            <a:off x="591875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5" name="F2_precision_recall_distributions_7969">
            <a:extLst>
              <a:ext uri="{FF2B5EF4-FFF2-40B4-BE49-F238E27FC236}">
                <a16:creationId xmlns:a16="http://schemas.microsoft.com/office/drawing/2014/main" id="{34EF5C7C-C13F-409C-9739-880DDFD36124}"/>
              </a:ext>
            </a:extLst>
          </p:cNvPr>
          <p:cNvSpPr>
            <a:spLocks noGrp="1"/>
          </p:cNvSpPr>
          <p:nvPr/>
        </p:nvSpPr>
        <p:spPr>
          <a:xfrm>
            <a:off x="59389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6" name="F2_precision_recall_distributions_7970">
            <a:extLst>
              <a:ext uri="{FF2B5EF4-FFF2-40B4-BE49-F238E27FC236}">
                <a16:creationId xmlns:a16="http://schemas.microsoft.com/office/drawing/2014/main" id="{2150048D-8A92-4882-9E9A-80660754323B}"/>
              </a:ext>
            </a:extLst>
          </p:cNvPr>
          <p:cNvSpPr>
            <a:spLocks noGrp="1"/>
          </p:cNvSpPr>
          <p:nvPr/>
        </p:nvSpPr>
        <p:spPr>
          <a:xfrm>
            <a:off x="612202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7" name="F2_precision_recall_distributions_7971">
            <a:extLst>
              <a:ext uri="{FF2B5EF4-FFF2-40B4-BE49-F238E27FC236}">
                <a16:creationId xmlns:a16="http://schemas.microsoft.com/office/drawing/2014/main" id="{9209ED5C-C7FE-4958-B2A5-F5C4A3F893D5}"/>
              </a:ext>
            </a:extLst>
          </p:cNvPr>
          <p:cNvSpPr>
            <a:spLocks noGrp="1"/>
          </p:cNvSpPr>
          <p:nvPr/>
        </p:nvSpPr>
        <p:spPr>
          <a:xfrm>
            <a:off x="58910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8" name="F2_precision_recall_distributions_7972">
            <a:extLst>
              <a:ext uri="{FF2B5EF4-FFF2-40B4-BE49-F238E27FC236}">
                <a16:creationId xmlns:a16="http://schemas.microsoft.com/office/drawing/2014/main" id="{697963C7-7939-4924-A7C9-8760BC10F053}"/>
              </a:ext>
            </a:extLst>
          </p:cNvPr>
          <p:cNvSpPr>
            <a:spLocks noGrp="1"/>
          </p:cNvSpPr>
          <p:nvPr/>
        </p:nvSpPr>
        <p:spPr>
          <a:xfrm>
            <a:off x="6049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9" name="F2_precision_recall_distributions_7973">
            <a:extLst>
              <a:ext uri="{FF2B5EF4-FFF2-40B4-BE49-F238E27FC236}">
                <a16:creationId xmlns:a16="http://schemas.microsoft.com/office/drawing/2014/main" id="{F2D1887B-B515-4DBC-A46D-4C09DFA3C6A6}"/>
              </a:ext>
            </a:extLst>
          </p:cNvPr>
          <p:cNvSpPr>
            <a:spLocks noGrp="1"/>
          </p:cNvSpPr>
          <p:nvPr/>
        </p:nvSpPr>
        <p:spPr>
          <a:xfrm>
            <a:off x="616869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0" name="F2_precision_recall_distributions_7974">
            <a:extLst>
              <a:ext uri="{FF2B5EF4-FFF2-40B4-BE49-F238E27FC236}">
                <a16:creationId xmlns:a16="http://schemas.microsoft.com/office/drawing/2014/main" id="{F5FE6E62-DC19-45E7-979B-B94A72E8FA98}"/>
              </a:ext>
            </a:extLst>
          </p:cNvPr>
          <p:cNvSpPr>
            <a:spLocks noGrp="1"/>
          </p:cNvSpPr>
          <p:nvPr/>
        </p:nvSpPr>
        <p:spPr>
          <a:xfrm>
            <a:off x="602651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1" name="F2_precision_recall_distributions_7975">
            <a:extLst>
              <a:ext uri="{FF2B5EF4-FFF2-40B4-BE49-F238E27FC236}">
                <a16:creationId xmlns:a16="http://schemas.microsoft.com/office/drawing/2014/main" id="{823A6A72-75DD-44F9-B3C1-F46409B76E10}"/>
              </a:ext>
            </a:extLst>
          </p:cNvPr>
          <p:cNvSpPr>
            <a:spLocks noGrp="1"/>
          </p:cNvSpPr>
          <p:nvPr/>
        </p:nvSpPr>
        <p:spPr>
          <a:xfrm>
            <a:off x="61450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2" name="F2_precision_recall_distributions_7976">
            <a:extLst>
              <a:ext uri="{FF2B5EF4-FFF2-40B4-BE49-F238E27FC236}">
                <a16:creationId xmlns:a16="http://schemas.microsoft.com/office/drawing/2014/main" id="{D5154BE8-84FC-4B8E-8D77-63C7B6BCBE45}"/>
              </a:ext>
            </a:extLst>
          </p:cNvPr>
          <p:cNvSpPr>
            <a:spLocks noGrp="1"/>
          </p:cNvSpPr>
          <p:nvPr/>
        </p:nvSpPr>
        <p:spPr>
          <a:xfrm>
            <a:off x="592972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3" name="F2_precision_recall_distributions_7977">
            <a:extLst>
              <a:ext uri="{FF2B5EF4-FFF2-40B4-BE49-F238E27FC236}">
                <a16:creationId xmlns:a16="http://schemas.microsoft.com/office/drawing/2014/main" id="{5CD3D923-3D00-4F06-851D-7C9F45310E9F}"/>
              </a:ext>
            </a:extLst>
          </p:cNvPr>
          <p:cNvSpPr>
            <a:spLocks noGrp="1"/>
          </p:cNvSpPr>
          <p:nvPr/>
        </p:nvSpPr>
        <p:spPr>
          <a:xfrm>
            <a:off x="5981985" y="7744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4" name="F2_precision_recall_distributions_7978">
            <a:extLst>
              <a:ext uri="{FF2B5EF4-FFF2-40B4-BE49-F238E27FC236}">
                <a16:creationId xmlns:a16="http://schemas.microsoft.com/office/drawing/2014/main" id="{AEC62615-CBE4-4660-87EB-0A51B531A330}"/>
              </a:ext>
            </a:extLst>
          </p:cNvPr>
          <p:cNvSpPr>
            <a:spLocks noGrp="1"/>
          </p:cNvSpPr>
          <p:nvPr/>
        </p:nvSpPr>
        <p:spPr>
          <a:xfrm>
            <a:off x="610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5" name="F2_precision_recall_distributions_7979">
            <a:extLst>
              <a:ext uri="{FF2B5EF4-FFF2-40B4-BE49-F238E27FC236}">
                <a16:creationId xmlns:a16="http://schemas.microsoft.com/office/drawing/2014/main" id="{1CC8D6A4-97DD-4272-A254-E02DA19AAF68}"/>
              </a:ext>
            </a:extLst>
          </p:cNvPr>
          <p:cNvSpPr>
            <a:spLocks noGrp="1"/>
          </p:cNvSpPr>
          <p:nvPr/>
        </p:nvSpPr>
        <p:spPr>
          <a:xfrm>
            <a:off x="606941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6" name="F2_precision_recall_distributions_7980">
            <a:extLst>
              <a:ext uri="{FF2B5EF4-FFF2-40B4-BE49-F238E27FC236}">
                <a16:creationId xmlns:a16="http://schemas.microsoft.com/office/drawing/2014/main" id="{5811F6B9-19C1-4798-9183-C663DF008F79}"/>
              </a:ext>
            </a:extLst>
          </p:cNvPr>
          <p:cNvSpPr>
            <a:spLocks noGrp="1"/>
          </p:cNvSpPr>
          <p:nvPr/>
        </p:nvSpPr>
        <p:spPr>
          <a:xfrm>
            <a:off x="607274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7" name="F2_precision_recall_distributions_7981">
            <a:extLst>
              <a:ext uri="{FF2B5EF4-FFF2-40B4-BE49-F238E27FC236}">
                <a16:creationId xmlns:a16="http://schemas.microsoft.com/office/drawing/2014/main" id="{F4250EC4-70B4-433D-93EC-FCD2AE0D9463}"/>
              </a:ext>
            </a:extLst>
          </p:cNvPr>
          <p:cNvSpPr>
            <a:spLocks noGrp="1"/>
          </p:cNvSpPr>
          <p:nvPr/>
        </p:nvSpPr>
        <p:spPr>
          <a:xfrm>
            <a:off x="61742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8" name="F2_precision_recall_distributions_7982">
            <a:extLst>
              <a:ext uri="{FF2B5EF4-FFF2-40B4-BE49-F238E27FC236}">
                <a16:creationId xmlns:a16="http://schemas.microsoft.com/office/drawing/2014/main" id="{C5AEAFAC-9D18-42D6-9D69-1EB064E3730E}"/>
              </a:ext>
            </a:extLst>
          </p:cNvPr>
          <p:cNvSpPr>
            <a:spLocks noGrp="1"/>
          </p:cNvSpPr>
          <p:nvPr/>
        </p:nvSpPr>
        <p:spPr>
          <a:xfrm>
            <a:off x="58494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9" name="F2_precision_recall_distributions_7983">
            <a:extLst>
              <a:ext uri="{FF2B5EF4-FFF2-40B4-BE49-F238E27FC236}">
                <a16:creationId xmlns:a16="http://schemas.microsoft.com/office/drawing/2014/main" id="{EA2D4F9E-D149-4187-88A1-0A08293765F5}"/>
              </a:ext>
            </a:extLst>
          </p:cNvPr>
          <p:cNvSpPr>
            <a:spLocks noGrp="1"/>
          </p:cNvSpPr>
          <p:nvPr/>
        </p:nvSpPr>
        <p:spPr>
          <a:xfrm>
            <a:off x="6128770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0" name="F2_precision_recall_distributions_7984">
            <a:extLst>
              <a:ext uri="{FF2B5EF4-FFF2-40B4-BE49-F238E27FC236}">
                <a16:creationId xmlns:a16="http://schemas.microsoft.com/office/drawing/2014/main" id="{EBF82B98-217B-4E1F-8C2B-9039856AD94C}"/>
              </a:ext>
            </a:extLst>
          </p:cNvPr>
          <p:cNvSpPr>
            <a:spLocks noGrp="1"/>
          </p:cNvSpPr>
          <p:nvPr/>
        </p:nvSpPr>
        <p:spPr>
          <a:xfrm>
            <a:off x="61130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1" name="F2_precision_recall_distributions_7985">
            <a:extLst>
              <a:ext uri="{FF2B5EF4-FFF2-40B4-BE49-F238E27FC236}">
                <a16:creationId xmlns:a16="http://schemas.microsoft.com/office/drawing/2014/main" id="{9A76383A-8433-41DD-B483-C2E9FF578700}"/>
              </a:ext>
            </a:extLst>
          </p:cNvPr>
          <p:cNvSpPr>
            <a:spLocks noGrp="1"/>
          </p:cNvSpPr>
          <p:nvPr/>
        </p:nvSpPr>
        <p:spPr>
          <a:xfrm>
            <a:off x="59544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2" name="F2_precision_recall_distributions_7986">
            <a:extLst>
              <a:ext uri="{FF2B5EF4-FFF2-40B4-BE49-F238E27FC236}">
                <a16:creationId xmlns:a16="http://schemas.microsoft.com/office/drawing/2014/main" id="{BE84DC60-353D-4BE0-BF82-551C39504E12}"/>
              </a:ext>
            </a:extLst>
          </p:cNvPr>
          <p:cNvSpPr>
            <a:spLocks noGrp="1"/>
          </p:cNvSpPr>
          <p:nvPr/>
        </p:nvSpPr>
        <p:spPr>
          <a:xfrm>
            <a:off x="586511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3" name="F2_precision_recall_distributions_7987">
            <a:extLst>
              <a:ext uri="{FF2B5EF4-FFF2-40B4-BE49-F238E27FC236}">
                <a16:creationId xmlns:a16="http://schemas.microsoft.com/office/drawing/2014/main" id="{DECDB2EC-CC6C-4870-A340-830003ADC599}"/>
              </a:ext>
            </a:extLst>
          </p:cNvPr>
          <p:cNvSpPr>
            <a:spLocks noGrp="1"/>
          </p:cNvSpPr>
          <p:nvPr/>
        </p:nvSpPr>
        <p:spPr>
          <a:xfrm>
            <a:off x="6125329" y="77726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4" name="F2_precision_recall_distributions_7988">
            <a:extLst>
              <a:ext uri="{FF2B5EF4-FFF2-40B4-BE49-F238E27FC236}">
                <a16:creationId xmlns:a16="http://schemas.microsoft.com/office/drawing/2014/main" id="{43020753-C135-42A2-88FD-6C6D74F59307}"/>
              </a:ext>
            </a:extLst>
          </p:cNvPr>
          <p:cNvSpPr>
            <a:spLocks noGrp="1"/>
          </p:cNvSpPr>
          <p:nvPr/>
        </p:nvSpPr>
        <p:spPr>
          <a:xfrm>
            <a:off x="6135546" y="77868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5" name="F2_precision_recall_distributions_7989">
            <a:extLst>
              <a:ext uri="{FF2B5EF4-FFF2-40B4-BE49-F238E27FC236}">
                <a16:creationId xmlns:a16="http://schemas.microsoft.com/office/drawing/2014/main" id="{000E352F-00B5-45A6-A6A0-A3B289296FD9}"/>
              </a:ext>
            </a:extLst>
          </p:cNvPr>
          <p:cNvSpPr>
            <a:spLocks noGrp="1"/>
          </p:cNvSpPr>
          <p:nvPr/>
        </p:nvSpPr>
        <p:spPr>
          <a:xfrm>
            <a:off x="604452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6" name="F2_precision_recall_distributions_7990">
            <a:extLst>
              <a:ext uri="{FF2B5EF4-FFF2-40B4-BE49-F238E27FC236}">
                <a16:creationId xmlns:a16="http://schemas.microsoft.com/office/drawing/2014/main" id="{7663C817-B7A0-4007-9760-A14237B544B1}"/>
              </a:ext>
            </a:extLst>
          </p:cNvPr>
          <p:cNvSpPr>
            <a:spLocks noGrp="1"/>
          </p:cNvSpPr>
          <p:nvPr/>
        </p:nvSpPr>
        <p:spPr>
          <a:xfrm>
            <a:off x="61483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7" name="F2_precision_recall_distributions_7991">
            <a:extLst>
              <a:ext uri="{FF2B5EF4-FFF2-40B4-BE49-F238E27FC236}">
                <a16:creationId xmlns:a16="http://schemas.microsoft.com/office/drawing/2014/main" id="{6F8CF332-AA68-4F77-81BC-3F7B33361EA6}"/>
              </a:ext>
            </a:extLst>
          </p:cNvPr>
          <p:cNvSpPr>
            <a:spLocks noGrp="1"/>
          </p:cNvSpPr>
          <p:nvPr/>
        </p:nvSpPr>
        <p:spPr>
          <a:xfrm>
            <a:off x="6173160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8" name="F2_precision_recall_distributions_7992">
            <a:extLst>
              <a:ext uri="{FF2B5EF4-FFF2-40B4-BE49-F238E27FC236}">
                <a16:creationId xmlns:a16="http://schemas.microsoft.com/office/drawing/2014/main" id="{EA4CEC55-BB5E-4357-B498-732D73190CCB}"/>
              </a:ext>
            </a:extLst>
          </p:cNvPr>
          <p:cNvSpPr>
            <a:spLocks noGrp="1"/>
          </p:cNvSpPr>
          <p:nvPr/>
        </p:nvSpPr>
        <p:spPr>
          <a:xfrm>
            <a:off x="5993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9" name="F2_precision_recall_distributions_7993">
            <a:extLst>
              <a:ext uri="{FF2B5EF4-FFF2-40B4-BE49-F238E27FC236}">
                <a16:creationId xmlns:a16="http://schemas.microsoft.com/office/drawing/2014/main" id="{31881865-DA43-4902-9285-561ED6F211FB}"/>
              </a:ext>
            </a:extLst>
          </p:cNvPr>
          <p:cNvSpPr>
            <a:spLocks noGrp="1"/>
          </p:cNvSpPr>
          <p:nvPr/>
        </p:nvSpPr>
        <p:spPr>
          <a:xfrm>
            <a:off x="589433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0" name="F2_precision_recall_distributions_7994">
            <a:extLst>
              <a:ext uri="{FF2B5EF4-FFF2-40B4-BE49-F238E27FC236}">
                <a16:creationId xmlns:a16="http://schemas.microsoft.com/office/drawing/2014/main" id="{0E7B3E0D-169F-4352-970F-E45F1B8BA213}"/>
              </a:ext>
            </a:extLst>
          </p:cNvPr>
          <p:cNvSpPr>
            <a:spLocks noGrp="1"/>
          </p:cNvSpPr>
          <p:nvPr/>
        </p:nvSpPr>
        <p:spPr>
          <a:xfrm>
            <a:off x="6131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1" name="F2_precision_recall_distributions_7995">
            <a:extLst>
              <a:ext uri="{FF2B5EF4-FFF2-40B4-BE49-F238E27FC236}">
                <a16:creationId xmlns:a16="http://schemas.microsoft.com/office/drawing/2014/main" id="{FC015EBD-1480-49DD-90EF-332AFF80A097}"/>
              </a:ext>
            </a:extLst>
          </p:cNvPr>
          <p:cNvSpPr>
            <a:spLocks noGrp="1"/>
          </p:cNvSpPr>
          <p:nvPr/>
        </p:nvSpPr>
        <p:spPr>
          <a:xfrm>
            <a:off x="6071638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2" name="F2_precision_recall_distributions_7996">
            <a:extLst>
              <a:ext uri="{FF2B5EF4-FFF2-40B4-BE49-F238E27FC236}">
                <a16:creationId xmlns:a16="http://schemas.microsoft.com/office/drawing/2014/main" id="{AEB702D8-F782-452F-BCF1-76B787B780CC}"/>
              </a:ext>
            </a:extLst>
          </p:cNvPr>
          <p:cNvSpPr>
            <a:spLocks noGrp="1"/>
          </p:cNvSpPr>
          <p:nvPr/>
        </p:nvSpPr>
        <p:spPr>
          <a:xfrm>
            <a:off x="5914707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3" name="F2_precision_recall_distributions_7997">
            <a:extLst>
              <a:ext uri="{FF2B5EF4-FFF2-40B4-BE49-F238E27FC236}">
                <a16:creationId xmlns:a16="http://schemas.microsoft.com/office/drawing/2014/main" id="{53B820DF-BC3F-40F7-9E2E-F3952CEF7924}"/>
              </a:ext>
            </a:extLst>
          </p:cNvPr>
          <p:cNvSpPr>
            <a:spLocks noGrp="1"/>
          </p:cNvSpPr>
          <p:nvPr/>
        </p:nvSpPr>
        <p:spPr>
          <a:xfrm>
            <a:off x="587273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4" name="F2_precision_recall_distributions_7998">
            <a:extLst>
              <a:ext uri="{FF2B5EF4-FFF2-40B4-BE49-F238E27FC236}">
                <a16:creationId xmlns:a16="http://schemas.microsoft.com/office/drawing/2014/main" id="{D1F8EDB0-F09A-4012-921B-986EE2F8AEFE}"/>
              </a:ext>
            </a:extLst>
          </p:cNvPr>
          <p:cNvSpPr>
            <a:spLocks noGrp="1"/>
          </p:cNvSpPr>
          <p:nvPr/>
        </p:nvSpPr>
        <p:spPr>
          <a:xfrm>
            <a:off x="60645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5" name="F2_precision_recall_distributions_7999">
            <a:extLst>
              <a:ext uri="{FF2B5EF4-FFF2-40B4-BE49-F238E27FC236}">
                <a16:creationId xmlns:a16="http://schemas.microsoft.com/office/drawing/2014/main" id="{DD20F407-24DA-4FEA-B3AF-7A62B680E7E4}"/>
              </a:ext>
            </a:extLst>
          </p:cNvPr>
          <p:cNvSpPr>
            <a:spLocks noGrp="1"/>
          </p:cNvSpPr>
          <p:nvPr/>
        </p:nvSpPr>
        <p:spPr>
          <a:xfrm>
            <a:off x="58921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6" name="F2_precision_recall_distributions_8000">
            <a:extLst>
              <a:ext uri="{FF2B5EF4-FFF2-40B4-BE49-F238E27FC236}">
                <a16:creationId xmlns:a16="http://schemas.microsoft.com/office/drawing/2014/main" id="{E68BB577-8BCC-4257-9117-BC66D6967D93}"/>
              </a:ext>
            </a:extLst>
          </p:cNvPr>
          <p:cNvSpPr>
            <a:spLocks noGrp="1"/>
          </p:cNvSpPr>
          <p:nvPr/>
        </p:nvSpPr>
        <p:spPr>
          <a:xfrm>
            <a:off x="5993023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7" name="F2_precision_recall_distributions_8001">
            <a:extLst>
              <a:ext uri="{FF2B5EF4-FFF2-40B4-BE49-F238E27FC236}">
                <a16:creationId xmlns:a16="http://schemas.microsoft.com/office/drawing/2014/main" id="{BBB8011B-D737-4872-88EB-37DE7558EC31}"/>
              </a:ext>
            </a:extLst>
          </p:cNvPr>
          <p:cNvSpPr>
            <a:spLocks noGrp="1"/>
          </p:cNvSpPr>
          <p:nvPr/>
        </p:nvSpPr>
        <p:spPr>
          <a:xfrm>
            <a:off x="591668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8" name="F2_precision_recall_distributions_8002">
            <a:extLst>
              <a:ext uri="{FF2B5EF4-FFF2-40B4-BE49-F238E27FC236}">
                <a16:creationId xmlns:a16="http://schemas.microsoft.com/office/drawing/2014/main" id="{ACFE61EE-BF46-4C0F-8939-8980A7925639}"/>
              </a:ext>
            </a:extLst>
          </p:cNvPr>
          <p:cNvSpPr>
            <a:spLocks noGrp="1"/>
          </p:cNvSpPr>
          <p:nvPr/>
        </p:nvSpPr>
        <p:spPr>
          <a:xfrm>
            <a:off x="6041400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9" name="F2_precision_recall_distributions_8003">
            <a:extLst>
              <a:ext uri="{FF2B5EF4-FFF2-40B4-BE49-F238E27FC236}">
                <a16:creationId xmlns:a16="http://schemas.microsoft.com/office/drawing/2014/main" id="{F7F3027D-49B9-44A8-8F83-E195C937147D}"/>
              </a:ext>
            </a:extLst>
          </p:cNvPr>
          <p:cNvSpPr>
            <a:spLocks noGrp="1"/>
          </p:cNvSpPr>
          <p:nvPr/>
        </p:nvSpPr>
        <p:spPr>
          <a:xfrm>
            <a:off x="599692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0" name="F2_precision_recall_distributions_8004">
            <a:extLst>
              <a:ext uri="{FF2B5EF4-FFF2-40B4-BE49-F238E27FC236}">
                <a16:creationId xmlns:a16="http://schemas.microsoft.com/office/drawing/2014/main" id="{9719356B-7CD0-4D26-9795-A754D9E51FD4}"/>
              </a:ext>
            </a:extLst>
          </p:cNvPr>
          <p:cNvSpPr>
            <a:spLocks noGrp="1"/>
          </p:cNvSpPr>
          <p:nvPr/>
        </p:nvSpPr>
        <p:spPr>
          <a:xfrm>
            <a:off x="5985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1" name="F2_precision_recall_distributions_8005">
            <a:extLst>
              <a:ext uri="{FF2B5EF4-FFF2-40B4-BE49-F238E27FC236}">
                <a16:creationId xmlns:a16="http://schemas.microsoft.com/office/drawing/2014/main" id="{E0201DBC-B976-4C0F-A517-C67C31A5A649}"/>
              </a:ext>
            </a:extLst>
          </p:cNvPr>
          <p:cNvSpPr>
            <a:spLocks noGrp="1"/>
          </p:cNvSpPr>
          <p:nvPr/>
        </p:nvSpPr>
        <p:spPr>
          <a:xfrm>
            <a:off x="580517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2" name="F2_precision_recall_distributions_8006">
            <a:extLst>
              <a:ext uri="{FF2B5EF4-FFF2-40B4-BE49-F238E27FC236}">
                <a16:creationId xmlns:a16="http://schemas.microsoft.com/office/drawing/2014/main" id="{B978BBFD-C709-4FC3-8041-BB052399E7AE}"/>
              </a:ext>
            </a:extLst>
          </p:cNvPr>
          <p:cNvSpPr>
            <a:spLocks noGrp="1"/>
          </p:cNvSpPr>
          <p:nvPr/>
        </p:nvSpPr>
        <p:spPr>
          <a:xfrm>
            <a:off x="61492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3" name="F2_precision_recall_distributions_8007">
            <a:extLst>
              <a:ext uri="{FF2B5EF4-FFF2-40B4-BE49-F238E27FC236}">
                <a16:creationId xmlns:a16="http://schemas.microsoft.com/office/drawing/2014/main" id="{21800426-9E97-4B28-82CA-3008084744CC}"/>
              </a:ext>
            </a:extLst>
          </p:cNvPr>
          <p:cNvSpPr>
            <a:spLocks noGrp="1"/>
          </p:cNvSpPr>
          <p:nvPr/>
        </p:nvSpPr>
        <p:spPr>
          <a:xfrm>
            <a:off x="608239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4" name="F2_precision_recall_distributions_8008">
            <a:extLst>
              <a:ext uri="{FF2B5EF4-FFF2-40B4-BE49-F238E27FC236}">
                <a16:creationId xmlns:a16="http://schemas.microsoft.com/office/drawing/2014/main" id="{E7724E17-FD63-4271-9A22-4D22C237BA85}"/>
              </a:ext>
            </a:extLst>
          </p:cNvPr>
          <p:cNvSpPr>
            <a:spLocks noGrp="1"/>
          </p:cNvSpPr>
          <p:nvPr/>
        </p:nvSpPr>
        <p:spPr>
          <a:xfrm>
            <a:off x="5911845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5" name="F2_precision_recall_distributions_8009">
            <a:extLst>
              <a:ext uri="{FF2B5EF4-FFF2-40B4-BE49-F238E27FC236}">
                <a16:creationId xmlns:a16="http://schemas.microsoft.com/office/drawing/2014/main" id="{14D0037C-8889-46BD-9355-2049943ADA21}"/>
              </a:ext>
            </a:extLst>
          </p:cNvPr>
          <p:cNvSpPr>
            <a:spLocks noGrp="1"/>
          </p:cNvSpPr>
          <p:nvPr/>
        </p:nvSpPr>
        <p:spPr>
          <a:xfrm>
            <a:off x="614269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6" name="F2_precision_recall_distributions_8010">
            <a:extLst>
              <a:ext uri="{FF2B5EF4-FFF2-40B4-BE49-F238E27FC236}">
                <a16:creationId xmlns:a16="http://schemas.microsoft.com/office/drawing/2014/main" id="{90D4C6E6-E05D-4FD9-AFA5-C172A5C23A3D}"/>
              </a:ext>
            </a:extLst>
          </p:cNvPr>
          <p:cNvSpPr>
            <a:spLocks noGrp="1"/>
          </p:cNvSpPr>
          <p:nvPr/>
        </p:nvSpPr>
        <p:spPr>
          <a:xfrm>
            <a:off x="589215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7" name="F2_precision_recall_distributions_8011">
            <a:extLst>
              <a:ext uri="{FF2B5EF4-FFF2-40B4-BE49-F238E27FC236}">
                <a16:creationId xmlns:a16="http://schemas.microsoft.com/office/drawing/2014/main" id="{5379A4C9-AF4E-4570-B897-17997F1657AC}"/>
              </a:ext>
            </a:extLst>
          </p:cNvPr>
          <p:cNvSpPr>
            <a:spLocks noGrp="1"/>
          </p:cNvSpPr>
          <p:nvPr/>
        </p:nvSpPr>
        <p:spPr>
          <a:xfrm>
            <a:off x="6138840" y="7522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8" name="F2_precision_recall_distributions_8012">
            <a:extLst>
              <a:ext uri="{FF2B5EF4-FFF2-40B4-BE49-F238E27FC236}">
                <a16:creationId xmlns:a16="http://schemas.microsoft.com/office/drawing/2014/main" id="{F9B9A4E0-F298-4ACA-978A-0F8223B1DE9B}"/>
              </a:ext>
            </a:extLst>
          </p:cNvPr>
          <p:cNvSpPr>
            <a:spLocks noGrp="1"/>
          </p:cNvSpPr>
          <p:nvPr/>
        </p:nvSpPr>
        <p:spPr>
          <a:xfrm>
            <a:off x="58030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9" name="F2_precision_recall_distributions_8013">
            <a:extLst>
              <a:ext uri="{FF2B5EF4-FFF2-40B4-BE49-F238E27FC236}">
                <a16:creationId xmlns:a16="http://schemas.microsoft.com/office/drawing/2014/main" id="{60A34CEE-68A7-47DB-883B-8AC0CEBA634F}"/>
              </a:ext>
            </a:extLst>
          </p:cNvPr>
          <p:cNvSpPr>
            <a:spLocks noGrp="1"/>
          </p:cNvSpPr>
          <p:nvPr/>
        </p:nvSpPr>
        <p:spPr>
          <a:xfrm>
            <a:off x="58786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0" name="F2_precision_recall_distributions_8014">
            <a:extLst>
              <a:ext uri="{FF2B5EF4-FFF2-40B4-BE49-F238E27FC236}">
                <a16:creationId xmlns:a16="http://schemas.microsoft.com/office/drawing/2014/main" id="{57F5518B-891A-41E3-A39C-A51E77FF40A8}"/>
              </a:ext>
            </a:extLst>
          </p:cNvPr>
          <p:cNvSpPr>
            <a:spLocks noGrp="1"/>
          </p:cNvSpPr>
          <p:nvPr/>
        </p:nvSpPr>
        <p:spPr>
          <a:xfrm>
            <a:off x="59317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1" name="F2_precision_recall_distributions_8015">
            <a:extLst>
              <a:ext uri="{FF2B5EF4-FFF2-40B4-BE49-F238E27FC236}">
                <a16:creationId xmlns:a16="http://schemas.microsoft.com/office/drawing/2014/main" id="{3C00FEF1-7E02-46AB-9C8B-EF9BA491E0B7}"/>
              </a:ext>
            </a:extLst>
          </p:cNvPr>
          <p:cNvSpPr>
            <a:spLocks noGrp="1"/>
          </p:cNvSpPr>
          <p:nvPr/>
        </p:nvSpPr>
        <p:spPr>
          <a:xfrm>
            <a:off x="59582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2" name="F2_precision_recall_distributions_8016">
            <a:extLst>
              <a:ext uri="{FF2B5EF4-FFF2-40B4-BE49-F238E27FC236}">
                <a16:creationId xmlns:a16="http://schemas.microsoft.com/office/drawing/2014/main" id="{696D4472-E4FD-4C35-A417-D7450C848192}"/>
              </a:ext>
            </a:extLst>
          </p:cNvPr>
          <p:cNvSpPr>
            <a:spLocks noGrp="1"/>
          </p:cNvSpPr>
          <p:nvPr/>
        </p:nvSpPr>
        <p:spPr>
          <a:xfrm>
            <a:off x="592123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3" name="F2_precision_recall_distributions_8017">
            <a:extLst>
              <a:ext uri="{FF2B5EF4-FFF2-40B4-BE49-F238E27FC236}">
                <a16:creationId xmlns:a16="http://schemas.microsoft.com/office/drawing/2014/main" id="{01C48F91-2370-40C0-9B94-3E1A41BBA284}"/>
              </a:ext>
            </a:extLst>
          </p:cNvPr>
          <p:cNvSpPr>
            <a:spLocks noGrp="1"/>
          </p:cNvSpPr>
          <p:nvPr/>
        </p:nvSpPr>
        <p:spPr>
          <a:xfrm>
            <a:off x="59711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4" name="F2_precision_recall_distributions_8018">
            <a:extLst>
              <a:ext uri="{FF2B5EF4-FFF2-40B4-BE49-F238E27FC236}">
                <a16:creationId xmlns:a16="http://schemas.microsoft.com/office/drawing/2014/main" id="{A390A3F2-FA2E-4FC2-843D-6AED9EF115CF}"/>
              </a:ext>
            </a:extLst>
          </p:cNvPr>
          <p:cNvSpPr>
            <a:spLocks noGrp="1"/>
          </p:cNvSpPr>
          <p:nvPr/>
        </p:nvSpPr>
        <p:spPr>
          <a:xfrm>
            <a:off x="600642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5" name="F2_precision_recall_distributions_8019">
            <a:extLst>
              <a:ext uri="{FF2B5EF4-FFF2-40B4-BE49-F238E27FC236}">
                <a16:creationId xmlns:a16="http://schemas.microsoft.com/office/drawing/2014/main" id="{C39AAC31-F4FE-4EDD-A870-CE01993FDC9F}"/>
              </a:ext>
            </a:extLst>
          </p:cNvPr>
          <p:cNvSpPr>
            <a:spLocks noGrp="1"/>
          </p:cNvSpPr>
          <p:nvPr/>
        </p:nvSpPr>
        <p:spPr>
          <a:xfrm>
            <a:off x="6036871" y="78114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6" name="F2_precision_recall_distributions_8020">
            <a:extLst>
              <a:ext uri="{FF2B5EF4-FFF2-40B4-BE49-F238E27FC236}">
                <a16:creationId xmlns:a16="http://schemas.microsoft.com/office/drawing/2014/main" id="{D05FF78D-4148-4169-A3C6-349CDB616CFF}"/>
              </a:ext>
            </a:extLst>
          </p:cNvPr>
          <p:cNvSpPr>
            <a:spLocks noGrp="1"/>
          </p:cNvSpPr>
          <p:nvPr/>
        </p:nvSpPr>
        <p:spPr>
          <a:xfrm>
            <a:off x="61562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7" name="F2_precision_recall_distributions_8021">
            <a:extLst>
              <a:ext uri="{FF2B5EF4-FFF2-40B4-BE49-F238E27FC236}">
                <a16:creationId xmlns:a16="http://schemas.microsoft.com/office/drawing/2014/main" id="{EFC9ACDE-1050-4259-AF4C-C544F6BEA3DA}"/>
              </a:ext>
            </a:extLst>
          </p:cNvPr>
          <p:cNvSpPr>
            <a:spLocks noGrp="1"/>
          </p:cNvSpPr>
          <p:nvPr/>
        </p:nvSpPr>
        <p:spPr>
          <a:xfrm>
            <a:off x="605397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8" name="F2_precision_recall_distributions_8022">
            <a:extLst>
              <a:ext uri="{FF2B5EF4-FFF2-40B4-BE49-F238E27FC236}">
                <a16:creationId xmlns:a16="http://schemas.microsoft.com/office/drawing/2014/main" id="{97F26981-6B6D-4601-9713-F6A9E7225613}"/>
              </a:ext>
            </a:extLst>
          </p:cNvPr>
          <p:cNvSpPr>
            <a:spLocks noGrp="1"/>
          </p:cNvSpPr>
          <p:nvPr/>
        </p:nvSpPr>
        <p:spPr>
          <a:xfrm>
            <a:off x="682843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5209" name="F2_precision_recall_distributions_8023">
            <a:extLst>
              <a:ext uri="{FF2B5EF4-FFF2-40B4-BE49-F238E27FC236}">
                <a16:creationId xmlns:a16="http://schemas.microsoft.com/office/drawing/2014/main" id="{85E742AA-6EEB-47EF-9EE5-29313639FFA6}"/>
              </a:ext>
            </a:extLst>
          </p:cNvPr>
          <p:cNvSpPr>
            <a:spLocks noGrp="1"/>
          </p:cNvSpPr>
          <p:nvPr/>
        </p:nvSpPr>
        <p:spPr>
          <a:xfrm>
            <a:off x="70665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0" name="F2_precision_recall_distributions_8024">
            <a:extLst>
              <a:ext uri="{FF2B5EF4-FFF2-40B4-BE49-F238E27FC236}">
                <a16:creationId xmlns:a16="http://schemas.microsoft.com/office/drawing/2014/main" id="{B94FC20C-B035-4271-9374-6DBB1192641B}"/>
              </a:ext>
            </a:extLst>
          </p:cNvPr>
          <p:cNvSpPr>
            <a:spLocks noGrp="1"/>
          </p:cNvSpPr>
          <p:nvPr/>
        </p:nvSpPr>
        <p:spPr>
          <a:xfrm>
            <a:off x="73138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1" name="F2_precision_recall_distributions_8025">
            <a:extLst>
              <a:ext uri="{FF2B5EF4-FFF2-40B4-BE49-F238E27FC236}">
                <a16:creationId xmlns:a16="http://schemas.microsoft.com/office/drawing/2014/main" id="{8456637C-2857-44DE-AA3B-0E27ED5CFDA5}"/>
              </a:ext>
            </a:extLst>
          </p:cNvPr>
          <p:cNvSpPr>
            <a:spLocks noGrp="1"/>
          </p:cNvSpPr>
          <p:nvPr/>
        </p:nvSpPr>
        <p:spPr>
          <a:xfrm>
            <a:off x="7171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2" name="F2_precision_recall_distributions_8026">
            <a:extLst>
              <a:ext uri="{FF2B5EF4-FFF2-40B4-BE49-F238E27FC236}">
                <a16:creationId xmlns:a16="http://schemas.microsoft.com/office/drawing/2014/main" id="{684C42B2-2553-4092-A32B-83F458C37C4A}"/>
              </a:ext>
            </a:extLst>
          </p:cNvPr>
          <p:cNvSpPr>
            <a:spLocks noGrp="1"/>
          </p:cNvSpPr>
          <p:nvPr/>
        </p:nvSpPr>
        <p:spPr>
          <a:xfrm>
            <a:off x="699295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3" name="F2_precision_recall_distributions_8027">
            <a:extLst>
              <a:ext uri="{FF2B5EF4-FFF2-40B4-BE49-F238E27FC236}">
                <a16:creationId xmlns:a16="http://schemas.microsoft.com/office/drawing/2014/main" id="{C6A4913A-02B4-4885-A390-A1F2F1501AC4}"/>
              </a:ext>
            </a:extLst>
          </p:cNvPr>
          <p:cNvSpPr>
            <a:spLocks noGrp="1"/>
          </p:cNvSpPr>
          <p:nvPr/>
        </p:nvSpPr>
        <p:spPr>
          <a:xfrm>
            <a:off x="7259014" y="7323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4" name="F2_precision_recall_distributions_8028">
            <a:extLst>
              <a:ext uri="{FF2B5EF4-FFF2-40B4-BE49-F238E27FC236}">
                <a16:creationId xmlns:a16="http://schemas.microsoft.com/office/drawing/2014/main" id="{0769E544-D5FF-41BF-B7D2-A0950C6C4F40}"/>
              </a:ext>
            </a:extLst>
          </p:cNvPr>
          <p:cNvSpPr>
            <a:spLocks noGrp="1"/>
          </p:cNvSpPr>
          <p:nvPr/>
        </p:nvSpPr>
        <p:spPr>
          <a:xfrm>
            <a:off x="706801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5" name="F2_precision_recall_distributions_8029">
            <a:extLst>
              <a:ext uri="{FF2B5EF4-FFF2-40B4-BE49-F238E27FC236}">
                <a16:creationId xmlns:a16="http://schemas.microsoft.com/office/drawing/2014/main" id="{744392A9-7DC4-48D7-8FB3-0B59F8819E42}"/>
              </a:ext>
            </a:extLst>
          </p:cNvPr>
          <p:cNvSpPr>
            <a:spLocks noGrp="1"/>
          </p:cNvSpPr>
          <p:nvPr/>
        </p:nvSpPr>
        <p:spPr>
          <a:xfrm>
            <a:off x="72780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6" name="F2_precision_recall_distributions_8030">
            <a:extLst>
              <a:ext uri="{FF2B5EF4-FFF2-40B4-BE49-F238E27FC236}">
                <a16:creationId xmlns:a16="http://schemas.microsoft.com/office/drawing/2014/main" id="{7E14FFB6-584A-4DDC-AB4F-FB9AF93EE383}"/>
              </a:ext>
            </a:extLst>
          </p:cNvPr>
          <p:cNvSpPr>
            <a:spLocks noGrp="1"/>
          </p:cNvSpPr>
          <p:nvPr/>
        </p:nvSpPr>
        <p:spPr>
          <a:xfrm>
            <a:off x="7264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7" name="F2_precision_recall_distributions_8031">
            <a:extLst>
              <a:ext uri="{FF2B5EF4-FFF2-40B4-BE49-F238E27FC236}">
                <a16:creationId xmlns:a16="http://schemas.microsoft.com/office/drawing/2014/main" id="{A5151477-D9FA-4D53-81F1-6B5150963D00}"/>
              </a:ext>
            </a:extLst>
          </p:cNvPr>
          <p:cNvSpPr>
            <a:spLocks noGrp="1"/>
          </p:cNvSpPr>
          <p:nvPr/>
        </p:nvSpPr>
        <p:spPr>
          <a:xfrm>
            <a:off x="7234319" y="7758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8" name="F2_precision_recall_distributions_8032">
            <a:extLst>
              <a:ext uri="{FF2B5EF4-FFF2-40B4-BE49-F238E27FC236}">
                <a16:creationId xmlns:a16="http://schemas.microsoft.com/office/drawing/2014/main" id="{50C43603-6C0B-45BE-AD1F-ACD5F290BFA9}"/>
              </a:ext>
            </a:extLst>
          </p:cNvPr>
          <p:cNvSpPr>
            <a:spLocks noGrp="1"/>
          </p:cNvSpPr>
          <p:nvPr/>
        </p:nvSpPr>
        <p:spPr>
          <a:xfrm>
            <a:off x="71067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9" name="F2_precision_recall_distributions_8033">
            <a:extLst>
              <a:ext uri="{FF2B5EF4-FFF2-40B4-BE49-F238E27FC236}">
                <a16:creationId xmlns:a16="http://schemas.microsoft.com/office/drawing/2014/main" id="{ED18F834-68BD-494E-A87A-D00794927D4E}"/>
              </a:ext>
            </a:extLst>
          </p:cNvPr>
          <p:cNvSpPr>
            <a:spLocks noGrp="1"/>
          </p:cNvSpPr>
          <p:nvPr/>
        </p:nvSpPr>
        <p:spPr>
          <a:xfrm>
            <a:off x="706927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0" name="F2_precision_recall_distributions_8034">
            <a:extLst>
              <a:ext uri="{FF2B5EF4-FFF2-40B4-BE49-F238E27FC236}">
                <a16:creationId xmlns:a16="http://schemas.microsoft.com/office/drawing/2014/main" id="{15F7DEB8-871C-4E57-9176-C0CB486131A3}"/>
              </a:ext>
            </a:extLst>
          </p:cNvPr>
          <p:cNvSpPr>
            <a:spLocks noGrp="1"/>
          </p:cNvSpPr>
          <p:nvPr/>
        </p:nvSpPr>
        <p:spPr>
          <a:xfrm>
            <a:off x="717542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1" name="F2_precision_recall_distributions_8035">
            <a:extLst>
              <a:ext uri="{FF2B5EF4-FFF2-40B4-BE49-F238E27FC236}">
                <a16:creationId xmlns:a16="http://schemas.microsoft.com/office/drawing/2014/main" id="{0E071797-3E3B-4DC6-9D21-A7CD302B7DCF}"/>
              </a:ext>
            </a:extLst>
          </p:cNvPr>
          <p:cNvSpPr>
            <a:spLocks noGrp="1"/>
          </p:cNvSpPr>
          <p:nvPr/>
        </p:nvSpPr>
        <p:spPr>
          <a:xfrm>
            <a:off x="715150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2" name="F2_precision_recall_distributions_8036">
            <a:extLst>
              <a:ext uri="{FF2B5EF4-FFF2-40B4-BE49-F238E27FC236}">
                <a16:creationId xmlns:a16="http://schemas.microsoft.com/office/drawing/2014/main" id="{146B67E0-B8A6-482F-AA08-4116F07F48B3}"/>
              </a:ext>
            </a:extLst>
          </p:cNvPr>
          <p:cNvSpPr>
            <a:spLocks noGrp="1"/>
          </p:cNvSpPr>
          <p:nvPr/>
        </p:nvSpPr>
        <p:spPr>
          <a:xfrm>
            <a:off x="7305882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3" name="F2_precision_recall_distributions_8037">
            <a:extLst>
              <a:ext uri="{FF2B5EF4-FFF2-40B4-BE49-F238E27FC236}">
                <a16:creationId xmlns:a16="http://schemas.microsoft.com/office/drawing/2014/main" id="{AE336F7F-9559-42E7-B386-C5D8C5A19C6E}"/>
              </a:ext>
            </a:extLst>
          </p:cNvPr>
          <p:cNvSpPr>
            <a:spLocks noGrp="1"/>
          </p:cNvSpPr>
          <p:nvPr/>
        </p:nvSpPr>
        <p:spPr>
          <a:xfrm>
            <a:off x="69741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4" name="F2_precision_recall_distributions_8038">
            <a:extLst>
              <a:ext uri="{FF2B5EF4-FFF2-40B4-BE49-F238E27FC236}">
                <a16:creationId xmlns:a16="http://schemas.microsoft.com/office/drawing/2014/main" id="{53F4CEA7-E412-4B8D-8AF6-24B8B7EF4787}"/>
              </a:ext>
            </a:extLst>
          </p:cNvPr>
          <p:cNvSpPr>
            <a:spLocks noGrp="1"/>
          </p:cNvSpPr>
          <p:nvPr/>
        </p:nvSpPr>
        <p:spPr>
          <a:xfrm>
            <a:off x="731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5" name="F2_precision_recall_distributions_8039">
            <a:extLst>
              <a:ext uri="{FF2B5EF4-FFF2-40B4-BE49-F238E27FC236}">
                <a16:creationId xmlns:a16="http://schemas.microsoft.com/office/drawing/2014/main" id="{98687630-F434-4A01-A5C4-CD51926243D0}"/>
              </a:ext>
            </a:extLst>
          </p:cNvPr>
          <p:cNvSpPr>
            <a:spLocks noGrp="1"/>
          </p:cNvSpPr>
          <p:nvPr/>
        </p:nvSpPr>
        <p:spPr>
          <a:xfrm>
            <a:off x="70043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6" name="F2_precision_recall_distributions_8040">
            <a:extLst>
              <a:ext uri="{FF2B5EF4-FFF2-40B4-BE49-F238E27FC236}">
                <a16:creationId xmlns:a16="http://schemas.microsoft.com/office/drawing/2014/main" id="{905A1840-E017-4EE9-9C4D-D6A6CD198F64}"/>
              </a:ext>
            </a:extLst>
          </p:cNvPr>
          <p:cNvSpPr>
            <a:spLocks noGrp="1"/>
          </p:cNvSpPr>
          <p:nvPr/>
        </p:nvSpPr>
        <p:spPr>
          <a:xfrm>
            <a:off x="728030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7" name="F2_precision_recall_distributions_8041">
            <a:extLst>
              <a:ext uri="{FF2B5EF4-FFF2-40B4-BE49-F238E27FC236}">
                <a16:creationId xmlns:a16="http://schemas.microsoft.com/office/drawing/2014/main" id="{4FF59296-2FB5-4BB1-915D-B7A0B55702F8}"/>
              </a:ext>
            </a:extLst>
          </p:cNvPr>
          <p:cNvSpPr>
            <a:spLocks noGrp="1"/>
          </p:cNvSpPr>
          <p:nvPr/>
        </p:nvSpPr>
        <p:spPr>
          <a:xfrm>
            <a:off x="71752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8" name="F2_precision_recall_distributions_8042">
            <a:extLst>
              <a:ext uri="{FF2B5EF4-FFF2-40B4-BE49-F238E27FC236}">
                <a16:creationId xmlns:a16="http://schemas.microsoft.com/office/drawing/2014/main" id="{E5420833-D372-4588-A328-1DA5E42E5D4A}"/>
              </a:ext>
            </a:extLst>
          </p:cNvPr>
          <p:cNvSpPr>
            <a:spLocks noGrp="1"/>
          </p:cNvSpPr>
          <p:nvPr/>
        </p:nvSpPr>
        <p:spPr>
          <a:xfrm>
            <a:off x="7214587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9" name="F2_precision_recall_distributions_8043">
            <a:extLst>
              <a:ext uri="{FF2B5EF4-FFF2-40B4-BE49-F238E27FC236}">
                <a16:creationId xmlns:a16="http://schemas.microsoft.com/office/drawing/2014/main" id="{52DCF8EE-7E95-4418-8058-5314DC4BB20B}"/>
              </a:ext>
            </a:extLst>
          </p:cNvPr>
          <p:cNvSpPr>
            <a:spLocks noGrp="1"/>
          </p:cNvSpPr>
          <p:nvPr/>
        </p:nvSpPr>
        <p:spPr>
          <a:xfrm>
            <a:off x="7207919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0" name="F2_precision_recall_distributions_8044">
            <a:extLst>
              <a:ext uri="{FF2B5EF4-FFF2-40B4-BE49-F238E27FC236}">
                <a16:creationId xmlns:a16="http://schemas.microsoft.com/office/drawing/2014/main" id="{B2D3939C-C3B2-4977-A13C-B13CF2E6327D}"/>
              </a:ext>
            </a:extLst>
          </p:cNvPr>
          <p:cNvSpPr>
            <a:spLocks noGrp="1"/>
          </p:cNvSpPr>
          <p:nvPr/>
        </p:nvSpPr>
        <p:spPr>
          <a:xfrm>
            <a:off x="70142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1" name="F2_precision_recall_distributions_8045">
            <a:extLst>
              <a:ext uri="{FF2B5EF4-FFF2-40B4-BE49-F238E27FC236}">
                <a16:creationId xmlns:a16="http://schemas.microsoft.com/office/drawing/2014/main" id="{B3D3AD65-71D5-44A2-ABBC-59823EBEB231}"/>
              </a:ext>
            </a:extLst>
          </p:cNvPr>
          <p:cNvSpPr>
            <a:spLocks noGrp="1"/>
          </p:cNvSpPr>
          <p:nvPr/>
        </p:nvSpPr>
        <p:spPr>
          <a:xfrm>
            <a:off x="7228278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2" name="F2_precision_recall_distributions_8046">
            <a:extLst>
              <a:ext uri="{FF2B5EF4-FFF2-40B4-BE49-F238E27FC236}">
                <a16:creationId xmlns:a16="http://schemas.microsoft.com/office/drawing/2014/main" id="{5C8FEE86-ED95-4C84-8B9F-E075CE5841D5}"/>
              </a:ext>
            </a:extLst>
          </p:cNvPr>
          <p:cNvSpPr>
            <a:spLocks noGrp="1"/>
          </p:cNvSpPr>
          <p:nvPr/>
        </p:nvSpPr>
        <p:spPr>
          <a:xfrm>
            <a:off x="7093156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3" name="F2_precision_recall_distributions_8047">
            <a:extLst>
              <a:ext uri="{FF2B5EF4-FFF2-40B4-BE49-F238E27FC236}">
                <a16:creationId xmlns:a16="http://schemas.microsoft.com/office/drawing/2014/main" id="{8ABDDA87-FECE-46DE-B504-DB5900F8CF8C}"/>
              </a:ext>
            </a:extLst>
          </p:cNvPr>
          <p:cNvSpPr>
            <a:spLocks noGrp="1"/>
          </p:cNvSpPr>
          <p:nvPr/>
        </p:nvSpPr>
        <p:spPr>
          <a:xfrm>
            <a:off x="706475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4" name="F2_precision_recall_distributions_8048">
            <a:extLst>
              <a:ext uri="{FF2B5EF4-FFF2-40B4-BE49-F238E27FC236}">
                <a16:creationId xmlns:a16="http://schemas.microsoft.com/office/drawing/2014/main" id="{444983EB-E51F-4CC8-A614-55A79AD34CB3}"/>
              </a:ext>
            </a:extLst>
          </p:cNvPr>
          <p:cNvSpPr>
            <a:spLocks noGrp="1"/>
          </p:cNvSpPr>
          <p:nvPr/>
        </p:nvSpPr>
        <p:spPr>
          <a:xfrm>
            <a:off x="70478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5" name="F2_precision_recall_distributions_8049">
            <a:extLst>
              <a:ext uri="{FF2B5EF4-FFF2-40B4-BE49-F238E27FC236}">
                <a16:creationId xmlns:a16="http://schemas.microsoft.com/office/drawing/2014/main" id="{416EC1F7-C669-4F6A-BB0C-B325BC266DE8}"/>
              </a:ext>
            </a:extLst>
          </p:cNvPr>
          <p:cNvSpPr>
            <a:spLocks noGrp="1"/>
          </p:cNvSpPr>
          <p:nvPr/>
        </p:nvSpPr>
        <p:spPr>
          <a:xfrm>
            <a:off x="72817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6" name="F2_precision_recall_distributions_8050">
            <a:extLst>
              <a:ext uri="{FF2B5EF4-FFF2-40B4-BE49-F238E27FC236}">
                <a16:creationId xmlns:a16="http://schemas.microsoft.com/office/drawing/2014/main" id="{3F23FC60-F9D1-4A80-8CD9-1CE935A06BBB}"/>
              </a:ext>
            </a:extLst>
          </p:cNvPr>
          <p:cNvSpPr>
            <a:spLocks noGrp="1"/>
          </p:cNvSpPr>
          <p:nvPr/>
        </p:nvSpPr>
        <p:spPr>
          <a:xfrm>
            <a:off x="7296118" y="7619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7" name="F2_precision_recall_distributions_8051">
            <a:extLst>
              <a:ext uri="{FF2B5EF4-FFF2-40B4-BE49-F238E27FC236}">
                <a16:creationId xmlns:a16="http://schemas.microsoft.com/office/drawing/2014/main" id="{03855770-8E19-4197-BCC3-4664F79FBE52}"/>
              </a:ext>
            </a:extLst>
          </p:cNvPr>
          <p:cNvSpPr>
            <a:spLocks noGrp="1"/>
          </p:cNvSpPr>
          <p:nvPr/>
        </p:nvSpPr>
        <p:spPr>
          <a:xfrm>
            <a:off x="7002181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8" name="F2_precision_recall_distributions_8052">
            <a:extLst>
              <a:ext uri="{FF2B5EF4-FFF2-40B4-BE49-F238E27FC236}">
                <a16:creationId xmlns:a16="http://schemas.microsoft.com/office/drawing/2014/main" id="{DCDDDB7F-F14A-4C83-8DA7-12CB541B05C4}"/>
              </a:ext>
            </a:extLst>
          </p:cNvPr>
          <p:cNvSpPr>
            <a:spLocks noGrp="1"/>
          </p:cNvSpPr>
          <p:nvPr/>
        </p:nvSpPr>
        <p:spPr>
          <a:xfrm>
            <a:off x="701136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9" name="F2_precision_recall_distributions_8053">
            <a:extLst>
              <a:ext uri="{FF2B5EF4-FFF2-40B4-BE49-F238E27FC236}">
                <a16:creationId xmlns:a16="http://schemas.microsoft.com/office/drawing/2014/main" id="{72EB3D75-67D1-4F59-8919-CFB5BBD09A72}"/>
              </a:ext>
            </a:extLst>
          </p:cNvPr>
          <p:cNvSpPr>
            <a:spLocks noGrp="1"/>
          </p:cNvSpPr>
          <p:nvPr/>
        </p:nvSpPr>
        <p:spPr>
          <a:xfrm>
            <a:off x="72820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0" name="F2_precision_recall_distributions_8054">
            <a:extLst>
              <a:ext uri="{FF2B5EF4-FFF2-40B4-BE49-F238E27FC236}">
                <a16:creationId xmlns:a16="http://schemas.microsoft.com/office/drawing/2014/main" id="{D28A372F-E416-4DEF-836F-1D79B631AEBD}"/>
              </a:ext>
            </a:extLst>
          </p:cNvPr>
          <p:cNvSpPr>
            <a:spLocks noGrp="1"/>
          </p:cNvSpPr>
          <p:nvPr/>
        </p:nvSpPr>
        <p:spPr>
          <a:xfrm>
            <a:off x="7235912" y="7782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1" name="F2_precision_recall_distributions_8055">
            <a:extLst>
              <a:ext uri="{FF2B5EF4-FFF2-40B4-BE49-F238E27FC236}">
                <a16:creationId xmlns:a16="http://schemas.microsoft.com/office/drawing/2014/main" id="{9DE81D1C-6F37-4FE0-A0AE-664DB0103D40}"/>
              </a:ext>
            </a:extLst>
          </p:cNvPr>
          <p:cNvSpPr>
            <a:spLocks noGrp="1"/>
          </p:cNvSpPr>
          <p:nvPr/>
        </p:nvSpPr>
        <p:spPr>
          <a:xfrm>
            <a:off x="71782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2" name="F2_precision_recall_distributions_8056">
            <a:extLst>
              <a:ext uri="{FF2B5EF4-FFF2-40B4-BE49-F238E27FC236}">
                <a16:creationId xmlns:a16="http://schemas.microsoft.com/office/drawing/2014/main" id="{4728ED04-BC28-4B3D-A3FD-9BAEC6DE0C95}"/>
              </a:ext>
            </a:extLst>
          </p:cNvPr>
          <p:cNvSpPr>
            <a:spLocks noGrp="1"/>
          </p:cNvSpPr>
          <p:nvPr/>
        </p:nvSpPr>
        <p:spPr>
          <a:xfrm>
            <a:off x="724829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3" name="F2_precision_recall_distributions_8057">
            <a:extLst>
              <a:ext uri="{FF2B5EF4-FFF2-40B4-BE49-F238E27FC236}">
                <a16:creationId xmlns:a16="http://schemas.microsoft.com/office/drawing/2014/main" id="{19A8D04B-C5F7-4091-93CB-80F15288562E}"/>
              </a:ext>
            </a:extLst>
          </p:cNvPr>
          <p:cNvSpPr>
            <a:spLocks noGrp="1"/>
          </p:cNvSpPr>
          <p:nvPr/>
        </p:nvSpPr>
        <p:spPr>
          <a:xfrm>
            <a:off x="69982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4" name="F2_precision_recall_distributions_8058">
            <a:extLst>
              <a:ext uri="{FF2B5EF4-FFF2-40B4-BE49-F238E27FC236}">
                <a16:creationId xmlns:a16="http://schemas.microsoft.com/office/drawing/2014/main" id="{E02DDFDB-AA7C-43FA-BA09-4D3CBE99D71D}"/>
              </a:ext>
            </a:extLst>
          </p:cNvPr>
          <p:cNvSpPr>
            <a:spLocks noGrp="1"/>
          </p:cNvSpPr>
          <p:nvPr/>
        </p:nvSpPr>
        <p:spPr>
          <a:xfrm>
            <a:off x="715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5" name="F2_precision_recall_distributions_8059">
            <a:extLst>
              <a:ext uri="{FF2B5EF4-FFF2-40B4-BE49-F238E27FC236}">
                <a16:creationId xmlns:a16="http://schemas.microsoft.com/office/drawing/2014/main" id="{B61D866E-61DB-4509-B327-AA859AC55EBC}"/>
              </a:ext>
            </a:extLst>
          </p:cNvPr>
          <p:cNvSpPr>
            <a:spLocks noGrp="1"/>
          </p:cNvSpPr>
          <p:nvPr/>
        </p:nvSpPr>
        <p:spPr>
          <a:xfrm>
            <a:off x="715947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6" name="F2_precision_recall_distributions_8060">
            <a:extLst>
              <a:ext uri="{FF2B5EF4-FFF2-40B4-BE49-F238E27FC236}">
                <a16:creationId xmlns:a16="http://schemas.microsoft.com/office/drawing/2014/main" id="{87C52FC5-5CEC-49A9-BEA5-ABEE26FBD03D}"/>
              </a:ext>
            </a:extLst>
          </p:cNvPr>
          <p:cNvSpPr>
            <a:spLocks noGrp="1"/>
          </p:cNvSpPr>
          <p:nvPr/>
        </p:nvSpPr>
        <p:spPr>
          <a:xfrm>
            <a:off x="718110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7" name="F2_precision_recall_distributions_8061">
            <a:extLst>
              <a:ext uri="{FF2B5EF4-FFF2-40B4-BE49-F238E27FC236}">
                <a16:creationId xmlns:a16="http://schemas.microsoft.com/office/drawing/2014/main" id="{63A2E1AB-F67C-4784-8654-3662FD575DD6}"/>
              </a:ext>
            </a:extLst>
          </p:cNvPr>
          <p:cNvSpPr>
            <a:spLocks noGrp="1"/>
          </p:cNvSpPr>
          <p:nvPr/>
        </p:nvSpPr>
        <p:spPr>
          <a:xfrm>
            <a:off x="69819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8" name="F2_precision_recall_distributions_8062">
            <a:extLst>
              <a:ext uri="{FF2B5EF4-FFF2-40B4-BE49-F238E27FC236}">
                <a16:creationId xmlns:a16="http://schemas.microsoft.com/office/drawing/2014/main" id="{1D61B8F1-1587-448B-AEA9-3C24F7E79125}"/>
              </a:ext>
            </a:extLst>
          </p:cNvPr>
          <p:cNvSpPr>
            <a:spLocks noGrp="1"/>
          </p:cNvSpPr>
          <p:nvPr/>
        </p:nvSpPr>
        <p:spPr>
          <a:xfrm>
            <a:off x="720138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9" name="F2_precision_recall_distributions_8063">
            <a:extLst>
              <a:ext uri="{FF2B5EF4-FFF2-40B4-BE49-F238E27FC236}">
                <a16:creationId xmlns:a16="http://schemas.microsoft.com/office/drawing/2014/main" id="{DD7E4DB7-F81E-4297-A832-90E5185AA659}"/>
              </a:ext>
            </a:extLst>
          </p:cNvPr>
          <p:cNvSpPr>
            <a:spLocks noGrp="1"/>
          </p:cNvSpPr>
          <p:nvPr/>
        </p:nvSpPr>
        <p:spPr>
          <a:xfrm>
            <a:off x="729075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0" name="F2_precision_recall_distributions_8064">
            <a:extLst>
              <a:ext uri="{FF2B5EF4-FFF2-40B4-BE49-F238E27FC236}">
                <a16:creationId xmlns:a16="http://schemas.microsoft.com/office/drawing/2014/main" id="{0EF8A8A4-207F-4E36-81B0-F0E836BC407F}"/>
              </a:ext>
            </a:extLst>
          </p:cNvPr>
          <p:cNvSpPr>
            <a:spLocks noGrp="1"/>
          </p:cNvSpPr>
          <p:nvPr/>
        </p:nvSpPr>
        <p:spPr>
          <a:xfrm>
            <a:off x="73188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1" name="F2_precision_recall_distributions_8065">
            <a:extLst>
              <a:ext uri="{FF2B5EF4-FFF2-40B4-BE49-F238E27FC236}">
                <a16:creationId xmlns:a16="http://schemas.microsoft.com/office/drawing/2014/main" id="{35EFF32B-B261-4802-9188-FC4AFC843D18}"/>
              </a:ext>
            </a:extLst>
          </p:cNvPr>
          <p:cNvSpPr>
            <a:spLocks noGrp="1"/>
          </p:cNvSpPr>
          <p:nvPr/>
        </p:nvSpPr>
        <p:spPr>
          <a:xfrm>
            <a:off x="723090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2" name="F2_precision_recall_distributions_8066">
            <a:extLst>
              <a:ext uri="{FF2B5EF4-FFF2-40B4-BE49-F238E27FC236}">
                <a16:creationId xmlns:a16="http://schemas.microsoft.com/office/drawing/2014/main" id="{4D0071A1-2198-4F81-9313-F4610C2B4C91}"/>
              </a:ext>
            </a:extLst>
          </p:cNvPr>
          <p:cNvSpPr>
            <a:spLocks noGrp="1"/>
          </p:cNvSpPr>
          <p:nvPr/>
        </p:nvSpPr>
        <p:spPr>
          <a:xfrm>
            <a:off x="701472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3" name="F2_precision_recall_distributions_8067">
            <a:extLst>
              <a:ext uri="{FF2B5EF4-FFF2-40B4-BE49-F238E27FC236}">
                <a16:creationId xmlns:a16="http://schemas.microsoft.com/office/drawing/2014/main" id="{9EF7CD86-8912-4397-8C54-3ECC44453DF5}"/>
              </a:ext>
            </a:extLst>
          </p:cNvPr>
          <p:cNvSpPr>
            <a:spLocks noGrp="1"/>
          </p:cNvSpPr>
          <p:nvPr/>
        </p:nvSpPr>
        <p:spPr>
          <a:xfrm>
            <a:off x="71741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4" name="F2_precision_recall_distributions_8068">
            <a:extLst>
              <a:ext uri="{FF2B5EF4-FFF2-40B4-BE49-F238E27FC236}">
                <a16:creationId xmlns:a16="http://schemas.microsoft.com/office/drawing/2014/main" id="{0391CC9D-EB3D-4334-B936-385FB2973720}"/>
              </a:ext>
            </a:extLst>
          </p:cNvPr>
          <p:cNvSpPr>
            <a:spLocks noGrp="1"/>
          </p:cNvSpPr>
          <p:nvPr/>
        </p:nvSpPr>
        <p:spPr>
          <a:xfrm>
            <a:off x="71583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5" name="F2_precision_recall_distributions_8069">
            <a:extLst>
              <a:ext uri="{FF2B5EF4-FFF2-40B4-BE49-F238E27FC236}">
                <a16:creationId xmlns:a16="http://schemas.microsoft.com/office/drawing/2014/main" id="{0C3E1781-8B6E-4DB7-A5E3-FBC7D9868435}"/>
              </a:ext>
            </a:extLst>
          </p:cNvPr>
          <p:cNvSpPr>
            <a:spLocks noGrp="1"/>
          </p:cNvSpPr>
          <p:nvPr/>
        </p:nvSpPr>
        <p:spPr>
          <a:xfrm>
            <a:off x="727978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6" name="F2_precision_recall_distributions_8070">
            <a:extLst>
              <a:ext uri="{FF2B5EF4-FFF2-40B4-BE49-F238E27FC236}">
                <a16:creationId xmlns:a16="http://schemas.microsoft.com/office/drawing/2014/main" id="{5E20466E-B4F3-421D-BD2B-2A7C8D92E619}"/>
              </a:ext>
            </a:extLst>
          </p:cNvPr>
          <p:cNvSpPr>
            <a:spLocks noGrp="1"/>
          </p:cNvSpPr>
          <p:nvPr/>
        </p:nvSpPr>
        <p:spPr>
          <a:xfrm>
            <a:off x="73194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7" name="F2_precision_recall_distributions_8071">
            <a:extLst>
              <a:ext uri="{FF2B5EF4-FFF2-40B4-BE49-F238E27FC236}">
                <a16:creationId xmlns:a16="http://schemas.microsoft.com/office/drawing/2014/main" id="{733D7AFE-4B14-4897-82A8-FEC855A2278F}"/>
              </a:ext>
            </a:extLst>
          </p:cNvPr>
          <p:cNvSpPr>
            <a:spLocks noGrp="1"/>
          </p:cNvSpPr>
          <p:nvPr/>
        </p:nvSpPr>
        <p:spPr>
          <a:xfrm>
            <a:off x="698725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8" name="F2_precision_recall_distributions_8072">
            <a:extLst>
              <a:ext uri="{FF2B5EF4-FFF2-40B4-BE49-F238E27FC236}">
                <a16:creationId xmlns:a16="http://schemas.microsoft.com/office/drawing/2014/main" id="{E543BF1D-9F75-4570-BE59-E4207E55C54A}"/>
              </a:ext>
            </a:extLst>
          </p:cNvPr>
          <p:cNvSpPr>
            <a:spLocks noGrp="1"/>
          </p:cNvSpPr>
          <p:nvPr/>
        </p:nvSpPr>
        <p:spPr>
          <a:xfrm>
            <a:off x="7181562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9" name="F2_precision_recall_distributions_8073">
            <a:extLst>
              <a:ext uri="{FF2B5EF4-FFF2-40B4-BE49-F238E27FC236}">
                <a16:creationId xmlns:a16="http://schemas.microsoft.com/office/drawing/2014/main" id="{E8F45DE1-6465-453E-9D3A-01167C093834}"/>
              </a:ext>
            </a:extLst>
          </p:cNvPr>
          <p:cNvSpPr>
            <a:spLocks noGrp="1"/>
          </p:cNvSpPr>
          <p:nvPr/>
        </p:nvSpPr>
        <p:spPr>
          <a:xfrm>
            <a:off x="70004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0" name="F2_precision_recall_distributions_8074">
            <a:extLst>
              <a:ext uri="{FF2B5EF4-FFF2-40B4-BE49-F238E27FC236}">
                <a16:creationId xmlns:a16="http://schemas.microsoft.com/office/drawing/2014/main" id="{5565B63B-B6D5-480C-9D72-7F8A653150FC}"/>
              </a:ext>
            </a:extLst>
          </p:cNvPr>
          <p:cNvSpPr>
            <a:spLocks noGrp="1"/>
          </p:cNvSpPr>
          <p:nvPr/>
        </p:nvSpPr>
        <p:spPr>
          <a:xfrm>
            <a:off x="6987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1" name="F2_precision_recall_distributions_8075">
            <a:extLst>
              <a:ext uri="{FF2B5EF4-FFF2-40B4-BE49-F238E27FC236}">
                <a16:creationId xmlns:a16="http://schemas.microsoft.com/office/drawing/2014/main" id="{6582E8C4-1096-4369-BE8B-065073479C99}"/>
              </a:ext>
            </a:extLst>
          </p:cNvPr>
          <p:cNvSpPr>
            <a:spLocks noGrp="1"/>
          </p:cNvSpPr>
          <p:nvPr/>
        </p:nvSpPr>
        <p:spPr>
          <a:xfrm>
            <a:off x="7221663" y="72315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2" name="F2_precision_recall_distributions_8076">
            <a:extLst>
              <a:ext uri="{FF2B5EF4-FFF2-40B4-BE49-F238E27FC236}">
                <a16:creationId xmlns:a16="http://schemas.microsoft.com/office/drawing/2014/main" id="{79C001DC-C129-4927-8A15-59A739E1646A}"/>
              </a:ext>
            </a:extLst>
          </p:cNvPr>
          <p:cNvSpPr>
            <a:spLocks noGrp="1"/>
          </p:cNvSpPr>
          <p:nvPr/>
        </p:nvSpPr>
        <p:spPr>
          <a:xfrm>
            <a:off x="7068824" y="7623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3" name="F2_precision_recall_distributions_8077">
            <a:extLst>
              <a:ext uri="{FF2B5EF4-FFF2-40B4-BE49-F238E27FC236}">
                <a16:creationId xmlns:a16="http://schemas.microsoft.com/office/drawing/2014/main" id="{9A81918F-F753-4EFC-A766-5CD8003077DD}"/>
              </a:ext>
            </a:extLst>
          </p:cNvPr>
          <p:cNvSpPr>
            <a:spLocks noGrp="1"/>
          </p:cNvSpPr>
          <p:nvPr/>
        </p:nvSpPr>
        <p:spPr>
          <a:xfrm>
            <a:off x="7139949" y="74109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4" name="F2_precision_recall_distributions_8078">
            <a:extLst>
              <a:ext uri="{FF2B5EF4-FFF2-40B4-BE49-F238E27FC236}">
                <a16:creationId xmlns:a16="http://schemas.microsoft.com/office/drawing/2014/main" id="{9475A41D-6865-481E-B80A-9F28A1E9C85E}"/>
              </a:ext>
            </a:extLst>
          </p:cNvPr>
          <p:cNvSpPr>
            <a:spLocks noGrp="1"/>
          </p:cNvSpPr>
          <p:nvPr/>
        </p:nvSpPr>
        <p:spPr>
          <a:xfrm>
            <a:off x="7004214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5" name="F2_precision_recall_distributions_8079">
            <a:extLst>
              <a:ext uri="{FF2B5EF4-FFF2-40B4-BE49-F238E27FC236}">
                <a16:creationId xmlns:a16="http://schemas.microsoft.com/office/drawing/2014/main" id="{BFBC82B9-795C-4A82-9447-FB61E06CDCD5}"/>
              </a:ext>
            </a:extLst>
          </p:cNvPr>
          <p:cNvSpPr>
            <a:spLocks noGrp="1"/>
          </p:cNvSpPr>
          <p:nvPr/>
        </p:nvSpPr>
        <p:spPr>
          <a:xfrm>
            <a:off x="71782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6" name="F2_precision_recall_distributions_8080">
            <a:extLst>
              <a:ext uri="{FF2B5EF4-FFF2-40B4-BE49-F238E27FC236}">
                <a16:creationId xmlns:a16="http://schemas.microsoft.com/office/drawing/2014/main" id="{B22D51F3-7808-4E0D-828F-83A6E0DC3FE2}"/>
              </a:ext>
            </a:extLst>
          </p:cNvPr>
          <p:cNvSpPr>
            <a:spLocks noGrp="1"/>
          </p:cNvSpPr>
          <p:nvPr/>
        </p:nvSpPr>
        <p:spPr>
          <a:xfrm>
            <a:off x="70915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7" name="F2_precision_recall_distributions_8081">
            <a:extLst>
              <a:ext uri="{FF2B5EF4-FFF2-40B4-BE49-F238E27FC236}">
                <a16:creationId xmlns:a16="http://schemas.microsoft.com/office/drawing/2014/main" id="{EDB43128-4FBD-4D1B-82C6-CC681D57B3E1}"/>
              </a:ext>
            </a:extLst>
          </p:cNvPr>
          <p:cNvSpPr>
            <a:spLocks noGrp="1"/>
          </p:cNvSpPr>
          <p:nvPr/>
        </p:nvSpPr>
        <p:spPr>
          <a:xfrm>
            <a:off x="7169607" y="77945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8" name="F2_precision_recall_distributions_8082">
            <a:extLst>
              <a:ext uri="{FF2B5EF4-FFF2-40B4-BE49-F238E27FC236}">
                <a16:creationId xmlns:a16="http://schemas.microsoft.com/office/drawing/2014/main" id="{9860126B-ABED-4183-8DA4-FF27481B50FE}"/>
              </a:ext>
            </a:extLst>
          </p:cNvPr>
          <p:cNvSpPr>
            <a:spLocks noGrp="1"/>
          </p:cNvSpPr>
          <p:nvPr/>
        </p:nvSpPr>
        <p:spPr>
          <a:xfrm>
            <a:off x="73093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9" name="F2_precision_recall_distributions_8083">
            <a:extLst>
              <a:ext uri="{FF2B5EF4-FFF2-40B4-BE49-F238E27FC236}">
                <a16:creationId xmlns:a16="http://schemas.microsoft.com/office/drawing/2014/main" id="{BF6A193C-83B0-49E6-9A61-61B12C97C1E8}"/>
              </a:ext>
            </a:extLst>
          </p:cNvPr>
          <p:cNvSpPr>
            <a:spLocks noGrp="1"/>
          </p:cNvSpPr>
          <p:nvPr/>
        </p:nvSpPr>
        <p:spPr>
          <a:xfrm>
            <a:off x="717191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0" name="F2_precision_recall_distributions_8084">
            <a:extLst>
              <a:ext uri="{FF2B5EF4-FFF2-40B4-BE49-F238E27FC236}">
                <a16:creationId xmlns:a16="http://schemas.microsoft.com/office/drawing/2014/main" id="{2701AC6D-F2C9-4AD5-B57F-260B1993DD25}"/>
              </a:ext>
            </a:extLst>
          </p:cNvPr>
          <p:cNvSpPr>
            <a:spLocks noGrp="1"/>
          </p:cNvSpPr>
          <p:nvPr/>
        </p:nvSpPr>
        <p:spPr>
          <a:xfrm>
            <a:off x="721534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1" name="F2_precision_recall_distributions_8085">
            <a:extLst>
              <a:ext uri="{FF2B5EF4-FFF2-40B4-BE49-F238E27FC236}">
                <a16:creationId xmlns:a16="http://schemas.microsoft.com/office/drawing/2014/main" id="{5CAEA2FE-2EB7-4EA9-A794-6CC04279FF32}"/>
              </a:ext>
            </a:extLst>
          </p:cNvPr>
          <p:cNvSpPr>
            <a:spLocks noGrp="1"/>
          </p:cNvSpPr>
          <p:nvPr/>
        </p:nvSpPr>
        <p:spPr>
          <a:xfrm>
            <a:off x="72172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2" name="F2_precision_recall_distributions_8086">
            <a:extLst>
              <a:ext uri="{FF2B5EF4-FFF2-40B4-BE49-F238E27FC236}">
                <a16:creationId xmlns:a16="http://schemas.microsoft.com/office/drawing/2014/main" id="{ED996205-3F07-482E-811B-562085895E25}"/>
              </a:ext>
            </a:extLst>
          </p:cNvPr>
          <p:cNvSpPr>
            <a:spLocks noGrp="1"/>
          </p:cNvSpPr>
          <p:nvPr/>
        </p:nvSpPr>
        <p:spPr>
          <a:xfrm>
            <a:off x="70159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3" name="F2_precision_recall_distributions_8087">
            <a:extLst>
              <a:ext uri="{FF2B5EF4-FFF2-40B4-BE49-F238E27FC236}">
                <a16:creationId xmlns:a16="http://schemas.microsoft.com/office/drawing/2014/main" id="{49300919-5D35-47CB-B90E-4C5C0B802F79}"/>
              </a:ext>
            </a:extLst>
          </p:cNvPr>
          <p:cNvSpPr>
            <a:spLocks noGrp="1"/>
          </p:cNvSpPr>
          <p:nvPr/>
        </p:nvSpPr>
        <p:spPr>
          <a:xfrm>
            <a:off x="73284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4" name="F2_precision_recall_distributions_8088">
            <a:extLst>
              <a:ext uri="{FF2B5EF4-FFF2-40B4-BE49-F238E27FC236}">
                <a16:creationId xmlns:a16="http://schemas.microsoft.com/office/drawing/2014/main" id="{BF865700-1081-4D76-98EE-BE209A8E6AE1}"/>
              </a:ext>
            </a:extLst>
          </p:cNvPr>
          <p:cNvSpPr>
            <a:spLocks noGrp="1"/>
          </p:cNvSpPr>
          <p:nvPr/>
        </p:nvSpPr>
        <p:spPr>
          <a:xfrm>
            <a:off x="729325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5" name="F2_precision_recall_distributions_8089">
            <a:extLst>
              <a:ext uri="{FF2B5EF4-FFF2-40B4-BE49-F238E27FC236}">
                <a16:creationId xmlns:a16="http://schemas.microsoft.com/office/drawing/2014/main" id="{5A7953F6-11FB-4004-8AB0-A86686991C6A}"/>
              </a:ext>
            </a:extLst>
          </p:cNvPr>
          <p:cNvSpPr>
            <a:spLocks noGrp="1"/>
          </p:cNvSpPr>
          <p:nvPr/>
        </p:nvSpPr>
        <p:spPr>
          <a:xfrm>
            <a:off x="6981174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6" name="F2_precision_recall_distributions_8090">
            <a:extLst>
              <a:ext uri="{FF2B5EF4-FFF2-40B4-BE49-F238E27FC236}">
                <a16:creationId xmlns:a16="http://schemas.microsoft.com/office/drawing/2014/main" id="{B768B575-79C9-4A6C-BEFA-BF7C658D72AF}"/>
              </a:ext>
            </a:extLst>
          </p:cNvPr>
          <p:cNvSpPr>
            <a:spLocks noGrp="1"/>
          </p:cNvSpPr>
          <p:nvPr/>
        </p:nvSpPr>
        <p:spPr>
          <a:xfrm>
            <a:off x="70268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7" name="F2_precision_recall_distributions_8091">
            <a:extLst>
              <a:ext uri="{FF2B5EF4-FFF2-40B4-BE49-F238E27FC236}">
                <a16:creationId xmlns:a16="http://schemas.microsoft.com/office/drawing/2014/main" id="{9D71ADFD-E9AA-4006-A485-AC3EA0EC834F}"/>
              </a:ext>
            </a:extLst>
          </p:cNvPr>
          <p:cNvSpPr>
            <a:spLocks noGrp="1"/>
          </p:cNvSpPr>
          <p:nvPr/>
        </p:nvSpPr>
        <p:spPr>
          <a:xfrm>
            <a:off x="7182839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8" name="F2_precision_recall_distributions_8092">
            <a:extLst>
              <a:ext uri="{FF2B5EF4-FFF2-40B4-BE49-F238E27FC236}">
                <a16:creationId xmlns:a16="http://schemas.microsoft.com/office/drawing/2014/main" id="{F6F7777D-7980-49AE-8748-078EF0857D95}"/>
              </a:ext>
            </a:extLst>
          </p:cNvPr>
          <p:cNvSpPr>
            <a:spLocks noGrp="1"/>
          </p:cNvSpPr>
          <p:nvPr/>
        </p:nvSpPr>
        <p:spPr>
          <a:xfrm>
            <a:off x="7017701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9" name="F2_precision_recall_distributions_8093">
            <a:extLst>
              <a:ext uri="{FF2B5EF4-FFF2-40B4-BE49-F238E27FC236}">
                <a16:creationId xmlns:a16="http://schemas.microsoft.com/office/drawing/2014/main" id="{36A441A6-C11F-4526-A75B-8841FD8060E8}"/>
              </a:ext>
            </a:extLst>
          </p:cNvPr>
          <p:cNvSpPr>
            <a:spLocks noGrp="1"/>
          </p:cNvSpPr>
          <p:nvPr/>
        </p:nvSpPr>
        <p:spPr>
          <a:xfrm>
            <a:off x="729933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0" name="F2_precision_recall_distributions_8094">
            <a:extLst>
              <a:ext uri="{FF2B5EF4-FFF2-40B4-BE49-F238E27FC236}">
                <a16:creationId xmlns:a16="http://schemas.microsoft.com/office/drawing/2014/main" id="{3EF7C6B0-2254-491E-9B19-F21EA4CA08DF}"/>
              </a:ext>
            </a:extLst>
          </p:cNvPr>
          <p:cNvSpPr>
            <a:spLocks noGrp="1"/>
          </p:cNvSpPr>
          <p:nvPr/>
        </p:nvSpPr>
        <p:spPr>
          <a:xfrm>
            <a:off x="700378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1" name="F2_precision_recall_distributions_8095">
            <a:extLst>
              <a:ext uri="{FF2B5EF4-FFF2-40B4-BE49-F238E27FC236}">
                <a16:creationId xmlns:a16="http://schemas.microsoft.com/office/drawing/2014/main" id="{D57B4961-12DC-44D1-BD91-7AA9700DE59E}"/>
              </a:ext>
            </a:extLst>
          </p:cNvPr>
          <p:cNvSpPr>
            <a:spLocks noGrp="1"/>
          </p:cNvSpPr>
          <p:nvPr/>
        </p:nvSpPr>
        <p:spPr>
          <a:xfrm>
            <a:off x="70770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2" name="F2_precision_recall_distributions_8096">
            <a:extLst>
              <a:ext uri="{FF2B5EF4-FFF2-40B4-BE49-F238E27FC236}">
                <a16:creationId xmlns:a16="http://schemas.microsoft.com/office/drawing/2014/main" id="{7E195BD7-FA59-4ABF-AA36-C8B52D4D6652}"/>
              </a:ext>
            </a:extLst>
          </p:cNvPr>
          <p:cNvSpPr>
            <a:spLocks noGrp="1"/>
          </p:cNvSpPr>
          <p:nvPr/>
        </p:nvSpPr>
        <p:spPr>
          <a:xfrm>
            <a:off x="721296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3" name="F2_precision_recall_distributions_8097">
            <a:extLst>
              <a:ext uri="{FF2B5EF4-FFF2-40B4-BE49-F238E27FC236}">
                <a16:creationId xmlns:a16="http://schemas.microsoft.com/office/drawing/2014/main" id="{98A315E3-A8F5-44D5-9CB2-16471FCEA752}"/>
              </a:ext>
            </a:extLst>
          </p:cNvPr>
          <p:cNvSpPr>
            <a:spLocks noGrp="1"/>
          </p:cNvSpPr>
          <p:nvPr/>
        </p:nvSpPr>
        <p:spPr>
          <a:xfrm>
            <a:off x="711992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4" name="F2_precision_recall_distributions_8098">
            <a:extLst>
              <a:ext uri="{FF2B5EF4-FFF2-40B4-BE49-F238E27FC236}">
                <a16:creationId xmlns:a16="http://schemas.microsoft.com/office/drawing/2014/main" id="{FF3E2D74-DA30-45F4-A63F-F413C46A3512}"/>
              </a:ext>
            </a:extLst>
          </p:cNvPr>
          <p:cNvSpPr>
            <a:spLocks noGrp="1"/>
          </p:cNvSpPr>
          <p:nvPr/>
        </p:nvSpPr>
        <p:spPr>
          <a:xfrm>
            <a:off x="732446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5" name="F2_precision_recall_distributions_8099">
            <a:extLst>
              <a:ext uri="{FF2B5EF4-FFF2-40B4-BE49-F238E27FC236}">
                <a16:creationId xmlns:a16="http://schemas.microsoft.com/office/drawing/2014/main" id="{1F04E4AA-9BAC-4F28-BA14-FC7509FC8196}"/>
              </a:ext>
            </a:extLst>
          </p:cNvPr>
          <p:cNvSpPr>
            <a:spLocks noGrp="1"/>
          </p:cNvSpPr>
          <p:nvPr/>
        </p:nvSpPr>
        <p:spPr>
          <a:xfrm>
            <a:off x="71705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6" name="F2_precision_recall_distributions_8100">
            <a:extLst>
              <a:ext uri="{FF2B5EF4-FFF2-40B4-BE49-F238E27FC236}">
                <a16:creationId xmlns:a16="http://schemas.microsoft.com/office/drawing/2014/main" id="{C0FA4AEC-9D55-4004-AF4C-B6007B71A4E3}"/>
              </a:ext>
            </a:extLst>
          </p:cNvPr>
          <p:cNvSpPr>
            <a:spLocks noGrp="1"/>
          </p:cNvSpPr>
          <p:nvPr/>
        </p:nvSpPr>
        <p:spPr>
          <a:xfrm>
            <a:off x="7008714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7" name="F2_precision_recall_distributions_8101">
            <a:extLst>
              <a:ext uri="{FF2B5EF4-FFF2-40B4-BE49-F238E27FC236}">
                <a16:creationId xmlns:a16="http://schemas.microsoft.com/office/drawing/2014/main" id="{100695EA-2989-40A3-9D75-5CE4B873ACFF}"/>
              </a:ext>
            </a:extLst>
          </p:cNvPr>
          <p:cNvSpPr>
            <a:spLocks noGrp="1"/>
          </p:cNvSpPr>
          <p:nvPr/>
        </p:nvSpPr>
        <p:spPr>
          <a:xfrm>
            <a:off x="722595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8" name="F2_precision_recall_distributions_8102">
            <a:extLst>
              <a:ext uri="{FF2B5EF4-FFF2-40B4-BE49-F238E27FC236}">
                <a16:creationId xmlns:a16="http://schemas.microsoft.com/office/drawing/2014/main" id="{928B9F0D-316E-4CBD-85EA-F7C482D383F1}"/>
              </a:ext>
            </a:extLst>
          </p:cNvPr>
          <p:cNvSpPr>
            <a:spLocks noGrp="1"/>
          </p:cNvSpPr>
          <p:nvPr/>
        </p:nvSpPr>
        <p:spPr>
          <a:xfrm>
            <a:off x="7274207" y="7154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9" name="F2_precision_recall_distributions_8103">
            <a:extLst>
              <a:ext uri="{FF2B5EF4-FFF2-40B4-BE49-F238E27FC236}">
                <a16:creationId xmlns:a16="http://schemas.microsoft.com/office/drawing/2014/main" id="{424F9797-DC60-4B39-9548-383790BA8F1C}"/>
              </a:ext>
            </a:extLst>
          </p:cNvPr>
          <p:cNvSpPr>
            <a:spLocks noGrp="1"/>
          </p:cNvSpPr>
          <p:nvPr/>
        </p:nvSpPr>
        <p:spPr>
          <a:xfrm>
            <a:off x="72730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0" name="F2_precision_recall_distributions_8104">
            <a:extLst>
              <a:ext uri="{FF2B5EF4-FFF2-40B4-BE49-F238E27FC236}">
                <a16:creationId xmlns:a16="http://schemas.microsoft.com/office/drawing/2014/main" id="{B1CF0CC5-88C0-4846-B1FE-63A3AC49893F}"/>
              </a:ext>
            </a:extLst>
          </p:cNvPr>
          <p:cNvSpPr>
            <a:spLocks noGrp="1"/>
          </p:cNvSpPr>
          <p:nvPr/>
        </p:nvSpPr>
        <p:spPr>
          <a:xfrm>
            <a:off x="702733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1" name="F2_precision_recall_distributions_8105">
            <a:extLst>
              <a:ext uri="{FF2B5EF4-FFF2-40B4-BE49-F238E27FC236}">
                <a16:creationId xmlns:a16="http://schemas.microsoft.com/office/drawing/2014/main" id="{0E6184F9-4A45-4B5A-8084-56C28DD2C2AD}"/>
              </a:ext>
            </a:extLst>
          </p:cNvPr>
          <p:cNvSpPr>
            <a:spLocks noGrp="1"/>
          </p:cNvSpPr>
          <p:nvPr/>
        </p:nvSpPr>
        <p:spPr>
          <a:xfrm>
            <a:off x="7237549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2" name="F2_precision_recall_distributions_8106">
            <a:extLst>
              <a:ext uri="{FF2B5EF4-FFF2-40B4-BE49-F238E27FC236}">
                <a16:creationId xmlns:a16="http://schemas.microsoft.com/office/drawing/2014/main" id="{B472E1A7-74B2-4552-9EF0-B1A018F0365F}"/>
              </a:ext>
            </a:extLst>
          </p:cNvPr>
          <p:cNvSpPr>
            <a:spLocks noGrp="1"/>
          </p:cNvSpPr>
          <p:nvPr/>
        </p:nvSpPr>
        <p:spPr>
          <a:xfrm>
            <a:off x="731549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3" name="F2_precision_recall_distributions_8107">
            <a:extLst>
              <a:ext uri="{FF2B5EF4-FFF2-40B4-BE49-F238E27FC236}">
                <a16:creationId xmlns:a16="http://schemas.microsoft.com/office/drawing/2014/main" id="{34D31524-9411-4BBF-A799-84B9F2019ECF}"/>
              </a:ext>
            </a:extLst>
          </p:cNvPr>
          <p:cNvSpPr>
            <a:spLocks noGrp="1"/>
          </p:cNvSpPr>
          <p:nvPr/>
        </p:nvSpPr>
        <p:spPr>
          <a:xfrm>
            <a:off x="70770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4" name="F2_precision_recall_distributions_8108">
            <a:extLst>
              <a:ext uri="{FF2B5EF4-FFF2-40B4-BE49-F238E27FC236}">
                <a16:creationId xmlns:a16="http://schemas.microsoft.com/office/drawing/2014/main" id="{599D3377-8C42-4871-A0D5-3294B369C13B}"/>
              </a:ext>
            </a:extLst>
          </p:cNvPr>
          <p:cNvSpPr>
            <a:spLocks noGrp="1"/>
          </p:cNvSpPr>
          <p:nvPr/>
        </p:nvSpPr>
        <p:spPr>
          <a:xfrm>
            <a:off x="700533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5" name="F2_precision_recall_distributions_8109">
            <a:extLst>
              <a:ext uri="{FF2B5EF4-FFF2-40B4-BE49-F238E27FC236}">
                <a16:creationId xmlns:a16="http://schemas.microsoft.com/office/drawing/2014/main" id="{B6E0569E-9CF5-4CB1-A539-A9748D6945F1}"/>
              </a:ext>
            </a:extLst>
          </p:cNvPr>
          <p:cNvSpPr>
            <a:spLocks noGrp="1"/>
          </p:cNvSpPr>
          <p:nvPr/>
        </p:nvSpPr>
        <p:spPr>
          <a:xfrm>
            <a:off x="704204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6" name="F2_precision_recall_distributions_8110">
            <a:extLst>
              <a:ext uri="{FF2B5EF4-FFF2-40B4-BE49-F238E27FC236}">
                <a16:creationId xmlns:a16="http://schemas.microsoft.com/office/drawing/2014/main" id="{A137D5B9-C4F6-4607-BCF9-96A68B08FCDB}"/>
              </a:ext>
            </a:extLst>
          </p:cNvPr>
          <p:cNvSpPr>
            <a:spLocks noGrp="1"/>
          </p:cNvSpPr>
          <p:nvPr/>
        </p:nvSpPr>
        <p:spPr>
          <a:xfrm>
            <a:off x="72006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7" name="F2_precision_recall_distributions_8111">
            <a:extLst>
              <a:ext uri="{FF2B5EF4-FFF2-40B4-BE49-F238E27FC236}">
                <a16:creationId xmlns:a16="http://schemas.microsoft.com/office/drawing/2014/main" id="{EBB9D094-8013-4DA9-B3AC-D0D5CA2DCD41}"/>
              </a:ext>
            </a:extLst>
          </p:cNvPr>
          <p:cNvSpPr>
            <a:spLocks noGrp="1"/>
          </p:cNvSpPr>
          <p:nvPr/>
        </p:nvSpPr>
        <p:spPr>
          <a:xfrm>
            <a:off x="72794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8" name="F2_precision_recall_distributions_8112">
            <a:extLst>
              <a:ext uri="{FF2B5EF4-FFF2-40B4-BE49-F238E27FC236}">
                <a16:creationId xmlns:a16="http://schemas.microsoft.com/office/drawing/2014/main" id="{E3F5D79D-7A8F-45F0-96A6-B78CD004C954}"/>
              </a:ext>
            </a:extLst>
          </p:cNvPr>
          <p:cNvSpPr>
            <a:spLocks noGrp="1"/>
          </p:cNvSpPr>
          <p:nvPr/>
        </p:nvSpPr>
        <p:spPr>
          <a:xfrm>
            <a:off x="71115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9" name="F2_precision_recall_distributions_8113">
            <a:extLst>
              <a:ext uri="{FF2B5EF4-FFF2-40B4-BE49-F238E27FC236}">
                <a16:creationId xmlns:a16="http://schemas.microsoft.com/office/drawing/2014/main" id="{DB6C783A-3F57-4AE0-9E91-AC1F12E463B2}"/>
              </a:ext>
            </a:extLst>
          </p:cNvPr>
          <p:cNvSpPr>
            <a:spLocks noGrp="1"/>
          </p:cNvSpPr>
          <p:nvPr/>
        </p:nvSpPr>
        <p:spPr>
          <a:xfrm>
            <a:off x="727570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0" name="F2_precision_recall_distributions_8114">
            <a:extLst>
              <a:ext uri="{FF2B5EF4-FFF2-40B4-BE49-F238E27FC236}">
                <a16:creationId xmlns:a16="http://schemas.microsoft.com/office/drawing/2014/main" id="{B6F31446-B72D-4673-9C57-DD78E5F87C25}"/>
              </a:ext>
            </a:extLst>
          </p:cNvPr>
          <p:cNvSpPr>
            <a:spLocks noGrp="1"/>
          </p:cNvSpPr>
          <p:nvPr/>
        </p:nvSpPr>
        <p:spPr>
          <a:xfrm>
            <a:off x="716206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1" name="F2_precision_recall_distributions_8115">
            <a:extLst>
              <a:ext uri="{FF2B5EF4-FFF2-40B4-BE49-F238E27FC236}">
                <a16:creationId xmlns:a16="http://schemas.microsoft.com/office/drawing/2014/main" id="{AB059DBE-FCCE-4E60-885B-B10178198AB0}"/>
              </a:ext>
            </a:extLst>
          </p:cNvPr>
          <p:cNvSpPr>
            <a:spLocks noGrp="1"/>
          </p:cNvSpPr>
          <p:nvPr/>
        </p:nvSpPr>
        <p:spPr>
          <a:xfrm>
            <a:off x="71710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2" name="F2_precision_recall_distributions_8116">
            <a:extLst>
              <a:ext uri="{FF2B5EF4-FFF2-40B4-BE49-F238E27FC236}">
                <a16:creationId xmlns:a16="http://schemas.microsoft.com/office/drawing/2014/main" id="{128B2C86-5104-444C-B4DD-14AFF40DD60B}"/>
              </a:ext>
            </a:extLst>
          </p:cNvPr>
          <p:cNvSpPr>
            <a:spLocks noGrp="1"/>
          </p:cNvSpPr>
          <p:nvPr/>
        </p:nvSpPr>
        <p:spPr>
          <a:xfrm>
            <a:off x="7250614" y="703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3" name="F2_precision_recall_distributions_8117">
            <a:extLst>
              <a:ext uri="{FF2B5EF4-FFF2-40B4-BE49-F238E27FC236}">
                <a16:creationId xmlns:a16="http://schemas.microsoft.com/office/drawing/2014/main" id="{531B0EA5-DE29-414E-89CB-B725C0EB9578}"/>
              </a:ext>
            </a:extLst>
          </p:cNvPr>
          <p:cNvSpPr>
            <a:spLocks noGrp="1"/>
          </p:cNvSpPr>
          <p:nvPr/>
        </p:nvSpPr>
        <p:spPr>
          <a:xfrm>
            <a:off x="719419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4" name="F2_precision_recall_distributions_8118">
            <a:extLst>
              <a:ext uri="{FF2B5EF4-FFF2-40B4-BE49-F238E27FC236}">
                <a16:creationId xmlns:a16="http://schemas.microsoft.com/office/drawing/2014/main" id="{A6BB05CA-F37E-4455-A8DB-1F1C84D1B48D}"/>
              </a:ext>
            </a:extLst>
          </p:cNvPr>
          <p:cNvSpPr>
            <a:spLocks noGrp="1"/>
          </p:cNvSpPr>
          <p:nvPr/>
        </p:nvSpPr>
        <p:spPr>
          <a:xfrm>
            <a:off x="73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5" name="F2_precision_recall_distributions_8119">
            <a:extLst>
              <a:ext uri="{FF2B5EF4-FFF2-40B4-BE49-F238E27FC236}">
                <a16:creationId xmlns:a16="http://schemas.microsoft.com/office/drawing/2014/main" id="{986C35CF-16F0-4519-9823-F6ED9A0021F8}"/>
              </a:ext>
            </a:extLst>
          </p:cNvPr>
          <p:cNvSpPr>
            <a:spLocks noGrp="1"/>
          </p:cNvSpPr>
          <p:nvPr/>
        </p:nvSpPr>
        <p:spPr>
          <a:xfrm>
            <a:off x="70244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6" name="F2_precision_recall_distributions_8120">
            <a:extLst>
              <a:ext uri="{FF2B5EF4-FFF2-40B4-BE49-F238E27FC236}">
                <a16:creationId xmlns:a16="http://schemas.microsoft.com/office/drawing/2014/main" id="{C1D2DFD8-1D00-4073-9D6D-66CF41C039F2}"/>
              </a:ext>
            </a:extLst>
          </p:cNvPr>
          <p:cNvSpPr>
            <a:spLocks noGrp="1"/>
          </p:cNvSpPr>
          <p:nvPr/>
        </p:nvSpPr>
        <p:spPr>
          <a:xfrm>
            <a:off x="7173093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7" name="F2_precision_recall_distributions_8121">
            <a:extLst>
              <a:ext uri="{FF2B5EF4-FFF2-40B4-BE49-F238E27FC236}">
                <a16:creationId xmlns:a16="http://schemas.microsoft.com/office/drawing/2014/main" id="{B3901739-AD6C-4183-BBAF-27682B4DE95B}"/>
              </a:ext>
            </a:extLst>
          </p:cNvPr>
          <p:cNvSpPr>
            <a:spLocks noGrp="1"/>
          </p:cNvSpPr>
          <p:nvPr/>
        </p:nvSpPr>
        <p:spPr>
          <a:xfrm>
            <a:off x="72533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8" name="F2_precision_recall_distributions_8122">
            <a:extLst>
              <a:ext uri="{FF2B5EF4-FFF2-40B4-BE49-F238E27FC236}">
                <a16:creationId xmlns:a16="http://schemas.microsoft.com/office/drawing/2014/main" id="{8F877FD9-0E85-4A1D-82EC-842EDD11438A}"/>
              </a:ext>
            </a:extLst>
          </p:cNvPr>
          <p:cNvSpPr>
            <a:spLocks noGrp="1"/>
          </p:cNvSpPr>
          <p:nvPr/>
        </p:nvSpPr>
        <p:spPr>
          <a:xfrm>
            <a:off x="7120099" y="7495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9" name="F2_precision_recall_distributions_8123">
            <a:extLst>
              <a:ext uri="{FF2B5EF4-FFF2-40B4-BE49-F238E27FC236}">
                <a16:creationId xmlns:a16="http://schemas.microsoft.com/office/drawing/2014/main" id="{CEEE0AD2-6FFB-4D73-8944-AD4E4E1F9460}"/>
              </a:ext>
            </a:extLst>
          </p:cNvPr>
          <p:cNvSpPr>
            <a:spLocks noGrp="1"/>
          </p:cNvSpPr>
          <p:nvPr/>
        </p:nvSpPr>
        <p:spPr>
          <a:xfrm>
            <a:off x="7216414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0" name="F2_precision_recall_distributions_8124">
            <a:extLst>
              <a:ext uri="{FF2B5EF4-FFF2-40B4-BE49-F238E27FC236}">
                <a16:creationId xmlns:a16="http://schemas.microsoft.com/office/drawing/2014/main" id="{0C1DD8E3-8D14-4DA2-A0AA-530B58231B63}"/>
              </a:ext>
            </a:extLst>
          </p:cNvPr>
          <p:cNvSpPr>
            <a:spLocks noGrp="1"/>
          </p:cNvSpPr>
          <p:nvPr/>
        </p:nvSpPr>
        <p:spPr>
          <a:xfrm>
            <a:off x="731227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1" name="F2_precision_recall_distributions_8125">
            <a:extLst>
              <a:ext uri="{FF2B5EF4-FFF2-40B4-BE49-F238E27FC236}">
                <a16:creationId xmlns:a16="http://schemas.microsoft.com/office/drawing/2014/main" id="{011848CA-E5EC-41ED-B273-5894E30E8D60}"/>
              </a:ext>
            </a:extLst>
          </p:cNvPr>
          <p:cNvSpPr>
            <a:spLocks noGrp="1"/>
          </p:cNvSpPr>
          <p:nvPr/>
        </p:nvSpPr>
        <p:spPr>
          <a:xfrm>
            <a:off x="711411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2" name="F2_precision_recall_distributions_8126">
            <a:extLst>
              <a:ext uri="{FF2B5EF4-FFF2-40B4-BE49-F238E27FC236}">
                <a16:creationId xmlns:a16="http://schemas.microsoft.com/office/drawing/2014/main" id="{2A1E1173-FA4A-438C-B413-FA955DE54EF7}"/>
              </a:ext>
            </a:extLst>
          </p:cNvPr>
          <p:cNvSpPr>
            <a:spLocks noGrp="1"/>
          </p:cNvSpPr>
          <p:nvPr/>
        </p:nvSpPr>
        <p:spPr>
          <a:xfrm>
            <a:off x="731343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3" name="F2_precision_recall_distributions_8127">
            <a:extLst>
              <a:ext uri="{FF2B5EF4-FFF2-40B4-BE49-F238E27FC236}">
                <a16:creationId xmlns:a16="http://schemas.microsoft.com/office/drawing/2014/main" id="{546E0D29-D5F1-4643-966C-B8200CFB71E5}"/>
              </a:ext>
            </a:extLst>
          </p:cNvPr>
          <p:cNvSpPr>
            <a:spLocks noGrp="1"/>
          </p:cNvSpPr>
          <p:nvPr/>
        </p:nvSpPr>
        <p:spPr>
          <a:xfrm>
            <a:off x="70437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4" name="F2_precision_recall_distributions_8128">
            <a:extLst>
              <a:ext uri="{FF2B5EF4-FFF2-40B4-BE49-F238E27FC236}">
                <a16:creationId xmlns:a16="http://schemas.microsoft.com/office/drawing/2014/main" id="{ACCF3923-7DCF-4E5D-BB74-A57CAD73B620}"/>
              </a:ext>
            </a:extLst>
          </p:cNvPr>
          <p:cNvSpPr>
            <a:spLocks noGrp="1"/>
          </p:cNvSpPr>
          <p:nvPr/>
        </p:nvSpPr>
        <p:spPr>
          <a:xfrm>
            <a:off x="733126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5" name="F2_precision_recall_distributions_8129">
            <a:extLst>
              <a:ext uri="{FF2B5EF4-FFF2-40B4-BE49-F238E27FC236}">
                <a16:creationId xmlns:a16="http://schemas.microsoft.com/office/drawing/2014/main" id="{43F56318-781A-4961-8B89-7C121AC6B805}"/>
              </a:ext>
            </a:extLst>
          </p:cNvPr>
          <p:cNvSpPr>
            <a:spLocks noGrp="1"/>
          </p:cNvSpPr>
          <p:nvPr/>
        </p:nvSpPr>
        <p:spPr>
          <a:xfrm>
            <a:off x="730820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6" name="F2_precision_recall_distributions_8130">
            <a:extLst>
              <a:ext uri="{FF2B5EF4-FFF2-40B4-BE49-F238E27FC236}">
                <a16:creationId xmlns:a16="http://schemas.microsoft.com/office/drawing/2014/main" id="{8640A0D4-BE01-4555-B187-42D5DA93E932}"/>
              </a:ext>
            </a:extLst>
          </p:cNvPr>
          <p:cNvSpPr>
            <a:spLocks noGrp="1"/>
          </p:cNvSpPr>
          <p:nvPr/>
        </p:nvSpPr>
        <p:spPr>
          <a:xfrm>
            <a:off x="70508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7" name="F2_precision_recall_distributions_8131">
            <a:extLst>
              <a:ext uri="{FF2B5EF4-FFF2-40B4-BE49-F238E27FC236}">
                <a16:creationId xmlns:a16="http://schemas.microsoft.com/office/drawing/2014/main" id="{0AD10469-D110-4E50-B634-40887052EAC5}"/>
              </a:ext>
            </a:extLst>
          </p:cNvPr>
          <p:cNvSpPr>
            <a:spLocks noGrp="1"/>
          </p:cNvSpPr>
          <p:nvPr/>
        </p:nvSpPr>
        <p:spPr>
          <a:xfrm>
            <a:off x="69845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8" name="F2_precision_recall_distributions_8132">
            <a:extLst>
              <a:ext uri="{FF2B5EF4-FFF2-40B4-BE49-F238E27FC236}">
                <a16:creationId xmlns:a16="http://schemas.microsoft.com/office/drawing/2014/main" id="{5998776C-7439-4750-A0E7-261E3BCD3860}"/>
              </a:ext>
            </a:extLst>
          </p:cNvPr>
          <p:cNvSpPr>
            <a:spLocks noGrp="1"/>
          </p:cNvSpPr>
          <p:nvPr/>
        </p:nvSpPr>
        <p:spPr>
          <a:xfrm>
            <a:off x="70969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9" name="F2_precision_recall_distributions_8133">
            <a:extLst>
              <a:ext uri="{FF2B5EF4-FFF2-40B4-BE49-F238E27FC236}">
                <a16:creationId xmlns:a16="http://schemas.microsoft.com/office/drawing/2014/main" id="{FDFB519A-73F1-488C-892E-66E02278F417}"/>
              </a:ext>
            </a:extLst>
          </p:cNvPr>
          <p:cNvSpPr>
            <a:spLocks noGrp="1"/>
          </p:cNvSpPr>
          <p:nvPr/>
        </p:nvSpPr>
        <p:spPr>
          <a:xfrm>
            <a:off x="70000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0" name="F2_precision_recall_distributions_8134">
            <a:extLst>
              <a:ext uri="{FF2B5EF4-FFF2-40B4-BE49-F238E27FC236}">
                <a16:creationId xmlns:a16="http://schemas.microsoft.com/office/drawing/2014/main" id="{01A3AF77-7272-4CEB-9034-4290962EFA29}"/>
              </a:ext>
            </a:extLst>
          </p:cNvPr>
          <p:cNvSpPr>
            <a:spLocks noGrp="1"/>
          </p:cNvSpPr>
          <p:nvPr/>
        </p:nvSpPr>
        <p:spPr>
          <a:xfrm>
            <a:off x="69716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1" name="F2_precision_recall_distributions_8135">
            <a:extLst>
              <a:ext uri="{FF2B5EF4-FFF2-40B4-BE49-F238E27FC236}">
                <a16:creationId xmlns:a16="http://schemas.microsoft.com/office/drawing/2014/main" id="{BBBE2F67-B20A-4CF9-9CB7-97B3975FC0B1}"/>
              </a:ext>
            </a:extLst>
          </p:cNvPr>
          <p:cNvSpPr>
            <a:spLocks noGrp="1"/>
          </p:cNvSpPr>
          <p:nvPr/>
        </p:nvSpPr>
        <p:spPr>
          <a:xfrm>
            <a:off x="7077414" y="7325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2" name="F2_precision_recall_distributions_8136">
            <a:extLst>
              <a:ext uri="{FF2B5EF4-FFF2-40B4-BE49-F238E27FC236}">
                <a16:creationId xmlns:a16="http://schemas.microsoft.com/office/drawing/2014/main" id="{3B556AA4-F7CD-4767-AADE-2A4F7930DFE7}"/>
              </a:ext>
            </a:extLst>
          </p:cNvPr>
          <p:cNvSpPr>
            <a:spLocks noGrp="1"/>
          </p:cNvSpPr>
          <p:nvPr/>
        </p:nvSpPr>
        <p:spPr>
          <a:xfrm>
            <a:off x="714510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3" name="F2_precision_recall_distributions_8137">
            <a:extLst>
              <a:ext uri="{FF2B5EF4-FFF2-40B4-BE49-F238E27FC236}">
                <a16:creationId xmlns:a16="http://schemas.microsoft.com/office/drawing/2014/main" id="{E837B0C7-132B-4DAD-9F6C-E5D6842690E9}"/>
              </a:ext>
            </a:extLst>
          </p:cNvPr>
          <p:cNvSpPr>
            <a:spLocks noGrp="1"/>
          </p:cNvSpPr>
          <p:nvPr/>
        </p:nvSpPr>
        <p:spPr>
          <a:xfrm>
            <a:off x="7240359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4" name="F2_precision_recall_distributions_8138">
            <a:extLst>
              <a:ext uri="{FF2B5EF4-FFF2-40B4-BE49-F238E27FC236}">
                <a16:creationId xmlns:a16="http://schemas.microsoft.com/office/drawing/2014/main" id="{D7D12339-DAAE-4797-97E4-4A7BA2C8BDA5}"/>
              </a:ext>
            </a:extLst>
          </p:cNvPr>
          <p:cNvSpPr>
            <a:spLocks noGrp="1"/>
          </p:cNvSpPr>
          <p:nvPr/>
        </p:nvSpPr>
        <p:spPr>
          <a:xfrm>
            <a:off x="714150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5" name="F2_precision_recall_distributions_8139">
            <a:extLst>
              <a:ext uri="{FF2B5EF4-FFF2-40B4-BE49-F238E27FC236}">
                <a16:creationId xmlns:a16="http://schemas.microsoft.com/office/drawing/2014/main" id="{EC7E9D42-4307-4074-BEE8-85C4F5D7D34F}"/>
              </a:ext>
            </a:extLst>
          </p:cNvPr>
          <p:cNvSpPr>
            <a:spLocks noGrp="1"/>
          </p:cNvSpPr>
          <p:nvPr/>
        </p:nvSpPr>
        <p:spPr>
          <a:xfrm>
            <a:off x="7083171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6" name="F2_precision_recall_distributions_8140">
            <a:extLst>
              <a:ext uri="{FF2B5EF4-FFF2-40B4-BE49-F238E27FC236}">
                <a16:creationId xmlns:a16="http://schemas.microsoft.com/office/drawing/2014/main" id="{5175851F-70A9-4B02-947B-B6BE04A4EB65}"/>
              </a:ext>
            </a:extLst>
          </p:cNvPr>
          <p:cNvSpPr>
            <a:spLocks noGrp="1"/>
          </p:cNvSpPr>
          <p:nvPr/>
        </p:nvSpPr>
        <p:spPr>
          <a:xfrm>
            <a:off x="714026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7" name="F2_precision_recall_distributions_8141">
            <a:extLst>
              <a:ext uri="{FF2B5EF4-FFF2-40B4-BE49-F238E27FC236}">
                <a16:creationId xmlns:a16="http://schemas.microsoft.com/office/drawing/2014/main" id="{EE037BCE-83DE-4245-8551-DD762F49E0B0}"/>
              </a:ext>
            </a:extLst>
          </p:cNvPr>
          <p:cNvSpPr>
            <a:spLocks noGrp="1"/>
          </p:cNvSpPr>
          <p:nvPr/>
        </p:nvSpPr>
        <p:spPr>
          <a:xfrm>
            <a:off x="73365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8" name="F2_precision_recall_distributions_8142">
            <a:extLst>
              <a:ext uri="{FF2B5EF4-FFF2-40B4-BE49-F238E27FC236}">
                <a16:creationId xmlns:a16="http://schemas.microsoft.com/office/drawing/2014/main" id="{C772888F-9C86-405E-84F4-89519A288AB3}"/>
              </a:ext>
            </a:extLst>
          </p:cNvPr>
          <p:cNvSpPr>
            <a:spLocks noGrp="1"/>
          </p:cNvSpPr>
          <p:nvPr/>
        </p:nvSpPr>
        <p:spPr>
          <a:xfrm>
            <a:off x="724353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9" name="F2_precision_recall_distributions_8143">
            <a:extLst>
              <a:ext uri="{FF2B5EF4-FFF2-40B4-BE49-F238E27FC236}">
                <a16:creationId xmlns:a16="http://schemas.microsoft.com/office/drawing/2014/main" id="{A772C75F-AEA9-491A-9851-3D6C5D644F8F}"/>
              </a:ext>
            </a:extLst>
          </p:cNvPr>
          <p:cNvSpPr>
            <a:spLocks noGrp="1"/>
          </p:cNvSpPr>
          <p:nvPr/>
        </p:nvSpPr>
        <p:spPr>
          <a:xfrm>
            <a:off x="727169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0" name="F2_precision_recall_distributions_8144">
            <a:extLst>
              <a:ext uri="{FF2B5EF4-FFF2-40B4-BE49-F238E27FC236}">
                <a16:creationId xmlns:a16="http://schemas.microsoft.com/office/drawing/2014/main" id="{554CF4F6-AA08-4697-A2E1-D6FD8372E7E1}"/>
              </a:ext>
            </a:extLst>
          </p:cNvPr>
          <p:cNvSpPr>
            <a:spLocks noGrp="1"/>
          </p:cNvSpPr>
          <p:nvPr/>
        </p:nvSpPr>
        <p:spPr>
          <a:xfrm>
            <a:off x="725822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1" name="F2_precision_recall_distributions_8145">
            <a:extLst>
              <a:ext uri="{FF2B5EF4-FFF2-40B4-BE49-F238E27FC236}">
                <a16:creationId xmlns:a16="http://schemas.microsoft.com/office/drawing/2014/main" id="{D71F4873-3A57-42BA-B9FA-550A253C01A4}"/>
              </a:ext>
            </a:extLst>
          </p:cNvPr>
          <p:cNvSpPr>
            <a:spLocks noGrp="1"/>
          </p:cNvSpPr>
          <p:nvPr/>
        </p:nvSpPr>
        <p:spPr>
          <a:xfrm>
            <a:off x="72221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2" name="F2_precision_recall_distributions_8146">
            <a:extLst>
              <a:ext uri="{FF2B5EF4-FFF2-40B4-BE49-F238E27FC236}">
                <a16:creationId xmlns:a16="http://schemas.microsoft.com/office/drawing/2014/main" id="{B12A94C7-70E8-4413-A10A-DFE546A6DE3E}"/>
              </a:ext>
            </a:extLst>
          </p:cNvPr>
          <p:cNvSpPr>
            <a:spLocks noGrp="1"/>
          </p:cNvSpPr>
          <p:nvPr/>
        </p:nvSpPr>
        <p:spPr>
          <a:xfrm>
            <a:off x="7046829" y="77620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3" name="F2_precision_recall_distributions_8147">
            <a:extLst>
              <a:ext uri="{FF2B5EF4-FFF2-40B4-BE49-F238E27FC236}">
                <a16:creationId xmlns:a16="http://schemas.microsoft.com/office/drawing/2014/main" id="{5D7E356C-2FCE-4939-BAFE-683A8E6DF7AA}"/>
              </a:ext>
            </a:extLst>
          </p:cNvPr>
          <p:cNvSpPr>
            <a:spLocks noGrp="1"/>
          </p:cNvSpPr>
          <p:nvPr/>
        </p:nvSpPr>
        <p:spPr>
          <a:xfrm>
            <a:off x="732736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4" name="F2_precision_recall_distributions_8148">
            <a:extLst>
              <a:ext uri="{FF2B5EF4-FFF2-40B4-BE49-F238E27FC236}">
                <a16:creationId xmlns:a16="http://schemas.microsoft.com/office/drawing/2014/main" id="{68555EE9-EC35-4240-ACA3-DCC1DC7004F9}"/>
              </a:ext>
            </a:extLst>
          </p:cNvPr>
          <p:cNvSpPr>
            <a:spLocks noGrp="1"/>
          </p:cNvSpPr>
          <p:nvPr/>
        </p:nvSpPr>
        <p:spPr>
          <a:xfrm>
            <a:off x="72133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5" name="F2_precision_recall_distributions_8149">
            <a:extLst>
              <a:ext uri="{FF2B5EF4-FFF2-40B4-BE49-F238E27FC236}">
                <a16:creationId xmlns:a16="http://schemas.microsoft.com/office/drawing/2014/main" id="{0392099E-8BF1-460D-9F79-C4ED63B849E4}"/>
              </a:ext>
            </a:extLst>
          </p:cNvPr>
          <p:cNvSpPr>
            <a:spLocks noGrp="1"/>
          </p:cNvSpPr>
          <p:nvPr/>
        </p:nvSpPr>
        <p:spPr>
          <a:xfrm>
            <a:off x="7076176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6" name="F2_precision_recall_distributions_8150">
            <a:extLst>
              <a:ext uri="{FF2B5EF4-FFF2-40B4-BE49-F238E27FC236}">
                <a16:creationId xmlns:a16="http://schemas.microsoft.com/office/drawing/2014/main" id="{F8F87B8B-F16F-4F9E-8B8F-E1076AD326F9}"/>
              </a:ext>
            </a:extLst>
          </p:cNvPr>
          <p:cNvSpPr>
            <a:spLocks noGrp="1"/>
          </p:cNvSpPr>
          <p:nvPr/>
        </p:nvSpPr>
        <p:spPr>
          <a:xfrm>
            <a:off x="708844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7" name="F2_precision_recall_distributions_8151">
            <a:extLst>
              <a:ext uri="{FF2B5EF4-FFF2-40B4-BE49-F238E27FC236}">
                <a16:creationId xmlns:a16="http://schemas.microsoft.com/office/drawing/2014/main" id="{6BDD11B2-AF78-46E6-AC15-E0B09CA425F6}"/>
              </a:ext>
            </a:extLst>
          </p:cNvPr>
          <p:cNvSpPr>
            <a:spLocks noGrp="1"/>
          </p:cNvSpPr>
          <p:nvPr/>
        </p:nvSpPr>
        <p:spPr>
          <a:xfrm>
            <a:off x="71016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8" name="F2_precision_recall_distributions_8152">
            <a:extLst>
              <a:ext uri="{FF2B5EF4-FFF2-40B4-BE49-F238E27FC236}">
                <a16:creationId xmlns:a16="http://schemas.microsoft.com/office/drawing/2014/main" id="{095E5295-3357-4B8E-85E7-66C99A710701}"/>
              </a:ext>
            </a:extLst>
          </p:cNvPr>
          <p:cNvSpPr>
            <a:spLocks noGrp="1"/>
          </p:cNvSpPr>
          <p:nvPr/>
        </p:nvSpPr>
        <p:spPr>
          <a:xfrm>
            <a:off x="70271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9" name="F2_precision_recall_distributions_8153">
            <a:extLst>
              <a:ext uri="{FF2B5EF4-FFF2-40B4-BE49-F238E27FC236}">
                <a16:creationId xmlns:a16="http://schemas.microsoft.com/office/drawing/2014/main" id="{47E4438F-A7EC-42B6-B5B6-664090A1449E}"/>
              </a:ext>
            </a:extLst>
          </p:cNvPr>
          <p:cNvSpPr>
            <a:spLocks noGrp="1"/>
          </p:cNvSpPr>
          <p:nvPr/>
        </p:nvSpPr>
        <p:spPr>
          <a:xfrm>
            <a:off x="71151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0" name="F2_precision_recall_distributions_8154">
            <a:extLst>
              <a:ext uri="{FF2B5EF4-FFF2-40B4-BE49-F238E27FC236}">
                <a16:creationId xmlns:a16="http://schemas.microsoft.com/office/drawing/2014/main" id="{A594317A-34C5-4BB8-9CE6-81A746FBB9B4}"/>
              </a:ext>
            </a:extLst>
          </p:cNvPr>
          <p:cNvSpPr>
            <a:spLocks noGrp="1"/>
          </p:cNvSpPr>
          <p:nvPr/>
        </p:nvSpPr>
        <p:spPr>
          <a:xfrm>
            <a:off x="729565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1" name="F2_precision_recall_distributions_8155">
            <a:extLst>
              <a:ext uri="{FF2B5EF4-FFF2-40B4-BE49-F238E27FC236}">
                <a16:creationId xmlns:a16="http://schemas.microsoft.com/office/drawing/2014/main" id="{49A95D55-FB1E-49D3-B019-C65D1E41AFE6}"/>
              </a:ext>
            </a:extLst>
          </p:cNvPr>
          <p:cNvSpPr>
            <a:spLocks noGrp="1"/>
          </p:cNvSpPr>
          <p:nvPr/>
        </p:nvSpPr>
        <p:spPr>
          <a:xfrm>
            <a:off x="71628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2" name="F2_precision_recall_distributions_8156">
            <a:extLst>
              <a:ext uri="{FF2B5EF4-FFF2-40B4-BE49-F238E27FC236}">
                <a16:creationId xmlns:a16="http://schemas.microsoft.com/office/drawing/2014/main" id="{6B14FFFD-EE26-40CF-8608-3123C48C772A}"/>
              </a:ext>
            </a:extLst>
          </p:cNvPr>
          <p:cNvSpPr>
            <a:spLocks noGrp="1"/>
          </p:cNvSpPr>
          <p:nvPr/>
        </p:nvSpPr>
        <p:spPr>
          <a:xfrm>
            <a:off x="70282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3" name="F2_precision_recall_distributions_8157">
            <a:extLst>
              <a:ext uri="{FF2B5EF4-FFF2-40B4-BE49-F238E27FC236}">
                <a16:creationId xmlns:a16="http://schemas.microsoft.com/office/drawing/2014/main" id="{3DAB34D9-A10B-4D15-9021-E7DCC921DF3B}"/>
              </a:ext>
            </a:extLst>
          </p:cNvPr>
          <p:cNvSpPr>
            <a:spLocks noGrp="1"/>
          </p:cNvSpPr>
          <p:nvPr/>
        </p:nvSpPr>
        <p:spPr>
          <a:xfrm>
            <a:off x="7318940" y="7744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4" name="F2_precision_recall_distributions_8158">
            <a:extLst>
              <a:ext uri="{FF2B5EF4-FFF2-40B4-BE49-F238E27FC236}">
                <a16:creationId xmlns:a16="http://schemas.microsoft.com/office/drawing/2014/main" id="{7583B953-70D2-4713-8541-675256255799}"/>
              </a:ext>
            </a:extLst>
          </p:cNvPr>
          <p:cNvSpPr>
            <a:spLocks noGrp="1"/>
          </p:cNvSpPr>
          <p:nvPr/>
        </p:nvSpPr>
        <p:spPr>
          <a:xfrm>
            <a:off x="70776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5" name="F2_precision_recall_distributions_8159">
            <a:extLst>
              <a:ext uri="{FF2B5EF4-FFF2-40B4-BE49-F238E27FC236}">
                <a16:creationId xmlns:a16="http://schemas.microsoft.com/office/drawing/2014/main" id="{3BA09E21-F427-4DDD-8A16-971A796C5379}"/>
              </a:ext>
            </a:extLst>
          </p:cNvPr>
          <p:cNvSpPr>
            <a:spLocks noGrp="1"/>
          </p:cNvSpPr>
          <p:nvPr/>
        </p:nvSpPr>
        <p:spPr>
          <a:xfrm>
            <a:off x="718603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6" name="F2_precision_recall_distributions_8160">
            <a:extLst>
              <a:ext uri="{FF2B5EF4-FFF2-40B4-BE49-F238E27FC236}">
                <a16:creationId xmlns:a16="http://schemas.microsoft.com/office/drawing/2014/main" id="{47F4D7EB-3692-4AE2-B7F3-93A53B31EAF4}"/>
              </a:ext>
            </a:extLst>
          </p:cNvPr>
          <p:cNvSpPr>
            <a:spLocks noGrp="1"/>
          </p:cNvSpPr>
          <p:nvPr/>
        </p:nvSpPr>
        <p:spPr>
          <a:xfrm>
            <a:off x="712344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7" name="F2_precision_recall_distributions_8161">
            <a:extLst>
              <a:ext uri="{FF2B5EF4-FFF2-40B4-BE49-F238E27FC236}">
                <a16:creationId xmlns:a16="http://schemas.microsoft.com/office/drawing/2014/main" id="{3B4F36E0-A7B9-45AE-AEC0-248F20B80CD8}"/>
              </a:ext>
            </a:extLst>
          </p:cNvPr>
          <p:cNvSpPr>
            <a:spLocks noGrp="1"/>
          </p:cNvSpPr>
          <p:nvPr/>
        </p:nvSpPr>
        <p:spPr>
          <a:xfrm>
            <a:off x="7158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8" name="F2_precision_recall_distributions_8162">
            <a:extLst>
              <a:ext uri="{FF2B5EF4-FFF2-40B4-BE49-F238E27FC236}">
                <a16:creationId xmlns:a16="http://schemas.microsoft.com/office/drawing/2014/main" id="{A559BB8F-0A14-4534-A70A-4B3BC2533F0E}"/>
              </a:ext>
            </a:extLst>
          </p:cNvPr>
          <p:cNvSpPr>
            <a:spLocks noGrp="1"/>
          </p:cNvSpPr>
          <p:nvPr/>
        </p:nvSpPr>
        <p:spPr>
          <a:xfrm>
            <a:off x="70581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9" name="F2_precision_recall_distributions_8163">
            <a:extLst>
              <a:ext uri="{FF2B5EF4-FFF2-40B4-BE49-F238E27FC236}">
                <a16:creationId xmlns:a16="http://schemas.microsoft.com/office/drawing/2014/main" id="{2F554571-EB7B-456F-BFF6-7C003ECB8A7C}"/>
              </a:ext>
            </a:extLst>
          </p:cNvPr>
          <p:cNvSpPr>
            <a:spLocks noGrp="1"/>
          </p:cNvSpPr>
          <p:nvPr/>
        </p:nvSpPr>
        <p:spPr>
          <a:xfrm>
            <a:off x="7073838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0" name="F2_precision_recall_distributions_8164">
            <a:extLst>
              <a:ext uri="{FF2B5EF4-FFF2-40B4-BE49-F238E27FC236}">
                <a16:creationId xmlns:a16="http://schemas.microsoft.com/office/drawing/2014/main" id="{7D4CF970-1381-491C-88AC-68A0DCEA836B}"/>
              </a:ext>
            </a:extLst>
          </p:cNvPr>
          <p:cNvSpPr>
            <a:spLocks noGrp="1"/>
          </p:cNvSpPr>
          <p:nvPr/>
        </p:nvSpPr>
        <p:spPr>
          <a:xfrm>
            <a:off x="704775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1" name="F2_precision_recall_distributions_8165">
            <a:extLst>
              <a:ext uri="{FF2B5EF4-FFF2-40B4-BE49-F238E27FC236}">
                <a16:creationId xmlns:a16="http://schemas.microsoft.com/office/drawing/2014/main" id="{B38D68FD-5814-4F70-A100-FD0BD24FE3A4}"/>
              </a:ext>
            </a:extLst>
          </p:cNvPr>
          <p:cNvSpPr>
            <a:spLocks noGrp="1"/>
          </p:cNvSpPr>
          <p:nvPr/>
        </p:nvSpPr>
        <p:spPr>
          <a:xfrm>
            <a:off x="7330488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2" name="F2_precision_recall_distributions_8166">
            <a:extLst>
              <a:ext uri="{FF2B5EF4-FFF2-40B4-BE49-F238E27FC236}">
                <a16:creationId xmlns:a16="http://schemas.microsoft.com/office/drawing/2014/main" id="{9DC9194C-5AC0-49CD-8460-D7401974F25F}"/>
              </a:ext>
            </a:extLst>
          </p:cNvPr>
          <p:cNvSpPr>
            <a:spLocks noGrp="1"/>
          </p:cNvSpPr>
          <p:nvPr/>
        </p:nvSpPr>
        <p:spPr>
          <a:xfrm>
            <a:off x="72850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3" name="F2_precision_recall_distributions_8167">
            <a:extLst>
              <a:ext uri="{FF2B5EF4-FFF2-40B4-BE49-F238E27FC236}">
                <a16:creationId xmlns:a16="http://schemas.microsoft.com/office/drawing/2014/main" id="{133CF50A-DB51-430A-A901-BA04F89F31D6}"/>
              </a:ext>
            </a:extLst>
          </p:cNvPr>
          <p:cNvSpPr>
            <a:spLocks noGrp="1"/>
          </p:cNvSpPr>
          <p:nvPr/>
        </p:nvSpPr>
        <p:spPr>
          <a:xfrm>
            <a:off x="72979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4" name="F2_precision_recall_distributions_8168">
            <a:extLst>
              <a:ext uri="{FF2B5EF4-FFF2-40B4-BE49-F238E27FC236}">
                <a16:creationId xmlns:a16="http://schemas.microsoft.com/office/drawing/2014/main" id="{B1C3A87E-F63C-440E-9320-72D67CB78BC4}"/>
              </a:ext>
            </a:extLst>
          </p:cNvPr>
          <p:cNvSpPr>
            <a:spLocks noGrp="1"/>
          </p:cNvSpPr>
          <p:nvPr/>
        </p:nvSpPr>
        <p:spPr>
          <a:xfrm>
            <a:off x="69847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5" name="F2_precision_recall_distributions_8169">
            <a:extLst>
              <a:ext uri="{FF2B5EF4-FFF2-40B4-BE49-F238E27FC236}">
                <a16:creationId xmlns:a16="http://schemas.microsoft.com/office/drawing/2014/main" id="{5DC1A42F-99AE-49CE-9218-621581467772}"/>
              </a:ext>
            </a:extLst>
          </p:cNvPr>
          <p:cNvSpPr>
            <a:spLocks noGrp="1"/>
          </p:cNvSpPr>
          <p:nvPr/>
        </p:nvSpPr>
        <p:spPr>
          <a:xfrm>
            <a:off x="6992035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6" name="F2_precision_recall_distributions_8170">
            <a:extLst>
              <a:ext uri="{FF2B5EF4-FFF2-40B4-BE49-F238E27FC236}">
                <a16:creationId xmlns:a16="http://schemas.microsoft.com/office/drawing/2014/main" id="{3F74AF58-E29F-4FA6-A5FA-F35CF908547B}"/>
              </a:ext>
            </a:extLst>
          </p:cNvPr>
          <p:cNvSpPr>
            <a:spLocks noGrp="1"/>
          </p:cNvSpPr>
          <p:nvPr/>
        </p:nvSpPr>
        <p:spPr>
          <a:xfrm>
            <a:off x="71934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7" name="F2_precision_recall_distributions_8171">
            <a:extLst>
              <a:ext uri="{FF2B5EF4-FFF2-40B4-BE49-F238E27FC236}">
                <a16:creationId xmlns:a16="http://schemas.microsoft.com/office/drawing/2014/main" id="{BE5B404C-4392-4D5B-A9AB-60C2AAA6B231}"/>
              </a:ext>
            </a:extLst>
          </p:cNvPr>
          <p:cNvSpPr>
            <a:spLocks noGrp="1"/>
          </p:cNvSpPr>
          <p:nvPr/>
        </p:nvSpPr>
        <p:spPr>
          <a:xfrm>
            <a:off x="724636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8" name="F2_precision_recall_distributions_8172">
            <a:extLst>
              <a:ext uri="{FF2B5EF4-FFF2-40B4-BE49-F238E27FC236}">
                <a16:creationId xmlns:a16="http://schemas.microsoft.com/office/drawing/2014/main" id="{C9D76968-233E-4740-94C6-E2BB6B0FEB2A}"/>
              </a:ext>
            </a:extLst>
          </p:cNvPr>
          <p:cNvSpPr>
            <a:spLocks noGrp="1"/>
          </p:cNvSpPr>
          <p:nvPr/>
        </p:nvSpPr>
        <p:spPr>
          <a:xfrm>
            <a:off x="698282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9" name="F2_precision_recall_distributions_8173">
            <a:extLst>
              <a:ext uri="{FF2B5EF4-FFF2-40B4-BE49-F238E27FC236}">
                <a16:creationId xmlns:a16="http://schemas.microsoft.com/office/drawing/2014/main" id="{CBA306B4-ED62-4784-BD7D-435EB4D6839A}"/>
              </a:ext>
            </a:extLst>
          </p:cNvPr>
          <p:cNvSpPr>
            <a:spLocks noGrp="1"/>
          </p:cNvSpPr>
          <p:nvPr/>
        </p:nvSpPr>
        <p:spPr>
          <a:xfrm>
            <a:off x="696729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0" name="F2_precision_recall_distributions_8174">
            <a:extLst>
              <a:ext uri="{FF2B5EF4-FFF2-40B4-BE49-F238E27FC236}">
                <a16:creationId xmlns:a16="http://schemas.microsoft.com/office/drawing/2014/main" id="{A1D1423E-ABDC-4269-A04A-9A17425E318F}"/>
              </a:ext>
            </a:extLst>
          </p:cNvPr>
          <p:cNvSpPr>
            <a:spLocks noGrp="1"/>
          </p:cNvSpPr>
          <p:nvPr/>
        </p:nvSpPr>
        <p:spPr>
          <a:xfrm>
            <a:off x="7253337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1" name="F2_precision_recall_distributions_8175">
            <a:extLst>
              <a:ext uri="{FF2B5EF4-FFF2-40B4-BE49-F238E27FC236}">
                <a16:creationId xmlns:a16="http://schemas.microsoft.com/office/drawing/2014/main" id="{7234B454-B050-40EF-BBF8-84C97DFB76CC}"/>
              </a:ext>
            </a:extLst>
          </p:cNvPr>
          <p:cNvSpPr>
            <a:spLocks noGrp="1"/>
          </p:cNvSpPr>
          <p:nvPr/>
        </p:nvSpPr>
        <p:spPr>
          <a:xfrm>
            <a:off x="7094075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2" name="F2_precision_recall_distributions_8176">
            <a:extLst>
              <a:ext uri="{FF2B5EF4-FFF2-40B4-BE49-F238E27FC236}">
                <a16:creationId xmlns:a16="http://schemas.microsoft.com/office/drawing/2014/main" id="{9306A49E-153A-44F6-9D14-FA6349465914}"/>
              </a:ext>
            </a:extLst>
          </p:cNvPr>
          <p:cNvSpPr>
            <a:spLocks noGrp="1"/>
          </p:cNvSpPr>
          <p:nvPr/>
        </p:nvSpPr>
        <p:spPr>
          <a:xfrm>
            <a:off x="7302300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3" name="F2_precision_recall_distributions_8177">
            <a:extLst>
              <a:ext uri="{FF2B5EF4-FFF2-40B4-BE49-F238E27FC236}">
                <a16:creationId xmlns:a16="http://schemas.microsoft.com/office/drawing/2014/main" id="{0FBF4E56-3010-444D-B6A2-50760AEC010C}"/>
              </a:ext>
            </a:extLst>
          </p:cNvPr>
          <p:cNvSpPr>
            <a:spLocks noGrp="1"/>
          </p:cNvSpPr>
          <p:nvPr/>
        </p:nvSpPr>
        <p:spPr>
          <a:xfrm>
            <a:off x="71278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4" name="F2_precision_recall_distributions_8178">
            <a:extLst>
              <a:ext uri="{FF2B5EF4-FFF2-40B4-BE49-F238E27FC236}">
                <a16:creationId xmlns:a16="http://schemas.microsoft.com/office/drawing/2014/main" id="{34CF5D65-0163-4999-A99B-D068FF2DE32A}"/>
              </a:ext>
            </a:extLst>
          </p:cNvPr>
          <p:cNvSpPr>
            <a:spLocks noGrp="1"/>
          </p:cNvSpPr>
          <p:nvPr/>
        </p:nvSpPr>
        <p:spPr>
          <a:xfrm>
            <a:off x="723256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5" name="F2_precision_recall_distributions_8179">
            <a:extLst>
              <a:ext uri="{FF2B5EF4-FFF2-40B4-BE49-F238E27FC236}">
                <a16:creationId xmlns:a16="http://schemas.microsoft.com/office/drawing/2014/main" id="{7980D611-1B10-4F3D-A51E-2746C55173D0}"/>
              </a:ext>
            </a:extLst>
          </p:cNvPr>
          <p:cNvSpPr>
            <a:spLocks noGrp="1"/>
          </p:cNvSpPr>
          <p:nvPr/>
        </p:nvSpPr>
        <p:spPr>
          <a:xfrm>
            <a:off x="70979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6" name="F2_precision_recall_distributions_8180">
            <a:extLst>
              <a:ext uri="{FF2B5EF4-FFF2-40B4-BE49-F238E27FC236}">
                <a16:creationId xmlns:a16="http://schemas.microsoft.com/office/drawing/2014/main" id="{616EB9A1-839E-48DA-8A69-80765EFA96AC}"/>
              </a:ext>
            </a:extLst>
          </p:cNvPr>
          <p:cNvSpPr>
            <a:spLocks noGrp="1"/>
          </p:cNvSpPr>
          <p:nvPr/>
        </p:nvSpPr>
        <p:spPr>
          <a:xfrm>
            <a:off x="698090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7" name="F2_precision_recall_distributions_8181">
            <a:extLst>
              <a:ext uri="{FF2B5EF4-FFF2-40B4-BE49-F238E27FC236}">
                <a16:creationId xmlns:a16="http://schemas.microsoft.com/office/drawing/2014/main" id="{F548518A-D111-4C99-B09E-569AF20F9563}"/>
              </a:ext>
            </a:extLst>
          </p:cNvPr>
          <p:cNvSpPr>
            <a:spLocks noGrp="1"/>
          </p:cNvSpPr>
          <p:nvPr/>
        </p:nvSpPr>
        <p:spPr>
          <a:xfrm>
            <a:off x="699083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8" name="F2_precision_recall_distributions_8182">
            <a:extLst>
              <a:ext uri="{FF2B5EF4-FFF2-40B4-BE49-F238E27FC236}">
                <a16:creationId xmlns:a16="http://schemas.microsoft.com/office/drawing/2014/main" id="{CBA0F6C3-F38E-48E3-916E-17FF5AFA6C40}"/>
              </a:ext>
            </a:extLst>
          </p:cNvPr>
          <p:cNvSpPr>
            <a:spLocks noGrp="1"/>
          </p:cNvSpPr>
          <p:nvPr/>
        </p:nvSpPr>
        <p:spPr>
          <a:xfrm>
            <a:off x="7296099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9" name="F2_precision_recall_distributions_8183">
            <a:extLst>
              <a:ext uri="{FF2B5EF4-FFF2-40B4-BE49-F238E27FC236}">
                <a16:creationId xmlns:a16="http://schemas.microsoft.com/office/drawing/2014/main" id="{3717779D-5990-4F1E-9C38-57DB8E34273C}"/>
              </a:ext>
            </a:extLst>
          </p:cNvPr>
          <p:cNvSpPr>
            <a:spLocks noGrp="1"/>
          </p:cNvSpPr>
          <p:nvPr/>
        </p:nvSpPr>
        <p:spPr>
          <a:xfrm>
            <a:off x="711583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0" name="F2_precision_recall_distributions_8184">
            <a:extLst>
              <a:ext uri="{FF2B5EF4-FFF2-40B4-BE49-F238E27FC236}">
                <a16:creationId xmlns:a16="http://schemas.microsoft.com/office/drawing/2014/main" id="{54920248-A302-4C9B-AB81-5E6BA1EEDEEE}"/>
              </a:ext>
            </a:extLst>
          </p:cNvPr>
          <p:cNvSpPr>
            <a:spLocks noGrp="1"/>
          </p:cNvSpPr>
          <p:nvPr/>
        </p:nvSpPr>
        <p:spPr>
          <a:xfrm>
            <a:off x="7058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1" name="F2_precision_recall_distributions_8185">
            <a:extLst>
              <a:ext uri="{FF2B5EF4-FFF2-40B4-BE49-F238E27FC236}">
                <a16:creationId xmlns:a16="http://schemas.microsoft.com/office/drawing/2014/main" id="{A7853A2B-016B-44C0-97A2-62EF43EECC7E}"/>
              </a:ext>
            </a:extLst>
          </p:cNvPr>
          <p:cNvSpPr>
            <a:spLocks noGrp="1"/>
          </p:cNvSpPr>
          <p:nvPr/>
        </p:nvSpPr>
        <p:spPr>
          <a:xfrm>
            <a:off x="722270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2" name="F2_precision_recall_distributions_8186">
            <a:extLst>
              <a:ext uri="{FF2B5EF4-FFF2-40B4-BE49-F238E27FC236}">
                <a16:creationId xmlns:a16="http://schemas.microsoft.com/office/drawing/2014/main" id="{0523E95B-C61A-48CD-B82E-0E12D7DF4AE0}"/>
              </a:ext>
            </a:extLst>
          </p:cNvPr>
          <p:cNvSpPr>
            <a:spLocks noGrp="1"/>
          </p:cNvSpPr>
          <p:nvPr/>
        </p:nvSpPr>
        <p:spPr>
          <a:xfrm>
            <a:off x="71142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3" name="F2_precision_recall_distributions_8187">
            <a:extLst>
              <a:ext uri="{FF2B5EF4-FFF2-40B4-BE49-F238E27FC236}">
                <a16:creationId xmlns:a16="http://schemas.microsoft.com/office/drawing/2014/main" id="{E6435AE2-FB24-4652-9E3D-1ADD06A4C4F4}"/>
              </a:ext>
            </a:extLst>
          </p:cNvPr>
          <p:cNvSpPr>
            <a:spLocks noGrp="1"/>
          </p:cNvSpPr>
          <p:nvPr/>
        </p:nvSpPr>
        <p:spPr>
          <a:xfrm>
            <a:off x="727689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4" name="F2_precision_recall_distributions_8188">
            <a:extLst>
              <a:ext uri="{FF2B5EF4-FFF2-40B4-BE49-F238E27FC236}">
                <a16:creationId xmlns:a16="http://schemas.microsoft.com/office/drawing/2014/main" id="{FD8FD975-9399-436E-9BA7-3EBDD24C9C64}"/>
              </a:ext>
            </a:extLst>
          </p:cNvPr>
          <p:cNvSpPr>
            <a:spLocks noGrp="1"/>
          </p:cNvSpPr>
          <p:nvPr/>
        </p:nvSpPr>
        <p:spPr>
          <a:xfrm>
            <a:off x="6989695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5" name="F2_precision_recall_distributions_8189">
            <a:extLst>
              <a:ext uri="{FF2B5EF4-FFF2-40B4-BE49-F238E27FC236}">
                <a16:creationId xmlns:a16="http://schemas.microsoft.com/office/drawing/2014/main" id="{78D5AC27-95FA-4301-AC80-F791944DBEEC}"/>
              </a:ext>
            </a:extLst>
          </p:cNvPr>
          <p:cNvSpPr>
            <a:spLocks noGrp="1"/>
          </p:cNvSpPr>
          <p:nvPr/>
        </p:nvSpPr>
        <p:spPr>
          <a:xfrm>
            <a:off x="7243134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6" name="F2_precision_recall_distributions_8190">
            <a:extLst>
              <a:ext uri="{FF2B5EF4-FFF2-40B4-BE49-F238E27FC236}">
                <a16:creationId xmlns:a16="http://schemas.microsoft.com/office/drawing/2014/main" id="{73D4FCAF-C306-4E99-819E-BB2D2E2369E3}"/>
              </a:ext>
            </a:extLst>
          </p:cNvPr>
          <p:cNvSpPr>
            <a:spLocks noGrp="1"/>
          </p:cNvSpPr>
          <p:nvPr/>
        </p:nvSpPr>
        <p:spPr>
          <a:xfrm>
            <a:off x="72918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7" name="F2_precision_recall_distributions_8191">
            <a:extLst>
              <a:ext uri="{FF2B5EF4-FFF2-40B4-BE49-F238E27FC236}">
                <a16:creationId xmlns:a16="http://schemas.microsoft.com/office/drawing/2014/main" id="{6551392A-0752-4457-B0AC-5B54C047D758}"/>
              </a:ext>
            </a:extLst>
          </p:cNvPr>
          <p:cNvSpPr>
            <a:spLocks noGrp="1"/>
          </p:cNvSpPr>
          <p:nvPr/>
        </p:nvSpPr>
        <p:spPr>
          <a:xfrm>
            <a:off x="7223659" y="75516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8" name="F2_precision_recall_distributions_8192">
            <a:extLst>
              <a:ext uri="{FF2B5EF4-FFF2-40B4-BE49-F238E27FC236}">
                <a16:creationId xmlns:a16="http://schemas.microsoft.com/office/drawing/2014/main" id="{16555E52-2465-46EF-B7AA-D88290E460C2}"/>
              </a:ext>
            </a:extLst>
          </p:cNvPr>
          <p:cNvSpPr>
            <a:spLocks noGrp="1"/>
          </p:cNvSpPr>
          <p:nvPr/>
        </p:nvSpPr>
        <p:spPr>
          <a:xfrm>
            <a:off x="702311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9" name="F2_precision_recall_distributions_8193">
            <a:extLst>
              <a:ext uri="{FF2B5EF4-FFF2-40B4-BE49-F238E27FC236}">
                <a16:creationId xmlns:a16="http://schemas.microsoft.com/office/drawing/2014/main" id="{13274422-9644-448A-9403-2AA53526194E}"/>
              </a:ext>
            </a:extLst>
          </p:cNvPr>
          <p:cNvSpPr>
            <a:spLocks noGrp="1"/>
          </p:cNvSpPr>
          <p:nvPr/>
        </p:nvSpPr>
        <p:spPr>
          <a:xfrm>
            <a:off x="72854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0" name="F2_precision_recall_distributions_8194">
            <a:extLst>
              <a:ext uri="{FF2B5EF4-FFF2-40B4-BE49-F238E27FC236}">
                <a16:creationId xmlns:a16="http://schemas.microsoft.com/office/drawing/2014/main" id="{B9D35527-B473-4D85-A5CF-0936C12B86F0}"/>
              </a:ext>
            </a:extLst>
          </p:cNvPr>
          <p:cNvSpPr>
            <a:spLocks noGrp="1"/>
          </p:cNvSpPr>
          <p:nvPr/>
        </p:nvSpPr>
        <p:spPr>
          <a:xfrm>
            <a:off x="71934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1" name="F2_precision_recall_distributions_8195">
            <a:extLst>
              <a:ext uri="{FF2B5EF4-FFF2-40B4-BE49-F238E27FC236}">
                <a16:creationId xmlns:a16="http://schemas.microsoft.com/office/drawing/2014/main" id="{D34B432D-21C9-4443-B5B4-41A0716D2F9D}"/>
              </a:ext>
            </a:extLst>
          </p:cNvPr>
          <p:cNvSpPr>
            <a:spLocks noGrp="1"/>
          </p:cNvSpPr>
          <p:nvPr/>
        </p:nvSpPr>
        <p:spPr>
          <a:xfrm>
            <a:off x="70304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2" name="F2_precision_recall_distributions_8196">
            <a:extLst>
              <a:ext uri="{FF2B5EF4-FFF2-40B4-BE49-F238E27FC236}">
                <a16:creationId xmlns:a16="http://schemas.microsoft.com/office/drawing/2014/main" id="{BECD1BB3-1449-4BB9-AAF0-D7EA0B30C64B}"/>
              </a:ext>
            </a:extLst>
          </p:cNvPr>
          <p:cNvSpPr>
            <a:spLocks noGrp="1"/>
          </p:cNvSpPr>
          <p:nvPr/>
        </p:nvSpPr>
        <p:spPr>
          <a:xfrm>
            <a:off x="725480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3" name="F2_precision_recall_distributions_8197">
            <a:extLst>
              <a:ext uri="{FF2B5EF4-FFF2-40B4-BE49-F238E27FC236}">
                <a16:creationId xmlns:a16="http://schemas.microsoft.com/office/drawing/2014/main" id="{861FABE3-A9C5-497B-8A3C-04A69618FC83}"/>
              </a:ext>
            </a:extLst>
          </p:cNvPr>
          <p:cNvSpPr>
            <a:spLocks noGrp="1"/>
          </p:cNvSpPr>
          <p:nvPr/>
        </p:nvSpPr>
        <p:spPr>
          <a:xfrm>
            <a:off x="718208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4" name="F2_precision_recall_distributions_8198">
            <a:extLst>
              <a:ext uri="{FF2B5EF4-FFF2-40B4-BE49-F238E27FC236}">
                <a16:creationId xmlns:a16="http://schemas.microsoft.com/office/drawing/2014/main" id="{BC389C36-0D14-43C8-AB29-21098928110A}"/>
              </a:ext>
            </a:extLst>
          </p:cNvPr>
          <p:cNvSpPr>
            <a:spLocks noGrp="1"/>
          </p:cNvSpPr>
          <p:nvPr/>
        </p:nvSpPr>
        <p:spPr>
          <a:xfrm>
            <a:off x="71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5" name="F2_precision_recall_distributions_8199">
            <a:extLst>
              <a:ext uri="{FF2B5EF4-FFF2-40B4-BE49-F238E27FC236}">
                <a16:creationId xmlns:a16="http://schemas.microsoft.com/office/drawing/2014/main" id="{4A51B771-18AA-414F-8792-B2150B911725}"/>
              </a:ext>
            </a:extLst>
          </p:cNvPr>
          <p:cNvSpPr>
            <a:spLocks noGrp="1"/>
          </p:cNvSpPr>
          <p:nvPr/>
        </p:nvSpPr>
        <p:spPr>
          <a:xfrm>
            <a:off x="7283327" y="77967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6" name="F2_precision_recall_distributions_8200">
            <a:extLst>
              <a:ext uri="{FF2B5EF4-FFF2-40B4-BE49-F238E27FC236}">
                <a16:creationId xmlns:a16="http://schemas.microsoft.com/office/drawing/2014/main" id="{426F2D0E-D4E8-4768-BAFA-87DD8EA57A57}"/>
              </a:ext>
            </a:extLst>
          </p:cNvPr>
          <p:cNvSpPr>
            <a:spLocks noGrp="1"/>
          </p:cNvSpPr>
          <p:nvPr/>
        </p:nvSpPr>
        <p:spPr>
          <a:xfrm>
            <a:off x="707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7" name="F2_precision_recall_distributions_8201">
            <a:extLst>
              <a:ext uri="{FF2B5EF4-FFF2-40B4-BE49-F238E27FC236}">
                <a16:creationId xmlns:a16="http://schemas.microsoft.com/office/drawing/2014/main" id="{29C7ED6E-394E-4798-BB3C-3330CC5603F7}"/>
              </a:ext>
            </a:extLst>
          </p:cNvPr>
          <p:cNvSpPr>
            <a:spLocks noGrp="1"/>
          </p:cNvSpPr>
          <p:nvPr/>
        </p:nvSpPr>
        <p:spPr>
          <a:xfrm>
            <a:off x="73217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8" name="F2_precision_recall_distributions_8202">
            <a:extLst>
              <a:ext uri="{FF2B5EF4-FFF2-40B4-BE49-F238E27FC236}">
                <a16:creationId xmlns:a16="http://schemas.microsoft.com/office/drawing/2014/main" id="{29BB53FF-9A07-4F6F-88CA-65B3F9A549F7}"/>
              </a:ext>
            </a:extLst>
          </p:cNvPr>
          <p:cNvSpPr>
            <a:spLocks noGrp="1"/>
          </p:cNvSpPr>
          <p:nvPr/>
        </p:nvSpPr>
        <p:spPr>
          <a:xfrm>
            <a:off x="7992389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5389" name="F2_precision_recall_distributions_8203">
            <a:extLst>
              <a:ext uri="{FF2B5EF4-FFF2-40B4-BE49-F238E27FC236}">
                <a16:creationId xmlns:a16="http://schemas.microsoft.com/office/drawing/2014/main" id="{26DFFFB4-97A2-43CA-A765-A170521BCB5C}"/>
              </a:ext>
            </a:extLst>
          </p:cNvPr>
          <p:cNvSpPr>
            <a:spLocks noGrp="1"/>
          </p:cNvSpPr>
          <p:nvPr/>
        </p:nvSpPr>
        <p:spPr>
          <a:xfrm>
            <a:off x="84514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0" name="F2_precision_recall_distributions_8204">
            <a:extLst>
              <a:ext uri="{FF2B5EF4-FFF2-40B4-BE49-F238E27FC236}">
                <a16:creationId xmlns:a16="http://schemas.microsoft.com/office/drawing/2014/main" id="{A6CCCD07-4A3D-450A-8EAF-D19A83784D8C}"/>
              </a:ext>
            </a:extLst>
          </p:cNvPr>
          <p:cNvSpPr>
            <a:spLocks noGrp="1"/>
          </p:cNvSpPr>
          <p:nvPr/>
        </p:nvSpPr>
        <p:spPr>
          <a:xfrm>
            <a:off x="82396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1" name="F2_precision_recall_distributions_8205">
            <a:extLst>
              <a:ext uri="{FF2B5EF4-FFF2-40B4-BE49-F238E27FC236}">
                <a16:creationId xmlns:a16="http://schemas.microsoft.com/office/drawing/2014/main" id="{5C640CEB-B8BF-4B34-BAA0-C7057DFFD6FA}"/>
              </a:ext>
            </a:extLst>
          </p:cNvPr>
          <p:cNvSpPr>
            <a:spLocks noGrp="1"/>
          </p:cNvSpPr>
          <p:nvPr/>
        </p:nvSpPr>
        <p:spPr>
          <a:xfrm>
            <a:off x="8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2" name="F2_precision_recall_distributions_8206">
            <a:extLst>
              <a:ext uri="{FF2B5EF4-FFF2-40B4-BE49-F238E27FC236}">
                <a16:creationId xmlns:a16="http://schemas.microsoft.com/office/drawing/2014/main" id="{81AC65A2-54D4-418B-A403-B6E5DF641CD8}"/>
              </a:ext>
            </a:extLst>
          </p:cNvPr>
          <p:cNvSpPr>
            <a:spLocks noGrp="1"/>
          </p:cNvSpPr>
          <p:nvPr/>
        </p:nvSpPr>
        <p:spPr>
          <a:xfrm>
            <a:off x="8471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3" name="F2_precision_recall_distributions_8207">
            <a:extLst>
              <a:ext uri="{FF2B5EF4-FFF2-40B4-BE49-F238E27FC236}">
                <a16:creationId xmlns:a16="http://schemas.microsoft.com/office/drawing/2014/main" id="{E743055C-99ED-4033-9567-EB2857DFE54E}"/>
              </a:ext>
            </a:extLst>
          </p:cNvPr>
          <p:cNvSpPr>
            <a:spLocks noGrp="1"/>
          </p:cNvSpPr>
          <p:nvPr/>
        </p:nvSpPr>
        <p:spPr>
          <a:xfrm>
            <a:off x="8362698" y="75917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4" name="F2_precision_recall_distributions_8208">
            <a:extLst>
              <a:ext uri="{FF2B5EF4-FFF2-40B4-BE49-F238E27FC236}">
                <a16:creationId xmlns:a16="http://schemas.microsoft.com/office/drawing/2014/main" id="{734B5AC9-E424-4BE5-9FF4-6A3CF9ADCA42}"/>
              </a:ext>
            </a:extLst>
          </p:cNvPr>
          <p:cNvSpPr>
            <a:spLocks noGrp="1"/>
          </p:cNvSpPr>
          <p:nvPr/>
        </p:nvSpPr>
        <p:spPr>
          <a:xfrm>
            <a:off x="8336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5" name="F2_precision_recall_distributions_8209">
            <a:extLst>
              <a:ext uri="{FF2B5EF4-FFF2-40B4-BE49-F238E27FC236}">
                <a16:creationId xmlns:a16="http://schemas.microsoft.com/office/drawing/2014/main" id="{4D6448F4-7278-4031-90FC-401F1EFFFDA3}"/>
              </a:ext>
            </a:extLst>
          </p:cNvPr>
          <p:cNvSpPr>
            <a:spLocks noGrp="1"/>
          </p:cNvSpPr>
          <p:nvPr/>
        </p:nvSpPr>
        <p:spPr>
          <a:xfrm>
            <a:off x="83873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6" name="F2_precision_recall_distributions_8210">
            <a:extLst>
              <a:ext uri="{FF2B5EF4-FFF2-40B4-BE49-F238E27FC236}">
                <a16:creationId xmlns:a16="http://schemas.microsoft.com/office/drawing/2014/main" id="{4A2B5728-E8D4-4C4A-A934-14B3BAF00B8C}"/>
              </a:ext>
            </a:extLst>
          </p:cNvPr>
          <p:cNvSpPr>
            <a:spLocks noGrp="1"/>
          </p:cNvSpPr>
          <p:nvPr/>
        </p:nvSpPr>
        <p:spPr>
          <a:xfrm>
            <a:off x="8365800" y="71785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7" name="F2_precision_recall_distributions_8211">
            <a:extLst>
              <a:ext uri="{FF2B5EF4-FFF2-40B4-BE49-F238E27FC236}">
                <a16:creationId xmlns:a16="http://schemas.microsoft.com/office/drawing/2014/main" id="{944AEA57-C210-439E-896B-19B94A0B26DB}"/>
              </a:ext>
            </a:extLst>
          </p:cNvPr>
          <p:cNvSpPr>
            <a:spLocks noGrp="1"/>
          </p:cNvSpPr>
          <p:nvPr/>
        </p:nvSpPr>
        <p:spPr>
          <a:xfrm>
            <a:off x="81690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8" name="F2_precision_recall_distributions_8212">
            <a:extLst>
              <a:ext uri="{FF2B5EF4-FFF2-40B4-BE49-F238E27FC236}">
                <a16:creationId xmlns:a16="http://schemas.microsoft.com/office/drawing/2014/main" id="{43CC6A52-1FE2-4F23-AF0D-69959657FE51}"/>
              </a:ext>
            </a:extLst>
          </p:cNvPr>
          <p:cNvSpPr>
            <a:spLocks noGrp="1"/>
          </p:cNvSpPr>
          <p:nvPr/>
        </p:nvSpPr>
        <p:spPr>
          <a:xfrm>
            <a:off x="8162877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9" name="F2_precision_recall_distributions_8213">
            <a:extLst>
              <a:ext uri="{FF2B5EF4-FFF2-40B4-BE49-F238E27FC236}">
                <a16:creationId xmlns:a16="http://schemas.microsoft.com/office/drawing/2014/main" id="{C76ADB86-2E62-402C-9030-7F0C9B7284D1}"/>
              </a:ext>
            </a:extLst>
          </p:cNvPr>
          <p:cNvSpPr>
            <a:spLocks noGrp="1"/>
          </p:cNvSpPr>
          <p:nvPr/>
        </p:nvSpPr>
        <p:spPr>
          <a:xfrm>
            <a:off x="8322909" y="78009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0" name="F2_precision_recall_distributions_8214">
            <a:extLst>
              <a:ext uri="{FF2B5EF4-FFF2-40B4-BE49-F238E27FC236}">
                <a16:creationId xmlns:a16="http://schemas.microsoft.com/office/drawing/2014/main" id="{7EB6B194-7A66-428B-B49E-18C9ABC61562}"/>
              </a:ext>
            </a:extLst>
          </p:cNvPr>
          <p:cNvSpPr>
            <a:spLocks noGrp="1"/>
          </p:cNvSpPr>
          <p:nvPr/>
        </p:nvSpPr>
        <p:spPr>
          <a:xfrm>
            <a:off x="8246488" y="7249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1" name="F2_precision_recall_distributions_8215">
            <a:extLst>
              <a:ext uri="{FF2B5EF4-FFF2-40B4-BE49-F238E27FC236}">
                <a16:creationId xmlns:a16="http://schemas.microsoft.com/office/drawing/2014/main" id="{EADCC57A-57C6-4926-A390-92F1E9C0B84D}"/>
              </a:ext>
            </a:extLst>
          </p:cNvPr>
          <p:cNvSpPr>
            <a:spLocks noGrp="1"/>
          </p:cNvSpPr>
          <p:nvPr/>
        </p:nvSpPr>
        <p:spPr>
          <a:xfrm>
            <a:off x="8381680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2" name="F2_precision_recall_distributions_8216">
            <a:extLst>
              <a:ext uri="{FF2B5EF4-FFF2-40B4-BE49-F238E27FC236}">
                <a16:creationId xmlns:a16="http://schemas.microsoft.com/office/drawing/2014/main" id="{12A4B8FF-4A9E-4EC8-90BD-C1E725C089EB}"/>
              </a:ext>
            </a:extLst>
          </p:cNvPr>
          <p:cNvSpPr>
            <a:spLocks noGrp="1"/>
          </p:cNvSpPr>
          <p:nvPr/>
        </p:nvSpPr>
        <p:spPr>
          <a:xfrm>
            <a:off x="8195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3" name="F2_precision_recall_distributions_8217">
            <a:extLst>
              <a:ext uri="{FF2B5EF4-FFF2-40B4-BE49-F238E27FC236}">
                <a16:creationId xmlns:a16="http://schemas.microsoft.com/office/drawing/2014/main" id="{E31B76CA-EDC9-48DC-89BA-4C983690713A}"/>
              </a:ext>
            </a:extLst>
          </p:cNvPr>
          <p:cNvSpPr>
            <a:spLocks noGrp="1"/>
          </p:cNvSpPr>
          <p:nvPr/>
        </p:nvSpPr>
        <p:spPr>
          <a:xfrm>
            <a:off x="84839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4" name="F2_precision_recall_distributions_8218">
            <a:extLst>
              <a:ext uri="{FF2B5EF4-FFF2-40B4-BE49-F238E27FC236}">
                <a16:creationId xmlns:a16="http://schemas.microsoft.com/office/drawing/2014/main" id="{86A9C3D0-8803-4BEE-99FF-B0739A0787B8}"/>
              </a:ext>
            </a:extLst>
          </p:cNvPr>
          <p:cNvSpPr>
            <a:spLocks noGrp="1"/>
          </p:cNvSpPr>
          <p:nvPr/>
        </p:nvSpPr>
        <p:spPr>
          <a:xfrm>
            <a:off x="8467545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5" name="F2_precision_recall_distributions_8219">
            <a:extLst>
              <a:ext uri="{FF2B5EF4-FFF2-40B4-BE49-F238E27FC236}">
                <a16:creationId xmlns:a16="http://schemas.microsoft.com/office/drawing/2014/main" id="{98B2E295-BBBA-4DD1-BB61-D0FECA16ABCF}"/>
              </a:ext>
            </a:extLst>
          </p:cNvPr>
          <p:cNvSpPr>
            <a:spLocks noGrp="1"/>
          </p:cNvSpPr>
          <p:nvPr/>
        </p:nvSpPr>
        <p:spPr>
          <a:xfrm>
            <a:off x="8360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6" name="F2_precision_recall_distributions_8220">
            <a:extLst>
              <a:ext uri="{FF2B5EF4-FFF2-40B4-BE49-F238E27FC236}">
                <a16:creationId xmlns:a16="http://schemas.microsoft.com/office/drawing/2014/main" id="{7224FB76-F666-4FC4-86CA-95EA3D413D76}"/>
              </a:ext>
            </a:extLst>
          </p:cNvPr>
          <p:cNvSpPr>
            <a:spLocks noGrp="1"/>
          </p:cNvSpPr>
          <p:nvPr/>
        </p:nvSpPr>
        <p:spPr>
          <a:xfrm>
            <a:off x="81819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7" name="F2_precision_recall_distributions_8221">
            <a:extLst>
              <a:ext uri="{FF2B5EF4-FFF2-40B4-BE49-F238E27FC236}">
                <a16:creationId xmlns:a16="http://schemas.microsoft.com/office/drawing/2014/main" id="{F233782F-0766-4A25-AF07-A792B99693C3}"/>
              </a:ext>
            </a:extLst>
          </p:cNvPr>
          <p:cNvSpPr>
            <a:spLocks noGrp="1"/>
          </p:cNvSpPr>
          <p:nvPr/>
        </p:nvSpPr>
        <p:spPr>
          <a:xfrm>
            <a:off x="81331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8" name="F2_precision_recall_distributions_8222">
            <a:extLst>
              <a:ext uri="{FF2B5EF4-FFF2-40B4-BE49-F238E27FC236}">
                <a16:creationId xmlns:a16="http://schemas.microsoft.com/office/drawing/2014/main" id="{7C8C4CF0-4633-488D-AAD0-E635EE81ABB1}"/>
              </a:ext>
            </a:extLst>
          </p:cNvPr>
          <p:cNvSpPr>
            <a:spLocks noGrp="1"/>
          </p:cNvSpPr>
          <p:nvPr/>
        </p:nvSpPr>
        <p:spPr>
          <a:xfrm>
            <a:off x="8443472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9" name="F2_precision_recall_distributions_8223">
            <a:extLst>
              <a:ext uri="{FF2B5EF4-FFF2-40B4-BE49-F238E27FC236}">
                <a16:creationId xmlns:a16="http://schemas.microsoft.com/office/drawing/2014/main" id="{4C04E83C-BC84-4970-80AC-2D02CF3CF1A0}"/>
              </a:ext>
            </a:extLst>
          </p:cNvPr>
          <p:cNvSpPr>
            <a:spLocks noGrp="1"/>
          </p:cNvSpPr>
          <p:nvPr/>
        </p:nvSpPr>
        <p:spPr>
          <a:xfrm>
            <a:off x="82381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0" name="F2_precision_recall_distributions_8224">
            <a:extLst>
              <a:ext uri="{FF2B5EF4-FFF2-40B4-BE49-F238E27FC236}">
                <a16:creationId xmlns:a16="http://schemas.microsoft.com/office/drawing/2014/main" id="{BBC03421-FFBA-447E-A409-E51578D45EED}"/>
              </a:ext>
            </a:extLst>
          </p:cNvPr>
          <p:cNvSpPr>
            <a:spLocks noGrp="1"/>
          </p:cNvSpPr>
          <p:nvPr/>
        </p:nvSpPr>
        <p:spPr>
          <a:xfrm>
            <a:off x="82027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1" name="F2_precision_recall_distributions_8225">
            <a:extLst>
              <a:ext uri="{FF2B5EF4-FFF2-40B4-BE49-F238E27FC236}">
                <a16:creationId xmlns:a16="http://schemas.microsoft.com/office/drawing/2014/main" id="{32A2A54B-BEEB-4E88-ABB9-D28A4304BA96}"/>
              </a:ext>
            </a:extLst>
          </p:cNvPr>
          <p:cNvSpPr>
            <a:spLocks noGrp="1"/>
          </p:cNvSpPr>
          <p:nvPr/>
        </p:nvSpPr>
        <p:spPr>
          <a:xfrm>
            <a:off x="8329561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2" name="F2_precision_recall_distributions_8226">
            <a:extLst>
              <a:ext uri="{FF2B5EF4-FFF2-40B4-BE49-F238E27FC236}">
                <a16:creationId xmlns:a16="http://schemas.microsoft.com/office/drawing/2014/main" id="{7C8DFCB0-65BE-4C8B-97C3-8A5492C275A5}"/>
              </a:ext>
            </a:extLst>
          </p:cNvPr>
          <p:cNvSpPr>
            <a:spLocks noGrp="1"/>
          </p:cNvSpPr>
          <p:nvPr/>
        </p:nvSpPr>
        <p:spPr>
          <a:xfrm>
            <a:off x="8426309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3" name="F2_precision_recall_distributions_8227">
            <a:extLst>
              <a:ext uri="{FF2B5EF4-FFF2-40B4-BE49-F238E27FC236}">
                <a16:creationId xmlns:a16="http://schemas.microsoft.com/office/drawing/2014/main" id="{B1F95D68-805D-48CB-908C-3FBC79243E2D}"/>
              </a:ext>
            </a:extLst>
          </p:cNvPr>
          <p:cNvSpPr>
            <a:spLocks noGrp="1"/>
          </p:cNvSpPr>
          <p:nvPr/>
        </p:nvSpPr>
        <p:spPr>
          <a:xfrm>
            <a:off x="82721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4" name="F2_precision_recall_distributions_8228">
            <a:extLst>
              <a:ext uri="{FF2B5EF4-FFF2-40B4-BE49-F238E27FC236}">
                <a16:creationId xmlns:a16="http://schemas.microsoft.com/office/drawing/2014/main" id="{80E4DFBC-67D3-4BC0-A2F8-EED806375D21}"/>
              </a:ext>
            </a:extLst>
          </p:cNvPr>
          <p:cNvSpPr>
            <a:spLocks noGrp="1"/>
          </p:cNvSpPr>
          <p:nvPr/>
        </p:nvSpPr>
        <p:spPr>
          <a:xfrm>
            <a:off x="82880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5" name="F2_precision_recall_distributions_8229">
            <a:extLst>
              <a:ext uri="{FF2B5EF4-FFF2-40B4-BE49-F238E27FC236}">
                <a16:creationId xmlns:a16="http://schemas.microsoft.com/office/drawing/2014/main" id="{54F78034-DCDF-4ADF-8303-6A8B60107618}"/>
              </a:ext>
            </a:extLst>
          </p:cNvPr>
          <p:cNvSpPr>
            <a:spLocks noGrp="1"/>
          </p:cNvSpPr>
          <p:nvPr/>
        </p:nvSpPr>
        <p:spPr>
          <a:xfrm>
            <a:off x="81506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6" name="F2_precision_recall_distributions_8230">
            <a:extLst>
              <a:ext uri="{FF2B5EF4-FFF2-40B4-BE49-F238E27FC236}">
                <a16:creationId xmlns:a16="http://schemas.microsoft.com/office/drawing/2014/main" id="{8808BFC4-ABA1-45D3-8F0F-9D5DB283C0F9}"/>
              </a:ext>
            </a:extLst>
          </p:cNvPr>
          <p:cNvSpPr>
            <a:spLocks noGrp="1"/>
          </p:cNvSpPr>
          <p:nvPr/>
        </p:nvSpPr>
        <p:spPr>
          <a:xfrm>
            <a:off x="82697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7" name="F2_precision_recall_distributions_8231">
            <a:extLst>
              <a:ext uri="{FF2B5EF4-FFF2-40B4-BE49-F238E27FC236}">
                <a16:creationId xmlns:a16="http://schemas.microsoft.com/office/drawing/2014/main" id="{8DC1F94D-048E-42DA-BCB0-A8732A81471F}"/>
              </a:ext>
            </a:extLst>
          </p:cNvPr>
          <p:cNvSpPr>
            <a:spLocks noGrp="1"/>
          </p:cNvSpPr>
          <p:nvPr/>
        </p:nvSpPr>
        <p:spPr>
          <a:xfrm>
            <a:off x="8196430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8" name="F2_precision_recall_distributions_8232">
            <a:extLst>
              <a:ext uri="{FF2B5EF4-FFF2-40B4-BE49-F238E27FC236}">
                <a16:creationId xmlns:a16="http://schemas.microsoft.com/office/drawing/2014/main" id="{88904172-A490-4365-9210-8BDF3AD80B1E}"/>
              </a:ext>
            </a:extLst>
          </p:cNvPr>
          <p:cNvSpPr>
            <a:spLocks noGrp="1"/>
          </p:cNvSpPr>
          <p:nvPr/>
        </p:nvSpPr>
        <p:spPr>
          <a:xfrm>
            <a:off x="813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9" name="F2_precision_recall_distributions_8233">
            <a:extLst>
              <a:ext uri="{FF2B5EF4-FFF2-40B4-BE49-F238E27FC236}">
                <a16:creationId xmlns:a16="http://schemas.microsoft.com/office/drawing/2014/main" id="{A31A9958-AE9A-4FFC-9AC6-1C082ADFC85F}"/>
              </a:ext>
            </a:extLst>
          </p:cNvPr>
          <p:cNvSpPr>
            <a:spLocks noGrp="1"/>
          </p:cNvSpPr>
          <p:nvPr/>
        </p:nvSpPr>
        <p:spPr>
          <a:xfrm>
            <a:off x="82538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0" name="F2_precision_recall_distributions_8234">
            <a:extLst>
              <a:ext uri="{FF2B5EF4-FFF2-40B4-BE49-F238E27FC236}">
                <a16:creationId xmlns:a16="http://schemas.microsoft.com/office/drawing/2014/main" id="{FBD988D6-52C5-42B7-86B4-4AEAD2F62BA3}"/>
              </a:ext>
            </a:extLst>
          </p:cNvPr>
          <p:cNvSpPr>
            <a:spLocks noGrp="1"/>
          </p:cNvSpPr>
          <p:nvPr/>
        </p:nvSpPr>
        <p:spPr>
          <a:xfrm>
            <a:off x="8466373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1" name="F2_precision_recall_distributions_8235">
            <a:extLst>
              <a:ext uri="{FF2B5EF4-FFF2-40B4-BE49-F238E27FC236}">
                <a16:creationId xmlns:a16="http://schemas.microsoft.com/office/drawing/2014/main" id="{B9E0BC35-5BAE-407A-87AC-52ACD5DE8707}"/>
              </a:ext>
            </a:extLst>
          </p:cNvPr>
          <p:cNvSpPr>
            <a:spLocks noGrp="1"/>
          </p:cNvSpPr>
          <p:nvPr/>
        </p:nvSpPr>
        <p:spPr>
          <a:xfrm>
            <a:off x="82595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2" name="F2_precision_recall_distributions_8236">
            <a:extLst>
              <a:ext uri="{FF2B5EF4-FFF2-40B4-BE49-F238E27FC236}">
                <a16:creationId xmlns:a16="http://schemas.microsoft.com/office/drawing/2014/main" id="{0F71577D-1E6B-44F1-8697-172D2BCA4FCE}"/>
              </a:ext>
            </a:extLst>
          </p:cNvPr>
          <p:cNvSpPr>
            <a:spLocks noGrp="1"/>
          </p:cNvSpPr>
          <p:nvPr/>
        </p:nvSpPr>
        <p:spPr>
          <a:xfrm>
            <a:off x="83871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3" name="F2_precision_recall_distributions_8237">
            <a:extLst>
              <a:ext uri="{FF2B5EF4-FFF2-40B4-BE49-F238E27FC236}">
                <a16:creationId xmlns:a16="http://schemas.microsoft.com/office/drawing/2014/main" id="{DDA6B049-9B8C-45BE-8C88-ABA10F6F859F}"/>
              </a:ext>
            </a:extLst>
          </p:cNvPr>
          <p:cNvSpPr>
            <a:spLocks noGrp="1"/>
          </p:cNvSpPr>
          <p:nvPr/>
        </p:nvSpPr>
        <p:spPr>
          <a:xfrm>
            <a:off x="8139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4" name="F2_precision_recall_distributions_8238">
            <a:extLst>
              <a:ext uri="{FF2B5EF4-FFF2-40B4-BE49-F238E27FC236}">
                <a16:creationId xmlns:a16="http://schemas.microsoft.com/office/drawing/2014/main" id="{47F2B2D7-6419-4C42-907C-3114772C382A}"/>
              </a:ext>
            </a:extLst>
          </p:cNvPr>
          <p:cNvSpPr>
            <a:spLocks noGrp="1"/>
          </p:cNvSpPr>
          <p:nvPr/>
        </p:nvSpPr>
        <p:spPr>
          <a:xfrm>
            <a:off x="8335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5" name="F2_precision_recall_distributions_8239">
            <a:extLst>
              <a:ext uri="{FF2B5EF4-FFF2-40B4-BE49-F238E27FC236}">
                <a16:creationId xmlns:a16="http://schemas.microsoft.com/office/drawing/2014/main" id="{F5AA7F42-EF1C-4AEB-9981-21E3A1C496BD}"/>
              </a:ext>
            </a:extLst>
          </p:cNvPr>
          <p:cNvSpPr>
            <a:spLocks noGrp="1"/>
          </p:cNvSpPr>
          <p:nvPr/>
        </p:nvSpPr>
        <p:spPr>
          <a:xfrm>
            <a:off x="8159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6" name="F2_precision_recall_distributions_8240">
            <a:extLst>
              <a:ext uri="{FF2B5EF4-FFF2-40B4-BE49-F238E27FC236}">
                <a16:creationId xmlns:a16="http://schemas.microsoft.com/office/drawing/2014/main" id="{EE1B64DB-5140-4A27-BBA4-0AD855E6B767}"/>
              </a:ext>
            </a:extLst>
          </p:cNvPr>
          <p:cNvSpPr>
            <a:spLocks noGrp="1"/>
          </p:cNvSpPr>
          <p:nvPr/>
        </p:nvSpPr>
        <p:spPr>
          <a:xfrm>
            <a:off x="8167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7" name="F2_precision_recall_distributions_8241">
            <a:extLst>
              <a:ext uri="{FF2B5EF4-FFF2-40B4-BE49-F238E27FC236}">
                <a16:creationId xmlns:a16="http://schemas.microsoft.com/office/drawing/2014/main" id="{BD2BD0C9-22A5-4275-A9D7-94DF83EDD7C0}"/>
              </a:ext>
            </a:extLst>
          </p:cNvPr>
          <p:cNvSpPr>
            <a:spLocks noGrp="1"/>
          </p:cNvSpPr>
          <p:nvPr/>
        </p:nvSpPr>
        <p:spPr>
          <a:xfrm>
            <a:off x="83713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8" name="F2_precision_recall_distributions_8242">
            <a:extLst>
              <a:ext uri="{FF2B5EF4-FFF2-40B4-BE49-F238E27FC236}">
                <a16:creationId xmlns:a16="http://schemas.microsoft.com/office/drawing/2014/main" id="{FD159CA9-7FA8-4F57-9BD0-3C1BF6AAAC86}"/>
              </a:ext>
            </a:extLst>
          </p:cNvPr>
          <p:cNvSpPr>
            <a:spLocks noGrp="1"/>
          </p:cNvSpPr>
          <p:nvPr/>
        </p:nvSpPr>
        <p:spPr>
          <a:xfrm>
            <a:off x="82493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9" name="F2_precision_recall_distributions_8243">
            <a:extLst>
              <a:ext uri="{FF2B5EF4-FFF2-40B4-BE49-F238E27FC236}">
                <a16:creationId xmlns:a16="http://schemas.microsoft.com/office/drawing/2014/main" id="{FD7466F2-5049-44E1-98E1-4323B370662E}"/>
              </a:ext>
            </a:extLst>
          </p:cNvPr>
          <p:cNvSpPr>
            <a:spLocks noGrp="1"/>
          </p:cNvSpPr>
          <p:nvPr/>
        </p:nvSpPr>
        <p:spPr>
          <a:xfrm>
            <a:off x="82488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0" name="F2_precision_recall_distributions_8244">
            <a:extLst>
              <a:ext uri="{FF2B5EF4-FFF2-40B4-BE49-F238E27FC236}">
                <a16:creationId xmlns:a16="http://schemas.microsoft.com/office/drawing/2014/main" id="{0DB40F12-F675-4543-B50C-AB26DA8BCC47}"/>
              </a:ext>
            </a:extLst>
          </p:cNvPr>
          <p:cNvSpPr>
            <a:spLocks noGrp="1"/>
          </p:cNvSpPr>
          <p:nvPr/>
        </p:nvSpPr>
        <p:spPr>
          <a:xfrm>
            <a:off x="8403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1" name="F2_precision_recall_distributions_8245">
            <a:extLst>
              <a:ext uri="{FF2B5EF4-FFF2-40B4-BE49-F238E27FC236}">
                <a16:creationId xmlns:a16="http://schemas.microsoft.com/office/drawing/2014/main" id="{F5D3969E-4CCC-4C80-A7BF-4B98F6A40B7C}"/>
              </a:ext>
            </a:extLst>
          </p:cNvPr>
          <p:cNvSpPr>
            <a:spLocks noGrp="1"/>
          </p:cNvSpPr>
          <p:nvPr/>
        </p:nvSpPr>
        <p:spPr>
          <a:xfrm>
            <a:off x="83619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2" name="F2_precision_recall_distributions_8246">
            <a:extLst>
              <a:ext uri="{FF2B5EF4-FFF2-40B4-BE49-F238E27FC236}">
                <a16:creationId xmlns:a16="http://schemas.microsoft.com/office/drawing/2014/main" id="{17626937-9A62-4983-9946-10138D63AC57}"/>
              </a:ext>
            </a:extLst>
          </p:cNvPr>
          <p:cNvSpPr>
            <a:spLocks noGrp="1"/>
          </p:cNvSpPr>
          <p:nvPr/>
        </p:nvSpPr>
        <p:spPr>
          <a:xfrm>
            <a:off x="81517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3" name="F2_precision_recall_distributions_8247">
            <a:extLst>
              <a:ext uri="{FF2B5EF4-FFF2-40B4-BE49-F238E27FC236}">
                <a16:creationId xmlns:a16="http://schemas.microsoft.com/office/drawing/2014/main" id="{8F67FE49-AEEF-4F22-AD56-7949F863F2AD}"/>
              </a:ext>
            </a:extLst>
          </p:cNvPr>
          <p:cNvSpPr>
            <a:spLocks noGrp="1"/>
          </p:cNvSpPr>
          <p:nvPr/>
        </p:nvSpPr>
        <p:spPr>
          <a:xfrm>
            <a:off x="8297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4" name="F2_precision_recall_distributions_8248">
            <a:extLst>
              <a:ext uri="{FF2B5EF4-FFF2-40B4-BE49-F238E27FC236}">
                <a16:creationId xmlns:a16="http://schemas.microsoft.com/office/drawing/2014/main" id="{9A482DDE-A2F4-441A-BE23-61C678545695}"/>
              </a:ext>
            </a:extLst>
          </p:cNvPr>
          <p:cNvSpPr>
            <a:spLocks noGrp="1"/>
          </p:cNvSpPr>
          <p:nvPr/>
        </p:nvSpPr>
        <p:spPr>
          <a:xfrm>
            <a:off x="84804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5" name="F2_precision_recall_distributions_8249">
            <a:extLst>
              <a:ext uri="{FF2B5EF4-FFF2-40B4-BE49-F238E27FC236}">
                <a16:creationId xmlns:a16="http://schemas.microsoft.com/office/drawing/2014/main" id="{2F01E130-FED0-417F-B580-E76F674019DA}"/>
              </a:ext>
            </a:extLst>
          </p:cNvPr>
          <p:cNvSpPr>
            <a:spLocks noGrp="1"/>
          </p:cNvSpPr>
          <p:nvPr/>
        </p:nvSpPr>
        <p:spPr>
          <a:xfrm>
            <a:off x="8292552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6" name="F2_precision_recall_distributions_8250">
            <a:extLst>
              <a:ext uri="{FF2B5EF4-FFF2-40B4-BE49-F238E27FC236}">
                <a16:creationId xmlns:a16="http://schemas.microsoft.com/office/drawing/2014/main" id="{4BBF56D0-9174-45DA-9EC4-0918DEFEFB43}"/>
              </a:ext>
            </a:extLst>
          </p:cNvPr>
          <p:cNvSpPr>
            <a:spLocks noGrp="1"/>
          </p:cNvSpPr>
          <p:nvPr/>
        </p:nvSpPr>
        <p:spPr>
          <a:xfrm>
            <a:off x="8249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7" name="F2_precision_recall_distributions_8251">
            <a:extLst>
              <a:ext uri="{FF2B5EF4-FFF2-40B4-BE49-F238E27FC236}">
                <a16:creationId xmlns:a16="http://schemas.microsoft.com/office/drawing/2014/main" id="{CDC25E24-AF06-469D-9DF7-70C587E67C1E}"/>
              </a:ext>
            </a:extLst>
          </p:cNvPr>
          <p:cNvSpPr>
            <a:spLocks noGrp="1"/>
          </p:cNvSpPr>
          <p:nvPr/>
        </p:nvSpPr>
        <p:spPr>
          <a:xfrm>
            <a:off x="81459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8" name="F2_precision_recall_distributions_8252">
            <a:extLst>
              <a:ext uri="{FF2B5EF4-FFF2-40B4-BE49-F238E27FC236}">
                <a16:creationId xmlns:a16="http://schemas.microsoft.com/office/drawing/2014/main" id="{A884816A-3983-46ED-A8B3-1FECF7B2DAC2}"/>
              </a:ext>
            </a:extLst>
          </p:cNvPr>
          <p:cNvSpPr>
            <a:spLocks noGrp="1"/>
          </p:cNvSpPr>
          <p:nvPr/>
        </p:nvSpPr>
        <p:spPr>
          <a:xfrm>
            <a:off x="839034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9" name="F2_precision_recall_distributions_8253">
            <a:extLst>
              <a:ext uri="{FF2B5EF4-FFF2-40B4-BE49-F238E27FC236}">
                <a16:creationId xmlns:a16="http://schemas.microsoft.com/office/drawing/2014/main" id="{AF646EAF-D0E7-4170-B079-4F42373E5736}"/>
              </a:ext>
            </a:extLst>
          </p:cNvPr>
          <p:cNvSpPr>
            <a:spLocks noGrp="1"/>
          </p:cNvSpPr>
          <p:nvPr/>
        </p:nvSpPr>
        <p:spPr>
          <a:xfrm>
            <a:off x="836547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0" name="F2_precision_recall_distributions_8254">
            <a:extLst>
              <a:ext uri="{FF2B5EF4-FFF2-40B4-BE49-F238E27FC236}">
                <a16:creationId xmlns:a16="http://schemas.microsoft.com/office/drawing/2014/main" id="{FB0830F3-98B5-4E2D-8ADA-644107A279BE}"/>
              </a:ext>
            </a:extLst>
          </p:cNvPr>
          <p:cNvSpPr>
            <a:spLocks noGrp="1"/>
          </p:cNvSpPr>
          <p:nvPr/>
        </p:nvSpPr>
        <p:spPr>
          <a:xfrm>
            <a:off x="82331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1" name="F2_precision_recall_distributions_8255">
            <a:extLst>
              <a:ext uri="{FF2B5EF4-FFF2-40B4-BE49-F238E27FC236}">
                <a16:creationId xmlns:a16="http://schemas.microsoft.com/office/drawing/2014/main" id="{C1718E39-7A96-4A7D-9863-1988E8BEFF38}"/>
              </a:ext>
            </a:extLst>
          </p:cNvPr>
          <p:cNvSpPr>
            <a:spLocks noGrp="1"/>
          </p:cNvSpPr>
          <p:nvPr/>
        </p:nvSpPr>
        <p:spPr>
          <a:xfrm>
            <a:off x="8457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2" name="F2_precision_recall_distributions_8256">
            <a:extLst>
              <a:ext uri="{FF2B5EF4-FFF2-40B4-BE49-F238E27FC236}">
                <a16:creationId xmlns:a16="http://schemas.microsoft.com/office/drawing/2014/main" id="{3BFEF139-B82F-466E-9EF5-CFA8784787C3}"/>
              </a:ext>
            </a:extLst>
          </p:cNvPr>
          <p:cNvSpPr>
            <a:spLocks noGrp="1"/>
          </p:cNvSpPr>
          <p:nvPr/>
        </p:nvSpPr>
        <p:spPr>
          <a:xfrm>
            <a:off x="8333496" y="7687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3" name="F2_precision_recall_distributions_8257">
            <a:extLst>
              <a:ext uri="{FF2B5EF4-FFF2-40B4-BE49-F238E27FC236}">
                <a16:creationId xmlns:a16="http://schemas.microsoft.com/office/drawing/2014/main" id="{DFA51EE4-BF29-4E03-9C90-36D9B31D2D59}"/>
              </a:ext>
            </a:extLst>
          </p:cNvPr>
          <p:cNvSpPr>
            <a:spLocks noGrp="1"/>
          </p:cNvSpPr>
          <p:nvPr/>
        </p:nvSpPr>
        <p:spPr>
          <a:xfrm>
            <a:off x="84786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4" name="F2_precision_recall_distributions_8258">
            <a:extLst>
              <a:ext uri="{FF2B5EF4-FFF2-40B4-BE49-F238E27FC236}">
                <a16:creationId xmlns:a16="http://schemas.microsoft.com/office/drawing/2014/main" id="{6285A155-4872-4F3C-8A43-9AF59FA96576}"/>
              </a:ext>
            </a:extLst>
          </p:cNvPr>
          <p:cNvSpPr>
            <a:spLocks noGrp="1"/>
          </p:cNvSpPr>
          <p:nvPr/>
        </p:nvSpPr>
        <p:spPr>
          <a:xfrm>
            <a:off x="83864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5" name="F2_precision_recall_distributions_8259">
            <a:extLst>
              <a:ext uri="{FF2B5EF4-FFF2-40B4-BE49-F238E27FC236}">
                <a16:creationId xmlns:a16="http://schemas.microsoft.com/office/drawing/2014/main" id="{CC6FC181-3421-47F4-9219-F0A792DCED39}"/>
              </a:ext>
            </a:extLst>
          </p:cNvPr>
          <p:cNvSpPr>
            <a:spLocks noGrp="1"/>
          </p:cNvSpPr>
          <p:nvPr/>
        </p:nvSpPr>
        <p:spPr>
          <a:xfrm>
            <a:off x="84096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6" name="F2_precision_recall_distributions_8260">
            <a:extLst>
              <a:ext uri="{FF2B5EF4-FFF2-40B4-BE49-F238E27FC236}">
                <a16:creationId xmlns:a16="http://schemas.microsoft.com/office/drawing/2014/main" id="{7B9E5D8F-8246-49F3-8371-05A47151466F}"/>
              </a:ext>
            </a:extLst>
          </p:cNvPr>
          <p:cNvSpPr>
            <a:spLocks noGrp="1"/>
          </p:cNvSpPr>
          <p:nvPr/>
        </p:nvSpPr>
        <p:spPr>
          <a:xfrm>
            <a:off x="82784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7" name="F2_precision_recall_distributions_8261">
            <a:extLst>
              <a:ext uri="{FF2B5EF4-FFF2-40B4-BE49-F238E27FC236}">
                <a16:creationId xmlns:a16="http://schemas.microsoft.com/office/drawing/2014/main" id="{3AFA9D3C-DEB3-43D7-9150-EDCE59D7AAC1}"/>
              </a:ext>
            </a:extLst>
          </p:cNvPr>
          <p:cNvSpPr>
            <a:spLocks noGrp="1"/>
          </p:cNvSpPr>
          <p:nvPr/>
        </p:nvSpPr>
        <p:spPr>
          <a:xfrm>
            <a:off x="8323800" y="7797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8" name="F2_precision_recall_distributions_8262">
            <a:extLst>
              <a:ext uri="{FF2B5EF4-FFF2-40B4-BE49-F238E27FC236}">
                <a16:creationId xmlns:a16="http://schemas.microsoft.com/office/drawing/2014/main" id="{4FA15596-471E-4388-BD64-73647D620083}"/>
              </a:ext>
            </a:extLst>
          </p:cNvPr>
          <p:cNvSpPr>
            <a:spLocks noGrp="1"/>
          </p:cNvSpPr>
          <p:nvPr/>
        </p:nvSpPr>
        <p:spPr>
          <a:xfrm>
            <a:off x="8249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9" name="F2_precision_recall_distributions_8263">
            <a:extLst>
              <a:ext uri="{FF2B5EF4-FFF2-40B4-BE49-F238E27FC236}">
                <a16:creationId xmlns:a16="http://schemas.microsoft.com/office/drawing/2014/main" id="{AB364F43-8110-4DB4-823C-4CD3850AE6CA}"/>
              </a:ext>
            </a:extLst>
          </p:cNvPr>
          <p:cNvSpPr>
            <a:spLocks noGrp="1"/>
          </p:cNvSpPr>
          <p:nvPr/>
        </p:nvSpPr>
        <p:spPr>
          <a:xfrm>
            <a:off x="8191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0" name="F2_precision_recall_distributions_8264">
            <a:extLst>
              <a:ext uri="{FF2B5EF4-FFF2-40B4-BE49-F238E27FC236}">
                <a16:creationId xmlns:a16="http://schemas.microsoft.com/office/drawing/2014/main" id="{D8C88C4C-5FD2-42CB-BB33-3497C0F29E5D}"/>
              </a:ext>
            </a:extLst>
          </p:cNvPr>
          <p:cNvSpPr>
            <a:spLocks noGrp="1"/>
          </p:cNvSpPr>
          <p:nvPr/>
        </p:nvSpPr>
        <p:spPr>
          <a:xfrm>
            <a:off x="8170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1" name="F2_precision_recall_distributions_8265">
            <a:extLst>
              <a:ext uri="{FF2B5EF4-FFF2-40B4-BE49-F238E27FC236}">
                <a16:creationId xmlns:a16="http://schemas.microsoft.com/office/drawing/2014/main" id="{136548C8-B4A3-4914-B2FA-DBE9D4EFFB47}"/>
              </a:ext>
            </a:extLst>
          </p:cNvPr>
          <p:cNvSpPr>
            <a:spLocks noGrp="1"/>
          </p:cNvSpPr>
          <p:nvPr/>
        </p:nvSpPr>
        <p:spPr>
          <a:xfrm>
            <a:off x="81350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2" name="F2_precision_recall_distributions_8266">
            <a:extLst>
              <a:ext uri="{FF2B5EF4-FFF2-40B4-BE49-F238E27FC236}">
                <a16:creationId xmlns:a16="http://schemas.microsoft.com/office/drawing/2014/main" id="{3FE8A177-908D-4207-92A2-E686D18EE0CE}"/>
              </a:ext>
            </a:extLst>
          </p:cNvPr>
          <p:cNvSpPr>
            <a:spLocks noGrp="1"/>
          </p:cNvSpPr>
          <p:nvPr/>
        </p:nvSpPr>
        <p:spPr>
          <a:xfrm>
            <a:off x="825764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3" name="F2_precision_recall_distributions_8267">
            <a:extLst>
              <a:ext uri="{FF2B5EF4-FFF2-40B4-BE49-F238E27FC236}">
                <a16:creationId xmlns:a16="http://schemas.microsoft.com/office/drawing/2014/main" id="{5CF7A974-CC6B-482B-83E9-FE05578C1867}"/>
              </a:ext>
            </a:extLst>
          </p:cNvPr>
          <p:cNvSpPr>
            <a:spLocks noGrp="1"/>
          </p:cNvSpPr>
          <p:nvPr/>
        </p:nvSpPr>
        <p:spPr>
          <a:xfrm>
            <a:off x="8314996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4" name="F2_precision_recall_distributions_8268">
            <a:extLst>
              <a:ext uri="{FF2B5EF4-FFF2-40B4-BE49-F238E27FC236}">
                <a16:creationId xmlns:a16="http://schemas.microsoft.com/office/drawing/2014/main" id="{8D9AABEF-B7C9-4BDC-A4A9-AC017C596635}"/>
              </a:ext>
            </a:extLst>
          </p:cNvPr>
          <p:cNvSpPr>
            <a:spLocks noGrp="1"/>
          </p:cNvSpPr>
          <p:nvPr/>
        </p:nvSpPr>
        <p:spPr>
          <a:xfrm>
            <a:off x="8417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5" name="F2_precision_recall_distributions_8269">
            <a:extLst>
              <a:ext uri="{FF2B5EF4-FFF2-40B4-BE49-F238E27FC236}">
                <a16:creationId xmlns:a16="http://schemas.microsoft.com/office/drawing/2014/main" id="{BD0F09E2-C0C6-4E4F-B500-B702C359F8F1}"/>
              </a:ext>
            </a:extLst>
          </p:cNvPr>
          <p:cNvSpPr>
            <a:spLocks noGrp="1"/>
          </p:cNvSpPr>
          <p:nvPr/>
        </p:nvSpPr>
        <p:spPr>
          <a:xfrm>
            <a:off x="83922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6" name="F2_precision_recall_distributions_8270">
            <a:extLst>
              <a:ext uri="{FF2B5EF4-FFF2-40B4-BE49-F238E27FC236}">
                <a16:creationId xmlns:a16="http://schemas.microsoft.com/office/drawing/2014/main" id="{56CD1B7A-4FA8-4353-A74E-AB128B34F410}"/>
              </a:ext>
            </a:extLst>
          </p:cNvPr>
          <p:cNvSpPr>
            <a:spLocks noGrp="1"/>
          </p:cNvSpPr>
          <p:nvPr/>
        </p:nvSpPr>
        <p:spPr>
          <a:xfrm>
            <a:off x="82488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7" name="F2_precision_recall_distributions_8271">
            <a:extLst>
              <a:ext uri="{FF2B5EF4-FFF2-40B4-BE49-F238E27FC236}">
                <a16:creationId xmlns:a16="http://schemas.microsoft.com/office/drawing/2014/main" id="{AAB57C26-5686-45C2-ABB2-5DE344BE20F4}"/>
              </a:ext>
            </a:extLst>
          </p:cNvPr>
          <p:cNvSpPr>
            <a:spLocks noGrp="1"/>
          </p:cNvSpPr>
          <p:nvPr/>
        </p:nvSpPr>
        <p:spPr>
          <a:xfrm>
            <a:off x="8281587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8" name="F2_precision_recall_distributions_8272">
            <a:extLst>
              <a:ext uri="{FF2B5EF4-FFF2-40B4-BE49-F238E27FC236}">
                <a16:creationId xmlns:a16="http://schemas.microsoft.com/office/drawing/2014/main" id="{FF40ABC9-5D35-4516-BE8D-71502BFD5953}"/>
              </a:ext>
            </a:extLst>
          </p:cNvPr>
          <p:cNvSpPr>
            <a:spLocks noGrp="1"/>
          </p:cNvSpPr>
          <p:nvPr/>
        </p:nvSpPr>
        <p:spPr>
          <a:xfrm>
            <a:off x="8379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9" name="F2_precision_recall_distributions_8273">
            <a:extLst>
              <a:ext uri="{FF2B5EF4-FFF2-40B4-BE49-F238E27FC236}">
                <a16:creationId xmlns:a16="http://schemas.microsoft.com/office/drawing/2014/main" id="{6C14E826-2F5F-4D1D-8FBA-3D69FB4DED0E}"/>
              </a:ext>
            </a:extLst>
          </p:cNvPr>
          <p:cNvSpPr>
            <a:spLocks noGrp="1"/>
          </p:cNvSpPr>
          <p:nvPr/>
        </p:nvSpPr>
        <p:spPr>
          <a:xfrm>
            <a:off x="8485854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0" name="F2_precision_recall_distributions_8274">
            <a:extLst>
              <a:ext uri="{FF2B5EF4-FFF2-40B4-BE49-F238E27FC236}">
                <a16:creationId xmlns:a16="http://schemas.microsoft.com/office/drawing/2014/main" id="{AE7A1058-F732-48AB-BB1B-45847C855638}"/>
              </a:ext>
            </a:extLst>
          </p:cNvPr>
          <p:cNvSpPr>
            <a:spLocks noGrp="1"/>
          </p:cNvSpPr>
          <p:nvPr/>
        </p:nvSpPr>
        <p:spPr>
          <a:xfrm>
            <a:off x="82022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1" name="F2_precision_recall_distributions_8275">
            <a:extLst>
              <a:ext uri="{FF2B5EF4-FFF2-40B4-BE49-F238E27FC236}">
                <a16:creationId xmlns:a16="http://schemas.microsoft.com/office/drawing/2014/main" id="{A40A5058-0B8B-4B1C-83D9-BCD5B3D81F54}"/>
              </a:ext>
            </a:extLst>
          </p:cNvPr>
          <p:cNvSpPr>
            <a:spLocks noGrp="1"/>
          </p:cNvSpPr>
          <p:nvPr/>
        </p:nvSpPr>
        <p:spPr>
          <a:xfrm>
            <a:off x="82231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2" name="F2_precision_recall_distributions_8276">
            <a:extLst>
              <a:ext uri="{FF2B5EF4-FFF2-40B4-BE49-F238E27FC236}">
                <a16:creationId xmlns:a16="http://schemas.microsoft.com/office/drawing/2014/main" id="{ADE544EB-AE65-4095-A0C5-C4F07D90F5E7}"/>
              </a:ext>
            </a:extLst>
          </p:cNvPr>
          <p:cNvSpPr>
            <a:spLocks noGrp="1"/>
          </p:cNvSpPr>
          <p:nvPr/>
        </p:nvSpPr>
        <p:spPr>
          <a:xfrm>
            <a:off x="8368989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3" name="F2_precision_recall_distributions_8277">
            <a:extLst>
              <a:ext uri="{FF2B5EF4-FFF2-40B4-BE49-F238E27FC236}">
                <a16:creationId xmlns:a16="http://schemas.microsoft.com/office/drawing/2014/main" id="{F1FA8034-1E74-45BA-B3FE-688C6FC0CFFD}"/>
              </a:ext>
            </a:extLst>
          </p:cNvPr>
          <p:cNvSpPr>
            <a:spLocks noGrp="1"/>
          </p:cNvSpPr>
          <p:nvPr/>
        </p:nvSpPr>
        <p:spPr>
          <a:xfrm>
            <a:off x="83462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4" name="F2_precision_recall_distributions_8278">
            <a:extLst>
              <a:ext uri="{FF2B5EF4-FFF2-40B4-BE49-F238E27FC236}">
                <a16:creationId xmlns:a16="http://schemas.microsoft.com/office/drawing/2014/main" id="{0B1AC45E-89C8-44C5-8858-98ADA22BA349}"/>
              </a:ext>
            </a:extLst>
          </p:cNvPr>
          <p:cNvSpPr>
            <a:spLocks noGrp="1"/>
          </p:cNvSpPr>
          <p:nvPr/>
        </p:nvSpPr>
        <p:spPr>
          <a:xfrm>
            <a:off x="84769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5" name="F2_precision_recall_distributions_8279">
            <a:extLst>
              <a:ext uri="{FF2B5EF4-FFF2-40B4-BE49-F238E27FC236}">
                <a16:creationId xmlns:a16="http://schemas.microsoft.com/office/drawing/2014/main" id="{98FBCD69-04F3-4898-BEF5-A5C75903BD54}"/>
              </a:ext>
            </a:extLst>
          </p:cNvPr>
          <p:cNvSpPr>
            <a:spLocks noGrp="1"/>
          </p:cNvSpPr>
          <p:nvPr/>
        </p:nvSpPr>
        <p:spPr>
          <a:xfrm>
            <a:off x="838599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6" name="F2_precision_recall_distributions_8280">
            <a:extLst>
              <a:ext uri="{FF2B5EF4-FFF2-40B4-BE49-F238E27FC236}">
                <a16:creationId xmlns:a16="http://schemas.microsoft.com/office/drawing/2014/main" id="{4A35E0AB-1EBC-4D9B-ABC4-2974580B2D1D}"/>
              </a:ext>
            </a:extLst>
          </p:cNvPr>
          <p:cNvSpPr>
            <a:spLocks noGrp="1"/>
          </p:cNvSpPr>
          <p:nvPr/>
        </p:nvSpPr>
        <p:spPr>
          <a:xfrm>
            <a:off x="8312735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7" name="F2_precision_recall_distributions_8281">
            <a:extLst>
              <a:ext uri="{FF2B5EF4-FFF2-40B4-BE49-F238E27FC236}">
                <a16:creationId xmlns:a16="http://schemas.microsoft.com/office/drawing/2014/main" id="{31DF1830-A179-413F-9167-FB88469D6A12}"/>
              </a:ext>
            </a:extLst>
          </p:cNvPr>
          <p:cNvSpPr>
            <a:spLocks noGrp="1"/>
          </p:cNvSpPr>
          <p:nvPr/>
        </p:nvSpPr>
        <p:spPr>
          <a:xfrm>
            <a:off x="84532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8" name="F2_precision_recall_distributions_8282">
            <a:extLst>
              <a:ext uri="{FF2B5EF4-FFF2-40B4-BE49-F238E27FC236}">
                <a16:creationId xmlns:a16="http://schemas.microsoft.com/office/drawing/2014/main" id="{A71BCF0D-7821-4AE6-B34A-8DEF3391ADEA}"/>
              </a:ext>
            </a:extLst>
          </p:cNvPr>
          <p:cNvSpPr>
            <a:spLocks noGrp="1"/>
          </p:cNvSpPr>
          <p:nvPr/>
        </p:nvSpPr>
        <p:spPr>
          <a:xfrm>
            <a:off x="83748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9" name="F2_precision_recall_distributions_8283">
            <a:extLst>
              <a:ext uri="{FF2B5EF4-FFF2-40B4-BE49-F238E27FC236}">
                <a16:creationId xmlns:a16="http://schemas.microsoft.com/office/drawing/2014/main" id="{502368F1-FA10-4444-9E12-8912A3FF9A6C}"/>
              </a:ext>
            </a:extLst>
          </p:cNvPr>
          <p:cNvSpPr>
            <a:spLocks noGrp="1"/>
          </p:cNvSpPr>
          <p:nvPr/>
        </p:nvSpPr>
        <p:spPr>
          <a:xfrm>
            <a:off x="8138539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0" name="F2_precision_recall_distributions_8284">
            <a:extLst>
              <a:ext uri="{FF2B5EF4-FFF2-40B4-BE49-F238E27FC236}">
                <a16:creationId xmlns:a16="http://schemas.microsoft.com/office/drawing/2014/main" id="{55F103F9-74BA-4FB7-B649-3CD3D0E6512E}"/>
              </a:ext>
            </a:extLst>
          </p:cNvPr>
          <p:cNvSpPr>
            <a:spLocks noGrp="1"/>
          </p:cNvSpPr>
          <p:nvPr/>
        </p:nvSpPr>
        <p:spPr>
          <a:xfrm>
            <a:off x="84690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1" name="F2_precision_recall_distributions_8285">
            <a:extLst>
              <a:ext uri="{FF2B5EF4-FFF2-40B4-BE49-F238E27FC236}">
                <a16:creationId xmlns:a16="http://schemas.microsoft.com/office/drawing/2014/main" id="{DC3E0DCD-C583-4601-B4E0-26005765486D}"/>
              </a:ext>
            </a:extLst>
          </p:cNvPr>
          <p:cNvSpPr>
            <a:spLocks noGrp="1"/>
          </p:cNvSpPr>
          <p:nvPr/>
        </p:nvSpPr>
        <p:spPr>
          <a:xfrm>
            <a:off x="84972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2" name="F2_precision_recall_distributions_8286">
            <a:extLst>
              <a:ext uri="{FF2B5EF4-FFF2-40B4-BE49-F238E27FC236}">
                <a16:creationId xmlns:a16="http://schemas.microsoft.com/office/drawing/2014/main" id="{556A4E71-E909-4E4B-AC32-EBBE83481007}"/>
              </a:ext>
            </a:extLst>
          </p:cNvPr>
          <p:cNvSpPr>
            <a:spLocks noGrp="1"/>
          </p:cNvSpPr>
          <p:nvPr/>
        </p:nvSpPr>
        <p:spPr>
          <a:xfrm>
            <a:off x="81520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3" name="F2_precision_recall_distributions_8287">
            <a:extLst>
              <a:ext uri="{FF2B5EF4-FFF2-40B4-BE49-F238E27FC236}">
                <a16:creationId xmlns:a16="http://schemas.microsoft.com/office/drawing/2014/main" id="{E6C52732-6B0E-441C-AB99-809339A6FF1F}"/>
              </a:ext>
            </a:extLst>
          </p:cNvPr>
          <p:cNvSpPr>
            <a:spLocks noGrp="1"/>
          </p:cNvSpPr>
          <p:nvPr/>
        </p:nvSpPr>
        <p:spPr>
          <a:xfrm>
            <a:off x="8367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4" name="F2_precision_recall_distributions_8288">
            <a:extLst>
              <a:ext uri="{FF2B5EF4-FFF2-40B4-BE49-F238E27FC236}">
                <a16:creationId xmlns:a16="http://schemas.microsoft.com/office/drawing/2014/main" id="{51AE5B8F-3C1A-40FE-A1F8-FAC5ADE30282}"/>
              </a:ext>
            </a:extLst>
          </p:cNvPr>
          <p:cNvSpPr>
            <a:spLocks noGrp="1"/>
          </p:cNvSpPr>
          <p:nvPr/>
        </p:nvSpPr>
        <p:spPr>
          <a:xfrm>
            <a:off x="8152266" y="7717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5" name="F2_precision_recall_distributions_8289">
            <a:extLst>
              <a:ext uri="{FF2B5EF4-FFF2-40B4-BE49-F238E27FC236}">
                <a16:creationId xmlns:a16="http://schemas.microsoft.com/office/drawing/2014/main" id="{D91AED41-A3A4-48BD-8DE2-172B565F08E7}"/>
              </a:ext>
            </a:extLst>
          </p:cNvPr>
          <p:cNvSpPr>
            <a:spLocks noGrp="1"/>
          </p:cNvSpPr>
          <p:nvPr/>
        </p:nvSpPr>
        <p:spPr>
          <a:xfrm>
            <a:off x="8354808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6" name="F2_precision_recall_distributions_8290">
            <a:extLst>
              <a:ext uri="{FF2B5EF4-FFF2-40B4-BE49-F238E27FC236}">
                <a16:creationId xmlns:a16="http://schemas.microsoft.com/office/drawing/2014/main" id="{D0544384-DB18-47F9-AD55-0FD1DF290703}"/>
              </a:ext>
            </a:extLst>
          </p:cNvPr>
          <p:cNvSpPr>
            <a:spLocks noGrp="1"/>
          </p:cNvSpPr>
          <p:nvPr/>
        </p:nvSpPr>
        <p:spPr>
          <a:xfrm>
            <a:off x="82835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7" name="F2_precision_recall_distributions_8291">
            <a:extLst>
              <a:ext uri="{FF2B5EF4-FFF2-40B4-BE49-F238E27FC236}">
                <a16:creationId xmlns:a16="http://schemas.microsoft.com/office/drawing/2014/main" id="{FEDF055E-A503-4E25-901C-AAD72D2C5F8B}"/>
              </a:ext>
            </a:extLst>
          </p:cNvPr>
          <p:cNvSpPr>
            <a:spLocks noGrp="1"/>
          </p:cNvSpPr>
          <p:nvPr/>
        </p:nvSpPr>
        <p:spPr>
          <a:xfrm>
            <a:off x="82307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8" name="F2_precision_recall_distributions_8292">
            <a:extLst>
              <a:ext uri="{FF2B5EF4-FFF2-40B4-BE49-F238E27FC236}">
                <a16:creationId xmlns:a16="http://schemas.microsoft.com/office/drawing/2014/main" id="{F967F14D-1143-4891-B294-5343BDEB2F1A}"/>
              </a:ext>
            </a:extLst>
          </p:cNvPr>
          <p:cNvSpPr>
            <a:spLocks noGrp="1"/>
          </p:cNvSpPr>
          <p:nvPr/>
        </p:nvSpPr>
        <p:spPr>
          <a:xfrm>
            <a:off x="8319602" y="6988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9" name="F2_precision_recall_distributions_8293">
            <a:extLst>
              <a:ext uri="{FF2B5EF4-FFF2-40B4-BE49-F238E27FC236}">
                <a16:creationId xmlns:a16="http://schemas.microsoft.com/office/drawing/2014/main" id="{1462D297-8A7E-4A2B-9A43-4FD4A8E34AA3}"/>
              </a:ext>
            </a:extLst>
          </p:cNvPr>
          <p:cNvSpPr>
            <a:spLocks noGrp="1"/>
          </p:cNvSpPr>
          <p:nvPr/>
        </p:nvSpPr>
        <p:spPr>
          <a:xfrm>
            <a:off x="8220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0" name="F2_precision_recall_distributions_8294">
            <a:extLst>
              <a:ext uri="{FF2B5EF4-FFF2-40B4-BE49-F238E27FC236}">
                <a16:creationId xmlns:a16="http://schemas.microsoft.com/office/drawing/2014/main" id="{6E2ABD90-FBA4-44B1-867C-162800EDB1E2}"/>
              </a:ext>
            </a:extLst>
          </p:cNvPr>
          <p:cNvSpPr>
            <a:spLocks noGrp="1"/>
          </p:cNvSpPr>
          <p:nvPr/>
        </p:nvSpPr>
        <p:spPr>
          <a:xfrm>
            <a:off x="81496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1" name="F2_precision_recall_distributions_8295">
            <a:extLst>
              <a:ext uri="{FF2B5EF4-FFF2-40B4-BE49-F238E27FC236}">
                <a16:creationId xmlns:a16="http://schemas.microsoft.com/office/drawing/2014/main" id="{4B52FD04-5E8E-482D-AFC7-144F53BD6401}"/>
              </a:ext>
            </a:extLst>
          </p:cNvPr>
          <p:cNvSpPr>
            <a:spLocks noGrp="1"/>
          </p:cNvSpPr>
          <p:nvPr/>
        </p:nvSpPr>
        <p:spPr>
          <a:xfrm>
            <a:off x="81769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2" name="F2_precision_recall_distributions_8296">
            <a:extLst>
              <a:ext uri="{FF2B5EF4-FFF2-40B4-BE49-F238E27FC236}">
                <a16:creationId xmlns:a16="http://schemas.microsoft.com/office/drawing/2014/main" id="{519CF58B-FD6F-4E7F-973A-7A92482665FA}"/>
              </a:ext>
            </a:extLst>
          </p:cNvPr>
          <p:cNvSpPr>
            <a:spLocks noGrp="1"/>
          </p:cNvSpPr>
          <p:nvPr/>
        </p:nvSpPr>
        <p:spPr>
          <a:xfrm>
            <a:off x="84859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3" name="F2_precision_recall_distributions_8297">
            <a:extLst>
              <a:ext uri="{FF2B5EF4-FFF2-40B4-BE49-F238E27FC236}">
                <a16:creationId xmlns:a16="http://schemas.microsoft.com/office/drawing/2014/main" id="{0E969E0C-486F-47FF-9A5D-03AF363619D9}"/>
              </a:ext>
            </a:extLst>
          </p:cNvPr>
          <p:cNvSpPr>
            <a:spLocks noGrp="1"/>
          </p:cNvSpPr>
          <p:nvPr/>
        </p:nvSpPr>
        <p:spPr>
          <a:xfrm>
            <a:off x="816793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4" name="F2_precision_recall_distributions_8298">
            <a:extLst>
              <a:ext uri="{FF2B5EF4-FFF2-40B4-BE49-F238E27FC236}">
                <a16:creationId xmlns:a16="http://schemas.microsoft.com/office/drawing/2014/main" id="{D4AD20B4-8C68-4EB5-8167-D3748F01F14C}"/>
              </a:ext>
            </a:extLst>
          </p:cNvPr>
          <p:cNvSpPr>
            <a:spLocks noGrp="1"/>
          </p:cNvSpPr>
          <p:nvPr/>
        </p:nvSpPr>
        <p:spPr>
          <a:xfrm>
            <a:off x="824642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5" name="F2_precision_recall_distributions_8299">
            <a:extLst>
              <a:ext uri="{FF2B5EF4-FFF2-40B4-BE49-F238E27FC236}">
                <a16:creationId xmlns:a16="http://schemas.microsoft.com/office/drawing/2014/main" id="{CEDA0B5A-55CE-4372-9C61-C0C02874B6BD}"/>
              </a:ext>
            </a:extLst>
          </p:cNvPr>
          <p:cNvSpPr>
            <a:spLocks noGrp="1"/>
          </p:cNvSpPr>
          <p:nvPr/>
        </p:nvSpPr>
        <p:spPr>
          <a:xfrm>
            <a:off x="81907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6" name="F2_precision_recall_distributions_8300">
            <a:extLst>
              <a:ext uri="{FF2B5EF4-FFF2-40B4-BE49-F238E27FC236}">
                <a16:creationId xmlns:a16="http://schemas.microsoft.com/office/drawing/2014/main" id="{C59D749B-FC12-44C8-B733-0BF90D081418}"/>
              </a:ext>
            </a:extLst>
          </p:cNvPr>
          <p:cNvSpPr>
            <a:spLocks noGrp="1"/>
          </p:cNvSpPr>
          <p:nvPr/>
        </p:nvSpPr>
        <p:spPr>
          <a:xfrm>
            <a:off x="83160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7" name="F2_precision_recall_distributions_8301">
            <a:extLst>
              <a:ext uri="{FF2B5EF4-FFF2-40B4-BE49-F238E27FC236}">
                <a16:creationId xmlns:a16="http://schemas.microsoft.com/office/drawing/2014/main" id="{DB81B418-5FA8-444F-AFCC-E7C07DFB1A9C}"/>
              </a:ext>
            </a:extLst>
          </p:cNvPr>
          <p:cNvSpPr>
            <a:spLocks noGrp="1"/>
          </p:cNvSpPr>
          <p:nvPr/>
        </p:nvSpPr>
        <p:spPr>
          <a:xfrm>
            <a:off x="8233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8" name="F2_precision_recall_distributions_8302">
            <a:extLst>
              <a:ext uri="{FF2B5EF4-FFF2-40B4-BE49-F238E27FC236}">
                <a16:creationId xmlns:a16="http://schemas.microsoft.com/office/drawing/2014/main" id="{9F63DC8E-B07A-461C-B907-66D5D15AD424}"/>
              </a:ext>
            </a:extLst>
          </p:cNvPr>
          <p:cNvSpPr>
            <a:spLocks noGrp="1"/>
          </p:cNvSpPr>
          <p:nvPr/>
        </p:nvSpPr>
        <p:spPr>
          <a:xfrm>
            <a:off x="82745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9" name="F2_precision_recall_distributions_8303">
            <a:extLst>
              <a:ext uri="{FF2B5EF4-FFF2-40B4-BE49-F238E27FC236}">
                <a16:creationId xmlns:a16="http://schemas.microsoft.com/office/drawing/2014/main" id="{D45776B3-7C35-41EF-B5AE-CEA4C5997097}"/>
              </a:ext>
            </a:extLst>
          </p:cNvPr>
          <p:cNvSpPr>
            <a:spLocks noGrp="1"/>
          </p:cNvSpPr>
          <p:nvPr/>
        </p:nvSpPr>
        <p:spPr>
          <a:xfrm>
            <a:off x="8358620" y="7343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0" name="F2_precision_recall_distributions_8304">
            <a:extLst>
              <a:ext uri="{FF2B5EF4-FFF2-40B4-BE49-F238E27FC236}">
                <a16:creationId xmlns:a16="http://schemas.microsoft.com/office/drawing/2014/main" id="{D00D36DD-BC58-4C9C-96B0-A8D3248CF0BD}"/>
              </a:ext>
            </a:extLst>
          </p:cNvPr>
          <p:cNvSpPr>
            <a:spLocks noGrp="1"/>
          </p:cNvSpPr>
          <p:nvPr/>
        </p:nvSpPr>
        <p:spPr>
          <a:xfrm>
            <a:off x="8323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1" name="F2_precision_recall_distributions_8305">
            <a:extLst>
              <a:ext uri="{FF2B5EF4-FFF2-40B4-BE49-F238E27FC236}">
                <a16:creationId xmlns:a16="http://schemas.microsoft.com/office/drawing/2014/main" id="{FE939BD4-38DE-4156-BA16-B9C131ADE2AE}"/>
              </a:ext>
            </a:extLst>
          </p:cNvPr>
          <p:cNvSpPr>
            <a:spLocks noGrp="1"/>
          </p:cNvSpPr>
          <p:nvPr/>
        </p:nvSpPr>
        <p:spPr>
          <a:xfrm>
            <a:off x="83834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2" name="F2_precision_recall_distributions_8306">
            <a:extLst>
              <a:ext uri="{FF2B5EF4-FFF2-40B4-BE49-F238E27FC236}">
                <a16:creationId xmlns:a16="http://schemas.microsoft.com/office/drawing/2014/main" id="{FAD2AC3F-0A62-48A8-979D-2853466C217E}"/>
              </a:ext>
            </a:extLst>
          </p:cNvPr>
          <p:cNvSpPr>
            <a:spLocks noGrp="1"/>
          </p:cNvSpPr>
          <p:nvPr/>
        </p:nvSpPr>
        <p:spPr>
          <a:xfrm>
            <a:off x="8260968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3" name="F2_precision_recall_distributions_8307">
            <a:extLst>
              <a:ext uri="{FF2B5EF4-FFF2-40B4-BE49-F238E27FC236}">
                <a16:creationId xmlns:a16="http://schemas.microsoft.com/office/drawing/2014/main" id="{D61A4ACE-C04E-4D9B-B363-84069AA335C8}"/>
              </a:ext>
            </a:extLst>
          </p:cNvPr>
          <p:cNvSpPr>
            <a:spLocks noGrp="1"/>
          </p:cNvSpPr>
          <p:nvPr/>
        </p:nvSpPr>
        <p:spPr>
          <a:xfrm>
            <a:off x="82066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4" name="F2_precision_recall_distributions_8308">
            <a:extLst>
              <a:ext uri="{FF2B5EF4-FFF2-40B4-BE49-F238E27FC236}">
                <a16:creationId xmlns:a16="http://schemas.microsoft.com/office/drawing/2014/main" id="{E5870D4E-F611-43F2-9E4D-8FBA939F89AC}"/>
              </a:ext>
            </a:extLst>
          </p:cNvPr>
          <p:cNvSpPr>
            <a:spLocks noGrp="1"/>
          </p:cNvSpPr>
          <p:nvPr/>
        </p:nvSpPr>
        <p:spPr>
          <a:xfrm>
            <a:off x="8422951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5" name="F2_precision_recall_distributions_8309">
            <a:extLst>
              <a:ext uri="{FF2B5EF4-FFF2-40B4-BE49-F238E27FC236}">
                <a16:creationId xmlns:a16="http://schemas.microsoft.com/office/drawing/2014/main" id="{4CE06828-2ADA-474B-A19A-D5BF68A20979}"/>
              </a:ext>
            </a:extLst>
          </p:cNvPr>
          <p:cNvSpPr>
            <a:spLocks noGrp="1"/>
          </p:cNvSpPr>
          <p:nvPr/>
        </p:nvSpPr>
        <p:spPr>
          <a:xfrm>
            <a:off x="8280274" y="77726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6" name="F2_precision_recall_distributions_8310">
            <a:extLst>
              <a:ext uri="{FF2B5EF4-FFF2-40B4-BE49-F238E27FC236}">
                <a16:creationId xmlns:a16="http://schemas.microsoft.com/office/drawing/2014/main" id="{36057EF2-BA9C-408C-B214-32AA28F4042D}"/>
              </a:ext>
            </a:extLst>
          </p:cNvPr>
          <p:cNvSpPr>
            <a:spLocks noGrp="1"/>
          </p:cNvSpPr>
          <p:nvPr/>
        </p:nvSpPr>
        <p:spPr>
          <a:xfrm>
            <a:off x="8461168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7" name="F2_precision_recall_distributions_8311">
            <a:extLst>
              <a:ext uri="{FF2B5EF4-FFF2-40B4-BE49-F238E27FC236}">
                <a16:creationId xmlns:a16="http://schemas.microsoft.com/office/drawing/2014/main" id="{5ED7CE7A-D397-4838-81B2-3E9086D6BFDF}"/>
              </a:ext>
            </a:extLst>
          </p:cNvPr>
          <p:cNvSpPr>
            <a:spLocks noGrp="1"/>
          </p:cNvSpPr>
          <p:nvPr/>
        </p:nvSpPr>
        <p:spPr>
          <a:xfrm>
            <a:off x="8155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8" name="F2_precision_recall_distributions_8312">
            <a:extLst>
              <a:ext uri="{FF2B5EF4-FFF2-40B4-BE49-F238E27FC236}">
                <a16:creationId xmlns:a16="http://schemas.microsoft.com/office/drawing/2014/main" id="{1992E911-CA4E-4A17-B8AA-8756A2105497}"/>
              </a:ext>
            </a:extLst>
          </p:cNvPr>
          <p:cNvSpPr>
            <a:spLocks noGrp="1"/>
          </p:cNvSpPr>
          <p:nvPr/>
        </p:nvSpPr>
        <p:spPr>
          <a:xfrm>
            <a:off x="82380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9" name="F2_precision_recall_distributions_8313">
            <a:extLst>
              <a:ext uri="{FF2B5EF4-FFF2-40B4-BE49-F238E27FC236}">
                <a16:creationId xmlns:a16="http://schemas.microsoft.com/office/drawing/2014/main" id="{CBBD0353-7C88-4A42-AFBC-F0EAE4177779}"/>
              </a:ext>
            </a:extLst>
          </p:cNvPr>
          <p:cNvSpPr>
            <a:spLocks noGrp="1"/>
          </p:cNvSpPr>
          <p:nvPr/>
        </p:nvSpPr>
        <p:spPr>
          <a:xfrm>
            <a:off x="83910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0" name="F2_precision_recall_distributions_8314">
            <a:extLst>
              <a:ext uri="{FF2B5EF4-FFF2-40B4-BE49-F238E27FC236}">
                <a16:creationId xmlns:a16="http://schemas.microsoft.com/office/drawing/2014/main" id="{0E1E8BFA-9128-4CD5-B617-D4452D499881}"/>
              </a:ext>
            </a:extLst>
          </p:cNvPr>
          <p:cNvSpPr>
            <a:spLocks noGrp="1"/>
          </p:cNvSpPr>
          <p:nvPr/>
        </p:nvSpPr>
        <p:spPr>
          <a:xfrm>
            <a:off x="8441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1" name="F2_precision_recall_distributions_8315">
            <a:extLst>
              <a:ext uri="{FF2B5EF4-FFF2-40B4-BE49-F238E27FC236}">
                <a16:creationId xmlns:a16="http://schemas.microsoft.com/office/drawing/2014/main" id="{38EBB55D-946A-470F-AE3C-A4C2B6F0F713}"/>
              </a:ext>
            </a:extLst>
          </p:cNvPr>
          <p:cNvSpPr>
            <a:spLocks noGrp="1"/>
          </p:cNvSpPr>
          <p:nvPr/>
        </p:nvSpPr>
        <p:spPr>
          <a:xfrm>
            <a:off x="8483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2" name="F2_precision_recall_distributions_8316">
            <a:extLst>
              <a:ext uri="{FF2B5EF4-FFF2-40B4-BE49-F238E27FC236}">
                <a16:creationId xmlns:a16="http://schemas.microsoft.com/office/drawing/2014/main" id="{8AD9BE04-3DCD-4247-8DD5-12B6A00DE7A5}"/>
              </a:ext>
            </a:extLst>
          </p:cNvPr>
          <p:cNvSpPr>
            <a:spLocks noGrp="1"/>
          </p:cNvSpPr>
          <p:nvPr/>
        </p:nvSpPr>
        <p:spPr>
          <a:xfrm>
            <a:off x="81768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3" name="F2_precision_recall_distributions_8317">
            <a:extLst>
              <a:ext uri="{FF2B5EF4-FFF2-40B4-BE49-F238E27FC236}">
                <a16:creationId xmlns:a16="http://schemas.microsoft.com/office/drawing/2014/main" id="{249608AC-FD51-4781-8002-02860ED6EE70}"/>
              </a:ext>
            </a:extLst>
          </p:cNvPr>
          <p:cNvSpPr>
            <a:spLocks noGrp="1"/>
          </p:cNvSpPr>
          <p:nvPr/>
        </p:nvSpPr>
        <p:spPr>
          <a:xfrm>
            <a:off x="8315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4" name="F2_precision_recall_distributions_8318">
            <a:extLst>
              <a:ext uri="{FF2B5EF4-FFF2-40B4-BE49-F238E27FC236}">
                <a16:creationId xmlns:a16="http://schemas.microsoft.com/office/drawing/2014/main" id="{213213D1-B4D1-47DD-B85F-AF8D969CB51B}"/>
              </a:ext>
            </a:extLst>
          </p:cNvPr>
          <p:cNvSpPr>
            <a:spLocks noGrp="1"/>
          </p:cNvSpPr>
          <p:nvPr/>
        </p:nvSpPr>
        <p:spPr>
          <a:xfrm>
            <a:off x="81460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5" name="F2_precision_recall_distributions_8319">
            <a:extLst>
              <a:ext uri="{FF2B5EF4-FFF2-40B4-BE49-F238E27FC236}">
                <a16:creationId xmlns:a16="http://schemas.microsoft.com/office/drawing/2014/main" id="{051F54F9-3B6B-4618-9575-9E772D734564}"/>
              </a:ext>
            </a:extLst>
          </p:cNvPr>
          <p:cNvSpPr>
            <a:spLocks noGrp="1"/>
          </p:cNvSpPr>
          <p:nvPr/>
        </p:nvSpPr>
        <p:spPr>
          <a:xfrm>
            <a:off x="8289646" y="7779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6" name="F2_precision_recall_distributions_8320">
            <a:extLst>
              <a:ext uri="{FF2B5EF4-FFF2-40B4-BE49-F238E27FC236}">
                <a16:creationId xmlns:a16="http://schemas.microsoft.com/office/drawing/2014/main" id="{B107934F-18F6-41CD-B193-A1D33CCECE75}"/>
              </a:ext>
            </a:extLst>
          </p:cNvPr>
          <p:cNvSpPr>
            <a:spLocks noGrp="1"/>
          </p:cNvSpPr>
          <p:nvPr/>
        </p:nvSpPr>
        <p:spPr>
          <a:xfrm>
            <a:off x="83224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7" name="F2_precision_recall_distributions_8321">
            <a:extLst>
              <a:ext uri="{FF2B5EF4-FFF2-40B4-BE49-F238E27FC236}">
                <a16:creationId xmlns:a16="http://schemas.microsoft.com/office/drawing/2014/main" id="{A0BDF03E-8A18-4F42-A0A9-CA6B503AC04F}"/>
              </a:ext>
            </a:extLst>
          </p:cNvPr>
          <p:cNvSpPr>
            <a:spLocks noGrp="1"/>
          </p:cNvSpPr>
          <p:nvPr/>
        </p:nvSpPr>
        <p:spPr>
          <a:xfrm>
            <a:off x="8333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8" name="F2_precision_recall_distributions_8322">
            <a:extLst>
              <a:ext uri="{FF2B5EF4-FFF2-40B4-BE49-F238E27FC236}">
                <a16:creationId xmlns:a16="http://schemas.microsoft.com/office/drawing/2014/main" id="{4B97F86D-A595-46AD-A9EF-DB66EC318C58}"/>
              </a:ext>
            </a:extLst>
          </p:cNvPr>
          <p:cNvSpPr>
            <a:spLocks noGrp="1"/>
          </p:cNvSpPr>
          <p:nvPr/>
        </p:nvSpPr>
        <p:spPr>
          <a:xfrm>
            <a:off x="8375635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9" name="F2_precision_recall_distributions_8323">
            <a:extLst>
              <a:ext uri="{FF2B5EF4-FFF2-40B4-BE49-F238E27FC236}">
                <a16:creationId xmlns:a16="http://schemas.microsoft.com/office/drawing/2014/main" id="{76C37B63-2E9B-47E0-ACC3-EC1F9B1A51E7}"/>
              </a:ext>
            </a:extLst>
          </p:cNvPr>
          <p:cNvSpPr>
            <a:spLocks noGrp="1"/>
          </p:cNvSpPr>
          <p:nvPr/>
        </p:nvSpPr>
        <p:spPr>
          <a:xfrm>
            <a:off x="8409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0" name="F2_precision_recall_distributions_8324">
            <a:extLst>
              <a:ext uri="{FF2B5EF4-FFF2-40B4-BE49-F238E27FC236}">
                <a16:creationId xmlns:a16="http://schemas.microsoft.com/office/drawing/2014/main" id="{9E25539B-319F-4377-8666-B8A230122B3B}"/>
              </a:ext>
            </a:extLst>
          </p:cNvPr>
          <p:cNvSpPr>
            <a:spLocks noGrp="1"/>
          </p:cNvSpPr>
          <p:nvPr/>
        </p:nvSpPr>
        <p:spPr>
          <a:xfrm>
            <a:off x="81897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1" name="F2_precision_recall_distributions_8325">
            <a:extLst>
              <a:ext uri="{FF2B5EF4-FFF2-40B4-BE49-F238E27FC236}">
                <a16:creationId xmlns:a16="http://schemas.microsoft.com/office/drawing/2014/main" id="{3166D80B-5D8C-453C-BCEC-A47AC8031F9C}"/>
              </a:ext>
            </a:extLst>
          </p:cNvPr>
          <p:cNvSpPr>
            <a:spLocks noGrp="1"/>
          </p:cNvSpPr>
          <p:nvPr/>
        </p:nvSpPr>
        <p:spPr>
          <a:xfrm>
            <a:off x="8232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2" name="F2_precision_recall_distributions_8326">
            <a:extLst>
              <a:ext uri="{FF2B5EF4-FFF2-40B4-BE49-F238E27FC236}">
                <a16:creationId xmlns:a16="http://schemas.microsoft.com/office/drawing/2014/main" id="{8111046C-394A-4CD5-88D7-4C049C9A4FB5}"/>
              </a:ext>
            </a:extLst>
          </p:cNvPr>
          <p:cNvSpPr>
            <a:spLocks noGrp="1"/>
          </p:cNvSpPr>
          <p:nvPr/>
        </p:nvSpPr>
        <p:spPr>
          <a:xfrm>
            <a:off x="8153650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3" name="F2_precision_recall_distributions_8327">
            <a:extLst>
              <a:ext uri="{FF2B5EF4-FFF2-40B4-BE49-F238E27FC236}">
                <a16:creationId xmlns:a16="http://schemas.microsoft.com/office/drawing/2014/main" id="{B7EDD558-9451-4606-BF9E-600A1E29B94B}"/>
              </a:ext>
            </a:extLst>
          </p:cNvPr>
          <p:cNvSpPr>
            <a:spLocks noGrp="1"/>
          </p:cNvSpPr>
          <p:nvPr/>
        </p:nvSpPr>
        <p:spPr>
          <a:xfrm>
            <a:off x="82752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4" name="F2_precision_recall_distributions_8328">
            <a:extLst>
              <a:ext uri="{FF2B5EF4-FFF2-40B4-BE49-F238E27FC236}">
                <a16:creationId xmlns:a16="http://schemas.microsoft.com/office/drawing/2014/main" id="{8597D488-FA84-4D9F-95B0-BB37EE26524C}"/>
              </a:ext>
            </a:extLst>
          </p:cNvPr>
          <p:cNvSpPr>
            <a:spLocks noGrp="1"/>
          </p:cNvSpPr>
          <p:nvPr/>
        </p:nvSpPr>
        <p:spPr>
          <a:xfrm>
            <a:off x="8340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5" name="F2_precision_recall_distributions_8329">
            <a:extLst>
              <a:ext uri="{FF2B5EF4-FFF2-40B4-BE49-F238E27FC236}">
                <a16:creationId xmlns:a16="http://schemas.microsoft.com/office/drawing/2014/main" id="{6DC59EEB-10C4-476E-ABB4-53A5D3D387F6}"/>
              </a:ext>
            </a:extLst>
          </p:cNvPr>
          <p:cNvSpPr>
            <a:spLocks noGrp="1"/>
          </p:cNvSpPr>
          <p:nvPr/>
        </p:nvSpPr>
        <p:spPr>
          <a:xfrm>
            <a:off x="83628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6" name="F2_precision_recall_distributions_8330">
            <a:extLst>
              <a:ext uri="{FF2B5EF4-FFF2-40B4-BE49-F238E27FC236}">
                <a16:creationId xmlns:a16="http://schemas.microsoft.com/office/drawing/2014/main" id="{015CAF0E-D7CB-4053-B434-B524C257B62D}"/>
              </a:ext>
            </a:extLst>
          </p:cNvPr>
          <p:cNvSpPr>
            <a:spLocks noGrp="1"/>
          </p:cNvSpPr>
          <p:nvPr/>
        </p:nvSpPr>
        <p:spPr>
          <a:xfrm>
            <a:off x="81971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7" name="F2_precision_recall_distributions_8331">
            <a:extLst>
              <a:ext uri="{FF2B5EF4-FFF2-40B4-BE49-F238E27FC236}">
                <a16:creationId xmlns:a16="http://schemas.microsoft.com/office/drawing/2014/main" id="{167E11F1-9DBE-41B6-9664-D44EE7E47264}"/>
              </a:ext>
            </a:extLst>
          </p:cNvPr>
          <p:cNvSpPr>
            <a:spLocks noGrp="1"/>
          </p:cNvSpPr>
          <p:nvPr/>
        </p:nvSpPr>
        <p:spPr>
          <a:xfrm>
            <a:off x="84021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8" name="F2_precision_recall_distributions_8332">
            <a:extLst>
              <a:ext uri="{FF2B5EF4-FFF2-40B4-BE49-F238E27FC236}">
                <a16:creationId xmlns:a16="http://schemas.microsoft.com/office/drawing/2014/main" id="{25E3B874-02BF-408D-9080-FEEEFB88C4BF}"/>
              </a:ext>
            </a:extLst>
          </p:cNvPr>
          <p:cNvSpPr>
            <a:spLocks noGrp="1"/>
          </p:cNvSpPr>
          <p:nvPr/>
        </p:nvSpPr>
        <p:spPr>
          <a:xfrm>
            <a:off x="8474266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9" name="F2_precision_recall_distributions_8333">
            <a:extLst>
              <a:ext uri="{FF2B5EF4-FFF2-40B4-BE49-F238E27FC236}">
                <a16:creationId xmlns:a16="http://schemas.microsoft.com/office/drawing/2014/main" id="{F030A702-A952-4414-8EE6-EA0408BFD184}"/>
              </a:ext>
            </a:extLst>
          </p:cNvPr>
          <p:cNvSpPr>
            <a:spLocks noGrp="1"/>
          </p:cNvSpPr>
          <p:nvPr/>
        </p:nvSpPr>
        <p:spPr>
          <a:xfrm>
            <a:off x="83166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0" name="F2_precision_recall_distributions_8334">
            <a:extLst>
              <a:ext uri="{FF2B5EF4-FFF2-40B4-BE49-F238E27FC236}">
                <a16:creationId xmlns:a16="http://schemas.microsoft.com/office/drawing/2014/main" id="{3356B78D-3D31-4129-94F2-6A64971B47D1}"/>
              </a:ext>
            </a:extLst>
          </p:cNvPr>
          <p:cNvSpPr>
            <a:spLocks noGrp="1"/>
          </p:cNvSpPr>
          <p:nvPr/>
        </p:nvSpPr>
        <p:spPr>
          <a:xfrm>
            <a:off x="8398257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1" name="F2_precision_recall_distributions_8335">
            <a:extLst>
              <a:ext uri="{FF2B5EF4-FFF2-40B4-BE49-F238E27FC236}">
                <a16:creationId xmlns:a16="http://schemas.microsoft.com/office/drawing/2014/main" id="{F5E8C3B9-66D7-4CBD-848F-56352A59CF29}"/>
              </a:ext>
            </a:extLst>
          </p:cNvPr>
          <p:cNvSpPr>
            <a:spLocks noGrp="1"/>
          </p:cNvSpPr>
          <p:nvPr/>
        </p:nvSpPr>
        <p:spPr>
          <a:xfrm>
            <a:off x="83873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2" name="F2_precision_recall_distributions_8336">
            <a:extLst>
              <a:ext uri="{FF2B5EF4-FFF2-40B4-BE49-F238E27FC236}">
                <a16:creationId xmlns:a16="http://schemas.microsoft.com/office/drawing/2014/main" id="{97902E35-A99F-4C74-9C3C-FC9B9A8740B6}"/>
              </a:ext>
            </a:extLst>
          </p:cNvPr>
          <p:cNvSpPr>
            <a:spLocks noGrp="1"/>
          </p:cNvSpPr>
          <p:nvPr/>
        </p:nvSpPr>
        <p:spPr>
          <a:xfrm>
            <a:off x="83769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3" name="F2_precision_recall_distributions_8337">
            <a:extLst>
              <a:ext uri="{FF2B5EF4-FFF2-40B4-BE49-F238E27FC236}">
                <a16:creationId xmlns:a16="http://schemas.microsoft.com/office/drawing/2014/main" id="{00A6B27C-A33C-43F7-9A72-C7E5DD43E01F}"/>
              </a:ext>
            </a:extLst>
          </p:cNvPr>
          <p:cNvSpPr>
            <a:spLocks noGrp="1"/>
          </p:cNvSpPr>
          <p:nvPr/>
        </p:nvSpPr>
        <p:spPr>
          <a:xfrm>
            <a:off x="82626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4" name="F2_precision_recall_distributions_8338">
            <a:extLst>
              <a:ext uri="{FF2B5EF4-FFF2-40B4-BE49-F238E27FC236}">
                <a16:creationId xmlns:a16="http://schemas.microsoft.com/office/drawing/2014/main" id="{931322F4-A721-4424-BEE7-2CC13D937130}"/>
              </a:ext>
            </a:extLst>
          </p:cNvPr>
          <p:cNvSpPr>
            <a:spLocks noGrp="1"/>
          </p:cNvSpPr>
          <p:nvPr/>
        </p:nvSpPr>
        <p:spPr>
          <a:xfrm>
            <a:off x="84520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5" name="F2_precision_recall_distributions_8339">
            <a:extLst>
              <a:ext uri="{FF2B5EF4-FFF2-40B4-BE49-F238E27FC236}">
                <a16:creationId xmlns:a16="http://schemas.microsoft.com/office/drawing/2014/main" id="{B16F156E-DAD6-4A2A-9ED8-96554935A8F0}"/>
              </a:ext>
            </a:extLst>
          </p:cNvPr>
          <p:cNvSpPr>
            <a:spLocks noGrp="1"/>
          </p:cNvSpPr>
          <p:nvPr/>
        </p:nvSpPr>
        <p:spPr>
          <a:xfrm>
            <a:off x="84667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6" name="F2_precision_recall_distributions_8340">
            <a:extLst>
              <a:ext uri="{FF2B5EF4-FFF2-40B4-BE49-F238E27FC236}">
                <a16:creationId xmlns:a16="http://schemas.microsoft.com/office/drawing/2014/main" id="{B0D13C27-F2A7-46D3-8DD5-8C45CCD067F9}"/>
              </a:ext>
            </a:extLst>
          </p:cNvPr>
          <p:cNvSpPr>
            <a:spLocks noGrp="1"/>
          </p:cNvSpPr>
          <p:nvPr/>
        </p:nvSpPr>
        <p:spPr>
          <a:xfrm>
            <a:off x="83527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7" name="F2_precision_recall_distributions_8341">
            <a:extLst>
              <a:ext uri="{FF2B5EF4-FFF2-40B4-BE49-F238E27FC236}">
                <a16:creationId xmlns:a16="http://schemas.microsoft.com/office/drawing/2014/main" id="{5BB4441A-FC4E-48B9-9EA7-8F665ADBCFF7}"/>
              </a:ext>
            </a:extLst>
          </p:cNvPr>
          <p:cNvSpPr>
            <a:spLocks noGrp="1"/>
          </p:cNvSpPr>
          <p:nvPr/>
        </p:nvSpPr>
        <p:spPr>
          <a:xfrm>
            <a:off x="83381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8" name="F2_precision_recall_distributions_8342">
            <a:extLst>
              <a:ext uri="{FF2B5EF4-FFF2-40B4-BE49-F238E27FC236}">
                <a16:creationId xmlns:a16="http://schemas.microsoft.com/office/drawing/2014/main" id="{42100DAB-8703-4219-9E6D-5F97D2764654}"/>
              </a:ext>
            </a:extLst>
          </p:cNvPr>
          <p:cNvSpPr>
            <a:spLocks noGrp="1"/>
          </p:cNvSpPr>
          <p:nvPr/>
        </p:nvSpPr>
        <p:spPr>
          <a:xfrm>
            <a:off x="82607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9" name="F2_precision_recall_distributions_8343">
            <a:extLst>
              <a:ext uri="{FF2B5EF4-FFF2-40B4-BE49-F238E27FC236}">
                <a16:creationId xmlns:a16="http://schemas.microsoft.com/office/drawing/2014/main" id="{AA9CD33B-8D49-48BF-B773-917C7B7A04D3}"/>
              </a:ext>
            </a:extLst>
          </p:cNvPr>
          <p:cNvSpPr>
            <a:spLocks noGrp="1"/>
          </p:cNvSpPr>
          <p:nvPr/>
        </p:nvSpPr>
        <p:spPr>
          <a:xfrm>
            <a:off x="8155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0" name="F2_precision_recall_distributions_8344">
            <a:extLst>
              <a:ext uri="{FF2B5EF4-FFF2-40B4-BE49-F238E27FC236}">
                <a16:creationId xmlns:a16="http://schemas.microsoft.com/office/drawing/2014/main" id="{167E78B6-30F6-4268-9167-0BFEB211C547}"/>
              </a:ext>
            </a:extLst>
          </p:cNvPr>
          <p:cNvSpPr>
            <a:spLocks noGrp="1"/>
          </p:cNvSpPr>
          <p:nvPr/>
        </p:nvSpPr>
        <p:spPr>
          <a:xfrm>
            <a:off x="82015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1" name="F2_precision_recall_distributions_8345">
            <a:extLst>
              <a:ext uri="{FF2B5EF4-FFF2-40B4-BE49-F238E27FC236}">
                <a16:creationId xmlns:a16="http://schemas.microsoft.com/office/drawing/2014/main" id="{08263FF3-FB2D-4523-9816-C5706BD7E086}"/>
              </a:ext>
            </a:extLst>
          </p:cNvPr>
          <p:cNvSpPr>
            <a:spLocks noGrp="1"/>
          </p:cNvSpPr>
          <p:nvPr/>
        </p:nvSpPr>
        <p:spPr>
          <a:xfrm>
            <a:off x="84117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2" name="F2_precision_recall_distributions_8346">
            <a:extLst>
              <a:ext uri="{FF2B5EF4-FFF2-40B4-BE49-F238E27FC236}">
                <a16:creationId xmlns:a16="http://schemas.microsoft.com/office/drawing/2014/main" id="{A5D74EA6-1795-4590-9D17-48B3796D9150}"/>
              </a:ext>
            </a:extLst>
          </p:cNvPr>
          <p:cNvSpPr>
            <a:spLocks noGrp="1"/>
          </p:cNvSpPr>
          <p:nvPr/>
        </p:nvSpPr>
        <p:spPr>
          <a:xfrm>
            <a:off x="83933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3" name="F2_precision_recall_distributions_8347">
            <a:extLst>
              <a:ext uri="{FF2B5EF4-FFF2-40B4-BE49-F238E27FC236}">
                <a16:creationId xmlns:a16="http://schemas.microsoft.com/office/drawing/2014/main" id="{8CBE2421-E8D8-4E4A-9C2C-3176B720E729}"/>
              </a:ext>
            </a:extLst>
          </p:cNvPr>
          <p:cNvSpPr>
            <a:spLocks noGrp="1"/>
          </p:cNvSpPr>
          <p:nvPr/>
        </p:nvSpPr>
        <p:spPr>
          <a:xfrm>
            <a:off x="8163574" y="7730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4" name="F2_precision_recall_distributions_8348">
            <a:extLst>
              <a:ext uri="{FF2B5EF4-FFF2-40B4-BE49-F238E27FC236}">
                <a16:creationId xmlns:a16="http://schemas.microsoft.com/office/drawing/2014/main" id="{91FAB92A-9C0B-4E28-9CC0-D13F72336476}"/>
              </a:ext>
            </a:extLst>
          </p:cNvPr>
          <p:cNvSpPr>
            <a:spLocks noGrp="1"/>
          </p:cNvSpPr>
          <p:nvPr/>
        </p:nvSpPr>
        <p:spPr>
          <a:xfrm>
            <a:off x="81890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5" name="F2_precision_recall_distributions_8349">
            <a:extLst>
              <a:ext uri="{FF2B5EF4-FFF2-40B4-BE49-F238E27FC236}">
                <a16:creationId xmlns:a16="http://schemas.microsoft.com/office/drawing/2014/main" id="{5EBDBCC7-7F5A-4ECD-AB6A-348010210ED1}"/>
              </a:ext>
            </a:extLst>
          </p:cNvPr>
          <p:cNvSpPr>
            <a:spLocks noGrp="1"/>
          </p:cNvSpPr>
          <p:nvPr/>
        </p:nvSpPr>
        <p:spPr>
          <a:xfrm>
            <a:off x="8262882" y="77679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6" name="F2_precision_recall_distributions_8350">
            <a:extLst>
              <a:ext uri="{FF2B5EF4-FFF2-40B4-BE49-F238E27FC236}">
                <a16:creationId xmlns:a16="http://schemas.microsoft.com/office/drawing/2014/main" id="{4ECB56D1-8A85-4E8F-BAD5-8D26BAAEA936}"/>
              </a:ext>
            </a:extLst>
          </p:cNvPr>
          <p:cNvSpPr>
            <a:spLocks noGrp="1"/>
          </p:cNvSpPr>
          <p:nvPr/>
        </p:nvSpPr>
        <p:spPr>
          <a:xfrm>
            <a:off x="82968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7" name="F2_precision_recall_distributions_8351">
            <a:extLst>
              <a:ext uri="{FF2B5EF4-FFF2-40B4-BE49-F238E27FC236}">
                <a16:creationId xmlns:a16="http://schemas.microsoft.com/office/drawing/2014/main" id="{8D64E2B0-568C-4D55-BC86-B7E235D663CA}"/>
              </a:ext>
            </a:extLst>
          </p:cNvPr>
          <p:cNvSpPr>
            <a:spLocks noGrp="1"/>
          </p:cNvSpPr>
          <p:nvPr/>
        </p:nvSpPr>
        <p:spPr>
          <a:xfrm>
            <a:off x="83030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8" name="F2_precision_recall_distributions_8352">
            <a:extLst>
              <a:ext uri="{FF2B5EF4-FFF2-40B4-BE49-F238E27FC236}">
                <a16:creationId xmlns:a16="http://schemas.microsoft.com/office/drawing/2014/main" id="{A1EE7D36-E13E-436D-889D-4EC18DE9199C}"/>
              </a:ext>
            </a:extLst>
          </p:cNvPr>
          <p:cNvSpPr>
            <a:spLocks noGrp="1"/>
          </p:cNvSpPr>
          <p:nvPr/>
        </p:nvSpPr>
        <p:spPr>
          <a:xfrm>
            <a:off x="84671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9" name="F2_precision_recall_distributions_8353">
            <a:extLst>
              <a:ext uri="{FF2B5EF4-FFF2-40B4-BE49-F238E27FC236}">
                <a16:creationId xmlns:a16="http://schemas.microsoft.com/office/drawing/2014/main" id="{B0307C4E-78E7-4FDA-9523-A29C86FCC038}"/>
              </a:ext>
            </a:extLst>
          </p:cNvPr>
          <p:cNvSpPr>
            <a:spLocks noGrp="1"/>
          </p:cNvSpPr>
          <p:nvPr/>
        </p:nvSpPr>
        <p:spPr>
          <a:xfrm>
            <a:off x="842379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0" name="F2_precision_recall_distributions_8354">
            <a:extLst>
              <a:ext uri="{FF2B5EF4-FFF2-40B4-BE49-F238E27FC236}">
                <a16:creationId xmlns:a16="http://schemas.microsoft.com/office/drawing/2014/main" id="{044A244F-3BD5-455A-A83A-7B05CFC205B2}"/>
              </a:ext>
            </a:extLst>
          </p:cNvPr>
          <p:cNvSpPr>
            <a:spLocks noGrp="1"/>
          </p:cNvSpPr>
          <p:nvPr/>
        </p:nvSpPr>
        <p:spPr>
          <a:xfrm>
            <a:off x="82063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1" name="F2_precision_recall_distributions_8355">
            <a:extLst>
              <a:ext uri="{FF2B5EF4-FFF2-40B4-BE49-F238E27FC236}">
                <a16:creationId xmlns:a16="http://schemas.microsoft.com/office/drawing/2014/main" id="{58D95411-A945-4380-AFCD-9288CF8B26B9}"/>
              </a:ext>
            </a:extLst>
          </p:cNvPr>
          <p:cNvSpPr>
            <a:spLocks noGrp="1"/>
          </p:cNvSpPr>
          <p:nvPr/>
        </p:nvSpPr>
        <p:spPr>
          <a:xfrm>
            <a:off x="81805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2" name="F2_precision_recall_distributions_8356">
            <a:extLst>
              <a:ext uri="{FF2B5EF4-FFF2-40B4-BE49-F238E27FC236}">
                <a16:creationId xmlns:a16="http://schemas.microsoft.com/office/drawing/2014/main" id="{DB3785DA-CC97-4A1E-A3A1-065982ABD4AD}"/>
              </a:ext>
            </a:extLst>
          </p:cNvPr>
          <p:cNvSpPr>
            <a:spLocks noGrp="1"/>
          </p:cNvSpPr>
          <p:nvPr/>
        </p:nvSpPr>
        <p:spPr>
          <a:xfrm>
            <a:off x="8354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3" name="F2_precision_recall_distributions_8357">
            <a:extLst>
              <a:ext uri="{FF2B5EF4-FFF2-40B4-BE49-F238E27FC236}">
                <a16:creationId xmlns:a16="http://schemas.microsoft.com/office/drawing/2014/main" id="{7F9BEA86-8D43-48A1-9552-C7FA753D1E51}"/>
              </a:ext>
            </a:extLst>
          </p:cNvPr>
          <p:cNvSpPr>
            <a:spLocks noGrp="1"/>
          </p:cNvSpPr>
          <p:nvPr/>
        </p:nvSpPr>
        <p:spPr>
          <a:xfrm>
            <a:off x="8254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4" name="F2_precision_recall_distributions_8358">
            <a:extLst>
              <a:ext uri="{FF2B5EF4-FFF2-40B4-BE49-F238E27FC236}">
                <a16:creationId xmlns:a16="http://schemas.microsoft.com/office/drawing/2014/main" id="{A1649538-704B-4DFF-8010-D5A77F84084F}"/>
              </a:ext>
            </a:extLst>
          </p:cNvPr>
          <p:cNvSpPr>
            <a:spLocks noGrp="1"/>
          </p:cNvSpPr>
          <p:nvPr/>
        </p:nvSpPr>
        <p:spPr>
          <a:xfrm>
            <a:off x="82620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5" name="F2_precision_recall_distributions_8359">
            <a:extLst>
              <a:ext uri="{FF2B5EF4-FFF2-40B4-BE49-F238E27FC236}">
                <a16:creationId xmlns:a16="http://schemas.microsoft.com/office/drawing/2014/main" id="{16D06822-0F82-4DE8-B322-7D67C9799922}"/>
              </a:ext>
            </a:extLst>
          </p:cNvPr>
          <p:cNvSpPr>
            <a:spLocks noGrp="1"/>
          </p:cNvSpPr>
          <p:nvPr/>
        </p:nvSpPr>
        <p:spPr>
          <a:xfrm>
            <a:off x="82458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6" name="F2_precision_recall_distributions_8360">
            <a:extLst>
              <a:ext uri="{FF2B5EF4-FFF2-40B4-BE49-F238E27FC236}">
                <a16:creationId xmlns:a16="http://schemas.microsoft.com/office/drawing/2014/main" id="{E9986E3B-D7B5-4A00-9F86-2A59B137802D}"/>
              </a:ext>
            </a:extLst>
          </p:cNvPr>
          <p:cNvSpPr>
            <a:spLocks noGrp="1"/>
          </p:cNvSpPr>
          <p:nvPr/>
        </p:nvSpPr>
        <p:spPr>
          <a:xfrm>
            <a:off x="83162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7" name="F2_precision_recall_distributions_8361">
            <a:extLst>
              <a:ext uri="{FF2B5EF4-FFF2-40B4-BE49-F238E27FC236}">
                <a16:creationId xmlns:a16="http://schemas.microsoft.com/office/drawing/2014/main" id="{61713561-8903-4678-A676-CF4E78CA4542}"/>
              </a:ext>
            </a:extLst>
          </p:cNvPr>
          <p:cNvSpPr>
            <a:spLocks noGrp="1"/>
          </p:cNvSpPr>
          <p:nvPr/>
        </p:nvSpPr>
        <p:spPr>
          <a:xfrm>
            <a:off x="84611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8" name="F2_precision_recall_distributions_8362">
            <a:extLst>
              <a:ext uri="{FF2B5EF4-FFF2-40B4-BE49-F238E27FC236}">
                <a16:creationId xmlns:a16="http://schemas.microsoft.com/office/drawing/2014/main" id="{5B735EA9-388A-4787-9493-CE204EF45A06}"/>
              </a:ext>
            </a:extLst>
          </p:cNvPr>
          <p:cNvSpPr>
            <a:spLocks noGrp="1"/>
          </p:cNvSpPr>
          <p:nvPr/>
        </p:nvSpPr>
        <p:spPr>
          <a:xfrm>
            <a:off x="8379192" y="74755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9" name="F2_precision_recall_distributions_8363">
            <a:extLst>
              <a:ext uri="{FF2B5EF4-FFF2-40B4-BE49-F238E27FC236}">
                <a16:creationId xmlns:a16="http://schemas.microsoft.com/office/drawing/2014/main" id="{F823621E-73E3-4F32-963D-82C6B9FF7F0F}"/>
              </a:ext>
            </a:extLst>
          </p:cNvPr>
          <p:cNvSpPr>
            <a:spLocks noGrp="1"/>
          </p:cNvSpPr>
          <p:nvPr/>
        </p:nvSpPr>
        <p:spPr>
          <a:xfrm>
            <a:off x="8143773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0" name="F2_precision_recall_distributions_8364">
            <a:extLst>
              <a:ext uri="{FF2B5EF4-FFF2-40B4-BE49-F238E27FC236}">
                <a16:creationId xmlns:a16="http://schemas.microsoft.com/office/drawing/2014/main" id="{22652BEA-3FFD-4376-A204-827B0A1017B3}"/>
              </a:ext>
            </a:extLst>
          </p:cNvPr>
          <p:cNvSpPr>
            <a:spLocks noGrp="1"/>
          </p:cNvSpPr>
          <p:nvPr/>
        </p:nvSpPr>
        <p:spPr>
          <a:xfrm>
            <a:off x="83667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1" name="F2_precision_recall_distributions_8365">
            <a:extLst>
              <a:ext uri="{FF2B5EF4-FFF2-40B4-BE49-F238E27FC236}">
                <a16:creationId xmlns:a16="http://schemas.microsoft.com/office/drawing/2014/main" id="{EF7AC7DE-C44D-4C01-B8F0-F9026CCEDDB4}"/>
              </a:ext>
            </a:extLst>
          </p:cNvPr>
          <p:cNvSpPr>
            <a:spLocks noGrp="1"/>
          </p:cNvSpPr>
          <p:nvPr/>
        </p:nvSpPr>
        <p:spPr>
          <a:xfrm>
            <a:off x="84609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2" name="F2_precision_recall_distributions_8366">
            <a:extLst>
              <a:ext uri="{FF2B5EF4-FFF2-40B4-BE49-F238E27FC236}">
                <a16:creationId xmlns:a16="http://schemas.microsoft.com/office/drawing/2014/main" id="{D47B3E13-5C08-4EBE-84F5-B55E41EB6FE3}"/>
              </a:ext>
            </a:extLst>
          </p:cNvPr>
          <p:cNvSpPr>
            <a:spLocks noGrp="1"/>
          </p:cNvSpPr>
          <p:nvPr/>
        </p:nvSpPr>
        <p:spPr>
          <a:xfrm>
            <a:off x="84984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3" name="F2_precision_recall_distributions_8367">
            <a:extLst>
              <a:ext uri="{FF2B5EF4-FFF2-40B4-BE49-F238E27FC236}">
                <a16:creationId xmlns:a16="http://schemas.microsoft.com/office/drawing/2014/main" id="{061A4E0B-650D-4EFC-988B-0639EFD1A7D1}"/>
              </a:ext>
            </a:extLst>
          </p:cNvPr>
          <p:cNvSpPr>
            <a:spLocks noGrp="1"/>
          </p:cNvSpPr>
          <p:nvPr/>
        </p:nvSpPr>
        <p:spPr>
          <a:xfrm>
            <a:off x="83261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4" name="F2_precision_recall_distributions_8368">
            <a:extLst>
              <a:ext uri="{FF2B5EF4-FFF2-40B4-BE49-F238E27FC236}">
                <a16:creationId xmlns:a16="http://schemas.microsoft.com/office/drawing/2014/main" id="{B76B9BAB-F889-4F55-BE67-792DE70A8648}"/>
              </a:ext>
            </a:extLst>
          </p:cNvPr>
          <p:cNvSpPr>
            <a:spLocks noGrp="1"/>
          </p:cNvSpPr>
          <p:nvPr/>
        </p:nvSpPr>
        <p:spPr>
          <a:xfrm>
            <a:off x="8131589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5" name="F2_precision_recall_distributions_8369">
            <a:extLst>
              <a:ext uri="{FF2B5EF4-FFF2-40B4-BE49-F238E27FC236}">
                <a16:creationId xmlns:a16="http://schemas.microsoft.com/office/drawing/2014/main" id="{35B27436-4601-4E20-AB34-D33F2EF8EC50}"/>
              </a:ext>
            </a:extLst>
          </p:cNvPr>
          <p:cNvSpPr>
            <a:spLocks noGrp="1"/>
          </p:cNvSpPr>
          <p:nvPr/>
        </p:nvSpPr>
        <p:spPr>
          <a:xfrm>
            <a:off x="83283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6" name="F2_precision_recall_distributions_8370">
            <a:extLst>
              <a:ext uri="{FF2B5EF4-FFF2-40B4-BE49-F238E27FC236}">
                <a16:creationId xmlns:a16="http://schemas.microsoft.com/office/drawing/2014/main" id="{646168E1-0B2A-4482-B585-756176344A54}"/>
              </a:ext>
            </a:extLst>
          </p:cNvPr>
          <p:cNvSpPr>
            <a:spLocks noGrp="1"/>
          </p:cNvSpPr>
          <p:nvPr/>
        </p:nvSpPr>
        <p:spPr>
          <a:xfrm>
            <a:off x="82090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7" name="F2_precision_recall_distributions_8371">
            <a:extLst>
              <a:ext uri="{FF2B5EF4-FFF2-40B4-BE49-F238E27FC236}">
                <a16:creationId xmlns:a16="http://schemas.microsoft.com/office/drawing/2014/main" id="{136514FE-1A79-4B2A-92E6-CB906136282B}"/>
              </a:ext>
            </a:extLst>
          </p:cNvPr>
          <p:cNvSpPr>
            <a:spLocks noGrp="1"/>
          </p:cNvSpPr>
          <p:nvPr/>
        </p:nvSpPr>
        <p:spPr>
          <a:xfrm>
            <a:off x="8174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8" name="F2_precision_recall_distributions_8372">
            <a:extLst>
              <a:ext uri="{FF2B5EF4-FFF2-40B4-BE49-F238E27FC236}">
                <a16:creationId xmlns:a16="http://schemas.microsoft.com/office/drawing/2014/main" id="{E4302FAF-42A4-497D-BD84-B17A2D5A8786}"/>
              </a:ext>
            </a:extLst>
          </p:cNvPr>
          <p:cNvSpPr>
            <a:spLocks noGrp="1"/>
          </p:cNvSpPr>
          <p:nvPr/>
        </p:nvSpPr>
        <p:spPr>
          <a:xfrm>
            <a:off x="8453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9" name="F2_precision_recall_distributions_8373">
            <a:extLst>
              <a:ext uri="{FF2B5EF4-FFF2-40B4-BE49-F238E27FC236}">
                <a16:creationId xmlns:a16="http://schemas.microsoft.com/office/drawing/2014/main" id="{7285D5D1-4966-4493-B227-C61060910CB3}"/>
              </a:ext>
            </a:extLst>
          </p:cNvPr>
          <p:cNvSpPr>
            <a:spLocks noGrp="1"/>
          </p:cNvSpPr>
          <p:nvPr/>
        </p:nvSpPr>
        <p:spPr>
          <a:xfrm>
            <a:off x="82613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0" name="F2_precision_recall_distributions_8374">
            <a:extLst>
              <a:ext uri="{FF2B5EF4-FFF2-40B4-BE49-F238E27FC236}">
                <a16:creationId xmlns:a16="http://schemas.microsoft.com/office/drawing/2014/main" id="{A5EA3877-131E-45B7-BB7D-AB44DF14CD03}"/>
              </a:ext>
            </a:extLst>
          </p:cNvPr>
          <p:cNvSpPr>
            <a:spLocks noGrp="1"/>
          </p:cNvSpPr>
          <p:nvPr/>
        </p:nvSpPr>
        <p:spPr>
          <a:xfrm>
            <a:off x="84288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1" name="F2_precision_recall_distributions_8375">
            <a:extLst>
              <a:ext uri="{FF2B5EF4-FFF2-40B4-BE49-F238E27FC236}">
                <a16:creationId xmlns:a16="http://schemas.microsoft.com/office/drawing/2014/main" id="{0D5056E7-D628-4554-BB86-AAE397579EFB}"/>
              </a:ext>
            </a:extLst>
          </p:cNvPr>
          <p:cNvSpPr>
            <a:spLocks noGrp="1"/>
          </p:cNvSpPr>
          <p:nvPr/>
        </p:nvSpPr>
        <p:spPr>
          <a:xfrm>
            <a:off x="84059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2" name="F2_precision_recall_distributions_8376">
            <a:extLst>
              <a:ext uri="{FF2B5EF4-FFF2-40B4-BE49-F238E27FC236}">
                <a16:creationId xmlns:a16="http://schemas.microsoft.com/office/drawing/2014/main" id="{5737B9F4-6733-4C2C-B1DB-5FE441D8DC7E}"/>
              </a:ext>
            </a:extLst>
          </p:cNvPr>
          <p:cNvSpPr>
            <a:spLocks noGrp="1"/>
          </p:cNvSpPr>
          <p:nvPr/>
        </p:nvSpPr>
        <p:spPr>
          <a:xfrm>
            <a:off x="839342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3" name="F2_precision_recall_distributions_8377">
            <a:extLst>
              <a:ext uri="{FF2B5EF4-FFF2-40B4-BE49-F238E27FC236}">
                <a16:creationId xmlns:a16="http://schemas.microsoft.com/office/drawing/2014/main" id="{2EF56D85-4628-433F-91FC-D60897C9204C}"/>
              </a:ext>
            </a:extLst>
          </p:cNvPr>
          <p:cNvSpPr>
            <a:spLocks noGrp="1"/>
          </p:cNvSpPr>
          <p:nvPr/>
        </p:nvSpPr>
        <p:spPr>
          <a:xfrm>
            <a:off x="82495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4" name="F2_precision_recall_distributions_8378">
            <a:extLst>
              <a:ext uri="{FF2B5EF4-FFF2-40B4-BE49-F238E27FC236}">
                <a16:creationId xmlns:a16="http://schemas.microsoft.com/office/drawing/2014/main" id="{D7F24EC9-06F8-4118-94F6-6F8C377C2DEE}"/>
              </a:ext>
            </a:extLst>
          </p:cNvPr>
          <p:cNvSpPr>
            <a:spLocks noGrp="1"/>
          </p:cNvSpPr>
          <p:nvPr/>
        </p:nvSpPr>
        <p:spPr>
          <a:xfrm>
            <a:off x="81446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5" name="F2_precision_recall_distributions_8379">
            <a:extLst>
              <a:ext uri="{FF2B5EF4-FFF2-40B4-BE49-F238E27FC236}">
                <a16:creationId xmlns:a16="http://schemas.microsoft.com/office/drawing/2014/main" id="{A7FBD3B8-D5E2-4E28-ADE5-749162DB6159}"/>
              </a:ext>
            </a:extLst>
          </p:cNvPr>
          <p:cNvSpPr>
            <a:spLocks noGrp="1"/>
          </p:cNvSpPr>
          <p:nvPr/>
        </p:nvSpPr>
        <p:spPr>
          <a:xfrm>
            <a:off x="8218405" y="78003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6" name="F2_precision_recall_distributions_8380">
            <a:extLst>
              <a:ext uri="{FF2B5EF4-FFF2-40B4-BE49-F238E27FC236}">
                <a16:creationId xmlns:a16="http://schemas.microsoft.com/office/drawing/2014/main" id="{AC80EED4-1BFA-496A-9050-AAAF77C47EF2}"/>
              </a:ext>
            </a:extLst>
          </p:cNvPr>
          <p:cNvSpPr>
            <a:spLocks noGrp="1"/>
          </p:cNvSpPr>
          <p:nvPr/>
        </p:nvSpPr>
        <p:spPr>
          <a:xfrm>
            <a:off x="83265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7" name="F2_precision_recall_distributions_8381">
            <a:extLst>
              <a:ext uri="{FF2B5EF4-FFF2-40B4-BE49-F238E27FC236}">
                <a16:creationId xmlns:a16="http://schemas.microsoft.com/office/drawing/2014/main" id="{AEC2121C-EF59-4321-A23D-D26CC886EAE6}"/>
              </a:ext>
            </a:extLst>
          </p:cNvPr>
          <p:cNvSpPr>
            <a:spLocks noGrp="1"/>
          </p:cNvSpPr>
          <p:nvPr/>
        </p:nvSpPr>
        <p:spPr>
          <a:xfrm>
            <a:off x="8218858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8" name="F2_precision_recall_distributions_8382">
            <a:extLst>
              <a:ext uri="{FF2B5EF4-FFF2-40B4-BE49-F238E27FC236}">
                <a16:creationId xmlns:a16="http://schemas.microsoft.com/office/drawing/2014/main" id="{5D37306B-C76B-454D-BCB3-EA6DCC4E6B9D}"/>
              </a:ext>
            </a:extLst>
          </p:cNvPr>
          <p:cNvSpPr>
            <a:spLocks noGrp="1"/>
          </p:cNvSpPr>
          <p:nvPr/>
        </p:nvSpPr>
        <p:spPr>
          <a:xfrm>
            <a:off x="6002018" y="697995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69" name="F2_precision_recall_distributions_8383">
            <a:extLst>
              <a:ext uri="{FF2B5EF4-FFF2-40B4-BE49-F238E27FC236}">
                <a16:creationId xmlns:a16="http://schemas.microsoft.com/office/drawing/2014/main" id="{7E62A3A7-E49F-4CE9-AE5E-F88D6FF6BD3D}"/>
              </a:ext>
            </a:extLst>
          </p:cNvPr>
          <p:cNvSpPr>
            <a:spLocks noGrp="1"/>
          </p:cNvSpPr>
          <p:nvPr/>
        </p:nvSpPr>
        <p:spPr>
          <a:xfrm>
            <a:off x="7165978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70" name="F2_precision_recall_distributions_8384">
            <a:extLst>
              <a:ext uri="{FF2B5EF4-FFF2-40B4-BE49-F238E27FC236}">
                <a16:creationId xmlns:a16="http://schemas.microsoft.com/office/drawing/2014/main" id="{B6DEE720-8801-4FEE-881E-7D00921342B0}"/>
              </a:ext>
            </a:extLst>
          </p:cNvPr>
          <p:cNvSpPr>
            <a:spLocks noGrp="1"/>
          </p:cNvSpPr>
          <p:nvPr/>
        </p:nvSpPr>
        <p:spPr>
          <a:xfrm>
            <a:off x="8329937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71" name="F2_precision_recall_distributions_8385">
            <a:extLst>
              <a:ext uri="{FF2B5EF4-FFF2-40B4-BE49-F238E27FC236}">
                <a16:creationId xmlns:a16="http://schemas.microsoft.com/office/drawing/2014/main" id="{EEF3779E-992E-4EBB-8102-A5AFE6093B32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2" name="F2_precision_recall_distributions_8386">
            <a:extLst>
              <a:ext uri="{FF2B5EF4-FFF2-40B4-BE49-F238E27FC236}">
                <a16:creationId xmlns:a16="http://schemas.microsoft.com/office/drawing/2014/main" id="{62366AE7-8B0D-4915-9BA1-7D6F37982767}"/>
              </a:ext>
            </a:extLst>
          </p:cNvPr>
          <p:cNvSpPr>
            <a:spLocks noGrp="1"/>
          </p:cNvSpPr>
          <p:nvPr/>
        </p:nvSpPr>
        <p:spPr>
          <a:xfrm>
            <a:off x="5361841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3" name="text_8387">
            <a:extLst>
              <a:ext uri="{FF2B5EF4-FFF2-40B4-BE49-F238E27FC236}">
                <a16:creationId xmlns:a16="http://schemas.microsoft.com/office/drawing/2014/main" id="{C8101192-8B6A-49C9-81D5-E369FC56E264}"/>
              </a:ext>
            </a:extLst>
          </p:cNvPr>
          <p:cNvSpPr>
            <a:spLocks noGrp="1"/>
          </p:cNvSpPr>
          <p:nvPr/>
        </p:nvSpPr>
        <p:spPr>
          <a:xfrm>
            <a:off x="5361841" y="677801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Recall</a:t>
            </a:r>
          </a:p>
        </p:txBody>
      </p:sp>
      <p:sp>
        <p:nvSpPr>
          <p:cNvPr id="5574" name="F2_precision_recall_distributions_8388">
            <a:extLst>
              <a:ext uri="{FF2B5EF4-FFF2-40B4-BE49-F238E27FC236}">
                <a16:creationId xmlns:a16="http://schemas.microsoft.com/office/drawing/2014/main" id="{9617A2C3-F917-467D-A89A-1DA68EDF580C}"/>
              </a:ext>
            </a:extLst>
          </p:cNvPr>
          <p:cNvSpPr>
            <a:spLocks noGrp="1"/>
          </p:cNvSpPr>
          <p:nvPr/>
        </p:nvSpPr>
        <p:spPr>
          <a:xfrm>
            <a:off x="5973977" y="73763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75" name="F2_precision_recall_distributions_8389">
            <a:extLst>
              <a:ext uri="{FF2B5EF4-FFF2-40B4-BE49-F238E27FC236}">
                <a16:creationId xmlns:a16="http://schemas.microsoft.com/office/drawing/2014/main" id="{2F493342-DE22-4B70-A562-2772243B4D1D}"/>
              </a:ext>
            </a:extLst>
          </p:cNvPr>
          <p:cNvSpPr>
            <a:spLocks noGrp="1"/>
          </p:cNvSpPr>
          <p:nvPr/>
        </p:nvSpPr>
        <p:spPr>
          <a:xfrm>
            <a:off x="7137937" y="744703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576" name="F2_precision_recall_distributions_8390">
            <a:extLst>
              <a:ext uri="{FF2B5EF4-FFF2-40B4-BE49-F238E27FC236}">
                <a16:creationId xmlns:a16="http://schemas.microsoft.com/office/drawing/2014/main" id="{560BA26A-3FEB-45A9-A615-F37A3650D998}"/>
              </a:ext>
            </a:extLst>
          </p:cNvPr>
          <p:cNvSpPr>
            <a:spLocks noGrp="1"/>
          </p:cNvSpPr>
          <p:nvPr/>
        </p:nvSpPr>
        <p:spPr>
          <a:xfrm>
            <a:off x="8301896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577" name="text_8391">
            <a:extLst>
              <a:ext uri="{FF2B5EF4-FFF2-40B4-BE49-F238E27FC236}">
                <a16:creationId xmlns:a16="http://schemas.microsoft.com/office/drawing/2014/main" id="{C985A464-94CC-493A-B56E-329A41E89F87}"/>
              </a:ext>
            </a:extLst>
          </p:cNvPr>
          <p:cNvSpPr>
            <a:spLocks noGrp="1"/>
          </p:cNvSpPr>
          <p:nvPr/>
        </p:nvSpPr>
        <p:spPr>
          <a:xfrm>
            <a:off x="1212325" y="582763"/>
            <a:ext cx="3532725" cy="2113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31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1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and recall across individual PDBs</a:t>
            </a:r>
          </a:p>
        </p:txBody>
      </p:sp>
      <p:sp>
        <p:nvSpPr>
          <p:cNvPr id="5578" name="text_8392">
            <a:extLst>
              <a:ext uri="{FF2B5EF4-FFF2-40B4-BE49-F238E27FC236}">
                <a16:creationId xmlns:a16="http://schemas.microsoft.com/office/drawing/2014/main" id="{F27EF7D8-96FE-4F27-A2C3-502E610D6CB1}"/>
              </a:ext>
            </a:extLst>
          </p:cNvPr>
          <p:cNvSpPr>
            <a:spLocks noGrp="1"/>
          </p:cNvSpPr>
          <p:nvPr/>
        </p:nvSpPr>
        <p:spPr>
          <a:xfrm>
            <a:off x="993178" y="8059975"/>
            <a:ext cx="4890250" cy="1331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39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39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Dots: individual PDBs. White centres: median. Thick lines: 25th–75th percentiles.</a:t>
            </a:r>
          </a:p>
        </p:txBody>
      </p:sp>
      <p:sp>
        <p:nvSpPr>
          <p:cNvPr id="5579" name="F2_precision_recall_distributions_8393">
            <a:extLst>
              <a:ext uri="{FF2B5EF4-FFF2-40B4-BE49-F238E27FC236}">
                <a16:creationId xmlns:a16="http://schemas.microsoft.com/office/drawing/2014/main" id="{BDAF09AD-32DC-4534-BC8A-B3DF38F1DE00}"/>
              </a:ext>
            </a:extLst>
          </p:cNvPr>
          <p:cNvSpPr>
            <a:spLocks noGrp="1"/>
          </p:cNvSpPr>
          <p:nvPr/>
        </p:nvSpPr>
        <p:spPr>
          <a:xfrm>
            <a:off x="127502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007C83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0" name="text_8394">
            <a:extLst>
              <a:ext uri="{FF2B5EF4-FFF2-40B4-BE49-F238E27FC236}">
                <a16:creationId xmlns:a16="http://schemas.microsoft.com/office/drawing/2014/main" id="{D3CA45F3-9C48-4D5C-B565-DA4D2DB5D523}"/>
              </a:ext>
            </a:extLst>
          </p:cNvPr>
          <p:cNvSpPr>
            <a:spLocks noGrp="1"/>
          </p:cNvSpPr>
          <p:nvPr/>
        </p:nvSpPr>
        <p:spPr>
          <a:xfrm>
            <a:off x="1488084" y="977868"/>
            <a:ext cx="1106978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5581" name="F2_precision_recall_distributions_8395">
            <a:extLst>
              <a:ext uri="{FF2B5EF4-FFF2-40B4-BE49-F238E27FC236}">
                <a16:creationId xmlns:a16="http://schemas.microsoft.com/office/drawing/2014/main" id="{9790844A-112B-4677-A931-6EC74158EB35}"/>
              </a:ext>
            </a:extLst>
          </p:cNvPr>
          <p:cNvSpPr>
            <a:spLocks noGrp="1"/>
          </p:cNvSpPr>
          <p:nvPr/>
        </p:nvSpPr>
        <p:spPr>
          <a:xfrm>
            <a:off x="2762056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566AB4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2" name="text_8396">
            <a:extLst>
              <a:ext uri="{FF2B5EF4-FFF2-40B4-BE49-F238E27FC236}">
                <a16:creationId xmlns:a16="http://schemas.microsoft.com/office/drawing/2014/main" id="{F0A38235-0BE7-47C5-A85F-209ED735A97D}"/>
              </a:ext>
            </a:extLst>
          </p:cNvPr>
          <p:cNvSpPr>
            <a:spLocks noGrp="1"/>
          </p:cNvSpPr>
          <p:nvPr/>
        </p:nvSpPr>
        <p:spPr>
          <a:xfrm>
            <a:off x="2975116" y="977868"/>
            <a:ext cx="1534551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583" name="F2_precision_recall_distributions_8397">
            <a:extLst>
              <a:ext uri="{FF2B5EF4-FFF2-40B4-BE49-F238E27FC236}">
                <a16:creationId xmlns:a16="http://schemas.microsoft.com/office/drawing/2014/main" id="{8A666145-0839-4783-AF69-2089B93A59A2}"/>
              </a:ext>
            </a:extLst>
          </p:cNvPr>
          <p:cNvSpPr>
            <a:spLocks noGrp="1"/>
          </p:cNvSpPr>
          <p:nvPr/>
        </p:nvSpPr>
        <p:spPr>
          <a:xfrm>
            <a:off x="467877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92979D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4" name="text_8398">
            <a:extLst>
              <a:ext uri="{FF2B5EF4-FFF2-40B4-BE49-F238E27FC236}">
                <a16:creationId xmlns:a16="http://schemas.microsoft.com/office/drawing/2014/main" id="{BE15993A-361A-437B-A9A8-46F4F13D1484}"/>
              </a:ext>
            </a:extLst>
          </p:cNvPr>
          <p:cNvSpPr>
            <a:spLocks noGrp="1"/>
          </p:cNvSpPr>
          <p:nvPr/>
        </p:nvSpPr>
        <p:spPr>
          <a:xfrm>
            <a:off x="4891835" y="977868"/>
            <a:ext cx="501805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8735021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D838C12F-C369-4CAD-A27D-CDDC008453CD}"/>
              </a:ext>
            </a:extLst>
          </p:cNvPr>
          <p:cNvSpPr>
            <a:spLocks noGrp="1"/>
          </p:cNvSpPr>
          <p:nvPr/>
        </p:nvSpPr>
        <p:spPr>
          <a:xfrm>
            <a:off x="1852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Global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34CB52-7640-42CD-BB27-53D15228C7D6}"/>
              </a:ext>
            </a:extLst>
          </p:cNvPr>
          <p:cNvSpPr>
            <a:spLocks noGrp="1"/>
          </p:cNvSpPr>
          <p:nvPr/>
        </p:nvSpPr>
        <p:spPr>
          <a:xfrm>
            <a:off x="1852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structure +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AF2A8-36D6-4F43-AF63-3D8C6EA411F7}"/>
              </a:ext>
            </a:extLst>
          </p:cNvPr>
          <p:cNvSpPr>
            <a:spLocks noGrp="1"/>
          </p:cNvSpPr>
          <p:nvPr/>
        </p:nvSpPr>
        <p:spPr>
          <a:xfrm>
            <a:off x="201083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Ligand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528BD-2E22-49C9-B5B1-B743B5C0775C}"/>
              </a:ext>
            </a:extLst>
          </p:cNvPr>
          <p:cNvSpPr>
            <a:spLocks noGrp="1"/>
          </p:cNvSpPr>
          <p:nvPr/>
        </p:nvSpPr>
        <p:spPr>
          <a:xfrm>
            <a:off x="201083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0872BD-5F5B-47A9-A107-89A0343D4F20}"/>
              </a:ext>
            </a:extLst>
          </p:cNvPr>
          <p:cNvSpPr>
            <a:spLocks noGrp="1"/>
          </p:cNvSpPr>
          <p:nvPr/>
        </p:nvSpPr>
        <p:spPr>
          <a:xfrm>
            <a:off x="383645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A73BF2-3FB1-4ED3-8527-D637AF2C8911}"/>
              </a:ext>
            </a:extLst>
          </p:cNvPr>
          <p:cNvSpPr>
            <a:spLocks noGrp="1"/>
          </p:cNvSpPr>
          <p:nvPr/>
        </p:nvSpPr>
        <p:spPr>
          <a:xfrm>
            <a:off x="383645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 · Gaussian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3A6FF7-72C0-433F-8FCF-B8C42171CF48}"/>
              </a:ext>
            </a:extLst>
          </p:cNvPr>
          <p:cNvSpPr>
            <a:spLocks noGrp="1"/>
          </p:cNvSpPr>
          <p:nvPr/>
        </p:nvSpPr>
        <p:spPr>
          <a:xfrm>
            <a:off x="566208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791628-011F-485B-B277-4F0FE6833337}"/>
              </a:ext>
            </a:extLst>
          </p:cNvPr>
          <p:cNvSpPr>
            <a:spLocks noGrp="1"/>
          </p:cNvSpPr>
          <p:nvPr/>
        </p:nvSpPr>
        <p:spPr>
          <a:xfrm>
            <a:off x="566208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CryoAtom2 receptor · Gaussian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65F0C-13CB-4146-B090-661CE3E269F4}"/>
              </a:ext>
            </a:extLst>
          </p:cNvPr>
          <p:cNvSpPr>
            <a:spLocks noGrp="1"/>
          </p:cNvSpPr>
          <p:nvPr/>
        </p:nvSpPr>
        <p:spPr>
          <a:xfrm>
            <a:off x="74877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8BF2D-F03A-47FF-B1D2-E58BF82DF44D}"/>
              </a:ext>
            </a:extLst>
          </p:cNvPr>
          <p:cNvSpPr>
            <a:spLocks noGrp="1"/>
          </p:cNvSpPr>
          <p:nvPr/>
        </p:nvSpPr>
        <p:spPr>
          <a:xfrm>
            <a:off x="74877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No receptor input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2F8C6C0-D9AC-4116-BEDF-6A9F57DA92A7}"/>
              </a:ext>
            </a:extLst>
          </p:cNvPr>
          <p:cNvSpPr>
            <a:spLocks noGrp="1"/>
          </p:cNvSpPr>
          <p:nvPr/>
        </p:nvSpPr>
        <p:spPr>
          <a:xfrm>
            <a:off x="185208" y="2119842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943175-CBE4-483A-A90F-2254CEB9541F}"/>
              </a:ext>
            </a:extLst>
          </p:cNvPr>
          <p:cNvSpPr>
            <a:spLocks noGrp="1"/>
          </p:cNvSpPr>
          <p:nvPr/>
        </p:nvSpPr>
        <p:spPr>
          <a:xfrm>
            <a:off x="185208" y="2236258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C54646-2EB4-4923-8D35-7B6F22D35CE0}"/>
              </a:ext>
            </a:extLst>
          </p:cNvPr>
          <p:cNvSpPr>
            <a:spLocks noGrp="1"/>
          </p:cNvSpPr>
          <p:nvPr/>
        </p:nvSpPr>
        <p:spPr>
          <a:xfrm>
            <a:off x="433917" y="2252133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9Z3D  |  SAH A:801  |  EMD-73784  |  2.96 Å</a:t>
            </a: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85208" y="2516717"/>
            <a:ext cx="1719792" cy="143316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010833" y="2516717"/>
            <a:ext cx="1719792" cy="1433160"/>
          </a:xfrm>
          <a:prstGeom prst="rect">
            <a:avLst/>
          </a:prstGeom>
        </p:spPr>
      </p:pic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BFDF3A7D-92C7-4BD9-A84D-F92FC3093055}"/>
              </a:ext>
            </a:extLst>
          </p:cNvPr>
          <p:cNvSpPr>
            <a:spLocks noGrp="1"/>
          </p:cNvSpPr>
          <p:nvPr/>
        </p:nvSpPr>
        <p:spPr>
          <a:xfrm>
            <a:off x="334779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C27007-D35D-4B29-A5EE-29896332D349}"/>
              </a:ext>
            </a:extLst>
          </p:cNvPr>
          <p:cNvSpPr>
            <a:spLocks noGrp="1"/>
          </p:cNvSpPr>
          <p:nvPr/>
        </p:nvSpPr>
        <p:spPr>
          <a:xfrm>
            <a:off x="334779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836458" y="2516717"/>
            <a:ext cx="1719792" cy="1433160"/>
          </a:xfrm>
          <a:prstGeom prst="rect">
            <a:avLst/>
          </a:prstGeom>
        </p:spPr>
      </p:pic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0A49A8A8-065E-4E85-8E14-D6EDA73C9A62}"/>
              </a:ext>
            </a:extLst>
          </p:cNvPr>
          <p:cNvSpPr>
            <a:spLocks noGrp="1"/>
          </p:cNvSpPr>
          <p:nvPr/>
        </p:nvSpPr>
        <p:spPr>
          <a:xfrm>
            <a:off x="517342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860990-1C0F-4830-B0D2-DA0F1F640EFB}"/>
              </a:ext>
            </a:extLst>
          </p:cNvPr>
          <p:cNvSpPr>
            <a:spLocks noGrp="1"/>
          </p:cNvSpPr>
          <p:nvPr/>
        </p:nvSpPr>
        <p:spPr>
          <a:xfrm>
            <a:off x="517342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5662083" y="2516717"/>
            <a:ext cx="1719792" cy="143316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FE6B7693-9B1E-4D51-83E3-4B6C0AE5E615}"/>
              </a:ext>
            </a:extLst>
          </p:cNvPr>
          <p:cNvSpPr>
            <a:spLocks noGrp="1"/>
          </p:cNvSpPr>
          <p:nvPr/>
        </p:nvSpPr>
        <p:spPr>
          <a:xfrm>
            <a:off x="699904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E059D4-CCB0-411B-A349-4361A6CE7C9B}"/>
              </a:ext>
            </a:extLst>
          </p:cNvPr>
          <p:cNvSpPr>
            <a:spLocks noGrp="1"/>
          </p:cNvSpPr>
          <p:nvPr/>
        </p:nvSpPr>
        <p:spPr>
          <a:xfrm>
            <a:off x="699904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3" name="图片 9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7487708" y="2516717"/>
            <a:ext cx="1719792" cy="1433160"/>
          </a:xfrm>
          <a:prstGeom prst="rect">
            <a:avLst/>
          </a:prstGeom>
        </p:spPr>
      </p:pic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28597C33-366A-4366-BAE4-93C8E5757F7E}"/>
              </a:ext>
            </a:extLst>
          </p:cNvPr>
          <p:cNvSpPr>
            <a:spLocks noGrp="1"/>
          </p:cNvSpPr>
          <p:nvPr/>
        </p:nvSpPr>
        <p:spPr>
          <a:xfrm>
            <a:off x="882467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BF139F-D12A-40CA-BE7F-968A3A84529A}"/>
              </a:ext>
            </a:extLst>
          </p:cNvPr>
          <p:cNvSpPr>
            <a:spLocks noGrp="1"/>
          </p:cNvSpPr>
          <p:nvPr/>
        </p:nvSpPr>
        <p:spPr>
          <a:xfrm>
            <a:off x="882467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FBD3D-8D43-4315-903E-2B909BFB32A4}"/>
              </a:ext>
            </a:extLst>
          </p:cNvPr>
          <p:cNvSpPr>
            <a:spLocks noGrp="1"/>
          </p:cNvSpPr>
          <p:nvPr/>
        </p:nvSpPr>
        <p:spPr>
          <a:xfrm>
            <a:off x="937273" y="3157581"/>
            <a:ext cx="175121" cy="17207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0C01989-849D-49A7-AE7E-EC2585978826}"/>
              </a:ext>
            </a:extLst>
          </p:cNvPr>
          <p:cNvSpPr>
            <a:spLocks noGrp="1"/>
          </p:cNvSpPr>
          <p:nvPr/>
        </p:nvSpPr>
        <p:spPr>
          <a:xfrm>
            <a:off x="1112394" y="2622550"/>
            <a:ext cx="861398" cy="535031"/>
          </a:xfrm>
          <a:custGeom>
            <a:avLst/>
            <a:gdLst/>
            <a:ahLst/>
            <a:cxnLst/>
            <a:rect l="0" t="0" r="0" b="0"/>
            <a:pathLst>
              <a:path w="1550516" h="963055">
                <a:moveTo>
                  <a:pt x="0" y="963055"/>
                </a:moveTo>
                <a:lnTo>
                  <a:pt x="1550516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D050F78-0F5C-4B77-A382-B7D9C2CDA58B}"/>
              </a:ext>
            </a:extLst>
          </p:cNvPr>
          <p:cNvSpPr>
            <a:spLocks noGrp="1"/>
          </p:cNvSpPr>
          <p:nvPr/>
        </p:nvSpPr>
        <p:spPr>
          <a:xfrm>
            <a:off x="1112394" y="3329660"/>
            <a:ext cx="861398" cy="514383"/>
          </a:xfrm>
          <a:custGeom>
            <a:avLst/>
            <a:gdLst/>
            <a:ahLst/>
            <a:cxnLst/>
            <a:rect l="0" t="0" r="0" b="0"/>
            <a:pathLst>
              <a:path w="1550516" h="925890">
                <a:moveTo>
                  <a:pt x="0" y="0"/>
                </a:moveTo>
                <a:lnTo>
                  <a:pt x="1550516" y="92589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DF101E-59BC-4E59-A1EF-3DA617594B78}"/>
              </a:ext>
            </a:extLst>
          </p:cNvPr>
          <p:cNvSpPr>
            <a:spLocks noGrp="1"/>
          </p:cNvSpPr>
          <p:nvPr/>
        </p:nvSpPr>
        <p:spPr>
          <a:xfrm>
            <a:off x="185208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1DEDCEF-9206-4BC1-ABC8-8C497712857D}"/>
              </a:ext>
            </a:extLst>
          </p:cNvPr>
          <p:cNvSpPr>
            <a:spLocks noGrp="1"/>
          </p:cNvSpPr>
          <p:nvPr/>
        </p:nvSpPr>
        <p:spPr>
          <a:xfrm>
            <a:off x="2010833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D0CED8-38F7-487E-A58F-4E4CADA8DA3A}"/>
              </a:ext>
            </a:extLst>
          </p:cNvPr>
          <p:cNvSpPr>
            <a:spLocks noGrp="1"/>
          </p:cNvSpPr>
          <p:nvPr/>
        </p:nvSpPr>
        <p:spPr>
          <a:xfrm>
            <a:off x="383645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0.885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6BAACE3-D958-4F8B-9935-914DEC48AFDD}"/>
              </a:ext>
            </a:extLst>
          </p:cNvPr>
          <p:cNvSpPr>
            <a:spLocks noGrp="1"/>
          </p:cNvSpPr>
          <p:nvPr/>
        </p:nvSpPr>
        <p:spPr>
          <a:xfrm>
            <a:off x="383645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0.847     R  0.926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71AFF1B-A1ED-4647-9533-1ACB10E4CF95}"/>
              </a:ext>
            </a:extLst>
          </p:cNvPr>
          <p:cNvSpPr>
            <a:spLocks noGrp="1"/>
          </p:cNvSpPr>
          <p:nvPr/>
        </p:nvSpPr>
        <p:spPr>
          <a:xfrm>
            <a:off x="5662083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0.875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42131E-CC6D-4AA0-BEF3-F21094BA80EC}"/>
              </a:ext>
            </a:extLst>
          </p:cNvPr>
          <p:cNvSpPr>
            <a:spLocks noGrp="1"/>
          </p:cNvSpPr>
          <p:nvPr/>
        </p:nvSpPr>
        <p:spPr>
          <a:xfrm>
            <a:off x="5662083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0.833     R  0.922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488B2B1-C8B3-4E54-B46C-75D01C7BDA21}"/>
              </a:ext>
            </a:extLst>
          </p:cNvPr>
          <p:cNvSpPr>
            <a:spLocks noGrp="1"/>
          </p:cNvSpPr>
          <p:nvPr/>
        </p:nvSpPr>
        <p:spPr>
          <a:xfrm>
            <a:off x="748770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0.633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EDCFF1B-66FB-48DB-B4EF-19CB83B2996C}"/>
              </a:ext>
            </a:extLst>
          </p:cNvPr>
          <p:cNvSpPr>
            <a:spLocks noGrp="1"/>
          </p:cNvSpPr>
          <p:nvPr/>
        </p:nvSpPr>
        <p:spPr>
          <a:xfrm>
            <a:off x="748770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 dirty="0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0.599     R  0.670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8DE36B-573E-4B38-8ABA-A48E9597A54B}"/>
              </a:ext>
            </a:extLst>
          </p:cNvPr>
          <p:cNvSpPr>
            <a:spLocks noGrp="1"/>
          </p:cNvSpPr>
          <p:nvPr/>
        </p:nvSpPr>
        <p:spPr>
          <a:xfrm>
            <a:off x="185208" y="4469342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171612-446C-48B8-8360-86ED123EBE1D}"/>
              </a:ext>
            </a:extLst>
          </p:cNvPr>
          <p:cNvSpPr>
            <a:spLocks noGrp="1"/>
          </p:cNvSpPr>
          <p:nvPr/>
        </p:nvSpPr>
        <p:spPr>
          <a:xfrm>
            <a:off x="433917" y="4485217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9HJX  |  NAP B:500  |  EMD-52228  |  3.39 Å</a:t>
            </a:r>
          </a:p>
        </p:txBody>
      </p:sp>
      <p:pic>
        <p:nvPicPr>
          <p:cNvPr id="109" name="图片 108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85208" y="4749800"/>
            <a:ext cx="1719792" cy="1433160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2010833" y="4749800"/>
            <a:ext cx="1719792" cy="1433160"/>
          </a:xfrm>
          <a:prstGeom prst="rect">
            <a:avLst/>
          </a:prstGeom>
        </p:spPr>
      </p:pic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236D3F-B431-462A-96E3-F1DED8925D95}"/>
              </a:ext>
            </a:extLst>
          </p:cNvPr>
          <p:cNvSpPr>
            <a:spLocks noGrp="1"/>
          </p:cNvSpPr>
          <p:nvPr/>
        </p:nvSpPr>
        <p:spPr>
          <a:xfrm>
            <a:off x="339599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37FBCE-9DB6-4330-9742-413EFF299BFD}"/>
              </a:ext>
            </a:extLst>
          </p:cNvPr>
          <p:cNvSpPr>
            <a:spLocks noGrp="1"/>
          </p:cNvSpPr>
          <p:nvPr/>
        </p:nvSpPr>
        <p:spPr>
          <a:xfrm>
            <a:off x="339599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3" name="图片 112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3836458" y="4749800"/>
            <a:ext cx="1719792" cy="1433160"/>
          </a:xfrm>
          <a:prstGeom prst="rect">
            <a:avLst/>
          </a:prstGeom>
        </p:spPr>
      </p:pic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5132C4DB-A7DD-4804-B441-E7E1B30246E7}"/>
              </a:ext>
            </a:extLst>
          </p:cNvPr>
          <p:cNvSpPr>
            <a:spLocks noGrp="1"/>
          </p:cNvSpPr>
          <p:nvPr/>
        </p:nvSpPr>
        <p:spPr>
          <a:xfrm>
            <a:off x="522161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AA98644-F546-44BB-8EC9-2882CFFAEE4F}"/>
              </a:ext>
            </a:extLst>
          </p:cNvPr>
          <p:cNvSpPr>
            <a:spLocks noGrp="1"/>
          </p:cNvSpPr>
          <p:nvPr/>
        </p:nvSpPr>
        <p:spPr>
          <a:xfrm>
            <a:off x="522161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5662083" y="4749800"/>
            <a:ext cx="1719792" cy="1433160"/>
          </a:xfrm>
          <a:prstGeom prst="rect">
            <a:avLst/>
          </a:prstGeom>
        </p:spPr>
      </p:pic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41F5B5C-9E7D-48A9-9CD9-2E5AA4246299}"/>
              </a:ext>
            </a:extLst>
          </p:cNvPr>
          <p:cNvSpPr>
            <a:spLocks noGrp="1"/>
          </p:cNvSpPr>
          <p:nvPr/>
        </p:nvSpPr>
        <p:spPr>
          <a:xfrm>
            <a:off x="704724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927CC7B-05F2-49A5-9D2B-22BA4B5F5ED5}"/>
              </a:ext>
            </a:extLst>
          </p:cNvPr>
          <p:cNvSpPr>
            <a:spLocks noGrp="1"/>
          </p:cNvSpPr>
          <p:nvPr/>
        </p:nvSpPr>
        <p:spPr>
          <a:xfrm>
            <a:off x="704724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7487708" y="4749800"/>
            <a:ext cx="1719792" cy="1433160"/>
          </a:xfrm>
          <a:prstGeom prst="rect">
            <a:avLst/>
          </a:prstGeom>
        </p:spPr>
      </p:pic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E10C333A-1647-4EDB-B719-983064BA2162}"/>
              </a:ext>
            </a:extLst>
          </p:cNvPr>
          <p:cNvSpPr>
            <a:spLocks noGrp="1"/>
          </p:cNvSpPr>
          <p:nvPr/>
        </p:nvSpPr>
        <p:spPr>
          <a:xfrm>
            <a:off x="887286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8ADB37E-6600-481E-8ECA-F5E4C1960477}"/>
              </a:ext>
            </a:extLst>
          </p:cNvPr>
          <p:cNvSpPr>
            <a:spLocks noGrp="1"/>
          </p:cNvSpPr>
          <p:nvPr/>
        </p:nvSpPr>
        <p:spPr>
          <a:xfrm>
            <a:off x="887286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CCD44A-4E2F-4544-8913-6B63E7A54A07}"/>
              </a:ext>
            </a:extLst>
          </p:cNvPr>
          <p:cNvSpPr>
            <a:spLocks noGrp="1"/>
          </p:cNvSpPr>
          <p:nvPr/>
        </p:nvSpPr>
        <p:spPr>
          <a:xfrm>
            <a:off x="824746" y="5392706"/>
            <a:ext cx="183056" cy="19374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F4BC0B42-A12B-4888-9A82-CC3562D8FA80}"/>
              </a:ext>
            </a:extLst>
          </p:cNvPr>
          <p:cNvSpPr>
            <a:spLocks noGrp="1"/>
          </p:cNvSpPr>
          <p:nvPr/>
        </p:nvSpPr>
        <p:spPr>
          <a:xfrm>
            <a:off x="1007803" y="4855633"/>
            <a:ext cx="965989" cy="537072"/>
          </a:xfrm>
          <a:custGeom>
            <a:avLst/>
            <a:gdLst/>
            <a:ahLst/>
            <a:cxnLst/>
            <a:rect l="0" t="0" r="0" b="0"/>
            <a:pathLst>
              <a:path w="1738781" h="966730">
                <a:moveTo>
                  <a:pt x="0" y="966730"/>
                </a:moveTo>
                <a:lnTo>
                  <a:pt x="1738781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CDA31B18-A03B-4D12-BB8A-026549408991}"/>
              </a:ext>
            </a:extLst>
          </p:cNvPr>
          <p:cNvSpPr>
            <a:spLocks noGrp="1"/>
          </p:cNvSpPr>
          <p:nvPr/>
        </p:nvSpPr>
        <p:spPr>
          <a:xfrm>
            <a:off x="1007803" y="5586455"/>
            <a:ext cx="965989" cy="490672"/>
          </a:xfrm>
          <a:custGeom>
            <a:avLst/>
            <a:gdLst/>
            <a:ahLst/>
            <a:cxnLst/>
            <a:rect l="0" t="0" r="0" b="0"/>
            <a:pathLst>
              <a:path w="1738781" h="883209">
                <a:moveTo>
                  <a:pt x="0" y="0"/>
                </a:moveTo>
                <a:lnTo>
                  <a:pt x="1738781" y="883209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D49D4B3-DE5F-4C54-B007-134259C697A4}"/>
              </a:ext>
            </a:extLst>
          </p:cNvPr>
          <p:cNvSpPr>
            <a:spLocks noGrp="1"/>
          </p:cNvSpPr>
          <p:nvPr/>
        </p:nvSpPr>
        <p:spPr>
          <a:xfrm>
            <a:off x="185208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C966D28-28D3-4CBC-970A-F5E2B1F98DCA}"/>
              </a:ext>
            </a:extLst>
          </p:cNvPr>
          <p:cNvSpPr>
            <a:spLocks noGrp="1"/>
          </p:cNvSpPr>
          <p:nvPr/>
        </p:nvSpPr>
        <p:spPr>
          <a:xfrm>
            <a:off x="2010833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7B53618-EA94-448D-BBAA-A6CDAF6BD6B5}"/>
              </a:ext>
            </a:extLst>
          </p:cNvPr>
          <p:cNvSpPr>
            <a:spLocks noGrp="1"/>
          </p:cNvSpPr>
          <p:nvPr/>
        </p:nvSpPr>
        <p:spPr>
          <a:xfrm>
            <a:off x="383645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0.845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7D77760-5520-421E-B5E4-FBFD2A41020B}"/>
              </a:ext>
            </a:extLst>
          </p:cNvPr>
          <p:cNvSpPr>
            <a:spLocks noGrp="1"/>
          </p:cNvSpPr>
          <p:nvPr/>
        </p:nvSpPr>
        <p:spPr>
          <a:xfrm>
            <a:off x="383645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0.803     R  0.891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DDA8CE3-69D2-44A6-B44C-A622FD77E03D}"/>
              </a:ext>
            </a:extLst>
          </p:cNvPr>
          <p:cNvSpPr>
            <a:spLocks noGrp="1"/>
          </p:cNvSpPr>
          <p:nvPr/>
        </p:nvSpPr>
        <p:spPr>
          <a:xfrm>
            <a:off x="5662083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0.640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616834A-EA75-4FC6-A133-B004871052DA}"/>
              </a:ext>
            </a:extLst>
          </p:cNvPr>
          <p:cNvSpPr>
            <a:spLocks noGrp="1"/>
          </p:cNvSpPr>
          <p:nvPr/>
        </p:nvSpPr>
        <p:spPr>
          <a:xfrm>
            <a:off x="5662083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0.596     R  0.691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5025C35-354C-4E31-A845-271C1DB0FA40}"/>
              </a:ext>
            </a:extLst>
          </p:cNvPr>
          <p:cNvSpPr>
            <a:spLocks noGrp="1"/>
          </p:cNvSpPr>
          <p:nvPr/>
        </p:nvSpPr>
        <p:spPr>
          <a:xfrm>
            <a:off x="748770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0.421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059CFC3-8C63-4362-8661-478186D0C345}"/>
              </a:ext>
            </a:extLst>
          </p:cNvPr>
          <p:cNvSpPr>
            <a:spLocks noGrp="1"/>
          </p:cNvSpPr>
          <p:nvPr/>
        </p:nvSpPr>
        <p:spPr>
          <a:xfrm>
            <a:off x="748770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0.711     R  0.299</a:t>
            </a: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40FFA23B-0DF5-417D-9604-00972A5A04B5}"/>
              </a:ext>
            </a:extLst>
          </p:cNvPr>
          <p:cNvSpPr>
            <a:spLocks noGrp="1"/>
          </p:cNvSpPr>
          <p:nvPr/>
        </p:nvSpPr>
        <p:spPr>
          <a:xfrm>
            <a:off x="185208" y="6675967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1031D44-269B-4405-A4EE-060E73C09DC8}"/>
              </a:ext>
            </a:extLst>
          </p:cNvPr>
          <p:cNvSpPr>
            <a:spLocks noGrp="1"/>
          </p:cNvSpPr>
          <p:nvPr/>
        </p:nvSpPr>
        <p:spPr>
          <a:xfrm>
            <a:off x="185208" y="6765926"/>
            <a:ext cx="1111250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DB661B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DB661B"/>
                </a:solidFill>
                <a:latin typeface="Arial"/>
                <a:ea typeface="Arial"/>
                <a:cs typeface="Arial"/>
              </a:rPr>
              <a:t>GT ligand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52AB370-56AC-4665-8540-72CEDDF66FA8}"/>
              </a:ext>
            </a:extLst>
          </p:cNvPr>
          <p:cNvSpPr>
            <a:spLocks noGrp="1"/>
          </p:cNvSpPr>
          <p:nvPr/>
        </p:nvSpPr>
        <p:spPr>
          <a:xfrm>
            <a:off x="1402292" y="6765926"/>
            <a:ext cx="1852083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1780A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1780A6"/>
                </a:solidFill>
                <a:latin typeface="Arial"/>
                <a:ea typeface="Arial"/>
                <a:cs typeface="Arial"/>
              </a:rPr>
              <a:t>Selected target blob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3C71EC-7469-4858-8050-755EBB577B52}"/>
              </a:ext>
            </a:extLst>
          </p:cNvPr>
          <p:cNvSpPr>
            <a:spLocks noGrp="1"/>
          </p:cNvSpPr>
          <p:nvPr/>
        </p:nvSpPr>
        <p:spPr>
          <a:xfrm>
            <a:off x="3386667" y="6765926"/>
            <a:ext cx="1799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87B6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87B66"/>
                </a:solidFill>
                <a:latin typeface="Arial"/>
                <a:ea typeface="Arial"/>
                <a:cs typeface="Arial"/>
              </a:rPr>
              <a:t>Receptor cartoon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FAF3210-35E2-4D55-A2D8-0237058EB8EE}"/>
              </a:ext>
            </a:extLst>
          </p:cNvPr>
          <p:cNvSpPr>
            <a:spLocks noGrp="1"/>
          </p:cNvSpPr>
          <p:nvPr/>
        </p:nvSpPr>
        <p:spPr>
          <a:xfrm>
            <a:off x="5265208" y="6765926"/>
            <a:ext cx="3704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36273"/>
                </a:solidFill>
                <a:latin typeface="Arial"/>
                <a:ea typeface="Arial"/>
                <a:cs typeface="Arial"/>
              </a:rPr>
              <a:t>Experimental density (mesh)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66E8C27-E946-46AB-82FC-26688A92006C}"/>
              </a:ext>
            </a:extLst>
          </p:cNvPr>
          <p:cNvSpPr>
            <a:spLocks noGrp="1"/>
          </p:cNvSpPr>
          <p:nvPr/>
        </p:nvSpPr>
        <p:spPr>
          <a:xfrm>
            <a:off x="185209" y="7004050"/>
            <a:ext cx="915458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GT ligand is a reference only. Each prediction panel shows the selected blob with the largest GT overlap; P, R and Dice are instance-level metrics.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838AA53-5809-466F-10A7-ACBB3E0A68EE}"/>
              </a:ext>
            </a:extLst>
          </p:cNvPr>
          <p:cNvSpPr txBox="1"/>
          <p:nvPr/>
        </p:nvSpPr>
        <p:spPr>
          <a:xfrm>
            <a:off x="2861441" y="4414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Us-align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6631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0">
            <a:extLst>
              <a:ext uri="{FF2B5EF4-FFF2-40B4-BE49-F238E27FC236}">
                <a16:creationId xmlns:a16="http://schemas.microsoft.com/office/drawing/2014/main" id="{DD7F76FE-FEFE-4715-BB11-A739A6222C7C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Semantic segmentation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3534835455"/>
              </p:ext>
            </p:extLst>
          </p:nvPr>
        </p:nvGraphicFramePr>
        <p:xfrm>
          <a:off x="333375" y="3238500"/>
          <a:ext cx="8858252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Dice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0.6700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0.6455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0.4769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0.4996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0.3944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0.4284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0.4016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0.0499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0.3440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0.1907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C644D6C-F74F-48F6-9A9F-64E9EF90F3D6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6E94DA2-D6DE-430D-87D0-4854EE9672F9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633706-E5B9-4964-B177-9D1A163A98C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text_1">
            <a:extLst>
              <a:ext uri="{FF2B5EF4-FFF2-40B4-BE49-F238E27FC236}">
                <a16:creationId xmlns:a16="http://schemas.microsoft.com/office/drawing/2014/main" id="{14C6C974-D16B-4AC3-9912-481DABE0D6EA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5698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2">
            <a:extLst>
              <a:ext uri="{FF2B5EF4-FFF2-40B4-BE49-F238E27FC236}">
                <a16:creationId xmlns:a16="http://schemas.microsoft.com/office/drawing/2014/main" id="{FFE6ACCE-1C60-4789-BDFA-9DF96F746A8B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0.3</a:t>
            </a:r>
          </a:p>
        </p:txBody>
      </p:sp>
      <p:sp>
        <p:nvSpPr>
          <p:cNvPr id="2" name="text_3">
            <a:extLst>
              <a:ext uri="{FF2B5EF4-FFF2-40B4-BE49-F238E27FC236}">
                <a16:creationId xmlns:a16="http://schemas.microsoft.com/office/drawing/2014/main" id="{B0800B36-E768-4930-AEA6-DF76E29762BE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4">
            <a:extLst>
              <a:ext uri="{FF2B5EF4-FFF2-40B4-BE49-F238E27FC236}">
                <a16:creationId xmlns:a16="http://schemas.microsoft.com/office/drawing/2014/main" id="{E31E19DF-F752-4E4C-A433-CEDC85D5BCD4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0.6632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0.6811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0.6873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0.6507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0.5942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0.6075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0.5364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0.4965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0.4523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0.2552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9CB2E37-34D4-4FBE-8B4A-8391D716488D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007041A-C77B-46B5-A6EF-BFD525C48B74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DFC0279-B552-4C0D-8C38-B20EDD6470EE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5">
            <a:extLst>
              <a:ext uri="{FF2B5EF4-FFF2-40B4-BE49-F238E27FC236}">
                <a16:creationId xmlns:a16="http://schemas.microsoft.com/office/drawing/2014/main" id="{5A36924A-A371-499B-B45F-48453315756C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4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6">
            <a:extLst>
              <a:ext uri="{FF2B5EF4-FFF2-40B4-BE49-F238E27FC236}">
                <a16:creationId xmlns:a16="http://schemas.microsoft.com/office/drawing/2014/main" id="{7C2FF315-BCC7-4692-9CC1-F565D109A03E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0.6</a:t>
            </a:r>
          </a:p>
        </p:txBody>
      </p:sp>
      <p:sp>
        <p:nvSpPr>
          <p:cNvPr id="2" name="text_7">
            <a:extLst>
              <a:ext uri="{FF2B5EF4-FFF2-40B4-BE49-F238E27FC236}">
                <a16:creationId xmlns:a16="http://schemas.microsoft.com/office/drawing/2014/main" id="{9FA2BAD0-E87F-4614-8BE2-5B310490026F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8">
            <a:extLst>
              <a:ext uri="{FF2B5EF4-FFF2-40B4-BE49-F238E27FC236}">
                <a16:creationId xmlns:a16="http://schemas.microsoft.com/office/drawing/2014/main" id="{857B586A-3C01-4C5F-B68A-D610595A48E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83E7FE0-64C9-4625-B560-FF2E34BD8FC4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5E0EC2F-70B8-4B56-A737-2B3E12DCDC40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F261FAAB-F986-417A-80FA-5B31ADBD4AF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9">
            <a:extLst>
              <a:ext uri="{FF2B5EF4-FFF2-40B4-BE49-F238E27FC236}">
                <a16:creationId xmlns:a16="http://schemas.microsoft.com/office/drawing/2014/main" id="{BFCAE875-5A24-4EE6-8011-BC048E19F3DD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8298770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GT_9357">
            <a:extLst>
              <a:ext uri="{FF2B5EF4-FFF2-40B4-BE49-F238E27FC236}">
                <a16:creationId xmlns:a16="http://schemas.microsoft.com/office/drawing/2014/main" id="{AEF05CC2-58B7-4B04-94C3-FD2343472909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GT_9358">
            <a:extLst>
              <a:ext uri="{FF2B5EF4-FFF2-40B4-BE49-F238E27FC236}">
                <a16:creationId xmlns:a16="http://schemas.microsoft.com/office/drawing/2014/main" id="{28227253-0C30-4696-B2C9-57D5E0F8A145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GT_9359">
            <a:extLst>
              <a:ext uri="{FF2B5EF4-FFF2-40B4-BE49-F238E27FC236}">
                <a16:creationId xmlns:a16="http://schemas.microsoft.com/office/drawing/2014/main" id="{93BEB1EA-AFE0-4395-BD57-4221E70EF9EB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9360">
            <a:extLst>
              <a:ext uri="{FF2B5EF4-FFF2-40B4-BE49-F238E27FC236}">
                <a16:creationId xmlns:a16="http://schemas.microsoft.com/office/drawing/2014/main" id="{F94D7BC6-5E1B-4C55-8691-61D385E69266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GT_9361">
            <a:extLst>
              <a:ext uri="{FF2B5EF4-FFF2-40B4-BE49-F238E27FC236}">
                <a16:creationId xmlns:a16="http://schemas.microsoft.com/office/drawing/2014/main" id="{C3955F83-1723-473A-8CFD-B910A5C7E54F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9362">
            <a:extLst>
              <a:ext uri="{FF2B5EF4-FFF2-40B4-BE49-F238E27FC236}">
                <a16:creationId xmlns:a16="http://schemas.microsoft.com/office/drawing/2014/main" id="{50B86F3B-6C8A-4375-94F9-3D013CF83BB0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9363">
            <a:extLst>
              <a:ext uri="{FF2B5EF4-FFF2-40B4-BE49-F238E27FC236}">
                <a16:creationId xmlns:a16="http://schemas.microsoft.com/office/drawing/2014/main" id="{F05889FF-0F93-4612-B620-4734D028EE49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GT_9364">
            <a:extLst>
              <a:ext uri="{FF2B5EF4-FFF2-40B4-BE49-F238E27FC236}">
                <a16:creationId xmlns:a16="http://schemas.microsoft.com/office/drawing/2014/main" id="{F6D964FE-486F-4E5B-AC8E-B604FF27F92F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9365">
            <a:extLst>
              <a:ext uri="{FF2B5EF4-FFF2-40B4-BE49-F238E27FC236}">
                <a16:creationId xmlns:a16="http://schemas.microsoft.com/office/drawing/2014/main" id="{DB6FFD23-0368-4FFD-9874-A76505BC6D8A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9366">
            <a:extLst>
              <a:ext uri="{FF2B5EF4-FFF2-40B4-BE49-F238E27FC236}">
                <a16:creationId xmlns:a16="http://schemas.microsoft.com/office/drawing/2014/main" id="{1FE7B40C-C854-4080-AB81-07738161DF30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GT_9367">
            <a:extLst>
              <a:ext uri="{FF2B5EF4-FFF2-40B4-BE49-F238E27FC236}">
                <a16:creationId xmlns:a16="http://schemas.microsoft.com/office/drawing/2014/main" id="{EE867167-E8A5-4616-BDA1-8A0E9AA034C7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9368">
            <a:extLst>
              <a:ext uri="{FF2B5EF4-FFF2-40B4-BE49-F238E27FC236}">
                <a16:creationId xmlns:a16="http://schemas.microsoft.com/office/drawing/2014/main" id="{AD434E4A-E3E3-40D0-A5FE-24AEDA8279F7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9369">
            <a:extLst>
              <a:ext uri="{FF2B5EF4-FFF2-40B4-BE49-F238E27FC236}">
                <a16:creationId xmlns:a16="http://schemas.microsoft.com/office/drawing/2014/main" id="{FBF55E90-2379-4ADC-BB67-6084342851D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GT_9370">
            <a:extLst>
              <a:ext uri="{FF2B5EF4-FFF2-40B4-BE49-F238E27FC236}">
                <a16:creationId xmlns:a16="http://schemas.microsoft.com/office/drawing/2014/main" id="{F254B25C-7397-459E-BCD4-78C4EA31FECA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9371">
            <a:extLst>
              <a:ext uri="{FF2B5EF4-FFF2-40B4-BE49-F238E27FC236}">
                <a16:creationId xmlns:a16="http://schemas.microsoft.com/office/drawing/2014/main" id="{3CDC21C7-7CDF-439F-9AF6-6E99E7FBB2C3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9372">
            <a:extLst>
              <a:ext uri="{FF2B5EF4-FFF2-40B4-BE49-F238E27FC236}">
                <a16:creationId xmlns:a16="http://schemas.microsoft.com/office/drawing/2014/main" id="{D6226A03-6F81-4602-9C4A-7EB61BCE6A44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GT_9373">
            <a:extLst>
              <a:ext uri="{FF2B5EF4-FFF2-40B4-BE49-F238E27FC236}">
                <a16:creationId xmlns:a16="http://schemas.microsoft.com/office/drawing/2014/main" id="{41D198B4-1408-4DE2-85D3-A365833B4986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GT_9374">
            <a:extLst>
              <a:ext uri="{FF2B5EF4-FFF2-40B4-BE49-F238E27FC236}">
                <a16:creationId xmlns:a16="http://schemas.microsoft.com/office/drawing/2014/main" id="{6E55F85A-0BB5-459C-A75A-2D32D7660F26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9375">
            <a:extLst>
              <a:ext uri="{FF2B5EF4-FFF2-40B4-BE49-F238E27FC236}">
                <a16:creationId xmlns:a16="http://schemas.microsoft.com/office/drawing/2014/main" id="{A7101031-BDBA-41AC-AB09-A3E946C53624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GT_9376">
            <a:extLst>
              <a:ext uri="{FF2B5EF4-FFF2-40B4-BE49-F238E27FC236}">
                <a16:creationId xmlns:a16="http://schemas.microsoft.com/office/drawing/2014/main" id="{48BEF83C-66B4-4715-BB17-C6C3D7E93E54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GT_9377">
            <a:extLst>
              <a:ext uri="{FF2B5EF4-FFF2-40B4-BE49-F238E27FC236}">
                <a16:creationId xmlns:a16="http://schemas.microsoft.com/office/drawing/2014/main" id="{13CAD763-29DC-4EF1-AB08-4CC8696F4ADA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9378">
            <a:extLst>
              <a:ext uri="{FF2B5EF4-FFF2-40B4-BE49-F238E27FC236}">
                <a16:creationId xmlns:a16="http://schemas.microsoft.com/office/drawing/2014/main" id="{FE6061BB-71AA-42FA-8DBE-BC2E6EC64A40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GT_9379">
            <a:extLst>
              <a:ext uri="{FF2B5EF4-FFF2-40B4-BE49-F238E27FC236}">
                <a16:creationId xmlns:a16="http://schemas.microsoft.com/office/drawing/2014/main" id="{791BEB94-07EA-4689-AD61-3D74E5C1FBF2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GT_9380">
            <a:extLst>
              <a:ext uri="{FF2B5EF4-FFF2-40B4-BE49-F238E27FC236}">
                <a16:creationId xmlns:a16="http://schemas.microsoft.com/office/drawing/2014/main" id="{8787675D-1F83-4B59-8DDC-8441064A91D7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9381">
            <a:extLst>
              <a:ext uri="{FF2B5EF4-FFF2-40B4-BE49-F238E27FC236}">
                <a16:creationId xmlns:a16="http://schemas.microsoft.com/office/drawing/2014/main" id="{304F62E1-41CF-4217-A238-F717C66F3009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GT_9382">
            <a:extLst>
              <a:ext uri="{FF2B5EF4-FFF2-40B4-BE49-F238E27FC236}">
                <a16:creationId xmlns:a16="http://schemas.microsoft.com/office/drawing/2014/main" id="{122D27B0-A76D-4BAC-8231-F4B2DB7C22FE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GT_9383">
            <a:extLst>
              <a:ext uri="{FF2B5EF4-FFF2-40B4-BE49-F238E27FC236}">
                <a16:creationId xmlns:a16="http://schemas.microsoft.com/office/drawing/2014/main" id="{E2D601E4-87F8-449A-AFB7-CE7F41333673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9384">
            <a:extLst>
              <a:ext uri="{FF2B5EF4-FFF2-40B4-BE49-F238E27FC236}">
                <a16:creationId xmlns:a16="http://schemas.microsoft.com/office/drawing/2014/main" id="{DBCB6F55-9E88-48FD-BCA4-640EA470025C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GT_9385">
            <a:extLst>
              <a:ext uri="{FF2B5EF4-FFF2-40B4-BE49-F238E27FC236}">
                <a16:creationId xmlns:a16="http://schemas.microsoft.com/office/drawing/2014/main" id="{86B7C42D-768E-4698-B24E-EC071CD7DDAB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GT_9386">
            <a:extLst>
              <a:ext uri="{FF2B5EF4-FFF2-40B4-BE49-F238E27FC236}">
                <a16:creationId xmlns:a16="http://schemas.microsoft.com/office/drawing/2014/main" id="{5F9F4697-BBD1-4733-B156-70C188F54F34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9387">
            <a:extLst>
              <a:ext uri="{FF2B5EF4-FFF2-40B4-BE49-F238E27FC236}">
                <a16:creationId xmlns:a16="http://schemas.microsoft.com/office/drawing/2014/main" id="{D95EF8E3-A2C9-4464-928D-3BFA78273CF3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GT_9388">
            <a:extLst>
              <a:ext uri="{FF2B5EF4-FFF2-40B4-BE49-F238E27FC236}">
                <a16:creationId xmlns:a16="http://schemas.microsoft.com/office/drawing/2014/main" id="{BE0F4C3D-053B-417A-9CEC-C08E3C7CDAD4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GT_9389">
            <a:extLst>
              <a:ext uri="{FF2B5EF4-FFF2-40B4-BE49-F238E27FC236}">
                <a16:creationId xmlns:a16="http://schemas.microsoft.com/office/drawing/2014/main" id="{ABA190C6-63CE-42EF-8AC1-8DEEB14496D0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9390">
            <a:extLst>
              <a:ext uri="{FF2B5EF4-FFF2-40B4-BE49-F238E27FC236}">
                <a16:creationId xmlns:a16="http://schemas.microsoft.com/office/drawing/2014/main" id="{51B35B18-C3B0-4C93-9ADA-73324072D6E8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9391">
            <a:extLst>
              <a:ext uri="{FF2B5EF4-FFF2-40B4-BE49-F238E27FC236}">
                <a16:creationId xmlns:a16="http://schemas.microsoft.com/office/drawing/2014/main" id="{BBCE1751-50D8-49B9-B624-BA6C6B086485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GT_9392">
            <a:extLst>
              <a:ext uri="{FF2B5EF4-FFF2-40B4-BE49-F238E27FC236}">
                <a16:creationId xmlns:a16="http://schemas.microsoft.com/office/drawing/2014/main" id="{8D0587F8-5B80-47A4-A74E-D7D9168F27EF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A1_bar_GT_9393">
            <a:extLst>
              <a:ext uri="{FF2B5EF4-FFF2-40B4-BE49-F238E27FC236}">
                <a16:creationId xmlns:a16="http://schemas.microsoft.com/office/drawing/2014/main" id="{5FA93B5E-EF78-45B2-BD68-DC94489975BE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A1_bar_GT_9394">
            <a:extLst>
              <a:ext uri="{FF2B5EF4-FFF2-40B4-BE49-F238E27FC236}">
                <a16:creationId xmlns:a16="http://schemas.microsoft.com/office/drawing/2014/main" id="{46907CDB-6338-468E-8DCF-1FC17C3392E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A1_bar_GT_9395">
            <a:extLst>
              <a:ext uri="{FF2B5EF4-FFF2-40B4-BE49-F238E27FC236}">
                <a16:creationId xmlns:a16="http://schemas.microsoft.com/office/drawing/2014/main" id="{85B991FD-D524-42D7-8EFD-852C2E5DC0B3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A1_bar_GT_9396">
            <a:extLst>
              <a:ext uri="{FF2B5EF4-FFF2-40B4-BE49-F238E27FC236}">
                <a16:creationId xmlns:a16="http://schemas.microsoft.com/office/drawing/2014/main" id="{95286742-7853-4E09-A378-2AF8F0843088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A1_bar_GT_9397">
            <a:extLst>
              <a:ext uri="{FF2B5EF4-FFF2-40B4-BE49-F238E27FC236}">
                <a16:creationId xmlns:a16="http://schemas.microsoft.com/office/drawing/2014/main" id="{CC14D27A-15F4-4276-BEE2-1252EE1C34B6}"/>
              </a:ext>
            </a:extLst>
          </p:cNvPr>
          <p:cNvSpPr>
            <a:spLocks noGrp="1"/>
          </p:cNvSpPr>
          <p:nvPr/>
        </p:nvSpPr>
        <p:spPr>
          <a:xfrm>
            <a:off x="1749143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2" name="A1_bar_GT_9398">
            <a:extLst>
              <a:ext uri="{FF2B5EF4-FFF2-40B4-BE49-F238E27FC236}">
                <a16:creationId xmlns:a16="http://schemas.microsoft.com/office/drawing/2014/main" id="{4030E252-0B08-4FE5-ACF2-21D280715FEE}"/>
              </a:ext>
            </a:extLst>
          </p:cNvPr>
          <p:cNvSpPr>
            <a:spLocks noGrp="1"/>
          </p:cNvSpPr>
          <p:nvPr/>
        </p:nvSpPr>
        <p:spPr>
          <a:xfrm>
            <a:off x="3322966" y="4067119"/>
            <a:ext cx="325781" cy="2047931"/>
          </a:xfrm>
          <a:custGeom>
            <a:avLst/>
            <a:gdLst/>
            <a:ahLst/>
            <a:cxnLst/>
            <a:rect l="0" t="0" r="0" b="0"/>
            <a:pathLst>
              <a:path w="325781" h="2047931">
                <a:moveTo>
                  <a:pt x="0" y="2047931"/>
                </a:moveTo>
                <a:lnTo>
                  <a:pt x="325781" y="2047931"/>
                </a:lnTo>
                <a:lnTo>
                  <a:pt x="325781" y="0"/>
                </a:lnTo>
                <a:lnTo>
                  <a:pt x="0" y="0"/>
                </a:lnTo>
                <a:lnTo>
                  <a:pt x="0" y="204793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3" name="A1_bar_GT_9399">
            <a:extLst>
              <a:ext uri="{FF2B5EF4-FFF2-40B4-BE49-F238E27FC236}">
                <a16:creationId xmlns:a16="http://schemas.microsoft.com/office/drawing/2014/main" id="{AA0D1E38-F2B4-424F-87A8-356656618311}"/>
              </a:ext>
            </a:extLst>
          </p:cNvPr>
          <p:cNvSpPr>
            <a:spLocks noGrp="1"/>
          </p:cNvSpPr>
          <p:nvPr/>
        </p:nvSpPr>
        <p:spPr>
          <a:xfrm>
            <a:off x="4896789" y="4123379"/>
            <a:ext cx="325781" cy="1991671"/>
          </a:xfrm>
          <a:custGeom>
            <a:avLst/>
            <a:gdLst/>
            <a:ahLst/>
            <a:cxnLst/>
            <a:rect l="0" t="0" r="0" b="0"/>
            <a:pathLst>
              <a:path w="325781" h="1991671">
                <a:moveTo>
                  <a:pt x="0" y="1991671"/>
                </a:moveTo>
                <a:lnTo>
                  <a:pt x="325781" y="1991671"/>
                </a:lnTo>
                <a:lnTo>
                  <a:pt x="325781" y="0"/>
                </a:lnTo>
                <a:lnTo>
                  <a:pt x="0" y="0"/>
                </a:lnTo>
                <a:lnTo>
                  <a:pt x="0" y="199167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4" name="A1_bar_GT_9400">
            <a:extLst>
              <a:ext uri="{FF2B5EF4-FFF2-40B4-BE49-F238E27FC236}">
                <a16:creationId xmlns:a16="http://schemas.microsoft.com/office/drawing/2014/main" id="{9BD03034-37C1-4565-9C5A-6FC3DDF3407E}"/>
              </a:ext>
            </a:extLst>
          </p:cNvPr>
          <p:cNvSpPr>
            <a:spLocks noGrp="1"/>
          </p:cNvSpPr>
          <p:nvPr/>
        </p:nvSpPr>
        <p:spPr>
          <a:xfrm>
            <a:off x="6470612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5" name="A1_bar_GT_9401">
            <a:extLst>
              <a:ext uri="{FF2B5EF4-FFF2-40B4-BE49-F238E27FC236}">
                <a16:creationId xmlns:a16="http://schemas.microsoft.com/office/drawing/2014/main" id="{D6714545-A74E-47F2-89ED-FDB0C3CC6AA2}"/>
              </a:ext>
            </a:extLst>
          </p:cNvPr>
          <p:cNvSpPr>
            <a:spLocks noGrp="1"/>
          </p:cNvSpPr>
          <p:nvPr/>
        </p:nvSpPr>
        <p:spPr>
          <a:xfrm>
            <a:off x="8044435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6" name="A1_bar_GT_9402">
            <a:extLst>
              <a:ext uri="{FF2B5EF4-FFF2-40B4-BE49-F238E27FC236}">
                <a16:creationId xmlns:a16="http://schemas.microsoft.com/office/drawing/2014/main" id="{42AC4526-7D84-4097-BBBD-E368BE9AE597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GT_9403">
            <a:extLst>
              <a:ext uri="{FF2B5EF4-FFF2-40B4-BE49-F238E27FC236}">
                <a16:creationId xmlns:a16="http://schemas.microsoft.com/office/drawing/2014/main" id="{38286105-A2F4-436A-9687-4C37E9476562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GT_9404">
            <a:extLst>
              <a:ext uri="{FF2B5EF4-FFF2-40B4-BE49-F238E27FC236}">
                <a16:creationId xmlns:a16="http://schemas.microsoft.com/office/drawing/2014/main" id="{04B8275E-8EDF-4754-8D1C-998677BA3B42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GT_9405">
            <a:extLst>
              <a:ext uri="{FF2B5EF4-FFF2-40B4-BE49-F238E27FC236}">
                <a16:creationId xmlns:a16="http://schemas.microsoft.com/office/drawing/2014/main" id="{FD9BBCCC-D2D9-4275-BD4C-143305FDA36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GT_9406">
            <a:extLst>
              <a:ext uri="{FF2B5EF4-FFF2-40B4-BE49-F238E27FC236}">
                <a16:creationId xmlns:a16="http://schemas.microsoft.com/office/drawing/2014/main" id="{5ACE6C46-D3B2-421D-BED8-BAE73CFB4986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GT_9407">
            <a:extLst>
              <a:ext uri="{FF2B5EF4-FFF2-40B4-BE49-F238E27FC236}">
                <a16:creationId xmlns:a16="http://schemas.microsoft.com/office/drawing/2014/main" id="{EAEAF813-DD64-4F87-AFFA-139B9E82843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GT_9408">
            <a:extLst>
              <a:ext uri="{FF2B5EF4-FFF2-40B4-BE49-F238E27FC236}">
                <a16:creationId xmlns:a16="http://schemas.microsoft.com/office/drawing/2014/main" id="{E303CB6A-E74B-40A9-97AA-D2DF332F01A9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GT_9409">
            <a:extLst>
              <a:ext uri="{FF2B5EF4-FFF2-40B4-BE49-F238E27FC236}">
                <a16:creationId xmlns:a16="http://schemas.microsoft.com/office/drawing/2014/main" id="{BD32E0EC-09E1-4907-AF70-C216F0EBEDB6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GT_9410">
            <a:extLst>
              <a:ext uri="{FF2B5EF4-FFF2-40B4-BE49-F238E27FC236}">
                <a16:creationId xmlns:a16="http://schemas.microsoft.com/office/drawing/2014/main" id="{17C4D121-7B73-401D-B0D7-3E5B2978047D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GT_9411">
            <a:extLst>
              <a:ext uri="{FF2B5EF4-FFF2-40B4-BE49-F238E27FC236}">
                <a16:creationId xmlns:a16="http://schemas.microsoft.com/office/drawing/2014/main" id="{0FB0C0FD-7F6A-45B7-97A7-92963E42195A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GT_9412">
            <a:extLst>
              <a:ext uri="{FF2B5EF4-FFF2-40B4-BE49-F238E27FC236}">
                <a16:creationId xmlns:a16="http://schemas.microsoft.com/office/drawing/2014/main" id="{7EB4DCF0-5821-4062-B2C7-5C90A9128502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GT_9413">
            <a:extLst>
              <a:ext uri="{FF2B5EF4-FFF2-40B4-BE49-F238E27FC236}">
                <a16:creationId xmlns:a16="http://schemas.microsoft.com/office/drawing/2014/main" id="{21C9D426-DC71-4823-A4CE-F3E607ABA92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GT_9414">
            <a:extLst>
              <a:ext uri="{FF2B5EF4-FFF2-40B4-BE49-F238E27FC236}">
                <a16:creationId xmlns:a16="http://schemas.microsoft.com/office/drawing/2014/main" id="{00CCF167-149F-4E53-9BEB-A921B1370430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GT_9415">
            <a:extLst>
              <a:ext uri="{FF2B5EF4-FFF2-40B4-BE49-F238E27FC236}">
                <a16:creationId xmlns:a16="http://schemas.microsoft.com/office/drawing/2014/main" id="{E3834977-DA8B-4A77-A59A-8814BFCBA566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GT_9416">
            <a:extLst>
              <a:ext uri="{FF2B5EF4-FFF2-40B4-BE49-F238E27FC236}">
                <a16:creationId xmlns:a16="http://schemas.microsoft.com/office/drawing/2014/main" id="{3877868C-29BF-45C1-B269-8BD52D0E86A8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GT_9417">
            <a:extLst>
              <a:ext uri="{FF2B5EF4-FFF2-40B4-BE49-F238E27FC236}">
                <a16:creationId xmlns:a16="http://schemas.microsoft.com/office/drawing/2014/main" id="{025C3659-F453-42F4-8478-209E391F2FC0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GT_9418">
            <a:extLst>
              <a:ext uri="{FF2B5EF4-FFF2-40B4-BE49-F238E27FC236}">
                <a16:creationId xmlns:a16="http://schemas.microsoft.com/office/drawing/2014/main" id="{ADF0537D-B3AB-41DF-AB6D-1EF8A329656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GT_9419">
            <a:extLst>
              <a:ext uri="{FF2B5EF4-FFF2-40B4-BE49-F238E27FC236}">
                <a16:creationId xmlns:a16="http://schemas.microsoft.com/office/drawing/2014/main" id="{22B4CD50-8135-4EDA-A99E-F7D74EEF5AD8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GT_9420">
            <a:extLst>
              <a:ext uri="{FF2B5EF4-FFF2-40B4-BE49-F238E27FC236}">
                <a16:creationId xmlns:a16="http://schemas.microsoft.com/office/drawing/2014/main" id="{DF79EC38-F2E3-4B82-9D64-F42676AD1264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GT_9421">
            <a:extLst>
              <a:ext uri="{FF2B5EF4-FFF2-40B4-BE49-F238E27FC236}">
                <a16:creationId xmlns:a16="http://schemas.microsoft.com/office/drawing/2014/main" id="{CFE9F498-0D12-4E21-9D6B-9B375D3D8B0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GT_9422">
            <a:extLst>
              <a:ext uri="{FF2B5EF4-FFF2-40B4-BE49-F238E27FC236}">
                <a16:creationId xmlns:a16="http://schemas.microsoft.com/office/drawing/2014/main" id="{B254C9DB-7C48-4E45-B261-920050420C82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GT_9423">
            <a:extLst>
              <a:ext uri="{FF2B5EF4-FFF2-40B4-BE49-F238E27FC236}">
                <a16:creationId xmlns:a16="http://schemas.microsoft.com/office/drawing/2014/main" id="{297C0FDE-5899-4F7D-86E6-D4345E14F3EE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GT_9424">
            <a:extLst>
              <a:ext uri="{FF2B5EF4-FFF2-40B4-BE49-F238E27FC236}">
                <a16:creationId xmlns:a16="http://schemas.microsoft.com/office/drawing/2014/main" id="{75612659-F704-421D-8616-BF52350A3F4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GT_9425">
            <a:extLst>
              <a:ext uri="{FF2B5EF4-FFF2-40B4-BE49-F238E27FC236}">
                <a16:creationId xmlns:a16="http://schemas.microsoft.com/office/drawing/2014/main" id="{B06E730B-7C99-432F-8081-B235E1D238F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GT_9426">
            <a:extLst>
              <a:ext uri="{FF2B5EF4-FFF2-40B4-BE49-F238E27FC236}">
                <a16:creationId xmlns:a16="http://schemas.microsoft.com/office/drawing/2014/main" id="{6F413565-A912-4B13-9283-1D98A923C93A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GT_9427">
            <a:extLst>
              <a:ext uri="{FF2B5EF4-FFF2-40B4-BE49-F238E27FC236}">
                <a16:creationId xmlns:a16="http://schemas.microsoft.com/office/drawing/2014/main" id="{C031FFB4-3702-462D-A88D-50D0558FAC0E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GT_9428">
            <a:extLst>
              <a:ext uri="{FF2B5EF4-FFF2-40B4-BE49-F238E27FC236}">
                <a16:creationId xmlns:a16="http://schemas.microsoft.com/office/drawing/2014/main" id="{F0D20C36-18AD-4636-A890-FB48CC492F03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GT_9429">
            <a:extLst>
              <a:ext uri="{FF2B5EF4-FFF2-40B4-BE49-F238E27FC236}">
                <a16:creationId xmlns:a16="http://schemas.microsoft.com/office/drawing/2014/main" id="{1D4CFAC7-C57C-4A9B-B072-A09141C7CBD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GT_9430">
            <a:extLst>
              <a:ext uri="{FF2B5EF4-FFF2-40B4-BE49-F238E27FC236}">
                <a16:creationId xmlns:a16="http://schemas.microsoft.com/office/drawing/2014/main" id="{91860519-5A4D-4269-AFF3-84F5EF9A8F72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GT_9431">
            <a:extLst>
              <a:ext uri="{FF2B5EF4-FFF2-40B4-BE49-F238E27FC236}">
                <a16:creationId xmlns:a16="http://schemas.microsoft.com/office/drawing/2014/main" id="{5B932313-C063-4403-9696-11A992D42D4F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GT_9432">
            <a:extLst>
              <a:ext uri="{FF2B5EF4-FFF2-40B4-BE49-F238E27FC236}">
                <a16:creationId xmlns:a16="http://schemas.microsoft.com/office/drawing/2014/main" id="{8E46AE35-1B8E-407C-96BC-0EA1044C2B54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GT_9433">
            <a:extLst>
              <a:ext uri="{FF2B5EF4-FFF2-40B4-BE49-F238E27FC236}">
                <a16:creationId xmlns:a16="http://schemas.microsoft.com/office/drawing/2014/main" id="{22A6E221-9328-4649-BF75-853B1CFD998C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GT_9434">
            <a:extLst>
              <a:ext uri="{FF2B5EF4-FFF2-40B4-BE49-F238E27FC236}">
                <a16:creationId xmlns:a16="http://schemas.microsoft.com/office/drawing/2014/main" id="{17A393D9-B04C-4466-B618-2D68A4A231EC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GT_9435">
            <a:extLst>
              <a:ext uri="{FF2B5EF4-FFF2-40B4-BE49-F238E27FC236}">
                <a16:creationId xmlns:a16="http://schemas.microsoft.com/office/drawing/2014/main" id="{A6BDC81D-6400-4DDC-B1C3-6334443B902A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GT_9436">
            <a:extLst>
              <a:ext uri="{FF2B5EF4-FFF2-40B4-BE49-F238E27FC236}">
                <a16:creationId xmlns:a16="http://schemas.microsoft.com/office/drawing/2014/main" id="{E58F425A-A8E8-4A0C-A1D1-9A647B695F10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GT_9437">
            <a:extLst>
              <a:ext uri="{FF2B5EF4-FFF2-40B4-BE49-F238E27FC236}">
                <a16:creationId xmlns:a16="http://schemas.microsoft.com/office/drawing/2014/main" id="{F5285FC3-4659-463D-85A8-F5A8A22768B0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GT_9438">
            <a:extLst>
              <a:ext uri="{FF2B5EF4-FFF2-40B4-BE49-F238E27FC236}">
                <a16:creationId xmlns:a16="http://schemas.microsoft.com/office/drawing/2014/main" id="{DE77341E-3297-4C99-B9AD-FE923252C18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GT_9439">
            <a:extLst>
              <a:ext uri="{FF2B5EF4-FFF2-40B4-BE49-F238E27FC236}">
                <a16:creationId xmlns:a16="http://schemas.microsoft.com/office/drawing/2014/main" id="{49A652A4-B9FC-453F-B09F-2E15C45ACFC7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GT_9440">
            <a:extLst>
              <a:ext uri="{FF2B5EF4-FFF2-40B4-BE49-F238E27FC236}">
                <a16:creationId xmlns:a16="http://schemas.microsoft.com/office/drawing/2014/main" id="{A71E0A28-8182-4F03-A113-A90E7E1EC5A2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GT_9441">
            <a:extLst>
              <a:ext uri="{FF2B5EF4-FFF2-40B4-BE49-F238E27FC236}">
                <a16:creationId xmlns:a16="http://schemas.microsoft.com/office/drawing/2014/main" id="{4209FA2D-D243-4E51-93A2-81A0F619EDBD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GT_9442">
            <a:extLst>
              <a:ext uri="{FF2B5EF4-FFF2-40B4-BE49-F238E27FC236}">
                <a16:creationId xmlns:a16="http://schemas.microsoft.com/office/drawing/2014/main" id="{36B9300F-FE1C-47A5-B36B-266C5F63147C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GT_9443">
            <a:extLst>
              <a:ext uri="{FF2B5EF4-FFF2-40B4-BE49-F238E27FC236}">
                <a16:creationId xmlns:a16="http://schemas.microsoft.com/office/drawing/2014/main" id="{AFA83E6B-A678-4867-9316-6C3B40BB1B5F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GT_9444">
            <a:extLst>
              <a:ext uri="{FF2B5EF4-FFF2-40B4-BE49-F238E27FC236}">
                <a16:creationId xmlns:a16="http://schemas.microsoft.com/office/drawing/2014/main" id="{5A13F32C-547A-4E99-B5E8-46959CB490A7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GT_9445">
            <a:extLst>
              <a:ext uri="{FF2B5EF4-FFF2-40B4-BE49-F238E27FC236}">
                <a16:creationId xmlns:a16="http://schemas.microsoft.com/office/drawing/2014/main" id="{23A0ECFA-8EAE-4926-AD05-D9510A37BEFD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GT_9446">
            <a:extLst>
              <a:ext uri="{FF2B5EF4-FFF2-40B4-BE49-F238E27FC236}">
                <a16:creationId xmlns:a16="http://schemas.microsoft.com/office/drawing/2014/main" id="{DA724945-AA75-47F4-BD50-7B29AFD8796C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GT_9447">
            <a:extLst>
              <a:ext uri="{FF2B5EF4-FFF2-40B4-BE49-F238E27FC236}">
                <a16:creationId xmlns:a16="http://schemas.microsoft.com/office/drawing/2014/main" id="{D69C1F1C-1D70-45D0-B094-774C620BABAF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GT_9448">
            <a:extLst>
              <a:ext uri="{FF2B5EF4-FFF2-40B4-BE49-F238E27FC236}">
                <a16:creationId xmlns:a16="http://schemas.microsoft.com/office/drawing/2014/main" id="{1867B065-2E4D-4CBE-B6F6-0A6F32C73CC6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GT_9449">
            <a:extLst>
              <a:ext uri="{FF2B5EF4-FFF2-40B4-BE49-F238E27FC236}">
                <a16:creationId xmlns:a16="http://schemas.microsoft.com/office/drawing/2014/main" id="{82DC51FF-6A4E-4F91-B647-386F08E8ADEA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GT_9450">
            <a:extLst>
              <a:ext uri="{FF2B5EF4-FFF2-40B4-BE49-F238E27FC236}">
                <a16:creationId xmlns:a16="http://schemas.microsoft.com/office/drawing/2014/main" id="{D03734D0-631C-436F-99D1-5F222E7F6058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GT_9451">
            <a:extLst>
              <a:ext uri="{FF2B5EF4-FFF2-40B4-BE49-F238E27FC236}">
                <a16:creationId xmlns:a16="http://schemas.microsoft.com/office/drawing/2014/main" id="{286A655E-4F83-4516-87FB-6133B6919083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GT_9452">
            <a:extLst>
              <a:ext uri="{FF2B5EF4-FFF2-40B4-BE49-F238E27FC236}">
                <a16:creationId xmlns:a16="http://schemas.microsoft.com/office/drawing/2014/main" id="{8158388D-3A53-45DA-AB85-3B8843D793C1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GT_9453">
            <a:extLst>
              <a:ext uri="{FF2B5EF4-FFF2-40B4-BE49-F238E27FC236}">
                <a16:creationId xmlns:a16="http://schemas.microsoft.com/office/drawing/2014/main" id="{8BE00F9C-EC22-4807-9A64-CBC22B9709CB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GT_9454">
            <a:extLst>
              <a:ext uri="{FF2B5EF4-FFF2-40B4-BE49-F238E27FC236}">
                <a16:creationId xmlns:a16="http://schemas.microsoft.com/office/drawing/2014/main" id="{AE53D63E-F0CD-43DE-978D-510893AA77C3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GT_9455">
            <a:extLst>
              <a:ext uri="{FF2B5EF4-FFF2-40B4-BE49-F238E27FC236}">
                <a16:creationId xmlns:a16="http://schemas.microsoft.com/office/drawing/2014/main" id="{4696DD66-9886-4D49-8D2B-FBD8177CA8B0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GT_9456">
            <a:extLst>
              <a:ext uri="{FF2B5EF4-FFF2-40B4-BE49-F238E27FC236}">
                <a16:creationId xmlns:a16="http://schemas.microsoft.com/office/drawing/2014/main" id="{BFC0C1C3-C9C2-4BC9-AA5E-720D73FDEAAE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GT_9457">
            <a:extLst>
              <a:ext uri="{FF2B5EF4-FFF2-40B4-BE49-F238E27FC236}">
                <a16:creationId xmlns:a16="http://schemas.microsoft.com/office/drawing/2014/main" id="{6DF8712B-66AA-4734-800B-384E8DDC520C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GT_9458">
            <a:extLst>
              <a:ext uri="{FF2B5EF4-FFF2-40B4-BE49-F238E27FC236}">
                <a16:creationId xmlns:a16="http://schemas.microsoft.com/office/drawing/2014/main" id="{2BCB92F9-189B-4913-9ECF-65894658C644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GT_9459">
            <a:extLst>
              <a:ext uri="{FF2B5EF4-FFF2-40B4-BE49-F238E27FC236}">
                <a16:creationId xmlns:a16="http://schemas.microsoft.com/office/drawing/2014/main" id="{AB61CAF0-4CAC-4B50-8D0A-223DA28D50A6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GT_9460">
            <a:extLst>
              <a:ext uri="{FF2B5EF4-FFF2-40B4-BE49-F238E27FC236}">
                <a16:creationId xmlns:a16="http://schemas.microsoft.com/office/drawing/2014/main" id="{847C52E3-4D75-494C-A6BC-ED8C0526EF37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GT_9461">
            <a:extLst>
              <a:ext uri="{FF2B5EF4-FFF2-40B4-BE49-F238E27FC236}">
                <a16:creationId xmlns:a16="http://schemas.microsoft.com/office/drawing/2014/main" id="{A7C96173-995B-4E74-BDDE-45E5C366AA54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GT_9462">
            <a:extLst>
              <a:ext uri="{FF2B5EF4-FFF2-40B4-BE49-F238E27FC236}">
                <a16:creationId xmlns:a16="http://schemas.microsoft.com/office/drawing/2014/main" id="{E9F0013A-AD0A-4610-A138-92949EB2306E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GT_9463">
            <a:extLst>
              <a:ext uri="{FF2B5EF4-FFF2-40B4-BE49-F238E27FC236}">
                <a16:creationId xmlns:a16="http://schemas.microsoft.com/office/drawing/2014/main" id="{7FF3F5EF-B4FD-4B6C-AEF3-9448CFDAA85C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GT_9464">
            <a:extLst>
              <a:ext uri="{FF2B5EF4-FFF2-40B4-BE49-F238E27FC236}">
                <a16:creationId xmlns:a16="http://schemas.microsoft.com/office/drawing/2014/main" id="{AF1C157E-0E57-42E7-98D5-221A367EC684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GT_9465">
            <a:extLst>
              <a:ext uri="{FF2B5EF4-FFF2-40B4-BE49-F238E27FC236}">
                <a16:creationId xmlns:a16="http://schemas.microsoft.com/office/drawing/2014/main" id="{E3845CB3-5F6C-44D7-A30A-6ABD26CF538D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GT_9466">
            <a:extLst>
              <a:ext uri="{FF2B5EF4-FFF2-40B4-BE49-F238E27FC236}">
                <a16:creationId xmlns:a16="http://schemas.microsoft.com/office/drawing/2014/main" id="{4B015C09-5FB6-471D-BC21-236E4D15B74C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GT_9467">
            <a:extLst>
              <a:ext uri="{FF2B5EF4-FFF2-40B4-BE49-F238E27FC236}">
                <a16:creationId xmlns:a16="http://schemas.microsoft.com/office/drawing/2014/main" id="{C52F7FD9-C32A-4DB8-B40A-10564A548EFE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GT_9468">
            <a:extLst>
              <a:ext uri="{FF2B5EF4-FFF2-40B4-BE49-F238E27FC236}">
                <a16:creationId xmlns:a16="http://schemas.microsoft.com/office/drawing/2014/main" id="{AD589241-65F0-4569-B106-19167643AD1D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GT_9469">
            <a:extLst>
              <a:ext uri="{FF2B5EF4-FFF2-40B4-BE49-F238E27FC236}">
                <a16:creationId xmlns:a16="http://schemas.microsoft.com/office/drawing/2014/main" id="{A06E69DA-0860-4217-91D0-E75501406EE3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GT_9470">
            <a:extLst>
              <a:ext uri="{FF2B5EF4-FFF2-40B4-BE49-F238E27FC236}">
                <a16:creationId xmlns:a16="http://schemas.microsoft.com/office/drawing/2014/main" id="{7C806C42-572D-469E-9E2C-DCDAB4F74D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GT_9471">
            <a:extLst>
              <a:ext uri="{FF2B5EF4-FFF2-40B4-BE49-F238E27FC236}">
                <a16:creationId xmlns:a16="http://schemas.microsoft.com/office/drawing/2014/main" id="{022F98E6-81C0-4B63-B471-A079D5259BDE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GT_9472">
            <a:extLst>
              <a:ext uri="{FF2B5EF4-FFF2-40B4-BE49-F238E27FC236}">
                <a16:creationId xmlns:a16="http://schemas.microsoft.com/office/drawing/2014/main" id="{8ABE3220-3E26-45D6-914D-23CC5195FAC6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GT_9473">
            <a:extLst>
              <a:ext uri="{FF2B5EF4-FFF2-40B4-BE49-F238E27FC236}">
                <a16:creationId xmlns:a16="http://schemas.microsoft.com/office/drawing/2014/main" id="{20B8A568-22F0-4592-894B-BE79A3096D23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GT_9474">
            <a:extLst>
              <a:ext uri="{FF2B5EF4-FFF2-40B4-BE49-F238E27FC236}">
                <a16:creationId xmlns:a16="http://schemas.microsoft.com/office/drawing/2014/main" id="{5A66C5EE-4741-4238-82F4-6A6C78B9ACA0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GT_9475">
            <a:extLst>
              <a:ext uri="{FF2B5EF4-FFF2-40B4-BE49-F238E27FC236}">
                <a16:creationId xmlns:a16="http://schemas.microsoft.com/office/drawing/2014/main" id="{05BD4012-AC61-4B63-8F02-41F165C468B3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GT_9476">
            <a:extLst>
              <a:ext uri="{FF2B5EF4-FFF2-40B4-BE49-F238E27FC236}">
                <a16:creationId xmlns:a16="http://schemas.microsoft.com/office/drawing/2014/main" id="{32A98070-B94C-4F63-8884-327B968008D5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GT_9477">
            <a:extLst>
              <a:ext uri="{FF2B5EF4-FFF2-40B4-BE49-F238E27FC236}">
                <a16:creationId xmlns:a16="http://schemas.microsoft.com/office/drawing/2014/main" id="{760B8424-B95F-407F-9571-2E470B3D835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GT_9478">
            <a:extLst>
              <a:ext uri="{FF2B5EF4-FFF2-40B4-BE49-F238E27FC236}">
                <a16:creationId xmlns:a16="http://schemas.microsoft.com/office/drawing/2014/main" id="{543D0054-C8E8-42F4-8C83-A221FEF7185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GT_9479">
            <a:extLst>
              <a:ext uri="{FF2B5EF4-FFF2-40B4-BE49-F238E27FC236}">
                <a16:creationId xmlns:a16="http://schemas.microsoft.com/office/drawing/2014/main" id="{B80A72E7-8CA6-465D-8474-AFDE814B5905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GT_9480">
            <a:extLst>
              <a:ext uri="{FF2B5EF4-FFF2-40B4-BE49-F238E27FC236}">
                <a16:creationId xmlns:a16="http://schemas.microsoft.com/office/drawing/2014/main" id="{42224AAC-A12E-4173-9B70-9C6A73CBF424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GT_9481">
            <a:extLst>
              <a:ext uri="{FF2B5EF4-FFF2-40B4-BE49-F238E27FC236}">
                <a16:creationId xmlns:a16="http://schemas.microsoft.com/office/drawing/2014/main" id="{38F258F5-B613-49D5-A156-CD74A2B2C551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GT_9482">
            <a:extLst>
              <a:ext uri="{FF2B5EF4-FFF2-40B4-BE49-F238E27FC236}">
                <a16:creationId xmlns:a16="http://schemas.microsoft.com/office/drawing/2014/main" id="{B160042B-E35F-4FB0-BDFD-F51A92A88C83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GT_9483">
            <a:extLst>
              <a:ext uri="{FF2B5EF4-FFF2-40B4-BE49-F238E27FC236}">
                <a16:creationId xmlns:a16="http://schemas.microsoft.com/office/drawing/2014/main" id="{C25E1EDF-075E-4353-83FC-FEC7DCD74F13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GT_9484">
            <a:extLst>
              <a:ext uri="{FF2B5EF4-FFF2-40B4-BE49-F238E27FC236}">
                <a16:creationId xmlns:a16="http://schemas.microsoft.com/office/drawing/2014/main" id="{E41B42DE-E797-498E-A27B-4E86D2CB4F19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GT_9485">
            <a:extLst>
              <a:ext uri="{FF2B5EF4-FFF2-40B4-BE49-F238E27FC236}">
                <a16:creationId xmlns:a16="http://schemas.microsoft.com/office/drawing/2014/main" id="{77BC26E3-82D0-45ED-A04E-57C0DEFABA37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GT_9486">
            <a:extLst>
              <a:ext uri="{FF2B5EF4-FFF2-40B4-BE49-F238E27FC236}">
                <a16:creationId xmlns:a16="http://schemas.microsoft.com/office/drawing/2014/main" id="{E5AE62F8-7BF5-405E-B167-EBBBC7B8A7AE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GT_9487">
            <a:extLst>
              <a:ext uri="{FF2B5EF4-FFF2-40B4-BE49-F238E27FC236}">
                <a16:creationId xmlns:a16="http://schemas.microsoft.com/office/drawing/2014/main" id="{28161F96-1F27-41A2-A795-097D5A03CA1C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GT_9488">
            <a:extLst>
              <a:ext uri="{FF2B5EF4-FFF2-40B4-BE49-F238E27FC236}">
                <a16:creationId xmlns:a16="http://schemas.microsoft.com/office/drawing/2014/main" id="{7807B904-F9D4-46FD-93E5-416AB87CCDB4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GT_9489">
            <a:extLst>
              <a:ext uri="{FF2B5EF4-FFF2-40B4-BE49-F238E27FC236}">
                <a16:creationId xmlns:a16="http://schemas.microsoft.com/office/drawing/2014/main" id="{68F03066-FC9C-44BC-AE8B-C738ED12992C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GT_9490">
            <a:extLst>
              <a:ext uri="{FF2B5EF4-FFF2-40B4-BE49-F238E27FC236}">
                <a16:creationId xmlns:a16="http://schemas.microsoft.com/office/drawing/2014/main" id="{00E41C2E-2697-4156-815B-8CE0D0447F47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GT_9491">
            <a:extLst>
              <a:ext uri="{FF2B5EF4-FFF2-40B4-BE49-F238E27FC236}">
                <a16:creationId xmlns:a16="http://schemas.microsoft.com/office/drawing/2014/main" id="{AA7D3463-A5CE-4897-A8DE-FFEE4E5FFD38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GT_9492">
            <a:extLst>
              <a:ext uri="{FF2B5EF4-FFF2-40B4-BE49-F238E27FC236}">
                <a16:creationId xmlns:a16="http://schemas.microsoft.com/office/drawing/2014/main" id="{3B9F2C82-9071-4B81-BC69-54C0CA21F036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GT_9493">
            <a:extLst>
              <a:ext uri="{FF2B5EF4-FFF2-40B4-BE49-F238E27FC236}">
                <a16:creationId xmlns:a16="http://schemas.microsoft.com/office/drawing/2014/main" id="{4CD8537D-A672-4BCB-920B-D016E81F1F65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GT_9494">
            <a:extLst>
              <a:ext uri="{FF2B5EF4-FFF2-40B4-BE49-F238E27FC236}">
                <a16:creationId xmlns:a16="http://schemas.microsoft.com/office/drawing/2014/main" id="{29279C35-A833-4CCC-BBA1-B8FDEBE8C6CC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GT_9495">
            <a:extLst>
              <a:ext uri="{FF2B5EF4-FFF2-40B4-BE49-F238E27FC236}">
                <a16:creationId xmlns:a16="http://schemas.microsoft.com/office/drawing/2014/main" id="{84D1D965-7555-41ED-AA12-6FDF27E79FE3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GT_9496">
            <a:extLst>
              <a:ext uri="{FF2B5EF4-FFF2-40B4-BE49-F238E27FC236}">
                <a16:creationId xmlns:a16="http://schemas.microsoft.com/office/drawing/2014/main" id="{52F3E6F6-3CB9-4BFB-B7D5-456B76BCE112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GT_9497">
            <a:extLst>
              <a:ext uri="{FF2B5EF4-FFF2-40B4-BE49-F238E27FC236}">
                <a16:creationId xmlns:a16="http://schemas.microsoft.com/office/drawing/2014/main" id="{E6178A96-2534-4641-AECF-CD56CA9AC5E4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GT_9498">
            <a:extLst>
              <a:ext uri="{FF2B5EF4-FFF2-40B4-BE49-F238E27FC236}">
                <a16:creationId xmlns:a16="http://schemas.microsoft.com/office/drawing/2014/main" id="{65E6083D-023F-46B4-BB93-65B4ECCB9EC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GT_9499">
            <a:extLst>
              <a:ext uri="{FF2B5EF4-FFF2-40B4-BE49-F238E27FC236}">
                <a16:creationId xmlns:a16="http://schemas.microsoft.com/office/drawing/2014/main" id="{9EC9D931-6233-4CFB-A26C-1D64D74BF20F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GT_9500">
            <a:extLst>
              <a:ext uri="{FF2B5EF4-FFF2-40B4-BE49-F238E27FC236}">
                <a16:creationId xmlns:a16="http://schemas.microsoft.com/office/drawing/2014/main" id="{D6EBB546-BE1F-4EAC-B583-0B00A1527343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GT_9501">
            <a:extLst>
              <a:ext uri="{FF2B5EF4-FFF2-40B4-BE49-F238E27FC236}">
                <a16:creationId xmlns:a16="http://schemas.microsoft.com/office/drawing/2014/main" id="{6ACCB4C5-727B-4999-8516-AE3CE47E5503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GT_9502">
            <a:extLst>
              <a:ext uri="{FF2B5EF4-FFF2-40B4-BE49-F238E27FC236}">
                <a16:creationId xmlns:a16="http://schemas.microsoft.com/office/drawing/2014/main" id="{EFF0EAD2-97FB-41BC-BF0D-11E8E0C2D8D6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GT_9503">
            <a:extLst>
              <a:ext uri="{FF2B5EF4-FFF2-40B4-BE49-F238E27FC236}">
                <a16:creationId xmlns:a16="http://schemas.microsoft.com/office/drawing/2014/main" id="{B167E356-942E-4295-9E9D-645EC8546C95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GT_9504">
            <a:extLst>
              <a:ext uri="{FF2B5EF4-FFF2-40B4-BE49-F238E27FC236}">
                <a16:creationId xmlns:a16="http://schemas.microsoft.com/office/drawing/2014/main" id="{682FAA45-B113-451F-B5B1-C5FE7463AF3D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GT_9505">
            <a:extLst>
              <a:ext uri="{FF2B5EF4-FFF2-40B4-BE49-F238E27FC236}">
                <a16:creationId xmlns:a16="http://schemas.microsoft.com/office/drawing/2014/main" id="{0B5289C4-6819-4C81-9AD0-275B9B4AFD18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GT_9506">
            <a:extLst>
              <a:ext uri="{FF2B5EF4-FFF2-40B4-BE49-F238E27FC236}">
                <a16:creationId xmlns:a16="http://schemas.microsoft.com/office/drawing/2014/main" id="{A92D5829-A640-45BB-A5AF-E720D10CAECA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GT_9507">
            <a:extLst>
              <a:ext uri="{FF2B5EF4-FFF2-40B4-BE49-F238E27FC236}">
                <a16:creationId xmlns:a16="http://schemas.microsoft.com/office/drawing/2014/main" id="{AA8411E4-DEA0-4C93-9578-BF39C4D79014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GT_9508">
            <a:extLst>
              <a:ext uri="{FF2B5EF4-FFF2-40B4-BE49-F238E27FC236}">
                <a16:creationId xmlns:a16="http://schemas.microsoft.com/office/drawing/2014/main" id="{48021933-63EE-4656-9C98-DDFFE81DFCD9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GT_9509">
            <a:extLst>
              <a:ext uri="{FF2B5EF4-FFF2-40B4-BE49-F238E27FC236}">
                <a16:creationId xmlns:a16="http://schemas.microsoft.com/office/drawing/2014/main" id="{B13B94C0-FE52-48CB-9A65-A43404799E96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GT_9510">
            <a:extLst>
              <a:ext uri="{FF2B5EF4-FFF2-40B4-BE49-F238E27FC236}">
                <a16:creationId xmlns:a16="http://schemas.microsoft.com/office/drawing/2014/main" id="{6903C9C1-871C-4560-91B7-AC9F606FDA40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GT_9511">
            <a:extLst>
              <a:ext uri="{FF2B5EF4-FFF2-40B4-BE49-F238E27FC236}">
                <a16:creationId xmlns:a16="http://schemas.microsoft.com/office/drawing/2014/main" id="{19BC5412-AB44-47A0-94BC-AE0248B55EBF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GT_9512">
            <a:extLst>
              <a:ext uri="{FF2B5EF4-FFF2-40B4-BE49-F238E27FC236}">
                <a16:creationId xmlns:a16="http://schemas.microsoft.com/office/drawing/2014/main" id="{ACE5D3B9-B5C8-40D2-A6DD-BFB522CBE618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GT_9513">
            <a:extLst>
              <a:ext uri="{FF2B5EF4-FFF2-40B4-BE49-F238E27FC236}">
                <a16:creationId xmlns:a16="http://schemas.microsoft.com/office/drawing/2014/main" id="{7036E4A1-FBFE-4FFE-82D5-28E766ECE690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GT_9514">
            <a:extLst>
              <a:ext uri="{FF2B5EF4-FFF2-40B4-BE49-F238E27FC236}">
                <a16:creationId xmlns:a16="http://schemas.microsoft.com/office/drawing/2014/main" id="{8FC1C18B-6A87-4C89-9294-059F381D9EC3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GT_9515">
            <a:extLst>
              <a:ext uri="{FF2B5EF4-FFF2-40B4-BE49-F238E27FC236}">
                <a16:creationId xmlns:a16="http://schemas.microsoft.com/office/drawing/2014/main" id="{719591C6-7DA2-4135-98C8-BA352EDC3881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GT_9516">
            <a:extLst>
              <a:ext uri="{FF2B5EF4-FFF2-40B4-BE49-F238E27FC236}">
                <a16:creationId xmlns:a16="http://schemas.microsoft.com/office/drawing/2014/main" id="{C4D016A1-2096-402C-B5CB-403E9E1706B6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GT_9517">
            <a:extLst>
              <a:ext uri="{FF2B5EF4-FFF2-40B4-BE49-F238E27FC236}">
                <a16:creationId xmlns:a16="http://schemas.microsoft.com/office/drawing/2014/main" id="{BFB1E6B4-BB7C-450F-92B4-8EA056898FB0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GT_9518">
            <a:extLst>
              <a:ext uri="{FF2B5EF4-FFF2-40B4-BE49-F238E27FC236}">
                <a16:creationId xmlns:a16="http://schemas.microsoft.com/office/drawing/2014/main" id="{10E09C86-5D69-4195-B478-116D6B88C5AA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GT_9519">
            <a:extLst>
              <a:ext uri="{FF2B5EF4-FFF2-40B4-BE49-F238E27FC236}">
                <a16:creationId xmlns:a16="http://schemas.microsoft.com/office/drawing/2014/main" id="{BC176747-3CAE-4FE3-B31D-A40D26DB0A7C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GT_9520">
            <a:extLst>
              <a:ext uri="{FF2B5EF4-FFF2-40B4-BE49-F238E27FC236}">
                <a16:creationId xmlns:a16="http://schemas.microsoft.com/office/drawing/2014/main" id="{B27FE75F-C608-428A-BC50-6252D978859F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GT_9521">
            <a:extLst>
              <a:ext uri="{FF2B5EF4-FFF2-40B4-BE49-F238E27FC236}">
                <a16:creationId xmlns:a16="http://schemas.microsoft.com/office/drawing/2014/main" id="{1BDA121F-95C4-46F7-B9BB-687F24641097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GT_9522">
            <a:extLst>
              <a:ext uri="{FF2B5EF4-FFF2-40B4-BE49-F238E27FC236}">
                <a16:creationId xmlns:a16="http://schemas.microsoft.com/office/drawing/2014/main" id="{80066C97-BC67-42B9-A047-A91621E5893A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GT_9523">
            <a:extLst>
              <a:ext uri="{FF2B5EF4-FFF2-40B4-BE49-F238E27FC236}">
                <a16:creationId xmlns:a16="http://schemas.microsoft.com/office/drawing/2014/main" id="{E613348F-F84A-447A-9FC8-E69E6AAA0135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GT_9524">
            <a:extLst>
              <a:ext uri="{FF2B5EF4-FFF2-40B4-BE49-F238E27FC236}">
                <a16:creationId xmlns:a16="http://schemas.microsoft.com/office/drawing/2014/main" id="{E3B9B2EB-0BB4-4DC6-9B5C-B9CC7AE9C7FA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GT_9525">
            <a:extLst>
              <a:ext uri="{FF2B5EF4-FFF2-40B4-BE49-F238E27FC236}">
                <a16:creationId xmlns:a16="http://schemas.microsoft.com/office/drawing/2014/main" id="{633D1B95-F4EF-47A5-9E29-559EC914780A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GT_9526">
            <a:extLst>
              <a:ext uri="{FF2B5EF4-FFF2-40B4-BE49-F238E27FC236}">
                <a16:creationId xmlns:a16="http://schemas.microsoft.com/office/drawing/2014/main" id="{E8FA8E11-BE91-4627-AA89-A60657F5BB9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GT_9527">
            <a:extLst>
              <a:ext uri="{FF2B5EF4-FFF2-40B4-BE49-F238E27FC236}">
                <a16:creationId xmlns:a16="http://schemas.microsoft.com/office/drawing/2014/main" id="{B9B7604C-33BD-4D49-ACDF-AC0AE7A98CA1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GT_9528">
            <a:extLst>
              <a:ext uri="{FF2B5EF4-FFF2-40B4-BE49-F238E27FC236}">
                <a16:creationId xmlns:a16="http://schemas.microsoft.com/office/drawing/2014/main" id="{FC044984-DB84-49B8-AD43-0A864BBA23DF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GT_9529">
            <a:extLst>
              <a:ext uri="{FF2B5EF4-FFF2-40B4-BE49-F238E27FC236}">
                <a16:creationId xmlns:a16="http://schemas.microsoft.com/office/drawing/2014/main" id="{98D6DC18-3895-4C88-89F6-A50F8AD59E91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GT_9530">
            <a:extLst>
              <a:ext uri="{FF2B5EF4-FFF2-40B4-BE49-F238E27FC236}">
                <a16:creationId xmlns:a16="http://schemas.microsoft.com/office/drawing/2014/main" id="{76CA81E0-5993-4D71-8827-009B6C597E4F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GT_9531">
            <a:extLst>
              <a:ext uri="{FF2B5EF4-FFF2-40B4-BE49-F238E27FC236}">
                <a16:creationId xmlns:a16="http://schemas.microsoft.com/office/drawing/2014/main" id="{6EC56036-BE15-41F8-A6B5-7DDACF77811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GT_9532">
            <a:extLst>
              <a:ext uri="{FF2B5EF4-FFF2-40B4-BE49-F238E27FC236}">
                <a16:creationId xmlns:a16="http://schemas.microsoft.com/office/drawing/2014/main" id="{E9B43FAA-D57E-470E-8436-3A05B7C8AEA4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GT_9533">
            <a:extLst>
              <a:ext uri="{FF2B5EF4-FFF2-40B4-BE49-F238E27FC236}">
                <a16:creationId xmlns:a16="http://schemas.microsoft.com/office/drawing/2014/main" id="{553C38FC-AC7B-47A5-AFEC-E5FD4122D9AD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GT_9534">
            <a:extLst>
              <a:ext uri="{FF2B5EF4-FFF2-40B4-BE49-F238E27FC236}">
                <a16:creationId xmlns:a16="http://schemas.microsoft.com/office/drawing/2014/main" id="{99A8DB30-2ACA-40BA-B08F-6202B84E43B5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GT_9535">
            <a:extLst>
              <a:ext uri="{FF2B5EF4-FFF2-40B4-BE49-F238E27FC236}">
                <a16:creationId xmlns:a16="http://schemas.microsoft.com/office/drawing/2014/main" id="{1BD4AC19-DA0F-4FD0-89E1-710D919A30DC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GT_9536">
            <a:extLst>
              <a:ext uri="{FF2B5EF4-FFF2-40B4-BE49-F238E27FC236}">
                <a16:creationId xmlns:a16="http://schemas.microsoft.com/office/drawing/2014/main" id="{0C6F8381-19E0-4DCC-808B-72DCDF1D00D5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GT_9537">
            <a:extLst>
              <a:ext uri="{FF2B5EF4-FFF2-40B4-BE49-F238E27FC236}">
                <a16:creationId xmlns:a16="http://schemas.microsoft.com/office/drawing/2014/main" id="{80E3B86A-09CC-4241-8951-DA6BC1288432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GT_9538">
            <a:extLst>
              <a:ext uri="{FF2B5EF4-FFF2-40B4-BE49-F238E27FC236}">
                <a16:creationId xmlns:a16="http://schemas.microsoft.com/office/drawing/2014/main" id="{631013E1-F435-4B15-8EAA-0B8F02D9247A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GT_9539">
            <a:extLst>
              <a:ext uri="{FF2B5EF4-FFF2-40B4-BE49-F238E27FC236}">
                <a16:creationId xmlns:a16="http://schemas.microsoft.com/office/drawing/2014/main" id="{9EB54EB3-1D63-4645-9BFC-E0133F50490C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GT_9540">
            <a:extLst>
              <a:ext uri="{FF2B5EF4-FFF2-40B4-BE49-F238E27FC236}">
                <a16:creationId xmlns:a16="http://schemas.microsoft.com/office/drawing/2014/main" id="{0E97A115-AE53-4EB8-97A8-6D98D6D98117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GT_9541">
            <a:extLst>
              <a:ext uri="{FF2B5EF4-FFF2-40B4-BE49-F238E27FC236}">
                <a16:creationId xmlns:a16="http://schemas.microsoft.com/office/drawing/2014/main" id="{B6CFEE5D-647B-48D3-B932-A3DBDA1132CA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GT_9542">
            <a:extLst>
              <a:ext uri="{FF2B5EF4-FFF2-40B4-BE49-F238E27FC236}">
                <a16:creationId xmlns:a16="http://schemas.microsoft.com/office/drawing/2014/main" id="{9DBDD11A-AF17-4A7F-8AB4-00C3DAFDBB61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GT_9543">
            <a:extLst>
              <a:ext uri="{FF2B5EF4-FFF2-40B4-BE49-F238E27FC236}">
                <a16:creationId xmlns:a16="http://schemas.microsoft.com/office/drawing/2014/main" id="{52CA18D2-9319-4873-B080-3BC80E654013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GT_9544">
            <a:extLst>
              <a:ext uri="{FF2B5EF4-FFF2-40B4-BE49-F238E27FC236}">
                <a16:creationId xmlns:a16="http://schemas.microsoft.com/office/drawing/2014/main" id="{9B23B32C-917D-4610-9BA4-35E878D1BCAE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GT_9545">
            <a:extLst>
              <a:ext uri="{FF2B5EF4-FFF2-40B4-BE49-F238E27FC236}">
                <a16:creationId xmlns:a16="http://schemas.microsoft.com/office/drawing/2014/main" id="{195FB497-DF49-4832-AE0E-47D0D215385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GT_9546">
            <a:extLst>
              <a:ext uri="{FF2B5EF4-FFF2-40B4-BE49-F238E27FC236}">
                <a16:creationId xmlns:a16="http://schemas.microsoft.com/office/drawing/2014/main" id="{196C06EF-E04C-4B36-AB56-C0E911332BA3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GT_9547">
            <a:extLst>
              <a:ext uri="{FF2B5EF4-FFF2-40B4-BE49-F238E27FC236}">
                <a16:creationId xmlns:a16="http://schemas.microsoft.com/office/drawing/2014/main" id="{97EE8CDE-41D4-4102-A4BB-F23BD5D48BC7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GT_9548">
            <a:extLst>
              <a:ext uri="{FF2B5EF4-FFF2-40B4-BE49-F238E27FC236}">
                <a16:creationId xmlns:a16="http://schemas.microsoft.com/office/drawing/2014/main" id="{880D5478-A62B-40A4-BC16-90CFA7F5B4D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GT_9549">
            <a:extLst>
              <a:ext uri="{FF2B5EF4-FFF2-40B4-BE49-F238E27FC236}">
                <a16:creationId xmlns:a16="http://schemas.microsoft.com/office/drawing/2014/main" id="{583CE186-D641-4660-B85D-2079F4B69F4E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GT_9550">
            <a:extLst>
              <a:ext uri="{FF2B5EF4-FFF2-40B4-BE49-F238E27FC236}">
                <a16:creationId xmlns:a16="http://schemas.microsoft.com/office/drawing/2014/main" id="{0FB17380-1818-4C18-AA4D-A0018345C56E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GT_9551">
            <a:extLst>
              <a:ext uri="{FF2B5EF4-FFF2-40B4-BE49-F238E27FC236}">
                <a16:creationId xmlns:a16="http://schemas.microsoft.com/office/drawing/2014/main" id="{2EC8A8C0-20B9-4D18-9293-5545E611897E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GT_9552">
            <a:extLst>
              <a:ext uri="{FF2B5EF4-FFF2-40B4-BE49-F238E27FC236}">
                <a16:creationId xmlns:a16="http://schemas.microsoft.com/office/drawing/2014/main" id="{2368498E-CC20-4AC8-A305-85A7A505FEB9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GT_9553">
            <a:extLst>
              <a:ext uri="{FF2B5EF4-FFF2-40B4-BE49-F238E27FC236}">
                <a16:creationId xmlns:a16="http://schemas.microsoft.com/office/drawing/2014/main" id="{43EE5233-13EB-45AA-98F1-18E6BE07BB54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GT_9554">
            <a:extLst>
              <a:ext uri="{FF2B5EF4-FFF2-40B4-BE49-F238E27FC236}">
                <a16:creationId xmlns:a16="http://schemas.microsoft.com/office/drawing/2014/main" id="{3AB87FB5-993A-4005-9126-F45993AFB66A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GT_9555">
            <a:extLst>
              <a:ext uri="{FF2B5EF4-FFF2-40B4-BE49-F238E27FC236}">
                <a16:creationId xmlns:a16="http://schemas.microsoft.com/office/drawing/2014/main" id="{E8A7F580-847C-424B-B43F-9A44C9165AD5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GT_9556">
            <a:extLst>
              <a:ext uri="{FF2B5EF4-FFF2-40B4-BE49-F238E27FC236}">
                <a16:creationId xmlns:a16="http://schemas.microsoft.com/office/drawing/2014/main" id="{4D1B4E90-3558-43AB-ACB3-3322A32E3829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GT_9557">
            <a:extLst>
              <a:ext uri="{FF2B5EF4-FFF2-40B4-BE49-F238E27FC236}">
                <a16:creationId xmlns:a16="http://schemas.microsoft.com/office/drawing/2014/main" id="{BFA4EB63-DFC7-4BAE-9227-63C903555306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GT_9558">
            <a:extLst>
              <a:ext uri="{FF2B5EF4-FFF2-40B4-BE49-F238E27FC236}">
                <a16:creationId xmlns:a16="http://schemas.microsoft.com/office/drawing/2014/main" id="{50FE03EA-FA90-4C39-B478-F2005B56DC0E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GT_9559">
            <a:extLst>
              <a:ext uri="{FF2B5EF4-FFF2-40B4-BE49-F238E27FC236}">
                <a16:creationId xmlns:a16="http://schemas.microsoft.com/office/drawing/2014/main" id="{E0D269F1-8277-48D4-B697-01DB617093CA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GT_9560">
            <a:extLst>
              <a:ext uri="{FF2B5EF4-FFF2-40B4-BE49-F238E27FC236}">
                <a16:creationId xmlns:a16="http://schemas.microsoft.com/office/drawing/2014/main" id="{55A43214-45D8-41C5-A818-A0CAFE571364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GT_9561">
            <a:extLst>
              <a:ext uri="{FF2B5EF4-FFF2-40B4-BE49-F238E27FC236}">
                <a16:creationId xmlns:a16="http://schemas.microsoft.com/office/drawing/2014/main" id="{7B85A9D7-6085-44AC-97C3-685A442E93C5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GT_9562">
            <a:extLst>
              <a:ext uri="{FF2B5EF4-FFF2-40B4-BE49-F238E27FC236}">
                <a16:creationId xmlns:a16="http://schemas.microsoft.com/office/drawing/2014/main" id="{3C7E562C-9EC0-473C-B3FF-7B4EC7DB0C2F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GT_9563">
            <a:extLst>
              <a:ext uri="{FF2B5EF4-FFF2-40B4-BE49-F238E27FC236}">
                <a16:creationId xmlns:a16="http://schemas.microsoft.com/office/drawing/2014/main" id="{932002EE-E4E1-4005-ACD9-9818F41AEFA5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GT_9564">
            <a:extLst>
              <a:ext uri="{FF2B5EF4-FFF2-40B4-BE49-F238E27FC236}">
                <a16:creationId xmlns:a16="http://schemas.microsoft.com/office/drawing/2014/main" id="{0132D025-6BED-45FA-91AD-BBC264902D8F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GT_9565">
            <a:extLst>
              <a:ext uri="{FF2B5EF4-FFF2-40B4-BE49-F238E27FC236}">
                <a16:creationId xmlns:a16="http://schemas.microsoft.com/office/drawing/2014/main" id="{F17CC855-9200-4098-A3C8-72909C92C0C2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GT_9566">
            <a:extLst>
              <a:ext uri="{FF2B5EF4-FFF2-40B4-BE49-F238E27FC236}">
                <a16:creationId xmlns:a16="http://schemas.microsoft.com/office/drawing/2014/main" id="{AE4C5BBE-7EB3-46CD-B5E3-984A5996806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GT_9567">
            <a:extLst>
              <a:ext uri="{FF2B5EF4-FFF2-40B4-BE49-F238E27FC236}">
                <a16:creationId xmlns:a16="http://schemas.microsoft.com/office/drawing/2014/main" id="{D9DF4506-41DE-43BB-AE5A-D322854BBF10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GT_9568">
            <a:extLst>
              <a:ext uri="{FF2B5EF4-FFF2-40B4-BE49-F238E27FC236}">
                <a16:creationId xmlns:a16="http://schemas.microsoft.com/office/drawing/2014/main" id="{DCF999B9-81BF-42C9-A7C9-663257432BC6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GT_9569">
            <a:extLst>
              <a:ext uri="{FF2B5EF4-FFF2-40B4-BE49-F238E27FC236}">
                <a16:creationId xmlns:a16="http://schemas.microsoft.com/office/drawing/2014/main" id="{DB07AC9B-C744-48DA-84CF-77BDCEA36C69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GT_9570">
            <a:extLst>
              <a:ext uri="{FF2B5EF4-FFF2-40B4-BE49-F238E27FC236}">
                <a16:creationId xmlns:a16="http://schemas.microsoft.com/office/drawing/2014/main" id="{1E868836-2E53-410C-A9DC-5000A775F211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GT_9571">
            <a:extLst>
              <a:ext uri="{FF2B5EF4-FFF2-40B4-BE49-F238E27FC236}">
                <a16:creationId xmlns:a16="http://schemas.microsoft.com/office/drawing/2014/main" id="{E6998876-2AE0-40A7-94B0-4E5CA64131ED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GT_9572">
            <a:extLst>
              <a:ext uri="{FF2B5EF4-FFF2-40B4-BE49-F238E27FC236}">
                <a16:creationId xmlns:a16="http://schemas.microsoft.com/office/drawing/2014/main" id="{01546DC0-C034-4EA2-8904-339199A1AACB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GT_9573">
            <a:extLst>
              <a:ext uri="{FF2B5EF4-FFF2-40B4-BE49-F238E27FC236}">
                <a16:creationId xmlns:a16="http://schemas.microsoft.com/office/drawing/2014/main" id="{5AE92308-0756-4C1B-8CDD-08BE282D9B6B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GT_9574">
            <a:extLst>
              <a:ext uri="{FF2B5EF4-FFF2-40B4-BE49-F238E27FC236}">
                <a16:creationId xmlns:a16="http://schemas.microsoft.com/office/drawing/2014/main" id="{988EC174-F27B-4736-BCC8-9EC7D7F5543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GT_9575">
            <a:extLst>
              <a:ext uri="{FF2B5EF4-FFF2-40B4-BE49-F238E27FC236}">
                <a16:creationId xmlns:a16="http://schemas.microsoft.com/office/drawing/2014/main" id="{CF3B4369-F562-4B04-BB3D-226AFD8D727B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GT_9576">
            <a:extLst>
              <a:ext uri="{FF2B5EF4-FFF2-40B4-BE49-F238E27FC236}">
                <a16:creationId xmlns:a16="http://schemas.microsoft.com/office/drawing/2014/main" id="{2352153D-1CE9-4509-9374-B104647DDBEE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GT_9577">
            <a:extLst>
              <a:ext uri="{FF2B5EF4-FFF2-40B4-BE49-F238E27FC236}">
                <a16:creationId xmlns:a16="http://schemas.microsoft.com/office/drawing/2014/main" id="{C98A2A2A-AE03-46DB-BEB8-D901942AB08F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GT_9578">
            <a:extLst>
              <a:ext uri="{FF2B5EF4-FFF2-40B4-BE49-F238E27FC236}">
                <a16:creationId xmlns:a16="http://schemas.microsoft.com/office/drawing/2014/main" id="{FF536319-4EA9-4A6D-9DA3-E747AAFAE62B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GT_9579">
            <a:extLst>
              <a:ext uri="{FF2B5EF4-FFF2-40B4-BE49-F238E27FC236}">
                <a16:creationId xmlns:a16="http://schemas.microsoft.com/office/drawing/2014/main" id="{24F496FB-2FFB-4CC0-A0D4-F35A0EC8524D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GT_9580">
            <a:extLst>
              <a:ext uri="{FF2B5EF4-FFF2-40B4-BE49-F238E27FC236}">
                <a16:creationId xmlns:a16="http://schemas.microsoft.com/office/drawing/2014/main" id="{60DA56AA-49FC-4495-9055-FB095AA20D8B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GT_9581">
            <a:extLst>
              <a:ext uri="{FF2B5EF4-FFF2-40B4-BE49-F238E27FC236}">
                <a16:creationId xmlns:a16="http://schemas.microsoft.com/office/drawing/2014/main" id="{5A9B76AF-2F1F-4E52-A36B-E4EE98733ABF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GT_9582">
            <a:extLst>
              <a:ext uri="{FF2B5EF4-FFF2-40B4-BE49-F238E27FC236}">
                <a16:creationId xmlns:a16="http://schemas.microsoft.com/office/drawing/2014/main" id="{8AE7798A-646E-4A7E-9243-D3B72F72A781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GT_9583">
            <a:extLst>
              <a:ext uri="{FF2B5EF4-FFF2-40B4-BE49-F238E27FC236}">
                <a16:creationId xmlns:a16="http://schemas.microsoft.com/office/drawing/2014/main" id="{E51FC4FF-E169-442F-9E31-361BAD381E08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GT_9584">
            <a:extLst>
              <a:ext uri="{FF2B5EF4-FFF2-40B4-BE49-F238E27FC236}">
                <a16:creationId xmlns:a16="http://schemas.microsoft.com/office/drawing/2014/main" id="{C9E5F22B-CA26-41DA-A763-363BF2FB647C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GT_9585">
            <a:extLst>
              <a:ext uri="{FF2B5EF4-FFF2-40B4-BE49-F238E27FC236}">
                <a16:creationId xmlns:a16="http://schemas.microsoft.com/office/drawing/2014/main" id="{369CFBEE-F831-4934-917C-04071EE608A7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GT_9586">
            <a:extLst>
              <a:ext uri="{FF2B5EF4-FFF2-40B4-BE49-F238E27FC236}">
                <a16:creationId xmlns:a16="http://schemas.microsoft.com/office/drawing/2014/main" id="{E8C518B6-DBFD-4947-8A93-064AC830B2F4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GT_9587">
            <a:extLst>
              <a:ext uri="{FF2B5EF4-FFF2-40B4-BE49-F238E27FC236}">
                <a16:creationId xmlns:a16="http://schemas.microsoft.com/office/drawing/2014/main" id="{879972CC-B02B-4AB9-96B7-0396BF782A8C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GT_9588">
            <a:extLst>
              <a:ext uri="{FF2B5EF4-FFF2-40B4-BE49-F238E27FC236}">
                <a16:creationId xmlns:a16="http://schemas.microsoft.com/office/drawing/2014/main" id="{B06F956D-0CCB-4DD3-B8E8-5872279DDC45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GT_9589">
            <a:extLst>
              <a:ext uri="{FF2B5EF4-FFF2-40B4-BE49-F238E27FC236}">
                <a16:creationId xmlns:a16="http://schemas.microsoft.com/office/drawing/2014/main" id="{73B773C4-813B-40B9-937F-D0B18B3730FD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GT_9590">
            <a:extLst>
              <a:ext uri="{FF2B5EF4-FFF2-40B4-BE49-F238E27FC236}">
                <a16:creationId xmlns:a16="http://schemas.microsoft.com/office/drawing/2014/main" id="{175831F7-AA28-456F-9AB2-27C9602F9691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GT_9591">
            <a:extLst>
              <a:ext uri="{FF2B5EF4-FFF2-40B4-BE49-F238E27FC236}">
                <a16:creationId xmlns:a16="http://schemas.microsoft.com/office/drawing/2014/main" id="{5E0D62E4-4770-4F2B-9F38-A70C66DC188C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GT_9592">
            <a:extLst>
              <a:ext uri="{FF2B5EF4-FFF2-40B4-BE49-F238E27FC236}">
                <a16:creationId xmlns:a16="http://schemas.microsoft.com/office/drawing/2014/main" id="{C1A4A699-8A68-4D0C-8DAC-D7061349687D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GT_9593">
            <a:extLst>
              <a:ext uri="{FF2B5EF4-FFF2-40B4-BE49-F238E27FC236}">
                <a16:creationId xmlns:a16="http://schemas.microsoft.com/office/drawing/2014/main" id="{623BC86B-507C-4085-8209-4D86DA81B3CC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GT_9594">
            <a:extLst>
              <a:ext uri="{FF2B5EF4-FFF2-40B4-BE49-F238E27FC236}">
                <a16:creationId xmlns:a16="http://schemas.microsoft.com/office/drawing/2014/main" id="{A2FFAB14-73F6-40A0-9F26-6814D04CE892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GT_9595">
            <a:extLst>
              <a:ext uri="{FF2B5EF4-FFF2-40B4-BE49-F238E27FC236}">
                <a16:creationId xmlns:a16="http://schemas.microsoft.com/office/drawing/2014/main" id="{6AB42211-8D07-40A4-B262-B5E386654745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GT_9596">
            <a:extLst>
              <a:ext uri="{FF2B5EF4-FFF2-40B4-BE49-F238E27FC236}">
                <a16:creationId xmlns:a16="http://schemas.microsoft.com/office/drawing/2014/main" id="{819ED337-8AF4-42D4-AD9F-A3A81DB0B4EE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GT_9597">
            <a:extLst>
              <a:ext uri="{FF2B5EF4-FFF2-40B4-BE49-F238E27FC236}">
                <a16:creationId xmlns:a16="http://schemas.microsoft.com/office/drawing/2014/main" id="{B9E7D9D0-0437-46D5-8B2B-18CD440FAC90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GT_9598">
            <a:extLst>
              <a:ext uri="{FF2B5EF4-FFF2-40B4-BE49-F238E27FC236}">
                <a16:creationId xmlns:a16="http://schemas.microsoft.com/office/drawing/2014/main" id="{F298D3FF-5DC3-4340-9C0A-F4CF80CFBF4D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GT_9599">
            <a:extLst>
              <a:ext uri="{FF2B5EF4-FFF2-40B4-BE49-F238E27FC236}">
                <a16:creationId xmlns:a16="http://schemas.microsoft.com/office/drawing/2014/main" id="{2B3668B9-F40F-43AF-8CDB-90C90B812039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GT_9600">
            <a:extLst>
              <a:ext uri="{FF2B5EF4-FFF2-40B4-BE49-F238E27FC236}">
                <a16:creationId xmlns:a16="http://schemas.microsoft.com/office/drawing/2014/main" id="{BE48017D-0EC1-414A-9FAF-1A78A805299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GT_9601">
            <a:extLst>
              <a:ext uri="{FF2B5EF4-FFF2-40B4-BE49-F238E27FC236}">
                <a16:creationId xmlns:a16="http://schemas.microsoft.com/office/drawing/2014/main" id="{32069A1F-E2CF-47BD-BD67-862BFE460C69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GT_9602">
            <a:extLst>
              <a:ext uri="{FF2B5EF4-FFF2-40B4-BE49-F238E27FC236}">
                <a16:creationId xmlns:a16="http://schemas.microsoft.com/office/drawing/2014/main" id="{545C442D-5479-4F36-811C-B47CE652C7C7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GT_9603">
            <a:extLst>
              <a:ext uri="{FF2B5EF4-FFF2-40B4-BE49-F238E27FC236}">
                <a16:creationId xmlns:a16="http://schemas.microsoft.com/office/drawing/2014/main" id="{363BEEB1-FF59-418F-A108-D5C0F8A0CF42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GT_9604">
            <a:extLst>
              <a:ext uri="{FF2B5EF4-FFF2-40B4-BE49-F238E27FC236}">
                <a16:creationId xmlns:a16="http://schemas.microsoft.com/office/drawing/2014/main" id="{C4A8ED1B-6399-4DCA-A3E9-980E8EBEE8CB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GT_9605">
            <a:extLst>
              <a:ext uri="{FF2B5EF4-FFF2-40B4-BE49-F238E27FC236}">
                <a16:creationId xmlns:a16="http://schemas.microsoft.com/office/drawing/2014/main" id="{475B3CFF-EB25-4AE9-8657-D8ED6D13AC40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GT_9606">
            <a:extLst>
              <a:ext uri="{FF2B5EF4-FFF2-40B4-BE49-F238E27FC236}">
                <a16:creationId xmlns:a16="http://schemas.microsoft.com/office/drawing/2014/main" id="{8604DA6B-5AE2-41E8-B3EA-32C238853F70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GT_9607">
            <a:extLst>
              <a:ext uri="{FF2B5EF4-FFF2-40B4-BE49-F238E27FC236}">
                <a16:creationId xmlns:a16="http://schemas.microsoft.com/office/drawing/2014/main" id="{08730F13-FFCC-4479-A501-0A546A36907B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GT_9608">
            <a:extLst>
              <a:ext uri="{FF2B5EF4-FFF2-40B4-BE49-F238E27FC236}">
                <a16:creationId xmlns:a16="http://schemas.microsoft.com/office/drawing/2014/main" id="{9189F4DE-9EC2-4BEC-8633-FEA9F50DC905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GT_9609">
            <a:extLst>
              <a:ext uri="{FF2B5EF4-FFF2-40B4-BE49-F238E27FC236}">
                <a16:creationId xmlns:a16="http://schemas.microsoft.com/office/drawing/2014/main" id="{E2F2D73C-541F-419C-AF41-C2A6BB063278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GT_9610">
            <a:extLst>
              <a:ext uri="{FF2B5EF4-FFF2-40B4-BE49-F238E27FC236}">
                <a16:creationId xmlns:a16="http://schemas.microsoft.com/office/drawing/2014/main" id="{FED3517E-122C-4565-A554-B8A3CDD8B666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GT_9611">
            <a:extLst>
              <a:ext uri="{FF2B5EF4-FFF2-40B4-BE49-F238E27FC236}">
                <a16:creationId xmlns:a16="http://schemas.microsoft.com/office/drawing/2014/main" id="{2B0C26FE-1696-4AB0-8E5D-4ADA4E0FC7A3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GT_9612">
            <a:extLst>
              <a:ext uri="{FF2B5EF4-FFF2-40B4-BE49-F238E27FC236}">
                <a16:creationId xmlns:a16="http://schemas.microsoft.com/office/drawing/2014/main" id="{D3F262F4-7046-4EF3-BBDA-98B95B050DF0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GT_9613">
            <a:extLst>
              <a:ext uri="{FF2B5EF4-FFF2-40B4-BE49-F238E27FC236}">
                <a16:creationId xmlns:a16="http://schemas.microsoft.com/office/drawing/2014/main" id="{65A3FE41-1229-4CBD-B8C9-79E86C83CC79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GT_9614">
            <a:extLst>
              <a:ext uri="{FF2B5EF4-FFF2-40B4-BE49-F238E27FC236}">
                <a16:creationId xmlns:a16="http://schemas.microsoft.com/office/drawing/2014/main" id="{F440FB76-6DAF-4F3B-ADB0-0249A22F6BB5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GT_9615">
            <a:extLst>
              <a:ext uri="{FF2B5EF4-FFF2-40B4-BE49-F238E27FC236}">
                <a16:creationId xmlns:a16="http://schemas.microsoft.com/office/drawing/2014/main" id="{879FCEB4-27D3-45D2-8266-EF723EA7520E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GT_9616">
            <a:extLst>
              <a:ext uri="{FF2B5EF4-FFF2-40B4-BE49-F238E27FC236}">
                <a16:creationId xmlns:a16="http://schemas.microsoft.com/office/drawing/2014/main" id="{3B628A5A-AB02-40B4-88C7-C5333BE2EA1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GT_9617">
            <a:extLst>
              <a:ext uri="{FF2B5EF4-FFF2-40B4-BE49-F238E27FC236}">
                <a16:creationId xmlns:a16="http://schemas.microsoft.com/office/drawing/2014/main" id="{82DF0BD9-F07A-4B13-9C43-2D757069518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GT_9618">
            <a:extLst>
              <a:ext uri="{FF2B5EF4-FFF2-40B4-BE49-F238E27FC236}">
                <a16:creationId xmlns:a16="http://schemas.microsoft.com/office/drawing/2014/main" id="{9BE81265-902A-4DE8-8AF1-6CDE4216D699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GT_9619">
            <a:extLst>
              <a:ext uri="{FF2B5EF4-FFF2-40B4-BE49-F238E27FC236}">
                <a16:creationId xmlns:a16="http://schemas.microsoft.com/office/drawing/2014/main" id="{0E8311D6-A0CA-4935-B42A-AA47CBA2908D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GT_9620">
            <a:extLst>
              <a:ext uri="{FF2B5EF4-FFF2-40B4-BE49-F238E27FC236}">
                <a16:creationId xmlns:a16="http://schemas.microsoft.com/office/drawing/2014/main" id="{8C3F0AFC-5680-411B-9BA0-DC79FC0A5C39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GT_9621">
            <a:extLst>
              <a:ext uri="{FF2B5EF4-FFF2-40B4-BE49-F238E27FC236}">
                <a16:creationId xmlns:a16="http://schemas.microsoft.com/office/drawing/2014/main" id="{3722493B-3539-4300-A736-966C6202175C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GT_9622">
            <a:extLst>
              <a:ext uri="{FF2B5EF4-FFF2-40B4-BE49-F238E27FC236}">
                <a16:creationId xmlns:a16="http://schemas.microsoft.com/office/drawing/2014/main" id="{1030E753-4374-459B-8081-9ABCE6D870EA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GT_9623">
            <a:extLst>
              <a:ext uri="{FF2B5EF4-FFF2-40B4-BE49-F238E27FC236}">
                <a16:creationId xmlns:a16="http://schemas.microsoft.com/office/drawing/2014/main" id="{FD204386-92C3-4686-8316-E947D4C677FB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GT_9624">
            <a:extLst>
              <a:ext uri="{FF2B5EF4-FFF2-40B4-BE49-F238E27FC236}">
                <a16:creationId xmlns:a16="http://schemas.microsoft.com/office/drawing/2014/main" id="{B8A51411-C9EC-4B95-A6CD-C73994ED0CFA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GT_9625">
            <a:extLst>
              <a:ext uri="{FF2B5EF4-FFF2-40B4-BE49-F238E27FC236}">
                <a16:creationId xmlns:a16="http://schemas.microsoft.com/office/drawing/2014/main" id="{8D428790-3FC6-469A-82A3-2C404A4351CB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GT_9626">
            <a:extLst>
              <a:ext uri="{FF2B5EF4-FFF2-40B4-BE49-F238E27FC236}">
                <a16:creationId xmlns:a16="http://schemas.microsoft.com/office/drawing/2014/main" id="{49464737-005B-4B6F-ABC2-D7AC507B7E7A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GT_9627">
            <a:extLst>
              <a:ext uri="{FF2B5EF4-FFF2-40B4-BE49-F238E27FC236}">
                <a16:creationId xmlns:a16="http://schemas.microsoft.com/office/drawing/2014/main" id="{5C4E040B-A03F-433C-8C8A-1BFA76D12288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GT_9628">
            <a:extLst>
              <a:ext uri="{FF2B5EF4-FFF2-40B4-BE49-F238E27FC236}">
                <a16:creationId xmlns:a16="http://schemas.microsoft.com/office/drawing/2014/main" id="{5AF6D236-7EC7-454A-895D-EF87A890FB3B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GT_9629">
            <a:extLst>
              <a:ext uri="{FF2B5EF4-FFF2-40B4-BE49-F238E27FC236}">
                <a16:creationId xmlns:a16="http://schemas.microsoft.com/office/drawing/2014/main" id="{F329AE02-7901-4236-9C25-CC030D5CB6B7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GT_9630">
            <a:extLst>
              <a:ext uri="{FF2B5EF4-FFF2-40B4-BE49-F238E27FC236}">
                <a16:creationId xmlns:a16="http://schemas.microsoft.com/office/drawing/2014/main" id="{14D38C4A-E570-4A16-8A4D-1E132DBB964A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GT_9631">
            <a:extLst>
              <a:ext uri="{FF2B5EF4-FFF2-40B4-BE49-F238E27FC236}">
                <a16:creationId xmlns:a16="http://schemas.microsoft.com/office/drawing/2014/main" id="{28DF2ABA-9F87-4817-939E-9E5B4A01D3E4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GT_9632">
            <a:extLst>
              <a:ext uri="{FF2B5EF4-FFF2-40B4-BE49-F238E27FC236}">
                <a16:creationId xmlns:a16="http://schemas.microsoft.com/office/drawing/2014/main" id="{6E9D125C-2D18-4B0B-8B3A-339CCACAFE4C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GT_9633">
            <a:extLst>
              <a:ext uri="{FF2B5EF4-FFF2-40B4-BE49-F238E27FC236}">
                <a16:creationId xmlns:a16="http://schemas.microsoft.com/office/drawing/2014/main" id="{908DB35F-AAA2-44EC-8056-FCE9503A2F0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GT_9634">
            <a:extLst>
              <a:ext uri="{FF2B5EF4-FFF2-40B4-BE49-F238E27FC236}">
                <a16:creationId xmlns:a16="http://schemas.microsoft.com/office/drawing/2014/main" id="{CCB44D75-3D81-4E0D-8418-827F97A53A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GT_9635">
            <a:extLst>
              <a:ext uri="{FF2B5EF4-FFF2-40B4-BE49-F238E27FC236}">
                <a16:creationId xmlns:a16="http://schemas.microsoft.com/office/drawing/2014/main" id="{F7D6D271-7569-42E4-8DB8-1A6F4BDB8EEE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GT_9636">
            <a:extLst>
              <a:ext uri="{FF2B5EF4-FFF2-40B4-BE49-F238E27FC236}">
                <a16:creationId xmlns:a16="http://schemas.microsoft.com/office/drawing/2014/main" id="{F4B29BCA-268F-4276-8DCB-666909D98464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GT_9637">
            <a:extLst>
              <a:ext uri="{FF2B5EF4-FFF2-40B4-BE49-F238E27FC236}">
                <a16:creationId xmlns:a16="http://schemas.microsoft.com/office/drawing/2014/main" id="{2A35C5E6-60D1-48F7-93F3-375D24C4BC42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GT_9638">
            <a:extLst>
              <a:ext uri="{FF2B5EF4-FFF2-40B4-BE49-F238E27FC236}">
                <a16:creationId xmlns:a16="http://schemas.microsoft.com/office/drawing/2014/main" id="{87CBBBC5-461A-4612-9BB3-3DD19BB79841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GT_9639">
            <a:extLst>
              <a:ext uri="{FF2B5EF4-FFF2-40B4-BE49-F238E27FC236}">
                <a16:creationId xmlns:a16="http://schemas.microsoft.com/office/drawing/2014/main" id="{B418D017-0ADA-43AD-811A-4CA5C025161F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GT_9640">
            <a:extLst>
              <a:ext uri="{FF2B5EF4-FFF2-40B4-BE49-F238E27FC236}">
                <a16:creationId xmlns:a16="http://schemas.microsoft.com/office/drawing/2014/main" id="{10C93E12-0C3B-4889-A15A-BA484AE8660F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GT_9641">
            <a:extLst>
              <a:ext uri="{FF2B5EF4-FFF2-40B4-BE49-F238E27FC236}">
                <a16:creationId xmlns:a16="http://schemas.microsoft.com/office/drawing/2014/main" id="{F180FFF9-3CBF-479A-8613-8FD454BC4FA5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GT_9642">
            <a:extLst>
              <a:ext uri="{FF2B5EF4-FFF2-40B4-BE49-F238E27FC236}">
                <a16:creationId xmlns:a16="http://schemas.microsoft.com/office/drawing/2014/main" id="{ACF32BBE-4457-4800-A57D-5FF4292D2BA1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GT_9643">
            <a:extLst>
              <a:ext uri="{FF2B5EF4-FFF2-40B4-BE49-F238E27FC236}">
                <a16:creationId xmlns:a16="http://schemas.microsoft.com/office/drawing/2014/main" id="{77167957-B6D6-4284-B051-FE2897ABD8EF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GT_9644">
            <a:extLst>
              <a:ext uri="{FF2B5EF4-FFF2-40B4-BE49-F238E27FC236}">
                <a16:creationId xmlns:a16="http://schemas.microsoft.com/office/drawing/2014/main" id="{C937CDE1-AD6D-4525-B140-738FB3D913C2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GT_9645">
            <a:extLst>
              <a:ext uri="{FF2B5EF4-FFF2-40B4-BE49-F238E27FC236}">
                <a16:creationId xmlns:a16="http://schemas.microsoft.com/office/drawing/2014/main" id="{73686086-1DEA-4325-A73F-1973CEAA35A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GT_9646">
            <a:extLst>
              <a:ext uri="{FF2B5EF4-FFF2-40B4-BE49-F238E27FC236}">
                <a16:creationId xmlns:a16="http://schemas.microsoft.com/office/drawing/2014/main" id="{0F066A1C-2B00-4500-86D0-C12F9DC465F2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GT_9647">
            <a:extLst>
              <a:ext uri="{FF2B5EF4-FFF2-40B4-BE49-F238E27FC236}">
                <a16:creationId xmlns:a16="http://schemas.microsoft.com/office/drawing/2014/main" id="{EC23BBE4-0F78-40EF-9A4B-B1B248114390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GT_9648">
            <a:extLst>
              <a:ext uri="{FF2B5EF4-FFF2-40B4-BE49-F238E27FC236}">
                <a16:creationId xmlns:a16="http://schemas.microsoft.com/office/drawing/2014/main" id="{1DB02ADC-62A5-49D2-A9F0-32421F68D01E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GT_9649">
            <a:extLst>
              <a:ext uri="{FF2B5EF4-FFF2-40B4-BE49-F238E27FC236}">
                <a16:creationId xmlns:a16="http://schemas.microsoft.com/office/drawing/2014/main" id="{5C261AA7-0440-47FF-B1AF-636632D6901D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GT_9650">
            <a:extLst>
              <a:ext uri="{FF2B5EF4-FFF2-40B4-BE49-F238E27FC236}">
                <a16:creationId xmlns:a16="http://schemas.microsoft.com/office/drawing/2014/main" id="{26D4F26B-EE3F-43B0-9D6B-6CDCCB2743C3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GT_9651">
            <a:extLst>
              <a:ext uri="{FF2B5EF4-FFF2-40B4-BE49-F238E27FC236}">
                <a16:creationId xmlns:a16="http://schemas.microsoft.com/office/drawing/2014/main" id="{2D4D069C-76CE-4ACE-9CA9-C53A037E71F4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GT_9652">
            <a:extLst>
              <a:ext uri="{FF2B5EF4-FFF2-40B4-BE49-F238E27FC236}">
                <a16:creationId xmlns:a16="http://schemas.microsoft.com/office/drawing/2014/main" id="{6678E9C8-002E-462E-A4F8-71E89C8A9E2C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GT_9653">
            <a:extLst>
              <a:ext uri="{FF2B5EF4-FFF2-40B4-BE49-F238E27FC236}">
                <a16:creationId xmlns:a16="http://schemas.microsoft.com/office/drawing/2014/main" id="{EF631402-EE35-4640-833A-03066D3D5466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GT_9654">
            <a:extLst>
              <a:ext uri="{FF2B5EF4-FFF2-40B4-BE49-F238E27FC236}">
                <a16:creationId xmlns:a16="http://schemas.microsoft.com/office/drawing/2014/main" id="{72806931-1BCE-4F1F-A34A-7EFEBCFD84E6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GT_9655">
            <a:extLst>
              <a:ext uri="{FF2B5EF4-FFF2-40B4-BE49-F238E27FC236}">
                <a16:creationId xmlns:a16="http://schemas.microsoft.com/office/drawing/2014/main" id="{E447532D-0B78-4DD2-9C04-D661CC413EA7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GT_9656">
            <a:extLst>
              <a:ext uri="{FF2B5EF4-FFF2-40B4-BE49-F238E27FC236}">
                <a16:creationId xmlns:a16="http://schemas.microsoft.com/office/drawing/2014/main" id="{341C3043-3CBC-4972-AE6A-90EEE7D974C5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GT_9657">
            <a:extLst>
              <a:ext uri="{FF2B5EF4-FFF2-40B4-BE49-F238E27FC236}">
                <a16:creationId xmlns:a16="http://schemas.microsoft.com/office/drawing/2014/main" id="{04237C0E-93D7-4F9C-8F3A-2CEA72552D75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GT_9658">
            <a:extLst>
              <a:ext uri="{FF2B5EF4-FFF2-40B4-BE49-F238E27FC236}">
                <a16:creationId xmlns:a16="http://schemas.microsoft.com/office/drawing/2014/main" id="{1A7019BB-1CF0-40CB-A18C-1671D0AE25DB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GT_9659">
            <a:extLst>
              <a:ext uri="{FF2B5EF4-FFF2-40B4-BE49-F238E27FC236}">
                <a16:creationId xmlns:a16="http://schemas.microsoft.com/office/drawing/2014/main" id="{34E05855-BDA2-410D-9386-91684F7FD9DD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GT_9660">
            <a:extLst>
              <a:ext uri="{FF2B5EF4-FFF2-40B4-BE49-F238E27FC236}">
                <a16:creationId xmlns:a16="http://schemas.microsoft.com/office/drawing/2014/main" id="{7798A20C-EA2E-48B0-B2BA-E2E171A47D68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GT_9661">
            <a:extLst>
              <a:ext uri="{FF2B5EF4-FFF2-40B4-BE49-F238E27FC236}">
                <a16:creationId xmlns:a16="http://schemas.microsoft.com/office/drawing/2014/main" id="{70C5FDC4-C3A8-4FB9-848B-4991FAC2E6A8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GT_9662">
            <a:extLst>
              <a:ext uri="{FF2B5EF4-FFF2-40B4-BE49-F238E27FC236}">
                <a16:creationId xmlns:a16="http://schemas.microsoft.com/office/drawing/2014/main" id="{4F8CACEF-BC8A-4F45-B49C-7E4518E19E27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GT_9663">
            <a:extLst>
              <a:ext uri="{FF2B5EF4-FFF2-40B4-BE49-F238E27FC236}">
                <a16:creationId xmlns:a16="http://schemas.microsoft.com/office/drawing/2014/main" id="{EBE37269-F913-48F5-900F-30AD4C57A6ED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GT_9664">
            <a:extLst>
              <a:ext uri="{FF2B5EF4-FFF2-40B4-BE49-F238E27FC236}">
                <a16:creationId xmlns:a16="http://schemas.microsoft.com/office/drawing/2014/main" id="{A678303F-3AC6-4425-A71E-2F02E61BF3BE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GT_9665">
            <a:extLst>
              <a:ext uri="{FF2B5EF4-FFF2-40B4-BE49-F238E27FC236}">
                <a16:creationId xmlns:a16="http://schemas.microsoft.com/office/drawing/2014/main" id="{5871D3C5-1524-432E-AA1D-643F408A062E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GT_9666">
            <a:extLst>
              <a:ext uri="{FF2B5EF4-FFF2-40B4-BE49-F238E27FC236}">
                <a16:creationId xmlns:a16="http://schemas.microsoft.com/office/drawing/2014/main" id="{DBEF96D5-7253-4002-8606-BE22503BDB9F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GT_9667">
            <a:extLst>
              <a:ext uri="{FF2B5EF4-FFF2-40B4-BE49-F238E27FC236}">
                <a16:creationId xmlns:a16="http://schemas.microsoft.com/office/drawing/2014/main" id="{7311C043-66BE-469A-83C0-C8F7336CBC65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GT_9668">
            <a:extLst>
              <a:ext uri="{FF2B5EF4-FFF2-40B4-BE49-F238E27FC236}">
                <a16:creationId xmlns:a16="http://schemas.microsoft.com/office/drawing/2014/main" id="{67A43D38-14B6-4373-981D-ADF8D3EB64B6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GT_9669">
            <a:extLst>
              <a:ext uri="{FF2B5EF4-FFF2-40B4-BE49-F238E27FC236}">
                <a16:creationId xmlns:a16="http://schemas.microsoft.com/office/drawing/2014/main" id="{047ED193-142A-4340-A4DF-EE77D799E88B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GT_9670">
            <a:extLst>
              <a:ext uri="{FF2B5EF4-FFF2-40B4-BE49-F238E27FC236}">
                <a16:creationId xmlns:a16="http://schemas.microsoft.com/office/drawing/2014/main" id="{9ED0E490-2DFC-41B9-90C2-CD94A3E3F2FA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GT_9671">
            <a:extLst>
              <a:ext uri="{FF2B5EF4-FFF2-40B4-BE49-F238E27FC236}">
                <a16:creationId xmlns:a16="http://schemas.microsoft.com/office/drawing/2014/main" id="{494502CD-7155-4BCC-BD08-1B58FB2F36AE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GT_9672">
            <a:extLst>
              <a:ext uri="{FF2B5EF4-FFF2-40B4-BE49-F238E27FC236}">
                <a16:creationId xmlns:a16="http://schemas.microsoft.com/office/drawing/2014/main" id="{D2812949-DFE3-4FD6-90D8-95BD5B5F92B7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GT_9673">
            <a:extLst>
              <a:ext uri="{FF2B5EF4-FFF2-40B4-BE49-F238E27FC236}">
                <a16:creationId xmlns:a16="http://schemas.microsoft.com/office/drawing/2014/main" id="{61AA39CF-A7BF-4CB2-AC3B-248BED898AEF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GT_9674">
            <a:extLst>
              <a:ext uri="{FF2B5EF4-FFF2-40B4-BE49-F238E27FC236}">
                <a16:creationId xmlns:a16="http://schemas.microsoft.com/office/drawing/2014/main" id="{E62893D4-8DD9-401D-9112-BC6D378BEDE0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GT_9675">
            <a:extLst>
              <a:ext uri="{FF2B5EF4-FFF2-40B4-BE49-F238E27FC236}">
                <a16:creationId xmlns:a16="http://schemas.microsoft.com/office/drawing/2014/main" id="{A845FDD6-592C-4EE8-A950-0B9D8B2AFA28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GT_9676">
            <a:extLst>
              <a:ext uri="{FF2B5EF4-FFF2-40B4-BE49-F238E27FC236}">
                <a16:creationId xmlns:a16="http://schemas.microsoft.com/office/drawing/2014/main" id="{7B9FA982-0CAC-4E50-89D5-7D21F4A617BB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GT_9677">
            <a:extLst>
              <a:ext uri="{FF2B5EF4-FFF2-40B4-BE49-F238E27FC236}">
                <a16:creationId xmlns:a16="http://schemas.microsoft.com/office/drawing/2014/main" id="{A0451B77-D822-416B-BF94-A61693DE2EA1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GT_9678">
            <a:extLst>
              <a:ext uri="{FF2B5EF4-FFF2-40B4-BE49-F238E27FC236}">
                <a16:creationId xmlns:a16="http://schemas.microsoft.com/office/drawing/2014/main" id="{A92D8213-AF8C-4C2C-AAA5-EAFCCEBE0672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GT_9679">
            <a:extLst>
              <a:ext uri="{FF2B5EF4-FFF2-40B4-BE49-F238E27FC236}">
                <a16:creationId xmlns:a16="http://schemas.microsoft.com/office/drawing/2014/main" id="{BF96173F-DC2D-436A-AD22-3068419CAA97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GT_9680">
            <a:extLst>
              <a:ext uri="{FF2B5EF4-FFF2-40B4-BE49-F238E27FC236}">
                <a16:creationId xmlns:a16="http://schemas.microsoft.com/office/drawing/2014/main" id="{A62809AD-D01C-4E2C-9303-4C138A8833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GT_9681">
            <a:extLst>
              <a:ext uri="{FF2B5EF4-FFF2-40B4-BE49-F238E27FC236}">
                <a16:creationId xmlns:a16="http://schemas.microsoft.com/office/drawing/2014/main" id="{79908538-FAAB-45DC-BA23-EB30DF7E0DEF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GT_9682">
            <a:extLst>
              <a:ext uri="{FF2B5EF4-FFF2-40B4-BE49-F238E27FC236}">
                <a16:creationId xmlns:a16="http://schemas.microsoft.com/office/drawing/2014/main" id="{52877A67-1B21-4088-A5BB-3E978139463D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GT_9683">
            <a:extLst>
              <a:ext uri="{FF2B5EF4-FFF2-40B4-BE49-F238E27FC236}">
                <a16:creationId xmlns:a16="http://schemas.microsoft.com/office/drawing/2014/main" id="{7E37C472-FDCA-42EE-AE8D-A85F2248E9FF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GT_9684">
            <a:extLst>
              <a:ext uri="{FF2B5EF4-FFF2-40B4-BE49-F238E27FC236}">
                <a16:creationId xmlns:a16="http://schemas.microsoft.com/office/drawing/2014/main" id="{53C2E3D0-643C-4DCF-B763-4EB92609B77B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GT_9685">
            <a:extLst>
              <a:ext uri="{FF2B5EF4-FFF2-40B4-BE49-F238E27FC236}">
                <a16:creationId xmlns:a16="http://schemas.microsoft.com/office/drawing/2014/main" id="{66B4C5BD-71F0-496F-B9F1-C5071BA8F882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GT_9686">
            <a:extLst>
              <a:ext uri="{FF2B5EF4-FFF2-40B4-BE49-F238E27FC236}">
                <a16:creationId xmlns:a16="http://schemas.microsoft.com/office/drawing/2014/main" id="{EF3E319A-D151-41D4-AFFC-3668AAD47676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GT_9687">
            <a:extLst>
              <a:ext uri="{FF2B5EF4-FFF2-40B4-BE49-F238E27FC236}">
                <a16:creationId xmlns:a16="http://schemas.microsoft.com/office/drawing/2014/main" id="{52B0C154-FF5C-41B4-A12E-DE7B9440AED1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GT_9688">
            <a:extLst>
              <a:ext uri="{FF2B5EF4-FFF2-40B4-BE49-F238E27FC236}">
                <a16:creationId xmlns:a16="http://schemas.microsoft.com/office/drawing/2014/main" id="{2F676BD3-D3D3-4AD9-8A75-2C3D42F14A1C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GT_9689">
            <a:extLst>
              <a:ext uri="{FF2B5EF4-FFF2-40B4-BE49-F238E27FC236}">
                <a16:creationId xmlns:a16="http://schemas.microsoft.com/office/drawing/2014/main" id="{97224120-93E1-4B8A-B010-732D1DF2CFDC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GT_9690">
            <a:extLst>
              <a:ext uri="{FF2B5EF4-FFF2-40B4-BE49-F238E27FC236}">
                <a16:creationId xmlns:a16="http://schemas.microsoft.com/office/drawing/2014/main" id="{6AE8B205-F488-42E3-8C20-D0D374A14F18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GT_9691">
            <a:extLst>
              <a:ext uri="{FF2B5EF4-FFF2-40B4-BE49-F238E27FC236}">
                <a16:creationId xmlns:a16="http://schemas.microsoft.com/office/drawing/2014/main" id="{2818E28C-7842-44A0-A677-FB2791D976FF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GT_9692">
            <a:extLst>
              <a:ext uri="{FF2B5EF4-FFF2-40B4-BE49-F238E27FC236}">
                <a16:creationId xmlns:a16="http://schemas.microsoft.com/office/drawing/2014/main" id="{C1078612-472A-43C2-BC2B-A19EEE5C75DD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GT_9693">
            <a:extLst>
              <a:ext uri="{FF2B5EF4-FFF2-40B4-BE49-F238E27FC236}">
                <a16:creationId xmlns:a16="http://schemas.microsoft.com/office/drawing/2014/main" id="{E1B52917-60DC-4864-A816-888743281717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GT_9694">
            <a:extLst>
              <a:ext uri="{FF2B5EF4-FFF2-40B4-BE49-F238E27FC236}">
                <a16:creationId xmlns:a16="http://schemas.microsoft.com/office/drawing/2014/main" id="{098B92D3-D5ED-43C0-8EC5-269DC3303895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GT_9695">
            <a:extLst>
              <a:ext uri="{FF2B5EF4-FFF2-40B4-BE49-F238E27FC236}">
                <a16:creationId xmlns:a16="http://schemas.microsoft.com/office/drawing/2014/main" id="{9BB57CD1-CB21-404B-888D-99B9EAF1BF3D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GT_9696">
            <a:extLst>
              <a:ext uri="{FF2B5EF4-FFF2-40B4-BE49-F238E27FC236}">
                <a16:creationId xmlns:a16="http://schemas.microsoft.com/office/drawing/2014/main" id="{A3E35E14-8C7B-42AD-B468-B473A00E598D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GT_9697">
            <a:extLst>
              <a:ext uri="{FF2B5EF4-FFF2-40B4-BE49-F238E27FC236}">
                <a16:creationId xmlns:a16="http://schemas.microsoft.com/office/drawing/2014/main" id="{37735770-D7AB-4017-9086-9EBEA932EBA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GT_9698">
            <a:extLst>
              <a:ext uri="{FF2B5EF4-FFF2-40B4-BE49-F238E27FC236}">
                <a16:creationId xmlns:a16="http://schemas.microsoft.com/office/drawing/2014/main" id="{414E08A2-A102-4634-985E-EA72BDF13E9B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GT_9699">
            <a:extLst>
              <a:ext uri="{FF2B5EF4-FFF2-40B4-BE49-F238E27FC236}">
                <a16:creationId xmlns:a16="http://schemas.microsoft.com/office/drawing/2014/main" id="{E1DDABE9-0C8B-4DE9-B872-AFCF52F9CFF4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GT_9700">
            <a:extLst>
              <a:ext uri="{FF2B5EF4-FFF2-40B4-BE49-F238E27FC236}">
                <a16:creationId xmlns:a16="http://schemas.microsoft.com/office/drawing/2014/main" id="{B1339440-565D-4BF6-8E7C-DA827CB49FF1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GT_9701">
            <a:extLst>
              <a:ext uri="{FF2B5EF4-FFF2-40B4-BE49-F238E27FC236}">
                <a16:creationId xmlns:a16="http://schemas.microsoft.com/office/drawing/2014/main" id="{921F7B30-7B9B-4582-AC24-5FC624494D4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GT_9702">
            <a:extLst>
              <a:ext uri="{FF2B5EF4-FFF2-40B4-BE49-F238E27FC236}">
                <a16:creationId xmlns:a16="http://schemas.microsoft.com/office/drawing/2014/main" id="{91D1962B-F901-441C-ADD4-C6942155E5AF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GT_9703">
            <a:extLst>
              <a:ext uri="{FF2B5EF4-FFF2-40B4-BE49-F238E27FC236}">
                <a16:creationId xmlns:a16="http://schemas.microsoft.com/office/drawing/2014/main" id="{8BB2FF12-EE07-4150-9667-7A610CF00989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GT_9704">
            <a:extLst>
              <a:ext uri="{FF2B5EF4-FFF2-40B4-BE49-F238E27FC236}">
                <a16:creationId xmlns:a16="http://schemas.microsoft.com/office/drawing/2014/main" id="{84D0D097-ACE2-406B-B496-63A8681FF752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GT_9705">
            <a:extLst>
              <a:ext uri="{FF2B5EF4-FFF2-40B4-BE49-F238E27FC236}">
                <a16:creationId xmlns:a16="http://schemas.microsoft.com/office/drawing/2014/main" id="{D599463D-A117-47CD-AFC8-5DE9E1A4204A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GT_9706">
            <a:extLst>
              <a:ext uri="{FF2B5EF4-FFF2-40B4-BE49-F238E27FC236}">
                <a16:creationId xmlns:a16="http://schemas.microsoft.com/office/drawing/2014/main" id="{3FB59095-B558-4792-9620-58DF7E153DDB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GT_9707">
            <a:extLst>
              <a:ext uri="{FF2B5EF4-FFF2-40B4-BE49-F238E27FC236}">
                <a16:creationId xmlns:a16="http://schemas.microsoft.com/office/drawing/2014/main" id="{86D7A9EE-DC74-41D1-9368-4228845AB2B1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GT_9708">
            <a:extLst>
              <a:ext uri="{FF2B5EF4-FFF2-40B4-BE49-F238E27FC236}">
                <a16:creationId xmlns:a16="http://schemas.microsoft.com/office/drawing/2014/main" id="{DAED014D-5969-43E6-905F-BE2A78D9E1FA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GT_9709">
            <a:extLst>
              <a:ext uri="{FF2B5EF4-FFF2-40B4-BE49-F238E27FC236}">
                <a16:creationId xmlns:a16="http://schemas.microsoft.com/office/drawing/2014/main" id="{687F9175-7780-496E-9CDE-9D38D2B2D4AC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GT_9710">
            <a:extLst>
              <a:ext uri="{FF2B5EF4-FFF2-40B4-BE49-F238E27FC236}">
                <a16:creationId xmlns:a16="http://schemas.microsoft.com/office/drawing/2014/main" id="{040E1BC1-0F10-4BD1-A64D-80C4346D74F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GT_9711">
            <a:extLst>
              <a:ext uri="{FF2B5EF4-FFF2-40B4-BE49-F238E27FC236}">
                <a16:creationId xmlns:a16="http://schemas.microsoft.com/office/drawing/2014/main" id="{884E615C-D1C9-421C-ACAF-53B2EF49BFA0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GT_9712">
            <a:extLst>
              <a:ext uri="{FF2B5EF4-FFF2-40B4-BE49-F238E27FC236}">
                <a16:creationId xmlns:a16="http://schemas.microsoft.com/office/drawing/2014/main" id="{145B990B-3548-48CE-81D3-E3AB8CED895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GT_9713">
            <a:extLst>
              <a:ext uri="{FF2B5EF4-FFF2-40B4-BE49-F238E27FC236}">
                <a16:creationId xmlns:a16="http://schemas.microsoft.com/office/drawing/2014/main" id="{19DED8EC-9847-4E13-A04A-42992AD3149F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GT_9714">
            <a:extLst>
              <a:ext uri="{FF2B5EF4-FFF2-40B4-BE49-F238E27FC236}">
                <a16:creationId xmlns:a16="http://schemas.microsoft.com/office/drawing/2014/main" id="{4052D4D8-A6C0-4465-98F1-21165182C4CF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GT_9715">
            <a:extLst>
              <a:ext uri="{FF2B5EF4-FFF2-40B4-BE49-F238E27FC236}">
                <a16:creationId xmlns:a16="http://schemas.microsoft.com/office/drawing/2014/main" id="{5146389B-C8B5-489D-BDEE-16B40C4DF9A6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GT_9716">
            <a:extLst>
              <a:ext uri="{FF2B5EF4-FFF2-40B4-BE49-F238E27FC236}">
                <a16:creationId xmlns:a16="http://schemas.microsoft.com/office/drawing/2014/main" id="{99AD061E-3EE6-43EB-AF91-401D59A9F8FA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GT_9717">
            <a:extLst>
              <a:ext uri="{FF2B5EF4-FFF2-40B4-BE49-F238E27FC236}">
                <a16:creationId xmlns:a16="http://schemas.microsoft.com/office/drawing/2014/main" id="{49E73BD1-CDC1-47B6-A2F9-5072D48E9A1A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GT_9718">
            <a:extLst>
              <a:ext uri="{FF2B5EF4-FFF2-40B4-BE49-F238E27FC236}">
                <a16:creationId xmlns:a16="http://schemas.microsoft.com/office/drawing/2014/main" id="{3942BECD-1415-40D0-B1EB-40F4224DC803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GT_9719">
            <a:extLst>
              <a:ext uri="{FF2B5EF4-FFF2-40B4-BE49-F238E27FC236}">
                <a16:creationId xmlns:a16="http://schemas.microsoft.com/office/drawing/2014/main" id="{5C578C42-0EB8-4972-A11A-A8FD1FD483F5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GT_9720">
            <a:extLst>
              <a:ext uri="{FF2B5EF4-FFF2-40B4-BE49-F238E27FC236}">
                <a16:creationId xmlns:a16="http://schemas.microsoft.com/office/drawing/2014/main" id="{3CE61C8C-BED3-45CA-AF70-4CA8EFA3BB6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GT_9721">
            <a:extLst>
              <a:ext uri="{FF2B5EF4-FFF2-40B4-BE49-F238E27FC236}">
                <a16:creationId xmlns:a16="http://schemas.microsoft.com/office/drawing/2014/main" id="{4A6C6B10-2C25-4F90-8924-4A3DF5A8C191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GT_9722">
            <a:extLst>
              <a:ext uri="{FF2B5EF4-FFF2-40B4-BE49-F238E27FC236}">
                <a16:creationId xmlns:a16="http://schemas.microsoft.com/office/drawing/2014/main" id="{C891C895-7DFF-4C06-BF7F-49B23F08DA94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GT_9723">
            <a:extLst>
              <a:ext uri="{FF2B5EF4-FFF2-40B4-BE49-F238E27FC236}">
                <a16:creationId xmlns:a16="http://schemas.microsoft.com/office/drawing/2014/main" id="{CD7C85BC-685C-4E13-AFC4-321F3B59DAA1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GT_9724">
            <a:extLst>
              <a:ext uri="{FF2B5EF4-FFF2-40B4-BE49-F238E27FC236}">
                <a16:creationId xmlns:a16="http://schemas.microsoft.com/office/drawing/2014/main" id="{088D0984-5EA2-44FE-A15C-02E354B09CB4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GT_9725">
            <a:extLst>
              <a:ext uri="{FF2B5EF4-FFF2-40B4-BE49-F238E27FC236}">
                <a16:creationId xmlns:a16="http://schemas.microsoft.com/office/drawing/2014/main" id="{8077878C-FE73-463B-A133-AA55A9A7D3E2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GT_9726">
            <a:extLst>
              <a:ext uri="{FF2B5EF4-FFF2-40B4-BE49-F238E27FC236}">
                <a16:creationId xmlns:a16="http://schemas.microsoft.com/office/drawing/2014/main" id="{28A9D4B0-E310-40AD-BE10-F95D8D299989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GT_9727">
            <a:extLst>
              <a:ext uri="{FF2B5EF4-FFF2-40B4-BE49-F238E27FC236}">
                <a16:creationId xmlns:a16="http://schemas.microsoft.com/office/drawing/2014/main" id="{748D9BEC-FC20-4DE9-92AA-2F95D869DC2A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GT_9728">
            <a:extLst>
              <a:ext uri="{FF2B5EF4-FFF2-40B4-BE49-F238E27FC236}">
                <a16:creationId xmlns:a16="http://schemas.microsoft.com/office/drawing/2014/main" id="{88D2EA4F-A697-43E6-96D2-916B0AEF7723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GT_9729">
            <a:extLst>
              <a:ext uri="{FF2B5EF4-FFF2-40B4-BE49-F238E27FC236}">
                <a16:creationId xmlns:a16="http://schemas.microsoft.com/office/drawing/2014/main" id="{62ACC167-4475-4ABF-970E-57187CCA8BBA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GT_9730">
            <a:extLst>
              <a:ext uri="{FF2B5EF4-FFF2-40B4-BE49-F238E27FC236}">
                <a16:creationId xmlns:a16="http://schemas.microsoft.com/office/drawing/2014/main" id="{EC7502AB-E20A-4698-8F99-AE73A37C5465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GT_9731">
            <a:extLst>
              <a:ext uri="{FF2B5EF4-FFF2-40B4-BE49-F238E27FC236}">
                <a16:creationId xmlns:a16="http://schemas.microsoft.com/office/drawing/2014/main" id="{487203F9-AADD-4FA3-86C9-E5803C07195E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GT_9732">
            <a:extLst>
              <a:ext uri="{FF2B5EF4-FFF2-40B4-BE49-F238E27FC236}">
                <a16:creationId xmlns:a16="http://schemas.microsoft.com/office/drawing/2014/main" id="{98B5B0A0-D8A7-49FB-A90E-E24F3F3DEF7F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GT_9733">
            <a:extLst>
              <a:ext uri="{FF2B5EF4-FFF2-40B4-BE49-F238E27FC236}">
                <a16:creationId xmlns:a16="http://schemas.microsoft.com/office/drawing/2014/main" id="{05BD61DB-C0AB-47DD-8CFB-FD27E2A594E4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GT_9734">
            <a:extLst>
              <a:ext uri="{FF2B5EF4-FFF2-40B4-BE49-F238E27FC236}">
                <a16:creationId xmlns:a16="http://schemas.microsoft.com/office/drawing/2014/main" id="{AA13F504-CF16-4F68-A5A7-A5755135BE5D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GT_9735">
            <a:extLst>
              <a:ext uri="{FF2B5EF4-FFF2-40B4-BE49-F238E27FC236}">
                <a16:creationId xmlns:a16="http://schemas.microsoft.com/office/drawing/2014/main" id="{93C4B7FE-13CF-4E7E-83D4-56DDAEC36A21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GT_9736">
            <a:extLst>
              <a:ext uri="{FF2B5EF4-FFF2-40B4-BE49-F238E27FC236}">
                <a16:creationId xmlns:a16="http://schemas.microsoft.com/office/drawing/2014/main" id="{24E51D7B-19D8-4B70-96B7-024E2AF5EEDD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GT_9737">
            <a:extLst>
              <a:ext uri="{FF2B5EF4-FFF2-40B4-BE49-F238E27FC236}">
                <a16:creationId xmlns:a16="http://schemas.microsoft.com/office/drawing/2014/main" id="{D4BF64AF-D309-43C0-A9F8-329407B432D6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GT_9738">
            <a:extLst>
              <a:ext uri="{FF2B5EF4-FFF2-40B4-BE49-F238E27FC236}">
                <a16:creationId xmlns:a16="http://schemas.microsoft.com/office/drawing/2014/main" id="{BE2FB592-E698-45E1-B3EA-7FAA831C216D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GT_9739">
            <a:extLst>
              <a:ext uri="{FF2B5EF4-FFF2-40B4-BE49-F238E27FC236}">
                <a16:creationId xmlns:a16="http://schemas.microsoft.com/office/drawing/2014/main" id="{5B4FAA90-ADFB-4344-86F2-BB762C677885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GT_9740">
            <a:extLst>
              <a:ext uri="{FF2B5EF4-FFF2-40B4-BE49-F238E27FC236}">
                <a16:creationId xmlns:a16="http://schemas.microsoft.com/office/drawing/2014/main" id="{F5086A5A-4201-4D64-AD8D-58E75F84247A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GT_9741">
            <a:extLst>
              <a:ext uri="{FF2B5EF4-FFF2-40B4-BE49-F238E27FC236}">
                <a16:creationId xmlns:a16="http://schemas.microsoft.com/office/drawing/2014/main" id="{F866D0AE-E7CA-469E-9D4A-8D2B8514A174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GT_9742">
            <a:extLst>
              <a:ext uri="{FF2B5EF4-FFF2-40B4-BE49-F238E27FC236}">
                <a16:creationId xmlns:a16="http://schemas.microsoft.com/office/drawing/2014/main" id="{09324EE8-ED6C-4AF0-8C3D-D8E221E3C9AE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GT_9743">
            <a:extLst>
              <a:ext uri="{FF2B5EF4-FFF2-40B4-BE49-F238E27FC236}">
                <a16:creationId xmlns:a16="http://schemas.microsoft.com/office/drawing/2014/main" id="{E3D81956-8B3D-486E-BFB8-304EBB0AC33B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GT_9744">
            <a:extLst>
              <a:ext uri="{FF2B5EF4-FFF2-40B4-BE49-F238E27FC236}">
                <a16:creationId xmlns:a16="http://schemas.microsoft.com/office/drawing/2014/main" id="{3039FF7E-41E7-4178-8A5E-F26C60B836F7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GT_9745">
            <a:extLst>
              <a:ext uri="{FF2B5EF4-FFF2-40B4-BE49-F238E27FC236}">
                <a16:creationId xmlns:a16="http://schemas.microsoft.com/office/drawing/2014/main" id="{B7BDBF31-E95F-420C-97B8-C019A714146A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GT_9746">
            <a:extLst>
              <a:ext uri="{FF2B5EF4-FFF2-40B4-BE49-F238E27FC236}">
                <a16:creationId xmlns:a16="http://schemas.microsoft.com/office/drawing/2014/main" id="{5DB8F197-9506-47AA-AD91-447746FD6542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GT_9747">
            <a:extLst>
              <a:ext uri="{FF2B5EF4-FFF2-40B4-BE49-F238E27FC236}">
                <a16:creationId xmlns:a16="http://schemas.microsoft.com/office/drawing/2014/main" id="{2A4E2FD2-98A2-462A-87EA-316056734742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GT_9748">
            <a:extLst>
              <a:ext uri="{FF2B5EF4-FFF2-40B4-BE49-F238E27FC236}">
                <a16:creationId xmlns:a16="http://schemas.microsoft.com/office/drawing/2014/main" id="{0458501F-0970-45E1-A4D5-D3AFEC3F3F19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GT_9749">
            <a:extLst>
              <a:ext uri="{FF2B5EF4-FFF2-40B4-BE49-F238E27FC236}">
                <a16:creationId xmlns:a16="http://schemas.microsoft.com/office/drawing/2014/main" id="{711DB270-D117-4127-B3F5-33E7F6D16967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GT_9750">
            <a:extLst>
              <a:ext uri="{FF2B5EF4-FFF2-40B4-BE49-F238E27FC236}">
                <a16:creationId xmlns:a16="http://schemas.microsoft.com/office/drawing/2014/main" id="{8840BB3C-6CEC-4A72-B6F8-CCFC7C9E043D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GT_9751">
            <a:extLst>
              <a:ext uri="{FF2B5EF4-FFF2-40B4-BE49-F238E27FC236}">
                <a16:creationId xmlns:a16="http://schemas.microsoft.com/office/drawing/2014/main" id="{E797E504-A580-49EB-AF57-F29676769898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GT_9752">
            <a:extLst>
              <a:ext uri="{FF2B5EF4-FFF2-40B4-BE49-F238E27FC236}">
                <a16:creationId xmlns:a16="http://schemas.microsoft.com/office/drawing/2014/main" id="{4F9636A6-5A72-4D6E-B13B-90098AFF01C7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GT_9753">
            <a:extLst>
              <a:ext uri="{FF2B5EF4-FFF2-40B4-BE49-F238E27FC236}">
                <a16:creationId xmlns:a16="http://schemas.microsoft.com/office/drawing/2014/main" id="{B3F52493-9A3F-4EC0-B9AE-7721327D634F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GT_9754">
            <a:extLst>
              <a:ext uri="{FF2B5EF4-FFF2-40B4-BE49-F238E27FC236}">
                <a16:creationId xmlns:a16="http://schemas.microsoft.com/office/drawing/2014/main" id="{A6425688-125B-492E-A048-2CD6F1166B8F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GT_9755">
            <a:extLst>
              <a:ext uri="{FF2B5EF4-FFF2-40B4-BE49-F238E27FC236}">
                <a16:creationId xmlns:a16="http://schemas.microsoft.com/office/drawing/2014/main" id="{5F2C6BF8-D210-4056-BC3A-7C37E5E08574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GT_9756">
            <a:extLst>
              <a:ext uri="{FF2B5EF4-FFF2-40B4-BE49-F238E27FC236}">
                <a16:creationId xmlns:a16="http://schemas.microsoft.com/office/drawing/2014/main" id="{E9DE0EA6-B85C-4E02-9265-B95FFA905465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GT_9757">
            <a:extLst>
              <a:ext uri="{FF2B5EF4-FFF2-40B4-BE49-F238E27FC236}">
                <a16:creationId xmlns:a16="http://schemas.microsoft.com/office/drawing/2014/main" id="{AC1AEAAB-658F-4E6C-ADEA-24DE911BA96F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GT_9758">
            <a:extLst>
              <a:ext uri="{FF2B5EF4-FFF2-40B4-BE49-F238E27FC236}">
                <a16:creationId xmlns:a16="http://schemas.microsoft.com/office/drawing/2014/main" id="{9979A05F-4128-4098-80EF-2A5E438EE0B3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GT_9759">
            <a:extLst>
              <a:ext uri="{FF2B5EF4-FFF2-40B4-BE49-F238E27FC236}">
                <a16:creationId xmlns:a16="http://schemas.microsoft.com/office/drawing/2014/main" id="{80232336-4007-48FE-9BF0-1949296E71B3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GT_9760">
            <a:extLst>
              <a:ext uri="{FF2B5EF4-FFF2-40B4-BE49-F238E27FC236}">
                <a16:creationId xmlns:a16="http://schemas.microsoft.com/office/drawing/2014/main" id="{493590C7-87EB-4B3E-968C-0FFDB78B1173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GT_9761">
            <a:extLst>
              <a:ext uri="{FF2B5EF4-FFF2-40B4-BE49-F238E27FC236}">
                <a16:creationId xmlns:a16="http://schemas.microsoft.com/office/drawing/2014/main" id="{2BDA75CB-1592-4334-83F0-781929ACD389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GT_9762">
            <a:extLst>
              <a:ext uri="{FF2B5EF4-FFF2-40B4-BE49-F238E27FC236}">
                <a16:creationId xmlns:a16="http://schemas.microsoft.com/office/drawing/2014/main" id="{C54690D1-B2CC-4275-8FA6-ECD3E6C1371C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GT_9763">
            <a:extLst>
              <a:ext uri="{FF2B5EF4-FFF2-40B4-BE49-F238E27FC236}">
                <a16:creationId xmlns:a16="http://schemas.microsoft.com/office/drawing/2014/main" id="{082A1F8B-B3E2-4BD1-8BB7-2C9BC5EC17CB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GT_9764">
            <a:extLst>
              <a:ext uri="{FF2B5EF4-FFF2-40B4-BE49-F238E27FC236}">
                <a16:creationId xmlns:a16="http://schemas.microsoft.com/office/drawing/2014/main" id="{BB23F4A0-C7A6-4153-8443-2487587907A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GT_9765">
            <a:extLst>
              <a:ext uri="{FF2B5EF4-FFF2-40B4-BE49-F238E27FC236}">
                <a16:creationId xmlns:a16="http://schemas.microsoft.com/office/drawing/2014/main" id="{334FCD70-AFA4-4126-AAE5-CA37FBCA6421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GT_9766">
            <a:extLst>
              <a:ext uri="{FF2B5EF4-FFF2-40B4-BE49-F238E27FC236}">
                <a16:creationId xmlns:a16="http://schemas.microsoft.com/office/drawing/2014/main" id="{FC20F4E8-1CE7-4444-B04F-5F50E7532DAB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GT_9767">
            <a:extLst>
              <a:ext uri="{FF2B5EF4-FFF2-40B4-BE49-F238E27FC236}">
                <a16:creationId xmlns:a16="http://schemas.microsoft.com/office/drawing/2014/main" id="{F0D8613C-02E7-4714-A4E6-8171A5EF83AE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GT_9768">
            <a:extLst>
              <a:ext uri="{FF2B5EF4-FFF2-40B4-BE49-F238E27FC236}">
                <a16:creationId xmlns:a16="http://schemas.microsoft.com/office/drawing/2014/main" id="{22AFFE14-B736-4D94-B4EA-E17F7531E88D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GT_9769">
            <a:extLst>
              <a:ext uri="{FF2B5EF4-FFF2-40B4-BE49-F238E27FC236}">
                <a16:creationId xmlns:a16="http://schemas.microsoft.com/office/drawing/2014/main" id="{2E99C2BD-C749-43F8-AB1D-92CA7CD4B17B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GT_9770">
            <a:extLst>
              <a:ext uri="{FF2B5EF4-FFF2-40B4-BE49-F238E27FC236}">
                <a16:creationId xmlns:a16="http://schemas.microsoft.com/office/drawing/2014/main" id="{835F2346-26BD-4D9B-8367-EA5F2BAC8E23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GT_9771">
            <a:extLst>
              <a:ext uri="{FF2B5EF4-FFF2-40B4-BE49-F238E27FC236}">
                <a16:creationId xmlns:a16="http://schemas.microsoft.com/office/drawing/2014/main" id="{2DBC23BE-03BC-435D-A0D5-E2361E5D844E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GT_9772">
            <a:extLst>
              <a:ext uri="{FF2B5EF4-FFF2-40B4-BE49-F238E27FC236}">
                <a16:creationId xmlns:a16="http://schemas.microsoft.com/office/drawing/2014/main" id="{62080B14-45C8-4943-921A-A2B250D16745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GT_9773">
            <a:extLst>
              <a:ext uri="{FF2B5EF4-FFF2-40B4-BE49-F238E27FC236}">
                <a16:creationId xmlns:a16="http://schemas.microsoft.com/office/drawing/2014/main" id="{A355B8B2-1C36-4F29-82AD-8D1C0DBA3DB9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GT_9774">
            <a:extLst>
              <a:ext uri="{FF2B5EF4-FFF2-40B4-BE49-F238E27FC236}">
                <a16:creationId xmlns:a16="http://schemas.microsoft.com/office/drawing/2014/main" id="{8D456B2C-8018-498C-AD21-FF2657EB1C8B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GT_9775">
            <a:extLst>
              <a:ext uri="{FF2B5EF4-FFF2-40B4-BE49-F238E27FC236}">
                <a16:creationId xmlns:a16="http://schemas.microsoft.com/office/drawing/2014/main" id="{AB0EC2AC-76E1-4447-AFF5-645A4AFDBE7D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GT_9776">
            <a:extLst>
              <a:ext uri="{FF2B5EF4-FFF2-40B4-BE49-F238E27FC236}">
                <a16:creationId xmlns:a16="http://schemas.microsoft.com/office/drawing/2014/main" id="{F977BE5D-8255-4A7A-BD37-B8C6A0EC32EB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GT_9777">
            <a:extLst>
              <a:ext uri="{FF2B5EF4-FFF2-40B4-BE49-F238E27FC236}">
                <a16:creationId xmlns:a16="http://schemas.microsoft.com/office/drawing/2014/main" id="{6AB3D4F7-8A8C-4837-86E3-09C232295BF4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GT_9778">
            <a:extLst>
              <a:ext uri="{FF2B5EF4-FFF2-40B4-BE49-F238E27FC236}">
                <a16:creationId xmlns:a16="http://schemas.microsoft.com/office/drawing/2014/main" id="{9D654723-4BAB-47E9-AE4C-F1D59695B773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GT_9779">
            <a:extLst>
              <a:ext uri="{FF2B5EF4-FFF2-40B4-BE49-F238E27FC236}">
                <a16:creationId xmlns:a16="http://schemas.microsoft.com/office/drawing/2014/main" id="{5BF30CD3-4D0B-4784-A370-D7F2153D1197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GT_9780">
            <a:extLst>
              <a:ext uri="{FF2B5EF4-FFF2-40B4-BE49-F238E27FC236}">
                <a16:creationId xmlns:a16="http://schemas.microsoft.com/office/drawing/2014/main" id="{5A61B3DF-4DD9-4ED6-BD7A-17776B2A09DD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GT_9781">
            <a:extLst>
              <a:ext uri="{FF2B5EF4-FFF2-40B4-BE49-F238E27FC236}">
                <a16:creationId xmlns:a16="http://schemas.microsoft.com/office/drawing/2014/main" id="{B34A2C9A-8890-4CEB-9580-EC943A3EBCA7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GT_9782">
            <a:extLst>
              <a:ext uri="{FF2B5EF4-FFF2-40B4-BE49-F238E27FC236}">
                <a16:creationId xmlns:a16="http://schemas.microsoft.com/office/drawing/2014/main" id="{1226D13E-BE74-4104-B8A1-02B74C1E5533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GT_9783">
            <a:extLst>
              <a:ext uri="{FF2B5EF4-FFF2-40B4-BE49-F238E27FC236}">
                <a16:creationId xmlns:a16="http://schemas.microsoft.com/office/drawing/2014/main" id="{D58487CC-9005-4717-9A63-4C027552882B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GT_9784">
            <a:extLst>
              <a:ext uri="{FF2B5EF4-FFF2-40B4-BE49-F238E27FC236}">
                <a16:creationId xmlns:a16="http://schemas.microsoft.com/office/drawing/2014/main" id="{89751B75-E26D-4C28-B921-EDEFC4870718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GT_9785">
            <a:extLst>
              <a:ext uri="{FF2B5EF4-FFF2-40B4-BE49-F238E27FC236}">
                <a16:creationId xmlns:a16="http://schemas.microsoft.com/office/drawing/2014/main" id="{884F5CB8-1145-45D5-91E9-69C5179F5DC9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GT_9786">
            <a:extLst>
              <a:ext uri="{FF2B5EF4-FFF2-40B4-BE49-F238E27FC236}">
                <a16:creationId xmlns:a16="http://schemas.microsoft.com/office/drawing/2014/main" id="{D706372E-50D5-41A8-AA5A-747A1079F7A8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GT_9787">
            <a:extLst>
              <a:ext uri="{FF2B5EF4-FFF2-40B4-BE49-F238E27FC236}">
                <a16:creationId xmlns:a16="http://schemas.microsoft.com/office/drawing/2014/main" id="{2BDFB10D-7842-4E64-8FCB-EB512261C96C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GT_9788">
            <a:extLst>
              <a:ext uri="{FF2B5EF4-FFF2-40B4-BE49-F238E27FC236}">
                <a16:creationId xmlns:a16="http://schemas.microsoft.com/office/drawing/2014/main" id="{CF909B94-852E-4AB6-A2BA-C6999D6C2C73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GT_9789">
            <a:extLst>
              <a:ext uri="{FF2B5EF4-FFF2-40B4-BE49-F238E27FC236}">
                <a16:creationId xmlns:a16="http://schemas.microsoft.com/office/drawing/2014/main" id="{CC2DBC5B-926E-41F0-AE60-D73D69FA22DC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GT_9790">
            <a:extLst>
              <a:ext uri="{FF2B5EF4-FFF2-40B4-BE49-F238E27FC236}">
                <a16:creationId xmlns:a16="http://schemas.microsoft.com/office/drawing/2014/main" id="{BF3FE4E2-93AE-4755-9EDD-91405C36DF79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GT_9791">
            <a:extLst>
              <a:ext uri="{FF2B5EF4-FFF2-40B4-BE49-F238E27FC236}">
                <a16:creationId xmlns:a16="http://schemas.microsoft.com/office/drawing/2014/main" id="{80677E2D-6C15-45DB-8A2F-16717C2DA11E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GT_9792">
            <a:extLst>
              <a:ext uri="{FF2B5EF4-FFF2-40B4-BE49-F238E27FC236}">
                <a16:creationId xmlns:a16="http://schemas.microsoft.com/office/drawing/2014/main" id="{40B0EED0-1DD4-4A20-802C-9BD9443ED899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GT_9793">
            <a:extLst>
              <a:ext uri="{FF2B5EF4-FFF2-40B4-BE49-F238E27FC236}">
                <a16:creationId xmlns:a16="http://schemas.microsoft.com/office/drawing/2014/main" id="{AA1B9F41-0CC1-40D7-9605-0E156D8909C7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GT_9794">
            <a:extLst>
              <a:ext uri="{FF2B5EF4-FFF2-40B4-BE49-F238E27FC236}">
                <a16:creationId xmlns:a16="http://schemas.microsoft.com/office/drawing/2014/main" id="{522CFC82-941A-4A91-88ED-90FBD26A3156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GT_9795">
            <a:extLst>
              <a:ext uri="{FF2B5EF4-FFF2-40B4-BE49-F238E27FC236}">
                <a16:creationId xmlns:a16="http://schemas.microsoft.com/office/drawing/2014/main" id="{290BBB1D-03B7-4883-85C8-8F38637B7584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GT_9796">
            <a:extLst>
              <a:ext uri="{FF2B5EF4-FFF2-40B4-BE49-F238E27FC236}">
                <a16:creationId xmlns:a16="http://schemas.microsoft.com/office/drawing/2014/main" id="{F39EF04C-014B-49B5-B101-6ED14E6E7F26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GT_9797">
            <a:extLst>
              <a:ext uri="{FF2B5EF4-FFF2-40B4-BE49-F238E27FC236}">
                <a16:creationId xmlns:a16="http://schemas.microsoft.com/office/drawing/2014/main" id="{91BFB732-290C-46AA-9A9C-AF779A4BF47C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GT_9798">
            <a:extLst>
              <a:ext uri="{FF2B5EF4-FFF2-40B4-BE49-F238E27FC236}">
                <a16:creationId xmlns:a16="http://schemas.microsoft.com/office/drawing/2014/main" id="{BE0736E2-CFAC-482B-950E-DC5B4DE851FC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GT_9799">
            <a:extLst>
              <a:ext uri="{FF2B5EF4-FFF2-40B4-BE49-F238E27FC236}">
                <a16:creationId xmlns:a16="http://schemas.microsoft.com/office/drawing/2014/main" id="{4D7C1BB2-ED22-4AB5-8EEA-B34F634D9D97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GT_9800">
            <a:extLst>
              <a:ext uri="{FF2B5EF4-FFF2-40B4-BE49-F238E27FC236}">
                <a16:creationId xmlns:a16="http://schemas.microsoft.com/office/drawing/2014/main" id="{6B2C636C-04AF-474A-A780-CBA3F2F8EF9B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GT_9801">
            <a:extLst>
              <a:ext uri="{FF2B5EF4-FFF2-40B4-BE49-F238E27FC236}">
                <a16:creationId xmlns:a16="http://schemas.microsoft.com/office/drawing/2014/main" id="{B182D498-5D50-4369-927A-256C65FA158B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GT_9802">
            <a:extLst>
              <a:ext uri="{FF2B5EF4-FFF2-40B4-BE49-F238E27FC236}">
                <a16:creationId xmlns:a16="http://schemas.microsoft.com/office/drawing/2014/main" id="{E74EF81E-FE37-405B-A735-023D7B868D7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GT_9803">
            <a:extLst>
              <a:ext uri="{FF2B5EF4-FFF2-40B4-BE49-F238E27FC236}">
                <a16:creationId xmlns:a16="http://schemas.microsoft.com/office/drawing/2014/main" id="{B5879F2C-79C9-43BA-8C31-C17742932390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GT_9804">
            <a:extLst>
              <a:ext uri="{FF2B5EF4-FFF2-40B4-BE49-F238E27FC236}">
                <a16:creationId xmlns:a16="http://schemas.microsoft.com/office/drawing/2014/main" id="{1321185D-EF4F-4C0C-8EAE-D5FF0741F3A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GT_9805">
            <a:extLst>
              <a:ext uri="{FF2B5EF4-FFF2-40B4-BE49-F238E27FC236}">
                <a16:creationId xmlns:a16="http://schemas.microsoft.com/office/drawing/2014/main" id="{8A8936A2-FB24-46C6-A090-63C9D4531EC7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GT_9806">
            <a:extLst>
              <a:ext uri="{FF2B5EF4-FFF2-40B4-BE49-F238E27FC236}">
                <a16:creationId xmlns:a16="http://schemas.microsoft.com/office/drawing/2014/main" id="{FC590560-07F6-4E2F-B1A1-B3B31BD45EFE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GT_9807">
            <a:extLst>
              <a:ext uri="{FF2B5EF4-FFF2-40B4-BE49-F238E27FC236}">
                <a16:creationId xmlns:a16="http://schemas.microsoft.com/office/drawing/2014/main" id="{854A14F4-CFE2-4A1C-8F8E-3A43C3590507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GT_9808">
            <a:extLst>
              <a:ext uri="{FF2B5EF4-FFF2-40B4-BE49-F238E27FC236}">
                <a16:creationId xmlns:a16="http://schemas.microsoft.com/office/drawing/2014/main" id="{B0DEE0B0-3059-42A1-8150-4D02E0CED460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GT_9809">
            <a:extLst>
              <a:ext uri="{FF2B5EF4-FFF2-40B4-BE49-F238E27FC236}">
                <a16:creationId xmlns:a16="http://schemas.microsoft.com/office/drawing/2014/main" id="{4AD78C84-8834-4D90-9BEE-A531DC9861CC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GT_9810">
            <a:extLst>
              <a:ext uri="{FF2B5EF4-FFF2-40B4-BE49-F238E27FC236}">
                <a16:creationId xmlns:a16="http://schemas.microsoft.com/office/drawing/2014/main" id="{F7BEAD33-8731-4E00-850D-C3690A12DE5E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GT_9811">
            <a:extLst>
              <a:ext uri="{FF2B5EF4-FFF2-40B4-BE49-F238E27FC236}">
                <a16:creationId xmlns:a16="http://schemas.microsoft.com/office/drawing/2014/main" id="{EEABB4D4-6919-4C4B-9604-80721AE2A01A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GT_9812">
            <a:extLst>
              <a:ext uri="{FF2B5EF4-FFF2-40B4-BE49-F238E27FC236}">
                <a16:creationId xmlns:a16="http://schemas.microsoft.com/office/drawing/2014/main" id="{9F3136B9-915C-4145-A988-B29B5E564BC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GT_9813">
            <a:extLst>
              <a:ext uri="{FF2B5EF4-FFF2-40B4-BE49-F238E27FC236}">
                <a16:creationId xmlns:a16="http://schemas.microsoft.com/office/drawing/2014/main" id="{4FA6938D-6759-48C2-94F9-7725069DEA11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GT_9814">
            <a:extLst>
              <a:ext uri="{FF2B5EF4-FFF2-40B4-BE49-F238E27FC236}">
                <a16:creationId xmlns:a16="http://schemas.microsoft.com/office/drawing/2014/main" id="{15A6197D-7538-45B2-8D98-10103E24EC01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GT_9815">
            <a:extLst>
              <a:ext uri="{FF2B5EF4-FFF2-40B4-BE49-F238E27FC236}">
                <a16:creationId xmlns:a16="http://schemas.microsoft.com/office/drawing/2014/main" id="{892BB129-DCF6-46BA-BB17-38B753B626CF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GT_9816">
            <a:extLst>
              <a:ext uri="{FF2B5EF4-FFF2-40B4-BE49-F238E27FC236}">
                <a16:creationId xmlns:a16="http://schemas.microsoft.com/office/drawing/2014/main" id="{5565D556-C6B6-460B-8AA3-9C276E456025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GT_9817">
            <a:extLst>
              <a:ext uri="{FF2B5EF4-FFF2-40B4-BE49-F238E27FC236}">
                <a16:creationId xmlns:a16="http://schemas.microsoft.com/office/drawing/2014/main" id="{C00572D6-A2FB-48DB-966F-74793FC9C082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GT_9818">
            <a:extLst>
              <a:ext uri="{FF2B5EF4-FFF2-40B4-BE49-F238E27FC236}">
                <a16:creationId xmlns:a16="http://schemas.microsoft.com/office/drawing/2014/main" id="{DBC310DE-210B-4CE0-B64D-8E6BAC80A6DD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GT_9819">
            <a:extLst>
              <a:ext uri="{FF2B5EF4-FFF2-40B4-BE49-F238E27FC236}">
                <a16:creationId xmlns:a16="http://schemas.microsoft.com/office/drawing/2014/main" id="{6BFC09D6-A11C-4E93-BA53-0EA24B8EB4B0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GT_9820">
            <a:extLst>
              <a:ext uri="{FF2B5EF4-FFF2-40B4-BE49-F238E27FC236}">
                <a16:creationId xmlns:a16="http://schemas.microsoft.com/office/drawing/2014/main" id="{53EBEB8D-861E-4842-9F72-2A34DED5F6F7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GT_9821">
            <a:extLst>
              <a:ext uri="{FF2B5EF4-FFF2-40B4-BE49-F238E27FC236}">
                <a16:creationId xmlns:a16="http://schemas.microsoft.com/office/drawing/2014/main" id="{C7648B7F-6207-4FD1-9B45-CB04786A5A68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GT_9822">
            <a:extLst>
              <a:ext uri="{FF2B5EF4-FFF2-40B4-BE49-F238E27FC236}">
                <a16:creationId xmlns:a16="http://schemas.microsoft.com/office/drawing/2014/main" id="{AC89D713-B0E4-4610-9116-8347322436CD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GT_9823">
            <a:extLst>
              <a:ext uri="{FF2B5EF4-FFF2-40B4-BE49-F238E27FC236}">
                <a16:creationId xmlns:a16="http://schemas.microsoft.com/office/drawing/2014/main" id="{1588F642-44D9-49C7-937E-051FEE010805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GT_9824">
            <a:extLst>
              <a:ext uri="{FF2B5EF4-FFF2-40B4-BE49-F238E27FC236}">
                <a16:creationId xmlns:a16="http://schemas.microsoft.com/office/drawing/2014/main" id="{FD153060-BB37-459E-812D-B73FF84846F2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GT_9825">
            <a:extLst>
              <a:ext uri="{FF2B5EF4-FFF2-40B4-BE49-F238E27FC236}">
                <a16:creationId xmlns:a16="http://schemas.microsoft.com/office/drawing/2014/main" id="{A2E956D9-B1FF-4131-AFE1-8E5126FE46E7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GT_9826">
            <a:extLst>
              <a:ext uri="{FF2B5EF4-FFF2-40B4-BE49-F238E27FC236}">
                <a16:creationId xmlns:a16="http://schemas.microsoft.com/office/drawing/2014/main" id="{F196B9B8-F106-4FCB-B32C-FCDFE23F3E9C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GT_9827">
            <a:extLst>
              <a:ext uri="{FF2B5EF4-FFF2-40B4-BE49-F238E27FC236}">
                <a16:creationId xmlns:a16="http://schemas.microsoft.com/office/drawing/2014/main" id="{DE4BD36D-385B-4A01-8B5E-BCBE7F784431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GT_9828">
            <a:extLst>
              <a:ext uri="{FF2B5EF4-FFF2-40B4-BE49-F238E27FC236}">
                <a16:creationId xmlns:a16="http://schemas.microsoft.com/office/drawing/2014/main" id="{8EB07EA9-8EDE-4C14-B1F4-4F72E16D2C49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GT_9829">
            <a:extLst>
              <a:ext uri="{FF2B5EF4-FFF2-40B4-BE49-F238E27FC236}">
                <a16:creationId xmlns:a16="http://schemas.microsoft.com/office/drawing/2014/main" id="{298C7B4E-CB4D-49E7-A820-0F525B13935A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GT_9830">
            <a:extLst>
              <a:ext uri="{FF2B5EF4-FFF2-40B4-BE49-F238E27FC236}">
                <a16:creationId xmlns:a16="http://schemas.microsoft.com/office/drawing/2014/main" id="{030174D1-F15D-41AA-83E4-E71A2AC3002F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GT_9831">
            <a:extLst>
              <a:ext uri="{FF2B5EF4-FFF2-40B4-BE49-F238E27FC236}">
                <a16:creationId xmlns:a16="http://schemas.microsoft.com/office/drawing/2014/main" id="{018A977B-1604-41D2-B43E-B8856161FB32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GT_9832">
            <a:extLst>
              <a:ext uri="{FF2B5EF4-FFF2-40B4-BE49-F238E27FC236}">
                <a16:creationId xmlns:a16="http://schemas.microsoft.com/office/drawing/2014/main" id="{282F595D-3AC9-4504-93E8-653CBA142BA2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GT_9833">
            <a:extLst>
              <a:ext uri="{FF2B5EF4-FFF2-40B4-BE49-F238E27FC236}">
                <a16:creationId xmlns:a16="http://schemas.microsoft.com/office/drawing/2014/main" id="{C645986D-ED26-418A-8FBB-C6D879C4A3D6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GT_9834">
            <a:extLst>
              <a:ext uri="{FF2B5EF4-FFF2-40B4-BE49-F238E27FC236}">
                <a16:creationId xmlns:a16="http://schemas.microsoft.com/office/drawing/2014/main" id="{72F21426-A4B7-433B-8EA1-A37B7D2E632B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GT_9835">
            <a:extLst>
              <a:ext uri="{FF2B5EF4-FFF2-40B4-BE49-F238E27FC236}">
                <a16:creationId xmlns:a16="http://schemas.microsoft.com/office/drawing/2014/main" id="{32D5B9E9-038B-4B34-8A40-49AE80D6545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GT_9836">
            <a:extLst>
              <a:ext uri="{FF2B5EF4-FFF2-40B4-BE49-F238E27FC236}">
                <a16:creationId xmlns:a16="http://schemas.microsoft.com/office/drawing/2014/main" id="{8E4C8987-257B-4DE3-966D-52FF0B12B01D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GT_9837">
            <a:extLst>
              <a:ext uri="{FF2B5EF4-FFF2-40B4-BE49-F238E27FC236}">
                <a16:creationId xmlns:a16="http://schemas.microsoft.com/office/drawing/2014/main" id="{D422F51C-F9EF-4A10-B518-F8F489D532C4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GT_9838">
            <a:extLst>
              <a:ext uri="{FF2B5EF4-FFF2-40B4-BE49-F238E27FC236}">
                <a16:creationId xmlns:a16="http://schemas.microsoft.com/office/drawing/2014/main" id="{6B5E912D-23A6-4561-9E09-EEDEADD05C7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GT_9839">
            <a:extLst>
              <a:ext uri="{FF2B5EF4-FFF2-40B4-BE49-F238E27FC236}">
                <a16:creationId xmlns:a16="http://schemas.microsoft.com/office/drawing/2014/main" id="{D2F981D5-F405-467F-AD78-018F2A88DD74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GT_9840">
            <a:extLst>
              <a:ext uri="{FF2B5EF4-FFF2-40B4-BE49-F238E27FC236}">
                <a16:creationId xmlns:a16="http://schemas.microsoft.com/office/drawing/2014/main" id="{F9CBFFAE-2878-4732-A8E4-D1B80D770119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GT_9841">
            <a:extLst>
              <a:ext uri="{FF2B5EF4-FFF2-40B4-BE49-F238E27FC236}">
                <a16:creationId xmlns:a16="http://schemas.microsoft.com/office/drawing/2014/main" id="{75A4E51A-02A5-469C-9FAA-F38150129731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GT_9842">
            <a:extLst>
              <a:ext uri="{FF2B5EF4-FFF2-40B4-BE49-F238E27FC236}">
                <a16:creationId xmlns:a16="http://schemas.microsoft.com/office/drawing/2014/main" id="{4757001D-0A19-4EE2-8A60-CA41227FB84D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GT_9843">
            <a:extLst>
              <a:ext uri="{FF2B5EF4-FFF2-40B4-BE49-F238E27FC236}">
                <a16:creationId xmlns:a16="http://schemas.microsoft.com/office/drawing/2014/main" id="{268E8FAD-DD21-4618-B239-EA42BA680EC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GT_9844">
            <a:extLst>
              <a:ext uri="{FF2B5EF4-FFF2-40B4-BE49-F238E27FC236}">
                <a16:creationId xmlns:a16="http://schemas.microsoft.com/office/drawing/2014/main" id="{FEC07159-AC9C-4F30-8005-CE6BF0F46CF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GT_9845">
            <a:extLst>
              <a:ext uri="{FF2B5EF4-FFF2-40B4-BE49-F238E27FC236}">
                <a16:creationId xmlns:a16="http://schemas.microsoft.com/office/drawing/2014/main" id="{5F14E8A1-5037-4F59-96DC-B354BD1B313D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GT_9846">
            <a:extLst>
              <a:ext uri="{FF2B5EF4-FFF2-40B4-BE49-F238E27FC236}">
                <a16:creationId xmlns:a16="http://schemas.microsoft.com/office/drawing/2014/main" id="{9F531628-721C-4CA4-BF2F-79A30CA2F6A4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GT_9847">
            <a:extLst>
              <a:ext uri="{FF2B5EF4-FFF2-40B4-BE49-F238E27FC236}">
                <a16:creationId xmlns:a16="http://schemas.microsoft.com/office/drawing/2014/main" id="{DFB7525E-F1F7-4609-AA2F-ECEF897BFA64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GT_9848">
            <a:extLst>
              <a:ext uri="{FF2B5EF4-FFF2-40B4-BE49-F238E27FC236}">
                <a16:creationId xmlns:a16="http://schemas.microsoft.com/office/drawing/2014/main" id="{9CC36DAA-BC2B-4236-88B8-22A7F00C2604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GT_9849">
            <a:extLst>
              <a:ext uri="{FF2B5EF4-FFF2-40B4-BE49-F238E27FC236}">
                <a16:creationId xmlns:a16="http://schemas.microsoft.com/office/drawing/2014/main" id="{7E2170B4-1622-4C20-AAFC-415011B7D9C1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GT_9850">
            <a:extLst>
              <a:ext uri="{FF2B5EF4-FFF2-40B4-BE49-F238E27FC236}">
                <a16:creationId xmlns:a16="http://schemas.microsoft.com/office/drawing/2014/main" id="{07D97249-AB3E-4528-A94B-8427593D491D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GT_9851">
            <a:extLst>
              <a:ext uri="{FF2B5EF4-FFF2-40B4-BE49-F238E27FC236}">
                <a16:creationId xmlns:a16="http://schemas.microsoft.com/office/drawing/2014/main" id="{417EBA66-CC72-4ACC-8C23-31CAC43DC710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GT_9852">
            <a:extLst>
              <a:ext uri="{FF2B5EF4-FFF2-40B4-BE49-F238E27FC236}">
                <a16:creationId xmlns:a16="http://schemas.microsoft.com/office/drawing/2014/main" id="{1E069362-18FC-4A84-A497-ADF99E2EEC4B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GT_9853">
            <a:extLst>
              <a:ext uri="{FF2B5EF4-FFF2-40B4-BE49-F238E27FC236}">
                <a16:creationId xmlns:a16="http://schemas.microsoft.com/office/drawing/2014/main" id="{A6E14755-978E-4D5E-B717-3C7E43522FAC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GT_9854">
            <a:extLst>
              <a:ext uri="{FF2B5EF4-FFF2-40B4-BE49-F238E27FC236}">
                <a16:creationId xmlns:a16="http://schemas.microsoft.com/office/drawing/2014/main" id="{8B586889-2F52-4C6E-8330-A0DC8A6A2293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GT_9855">
            <a:extLst>
              <a:ext uri="{FF2B5EF4-FFF2-40B4-BE49-F238E27FC236}">
                <a16:creationId xmlns:a16="http://schemas.microsoft.com/office/drawing/2014/main" id="{959A022D-39AC-4910-B9A7-DA3567AEF3C9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GT_9856">
            <a:extLst>
              <a:ext uri="{FF2B5EF4-FFF2-40B4-BE49-F238E27FC236}">
                <a16:creationId xmlns:a16="http://schemas.microsoft.com/office/drawing/2014/main" id="{374152AF-EB83-409F-BB5D-3EE367822E1D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GT_9857">
            <a:extLst>
              <a:ext uri="{FF2B5EF4-FFF2-40B4-BE49-F238E27FC236}">
                <a16:creationId xmlns:a16="http://schemas.microsoft.com/office/drawing/2014/main" id="{C07EB09A-ADC4-4602-A7EE-0C857D3908BA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GT_9858">
            <a:extLst>
              <a:ext uri="{FF2B5EF4-FFF2-40B4-BE49-F238E27FC236}">
                <a16:creationId xmlns:a16="http://schemas.microsoft.com/office/drawing/2014/main" id="{52C5A4AE-032B-4D08-80E7-743010BE935E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GT_9859">
            <a:extLst>
              <a:ext uri="{FF2B5EF4-FFF2-40B4-BE49-F238E27FC236}">
                <a16:creationId xmlns:a16="http://schemas.microsoft.com/office/drawing/2014/main" id="{DFF590FB-865E-4855-95E5-29A759B6644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GT_9860">
            <a:extLst>
              <a:ext uri="{FF2B5EF4-FFF2-40B4-BE49-F238E27FC236}">
                <a16:creationId xmlns:a16="http://schemas.microsoft.com/office/drawing/2014/main" id="{73AF2671-88AE-45B1-AB42-8D08C860D3D6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GT_9861">
            <a:extLst>
              <a:ext uri="{FF2B5EF4-FFF2-40B4-BE49-F238E27FC236}">
                <a16:creationId xmlns:a16="http://schemas.microsoft.com/office/drawing/2014/main" id="{7BDFAABD-B76C-47E1-A2DA-C1B7DC9195A1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GT_9862">
            <a:extLst>
              <a:ext uri="{FF2B5EF4-FFF2-40B4-BE49-F238E27FC236}">
                <a16:creationId xmlns:a16="http://schemas.microsoft.com/office/drawing/2014/main" id="{77F35187-9E22-4E76-9A2C-ADAF00BBE47A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GT_9863">
            <a:extLst>
              <a:ext uri="{FF2B5EF4-FFF2-40B4-BE49-F238E27FC236}">
                <a16:creationId xmlns:a16="http://schemas.microsoft.com/office/drawing/2014/main" id="{A759EFFA-3BE6-4181-946D-79816635BE93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GT_9864">
            <a:extLst>
              <a:ext uri="{FF2B5EF4-FFF2-40B4-BE49-F238E27FC236}">
                <a16:creationId xmlns:a16="http://schemas.microsoft.com/office/drawing/2014/main" id="{C08FF55A-0A6E-4765-B74A-55D19ACF3C80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GT_9865">
            <a:extLst>
              <a:ext uri="{FF2B5EF4-FFF2-40B4-BE49-F238E27FC236}">
                <a16:creationId xmlns:a16="http://schemas.microsoft.com/office/drawing/2014/main" id="{97E0DD02-356E-489A-A884-8D6D15BFDF66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GT_9866">
            <a:extLst>
              <a:ext uri="{FF2B5EF4-FFF2-40B4-BE49-F238E27FC236}">
                <a16:creationId xmlns:a16="http://schemas.microsoft.com/office/drawing/2014/main" id="{CFBF3B34-9338-4C47-9697-A894FC0A1504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GT_9867">
            <a:extLst>
              <a:ext uri="{FF2B5EF4-FFF2-40B4-BE49-F238E27FC236}">
                <a16:creationId xmlns:a16="http://schemas.microsoft.com/office/drawing/2014/main" id="{5FA46965-4C97-40A4-A0AA-31C6F6734EBE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GT_9868">
            <a:extLst>
              <a:ext uri="{FF2B5EF4-FFF2-40B4-BE49-F238E27FC236}">
                <a16:creationId xmlns:a16="http://schemas.microsoft.com/office/drawing/2014/main" id="{B8D5A1C8-B49F-4AEE-9BC2-7A93E8047095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GT_9869">
            <a:extLst>
              <a:ext uri="{FF2B5EF4-FFF2-40B4-BE49-F238E27FC236}">
                <a16:creationId xmlns:a16="http://schemas.microsoft.com/office/drawing/2014/main" id="{BDDD3435-ADFB-4B73-8213-B0DB6344509A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GT_9870">
            <a:extLst>
              <a:ext uri="{FF2B5EF4-FFF2-40B4-BE49-F238E27FC236}">
                <a16:creationId xmlns:a16="http://schemas.microsoft.com/office/drawing/2014/main" id="{E4981BC2-F747-491A-9C53-3EF031C0DDAF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GT_9871">
            <a:extLst>
              <a:ext uri="{FF2B5EF4-FFF2-40B4-BE49-F238E27FC236}">
                <a16:creationId xmlns:a16="http://schemas.microsoft.com/office/drawing/2014/main" id="{A6A10F16-074D-4D4F-8088-28B02B800D72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GT_9872">
            <a:extLst>
              <a:ext uri="{FF2B5EF4-FFF2-40B4-BE49-F238E27FC236}">
                <a16:creationId xmlns:a16="http://schemas.microsoft.com/office/drawing/2014/main" id="{A6F960E3-258D-4013-A2D0-7FB5DF71AC9B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GT_9873">
            <a:extLst>
              <a:ext uri="{FF2B5EF4-FFF2-40B4-BE49-F238E27FC236}">
                <a16:creationId xmlns:a16="http://schemas.microsoft.com/office/drawing/2014/main" id="{4645335A-26F5-46C9-9652-7E44CE350179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GT_9874">
            <a:extLst>
              <a:ext uri="{FF2B5EF4-FFF2-40B4-BE49-F238E27FC236}">
                <a16:creationId xmlns:a16="http://schemas.microsoft.com/office/drawing/2014/main" id="{CFFE7283-FA27-4CF3-9DD9-4ADBA7D37DD4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GT_9875">
            <a:extLst>
              <a:ext uri="{FF2B5EF4-FFF2-40B4-BE49-F238E27FC236}">
                <a16:creationId xmlns:a16="http://schemas.microsoft.com/office/drawing/2014/main" id="{32AA599E-6CDB-4871-B468-32061505677D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GT_9876">
            <a:extLst>
              <a:ext uri="{FF2B5EF4-FFF2-40B4-BE49-F238E27FC236}">
                <a16:creationId xmlns:a16="http://schemas.microsoft.com/office/drawing/2014/main" id="{BD8E83D7-79D1-49C6-9939-6122CAE40A64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GT_9877">
            <a:extLst>
              <a:ext uri="{FF2B5EF4-FFF2-40B4-BE49-F238E27FC236}">
                <a16:creationId xmlns:a16="http://schemas.microsoft.com/office/drawing/2014/main" id="{64C63D61-CFFD-42F0-A9A8-66C90F1A7BF1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GT_9878">
            <a:extLst>
              <a:ext uri="{FF2B5EF4-FFF2-40B4-BE49-F238E27FC236}">
                <a16:creationId xmlns:a16="http://schemas.microsoft.com/office/drawing/2014/main" id="{FFA160E6-AB40-4C17-969C-A461FA4C0FFC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GT_9879">
            <a:extLst>
              <a:ext uri="{FF2B5EF4-FFF2-40B4-BE49-F238E27FC236}">
                <a16:creationId xmlns:a16="http://schemas.microsoft.com/office/drawing/2014/main" id="{5DAD6E27-3C88-4EC4-B2E2-3626EDF02237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GT_9880">
            <a:extLst>
              <a:ext uri="{FF2B5EF4-FFF2-40B4-BE49-F238E27FC236}">
                <a16:creationId xmlns:a16="http://schemas.microsoft.com/office/drawing/2014/main" id="{26A7C784-CC31-4584-8565-93792BB6554C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GT_9881">
            <a:extLst>
              <a:ext uri="{FF2B5EF4-FFF2-40B4-BE49-F238E27FC236}">
                <a16:creationId xmlns:a16="http://schemas.microsoft.com/office/drawing/2014/main" id="{30AF1042-AA90-4CF4-88FC-E6ECD0D05CC2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GT_9882">
            <a:extLst>
              <a:ext uri="{FF2B5EF4-FFF2-40B4-BE49-F238E27FC236}">
                <a16:creationId xmlns:a16="http://schemas.microsoft.com/office/drawing/2014/main" id="{5129E97A-F31D-4D41-ACB7-E99E4C4B907C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GT_9883">
            <a:extLst>
              <a:ext uri="{FF2B5EF4-FFF2-40B4-BE49-F238E27FC236}">
                <a16:creationId xmlns:a16="http://schemas.microsoft.com/office/drawing/2014/main" id="{864ABC59-7845-4800-B2F1-46E78295ECDD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GT_9884">
            <a:extLst>
              <a:ext uri="{FF2B5EF4-FFF2-40B4-BE49-F238E27FC236}">
                <a16:creationId xmlns:a16="http://schemas.microsoft.com/office/drawing/2014/main" id="{53F87DED-9AE8-433B-85DB-2AA42056E010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GT_9885">
            <a:extLst>
              <a:ext uri="{FF2B5EF4-FFF2-40B4-BE49-F238E27FC236}">
                <a16:creationId xmlns:a16="http://schemas.microsoft.com/office/drawing/2014/main" id="{146676D1-EE70-4C03-8F1A-679778F78327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GT_9886">
            <a:extLst>
              <a:ext uri="{FF2B5EF4-FFF2-40B4-BE49-F238E27FC236}">
                <a16:creationId xmlns:a16="http://schemas.microsoft.com/office/drawing/2014/main" id="{B31D099C-06DE-47A7-B9DE-2C398D0BA8FC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GT_9887">
            <a:extLst>
              <a:ext uri="{FF2B5EF4-FFF2-40B4-BE49-F238E27FC236}">
                <a16:creationId xmlns:a16="http://schemas.microsoft.com/office/drawing/2014/main" id="{792ED7DA-1D8D-4AA6-9A17-08F42901299B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GT_9888">
            <a:extLst>
              <a:ext uri="{FF2B5EF4-FFF2-40B4-BE49-F238E27FC236}">
                <a16:creationId xmlns:a16="http://schemas.microsoft.com/office/drawing/2014/main" id="{F9C15E89-F642-41E8-A2B3-5C4F9FA3DB9C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GT_9889">
            <a:extLst>
              <a:ext uri="{FF2B5EF4-FFF2-40B4-BE49-F238E27FC236}">
                <a16:creationId xmlns:a16="http://schemas.microsoft.com/office/drawing/2014/main" id="{4353DD7B-443B-402B-9E7F-04F8354A0DCC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GT_9890">
            <a:extLst>
              <a:ext uri="{FF2B5EF4-FFF2-40B4-BE49-F238E27FC236}">
                <a16:creationId xmlns:a16="http://schemas.microsoft.com/office/drawing/2014/main" id="{14A8187D-8E2F-4B3B-8AF5-75F5289DA228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GT_9891">
            <a:extLst>
              <a:ext uri="{FF2B5EF4-FFF2-40B4-BE49-F238E27FC236}">
                <a16:creationId xmlns:a16="http://schemas.microsoft.com/office/drawing/2014/main" id="{F0BD6B33-A2BE-447B-AF6F-42DCA0B98650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GT_9892">
            <a:extLst>
              <a:ext uri="{FF2B5EF4-FFF2-40B4-BE49-F238E27FC236}">
                <a16:creationId xmlns:a16="http://schemas.microsoft.com/office/drawing/2014/main" id="{63EBBF85-FB7E-4C19-BAC1-EB1A03786E2C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GT_9893">
            <a:extLst>
              <a:ext uri="{FF2B5EF4-FFF2-40B4-BE49-F238E27FC236}">
                <a16:creationId xmlns:a16="http://schemas.microsoft.com/office/drawing/2014/main" id="{BC256EC4-DC1C-4EDE-B6AD-95FAA28DBC09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GT_9894">
            <a:extLst>
              <a:ext uri="{FF2B5EF4-FFF2-40B4-BE49-F238E27FC236}">
                <a16:creationId xmlns:a16="http://schemas.microsoft.com/office/drawing/2014/main" id="{EF1A15A3-EBF5-44D8-AAE7-7A38554E820F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GT_9895">
            <a:extLst>
              <a:ext uri="{FF2B5EF4-FFF2-40B4-BE49-F238E27FC236}">
                <a16:creationId xmlns:a16="http://schemas.microsoft.com/office/drawing/2014/main" id="{FB503E10-1DA1-4D66-A50F-028FC786A5C3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GT_9896">
            <a:extLst>
              <a:ext uri="{FF2B5EF4-FFF2-40B4-BE49-F238E27FC236}">
                <a16:creationId xmlns:a16="http://schemas.microsoft.com/office/drawing/2014/main" id="{A1D65843-FD02-4000-8FF6-4422FDA9B75C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GT_9897">
            <a:extLst>
              <a:ext uri="{FF2B5EF4-FFF2-40B4-BE49-F238E27FC236}">
                <a16:creationId xmlns:a16="http://schemas.microsoft.com/office/drawing/2014/main" id="{2BE2826C-FB9F-436D-9081-D34560017D05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GT_9898">
            <a:extLst>
              <a:ext uri="{FF2B5EF4-FFF2-40B4-BE49-F238E27FC236}">
                <a16:creationId xmlns:a16="http://schemas.microsoft.com/office/drawing/2014/main" id="{39F1356D-D111-49E7-9A17-D1A9BAEF7CCA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GT_9899">
            <a:extLst>
              <a:ext uri="{FF2B5EF4-FFF2-40B4-BE49-F238E27FC236}">
                <a16:creationId xmlns:a16="http://schemas.microsoft.com/office/drawing/2014/main" id="{624327CE-E5F9-4614-A4B4-795C1E29E2FB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GT_9900">
            <a:extLst>
              <a:ext uri="{FF2B5EF4-FFF2-40B4-BE49-F238E27FC236}">
                <a16:creationId xmlns:a16="http://schemas.microsoft.com/office/drawing/2014/main" id="{39208543-37FB-457D-937E-EC4053113DF3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GT_9901">
            <a:extLst>
              <a:ext uri="{FF2B5EF4-FFF2-40B4-BE49-F238E27FC236}">
                <a16:creationId xmlns:a16="http://schemas.microsoft.com/office/drawing/2014/main" id="{44199911-1A8D-4527-B374-1E8ADDCC5633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GT_9902">
            <a:extLst>
              <a:ext uri="{FF2B5EF4-FFF2-40B4-BE49-F238E27FC236}">
                <a16:creationId xmlns:a16="http://schemas.microsoft.com/office/drawing/2014/main" id="{E8AF6309-B5F3-4BF3-91EB-C924A060F357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GT_9903">
            <a:extLst>
              <a:ext uri="{FF2B5EF4-FFF2-40B4-BE49-F238E27FC236}">
                <a16:creationId xmlns:a16="http://schemas.microsoft.com/office/drawing/2014/main" id="{AC8B2ABB-864D-4567-951C-F81664707FD8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GT_9904">
            <a:extLst>
              <a:ext uri="{FF2B5EF4-FFF2-40B4-BE49-F238E27FC236}">
                <a16:creationId xmlns:a16="http://schemas.microsoft.com/office/drawing/2014/main" id="{ECC44AC2-0E57-437E-8C44-D9E5F64D1166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GT_9905">
            <a:extLst>
              <a:ext uri="{FF2B5EF4-FFF2-40B4-BE49-F238E27FC236}">
                <a16:creationId xmlns:a16="http://schemas.microsoft.com/office/drawing/2014/main" id="{702DC00C-5058-4FE3-B3AC-473B84CCA687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GT_9906">
            <a:extLst>
              <a:ext uri="{FF2B5EF4-FFF2-40B4-BE49-F238E27FC236}">
                <a16:creationId xmlns:a16="http://schemas.microsoft.com/office/drawing/2014/main" id="{A647E485-F05F-4C52-BD1B-30C9FBBD2A6B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GT_9907">
            <a:extLst>
              <a:ext uri="{FF2B5EF4-FFF2-40B4-BE49-F238E27FC236}">
                <a16:creationId xmlns:a16="http://schemas.microsoft.com/office/drawing/2014/main" id="{3EA5DD02-EFC2-41B0-BD2E-52234FA169C8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GT_9908">
            <a:extLst>
              <a:ext uri="{FF2B5EF4-FFF2-40B4-BE49-F238E27FC236}">
                <a16:creationId xmlns:a16="http://schemas.microsoft.com/office/drawing/2014/main" id="{79796663-2B59-4E24-B07C-525F4F056A57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GT_9909">
            <a:extLst>
              <a:ext uri="{FF2B5EF4-FFF2-40B4-BE49-F238E27FC236}">
                <a16:creationId xmlns:a16="http://schemas.microsoft.com/office/drawing/2014/main" id="{68E60DDF-C97C-4B67-910F-F0E88AE7DD59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GT_9910">
            <a:extLst>
              <a:ext uri="{FF2B5EF4-FFF2-40B4-BE49-F238E27FC236}">
                <a16:creationId xmlns:a16="http://schemas.microsoft.com/office/drawing/2014/main" id="{CF453A11-5486-459F-A97F-CAEFC355785E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GT_9911">
            <a:extLst>
              <a:ext uri="{FF2B5EF4-FFF2-40B4-BE49-F238E27FC236}">
                <a16:creationId xmlns:a16="http://schemas.microsoft.com/office/drawing/2014/main" id="{25C2A1EE-8633-4B9D-B2AC-A409EE3F175B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GT_9912">
            <a:extLst>
              <a:ext uri="{FF2B5EF4-FFF2-40B4-BE49-F238E27FC236}">
                <a16:creationId xmlns:a16="http://schemas.microsoft.com/office/drawing/2014/main" id="{B977B490-F914-4423-A042-9D246A420629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GT_9913">
            <a:extLst>
              <a:ext uri="{FF2B5EF4-FFF2-40B4-BE49-F238E27FC236}">
                <a16:creationId xmlns:a16="http://schemas.microsoft.com/office/drawing/2014/main" id="{DCF0EF16-909C-4B9D-BDB6-2A8170B6B5B7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GT_9914">
            <a:extLst>
              <a:ext uri="{FF2B5EF4-FFF2-40B4-BE49-F238E27FC236}">
                <a16:creationId xmlns:a16="http://schemas.microsoft.com/office/drawing/2014/main" id="{3674AA23-D480-4F0F-BE4D-485ECAED044C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GT_9915">
            <a:extLst>
              <a:ext uri="{FF2B5EF4-FFF2-40B4-BE49-F238E27FC236}">
                <a16:creationId xmlns:a16="http://schemas.microsoft.com/office/drawing/2014/main" id="{5BCEA8E3-EBCF-4726-832A-80FA3BED15E9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GT_9916">
            <a:extLst>
              <a:ext uri="{FF2B5EF4-FFF2-40B4-BE49-F238E27FC236}">
                <a16:creationId xmlns:a16="http://schemas.microsoft.com/office/drawing/2014/main" id="{AE095A7E-B7D4-4EA2-B936-8D7510C76ABC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GT_9917">
            <a:extLst>
              <a:ext uri="{FF2B5EF4-FFF2-40B4-BE49-F238E27FC236}">
                <a16:creationId xmlns:a16="http://schemas.microsoft.com/office/drawing/2014/main" id="{5638C51E-1DE0-44BF-8B1A-E98C57C1126C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GT_9918">
            <a:extLst>
              <a:ext uri="{FF2B5EF4-FFF2-40B4-BE49-F238E27FC236}">
                <a16:creationId xmlns:a16="http://schemas.microsoft.com/office/drawing/2014/main" id="{6F8D8189-5A8C-460F-BF01-3A721C992B3A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GT_9919">
            <a:extLst>
              <a:ext uri="{FF2B5EF4-FFF2-40B4-BE49-F238E27FC236}">
                <a16:creationId xmlns:a16="http://schemas.microsoft.com/office/drawing/2014/main" id="{D4458BB5-1799-4B19-B1B1-718C014AC3AB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GT_9920">
            <a:extLst>
              <a:ext uri="{FF2B5EF4-FFF2-40B4-BE49-F238E27FC236}">
                <a16:creationId xmlns:a16="http://schemas.microsoft.com/office/drawing/2014/main" id="{FFFF7CBE-82CB-42CD-95BE-BE199F5C4CBA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GT_9921">
            <a:extLst>
              <a:ext uri="{FF2B5EF4-FFF2-40B4-BE49-F238E27FC236}">
                <a16:creationId xmlns:a16="http://schemas.microsoft.com/office/drawing/2014/main" id="{99748193-C73F-4AD3-A19F-D0C555A95C17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GT_9922">
            <a:extLst>
              <a:ext uri="{FF2B5EF4-FFF2-40B4-BE49-F238E27FC236}">
                <a16:creationId xmlns:a16="http://schemas.microsoft.com/office/drawing/2014/main" id="{3B99853E-684A-41A9-9C23-F3D0686669BD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GT_9923">
            <a:extLst>
              <a:ext uri="{FF2B5EF4-FFF2-40B4-BE49-F238E27FC236}">
                <a16:creationId xmlns:a16="http://schemas.microsoft.com/office/drawing/2014/main" id="{8D2526DF-C811-4721-A911-677CEFF3995B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GT_9924">
            <a:extLst>
              <a:ext uri="{FF2B5EF4-FFF2-40B4-BE49-F238E27FC236}">
                <a16:creationId xmlns:a16="http://schemas.microsoft.com/office/drawing/2014/main" id="{55B698D4-ACB3-4AE1-A96D-850647BE83F8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GT_9925">
            <a:extLst>
              <a:ext uri="{FF2B5EF4-FFF2-40B4-BE49-F238E27FC236}">
                <a16:creationId xmlns:a16="http://schemas.microsoft.com/office/drawing/2014/main" id="{C565D183-3FF1-4263-9D8E-51AF4820C32A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GT_9926">
            <a:extLst>
              <a:ext uri="{FF2B5EF4-FFF2-40B4-BE49-F238E27FC236}">
                <a16:creationId xmlns:a16="http://schemas.microsoft.com/office/drawing/2014/main" id="{D964EC50-5E7F-4CF4-A673-04418B529F5A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GT_9927">
            <a:extLst>
              <a:ext uri="{FF2B5EF4-FFF2-40B4-BE49-F238E27FC236}">
                <a16:creationId xmlns:a16="http://schemas.microsoft.com/office/drawing/2014/main" id="{C93C23F3-B362-4713-9C47-95D3739501E5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GT_9928">
            <a:extLst>
              <a:ext uri="{FF2B5EF4-FFF2-40B4-BE49-F238E27FC236}">
                <a16:creationId xmlns:a16="http://schemas.microsoft.com/office/drawing/2014/main" id="{D7D4B684-BE8C-41FA-A1AB-D8DA10F65FF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GT_9929">
            <a:extLst>
              <a:ext uri="{FF2B5EF4-FFF2-40B4-BE49-F238E27FC236}">
                <a16:creationId xmlns:a16="http://schemas.microsoft.com/office/drawing/2014/main" id="{1FCD0684-FE8B-42C2-89E8-0BE3FC7B1324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GT_9930">
            <a:extLst>
              <a:ext uri="{FF2B5EF4-FFF2-40B4-BE49-F238E27FC236}">
                <a16:creationId xmlns:a16="http://schemas.microsoft.com/office/drawing/2014/main" id="{5CD039F0-96D0-4405-96E9-2DEADB3F6FE5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GT_9931">
            <a:extLst>
              <a:ext uri="{FF2B5EF4-FFF2-40B4-BE49-F238E27FC236}">
                <a16:creationId xmlns:a16="http://schemas.microsoft.com/office/drawing/2014/main" id="{300E0663-23FB-43D8-83B3-BBC0B7EEB009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GT_9932">
            <a:extLst>
              <a:ext uri="{FF2B5EF4-FFF2-40B4-BE49-F238E27FC236}">
                <a16:creationId xmlns:a16="http://schemas.microsoft.com/office/drawing/2014/main" id="{46CABC57-3335-4A7B-934B-24F63149D69C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GT_9933">
            <a:extLst>
              <a:ext uri="{FF2B5EF4-FFF2-40B4-BE49-F238E27FC236}">
                <a16:creationId xmlns:a16="http://schemas.microsoft.com/office/drawing/2014/main" id="{EEA7D810-4CB3-4E23-A21B-343D1AE0B37E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GT_9934">
            <a:extLst>
              <a:ext uri="{FF2B5EF4-FFF2-40B4-BE49-F238E27FC236}">
                <a16:creationId xmlns:a16="http://schemas.microsoft.com/office/drawing/2014/main" id="{0CE9B3BC-39A8-4858-B945-B31456076BC6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GT_9935">
            <a:extLst>
              <a:ext uri="{FF2B5EF4-FFF2-40B4-BE49-F238E27FC236}">
                <a16:creationId xmlns:a16="http://schemas.microsoft.com/office/drawing/2014/main" id="{B9D4DF6A-7DB0-4D8C-8093-D636834CDC2F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GT_9936">
            <a:extLst>
              <a:ext uri="{FF2B5EF4-FFF2-40B4-BE49-F238E27FC236}">
                <a16:creationId xmlns:a16="http://schemas.microsoft.com/office/drawing/2014/main" id="{9761612F-6F81-45CB-A7A5-18E166FD652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GT_9937">
            <a:extLst>
              <a:ext uri="{FF2B5EF4-FFF2-40B4-BE49-F238E27FC236}">
                <a16:creationId xmlns:a16="http://schemas.microsoft.com/office/drawing/2014/main" id="{9AC85B29-E7F9-4F9C-97E6-ACCCF5E531A5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GT_9938">
            <a:extLst>
              <a:ext uri="{FF2B5EF4-FFF2-40B4-BE49-F238E27FC236}">
                <a16:creationId xmlns:a16="http://schemas.microsoft.com/office/drawing/2014/main" id="{64BD0309-709D-4EFE-877F-9679AFACBEE6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GT_9939">
            <a:extLst>
              <a:ext uri="{FF2B5EF4-FFF2-40B4-BE49-F238E27FC236}">
                <a16:creationId xmlns:a16="http://schemas.microsoft.com/office/drawing/2014/main" id="{01676569-BC5B-4B34-8957-49D2E186FF11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GT_9940">
            <a:extLst>
              <a:ext uri="{FF2B5EF4-FFF2-40B4-BE49-F238E27FC236}">
                <a16:creationId xmlns:a16="http://schemas.microsoft.com/office/drawing/2014/main" id="{35AFFC25-221F-485A-B1CD-419A72321689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GT_9941">
            <a:extLst>
              <a:ext uri="{FF2B5EF4-FFF2-40B4-BE49-F238E27FC236}">
                <a16:creationId xmlns:a16="http://schemas.microsoft.com/office/drawing/2014/main" id="{885D85A8-AD2D-446E-B8B1-949CA7C92C65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GT_9942">
            <a:extLst>
              <a:ext uri="{FF2B5EF4-FFF2-40B4-BE49-F238E27FC236}">
                <a16:creationId xmlns:a16="http://schemas.microsoft.com/office/drawing/2014/main" id="{9B7D85BB-07F9-4D6A-9B1D-6137A2195A61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GT_9943">
            <a:extLst>
              <a:ext uri="{FF2B5EF4-FFF2-40B4-BE49-F238E27FC236}">
                <a16:creationId xmlns:a16="http://schemas.microsoft.com/office/drawing/2014/main" id="{34573DC2-BD9C-44DA-9373-C93A07CF8913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GT_9944">
            <a:extLst>
              <a:ext uri="{FF2B5EF4-FFF2-40B4-BE49-F238E27FC236}">
                <a16:creationId xmlns:a16="http://schemas.microsoft.com/office/drawing/2014/main" id="{2B93F399-B85F-4E8E-B4AC-55B1D36784C9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GT_9945">
            <a:extLst>
              <a:ext uri="{FF2B5EF4-FFF2-40B4-BE49-F238E27FC236}">
                <a16:creationId xmlns:a16="http://schemas.microsoft.com/office/drawing/2014/main" id="{7953730B-EB12-4C21-B4BB-E7CA8B589E04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GT_9946">
            <a:extLst>
              <a:ext uri="{FF2B5EF4-FFF2-40B4-BE49-F238E27FC236}">
                <a16:creationId xmlns:a16="http://schemas.microsoft.com/office/drawing/2014/main" id="{52A198DE-F485-4D33-8EF1-E0AEA30F84CD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GT_9947">
            <a:extLst>
              <a:ext uri="{FF2B5EF4-FFF2-40B4-BE49-F238E27FC236}">
                <a16:creationId xmlns:a16="http://schemas.microsoft.com/office/drawing/2014/main" id="{9ED8E7A0-D66A-4B9D-820A-9148D37BFA16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GT_9948">
            <a:extLst>
              <a:ext uri="{FF2B5EF4-FFF2-40B4-BE49-F238E27FC236}">
                <a16:creationId xmlns:a16="http://schemas.microsoft.com/office/drawing/2014/main" id="{CCFD7CFE-13B3-496F-9D45-6B84087CDB18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GT_9949">
            <a:extLst>
              <a:ext uri="{FF2B5EF4-FFF2-40B4-BE49-F238E27FC236}">
                <a16:creationId xmlns:a16="http://schemas.microsoft.com/office/drawing/2014/main" id="{C659C4A3-8B25-45D9-96D6-A77FCDE3D3A9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GT_9950">
            <a:extLst>
              <a:ext uri="{FF2B5EF4-FFF2-40B4-BE49-F238E27FC236}">
                <a16:creationId xmlns:a16="http://schemas.microsoft.com/office/drawing/2014/main" id="{434FF4B5-CE45-4D68-B29C-747BFBEFFDD4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GT_9951">
            <a:extLst>
              <a:ext uri="{FF2B5EF4-FFF2-40B4-BE49-F238E27FC236}">
                <a16:creationId xmlns:a16="http://schemas.microsoft.com/office/drawing/2014/main" id="{E8EEF5C7-E562-44BB-AAEA-8D7FC002F38B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GT_9952">
            <a:extLst>
              <a:ext uri="{FF2B5EF4-FFF2-40B4-BE49-F238E27FC236}">
                <a16:creationId xmlns:a16="http://schemas.microsoft.com/office/drawing/2014/main" id="{475C02BD-7DC7-4732-A473-004F31830D6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GT_9953">
            <a:extLst>
              <a:ext uri="{FF2B5EF4-FFF2-40B4-BE49-F238E27FC236}">
                <a16:creationId xmlns:a16="http://schemas.microsoft.com/office/drawing/2014/main" id="{254666EC-5B22-4D80-B93A-8DFE60AAFFD4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GT_9954">
            <a:extLst>
              <a:ext uri="{FF2B5EF4-FFF2-40B4-BE49-F238E27FC236}">
                <a16:creationId xmlns:a16="http://schemas.microsoft.com/office/drawing/2014/main" id="{04D35465-71F9-4F36-AE53-5AA7D1EDF68C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GT_9955">
            <a:extLst>
              <a:ext uri="{FF2B5EF4-FFF2-40B4-BE49-F238E27FC236}">
                <a16:creationId xmlns:a16="http://schemas.microsoft.com/office/drawing/2014/main" id="{CD50CEC2-19C4-463F-BFE6-95781D836377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GT_9956">
            <a:extLst>
              <a:ext uri="{FF2B5EF4-FFF2-40B4-BE49-F238E27FC236}">
                <a16:creationId xmlns:a16="http://schemas.microsoft.com/office/drawing/2014/main" id="{7668A615-3213-4805-837F-86B8A624EF55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GT_9957">
            <a:extLst>
              <a:ext uri="{FF2B5EF4-FFF2-40B4-BE49-F238E27FC236}">
                <a16:creationId xmlns:a16="http://schemas.microsoft.com/office/drawing/2014/main" id="{2B3D9DD7-DBEA-48BE-A15F-B50C4C7638A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GT_9958">
            <a:extLst>
              <a:ext uri="{FF2B5EF4-FFF2-40B4-BE49-F238E27FC236}">
                <a16:creationId xmlns:a16="http://schemas.microsoft.com/office/drawing/2014/main" id="{4490E459-93D7-42A7-9924-22F031CC06C5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GT_9959">
            <a:extLst>
              <a:ext uri="{FF2B5EF4-FFF2-40B4-BE49-F238E27FC236}">
                <a16:creationId xmlns:a16="http://schemas.microsoft.com/office/drawing/2014/main" id="{9FB4C92F-77DF-470C-8BC8-3248F8DC94A2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GT_9960">
            <a:extLst>
              <a:ext uri="{FF2B5EF4-FFF2-40B4-BE49-F238E27FC236}">
                <a16:creationId xmlns:a16="http://schemas.microsoft.com/office/drawing/2014/main" id="{D9DFD2E3-895C-4F7F-866B-7A88919F4FEB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GT_9961">
            <a:extLst>
              <a:ext uri="{FF2B5EF4-FFF2-40B4-BE49-F238E27FC236}">
                <a16:creationId xmlns:a16="http://schemas.microsoft.com/office/drawing/2014/main" id="{553C8402-CDFF-4BA1-A6E6-7683365A632F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GT_9962">
            <a:extLst>
              <a:ext uri="{FF2B5EF4-FFF2-40B4-BE49-F238E27FC236}">
                <a16:creationId xmlns:a16="http://schemas.microsoft.com/office/drawing/2014/main" id="{F9D8C64A-8DF3-4456-8615-AE4A6838EBC7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GT_9963">
            <a:extLst>
              <a:ext uri="{FF2B5EF4-FFF2-40B4-BE49-F238E27FC236}">
                <a16:creationId xmlns:a16="http://schemas.microsoft.com/office/drawing/2014/main" id="{4A7B3033-FCD3-4B5A-BAB4-2330D86F9C03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GT_9964">
            <a:extLst>
              <a:ext uri="{FF2B5EF4-FFF2-40B4-BE49-F238E27FC236}">
                <a16:creationId xmlns:a16="http://schemas.microsoft.com/office/drawing/2014/main" id="{B7FA9BF6-8E27-4651-9282-37604FF64165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GT_9965">
            <a:extLst>
              <a:ext uri="{FF2B5EF4-FFF2-40B4-BE49-F238E27FC236}">
                <a16:creationId xmlns:a16="http://schemas.microsoft.com/office/drawing/2014/main" id="{982CB113-1F2D-40BF-A05E-9D0975EDFF99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GT_9966">
            <a:extLst>
              <a:ext uri="{FF2B5EF4-FFF2-40B4-BE49-F238E27FC236}">
                <a16:creationId xmlns:a16="http://schemas.microsoft.com/office/drawing/2014/main" id="{CC2A787B-3F54-437A-B8BE-6C2F740D98D5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GT_9967">
            <a:extLst>
              <a:ext uri="{FF2B5EF4-FFF2-40B4-BE49-F238E27FC236}">
                <a16:creationId xmlns:a16="http://schemas.microsoft.com/office/drawing/2014/main" id="{171EC0EC-BC1A-4EE3-8795-7C8A2C3039C3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GT_9968">
            <a:extLst>
              <a:ext uri="{FF2B5EF4-FFF2-40B4-BE49-F238E27FC236}">
                <a16:creationId xmlns:a16="http://schemas.microsoft.com/office/drawing/2014/main" id="{9C823729-F56B-4EAD-9C60-700B7297A7AE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GT_9969">
            <a:extLst>
              <a:ext uri="{FF2B5EF4-FFF2-40B4-BE49-F238E27FC236}">
                <a16:creationId xmlns:a16="http://schemas.microsoft.com/office/drawing/2014/main" id="{77EC353F-32D8-4540-B6D9-D5D561B44856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GT_9970">
            <a:extLst>
              <a:ext uri="{FF2B5EF4-FFF2-40B4-BE49-F238E27FC236}">
                <a16:creationId xmlns:a16="http://schemas.microsoft.com/office/drawing/2014/main" id="{BDE44BC1-AB5F-4066-9410-F843E2CB2F58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GT_9971">
            <a:extLst>
              <a:ext uri="{FF2B5EF4-FFF2-40B4-BE49-F238E27FC236}">
                <a16:creationId xmlns:a16="http://schemas.microsoft.com/office/drawing/2014/main" id="{3D273CA1-A51F-4D22-8219-489D4257DC8B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GT_9972">
            <a:extLst>
              <a:ext uri="{FF2B5EF4-FFF2-40B4-BE49-F238E27FC236}">
                <a16:creationId xmlns:a16="http://schemas.microsoft.com/office/drawing/2014/main" id="{4C0D7306-8D04-4B42-9F45-0E0D0F107AAF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GT_9973">
            <a:extLst>
              <a:ext uri="{FF2B5EF4-FFF2-40B4-BE49-F238E27FC236}">
                <a16:creationId xmlns:a16="http://schemas.microsoft.com/office/drawing/2014/main" id="{6632BF4C-CF0D-48D6-8E57-334993DFCABE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GT_9974">
            <a:extLst>
              <a:ext uri="{FF2B5EF4-FFF2-40B4-BE49-F238E27FC236}">
                <a16:creationId xmlns:a16="http://schemas.microsoft.com/office/drawing/2014/main" id="{8ADCA9B0-517D-4F4A-9E35-E3C880C8040A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GT_9975">
            <a:extLst>
              <a:ext uri="{FF2B5EF4-FFF2-40B4-BE49-F238E27FC236}">
                <a16:creationId xmlns:a16="http://schemas.microsoft.com/office/drawing/2014/main" id="{03765365-16A5-4917-9962-A0D924C61A10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GT_9976">
            <a:extLst>
              <a:ext uri="{FF2B5EF4-FFF2-40B4-BE49-F238E27FC236}">
                <a16:creationId xmlns:a16="http://schemas.microsoft.com/office/drawing/2014/main" id="{2C445EFC-D065-46D8-9C21-ECBE3814097F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GT_9977">
            <a:extLst>
              <a:ext uri="{FF2B5EF4-FFF2-40B4-BE49-F238E27FC236}">
                <a16:creationId xmlns:a16="http://schemas.microsoft.com/office/drawing/2014/main" id="{06E195EA-0C4F-4301-9159-C9C0253F955F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GT_9978">
            <a:extLst>
              <a:ext uri="{FF2B5EF4-FFF2-40B4-BE49-F238E27FC236}">
                <a16:creationId xmlns:a16="http://schemas.microsoft.com/office/drawing/2014/main" id="{89C40BE5-0654-46D8-8640-F1741D6D08FF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GT_9979">
            <a:extLst>
              <a:ext uri="{FF2B5EF4-FFF2-40B4-BE49-F238E27FC236}">
                <a16:creationId xmlns:a16="http://schemas.microsoft.com/office/drawing/2014/main" id="{8EFC22FE-710C-4680-AF96-B3669223EDA1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GT_9980">
            <a:extLst>
              <a:ext uri="{FF2B5EF4-FFF2-40B4-BE49-F238E27FC236}">
                <a16:creationId xmlns:a16="http://schemas.microsoft.com/office/drawing/2014/main" id="{274FAD72-723F-4B59-8F05-7F95883BC793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GT_9981">
            <a:extLst>
              <a:ext uri="{FF2B5EF4-FFF2-40B4-BE49-F238E27FC236}">
                <a16:creationId xmlns:a16="http://schemas.microsoft.com/office/drawing/2014/main" id="{91D1FA4F-000F-4EAA-B610-585473D1CD5A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GT_9982">
            <a:extLst>
              <a:ext uri="{FF2B5EF4-FFF2-40B4-BE49-F238E27FC236}">
                <a16:creationId xmlns:a16="http://schemas.microsoft.com/office/drawing/2014/main" id="{4776CEF5-E965-4ECD-BD7A-AD8771888D44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GT_9983">
            <a:extLst>
              <a:ext uri="{FF2B5EF4-FFF2-40B4-BE49-F238E27FC236}">
                <a16:creationId xmlns:a16="http://schemas.microsoft.com/office/drawing/2014/main" id="{D040F309-1385-44D4-8B26-ED50394D3A5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GT_9984">
            <a:extLst>
              <a:ext uri="{FF2B5EF4-FFF2-40B4-BE49-F238E27FC236}">
                <a16:creationId xmlns:a16="http://schemas.microsoft.com/office/drawing/2014/main" id="{87654472-9EA3-493E-9AC6-4C84A43A11C7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GT_9985">
            <a:extLst>
              <a:ext uri="{FF2B5EF4-FFF2-40B4-BE49-F238E27FC236}">
                <a16:creationId xmlns:a16="http://schemas.microsoft.com/office/drawing/2014/main" id="{5A3E5258-C6D8-4CAE-A640-FE288ED1C787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GT_9986">
            <a:extLst>
              <a:ext uri="{FF2B5EF4-FFF2-40B4-BE49-F238E27FC236}">
                <a16:creationId xmlns:a16="http://schemas.microsoft.com/office/drawing/2014/main" id="{FCDC71CF-3691-41CE-98B7-1BBB0508EF28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GT_9987">
            <a:extLst>
              <a:ext uri="{FF2B5EF4-FFF2-40B4-BE49-F238E27FC236}">
                <a16:creationId xmlns:a16="http://schemas.microsoft.com/office/drawing/2014/main" id="{C1141E1B-5033-4F05-B112-63091DDD5538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GT_9988">
            <a:extLst>
              <a:ext uri="{FF2B5EF4-FFF2-40B4-BE49-F238E27FC236}">
                <a16:creationId xmlns:a16="http://schemas.microsoft.com/office/drawing/2014/main" id="{29619F41-DB0D-466B-B360-4B253CDA2C93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GT_9989">
            <a:extLst>
              <a:ext uri="{FF2B5EF4-FFF2-40B4-BE49-F238E27FC236}">
                <a16:creationId xmlns:a16="http://schemas.microsoft.com/office/drawing/2014/main" id="{32F001FF-86FD-4BF5-8139-7453ECBEF4A8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GT_9990">
            <a:extLst>
              <a:ext uri="{FF2B5EF4-FFF2-40B4-BE49-F238E27FC236}">
                <a16:creationId xmlns:a16="http://schemas.microsoft.com/office/drawing/2014/main" id="{63672704-4D6C-4FA4-9A1A-8C7F5CE7EE98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GT_9991">
            <a:extLst>
              <a:ext uri="{FF2B5EF4-FFF2-40B4-BE49-F238E27FC236}">
                <a16:creationId xmlns:a16="http://schemas.microsoft.com/office/drawing/2014/main" id="{331C75FE-74CB-4BBC-9FC3-8D2EEF339253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GT_9992">
            <a:extLst>
              <a:ext uri="{FF2B5EF4-FFF2-40B4-BE49-F238E27FC236}">
                <a16:creationId xmlns:a16="http://schemas.microsoft.com/office/drawing/2014/main" id="{849F21E0-DB9F-4122-87E8-4B9762BB12EC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GT_9993">
            <a:extLst>
              <a:ext uri="{FF2B5EF4-FFF2-40B4-BE49-F238E27FC236}">
                <a16:creationId xmlns:a16="http://schemas.microsoft.com/office/drawing/2014/main" id="{D0A499BB-141D-44E2-800F-8906B316E4D2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GT_9994">
            <a:extLst>
              <a:ext uri="{FF2B5EF4-FFF2-40B4-BE49-F238E27FC236}">
                <a16:creationId xmlns:a16="http://schemas.microsoft.com/office/drawing/2014/main" id="{3C977653-4121-46B1-AAE6-BBFC956E0A74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GT_9995">
            <a:extLst>
              <a:ext uri="{FF2B5EF4-FFF2-40B4-BE49-F238E27FC236}">
                <a16:creationId xmlns:a16="http://schemas.microsoft.com/office/drawing/2014/main" id="{8C1E86AF-8076-482A-BFD2-8E554F4A56B0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GT_9996">
            <a:extLst>
              <a:ext uri="{FF2B5EF4-FFF2-40B4-BE49-F238E27FC236}">
                <a16:creationId xmlns:a16="http://schemas.microsoft.com/office/drawing/2014/main" id="{0658DAEB-DB92-4D2A-948E-408883D06AFA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GT_9997">
            <a:extLst>
              <a:ext uri="{FF2B5EF4-FFF2-40B4-BE49-F238E27FC236}">
                <a16:creationId xmlns:a16="http://schemas.microsoft.com/office/drawing/2014/main" id="{FA9A4F67-632D-4812-A9E3-D0D5499963FD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GT_9998">
            <a:extLst>
              <a:ext uri="{FF2B5EF4-FFF2-40B4-BE49-F238E27FC236}">
                <a16:creationId xmlns:a16="http://schemas.microsoft.com/office/drawing/2014/main" id="{8169E82B-9E9A-4F16-8863-388B0672D8EA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GT_9999">
            <a:extLst>
              <a:ext uri="{FF2B5EF4-FFF2-40B4-BE49-F238E27FC236}">
                <a16:creationId xmlns:a16="http://schemas.microsoft.com/office/drawing/2014/main" id="{5356D47F-2964-453A-9D00-E0EA000EF4BF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GT_10000">
            <a:extLst>
              <a:ext uri="{FF2B5EF4-FFF2-40B4-BE49-F238E27FC236}">
                <a16:creationId xmlns:a16="http://schemas.microsoft.com/office/drawing/2014/main" id="{2E9807A4-7646-44C3-8FD0-87F4A4962C5D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GT_10001">
            <a:extLst>
              <a:ext uri="{FF2B5EF4-FFF2-40B4-BE49-F238E27FC236}">
                <a16:creationId xmlns:a16="http://schemas.microsoft.com/office/drawing/2014/main" id="{8F847A43-CEEE-42E3-9B7A-F25F4EFB837C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GT_10002">
            <a:extLst>
              <a:ext uri="{FF2B5EF4-FFF2-40B4-BE49-F238E27FC236}">
                <a16:creationId xmlns:a16="http://schemas.microsoft.com/office/drawing/2014/main" id="{C5627657-48F8-455C-B4FD-FF5C0683F0AF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GT_10003">
            <a:extLst>
              <a:ext uri="{FF2B5EF4-FFF2-40B4-BE49-F238E27FC236}">
                <a16:creationId xmlns:a16="http://schemas.microsoft.com/office/drawing/2014/main" id="{B99D0867-0C01-46C6-A792-143E654EAD5F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GT_10004">
            <a:extLst>
              <a:ext uri="{FF2B5EF4-FFF2-40B4-BE49-F238E27FC236}">
                <a16:creationId xmlns:a16="http://schemas.microsoft.com/office/drawing/2014/main" id="{165E6F06-7BB6-4A97-9373-AE308C9E430D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GT_10005">
            <a:extLst>
              <a:ext uri="{FF2B5EF4-FFF2-40B4-BE49-F238E27FC236}">
                <a16:creationId xmlns:a16="http://schemas.microsoft.com/office/drawing/2014/main" id="{79440CE9-865E-4BB5-87DE-5C39EC1EC2F4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GT_10006">
            <a:extLst>
              <a:ext uri="{FF2B5EF4-FFF2-40B4-BE49-F238E27FC236}">
                <a16:creationId xmlns:a16="http://schemas.microsoft.com/office/drawing/2014/main" id="{2312D6EB-95A8-4157-9F23-B3ECEF50507C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GT_10007">
            <a:extLst>
              <a:ext uri="{FF2B5EF4-FFF2-40B4-BE49-F238E27FC236}">
                <a16:creationId xmlns:a16="http://schemas.microsoft.com/office/drawing/2014/main" id="{85397568-7566-441B-8DD9-BE26D2B2398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GT_10008">
            <a:extLst>
              <a:ext uri="{FF2B5EF4-FFF2-40B4-BE49-F238E27FC236}">
                <a16:creationId xmlns:a16="http://schemas.microsoft.com/office/drawing/2014/main" id="{24EDC710-AFD6-4C67-ADFC-6E913DC6A5A0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GT_10009">
            <a:extLst>
              <a:ext uri="{FF2B5EF4-FFF2-40B4-BE49-F238E27FC236}">
                <a16:creationId xmlns:a16="http://schemas.microsoft.com/office/drawing/2014/main" id="{F22A4B3F-2BE7-4F4B-980E-7E0CB9F41888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GT_10010">
            <a:extLst>
              <a:ext uri="{FF2B5EF4-FFF2-40B4-BE49-F238E27FC236}">
                <a16:creationId xmlns:a16="http://schemas.microsoft.com/office/drawing/2014/main" id="{31900FA7-70B6-4084-8548-A5CFFDCDFEA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GT_10011">
            <a:extLst>
              <a:ext uri="{FF2B5EF4-FFF2-40B4-BE49-F238E27FC236}">
                <a16:creationId xmlns:a16="http://schemas.microsoft.com/office/drawing/2014/main" id="{7F273240-CE72-499D-8AD9-70343D9B0B88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GT_10012">
            <a:extLst>
              <a:ext uri="{FF2B5EF4-FFF2-40B4-BE49-F238E27FC236}">
                <a16:creationId xmlns:a16="http://schemas.microsoft.com/office/drawing/2014/main" id="{DBE5676F-6565-4DBA-8A0A-910952F29146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GT_10013">
            <a:extLst>
              <a:ext uri="{FF2B5EF4-FFF2-40B4-BE49-F238E27FC236}">
                <a16:creationId xmlns:a16="http://schemas.microsoft.com/office/drawing/2014/main" id="{06AB6BEB-F66D-415D-BB18-2A8050FA8852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GT_10014">
            <a:extLst>
              <a:ext uri="{FF2B5EF4-FFF2-40B4-BE49-F238E27FC236}">
                <a16:creationId xmlns:a16="http://schemas.microsoft.com/office/drawing/2014/main" id="{CF36D045-BDD0-46FE-8912-47AE1056C20E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GT_10015">
            <a:extLst>
              <a:ext uri="{FF2B5EF4-FFF2-40B4-BE49-F238E27FC236}">
                <a16:creationId xmlns:a16="http://schemas.microsoft.com/office/drawing/2014/main" id="{4BD41556-3DE0-4F50-B4D3-CD59BB614A97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GT_10016">
            <a:extLst>
              <a:ext uri="{FF2B5EF4-FFF2-40B4-BE49-F238E27FC236}">
                <a16:creationId xmlns:a16="http://schemas.microsoft.com/office/drawing/2014/main" id="{B34A94DC-263B-40AF-8CD1-4A884E587955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GT_10017">
            <a:extLst>
              <a:ext uri="{FF2B5EF4-FFF2-40B4-BE49-F238E27FC236}">
                <a16:creationId xmlns:a16="http://schemas.microsoft.com/office/drawing/2014/main" id="{C628B8C8-EC9C-40BD-B574-80FA8AB84FC5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GT_10018">
            <a:extLst>
              <a:ext uri="{FF2B5EF4-FFF2-40B4-BE49-F238E27FC236}">
                <a16:creationId xmlns:a16="http://schemas.microsoft.com/office/drawing/2014/main" id="{FE362941-107C-434A-885E-5D9DECEEE81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GT_10019">
            <a:extLst>
              <a:ext uri="{FF2B5EF4-FFF2-40B4-BE49-F238E27FC236}">
                <a16:creationId xmlns:a16="http://schemas.microsoft.com/office/drawing/2014/main" id="{911F0E22-F974-4C64-AB3B-31ABA70608C2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GT_10020">
            <a:extLst>
              <a:ext uri="{FF2B5EF4-FFF2-40B4-BE49-F238E27FC236}">
                <a16:creationId xmlns:a16="http://schemas.microsoft.com/office/drawing/2014/main" id="{90E53CEA-8A2E-424D-A935-C5A8F21DAA1F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GT_10021">
            <a:extLst>
              <a:ext uri="{FF2B5EF4-FFF2-40B4-BE49-F238E27FC236}">
                <a16:creationId xmlns:a16="http://schemas.microsoft.com/office/drawing/2014/main" id="{6B0BA526-4624-490E-8EFB-2AFC575A75F6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GT_10022">
            <a:extLst>
              <a:ext uri="{FF2B5EF4-FFF2-40B4-BE49-F238E27FC236}">
                <a16:creationId xmlns:a16="http://schemas.microsoft.com/office/drawing/2014/main" id="{A15BF069-5D45-4905-804E-334D1441311B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GT_10023">
            <a:extLst>
              <a:ext uri="{FF2B5EF4-FFF2-40B4-BE49-F238E27FC236}">
                <a16:creationId xmlns:a16="http://schemas.microsoft.com/office/drawing/2014/main" id="{59D60357-A0AB-4CBF-9743-B8544F2E2121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GT_10024">
            <a:extLst>
              <a:ext uri="{FF2B5EF4-FFF2-40B4-BE49-F238E27FC236}">
                <a16:creationId xmlns:a16="http://schemas.microsoft.com/office/drawing/2014/main" id="{A329A5A6-F0C7-4407-8FF7-1EA28212B862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GT_10025">
            <a:extLst>
              <a:ext uri="{FF2B5EF4-FFF2-40B4-BE49-F238E27FC236}">
                <a16:creationId xmlns:a16="http://schemas.microsoft.com/office/drawing/2014/main" id="{0298E1E0-A618-4E4C-8A8E-4954FC186534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GT_10026">
            <a:extLst>
              <a:ext uri="{FF2B5EF4-FFF2-40B4-BE49-F238E27FC236}">
                <a16:creationId xmlns:a16="http://schemas.microsoft.com/office/drawing/2014/main" id="{1AD968AD-BA2F-4967-9CA8-08FEB40C3114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GT_10027">
            <a:extLst>
              <a:ext uri="{FF2B5EF4-FFF2-40B4-BE49-F238E27FC236}">
                <a16:creationId xmlns:a16="http://schemas.microsoft.com/office/drawing/2014/main" id="{61175438-48AD-4562-A6CC-5CB5E7033A6F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GT_10028">
            <a:extLst>
              <a:ext uri="{FF2B5EF4-FFF2-40B4-BE49-F238E27FC236}">
                <a16:creationId xmlns:a16="http://schemas.microsoft.com/office/drawing/2014/main" id="{F18F3071-90D8-4EB4-92B3-5EE550A74F9E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GT_10029">
            <a:extLst>
              <a:ext uri="{FF2B5EF4-FFF2-40B4-BE49-F238E27FC236}">
                <a16:creationId xmlns:a16="http://schemas.microsoft.com/office/drawing/2014/main" id="{6F159E74-09E0-403A-9035-0E467D844A5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GT_10030">
            <a:extLst>
              <a:ext uri="{FF2B5EF4-FFF2-40B4-BE49-F238E27FC236}">
                <a16:creationId xmlns:a16="http://schemas.microsoft.com/office/drawing/2014/main" id="{0DFAB95E-5354-4D94-A0FB-012D89E2A46E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GT_10031">
            <a:extLst>
              <a:ext uri="{FF2B5EF4-FFF2-40B4-BE49-F238E27FC236}">
                <a16:creationId xmlns:a16="http://schemas.microsoft.com/office/drawing/2014/main" id="{033C81F2-8C5C-46FE-BED6-236B39D6CBA3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GT_10032">
            <a:extLst>
              <a:ext uri="{FF2B5EF4-FFF2-40B4-BE49-F238E27FC236}">
                <a16:creationId xmlns:a16="http://schemas.microsoft.com/office/drawing/2014/main" id="{F6B6CC75-4DC2-4160-8598-2FC508DC364C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GT_10033">
            <a:extLst>
              <a:ext uri="{FF2B5EF4-FFF2-40B4-BE49-F238E27FC236}">
                <a16:creationId xmlns:a16="http://schemas.microsoft.com/office/drawing/2014/main" id="{E8BCD7DE-A326-4436-ACE6-68E9700C9DD9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GT_10034">
            <a:extLst>
              <a:ext uri="{FF2B5EF4-FFF2-40B4-BE49-F238E27FC236}">
                <a16:creationId xmlns:a16="http://schemas.microsoft.com/office/drawing/2014/main" id="{5C2949CA-AC17-4D8B-86E3-4099AD6764C3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GT_10035">
            <a:extLst>
              <a:ext uri="{FF2B5EF4-FFF2-40B4-BE49-F238E27FC236}">
                <a16:creationId xmlns:a16="http://schemas.microsoft.com/office/drawing/2014/main" id="{A05E3A1B-6D28-4C49-AD5B-5C461135407A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GT_10036">
            <a:extLst>
              <a:ext uri="{FF2B5EF4-FFF2-40B4-BE49-F238E27FC236}">
                <a16:creationId xmlns:a16="http://schemas.microsoft.com/office/drawing/2014/main" id="{6A3149E8-954A-4DF1-92B3-DB310EECA329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GT_10037">
            <a:extLst>
              <a:ext uri="{FF2B5EF4-FFF2-40B4-BE49-F238E27FC236}">
                <a16:creationId xmlns:a16="http://schemas.microsoft.com/office/drawing/2014/main" id="{367F4761-0D6E-4BB8-B9AA-BCA156626137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GT_10038">
            <a:extLst>
              <a:ext uri="{FF2B5EF4-FFF2-40B4-BE49-F238E27FC236}">
                <a16:creationId xmlns:a16="http://schemas.microsoft.com/office/drawing/2014/main" id="{0F6DD774-CB3E-4849-AEEF-6AE79BE6DF31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GT_10039">
            <a:extLst>
              <a:ext uri="{FF2B5EF4-FFF2-40B4-BE49-F238E27FC236}">
                <a16:creationId xmlns:a16="http://schemas.microsoft.com/office/drawing/2014/main" id="{2C320E90-0196-4D8F-8D62-157EE22A5524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GT_10040">
            <a:extLst>
              <a:ext uri="{FF2B5EF4-FFF2-40B4-BE49-F238E27FC236}">
                <a16:creationId xmlns:a16="http://schemas.microsoft.com/office/drawing/2014/main" id="{F5E91D02-CE4F-41A0-A434-17512F245B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GT_10041">
            <a:extLst>
              <a:ext uri="{FF2B5EF4-FFF2-40B4-BE49-F238E27FC236}">
                <a16:creationId xmlns:a16="http://schemas.microsoft.com/office/drawing/2014/main" id="{219832F6-9920-4F9C-B0BC-70BD3031B429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GT_10042">
            <a:extLst>
              <a:ext uri="{FF2B5EF4-FFF2-40B4-BE49-F238E27FC236}">
                <a16:creationId xmlns:a16="http://schemas.microsoft.com/office/drawing/2014/main" id="{4E7D46B4-1F50-4AF1-BC6A-F0BC62D3F5B1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GT_10043">
            <a:extLst>
              <a:ext uri="{FF2B5EF4-FFF2-40B4-BE49-F238E27FC236}">
                <a16:creationId xmlns:a16="http://schemas.microsoft.com/office/drawing/2014/main" id="{7B3E2349-8384-42D2-9137-EE3B28768C4C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GT_10044">
            <a:extLst>
              <a:ext uri="{FF2B5EF4-FFF2-40B4-BE49-F238E27FC236}">
                <a16:creationId xmlns:a16="http://schemas.microsoft.com/office/drawing/2014/main" id="{F310B6F1-C5C8-4DE8-A3DD-D7FDE40EDDC5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GT_10045">
            <a:extLst>
              <a:ext uri="{FF2B5EF4-FFF2-40B4-BE49-F238E27FC236}">
                <a16:creationId xmlns:a16="http://schemas.microsoft.com/office/drawing/2014/main" id="{0A9F351B-6607-4158-9E35-EFC67E75106B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GT_10046">
            <a:extLst>
              <a:ext uri="{FF2B5EF4-FFF2-40B4-BE49-F238E27FC236}">
                <a16:creationId xmlns:a16="http://schemas.microsoft.com/office/drawing/2014/main" id="{E23DF805-CA15-48ED-B377-FD76B4F2C946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GT_10047">
            <a:extLst>
              <a:ext uri="{FF2B5EF4-FFF2-40B4-BE49-F238E27FC236}">
                <a16:creationId xmlns:a16="http://schemas.microsoft.com/office/drawing/2014/main" id="{658D0243-A5F2-4B57-A33B-F16F1A0705EA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GT_10048">
            <a:extLst>
              <a:ext uri="{FF2B5EF4-FFF2-40B4-BE49-F238E27FC236}">
                <a16:creationId xmlns:a16="http://schemas.microsoft.com/office/drawing/2014/main" id="{9960A385-12B6-46AE-96AF-43C421A56233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GT_10049">
            <a:extLst>
              <a:ext uri="{FF2B5EF4-FFF2-40B4-BE49-F238E27FC236}">
                <a16:creationId xmlns:a16="http://schemas.microsoft.com/office/drawing/2014/main" id="{54E4EFB7-5055-477F-A409-D583660CAF91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GT_10050">
            <a:extLst>
              <a:ext uri="{FF2B5EF4-FFF2-40B4-BE49-F238E27FC236}">
                <a16:creationId xmlns:a16="http://schemas.microsoft.com/office/drawing/2014/main" id="{4ED306E9-EC29-4978-BACF-0EFC9FB20692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GT_10051">
            <a:extLst>
              <a:ext uri="{FF2B5EF4-FFF2-40B4-BE49-F238E27FC236}">
                <a16:creationId xmlns:a16="http://schemas.microsoft.com/office/drawing/2014/main" id="{C018B6AC-2642-4AEA-94EC-05E01E169F79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GT_10052">
            <a:extLst>
              <a:ext uri="{FF2B5EF4-FFF2-40B4-BE49-F238E27FC236}">
                <a16:creationId xmlns:a16="http://schemas.microsoft.com/office/drawing/2014/main" id="{272CA936-D67D-41D3-A14E-C01D0B5617B4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GT_10053">
            <a:extLst>
              <a:ext uri="{FF2B5EF4-FFF2-40B4-BE49-F238E27FC236}">
                <a16:creationId xmlns:a16="http://schemas.microsoft.com/office/drawing/2014/main" id="{91565037-10A4-441A-A8F2-9EC81588A5E8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GT_10054">
            <a:extLst>
              <a:ext uri="{FF2B5EF4-FFF2-40B4-BE49-F238E27FC236}">
                <a16:creationId xmlns:a16="http://schemas.microsoft.com/office/drawing/2014/main" id="{8008BAEE-232A-4BC5-A51A-5B0EF3395420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GT_10055">
            <a:extLst>
              <a:ext uri="{FF2B5EF4-FFF2-40B4-BE49-F238E27FC236}">
                <a16:creationId xmlns:a16="http://schemas.microsoft.com/office/drawing/2014/main" id="{CBD4BFD8-E5FF-442A-A715-1C6DA6E1AA3D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GT_10056">
            <a:extLst>
              <a:ext uri="{FF2B5EF4-FFF2-40B4-BE49-F238E27FC236}">
                <a16:creationId xmlns:a16="http://schemas.microsoft.com/office/drawing/2014/main" id="{EDD968F9-DE1C-48C5-A489-3B4D93057B66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GT_10057">
            <a:extLst>
              <a:ext uri="{FF2B5EF4-FFF2-40B4-BE49-F238E27FC236}">
                <a16:creationId xmlns:a16="http://schemas.microsoft.com/office/drawing/2014/main" id="{B688959A-3524-4675-B0D3-C268C90D656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GT_10058">
            <a:extLst>
              <a:ext uri="{FF2B5EF4-FFF2-40B4-BE49-F238E27FC236}">
                <a16:creationId xmlns:a16="http://schemas.microsoft.com/office/drawing/2014/main" id="{BBA4CD22-1465-4FCA-95A9-28F9204206F1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GT_10059">
            <a:extLst>
              <a:ext uri="{FF2B5EF4-FFF2-40B4-BE49-F238E27FC236}">
                <a16:creationId xmlns:a16="http://schemas.microsoft.com/office/drawing/2014/main" id="{816F7883-B91C-44BD-A7A0-739B4CDB7FDB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GT_10060">
            <a:extLst>
              <a:ext uri="{FF2B5EF4-FFF2-40B4-BE49-F238E27FC236}">
                <a16:creationId xmlns:a16="http://schemas.microsoft.com/office/drawing/2014/main" id="{79B3EE7E-897F-4F17-BDA8-A5A5D66A63EC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GT_10061">
            <a:extLst>
              <a:ext uri="{FF2B5EF4-FFF2-40B4-BE49-F238E27FC236}">
                <a16:creationId xmlns:a16="http://schemas.microsoft.com/office/drawing/2014/main" id="{853F86F7-AA02-4636-B422-720D275EB629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GT_10062">
            <a:extLst>
              <a:ext uri="{FF2B5EF4-FFF2-40B4-BE49-F238E27FC236}">
                <a16:creationId xmlns:a16="http://schemas.microsoft.com/office/drawing/2014/main" id="{A6D123DB-B34D-478B-8A57-9D335778EC3E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GT_10063">
            <a:extLst>
              <a:ext uri="{FF2B5EF4-FFF2-40B4-BE49-F238E27FC236}">
                <a16:creationId xmlns:a16="http://schemas.microsoft.com/office/drawing/2014/main" id="{D46ED28F-ACD3-44D0-B4FB-CD121BADC838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GT_10064">
            <a:extLst>
              <a:ext uri="{FF2B5EF4-FFF2-40B4-BE49-F238E27FC236}">
                <a16:creationId xmlns:a16="http://schemas.microsoft.com/office/drawing/2014/main" id="{A6C3A89A-372E-451E-8DA7-502103459A76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GT_10065">
            <a:extLst>
              <a:ext uri="{FF2B5EF4-FFF2-40B4-BE49-F238E27FC236}">
                <a16:creationId xmlns:a16="http://schemas.microsoft.com/office/drawing/2014/main" id="{0D0DE5F2-8C33-45E2-B29E-826D87F0AC3E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GT_10066">
            <a:extLst>
              <a:ext uri="{FF2B5EF4-FFF2-40B4-BE49-F238E27FC236}">
                <a16:creationId xmlns:a16="http://schemas.microsoft.com/office/drawing/2014/main" id="{6B8A47D9-DFFB-44B8-8CB6-5DF1B32643C2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GT_10067">
            <a:extLst>
              <a:ext uri="{FF2B5EF4-FFF2-40B4-BE49-F238E27FC236}">
                <a16:creationId xmlns:a16="http://schemas.microsoft.com/office/drawing/2014/main" id="{C020994E-15C1-45EC-A9C0-CCE12E6961A2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GT_10068">
            <a:extLst>
              <a:ext uri="{FF2B5EF4-FFF2-40B4-BE49-F238E27FC236}">
                <a16:creationId xmlns:a16="http://schemas.microsoft.com/office/drawing/2014/main" id="{A50C77C5-FC65-454D-8CA2-16B5561CD65C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GT_10069">
            <a:extLst>
              <a:ext uri="{FF2B5EF4-FFF2-40B4-BE49-F238E27FC236}">
                <a16:creationId xmlns:a16="http://schemas.microsoft.com/office/drawing/2014/main" id="{B25D0764-818F-4B7A-ACB7-1230FD0EDB11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GT_10070">
            <a:extLst>
              <a:ext uri="{FF2B5EF4-FFF2-40B4-BE49-F238E27FC236}">
                <a16:creationId xmlns:a16="http://schemas.microsoft.com/office/drawing/2014/main" id="{26C60929-9D81-4066-BE9B-2C03A9C962E6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GT_10071">
            <a:extLst>
              <a:ext uri="{FF2B5EF4-FFF2-40B4-BE49-F238E27FC236}">
                <a16:creationId xmlns:a16="http://schemas.microsoft.com/office/drawing/2014/main" id="{C8446B4A-8A5B-41F9-9F87-2132B266012E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GT_10072">
            <a:extLst>
              <a:ext uri="{FF2B5EF4-FFF2-40B4-BE49-F238E27FC236}">
                <a16:creationId xmlns:a16="http://schemas.microsoft.com/office/drawing/2014/main" id="{5AB2C66D-949B-40DA-9A02-A063DBC2374A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GT_10073">
            <a:extLst>
              <a:ext uri="{FF2B5EF4-FFF2-40B4-BE49-F238E27FC236}">
                <a16:creationId xmlns:a16="http://schemas.microsoft.com/office/drawing/2014/main" id="{B8A31321-80D2-4EBF-A4C1-62E319968EAD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GT_10074">
            <a:extLst>
              <a:ext uri="{FF2B5EF4-FFF2-40B4-BE49-F238E27FC236}">
                <a16:creationId xmlns:a16="http://schemas.microsoft.com/office/drawing/2014/main" id="{2E4BE500-3ECF-4886-A4F5-62D2EB2C5AEE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GT_10075">
            <a:extLst>
              <a:ext uri="{FF2B5EF4-FFF2-40B4-BE49-F238E27FC236}">
                <a16:creationId xmlns:a16="http://schemas.microsoft.com/office/drawing/2014/main" id="{9A03CDCE-7CA4-43F9-A58F-19F46F595107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GT_10076">
            <a:extLst>
              <a:ext uri="{FF2B5EF4-FFF2-40B4-BE49-F238E27FC236}">
                <a16:creationId xmlns:a16="http://schemas.microsoft.com/office/drawing/2014/main" id="{85471B77-F44C-460F-B73F-1C7DA0A2C200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GT_10077">
            <a:extLst>
              <a:ext uri="{FF2B5EF4-FFF2-40B4-BE49-F238E27FC236}">
                <a16:creationId xmlns:a16="http://schemas.microsoft.com/office/drawing/2014/main" id="{D912336A-2FF8-418E-8E16-764E0A4B36E9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GT_10078">
            <a:extLst>
              <a:ext uri="{FF2B5EF4-FFF2-40B4-BE49-F238E27FC236}">
                <a16:creationId xmlns:a16="http://schemas.microsoft.com/office/drawing/2014/main" id="{0524557C-592F-4F33-A628-8080E1BB19CB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GT_10079">
            <a:extLst>
              <a:ext uri="{FF2B5EF4-FFF2-40B4-BE49-F238E27FC236}">
                <a16:creationId xmlns:a16="http://schemas.microsoft.com/office/drawing/2014/main" id="{2E319772-0DC1-4598-8217-30B888206AB7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GT_10080">
            <a:extLst>
              <a:ext uri="{FF2B5EF4-FFF2-40B4-BE49-F238E27FC236}">
                <a16:creationId xmlns:a16="http://schemas.microsoft.com/office/drawing/2014/main" id="{96A8F5BD-C68B-4393-88BA-CB40396E74C3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GT_10081">
            <a:extLst>
              <a:ext uri="{FF2B5EF4-FFF2-40B4-BE49-F238E27FC236}">
                <a16:creationId xmlns:a16="http://schemas.microsoft.com/office/drawing/2014/main" id="{C61EA3E3-77D1-4C78-A4BB-685E146A0E24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GT_10082">
            <a:extLst>
              <a:ext uri="{FF2B5EF4-FFF2-40B4-BE49-F238E27FC236}">
                <a16:creationId xmlns:a16="http://schemas.microsoft.com/office/drawing/2014/main" id="{AFBC68EF-7539-4977-8FF3-70FB61F2979C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GT_10083">
            <a:extLst>
              <a:ext uri="{FF2B5EF4-FFF2-40B4-BE49-F238E27FC236}">
                <a16:creationId xmlns:a16="http://schemas.microsoft.com/office/drawing/2014/main" id="{757AA040-E15A-4F4D-857D-9350AECB14DB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GT_10084">
            <a:extLst>
              <a:ext uri="{FF2B5EF4-FFF2-40B4-BE49-F238E27FC236}">
                <a16:creationId xmlns:a16="http://schemas.microsoft.com/office/drawing/2014/main" id="{9DFC633B-4669-4E50-80E6-39D6FB30212E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GT_10085">
            <a:extLst>
              <a:ext uri="{FF2B5EF4-FFF2-40B4-BE49-F238E27FC236}">
                <a16:creationId xmlns:a16="http://schemas.microsoft.com/office/drawing/2014/main" id="{13625539-06D4-4B5F-96E4-CFE0A1DCEEB5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GT_10086">
            <a:extLst>
              <a:ext uri="{FF2B5EF4-FFF2-40B4-BE49-F238E27FC236}">
                <a16:creationId xmlns:a16="http://schemas.microsoft.com/office/drawing/2014/main" id="{7B55DBDE-AFDE-4B41-B132-6176E7A20487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GT_10087">
            <a:extLst>
              <a:ext uri="{FF2B5EF4-FFF2-40B4-BE49-F238E27FC236}">
                <a16:creationId xmlns:a16="http://schemas.microsoft.com/office/drawing/2014/main" id="{A8E3F942-6EC9-446B-A316-D8F054FBF715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GT_10088">
            <a:extLst>
              <a:ext uri="{FF2B5EF4-FFF2-40B4-BE49-F238E27FC236}">
                <a16:creationId xmlns:a16="http://schemas.microsoft.com/office/drawing/2014/main" id="{00BE11D5-0FCC-41CD-B6CD-076282192E13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GT_10089">
            <a:extLst>
              <a:ext uri="{FF2B5EF4-FFF2-40B4-BE49-F238E27FC236}">
                <a16:creationId xmlns:a16="http://schemas.microsoft.com/office/drawing/2014/main" id="{575A721E-5DBD-47BB-8D3A-E0B6947A0ACD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GT_10090">
            <a:extLst>
              <a:ext uri="{FF2B5EF4-FFF2-40B4-BE49-F238E27FC236}">
                <a16:creationId xmlns:a16="http://schemas.microsoft.com/office/drawing/2014/main" id="{5ED6D1A2-48C1-4DDB-9688-E7C4FCA1ECB4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GT_10091">
            <a:extLst>
              <a:ext uri="{FF2B5EF4-FFF2-40B4-BE49-F238E27FC236}">
                <a16:creationId xmlns:a16="http://schemas.microsoft.com/office/drawing/2014/main" id="{08474AB3-487E-4ADF-83DA-6D47FD0FB672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GT_10092">
            <a:extLst>
              <a:ext uri="{FF2B5EF4-FFF2-40B4-BE49-F238E27FC236}">
                <a16:creationId xmlns:a16="http://schemas.microsoft.com/office/drawing/2014/main" id="{E9C900D8-49AE-47B1-A78F-2E1DABF42E8D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GT_10093">
            <a:extLst>
              <a:ext uri="{FF2B5EF4-FFF2-40B4-BE49-F238E27FC236}">
                <a16:creationId xmlns:a16="http://schemas.microsoft.com/office/drawing/2014/main" id="{186F21E1-7FF0-42A4-A004-8EA181C832E7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GT_10094">
            <a:extLst>
              <a:ext uri="{FF2B5EF4-FFF2-40B4-BE49-F238E27FC236}">
                <a16:creationId xmlns:a16="http://schemas.microsoft.com/office/drawing/2014/main" id="{0454ADCE-A9D2-44FF-80D5-04264091CFA8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GT_10095">
            <a:extLst>
              <a:ext uri="{FF2B5EF4-FFF2-40B4-BE49-F238E27FC236}">
                <a16:creationId xmlns:a16="http://schemas.microsoft.com/office/drawing/2014/main" id="{009655A1-C6DB-4071-9BB9-C31C6E5B067B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GT_10096">
            <a:extLst>
              <a:ext uri="{FF2B5EF4-FFF2-40B4-BE49-F238E27FC236}">
                <a16:creationId xmlns:a16="http://schemas.microsoft.com/office/drawing/2014/main" id="{CD0306A9-759C-4C45-B344-9740E127B5F5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GT_10097">
            <a:extLst>
              <a:ext uri="{FF2B5EF4-FFF2-40B4-BE49-F238E27FC236}">
                <a16:creationId xmlns:a16="http://schemas.microsoft.com/office/drawing/2014/main" id="{EBCF20C0-AFB2-4C56-AE1E-1CB1707328D4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GT_10098">
            <a:extLst>
              <a:ext uri="{FF2B5EF4-FFF2-40B4-BE49-F238E27FC236}">
                <a16:creationId xmlns:a16="http://schemas.microsoft.com/office/drawing/2014/main" id="{19E5307E-7353-482C-AA12-229CCAED08DA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GT_10099">
            <a:extLst>
              <a:ext uri="{FF2B5EF4-FFF2-40B4-BE49-F238E27FC236}">
                <a16:creationId xmlns:a16="http://schemas.microsoft.com/office/drawing/2014/main" id="{1A5B2FE0-E893-4086-A570-A94651B1E41D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GT_10100">
            <a:extLst>
              <a:ext uri="{FF2B5EF4-FFF2-40B4-BE49-F238E27FC236}">
                <a16:creationId xmlns:a16="http://schemas.microsoft.com/office/drawing/2014/main" id="{9A54FFFF-9D44-4D2E-8B62-BF8F896A12D7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GT_10101">
            <a:extLst>
              <a:ext uri="{FF2B5EF4-FFF2-40B4-BE49-F238E27FC236}">
                <a16:creationId xmlns:a16="http://schemas.microsoft.com/office/drawing/2014/main" id="{F4B52658-C237-4DC1-B3C8-F777E403E7B4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GT_10102">
            <a:extLst>
              <a:ext uri="{FF2B5EF4-FFF2-40B4-BE49-F238E27FC236}">
                <a16:creationId xmlns:a16="http://schemas.microsoft.com/office/drawing/2014/main" id="{D50D22E5-0EFB-4661-A775-03D4AA22EE08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GT_10103">
            <a:extLst>
              <a:ext uri="{FF2B5EF4-FFF2-40B4-BE49-F238E27FC236}">
                <a16:creationId xmlns:a16="http://schemas.microsoft.com/office/drawing/2014/main" id="{3E9BD851-AF88-41C7-A23E-2EB3FC37E0CD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GT_10104">
            <a:extLst>
              <a:ext uri="{FF2B5EF4-FFF2-40B4-BE49-F238E27FC236}">
                <a16:creationId xmlns:a16="http://schemas.microsoft.com/office/drawing/2014/main" id="{E2B20947-DC7A-4FC1-BCD0-C0D535647D98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GT_10105">
            <a:extLst>
              <a:ext uri="{FF2B5EF4-FFF2-40B4-BE49-F238E27FC236}">
                <a16:creationId xmlns:a16="http://schemas.microsoft.com/office/drawing/2014/main" id="{88FB575F-D681-4D0C-8E84-CE46767A7EFA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GT_10106">
            <a:extLst>
              <a:ext uri="{FF2B5EF4-FFF2-40B4-BE49-F238E27FC236}">
                <a16:creationId xmlns:a16="http://schemas.microsoft.com/office/drawing/2014/main" id="{B161169A-7933-4F2D-8A81-041C50EA2094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GT_10107">
            <a:extLst>
              <a:ext uri="{FF2B5EF4-FFF2-40B4-BE49-F238E27FC236}">
                <a16:creationId xmlns:a16="http://schemas.microsoft.com/office/drawing/2014/main" id="{A183A648-6535-4D48-9178-933EFA66DBD5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GT_10108">
            <a:extLst>
              <a:ext uri="{FF2B5EF4-FFF2-40B4-BE49-F238E27FC236}">
                <a16:creationId xmlns:a16="http://schemas.microsoft.com/office/drawing/2014/main" id="{076AB93B-8903-4078-B5C5-FF01C5B1315A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GT_10109">
            <a:extLst>
              <a:ext uri="{FF2B5EF4-FFF2-40B4-BE49-F238E27FC236}">
                <a16:creationId xmlns:a16="http://schemas.microsoft.com/office/drawing/2014/main" id="{92C3B8E3-47C6-474D-A654-70A6E6E5558A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GT_10110">
            <a:extLst>
              <a:ext uri="{FF2B5EF4-FFF2-40B4-BE49-F238E27FC236}">
                <a16:creationId xmlns:a16="http://schemas.microsoft.com/office/drawing/2014/main" id="{8DCE921B-8678-4CA1-99D7-3B3575BC44FA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GT_10111">
            <a:extLst>
              <a:ext uri="{FF2B5EF4-FFF2-40B4-BE49-F238E27FC236}">
                <a16:creationId xmlns:a16="http://schemas.microsoft.com/office/drawing/2014/main" id="{A3C39256-19CD-43ED-B2A3-B7094F7B7CF6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GT_10112">
            <a:extLst>
              <a:ext uri="{FF2B5EF4-FFF2-40B4-BE49-F238E27FC236}">
                <a16:creationId xmlns:a16="http://schemas.microsoft.com/office/drawing/2014/main" id="{ED35D8F8-2482-4448-BE12-8A6FE4F284D3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GT_10113">
            <a:extLst>
              <a:ext uri="{FF2B5EF4-FFF2-40B4-BE49-F238E27FC236}">
                <a16:creationId xmlns:a16="http://schemas.microsoft.com/office/drawing/2014/main" id="{5C795056-A321-4D23-95B1-4655397607AD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GT_10114">
            <a:extLst>
              <a:ext uri="{FF2B5EF4-FFF2-40B4-BE49-F238E27FC236}">
                <a16:creationId xmlns:a16="http://schemas.microsoft.com/office/drawing/2014/main" id="{62654F7C-66F8-4C59-8973-D96FEED8201C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GT_10115">
            <a:extLst>
              <a:ext uri="{FF2B5EF4-FFF2-40B4-BE49-F238E27FC236}">
                <a16:creationId xmlns:a16="http://schemas.microsoft.com/office/drawing/2014/main" id="{ACE9E28E-05CB-43F8-9445-04F9F3CB9C22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GT_10116">
            <a:extLst>
              <a:ext uri="{FF2B5EF4-FFF2-40B4-BE49-F238E27FC236}">
                <a16:creationId xmlns:a16="http://schemas.microsoft.com/office/drawing/2014/main" id="{53409159-220A-4CFB-B613-4B51FA179FEE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GT_10117">
            <a:extLst>
              <a:ext uri="{FF2B5EF4-FFF2-40B4-BE49-F238E27FC236}">
                <a16:creationId xmlns:a16="http://schemas.microsoft.com/office/drawing/2014/main" id="{E18A8194-102C-4D08-B162-33A587FD7B7E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GT_10118">
            <a:extLst>
              <a:ext uri="{FF2B5EF4-FFF2-40B4-BE49-F238E27FC236}">
                <a16:creationId xmlns:a16="http://schemas.microsoft.com/office/drawing/2014/main" id="{85A75BEA-47B7-442B-BEF5-E47E24CCDC5C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GT_10119">
            <a:extLst>
              <a:ext uri="{FF2B5EF4-FFF2-40B4-BE49-F238E27FC236}">
                <a16:creationId xmlns:a16="http://schemas.microsoft.com/office/drawing/2014/main" id="{5DD186E1-D829-4AE3-9E31-47163668244B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GT_10120">
            <a:extLst>
              <a:ext uri="{FF2B5EF4-FFF2-40B4-BE49-F238E27FC236}">
                <a16:creationId xmlns:a16="http://schemas.microsoft.com/office/drawing/2014/main" id="{F141E6D9-5C16-489C-BA3D-384352104EF5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GT_10121">
            <a:extLst>
              <a:ext uri="{FF2B5EF4-FFF2-40B4-BE49-F238E27FC236}">
                <a16:creationId xmlns:a16="http://schemas.microsoft.com/office/drawing/2014/main" id="{EBF9D6B8-6187-4A84-8252-544F66027FCA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GT_10122">
            <a:extLst>
              <a:ext uri="{FF2B5EF4-FFF2-40B4-BE49-F238E27FC236}">
                <a16:creationId xmlns:a16="http://schemas.microsoft.com/office/drawing/2014/main" id="{5C70A479-B60B-44D6-A9DD-74230335CC11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GT_10123">
            <a:extLst>
              <a:ext uri="{FF2B5EF4-FFF2-40B4-BE49-F238E27FC236}">
                <a16:creationId xmlns:a16="http://schemas.microsoft.com/office/drawing/2014/main" id="{45CCA59A-9A03-454C-B637-3C580ED791EE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GT_10124">
            <a:extLst>
              <a:ext uri="{FF2B5EF4-FFF2-40B4-BE49-F238E27FC236}">
                <a16:creationId xmlns:a16="http://schemas.microsoft.com/office/drawing/2014/main" id="{C2BAF986-88B7-45B5-B7AB-20DB6BA37316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GT_10125">
            <a:extLst>
              <a:ext uri="{FF2B5EF4-FFF2-40B4-BE49-F238E27FC236}">
                <a16:creationId xmlns:a16="http://schemas.microsoft.com/office/drawing/2014/main" id="{D5950004-A65B-4A48-B582-052C8425593F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GT_10126">
            <a:extLst>
              <a:ext uri="{FF2B5EF4-FFF2-40B4-BE49-F238E27FC236}">
                <a16:creationId xmlns:a16="http://schemas.microsoft.com/office/drawing/2014/main" id="{58B94421-B6FD-45DA-8209-F6055238C86C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GT_10127">
            <a:extLst>
              <a:ext uri="{FF2B5EF4-FFF2-40B4-BE49-F238E27FC236}">
                <a16:creationId xmlns:a16="http://schemas.microsoft.com/office/drawing/2014/main" id="{B90583D2-7C64-45FC-B0B8-ED7AE480CFC9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GT_10128">
            <a:extLst>
              <a:ext uri="{FF2B5EF4-FFF2-40B4-BE49-F238E27FC236}">
                <a16:creationId xmlns:a16="http://schemas.microsoft.com/office/drawing/2014/main" id="{A239BF80-090D-4515-BCB6-0D236C7726F6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GT_10129">
            <a:extLst>
              <a:ext uri="{FF2B5EF4-FFF2-40B4-BE49-F238E27FC236}">
                <a16:creationId xmlns:a16="http://schemas.microsoft.com/office/drawing/2014/main" id="{BF4C6AB5-646A-4AC7-8E52-EEC2A8151520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GT_10130">
            <a:extLst>
              <a:ext uri="{FF2B5EF4-FFF2-40B4-BE49-F238E27FC236}">
                <a16:creationId xmlns:a16="http://schemas.microsoft.com/office/drawing/2014/main" id="{B32BAD95-F9A0-421F-8C97-E4A2FE772ED4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GT_10131">
            <a:extLst>
              <a:ext uri="{FF2B5EF4-FFF2-40B4-BE49-F238E27FC236}">
                <a16:creationId xmlns:a16="http://schemas.microsoft.com/office/drawing/2014/main" id="{F63CD8CE-251B-401D-8A2B-B1DA0F8C687B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GT_10132">
            <a:extLst>
              <a:ext uri="{FF2B5EF4-FFF2-40B4-BE49-F238E27FC236}">
                <a16:creationId xmlns:a16="http://schemas.microsoft.com/office/drawing/2014/main" id="{6CAC2164-8A5F-4138-BB03-A10A4ABDC9AB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GT_10133">
            <a:extLst>
              <a:ext uri="{FF2B5EF4-FFF2-40B4-BE49-F238E27FC236}">
                <a16:creationId xmlns:a16="http://schemas.microsoft.com/office/drawing/2014/main" id="{54B8FCB3-ABB9-4455-AC68-155F5D27E884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GT_10134">
            <a:extLst>
              <a:ext uri="{FF2B5EF4-FFF2-40B4-BE49-F238E27FC236}">
                <a16:creationId xmlns:a16="http://schemas.microsoft.com/office/drawing/2014/main" id="{699BAD71-6A0B-4D51-BFB8-26443A7EDEDE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GT_10135">
            <a:extLst>
              <a:ext uri="{FF2B5EF4-FFF2-40B4-BE49-F238E27FC236}">
                <a16:creationId xmlns:a16="http://schemas.microsoft.com/office/drawing/2014/main" id="{373D9DEB-886A-45C3-832F-6D1F457A5FD5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GT_10136">
            <a:extLst>
              <a:ext uri="{FF2B5EF4-FFF2-40B4-BE49-F238E27FC236}">
                <a16:creationId xmlns:a16="http://schemas.microsoft.com/office/drawing/2014/main" id="{AF2DC3A5-CD79-461E-99BC-47E645FD05D5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GT_10137">
            <a:extLst>
              <a:ext uri="{FF2B5EF4-FFF2-40B4-BE49-F238E27FC236}">
                <a16:creationId xmlns:a16="http://schemas.microsoft.com/office/drawing/2014/main" id="{8BA797F5-D5B5-4856-BD1F-37BF12DFFF3A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GT_10138">
            <a:extLst>
              <a:ext uri="{FF2B5EF4-FFF2-40B4-BE49-F238E27FC236}">
                <a16:creationId xmlns:a16="http://schemas.microsoft.com/office/drawing/2014/main" id="{B5F39AB4-57A3-43EE-8F8E-4953C5248F77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GT_10139">
            <a:extLst>
              <a:ext uri="{FF2B5EF4-FFF2-40B4-BE49-F238E27FC236}">
                <a16:creationId xmlns:a16="http://schemas.microsoft.com/office/drawing/2014/main" id="{6EE89BF1-AB0F-4A9D-960D-FB43A63E68BC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GT_10140">
            <a:extLst>
              <a:ext uri="{FF2B5EF4-FFF2-40B4-BE49-F238E27FC236}">
                <a16:creationId xmlns:a16="http://schemas.microsoft.com/office/drawing/2014/main" id="{9597606F-FC7A-45E1-9980-A24A1A57F15B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GT_10141">
            <a:extLst>
              <a:ext uri="{FF2B5EF4-FFF2-40B4-BE49-F238E27FC236}">
                <a16:creationId xmlns:a16="http://schemas.microsoft.com/office/drawing/2014/main" id="{2A930A10-F938-4EE4-881B-88D441884828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GT_10142">
            <a:extLst>
              <a:ext uri="{FF2B5EF4-FFF2-40B4-BE49-F238E27FC236}">
                <a16:creationId xmlns:a16="http://schemas.microsoft.com/office/drawing/2014/main" id="{E688035E-89AF-46E2-8D81-F159EC95945D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GT_10143">
            <a:extLst>
              <a:ext uri="{FF2B5EF4-FFF2-40B4-BE49-F238E27FC236}">
                <a16:creationId xmlns:a16="http://schemas.microsoft.com/office/drawing/2014/main" id="{597D6B75-5D8E-4C5D-8039-81DB5F16679E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GT_10144">
            <a:extLst>
              <a:ext uri="{FF2B5EF4-FFF2-40B4-BE49-F238E27FC236}">
                <a16:creationId xmlns:a16="http://schemas.microsoft.com/office/drawing/2014/main" id="{DD14C758-044B-4860-88E3-23D2658E45CF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GT_10145">
            <a:extLst>
              <a:ext uri="{FF2B5EF4-FFF2-40B4-BE49-F238E27FC236}">
                <a16:creationId xmlns:a16="http://schemas.microsoft.com/office/drawing/2014/main" id="{06BE327A-1F2E-4D3B-B518-6C08A6F6E268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GT_10146">
            <a:extLst>
              <a:ext uri="{FF2B5EF4-FFF2-40B4-BE49-F238E27FC236}">
                <a16:creationId xmlns:a16="http://schemas.microsoft.com/office/drawing/2014/main" id="{69FF35D2-5B1B-48DC-B350-148BAD7C7271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GT_10147">
            <a:extLst>
              <a:ext uri="{FF2B5EF4-FFF2-40B4-BE49-F238E27FC236}">
                <a16:creationId xmlns:a16="http://schemas.microsoft.com/office/drawing/2014/main" id="{32957D29-E3F0-4648-92A9-B17909E589B5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GT_10148">
            <a:extLst>
              <a:ext uri="{FF2B5EF4-FFF2-40B4-BE49-F238E27FC236}">
                <a16:creationId xmlns:a16="http://schemas.microsoft.com/office/drawing/2014/main" id="{2C14AF9D-0317-47AB-AF01-B9C5A8409EE0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GT_10149">
            <a:extLst>
              <a:ext uri="{FF2B5EF4-FFF2-40B4-BE49-F238E27FC236}">
                <a16:creationId xmlns:a16="http://schemas.microsoft.com/office/drawing/2014/main" id="{D9B1B97F-EC62-40C3-A356-DDA33CC30007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GT_10150">
            <a:extLst>
              <a:ext uri="{FF2B5EF4-FFF2-40B4-BE49-F238E27FC236}">
                <a16:creationId xmlns:a16="http://schemas.microsoft.com/office/drawing/2014/main" id="{71B49A09-424F-4EC2-A465-7438AE2E5BFE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GT_10151">
            <a:extLst>
              <a:ext uri="{FF2B5EF4-FFF2-40B4-BE49-F238E27FC236}">
                <a16:creationId xmlns:a16="http://schemas.microsoft.com/office/drawing/2014/main" id="{3D1B15F8-2219-4CE8-AE2F-E2E84A264D41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GT_10152">
            <a:extLst>
              <a:ext uri="{FF2B5EF4-FFF2-40B4-BE49-F238E27FC236}">
                <a16:creationId xmlns:a16="http://schemas.microsoft.com/office/drawing/2014/main" id="{B66820AE-5842-48C3-9DC5-D8CED73104E2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GT_10153">
            <a:extLst>
              <a:ext uri="{FF2B5EF4-FFF2-40B4-BE49-F238E27FC236}">
                <a16:creationId xmlns:a16="http://schemas.microsoft.com/office/drawing/2014/main" id="{414AD2EA-A449-4003-B87C-B591C7723968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GT_10154">
            <a:extLst>
              <a:ext uri="{FF2B5EF4-FFF2-40B4-BE49-F238E27FC236}">
                <a16:creationId xmlns:a16="http://schemas.microsoft.com/office/drawing/2014/main" id="{D2391C0D-5284-47C7-ADD5-7CB974CDD7E3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GT_10155">
            <a:extLst>
              <a:ext uri="{FF2B5EF4-FFF2-40B4-BE49-F238E27FC236}">
                <a16:creationId xmlns:a16="http://schemas.microsoft.com/office/drawing/2014/main" id="{80B9DA5F-C7D2-4B9E-8FED-6390FF65851F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GT_10156">
            <a:extLst>
              <a:ext uri="{FF2B5EF4-FFF2-40B4-BE49-F238E27FC236}">
                <a16:creationId xmlns:a16="http://schemas.microsoft.com/office/drawing/2014/main" id="{D8C390AC-23E7-4161-81A4-E855D5751DF1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GT_10157">
            <a:extLst>
              <a:ext uri="{FF2B5EF4-FFF2-40B4-BE49-F238E27FC236}">
                <a16:creationId xmlns:a16="http://schemas.microsoft.com/office/drawing/2014/main" id="{2E0CD59F-8759-4C3C-B875-F20A4A872956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GT_10158">
            <a:extLst>
              <a:ext uri="{FF2B5EF4-FFF2-40B4-BE49-F238E27FC236}">
                <a16:creationId xmlns:a16="http://schemas.microsoft.com/office/drawing/2014/main" id="{084E1634-3234-43F7-BE00-D8C6B1A00F48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GT_10159">
            <a:extLst>
              <a:ext uri="{FF2B5EF4-FFF2-40B4-BE49-F238E27FC236}">
                <a16:creationId xmlns:a16="http://schemas.microsoft.com/office/drawing/2014/main" id="{9A8469A0-4F8B-4F47-B35B-58FEB6ADA34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GT_10160">
            <a:extLst>
              <a:ext uri="{FF2B5EF4-FFF2-40B4-BE49-F238E27FC236}">
                <a16:creationId xmlns:a16="http://schemas.microsoft.com/office/drawing/2014/main" id="{E9D56840-4C54-461F-9752-E1DD7C072EDC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GT_10161">
            <a:extLst>
              <a:ext uri="{FF2B5EF4-FFF2-40B4-BE49-F238E27FC236}">
                <a16:creationId xmlns:a16="http://schemas.microsoft.com/office/drawing/2014/main" id="{1EF15017-587F-4719-A6A7-38DEA245D3BD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GT_10162">
            <a:extLst>
              <a:ext uri="{FF2B5EF4-FFF2-40B4-BE49-F238E27FC236}">
                <a16:creationId xmlns:a16="http://schemas.microsoft.com/office/drawing/2014/main" id="{B56511D2-BDD6-4EBF-BDA5-3B5906DF4B6F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GT_10163">
            <a:extLst>
              <a:ext uri="{FF2B5EF4-FFF2-40B4-BE49-F238E27FC236}">
                <a16:creationId xmlns:a16="http://schemas.microsoft.com/office/drawing/2014/main" id="{3A6472E5-D3E1-471A-8D78-DB0EB4C79076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GT_10164">
            <a:extLst>
              <a:ext uri="{FF2B5EF4-FFF2-40B4-BE49-F238E27FC236}">
                <a16:creationId xmlns:a16="http://schemas.microsoft.com/office/drawing/2014/main" id="{A76F4AD3-6795-4BC4-A11B-E4F866E6570F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GT_10165">
            <a:extLst>
              <a:ext uri="{FF2B5EF4-FFF2-40B4-BE49-F238E27FC236}">
                <a16:creationId xmlns:a16="http://schemas.microsoft.com/office/drawing/2014/main" id="{5D1D08A2-BA13-4E03-837C-1740BB55326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GT_10166">
            <a:extLst>
              <a:ext uri="{FF2B5EF4-FFF2-40B4-BE49-F238E27FC236}">
                <a16:creationId xmlns:a16="http://schemas.microsoft.com/office/drawing/2014/main" id="{BAB93BC3-1A67-49F2-B738-45403D51E76E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GT_10167">
            <a:extLst>
              <a:ext uri="{FF2B5EF4-FFF2-40B4-BE49-F238E27FC236}">
                <a16:creationId xmlns:a16="http://schemas.microsoft.com/office/drawing/2014/main" id="{2DA52BA3-42AA-424C-8204-B37570F1DDC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GT_10168">
            <a:extLst>
              <a:ext uri="{FF2B5EF4-FFF2-40B4-BE49-F238E27FC236}">
                <a16:creationId xmlns:a16="http://schemas.microsoft.com/office/drawing/2014/main" id="{B127E10F-3D22-4925-AB8B-56157B62F49F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GT_10169">
            <a:extLst>
              <a:ext uri="{FF2B5EF4-FFF2-40B4-BE49-F238E27FC236}">
                <a16:creationId xmlns:a16="http://schemas.microsoft.com/office/drawing/2014/main" id="{941EDF4F-5C53-48D0-B1F9-502560A795D4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GT_10170">
            <a:extLst>
              <a:ext uri="{FF2B5EF4-FFF2-40B4-BE49-F238E27FC236}">
                <a16:creationId xmlns:a16="http://schemas.microsoft.com/office/drawing/2014/main" id="{6E3A48E3-BAC4-4467-B8B5-2B9E06C728E0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GT_10171">
            <a:extLst>
              <a:ext uri="{FF2B5EF4-FFF2-40B4-BE49-F238E27FC236}">
                <a16:creationId xmlns:a16="http://schemas.microsoft.com/office/drawing/2014/main" id="{DC0B7027-0A16-4624-B5CC-7133A13DB920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GT_10172">
            <a:extLst>
              <a:ext uri="{FF2B5EF4-FFF2-40B4-BE49-F238E27FC236}">
                <a16:creationId xmlns:a16="http://schemas.microsoft.com/office/drawing/2014/main" id="{147D9AD0-6B58-40F2-89DA-320D03DB40D7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GT_10173">
            <a:extLst>
              <a:ext uri="{FF2B5EF4-FFF2-40B4-BE49-F238E27FC236}">
                <a16:creationId xmlns:a16="http://schemas.microsoft.com/office/drawing/2014/main" id="{D07822A1-932B-4A09-97AA-E717032CA908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GT_10174">
            <a:extLst>
              <a:ext uri="{FF2B5EF4-FFF2-40B4-BE49-F238E27FC236}">
                <a16:creationId xmlns:a16="http://schemas.microsoft.com/office/drawing/2014/main" id="{B5625FE3-7224-4DF3-9D73-A080FDEAA2CB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GT_10175">
            <a:extLst>
              <a:ext uri="{FF2B5EF4-FFF2-40B4-BE49-F238E27FC236}">
                <a16:creationId xmlns:a16="http://schemas.microsoft.com/office/drawing/2014/main" id="{9B020A83-82D5-434C-9028-F84E073ABB8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GT_10176">
            <a:extLst>
              <a:ext uri="{FF2B5EF4-FFF2-40B4-BE49-F238E27FC236}">
                <a16:creationId xmlns:a16="http://schemas.microsoft.com/office/drawing/2014/main" id="{C19EB116-8E9E-48A6-8532-30C3392EFC68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GT_10177">
            <a:extLst>
              <a:ext uri="{FF2B5EF4-FFF2-40B4-BE49-F238E27FC236}">
                <a16:creationId xmlns:a16="http://schemas.microsoft.com/office/drawing/2014/main" id="{14F87D1D-215D-4BF5-93D7-9816E912C9F6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GT_10178">
            <a:extLst>
              <a:ext uri="{FF2B5EF4-FFF2-40B4-BE49-F238E27FC236}">
                <a16:creationId xmlns:a16="http://schemas.microsoft.com/office/drawing/2014/main" id="{F2E5BF05-1F3E-431C-8D04-A5E31033E5EC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GT_10179">
            <a:extLst>
              <a:ext uri="{FF2B5EF4-FFF2-40B4-BE49-F238E27FC236}">
                <a16:creationId xmlns:a16="http://schemas.microsoft.com/office/drawing/2014/main" id="{809F0F71-61F0-4198-A4DB-B8895048ECAE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GT_10180">
            <a:extLst>
              <a:ext uri="{FF2B5EF4-FFF2-40B4-BE49-F238E27FC236}">
                <a16:creationId xmlns:a16="http://schemas.microsoft.com/office/drawing/2014/main" id="{23C1E7B8-A97B-44A6-80C5-4776C202F454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GT_10181">
            <a:extLst>
              <a:ext uri="{FF2B5EF4-FFF2-40B4-BE49-F238E27FC236}">
                <a16:creationId xmlns:a16="http://schemas.microsoft.com/office/drawing/2014/main" id="{C547CB3B-EB8C-4605-A413-DA760A121CB1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GT_10182">
            <a:extLst>
              <a:ext uri="{FF2B5EF4-FFF2-40B4-BE49-F238E27FC236}">
                <a16:creationId xmlns:a16="http://schemas.microsoft.com/office/drawing/2014/main" id="{EEA676B6-9316-46E6-B289-9E7C8EACBDEB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GT_10183">
            <a:extLst>
              <a:ext uri="{FF2B5EF4-FFF2-40B4-BE49-F238E27FC236}">
                <a16:creationId xmlns:a16="http://schemas.microsoft.com/office/drawing/2014/main" id="{9260A8D8-1E8D-45F6-BECA-CA7C7D1289EE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GT_10184">
            <a:extLst>
              <a:ext uri="{FF2B5EF4-FFF2-40B4-BE49-F238E27FC236}">
                <a16:creationId xmlns:a16="http://schemas.microsoft.com/office/drawing/2014/main" id="{AF8BFF55-6FEF-43B6-953B-642E0A9C5A0A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GT_10185">
            <a:extLst>
              <a:ext uri="{FF2B5EF4-FFF2-40B4-BE49-F238E27FC236}">
                <a16:creationId xmlns:a16="http://schemas.microsoft.com/office/drawing/2014/main" id="{89145943-CF9F-41BD-A4B8-487F55063896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GT_10186">
            <a:extLst>
              <a:ext uri="{FF2B5EF4-FFF2-40B4-BE49-F238E27FC236}">
                <a16:creationId xmlns:a16="http://schemas.microsoft.com/office/drawing/2014/main" id="{B6A80436-AFA9-4752-91AC-8623D4CC9B50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GT_10187">
            <a:extLst>
              <a:ext uri="{FF2B5EF4-FFF2-40B4-BE49-F238E27FC236}">
                <a16:creationId xmlns:a16="http://schemas.microsoft.com/office/drawing/2014/main" id="{FC004C77-C513-44EB-8118-03DC8EDD67E9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GT_10188">
            <a:extLst>
              <a:ext uri="{FF2B5EF4-FFF2-40B4-BE49-F238E27FC236}">
                <a16:creationId xmlns:a16="http://schemas.microsoft.com/office/drawing/2014/main" id="{A81393D1-4826-4571-9BCE-95DA9AEA0460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GT_10189">
            <a:extLst>
              <a:ext uri="{FF2B5EF4-FFF2-40B4-BE49-F238E27FC236}">
                <a16:creationId xmlns:a16="http://schemas.microsoft.com/office/drawing/2014/main" id="{540B1E72-31AF-484B-8B7C-D62F7C6DD259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GT_10190">
            <a:extLst>
              <a:ext uri="{FF2B5EF4-FFF2-40B4-BE49-F238E27FC236}">
                <a16:creationId xmlns:a16="http://schemas.microsoft.com/office/drawing/2014/main" id="{BC8B4124-7AA2-4114-8547-D54083829CCF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GT_10191">
            <a:extLst>
              <a:ext uri="{FF2B5EF4-FFF2-40B4-BE49-F238E27FC236}">
                <a16:creationId xmlns:a16="http://schemas.microsoft.com/office/drawing/2014/main" id="{62CC6526-096E-4DB1-AC22-8FD41DD80118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GT_10192">
            <a:extLst>
              <a:ext uri="{FF2B5EF4-FFF2-40B4-BE49-F238E27FC236}">
                <a16:creationId xmlns:a16="http://schemas.microsoft.com/office/drawing/2014/main" id="{543DEC95-E8A8-48FC-8D9B-7152C50EE36F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GT_10193">
            <a:extLst>
              <a:ext uri="{FF2B5EF4-FFF2-40B4-BE49-F238E27FC236}">
                <a16:creationId xmlns:a16="http://schemas.microsoft.com/office/drawing/2014/main" id="{1E13213C-27FE-4578-BB4C-972A8427F58D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GT_10194">
            <a:extLst>
              <a:ext uri="{FF2B5EF4-FFF2-40B4-BE49-F238E27FC236}">
                <a16:creationId xmlns:a16="http://schemas.microsoft.com/office/drawing/2014/main" id="{AE7B7E8C-71A9-4CB2-9ED5-DFCB540084A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GT_10195">
            <a:extLst>
              <a:ext uri="{FF2B5EF4-FFF2-40B4-BE49-F238E27FC236}">
                <a16:creationId xmlns:a16="http://schemas.microsoft.com/office/drawing/2014/main" id="{BBFAEFF9-16C3-4F8D-BC99-9D6A7979F29B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GT_10196">
            <a:extLst>
              <a:ext uri="{FF2B5EF4-FFF2-40B4-BE49-F238E27FC236}">
                <a16:creationId xmlns:a16="http://schemas.microsoft.com/office/drawing/2014/main" id="{153C8209-1C55-4C7A-B222-1BD3D40A3C33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GT_10197">
            <a:extLst>
              <a:ext uri="{FF2B5EF4-FFF2-40B4-BE49-F238E27FC236}">
                <a16:creationId xmlns:a16="http://schemas.microsoft.com/office/drawing/2014/main" id="{23881B60-D1FF-4436-896A-C445F318E6C4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GT_10198">
            <a:extLst>
              <a:ext uri="{FF2B5EF4-FFF2-40B4-BE49-F238E27FC236}">
                <a16:creationId xmlns:a16="http://schemas.microsoft.com/office/drawing/2014/main" id="{8D096F00-5510-48F2-AE19-B325327168FE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GT_10199">
            <a:extLst>
              <a:ext uri="{FF2B5EF4-FFF2-40B4-BE49-F238E27FC236}">
                <a16:creationId xmlns:a16="http://schemas.microsoft.com/office/drawing/2014/main" id="{1212BC74-A9F3-4AC8-95F0-C0C5C2DB26AC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GT_10200">
            <a:extLst>
              <a:ext uri="{FF2B5EF4-FFF2-40B4-BE49-F238E27FC236}">
                <a16:creationId xmlns:a16="http://schemas.microsoft.com/office/drawing/2014/main" id="{6C1ABE54-5650-4285-83CF-11A65449CD90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GT_10201">
            <a:extLst>
              <a:ext uri="{FF2B5EF4-FFF2-40B4-BE49-F238E27FC236}">
                <a16:creationId xmlns:a16="http://schemas.microsoft.com/office/drawing/2014/main" id="{0FFE5576-010F-442A-A1AE-9EAE6BF296FD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GT_10202">
            <a:extLst>
              <a:ext uri="{FF2B5EF4-FFF2-40B4-BE49-F238E27FC236}">
                <a16:creationId xmlns:a16="http://schemas.microsoft.com/office/drawing/2014/main" id="{17E46378-CB15-48B5-8976-9ED57C2C1B1E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GT_10203">
            <a:extLst>
              <a:ext uri="{FF2B5EF4-FFF2-40B4-BE49-F238E27FC236}">
                <a16:creationId xmlns:a16="http://schemas.microsoft.com/office/drawing/2014/main" id="{826D8BA9-FCEA-4B9F-AC8E-247439D6DDA8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GT_10204">
            <a:extLst>
              <a:ext uri="{FF2B5EF4-FFF2-40B4-BE49-F238E27FC236}">
                <a16:creationId xmlns:a16="http://schemas.microsoft.com/office/drawing/2014/main" id="{23D08D56-B185-4217-8B7C-5899C255F056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GT_10205">
            <a:extLst>
              <a:ext uri="{FF2B5EF4-FFF2-40B4-BE49-F238E27FC236}">
                <a16:creationId xmlns:a16="http://schemas.microsoft.com/office/drawing/2014/main" id="{B2181151-99B5-4D16-A207-3FCF809CE75A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GT_10206">
            <a:extLst>
              <a:ext uri="{FF2B5EF4-FFF2-40B4-BE49-F238E27FC236}">
                <a16:creationId xmlns:a16="http://schemas.microsoft.com/office/drawing/2014/main" id="{F6071063-490A-478B-A8FA-F31B2617EC6D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GT_10207">
            <a:extLst>
              <a:ext uri="{FF2B5EF4-FFF2-40B4-BE49-F238E27FC236}">
                <a16:creationId xmlns:a16="http://schemas.microsoft.com/office/drawing/2014/main" id="{26AB2725-3689-481E-B44A-AB7034825545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GT_10208">
            <a:extLst>
              <a:ext uri="{FF2B5EF4-FFF2-40B4-BE49-F238E27FC236}">
                <a16:creationId xmlns:a16="http://schemas.microsoft.com/office/drawing/2014/main" id="{08AA66A2-4B1D-486B-B69F-03A4B08A699D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GT_10209">
            <a:extLst>
              <a:ext uri="{FF2B5EF4-FFF2-40B4-BE49-F238E27FC236}">
                <a16:creationId xmlns:a16="http://schemas.microsoft.com/office/drawing/2014/main" id="{6AECD466-835C-43F0-8EE3-1069A907F055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GT_10210">
            <a:extLst>
              <a:ext uri="{FF2B5EF4-FFF2-40B4-BE49-F238E27FC236}">
                <a16:creationId xmlns:a16="http://schemas.microsoft.com/office/drawing/2014/main" id="{D3E8A22D-330B-42A1-8591-555AC0663B30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GT_10211">
            <a:extLst>
              <a:ext uri="{FF2B5EF4-FFF2-40B4-BE49-F238E27FC236}">
                <a16:creationId xmlns:a16="http://schemas.microsoft.com/office/drawing/2014/main" id="{04DAD5D4-9B0C-4334-B208-585165F3085C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GT_10212">
            <a:extLst>
              <a:ext uri="{FF2B5EF4-FFF2-40B4-BE49-F238E27FC236}">
                <a16:creationId xmlns:a16="http://schemas.microsoft.com/office/drawing/2014/main" id="{FF56C3C6-DC8B-4DEA-8E74-0BE7F47A4D22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GT_10213">
            <a:extLst>
              <a:ext uri="{FF2B5EF4-FFF2-40B4-BE49-F238E27FC236}">
                <a16:creationId xmlns:a16="http://schemas.microsoft.com/office/drawing/2014/main" id="{C9EF291F-9614-47EC-93FA-C04AEB6DD18B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GT_10214">
            <a:extLst>
              <a:ext uri="{FF2B5EF4-FFF2-40B4-BE49-F238E27FC236}">
                <a16:creationId xmlns:a16="http://schemas.microsoft.com/office/drawing/2014/main" id="{5BAFE0A2-AD08-4A18-819A-A2D949C57BC3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GT_10215">
            <a:extLst>
              <a:ext uri="{FF2B5EF4-FFF2-40B4-BE49-F238E27FC236}">
                <a16:creationId xmlns:a16="http://schemas.microsoft.com/office/drawing/2014/main" id="{99DCCE15-5C2B-4915-93E0-ABBFE3E03349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GT_10216">
            <a:extLst>
              <a:ext uri="{FF2B5EF4-FFF2-40B4-BE49-F238E27FC236}">
                <a16:creationId xmlns:a16="http://schemas.microsoft.com/office/drawing/2014/main" id="{BAEEE1B4-2F24-4946-B4B8-5D5EB03DF5A2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GT_10217">
            <a:extLst>
              <a:ext uri="{FF2B5EF4-FFF2-40B4-BE49-F238E27FC236}">
                <a16:creationId xmlns:a16="http://schemas.microsoft.com/office/drawing/2014/main" id="{8A6DCF80-5AE7-4072-A31B-D8895D91E467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GT_10218">
            <a:extLst>
              <a:ext uri="{FF2B5EF4-FFF2-40B4-BE49-F238E27FC236}">
                <a16:creationId xmlns:a16="http://schemas.microsoft.com/office/drawing/2014/main" id="{8B75F07B-959E-4075-83B9-3E6FF23AD8EE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GT_10219">
            <a:extLst>
              <a:ext uri="{FF2B5EF4-FFF2-40B4-BE49-F238E27FC236}">
                <a16:creationId xmlns:a16="http://schemas.microsoft.com/office/drawing/2014/main" id="{4C83D26B-C900-47B6-A194-413BF7268D11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GT_10220">
            <a:extLst>
              <a:ext uri="{FF2B5EF4-FFF2-40B4-BE49-F238E27FC236}">
                <a16:creationId xmlns:a16="http://schemas.microsoft.com/office/drawing/2014/main" id="{AABEDFB9-5C66-46D1-9C82-F7BE8ADFC68A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GT_10221">
            <a:extLst>
              <a:ext uri="{FF2B5EF4-FFF2-40B4-BE49-F238E27FC236}">
                <a16:creationId xmlns:a16="http://schemas.microsoft.com/office/drawing/2014/main" id="{B2D18BE7-B653-4E18-9C32-536663622966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GT_10222">
            <a:extLst>
              <a:ext uri="{FF2B5EF4-FFF2-40B4-BE49-F238E27FC236}">
                <a16:creationId xmlns:a16="http://schemas.microsoft.com/office/drawing/2014/main" id="{E0154859-B6FB-4A07-B778-6C1CBEC3AA1D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GT_10223">
            <a:extLst>
              <a:ext uri="{FF2B5EF4-FFF2-40B4-BE49-F238E27FC236}">
                <a16:creationId xmlns:a16="http://schemas.microsoft.com/office/drawing/2014/main" id="{1A9F7FC1-E4D5-4B8C-B80D-C5D4A8BA1A04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GT_10224">
            <a:extLst>
              <a:ext uri="{FF2B5EF4-FFF2-40B4-BE49-F238E27FC236}">
                <a16:creationId xmlns:a16="http://schemas.microsoft.com/office/drawing/2014/main" id="{73C20CEB-ACF2-4AC6-9CD9-BA51FA03F097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GT_10225">
            <a:extLst>
              <a:ext uri="{FF2B5EF4-FFF2-40B4-BE49-F238E27FC236}">
                <a16:creationId xmlns:a16="http://schemas.microsoft.com/office/drawing/2014/main" id="{6B1D0F78-8D10-48BF-AFC1-B0D0F5CA1741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GT_10226">
            <a:extLst>
              <a:ext uri="{FF2B5EF4-FFF2-40B4-BE49-F238E27FC236}">
                <a16:creationId xmlns:a16="http://schemas.microsoft.com/office/drawing/2014/main" id="{95A79410-AFF3-4C7B-9309-5ED033BB2254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GT_10227">
            <a:extLst>
              <a:ext uri="{FF2B5EF4-FFF2-40B4-BE49-F238E27FC236}">
                <a16:creationId xmlns:a16="http://schemas.microsoft.com/office/drawing/2014/main" id="{165005ED-5AEC-4110-B3EE-253FC837DEA0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GT_10228">
            <a:extLst>
              <a:ext uri="{FF2B5EF4-FFF2-40B4-BE49-F238E27FC236}">
                <a16:creationId xmlns:a16="http://schemas.microsoft.com/office/drawing/2014/main" id="{66FD28D8-5221-4781-B4F8-3C9EC2DA74B7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GT_10229">
            <a:extLst>
              <a:ext uri="{FF2B5EF4-FFF2-40B4-BE49-F238E27FC236}">
                <a16:creationId xmlns:a16="http://schemas.microsoft.com/office/drawing/2014/main" id="{DAECA7D4-CBB4-426C-A04C-770649F52741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GT_10230">
            <a:extLst>
              <a:ext uri="{FF2B5EF4-FFF2-40B4-BE49-F238E27FC236}">
                <a16:creationId xmlns:a16="http://schemas.microsoft.com/office/drawing/2014/main" id="{924C5D59-14BE-4B51-B901-BBCD12D33B45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GT_10231">
            <a:extLst>
              <a:ext uri="{FF2B5EF4-FFF2-40B4-BE49-F238E27FC236}">
                <a16:creationId xmlns:a16="http://schemas.microsoft.com/office/drawing/2014/main" id="{ADA20C93-C682-438F-AEF3-FF028DC65C79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GT_10232">
            <a:extLst>
              <a:ext uri="{FF2B5EF4-FFF2-40B4-BE49-F238E27FC236}">
                <a16:creationId xmlns:a16="http://schemas.microsoft.com/office/drawing/2014/main" id="{92070A3B-B9B3-4197-9684-2A5F99433EB9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GT_10233">
            <a:extLst>
              <a:ext uri="{FF2B5EF4-FFF2-40B4-BE49-F238E27FC236}">
                <a16:creationId xmlns:a16="http://schemas.microsoft.com/office/drawing/2014/main" id="{1D4DE2F9-38F8-4357-81B4-7C66381347E6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GT_10234">
            <a:extLst>
              <a:ext uri="{FF2B5EF4-FFF2-40B4-BE49-F238E27FC236}">
                <a16:creationId xmlns:a16="http://schemas.microsoft.com/office/drawing/2014/main" id="{EB3468DD-70CF-40DB-9C4A-E21967C8D6FA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GT_10235">
            <a:extLst>
              <a:ext uri="{FF2B5EF4-FFF2-40B4-BE49-F238E27FC236}">
                <a16:creationId xmlns:a16="http://schemas.microsoft.com/office/drawing/2014/main" id="{4B6E2A17-D8A1-485F-AF37-37E43DDB2EC8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GT_10236">
            <a:extLst>
              <a:ext uri="{FF2B5EF4-FFF2-40B4-BE49-F238E27FC236}">
                <a16:creationId xmlns:a16="http://schemas.microsoft.com/office/drawing/2014/main" id="{2A958806-0CD8-49FB-AC85-13A32247AC4E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GT_10237">
            <a:extLst>
              <a:ext uri="{FF2B5EF4-FFF2-40B4-BE49-F238E27FC236}">
                <a16:creationId xmlns:a16="http://schemas.microsoft.com/office/drawing/2014/main" id="{463C3A6A-438B-4C34-A0EF-AD958ECA691E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GT_10238">
            <a:extLst>
              <a:ext uri="{FF2B5EF4-FFF2-40B4-BE49-F238E27FC236}">
                <a16:creationId xmlns:a16="http://schemas.microsoft.com/office/drawing/2014/main" id="{C57875E1-3643-435A-8BFA-35E6FD1F8A8A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GT_10239">
            <a:extLst>
              <a:ext uri="{FF2B5EF4-FFF2-40B4-BE49-F238E27FC236}">
                <a16:creationId xmlns:a16="http://schemas.microsoft.com/office/drawing/2014/main" id="{731C8D09-D1DB-40E8-ADE4-500720D3C5EE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GT_10240">
            <a:extLst>
              <a:ext uri="{FF2B5EF4-FFF2-40B4-BE49-F238E27FC236}">
                <a16:creationId xmlns:a16="http://schemas.microsoft.com/office/drawing/2014/main" id="{C94650B1-41B0-47A7-A44F-4C80CD68B2F2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GT_10241">
            <a:extLst>
              <a:ext uri="{FF2B5EF4-FFF2-40B4-BE49-F238E27FC236}">
                <a16:creationId xmlns:a16="http://schemas.microsoft.com/office/drawing/2014/main" id="{0F9BF6B8-F8F2-486A-B205-830C86BAD760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GT_10242">
            <a:extLst>
              <a:ext uri="{FF2B5EF4-FFF2-40B4-BE49-F238E27FC236}">
                <a16:creationId xmlns:a16="http://schemas.microsoft.com/office/drawing/2014/main" id="{4BDDFD27-61FD-4B8F-A375-CE83EF222011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GT_10243">
            <a:extLst>
              <a:ext uri="{FF2B5EF4-FFF2-40B4-BE49-F238E27FC236}">
                <a16:creationId xmlns:a16="http://schemas.microsoft.com/office/drawing/2014/main" id="{B0A97A02-01C8-4A20-9566-89C4155C1292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GT_10244">
            <a:extLst>
              <a:ext uri="{FF2B5EF4-FFF2-40B4-BE49-F238E27FC236}">
                <a16:creationId xmlns:a16="http://schemas.microsoft.com/office/drawing/2014/main" id="{52497E30-5E18-469C-BCE4-FC590C284844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GT_10245">
            <a:extLst>
              <a:ext uri="{FF2B5EF4-FFF2-40B4-BE49-F238E27FC236}">
                <a16:creationId xmlns:a16="http://schemas.microsoft.com/office/drawing/2014/main" id="{46344893-4FD9-443E-BD25-803F4D9512A5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GT_10246">
            <a:extLst>
              <a:ext uri="{FF2B5EF4-FFF2-40B4-BE49-F238E27FC236}">
                <a16:creationId xmlns:a16="http://schemas.microsoft.com/office/drawing/2014/main" id="{796A7F4E-D5A9-4FA4-A96D-BE68E9DAFB05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GT_10247">
            <a:extLst>
              <a:ext uri="{FF2B5EF4-FFF2-40B4-BE49-F238E27FC236}">
                <a16:creationId xmlns:a16="http://schemas.microsoft.com/office/drawing/2014/main" id="{85B2446F-C246-46D6-A20B-E467A1B66B4F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GT_10248">
            <a:extLst>
              <a:ext uri="{FF2B5EF4-FFF2-40B4-BE49-F238E27FC236}">
                <a16:creationId xmlns:a16="http://schemas.microsoft.com/office/drawing/2014/main" id="{01ACE20F-9876-4DE5-B6CD-155C1B5F4BA7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GT_10249">
            <a:extLst>
              <a:ext uri="{FF2B5EF4-FFF2-40B4-BE49-F238E27FC236}">
                <a16:creationId xmlns:a16="http://schemas.microsoft.com/office/drawing/2014/main" id="{01947AB1-80E8-4D1C-872D-94AE8760D6CE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GT_10250">
            <a:extLst>
              <a:ext uri="{FF2B5EF4-FFF2-40B4-BE49-F238E27FC236}">
                <a16:creationId xmlns:a16="http://schemas.microsoft.com/office/drawing/2014/main" id="{B70885B7-84F5-4C3D-8407-2104608452B5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GT_10251">
            <a:extLst>
              <a:ext uri="{FF2B5EF4-FFF2-40B4-BE49-F238E27FC236}">
                <a16:creationId xmlns:a16="http://schemas.microsoft.com/office/drawing/2014/main" id="{6723A0F1-9347-40C1-B750-3A8BFD87455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GT_10252">
            <a:extLst>
              <a:ext uri="{FF2B5EF4-FFF2-40B4-BE49-F238E27FC236}">
                <a16:creationId xmlns:a16="http://schemas.microsoft.com/office/drawing/2014/main" id="{F9A76870-BC4B-4444-82ED-6891A872F719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GT_10253">
            <a:extLst>
              <a:ext uri="{FF2B5EF4-FFF2-40B4-BE49-F238E27FC236}">
                <a16:creationId xmlns:a16="http://schemas.microsoft.com/office/drawing/2014/main" id="{C1BEB699-1A88-40B5-9717-CC0DE5D8C499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GT_10254">
            <a:extLst>
              <a:ext uri="{FF2B5EF4-FFF2-40B4-BE49-F238E27FC236}">
                <a16:creationId xmlns:a16="http://schemas.microsoft.com/office/drawing/2014/main" id="{DFE63CF1-4756-4F31-9A61-1D23CD971DB6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GT_10255">
            <a:extLst>
              <a:ext uri="{FF2B5EF4-FFF2-40B4-BE49-F238E27FC236}">
                <a16:creationId xmlns:a16="http://schemas.microsoft.com/office/drawing/2014/main" id="{B46339CC-F509-45F9-878C-FDEC2B8DFAC4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GT_10256">
            <a:extLst>
              <a:ext uri="{FF2B5EF4-FFF2-40B4-BE49-F238E27FC236}">
                <a16:creationId xmlns:a16="http://schemas.microsoft.com/office/drawing/2014/main" id="{3F718189-8BD6-4234-9091-523C603B3389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GT_10257">
            <a:extLst>
              <a:ext uri="{FF2B5EF4-FFF2-40B4-BE49-F238E27FC236}">
                <a16:creationId xmlns:a16="http://schemas.microsoft.com/office/drawing/2014/main" id="{3C245E6E-CAD6-4A20-9DD9-87D7D6F4462E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GT_10258">
            <a:extLst>
              <a:ext uri="{FF2B5EF4-FFF2-40B4-BE49-F238E27FC236}">
                <a16:creationId xmlns:a16="http://schemas.microsoft.com/office/drawing/2014/main" id="{D8C05551-474E-432E-8054-26560E551AD2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GT_10259">
            <a:extLst>
              <a:ext uri="{FF2B5EF4-FFF2-40B4-BE49-F238E27FC236}">
                <a16:creationId xmlns:a16="http://schemas.microsoft.com/office/drawing/2014/main" id="{47CE83AE-31B6-48A2-9790-09AE94CB757B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GT_10260">
            <a:extLst>
              <a:ext uri="{FF2B5EF4-FFF2-40B4-BE49-F238E27FC236}">
                <a16:creationId xmlns:a16="http://schemas.microsoft.com/office/drawing/2014/main" id="{894E174F-910C-4DC2-8870-F937DF94D238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GT_10261">
            <a:extLst>
              <a:ext uri="{FF2B5EF4-FFF2-40B4-BE49-F238E27FC236}">
                <a16:creationId xmlns:a16="http://schemas.microsoft.com/office/drawing/2014/main" id="{9DA94AD3-1804-4E32-84D1-D93E047326BA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GT_10262">
            <a:extLst>
              <a:ext uri="{FF2B5EF4-FFF2-40B4-BE49-F238E27FC236}">
                <a16:creationId xmlns:a16="http://schemas.microsoft.com/office/drawing/2014/main" id="{91DE149B-9882-485F-9291-A8ED4910135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GT_10263">
            <a:extLst>
              <a:ext uri="{FF2B5EF4-FFF2-40B4-BE49-F238E27FC236}">
                <a16:creationId xmlns:a16="http://schemas.microsoft.com/office/drawing/2014/main" id="{339C5335-C240-4E25-96CF-7E9F58D24204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GT_10264">
            <a:extLst>
              <a:ext uri="{FF2B5EF4-FFF2-40B4-BE49-F238E27FC236}">
                <a16:creationId xmlns:a16="http://schemas.microsoft.com/office/drawing/2014/main" id="{28F1F931-BA2B-4095-9436-AC46A8A3F688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GT_10265">
            <a:extLst>
              <a:ext uri="{FF2B5EF4-FFF2-40B4-BE49-F238E27FC236}">
                <a16:creationId xmlns:a16="http://schemas.microsoft.com/office/drawing/2014/main" id="{0688B508-ED44-4B5D-BE27-19CB36C885FB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GT_10266">
            <a:extLst>
              <a:ext uri="{FF2B5EF4-FFF2-40B4-BE49-F238E27FC236}">
                <a16:creationId xmlns:a16="http://schemas.microsoft.com/office/drawing/2014/main" id="{48B4EC08-2AF5-4F18-87A4-1486E82C66D3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GT_10267">
            <a:extLst>
              <a:ext uri="{FF2B5EF4-FFF2-40B4-BE49-F238E27FC236}">
                <a16:creationId xmlns:a16="http://schemas.microsoft.com/office/drawing/2014/main" id="{C5C15E1C-0FA0-47E6-8252-CE2EE13F838D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GT_10268">
            <a:extLst>
              <a:ext uri="{FF2B5EF4-FFF2-40B4-BE49-F238E27FC236}">
                <a16:creationId xmlns:a16="http://schemas.microsoft.com/office/drawing/2014/main" id="{BE550CAC-AAB6-4EF2-AD0C-CABA610AC944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GT_10269">
            <a:extLst>
              <a:ext uri="{FF2B5EF4-FFF2-40B4-BE49-F238E27FC236}">
                <a16:creationId xmlns:a16="http://schemas.microsoft.com/office/drawing/2014/main" id="{9B881CD2-D952-4BB3-89BF-3D8E444F4CD1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GT_10270">
            <a:extLst>
              <a:ext uri="{FF2B5EF4-FFF2-40B4-BE49-F238E27FC236}">
                <a16:creationId xmlns:a16="http://schemas.microsoft.com/office/drawing/2014/main" id="{88441289-68E5-40F0-9376-595EE0B844B7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GT_10271">
            <a:extLst>
              <a:ext uri="{FF2B5EF4-FFF2-40B4-BE49-F238E27FC236}">
                <a16:creationId xmlns:a16="http://schemas.microsoft.com/office/drawing/2014/main" id="{FB3A4F31-30C0-4541-9943-77CED42126D5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GT_10272">
            <a:extLst>
              <a:ext uri="{FF2B5EF4-FFF2-40B4-BE49-F238E27FC236}">
                <a16:creationId xmlns:a16="http://schemas.microsoft.com/office/drawing/2014/main" id="{7A83DF4D-D7CC-43C2-AEFE-2EC345F971E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GT_10273">
            <a:extLst>
              <a:ext uri="{FF2B5EF4-FFF2-40B4-BE49-F238E27FC236}">
                <a16:creationId xmlns:a16="http://schemas.microsoft.com/office/drawing/2014/main" id="{5EE8A390-05E4-40DA-ACBA-69985A4E8DD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GT_10274">
            <a:extLst>
              <a:ext uri="{FF2B5EF4-FFF2-40B4-BE49-F238E27FC236}">
                <a16:creationId xmlns:a16="http://schemas.microsoft.com/office/drawing/2014/main" id="{A300B237-BCA2-45C8-A746-3C02A7AA0F99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GT_10275">
            <a:extLst>
              <a:ext uri="{FF2B5EF4-FFF2-40B4-BE49-F238E27FC236}">
                <a16:creationId xmlns:a16="http://schemas.microsoft.com/office/drawing/2014/main" id="{1EEBB684-8C0A-4B49-8DC2-8C132F5DAD16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GT_10276">
            <a:extLst>
              <a:ext uri="{FF2B5EF4-FFF2-40B4-BE49-F238E27FC236}">
                <a16:creationId xmlns:a16="http://schemas.microsoft.com/office/drawing/2014/main" id="{C4EC5693-C396-42CA-9150-043C20E2B59B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GT_10277">
            <a:extLst>
              <a:ext uri="{FF2B5EF4-FFF2-40B4-BE49-F238E27FC236}">
                <a16:creationId xmlns:a16="http://schemas.microsoft.com/office/drawing/2014/main" id="{15B9480C-6641-4D3D-8084-6D15411A74E5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GT_10278">
            <a:extLst>
              <a:ext uri="{FF2B5EF4-FFF2-40B4-BE49-F238E27FC236}">
                <a16:creationId xmlns:a16="http://schemas.microsoft.com/office/drawing/2014/main" id="{FDA3FDED-2849-4030-AEB7-05CD82FF91C5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GT_10279">
            <a:extLst>
              <a:ext uri="{FF2B5EF4-FFF2-40B4-BE49-F238E27FC236}">
                <a16:creationId xmlns:a16="http://schemas.microsoft.com/office/drawing/2014/main" id="{255EB324-6B30-4BC3-BD70-22A829094BEE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GT_10280">
            <a:extLst>
              <a:ext uri="{FF2B5EF4-FFF2-40B4-BE49-F238E27FC236}">
                <a16:creationId xmlns:a16="http://schemas.microsoft.com/office/drawing/2014/main" id="{56C089BE-7D50-4417-845E-1143F979F464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GT_10281">
            <a:extLst>
              <a:ext uri="{FF2B5EF4-FFF2-40B4-BE49-F238E27FC236}">
                <a16:creationId xmlns:a16="http://schemas.microsoft.com/office/drawing/2014/main" id="{6B1C93A6-03F0-4590-9710-D93517CB9766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GT_10282">
            <a:extLst>
              <a:ext uri="{FF2B5EF4-FFF2-40B4-BE49-F238E27FC236}">
                <a16:creationId xmlns:a16="http://schemas.microsoft.com/office/drawing/2014/main" id="{965C3CBA-404B-4E5C-8B1A-C0D5ABE93845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GT_10283">
            <a:extLst>
              <a:ext uri="{FF2B5EF4-FFF2-40B4-BE49-F238E27FC236}">
                <a16:creationId xmlns:a16="http://schemas.microsoft.com/office/drawing/2014/main" id="{E9899834-EF2C-4D77-9718-EF297A1B8F08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GT_10284">
            <a:extLst>
              <a:ext uri="{FF2B5EF4-FFF2-40B4-BE49-F238E27FC236}">
                <a16:creationId xmlns:a16="http://schemas.microsoft.com/office/drawing/2014/main" id="{E1E11224-252C-4FF4-9EFB-34357AA6ABF7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GT_10285">
            <a:extLst>
              <a:ext uri="{FF2B5EF4-FFF2-40B4-BE49-F238E27FC236}">
                <a16:creationId xmlns:a16="http://schemas.microsoft.com/office/drawing/2014/main" id="{1BBEE090-B5D9-428A-8CD4-1F3E8610474A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GT_10286">
            <a:extLst>
              <a:ext uri="{FF2B5EF4-FFF2-40B4-BE49-F238E27FC236}">
                <a16:creationId xmlns:a16="http://schemas.microsoft.com/office/drawing/2014/main" id="{6A5FF9D8-B9A3-4DAD-8388-F850EEE0C423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GT_10287">
            <a:extLst>
              <a:ext uri="{FF2B5EF4-FFF2-40B4-BE49-F238E27FC236}">
                <a16:creationId xmlns:a16="http://schemas.microsoft.com/office/drawing/2014/main" id="{EC4EFF6E-9F86-478C-B9CB-1AEB02CFA77B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GT_10288">
            <a:extLst>
              <a:ext uri="{FF2B5EF4-FFF2-40B4-BE49-F238E27FC236}">
                <a16:creationId xmlns:a16="http://schemas.microsoft.com/office/drawing/2014/main" id="{C4E4C79A-0CA8-41C8-9153-B5C3608AF3C7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GT_10289">
            <a:extLst>
              <a:ext uri="{FF2B5EF4-FFF2-40B4-BE49-F238E27FC236}">
                <a16:creationId xmlns:a16="http://schemas.microsoft.com/office/drawing/2014/main" id="{5B37BEB5-7FDF-4ACC-86B9-375DDD76BD80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GT_10290">
            <a:extLst>
              <a:ext uri="{FF2B5EF4-FFF2-40B4-BE49-F238E27FC236}">
                <a16:creationId xmlns:a16="http://schemas.microsoft.com/office/drawing/2014/main" id="{89587463-D2B7-4ABA-99F2-823E26FC11DD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GT_10291">
            <a:extLst>
              <a:ext uri="{FF2B5EF4-FFF2-40B4-BE49-F238E27FC236}">
                <a16:creationId xmlns:a16="http://schemas.microsoft.com/office/drawing/2014/main" id="{20DAE985-12A0-429E-A7E4-F2977CA614CA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GT_10292">
            <a:extLst>
              <a:ext uri="{FF2B5EF4-FFF2-40B4-BE49-F238E27FC236}">
                <a16:creationId xmlns:a16="http://schemas.microsoft.com/office/drawing/2014/main" id="{0485AD50-1C6F-4DEE-9A6D-F11A58CE3CF5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GT_10293">
            <a:extLst>
              <a:ext uri="{FF2B5EF4-FFF2-40B4-BE49-F238E27FC236}">
                <a16:creationId xmlns:a16="http://schemas.microsoft.com/office/drawing/2014/main" id="{08AEB262-AECE-4FE7-B24C-D0F5F414F28E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GT_10294">
            <a:extLst>
              <a:ext uri="{FF2B5EF4-FFF2-40B4-BE49-F238E27FC236}">
                <a16:creationId xmlns:a16="http://schemas.microsoft.com/office/drawing/2014/main" id="{A88F6147-35D4-4E26-8224-C005EDA13CBA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GT_10295">
            <a:extLst>
              <a:ext uri="{FF2B5EF4-FFF2-40B4-BE49-F238E27FC236}">
                <a16:creationId xmlns:a16="http://schemas.microsoft.com/office/drawing/2014/main" id="{F4D1CB8B-3240-40AB-8CBE-0FA106395BC9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GT_10296">
            <a:extLst>
              <a:ext uri="{FF2B5EF4-FFF2-40B4-BE49-F238E27FC236}">
                <a16:creationId xmlns:a16="http://schemas.microsoft.com/office/drawing/2014/main" id="{B998DE52-64F6-4CA0-A344-F4F35420FAC7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GT_10297">
            <a:extLst>
              <a:ext uri="{FF2B5EF4-FFF2-40B4-BE49-F238E27FC236}">
                <a16:creationId xmlns:a16="http://schemas.microsoft.com/office/drawing/2014/main" id="{2FDCBD68-1CBE-4392-A187-3BC3685B0FF2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GT_10298">
            <a:extLst>
              <a:ext uri="{FF2B5EF4-FFF2-40B4-BE49-F238E27FC236}">
                <a16:creationId xmlns:a16="http://schemas.microsoft.com/office/drawing/2014/main" id="{8CB09E37-2704-4EAF-8229-D57981BEE687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GT_10299">
            <a:extLst>
              <a:ext uri="{FF2B5EF4-FFF2-40B4-BE49-F238E27FC236}">
                <a16:creationId xmlns:a16="http://schemas.microsoft.com/office/drawing/2014/main" id="{CB6EFDEF-BC46-4B01-97EE-E1B2C9508F4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GT_10300">
            <a:extLst>
              <a:ext uri="{FF2B5EF4-FFF2-40B4-BE49-F238E27FC236}">
                <a16:creationId xmlns:a16="http://schemas.microsoft.com/office/drawing/2014/main" id="{4F370EFF-EE1D-41F1-9FB6-DAAE85ED465B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GT_10301">
            <a:extLst>
              <a:ext uri="{FF2B5EF4-FFF2-40B4-BE49-F238E27FC236}">
                <a16:creationId xmlns:a16="http://schemas.microsoft.com/office/drawing/2014/main" id="{BE7444F1-B431-4C9F-A724-E4A4247D60CB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GT_10302">
            <a:extLst>
              <a:ext uri="{FF2B5EF4-FFF2-40B4-BE49-F238E27FC236}">
                <a16:creationId xmlns:a16="http://schemas.microsoft.com/office/drawing/2014/main" id="{5E01CE07-D4F1-4824-957F-9BAD4701D219}"/>
              </a:ext>
            </a:extLst>
          </p:cNvPr>
          <p:cNvSpPr>
            <a:spLocks noGrp="1"/>
          </p:cNvSpPr>
          <p:nvPr/>
        </p:nvSpPr>
        <p:spPr>
          <a:xfrm>
            <a:off x="1836206" y="36800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GT_10303">
            <a:extLst>
              <a:ext uri="{FF2B5EF4-FFF2-40B4-BE49-F238E27FC236}">
                <a16:creationId xmlns:a16="http://schemas.microsoft.com/office/drawing/2014/main" id="{7F4F9462-FE3B-4820-B6D8-DA1D7C3429E9}"/>
              </a:ext>
            </a:extLst>
          </p:cNvPr>
          <p:cNvSpPr>
            <a:spLocks noGrp="1"/>
          </p:cNvSpPr>
          <p:nvPr/>
        </p:nvSpPr>
        <p:spPr>
          <a:xfrm>
            <a:off x="1957138" y="32888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GT_10304">
            <a:extLst>
              <a:ext uri="{FF2B5EF4-FFF2-40B4-BE49-F238E27FC236}">
                <a16:creationId xmlns:a16="http://schemas.microsoft.com/office/drawing/2014/main" id="{6273EA31-1612-44F0-8C30-BC9AD9325366}"/>
              </a:ext>
            </a:extLst>
          </p:cNvPr>
          <p:cNvSpPr>
            <a:spLocks noGrp="1"/>
          </p:cNvSpPr>
          <p:nvPr/>
        </p:nvSpPr>
        <p:spPr>
          <a:xfrm>
            <a:off x="1820424" y="33570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GT_10305">
            <a:extLst>
              <a:ext uri="{FF2B5EF4-FFF2-40B4-BE49-F238E27FC236}">
                <a16:creationId xmlns:a16="http://schemas.microsoft.com/office/drawing/2014/main" id="{3A0D1155-E32F-437C-9898-ABE11A5151F4}"/>
              </a:ext>
            </a:extLst>
          </p:cNvPr>
          <p:cNvSpPr>
            <a:spLocks noGrp="1"/>
          </p:cNvSpPr>
          <p:nvPr/>
        </p:nvSpPr>
        <p:spPr>
          <a:xfrm>
            <a:off x="1916807" y="59192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GT_10306">
            <a:extLst>
              <a:ext uri="{FF2B5EF4-FFF2-40B4-BE49-F238E27FC236}">
                <a16:creationId xmlns:a16="http://schemas.microsoft.com/office/drawing/2014/main" id="{20AA3AB0-D694-48B4-AC7E-B9DFABFCED38}"/>
              </a:ext>
            </a:extLst>
          </p:cNvPr>
          <p:cNvSpPr>
            <a:spLocks noGrp="1"/>
          </p:cNvSpPr>
          <p:nvPr/>
        </p:nvSpPr>
        <p:spPr>
          <a:xfrm>
            <a:off x="2017179" y="34746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GT_10307">
            <a:extLst>
              <a:ext uri="{FF2B5EF4-FFF2-40B4-BE49-F238E27FC236}">
                <a16:creationId xmlns:a16="http://schemas.microsoft.com/office/drawing/2014/main" id="{8F731694-750D-4297-BF82-F7DCCF45846E}"/>
              </a:ext>
            </a:extLst>
          </p:cNvPr>
          <p:cNvSpPr>
            <a:spLocks noGrp="1"/>
          </p:cNvSpPr>
          <p:nvPr/>
        </p:nvSpPr>
        <p:spPr>
          <a:xfrm>
            <a:off x="1933484" y="3536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GT_10308">
            <a:extLst>
              <a:ext uri="{FF2B5EF4-FFF2-40B4-BE49-F238E27FC236}">
                <a16:creationId xmlns:a16="http://schemas.microsoft.com/office/drawing/2014/main" id="{0606B34A-01A7-4E30-B007-115C6DD0622F}"/>
              </a:ext>
            </a:extLst>
          </p:cNvPr>
          <p:cNvSpPr>
            <a:spLocks noGrp="1"/>
          </p:cNvSpPr>
          <p:nvPr/>
        </p:nvSpPr>
        <p:spPr>
          <a:xfrm>
            <a:off x="1880315" y="33257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GT_10309">
            <a:extLst>
              <a:ext uri="{FF2B5EF4-FFF2-40B4-BE49-F238E27FC236}">
                <a16:creationId xmlns:a16="http://schemas.microsoft.com/office/drawing/2014/main" id="{0CBAB5BC-2101-4A85-9DA6-0A0DDD07D147}"/>
              </a:ext>
            </a:extLst>
          </p:cNvPr>
          <p:cNvSpPr>
            <a:spLocks noGrp="1"/>
          </p:cNvSpPr>
          <p:nvPr/>
        </p:nvSpPr>
        <p:spPr>
          <a:xfrm>
            <a:off x="1867920" y="34877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GT_10310">
            <a:extLst>
              <a:ext uri="{FF2B5EF4-FFF2-40B4-BE49-F238E27FC236}">
                <a16:creationId xmlns:a16="http://schemas.microsoft.com/office/drawing/2014/main" id="{3BCB7A47-3972-41EB-9B23-C89AB1206DC9}"/>
              </a:ext>
            </a:extLst>
          </p:cNvPr>
          <p:cNvSpPr>
            <a:spLocks noGrp="1"/>
          </p:cNvSpPr>
          <p:nvPr/>
        </p:nvSpPr>
        <p:spPr>
          <a:xfrm>
            <a:off x="1820950" y="53896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GT_10311">
            <a:extLst>
              <a:ext uri="{FF2B5EF4-FFF2-40B4-BE49-F238E27FC236}">
                <a16:creationId xmlns:a16="http://schemas.microsoft.com/office/drawing/2014/main" id="{2C618776-94F4-4500-B004-C8A0FDC3BA4D}"/>
              </a:ext>
            </a:extLst>
          </p:cNvPr>
          <p:cNvSpPr>
            <a:spLocks noGrp="1"/>
          </p:cNvSpPr>
          <p:nvPr/>
        </p:nvSpPr>
        <p:spPr>
          <a:xfrm>
            <a:off x="1875912" y="3516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GT_10312">
            <a:extLst>
              <a:ext uri="{FF2B5EF4-FFF2-40B4-BE49-F238E27FC236}">
                <a16:creationId xmlns:a16="http://schemas.microsoft.com/office/drawing/2014/main" id="{D7A4F456-D0EE-457B-85AC-DC308E16D155}"/>
              </a:ext>
            </a:extLst>
          </p:cNvPr>
          <p:cNvSpPr>
            <a:spLocks noGrp="1"/>
          </p:cNvSpPr>
          <p:nvPr/>
        </p:nvSpPr>
        <p:spPr>
          <a:xfrm>
            <a:off x="1823092" y="46096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GT_10313">
            <a:extLst>
              <a:ext uri="{FF2B5EF4-FFF2-40B4-BE49-F238E27FC236}">
                <a16:creationId xmlns:a16="http://schemas.microsoft.com/office/drawing/2014/main" id="{3BB734E2-2D1E-4F81-9B43-CDC0B06E5677}"/>
              </a:ext>
            </a:extLst>
          </p:cNvPr>
          <p:cNvSpPr>
            <a:spLocks noGrp="1"/>
          </p:cNvSpPr>
          <p:nvPr/>
        </p:nvSpPr>
        <p:spPr>
          <a:xfrm>
            <a:off x="1925200" y="33739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GT_10314">
            <a:extLst>
              <a:ext uri="{FF2B5EF4-FFF2-40B4-BE49-F238E27FC236}">
                <a16:creationId xmlns:a16="http://schemas.microsoft.com/office/drawing/2014/main" id="{74990607-BA8D-4BE8-AC56-BDFED678D87A}"/>
              </a:ext>
            </a:extLst>
          </p:cNvPr>
          <p:cNvSpPr>
            <a:spLocks noGrp="1"/>
          </p:cNvSpPr>
          <p:nvPr/>
        </p:nvSpPr>
        <p:spPr>
          <a:xfrm>
            <a:off x="1981699" y="3452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GT_10315">
            <a:extLst>
              <a:ext uri="{FF2B5EF4-FFF2-40B4-BE49-F238E27FC236}">
                <a16:creationId xmlns:a16="http://schemas.microsoft.com/office/drawing/2014/main" id="{43626156-E684-4A27-9347-AEE32D6A9257}"/>
              </a:ext>
            </a:extLst>
          </p:cNvPr>
          <p:cNvSpPr>
            <a:spLocks noGrp="1"/>
          </p:cNvSpPr>
          <p:nvPr/>
        </p:nvSpPr>
        <p:spPr>
          <a:xfrm>
            <a:off x="1955334" y="4632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GT_10316">
            <a:extLst>
              <a:ext uri="{FF2B5EF4-FFF2-40B4-BE49-F238E27FC236}">
                <a16:creationId xmlns:a16="http://schemas.microsoft.com/office/drawing/2014/main" id="{A15FA074-3ED0-403E-88B4-9C917D911045}"/>
              </a:ext>
            </a:extLst>
          </p:cNvPr>
          <p:cNvSpPr>
            <a:spLocks noGrp="1"/>
          </p:cNvSpPr>
          <p:nvPr/>
        </p:nvSpPr>
        <p:spPr>
          <a:xfrm>
            <a:off x="2009791" y="34685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GT_10317">
            <a:extLst>
              <a:ext uri="{FF2B5EF4-FFF2-40B4-BE49-F238E27FC236}">
                <a16:creationId xmlns:a16="http://schemas.microsoft.com/office/drawing/2014/main" id="{0BDCC227-3975-44BF-8AED-3F06D37B0DF0}"/>
              </a:ext>
            </a:extLst>
          </p:cNvPr>
          <p:cNvSpPr>
            <a:spLocks noGrp="1"/>
          </p:cNvSpPr>
          <p:nvPr/>
        </p:nvSpPr>
        <p:spPr>
          <a:xfrm>
            <a:off x="1987589" y="36428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GT_10318">
            <a:extLst>
              <a:ext uri="{FF2B5EF4-FFF2-40B4-BE49-F238E27FC236}">
                <a16:creationId xmlns:a16="http://schemas.microsoft.com/office/drawing/2014/main" id="{EEF36222-BA2E-422B-8643-78F61581E386}"/>
              </a:ext>
            </a:extLst>
          </p:cNvPr>
          <p:cNvSpPr>
            <a:spLocks noGrp="1"/>
          </p:cNvSpPr>
          <p:nvPr/>
        </p:nvSpPr>
        <p:spPr>
          <a:xfrm>
            <a:off x="1842931" y="54592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GT_10319">
            <a:extLst>
              <a:ext uri="{FF2B5EF4-FFF2-40B4-BE49-F238E27FC236}">
                <a16:creationId xmlns:a16="http://schemas.microsoft.com/office/drawing/2014/main" id="{A54446DE-3388-400C-9E26-F9CAB995FECE}"/>
              </a:ext>
            </a:extLst>
          </p:cNvPr>
          <p:cNvSpPr>
            <a:spLocks noGrp="1"/>
          </p:cNvSpPr>
          <p:nvPr/>
        </p:nvSpPr>
        <p:spPr>
          <a:xfrm>
            <a:off x="1855865" y="35960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GT_10320">
            <a:extLst>
              <a:ext uri="{FF2B5EF4-FFF2-40B4-BE49-F238E27FC236}">
                <a16:creationId xmlns:a16="http://schemas.microsoft.com/office/drawing/2014/main" id="{D6F63EE0-F651-4EA6-BB89-95BF7DAC9009}"/>
              </a:ext>
            </a:extLst>
          </p:cNvPr>
          <p:cNvSpPr>
            <a:spLocks noGrp="1"/>
          </p:cNvSpPr>
          <p:nvPr/>
        </p:nvSpPr>
        <p:spPr>
          <a:xfrm>
            <a:off x="1986169" y="3635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GT_10321">
            <a:extLst>
              <a:ext uri="{FF2B5EF4-FFF2-40B4-BE49-F238E27FC236}">
                <a16:creationId xmlns:a16="http://schemas.microsoft.com/office/drawing/2014/main" id="{05255ECB-1FDF-4D1F-A20D-18C59B741CCC}"/>
              </a:ext>
            </a:extLst>
          </p:cNvPr>
          <p:cNvSpPr>
            <a:spLocks noGrp="1"/>
          </p:cNvSpPr>
          <p:nvPr/>
        </p:nvSpPr>
        <p:spPr>
          <a:xfrm>
            <a:off x="2015714" y="40404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GT_10322">
            <a:extLst>
              <a:ext uri="{FF2B5EF4-FFF2-40B4-BE49-F238E27FC236}">
                <a16:creationId xmlns:a16="http://schemas.microsoft.com/office/drawing/2014/main" id="{4F51E30A-F92E-484F-B77A-EBBF7BFFA731}"/>
              </a:ext>
            </a:extLst>
          </p:cNvPr>
          <p:cNvSpPr>
            <a:spLocks noGrp="1"/>
          </p:cNvSpPr>
          <p:nvPr/>
        </p:nvSpPr>
        <p:spPr>
          <a:xfrm>
            <a:off x="1982942" y="4900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GT_10323">
            <a:extLst>
              <a:ext uri="{FF2B5EF4-FFF2-40B4-BE49-F238E27FC236}">
                <a16:creationId xmlns:a16="http://schemas.microsoft.com/office/drawing/2014/main" id="{669B4F64-DE90-4899-86E2-F1313840FBA9}"/>
              </a:ext>
            </a:extLst>
          </p:cNvPr>
          <p:cNvSpPr>
            <a:spLocks noGrp="1"/>
          </p:cNvSpPr>
          <p:nvPr/>
        </p:nvSpPr>
        <p:spPr>
          <a:xfrm>
            <a:off x="1817155" y="417319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GT_10324">
            <a:extLst>
              <a:ext uri="{FF2B5EF4-FFF2-40B4-BE49-F238E27FC236}">
                <a16:creationId xmlns:a16="http://schemas.microsoft.com/office/drawing/2014/main" id="{BB9A9D95-94D4-47E2-A70C-211F0684D2BE}"/>
              </a:ext>
            </a:extLst>
          </p:cNvPr>
          <p:cNvSpPr>
            <a:spLocks noGrp="1"/>
          </p:cNvSpPr>
          <p:nvPr/>
        </p:nvSpPr>
        <p:spPr>
          <a:xfrm>
            <a:off x="2017192" y="4248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GT_10325">
            <a:extLst>
              <a:ext uri="{FF2B5EF4-FFF2-40B4-BE49-F238E27FC236}">
                <a16:creationId xmlns:a16="http://schemas.microsoft.com/office/drawing/2014/main" id="{47831BF9-192C-4D2E-B80E-1FC54561B7D1}"/>
              </a:ext>
            </a:extLst>
          </p:cNvPr>
          <p:cNvSpPr>
            <a:spLocks noGrp="1"/>
          </p:cNvSpPr>
          <p:nvPr/>
        </p:nvSpPr>
        <p:spPr>
          <a:xfrm>
            <a:off x="1807516" y="33298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GT_10326">
            <a:extLst>
              <a:ext uri="{FF2B5EF4-FFF2-40B4-BE49-F238E27FC236}">
                <a16:creationId xmlns:a16="http://schemas.microsoft.com/office/drawing/2014/main" id="{DC76500C-ECF0-4B2C-9E0F-BA613327779D}"/>
              </a:ext>
            </a:extLst>
          </p:cNvPr>
          <p:cNvSpPr>
            <a:spLocks noGrp="1"/>
          </p:cNvSpPr>
          <p:nvPr/>
        </p:nvSpPr>
        <p:spPr>
          <a:xfrm>
            <a:off x="1780491" y="44555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GT_10327">
            <a:extLst>
              <a:ext uri="{FF2B5EF4-FFF2-40B4-BE49-F238E27FC236}">
                <a16:creationId xmlns:a16="http://schemas.microsoft.com/office/drawing/2014/main" id="{A012BC02-3841-43D5-B8F4-5286B8F16F23}"/>
              </a:ext>
            </a:extLst>
          </p:cNvPr>
          <p:cNvSpPr>
            <a:spLocks noGrp="1"/>
          </p:cNvSpPr>
          <p:nvPr/>
        </p:nvSpPr>
        <p:spPr>
          <a:xfrm>
            <a:off x="1919378" y="607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GT_10328">
            <a:extLst>
              <a:ext uri="{FF2B5EF4-FFF2-40B4-BE49-F238E27FC236}">
                <a16:creationId xmlns:a16="http://schemas.microsoft.com/office/drawing/2014/main" id="{F05BBC55-613F-40C0-92D6-F04DFBC1029F}"/>
              </a:ext>
            </a:extLst>
          </p:cNvPr>
          <p:cNvSpPr>
            <a:spLocks noGrp="1"/>
          </p:cNvSpPr>
          <p:nvPr/>
        </p:nvSpPr>
        <p:spPr>
          <a:xfrm>
            <a:off x="1984089" y="52943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GT_10329">
            <a:extLst>
              <a:ext uri="{FF2B5EF4-FFF2-40B4-BE49-F238E27FC236}">
                <a16:creationId xmlns:a16="http://schemas.microsoft.com/office/drawing/2014/main" id="{E025703F-A22C-41B8-BE69-EA1348E5056A}"/>
              </a:ext>
            </a:extLst>
          </p:cNvPr>
          <p:cNvSpPr>
            <a:spLocks noGrp="1"/>
          </p:cNvSpPr>
          <p:nvPr/>
        </p:nvSpPr>
        <p:spPr>
          <a:xfrm>
            <a:off x="1900491" y="4292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GT_10330">
            <a:extLst>
              <a:ext uri="{FF2B5EF4-FFF2-40B4-BE49-F238E27FC236}">
                <a16:creationId xmlns:a16="http://schemas.microsoft.com/office/drawing/2014/main" id="{8AD80E59-0E38-419F-9D34-0350E327C690}"/>
              </a:ext>
            </a:extLst>
          </p:cNvPr>
          <p:cNvSpPr>
            <a:spLocks noGrp="1"/>
          </p:cNvSpPr>
          <p:nvPr/>
        </p:nvSpPr>
        <p:spPr>
          <a:xfrm>
            <a:off x="1861773" y="32571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GT_10331">
            <a:extLst>
              <a:ext uri="{FF2B5EF4-FFF2-40B4-BE49-F238E27FC236}">
                <a16:creationId xmlns:a16="http://schemas.microsoft.com/office/drawing/2014/main" id="{348BF61E-BD01-486A-8767-93E02A7E24E8}"/>
              </a:ext>
            </a:extLst>
          </p:cNvPr>
          <p:cNvSpPr>
            <a:spLocks noGrp="1"/>
          </p:cNvSpPr>
          <p:nvPr/>
        </p:nvSpPr>
        <p:spPr>
          <a:xfrm>
            <a:off x="1893543" y="3340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GT_10332">
            <a:extLst>
              <a:ext uri="{FF2B5EF4-FFF2-40B4-BE49-F238E27FC236}">
                <a16:creationId xmlns:a16="http://schemas.microsoft.com/office/drawing/2014/main" id="{C6057D50-68F7-4CAB-9502-D19805FBCB9B}"/>
              </a:ext>
            </a:extLst>
          </p:cNvPr>
          <p:cNvSpPr>
            <a:spLocks noGrp="1"/>
          </p:cNvSpPr>
          <p:nvPr/>
        </p:nvSpPr>
        <p:spPr>
          <a:xfrm>
            <a:off x="1936885" y="55141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GT_10333">
            <a:extLst>
              <a:ext uri="{FF2B5EF4-FFF2-40B4-BE49-F238E27FC236}">
                <a16:creationId xmlns:a16="http://schemas.microsoft.com/office/drawing/2014/main" id="{B5062D09-8D02-4D00-B312-4FCFD62A9E5A}"/>
              </a:ext>
            </a:extLst>
          </p:cNvPr>
          <p:cNvSpPr>
            <a:spLocks noGrp="1"/>
          </p:cNvSpPr>
          <p:nvPr/>
        </p:nvSpPr>
        <p:spPr>
          <a:xfrm>
            <a:off x="1905356" y="4084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GT_10334">
            <a:extLst>
              <a:ext uri="{FF2B5EF4-FFF2-40B4-BE49-F238E27FC236}">
                <a16:creationId xmlns:a16="http://schemas.microsoft.com/office/drawing/2014/main" id="{55CB5D9D-03AC-4283-BAA4-0E782D424535}"/>
              </a:ext>
            </a:extLst>
          </p:cNvPr>
          <p:cNvSpPr>
            <a:spLocks noGrp="1"/>
          </p:cNvSpPr>
          <p:nvPr/>
        </p:nvSpPr>
        <p:spPr>
          <a:xfrm>
            <a:off x="1835228" y="45425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GT_10335">
            <a:extLst>
              <a:ext uri="{FF2B5EF4-FFF2-40B4-BE49-F238E27FC236}">
                <a16:creationId xmlns:a16="http://schemas.microsoft.com/office/drawing/2014/main" id="{7928C47A-1475-4119-A8DD-6B742751D556}"/>
              </a:ext>
            </a:extLst>
          </p:cNvPr>
          <p:cNvSpPr>
            <a:spLocks noGrp="1"/>
          </p:cNvSpPr>
          <p:nvPr/>
        </p:nvSpPr>
        <p:spPr>
          <a:xfrm>
            <a:off x="1910259" y="5645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GT_10336">
            <a:extLst>
              <a:ext uri="{FF2B5EF4-FFF2-40B4-BE49-F238E27FC236}">
                <a16:creationId xmlns:a16="http://schemas.microsoft.com/office/drawing/2014/main" id="{3176976C-B560-4AD5-872E-134240DE7E3F}"/>
              </a:ext>
            </a:extLst>
          </p:cNvPr>
          <p:cNvSpPr>
            <a:spLocks noGrp="1"/>
          </p:cNvSpPr>
          <p:nvPr/>
        </p:nvSpPr>
        <p:spPr>
          <a:xfrm>
            <a:off x="1939462" y="3089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GT_10337">
            <a:extLst>
              <a:ext uri="{FF2B5EF4-FFF2-40B4-BE49-F238E27FC236}">
                <a16:creationId xmlns:a16="http://schemas.microsoft.com/office/drawing/2014/main" id="{9BF6CC8C-293B-41D9-A435-F1E16C0BA05C}"/>
              </a:ext>
            </a:extLst>
          </p:cNvPr>
          <p:cNvSpPr>
            <a:spLocks noGrp="1"/>
          </p:cNvSpPr>
          <p:nvPr/>
        </p:nvSpPr>
        <p:spPr>
          <a:xfrm>
            <a:off x="1783370" y="60978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GT_10338">
            <a:extLst>
              <a:ext uri="{FF2B5EF4-FFF2-40B4-BE49-F238E27FC236}">
                <a16:creationId xmlns:a16="http://schemas.microsoft.com/office/drawing/2014/main" id="{7130E96F-71C2-4434-BB47-F7A6EB2B58B2}"/>
              </a:ext>
            </a:extLst>
          </p:cNvPr>
          <p:cNvSpPr>
            <a:spLocks noGrp="1"/>
          </p:cNvSpPr>
          <p:nvPr/>
        </p:nvSpPr>
        <p:spPr>
          <a:xfrm>
            <a:off x="1855273" y="50575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GT_10339">
            <a:extLst>
              <a:ext uri="{FF2B5EF4-FFF2-40B4-BE49-F238E27FC236}">
                <a16:creationId xmlns:a16="http://schemas.microsoft.com/office/drawing/2014/main" id="{2FE18C49-C5D6-4838-8A74-0A0C5D5D742D}"/>
              </a:ext>
            </a:extLst>
          </p:cNvPr>
          <p:cNvSpPr>
            <a:spLocks noGrp="1"/>
          </p:cNvSpPr>
          <p:nvPr/>
        </p:nvSpPr>
        <p:spPr>
          <a:xfrm>
            <a:off x="1918225" y="36827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GT_10340">
            <a:extLst>
              <a:ext uri="{FF2B5EF4-FFF2-40B4-BE49-F238E27FC236}">
                <a16:creationId xmlns:a16="http://schemas.microsoft.com/office/drawing/2014/main" id="{4B8A65BB-3DAE-4F2B-BA58-7460C57AB711}"/>
              </a:ext>
            </a:extLst>
          </p:cNvPr>
          <p:cNvSpPr>
            <a:spLocks noGrp="1"/>
          </p:cNvSpPr>
          <p:nvPr/>
        </p:nvSpPr>
        <p:spPr>
          <a:xfrm>
            <a:off x="1811299" y="312398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GT_10341">
            <a:extLst>
              <a:ext uri="{FF2B5EF4-FFF2-40B4-BE49-F238E27FC236}">
                <a16:creationId xmlns:a16="http://schemas.microsoft.com/office/drawing/2014/main" id="{F53CBE9F-9AD9-4E8F-BC05-63BBA1D84960}"/>
              </a:ext>
            </a:extLst>
          </p:cNvPr>
          <p:cNvSpPr>
            <a:spLocks noGrp="1"/>
          </p:cNvSpPr>
          <p:nvPr/>
        </p:nvSpPr>
        <p:spPr>
          <a:xfrm>
            <a:off x="1883235" y="321130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GT_10342">
            <a:extLst>
              <a:ext uri="{FF2B5EF4-FFF2-40B4-BE49-F238E27FC236}">
                <a16:creationId xmlns:a16="http://schemas.microsoft.com/office/drawing/2014/main" id="{D8A695BC-A78E-4FD2-8C6A-A73C6C86BC55}"/>
              </a:ext>
            </a:extLst>
          </p:cNvPr>
          <p:cNvSpPr>
            <a:spLocks noGrp="1"/>
          </p:cNvSpPr>
          <p:nvPr/>
        </p:nvSpPr>
        <p:spPr>
          <a:xfrm>
            <a:off x="1967074" y="41615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GT_10343">
            <a:extLst>
              <a:ext uri="{FF2B5EF4-FFF2-40B4-BE49-F238E27FC236}">
                <a16:creationId xmlns:a16="http://schemas.microsoft.com/office/drawing/2014/main" id="{391ED8B2-5513-417B-80C6-FEA1CDDBE4F8}"/>
              </a:ext>
            </a:extLst>
          </p:cNvPr>
          <p:cNvSpPr>
            <a:spLocks noGrp="1"/>
          </p:cNvSpPr>
          <p:nvPr/>
        </p:nvSpPr>
        <p:spPr>
          <a:xfrm>
            <a:off x="1829685" y="3465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GT_10344">
            <a:extLst>
              <a:ext uri="{FF2B5EF4-FFF2-40B4-BE49-F238E27FC236}">
                <a16:creationId xmlns:a16="http://schemas.microsoft.com/office/drawing/2014/main" id="{DD7EE366-B156-4865-A18E-18859B1F7B5A}"/>
              </a:ext>
            </a:extLst>
          </p:cNvPr>
          <p:cNvSpPr>
            <a:spLocks noGrp="1"/>
          </p:cNvSpPr>
          <p:nvPr/>
        </p:nvSpPr>
        <p:spPr>
          <a:xfrm>
            <a:off x="1869545" y="31673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GT_10345">
            <a:extLst>
              <a:ext uri="{FF2B5EF4-FFF2-40B4-BE49-F238E27FC236}">
                <a16:creationId xmlns:a16="http://schemas.microsoft.com/office/drawing/2014/main" id="{3BE1964E-2ABF-41AD-ACBC-601C3FA14EEB}"/>
              </a:ext>
            </a:extLst>
          </p:cNvPr>
          <p:cNvSpPr>
            <a:spLocks noGrp="1"/>
          </p:cNvSpPr>
          <p:nvPr/>
        </p:nvSpPr>
        <p:spPr>
          <a:xfrm>
            <a:off x="1902100" y="32997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GT_10346">
            <a:extLst>
              <a:ext uri="{FF2B5EF4-FFF2-40B4-BE49-F238E27FC236}">
                <a16:creationId xmlns:a16="http://schemas.microsoft.com/office/drawing/2014/main" id="{F7059E35-BB5D-450E-A584-92B2048CCA76}"/>
              </a:ext>
            </a:extLst>
          </p:cNvPr>
          <p:cNvSpPr>
            <a:spLocks noGrp="1"/>
          </p:cNvSpPr>
          <p:nvPr/>
        </p:nvSpPr>
        <p:spPr>
          <a:xfrm>
            <a:off x="1879626" y="38953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GT_10347">
            <a:extLst>
              <a:ext uri="{FF2B5EF4-FFF2-40B4-BE49-F238E27FC236}">
                <a16:creationId xmlns:a16="http://schemas.microsoft.com/office/drawing/2014/main" id="{41ED95BF-C08D-4402-842B-E3BC45137E4B}"/>
              </a:ext>
            </a:extLst>
          </p:cNvPr>
          <p:cNvSpPr>
            <a:spLocks noGrp="1"/>
          </p:cNvSpPr>
          <p:nvPr/>
        </p:nvSpPr>
        <p:spPr>
          <a:xfrm>
            <a:off x="1833191" y="3171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GT_10348">
            <a:extLst>
              <a:ext uri="{FF2B5EF4-FFF2-40B4-BE49-F238E27FC236}">
                <a16:creationId xmlns:a16="http://schemas.microsoft.com/office/drawing/2014/main" id="{657F4BB3-C1C1-451C-B244-9DF121899CDF}"/>
              </a:ext>
            </a:extLst>
          </p:cNvPr>
          <p:cNvSpPr>
            <a:spLocks noGrp="1"/>
          </p:cNvSpPr>
          <p:nvPr/>
        </p:nvSpPr>
        <p:spPr>
          <a:xfrm>
            <a:off x="1924432" y="4551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GT_10349">
            <a:extLst>
              <a:ext uri="{FF2B5EF4-FFF2-40B4-BE49-F238E27FC236}">
                <a16:creationId xmlns:a16="http://schemas.microsoft.com/office/drawing/2014/main" id="{927F5312-7D9A-4CD6-AA99-4A79E23D14ED}"/>
              </a:ext>
            </a:extLst>
          </p:cNvPr>
          <p:cNvSpPr>
            <a:spLocks noGrp="1"/>
          </p:cNvSpPr>
          <p:nvPr/>
        </p:nvSpPr>
        <p:spPr>
          <a:xfrm>
            <a:off x="1956701" y="3524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GT_10350">
            <a:extLst>
              <a:ext uri="{FF2B5EF4-FFF2-40B4-BE49-F238E27FC236}">
                <a16:creationId xmlns:a16="http://schemas.microsoft.com/office/drawing/2014/main" id="{D32C8FD4-3F78-4111-B22B-3FC9E29CBD52}"/>
              </a:ext>
            </a:extLst>
          </p:cNvPr>
          <p:cNvSpPr>
            <a:spLocks noGrp="1"/>
          </p:cNvSpPr>
          <p:nvPr/>
        </p:nvSpPr>
        <p:spPr>
          <a:xfrm>
            <a:off x="1930144" y="43192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GT_10351">
            <a:extLst>
              <a:ext uri="{FF2B5EF4-FFF2-40B4-BE49-F238E27FC236}">
                <a16:creationId xmlns:a16="http://schemas.microsoft.com/office/drawing/2014/main" id="{32079300-CE66-4609-B2BA-C689947AFEBC}"/>
              </a:ext>
            </a:extLst>
          </p:cNvPr>
          <p:cNvSpPr>
            <a:spLocks noGrp="1"/>
          </p:cNvSpPr>
          <p:nvPr/>
        </p:nvSpPr>
        <p:spPr>
          <a:xfrm>
            <a:off x="1974173" y="33838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GT_10352">
            <a:extLst>
              <a:ext uri="{FF2B5EF4-FFF2-40B4-BE49-F238E27FC236}">
                <a16:creationId xmlns:a16="http://schemas.microsoft.com/office/drawing/2014/main" id="{EB233B00-30C0-4241-8E2E-A39E1970028C}"/>
              </a:ext>
            </a:extLst>
          </p:cNvPr>
          <p:cNvSpPr>
            <a:spLocks noGrp="1"/>
          </p:cNvSpPr>
          <p:nvPr/>
        </p:nvSpPr>
        <p:spPr>
          <a:xfrm>
            <a:off x="1990081" y="3893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GT_10353">
            <a:extLst>
              <a:ext uri="{FF2B5EF4-FFF2-40B4-BE49-F238E27FC236}">
                <a16:creationId xmlns:a16="http://schemas.microsoft.com/office/drawing/2014/main" id="{34682461-AB14-496A-93AB-0B41B22FDD34}"/>
              </a:ext>
            </a:extLst>
          </p:cNvPr>
          <p:cNvSpPr>
            <a:spLocks noGrp="1"/>
          </p:cNvSpPr>
          <p:nvPr/>
        </p:nvSpPr>
        <p:spPr>
          <a:xfrm>
            <a:off x="2004455" y="4372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GT_10354">
            <a:extLst>
              <a:ext uri="{FF2B5EF4-FFF2-40B4-BE49-F238E27FC236}">
                <a16:creationId xmlns:a16="http://schemas.microsoft.com/office/drawing/2014/main" id="{6B7EF38E-0AAF-48A8-9FDA-A2EEE5721510}"/>
              </a:ext>
            </a:extLst>
          </p:cNvPr>
          <p:cNvSpPr>
            <a:spLocks noGrp="1"/>
          </p:cNvSpPr>
          <p:nvPr/>
        </p:nvSpPr>
        <p:spPr>
          <a:xfrm>
            <a:off x="1800365" y="4411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GT_10355">
            <a:extLst>
              <a:ext uri="{FF2B5EF4-FFF2-40B4-BE49-F238E27FC236}">
                <a16:creationId xmlns:a16="http://schemas.microsoft.com/office/drawing/2014/main" id="{7F29DE37-CE36-4499-A829-5ACD1FD7C5C6}"/>
              </a:ext>
            </a:extLst>
          </p:cNvPr>
          <p:cNvSpPr>
            <a:spLocks noGrp="1"/>
          </p:cNvSpPr>
          <p:nvPr/>
        </p:nvSpPr>
        <p:spPr>
          <a:xfrm>
            <a:off x="1792420" y="43752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GT_10356">
            <a:extLst>
              <a:ext uri="{FF2B5EF4-FFF2-40B4-BE49-F238E27FC236}">
                <a16:creationId xmlns:a16="http://schemas.microsoft.com/office/drawing/2014/main" id="{01079FDC-BFB7-4E56-AACB-B9DA6D14F919}"/>
              </a:ext>
            </a:extLst>
          </p:cNvPr>
          <p:cNvSpPr>
            <a:spLocks noGrp="1"/>
          </p:cNvSpPr>
          <p:nvPr/>
        </p:nvSpPr>
        <p:spPr>
          <a:xfrm>
            <a:off x="1869968" y="40828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GT_10357">
            <a:extLst>
              <a:ext uri="{FF2B5EF4-FFF2-40B4-BE49-F238E27FC236}">
                <a16:creationId xmlns:a16="http://schemas.microsoft.com/office/drawing/2014/main" id="{A60A6ADF-BAED-40BB-A86F-45F5D4B9CF81}"/>
              </a:ext>
            </a:extLst>
          </p:cNvPr>
          <p:cNvSpPr>
            <a:spLocks noGrp="1"/>
          </p:cNvSpPr>
          <p:nvPr/>
        </p:nvSpPr>
        <p:spPr>
          <a:xfrm>
            <a:off x="1988545" y="43731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GT_10358">
            <a:extLst>
              <a:ext uri="{FF2B5EF4-FFF2-40B4-BE49-F238E27FC236}">
                <a16:creationId xmlns:a16="http://schemas.microsoft.com/office/drawing/2014/main" id="{3682FED5-54EB-40E3-BC13-F7225B4B8D81}"/>
              </a:ext>
            </a:extLst>
          </p:cNvPr>
          <p:cNvSpPr>
            <a:spLocks noGrp="1"/>
          </p:cNvSpPr>
          <p:nvPr/>
        </p:nvSpPr>
        <p:spPr>
          <a:xfrm>
            <a:off x="1915571" y="42319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GT_10359">
            <a:extLst>
              <a:ext uri="{FF2B5EF4-FFF2-40B4-BE49-F238E27FC236}">
                <a16:creationId xmlns:a16="http://schemas.microsoft.com/office/drawing/2014/main" id="{05AE9BA1-69F5-458B-96A1-F45299A39660}"/>
              </a:ext>
            </a:extLst>
          </p:cNvPr>
          <p:cNvSpPr>
            <a:spLocks noGrp="1"/>
          </p:cNvSpPr>
          <p:nvPr/>
        </p:nvSpPr>
        <p:spPr>
          <a:xfrm>
            <a:off x="2004397" y="31620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GT_10360">
            <a:extLst>
              <a:ext uri="{FF2B5EF4-FFF2-40B4-BE49-F238E27FC236}">
                <a16:creationId xmlns:a16="http://schemas.microsoft.com/office/drawing/2014/main" id="{BE78CBF7-FAC9-42AB-9E1A-B55DCB4CFE69}"/>
              </a:ext>
            </a:extLst>
          </p:cNvPr>
          <p:cNvSpPr>
            <a:spLocks noGrp="1"/>
          </p:cNvSpPr>
          <p:nvPr/>
        </p:nvSpPr>
        <p:spPr>
          <a:xfrm>
            <a:off x="1975931" y="3456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GT_10361">
            <a:extLst>
              <a:ext uri="{FF2B5EF4-FFF2-40B4-BE49-F238E27FC236}">
                <a16:creationId xmlns:a16="http://schemas.microsoft.com/office/drawing/2014/main" id="{CCD1DA14-2522-495B-B801-49F0C7A885E2}"/>
              </a:ext>
            </a:extLst>
          </p:cNvPr>
          <p:cNvSpPr>
            <a:spLocks noGrp="1"/>
          </p:cNvSpPr>
          <p:nvPr/>
        </p:nvSpPr>
        <p:spPr>
          <a:xfrm>
            <a:off x="1803198" y="3436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GT_10362">
            <a:extLst>
              <a:ext uri="{FF2B5EF4-FFF2-40B4-BE49-F238E27FC236}">
                <a16:creationId xmlns:a16="http://schemas.microsoft.com/office/drawing/2014/main" id="{98843C60-DDE1-4246-8668-448F103785B9}"/>
              </a:ext>
            </a:extLst>
          </p:cNvPr>
          <p:cNvSpPr>
            <a:spLocks noGrp="1"/>
          </p:cNvSpPr>
          <p:nvPr/>
        </p:nvSpPr>
        <p:spPr>
          <a:xfrm>
            <a:off x="1819096" y="451375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GT_10363">
            <a:extLst>
              <a:ext uri="{FF2B5EF4-FFF2-40B4-BE49-F238E27FC236}">
                <a16:creationId xmlns:a16="http://schemas.microsoft.com/office/drawing/2014/main" id="{C4845219-375E-4DA9-94F6-6DC73C08FFE4}"/>
              </a:ext>
            </a:extLst>
          </p:cNvPr>
          <p:cNvSpPr>
            <a:spLocks noGrp="1"/>
          </p:cNvSpPr>
          <p:nvPr/>
        </p:nvSpPr>
        <p:spPr>
          <a:xfrm>
            <a:off x="1848217" y="31400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GT_10364">
            <a:extLst>
              <a:ext uri="{FF2B5EF4-FFF2-40B4-BE49-F238E27FC236}">
                <a16:creationId xmlns:a16="http://schemas.microsoft.com/office/drawing/2014/main" id="{584AFC2B-232D-46F4-AA43-4A10856CB08C}"/>
              </a:ext>
            </a:extLst>
          </p:cNvPr>
          <p:cNvSpPr>
            <a:spLocks noGrp="1"/>
          </p:cNvSpPr>
          <p:nvPr/>
        </p:nvSpPr>
        <p:spPr>
          <a:xfrm>
            <a:off x="1876488" y="29799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GT_10365">
            <a:extLst>
              <a:ext uri="{FF2B5EF4-FFF2-40B4-BE49-F238E27FC236}">
                <a16:creationId xmlns:a16="http://schemas.microsoft.com/office/drawing/2014/main" id="{61D57A77-48DB-40D1-B81B-571AB177457D}"/>
              </a:ext>
            </a:extLst>
          </p:cNvPr>
          <p:cNvSpPr>
            <a:spLocks noGrp="1"/>
          </p:cNvSpPr>
          <p:nvPr/>
        </p:nvSpPr>
        <p:spPr>
          <a:xfrm>
            <a:off x="1936996" y="31881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GT_10366">
            <a:extLst>
              <a:ext uri="{FF2B5EF4-FFF2-40B4-BE49-F238E27FC236}">
                <a16:creationId xmlns:a16="http://schemas.microsoft.com/office/drawing/2014/main" id="{5FAD4523-575E-46F3-A4AC-4F979520DEDC}"/>
              </a:ext>
            </a:extLst>
          </p:cNvPr>
          <p:cNvSpPr>
            <a:spLocks noGrp="1"/>
          </p:cNvSpPr>
          <p:nvPr/>
        </p:nvSpPr>
        <p:spPr>
          <a:xfrm>
            <a:off x="1927990" y="35996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GT_10367">
            <a:extLst>
              <a:ext uri="{FF2B5EF4-FFF2-40B4-BE49-F238E27FC236}">
                <a16:creationId xmlns:a16="http://schemas.microsoft.com/office/drawing/2014/main" id="{4C7DE8F9-D13D-477C-AD49-D8827FB5E37D}"/>
              </a:ext>
            </a:extLst>
          </p:cNvPr>
          <p:cNvSpPr>
            <a:spLocks noGrp="1"/>
          </p:cNvSpPr>
          <p:nvPr/>
        </p:nvSpPr>
        <p:spPr>
          <a:xfrm>
            <a:off x="1960273" y="48111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GT_10368">
            <a:extLst>
              <a:ext uri="{FF2B5EF4-FFF2-40B4-BE49-F238E27FC236}">
                <a16:creationId xmlns:a16="http://schemas.microsoft.com/office/drawing/2014/main" id="{6FF294FD-7FD8-410A-8D25-4926A60FB7D2}"/>
              </a:ext>
            </a:extLst>
          </p:cNvPr>
          <p:cNvSpPr>
            <a:spLocks noGrp="1"/>
          </p:cNvSpPr>
          <p:nvPr/>
        </p:nvSpPr>
        <p:spPr>
          <a:xfrm>
            <a:off x="1791252" y="56522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GT_10369">
            <a:extLst>
              <a:ext uri="{FF2B5EF4-FFF2-40B4-BE49-F238E27FC236}">
                <a16:creationId xmlns:a16="http://schemas.microsoft.com/office/drawing/2014/main" id="{12BEFB05-E3A9-4DE3-B1E3-E3BA2FF5F5DC}"/>
              </a:ext>
            </a:extLst>
          </p:cNvPr>
          <p:cNvSpPr>
            <a:spLocks noGrp="1"/>
          </p:cNvSpPr>
          <p:nvPr/>
        </p:nvSpPr>
        <p:spPr>
          <a:xfrm>
            <a:off x="1873754" y="4785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GT_10370">
            <a:extLst>
              <a:ext uri="{FF2B5EF4-FFF2-40B4-BE49-F238E27FC236}">
                <a16:creationId xmlns:a16="http://schemas.microsoft.com/office/drawing/2014/main" id="{9026DC9D-BCDD-456E-ADC5-3029A5CCC8FF}"/>
              </a:ext>
            </a:extLst>
          </p:cNvPr>
          <p:cNvSpPr>
            <a:spLocks noGrp="1"/>
          </p:cNvSpPr>
          <p:nvPr/>
        </p:nvSpPr>
        <p:spPr>
          <a:xfrm>
            <a:off x="1958499" y="39205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GT_10371">
            <a:extLst>
              <a:ext uri="{FF2B5EF4-FFF2-40B4-BE49-F238E27FC236}">
                <a16:creationId xmlns:a16="http://schemas.microsoft.com/office/drawing/2014/main" id="{191123B8-03E5-4B3C-8F3D-2F1479E66FEA}"/>
              </a:ext>
            </a:extLst>
          </p:cNvPr>
          <p:cNvSpPr>
            <a:spLocks noGrp="1"/>
          </p:cNvSpPr>
          <p:nvPr/>
        </p:nvSpPr>
        <p:spPr>
          <a:xfrm>
            <a:off x="1903168" y="51791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GT_10372">
            <a:extLst>
              <a:ext uri="{FF2B5EF4-FFF2-40B4-BE49-F238E27FC236}">
                <a16:creationId xmlns:a16="http://schemas.microsoft.com/office/drawing/2014/main" id="{A268DF8E-7EA8-4FB2-ACD0-F5161352EA69}"/>
              </a:ext>
            </a:extLst>
          </p:cNvPr>
          <p:cNvSpPr>
            <a:spLocks noGrp="1"/>
          </p:cNvSpPr>
          <p:nvPr/>
        </p:nvSpPr>
        <p:spPr>
          <a:xfrm>
            <a:off x="1938651" y="327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GT_10373">
            <a:extLst>
              <a:ext uri="{FF2B5EF4-FFF2-40B4-BE49-F238E27FC236}">
                <a16:creationId xmlns:a16="http://schemas.microsoft.com/office/drawing/2014/main" id="{DB477373-D227-47BE-A9F2-9B28B09A97B0}"/>
              </a:ext>
            </a:extLst>
          </p:cNvPr>
          <p:cNvSpPr>
            <a:spLocks noGrp="1"/>
          </p:cNvSpPr>
          <p:nvPr/>
        </p:nvSpPr>
        <p:spPr>
          <a:xfrm>
            <a:off x="2006189" y="4811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GT_10374">
            <a:extLst>
              <a:ext uri="{FF2B5EF4-FFF2-40B4-BE49-F238E27FC236}">
                <a16:creationId xmlns:a16="http://schemas.microsoft.com/office/drawing/2014/main" id="{53274F8A-B136-44F4-B6CE-463595BB261B}"/>
              </a:ext>
            </a:extLst>
          </p:cNvPr>
          <p:cNvSpPr>
            <a:spLocks noGrp="1"/>
          </p:cNvSpPr>
          <p:nvPr/>
        </p:nvSpPr>
        <p:spPr>
          <a:xfrm>
            <a:off x="1901356" y="40861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GT_10375">
            <a:extLst>
              <a:ext uri="{FF2B5EF4-FFF2-40B4-BE49-F238E27FC236}">
                <a16:creationId xmlns:a16="http://schemas.microsoft.com/office/drawing/2014/main" id="{DF36E3AD-E821-466E-8090-82D4325E733B}"/>
              </a:ext>
            </a:extLst>
          </p:cNvPr>
          <p:cNvSpPr>
            <a:spLocks noGrp="1"/>
          </p:cNvSpPr>
          <p:nvPr/>
        </p:nvSpPr>
        <p:spPr>
          <a:xfrm>
            <a:off x="1925207" y="3098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GT_10376">
            <a:extLst>
              <a:ext uri="{FF2B5EF4-FFF2-40B4-BE49-F238E27FC236}">
                <a16:creationId xmlns:a16="http://schemas.microsoft.com/office/drawing/2014/main" id="{C7F54DC3-F524-4E3E-ABB1-88B9A3FBDB7D}"/>
              </a:ext>
            </a:extLst>
          </p:cNvPr>
          <p:cNvSpPr>
            <a:spLocks noGrp="1"/>
          </p:cNvSpPr>
          <p:nvPr/>
        </p:nvSpPr>
        <p:spPr>
          <a:xfrm>
            <a:off x="1977626" y="52000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GT_10377">
            <a:extLst>
              <a:ext uri="{FF2B5EF4-FFF2-40B4-BE49-F238E27FC236}">
                <a16:creationId xmlns:a16="http://schemas.microsoft.com/office/drawing/2014/main" id="{C78193ED-6BE6-4B70-A865-C52096BD3498}"/>
              </a:ext>
            </a:extLst>
          </p:cNvPr>
          <p:cNvSpPr>
            <a:spLocks noGrp="1"/>
          </p:cNvSpPr>
          <p:nvPr/>
        </p:nvSpPr>
        <p:spPr>
          <a:xfrm>
            <a:off x="1800759" y="38942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GT_10378">
            <a:extLst>
              <a:ext uri="{FF2B5EF4-FFF2-40B4-BE49-F238E27FC236}">
                <a16:creationId xmlns:a16="http://schemas.microsoft.com/office/drawing/2014/main" id="{71A55D73-2568-48EC-B84B-F27E4CFAD06C}"/>
              </a:ext>
            </a:extLst>
          </p:cNvPr>
          <p:cNvSpPr>
            <a:spLocks noGrp="1"/>
          </p:cNvSpPr>
          <p:nvPr/>
        </p:nvSpPr>
        <p:spPr>
          <a:xfrm>
            <a:off x="1906987" y="5202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GT_10379">
            <a:extLst>
              <a:ext uri="{FF2B5EF4-FFF2-40B4-BE49-F238E27FC236}">
                <a16:creationId xmlns:a16="http://schemas.microsoft.com/office/drawing/2014/main" id="{D1508359-2611-45DF-8F88-40CF0D696A78}"/>
              </a:ext>
            </a:extLst>
          </p:cNvPr>
          <p:cNvSpPr>
            <a:spLocks noGrp="1"/>
          </p:cNvSpPr>
          <p:nvPr/>
        </p:nvSpPr>
        <p:spPr>
          <a:xfrm>
            <a:off x="1966785" y="320340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GT_10380">
            <a:extLst>
              <a:ext uri="{FF2B5EF4-FFF2-40B4-BE49-F238E27FC236}">
                <a16:creationId xmlns:a16="http://schemas.microsoft.com/office/drawing/2014/main" id="{A602FF5B-6BCA-42AB-AC5A-F897505433EB}"/>
              </a:ext>
            </a:extLst>
          </p:cNvPr>
          <p:cNvSpPr>
            <a:spLocks noGrp="1"/>
          </p:cNvSpPr>
          <p:nvPr/>
        </p:nvSpPr>
        <p:spPr>
          <a:xfrm>
            <a:off x="1978013" y="41988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GT_10381">
            <a:extLst>
              <a:ext uri="{FF2B5EF4-FFF2-40B4-BE49-F238E27FC236}">
                <a16:creationId xmlns:a16="http://schemas.microsoft.com/office/drawing/2014/main" id="{21BD8FE2-121B-4D3C-8FAA-4153E808B5B0}"/>
              </a:ext>
            </a:extLst>
          </p:cNvPr>
          <p:cNvSpPr>
            <a:spLocks noGrp="1"/>
          </p:cNvSpPr>
          <p:nvPr/>
        </p:nvSpPr>
        <p:spPr>
          <a:xfrm>
            <a:off x="1849371" y="35632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GT_10382">
            <a:extLst>
              <a:ext uri="{FF2B5EF4-FFF2-40B4-BE49-F238E27FC236}">
                <a16:creationId xmlns:a16="http://schemas.microsoft.com/office/drawing/2014/main" id="{A6350BF4-C017-4672-9AC1-E9FD6F8DCB5D}"/>
              </a:ext>
            </a:extLst>
          </p:cNvPr>
          <p:cNvSpPr>
            <a:spLocks noGrp="1"/>
          </p:cNvSpPr>
          <p:nvPr/>
        </p:nvSpPr>
        <p:spPr>
          <a:xfrm>
            <a:off x="1947910" y="32987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GT_10383">
            <a:extLst>
              <a:ext uri="{FF2B5EF4-FFF2-40B4-BE49-F238E27FC236}">
                <a16:creationId xmlns:a16="http://schemas.microsoft.com/office/drawing/2014/main" id="{972D3CD6-99A1-4C45-9DDF-3E8331F9C1EC}"/>
              </a:ext>
            </a:extLst>
          </p:cNvPr>
          <p:cNvSpPr>
            <a:spLocks noGrp="1"/>
          </p:cNvSpPr>
          <p:nvPr/>
        </p:nvSpPr>
        <p:spPr>
          <a:xfrm>
            <a:off x="1790978" y="38500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GT_10384">
            <a:extLst>
              <a:ext uri="{FF2B5EF4-FFF2-40B4-BE49-F238E27FC236}">
                <a16:creationId xmlns:a16="http://schemas.microsoft.com/office/drawing/2014/main" id="{8B07CCD7-0277-4ABE-87A7-50C3D7B18BFC}"/>
              </a:ext>
            </a:extLst>
          </p:cNvPr>
          <p:cNvSpPr>
            <a:spLocks noGrp="1"/>
          </p:cNvSpPr>
          <p:nvPr/>
        </p:nvSpPr>
        <p:spPr>
          <a:xfrm>
            <a:off x="1845037" y="36247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GT_10385">
            <a:extLst>
              <a:ext uri="{FF2B5EF4-FFF2-40B4-BE49-F238E27FC236}">
                <a16:creationId xmlns:a16="http://schemas.microsoft.com/office/drawing/2014/main" id="{A494C728-2A7F-411A-A07A-02A546EF67FB}"/>
              </a:ext>
            </a:extLst>
          </p:cNvPr>
          <p:cNvSpPr>
            <a:spLocks noGrp="1"/>
          </p:cNvSpPr>
          <p:nvPr/>
        </p:nvSpPr>
        <p:spPr>
          <a:xfrm>
            <a:off x="1977159" y="387625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GT_10386">
            <a:extLst>
              <a:ext uri="{FF2B5EF4-FFF2-40B4-BE49-F238E27FC236}">
                <a16:creationId xmlns:a16="http://schemas.microsoft.com/office/drawing/2014/main" id="{20130615-7ED2-41CE-8254-64573FD14A33}"/>
              </a:ext>
            </a:extLst>
          </p:cNvPr>
          <p:cNvSpPr>
            <a:spLocks noGrp="1"/>
          </p:cNvSpPr>
          <p:nvPr/>
        </p:nvSpPr>
        <p:spPr>
          <a:xfrm>
            <a:off x="2011575" y="32757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GT_10387">
            <a:extLst>
              <a:ext uri="{FF2B5EF4-FFF2-40B4-BE49-F238E27FC236}">
                <a16:creationId xmlns:a16="http://schemas.microsoft.com/office/drawing/2014/main" id="{C9C79714-22BF-493B-9EF1-6B6C7442E4CA}"/>
              </a:ext>
            </a:extLst>
          </p:cNvPr>
          <p:cNvSpPr>
            <a:spLocks noGrp="1"/>
          </p:cNvSpPr>
          <p:nvPr/>
        </p:nvSpPr>
        <p:spPr>
          <a:xfrm>
            <a:off x="1943964" y="4559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GT_10388">
            <a:extLst>
              <a:ext uri="{FF2B5EF4-FFF2-40B4-BE49-F238E27FC236}">
                <a16:creationId xmlns:a16="http://schemas.microsoft.com/office/drawing/2014/main" id="{B8D26D03-046D-495A-A0D1-49649FC6C564}"/>
              </a:ext>
            </a:extLst>
          </p:cNvPr>
          <p:cNvSpPr>
            <a:spLocks noGrp="1"/>
          </p:cNvSpPr>
          <p:nvPr/>
        </p:nvSpPr>
        <p:spPr>
          <a:xfrm>
            <a:off x="1880746" y="4738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GT_10389">
            <a:extLst>
              <a:ext uri="{FF2B5EF4-FFF2-40B4-BE49-F238E27FC236}">
                <a16:creationId xmlns:a16="http://schemas.microsoft.com/office/drawing/2014/main" id="{9819E2C3-652A-4116-A871-B44EC4005FFF}"/>
              </a:ext>
            </a:extLst>
          </p:cNvPr>
          <p:cNvSpPr>
            <a:spLocks noGrp="1"/>
          </p:cNvSpPr>
          <p:nvPr/>
        </p:nvSpPr>
        <p:spPr>
          <a:xfrm>
            <a:off x="1773720" y="29522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GT_10390">
            <a:extLst>
              <a:ext uri="{FF2B5EF4-FFF2-40B4-BE49-F238E27FC236}">
                <a16:creationId xmlns:a16="http://schemas.microsoft.com/office/drawing/2014/main" id="{CF1B1163-DB47-4DAD-A183-2BB9D0595E2C}"/>
              </a:ext>
            </a:extLst>
          </p:cNvPr>
          <p:cNvSpPr>
            <a:spLocks noGrp="1"/>
          </p:cNvSpPr>
          <p:nvPr/>
        </p:nvSpPr>
        <p:spPr>
          <a:xfrm>
            <a:off x="2005139" y="60633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GT_10391">
            <a:extLst>
              <a:ext uri="{FF2B5EF4-FFF2-40B4-BE49-F238E27FC236}">
                <a16:creationId xmlns:a16="http://schemas.microsoft.com/office/drawing/2014/main" id="{94189ED9-1CC9-4A58-AF31-50EE30F520C0}"/>
              </a:ext>
            </a:extLst>
          </p:cNvPr>
          <p:cNvSpPr>
            <a:spLocks noGrp="1"/>
          </p:cNvSpPr>
          <p:nvPr/>
        </p:nvSpPr>
        <p:spPr>
          <a:xfrm>
            <a:off x="1844107" y="33112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GT_10392">
            <a:extLst>
              <a:ext uri="{FF2B5EF4-FFF2-40B4-BE49-F238E27FC236}">
                <a16:creationId xmlns:a16="http://schemas.microsoft.com/office/drawing/2014/main" id="{47FACFCA-E1D3-4CC5-AA81-0BE422015865}"/>
              </a:ext>
            </a:extLst>
          </p:cNvPr>
          <p:cNvSpPr>
            <a:spLocks noGrp="1"/>
          </p:cNvSpPr>
          <p:nvPr/>
        </p:nvSpPr>
        <p:spPr>
          <a:xfrm>
            <a:off x="1994487" y="49674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GT_10393">
            <a:extLst>
              <a:ext uri="{FF2B5EF4-FFF2-40B4-BE49-F238E27FC236}">
                <a16:creationId xmlns:a16="http://schemas.microsoft.com/office/drawing/2014/main" id="{2F7F6E96-EF44-45E5-817D-9709F40DB60E}"/>
              </a:ext>
            </a:extLst>
          </p:cNvPr>
          <p:cNvSpPr>
            <a:spLocks noGrp="1"/>
          </p:cNvSpPr>
          <p:nvPr/>
        </p:nvSpPr>
        <p:spPr>
          <a:xfrm>
            <a:off x="1908338" y="4699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GT_10394">
            <a:extLst>
              <a:ext uri="{FF2B5EF4-FFF2-40B4-BE49-F238E27FC236}">
                <a16:creationId xmlns:a16="http://schemas.microsoft.com/office/drawing/2014/main" id="{5F237746-B223-4334-8507-C2B6CDEF08EF}"/>
              </a:ext>
            </a:extLst>
          </p:cNvPr>
          <p:cNvSpPr>
            <a:spLocks noGrp="1"/>
          </p:cNvSpPr>
          <p:nvPr/>
        </p:nvSpPr>
        <p:spPr>
          <a:xfrm>
            <a:off x="1860155" y="30558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GT_10395">
            <a:extLst>
              <a:ext uri="{FF2B5EF4-FFF2-40B4-BE49-F238E27FC236}">
                <a16:creationId xmlns:a16="http://schemas.microsoft.com/office/drawing/2014/main" id="{E7A32DE6-8096-429D-802C-9F91A0703CF3}"/>
              </a:ext>
            </a:extLst>
          </p:cNvPr>
          <p:cNvSpPr>
            <a:spLocks noGrp="1"/>
          </p:cNvSpPr>
          <p:nvPr/>
        </p:nvSpPr>
        <p:spPr>
          <a:xfrm>
            <a:off x="1983748" y="34599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GT_10396">
            <a:extLst>
              <a:ext uri="{FF2B5EF4-FFF2-40B4-BE49-F238E27FC236}">
                <a16:creationId xmlns:a16="http://schemas.microsoft.com/office/drawing/2014/main" id="{B9F2387F-9788-47C2-89E2-65A716B1B688}"/>
              </a:ext>
            </a:extLst>
          </p:cNvPr>
          <p:cNvSpPr>
            <a:spLocks noGrp="1"/>
          </p:cNvSpPr>
          <p:nvPr/>
        </p:nvSpPr>
        <p:spPr>
          <a:xfrm>
            <a:off x="1928109" y="3089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GT_10397">
            <a:extLst>
              <a:ext uri="{FF2B5EF4-FFF2-40B4-BE49-F238E27FC236}">
                <a16:creationId xmlns:a16="http://schemas.microsoft.com/office/drawing/2014/main" id="{1C0DDB5B-D151-4CE7-A103-AF42CCF71F85}"/>
              </a:ext>
            </a:extLst>
          </p:cNvPr>
          <p:cNvSpPr>
            <a:spLocks noGrp="1"/>
          </p:cNvSpPr>
          <p:nvPr/>
        </p:nvSpPr>
        <p:spPr>
          <a:xfrm>
            <a:off x="1837674" y="4958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GT_10398">
            <a:extLst>
              <a:ext uri="{FF2B5EF4-FFF2-40B4-BE49-F238E27FC236}">
                <a16:creationId xmlns:a16="http://schemas.microsoft.com/office/drawing/2014/main" id="{9993B163-90AF-4F14-AA8B-7421951C135C}"/>
              </a:ext>
            </a:extLst>
          </p:cNvPr>
          <p:cNvSpPr>
            <a:spLocks noGrp="1"/>
          </p:cNvSpPr>
          <p:nvPr/>
        </p:nvSpPr>
        <p:spPr>
          <a:xfrm>
            <a:off x="1801188" y="473757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GT_10399">
            <a:extLst>
              <a:ext uri="{FF2B5EF4-FFF2-40B4-BE49-F238E27FC236}">
                <a16:creationId xmlns:a16="http://schemas.microsoft.com/office/drawing/2014/main" id="{8A3C93EB-53EE-42A2-80B1-572BC1BAF2D1}"/>
              </a:ext>
            </a:extLst>
          </p:cNvPr>
          <p:cNvSpPr>
            <a:spLocks noGrp="1"/>
          </p:cNvSpPr>
          <p:nvPr/>
        </p:nvSpPr>
        <p:spPr>
          <a:xfrm>
            <a:off x="1947768" y="41710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GT_10400">
            <a:extLst>
              <a:ext uri="{FF2B5EF4-FFF2-40B4-BE49-F238E27FC236}">
                <a16:creationId xmlns:a16="http://schemas.microsoft.com/office/drawing/2014/main" id="{00DA8BA7-FB57-4D23-B1D9-74B87E6A64E4}"/>
              </a:ext>
            </a:extLst>
          </p:cNvPr>
          <p:cNvSpPr>
            <a:spLocks noGrp="1"/>
          </p:cNvSpPr>
          <p:nvPr/>
        </p:nvSpPr>
        <p:spPr>
          <a:xfrm>
            <a:off x="1779576" y="47237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GT_10401">
            <a:extLst>
              <a:ext uri="{FF2B5EF4-FFF2-40B4-BE49-F238E27FC236}">
                <a16:creationId xmlns:a16="http://schemas.microsoft.com/office/drawing/2014/main" id="{D6101228-3F00-4F1B-A7B3-F53E6A0EE3DE}"/>
              </a:ext>
            </a:extLst>
          </p:cNvPr>
          <p:cNvSpPr>
            <a:spLocks noGrp="1"/>
          </p:cNvSpPr>
          <p:nvPr/>
        </p:nvSpPr>
        <p:spPr>
          <a:xfrm>
            <a:off x="1865140" y="386477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GT_10402">
            <a:extLst>
              <a:ext uri="{FF2B5EF4-FFF2-40B4-BE49-F238E27FC236}">
                <a16:creationId xmlns:a16="http://schemas.microsoft.com/office/drawing/2014/main" id="{B4126D1B-9C69-45A4-A06C-8FEFA2523B18}"/>
              </a:ext>
            </a:extLst>
          </p:cNvPr>
          <p:cNvSpPr>
            <a:spLocks noGrp="1"/>
          </p:cNvSpPr>
          <p:nvPr/>
        </p:nvSpPr>
        <p:spPr>
          <a:xfrm>
            <a:off x="1871893" y="32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GT_10403">
            <a:extLst>
              <a:ext uri="{FF2B5EF4-FFF2-40B4-BE49-F238E27FC236}">
                <a16:creationId xmlns:a16="http://schemas.microsoft.com/office/drawing/2014/main" id="{EFA21DB6-100B-4192-BEE4-59BBD675C24B}"/>
              </a:ext>
            </a:extLst>
          </p:cNvPr>
          <p:cNvSpPr>
            <a:spLocks noGrp="1"/>
          </p:cNvSpPr>
          <p:nvPr/>
        </p:nvSpPr>
        <p:spPr>
          <a:xfrm>
            <a:off x="1836336" y="32810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GT_10404">
            <a:extLst>
              <a:ext uri="{FF2B5EF4-FFF2-40B4-BE49-F238E27FC236}">
                <a16:creationId xmlns:a16="http://schemas.microsoft.com/office/drawing/2014/main" id="{7DE265F5-43E0-44B0-8942-F6F603C99802}"/>
              </a:ext>
            </a:extLst>
          </p:cNvPr>
          <p:cNvSpPr>
            <a:spLocks noGrp="1"/>
          </p:cNvSpPr>
          <p:nvPr/>
        </p:nvSpPr>
        <p:spPr>
          <a:xfrm>
            <a:off x="1849911" y="56507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GT_10405">
            <a:extLst>
              <a:ext uri="{FF2B5EF4-FFF2-40B4-BE49-F238E27FC236}">
                <a16:creationId xmlns:a16="http://schemas.microsoft.com/office/drawing/2014/main" id="{22934D3D-3DBB-406F-A218-06D486AE546F}"/>
              </a:ext>
            </a:extLst>
          </p:cNvPr>
          <p:cNvSpPr>
            <a:spLocks noGrp="1"/>
          </p:cNvSpPr>
          <p:nvPr/>
        </p:nvSpPr>
        <p:spPr>
          <a:xfrm>
            <a:off x="1920239" y="4070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GT_10406">
            <a:extLst>
              <a:ext uri="{FF2B5EF4-FFF2-40B4-BE49-F238E27FC236}">
                <a16:creationId xmlns:a16="http://schemas.microsoft.com/office/drawing/2014/main" id="{C0201814-3FC1-419C-9C66-E884C35F4AD8}"/>
              </a:ext>
            </a:extLst>
          </p:cNvPr>
          <p:cNvSpPr>
            <a:spLocks noGrp="1"/>
          </p:cNvSpPr>
          <p:nvPr/>
        </p:nvSpPr>
        <p:spPr>
          <a:xfrm>
            <a:off x="1851022" y="542584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GT_10407">
            <a:extLst>
              <a:ext uri="{FF2B5EF4-FFF2-40B4-BE49-F238E27FC236}">
                <a16:creationId xmlns:a16="http://schemas.microsoft.com/office/drawing/2014/main" id="{98B8647B-1EB1-4FA2-BDD7-BE7BFBD49A6D}"/>
              </a:ext>
            </a:extLst>
          </p:cNvPr>
          <p:cNvSpPr>
            <a:spLocks noGrp="1"/>
          </p:cNvSpPr>
          <p:nvPr/>
        </p:nvSpPr>
        <p:spPr>
          <a:xfrm>
            <a:off x="1992154" y="41185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GT_10408">
            <a:extLst>
              <a:ext uri="{FF2B5EF4-FFF2-40B4-BE49-F238E27FC236}">
                <a16:creationId xmlns:a16="http://schemas.microsoft.com/office/drawing/2014/main" id="{7D8263A8-F020-4D7C-8E95-FFFC3AC5F7BC}"/>
              </a:ext>
            </a:extLst>
          </p:cNvPr>
          <p:cNvSpPr>
            <a:spLocks noGrp="1"/>
          </p:cNvSpPr>
          <p:nvPr/>
        </p:nvSpPr>
        <p:spPr>
          <a:xfrm>
            <a:off x="1903156" y="31860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GT_10409">
            <a:extLst>
              <a:ext uri="{FF2B5EF4-FFF2-40B4-BE49-F238E27FC236}">
                <a16:creationId xmlns:a16="http://schemas.microsoft.com/office/drawing/2014/main" id="{675F965B-967C-4395-956A-AA9B80B6A435}"/>
              </a:ext>
            </a:extLst>
          </p:cNvPr>
          <p:cNvSpPr>
            <a:spLocks noGrp="1"/>
          </p:cNvSpPr>
          <p:nvPr/>
        </p:nvSpPr>
        <p:spPr>
          <a:xfrm>
            <a:off x="1849637" y="3613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GT_10410">
            <a:extLst>
              <a:ext uri="{FF2B5EF4-FFF2-40B4-BE49-F238E27FC236}">
                <a16:creationId xmlns:a16="http://schemas.microsoft.com/office/drawing/2014/main" id="{406F9FB2-A01D-49F3-B6E6-698294C5F751}"/>
              </a:ext>
            </a:extLst>
          </p:cNvPr>
          <p:cNvSpPr>
            <a:spLocks noGrp="1"/>
          </p:cNvSpPr>
          <p:nvPr/>
        </p:nvSpPr>
        <p:spPr>
          <a:xfrm>
            <a:off x="1943941" y="46350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GT_10411">
            <a:extLst>
              <a:ext uri="{FF2B5EF4-FFF2-40B4-BE49-F238E27FC236}">
                <a16:creationId xmlns:a16="http://schemas.microsoft.com/office/drawing/2014/main" id="{D3E62742-03F2-4D8E-8199-89D5F9F57965}"/>
              </a:ext>
            </a:extLst>
          </p:cNvPr>
          <p:cNvSpPr>
            <a:spLocks noGrp="1"/>
          </p:cNvSpPr>
          <p:nvPr/>
        </p:nvSpPr>
        <p:spPr>
          <a:xfrm>
            <a:off x="1976124" y="4747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GT_10412">
            <a:extLst>
              <a:ext uri="{FF2B5EF4-FFF2-40B4-BE49-F238E27FC236}">
                <a16:creationId xmlns:a16="http://schemas.microsoft.com/office/drawing/2014/main" id="{DE29EC46-BE08-4168-9D7D-803C1D1DBB59}"/>
              </a:ext>
            </a:extLst>
          </p:cNvPr>
          <p:cNvSpPr>
            <a:spLocks noGrp="1"/>
          </p:cNvSpPr>
          <p:nvPr/>
        </p:nvSpPr>
        <p:spPr>
          <a:xfrm>
            <a:off x="1954168" y="42110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GT_10413">
            <a:extLst>
              <a:ext uri="{FF2B5EF4-FFF2-40B4-BE49-F238E27FC236}">
                <a16:creationId xmlns:a16="http://schemas.microsoft.com/office/drawing/2014/main" id="{E33A86D0-2C18-4BE3-94C0-E9588A9F56C4}"/>
              </a:ext>
            </a:extLst>
          </p:cNvPr>
          <p:cNvSpPr>
            <a:spLocks noGrp="1"/>
          </p:cNvSpPr>
          <p:nvPr/>
        </p:nvSpPr>
        <p:spPr>
          <a:xfrm>
            <a:off x="1890708" y="5034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GT_10414">
            <a:extLst>
              <a:ext uri="{FF2B5EF4-FFF2-40B4-BE49-F238E27FC236}">
                <a16:creationId xmlns:a16="http://schemas.microsoft.com/office/drawing/2014/main" id="{04BD1C82-C120-4C66-8FD1-23239B38E2DA}"/>
              </a:ext>
            </a:extLst>
          </p:cNvPr>
          <p:cNvSpPr>
            <a:spLocks noGrp="1"/>
          </p:cNvSpPr>
          <p:nvPr/>
        </p:nvSpPr>
        <p:spPr>
          <a:xfrm>
            <a:off x="1857102" y="37533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GT_10415">
            <a:extLst>
              <a:ext uri="{FF2B5EF4-FFF2-40B4-BE49-F238E27FC236}">
                <a16:creationId xmlns:a16="http://schemas.microsoft.com/office/drawing/2014/main" id="{A4416A2D-8D44-421C-A83C-4819A5AFB3B0}"/>
              </a:ext>
            </a:extLst>
          </p:cNvPr>
          <p:cNvSpPr>
            <a:spLocks noGrp="1"/>
          </p:cNvSpPr>
          <p:nvPr/>
        </p:nvSpPr>
        <p:spPr>
          <a:xfrm>
            <a:off x="1884989" y="3997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GT_10416">
            <a:extLst>
              <a:ext uri="{FF2B5EF4-FFF2-40B4-BE49-F238E27FC236}">
                <a16:creationId xmlns:a16="http://schemas.microsoft.com/office/drawing/2014/main" id="{FDA2AF39-41B1-47C6-8825-E64CCF649BC7}"/>
              </a:ext>
            </a:extLst>
          </p:cNvPr>
          <p:cNvSpPr>
            <a:spLocks noGrp="1"/>
          </p:cNvSpPr>
          <p:nvPr/>
        </p:nvSpPr>
        <p:spPr>
          <a:xfrm>
            <a:off x="1959611" y="4254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GT_10417">
            <a:extLst>
              <a:ext uri="{FF2B5EF4-FFF2-40B4-BE49-F238E27FC236}">
                <a16:creationId xmlns:a16="http://schemas.microsoft.com/office/drawing/2014/main" id="{9EF22BBE-5A6E-4CB6-AF61-7B0B7DE8B083}"/>
              </a:ext>
            </a:extLst>
          </p:cNvPr>
          <p:cNvSpPr>
            <a:spLocks noGrp="1"/>
          </p:cNvSpPr>
          <p:nvPr/>
        </p:nvSpPr>
        <p:spPr>
          <a:xfrm>
            <a:off x="1779716" y="50367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GT_10418">
            <a:extLst>
              <a:ext uri="{FF2B5EF4-FFF2-40B4-BE49-F238E27FC236}">
                <a16:creationId xmlns:a16="http://schemas.microsoft.com/office/drawing/2014/main" id="{30D40AAB-B238-4D45-8016-40462BF77FC8}"/>
              </a:ext>
            </a:extLst>
          </p:cNvPr>
          <p:cNvSpPr>
            <a:spLocks noGrp="1"/>
          </p:cNvSpPr>
          <p:nvPr/>
        </p:nvSpPr>
        <p:spPr>
          <a:xfrm>
            <a:off x="1814677" y="57018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GT_10419">
            <a:extLst>
              <a:ext uri="{FF2B5EF4-FFF2-40B4-BE49-F238E27FC236}">
                <a16:creationId xmlns:a16="http://schemas.microsoft.com/office/drawing/2014/main" id="{B1724FD5-8439-45FC-89E2-2E22E65E21DC}"/>
              </a:ext>
            </a:extLst>
          </p:cNvPr>
          <p:cNvSpPr>
            <a:spLocks noGrp="1"/>
          </p:cNvSpPr>
          <p:nvPr/>
        </p:nvSpPr>
        <p:spPr>
          <a:xfrm>
            <a:off x="1955070" y="35887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GT_10420">
            <a:extLst>
              <a:ext uri="{FF2B5EF4-FFF2-40B4-BE49-F238E27FC236}">
                <a16:creationId xmlns:a16="http://schemas.microsoft.com/office/drawing/2014/main" id="{C4A922C3-7E97-4420-AD73-776BC93A9FDA}"/>
              </a:ext>
            </a:extLst>
          </p:cNvPr>
          <p:cNvSpPr>
            <a:spLocks noGrp="1"/>
          </p:cNvSpPr>
          <p:nvPr/>
        </p:nvSpPr>
        <p:spPr>
          <a:xfrm>
            <a:off x="1924015" y="60978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GT_10421">
            <a:extLst>
              <a:ext uri="{FF2B5EF4-FFF2-40B4-BE49-F238E27FC236}">
                <a16:creationId xmlns:a16="http://schemas.microsoft.com/office/drawing/2014/main" id="{3A8CCE6F-9F3B-4C2D-836B-EA30B0D16C68}"/>
              </a:ext>
            </a:extLst>
          </p:cNvPr>
          <p:cNvSpPr>
            <a:spLocks noGrp="1"/>
          </p:cNvSpPr>
          <p:nvPr/>
        </p:nvSpPr>
        <p:spPr>
          <a:xfrm>
            <a:off x="1987854" y="35132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GT_10422">
            <a:extLst>
              <a:ext uri="{FF2B5EF4-FFF2-40B4-BE49-F238E27FC236}">
                <a16:creationId xmlns:a16="http://schemas.microsoft.com/office/drawing/2014/main" id="{0FC43BC0-D861-4FD4-884B-F10908F9C314}"/>
              </a:ext>
            </a:extLst>
          </p:cNvPr>
          <p:cNvSpPr>
            <a:spLocks noGrp="1"/>
          </p:cNvSpPr>
          <p:nvPr/>
        </p:nvSpPr>
        <p:spPr>
          <a:xfrm>
            <a:off x="1839461" y="52754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GT_10423">
            <a:extLst>
              <a:ext uri="{FF2B5EF4-FFF2-40B4-BE49-F238E27FC236}">
                <a16:creationId xmlns:a16="http://schemas.microsoft.com/office/drawing/2014/main" id="{6A808DFF-9F8F-45B9-8414-8B3C21DF495C}"/>
              </a:ext>
            </a:extLst>
          </p:cNvPr>
          <p:cNvSpPr>
            <a:spLocks noGrp="1"/>
          </p:cNvSpPr>
          <p:nvPr/>
        </p:nvSpPr>
        <p:spPr>
          <a:xfrm>
            <a:off x="1904657" y="42991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GT_10424">
            <a:extLst>
              <a:ext uri="{FF2B5EF4-FFF2-40B4-BE49-F238E27FC236}">
                <a16:creationId xmlns:a16="http://schemas.microsoft.com/office/drawing/2014/main" id="{D3512B9E-7A18-4B66-B548-594EC296D6B0}"/>
              </a:ext>
            </a:extLst>
          </p:cNvPr>
          <p:cNvSpPr>
            <a:spLocks noGrp="1"/>
          </p:cNvSpPr>
          <p:nvPr/>
        </p:nvSpPr>
        <p:spPr>
          <a:xfrm>
            <a:off x="2017496" y="39345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GT_10425">
            <a:extLst>
              <a:ext uri="{FF2B5EF4-FFF2-40B4-BE49-F238E27FC236}">
                <a16:creationId xmlns:a16="http://schemas.microsoft.com/office/drawing/2014/main" id="{B31A02ED-8425-45CE-B94F-7057738BCA7F}"/>
              </a:ext>
            </a:extLst>
          </p:cNvPr>
          <p:cNvSpPr>
            <a:spLocks noGrp="1"/>
          </p:cNvSpPr>
          <p:nvPr/>
        </p:nvSpPr>
        <p:spPr>
          <a:xfrm>
            <a:off x="1986862" y="43937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GT_10426">
            <a:extLst>
              <a:ext uri="{FF2B5EF4-FFF2-40B4-BE49-F238E27FC236}">
                <a16:creationId xmlns:a16="http://schemas.microsoft.com/office/drawing/2014/main" id="{F6A21F60-5288-4AFF-AAE3-52B2ABCBDE0A}"/>
              </a:ext>
            </a:extLst>
          </p:cNvPr>
          <p:cNvSpPr>
            <a:spLocks noGrp="1"/>
          </p:cNvSpPr>
          <p:nvPr/>
        </p:nvSpPr>
        <p:spPr>
          <a:xfrm>
            <a:off x="1858856" y="37340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GT_10427">
            <a:extLst>
              <a:ext uri="{FF2B5EF4-FFF2-40B4-BE49-F238E27FC236}">
                <a16:creationId xmlns:a16="http://schemas.microsoft.com/office/drawing/2014/main" id="{227C82AD-B10E-4B4C-8F89-A43D501EE6AE}"/>
              </a:ext>
            </a:extLst>
          </p:cNvPr>
          <p:cNvSpPr>
            <a:spLocks noGrp="1"/>
          </p:cNvSpPr>
          <p:nvPr/>
        </p:nvSpPr>
        <p:spPr>
          <a:xfrm>
            <a:off x="1976827" y="31262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GT_10428">
            <a:extLst>
              <a:ext uri="{FF2B5EF4-FFF2-40B4-BE49-F238E27FC236}">
                <a16:creationId xmlns:a16="http://schemas.microsoft.com/office/drawing/2014/main" id="{85456ECA-3234-4C21-8F39-5613DAF216E6}"/>
              </a:ext>
            </a:extLst>
          </p:cNvPr>
          <p:cNvSpPr>
            <a:spLocks noGrp="1"/>
          </p:cNvSpPr>
          <p:nvPr/>
        </p:nvSpPr>
        <p:spPr>
          <a:xfrm>
            <a:off x="1857396" y="33047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GT_10429">
            <a:extLst>
              <a:ext uri="{FF2B5EF4-FFF2-40B4-BE49-F238E27FC236}">
                <a16:creationId xmlns:a16="http://schemas.microsoft.com/office/drawing/2014/main" id="{295B0A26-5BA8-4559-9833-1EC45D9B8D75}"/>
              </a:ext>
            </a:extLst>
          </p:cNvPr>
          <p:cNvSpPr>
            <a:spLocks noGrp="1"/>
          </p:cNvSpPr>
          <p:nvPr/>
        </p:nvSpPr>
        <p:spPr>
          <a:xfrm>
            <a:off x="1915195" y="60978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GT_10430">
            <a:extLst>
              <a:ext uri="{FF2B5EF4-FFF2-40B4-BE49-F238E27FC236}">
                <a16:creationId xmlns:a16="http://schemas.microsoft.com/office/drawing/2014/main" id="{47EB016C-0105-4736-B57A-E686FAB7B0FB}"/>
              </a:ext>
            </a:extLst>
          </p:cNvPr>
          <p:cNvSpPr>
            <a:spLocks noGrp="1"/>
          </p:cNvSpPr>
          <p:nvPr/>
        </p:nvSpPr>
        <p:spPr>
          <a:xfrm>
            <a:off x="1933883" y="36409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GT_10431">
            <a:extLst>
              <a:ext uri="{FF2B5EF4-FFF2-40B4-BE49-F238E27FC236}">
                <a16:creationId xmlns:a16="http://schemas.microsoft.com/office/drawing/2014/main" id="{3C309BCD-93AE-4F32-AD6D-7E69F95A2A55}"/>
              </a:ext>
            </a:extLst>
          </p:cNvPr>
          <p:cNvSpPr>
            <a:spLocks noGrp="1"/>
          </p:cNvSpPr>
          <p:nvPr/>
        </p:nvSpPr>
        <p:spPr>
          <a:xfrm>
            <a:off x="1979910" y="3459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GT_10432">
            <a:extLst>
              <a:ext uri="{FF2B5EF4-FFF2-40B4-BE49-F238E27FC236}">
                <a16:creationId xmlns:a16="http://schemas.microsoft.com/office/drawing/2014/main" id="{C3B303DB-627E-400A-A841-8F864BC7B85A}"/>
              </a:ext>
            </a:extLst>
          </p:cNvPr>
          <p:cNvSpPr>
            <a:spLocks noGrp="1"/>
          </p:cNvSpPr>
          <p:nvPr/>
        </p:nvSpPr>
        <p:spPr>
          <a:xfrm>
            <a:off x="1854848" y="39981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GT_10433">
            <a:extLst>
              <a:ext uri="{FF2B5EF4-FFF2-40B4-BE49-F238E27FC236}">
                <a16:creationId xmlns:a16="http://schemas.microsoft.com/office/drawing/2014/main" id="{97816CBF-BA63-474F-8D74-80C87341081B}"/>
              </a:ext>
            </a:extLst>
          </p:cNvPr>
          <p:cNvSpPr>
            <a:spLocks noGrp="1"/>
          </p:cNvSpPr>
          <p:nvPr/>
        </p:nvSpPr>
        <p:spPr>
          <a:xfrm>
            <a:off x="1990646" y="40695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GT_10434">
            <a:extLst>
              <a:ext uri="{FF2B5EF4-FFF2-40B4-BE49-F238E27FC236}">
                <a16:creationId xmlns:a16="http://schemas.microsoft.com/office/drawing/2014/main" id="{DDA2E1AC-7C91-4FD2-974B-73BEA23C3614}"/>
              </a:ext>
            </a:extLst>
          </p:cNvPr>
          <p:cNvSpPr>
            <a:spLocks noGrp="1"/>
          </p:cNvSpPr>
          <p:nvPr/>
        </p:nvSpPr>
        <p:spPr>
          <a:xfrm>
            <a:off x="1960637" y="36205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GT_10435">
            <a:extLst>
              <a:ext uri="{FF2B5EF4-FFF2-40B4-BE49-F238E27FC236}">
                <a16:creationId xmlns:a16="http://schemas.microsoft.com/office/drawing/2014/main" id="{5E760B94-8165-4D54-B2C4-0BC9EEC031CD}"/>
              </a:ext>
            </a:extLst>
          </p:cNvPr>
          <p:cNvSpPr>
            <a:spLocks noGrp="1"/>
          </p:cNvSpPr>
          <p:nvPr/>
        </p:nvSpPr>
        <p:spPr>
          <a:xfrm>
            <a:off x="1915228" y="34812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GT_10436">
            <a:extLst>
              <a:ext uri="{FF2B5EF4-FFF2-40B4-BE49-F238E27FC236}">
                <a16:creationId xmlns:a16="http://schemas.microsoft.com/office/drawing/2014/main" id="{6A8CB648-B447-4128-BBA8-DB01CFA29F21}"/>
              </a:ext>
            </a:extLst>
          </p:cNvPr>
          <p:cNvSpPr>
            <a:spLocks noGrp="1"/>
          </p:cNvSpPr>
          <p:nvPr/>
        </p:nvSpPr>
        <p:spPr>
          <a:xfrm>
            <a:off x="1849674" y="46761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GT_10437">
            <a:extLst>
              <a:ext uri="{FF2B5EF4-FFF2-40B4-BE49-F238E27FC236}">
                <a16:creationId xmlns:a16="http://schemas.microsoft.com/office/drawing/2014/main" id="{A0A248BE-52DC-4454-B740-A7343FF96AA4}"/>
              </a:ext>
            </a:extLst>
          </p:cNvPr>
          <p:cNvSpPr>
            <a:spLocks noGrp="1"/>
          </p:cNvSpPr>
          <p:nvPr/>
        </p:nvSpPr>
        <p:spPr>
          <a:xfrm>
            <a:off x="1921591" y="32410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GT_10438">
            <a:extLst>
              <a:ext uri="{FF2B5EF4-FFF2-40B4-BE49-F238E27FC236}">
                <a16:creationId xmlns:a16="http://schemas.microsoft.com/office/drawing/2014/main" id="{04CD0C1C-21C7-482E-B29B-B45B34089275}"/>
              </a:ext>
            </a:extLst>
          </p:cNvPr>
          <p:cNvSpPr>
            <a:spLocks noGrp="1"/>
          </p:cNvSpPr>
          <p:nvPr/>
        </p:nvSpPr>
        <p:spPr>
          <a:xfrm>
            <a:off x="1949985" y="38397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GT_10439">
            <a:extLst>
              <a:ext uri="{FF2B5EF4-FFF2-40B4-BE49-F238E27FC236}">
                <a16:creationId xmlns:a16="http://schemas.microsoft.com/office/drawing/2014/main" id="{07768CAD-39CE-4C03-A82A-87B8B53F5B03}"/>
              </a:ext>
            </a:extLst>
          </p:cNvPr>
          <p:cNvSpPr>
            <a:spLocks noGrp="1"/>
          </p:cNvSpPr>
          <p:nvPr/>
        </p:nvSpPr>
        <p:spPr>
          <a:xfrm>
            <a:off x="1965830" y="37386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GT_10440">
            <a:extLst>
              <a:ext uri="{FF2B5EF4-FFF2-40B4-BE49-F238E27FC236}">
                <a16:creationId xmlns:a16="http://schemas.microsoft.com/office/drawing/2014/main" id="{315E387C-E814-4B36-97D8-40FC9F95D0B5}"/>
              </a:ext>
            </a:extLst>
          </p:cNvPr>
          <p:cNvSpPr>
            <a:spLocks noGrp="1"/>
          </p:cNvSpPr>
          <p:nvPr/>
        </p:nvSpPr>
        <p:spPr>
          <a:xfrm>
            <a:off x="1815047" y="6041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GT_10441">
            <a:extLst>
              <a:ext uri="{FF2B5EF4-FFF2-40B4-BE49-F238E27FC236}">
                <a16:creationId xmlns:a16="http://schemas.microsoft.com/office/drawing/2014/main" id="{7DBEDF2F-761D-40FC-AE86-64F62DB62D1E}"/>
              </a:ext>
            </a:extLst>
          </p:cNvPr>
          <p:cNvSpPr>
            <a:spLocks noGrp="1"/>
          </p:cNvSpPr>
          <p:nvPr/>
        </p:nvSpPr>
        <p:spPr>
          <a:xfrm>
            <a:off x="1788133" y="43358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GT_10442">
            <a:extLst>
              <a:ext uri="{FF2B5EF4-FFF2-40B4-BE49-F238E27FC236}">
                <a16:creationId xmlns:a16="http://schemas.microsoft.com/office/drawing/2014/main" id="{985E30C9-80CD-4429-8D46-5DAB8ECB5021}"/>
              </a:ext>
            </a:extLst>
          </p:cNvPr>
          <p:cNvSpPr>
            <a:spLocks noGrp="1"/>
          </p:cNvSpPr>
          <p:nvPr/>
        </p:nvSpPr>
        <p:spPr>
          <a:xfrm>
            <a:off x="1895145" y="34086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GT_10443">
            <a:extLst>
              <a:ext uri="{FF2B5EF4-FFF2-40B4-BE49-F238E27FC236}">
                <a16:creationId xmlns:a16="http://schemas.microsoft.com/office/drawing/2014/main" id="{9F2FFB6E-C92E-4587-BE20-5FBA48F00766}"/>
              </a:ext>
            </a:extLst>
          </p:cNvPr>
          <p:cNvSpPr>
            <a:spLocks noGrp="1"/>
          </p:cNvSpPr>
          <p:nvPr/>
        </p:nvSpPr>
        <p:spPr>
          <a:xfrm>
            <a:off x="1797102" y="31287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GT_10444">
            <a:extLst>
              <a:ext uri="{FF2B5EF4-FFF2-40B4-BE49-F238E27FC236}">
                <a16:creationId xmlns:a16="http://schemas.microsoft.com/office/drawing/2014/main" id="{E480EE31-E8CD-4229-9CC6-EBD58B9D95E9}"/>
              </a:ext>
            </a:extLst>
          </p:cNvPr>
          <p:cNvSpPr>
            <a:spLocks noGrp="1"/>
          </p:cNvSpPr>
          <p:nvPr/>
        </p:nvSpPr>
        <p:spPr>
          <a:xfrm>
            <a:off x="1889635" y="43792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GT_10445">
            <a:extLst>
              <a:ext uri="{FF2B5EF4-FFF2-40B4-BE49-F238E27FC236}">
                <a16:creationId xmlns:a16="http://schemas.microsoft.com/office/drawing/2014/main" id="{D0CD2E59-5ACF-4527-A0E8-8B34B8C28D8B}"/>
              </a:ext>
            </a:extLst>
          </p:cNvPr>
          <p:cNvSpPr>
            <a:spLocks noGrp="1"/>
          </p:cNvSpPr>
          <p:nvPr/>
        </p:nvSpPr>
        <p:spPr>
          <a:xfrm>
            <a:off x="1842066" y="60977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GT_10446">
            <a:extLst>
              <a:ext uri="{FF2B5EF4-FFF2-40B4-BE49-F238E27FC236}">
                <a16:creationId xmlns:a16="http://schemas.microsoft.com/office/drawing/2014/main" id="{0FA54C0A-4472-43CD-8E74-302A11794569}"/>
              </a:ext>
            </a:extLst>
          </p:cNvPr>
          <p:cNvSpPr>
            <a:spLocks noGrp="1"/>
          </p:cNvSpPr>
          <p:nvPr/>
        </p:nvSpPr>
        <p:spPr>
          <a:xfrm>
            <a:off x="2020207" y="49902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GT_10447">
            <a:extLst>
              <a:ext uri="{FF2B5EF4-FFF2-40B4-BE49-F238E27FC236}">
                <a16:creationId xmlns:a16="http://schemas.microsoft.com/office/drawing/2014/main" id="{479A9FCF-8435-47C1-A770-1B31FE4BE261}"/>
              </a:ext>
            </a:extLst>
          </p:cNvPr>
          <p:cNvSpPr>
            <a:spLocks noGrp="1"/>
          </p:cNvSpPr>
          <p:nvPr/>
        </p:nvSpPr>
        <p:spPr>
          <a:xfrm>
            <a:off x="1996249" y="39354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GT_10448">
            <a:extLst>
              <a:ext uri="{FF2B5EF4-FFF2-40B4-BE49-F238E27FC236}">
                <a16:creationId xmlns:a16="http://schemas.microsoft.com/office/drawing/2014/main" id="{FD694F79-1674-4648-B6F5-F0EAC3563970}"/>
              </a:ext>
            </a:extLst>
          </p:cNvPr>
          <p:cNvSpPr>
            <a:spLocks noGrp="1"/>
          </p:cNvSpPr>
          <p:nvPr/>
        </p:nvSpPr>
        <p:spPr>
          <a:xfrm>
            <a:off x="1781319" y="38999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GT_10449">
            <a:extLst>
              <a:ext uri="{FF2B5EF4-FFF2-40B4-BE49-F238E27FC236}">
                <a16:creationId xmlns:a16="http://schemas.microsoft.com/office/drawing/2014/main" id="{16518479-530E-47DE-8AA8-513427A38479}"/>
              </a:ext>
            </a:extLst>
          </p:cNvPr>
          <p:cNvSpPr>
            <a:spLocks noGrp="1"/>
          </p:cNvSpPr>
          <p:nvPr/>
        </p:nvSpPr>
        <p:spPr>
          <a:xfrm>
            <a:off x="2010771" y="58389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GT_10450">
            <a:extLst>
              <a:ext uri="{FF2B5EF4-FFF2-40B4-BE49-F238E27FC236}">
                <a16:creationId xmlns:a16="http://schemas.microsoft.com/office/drawing/2014/main" id="{05B2F248-07EC-4EB5-988F-9AFC0307A7EC}"/>
              </a:ext>
            </a:extLst>
          </p:cNvPr>
          <p:cNvSpPr>
            <a:spLocks noGrp="1"/>
          </p:cNvSpPr>
          <p:nvPr/>
        </p:nvSpPr>
        <p:spPr>
          <a:xfrm>
            <a:off x="1996403" y="3691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GT_10451">
            <a:extLst>
              <a:ext uri="{FF2B5EF4-FFF2-40B4-BE49-F238E27FC236}">
                <a16:creationId xmlns:a16="http://schemas.microsoft.com/office/drawing/2014/main" id="{DDF82B9A-5BC8-4EE4-B439-7FEC0EFDB59D}"/>
              </a:ext>
            </a:extLst>
          </p:cNvPr>
          <p:cNvSpPr>
            <a:spLocks noGrp="1"/>
          </p:cNvSpPr>
          <p:nvPr/>
        </p:nvSpPr>
        <p:spPr>
          <a:xfrm>
            <a:off x="1867168" y="3573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GT_10452">
            <a:extLst>
              <a:ext uri="{FF2B5EF4-FFF2-40B4-BE49-F238E27FC236}">
                <a16:creationId xmlns:a16="http://schemas.microsoft.com/office/drawing/2014/main" id="{40B09A8C-842B-475D-A629-0ACD7E0E6CD0}"/>
              </a:ext>
            </a:extLst>
          </p:cNvPr>
          <p:cNvSpPr>
            <a:spLocks noGrp="1"/>
          </p:cNvSpPr>
          <p:nvPr/>
        </p:nvSpPr>
        <p:spPr>
          <a:xfrm>
            <a:off x="1836018" y="32236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GT_10453">
            <a:extLst>
              <a:ext uri="{FF2B5EF4-FFF2-40B4-BE49-F238E27FC236}">
                <a16:creationId xmlns:a16="http://schemas.microsoft.com/office/drawing/2014/main" id="{7F39BE3E-BCB7-4314-A757-D62387C568C3}"/>
              </a:ext>
            </a:extLst>
          </p:cNvPr>
          <p:cNvSpPr>
            <a:spLocks noGrp="1"/>
          </p:cNvSpPr>
          <p:nvPr/>
        </p:nvSpPr>
        <p:spPr>
          <a:xfrm>
            <a:off x="2007719" y="34208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GT_10454">
            <a:extLst>
              <a:ext uri="{FF2B5EF4-FFF2-40B4-BE49-F238E27FC236}">
                <a16:creationId xmlns:a16="http://schemas.microsoft.com/office/drawing/2014/main" id="{744854E8-1407-44D7-AFBD-9C89501FBAAA}"/>
              </a:ext>
            </a:extLst>
          </p:cNvPr>
          <p:cNvSpPr>
            <a:spLocks noGrp="1"/>
          </p:cNvSpPr>
          <p:nvPr/>
        </p:nvSpPr>
        <p:spPr>
          <a:xfrm>
            <a:off x="1922649" y="519795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GT_10455">
            <a:extLst>
              <a:ext uri="{FF2B5EF4-FFF2-40B4-BE49-F238E27FC236}">
                <a16:creationId xmlns:a16="http://schemas.microsoft.com/office/drawing/2014/main" id="{95832A2C-4132-4F34-B1BD-124B643978AF}"/>
              </a:ext>
            </a:extLst>
          </p:cNvPr>
          <p:cNvSpPr>
            <a:spLocks noGrp="1"/>
          </p:cNvSpPr>
          <p:nvPr/>
        </p:nvSpPr>
        <p:spPr>
          <a:xfrm>
            <a:off x="2018725" y="43012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GT_10456">
            <a:extLst>
              <a:ext uri="{FF2B5EF4-FFF2-40B4-BE49-F238E27FC236}">
                <a16:creationId xmlns:a16="http://schemas.microsoft.com/office/drawing/2014/main" id="{1579F06C-1D61-4B9F-B914-A9BFF9755A58}"/>
              </a:ext>
            </a:extLst>
          </p:cNvPr>
          <p:cNvSpPr>
            <a:spLocks noGrp="1"/>
          </p:cNvSpPr>
          <p:nvPr/>
        </p:nvSpPr>
        <p:spPr>
          <a:xfrm>
            <a:off x="1988869" y="47307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GT_10457">
            <a:extLst>
              <a:ext uri="{FF2B5EF4-FFF2-40B4-BE49-F238E27FC236}">
                <a16:creationId xmlns:a16="http://schemas.microsoft.com/office/drawing/2014/main" id="{EDBCFFA3-BEC3-4A98-A949-186B2F00304B}"/>
              </a:ext>
            </a:extLst>
          </p:cNvPr>
          <p:cNvSpPr>
            <a:spLocks noGrp="1"/>
          </p:cNvSpPr>
          <p:nvPr/>
        </p:nvSpPr>
        <p:spPr>
          <a:xfrm>
            <a:off x="1980097" y="45909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GT_10458">
            <a:extLst>
              <a:ext uri="{FF2B5EF4-FFF2-40B4-BE49-F238E27FC236}">
                <a16:creationId xmlns:a16="http://schemas.microsoft.com/office/drawing/2014/main" id="{08CD7B81-1E30-4962-9406-95157A02E545}"/>
              </a:ext>
            </a:extLst>
          </p:cNvPr>
          <p:cNvSpPr>
            <a:spLocks noGrp="1"/>
          </p:cNvSpPr>
          <p:nvPr/>
        </p:nvSpPr>
        <p:spPr>
          <a:xfrm>
            <a:off x="2008286" y="37970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GT_10459">
            <a:extLst>
              <a:ext uri="{FF2B5EF4-FFF2-40B4-BE49-F238E27FC236}">
                <a16:creationId xmlns:a16="http://schemas.microsoft.com/office/drawing/2014/main" id="{F8CB3AAD-42AA-4624-9C3E-7E2DF4815003}"/>
              </a:ext>
            </a:extLst>
          </p:cNvPr>
          <p:cNvSpPr>
            <a:spLocks noGrp="1"/>
          </p:cNvSpPr>
          <p:nvPr/>
        </p:nvSpPr>
        <p:spPr>
          <a:xfrm>
            <a:off x="1928477" y="343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GT_10460">
            <a:extLst>
              <a:ext uri="{FF2B5EF4-FFF2-40B4-BE49-F238E27FC236}">
                <a16:creationId xmlns:a16="http://schemas.microsoft.com/office/drawing/2014/main" id="{F3964945-02FD-47F0-BCDC-5AA48048CE72}"/>
              </a:ext>
            </a:extLst>
          </p:cNvPr>
          <p:cNvSpPr>
            <a:spLocks noGrp="1"/>
          </p:cNvSpPr>
          <p:nvPr/>
        </p:nvSpPr>
        <p:spPr>
          <a:xfrm>
            <a:off x="1983529" y="47795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GT_10461">
            <a:extLst>
              <a:ext uri="{FF2B5EF4-FFF2-40B4-BE49-F238E27FC236}">
                <a16:creationId xmlns:a16="http://schemas.microsoft.com/office/drawing/2014/main" id="{2FCD1B95-8E1D-4A14-8589-36980522A55C}"/>
              </a:ext>
            </a:extLst>
          </p:cNvPr>
          <p:cNvSpPr>
            <a:spLocks noGrp="1"/>
          </p:cNvSpPr>
          <p:nvPr/>
        </p:nvSpPr>
        <p:spPr>
          <a:xfrm>
            <a:off x="1794427" y="35327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GT_10462">
            <a:extLst>
              <a:ext uri="{FF2B5EF4-FFF2-40B4-BE49-F238E27FC236}">
                <a16:creationId xmlns:a16="http://schemas.microsoft.com/office/drawing/2014/main" id="{E12C535A-2614-43D0-A84B-33BF52331F6B}"/>
              </a:ext>
            </a:extLst>
          </p:cNvPr>
          <p:cNvSpPr>
            <a:spLocks noGrp="1"/>
          </p:cNvSpPr>
          <p:nvPr/>
        </p:nvSpPr>
        <p:spPr>
          <a:xfrm>
            <a:off x="2004346" y="5583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GT_10463">
            <a:extLst>
              <a:ext uri="{FF2B5EF4-FFF2-40B4-BE49-F238E27FC236}">
                <a16:creationId xmlns:a16="http://schemas.microsoft.com/office/drawing/2014/main" id="{30DAB73F-39CB-49AE-8B6E-C7F42A71E023}"/>
              </a:ext>
            </a:extLst>
          </p:cNvPr>
          <p:cNvSpPr>
            <a:spLocks noGrp="1"/>
          </p:cNvSpPr>
          <p:nvPr/>
        </p:nvSpPr>
        <p:spPr>
          <a:xfrm>
            <a:off x="1899960" y="36721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GT_10464">
            <a:extLst>
              <a:ext uri="{FF2B5EF4-FFF2-40B4-BE49-F238E27FC236}">
                <a16:creationId xmlns:a16="http://schemas.microsoft.com/office/drawing/2014/main" id="{EB0AF13C-35EE-4D6C-B091-49238342C281}"/>
              </a:ext>
            </a:extLst>
          </p:cNvPr>
          <p:cNvSpPr>
            <a:spLocks noGrp="1"/>
          </p:cNvSpPr>
          <p:nvPr/>
        </p:nvSpPr>
        <p:spPr>
          <a:xfrm>
            <a:off x="1974263" y="43552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GT_10465">
            <a:extLst>
              <a:ext uri="{FF2B5EF4-FFF2-40B4-BE49-F238E27FC236}">
                <a16:creationId xmlns:a16="http://schemas.microsoft.com/office/drawing/2014/main" id="{629E823E-F024-426B-B220-4DFCE8DAB8BF}"/>
              </a:ext>
            </a:extLst>
          </p:cNvPr>
          <p:cNvSpPr>
            <a:spLocks noGrp="1"/>
          </p:cNvSpPr>
          <p:nvPr/>
        </p:nvSpPr>
        <p:spPr>
          <a:xfrm>
            <a:off x="1938067" y="3284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GT_10466">
            <a:extLst>
              <a:ext uri="{FF2B5EF4-FFF2-40B4-BE49-F238E27FC236}">
                <a16:creationId xmlns:a16="http://schemas.microsoft.com/office/drawing/2014/main" id="{34D34677-32F1-4E4C-AA50-2B2AE1357607}"/>
              </a:ext>
            </a:extLst>
          </p:cNvPr>
          <p:cNvSpPr>
            <a:spLocks noGrp="1"/>
          </p:cNvSpPr>
          <p:nvPr/>
        </p:nvSpPr>
        <p:spPr>
          <a:xfrm>
            <a:off x="1991387" y="34876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GT_10467">
            <a:extLst>
              <a:ext uri="{FF2B5EF4-FFF2-40B4-BE49-F238E27FC236}">
                <a16:creationId xmlns:a16="http://schemas.microsoft.com/office/drawing/2014/main" id="{B8F7FBC1-C800-4275-8998-CEA5C4515ADE}"/>
              </a:ext>
            </a:extLst>
          </p:cNvPr>
          <p:cNvSpPr>
            <a:spLocks noGrp="1"/>
          </p:cNvSpPr>
          <p:nvPr/>
        </p:nvSpPr>
        <p:spPr>
          <a:xfrm>
            <a:off x="1920699" y="39260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GT_10468">
            <a:extLst>
              <a:ext uri="{FF2B5EF4-FFF2-40B4-BE49-F238E27FC236}">
                <a16:creationId xmlns:a16="http://schemas.microsoft.com/office/drawing/2014/main" id="{9F1E5759-B624-436D-950A-B88A328259B4}"/>
              </a:ext>
            </a:extLst>
          </p:cNvPr>
          <p:cNvSpPr>
            <a:spLocks noGrp="1"/>
          </p:cNvSpPr>
          <p:nvPr/>
        </p:nvSpPr>
        <p:spPr>
          <a:xfrm>
            <a:off x="1871404" y="4593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GT_10469">
            <a:extLst>
              <a:ext uri="{FF2B5EF4-FFF2-40B4-BE49-F238E27FC236}">
                <a16:creationId xmlns:a16="http://schemas.microsoft.com/office/drawing/2014/main" id="{B715D97A-8C56-48E8-B7B7-13093DC7A11E}"/>
              </a:ext>
            </a:extLst>
          </p:cNvPr>
          <p:cNvSpPr>
            <a:spLocks noGrp="1"/>
          </p:cNvSpPr>
          <p:nvPr/>
        </p:nvSpPr>
        <p:spPr>
          <a:xfrm>
            <a:off x="1991285" y="488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GT_10470">
            <a:extLst>
              <a:ext uri="{FF2B5EF4-FFF2-40B4-BE49-F238E27FC236}">
                <a16:creationId xmlns:a16="http://schemas.microsoft.com/office/drawing/2014/main" id="{86E05B96-A600-40C5-8EAC-EB3C7EAAF631}"/>
              </a:ext>
            </a:extLst>
          </p:cNvPr>
          <p:cNvSpPr>
            <a:spLocks noGrp="1"/>
          </p:cNvSpPr>
          <p:nvPr/>
        </p:nvSpPr>
        <p:spPr>
          <a:xfrm>
            <a:off x="1782755" y="44504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GT_10471">
            <a:extLst>
              <a:ext uri="{FF2B5EF4-FFF2-40B4-BE49-F238E27FC236}">
                <a16:creationId xmlns:a16="http://schemas.microsoft.com/office/drawing/2014/main" id="{C6208A57-A1BC-48FB-9A23-1A3347E54B0D}"/>
              </a:ext>
            </a:extLst>
          </p:cNvPr>
          <p:cNvSpPr>
            <a:spLocks noGrp="1"/>
          </p:cNvSpPr>
          <p:nvPr/>
        </p:nvSpPr>
        <p:spPr>
          <a:xfrm>
            <a:off x="1779309" y="3814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GT_10472">
            <a:extLst>
              <a:ext uri="{FF2B5EF4-FFF2-40B4-BE49-F238E27FC236}">
                <a16:creationId xmlns:a16="http://schemas.microsoft.com/office/drawing/2014/main" id="{1556AD6B-6FE8-4DC6-BBE5-FAD64B294E99}"/>
              </a:ext>
            </a:extLst>
          </p:cNvPr>
          <p:cNvSpPr>
            <a:spLocks noGrp="1"/>
          </p:cNvSpPr>
          <p:nvPr/>
        </p:nvSpPr>
        <p:spPr>
          <a:xfrm>
            <a:off x="1968898" y="34125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GT_10473">
            <a:extLst>
              <a:ext uri="{FF2B5EF4-FFF2-40B4-BE49-F238E27FC236}">
                <a16:creationId xmlns:a16="http://schemas.microsoft.com/office/drawing/2014/main" id="{8C68A90C-569E-4BBA-B466-3AD56F31368A}"/>
              </a:ext>
            </a:extLst>
          </p:cNvPr>
          <p:cNvSpPr>
            <a:spLocks noGrp="1"/>
          </p:cNvSpPr>
          <p:nvPr/>
        </p:nvSpPr>
        <p:spPr>
          <a:xfrm>
            <a:off x="1791530" y="4532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GT_10474">
            <a:extLst>
              <a:ext uri="{FF2B5EF4-FFF2-40B4-BE49-F238E27FC236}">
                <a16:creationId xmlns:a16="http://schemas.microsoft.com/office/drawing/2014/main" id="{D98A9B58-5A3A-498E-B15D-F5B4E7452EF2}"/>
              </a:ext>
            </a:extLst>
          </p:cNvPr>
          <p:cNvSpPr>
            <a:spLocks noGrp="1"/>
          </p:cNvSpPr>
          <p:nvPr/>
        </p:nvSpPr>
        <p:spPr>
          <a:xfrm>
            <a:off x="1795855" y="3867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GT_10475">
            <a:extLst>
              <a:ext uri="{FF2B5EF4-FFF2-40B4-BE49-F238E27FC236}">
                <a16:creationId xmlns:a16="http://schemas.microsoft.com/office/drawing/2014/main" id="{D8BD2925-CC4C-45AF-A591-2EE5BBA188F3}"/>
              </a:ext>
            </a:extLst>
          </p:cNvPr>
          <p:cNvSpPr>
            <a:spLocks noGrp="1"/>
          </p:cNvSpPr>
          <p:nvPr/>
        </p:nvSpPr>
        <p:spPr>
          <a:xfrm>
            <a:off x="1926885" y="34550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GT_10476">
            <a:extLst>
              <a:ext uri="{FF2B5EF4-FFF2-40B4-BE49-F238E27FC236}">
                <a16:creationId xmlns:a16="http://schemas.microsoft.com/office/drawing/2014/main" id="{ABADF9FC-B61F-4578-9858-00C23579E233}"/>
              </a:ext>
            </a:extLst>
          </p:cNvPr>
          <p:cNvSpPr>
            <a:spLocks noGrp="1"/>
          </p:cNvSpPr>
          <p:nvPr/>
        </p:nvSpPr>
        <p:spPr>
          <a:xfrm>
            <a:off x="1872615" y="43957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GT_10477">
            <a:extLst>
              <a:ext uri="{FF2B5EF4-FFF2-40B4-BE49-F238E27FC236}">
                <a16:creationId xmlns:a16="http://schemas.microsoft.com/office/drawing/2014/main" id="{E13CACE6-13A9-4753-822A-AF46EAC64998}"/>
              </a:ext>
            </a:extLst>
          </p:cNvPr>
          <p:cNvSpPr>
            <a:spLocks noGrp="1"/>
          </p:cNvSpPr>
          <p:nvPr/>
        </p:nvSpPr>
        <p:spPr>
          <a:xfrm>
            <a:off x="1936539" y="47036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GT_10478">
            <a:extLst>
              <a:ext uri="{FF2B5EF4-FFF2-40B4-BE49-F238E27FC236}">
                <a16:creationId xmlns:a16="http://schemas.microsoft.com/office/drawing/2014/main" id="{0C4B6BDC-099D-484A-859B-D9A3AC887497}"/>
              </a:ext>
            </a:extLst>
          </p:cNvPr>
          <p:cNvSpPr>
            <a:spLocks noGrp="1"/>
          </p:cNvSpPr>
          <p:nvPr/>
        </p:nvSpPr>
        <p:spPr>
          <a:xfrm>
            <a:off x="1843268" y="47401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GT_10479">
            <a:extLst>
              <a:ext uri="{FF2B5EF4-FFF2-40B4-BE49-F238E27FC236}">
                <a16:creationId xmlns:a16="http://schemas.microsoft.com/office/drawing/2014/main" id="{6843243C-C8D2-4688-866D-FDD9D5405F92}"/>
              </a:ext>
            </a:extLst>
          </p:cNvPr>
          <p:cNvSpPr>
            <a:spLocks noGrp="1"/>
          </p:cNvSpPr>
          <p:nvPr/>
        </p:nvSpPr>
        <p:spPr>
          <a:xfrm>
            <a:off x="1895028" y="48333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GT_10480">
            <a:extLst>
              <a:ext uri="{FF2B5EF4-FFF2-40B4-BE49-F238E27FC236}">
                <a16:creationId xmlns:a16="http://schemas.microsoft.com/office/drawing/2014/main" id="{B1821FB5-0550-4B13-96A5-3D44FCD460C6}"/>
              </a:ext>
            </a:extLst>
          </p:cNvPr>
          <p:cNvSpPr>
            <a:spLocks noGrp="1"/>
          </p:cNvSpPr>
          <p:nvPr/>
        </p:nvSpPr>
        <p:spPr>
          <a:xfrm>
            <a:off x="1847617" y="46661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GT_10481">
            <a:extLst>
              <a:ext uri="{FF2B5EF4-FFF2-40B4-BE49-F238E27FC236}">
                <a16:creationId xmlns:a16="http://schemas.microsoft.com/office/drawing/2014/main" id="{9DC34C6F-458F-487C-800B-7626D043B9E9}"/>
              </a:ext>
            </a:extLst>
          </p:cNvPr>
          <p:cNvSpPr>
            <a:spLocks noGrp="1"/>
          </p:cNvSpPr>
          <p:nvPr/>
        </p:nvSpPr>
        <p:spPr>
          <a:xfrm>
            <a:off x="356490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GT_10482">
            <a:extLst>
              <a:ext uri="{FF2B5EF4-FFF2-40B4-BE49-F238E27FC236}">
                <a16:creationId xmlns:a16="http://schemas.microsoft.com/office/drawing/2014/main" id="{DF4D06B2-2A8D-4A47-B5BE-B2D3AD09A881}"/>
              </a:ext>
            </a:extLst>
          </p:cNvPr>
          <p:cNvSpPr>
            <a:spLocks noGrp="1"/>
          </p:cNvSpPr>
          <p:nvPr/>
        </p:nvSpPr>
        <p:spPr>
          <a:xfrm>
            <a:off x="354597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GT_10483">
            <a:extLst>
              <a:ext uri="{FF2B5EF4-FFF2-40B4-BE49-F238E27FC236}">
                <a16:creationId xmlns:a16="http://schemas.microsoft.com/office/drawing/2014/main" id="{C7485C31-3645-4DC1-AEF8-BDAC1272E198}"/>
              </a:ext>
            </a:extLst>
          </p:cNvPr>
          <p:cNvSpPr>
            <a:spLocks noGrp="1"/>
          </p:cNvSpPr>
          <p:nvPr/>
        </p:nvSpPr>
        <p:spPr>
          <a:xfrm>
            <a:off x="34026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GT_10484">
            <a:extLst>
              <a:ext uri="{FF2B5EF4-FFF2-40B4-BE49-F238E27FC236}">
                <a16:creationId xmlns:a16="http://schemas.microsoft.com/office/drawing/2014/main" id="{AC5E2971-6083-4BDE-8650-7B51A284D681}"/>
              </a:ext>
            </a:extLst>
          </p:cNvPr>
          <p:cNvSpPr>
            <a:spLocks noGrp="1"/>
          </p:cNvSpPr>
          <p:nvPr/>
        </p:nvSpPr>
        <p:spPr>
          <a:xfrm>
            <a:off x="347811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GT_10485">
            <a:extLst>
              <a:ext uri="{FF2B5EF4-FFF2-40B4-BE49-F238E27FC236}">
                <a16:creationId xmlns:a16="http://schemas.microsoft.com/office/drawing/2014/main" id="{3D393131-0863-4EDC-9088-6E5B4711820B}"/>
              </a:ext>
            </a:extLst>
          </p:cNvPr>
          <p:cNvSpPr>
            <a:spLocks noGrp="1"/>
          </p:cNvSpPr>
          <p:nvPr/>
        </p:nvSpPr>
        <p:spPr>
          <a:xfrm>
            <a:off x="336631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GT_10486">
            <a:extLst>
              <a:ext uri="{FF2B5EF4-FFF2-40B4-BE49-F238E27FC236}">
                <a16:creationId xmlns:a16="http://schemas.microsoft.com/office/drawing/2014/main" id="{E6C3A455-7C0D-451B-BF89-EE5619C5E2C9}"/>
              </a:ext>
            </a:extLst>
          </p:cNvPr>
          <p:cNvSpPr>
            <a:spLocks noGrp="1"/>
          </p:cNvSpPr>
          <p:nvPr/>
        </p:nvSpPr>
        <p:spPr>
          <a:xfrm>
            <a:off x="34234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GT_10487">
            <a:extLst>
              <a:ext uri="{FF2B5EF4-FFF2-40B4-BE49-F238E27FC236}">
                <a16:creationId xmlns:a16="http://schemas.microsoft.com/office/drawing/2014/main" id="{6A257170-C809-47A3-A85E-76239AA3B82D}"/>
              </a:ext>
            </a:extLst>
          </p:cNvPr>
          <p:cNvSpPr>
            <a:spLocks noGrp="1"/>
          </p:cNvSpPr>
          <p:nvPr/>
        </p:nvSpPr>
        <p:spPr>
          <a:xfrm>
            <a:off x="35363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GT_10488">
            <a:extLst>
              <a:ext uri="{FF2B5EF4-FFF2-40B4-BE49-F238E27FC236}">
                <a16:creationId xmlns:a16="http://schemas.microsoft.com/office/drawing/2014/main" id="{CF1FCBB0-9102-41F8-BF4F-644718D14A4A}"/>
              </a:ext>
            </a:extLst>
          </p:cNvPr>
          <p:cNvSpPr>
            <a:spLocks noGrp="1"/>
          </p:cNvSpPr>
          <p:nvPr/>
        </p:nvSpPr>
        <p:spPr>
          <a:xfrm>
            <a:off x="34977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GT_10489">
            <a:extLst>
              <a:ext uri="{FF2B5EF4-FFF2-40B4-BE49-F238E27FC236}">
                <a16:creationId xmlns:a16="http://schemas.microsoft.com/office/drawing/2014/main" id="{F7FA5560-9258-45AE-85A1-86580BCEB90A}"/>
              </a:ext>
            </a:extLst>
          </p:cNvPr>
          <p:cNvSpPr>
            <a:spLocks noGrp="1"/>
          </p:cNvSpPr>
          <p:nvPr/>
        </p:nvSpPr>
        <p:spPr>
          <a:xfrm>
            <a:off x="3347600" y="4419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GT_10490">
            <a:extLst>
              <a:ext uri="{FF2B5EF4-FFF2-40B4-BE49-F238E27FC236}">
                <a16:creationId xmlns:a16="http://schemas.microsoft.com/office/drawing/2014/main" id="{9822A584-C3E7-404E-9F28-5B48DB910F18}"/>
              </a:ext>
            </a:extLst>
          </p:cNvPr>
          <p:cNvSpPr>
            <a:spLocks noGrp="1"/>
          </p:cNvSpPr>
          <p:nvPr/>
        </p:nvSpPr>
        <p:spPr>
          <a:xfrm>
            <a:off x="34875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GT_10491">
            <a:extLst>
              <a:ext uri="{FF2B5EF4-FFF2-40B4-BE49-F238E27FC236}">
                <a16:creationId xmlns:a16="http://schemas.microsoft.com/office/drawing/2014/main" id="{FBE99F2D-B6B6-48CD-8F37-332D0EAA1C39}"/>
              </a:ext>
            </a:extLst>
          </p:cNvPr>
          <p:cNvSpPr>
            <a:spLocks noGrp="1"/>
          </p:cNvSpPr>
          <p:nvPr/>
        </p:nvSpPr>
        <p:spPr>
          <a:xfrm>
            <a:off x="3506567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GT_10492">
            <a:extLst>
              <a:ext uri="{FF2B5EF4-FFF2-40B4-BE49-F238E27FC236}">
                <a16:creationId xmlns:a16="http://schemas.microsoft.com/office/drawing/2014/main" id="{47F9015A-2C97-4FD2-9053-4DA8F9C0CC08}"/>
              </a:ext>
            </a:extLst>
          </p:cNvPr>
          <p:cNvSpPr>
            <a:spLocks noGrp="1"/>
          </p:cNvSpPr>
          <p:nvPr/>
        </p:nvSpPr>
        <p:spPr>
          <a:xfrm>
            <a:off x="3587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GT_10493">
            <a:extLst>
              <a:ext uri="{FF2B5EF4-FFF2-40B4-BE49-F238E27FC236}">
                <a16:creationId xmlns:a16="http://schemas.microsoft.com/office/drawing/2014/main" id="{C00B3004-F2CD-4A5C-B07A-75EAFCF3D323}"/>
              </a:ext>
            </a:extLst>
          </p:cNvPr>
          <p:cNvSpPr>
            <a:spLocks noGrp="1"/>
          </p:cNvSpPr>
          <p:nvPr/>
        </p:nvSpPr>
        <p:spPr>
          <a:xfrm>
            <a:off x="358587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GT_10494">
            <a:extLst>
              <a:ext uri="{FF2B5EF4-FFF2-40B4-BE49-F238E27FC236}">
                <a16:creationId xmlns:a16="http://schemas.microsoft.com/office/drawing/2014/main" id="{7B713206-B5F2-48AB-8CCC-4560E1FB1AF3}"/>
              </a:ext>
            </a:extLst>
          </p:cNvPr>
          <p:cNvSpPr>
            <a:spLocks noGrp="1"/>
          </p:cNvSpPr>
          <p:nvPr/>
        </p:nvSpPr>
        <p:spPr>
          <a:xfrm>
            <a:off x="3424336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GT_10495">
            <a:extLst>
              <a:ext uri="{FF2B5EF4-FFF2-40B4-BE49-F238E27FC236}">
                <a16:creationId xmlns:a16="http://schemas.microsoft.com/office/drawing/2014/main" id="{B3ABE8F0-3BE9-459A-90CF-20ADD2026498}"/>
              </a:ext>
            </a:extLst>
          </p:cNvPr>
          <p:cNvSpPr>
            <a:spLocks noGrp="1"/>
          </p:cNvSpPr>
          <p:nvPr/>
        </p:nvSpPr>
        <p:spPr>
          <a:xfrm>
            <a:off x="346199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GT_10496">
            <a:extLst>
              <a:ext uri="{FF2B5EF4-FFF2-40B4-BE49-F238E27FC236}">
                <a16:creationId xmlns:a16="http://schemas.microsoft.com/office/drawing/2014/main" id="{F61AF4A5-1CC7-4081-96FE-48424793784B}"/>
              </a:ext>
            </a:extLst>
          </p:cNvPr>
          <p:cNvSpPr>
            <a:spLocks noGrp="1"/>
          </p:cNvSpPr>
          <p:nvPr/>
        </p:nvSpPr>
        <p:spPr>
          <a:xfrm>
            <a:off x="33941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GT_10497">
            <a:extLst>
              <a:ext uri="{FF2B5EF4-FFF2-40B4-BE49-F238E27FC236}">
                <a16:creationId xmlns:a16="http://schemas.microsoft.com/office/drawing/2014/main" id="{B3D0EB48-F1F9-4A26-8669-9159F84A2F37}"/>
              </a:ext>
            </a:extLst>
          </p:cNvPr>
          <p:cNvSpPr>
            <a:spLocks noGrp="1"/>
          </p:cNvSpPr>
          <p:nvPr/>
        </p:nvSpPr>
        <p:spPr>
          <a:xfrm>
            <a:off x="337324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GT_10498">
            <a:extLst>
              <a:ext uri="{FF2B5EF4-FFF2-40B4-BE49-F238E27FC236}">
                <a16:creationId xmlns:a16="http://schemas.microsoft.com/office/drawing/2014/main" id="{3545BE7B-1ABB-4B66-B32F-D380A44B3B8F}"/>
              </a:ext>
            </a:extLst>
          </p:cNvPr>
          <p:cNvSpPr>
            <a:spLocks noGrp="1"/>
          </p:cNvSpPr>
          <p:nvPr/>
        </p:nvSpPr>
        <p:spPr>
          <a:xfrm>
            <a:off x="35036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GT_10499">
            <a:extLst>
              <a:ext uri="{FF2B5EF4-FFF2-40B4-BE49-F238E27FC236}">
                <a16:creationId xmlns:a16="http://schemas.microsoft.com/office/drawing/2014/main" id="{16646197-8238-4905-8510-DB07E0AE053D}"/>
              </a:ext>
            </a:extLst>
          </p:cNvPr>
          <p:cNvSpPr>
            <a:spLocks noGrp="1"/>
          </p:cNvSpPr>
          <p:nvPr/>
        </p:nvSpPr>
        <p:spPr>
          <a:xfrm>
            <a:off x="3431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GT_10500">
            <a:extLst>
              <a:ext uri="{FF2B5EF4-FFF2-40B4-BE49-F238E27FC236}">
                <a16:creationId xmlns:a16="http://schemas.microsoft.com/office/drawing/2014/main" id="{CA257DEA-3FF2-4314-850B-A1E6B702106C}"/>
              </a:ext>
            </a:extLst>
          </p:cNvPr>
          <p:cNvSpPr>
            <a:spLocks noGrp="1"/>
          </p:cNvSpPr>
          <p:nvPr/>
        </p:nvSpPr>
        <p:spPr>
          <a:xfrm>
            <a:off x="35757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GT_10501">
            <a:extLst>
              <a:ext uri="{FF2B5EF4-FFF2-40B4-BE49-F238E27FC236}">
                <a16:creationId xmlns:a16="http://schemas.microsoft.com/office/drawing/2014/main" id="{F4FB2B80-7C83-4B36-84C8-D0B2A7FEBBA6}"/>
              </a:ext>
            </a:extLst>
          </p:cNvPr>
          <p:cNvSpPr>
            <a:spLocks noGrp="1"/>
          </p:cNvSpPr>
          <p:nvPr/>
        </p:nvSpPr>
        <p:spPr>
          <a:xfrm>
            <a:off x="3461795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GT_10502">
            <a:extLst>
              <a:ext uri="{FF2B5EF4-FFF2-40B4-BE49-F238E27FC236}">
                <a16:creationId xmlns:a16="http://schemas.microsoft.com/office/drawing/2014/main" id="{3BBEDE01-7BE6-4989-8756-9724F95B06EB}"/>
              </a:ext>
            </a:extLst>
          </p:cNvPr>
          <p:cNvSpPr>
            <a:spLocks noGrp="1"/>
          </p:cNvSpPr>
          <p:nvPr/>
        </p:nvSpPr>
        <p:spPr>
          <a:xfrm>
            <a:off x="339835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GT_10503">
            <a:extLst>
              <a:ext uri="{FF2B5EF4-FFF2-40B4-BE49-F238E27FC236}">
                <a16:creationId xmlns:a16="http://schemas.microsoft.com/office/drawing/2014/main" id="{D564A0BC-22D4-4ECD-AC09-F155AD30692F}"/>
              </a:ext>
            </a:extLst>
          </p:cNvPr>
          <p:cNvSpPr>
            <a:spLocks noGrp="1"/>
          </p:cNvSpPr>
          <p:nvPr/>
        </p:nvSpPr>
        <p:spPr>
          <a:xfrm>
            <a:off x="3541113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GT_10504">
            <a:extLst>
              <a:ext uri="{FF2B5EF4-FFF2-40B4-BE49-F238E27FC236}">
                <a16:creationId xmlns:a16="http://schemas.microsoft.com/office/drawing/2014/main" id="{06E09F17-DB31-4C0B-8D5C-D25C0F7ED459}"/>
              </a:ext>
            </a:extLst>
          </p:cNvPr>
          <p:cNvSpPr>
            <a:spLocks noGrp="1"/>
          </p:cNvSpPr>
          <p:nvPr/>
        </p:nvSpPr>
        <p:spPr>
          <a:xfrm>
            <a:off x="3556009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GT_10505">
            <a:extLst>
              <a:ext uri="{FF2B5EF4-FFF2-40B4-BE49-F238E27FC236}">
                <a16:creationId xmlns:a16="http://schemas.microsoft.com/office/drawing/2014/main" id="{E067B0DD-EC08-4C77-A53B-B040F0AF7C6D}"/>
              </a:ext>
            </a:extLst>
          </p:cNvPr>
          <p:cNvSpPr>
            <a:spLocks noGrp="1"/>
          </p:cNvSpPr>
          <p:nvPr/>
        </p:nvSpPr>
        <p:spPr>
          <a:xfrm>
            <a:off x="3442438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GT_10506">
            <a:extLst>
              <a:ext uri="{FF2B5EF4-FFF2-40B4-BE49-F238E27FC236}">
                <a16:creationId xmlns:a16="http://schemas.microsoft.com/office/drawing/2014/main" id="{E79821FE-5ACA-449C-A253-3DBCDDA5AFCC}"/>
              </a:ext>
            </a:extLst>
          </p:cNvPr>
          <p:cNvSpPr>
            <a:spLocks noGrp="1"/>
          </p:cNvSpPr>
          <p:nvPr/>
        </p:nvSpPr>
        <p:spPr>
          <a:xfrm>
            <a:off x="33711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GT_10507">
            <a:extLst>
              <a:ext uri="{FF2B5EF4-FFF2-40B4-BE49-F238E27FC236}">
                <a16:creationId xmlns:a16="http://schemas.microsoft.com/office/drawing/2014/main" id="{72F911FE-9860-45C7-9F2A-AA533428263F}"/>
              </a:ext>
            </a:extLst>
          </p:cNvPr>
          <p:cNvSpPr>
            <a:spLocks noGrp="1"/>
          </p:cNvSpPr>
          <p:nvPr/>
        </p:nvSpPr>
        <p:spPr>
          <a:xfrm>
            <a:off x="334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GT_10508">
            <a:extLst>
              <a:ext uri="{FF2B5EF4-FFF2-40B4-BE49-F238E27FC236}">
                <a16:creationId xmlns:a16="http://schemas.microsoft.com/office/drawing/2014/main" id="{7A9A0DE8-773A-4F62-AA07-93C0FCACC0BB}"/>
              </a:ext>
            </a:extLst>
          </p:cNvPr>
          <p:cNvSpPr>
            <a:spLocks noGrp="1"/>
          </p:cNvSpPr>
          <p:nvPr/>
        </p:nvSpPr>
        <p:spPr>
          <a:xfrm>
            <a:off x="358052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GT_10509">
            <a:extLst>
              <a:ext uri="{FF2B5EF4-FFF2-40B4-BE49-F238E27FC236}">
                <a16:creationId xmlns:a16="http://schemas.microsoft.com/office/drawing/2014/main" id="{ECA48764-117B-4371-80C2-FE5BAE87342D}"/>
              </a:ext>
            </a:extLst>
          </p:cNvPr>
          <p:cNvSpPr>
            <a:spLocks noGrp="1"/>
          </p:cNvSpPr>
          <p:nvPr/>
        </p:nvSpPr>
        <p:spPr>
          <a:xfrm>
            <a:off x="3468552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GT_10510">
            <a:extLst>
              <a:ext uri="{FF2B5EF4-FFF2-40B4-BE49-F238E27FC236}">
                <a16:creationId xmlns:a16="http://schemas.microsoft.com/office/drawing/2014/main" id="{A29CA4F3-CA1C-4C1E-99A6-8A73EE85A79D}"/>
              </a:ext>
            </a:extLst>
          </p:cNvPr>
          <p:cNvSpPr>
            <a:spLocks noGrp="1"/>
          </p:cNvSpPr>
          <p:nvPr/>
        </p:nvSpPr>
        <p:spPr>
          <a:xfrm>
            <a:off x="344822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GT_10511">
            <a:extLst>
              <a:ext uri="{FF2B5EF4-FFF2-40B4-BE49-F238E27FC236}">
                <a16:creationId xmlns:a16="http://schemas.microsoft.com/office/drawing/2014/main" id="{8841DEE6-E6EC-4B16-B987-F8E75BD5D753}"/>
              </a:ext>
            </a:extLst>
          </p:cNvPr>
          <p:cNvSpPr>
            <a:spLocks noGrp="1"/>
          </p:cNvSpPr>
          <p:nvPr/>
        </p:nvSpPr>
        <p:spPr>
          <a:xfrm>
            <a:off x="358905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GT_10512">
            <a:extLst>
              <a:ext uri="{FF2B5EF4-FFF2-40B4-BE49-F238E27FC236}">
                <a16:creationId xmlns:a16="http://schemas.microsoft.com/office/drawing/2014/main" id="{82F6FB2D-0A65-4887-8B48-A2F6F1F14A4E}"/>
              </a:ext>
            </a:extLst>
          </p:cNvPr>
          <p:cNvSpPr>
            <a:spLocks noGrp="1"/>
          </p:cNvSpPr>
          <p:nvPr/>
        </p:nvSpPr>
        <p:spPr>
          <a:xfrm>
            <a:off x="3535747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GT_10513">
            <a:extLst>
              <a:ext uri="{FF2B5EF4-FFF2-40B4-BE49-F238E27FC236}">
                <a16:creationId xmlns:a16="http://schemas.microsoft.com/office/drawing/2014/main" id="{A2A489D3-4B47-4F08-A629-0AAE490BD236}"/>
              </a:ext>
            </a:extLst>
          </p:cNvPr>
          <p:cNvSpPr>
            <a:spLocks noGrp="1"/>
          </p:cNvSpPr>
          <p:nvPr/>
        </p:nvSpPr>
        <p:spPr>
          <a:xfrm>
            <a:off x="35346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GT_10514">
            <a:extLst>
              <a:ext uri="{FF2B5EF4-FFF2-40B4-BE49-F238E27FC236}">
                <a16:creationId xmlns:a16="http://schemas.microsoft.com/office/drawing/2014/main" id="{F815CD50-6949-4D7A-ADFF-2F908765541F}"/>
              </a:ext>
            </a:extLst>
          </p:cNvPr>
          <p:cNvSpPr>
            <a:spLocks noGrp="1"/>
          </p:cNvSpPr>
          <p:nvPr/>
        </p:nvSpPr>
        <p:spPr>
          <a:xfrm>
            <a:off x="338180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GT_10515">
            <a:extLst>
              <a:ext uri="{FF2B5EF4-FFF2-40B4-BE49-F238E27FC236}">
                <a16:creationId xmlns:a16="http://schemas.microsoft.com/office/drawing/2014/main" id="{D480487D-7C58-4A5E-89DD-26DEB52E77BA}"/>
              </a:ext>
            </a:extLst>
          </p:cNvPr>
          <p:cNvSpPr>
            <a:spLocks noGrp="1"/>
          </p:cNvSpPr>
          <p:nvPr/>
        </p:nvSpPr>
        <p:spPr>
          <a:xfrm>
            <a:off x="34393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GT_10516">
            <a:extLst>
              <a:ext uri="{FF2B5EF4-FFF2-40B4-BE49-F238E27FC236}">
                <a16:creationId xmlns:a16="http://schemas.microsoft.com/office/drawing/2014/main" id="{706116F4-0CD8-492A-AF9F-57F96E0C7F8F}"/>
              </a:ext>
            </a:extLst>
          </p:cNvPr>
          <p:cNvSpPr>
            <a:spLocks noGrp="1"/>
          </p:cNvSpPr>
          <p:nvPr/>
        </p:nvSpPr>
        <p:spPr>
          <a:xfrm>
            <a:off x="352739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GT_10517">
            <a:extLst>
              <a:ext uri="{FF2B5EF4-FFF2-40B4-BE49-F238E27FC236}">
                <a16:creationId xmlns:a16="http://schemas.microsoft.com/office/drawing/2014/main" id="{8AB16E41-D620-4A12-B4DA-2DD6259B034D}"/>
              </a:ext>
            </a:extLst>
          </p:cNvPr>
          <p:cNvSpPr>
            <a:spLocks noGrp="1"/>
          </p:cNvSpPr>
          <p:nvPr/>
        </p:nvSpPr>
        <p:spPr>
          <a:xfrm>
            <a:off x="345247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GT_10518">
            <a:extLst>
              <a:ext uri="{FF2B5EF4-FFF2-40B4-BE49-F238E27FC236}">
                <a16:creationId xmlns:a16="http://schemas.microsoft.com/office/drawing/2014/main" id="{03F754E4-6E6E-4F6A-9A29-7A546465F59C}"/>
              </a:ext>
            </a:extLst>
          </p:cNvPr>
          <p:cNvSpPr>
            <a:spLocks noGrp="1"/>
          </p:cNvSpPr>
          <p:nvPr/>
        </p:nvSpPr>
        <p:spPr>
          <a:xfrm>
            <a:off x="3500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GT_10519">
            <a:extLst>
              <a:ext uri="{FF2B5EF4-FFF2-40B4-BE49-F238E27FC236}">
                <a16:creationId xmlns:a16="http://schemas.microsoft.com/office/drawing/2014/main" id="{DE7118EB-894E-493F-8328-FC214947CF91}"/>
              </a:ext>
            </a:extLst>
          </p:cNvPr>
          <p:cNvSpPr>
            <a:spLocks noGrp="1"/>
          </p:cNvSpPr>
          <p:nvPr/>
        </p:nvSpPr>
        <p:spPr>
          <a:xfrm>
            <a:off x="33421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GT_10520">
            <a:extLst>
              <a:ext uri="{FF2B5EF4-FFF2-40B4-BE49-F238E27FC236}">
                <a16:creationId xmlns:a16="http://schemas.microsoft.com/office/drawing/2014/main" id="{C20BDB43-9E6B-41CA-BEB9-D397EEF855B8}"/>
              </a:ext>
            </a:extLst>
          </p:cNvPr>
          <p:cNvSpPr>
            <a:spLocks noGrp="1"/>
          </p:cNvSpPr>
          <p:nvPr/>
        </p:nvSpPr>
        <p:spPr>
          <a:xfrm>
            <a:off x="3461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GT_10521">
            <a:extLst>
              <a:ext uri="{FF2B5EF4-FFF2-40B4-BE49-F238E27FC236}">
                <a16:creationId xmlns:a16="http://schemas.microsoft.com/office/drawing/2014/main" id="{C9234160-1E84-4B89-8CB2-30F2BC368E41}"/>
              </a:ext>
            </a:extLst>
          </p:cNvPr>
          <p:cNvSpPr>
            <a:spLocks noGrp="1"/>
          </p:cNvSpPr>
          <p:nvPr/>
        </p:nvSpPr>
        <p:spPr>
          <a:xfrm>
            <a:off x="3425843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GT_10522">
            <a:extLst>
              <a:ext uri="{FF2B5EF4-FFF2-40B4-BE49-F238E27FC236}">
                <a16:creationId xmlns:a16="http://schemas.microsoft.com/office/drawing/2014/main" id="{C76AB6A6-E54F-406F-B170-B1CA253611BD}"/>
              </a:ext>
            </a:extLst>
          </p:cNvPr>
          <p:cNvSpPr>
            <a:spLocks noGrp="1"/>
          </p:cNvSpPr>
          <p:nvPr/>
        </p:nvSpPr>
        <p:spPr>
          <a:xfrm>
            <a:off x="347240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GT_10523">
            <a:extLst>
              <a:ext uri="{FF2B5EF4-FFF2-40B4-BE49-F238E27FC236}">
                <a16:creationId xmlns:a16="http://schemas.microsoft.com/office/drawing/2014/main" id="{9498D937-51C8-4BC2-BC7A-2F608ED2A466}"/>
              </a:ext>
            </a:extLst>
          </p:cNvPr>
          <p:cNvSpPr>
            <a:spLocks noGrp="1"/>
          </p:cNvSpPr>
          <p:nvPr/>
        </p:nvSpPr>
        <p:spPr>
          <a:xfrm>
            <a:off x="33946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GT_10524">
            <a:extLst>
              <a:ext uri="{FF2B5EF4-FFF2-40B4-BE49-F238E27FC236}">
                <a16:creationId xmlns:a16="http://schemas.microsoft.com/office/drawing/2014/main" id="{32200486-85D1-4ACA-AEC7-314CDFC0733E}"/>
              </a:ext>
            </a:extLst>
          </p:cNvPr>
          <p:cNvSpPr>
            <a:spLocks noGrp="1"/>
          </p:cNvSpPr>
          <p:nvPr/>
        </p:nvSpPr>
        <p:spPr>
          <a:xfrm>
            <a:off x="3379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GT_10525">
            <a:extLst>
              <a:ext uri="{FF2B5EF4-FFF2-40B4-BE49-F238E27FC236}">
                <a16:creationId xmlns:a16="http://schemas.microsoft.com/office/drawing/2014/main" id="{141BA62A-DF28-435D-8EBD-8A6048D85DC4}"/>
              </a:ext>
            </a:extLst>
          </p:cNvPr>
          <p:cNvSpPr>
            <a:spLocks noGrp="1"/>
          </p:cNvSpPr>
          <p:nvPr/>
        </p:nvSpPr>
        <p:spPr>
          <a:xfrm>
            <a:off x="35316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GT_10526">
            <a:extLst>
              <a:ext uri="{FF2B5EF4-FFF2-40B4-BE49-F238E27FC236}">
                <a16:creationId xmlns:a16="http://schemas.microsoft.com/office/drawing/2014/main" id="{442F1CF7-55D3-4446-8B2C-6A4D497E8DCC}"/>
              </a:ext>
            </a:extLst>
          </p:cNvPr>
          <p:cNvSpPr>
            <a:spLocks noGrp="1"/>
          </p:cNvSpPr>
          <p:nvPr/>
        </p:nvSpPr>
        <p:spPr>
          <a:xfrm>
            <a:off x="33752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GT_10527">
            <a:extLst>
              <a:ext uri="{FF2B5EF4-FFF2-40B4-BE49-F238E27FC236}">
                <a16:creationId xmlns:a16="http://schemas.microsoft.com/office/drawing/2014/main" id="{86FF98A8-DBF9-4B57-8141-148B9F92DD5A}"/>
              </a:ext>
            </a:extLst>
          </p:cNvPr>
          <p:cNvSpPr>
            <a:spLocks noGrp="1"/>
          </p:cNvSpPr>
          <p:nvPr/>
        </p:nvSpPr>
        <p:spPr>
          <a:xfrm>
            <a:off x="338984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GT_10528">
            <a:extLst>
              <a:ext uri="{FF2B5EF4-FFF2-40B4-BE49-F238E27FC236}">
                <a16:creationId xmlns:a16="http://schemas.microsoft.com/office/drawing/2014/main" id="{4EF62C77-A321-4513-BC47-1339951A7503}"/>
              </a:ext>
            </a:extLst>
          </p:cNvPr>
          <p:cNvSpPr>
            <a:spLocks noGrp="1"/>
          </p:cNvSpPr>
          <p:nvPr/>
        </p:nvSpPr>
        <p:spPr>
          <a:xfrm>
            <a:off x="35330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GT_10529">
            <a:extLst>
              <a:ext uri="{FF2B5EF4-FFF2-40B4-BE49-F238E27FC236}">
                <a16:creationId xmlns:a16="http://schemas.microsoft.com/office/drawing/2014/main" id="{AB0F645C-729C-4A12-91F0-7007DD70DA9A}"/>
              </a:ext>
            </a:extLst>
          </p:cNvPr>
          <p:cNvSpPr>
            <a:spLocks noGrp="1"/>
          </p:cNvSpPr>
          <p:nvPr/>
        </p:nvSpPr>
        <p:spPr>
          <a:xfrm>
            <a:off x="35899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GT_10530">
            <a:extLst>
              <a:ext uri="{FF2B5EF4-FFF2-40B4-BE49-F238E27FC236}">
                <a16:creationId xmlns:a16="http://schemas.microsoft.com/office/drawing/2014/main" id="{29802D45-762E-4409-93B1-DF6EC94223A9}"/>
              </a:ext>
            </a:extLst>
          </p:cNvPr>
          <p:cNvSpPr>
            <a:spLocks noGrp="1"/>
          </p:cNvSpPr>
          <p:nvPr/>
        </p:nvSpPr>
        <p:spPr>
          <a:xfrm>
            <a:off x="351515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GT_10531">
            <a:extLst>
              <a:ext uri="{FF2B5EF4-FFF2-40B4-BE49-F238E27FC236}">
                <a16:creationId xmlns:a16="http://schemas.microsoft.com/office/drawing/2014/main" id="{58A13802-BAFB-4873-8A77-35F21B4EED97}"/>
              </a:ext>
            </a:extLst>
          </p:cNvPr>
          <p:cNvSpPr>
            <a:spLocks noGrp="1"/>
          </p:cNvSpPr>
          <p:nvPr/>
        </p:nvSpPr>
        <p:spPr>
          <a:xfrm>
            <a:off x="345937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GT_10532">
            <a:extLst>
              <a:ext uri="{FF2B5EF4-FFF2-40B4-BE49-F238E27FC236}">
                <a16:creationId xmlns:a16="http://schemas.microsoft.com/office/drawing/2014/main" id="{4F1F7140-055D-4773-8E75-03DF415BE040}"/>
              </a:ext>
            </a:extLst>
          </p:cNvPr>
          <p:cNvSpPr>
            <a:spLocks noGrp="1"/>
          </p:cNvSpPr>
          <p:nvPr/>
        </p:nvSpPr>
        <p:spPr>
          <a:xfrm>
            <a:off x="3412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GT_10533">
            <a:extLst>
              <a:ext uri="{FF2B5EF4-FFF2-40B4-BE49-F238E27FC236}">
                <a16:creationId xmlns:a16="http://schemas.microsoft.com/office/drawing/2014/main" id="{472E8213-E1EA-4FB0-9FA5-0CA42E4B37C9}"/>
              </a:ext>
            </a:extLst>
          </p:cNvPr>
          <p:cNvSpPr>
            <a:spLocks noGrp="1"/>
          </p:cNvSpPr>
          <p:nvPr/>
        </p:nvSpPr>
        <p:spPr>
          <a:xfrm>
            <a:off x="3520831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GT_10534">
            <a:extLst>
              <a:ext uri="{FF2B5EF4-FFF2-40B4-BE49-F238E27FC236}">
                <a16:creationId xmlns:a16="http://schemas.microsoft.com/office/drawing/2014/main" id="{93E9032C-5001-45EA-8A3E-C84EA5D5A343}"/>
              </a:ext>
            </a:extLst>
          </p:cNvPr>
          <p:cNvSpPr>
            <a:spLocks noGrp="1"/>
          </p:cNvSpPr>
          <p:nvPr/>
        </p:nvSpPr>
        <p:spPr>
          <a:xfrm>
            <a:off x="3549612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GT_10535">
            <a:extLst>
              <a:ext uri="{FF2B5EF4-FFF2-40B4-BE49-F238E27FC236}">
                <a16:creationId xmlns:a16="http://schemas.microsoft.com/office/drawing/2014/main" id="{FA64141E-ED66-4234-8744-8E0E36036BD7}"/>
              </a:ext>
            </a:extLst>
          </p:cNvPr>
          <p:cNvSpPr>
            <a:spLocks noGrp="1"/>
          </p:cNvSpPr>
          <p:nvPr/>
        </p:nvSpPr>
        <p:spPr>
          <a:xfrm>
            <a:off x="3544795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GT_10536">
            <a:extLst>
              <a:ext uri="{FF2B5EF4-FFF2-40B4-BE49-F238E27FC236}">
                <a16:creationId xmlns:a16="http://schemas.microsoft.com/office/drawing/2014/main" id="{5DFE59B8-C3A9-4617-A6AA-098DAA287905}"/>
              </a:ext>
            </a:extLst>
          </p:cNvPr>
          <p:cNvSpPr>
            <a:spLocks noGrp="1"/>
          </p:cNvSpPr>
          <p:nvPr/>
        </p:nvSpPr>
        <p:spPr>
          <a:xfrm>
            <a:off x="3467940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GT_10537">
            <a:extLst>
              <a:ext uri="{FF2B5EF4-FFF2-40B4-BE49-F238E27FC236}">
                <a16:creationId xmlns:a16="http://schemas.microsoft.com/office/drawing/2014/main" id="{DCC8C6C1-0018-41EC-8C7A-775106DF8CD5}"/>
              </a:ext>
            </a:extLst>
          </p:cNvPr>
          <p:cNvSpPr>
            <a:spLocks noGrp="1"/>
          </p:cNvSpPr>
          <p:nvPr/>
        </p:nvSpPr>
        <p:spPr>
          <a:xfrm>
            <a:off x="3387650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GT_10538">
            <a:extLst>
              <a:ext uri="{FF2B5EF4-FFF2-40B4-BE49-F238E27FC236}">
                <a16:creationId xmlns:a16="http://schemas.microsoft.com/office/drawing/2014/main" id="{796B7CC8-A1C8-40F8-8D76-762FC16AFF8F}"/>
              </a:ext>
            </a:extLst>
          </p:cNvPr>
          <p:cNvSpPr>
            <a:spLocks noGrp="1"/>
          </p:cNvSpPr>
          <p:nvPr/>
        </p:nvSpPr>
        <p:spPr>
          <a:xfrm>
            <a:off x="35732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GT_10539">
            <a:extLst>
              <a:ext uri="{FF2B5EF4-FFF2-40B4-BE49-F238E27FC236}">
                <a16:creationId xmlns:a16="http://schemas.microsoft.com/office/drawing/2014/main" id="{030AF4E4-E015-43DD-AE61-BA72F75105A8}"/>
              </a:ext>
            </a:extLst>
          </p:cNvPr>
          <p:cNvSpPr>
            <a:spLocks noGrp="1"/>
          </p:cNvSpPr>
          <p:nvPr/>
        </p:nvSpPr>
        <p:spPr>
          <a:xfrm>
            <a:off x="3393961" y="5991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GT_10540">
            <a:extLst>
              <a:ext uri="{FF2B5EF4-FFF2-40B4-BE49-F238E27FC236}">
                <a16:creationId xmlns:a16="http://schemas.microsoft.com/office/drawing/2014/main" id="{E3AD6226-CB4E-40FE-8A2E-CD18EB9F9195}"/>
              </a:ext>
            </a:extLst>
          </p:cNvPr>
          <p:cNvSpPr>
            <a:spLocks noGrp="1"/>
          </p:cNvSpPr>
          <p:nvPr/>
        </p:nvSpPr>
        <p:spPr>
          <a:xfrm>
            <a:off x="341234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GT_10541">
            <a:extLst>
              <a:ext uri="{FF2B5EF4-FFF2-40B4-BE49-F238E27FC236}">
                <a16:creationId xmlns:a16="http://schemas.microsoft.com/office/drawing/2014/main" id="{D4498AE3-C505-49E5-8211-14D0B7D676D0}"/>
              </a:ext>
            </a:extLst>
          </p:cNvPr>
          <p:cNvSpPr>
            <a:spLocks noGrp="1"/>
          </p:cNvSpPr>
          <p:nvPr/>
        </p:nvSpPr>
        <p:spPr>
          <a:xfrm>
            <a:off x="335889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GT_10542">
            <a:extLst>
              <a:ext uri="{FF2B5EF4-FFF2-40B4-BE49-F238E27FC236}">
                <a16:creationId xmlns:a16="http://schemas.microsoft.com/office/drawing/2014/main" id="{8BE9C575-1F2D-4B60-AB1C-DDD139FBAA0A}"/>
              </a:ext>
            </a:extLst>
          </p:cNvPr>
          <p:cNvSpPr>
            <a:spLocks noGrp="1"/>
          </p:cNvSpPr>
          <p:nvPr/>
        </p:nvSpPr>
        <p:spPr>
          <a:xfrm>
            <a:off x="359248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GT_10543">
            <a:extLst>
              <a:ext uri="{FF2B5EF4-FFF2-40B4-BE49-F238E27FC236}">
                <a16:creationId xmlns:a16="http://schemas.microsoft.com/office/drawing/2014/main" id="{6B44FE41-D9C5-4E66-807A-0761AE42E5C3}"/>
              </a:ext>
            </a:extLst>
          </p:cNvPr>
          <p:cNvSpPr>
            <a:spLocks noGrp="1"/>
          </p:cNvSpPr>
          <p:nvPr/>
        </p:nvSpPr>
        <p:spPr>
          <a:xfrm>
            <a:off x="34462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GT_10544">
            <a:extLst>
              <a:ext uri="{FF2B5EF4-FFF2-40B4-BE49-F238E27FC236}">
                <a16:creationId xmlns:a16="http://schemas.microsoft.com/office/drawing/2014/main" id="{FCBFA771-2A00-407C-81A1-A4AAA5AB1E0E}"/>
              </a:ext>
            </a:extLst>
          </p:cNvPr>
          <p:cNvSpPr>
            <a:spLocks noGrp="1"/>
          </p:cNvSpPr>
          <p:nvPr/>
        </p:nvSpPr>
        <p:spPr>
          <a:xfrm>
            <a:off x="33499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GT_10545">
            <a:extLst>
              <a:ext uri="{FF2B5EF4-FFF2-40B4-BE49-F238E27FC236}">
                <a16:creationId xmlns:a16="http://schemas.microsoft.com/office/drawing/2014/main" id="{984EA0B3-DE43-4660-9AA6-B1F2ACE4D32D}"/>
              </a:ext>
            </a:extLst>
          </p:cNvPr>
          <p:cNvSpPr>
            <a:spLocks noGrp="1"/>
          </p:cNvSpPr>
          <p:nvPr/>
        </p:nvSpPr>
        <p:spPr>
          <a:xfrm>
            <a:off x="34569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GT_10546">
            <a:extLst>
              <a:ext uri="{FF2B5EF4-FFF2-40B4-BE49-F238E27FC236}">
                <a16:creationId xmlns:a16="http://schemas.microsoft.com/office/drawing/2014/main" id="{E461E00C-96A4-4A6E-893B-5410C57A2CDC}"/>
              </a:ext>
            </a:extLst>
          </p:cNvPr>
          <p:cNvSpPr>
            <a:spLocks noGrp="1"/>
          </p:cNvSpPr>
          <p:nvPr/>
        </p:nvSpPr>
        <p:spPr>
          <a:xfrm>
            <a:off x="3381743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GT_10547">
            <a:extLst>
              <a:ext uri="{FF2B5EF4-FFF2-40B4-BE49-F238E27FC236}">
                <a16:creationId xmlns:a16="http://schemas.microsoft.com/office/drawing/2014/main" id="{B134AA1A-DA05-41AE-869E-0D6D4884C252}"/>
              </a:ext>
            </a:extLst>
          </p:cNvPr>
          <p:cNvSpPr>
            <a:spLocks noGrp="1"/>
          </p:cNvSpPr>
          <p:nvPr/>
        </p:nvSpPr>
        <p:spPr>
          <a:xfrm>
            <a:off x="3383745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GT_10548">
            <a:extLst>
              <a:ext uri="{FF2B5EF4-FFF2-40B4-BE49-F238E27FC236}">
                <a16:creationId xmlns:a16="http://schemas.microsoft.com/office/drawing/2014/main" id="{C0F5FC42-A63C-4EE0-8DCA-D1F605BDC75A}"/>
              </a:ext>
            </a:extLst>
          </p:cNvPr>
          <p:cNvSpPr>
            <a:spLocks noGrp="1"/>
          </p:cNvSpPr>
          <p:nvPr/>
        </p:nvSpPr>
        <p:spPr>
          <a:xfrm>
            <a:off x="35315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GT_10549">
            <a:extLst>
              <a:ext uri="{FF2B5EF4-FFF2-40B4-BE49-F238E27FC236}">
                <a16:creationId xmlns:a16="http://schemas.microsoft.com/office/drawing/2014/main" id="{CBD8546A-E501-4575-968F-9E53E9484180}"/>
              </a:ext>
            </a:extLst>
          </p:cNvPr>
          <p:cNvSpPr>
            <a:spLocks noGrp="1"/>
          </p:cNvSpPr>
          <p:nvPr/>
        </p:nvSpPr>
        <p:spPr>
          <a:xfrm>
            <a:off x="342683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GT_10550">
            <a:extLst>
              <a:ext uri="{FF2B5EF4-FFF2-40B4-BE49-F238E27FC236}">
                <a16:creationId xmlns:a16="http://schemas.microsoft.com/office/drawing/2014/main" id="{43626FB1-BD24-452B-969A-F45EC4ABA41C}"/>
              </a:ext>
            </a:extLst>
          </p:cNvPr>
          <p:cNvSpPr>
            <a:spLocks noGrp="1"/>
          </p:cNvSpPr>
          <p:nvPr/>
        </p:nvSpPr>
        <p:spPr>
          <a:xfrm>
            <a:off x="3362584" y="50809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GT_10551">
            <a:extLst>
              <a:ext uri="{FF2B5EF4-FFF2-40B4-BE49-F238E27FC236}">
                <a16:creationId xmlns:a16="http://schemas.microsoft.com/office/drawing/2014/main" id="{96DE7CAF-0E9F-4447-B1BD-B3ACD8CB1353}"/>
              </a:ext>
            </a:extLst>
          </p:cNvPr>
          <p:cNvSpPr>
            <a:spLocks noGrp="1"/>
          </p:cNvSpPr>
          <p:nvPr/>
        </p:nvSpPr>
        <p:spPr>
          <a:xfrm>
            <a:off x="357937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GT_10552">
            <a:extLst>
              <a:ext uri="{FF2B5EF4-FFF2-40B4-BE49-F238E27FC236}">
                <a16:creationId xmlns:a16="http://schemas.microsoft.com/office/drawing/2014/main" id="{2450FCDA-71D3-459C-BB4A-1318518BB7EB}"/>
              </a:ext>
            </a:extLst>
          </p:cNvPr>
          <p:cNvSpPr>
            <a:spLocks noGrp="1"/>
          </p:cNvSpPr>
          <p:nvPr/>
        </p:nvSpPr>
        <p:spPr>
          <a:xfrm>
            <a:off x="3459134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GT_10553">
            <a:extLst>
              <a:ext uri="{FF2B5EF4-FFF2-40B4-BE49-F238E27FC236}">
                <a16:creationId xmlns:a16="http://schemas.microsoft.com/office/drawing/2014/main" id="{57D85E00-DDEA-4633-921F-13E27EC6BF6A}"/>
              </a:ext>
            </a:extLst>
          </p:cNvPr>
          <p:cNvSpPr>
            <a:spLocks noGrp="1"/>
          </p:cNvSpPr>
          <p:nvPr/>
        </p:nvSpPr>
        <p:spPr>
          <a:xfrm>
            <a:off x="342056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GT_10554">
            <a:extLst>
              <a:ext uri="{FF2B5EF4-FFF2-40B4-BE49-F238E27FC236}">
                <a16:creationId xmlns:a16="http://schemas.microsoft.com/office/drawing/2014/main" id="{CA4568D8-C553-461A-A695-3006718762E4}"/>
              </a:ext>
            </a:extLst>
          </p:cNvPr>
          <p:cNvSpPr>
            <a:spLocks noGrp="1"/>
          </p:cNvSpPr>
          <p:nvPr/>
        </p:nvSpPr>
        <p:spPr>
          <a:xfrm>
            <a:off x="35790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GT_10555">
            <a:extLst>
              <a:ext uri="{FF2B5EF4-FFF2-40B4-BE49-F238E27FC236}">
                <a16:creationId xmlns:a16="http://schemas.microsoft.com/office/drawing/2014/main" id="{827DC7A4-0B3B-475E-982D-D80C41291428}"/>
              </a:ext>
            </a:extLst>
          </p:cNvPr>
          <p:cNvSpPr>
            <a:spLocks noGrp="1"/>
          </p:cNvSpPr>
          <p:nvPr/>
        </p:nvSpPr>
        <p:spPr>
          <a:xfrm>
            <a:off x="3477271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GT_10556">
            <a:extLst>
              <a:ext uri="{FF2B5EF4-FFF2-40B4-BE49-F238E27FC236}">
                <a16:creationId xmlns:a16="http://schemas.microsoft.com/office/drawing/2014/main" id="{01567D93-C345-44AD-9265-541A86878539}"/>
              </a:ext>
            </a:extLst>
          </p:cNvPr>
          <p:cNvSpPr>
            <a:spLocks noGrp="1"/>
          </p:cNvSpPr>
          <p:nvPr/>
        </p:nvSpPr>
        <p:spPr>
          <a:xfrm>
            <a:off x="33480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GT_10557">
            <a:extLst>
              <a:ext uri="{FF2B5EF4-FFF2-40B4-BE49-F238E27FC236}">
                <a16:creationId xmlns:a16="http://schemas.microsoft.com/office/drawing/2014/main" id="{3F4EEF54-0662-4F90-B9B9-3398CC12CC39}"/>
              </a:ext>
            </a:extLst>
          </p:cNvPr>
          <p:cNvSpPr>
            <a:spLocks noGrp="1"/>
          </p:cNvSpPr>
          <p:nvPr/>
        </p:nvSpPr>
        <p:spPr>
          <a:xfrm>
            <a:off x="33775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GT_10558">
            <a:extLst>
              <a:ext uri="{FF2B5EF4-FFF2-40B4-BE49-F238E27FC236}">
                <a16:creationId xmlns:a16="http://schemas.microsoft.com/office/drawing/2014/main" id="{A5E63FA1-ED40-44CA-A617-2F1803338D6D}"/>
              </a:ext>
            </a:extLst>
          </p:cNvPr>
          <p:cNvSpPr>
            <a:spLocks noGrp="1"/>
          </p:cNvSpPr>
          <p:nvPr/>
        </p:nvSpPr>
        <p:spPr>
          <a:xfrm>
            <a:off x="3481202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GT_10559">
            <a:extLst>
              <a:ext uri="{FF2B5EF4-FFF2-40B4-BE49-F238E27FC236}">
                <a16:creationId xmlns:a16="http://schemas.microsoft.com/office/drawing/2014/main" id="{DF54E524-DB36-44AD-8264-0F65923D1AFA}"/>
              </a:ext>
            </a:extLst>
          </p:cNvPr>
          <p:cNvSpPr>
            <a:spLocks noGrp="1"/>
          </p:cNvSpPr>
          <p:nvPr/>
        </p:nvSpPr>
        <p:spPr>
          <a:xfrm>
            <a:off x="339301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GT_10560">
            <a:extLst>
              <a:ext uri="{FF2B5EF4-FFF2-40B4-BE49-F238E27FC236}">
                <a16:creationId xmlns:a16="http://schemas.microsoft.com/office/drawing/2014/main" id="{012F808D-1533-4C0E-9E14-62DB7CE7A818}"/>
              </a:ext>
            </a:extLst>
          </p:cNvPr>
          <p:cNvSpPr>
            <a:spLocks noGrp="1"/>
          </p:cNvSpPr>
          <p:nvPr/>
        </p:nvSpPr>
        <p:spPr>
          <a:xfrm>
            <a:off x="347506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GT_10561">
            <a:extLst>
              <a:ext uri="{FF2B5EF4-FFF2-40B4-BE49-F238E27FC236}">
                <a16:creationId xmlns:a16="http://schemas.microsoft.com/office/drawing/2014/main" id="{78C51C33-2908-4437-9672-ED06D0935F5F}"/>
              </a:ext>
            </a:extLst>
          </p:cNvPr>
          <p:cNvSpPr>
            <a:spLocks noGrp="1"/>
          </p:cNvSpPr>
          <p:nvPr/>
        </p:nvSpPr>
        <p:spPr>
          <a:xfrm>
            <a:off x="354163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GT_10562">
            <a:extLst>
              <a:ext uri="{FF2B5EF4-FFF2-40B4-BE49-F238E27FC236}">
                <a16:creationId xmlns:a16="http://schemas.microsoft.com/office/drawing/2014/main" id="{A36DE6A3-94BF-4AB0-9444-CCCEFB765B37}"/>
              </a:ext>
            </a:extLst>
          </p:cNvPr>
          <p:cNvSpPr>
            <a:spLocks noGrp="1"/>
          </p:cNvSpPr>
          <p:nvPr/>
        </p:nvSpPr>
        <p:spPr>
          <a:xfrm>
            <a:off x="34097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GT_10563">
            <a:extLst>
              <a:ext uri="{FF2B5EF4-FFF2-40B4-BE49-F238E27FC236}">
                <a16:creationId xmlns:a16="http://schemas.microsoft.com/office/drawing/2014/main" id="{D518C0F4-42E8-4CB4-B22A-76C5E54CBA44}"/>
              </a:ext>
            </a:extLst>
          </p:cNvPr>
          <p:cNvSpPr>
            <a:spLocks noGrp="1"/>
          </p:cNvSpPr>
          <p:nvPr/>
        </p:nvSpPr>
        <p:spPr>
          <a:xfrm>
            <a:off x="35808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GT_10564">
            <a:extLst>
              <a:ext uri="{FF2B5EF4-FFF2-40B4-BE49-F238E27FC236}">
                <a16:creationId xmlns:a16="http://schemas.microsoft.com/office/drawing/2014/main" id="{64EB9404-27EB-4E8B-8FDD-F7DCF2E93132}"/>
              </a:ext>
            </a:extLst>
          </p:cNvPr>
          <p:cNvSpPr>
            <a:spLocks noGrp="1"/>
          </p:cNvSpPr>
          <p:nvPr/>
        </p:nvSpPr>
        <p:spPr>
          <a:xfrm>
            <a:off x="3542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GT_10565">
            <a:extLst>
              <a:ext uri="{FF2B5EF4-FFF2-40B4-BE49-F238E27FC236}">
                <a16:creationId xmlns:a16="http://schemas.microsoft.com/office/drawing/2014/main" id="{CE2B5B66-BD4C-4ED0-A868-729A9C573C40}"/>
              </a:ext>
            </a:extLst>
          </p:cNvPr>
          <p:cNvSpPr>
            <a:spLocks noGrp="1"/>
          </p:cNvSpPr>
          <p:nvPr/>
        </p:nvSpPr>
        <p:spPr>
          <a:xfrm>
            <a:off x="335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GT_10566">
            <a:extLst>
              <a:ext uri="{FF2B5EF4-FFF2-40B4-BE49-F238E27FC236}">
                <a16:creationId xmlns:a16="http://schemas.microsoft.com/office/drawing/2014/main" id="{7E1F3477-E391-4B75-B03D-1C68BD45C591}"/>
              </a:ext>
            </a:extLst>
          </p:cNvPr>
          <p:cNvSpPr>
            <a:spLocks noGrp="1"/>
          </p:cNvSpPr>
          <p:nvPr/>
        </p:nvSpPr>
        <p:spPr>
          <a:xfrm>
            <a:off x="3511856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GT_10567">
            <a:extLst>
              <a:ext uri="{FF2B5EF4-FFF2-40B4-BE49-F238E27FC236}">
                <a16:creationId xmlns:a16="http://schemas.microsoft.com/office/drawing/2014/main" id="{8CE1A1BC-8051-4F1B-A77D-8430BC7917FE}"/>
              </a:ext>
            </a:extLst>
          </p:cNvPr>
          <p:cNvSpPr>
            <a:spLocks noGrp="1"/>
          </p:cNvSpPr>
          <p:nvPr/>
        </p:nvSpPr>
        <p:spPr>
          <a:xfrm>
            <a:off x="358590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GT_10568">
            <a:extLst>
              <a:ext uri="{FF2B5EF4-FFF2-40B4-BE49-F238E27FC236}">
                <a16:creationId xmlns:a16="http://schemas.microsoft.com/office/drawing/2014/main" id="{92C27ED3-584B-4487-8C1C-9EE5A1D5D44E}"/>
              </a:ext>
            </a:extLst>
          </p:cNvPr>
          <p:cNvSpPr>
            <a:spLocks noGrp="1"/>
          </p:cNvSpPr>
          <p:nvPr/>
        </p:nvSpPr>
        <p:spPr>
          <a:xfrm>
            <a:off x="33491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GT_10569">
            <a:extLst>
              <a:ext uri="{FF2B5EF4-FFF2-40B4-BE49-F238E27FC236}">
                <a16:creationId xmlns:a16="http://schemas.microsoft.com/office/drawing/2014/main" id="{8E60AE06-C3B7-4CCC-83FA-6330B3A5EF83}"/>
              </a:ext>
            </a:extLst>
          </p:cNvPr>
          <p:cNvSpPr>
            <a:spLocks noGrp="1"/>
          </p:cNvSpPr>
          <p:nvPr/>
        </p:nvSpPr>
        <p:spPr>
          <a:xfrm>
            <a:off x="349980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GT_10570">
            <a:extLst>
              <a:ext uri="{FF2B5EF4-FFF2-40B4-BE49-F238E27FC236}">
                <a16:creationId xmlns:a16="http://schemas.microsoft.com/office/drawing/2014/main" id="{74A5032C-CC3A-4CAB-ABC7-578845CC0803}"/>
              </a:ext>
            </a:extLst>
          </p:cNvPr>
          <p:cNvSpPr>
            <a:spLocks noGrp="1"/>
          </p:cNvSpPr>
          <p:nvPr/>
        </p:nvSpPr>
        <p:spPr>
          <a:xfrm>
            <a:off x="35484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GT_10571">
            <a:extLst>
              <a:ext uri="{FF2B5EF4-FFF2-40B4-BE49-F238E27FC236}">
                <a16:creationId xmlns:a16="http://schemas.microsoft.com/office/drawing/2014/main" id="{741B0995-228C-4F54-96A3-F9703B7006EC}"/>
              </a:ext>
            </a:extLst>
          </p:cNvPr>
          <p:cNvSpPr>
            <a:spLocks noGrp="1"/>
          </p:cNvSpPr>
          <p:nvPr/>
        </p:nvSpPr>
        <p:spPr>
          <a:xfrm>
            <a:off x="3458868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GT_10572">
            <a:extLst>
              <a:ext uri="{FF2B5EF4-FFF2-40B4-BE49-F238E27FC236}">
                <a16:creationId xmlns:a16="http://schemas.microsoft.com/office/drawing/2014/main" id="{74B3A310-2070-451B-B370-14A77E0592F7}"/>
              </a:ext>
            </a:extLst>
          </p:cNvPr>
          <p:cNvSpPr>
            <a:spLocks noGrp="1"/>
          </p:cNvSpPr>
          <p:nvPr/>
        </p:nvSpPr>
        <p:spPr>
          <a:xfrm>
            <a:off x="344371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GT_10573">
            <a:extLst>
              <a:ext uri="{FF2B5EF4-FFF2-40B4-BE49-F238E27FC236}">
                <a16:creationId xmlns:a16="http://schemas.microsoft.com/office/drawing/2014/main" id="{807A6A4B-3B69-4AE5-983B-D534CF177F10}"/>
              </a:ext>
            </a:extLst>
          </p:cNvPr>
          <p:cNvSpPr>
            <a:spLocks noGrp="1"/>
          </p:cNvSpPr>
          <p:nvPr/>
        </p:nvSpPr>
        <p:spPr>
          <a:xfrm>
            <a:off x="35268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GT_10574">
            <a:extLst>
              <a:ext uri="{FF2B5EF4-FFF2-40B4-BE49-F238E27FC236}">
                <a16:creationId xmlns:a16="http://schemas.microsoft.com/office/drawing/2014/main" id="{56316B5C-145D-451B-AE87-E971590A7475}"/>
              </a:ext>
            </a:extLst>
          </p:cNvPr>
          <p:cNvSpPr>
            <a:spLocks noGrp="1"/>
          </p:cNvSpPr>
          <p:nvPr/>
        </p:nvSpPr>
        <p:spPr>
          <a:xfrm>
            <a:off x="35461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GT_10575">
            <a:extLst>
              <a:ext uri="{FF2B5EF4-FFF2-40B4-BE49-F238E27FC236}">
                <a16:creationId xmlns:a16="http://schemas.microsoft.com/office/drawing/2014/main" id="{C8CEEE47-77E8-41E0-BD65-6F6F128C420C}"/>
              </a:ext>
            </a:extLst>
          </p:cNvPr>
          <p:cNvSpPr>
            <a:spLocks noGrp="1"/>
          </p:cNvSpPr>
          <p:nvPr/>
        </p:nvSpPr>
        <p:spPr>
          <a:xfrm>
            <a:off x="33735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GT_10576">
            <a:extLst>
              <a:ext uri="{FF2B5EF4-FFF2-40B4-BE49-F238E27FC236}">
                <a16:creationId xmlns:a16="http://schemas.microsoft.com/office/drawing/2014/main" id="{71A81531-8259-4698-95BA-23916331069E}"/>
              </a:ext>
            </a:extLst>
          </p:cNvPr>
          <p:cNvSpPr>
            <a:spLocks noGrp="1"/>
          </p:cNvSpPr>
          <p:nvPr/>
        </p:nvSpPr>
        <p:spPr>
          <a:xfrm>
            <a:off x="33651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GT_10577">
            <a:extLst>
              <a:ext uri="{FF2B5EF4-FFF2-40B4-BE49-F238E27FC236}">
                <a16:creationId xmlns:a16="http://schemas.microsoft.com/office/drawing/2014/main" id="{1C8AFC60-BE9E-4E36-A2E7-13D124FFC876}"/>
              </a:ext>
            </a:extLst>
          </p:cNvPr>
          <p:cNvSpPr>
            <a:spLocks noGrp="1"/>
          </p:cNvSpPr>
          <p:nvPr/>
        </p:nvSpPr>
        <p:spPr>
          <a:xfrm>
            <a:off x="33581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GT_10578">
            <a:extLst>
              <a:ext uri="{FF2B5EF4-FFF2-40B4-BE49-F238E27FC236}">
                <a16:creationId xmlns:a16="http://schemas.microsoft.com/office/drawing/2014/main" id="{24569456-A8F1-49BB-A0E1-5AF971619E7C}"/>
              </a:ext>
            </a:extLst>
          </p:cNvPr>
          <p:cNvSpPr>
            <a:spLocks noGrp="1"/>
          </p:cNvSpPr>
          <p:nvPr/>
        </p:nvSpPr>
        <p:spPr>
          <a:xfrm>
            <a:off x="354936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GT_10579">
            <a:extLst>
              <a:ext uri="{FF2B5EF4-FFF2-40B4-BE49-F238E27FC236}">
                <a16:creationId xmlns:a16="http://schemas.microsoft.com/office/drawing/2014/main" id="{DC9FDBA1-B2EE-4C51-A109-54F2E089E109}"/>
              </a:ext>
            </a:extLst>
          </p:cNvPr>
          <p:cNvSpPr>
            <a:spLocks noGrp="1"/>
          </p:cNvSpPr>
          <p:nvPr/>
        </p:nvSpPr>
        <p:spPr>
          <a:xfrm>
            <a:off x="3568781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GT_10580">
            <a:extLst>
              <a:ext uri="{FF2B5EF4-FFF2-40B4-BE49-F238E27FC236}">
                <a16:creationId xmlns:a16="http://schemas.microsoft.com/office/drawing/2014/main" id="{D192A862-3A95-4C46-99C8-AAE97BE558C6}"/>
              </a:ext>
            </a:extLst>
          </p:cNvPr>
          <p:cNvSpPr>
            <a:spLocks noGrp="1"/>
          </p:cNvSpPr>
          <p:nvPr/>
        </p:nvSpPr>
        <p:spPr>
          <a:xfrm>
            <a:off x="3471926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GT_10581">
            <a:extLst>
              <a:ext uri="{FF2B5EF4-FFF2-40B4-BE49-F238E27FC236}">
                <a16:creationId xmlns:a16="http://schemas.microsoft.com/office/drawing/2014/main" id="{D5660C8E-614B-40D0-9DFE-803F43BBC4BE}"/>
              </a:ext>
            </a:extLst>
          </p:cNvPr>
          <p:cNvSpPr>
            <a:spLocks noGrp="1"/>
          </p:cNvSpPr>
          <p:nvPr/>
        </p:nvSpPr>
        <p:spPr>
          <a:xfrm>
            <a:off x="3541191" y="3649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GT_10582">
            <a:extLst>
              <a:ext uri="{FF2B5EF4-FFF2-40B4-BE49-F238E27FC236}">
                <a16:creationId xmlns:a16="http://schemas.microsoft.com/office/drawing/2014/main" id="{5E0FE853-FB7A-4C2D-A96D-A3992EFC91DE}"/>
              </a:ext>
            </a:extLst>
          </p:cNvPr>
          <p:cNvSpPr>
            <a:spLocks noGrp="1"/>
          </p:cNvSpPr>
          <p:nvPr/>
        </p:nvSpPr>
        <p:spPr>
          <a:xfrm>
            <a:off x="3509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GT_10583">
            <a:extLst>
              <a:ext uri="{FF2B5EF4-FFF2-40B4-BE49-F238E27FC236}">
                <a16:creationId xmlns:a16="http://schemas.microsoft.com/office/drawing/2014/main" id="{74B0B0AC-B997-459E-8AB7-7A94E136DBCF}"/>
              </a:ext>
            </a:extLst>
          </p:cNvPr>
          <p:cNvSpPr>
            <a:spLocks noGrp="1"/>
          </p:cNvSpPr>
          <p:nvPr/>
        </p:nvSpPr>
        <p:spPr>
          <a:xfrm>
            <a:off x="33813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GT_10584">
            <a:extLst>
              <a:ext uri="{FF2B5EF4-FFF2-40B4-BE49-F238E27FC236}">
                <a16:creationId xmlns:a16="http://schemas.microsoft.com/office/drawing/2014/main" id="{55A623D0-83F6-4036-84EC-9D9DFECE61AB}"/>
              </a:ext>
            </a:extLst>
          </p:cNvPr>
          <p:cNvSpPr>
            <a:spLocks noGrp="1"/>
          </p:cNvSpPr>
          <p:nvPr/>
        </p:nvSpPr>
        <p:spPr>
          <a:xfrm>
            <a:off x="357996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GT_10585">
            <a:extLst>
              <a:ext uri="{FF2B5EF4-FFF2-40B4-BE49-F238E27FC236}">
                <a16:creationId xmlns:a16="http://schemas.microsoft.com/office/drawing/2014/main" id="{A122ED64-9356-4B1D-A552-47120B524F55}"/>
              </a:ext>
            </a:extLst>
          </p:cNvPr>
          <p:cNvSpPr>
            <a:spLocks noGrp="1"/>
          </p:cNvSpPr>
          <p:nvPr/>
        </p:nvSpPr>
        <p:spPr>
          <a:xfrm>
            <a:off x="3515814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GT_10586">
            <a:extLst>
              <a:ext uri="{FF2B5EF4-FFF2-40B4-BE49-F238E27FC236}">
                <a16:creationId xmlns:a16="http://schemas.microsoft.com/office/drawing/2014/main" id="{06292EBD-CE87-4C1A-9049-3A43EF18BB25}"/>
              </a:ext>
            </a:extLst>
          </p:cNvPr>
          <p:cNvSpPr>
            <a:spLocks noGrp="1"/>
          </p:cNvSpPr>
          <p:nvPr/>
        </p:nvSpPr>
        <p:spPr>
          <a:xfrm>
            <a:off x="356403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GT_10587">
            <a:extLst>
              <a:ext uri="{FF2B5EF4-FFF2-40B4-BE49-F238E27FC236}">
                <a16:creationId xmlns:a16="http://schemas.microsoft.com/office/drawing/2014/main" id="{7371DB23-ED18-44CF-B4FD-ACA92CE41A45}"/>
              </a:ext>
            </a:extLst>
          </p:cNvPr>
          <p:cNvSpPr>
            <a:spLocks noGrp="1"/>
          </p:cNvSpPr>
          <p:nvPr/>
        </p:nvSpPr>
        <p:spPr>
          <a:xfrm>
            <a:off x="358280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GT_10588">
            <a:extLst>
              <a:ext uri="{FF2B5EF4-FFF2-40B4-BE49-F238E27FC236}">
                <a16:creationId xmlns:a16="http://schemas.microsoft.com/office/drawing/2014/main" id="{A6C56B70-45E7-4F80-8A11-F36B6514169F}"/>
              </a:ext>
            </a:extLst>
          </p:cNvPr>
          <p:cNvSpPr>
            <a:spLocks noGrp="1"/>
          </p:cNvSpPr>
          <p:nvPr/>
        </p:nvSpPr>
        <p:spPr>
          <a:xfrm>
            <a:off x="3511986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GT_10589">
            <a:extLst>
              <a:ext uri="{FF2B5EF4-FFF2-40B4-BE49-F238E27FC236}">
                <a16:creationId xmlns:a16="http://schemas.microsoft.com/office/drawing/2014/main" id="{78F07A70-5200-44D8-B04B-FD0A48A5F001}"/>
              </a:ext>
            </a:extLst>
          </p:cNvPr>
          <p:cNvSpPr>
            <a:spLocks noGrp="1"/>
          </p:cNvSpPr>
          <p:nvPr/>
        </p:nvSpPr>
        <p:spPr>
          <a:xfrm>
            <a:off x="35284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GT_10590">
            <a:extLst>
              <a:ext uri="{FF2B5EF4-FFF2-40B4-BE49-F238E27FC236}">
                <a16:creationId xmlns:a16="http://schemas.microsoft.com/office/drawing/2014/main" id="{7B8B6562-41B1-4B8E-86F2-F55D95EC15E5}"/>
              </a:ext>
            </a:extLst>
          </p:cNvPr>
          <p:cNvSpPr>
            <a:spLocks noGrp="1"/>
          </p:cNvSpPr>
          <p:nvPr/>
        </p:nvSpPr>
        <p:spPr>
          <a:xfrm>
            <a:off x="35139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GT_10591">
            <a:extLst>
              <a:ext uri="{FF2B5EF4-FFF2-40B4-BE49-F238E27FC236}">
                <a16:creationId xmlns:a16="http://schemas.microsoft.com/office/drawing/2014/main" id="{7097B185-6446-431F-ACD9-DE856516D0A8}"/>
              </a:ext>
            </a:extLst>
          </p:cNvPr>
          <p:cNvSpPr>
            <a:spLocks noGrp="1"/>
          </p:cNvSpPr>
          <p:nvPr/>
        </p:nvSpPr>
        <p:spPr>
          <a:xfrm>
            <a:off x="33827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GT_10592">
            <a:extLst>
              <a:ext uri="{FF2B5EF4-FFF2-40B4-BE49-F238E27FC236}">
                <a16:creationId xmlns:a16="http://schemas.microsoft.com/office/drawing/2014/main" id="{67B236F1-E33F-4100-A25A-8EDB36060ADC}"/>
              </a:ext>
            </a:extLst>
          </p:cNvPr>
          <p:cNvSpPr>
            <a:spLocks noGrp="1"/>
          </p:cNvSpPr>
          <p:nvPr/>
        </p:nvSpPr>
        <p:spPr>
          <a:xfrm>
            <a:off x="3440028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GT_10593">
            <a:extLst>
              <a:ext uri="{FF2B5EF4-FFF2-40B4-BE49-F238E27FC236}">
                <a16:creationId xmlns:a16="http://schemas.microsoft.com/office/drawing/2014/main" id="{0251CBD1-72E8-49E7-826E-8497B29C1954}"/>
              </a:ext>
            </a:extLst>
          </p:cNvPr>
          <p:cNvSpPr>
            <a:spLocks noGrp="1"/>
          </p:cNvSpPr>
          <p:nvPr/>
        </p:nvSpPr>
        <p:spPr>
          <a:xfrm>
            <a:off x="3370220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GT_10594">
            <a:extLst>
              <a:ext uri="{FF2B5EF4-FFF2-40B4-BE49-F238E27FC236}">
                <a16:creationId xmlns:a16="http://schemas.microsoft.com/office/drawing/2014/main" id="{C6FAC8A3-B182-4D63-9DB2-C34AFE2DE5F7}"/>
              </a:ext>
            </a:extLst>
          </p:cNvPr>
          <p:cNvSpPr>
            <a:spLocks noGrp="1"/>
          </p:cNvSpPr>
          <p:nvPr/>
        </p:nvSpPr>
        <p:spPr>
          <a:xfrm>
            <a:off x="339838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GT_10595">
            <a:extLst>
              <a:ext uri="{FF2B5EF4-FFF2-40B4-BE49-F238E27FC236}">
                <a16:creationId xmlns:a16="http://schemas.microsoft.com/office/drawing/2014/main" id="{E9C4C46B-86A2-4610-A240-92F455673A83}"/>
              </a:ext>
            </a:extLst>
          </p:cNvPr>
          <p:cNvSpPr>
            <a:spLocks noGrp="1"/>
          </p:cNvSpPr>
          <p:nvPr/>
        </p:nvSpPr>
        <p:spPr>
          <a:xfrm>
            <a:off x="3586277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GT_10596">
            <a:extLst>
              <a:ext uri="{FF2B5EF4-FFF2-40B4-BE49-F238E27FC236}">
                <a16:creationId xmlns:a16="http://schemas.microsoft.com/office/drawing/2014/main" id="{436A50B0-56ED-4E13-B67A-B8F3EE5E66B2}"/>
              </a:ext>
            </a:extLst>
          </p:cNvPr>
          <p:cNvSpPr>
            <a:spLocks noGrp="1"/>
          </p:cNvSpPr>
          <p:nvPr/>
        </p:nvSpPr>
        <p:spPr>
          <a:xfrm>
            <a:off x="34704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GT_10597">
            <a:extLst>
              <a:ext uri="{FF2B5EF4-FFF2-40B4-BE49-F238E27FC236}">
                <a16:creationId xmlns:a16="http://schemas.microsoft.com/office/drawing/2014/main" id="{A367B8C3-7863-47FA-ACDE-1857A3671E2B}"/>
              </a:ext>
            </a:extLst>
          </p:cNvPr>
          <p:cNvSpPr>
            <a:spLocks noGrp="1"/>
          </p:cNvSpPr>
          <p:nvPr/>
        </p:nvSpPr>
        <p:spPr>
          <a:xfrm>
            <a:off x="3425642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GT_10598">
            <a:extLst>
              <a:ext uri="{FF2B5EF4-FFF2-40B4-BE49-F238E27FC236}">
                <a16:creationId xmlns:a16="http://schemas.microsoft.com/office/drawing/2014/main" id="{28D71B1E-6C27-44CB-A3B7-B1C07130C716}"/>
              </a:ext>
            </a:extLst>
          </p:cNvPr>
          <p:cNvSpPr>
            <a:spLocks noGrp="1"/>
          </p:cNvSpPr>
          <p:nvPr/>
        </p:nvSpPr>
        <p:spPr>
          <a:xfrm>
            <a:off x="33745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GT_10599">
            <a:extLst>
              <a:ext uri="{FF2B5EF4-FFF2-40B4-BE49-F238E27FC236}">
                <a16:creationId xmlns:a16="http://schemas.microsoft.com/office/drawing/2014/main" id="{1A0AD88E-B0D1-4777-8757-6F30E3C85F3F}"/>
              </a:ext>
            </a:extLst>
          </p:cNvPr>
          <p:cNvSpPr>
            <a:spLocks noGrp="1"/>
          </p:cNvSpPr>
          <p:nvPr/>
        </p:nvSpPr>
        <p:spPr>
          <a:xfrm>
            <a:off x="35395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GT_10600">
            <a:extLst>
              <a:ext uri="{FF2B5EF4-FFF2-40B4-BE49-F238E27FC236}">
                <a16:creationId xmlns:a16="http://schemas.microsoft.com/office/drawing/2014/main" id="{B0136889-8657-4238-9102-5DC858364EBA}"/>
              </a:ext>
            </a:extLst>
          </p:cNvPr>
          <p:cNvSpPr>
            <a:spLocks noGrp="1"/>
          </p:cNvSpPr>
          <p:nvPr/>
        </p:nvSpPr>
        <p:spPr>
          <a:xfrm>
            <a:off x="34648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GT_10601">
            <a:extLst>
              <a:ext uri="{FF2B5EF4-FFF2-40B4-BE49-F238E27FC236}">
                <a16:creationId xmlns:a16="http://schemas.microsoft.com/office/drawing/2014/main" id="{8566CF4D-431C-4172-806B-ED2EE4246B43}"/>
              </a:ext>
            </a:extLst>
          </p:cNvPr>
          <p:cNvSpPr>
            <a:spLocks noGrp="1"/>
          </p:cNvSpPr>
          <p:nvPr/>
        </p:nvSpPr>
        <p:spPr>
          <a:xfrm>
            <a:off x="35172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GT_10602">
            <a:extLst>
              <a:ext uri="{FF2B5EF4-FFF2-40B4-BE49-F238E27FC236}">
                <a16:creationId xmlns:a16="http://schemas.microsoft.com/office/drawing/2014/main" id="{C63A60CD-84D4-4C48-90FB-A81E66CE58D7}"/>
              </a:ext>
            </a:extLst>
          </p:cNvPr>
          <p:cNvSpPr>
            <a:spLocks noGrp="1"/>
          </p:cNvSpPr>
          <p:nvPr/>
        </p:nvSpPr>
        <p:spPr>
          <a:xfrm>
            <a:off x="3540862" y="4208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GT_10603">
            <a:extLst>
              <a:ext uri="{FF2B5EF4-FFF2-40B4-BE49-F238E27FC236}">
                <a16:creationId xmlns:a16="http://schemas.microsoft.com/office/drawing/2014/main" id="{DAAD5806-DCA1-418B-A999-134C0C5D5776}"/>
              </a:ext>
            </a:extLst>
          </p:cNvPr>
          <p:cNvSpPr>
            <a:spLocks noGrp="1"/>
          </p:cNvSpPr>
          <p:nvPr/>
        </p:nvSpPr>
        <p:spPr>
          <a:xfrm>
            <a:off x="35037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GT_10604">
            <a:extLst>
              <a:ext uri="{FF2B5EF4-FFF2-40B4-BE49-F238E27FC236}">
                <a16:creationId xmlns:a16="http://schemas.microsoft.com/office/drawing/2014/main" id="{C57310C7-628B-433A-9D0F-FF4E2ACEC3DA}"/>
              </a:ext>
            </a:extLst>
          </p:cNvPr>
          <p:cNvSpPr>
            <a:spLocks noGrp="1"/>
          </p:cNvSpPr>
          <p:nvPr/>
        </p:nvSpPr>
        <p:spPr>
          <a:xfrm>
            <a:off x="3376782" y="50907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GT_10605">
            <a:extLst>
              <a:ext uri="{FF2B5EF4-FFF2-40B4-BE49-F238E27FC236}">
                <a16:creationId xmlns:a16="http://schemas.microsoft.com/office/drawing/2014/main" id="{E563CBD1-2248-486E-8107-E3A4ABE9ECDF}"/>
              </a:ext>
            </a:extLst>
          </p:cNvPr>
          <p:cNvSpPr>
            <a:spLocks noGrp="1"/>
          </p:cNvSpPr>
          <p:nvPr/>
        </p:nvSpPr>
        <p:spPr>
          <a:xfrm>
            <a:off x="3477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GT_10606">
            <a:extLst>
              <a:ext uri="{FF2B5EF4-FFF2-40B4-BE49-F238E27FC236}">
                <a16:creationId xmlns:a16="http://schemas.microsoft.com/office/drawing/2014/main" id="{3939F347-D178-4F6B-AD7C-BF3E6819A85F}"/>
              </a:ext>
            </a:extLst>
          </p:cNvPr>
          <p:cNvSpPr>
            <a:spLocks noGrp="1"/>
          </p:cNvSpPr>
          <p:nvPr/>
        </p:nvSpPr>
        <p:spPr>
          <a:xfrm>
            <a:off x="34022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GT_10607">
            <a:extLst>
              <a:ext uri="{FF2B5EF4-FFF2-40B4-BE49-F238E27FC236}">
                <a16:creationId xmlns:a16="http://schemas.microsoft.com/office/drawing/2014/main" id="{3B2523A3-84C4-4EBD-9935-A5225EAB6088}"/>
              </a:ext>
            </a:extLst>
          </p:cNvPr>
          <p:cNvSpPr>
            <a:spLocks noGrp="1"/>
          </p:cNvSpPr>
          <p:nvPr/>
        </p:nvSpPr>
        <p:spPr>
          <a:xfrm>
            <a:off x="34830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GT_10608">
            <a:extLst>
              <a:ext uri="{FF2B5EF4-FFF2-40B4-BE49-F238E27FC236}">
                <a16:creationId xmlns:a16="http://schemas.microsoft.com/office/drawing/2014/main" id="{B50B33B9-DC81-4C21-85D7-398B5E763475}"/>
              </a:ext>
            </a:extLst>
          </p:cNvPr>
          <p:cNvSpPr>
            <a:spLocks noGrp="1"/>
          </p:cNvSpPr>
          <p:nvPr/>
        </p:nvSpPr>
        <p:spPr>
          <a:xfrm>
            <a:off x="34269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GT_10609">
            <a:extLst>
              <a:ext uri="{FF2B5EF4-FFF2-40B4-BE49-F238E27FC236}">
                <a16:creationId xmlns:a16="http://schemas.microsoft.com/office/drawing/2014/main" id="{CE448039-9BF0-47B2-8155-FC3617427BE7}"/>
              </a:ext>
            </a:extLst>
          </p:cNvPr>
          <p:cNvSpPr>
            <a:spLocks noGrp="1"/>
          </p:cNvSpPr>
          <p:nvPr/>
        </p:nvSpPr>
        <p:spPr>
          <a:xfrm>
            <a:off x="35950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GT_10610">
            <a:extLst>
              <a:ext uri="{FF2B5EF4-FFF2-40B4-BE49-F238E27FC236}">
                <a16:creationId xmlns:a16="http://schemas.microsoft.com/office/drawing/2014/main" id="{B7827375-D1BE-4858-9FC5-7CA2C9F587E0}"/>
              </a:ext>
            </a:extLst>
          </p:cNvPr>
          <p:cNvSpPr>
            <a:spLocks noGrp="1"/>
          </p:cNvSpPr>
          <p:nvPr/>
        </p:nvSpPr>
        <p:spPr>
          <a:xfrm>
            <a:off x="35546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GT_10611">
            <a:extLst>
              <a:ext uri="{FF2B5EF4-FFF2-40B4-BE49-F238E27FC236}">
                <a16:creationId xmlns:a16="http://schemas.microsoft.com/office/drawing/2014/main" id="{6C173279-0B83-4F52-AC3F-B3AAB37A7ADC}"/>
              </a:ext>
            </a:extLst>
          </p:cNvPr>
          <p:cNvSpPr>
            <a:spLocks noGrp="1"/>
          </p:cNvSpPr>
          <p:nvPr/>
        </p:nvSpPr>
        <p:spPr>
          <a:xfrm>
            <a:off x="3475385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GT_10612">
            <a:extLst>
              <a:ext uri="{FF2B5EF4-FFF2-40B4-BE49-F238E27FC236}">
                <a16:creationId xmlns:a16="http://schemas.microsoft.com/office/drawing/2014/main" id="{883CCC00-8941-4392-9F52-AD70FAE6EF77}"/>
              </a:ext>
            </a:extLst>
          </p:cNvPr>
          <p:cNvSpPr>
            <a:spLocks noGrp="1"/>
          </p:cNvSpPr>
          <p:nvPr/>
        </p:nvSpPr>
        <p:spPr>
          <a:xfrm>
            <a:off x="345503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GT_10613">
            <a:extLst>
              <a:ext uri="{FF2B5EF4-FFF2-40B4-BE49-F238E27FC236}">
                <a16:creationId xmlns:a16="http://schemas.microsoft.com/office/drawing/2014/main" id="{114BEEE4-CEB3-49AA-B6AF-7F3F2C81355F}"/>
              </a:ext>
            </a:extLst>
          </p:cNvPr>
          <p:cNvSpPr>
            <a:spLocks noGrp="1"/>
          </p:cNvSpPr>
          <p:nvPr/>
        </p:nvSpPr>
        <p:spPr>
          <a:xfrm>
            <a:off x="35116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GT_10614">
            <a:extLst>
              <a:ext uri="{FF2B5EF4-FFF2-40B4-BE49-F238E27FC236}">
                <a16:creationId xmlns:a16="http://schemas.microsoft.com/office/drawing/2014/main" id="{00DC3136-A14A-497E-B1B9-2DB4D133CF43}"/>
              </a:ext>
            </a:extLst>
          </p:cNvPr>
          <p:cNvSpPr>
            <a:spLocks noGrp="1"/>
          </p:cNvSpPr>
          <p:nvPr/>
        </p:nvSpPr>
        <p:spPr>
          <a:xfrm>
            <a:off x="33657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GT_10615">
            <a:extLst>
              <a:ext uri="{FF2B5EF4-FFF2-40B4-BE49-F238E27FC236}">
                <a16:creationId xmlns:a16="http://schemas.microsoft.com/office/drawing/2014/main" id="{12498281-EE3F-4FC7-AE90-DBC080C9B4A7}"/>
              </a:ext>
            </a:extLst>
          </p:cNvPr>
          <p:cNvSpPr>
            <a:spLocks noGrp="1"/>
          </p:cNvSpPr>
          <p:nvPr/>
        </p:nvSpPr>
        <p:spPr>
          <a:xfrm>
            <a:off x="3437888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GT_10616">
            <a:extLst>
              <a:ext uri="{FF2B5EF4-FFF2-40B4-BE49-F238E27FC236}">
                <a16:creationId xmlns:a16="http://schemas.microsoft.com/office/drawing/2014/main" id="{CE4375BD-8565-4DE6-A903-4F9E5DB1C19C}"/>
              </a:ext>
            </a:extLst>
          </p:cNvPr>
          <p:cNvSpPr>
            <a:spLocks noGrp="1"/>
          </p:cNvSpPr>
          <p:nvPr/>
        </p:nvSpPr>
        <p:spPr>
          <a:xfrm>
            <a:off x="34461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GT_10617">
            <a:extLst>
              <a:ext uri="{FF2B5EF4-FFF2-40B4-BE49-F238E27FC236}">
                <a16:creationId xmlns:a16="http://schemas.microsoft.com/office/drawing/2014/main" id="{E79CFDD1-30AF-477A-872B-E268CB049E33}"/>
              </a:ext>
            </a:extLst>
          </p:cNvPr>
          <p:cNvSpPr>
            <a:spLocks noGrp="1"/>
          </p:cNvSpPr>
          <p:nvPr/>
        </p:nvSpPr>
        <p:spPr>
          <a:xfrm>
            <a:off x="354409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GT_10618">
            <a:extLst>
              <a:ext uri="{FF2B5EF4-FFF2-40B4-BE49-F238E27FC236}">
                <a16:creationId xmlns:a16="http://schemas.microsoft.com/office/drawing/2014/main" id="{26C2759D-4D76-4C73-A17D-8841842E863D}"/>
              </a:ext>
            </a:extLst>
          </p:cNvPr>
          <p:cNvSpPr>
            <a:spLocks noGrp="1"/>
          </p:cNvSpPr>
          <p:nvPr/>
        </p:nvSpPr>
        <p:spPr>
          <a:xfrm>
            <a:off x="35141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GT_10619">
            <a:extLst>
              <a:ext uri="{FF2B5EF4-FFF2-40B4-BE49-F238E27FC236}">
                <a16:creationId xmlns:a16="http://schemas.microsoft.com/office/drawing/2014/main" id="{3A82A614-76C7-4DDA-BB1D-106082C21291}"/>
              </a:ext>
            </a:extLst>
          </p:cNvPr>
          <p:cNvSpPr>
            <a:spLocks noGrp="1"/>
          </p:cNvSpPr>
          <p:nvPr/>
        </p:nvSpPr>
        <p:spPr>
          <a:xfrm>
            <a:off x="34177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GT_10620">
            <a:extLst>
              <a:ext uri="{FF2B5EF4-FFF2-40B4-BE49-F238E27FC236}">
                <a16:creationId xmlns:a16="http://schemas.microsoft.com/office/drawing/2014/main" id="{61662D22-1290-43AA-B582-7D9B6F6F52C0}"/>
              </a:ext>
            </a:extLst>
          </p:cNvPr>
          <p:cNvSpPr>
            <a:spLocks noGrp="1"/>
          </p:cNvSpPr>
          <p:nvPr/>
        </p:nvSpPr>
        <p:spPr>
          <a:xfrm>
            <a:off x="3558750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GT_10621">
            <a:extLst>
              <a:ext uri="{FF2B5EF4-FFF2-40B4-BE49-F238E27FC236}">
                <a16:creationId xmlns:a16="http://schemas.microsoft.com/office/drawing/2014/main" id="{79F6B4E7-200E-4FFE-A6B1-F308F5BC005C}"/>
              </a:ext>
            </a:extLst>
          </p:cNvPr>
          <p:cNvSpPr>
            <a:spLocks noGrp="1"/>
          </p:cNvSpPr>
          <p:nvPr/>
        </p:nvSpPr>
        <p:spPr>
          <a:xfrm>
            <a:off x="350321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GT_10622">
            <a:extLst>
              <a:ext uri="{FF2B5EF4-FFF2-40B4-BE49-F238E27FC236}">
                <a16:creationId xmlns:a16="http://schemas.microsoft.com/office/drawing/2014/main" id="{2D687DAF-F157-4E85-94C1-B50C549B4628}"/>
              </a:ext>
            </a:extLst>
          </p:cNvPr>
          <p:cNvSpPr>
            <a:spLocks noGrp="1"/>
          </p:cNvSpPr>
          <p:nvPr/>
        </p:nvSpPr>
        <p:spPr>
          <a:xfrm>
            <a:off x="34537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GT_10623">
            <a:extLst>
              <a:ext uri="{FF2B5EF4-FFF2-40B4-BE49-F238E27FC236}">
                <a16:creationId xmlns:a16="http://schemas.microsoft.com/office/drawing/2014/main" id="{DE9FB29B-CDC6-43A2-8AA6-D745A368E25C}"/>
              </a:ext>
            </a:extLst>
          </p:cNvPr>
          <p:cNvSpPr>
            <a:spLocks noGrp="1"/>
          </p:cNvSpPr>
          <p:nvPr/>
        </p:nvSpPr>
        <p:spPr>
          <a:xfrm>
            <a:off x="3534845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GT_10624">
            <a:extLst>
              <a:ext uri="{FF2B5EF4-FFF2-40B4-BE49-F238E27FC236}">
                <a16:creationId xmlns:a16="http://schemas.microsoft.com/office/drawing/2014/main" id="{AF91B3C1-DC73-475D-ADD2-2482D5576DFB}"/>
              </a:ext>
            </a:extLst>
          </p:cNvPr>
          <p:cNvSpPr>
            <a:spLocks noGrp="1"/>
          </p:cNvSpPr>
          <p:nvPr/>
        </p:nvSpPr>
        <p:spPr>
          <a:xfrm>
            <a:off x="34407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GT_10625">
            <a:extLst>
              <a:ext uri="{FF2B5EF4-FFF2-40B4-BE49-F238E27FC236}">
                <a16:creationId xmlns:a16="http://schemas.microsoft.com/office/drawing/2014/main" id="{B8AE07F2-74F3-4D67-BBB5-3A577D0A465A}"/>
              </a:ext>
            </a:extLst>
          </p:cNvPr>
          <p:cNvSpPr>
            <a:spLocks noGrp="1"/>
          </p:cNvSpPr>
          <p:nvPr/>
        </p:nvSpPr>
        <p:spPr>
          <a:xfrm>
            <a:off x="3496020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GT_10626">
            <a:extLst>
              <a:ext uri="{FF2B5EF4-FFF2-40B4-BE49-F238E27FC236}">
                <a16:creationId xmlns:a16="http://schemas.microsoft.com/office/drawing/2014/main" id="{B906E412-998C-44E6-A83E-8D4001D7F238}"/>
              </a:ext>
            </a:extLst>
          </p:cNvPr>
          <p:cNvSpPr>
            <a:spLocks noGrp="1"/>
          </p:cNvSpPr>
          <p:nvPr/>
        </p:nvSpPr>
        <p:spPr>
          <a:xfrm>
            <a:off x="3485028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GT_10627">
            <a:extLst>
              <a:ext uri="{FF2B5EF4-FFF2-40B4-BE49-F238E27FC236}">
                <a16:creationId xmlns:a16="http://schemas.microsoft.com/office/drawing/2014/main" id="{FFB46EF5-DC2C-4310-9DA4-22EEA5B37154}"/>
              </a:ext>
            </a:extLst>
          </p:cNvPr>
          <p:cNvSpPr>
            <a:spLocks noGrp="1"/>
          </p:cNvSpPr>
          <p:nvPr/>
        </p:nvSpPr>
        <p:spPr>
          <a:xfrm>
            <a:off x="3366122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GT_10628">
            <a:extLst>
              <a:ext uri="{FF2B5EF4-FFF2-40B4-BE49-F238E27FC236}">
                <a16:creationId xmlns:a16="http://schemas.microsoft.com/office/drawing/2014/main" id="{3431D243-5991-4A04-887D-1581EA444C71}"/>
              </a:ext>
            </a:extLst>
          </p:cNvPr>
          <p:cNvSpPr>
            <a:spLocks noGrp="1"/>
          </p:cNvSpPr>
          <p:nvPr/>
        </p:nvSpPr>
        <p:spPr>
          <a:xfrm>
            <a:off x="354990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GT_10629">
            <a:extLst>
              <a:ext uri="{FF2B5EF4-FFF2-40B4-BE49-F238E27FC236}">
                <a16:creationId xmlns:a16="http://schemas.microsoft.com/office/drawing/2014/main" id="{FF832A45-DD02-46D8-B72E-A9E537126F82}"/>
              </a:ext>
            </a:extLst>
          </p:cNvPr>
          <p:cNvSpPr>
            <a:spLocks noGrp="1"/>
          </p:cNvSpPr>
          <p:nvPr/>
        </p:nvSpPr>
        <p:spPr>
          <a:xfrm>
            <a:off x="3480847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GT_10630">
            <a:extLst>
              <a:ext uri="{FF2B5EF4-FFF2-40B4-BE49-F238E27FC236}">
                <a16:creationId xmlns:a16="http://schemas.microsoft.com/office/drawing/2014/main" id="{938FE106-8C74-4010-B230-0BE7030BBB5D}"/>
              </a:ext>
            </a:extLst>
          </p:cNvPr>
          <p:cNvSpPr>
            <a:spLocks noGrp="1"/>
          </p:cNvSpPr>
          <p:nvPr/>
        </p:nvSpPr>
        <p:spPr>
          <a:xfrm>
            <a:off x="3444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GT_10631">
            <a:extLst>
              <a:ext uri="{FF2B5EF4-FFF2-40B4-BE49-F238E27FC236}">
                <a16:creationId xmlns:a16="http://schemas.microsoft.com/office/drawing/2014/main" id="{23A879E5-4CB1-4E69-8E20-40DD4A9BA0EC}"/>
              </a:ext>
            </a:extLst>
          </p:cNvPr>
          <p:cNvSpPr>
            <a:spLocks noGrp="1"/>
          </p:cNvSpPr>
          <p:nvPr/>
        </p:nvSpPr>
        <p:spPr>
          <a:xfrm>
            <a:off x="34660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GT_10632">
            <a:extLst>
              <a:ext uri="{FF2B5EF4-FFF2-40B4-BE49-F238E27FC236}">
                <a16:creationId xmlns:a16="http://schemas.microsoft.com/office/drawing/2014/main" id="{5B320815-929E-4951-BEBA-53FC966BB527}"/>
              </a:ext>
            </a:extLst>
          </p:cNvPr>
          <p:cNvSpPr>
            <a:spLocks noGrp="1"/>
          </p:cNvSpPr>
          <p:nvPr/>
        </p:nvSpPr>
        <p:spPr>
          <a:xfrm>
            <a:off x="34487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GT_10633">
            <a:extLst>
              <a:ext uri="{FF2B5EF4-FFF2-40B4-BE49-F238E27FC236}">
                <a16:creationId xmlns:a16="http://schemas.microsoft.com/office/drawing/2014/main" id="{E65FA47D-CCD6-43B5-B876-C574A14073FB}"/>
              </a:ext>
            </a:extLst>
          </p:cNvPr>
          <p:cNvSpPr>
            <a:spLocks noGrp="1"/>
          </p:cNvSpPr>
          <p:nvPr/>
        </p:nvSpPr>
        <p:spPr>
          <a:xfrm>
            <a:off x="3442594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GT_10634">
            <a:extLst>
              <a:ext uri="{FF2B5EF4-FFF2-40B4-BE49-F238E27FC236}">
                <a16:creationId xmlns:a16="http://schemas.microsoft.com/office/drawing/2014/main" id="{BB784BC7-8F26-42C8-8B71-9499910695C0}"/>
              </a:ext>
            </a:extLst>
          </p:cNvPr>
          <p:cNvSpPr>
            <a:spLocks noGrp="1"/>
          </p:cNvSpPr>
          <p:nvPr/>
        </p:nvSpPr>
        <p:spPr>
          <a:xfrm>
            <a:off x="3542500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GT_10635">
            <a:extLst>
              <a:ext uri="{FF2B5EF4-FFF2-40B4-BE49-F238E27FC236}">
                <a16:creationId xmlns:a16="http://schemas.microsoft.com/office/drawing/2014/main" id="{55D83882-355D-4D50-94EC-63039E3A8F99}"/>
              </a:ext>
            </a:extLst>
          </p:cNvPr>
          <p:cNvSpPr>
            <a:spLocks noGrp="1"/>
          </p:cNvSpPr>
          <p:nvPr/>
        </p:nvSpPr>
        <p:spPr>
          <a:xfrm>
            <a:off x="3458165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GT_10636">
            <a:extLst>
              <a:ext uri="{FF2B5EF4-FFF2-40B4-BE49-F238E27FC236}">
                <a16:creationId xmlns:a16="http://schemas.microsoft.com/office/drawing/2014/main" id="{35A7E0B8-D194-4E98-9890-FA7FF39801E4}"/>
              </a:ext>
            </a:extLst>
          </p:cNvPr>
          <p:cNvSpPr>
            <a:spLocks noGrp="1"/>
          </p:cNvSpPr>
          <p:nvPr/>
        </p:nvSpPr>
        <p:spPr>
          <a:xfrm>
            <a:off x="34411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GT_10637">
            <a:extLst>
              <a:ext uri="{FF2B5EF4-FFF2-40B4-BE49-F238E27FC236}">
                <a16:creationId xmlns:a16="http://schemas.microsoft.com/office/drawing/2014/main" id="{C34FF8A7-38D1-4F97-87E0-D6F5C11BA401}"/>
              </a:ext>
            </a:extLst>
          </p:cNvPr>
          <p:cNvSpPr>
            <a:spLocks noGrp="1"/>
          </p:cNvSpPr>
          <p:nvPr/>
        </p:nvSpPr>
        <p:spPr>
          <a:xfrm>
            <a:off x="35392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GT_10638">
            <a:extLst>
              <a:ext uri="{FF2B5EF4-FFF2-40B4-BE49-F238E27FC236}">
                <a16:creationId xmlns:a16="http://schemas.microsoft.com/office/drawing/2014/main" id="{BE14F37D-F348-4038-92A3-987D07D4EBAD}"/>
              </a:ext>
            </a:extLst>
          </p:cNvPr>
          <p:cNvSpPr>
            <a:spLocks noGrp="1"/>
          </p:cNvSpPr>
          <p:nvPr/>
        </p:nvSpPr>
        <p:spPr>
          <a:xfrm>
            <a:off x="3420090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GT_10639">
            <a:extLst>
              <a:ext uri="{FF2B5EF4-FFF2-40B4-BE49-F238E27FC236}">
                <a16:creationId xmlns:a16="http://schemas.microsoft.com/office/drawing/2014/main" id="{70662EE3-9766-411D-B5C2-5FB7ACF6936A}"/>
              </a:ext>
            </a:extLst>
          </p:cNvPr>
          <p:cNvSpPr>
            <a:spLocks noGrp="1"/>
          </p:cNvSpPr>
          <p:nvPr/>
        </p:nvSpPr>
        <p:spPr>
          <a:xfrm>
            <a:off x="34053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GT_10640">
            <a:extLst>
              <a:ext uri="{FF2B5EF4-FFF2-40B4-BE49-F238E27FC236}">
                <a16:creationId xmlns:a16="http://schemas.microsoft.com/office/drawing/2014/main" id="{2A29ECE9-3CAD-4BCB-B94A-F4706EE57639}"/>
              </a:ext>
            </a:extLst>
          </p:cNvPr>
          <p:cNvSpPr>
            <a:spLocks noGrp="1"/>
          </p:cNvSpPr>
          <p:nvPr/>
        </p:nvSpPr>
        <p:spPr>
          <a:xfrm>
            <a:off x="3344032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GT_10641">
            <a:extLst>
              <a:ext uri="{FF2B5EF4-FFF2-40B4-BE49-F238E27FC236}">
                <a16:creationId xmlns:a16="http://schemas.microsoft.com/office/drawing/2014/main" id="{586936E7-0E89-4B23-BA6B-A99C7C6449A2}"/>
              </a:ext>
            </a:extLst>
          </p:cNvPr>
          <p:cNvSpPr>
            <a:spLocks noGrp="1"/>
          </p:cNvSpPr>
          <p:nvPr/>
        </p:nvSpPr>
        <p:spPr>
          <a:xfrm>
            <a:off x="3579048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GT_10642">
            <a:extLst>
              <a:ext uri="{FF2B5EF4-FFF2-40B4-BE49-F238E27FC236}">
                <a16:creationId xmlns:a16="http://schemas.microsoft.com/office/drawing/2014/main" id="{3391A67F-3F84-4575-91E2-7B75D84E50E3}"/>
              </a:ext>
            </a:extLst>
          </p:cNvPr>
          <p:cNvSpPr>
            <a:spLocks noGrp="1"/>
          </p:cNvSpPr>
          <p:nvPr/>
        </p:nvSpPr>
        <p:spPr>
          <a:xfrm>
            <a:off x="3379991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GT_10643">
            <a:extLst>
              <a:ext uri="{FF2B5EF4-FFF2-40B4-BE49-F238E27FC236}">
                <a16:creationId xmlns:a16="http://schemas.microsoft.com/office/drawing/2014/main" id="{A70396B8-5E36-4C2D-8A1E-B3519CF13A7B}"/>
              </a:ext>
            </a:extLst>
          </p:cNvPr>
          <p:cNvSpPr>
            <a:spLocks noGrp="1"/>
          </p:cNvSpPr>
          <p:nvPr/>
        </p:nvSpPr>
        <p:spPr>
          <a:xfrm>
            <a:off x="344576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GT_10644">
            <a:extLst>
              <a:ext uri="{FF2B5EF4-FFF2-40B4-BE49-F238E27FC236}">
                <a16:creationId xmlns:a16="http://schemas.microsoft.com/office/drawing/2014/main" id="{383EE6DC-F978-482D-8574-52940034A135}"/>
              </a:ext>
            </a:extLst>
          </p:cNvPr>
          <p:cNvSpPr>
            <a:spLocks noGrp="1"/>
          </p:cNvSpPr>
          <p:nvPr/>
        </p:nvSpPr>
        <p:spPr>
          <a:xfrm>
            <a:off x="3498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GT_10645">
            <a:extLst>
              <a:ext uri="{FF2B5EF4-FFF2-40B4-BE49-F238E27FC236}">
                <a16:creationId xmlns:a16="http://schemas.microsoft.com/office/drawing/2014/main" id="{2AB54F12-7802-4966-9F35-69C7EA48B028}"/>
              </a:ext>
            </a:extLst>
          </p:cNvPr>
          <p:cNvSpPr>
            <a:spLocks noGrp="1"/>
          </p:cNvSpPr>
          <p:nvPr/>
        </p:nvSpPr>
        <p:spPr>
          <a:xfrm>
            <a:off x="347149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GT_10646">
            <a:extLst>
              <a:ext uri="{FF2B5EF4-FFF2-40B4-BE49-F238E27FC236}">
                <a16:creationId xmlns:a16="http://schemas.microsoft.com/office/drawing/2014/main" id="{7F2243DD-1138-487D-B70D-2003C22DCFA9}"/>
              </a:ext>
            </a:extLst>
          </p:cNvPr>
          <p:cNvSpPr>
            <a:spLocks noGrp="1"/>
          </p:cNvSpPr>
          <p:nvPr/>
        </p:nvSpPr>
        <p:spPr>
          <a:xfrm>
            <a:off x="3399221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GT_10647">
            <a:extLst>
              <a:ext uri="{FF2B5EF4-FFF2-40B4-BE49-F238E27FC236}">
                <a16:creationId xmlns:a16="http://schemas.microsoft.com/office/drawing/2014/main" id="{AAC94C0C-4CA5-47CC-B37D-44ED18380D15}"/>
              </a:ext>
            </a:extLst>
          </p:cNvPr>
          <p:cNvSpPr>
            <a:spLocks noGrp="1"/>
          </p:cNvSpPr>
          <p:nvPr/>
        </p:nvSpPr>
        <p:spPr>
          <a:xfrm>
            <a:off x="3473975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GT_10648">
            <a:extLst>
              <a:ext uri="{FF2B5EF4-FFF2-40B4-BE49-F238E27FC236}">
                <a16:creationId xmlns:a16="http://schemas.microsoft.com/office/drawing/2014/main" id="{5D9F6F2D-3801-4CC7-94D9-A14F539A958D}"/>
              </a:ext>
            </a:extLst>
          </p:cNvPr>
          <p:cNvSpPr>
            <a:spLocks noGrp="1"/>
          </p:cNvSpPr>
          <p:nvPr/>
        </p:nvSpPr>
        <p:spPr>
          <a:xfrm>
            <a:off x="34894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GT_10649">
            <a:extLst>
              <a:ext uri="{FF2B5EF4-FFF2-40B4-BE49-F238E27FC236}">
                <a16:creationId xmlns:a16="http://schemas.microsoft.com/office/drawing/2014/main" id="{9AFFA1A6-87EA-406F-8263-567C469F0E61}"/>
              </a:ext>
            </a:extLst>
          </p:cNvPr>
          <p:cNvSpPr>
            <a:spLocks noGrp="1"/>
          </p:cNvSpPr>
          <p:nvPr/>
        </p:nvSpPr>
        <p:spPr>
          <a:xfrm>
            <a:off x="3362213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GT_10650">
            <a:extLst>
              <a:ext uri="{FF2B5EF4-FFF2-40B4-BE49-F238E27FC236}">
                <a16:creationId xmlns:a16="http://schemas.microsoft.com/office/drawing/2014/main" id="{09532347-451B-41C1-B3EA-D5C952EE970D}"/>
              </a:ext>
            </a:extLst>
          </p:cNvPr>
          <p:cNvSpPr>
            <a:spLocks noGrp="1"/>
          </p:cNvSpPr>
          <p:nvPr/>
        </p:nvSpPr>
        <p:spPr>
          <a:xfrm>
            <a:off x="3449990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GT_10651">
            <a:extLst>
              <a:ext uri="{FF2B5EF4-FFF2-40B4-BE49-F238E27FC236}">
                <a16:creationId xmlns:a16="http://schemas.microsoft.com/office/drawing/2014/main" id="{EA2E0E01-F66B-4A72-A8AC-6D4A1A3A933E}"/>
              </a:ext>
            </a:extLst>
          </p:cNvPr>
          <p:cNvSpPr>
            <a:spLocks noGrp="1"/>
          </p:cNvSpPr>
          <p:nvPr/>
        </p:nvSpPr>
        <p:spPr>
          <a:xfrm>
            <a:off x="34428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GT_10652">
            <a:extLst>
              <a:ext uri="{FF2B5EF4-FFF2-40B4-BE49-F238E27FC236}">
                <a16:creationId xmlns:a16="http://schemas.microsoft.com/office/drawing/2014/main" id="{F5006F54-EDB1-4651-9466-11A4A62D7107}"/>
              </a:ext>
            </a:extLst>
          </p:cNvPr>
          <p:cNvSpPr>
            <a:spLocks noGrp="1"/>
          </p:cNvSpPr>
          <p:nvPr/>
        </p:nvSpPr>
        <p:spPr>
          <a:xfrm>
            <a:off x="3511435" y="54271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GT_10653">
            <a:extLst>
              <a:ext uri="{FF2B5EF4-FFF2-40B4-BE49-F238E27FC236}">
                <a16:creationId xmlns:a16="http://schemas.microsoft.com/office/drawing/2014/main" id="{DADD664D-61CB-4A1F-A7C5-0DCB2057A71F}"/>
              </a:ext>
            </a:extLst>
          </p:cNvPr>
          <p:cNvSpPr>
            <a:spLocks noGrp="1"/>
          </p:cNvSpPr>
          <p:nvPr/>
        </p:nvSpPr>
        <p:spPr>
          <a:xfrm>
            <a:off x="352186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GT_10654">
            <a:extLst>
              <a:ext uri="{FF2B5EF4-FFF2-40B4-BE49-F238E27FC236}">
                <a16:creationId xmlns:a16="http://schemas.microsoft.com/office/drawing/2014/main" id="{4E19E238-2FD0-43D9-8B22-316DEE5C4E58}"/>
              </a:ext>
            </a:extLst>
          </p:cNvPr>
          <p:cNvSpPr>
            <a:spLocks noGrp="1"/>
          </p:cNvSpPr>
          <p:nvPr/>
        </p:nvSpPr>
        <p:spPr>
          <a:xfrm>
            <a:off x="351439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GT_10655">
            <a:extLst>
              <a:ext uri="{FF2B5EF4-FFF2-40B4-BE49-F238E27FC236}">
                <a16:creationId xmlns:a16="http://schemas.microsoft.com/office/drawing/2014/main" id="{280F618D-F9A9-4AC2-8E30-7502DE13B515}"/>
              </a:ext>
            </a:extLst>
          </p:cNvPr>
          <p:cNvSpPr>
            <a:spLocks noGrp="1"/>
          </p:cNvSpPr>
          <p:nvPr/>
        </p:nvSpPr>
        <p:spPr>
          <a:xfrm>
            <a:off x="34254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GT_10656">
            <a:extLst>
              <a:ext uri="{FF2B5EF4-FFF2-40B4-BE49-F238E27FC236}">
                <a16:creationId xmlns:a16="http://schemas.microsoft.com/office/drawing/2014/main" id="{4A8315C6-8F13-4FA1-8637-AC4307D584AE}"/>
              </a:ext>
            </a:extLst>
          </p:cNvPr>
          <p:cNvSpPr>
            <a:spLocks noGrp="1"/>
          </p:cNvSpPr>
          <p:nvPr/>
        </p:nvSpPr>
        <p:spPr>
          <a:xfrm>
            <a:off x="349930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GT_10657">
            <a:extLst>
              <a:ext uri="{FF2B5EF4-FFF2-40B4-BE49-F238E27FC236}">
                <a16:creationId xmlns:a16="http://schemas.microsoft.com/office/drawing/2014/main" id="{5D16273A-6736-468B-AD47-84DF98519BC9}"/>
              </a:ext>
            </a:extLst>
          </p:cNvPr>
          <p:cNvSpPr>
            <a:spLocks noGrp="1"/>
          </p:cNvSpPr>
          <p:nvPr/>
        </p:nvSpPr>
        <p:spPr>
          <a:xfrm>
            <a:off x="349431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GT_10658">
            <a:extLst>
              <a:ext uri="{FF2B5EF4-FFF2-40B4-BE49-F238E27FC236}">
                <a16:creationId xmlns:a16="http://schemas.microsoft.com/office/drawing/2014/main" id="{20E5EB9C-0726-4DB8-B75C-11AD100E1A50}"/>
              </a:ext>
            </a:extLst>
          </p:cNvPr>
          <p:cNvSpPr>
            <a:spLocks noGrp="1"/>
          </p:cNvSpPr>
          <p:nvPr/>
        </p:nvSpPr>
        <p:spPr>
          <a:xfrm>
            <a:off x="33978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GT_10659">
            <a:extLst>
              <a:ext uri="{FF2B5EF4-FFF2-40B4-BE49-F238E27FC236}">
                <a16:creationId xmlns:a16="http://schemas.microsoft.com/office/drawing/2014/main" id="{37E04F33-BBFC-46DD-8FB4-2713F4E050F6}"/>
              </a:ext>
            </a:extLst>
          </p:cNvPr>
          <p:cNvSpPr>
            <a:spLocks noGrp="1"/>
          </p:cNvSpPr>
          <p:nvPr/>
        </p:nvSpPr>
        <p:spPr>
          <a:xfrm>
            <a:off x="35180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GT_10660">
            <a:extLst>
              <a:ext uri="{FF2B5EF4-FFF2-40B4-BE49-F238E27FC236}">
                <a16:creationId xmlns:a16="http://schemas.microsoft.com/office/drawing/2014/main" id="{DEAF58B1-C85D-4DFA-9861-B6942CB96E8C}"/>
              </a:ext>
            </a:extLst>
          </p:cNvPr>
          <p:cNvSpPr>
            <a:spLocks noGrp="1"/>
          </p:cNvSpPr>
          <p:nvPr/>
        </p:nvSpPr>
        <p:spPr>
          <a:xfrm>
            <a:off x="512869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GT_10661">
            <a:extLst>
              <a:ext uri="{FF2B5EF4-FFF2-40B4-BE49-F238E27FC236}">
                <a16:creationId xmlns:a16="http://schemas.microsoft.com/office/drawing/2014/main" id="{C70B58E5-DA93-4E4A-B6ED-FDC4D670D4B8}"/>
              </a:ext>
            </a:extLst>
          </p:cNvPr>
          <p:cNvSpPr>
            <a:spLocks noGrp="1"/>
          </p:cNvSpPr>
          <p:nvPr/>
        </p:nvSpPr>
        <p:spPr>
          <a:xfrm>
            <a:off x="497027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GT_10662">
            <a:extLst>
              <a:ext uri="{FF2B5EF4-FFF2-40B4-BE49-F238E27FC236}">
                <a16:creationId xmlns:a16="http://schemas.microsoft.com/office/drawing/2014/main" id="{3289D7A3-3003-44C9-BC9D-E86215322138}"/>
              </a:ext>
            </a:extLst>
          </p:cNvPr>
          <p:cNvSpPr>
            <a:spLocks noGrp="1"/>
          </p:cNvSpPr>
          <p:nvPr/>
        </p:nvSpPr>
        <p:spPr>
          <a:xfrm>
            <a:off x="49776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GT_10663">
            <a:extLst>
              <a:ext uri="{FF2B5EF4-FFF2-40B4-BE49-F238E27FC236}">
                <a16:creationId xmlns:a16="http://schemas.microsoft.com/office/drawing/2014/main" id="{5CAB42A2-2D5A-4336-8F5B-0277E60B95ED}"/>
              </a:ext>
            </a:extLst>
          </p:cNvPr>
          <p:cNvSpPr>
            <a:spLocks noGrp="1"/>
          </p:cNvSpPr>
          <p:nvPr/>
        </p:nvSpPr>
        <p:spPr>
          <a:xfrm>
            <a:off x="5066314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GT_10664">
            <a:extLst>
              <a:ext uri="{FF2B5EF4-FFF2-40B4-BE49-F238E27FC236}">
                <a16:creationId xmlns:a16="http://schemas.microsoft.com/office/drawing/2014/main" id="{CC0BA247-5693-454B-A49B-44DACE84BD72}"/>
              </a:ext>
            </a:extLst>
          </p:cNvPr>
          <p:cNvSpPr>
            <a:spLocks noGrp="1"/>
          </p:cNvSpPr>
          <p:nvPr/>
        </p:nvSpPr>
        <p:spPr>
          <a:xfrm>
            <a:off x="496700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GT_10665">
            <a:extLst>
              <a:ext uri="{FF2B5EF4-FFF2-40B4-BE49-F238E27FC236}">
                <a16:creationId xmlns:a16="http://schemas.microsoft.com/office/drawing/2014/main" id="{B9135B91-9848-46D3-A066-896FC4AF93E2}"/>
              </a:ext>
            </a:extLst>
          </p:cNvPr>
          <p:cNvSpPr>
            <a:spLocks noGrp="1"/>
          </p:cNvSpPr>
          <p:nvPr/>
        </p:nvSpPr>
        <p:spPr>
          <a:xfrm>
            <a:off x="49929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GT_10666">
            <a:extLst>
              <a:ext uri="{FF2B5EF4-FFF2-40B4-BE49-F238E27FC236}">
                <a16:creationId xmlns:a16="http://schemas.microsoft.com/office/drawing/2014/main" id="{167F30FA-1B3D-43A7-B35C-068D8BF0A5D0}"/>
              </a:ext>
            </a:extLst>
          </p:cNvPr>
          <p:cNvSpPr>
            <a:spLocks noGrp="1"/>
          </p:cNvSpPr>
          <p:nvPr/>
        </p:nvSpPr>
        <p:spPr>
          <a:xfrm>
            <a:off x="50998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GT_10667">
            <a:extLst>
              <a:ext uri="{FF2B5EF4-FFF2-40B4-BE49-F238E27FC236}">
                <a16:creationId xmlns:a16="http://schemas.microsoft.com/office/drawing/2014/main" id="{5C96C538-E9D6-4715-AD53-DA935A17595B}"/>
              </a:ext>
            </a:extLst>
          </p:cNvPr>
          <p:cNvSpPr>
            <a:spLocks noGrp="1"/>
          </p:cNvSpPr>
          <p:nvPr/>
        </p:nvSpPr>
        <p:spPr>
          <a:xfrm>
            <a:off x="49407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GT_10668">
            <a:extLst>
              <a:ext uri="{FF2B5EF4-FFF2-40B4-BE49-F238E27FC236}">
                <a16:creationId xmlns:a16="http://schemas.microsoft.com/office/drawing/2014/main" id="{7F8579B2-80B1-449F-81D5-02BD1FAF0B58}"/>
              </a:ext>
            </a:extLst>
          </p:cNvPr>
          <p:cNvSpPr>
            <a:spLocks noGrp="1"/>
          </p:cNvSpPr>
          <p:nvPr/>
        </p:nvSpPr>
        <p:spPr>
          <a:xfrm>
            <a:off x="50063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GT_10669">
            <a:extLst>
              <a:ext uri="{FF2B5EF4-FFF2-40B4-BE49-F238E27FC236}">
                <a16:creationId xmlns:a16="http://schemas.microsoft.com/office/drawing/2014/main" id="{FFB47B42-F2F8-458B-96C3-7B2F57766E81}"/>
              </a:ext>
            </a:extLst>
          </p:cNvPr>
          <p:cNvSpPr>
            <a:spLocks noGrp="1"/>
          </p:cNvSpPr>
          <p:nvPr/>
        </p:nvSpPr>
        <p:spPr>
          <a:xfrm>
            <a:off x="49691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GT_10670">
            <a:extLst>
              <a:ext uri="{FF2B5EF4-FFF2-40B4-BE49-F238E27FC236}">
                <a16:creationId xmlns:a16="http://schemas.microsoft.com/office/drawing/2014/main" id="{D8EF1354-7FD0-4865-B06E-60A4C84D3DE6}"/>
              </a:ext>
            </a:extLst>
          </p:cNvPr>
          <p:cNvSpPr>
            <a:spLocks noGrp="1"/>
          </p:cNvSpPr>
          <p:nvPr/>
        </p:nvSpPr>
        <p:spPr>
          <a:xfrm>
            <a:off x="4968979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GT_10671">
            <a:extLst>
              <a:ext uri="{FF2B5EF4-FFF2-40B4-BE49-F238E27FC236}">
                <a16:creationId xmlns:a16="http://schemas.microsoft.com/office/drawing/2014/main" id="{C34AB2EC-B688-49AE-AA74-5577DA956C92}"/>
              </a:ext>
            </a:extLst>
          </p:cNvPr>
          <p:cNvSpPr>
            <a:spLocks noGrp="1"/>
          </p:cNvSpPr>
          <p:nvPr/>
        </p:nvSpPr>
        <p:spPr>
          <a:xfrm>
            <a:off x="51192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GT_10672">
            <a:extLst>
              <a:ext uri="{FF2B5EF4-FFF2-40B4-BE49-F238E27FC236}">
                <a16:creationId xmlns:a16="http://schemas.microsoft.com/office/drawing/2014/main" id="{1E8695A5-684C-4D10-8DD7-60DECFDAA4A5}"/>
              </a:ext>
            </a:extLst>
          </p:cNvPr>
          <p:cNvSpPr>
            <a:spLocks noGrp="1"/>
          </p:cNvSpPr>
          <p:nvPr/>
        </p:nvSpPr>
        <p:spPr>
          <a:xfrm>
            <a:off x="50820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GT_10673">
            <a:extLst>
              <a:ext uri="{FF2B5EF4-FFF2-40B4-BE49-F238E27FC236}">
                <a16:creationId xmlns:a16="http://schemas.microsoft.com/office/drawing/2014/main" id="{3E3FE1C8-D033-4C78-B7FF-1714A46421D4}"/>
              </a:ext>
            </a:extLst>
          </p:cNvPr>
          <p:cNvSpPr>
            <a:spLocks noGrp="1"/>
          </p:cNvSpPr>
          <p:nvPr/>
        </p:nvSpPr>
        <p:spPr>
          <a:xfrm>
            <a:off x="497451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GT_10674">
            <a:extLst>
              <a:ext uri="{FF2B5EF4-FFF2-40B4-BE49-F238E27FC236}">
                <a16:creationId xmlns:a16="http://schemas.microsoft.com/office/drawing/2014/main" id="{E04A5552-0111-47EC-8138-BE9776890AE5}"/>
              </a:ext>
            </a:extLst>
          </p:cNvPr>
          <p:cNvSpPr>
            <a:spLocks noGrp="1"/>
          </p:cNvSpPr>
          <p:nvPr/>
        </p:nvSpPr>
        <p:spPr>
          <a:xfrm>
            <a:off x="491767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GT_10675">
            <a:extLst>
              <a:ext uri="{FF2B5EF4-FFF2-40B4-BE49-F238E27FC236}">
                <a16:creationId xmlns:a16="http://schemas.microsoft.com/office/drawing/2014/main" id="{C737FEAD-9C48-49F8-8767-1A405381A4DC}"/>
              </a:ext>
            </a:extLst>
          </p:cNvPr>
          <p:cNvSpPr>
            <a:spLocks noGrp="1"/>
          </p:cNvSpPr>
          <p:nvPr/>
        </p:nvSpPr>
        <p:spPr>
          <a:xfrm>
            <a:off x="511110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GT_10676">
            <a:extLst>
              <a:ext uri="{FF2B5EF4-FFF2-40B4-BE49-F238E27FC236}">
                <a16:creationId xmlns:a16="http://schemas.microsoft.com/office/drawing/2014/main" id="{914EBADB-578A-4132-937F-B0073EEC5182}"/>
              </a:ext>
            </a:extLst>
          </p:cNvPr>
          <p:cNvSpPr>
            <a:spLocks noGrp="1"/>
          </p:cNvSpPr>
          <p:nvPr/>
        </p:nvSpPr>
        <p:spPr>
          <a:xfrm>
            <a:off x="50478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GT_10677">
            <a:extLst>
              <a:ext uri="{FF2B5EF4-FFF2-40B4-BE49-F238E27FC236}">
                <a16:creationId xmlns:a16="http://schemas.microsoft.com/office/drawing/2014/main" id="{6632E2EB-16F7-4D9C-849F-B6437F57DB70}"/>
              </a:ext>
            </a:extLst>
          </p:cNvPr>
          <p:cNvSpPr>
            <a:spLocks noGrp="1"/>
          </p:cNvSpPr>
          <p:nvPr/>
        </p:nvSpPr>
        <p:spPr>
          <a:xfrm>
            <a:off x="50633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GT_10678">
            <a:extLst>
              <a:ext uri="{FF2B5EF4-FFF2-40B4-BE49-F238E27FC236}">
                <a16:creationId xmlns:a16="http://schemas.microsoft.com/office/drawing/2014/main" id="{D8FA642B-7EAE-43BF-922E-5C0BAEBD7800}"/>
              </a:ext>
            </a:extLst>
          </p:cNvPr>
          <p:cNvSpPr>
            <a:spLocks noGrp="1"/>
          </p:cNvSpPr>
          <p:nvPr/>
        </p:nvSpPr>
        <p:spPr>
          <a:xfrm>
            <a:off x="50447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GT_10679">
            <a:extLst>
              <a:ext uri="{FF2B5EF4-FFF2-40B4-BE49-F238E27FC236}">
                <a16:creationId xmlns:a16="http://schemas.microsoft.com/office/drawing/2014/main" id="{18E52CD1-8E67-4FF6-A64A-0DA9F63C0965}"/>
              </a:ext>
            </a:extLst>
          </p:cNvPr>
          <p:cNvSpPr>
            <a:spLocks noGrp="1"/>
          </p:cNvSpPr>
          <p:nvPr/>
        </p:nvSpPr>
        <p:spPr>
          <a:xfrm>
            <a:off x="49855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GT_10680">
            <a:extLst>
              <a:ext uri="{FF2B5EF4-FFF2-40B4-BE49-F238E27FC236}">
                <a16:creationId xmlns:a16="http://schemas.microsoft.com/office/drawing/2014/main" id="{492A7479-BD6C-4528-B14D-4F0D3A069FB4}"/>
              </a:ext>
            </a:extLst>
          </p:cNvPr>
          <p:cNvSpPr>
            <a:spLocks noGrp="1"/>
          </p:cNvSpPr>
          <p:nvPr/>
        </p:nvSpPr>
        <p:spPr>
          <a:xfrm>
            <a:off x="5057267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GT_10681">
            <a:extLst>
              <a:ext uri="{FF2B5EF4-FFF2-40B4-BE49-F238E27FC236}">
                <a16:creationId xmlns:a16="http://schemas.microsoft.com/office/drawing/2014/main" id="{C3F5AD32-9AAB-41CB-8147-46F488B13DBF}"/>
              </a:ext>
            </a:extLst>
          </p:cNvPr>
          <p:cNvSpPr>
            <a:spLocks noGrp="1"/>
          </p:cNvSpPr>
          <p:nvPr/>
        </p:nvSpPr>
        <p:spPr>
          <a:xfrm>
            <a:off x="500447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GT_10682">
            <a:extLst>
              <a:ext uri="{FF2B5EF4-FFF2-40B4-BE49-F238E27FC236}">
                <a16:creationId xmlns:a16="http://schemas.microsoft.com/office/drawing/2014/main" id="{7249E297-8F9B-44F5-91D8-F94C1CB6D0F8}"/>
              </a:ext>
            </a:extLst>
          </p:cNvPr>
          <p:cNvSpPr>
            <a:spLocks noGrp="1"/>
          </p:cNvSpPr>
          <p:nvPr/>
        </p:nvSpPr>
        <p:spPr>
          <a:xfrm>
            <a:off x="5099305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GT_10683">
            <a:extLst>
              <a:ext uri="{FF2B5EF4-FFF2-40B4-BE49-F238E27FC236}">
                <a16:creationId xmlns:a16="http://schemas.microsoft.com/office/drawing/2014/main" id="{63A7E284-99D8-43D5-BC06-189A3F06A92B}"/>
              </a:ext>
            </a:extLst>
          </p:cNvPr>
          <p:cNvSpPr>
            <a:spLocks noGrp="1"/>
          </p:cNvSpPr>
          <p:nvPr/>
        </p:nvSpPr>
        <p:spPr>
          <a:xfrm>
            <a:off x="505211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GT_10684">
            <a:extLst>
              <a:ext uri="{FF2B5EF4-FFF2-40B4-BE49-F238E27FC236}">
                <a16:creationId xmlns:a16="http://schemas.microsoft.com/office/drawing/2014/main" id="{E8C1F3DD-BE0F-48B0-86B2-C93E933B8251}"/>
              </a:ext>
            </a:extLst>
          </p:cNvPr>
          <p:cNvSpPr>
            <a:spLocks noGrp="1"/>
          </p:cNvSpPr>
          <p:nvPr/>
        </p:nvSpPr>
        <p:spPr>
          <a:xfrm>
            <a:off x="5128755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GT_10685">
            <a:extLst>
              <a:ext uri="{FF2B5EF4-FFF2-40B4-BE49-F238E27FC236}">
                <a16:creationId xmlns:a16="http://schemas.microsoft.com/office/drawing/2014/main" id="{213970AF-4C6B-4DB6-8ED0-3F24B5D3526E}"/>
              </a:ext>
            </a:extLst>
          </p:cNvPr>
          <p:cNvSpPr>
            <a:spLocks noGrp="1"/>
          </p:cNvSpPr>
          <p:nvPr/>
        </p:nvSpPr>
        <p:spPr>
          <a:xfrm>
            <a:off x="5117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GT_10686">
            <a:extLst>
              <a:ext uri="{FF2B5EF4-FFF2-40B4-BE49-F238E27FC236}">
                <a16:creationId xmlns:a16="http://schemas.microsoft.com/office/drawing/2014/main" id="{0B332B8C-1B1D-475D-8EDA-23174C126E52}"/>
              </a:ext>
            </a:extLst>
          </p:cNvPr>
          <p:cNvSpPr>
            <a:spLocks noGrp="1"/>
          </p:cNvSpPr>
          <p:nvPr/>
        </p:nvSpPr>
        <p:spPr>
          <a:xfrm>
            <a:off x="493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GT_10687">
            <a:extLst>
              <a:ext uri="{FF2B5EF4-FFF2-40B4-BE49-F238E27FC236}">
                <a16:creationId xmlns:a16="http://schemas.microsoft.com/office/drawing/2014/main" id="{7FF2A9D3-8DBC-4062-A5A4-306CE60E2CA7}"/>
              </a:ext>
            </a:extLst>
          </p:cNvPr>
          <p:cNvSpPr>
            <a:spLocks noGrp="1"/>
          </p:cNvSpPr>
          <p:nvPr/>
        </p:nvSpPr>
        <p:spPr>
          <a:xfrm>
            <a:off x="491926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GT_10688">
            <a:extLst>
              <a:ext uri="{FF2B5EF4-FFF2-40B4-BE49-F238E27FC236}">
                <a16:creationId xmlns:a16="http://schemas.microsoft.com/office/drawing/2014/main" id="{A73A5F64-6541-464C-AC00-1A9057DECBB7}"/>
              </a:ext>
            </a:extLst>
          </p:cNvPr>
          <p:cNvSpPr>
            <a:spLocks noGrp="1"/>
          </p:cNvSpPr>
          <p:nvPr/>
        </p:nvSpPr>
        <p:spPr>
          <a:xfrm>
            <a:off x="4929271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GT_10689">
            <a:extLst>
              <a:ext uri="{FF2B5EF4-FFF2-40B4-BE49-F238E27FC236}">
                <a16:creationId xmlns:a16="http://schemas.microsoft.com/office/drawing/2014/main" id="{575B607A-4479-48A8-80B7-BF1CAAABBC9D}"/>
              </a:ext>
            </a:extLst>
          </p:cNvPr>
          <p:cNvSpPr>
            <a:spLocks noGrp="1"/>
          </p:cNvSpPr>
          <p:nvPr/>
        </p:nvSpPr>
        <p:spPr>
          <a:xfrm>
            <a:off x="50498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GT_10690">
            <a:extLst>
              <a:ext uri="{FF2B5EF4-FFF2-40B4-BE49-F238E27FC236}">
                <a16:creationId xmlns:a16="http://schemas.microsoft.com/office/drawing/2014/main" id="{D94833D8-1EED-4A50-84F9-118C37770312}"/>
              </a:ext>
            </a:extLst>
          </p:cNvPr>
          <p:cNvSpPr>
            <a:spLocks noGrp="1"/>
          </p:cNvSpPr>
          <p:nvPr/>
        </p:nvSpPr>
        <p:spPr>
          <a:xfrm>
            <a:off x="50625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GT_10691">
            <a:extLst>
              <a:ext uri="{FF2B5EF4-FFF2-40B4-BE49-F238E27FC236}">
                <a16:creationId xmlns:a16="http://schemas.microsoft.com/office/drawing/2014/main" id="{CCDD00E2-CE99-4B33-9AAC-9293BF6FA10C}"/>
              </a:ext>
            </a:extLst>
          </p:cNvPr>
          <p:cNvSpPr>
            <a:spLocks noGrp="1"/>
          </p:cNvSpPr>
          <p:nvPr/>
        </p:nvSpPr>
        <p:spPr>
          <a:xfrm>
            <a:off x="5038682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GT_10692">
            <a:extLst>
              <a:ext uri="{FF2B5EF4-FFF2-40B4-BE49-F238E27FC236}">
                <a16:creationId xmlns:a16="http://schemas.microsoft.com/office/drawing/2014/main" id="{B61FADFE-FCA6-480B-A225-450600CC3551}"/>
              </a:ext>
            </a:extLst>
          </p:cNvPr>
          <p:cNvSpPr>
            <a:spLocks noGrp="1"/>
          </p:cNvSpPr>
          <p:nvPr/>
        </p:nvSpPr>
        <p:spPr>
          <a:xfrm>
            <a:off x="509540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GT_10693">
            <a:extLst>
              <a:ext uri="{FF2B5EF4-FFF2-40B4-BE49-F238E27FC236}">
                <a16:creationId xmlns:a16="http://schemas.microsoft.com/office/drawing/2014/main" id="{0A36888D-BAE7-4BD1-940A-09DFAD5E5520}"/>
              </a:ext>
            </a:extLst>
          </p:cNvPr>
          <p:cNvSpPr>
            <a:spLocks noGrp="1"/>
          </p:cNvSpPr>
          <p:nvPr/>
        </p:nvSpPr>
        <p:spPr>
          <a:xfrm>
            <a:off x="499243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GT_10694">
            <a:extLst>
              <a:ext uri="{FF2B5EF4-FFF2-40B4-BE49-F238E27FC236}">
                <a16:creationId xmlns:a16="http://schemas.microsoft.com/office/drawing/2014/main" id="{F16B41EB-962C-492F-923F-E2A5403683AF}"/>
              </a:ext>
            </a:extLst>
          </p:cNvPr>
          <p:cNvSpPr>
            <a:spLocks noGrp="1"/>
          </p:cNvSpPr>
          <p:nvPr/>
        </p:nvSpPr>
        <p:spPr>
          <a:xfrm>
            <a:off x="51028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GT_10695">
            <a:extLst>
              <a:ext uri="{FF2B5EF4-FFF2-40B4-BE49-F238E27FC236}">
                <a16:creationId xmlns:a16="http://schemas.microsoft.com/office/drawing/2014/main" id="{D5D79751-87A7-4CD7-BA2D-9BA3E5759748}"/>
              </a:ext>
            </a:extLst>
          </p:cNvPr>
          <p:cNvSpPr>
            <a:spLocks noGrp="1"/>
          </p:cNvSpPr>
          <p:nvPr/>
        </p:nvSpPr>
        <p:spPr>
          <a:xfrm>
            <a:off x="502979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GT_10696">
            <a:extLst>
              <a:ext uri="{FF2B5EF4-FFF2-40B4-BE49-F238E27FC236}">
                <a16:creationId xmlns:a16="http://schemas.microsoft.com/office/drawing/2014/main" id="{EBA83C09-252B-4987-92AA-86C93E71462D}"/>
              </a:ext>
            </a:extLst>
          </p:cNvPr>
          <p:cNvSpPr>
            <a:spLocks noGrp="1"/>
          </p:cNvSpPr>
          <p:nvPr/>
        </p:nvSpPr>
        <p:spPr>
          <a:xfrm>
            <a:off x="502868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GT_10697">
            <a:extLst>
              <a:ext uri="{FF2B5EF4-FFF2-40B4-BE49-F238E27FC236}">
                <a16:creationId xmlns:a16="http://schemas.microsoft.com/office/drawing/2014/main" id="{A390FFC3-7974-45FC-80A9-AFCB5AAFF142}"/>
              </a:ext>
            </a:extLst>
          </p:cNvPr>
          <p:cNvSpPr>
            <a:spLocks noGrp="1"/>
          </p:cNvSpPr>
          <p:nvPr/>
        </p:nvSpPr>
        <p:spPr>
          <a:xfrm>
            <a:off x="5160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GT_10698">
            <a:extLst>
              <a:ext uri="{FF2B5EF4-FFF2-40B4-BE49-F238E27FC236}">
                <a16:creationId xmlns:a16="http://schemas.microsoft.com/office/drawing/2014/main" id="{3602B5C5-22DC-4BF5-B097-CEA4B30BB36D}"/>
              </a:ext>
            </a:extLst>
          </p:cNvPr>
          <p:cNvSpPr>
            <a:spLocks noGrp="1"/>
          </p:cNvSpPr>
          <p:nvPr/>
        </p:nvSpPr>
        <p:spPr>
          <a:xfrm>
            <a:off x="50090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GT_10699">
            <a:extLst>
              <a:ext uri="{FF2B5EF4-FFF2-40B4-BE49-F238E27FC236}">
                <a16:creationId xmlns:a16="http://schemas.microsoft.com/office/drawing/2014/main" id="{AE3D491D-4E1E-475E-8BA0-81D6F5F7E740}"/>
              </a:ext>
            </a:extLst>
          </p:cNvPr>
          <p:cNvSpPr>
            <a:spLocks noGrp="1"/>
          </p:cNvSpPr>
          <p:nvPr/>
        </p:nvSpPr>
        <p:spPr>
          <a:xfrm>
            <a:off x="505176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GT_10700">
            <a:extLst>
              <a:ext uri="{FF2B5EF4-FFF2-40B4-BE49-F238E27FC236}">
                <a16:creationId xmlns:a16="http://schemas.microsoft.com/office/drawing/2014/main" id="{B27E4CD2-6E10-464C-8CEE-CD54CEF5156A}"/>
              </a:ext>
            </a:extLst>
          </p:cNvPr>
          <p:cNvSpPr>
            <a:spLocks noGrp="1"/>
          </p:cNvSpPr>
          <p:nvPr/>
        </p:nvSpPr>
        <p:spPr>
          <a:xfrm>
            <a:off x="501252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GT_10701">
            <a:extLst>
              <a:ext uri="{FF2B5EF4-FFF2-40B4-BE49-F238E27FC236}">
                <a16:creationId xmlns:a16="http://schemas.microsoft.com/office/drawing/2014/main" id="{EB6D2C20-C738-4324-B419-07AEFC8642A1}"/>
              </a:ext>
            </a:extLst>
          </p:cNvPr>
          <p:cNvSpPr>
            <a:spLocks noGrp="1"/>
          </p:cNvSpPr>
          <p:nvPr/>
        </p:nvSpPr>
        <p:spPr>
          <a:xfrm>
            <a:off x="499938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GT_10702">
            <a:extLst>
              <a:ext uri="{FF2B5EF4-FFF2-40B4-BE49-F238E27FC236}">
                <a16:creationId xmlns:a16="http://schemas.microsoft.com/office/drawing/2014/main" id="{197C330F-DF87-49FC-B8C7-8609FB28B649}"/>
              </a:ext>
            </a:extLst>
          </p:cNvPr>
          <p:cNvSpPr>
            <a:spLocks noGrp="1"/>
          </p:cNvSpPr>
          <p:nvPr/>
        </p:nvSpPr>
        <p:spPr>
          <a:xfrm>
            <a:off x="51384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GT_10703">
            <a:extLst>
              <a:ext uri="{FF2B5EF4-FFF2-40B4-BE49-F238E27FC236}">
                <a16:creationId xmlns:a16="http://schemas.microsoft.com/office/drawing/2014/main" id="{E398BC94-92BD-43FE-8C20-F490216CE9AF}"/>
              </a:ext>
            </a:extLst>
          </p:cNvPr>
          <p:cNvSpPr>
            <a:spLocks noGrp="1"/>
          </p:cNvSpPr>
          <p:nvPr/>
        </p:nvSpPr>
        <p:spPr>
          <a:xfrm>
            <a:off x="50336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GT_10704">
            <a:extLst>
              <a:ext uri="{FF2B5EF4-FFF2-40B4-BE49-F238E27FC236}">
                <a16:creationId xmlns:a16="http://schemas.microsoft.com/office/drawing/2014/main" id="{42BC37CE-0342-4D72-9B41-A8E38265BC49}"/>
              </a:ext>
            </a:extLst>
          </p:cNvPr>
          <p:cNvSpPr>
            <a:spLocks noGrp="1"/>
          </p:cNvSpPr>
          <p:nvPr/>
        </p:nvSpPr>
        <p:spPr>
          <a:xfrm>
            <a:off x="50429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GT_10705">
            <a:extLst>
              <a:ext uri="{FF2B5EF4-FFF2-40B4-BE49-F238E27FC236}">
                <a16:creationId xmlns:a16="http://schemas.microsoft.com/office/drawing/2014/main" id="{A202016F-D72E-4116-84C2-5F642A91AD5C}"/>
              </a:ext>
            </a:extLst>
          </p:cNvPr>
          <p:cNvSpPr>
            <a:spLocks noGrp="1"/>
          </p:cNvSpPr>
          <p:nvPr/>
        </p:nvSpPr>
        <p:spPr>
          <a:xfrm>
            <a:off x="4929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GT_10706">
            <a:extLst>
              <a:ext uri="{FF2B5EF4-FFF2-40B4-BE49-F238E27FC236}">
                <a16:creationId xmlns:a16="http://schemas.microsoft.com/office/drawing/2014/main" id="{073C16E4-9260-4D60-AEE7-4033330FE8A4}"/>
              </a:ext>
            </a:extLst>
          </p:cNvPr>
          <p:cNvSpPr>
            <a:spLocks noGrp="1"/>
          </p:cNvSpPr>
          <p:nvPr/>
        </p:nvSpPr>
        <p:spPr>
          <a:xfrm>
            <a:off x="504813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GT_10707">
            <a:extLst>
              <a:ext uri="{FF2B5EF4-FFF2-40B4-BE49-F238E27FC236}">
                <a16:creationId xmlns:a16="http://schemas.microsoft.com/office/drawing/2014/main" id="{7BC126D7-66E0-4A9A-AE06-750CBA6D612B}"/>
              </a:ext>
            </a:extLst>
          </p:cNvPr>
          <p:cNvSpPr>
            <a:spLocks noGrp="1"/>
          </p:cNvSpPr>
          <p:nvPr/>
        </p:nvSpPr>
        <p:spPr>
          <a:xfrm>
            <a:off x="50702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GT_10708">
            <a:extLst>
              <a:ext uri="{FF2B5EF4-FFF2-40B4-BE49-F238E27FC236}">
                <a16:creationId xmlns:a16="http://schemas.microsoft.com/office/drawing/2014/main" id="{6B0239ED-6F26-45E6-A03A-6367A4B50E96}"/>
              </a:ext>
            </a:extLst>
          </p:cNvPr>
          <p:cNvSpPr>
            <a:spLocks noGrp="1"/>
          </p:cNvSpPr>
          <p:nvPr/>
        </p:nvSpPr>
        <p:spPr>
          <a:xfrm>
            <a:off x="49588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GT_10709">
            <a:extLst>
              <a:ext uri="{FF2B5EF4-FFF2-40B4-BE49-F238E27FC236}">
                <a16:creationId xmlns:a16="http://schemas.microsoft.com/office/drawing/2014/main" id="{9E9F899C-DF51-4A5E-B14F-6C2BA458B122}"/>
              </a:ext>
            </a:extLst>
          </p:cNvPr>
          <p:cNvSpPr>
            <a:spLocks noGrp="1"/>
          </p:cNvSpPr>
          <p:nvPr/>
        </p:nvSpPr>
        <p:spPr>
          <a:xfrm>
            <a:off x="504200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GT_10710">
            <a:extLst>
              <a:ext uri="{FF2B5EF4-FFF2-40B4-BE49-F238E27FC236}">
                <a16:creationId xmlns:a16="http://schemas.microsoft.com/office/drawing/2014/main" id="{0858C80C-6E3F-4E01-A1F5-016EFF4684B4}"/>
              </a:ext>
            </a:extLst>
          </p:cNvPr>
          <p:cNvSpPr>
            <a:spLocks noGrp="1"/>
          </p:cNvSpPr>
          <p:nvPr/>
        </p:nvSpPr>
        <p:spPr>
          <a:xfrm>
            <a:off x="513260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GT_10711">
            <a:extLst>
              <a:ext uri="{FF2B5EF4-FFF2-40B4-BE49-F238E27FC236}">
                <a16:creationId xmlns:a16="http://schemas.microsoft.com/office/drawing/2014/main" id="{4EF1E1AE-A6FE-4495-B908-226DF7FDFC1C}"/>
              </a:ext>
            </a:extLst>
          </p:cNvPr>
          <p:cNvSpPr>
            <a:spLocks noGrp="1"/>
          </p:cNvSpPr>
          <p:nvPr/>
        </p:nvSpPr>
        <p:spPr>
          <a:xfrm>
            <a:off x="50119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GT_10712">
            <a:extLst>
              <a:ext uri="{FF2B5EF4-FFF2-40B4-BE49-F238E27FC236}">
                <a16:creationId xmlns:a16="http://schemas.microsoft.com/office/drawing/2014/main" id="{1A5B96B4-2DAD-428C-B158-46341EDC74C1}"/>
              </a:ext>
            </a:extLst>
          </p:cNvPr>
          <p:cNvSpPr>
            <a:spLocks noGrp="1"/>
          </p:cNvSpPr>
          <p:nvPr/>
        </p:nvSpPr>
        <p:spPr>
          <a:xfrm>
            <a:off x="5110468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GT_10713">
            <a:extLst>
              <a:ext uri="{FF2B5EF4-FFF2-40B4-BE49-F238E27FC236}">
                <a16:creationId xmlns:a16="http://schemas.microsoft.com/office/drawing/2014/main" id="{82AA2942-3C96-49D6-96E7-B58CFA06257E}"/>
              </a:ext>
            </a:extLst>
          </p:cNvPr>
          <p:cNvSpPr>
            <a:spLocks noGrp="1"/>
          </p:cNvSpPr>
          <p:nvPr/>
        </p:nvSpPr>
        <p:spPr>
          <a:xfrm>
            <a:off x="5043999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GT_10714">
            <a:extLst>
              <a:ext uri="{FF2B5EF4-FFF2-40B4-BE49-F238E27FC236}">
                <a16:creationId xmlns:a16="http://schemas.microsoft.com/office/drawing/2014/main" id="{15AA825C-4DDE-486C-8FCB-11119460D67E}"/>
              </a:ext>
            </a:extLst>
          </p:cNvPr>
          <p:cNvSpPr>
            <a:spLocks noGrp="1"/>
          </p:cNvSpPr>
          <p:nvPr/>
        </p:nvSpPr>
        <p:spPr>
          <a:xfrm>
            <a:off x="5063370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GT_10715">
            <a:extLst>
              <a:ext uri="{FF2B5EF4-FFF2-40B4-BE49-F238E27FC236}">
                <a16:creationId xmlns:a16="http://schemas.microsoft.com/office/drawing/2014/main" id="{AF558C7B-D1E9-4089-A147-143A409A1128}"/>
              </a:ext>
            </a:extLst>
          </p:cNvPr>
          <p:cNvSpPr>
            <a:spLocks noGrp="1"/>
          </p:cNvSpPr>
          <p:nvPr/>
        </p:nvSpPr>
        <p:spPr>
          <a:xfrm>
            <a:off x="4999338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GT_10716">
            <a:extLst>
              <a:ext uri="{FF2B5EF4-FFF2-40B4-BE49-F238E27FC236}">
                <a16:creationId xmlns:a16="http://schemas.microsoft.com/office/drawing/2014/main" id="{D3663C60-3BEA-4E42-82E3-27F0183055FE}"/>
              </a:ext>
            </a:extLst>
          </p:cNvPr>
          <p:cNvSpPr>
            <a:spLocks noGrp="1"/>
          </p:cNvSpPr>
          <p:nvPr/>
        </p:nvSpPr>
        <p:spPr>
          <a:xfrm>
            <a:off x="5078249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GT_10717">
            <a:extLst>
              <a:ext uri="{FF2B5EF4-FFF2-40B4-BE49-F238E27FC236}">
                <a16:creationId xmlns:a16="http://schemas.microsoft.com/office/drawing/2014/main" id="{E29EC112-06F1-452D-99C7-7A3845D440C4}"/>
              </a:ext>
            </a:extLst>
          </p:cNvPr>
          <p:cNvSpPr>
            <a:spLocks noGrp="1"/>
          </p:cNvSpPr>
          <p:nvPr/>
        </p:nvSpPr>
        <p:spPr>
          <a:xfrm>
            <a:off x="514694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GT_10718">
            <a:extLst>
              <a:ext uri="{FF2B5EF4-FFF2-40B4-BE49-F238E27FC236}">
                <a16:creationId xmlns:a16="http://schemas.microsoft.com/office/drawing/2014/main" id="{D125ED9F-2569-4E79-945D-2B20F669FE1F}"/>
              </a:ext>
            </a:extLst>
          </p:cNvPr>
          <p:cNvSpPr>
            <a:spLocks noGrp="1"/>
          </p:cNvSpPr>
          <p:nvPr/>
        </p:nvSpPr>
        <p:spPr>
          <a:xfrm>
            <a:off x="5077728" y="60022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GT_10719">
            <a:extLst>
              <a:ext uri="{FF2B5EF4-FFF2-40B4-BE49-F238E27FC236}">
                <a16:creationId xmlns:a16="http://schemas.microsoft.com/office/drawing/2014/main" id="{D6989B3A-B37D-484F-AD02-3BBEA0BC965A}"/>
              </a:ext>
            </a:extLst>
          </p:cNvPr>
          <p:cNvSpPr>
            <a:spLocks noGrp="1"/>
          </p:cNvSpPr>
          <p:nvPr/>
        </p:nvSpPr>
        <p:spPr>
          <a:xfrm>
            <a:off x="497473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GT_10720">
            <a:extLst>
              <a:ext uri="{FF2B5EF4-FFF2-40B4-BE49-F238E27FC236}">
                <a16:creationId xmlns:a16="http://schemas.microsoft.com/office/drawing/2014/main" id="{D79EAADB-50A3-4AC9-A4D2-038D8EBDC51E}"/>
              </a:ext>
            </a:extLst>
          </p:cNvPr>
          <p:cNvSpPr>
            <a:spLocks noGrp="1"/>
          </p:cNvSpPr>
          <p:nvPr/>
        </p:nvSpPr>
        <p:spPr>
          <a:xfrm>
            <a:off x="494882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GT_10721">
            <a:extLst>
              <a:ext uri="{FF2B5EF4-FFF2-40B4-BE49-F238E27FC236}">
                <a16:creationId xmlns:a16="http://schemas.microsoft.com/office/drawing/2014/main" id="{CD5EF7DC-5F13-4B14-BEEC-1BA2F4A3045B}"/>
              </a:ext>
            </a:extLst>
          </p:cNvPr>
          <p:cNvSpPr>
            <a:spLocks noGrp="1"/>
          </p:cNvSpPr>
          <p:nvPr/>
        </p:nvSpPr>
        <p:spPr>
          <a:xfrm>
            <a:off x="5117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GT_10722">
            <a:extLst>
              <a:ext uri="{FF2B5EF4-FFF2-40B4-BE49-F238E27FC236}">
                <a16:creationId xmlns:a16="http://schemas.microsoft.com/office/drawing/2014/main" id="{82C5614B-2590-4B74-ABE6-9B721612FDE6}"/>
              </a:ext>
            </a:extLst>
          </p:cNvPr>
          <p:cNvSpPr>
            <a:spLocks noGrp="1"/>
          </p:cNvSpPr>
          <p:nvPr/>
        </p:nvSpPr>
        <p:spPr>
          <a:xfrm>
            <a:off x="50344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GT_10723">
            <a:extLst>
              <a:ext uri="{FF2B5EF4-FFF2-40B4-BE49-F238E27FC236}">
                <a16:creationId xmlns:a16="http://schemas.microsoft.com/office/drawing/2014/main" id="{AD4CAB92-DF37-4E64-A985-02F37AA09D71}"/>
              </a:ext>
            </a:extLst>
          </p:cNvPr>
          <p:cNvSpPr>
            <a:spLocks noGrp="1"/>
          </p:cNvSpPr>
          <p:nvPr/>
        </p:nvSpPr>
        <p:spPr>
          <a:xfrm>
            <a:off x="51569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GT_10724">
            <a:extLst>
              <a:ext uri="{FF2B5EF4-FFF2-40B4-BE49-F238E27FC236}">
                <a16:creationId xmlns:a16="http://schemas.microsoft.com/office/drawing/2014/main" id="{D08B6A9C-E08F-47C7-9273-6F3697598664}"/>
              </a:ext>
            </a:extLst>
          </p:cNvPr>
          <p:cNvSpPr>
            <a:spLocks noGrp="1"/>
          </p:cNvSpPr>
          <p:nvPr/>
        </p:nvSpPr>
        <p:spPr>
          <a:xfrm>
            <a:off x="51046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GT_10725">
            <a:extLst>
              <a:ext uri="{FF2B5EF4-FFF2-40B4-BE49-F238E27FC236}">
                <a16:creationId xmlns:a16="http://schemas.microsoft.com/office/drawing/2014/main" id="{2A03425F-33A9-40A9-859A-1C64DC14A250}"/>
              </a:ext>
            </a:extLst>
          </p:cNvPr>
          <p:cNvSpPr>
            <a:spLocks noGrp="1"/>
          </p:cNvSpPr>
          <p:nvPr/>
        </p:nvSpPr>
        <p:spPr>
          <a:xfrm>
            <a:off x="5027880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GT_10726">
            <a:extLst>
              <a:ext uri="{FF2B5EF4-FFF2-40B4-BE49-F238E27FC236}">
                <a16:creationId xmlns:a16="http://schemas.microsoft.com/office/drawing/2014/main" id="{59EB1D56-6F79-41EC-B210-F84C228794BA}"/>
              </a:ext>
            </a:extLst>
          </p:cNvPr>
          <p:cNvSpPr>
            <a:spLocks noGrp="1"/>
          </p:cNvSpPr>
          <p:nvPr/>
        </p:nvSpPr>
        <p:spPr>
          <a:xfrm>
            <a:off x="5083351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GT_10727">
            <a:extLst>
              <a:ext uri="{FF2B5EF4-FFF2-40B4-BE49-F238E27FC236}">
                <a16:creationId xmlns:a16="http://schemas.microsoft.com/office/drawing/2014/main" id="{2AC7F074-2791-447D-A075-0BB4D2780120}"/>
              </a:ext>
            </a:extLst>
          </p:cNvPr>
          <p:cNvSpPr>
            <a:spLocks noGrp="1"/>
          </p:cNvSpPr>
          <p:nvPr/>
        </p:nvSpPr>
        <p:spPr>
          <a:xfrm>
            <a:off x="49526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GT_10728">
            <a:extLst>
              <a:ext uri="{FF2B5EF4-FFF2-40B4-BE49-F238E27FC236}">
                <a16:creationId xmlns:a16="http://schemas.microsoft.com/office/drawing/2014/main" id="{617BE366-1C0E-4C2B-BB61-AA0D419F49DB}"/>
              </a:ext>
            </a:extLst>
          </p:cNvPr>
          <p:cNvSpPr>
            <a:spLocks noGrp="1"/>
          </p:cNvSpPr>
          <p:nvPr/>
        </p:nvSpPr>
        <p:spPr>
          <a:xfrm>
            <a:off x="5074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GT_10729">
            <a:extLst>
              <a:ext uri="{FF2B5EF4-FFF2-40B4-BE49-F238E27FC236}">
                <a16:creationId xmlns:a16="http://schemas.microsoft.com/office/drawing/2014/main" id="{D2294549-EEC1-4F56-BC3E-A89CB5AEC139}"/>
              </a:ext>
            </a:extLst>
          </p:cNvPr>
          <p:cNvSpPr>
            <a:spLocks noGrp="1"/>
          </p:cNvSpPr>
          <p:nvPr/>
        </p:nvSpPr>
        <p:spPr>
          <a:xfrm>
            <a:off x="4990177" y="52558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GT_10730">
            <a:extLst>
              <a:ext uri="{FF2B5EF4-FFF2-40B4-BE49-F238E27FC236}">
                <a16:creationId xmlns:a16="http://schemas.microsoft.com/office/drawing/2014/main" id="{1F9A339D-FF1E-450D-882F-2D50C5692A98}"/>
              </a:ext>
            </a:extLst>
          </p:cNvPr>
          <p:cNvSpPr>
            <a:spLocks noGrp="1"/>
          </p:cNvSpPr>
          <p:nvPr/>
        </p:nvSpPr>
        <p:spPr>
          <a:xfrm>
            <a:off x="494815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GT_10731">
            <a:extLst>
              <a:ext uri="{FF2B5EF4-FFF2-40B4-BE49-F238E27FC236}">
                <a16:creationId xmlns:a16="http://schemas.microsoft.com/office/drawing/2014/main" id="{5A945FC3-E87E-4049-B62D-981733326A61}"/>
              </a:ext>
            </a:extLst>
          </p:cNvPr>
          <p:cNvSpPr>
            <a:spLocks noGrp="1"/>
          </p:cNvSpPr>
          <p:nvPr/>
        </p:nvSpPr>
        <p:spPr>
          <a:xfrm>
            <a:off x="5015441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GT_10732">
            <a:extLst>
              <a:ext uri="{FF2B5EF4-FFF2-40B4-BE49-F238E27FC236}">
                <a16:creationId xmlns:a16="http://schemas.microsoft.com/office/drawing/2014/main" id="{6EF34E5C-8411-4E72-BF57-62048873929E}"/>
              </a:ext>
            </a:extLst>
          </p:cNvPr>
          <p:cNvSpPr>
            <a:spLocks noGrp="1"/>
          </p:cNvSpPr>
          <p:nvPr/>
        </p:nvSpPr>
        <p:spPr>
          <a:xfrm>
            <a:off x="51074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GT_10733">
            <a:extLst>
              <a:ext uri="{FF2B5EF4-FFF2-40B4-BE49-F238E27FC236}">
                <a16:creationId xmlns:a16="http://schemas.microsoft.com/office/drawing/2014/main" id="{FC234FB7-3045-4309-A243-4DCAF6D654A3}"/>
              </a:ext>
            </a:extLst>
          </p:cNvPr>
          <p:cNvSpPr>
            <a:spLocks noGrp="1"/>
          </p:cNvSpPr>
          <p:nvPr/>
        </p:nvSpPr>
        <p:spPr>
          <a:xfrm>
            <a:off x="510558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GT_10734">
            <a:extLst>
              <a:ext uri="{FF2B5EF4-FFF2-40B4-BE49-F238E27FC236}">
                <a16:creationId xmlns:a16="http://schemas.microsoft.com/office/drawing/2014/main" id="{BFE845ED-B6F5-4EAB-A990-529844AB86AA}"/>
              </a:ext>
            </a:extLst>
          </p:cNvPr>
          <p:cNvSpPr>
            <a:spLocks noGrp="1"/>
          </p:cNvSpPr>
          <p:nvPr/>
        </p:nvSpPr>
        <p:spPr>
          <a:xfrm>
            <a:off x="4957630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GT_10735">
            <a:extLst>
              <a:ext uri="{FF2B5EF4-FFF2-40B4-BE49-F238E27FC236}">
                <a16:creationId xmlns:a16="http://schemas.microsoft.com/office/drawing/2014/main" id="{0A8ECA12-A3D5-4D3C-8BE4-9D797946EC19}"/>
              </a:ext>
            </a:extLst>
          </p:cNvPr>
          <p:cNvSpPr>
            <a:spLocks noGrp="1"/>
          </p:cNvSpPr>
          <p:nvPr/>
        </p:nvSpPr>
        <p:spPr>
          <a:xfrm>
            <a:off x="50560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GT_10736">
            <a:extLst>
              <a:ext uri="{FF2B5EF4-FFF2-40B4-BE49-F238E27FC236}">
                <a16:creationId xmlns:a16="http://schemas.microsoft.com/office/drawing/2014/main" id="{4F971C86-6952-4ED1-9248-7419F8D005D9}"/>
              </a:ext>
            </a:extLst>
          </p:cNvPr>
          <p:cNvSpPr>
            <a:spLocks noGrp="1"/>
          </p:cNvSpPr>
          <p:nvPr/>
        </p:nvSpPr>
        <p:spPr>
          <a:xfrm>
            <a:off x="506203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GT_10737">
            <a:extLst>
              <a:ext uri="{FF2B5EF4-FFF2-40B4-BE49-F238E27FC236}">
                <a16:creationId xmlns:a16="http://schemas.microsoft.com/office/drawing/2014/main" id="{628C3849-BC94-4C7C-BC2D-C7A41B120360}"/>
              </a:ext>
            </a:extLst>
          </p:cNvPr>
          <p:cNvSpPr>
            <a:spLocks noGrp="1"/>
          </p:cNvSpPr>
          <p:nvPr/>
        </p:nvSpPr>
        <p:spPr>
          <a:xfrm>
            <a:off x="504495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GT_10738">
            <a:extLst>
              <a:ext uri="{FF2B5EF4-FFF2-40B4-BE49-F238E27FC236}">
                <a16:creationId xmlns:a16="http://schemas.microsoft.com/office/drawing/2014/main" id="{4899E6CC-0CE7-4E8C-AC0A-7B2ED57824B6}"/>
              </a:ext>
            </a:extLst>
          </p:cNvPr>
          <p:cNvSpPr>
            <a:spLocks noGrp="1"/>
          </p:cNvSpPr>
          <p:nvPr/>
        </p:nvSpPr>
        <p:spPr>
          <a:xfrm>
            <a:off x="514507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GT_10739">
            <a:extLst>
              <a:ext uri="{FF2B5EF4-FFF2-40B4-BE49-F238E27FC236}">
                <a16:creationId xmlns:a16="http://schemas.microsoft.com/office/drawing/2014/main" id="{857FFFAD-B114-49E8-801C-5D4C95A18F9A}"/>
              </a:ext>
            </a:extLst>
          </p:cNvPr>
          <p:cNvSpPr>
            <a:spLocks noGrp="1"/>
          </p:cNvSpPr>
          <p:nvPr/>
        </p:nvSpPr>
        <p:spPr>
          <a:xfrm>
            <a:off x="508448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GT_10740">
            <a:extLst>
              <a:ext uri="{FF2B5EF4-FFF2-40B4-BE49-F238E27FC236}">
                <a16:creationId xmlns:a16="http://schemas.microsoft.com/office/drawing/2014/main" id="{22C4258E-EB7A-4E4D-9314-CE2407A297D8}"/>
              </a:ext>
            </a:extLst>
          </p:cNvPr>
          <p:cNvSpPr>
            <a:spLocks noGrp="1"/>
          </p:cNvSpPr>
          <p:nvPr/>
        </p:nvSpPr>
        <p:spPr>
          <a:xfrm>
            <a:off x="504110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GT_10741">
            <a:extLst>
              <a:ext uri="{FF2B5EF4-FFF2-40B4-BE49-F238E27FC236}">
                <a16:creationId xmlns:a16="http://schemas.microsoft.com/office/drawing/2014/main" id="{D9E6F63A-E3DB-493C-B334-29DA1A1461C0}"/>
              </a:ext>
            </a:extLst>
          </p:cNvPr>
          <p:cNvSpPr>
            <a:spLocks noGrp="1"/>
          </p:cNvSpPr>
          <p:nvPr/>
        </p:nvSpPr>
        <p:spPr>
          <a:xfrm>
            <a:off x="500368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GT_10742">
            <a:extLst>
              <a:ext uri="{FF2B5EF4-FFF2-40B4-BE49-F238E27FC236}">
                <a16:creationId xmlns:a16="http://schemas.microsoft.com/office/drawing/2014/main" id="{02A0F624-DB22-439D-B4ED-0AF82B95E60C}"/>
              </a:ext>
            </a:extLst>
          </p:cNvPr>
          <p:cNvSpPr>
            <a:spLocks noGrp="1"/>
          </p:cNvSpPr>
          <p:nvPr/>
        </p:nvSpPr>
        <p:spPr>
          <a:xfrm>
            <a:off x="5088460" y="38497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GT_10743">
            <a:extLst>
              <a:ext uri="{FF2B5EF4-FFF2-40B4-BE49-F238E27FC236}">
                <a16:creationId xmlns:a16="http://schemas.microsoft.com/office/drawing/2014/main" id="{ED475BC6-36ED-48BC-A093-C2B439095FC2}"/>
              </a:ext>
            </a:extLst>
          </p:cNvPr>
          <p:cNvSpPr>
            <a:spLocks noGrp="1"/>
          </p:cNvSpPr>
          <p:nvPr/>
        </p:nvSpPr>
        <p:spPr>
          <a:xfrm>
            <a:off x="510724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GT_10744">
            <a:extLst>
              <a:ext uri="{FF2B5EF4-FFF2-40B4-BE49-F238E27FC236}">
                <a16:creationId xmlns:a16="http://schemas.microsoft.com/office/drawing/2014/main" id="{7EC2C24C-269A-4718-88E2-919B2EE9520D}"/>
              </a:ext>
            </a:extLst>
          </p:cNvPr>
          <p:cNvSpPr>
            <a:spLocks noGrp="1"/>
          </p:cNvSpPr>
          <p:nvPr/>
        </p:nvSpPr>
        <p:spPr>
          <a:xfrm>
            <a:off x="49991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GT_10745">
            <a:extLst>
              <a:ext uri="{FF2B5EF4-FFF2-40B4-BE49-F238E27FC236}">
                <a16:creationId xmlns:a16="http://schemas.microsoft.com/office/drawing/2014/main" id="{AA6D045C-028F-499F-813E-1F7FDEE7AECD}"/>
              </a:ext>
            </a:extLst>
          </p:cNvPr>
          <p:cNvSpPr>
            <a:spLocks noGrp="1"/>
          </p:cNvSpPr>
          <p:nvPr/>
        </p:nvSpPr>
        <p:spPr>
          <a:xfrm>
            <a:off x="4949982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GT_10746">
            <a:extLst>
              <a:ext uri="{FF2B5EF4-FFF2-40B4-BE49-F238E27FC236}">
                <a16:creationId xmlns:a16="http://schemas.microsoft.com/office/drawing/2014/main" id="{11A62505-0F73-4CB1-ADF8-10FC9D55E304}"/>
              </a:ext>
            </a:extLst>
          </p:cNvPr>
          <p:cNvSpPr>
            <a:spLocks noGrp="1"/>
          </p:cNvSpPr>
          <p:nvPr/>
        </p:nvSpPr>
        <p:spPr>
          <a:xfrm>
            <a:off x="496832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GT_10747">
            <a:extLst>
              <a:ext uri="{FF2B5EF4-FFF2-40B4-BE49-F238E27FC236}">
                <a16:creationId xmlns:a16="http://schemas.microsoft.com/office/drawing/2014/main" id="{29F77EB7-93A1-4D26-ACF1-348AF362E273}"/>
              </a:ext>
            </a:extLst>
          </p:cNvPr>
          <p:cNvSpPr>
            <a:spLocks noGrp="1"/>
          </p:cNvSpPr>
          <p:nvPr/>
        </p:nvSpPr>
        <p:spPr>
          <a:xfrm>
            <a:off x="49924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GT_10748">
            <a:extLst>
              <a:ext uri="{FF2B5EF4-FFF2-40B4-BE49-F238E27FC236}">
                <a16:creationId xmlns:a16="http://schemas.microsoft.com/office/drawing/2014/main" id="{D33CFC51-4A35-4493-ACAE-77B7ED6EFDE9}"/>
              </a:ext>
            </a:extLst>
          </p:cNvPr>
          <p:cNvSpPr>
            <a:spLocks noGrp="1"/>
          </p:cNvSpPr>
          <p:nvPr/>
        </p:nvSpPr>
        <p:spPr>
          <a:xfrm>
            <a:off x="503862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GT_10749">
            <a:extLst>
              <a:ext uri="{FF2B5EF4-FFF2-40B4-BE49-F238E27FC236}">
                <a16:creationId xmlns:a16="http://schemas.microsoft.com/office/drawing/2014/main" id="{2F1EFEC9-8CE5-4484-AE47-5731A00A21A8}"/>
              </a:ext>
            </a:extLst>
          </p:cNvPr>
          <p:cNvSpPr>
            <a:spLocks noGrp="1"/>
          </p:cNvSpPr>
          <p:nvPr/>
        </p:nvSpPr>
        <p:spPr>
          <a:xfrm>
            <a:off x="513474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GT_10750">
            <a:extLst>
              <a:ext uri="{FF2B5EF4-FFF2-40B4-BE49-F238E27FC236}">
                <a16:creationId xmlns:a16="http://schemas.microsoft.com/office/drawing/2014/main" id="{137FC9BA-F3A2-49EA-A640-F9D894B36A32}"/>
              </a:ext>
            </a:extLst>
          </p:cNvPr>
          <p:cNvSpPr>
            <a:spLocks noGrp="1"/>
          </p:cNvSpPr>
          <p:nvPr/>
        </p:nvSpPr>
        <p:spPr>
          <a:xfrm>
            <a:off x="4919276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GT_10751">
            <a:extLst>
              <a:ext uri="{FF2B5EF4-FFF2-40B4-BE49-F238E27FC236}">
                <a16:creationId xmlns:a16="http://schemas.microsoft.com/office/drawing/2014/main" id="{441D6261-5BFD-4709-BD90-9A0723051262}"/>
              </a:ext>
            </a:extLst>
          </p:cNvPr>
          <p:cNvSpPr>
            <a:spLocks noGrp="1"/>
          </p:cNvSpPr>
          <p:nvPr/>
        </p:nvSpPr>
        <p:spPr>
          <a:xfrm>
            <a:off x="499215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GT_10752">
            <a:extLst>
              <a:ext uri="{FF2B5EF4-FFF2-40B4-BE49-F238E27FC236}">
                <a16:creationId xmlns:a16="http://schemas.microsoft.com/office/drawing/2014/main" id="{99A00F8B-F38D-41CE-ACC3-815198D09916}"/>
              </a:ext>
            </a:extLst>
          </p:cNvPr>
          <p:cNvSpPr>
            <a:spLocks noGrp="1"/>
          </p:cNvSpPr>
          <p:nvPr/>
        </p:nvSpPr>
        <p:spPr>
          <a:xfrm>
            <a:off x="506212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GT_10753">
            <a:extLst>
              <a:ext uri="{FF2B5EF4-FFF2-40B4-BE49-F238E27FC236}">
                <a16:creationId xmlns:a16="http://schemas.microsoft.com/office/drawing/2014/main" id="{9A6C280D-38BD-4339-A586-52D14DEA00EC}"/>
              </a:ext>
            </a:extLst>
          </p:cNvPr>
          <p:cNvSpPr>
            <a:spLocks noGrp="1"/>
          </p:cNvSpPr>
          <p:nvPr/>
        </p:nvSpPr>
        <p:spPr>
          <a:xfrm>
            <a:off x="50021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GT_10754">
            <a:extLst>
              <a:ext uri="{FF2B5EF4-FFF2-40B4-BE49-F238E27FC236}">
                <a16:creationId xmlns:a16="http://schemas.microsoft.com/office/drawing/2014/main" id="{3B4F57FD-22EB-48A8-979D-711FAB858DF6}"/>
              </a:ext>
            </a:extLst>
          </p:cNvPr>
          <p:cNvSpPr>
            <a:spLocks noGrp="1"/>
          </p:cNvSpPr>
          <p:nvPr/>
        </p:nvSpPr>
        <p:spPr>
          <a:xfrm>
            <a:off x="497415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GT_10755">
            <a:extLst>
              <a:ext uri="{FF2B5EF4-FFF2-40B4-BE49-F238E27FC236}">
                <a16:creationId xmlns:a16="http://schemas.microsoft.com/office/drawing/2014/main" id="{8045F9AC-5F70-46E7-BA3D-4006E0A06456}"/>
              </a:ext>
            </a:extLst>
          </p:cNvPr>
          <p:cNvSpPr>
            <a:spLocks noGrp="1"/>
          </p:cNvSpPr>
          <p:nvPr/>
        </p:nvSpPr>
        <p:spPr>
          <a:xfrm>
            <a:off x="514800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GT_10756">
            <a:extLst>
              <a:ext uri="{FF2B5EF4-FFF2-40B4-BE49-F238E27FC236}">
                <a16:creationId xmlns:a16="http://schemas.microsoft.com/office/drawing/2014/main" id="{B5402D2B-8597-4AD8-A2EC-FF4622D27D71}"/>
              </a:ext>
            </a:extLst>
          </p:cNvPr>
          <p:cNvSpPr>
            <a:spLocks noGrp="1"/>
          </p:cNvSpPr>
          <p:nvPr/>
        </p:nvSpPr>
        <p:spPr>
          <a:xfrm>
            <a:off x="49910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GT_10757">
            <a:extLst>
              <a:ext uri="{FF2B5EF4-FFF2-40B4-BE49-F238E27FC236}">
                <a16:creationId xmlns:a16="http://schemas.microsoft.com/office/drawing/2014/main" id="{5D2787CB-E3FD-4452-829E-91E801323FC6}"/>
              </a:ext>
            </a:extLst>
          </p:cNvPr>
          <p:cNvSpPr>
            <a:spLocks noGrp="1"/>
          </p:cNvSpPr>
          <p:nvPr/>
        </p:nvSpPr>
        <p:spPr>
          <a:xfrm>
            <a:off x="509711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GT_10758">
            <a:extLst>
              <a:ext uri="{FF2B5EF4-FFF2-40B4-BE49-F238E27FC236}">
                <a16:creationId xmlns:a16="http://schemas.microsoft.com/office/drawing/2014/main" id="{78F8467A-EB95-4200-879F-D1FEB3A7E7ED}"/>
              </a:ext>
            </a:extLst>
          </p:cNvPr>
          <p:cNvSpPr>
            <a:spLocks noGrp="1"/>
          </p:cNvSpPr>
          <p:nvPr/>
        </p:nvSpPr>
        <p:spPr>
          <a:xfrm>
            <a:off x="4934038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GT_10759">
            <a:extLst>
              <a:ext uri="{FF2B5EF4-FFF2-40B4-BE49-F238E27FC236}">
                <a16:creationId xmlns:a16="http://schemas.microsoft.com/office/drawing/2014/main" id="{B75A631D-B9BB-4AC4-AF1D-2568E6BAA1FD}"/>
              </a:ext>
            </a:extLst>
          </p:cNvPr>
          <p:cNvSpPr>
            <a:spLocks noGrp="1"/>
          </p:cNvSpPr>
          <p:nvPr/>
        </p:nvSpPr>
        <p:spPr>
          <a:xfrm>
            <a:off x="5057699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GT_10760">
            <a:extLst>
              <a:ext uri="{FF2B5EF4-FFF2-40B4-BE49-F238E27FC236}">
                <a16:creationId xmlns:a16="http://schemas.microsoft.com/office/drawing/2014/main" id="{E65C652B-2F68-4062-84B1-92BCC46818A7}"/>
              </a:ext>
            </a:extLst>
          </p:cNvPr>
          <p:cNvSpPr>
            <a:spLocks noGrp="1"/>
          </p:cNvSpPr>
          <p:nvPr/>
        </p:nvSpPr>
        <p:spPr>
          <a:xfrm>
            <a:off x="49169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GT_10761">
            <a:extLst>
              <a:ext uri="{FF2B5EF4-FFF2-40B4-BE49-F238E27FC236}">
                <a16:creationId xmlns:a16="http://schemas.microsoft.com/office/drawing/2014/main" id="{29468E48-628D-4A6E-8291-7C09F45215ED}"/>
              </a:ext>
            </a:extLst>
          </p:cNvPr>
          <p:cNvSpPr>
            <a:spLocks noGrp="1"/>
          </p:cNvSpPr>
          <p:nvPr/>
        </p:nvSpPr>
        <p:spPr>
          <a:xfrm>
            <a:off x="50175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GT_10762">
            <a:extLst>
              <a:ext uri="{FF2B5EF4-FFF2-40B4-BE49-F238E27FC236}">
                <a16:creationId xmlns:a16="http://schemas.microsoft.com/office/drawing/2014/main" id="{E634A118-7F63-482E-8F2E-6B1F3F631626}"/>
              </a:ext>
            </a:extLst>
          </p:cNvPr>
          <p:cNvSpPr>
            <a:spLocks noGrp="1"/>
          </p:cNvSpPr>
          <p:nvPr/>
        </p:nvSpPr>
        <p:spPr>
          <a:xfrm>
            <a:off x="49630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GT_10763">
            <a:extLst>
              <a:ext uri="{FF2B5EF4-FFF2-40B4-BE49-F238E27FC236}">
                <a16:creationId xmlns:a16="http://schemas.microsoft.com/office/drawing/2014/main" id="{7130D5CF-5F67-49E8-AC85-7977B5B67695}"/>
              </a:ext>
            </a:extLst>
          </p:cNvPr>
          <p:cNvSpPr>
            <a:spLocks noGrp="1"/>
          </p:cNvSpPr>
          <p:nvPr/>
        </p:nvSpPr>
        <p:spPr>
          <a:xfrm>
            <a:off x="502554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GT_10764">
            <a:extLst>
              <a:ext uri="{FF2B5EF4-FFF2-40B4-BE49-F238E27FC236}">
                <a16:creationId xmlns:a16="http://schemas.microsoft.com/office/drawing/2014/main" id="{AAC9998C-0376-44F6-BF12-EF9D0750A0DD}"/>
              </a:ext>
            </a:extLst>
          </p:cNvPr>
          <p:cNvSpPr>
            <a:spLocks noGrp="1"/>
          </p:cNvSpPr>
          <p:nvPr/>
        </p:nvSpPr>
        <p:spPr>
          <a:xfrm>
            <a:off x="5112106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GT_10765">
            <a:extLst>
              <a:ext uri="{FF2B5EF4-FFF2-40B4-BE49-F238E27FC236}">
                <a16:creationId xmlns:a16="http://schemas.microsoft.com/office/drawing/2014/main" id="{80033451-A432-4363-ABBB-59ED44ABB67C}"/>
              </a:ext>
            </a:extLst>
          </p:cNvPr>
          <p:cNvSpPr>
            <a:spLocks noGrp="1"/>
          </p:cNvSpPr>
          <p:nvPr/>
        </p:nvSpPr>
        <p:spPr>
          <a:xfrm>
            <a:off x="5072526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GT_10766">
            <a:extLst>
              <a:ext uri="{FF2B5EF4-FFF2-40B4-BE49-F238E27FC236}">
                <a16:creationId xmlns:a16="http://schemas.microsoft.com/office/drawing/2014/main" id="{62D459B4-5367-4B83-86ED-21308F36F956}"/>
              </a:ext>
            </a:extLst>
          </p:cNvPr>
          <p:cNvSpPr>
            <a:spLocks noGrp="1"/>
          </p:cNvSpPr>
          <p:nvPr/>
        </p:nvSpPr>
        <p:spPr>
          <a:xfrm>
            <a:off x="503112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GT_10767">
            <a:extLst>
              <a:ext uri="{FF2B5EF4-FFF2-40B4-BE49-F238E27FC236}">
                <a16:creationId xmlns:a16="http://schemas.microsoft.com/office/drawing/2014/main" id="{7FCEE1D2-427F-45FE-8370-BD5E204310B3}"/>
              </a:ext>
            </a:extLst>
          </p:cNvPr>
          <p:cNvSpPr>
            <a:spLocks noGrp="1"/>
          </p:cNvSpPr>
          <p:nvPr/>
        </p:nvSpPr>
        <p:spPr>
          <a:xfrm>
            <a:off x="5138373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GT_10768">
            <a:extLst>
              <a:ext uri="{FF2B5EF4-FFF2-40B4-BE49-F238E27FC236}">
                <a16:creationId xmlns:a16="http://schemas.microsoft.com/office/drawing/2014/main" id="{3DF8D8C2-5F20-4C53-9C94-966B615B75F2}"/>
              </a:ext>
            </a:extLst>
          </p:cNvPr>
          <p:cNvSpPr>
            <a:spLocks noGrp="1"/>
          </p:cNvSpPr>
          <p:nvPr/>
        </p:nvSpPr>
        <p:spPr>
          <a:xfrm>
            <a:off x="502344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GT_10769">
            <a:extLst>
              <a:ext uri="{FF2B5EF4-FFF2-40B4-BE49-F238E27FC236}">
                <a16:creationId xmlns:a16="http://schemas.microsoft.com/office/drawing/2014/main" id="{9160E226-0F25-4CC9-9DBE-C8F0F772AA25}"/>
              </a:ext>
            </a:extLst>
          </p:cNvPr>
          <p:cNvSpPr>
            <a:spLocks noGrp="1"/>
          </p:cNvSpPr>
          <p:nvPr/>
        </p:nvSpPr>
        <p:spPr>
          <a:xfrm>
            <a:off x="51488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GT_10770">
            <a:extLst>
              <a:ext uri="{FF2B5EF4-FFF2-40B4-BE49-F238E27FC236}">
                <a16:creationId xmlns:a16="http://schemas.microsoft.com/office/drawing/2014/main" id="{B25DFACB-BB72-4905-8379-78D014F251B5}"/>
              </a:ext>
            </a:extLst>
          </p:cNvPr>
          <p:cNvSpPr>
            <a:spLocks noGrp="1"/>
          </p:cNvSpPr>
          <p:nvPr/>
        </p:nvSpPr>
        <p:spPr>
          <a:xfrm>
            <a:off x="51373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GT_10771">
            <a:extLst>
              <a:ext uri="{FF2B5EF4-FFF2-40B4-BE49-F238E27FC236}">
                <a16:creationId xmlns:a16="http://schemas.microsoft.com/office/drawing/2014/main" id="{116AE0CE-776E-4292-B835-8E2EAE5284ED}"/>
              </a:ext>
            </a:extLst>
          </p:cNvPr>
          <p:cNvSpPr>
            <a:spLocks noGrp="1"/>
          </p:cNvSpPr>
          <p:nvPr/>
        </p:nvSpPr>
        <p:spPr>
          <a:xfrm>
            <a:off x="5130597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GT_10772">
            <a:extLst>
              <a:ext uri="{FF2B5EF4-FFF2-40B4-BE49-F238E27FC236}">
                <a16:creationId xmlns:a16="http://schemas.microsoft.com/office/drawing/2014/main" id="{951222D7-10A7-4B67-A532-FC058A3ACDF8}"/>
              </a:ext>
            </a:extLst>
          </p:cNvPr>
          <p:cNvSpPr>
            <a:spLocks noGrp="1"/>
          </p:cNvSpPr>
          <p:nvPr/>
        </p:nvSpPr>
        <p:spPr>
          <a:xfrm>
            <a:off x="5070903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GT_10773">
            <a:extLst>
              <a:ext uri="{FF2B5EF4-FFF2-40B4-BE49-F238E27FC236}">
                <a16:creationId xmlns:a16="http://schemas.microsoft.com/office/drawing/2014/main" id="{EF9080B8-5646-45FB-A552-B7D74811440C}"/>
              </a:ext>
            </a:extLst>
          </p:cNvPr>
          <p:cNvSpPr>
            <a:spLocks noGrp="1"/>
          </p:cNvSpPr>
          <p:nvPr/>
        </p:nvSpPr>
        <p:spPr>
          <a:xfrm>
            <a:off x="505698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GT_10774">
            <a:extLst>
              <a:ext uri="{FF2B5EF4-FFF2-40B4-BE49-F238E27FC236}">
                <a16:creationId xmlns:a16="http://schemas.microsoft.com/office/drawing/2014/main" id="{0A15BB2B-0A77-45E1-A1F4-737E8BDD1617}"/>
              </a:ext>
            </a:extLst>
          </p:cNvPr>
          <p:cNvSpPr>
            <a:spLocks noGrp="1"/>
          </p:cNvSpPr>
          <p:nvPr/>
        </p:nvSpPr>
        <p:spPr>
          <a:xfrm>
            <a:off x="496789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GT_10775">
            <a:extLst>
              <a:ext uri="{FF2B5EF4-FFF2-40B4-BE49-F238E27FC236}">
                <a16:creationId xmlns:a16="http://schemas.microsoft.com/office/drawing/2014/main" id="{25E4A393-1383-47EB-9FE0-7CE5E8C17BB8}"/>
              </a:ext>
            </a:extLst>
          </p:cNvPr>
          <p:cNvSpPr>
            <a:spLocks noGrp="1"/>
          </p:cNvSpPr>
          <p:nvPr/>
        </p:nvSpPr>
        <p:spPr>
          <a:xfrm>
            <a:off x="49370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GT_10776">
            <a:extLst>
              <a:ext uri="{FF2B5EF4-FFF2-40B4-BE49-F238E27FC236}">
                <a16:creationId xmlns:a16="http://schemas.microsoft.com/office/drawing/2014/main" id="{64F0BF8E-8A54-4BDA-94F8-041CA8245A06}"/>
              </a:ext>
            </a:extLst>
          </p:cNvPr>
          <p:cNvSpPr>
            <a:spLocks noGrp="1"/>
          </p:cNvSpPr>
          <p:nvPr/>
        </p:nvSpPr>
        <p:spPr>
          <a:xfrm>
            <a:off x="5141330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GT_10777">
            <a:extLst>
              <a:ext uri="{FF2B5EF4-FFF2-40B4-BE49-F238E27FC236}">
                <a16:creationId xmlns:a16="http://schemas.microsoft.com/office/drawing/2014/main" id="{A376CA9E-DDD8-4FF2-8A13-34B5AEAB2519}"/>
              </a:ext>
            </a:extLst>
          </p:cNvPr>
          <p:cNvSpPr>
            <a:spLocks noGrp="1"/>
          </p:cNvSpPr>
          <p:nvPr/>
        </p:nvSpPr>
        <p:spPr>
          <a:xfrm>
            <a:off x="50620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GT_10778">
            <a:extLst>
              <a:ext uri="{FF2B5EF4-FFF2-40B4-BE49-F238E27FC236}">
                <a16:creationId xmlns:a16="http://schemas.microsoft.com/office/drawing/2014/main" id="{9B4ADF29-A9F5-486A-B027-CD62E235FE3F}"/>
              </a:ext>
            </a:extLst>
          </p:cNvPr>
          <p:cNvSpPr>
            <a:spLocks noGrp="1"/>
          </p:cNvSpPr>
          <p:nvPr/>
        </p:nvSpPr>
        <p:spPr>
          <a:xfrm>
            <a:off x="50813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GT_10779">
            <a:extLst>
              <a:ext uri="{FF2B5EF4-FFF2-40B4-BE49-F238E27FC236}">
                <a16:creationId xmlns:a16="http://schemas.microsoft.com/office/drawing/2014/main" id="{25DF17D0-BE39-4EFC-92A1-F443D31D5957}"/>
              </a:ext>
            </a:extLst>
          </p:cNvPr>
          <p:cNvSpPr>
            <a:spLocks noGrp="1"/>
          </p:cNvSpPr>
          <p:nvPr/>
        </p:nvSpPr>
        <p:spPr>
          <a:xfrm>
            <a:off x="503854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GT_10780">
            <a:extLst>
              <a:ext uri="{FF2B5EF4-FFF2-40B4-BE49-F238E27FC236}">
                <a16:creationId xmlns:a16="http://schemas.microsoft.com/office/drawing/2014/main" id="{30A55767-2057-44E3-BB35-92796652E946}"/>
              </a:ext>
            </a:extLst>
          </p:cNvPr>
          <p:cNvSpPr>
            <a:spLocks noGrp="1"/>
          </p:cNvSpPr>
          <p:nvPr/>
        </p:nvSpPr>
        <p:spPr>
          <a:xfrm>
            <a:off x="498910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GT_10781">
            <a:extLst>
              <a:ext uri="{FF2B5EF4-FFF2-40B4-BE49-F238E27FC236}">
                <a16:creationId xmlns:a16="http://schemas.microsoft.com/office/drawing/2014/main" id="{8711BE3B-2DCC-451D-A93D-F7D097A3F261}"/>
              </a:ext>
            </a:extLst>
          </p:cNvPr>
          <p:cNvSpPr>
            <a:spLocks noGrp="1"/>
          </p:cNvSpPr>
          <p:nvPr/>
        </p:nvSpPr>
        <p:spPr>
          <a:xfrm>
            <a:off x="4929412" y="43457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GT_10782">
            <a:extLst>
              <a:ext uri="{FF2B5EF4-FFF2-40B4-BE49-F238E27FC236}">
                <a16:creationId xmlns:a16="http://schemas.microsoft.com/office/drawing/2014/main" id="{36136E1D-06B8-4F1D-9E5D-45749617B300}"/>
              </a:ext>
            </a:extLst>
          </p:cNvPr>
          <p:cNvSpPr>
            <a:spLocks noGrp="1"/>
          </p:cNvSpPr>
          <p:nvPr/>
        </p:nvSpPr>
        <p:spPr>
          <a:xfrm>
            <a:off x="51213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GT_10783">
            <a:extLst>
              <a:ext uri="{FF2B5EF4-FFF2-40B4-BE49-F238E27FC236}">
                <a16:creationId xmlns:a16="http://schemas.microsoft.com/office/drawing/2014/main" id="{1460CE56-452D-4459-8F47-85FC5772A8F9}"/>
              </a:ext>
            </a:extLst>
          </p:cNvPr>
          <p:cNvSpPr>
            <a:spLocks noGrp="1"/>
          </p:cNvSpPr>
          <p:nvPr/>
        </p:nvSpPr>
        <p:spPr>
          <a:xfrm>
            <a:off x="4973281" y="52437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GT_10784">
            <a:extLst>
              <a:ext uri="{FF2B5EF4-FFF2-40B4-BE49-F238E27FC236}">
                <a16:creationId xmlns:a16="http://schemas.microsoft.com/office/drawing/2014/main" id="{7BFA9100-D5F3-440C-9268-CA63233703CA}"/>
              </a:ext>
            </a:extLst>
          </p:cNvPr>
          <p:cNvSpPr>
            <a:spLocks noGrp="1"/>
          </p:cNvSpPr>
          <p:nvPr/>
        </p:nvSpPr>
        <p:spPr>
          <a:xfrm>
            <a:off x="4984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GT_10785">
            <a:extLst>
              <a:ext uri="{FF2B5EF4-FFF2-40B4-BE49-F238E27FC236}">
                <a16:creationId xmlns:a16="http://schemas.microsoft.com/office/drawing/2014/main" id="{65835AB4-6B4F-4721-84DD-78DAB2FCFC17}"/>
              </a:ext>
            </a:extLst>
          </p:cNvPr>
          <p:cNvSpPr>
            <a:spLocks noGrp="1"/>
          </p:cNvSpPr>
          <p:nvPr/>
        </p:nvSpPr>
        <p:spPr>
          <a:xfrm>
            <a:off x="49180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GT_10786">
            <a:extLst>
              <a:ext uri="{FF2B5EF4-FFF2-40B4-BE49-F238E27FC236}">
                <a16:creationId xmlns:a16="http://schemas.microsoft.com/office/drawing/2014/main" id="{D340C1BF-D737-464B-880B-12AF8171C4DF}"/>
              </a:ext>
            </a:extLst>
          </p:cNvPr>
          <p:cNvSpPr>
            <a:spLocks noGrp="1"/>
          </p:cNvSpPr>
          <p:nvPr/>
        </p:nvSpPr>
        <p:spPr>
          <a:xfrm>
            <a:off x="514065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GT_10787">
            <a:extLst>
              <a:ext uri="{FF2B5EF4-FFF2-40B4-BE49-F238E27FC236}">
                <a16:creationId xmlns:a16="http://schemas.microsoft.com/office/drawing/2014/main" id="{EA69D08E-698F-4D7E-8CBE-6DC14533B910}"/>
              </a:ext>
            </a:extLst>
          </p:cNvPr>
          <p:cNvSpPr>
            <a:spLocks noGrp="1"/>
          </p:cNvSpPr>
          <p:nvPr/>
        </p:nvSpPr>
        <p:spPr>
          <a:xfrm>
            <a:off x="50375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GT_10788">
            <a:extLst>
              <a:ext uri="{FF2B5EF4-FFF2-40B4-BE49-F238E27FC236}">
                <a16:creationId xmlns:a16="http://schemas.microsoft.com/office/drawing/2014/main" id="{C86D382B-E288-4F92-ADC3-2A242348F823}"/>
              </a:ext>
            </a:extLst>
          </p:cNvPr>
          <p:cNvSpPr>
            <a:spLocks noGrp="1"/>
          </p:cNvSpPr>
          <p:nvPr/>
        </p:nvSpPr>
        <p:spPr>
          <a:xfrm>
            <a:off x="50398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GT_10789">
            <a:extLst>
              <a:ext uri="{FF2B5EF4-FFF2-40B4-BE49-F238E27FC236}">
                <a16:creationId xmlns:a16="http://schemas.microsoft.com/office/drawing/2014/main" id="{45F5A0C7-18FC-4EF8-92FF-F3A32EFD535A}"/>
              </a:ext>
            </a:extLst>
          </p:cNvPr>
          <p:cNvSpPr>
            <a:spLocks noGrp="1"/>
          </p:cNvSpPr>
          <p:nvPr/>
        </p:nvSpPr>
        <p:spPr>
          <a:xfrm>
            <a:off x="495213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GT_10790">
            <a:extLst>
              <a:ext uri="{FF2B5EF4-FFF2-40B4-BE49-F238E27FC236}">
                <a16:creationId xmlns:a16="http://schemas.microsoft.com/office/drawing/2014/main" id="{83EF7E6A-D765-44E2-8E1B-889A51A153E6}"/>
              </a:ext>
            </a:extLst>
          </p:cNvPr>
          <p:cNvSpPr>
            <a:spLocks noGrp="1"/>
          </p:cNvSpPr>
          <p:nvPr/>
        </p:nvSpPr>
        <p:spPr>
          <a:xfrm>
            <a:off x="5089428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GT_10791">
            <a:extLst>
              <a:ext uri="{FF2B5EF4-FFF2-40B4-BE49-F238E27FC236}">
                <a16:creationId xmlns:a16="http://schemas.microsoft.com/office/drawing/2014/main" id="{C24BF4EA-CBEF-4B32-B89E-E09FACA7791A}"/>
              </a:ext>
            </a:extLst>
          </p:cNvPr>
          <p:cNvSpPr>
            <a:spLocks noGrp="1"/>
          </p:cNvSpPr>
          <p:nvPr/>
        </p:nvSpPr>
        <p:spPr>
          <a:xfrm>
            <a:off x="500525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GT_10792">
            <a:extLst>
              <a:ext uri="{FF2B5EF4-FFF2-40B4-BE49-F238E27FC236}">
                <a16:creationId xmlns:a16="http://schemas.microsoft.com/office/drawing/2014/main" id="{34A498AC-6B11-4397-863D-C3D05552E381}"/>
              </a:ext>
            </a:extLst>
          </p:cNvPr>
          <p:cNvSpPr>
            <a:spLocks noGrp="1"/>
          </p:cNvSpPr>
          <p:nvPr/>
        </p:nvSpPr>
        <p:spPr>
          <a:xfrm>
            <a:off x="49914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GT_10793">
            <a:extLst>
              <a:ext uri="{FF2B5EF4-FFF2-40B4-BE49-F238E27FC236}">
                <a16:creationId xmlns:a16="http://schemas.microsoft.com/office/drawing/2014/main" id="{80C9650D-42FA-43AD-B854-A4EDFF48AB0B}"/>
              </a:ext>
            </a:extLst>
          </p:cNvPr>
          <p:cNvSpPr>
            <a:spLocks noGrp="1"/>
          </p:cNvSpPr>
          <p:nvPr/>
        </p:nvSpPr>
        <p:spPr>
          <a:xfrm>
            <a:off x="51377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GT_10794">
            <a:extLst>
              <a:ext uri="{FF2B5EF4-FFF2-40B4-BE49-F238E27FC236}">
                <a16:creationId xmlns:a16="http://schemas.microsoft.com/office/drawing/2014/main" id="{3110C943-3434-4B3A-91C9-519DBF3B9791}"/>
              </a:ext>
            </a:extLst>
          </p:cNvPr>
          <p:cNvSpPr>
            <a:spLocks noGrp="1"/>
          </p:cNvSpPr>
          <p:nvPr/>
        </p:nvSpPr>
        <p:spPr>
          <a:xfrm>
            <a:off x="5155680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GT_10795">
            <a:extLst>
              <a:ext uri="{FF2B5EF4-FFF2-40B4-BE49-F238E27FC236}">
                <a16:creationId xmlns:a16="http://schemas.microsoft.com/office/drawing/2014/main" id="{4276594E-AB74-48EE-B591-C0C93F8FEDC2}"/>
              </a:ext>
            </a:extLst>
          </p:cNvPr>
          <p:cNvSpPr>
            <a:spLocks noGrp="1"/>
          </p:cNvSpPr>
          <p:nvPr/>
        </p:nvSpPr>
        <p:spPr>
          <a:xfrm>
            <a:off x="49603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GT_10796">
            <a:extLst>
              <a:ext uri="{FF2B5EF4-FFF2-40B4-BE49-F238E27FC236}">
                <a16:creationId xmlns:a16="http://schemas.microsoft.com/office/drawing/2014/main" id="{DC83154B-6AB6-4309-8E07-50F57B68ED64}"/>
              </a:ext>
            </a:extLst>
          </p:cNvPr>
          <p:cNvSpPr>
            <a:spLocks noGrp="1"/>
          </p:cNvSpPr>
          <p:nvPr/>
        </p:nvSpPr>
        <p:spPr>
          <a:xfrm>
            <a:off x="509976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GT_10797">
            <a:extLst>
              <a:ext uri="{FF2B5EF4-FFF2-40B4-BE49-F238E27FC236}">
                <a16:creationId xmlns:a16="http://schemas.microsoft.com/office/drawing/2014/main" id="{694031E4-D964-4A5B-B1BB-421F74E5E1A2}"/>
              </a:ext>
            </a:extLst>
          </p:cNvPr>
          <p:cNvSpPr>
            <a:spLocks noGrp="1"/>
          </p:cNvSpPr>
          <p:nvPr/>
        </p:nvSpPr>
        <p:spPr>
          <a:xfrm>
            <a:off x="516693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GT_10798">
            <a:extLst>
              <a:ext uri="{FF2B5EF4-FFF2-40B4-BE49-F238E27FC236}">
                <a16:creationId xmlns:a16="http://schemas.microsoft.com/office/drawing/2014/main" id="{E2DE7555-BC4F-46A5-8EAB-9A028F3FE49D}"/>
              </a:ext>
            </a:extLst>
          </p:cNvPr>
          <p:cNvSpPr>
            <a:spLocks noGrp="1"/>
          </p:cNvSpPr>
          <p:nvPr/>
        </p:nvSpPr>
        <p:spPr>
          <a:xfrm>
            <a:off x="50030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GT_10799">
            <a:extLst>
              <a:ext uri="{FF2B5EF4-FFF2-40B4-BE49-F238E27FC236}">
                <a16:creationId xmlns:a16="http://schemas.microsoft.com/office/drawing/2014/main" id="{7F45EB8C-8E27-4502-85A7-22A4E7DB13BE}"/>
              </a:ext>
            </a:extLst>
          </p:cNvPr>
          <p:cNvSpPr>
            <a:spLocks noGrp="1"/>
          </p:cNvSpPr>
          <p:nvPr/>
        </p:nvSpPr>
        <p:spPr>
          <a:xfrm>
            <a:off x="504521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GT_10800">
            <a:extLst>
              <a:ext uri="{FF2B5EF4-FFF2-40B4-BE49-F238E27FC236}">
                <a16:creationId xmlns:a16="http://schemas.microsoft.com/office/drawing/2014/main" id="{B807FF86-A862-4D6F-86D1-30867438A8A7}"/>
              </a:ext>
            </a:extLst>
          </p:cNvPr>
          <p:cNvSpPr>
            <a:spLocks noGrp="1"/>
          </p:cNvSpPr>
          <p:nvPr/>
        </p:nvSpPr>
        <p:spPr>
          <a:xfrm>
            <a:off x="497322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GT_10801">
            <a:extLst>
              <a:ext uri="{FF2B5EF4-FFF2-40B4-BE49-F238E27FC236}">
                <a16:creationId xmlns:a16="http://schemas.microsoft.com/office/drawing/2014/main" id="{E2301D6C-5DCE-4E38-9AA9-069B7A259FBC}"/>
              </a:ext>
            </a:extLst>
          </p:cNvPr>
          <p:cNvSpPr>
            <a:spLocks noGrp="1"/>
          </p:cNvSpPr>
          <p:nvPr/>
        </p:nvSpPr>
        <p:spPr>
          <a:xfrm>
            <a:off x="51011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GT_10802">
            <a:extLst>
              <a:ext uri="{FF2B5EF4-FFF2-40B4-BE49-F238E27FC236}">
                <a16:creationId xmlns:a16="http://schemas.microsoft.com/office/drawing/2014/main" id="{4477B37B-45E5-4A95-A83B-136744282C36}"/>
              </a:ext>
            </a:extLst>
          </p:cNvPr>
          <p:cNvSpPr>
            <a:spLocks noGrp="1"/>
          </p:cNvSpPr>
          <p:nvPr/>
        </p:nvSpPr>
        <p:spPr>
          <a:xfrm>
            <a:off x="4927661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GT_10803">
            <a:extLst>
              <a:ext uri="{FF2B5EF4-FFF2-40B4-BE49-F238E27FC236}">
                <a16:creationId xmlns:a16="http://schemas.microsoft.com/office/drawing/2014/main" id="{57D7B3D2-1155-4C49-9F56-2B4972C57FBA}"/>
              </a:ext>
            </a:extLst>
          </p:cNvPr>
          <p:cNvSpPr>
            <a:spLocks noGrp="1"/>
          </p:cNvSpPr>
          <p:nvPr/>
        </p:nvSpPr>
        <p:spPr>
          <a:xfrm>
            <a:off x="5088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GT_10804">
            <a:extLst>
              <a:ext uri="{FF2B5EF4-FFF2-40B4-BE49-F238E27FC236}">
                <a16:creationId xmlns:a16="http://schemas.microsoft.com/office/drawing/2014/main" id="{13819C07-BE0D-4144-B48F-6F16CD04E23E}"/>
              </a:ext>
            </a:extLst>
          </p:cNvPr>
          <p:cNvSpPr>
            <a:spLocks noGrp="1"/>
          </p:cNvSpPr>
          <p:nvPr/>
        </p:nvSpPr>
        <p:spPr>
          <a:xfrm>
            <a:off x="5011913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GT_10805">
            <a:extLst>
              <a:ext uri="{FF2B5EF4-FFF2-40B4-BE49-F238E27FC236}">
                <a16:creationId xmlns:a16="http://schemas.microsoft.com/office/drawing/2014/main" id="{CBBA8625-F23C-4560-9E9F-A21BE2D3CA60}"/>
              </a:ext>
            </a:extLst>
          </p:cNvPr>
          <p:cNvSpPr>
            <a:spLocks noGrp="1"/>
          </p:cNvSpPr>
          <p:nvPr/>
        </p:nvSpPr>
        <p:spPr>
          <a:xfrm>
            <a:off x="49336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GT_10806">
            <a:extLst>
              <a:ext uri="{FF2B5EF4-FFF2-40B4-BE49-F238E27FC236}">
                <a16:creationId xmlns:a16="http://schemas.microsoft.com/office/drawing/2014/main" id="{75C972BD-F18C-4D99-AB4E-FC19031CF6CA}"/>
              </a:ext>
            </a:extLst>
          </p:cNvPr>
          <p:cNvSpPr>
            <a:spLocks noGrp="1"/>
          </p:cNvSpPr>
          <p:nvPr/>
        </p:nvSpPr>
        <p:spPr>
          <a:xfrm>
            <a:off x="5016350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GT_10807">
            <a:extLst>
              <a:ext uri="{FF2B5EF4-FFF2-40B4-BE49-F238E27FC236}">
                <a16:creationId xmlns:a16="http://schemas.microsoft.com/office/drawing/2014/main" id="{545D2E87-44D4-4D45-9129-BFF74F0AB29B}"/>
              </a:ext>
            </a:extLst>
          </p:cNvPr>
          <p:cNvSpPr>
            <a:spLocks noGrp="1"/>
          </p:cNvSpPr>
          <p:nvPr/>
        </p:nvSpPr>
        <p:spPr>
          <a:xfrm>
            <a:off x="51066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GT_10808">
            <a:extLst>
              <a:ext uri="{FF2B5EF4-FFF2-40B4-BE49-F238E27FC236}">
                <a16:creationId xmlns:a16="http://schemas.microsoft.com/office/drawing/2014/main" id="{C996EF6A-7D18-4D7F-B16C-29B75EE06248}"/>
              </a:ext>
            </a:extLst>
          </p:cNvPr>
          <p:cNvSpPr>
            <a:spLocks noGrp="1"/>
          </p:cNvSpPr>
          <p:nvPr/>
        </p:nvSpPr>
        <p:spPr>
          <a:xfrm>
            <a:off x="5028376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GT_10809">
            <a:extLst>
              <a:ext uri="{FF2B5EF4-FFF2-40B4-BE49-F238E27FC236}">
                <a16:creationId xmlns:a16="http://schemas.microsoft.com/office/drawing/2014/main" id="{B32EE9A2-FA38-4E94-8F10-D7063D92326E}"/>
              </a:ext>
            </a:extLst>
          </p:cNvPr>
          <p:cNvSpPr>
            <a:spLocks noGrp="1"/>
          </p:cNvSpPr>
          <p:nvPr/>
        </p:nvSpPr>
        <p:spPr>
          <a:xfrm>
            <a:off x="50263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GT_10810">
            <a:extLst>
              <a:ext uri="{FF2B5EF4-FFF2-40B4-BE49-F238E27FC236}">
                <a16:creationId xmlns:a16="http://schemas.microsoft.com/office/drawing/2014/main" id="{34E61102-4035-4267-B2E1-6798834A4E8D}"/>
              </a:ext>
            </a:extLst>
          </p:cNvPr>
          <p:cNvSpPr>
            <a:spLocks noGrp="1"/>
          </p:cNvSpPr>
          <p:nvPr/>
        </p:nvSpPr>
        <p:spPr>
          <a:xfrm>
            <a:off x="50327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GT_10811">
            <a:extLst>
              <a:ext uri="{FF2B5EF4-FFF2-40B4-BE49-F238E27FC236}">
                <a16:creationId xmlns:a16="http://schemas.microsoft.com/office/drawing/2014/main" id="{CC0E9E52-BD83-4DFE-9FFE-ED36D9C3AA7F}"/>
              </a:ext>
            </a:extLst>
          </p:cNvPr>
          <p:cNvSpPr>
            <a:spLocks noGrp="1"/>
          </p:cNvSpPr>
          <p:nvPr/>
        </p:nvSpPr>
        <p:spPr>
          <a:xfrm>
            <a:off x="509440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GT_10812">
            <a:extLst>
              <a:ext uri="{FF2B5EF4-FFF2-40B4-BE49-F238E27FC236}">
                <a16:creationId xmlns:a16="http://schemas.microsoft.com/office/drawing/2014/main" id="{FD21EC0E-39D0-4B3B-9336-0B350431778E}"/>
              </a:ext>
            </a:extLst>
          </p:cNvPr>
          <p:cNvSpPr>
            <a:spLocks noGrp="1"/>
          </p:cNvSpPr>
          <p:nvPr/>
        </p:nvSpPr>
        <p:spPr>
          <a:xfrm>
            <a:off x="513608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GT_10813">
            <a:extLst>
              <a:ext uri="{FF2B5EF4-FFF2-40B4-BE49-F238E27FC236}">
                <a16:creationId xmlns:a16="http://schemas.microsoft.com/office/drawing/2014/main" id="{193D71C4-F252-4AA8-A2BF-F4DBC82B3ED1}"/>
              </a:ext>
            </a:extLst>
          </p:cNvPr>
          <p:cNvSpPr>
            <a:spLocks noGrp="1"/>
          </p:cNvSpPr>
          <p:nvPr/>
        </p:nvSpPr>
        <p:spPr>
          <a:xfrm>
            <a:off x="4950441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GT_10814">
            <a:extLst>
              <a:ext uri="{FF2B5EF4-FFF2-40B4-BE49-F238E27FC236}">
                <a16:creationId xmlns:a16="http://schemas.microsoft.com/office/drawing/2014/main" id="{6268BC27-ECA6-4398-A565-87AD2868D669}"/>
              </a:ext>
            </a:extLst>
          </p:cNvPr>
          <p:cNvSpPr>
            <a:spLocks noGrp="1"/>
          </p:cNvSpPr>
          <p:nvPr/>
        </p:nvSpPr>
        <p:spPr>
          <a:xfrm>
            <a:off x="5044573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GT_10815">
            <a:extLst>
              <a:ext uri="{FF2B5EF4-FFF2-40B4-BE49-F238E27FC236}">
                <a16:creationId xmlns:a16="http://schemas.microsoft.com/office/drawing/2014/main" id="{99137DE9-6FDA-417B-A0C9-4B4C145C0CFE}"/>
              </a:ext>
            </a:extLst>
          </p:cNvPr>
          <p:cNvSpPr>
            <a:spLocks noGrp="1"/>
          </p:cNvSpPr>
          <p:nvPr/>
        </p:nvSpPr>
        <p:spPr>
          <a:xfrm>
            <a:off x="4983998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GT_10816">
            <a:extLst>
              <a:ext uri="{FF2B5EF4-FFF2-40B4-BE49-F238E27FC236}">
                <a16:creationId xmlns:a16="http://schemas.microsoft.com/office/drawing/2014/main" id="{44A00B47-79D8-4A87-93B9-22BBD47F5CAB}"/>
              </a:ext>
            </a:extLst>
          </p:cNvPr>
          <p:cNvSpPr>
            <a:spLocks noGrp="1"/>
          </p:cNvSpPr>
          <p:nvPr/>
        </p:nvSpPr>
        <p:spPr>
          <a:xfrm>
            <a:off x="501416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GT_10817">
            <a:extLst>
              <a:ext uri="{FF2B5EF4-FFF2-40B4-BE49-F238E27FC236}">
                <a16:creationId xmlns:a16="http://schemas.microsoft.com/office/drawing/2014/main" id="{CDFCD30E-ADC1-4643-8B9A-D6EF261588A3}"/>
              </a:ext>
            </a:extLst>
          </p:cNvPr>
          <p:cNvSpPr>
            <a:spLocks noGrp="1"/>
          </p:cNvSpPr>
          <p:nvPr/>
        </p:nvSpPr>
        <p:spPr>
          <a:xfrm>
            <a:off x="499842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GT_10818">
            <a:extLst>
              <a:ext uri="{FF2B5EF4-FFF2-40B4-BE49-F238E27FC236}">
                <a16:creationId xmlns:a16="http://schemas.microsoft.com/office/drawing/2014/main" id="{95A122A7-D4B2-4EED-9182-7F8CFFF69145}"/>
              </a:ext>
            </a:extLst>
          </p:cNvPr>
          <p:cNvSpPr>
            <a:spLocks noGrp="1"/>
          </p:cNvSpPr>
          <p:nvPr/>
        </p:nvSpPr>
        <p:spPr>
          <a:xfrm>
            <a:off x="50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GT_10819">
            <a:extLst>
              <a:ext uri="{FF2B5EF4-FFF2-40B4-BE49-F238E27FC236}">
                <a16:creationId xmlns:a16="http://schemas.microsoft.com/office/drawing/2014/main" id="{D41CAAC7-F5E5-44AE-872C-139AD37582F4}"/>
              </a:ext>
            </a:extLst>
          </p:cNvPr>
          <p:cNvSpPr>
            <a:spLocks noGrp="1"/>
          </p:cNvSpPr>
          <p:nvPr/>
        </p:nvSpPr>
        <p:spPr>
          <a:xfrm>
            <a:off x="5017387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GT_10820">
            <a:extLst>
              <a:ext uri="{FF2B5EF4-FFF2-40B4-BE49-F238E27FC236}">
                <a16:creationId xmlns:a16="http://schemas.microsoft.com/office/drawing/2014/main" id="{E46FCB42-992D-44E7-B9E8-BC44978D6327}"/>
              </a:ext>
            </a:extLst>
          </p:cNvPr>
          <p:cNvSpPr>
            <a:spLocks noGrp="1"/>
          </p:cNvSpPr>
          <p:nvPr/>
        </p:nvSpPr>
        <p:spPr>
          <a:xfrm>
            <a:off x="4982326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GT_10821">
            <a:extLst>
              <a:ext uri="{FF2B5EF4-FFF2-40B4-BE49-F238E27FC236}">
                <a16:creationId xmlns:a16="http://schemas.microsoft.com/office/drawing/2014/main" id="{606FD974-11D8-4118-955A-6CF2062D4A9B}"/>
              </a:ext>
            </a:extLst>
          </p:cNvPr>
          <p:cNvSpPr>
            <a:spLocks noGrp="1"/>
          </p:cNvSpPr>
          <p:nvPr/>
        </p:nvSpPr>
        <p:spPr>
          <a:xfrm>
            <a:off x="51490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GT_10822">
            <a:extLst>
              <a:ext uri="{FF2B5EF4-FFF2-40B4-BE49-F238E27FC236}">
                <a16:creationId xmlns:a16="http://schemas.microsoft.com/office/drawing/2014/main" id="{E6CCA3B9-E176-48AB-90A8-8A5F9B3A7AF6}"/>
              </a:ext>
            </a:extLst>
          </p:cNvPr>
          <p:cNvSpPr>
            <a:spLocks noGrp="1"/>
          </p:cNvSpPr>
          <p:nvPr/>
        </p:nvSpPr>
        <p:spPr>
          <a:xfrm>
            <a:off x="500440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GT_10823">
            <a:extLst>
              <a:ext uri="{FF2B5EF4-FFF2-40B4-BE49-F238E27FC236}">
                <a16:creationId xmlns:a16="http://schemas.microsoft.com/office/drawing/2014/main" id="{2226BB61-DF08-4972-BC52-86E28C2E5E65}"/>
              </a:ext>
            </a:extLst>
          </p:cNvPr>
          <p:cNvSpPr>
            <a:spLocks noGrp="1"/>
          </p:cNvSpPr>
          <p:nvPr/>
        </p:nvSpPr>
        <p:spPr>
          <a:xfrm>
            <a:off x="50839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GT_10824">
            <a:extLst>
              <a:ext uri="{FF2B5EF4-FFF2-40B4-BE49-F238E27FC236}">
                <a16:creationId xmlns:a16="http://schemas.microsoft.com/office/drawing/2014/main" id="{5C9A8C8D-A8C4-4CA8-AC01-82093D4B3149}"/>
              </a:ext>
            </a:extLst>
          </p:cNvPr>
          <p:cNvSpPr>
            <a:spLocks noGrp="1"/>
          </p:cNvSpPr>
          <p:nvPr/>
        </p:nvSpPr>
        <p:spPr>
          <a:xfrm>
            <a:off x="516589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GT_10825">
            <a:extLst>
              <a:ext uri="{FF2B5EF4-FFF2-40B4-BE49-F238E27FC236}">
                <a16:creationId xmlns:a16="http://schemas.microsoft.com/office/drawing/2014/main" id="{C17C5160-BD16-4266-B6DD-6A7D0CA4604D}"/>
              </a:ext>
            </a:extLst>
          </p:cNvPr>
          <p:cNvSpPr>
            <a:spLocks noGrp="1"/>
          </p:cNvSpPr>
          <p:nvPr/>
        </p:nvSpPr>
        <p:spPr>
          <a:xfrm>
            <a:off x="516706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GT_10826">
            <a:extLst>
              <a:ext uri="{FF2B5EF4-FFF2-40B4-BE49-F238E27FC236}">
                <a16:creationId xmlns:a16="http://schemas.microsoft.com/office/drawing/2014/main" id="{39D8B1EB-17C6-4476-88B2-40A91E5AC172}"/>
              </a:ext>
            </a:extLst>
          </p:cNvPr>
          <p:cNvSpPr>
            <a:spLocks noGrp="1"/>
          </p:cNvSpPr>
          <p:nvPr/>
        </p:nvSpPr>
        <p:spPr>
          <a:xfrm>
            <a:off x="5142114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GT_10827">
            <a:extLst>
              <a:ext uri="{FF2B5EF4-FFF2-40B4-BE49-F238E27FC236}">
                <a16:creationId xmlns:a16="http://schemas.microsoft.com/office/drawing/2014/main" id="{7F5E9F3F-19DD-41F4-BD51-EB0A51C7B4C4}"/>
              </a:ext>
            </a:extLst>
          </p:cNvPr>
          <p:cNvSpPr>
            <a:spLocks noGrp="1"/>
          </p:cNvSpPr>
          <p:nvPr/>
        </p:nvSpPr>
        <p:spPr>
          <a:xfrm>
            <a:off x="508967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GT_10828">
            <a:extLst>
              <a:ext uri="{FF2B5EF4-FFF2-40B4-BE49-F238E27FC236}">
                <a16:creationId xmlns:a16="http://schemas.microsoft.com/office/drawing/2014/main" id="{5D46C33D-43EE-4BB9-837A-A301C3AB0D2E}"/>
              </a:ext>
            </a:extLst>
          </p:cNvPr>
          <p:cNvSpPr>
            <a:spLocks noGrp="1"/>
          </p:cNvSpPr>
          <p:nvPr/>
        </p:nvSpPr>
        <p:spPr>
          <a:xfrm>
            <a:off x="5017692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GT_10829">
            <a:extLst>
              <a:ext uri="{FF2B5EF4-FFF2-40B4-BE49-F238E27FC236}">
                <a16:creationId xmlns:a16="http://schemas.microsoft.com/office/drawing/2014/main" id="{71B2208D-2576-44CA-8366-A56084738DE9}"/>
              </a:ext>
            </a:extLst>
          </p:cNvPr>
          <p:cNvSpPr>
            <a:spLocks noGrp="1"/>
          </p:cNvSpPr>
          <p:nvPr/>
        </p:nvSpPr>
        <p:spPr>
          <a:xfrm>
            <a:off x="4922981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GT_10830">
            <a:extLst>
              <a:ext uri="{FF2B5EF4-FFF2-40B4-BE49-F238E27FC236}">
                <a16:creationId xmlns:a16="http://schemas.microsoft.com/office/drawing/2014/main" id="{98008F50-E58E-433A-B655-F9FEAF14E76C}"/>
              </a:ext>
            </a:extLst>
          </p:cNvPr>
          <p:cNvSpPr>
            <a:spLocks noGrp="1"/>
          </p:cNvSpPr>
          <p:nvPr/>
        </p:nvSpPr>
        <p:spPr>
          <a:xfrm>
            <a:off x="4948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GT_10831">
            <a:extLst>
              <a:ext uri="{FF2B5EF4-FFF2-40B4-BE49-F238E27FC236}">
                <a16:creationId xmlns:a16="http://schemas.microsoft.com/office/drawing/2014/main" id="{8FF54AE9-B535-4E60-A6A7-80838A23EC6A}"/>
              </a:ext>
            </a:extLst>
          </p:cNvPr>
          <p:cNvSpPr>
            <a:spLocks noGrp="1"/>
          </p:cNvSpPr>
          <p:nvPr/>
        </p:nvSpPr>
        <p:spPr>
          <a:xfrm>
            <a:off x="4972362" y="5581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GT_10832">
            <a:extLst>
              <a:ext uri="{FF2B5EF4-FFF2-40B4-BE49-F238E27FC236}">
                <a16:creationId xmlns:a16="http://schemas.microsoft.com/office/drawing/2014/main" id="{EF5E6D35-2885-40C2-8C60-47F165704995}"/>
              </a:ext>
            </a:extLst>
          </p:cNvPr>
          <p:cNvSpPr>
            <a:spLocks noGrp="1"/>
          </p:cNvSpPr>
          <p:nvPr/>
        </p:nvSpPr>
        <p:spPr>
          <a:xfrm>
            <a:off x="508830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GT_10833">
            <a:extLst>
              <a:ext uri="{FF2B5EF4-FFF2-40B4-BE49-F238E27FC236}">
                <a16:creationId xmlns:a16="http://schemas.microsoft.com/office/drawing/2014/main" id="{C34C1372-515F-4E40-B22C-5301A35F6EA1}"/>
              </a:ext>
            </a:extLst>
          </p:cNvPr>
          <p:cNvSpPr>
            <a:spLocks noGrp="1"/>
          </p:cNvSpPr>
          <p:nvPr/>
        </p:nvSpPr>
        <p:spPr>
          <a:xfrm>
            <a:off x="502047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GT_10834">
            <a:extLst>
              <a:ext uri="{FF2B5EF4-FFF2-40B4-BE49-F238E27FC236}">
                <a16:creationId xmlns:a16="http://schemas.microsoft.com/office/drawing/2014/main" id="{ACB6A75B-0C02-4C7B-92B3-3A6C74D00878}"/>
              </a:ext>
            </a:extLst>
          </p:cNvPr>
          <p:cNvSpPr>
            <a:spLocks noGrp="1"/>
          </p:cNvSpPr>
          <p:nvPr/>
        </p:nvSpPr>
        <p:spPr>
          <a:xfrm>
            <a:off x="5063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GT_10835">
            <a:extLst>
              <a:ext uri="{FF2B5EF4-FFF2-40B4-BE49-F238E27FC236}">
                <a16:creationId xmlns:a16="http://schemas.microsoft.com/office/drawing/2014/main" id="{B8E83DBF-7F45-42B1-A1BD-E4736BEABD29}"/>
              </a:ext>
            </a:extLst>
          </p:cNvPr>
          <p:cNvSpPr>
            <a:spLocks noGrp="1"/>
          </p:cNvSpPr>
          <p:nvPr/>
        </p:nvSpPr>
        <p:spPr>
          <a:xfrm>
            <a:off x="508634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GT_10836">
            <a:extLst>
              <a:ext uri="{FF2B5EF4-FFF2-40B4-BE49-F238E27FC236}">
                <a16:creationId xmlns:a16="http://schemas.microsoft.com/office/drawing/2014/main" id="{9057547A-5957-46EC-8058-925CD2113638}"/>
              </a:ext>
            </a:extLst>
          </p:cNvPr>
          <p:cNvSpPr>
            <a:spLocks noGrp="1"/>
          </p:cNvSpPr>
          <p:nvPr/>
        </p:nvSpPr>
        <p:spPr>
          <a:xfrm>
            <a:off x="515147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GT_10837">
            <a:extLst>
              <a:ext uri="{FF2B5EF4-FFF2-40B4-BE49-F238E27FC236}">
                <a16:creationId xmlns:a16="http://schemas.microsoft.com/office/drawing/2014/main" id="{15E878F1-C69A-475A-BCAA-2F65B03CDA6C}"/>
              </a:ext>
            </a:extLst>
          </p:cNvPr>
          <p:cNvSpPr>
            <a:spLocks noGrp="1"/>
          </p:cNvSpPr>
          <p:nvPr/>
        </p:nvSpPr>
        <p:spPr>
          <a:xfrm>
            <a:off x="50096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GT_10838">
            <a:extLst>
              <a:ext uri="{FF2B5EF4-FFF2-40B4-BE49-F238E27FC236}">
                <a16:creationId xmlns:a16="http://schemas.microsoft.com/office/drawing/2014/main" id="{5A311959-263B-4F40-81F2-117FC34FC80C}"/>
              </a:ext>
            </a:extLst>
          </p:cNvPr>
          <p:cNvSpPr>
            <a:spLocks noGrp="1"/>
          </p:cNvSpPr>
          <p:nvPr/>
        </p:nvSpPr>
        <p:spPr>
          <a:xfrm>
            <a:off x="49883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GT_10839">
            <a:extLst>
              <a:ext uri="{FF2B5EF4-FFF2-40B4-BE49-F238E27FC236}">
                <a16:creationId xmlns:a16="http://schemas.microsoft.com/office/drawing/2014/main" id="{2D195490-F8BD-4A1B-ADDF-2AD62857A5BC}"/>
              </a:ext>
            </a:extLst>
          </p:cNvPr>
          <p:cNvSpPr>
            <a:spLocks noGrp="1"/>
          </p:cNvSpPr>
          <p:nvPr/>
        </p:nvSpPr>
        <p:spPr>
          <a:xfrm>
            <a:off x="66817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GT_10840">
            <a:extLst>
              <a:ext uri="{FF2B5EF4-FFF2-40B4-BE49-F238E27FC236}">
                <a16:creationId xmlns:a16="http://schemas.microsoft.com/office/drawing/2014/main" id="{006869E8-FD27-4F52-81E9-D5528600DBEF}"/>
              </a:ext>
            </a:extLst>
          </p:cNvPr>
          <p:cNvSpPr>
            <a:spLocks noGrp="1"/>
          </p:cNvSpPr>
          <p:nvPr/>
        </p:nvSpPr>
        <p:spPr>
          <a:xfrm>
            <a:off x="66477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GT_10841">
            <a:extLst>
              <a:ext uri="{FF2B5EF4-FFF2-40B4-BE49-F238E27FC236}">
                <a16:creationId xmlns:a16="http://schemas.microsoft.com/office/drawing/2014/main" id="{8D1A8CB2-9F3E-4688-A3DE-5825BAC41A6A}"/>
              </a:ext>
            </a:extLst>
          </p:cNvPr>
          <p:cNvSpPr>
            <a:spLocks noGrp="1"/>
          </p:cNvSpPr>
          <p:nvPr/>
        </p:nvSpPr>
        <p:spPr>
          <a:xfrm>
            <a:off x="65747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GT_10842">
            <a:extLst>
              <a:ext uri="{FF2B5EF4-FFF2-40B4-BE49-F238E27FC236}">
                <a16:creationId xmlns:a16="http://schemas.microsoft.com/office/drawing/2014/main" id="{E613A8DD-E21B-4486-B9CC-B122DF7BFE6E}"/>
              </a:ext>
            </a:extLst>
          </p:cNvPr>
          <p:cNvSpPr>
            <a:spLocks noGrp="1"/>
          </p:cNvSpPr>
          <p:nvPr/>
        </p:nvSpPr>
        <p:spPr>
          <a:xfrm>
            <a:off x="6532293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GT_10843">
            <a:extLst>
              <a:ext uri="{FF2B5EF4-FFF2-40B4-BE49-F238E27FC236}">
                <a16:creationId xmlns:a16="http://schemas.microsoft.com/office/drawing/2014/main" id="{198229F2-0331-44EA-A0D2-C035C1D30848}"/>
              </a:ext>
            </a:extLst>
          </p:cNvPr>
          <p:cNvSpPr>
            <a:spLocks noGrp="1"/>
          </p:cNvSpPr>
          <p:nvPr/>
        </p:nvSpPr>
        <p:spPr>
          <a:xfrm>
            <a:off x="654526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GT_10844">
            <a:extLst>
              <a:ext uri="{FF2B5EF4-FFF2-40B4-BE49-F238E27FC236}">
                <a16:creationId xmlns:a16="http://schemas.microsoft.com/office/drawing/2014/main" id="{A003F18D-CF98-4409-97A9-66229B700411}"/>
              </a:ext>
            </a:extLst>
          </p:cNvPr>
          <p:cNvSpPr>
            <a:spLocks noGrp="1"/>
          </p:cNvSpPr>
          <p:nvPr/>
        </p:nvSpPr>
        <p:spPr>
          <a:xfrm>
            <a:off x="65468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GT_10845">
            <a:extLst>
              <a:ext uri="{FF2B5EF4-FFF2-40B4-BE49-F238E27FC236}">
                <a16:creationId xmlns:a16="http://schemas.microsoft.com/office/drawing/2014/main" id="{E73ABFA5-D579-43CE-85D0-2785098584CB}"/>
              </a:ext>
            </a:extLst>
          </p:cNvPr>
          <p:cNvSpPr>
            <a:spLocks noGrp="1"/>
          </p:cNvSpPr>
          <p:nvPr/>
        </p:nvSpPr>
        <p:spPr>
          <a:xfrm>
            <a:off x="66048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GT_10846">
            <a:extLst>
              <a:ext uri="{FF2B5EF4-FFF2-40B4-BE49-F238E27FC236}">
                <a16:creationId xmlns:a16="http://schemas.microsoft.com/office/drawing/2014/main" id="{8E1152AB-AAE6-4BC7-A807-1E1B5C068961}"/>
              </a:ext>
            </a:extLst>
          </p:cNvPr>
          <p:cNvSpPr>
            <a:spLocks noGrp="1"/>
          </p:cNvSpPr>
          <p:nvPr/>
        </p:nvSpPr>
        <p:spPr>
          <a:xfrm>
            <a:off x="64976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GT_10847">
            <a:extLst>
              <a:ext uri="{FF2B5EF4-FFF2-40B4-BE49-F238E27FC236}">
                <a16:creationId xmlns:a16="http://schemas.microsoft.com/office/drawing/2014/main" id="{929BA8C4-4AA7-4C6C-A902-3C0EFAF22F09}"/>
              </a:ext>
            </a:extLst>
          </p:cNvPr>
          <p:cNvSpPr>
            <a:spLocks noGrp="1"/>
          </p:cNvSpPr>
          <p:nvPr/>
        </p:nvSpPr>
        <p:spPr>
          <a:xfrm>
            <a:off x="666404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GT_10848">
            <a:extLst>
              <a:ext uri="{FF2B5EF4-FFF2-40B4-BE49-F238E27FC236}">
                <a16:creationId xmlns:a16="http://schemas.microsoft.com/office/drawing/2014/main" id="{4E394C78-E2A5-4A89-831B-7C055990BB9F}"/>
              </a:ext>
            </a:extLst>
          </p:cNvPr>
          <p:cNvSpPr>
            <a:spLocks noGrp="1"/>
          </p:cNvSpPr>
          <p:nvPr/>
        </p:nvSpPr>
        <p:spPr>
          <a:xfrm>
            <a:off x="66828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GT_10849">
            <a:extLst>
              <a:ext uri="{FF2B5EF4-FFF2-40B4-BE49-F238E27FC236}">
                <a16:creationId xmlns:a16="http://schemas.microsoft.com/office/drawing/2014/main" id="{A60A286E-F1BC-45FB-843A-0133D515B3F7}"/>
              </a:ext>
            </a:extLst>
          </p:cNvPr>
          <p:cNvSpPr>
            <a:spLocks noGrp="1"/>
          </p:cNvSpPr>
          <p:nvPr/>
        </p:nvSpPr>
        <p:spPr>
          <a:xfrm>
            <a:off x="6516663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GT_10850">
            <a:extLst>
              <a:ext uri="{FF2B5EF4-FFF2-40B4-BE49-F238E27FC236}">
                <a16:creationId xmlns:a16="http://schemas.microsoft.com/office/drawing/2014/main" id="{A06D3438-4B9D-4849-B7D2-CD93BAA60F1E}"/>
              </a:ext>
            </a:extLst>
          </p:cNvPr>
          <p:cNvSpPr>
            <a:spLocks noGrp="1"/>
          </p:cNvSpPr>
          <p:nvPr/>
        </p:nvSpPr>
        <p:spPr>
          <a:xfrm>
            <a:off x="66257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GT_10851">
            <a:extLst>
              <a:ext uri="{FF2B5EF4-FFF2-40B4-BE49-F238E27FC236}">
                <a16:creationId xmlns:a16="http://schemas.microsoft.com/office/drawing/2014/main" id="{85150FBC-511D-4AED-8E8C-9B0E0AC1DB3B}"/>
              </a:ext>
            </a:extLst>
          </p:cNvPr>
          <p:cNvSpPr>
            <a:spLocks noGrp="1"/>
          </p:cNvSpPr>
          <p:nvPr/>
        </p:nvSpPr>
        <p:spPr>
          <a:xfrm>
            <a:off x="6726096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GT_10852">
            <a:extLst>
              <a:ext uri="{FF2B5EF4-FFF2-40B4-BE49-F238E27FC236}">
                <a16:creationId xmlns:a16="http://schemas.microsoft.com/office/drawing/2014/main" id="{5296AECD-6414-4A64-A090-D7ADEAB46870}"/>
              </a:ext>
            </a:extLst>
          </p:cNvPr>
          <p:cNvSpPr>
            <a:spLocks noGrp="1"/>
          </p:cNvSpPr>
          <p:nvPr/>
        </p:nvSpPr>
        <p:spPr>
          <a:xfrm>
            <a:off x="672118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GT_10853">
            <a:extLst>
              <a:ext uri="{FF2B5EF4-FFF2-40B4-BE49-F238E27FC236}">
                <a16:creationId xmlns:a16="http://schemas.microsoft.com/office/drawing/2014/main" id="{1F505461-9DB2-40B0-A732-9F3CFBA9B516}"/>
              </a:ext>
            </a:extLst>
          </p:cNvPr>
          <p:cNvSpPr>
            <a:spLocks noGrp="1"/>
          </p:cNvSpPr>
          <p:nvPr/>
        </p:nvSpPr>
        <p:spPr>
          <a:xfrm>
            <a:off x="653380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GT_10854">
            <a:extLst>
              <a:ext uri="{FF2B5EF4-FFF2-40B4-BE49-F238E27FC236}">
                <a16:creationId xmlns:a16="http://schemas.microsoft.com/office/drawing/2014/main" id="{CCF77BB4-2A0F-4990-A073-83E21A9AE69F}"/>
              </a:ext>
            </a:extLst>
          </p:cNvPr>
          <p:cNvSpPr>
            <a:spLocks noGrp="1"/>
          </p:cNvSpPr>
          <p:nvPr/>
        </p:nvSpPr>
        <p:spPr>
          <a:xfrm>
            <a:off x="65333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GT_10855">
            <a:extLst>
              <a:ext uri="{FF2B5EF4-FFF2-40B4-BE49-F238E27FC236}">
                <a16:creationId xmlns:a16="http://schemas.microsoft.com/office/drawing/2014/main" id="{E9667383-0B57-424D-81D0-1C265A9A4518}"/>
              </a:ext>
            </a:extLst>
          </p:cNvPr>
          <p:cNvSpPr>
            <a:spLocks noGrp="1"/>
          </p:cNvSpPr>
          <p:nvPr/>
        </p:nvSpPr>
        <p:spPr>
          <a:xfrm>
            <a:off x="652207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GT_10856">
            <a:extLst>
              <a:ext uri="{FF2B5EF4-FFF2-40B4-BE49-F238E27FC236}">
                <a16:creationId xmlns:a16="http://schemas.microsoft.com/office/drawing/2014/main" id="{F74B9A6D-5C56-4534-BAC2-983790B8CE26}"/>
              </a:ext>
            </a:extLst>
          </p:cNvPr>
          <p:cNvSpPr>
            <a:spLocks noGrp="1"/>
          </p:cNvSpPr>
          <p:nvPr/>
        </p:nvSpPr>
        <p:spPr>
          <a:xfrm>
            <a:off x="66509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GT_10857">
            <a:extLst>
              <a:ext uri="{FF2B5EF4-FFF2-40B4-BE49-F238E27FC236}">
                <a16:creationId xmlns:a16="http://schemas.microsoft.com/office/drawing/2014/main" id="{0502FCF5-BD95-430B-BFD0-CD911CEB5683}"/>
              </a:ext>
            </a:extLst>
          </p:cNvPr>
          <p:cNvSpPr>
            <a:spLocks noGrp="1"/>
          </p:cNvSpPr>
          <p:nvPr/>
        </p:nvSpPr>
        <p:spPr>
          <a:xfrm>
            <a:off x="6630203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GT_10858">
            <a:extLst>
              <a:ext uri="{FF2B5EF4-FFF2-40B4-BE49-F238E27FC236}">
                <a16:creationId xmlns:a16="http://schemas.microsoft.com/office/drawing/2014/main" id="{05074913-FD68-4283-9E80-864A20E07EEF}"/>
              </a:ext>
            </a:extLst>
          </p:cNvPr>
          <p:cNvSpPr>
            <a:spLocks noGrp="1"/>
          </p:cNvSpPr>
          <p:nvPr/>
        </p:nvSpPr>
        <p:spPr>
          <a:xfrm>
            <a:off x="6538517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GT_10859">
            <a:extLst>
              <a:ext uri="{FF2B5EF4-FFF2-40B4-BE49-F238E27FC236}">
                <a16:creationId xmlns:a16="http://schemas.microsoft.com/office/drawing/2014/main" id="{F764E050-ECD2-4646-B798-A7D9EB6276BA}"/>
              </a:ext>
            </a:extLst>
          </p:cNvPr>
          <p:cNvSpPr>
            <a:spLocks noGrp="1"/>
          </p:cNvSpPr>
          <p:nvPr/>
        </p:nvSpPr>
        <p:spPr>
          <a:xfrm>
            <a:off x="67269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GT_10860">
            <a:extLst>
              <a:ext uri="{FF2B5EF4-FFF2-40B4-BE49-F238E27FC236}">
                <a16:creationId xmlns:a16="http://schemas.microsoft.com/office/drawing/2014/main" id="{D89E6DBD-8E9D-4C7E-8600-281072E102A5}"/>
              </a:ext>
            </a:extLst>
          </p:cNvPr>
          <p:cNvSpPr>
            <a:spLocks noGrp="1"/>
          </p:cNvSpPr>
          <p:nvPr/>
        </p:nvSpPr>
        <p:spPr>
          <a:xfrm>
            <a:off x="655591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GT_10861">
            <a:extLst>
              <a:ext uri="{FF2B5EF4-FFF2-40B4-BE49-F238E27FC236}">
                <a16:creationId xmlns:a16="http://schemas.microsoft.com/office/drawing/2014/main" id="{108EDD00-4E89-4EC4-A3E4-C46223A911EB}"/>
              </a:ext>
            </a:extLst>
          </p:cNvPr>
          <p:cNvSpPr>
            <a:spLocks noGrp="1"/>
          </p:cNvSpPr>
          <p:nvPr/>
        </p:nvSpPr>
        <p:spPr>
          <a:xfrm>
            <a:off x="6629111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GT_10862">
            <a:extLst>
              <a:ext uri="{FF2B5EF4-FFF2-40B4-BE49-F238E27FC236}">
                <a16:creationId xmlns:a16="http://schemas.microsoft.com/office/drawing/2014/main" id="{F6F8865F-CCD7-4048-8096-0FE17B1DFD6F}"/>
              </a:ext>
            </a:extLst>
          </p:cNvPr>
          <p:cNvSpPr>
            <a:spLocks noGrp="1"/>
          </p:cNvSpPr>
          <p:nvPr/>
        </p:nvSpPr>
        <p:spPr>
          <a:xfrm>
            <a:off x="6574768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GT_10863">
            <a:extLst>
              <a:ext uri="{FF2B5EF4-FFF2-40B4-BE49-F238E27FC236}">
                <a16:creationId xmlns:a16="http://schemas.microsoft.com/office/drawing/2014/main" id="{66C43672-5F28-4031-9A5A-D91C274368DF}"/>
              </a:ext>
            </a:extLst>
          </p:cNvPr>
          <p:cNvSpPr>
            <a:spLocks noGrp="1"/>
          </p:cNvSpPr>
          <p:nvPr/>
        </p:nvSpPr>
        <p:spPr>
          <a:xfrm>
            <a:off x="6644963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GT_10864">
            <a:extLst>
              <a:ext uri="{FF2B5EF4-FFF2-40B4-BE49-F238E27FC236}">
                <a16:creationId xmlns:a16="http://schemas.microsoft.com/office/drawing/2014/main" id="{CEDD0904-8954-4F14-8203-74669D59BC21}"/>
              </a:ext>
            </a:extLst>
          </p:cNvPr>
          <p:cNvSpPr>
            <a:spLocks noGrp="1"/>
          </p:cNvSpPr>
          <p:nvPr/>
        </p:nvSpPr>
        <p:spPr>
          <a:xfrm>
            <a:off x="6731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GT_10865">
            <a:extLst>
              <a:ext uri="{FF2B5EF4-FFF2-40B4-BE49-F238E27FC236}">
                <a16:creationId xmlns:a16="http://schemas.microsoft.com/office/drawing/2014/main" id="{D3E4BEE2-FBF5-4016-809E-C64A7693DF8E}"/>
              </a:ext>
            </a:extLst>
          </p:cNvPr>
          <p:cNvSpPr>
            <a:spLocks noGrp="1"/>
          </p:cNvSpPr>
          <p:nvPr/>
        </p:nvSpPr>
        <p:spPr>
          <a:xfrm>
            <a:off x="6698904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GT_10866">
            <a:extLst>
              <a:ext uri="{FF2B5EF4-FFF2-40B4-BE49-F238E27FC236}">
                <a16:creationId xmlns:a16="http://schemas.microsoft.com/office/drawing/2014/main" id="{BD0DF3E0-3D39-4502-B7B0-A248FA707DCE}"/>
              </a:ext>
            </a:extLst>
          </p:cNvPr>
          <p:cNvSpPr>
            <a:spLocks noGrp="1"/>
          </p:cNvSpPr>
          <p:nvPr/>
        </p:nvSpPr>
        <p:spPr>
          <a:xfrm>
            <a:off x="652161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GT_10867">
            <a:extLst>
              <a:ext uri="{FF2B5EF4-FFF2-40B4-BE49-F238E27FC236}">
                <a16:creationId xmlns:a16="http://schemas.microsoft.com/office/drawing/2014/main" id="{FF935178-901C-46E9-B925-544501C4D121}"/>
              </a:ext>
            </a:extLst>
          </p:cNvPr>
          <p:cNvSpPr>
            <a:spLocks noGrp="1"/>
          </p:cNvSpPr>
          <p:nvPr/>
        </p:nvSpPr>
        <p:spPr>
          <a:xfrm>
            <a:off x="6716575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GT_10868">
            <a:extLst>
              <a:ext uri="{FF2B5EF4-FFF2-40B4-BE49-F238E27FC236}">
                <a16:creationId xmlns:a16="http://schemas.microsoft.com/office/drawing/2014/main" id="{F9C3E782-4DA2-497E-973A-99551589F704}"/>
              </a:ext>
            </a:extLst>
          </p:cNvPr>
          <p:cNvSpPr>
            <a:spLocks noGrp="1"/>
          </p:cNvSpPr>
          <p:nvPr/>
        </p:nvSpPr>
        <p:spPr>
          <a:xfrm>
            <a:off x="6561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GT_10869">
            <a:extLst>
              <a:ext uri="{FF2B5EF4-FFF2-40B4-BE49-F238E27FC236}">
                <a16:creationId xmlns:a16="http://schemas.microsoft.com/office/drawing/2014/main" id="{B6BF9CF2-45A8-44AC-92CF-1669BA5F37CF}"/>
              </a:ext>
            </a:extLst>
          </p:cNvPr>
          <p:cNvSpPr>
            <a:spLocks noGrp="1"/>
          </p:cNvSpPr>
          <p:nvPr/>
        </p:nvSpPr>
        <p:spPr>
          <a:xfrm>
            <a:off x="67177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GT_10870">
            <a:extLst>
              <a:ext uri="{FF2B5EF4-FFF2-40B4-BE49-F238E27FC236}">
                <a16:creationId xmlns:a16="http://schemas.microsoft.com/office/drawing/2014/main" id="{E155BC6E-F65A-42A3-9831-6425D45CDF34}"/>
              </a:ext>
            </a:extLst>
          </p:cNvPr>
          <p:cNvSpPr>
            <a:spLocks noGrp="1"/>
          </p:cNvSpPr>
          <p:nvPr/>
        </p:nvSpPr>
        <p:spPr>
          <a:xfrm>
            <a:off x="6702344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GT_10871">
            <a:extLst>
              <a:ext uri="{FF2B5EF4-FFF2-40B4-BE49-F238E27FC236}">
                <a16:creationId xmlns:a16="http://schemas.microsoft.com/office/drawing/2014/main" id="{F2DDDEB2-84B5-4348-A258-9F306F161D4B}"/>
              </a:ext>
            </a:extLst>
          </p:cNvPr>
          <p:cNvSpPr>
            <a:spLocks noGrp="1"/>
          </p:cNvSpPr>
          <p:nvPr/>
        </p:nvSpPr>
        <p:spPr>
          <a:xfrm>
            <a:off x="6558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GT_10872">
            <a:extLst>
              <a:ext uri="{FF2B5EF4-FFF2-40B4-BE49-F238E27FC236}">
                <a16:creationId xmlns:a16="http://schemas.microsoft.com/office/drawing/2014/main" id="{03091ED3-E118-43E1-947D-FCCF342EEF43}"/>
              </a:ext>
            </a:extLst>
          </p:cNvPr>
          <p:cNvSpPr>
            <a:spLocks noGrp="1"/>
          </p:cNvSpPr>
          <p:nvPr/>
        </p:nvSpPr>
        <p:spPr>
          <a:xfrm>
            <a:off x="6576263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GT_10873">
            <a:extLst>
              <a:ext uri="{FF2B5EF4-FFF2-40B4-BE49-F238E27FC236}">
                <a16:creationId xmlns:a16="http://schemas.microsoft.com/office/drawing/2014/main" id="{43F5F881-3968-4138-8090-AC2E5036EFCA}"/>
              </a:ext>
            </a:extLst>
          </p:cNvPr>
          <p:cNvSpPr>
            <a:spLocks noGrp="1"/>
          </p:cNvSpPr>
          <p:nvPr/>
        </p:nvSpPr>
        <p:spPr>
          <a:xfrm>
            <a:off x="65716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GT_10874">
            <a:extLst>
              <a:ext uri="{FF2B5EF4-FFF2-40B4-BE49-F238E27FC236}">
                <a16:creationId xmlns:a16="http://schemas.microsoft.com/office/drawing/2014/main" id="{86BAEA3C-6DCA-4B70-A78E-A19BE790427A}"/>
              </a:ext>
            </a:extLst>
          </p:cNvPr>
          <p:cNvSpPr>
            <a:spLocks noGrp="1"/>
          </p:cNvSpPr>
          <p:nvPr/>
        </p:nvSpPr>
        <p:spPr>
          <a:xfrm>
            <a:off x="667347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GT_10875">
            <a:extLst>
              <a:ext uri="{FF2B5EF4-FFF2-40B4-BE49-F238E27FC236}">
                <a16:creationId xmlns:a16="http://schemas.microsoft.com/office/drawing/2014/main" id="{65FE2578-54E3-4D95-BAF3-7EAEC4477C68}"/>
              </a:ext>
            </a:extLst>
          </p:cNvPr>
          <p:cNvSpPr>
            <a:spLocks noGrp="1"/>
          </p:cNvSpPr>
          <p:nvPr/>
        </p:nvSpPr>
        <p:spPr>
          <a:xfrm>
            <a:off x="65247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GT_10876">
            <a:extLst>
              <a:ext uri="{FF2B5EF4-FFF2-40B4-BE49-F238E27FC236}">
                <a16:creationId xmlns:a16="http://schemas.microsoft.com/office/drawing/2014/main" id="{EDA5D6D0-D313-4202-935B-2C9D926B4183}"/>
              </a:ext>
            </a:extLst>
          </p:cNvPr>
          <p:cNvSpPr>
            <a:spLocks noGrp="1"/>
          </p:cNvSpPr>
          <p:nvPr/>
        </p:nvSpPr>
        <p:spPr>
          <a:xfrm>
            <a:off x="6727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GT_10877">
            <a:extLst>
              <a:ext uri="{FF2B5EF4-FFF2-40B4-BE49-F238E27FC236}">
                <a16:creationId xmlns:a16="http://schemas.microsoft.com/office/drawing/2014/main" id="{D5F554CA-8464-408D-8B04-BC915F6C81D3}"/>
              </a:ext>
            </a:extLst>
          </p:cNvPr>
          <p:cNvSpPr>
            <a:spLocks noGrp="1"/>
          </p:cNvSpPr>
          <p:nvPr/>
        </p:nvSpPr>
        <p:spPr>
          <a:xfrm>
            <a:off x="655725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GT_10878">
            <a:extLst>
              <a:ext uri="{FF2B5EF4-FFF2-40B4-BE49-F238E27FC236}">
                <a16:creationId xmlns:a16="http://schemas.microsoft.com/office/drawing/2014/main" id="{8177E4E4-6E8D-4860-B935-EDF1C1DF386D}"/>
              </a:ext>
            </a:extLst>
          </p:cNvPr>
          <p:cNvSpPr>
            <a:spLocks noGrp="1"/>
          </p:cNvSpPr>
          <p:nvPr/>
        </p:nvSpPr>
        <p:spPr>
          <a:xfrm>
            <a:off x="6517232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GT_10879">
            <a:extLst>
              <a:ext uri="{FF2B5EF4-FFF2-40B4-BE49-F238E27FC236}">
                <a16:creationId xmlns:a16="http://schemas.microsoft.com/office/drawing/2014/main" id="{9F052276-8050-4E3E-887D-505C46BFB575}"/>
              </a:ext>
            </a:extLst>
          </p:cNvPr>
          <p:cNvSpPr>
            <a:spLocks noGrp="1"/>
          </p:cNvSpPr>
          <p:nvPr/>
        </p:nvSpPr>
        <p:spPr>
          <a:xfrm>
            <a:off x="650711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GT_10880">
            <a:extLst>
              <a:ext uri="{FF2B5EF4-FFF2-40B4-BE49-F238E27FC236}">
                <a16:creationId xmlns:a16="http://schemas.microsoft.com/office/drawing/2014/main" id="{D22E77A9-4F86-4179-A2A4-358961AFBACF}"/>
              </a:ext>
            </a:extLst>
          </p:cNvPr>
          <p:cNvSpPr>
            <a:spLocks noGrp="1"/>
          </p:cNvSpPr>
          <p:nvPr/>
        </p:nvSpPr>
        <p:spPr>
          <a:xfrm>
            <a:off x="663817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GT_10881">
            <a:extLst>
              <a:ext uri="{FF2B5EF4-FFF2-40B4-BE49-F238E27FC236}">
                <a16:creationId xmlns:a16="http://schemas.microsoft.com/office/drawing/2014/main" id="{65B2538A-5E26-4171-822F-F424CFB71E58}"/>
              </a:ext>
            </a:extLst>
          </p:cNvPr>
          <p:cNvSpPr>
            <a:spLocks noGrp="1"/>
          </p:cNvSpPr>
          <p:nvPr/>
        </p:nvSpPr>
        <p:spPr>
          <a:xfrm>
            <a:off x="65168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GT_10882">
            <a:extLst>
              <a:ext uri="{FF2B5EF4-FFF2-40B4-BE49-F238E27FC236}">
                <a16:creationId xmlns:a16="http://schemas.microsoft.com/office/drawing/2014/main" id="{F8ED61B4-3035-43A5-AE39-420368BEA1FD}"/>
              </a:ext>
            </a:extLst>
          </p:cNvPr>
          <p:cNvSpPr>
            <a:spLocks noGrp="1"/>
          </p:cNvSpPr>
          <p:nvPr/>
        </p:nvSpPr>
        <p:spPr>
          <a:xfrm>
            <a:off x="6540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GT_10883">
            <a:extLst>
              <a:ext uri="{FF2B5EF4-FFF2-40B4-BE49-F238E27FC236}">
                <a16:creationId xmlns:a16="http://schemas.microsoft.com/office/drawing/2014/main" id="{2A43DD60-5FF1-4448-96B1-B0191ADABC10}"/>
              </a:ext>
            </a:extLst>
          </p:cNvPr>
          <p:cNvSpPr>
            <a:spLocks noGrp="1"/>
          </p:cNvSpPr>
          <p:nvPr/>
        </p:nvSpPr>
        <p:spPr>
          <a:xfrm>
            <a:off x="67290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GT_10884">
            <a:extLst>
              <a:ext uri="{FF2B5EF4-FFF2-40B4-BE49-F238E27FC236}">
                <a16:creationId xmlns:a16="http://schemas.microsoft.com/office/drawing/2014/main" id="{A2D431A3-8C00-4801-924D-954605DF00A4}"/>
              </a:ext>
            </a:extLst>
          </p:cNvPr>
          <p:cNvSpPr>
            <a:spLocks noGrp="1"/>
          </p:cNvSpPr>
          <p:nvPr/>
        </p:nvSpPr>
        <p:spPr>
          <a:xfrm>
            <a:off x="6497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GT_10885">
            <a:extLst>
              <a:ext uri="{FF2B5EF4-FFF2-40B4-BE49-F238E27FC236}">
                <a16:creationId xmlns:a16="http://schemas.microsoft.com/office/drawing/2014/main" id="{6A5CB667-9449-479E-AC1C-ABE8EDA22063}"/>
              </a:ext>
            </a:extLst>
          </p:cNvPr>
          <p:cNvSpPr>
            <a:spLocks noGrp="1"/>
          </p:cNvSpPr>
          <p:nvPr/>
        </p:nvSpPr>
        <p:spPr>
          <a:xfrm>
            <a:off x="6737829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GT_10886">
            <a:extLst>
              <a:ext uri="{FF2B5EF4-FFF2-40B4-BE49-F238E27FC236}">
                <a16:creationId xmlns:a16="http://schemas.microsoft.com/office/drawing/2014/main" id="{8A111F4C-E949-441B-9F75-3141045AD6CC}"/>
              </a:ext>
            </a:extLst>
          </p:cNvPr>
          <p:cNvSpPr>
            <a:spLocks noGrp="1"/>
          </p:cNvSpPr>
          <p:nvPr/>
        </p:nvSpPr>
        <p:spPr>
          <a:xfrm>
            <a:off x="66321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GT_10887">
            <a:extLst>
              <a:ext uri="{FF2B5EF4-FFF2-40B4-BE49-F238E27FC236}">
                <a16:creationId xmlns:a16="http://schemas.microsoft.com/office/drawing/2014/main" id="{2974E635-6287-4147-A552-5B4CBBDD20BE}"/>
              </a:ext>
            </a:extLst>
          </p:cNvPr>
          <p:cNvSpPr>
            <a:spLocks noGrp="1"/>
          </p:cNvSpPr>
          <p:nvPr/>
        </p:nvSpPr>
        <p:spPr>
          <a:xfrm>
            <a:off x="652086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GT_10888">
            <a:extLst>
              <a:ext uri="{FF2B5EF4-FFF2-40B4-BE49-F238E27FC236}">
                <a16:creationId xmlns:a16="http://schemas.microsoft.com/office/drawing/2014/main" id="{DF1D1007-7602-40FC-A887-22881C8EE5FA}"/>
              </a:ext>
            </a:extLst>
          </p:cNvPr>
          <p:cNvSpPr>
            <a:spLocks noGrp="1"/>
          </p:cNvSpPr>
          <p:nvPr/>
        </p:nvSpPr>
        <p:spPr>
          <a:xfrm>
            <a:off x="6679456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GT_10889">
            <a:extLst>
              <a:ext uri="{FF2B5EF4-FFF2-40B4-BE49-F238E27FC236}">
                <a16:creationId xmlns:a16="http://schemas.microsoft.com/office/drawing/2014/main" id="{CB4407FE-C1FB-4F17-8EEE-42B3461D6AD3}"/>
              </a:ext>
            </a:extLst>
          </p:cNvPr>
          <p:cNvSpPr>
            <a:spLocks noGrp="1"/>
          </p:cNvSpPr>
          <p:nvPr/>
        </p:nvSpPr>
        <p:spPr>
          <a:xfrm>
            <a:off x="66174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GT_10890">
            <a:extLst>
              <a:ext uri="{FF2B5EF4-FFF2-40B4-BE49-F238E27FC236}">
                <a16:creationId xmlns:a16="http://schemas.microsoft.com/office/drawing/2014/main" id="{F57CFE28-1F7F-4E3C-91F6-3F49A31F25B5}"/>
              </a:ext>
            </a:extLst>
          </p:cNvPr>
          <p:cNvSpPr>
            <a:spLocks noGrp="1"/>
          </p:cNvSpPr>
          <p:nvPr/>
        </p:nvSpPr>
        <p:spPr>
          <a:xfrm>
            <a:off x="66736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GT_10891">
            <a:extLst>
              <a:ext uri="{FF2B5EF4-FFF2-40B4-BE49-F238E27FC236}">
                <a16:creationId xmlns:a16="http://schemas.microsoft.com/office/drawing/2014/main" id="{F5666DDB-F4CC-4695-B139-B4A8AD32C029}"/>
              </a:ext>
            </a:extLst>
          </p:cNvPr>
          <p:cNvSpPr>
            <a:spLocks noGrp="1"/>
          </p:cNvSpPr>
          <p:nvPr/>
        </p:nvSpPr>
        <p:spPr>
          <a:xfrm>
            <a:off x="6604766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GT_10892">
            <a:extLst>
              <a:ext uri="{FF2B5EF4-FFF2-40B4-BE49-F238E27FC236}">
                <a16:creationId xmlns:a16="http://schemas.microsoft.com/office/drawing/2014/main" id="{F305BA0C-C11E-4B63-B239-E7F665853714}"/>
              </a:ext>
            </a:extLst>
          </p:cNvPr>
          <p:cNvSpPr>
            <a:spLocks noGrp="1"/>
          </p:cNvSpPr>
          <p:nvPr/>
        </p:nvSpPr>
        <p:spPr>
          <a:xfrm>
            <a:off x="6664491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GT_10893">
            <a:extLst>
              <a:ext uri="{FF2B5EF4-FFF2-40B4-BE49-F238E27FC236}">
                <a16:creationId xmlns:a16="http://schemas.microsoft.com/office/drawing/2014/main" id="{F48086D3-DCDD-4824-BB69-304FC4EE4985}"/>
              </a:ext>
            </a:extLst>
          </p:cNvPr>
          <p:cNvSpPr>
            <a:spLocks noGrp="1"/>
          </p:cNvSpPr>
          <p:nvPr/>
        </p:nvSpPr>
        <p:spPr>
          <a:xfrm>
            <a:off x="6556916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GT_10894">
            <a:extLst>
              <a:ext uri="{FF2B5EF4-FFF2-40B4-BE49-F238E27FC236}">
                <a16:creationId xmlns:a16="http://schemas.microsoft.com/office/drawing/2014/main" id="{B864BDF2-C25F-4EEE-AE5C-B2417B6AAEB9}"/>
              </a:ext>
            </a:extLst>
          </p:cNvPr>
          <p:cNvSpPr>
            <a:spLocks noGrp="1"/>
          </p:cNvSpPr>
          <p:nvPr/>
        </p:nvSpPr>
        <p:spPr>
          <a:xfrm>
            <a:off x="6662936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GT_10895">
            <a:extLst>
              <a:ext uri="{FF2B5EF4-FFF2-40B4-BE49-F238E27FC236}">
                <a16:creationId xmlns:a16="http://schemas.microsoft.com/office/drawing/2014/main" id="{013FE8BD-77DE-4E83-B967-B8599147657E}"/>
              </a:ext>
            </a:extLst>
          </p:cNvPr>
          <p:cNvSpPr>
            <a:spLocks noGrp="1"/>
          </p:cNvSpPr>
          <p:nvPr/>
        </p:nvSpPr>
        <p:spPr>
          <a:xfrm>
            <a:off x="6692219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GT_10896">
            <a:extLst>
              <a:ext uri="{FF2B5EF4-FFF2-40B4-BE49-F238E27FC236}">
                <a16:creationId xmlns:a16="http://schemas.microsoft.com/office/drawing/2014/main" id="{3D39220C-4FAF-4A12-A313-EC4B1F9437EC}"/>
              </a:ext>
            </a:extLst>
          </p:cNvPr>
          <p:cNvSpPr>
            <a:spLocks noGrp="1"/>
          </p:cNvSpPr>
          <p:nvPr/>
        </p:nvSpPr>
        <p:spPr>
          <a:xfrm>
            <a:off x="674252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GT_10897">
            <a:extLst>
              <a:ext uri="{FF2B5EF4-FFF2-40B4-BE49-F238E27FC236}">
                <a16:creationId xmlns:a16="http://schemas.microsoft.com/office/drawing/2014/main" id="{C9BC046E-2BD6-4436-BADB-15B63F1F32EA}"/>
              </a:ext>
            </a:extLst>
          </p:cNvPr>
          <p:cNvSpPr>
            <a:spLocks noGrp="1"/>
          </p:cNvSpPr>
          <p:nvPr/>
        </p:nvSpPr>
        <p:spPr>
          <a:xfrm>
            <a:off x="6491042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GT_10898">
            <a:extLst>
              <a:ext uri="{FF2B5EF4-FFF2-40B4-BE49-F238E27FC236}">
                <a16:creationId xmlns:a16="http://schemas.microsoft.com/office/drawing/2014/main" id="{89BF1609-14EA-4DCE-8E87-226ABF1D1FA3}"/>
              </a:ext>
            </a:extLst>
          </p:cNvPr>
          <p:cNvSpPr>
            <a:spLocks noGrp="1"/>
          </p:cNvSpPr>
          <p:nvPr/>
        </p:nvSpPr>
        <p:spPr>
          <a:xfrm>
            <a:off x="663428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GT_10899">
            <a:extLst>
              <a:ext uri="{FF2B5EF4-FFF2-40B4-BE49-F238E27FC236}">
                <a16:creationId xmlns:a16="http://schemas.microsoft.com/office/drawing/2014/main" id="{2414D0C8-2C11-4D2D-AD26-0CB425669BD0}"/>
              </a:ext>
            </a:extLst>
          </p:cNvPr>
          <p:cNvSpPr>
            <a:spLocks noGrp="1"/>
          </p:cNvSpPr>
          <p:nvPr/>
        </p:nvSpPr>
        <p:spPr>
          <a:xfrm>
            <a:off x="650590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GT_10900">
            <a:extLst>
              <a:ext uri="{FF2B5EF4-FFF2-40B4-BE49-F238E27FC236}">
                <a16:creationId xmlns:a16="http://schemas.microsoft.com/office/drawing/2014/main" id="{76FBD10C-4532-4270-8CF0-EF62B6B4A4BD}"/>
              </a:ext>
            </a:extLst>
          </p:cNvPr>
          <p:cNvSpPr>
            <a:spLocks noGrp="1"/>
          </p:cNvSpPr>
          <p:nvPr/>
        </p:nvSpPr>
        <p:spPr>
          <a:xfrm>
            <a:off x="669299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GT_10901">
            <a:extLst>
              <a:ext uri="{FF2B5EF4-FFF2-40B4-BE49-F238E27FC236}">
                <a16:creationId xmlns:a16="http://schemas.microsoft.com/office/drawing/2014/main" id="{A6702544-B47B-49BF-ABC7-76D6AC16452A}"/>
              </a:ext>
            </a:extLst>
          </p:cNvPr>
          <p:cNvSpPr>
            <a:spLocks noGrp="1"/>
          </p:cNvSpPr>
          <p:nvPr/>
        </p:nvSpPr>
        <p:spPr>
          <a:xfrm>
            <a:off x="65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GT_10902">
            <a:extLst>
              <a:ext uri="{FF2B5EF4-FFF2-40B4-BE49-F238E27FC236}">
                <a16:creationId xmlns:a16="http://schemas.microsoft.com/office/drawing/2014/main" id="{5F6FF399-5CA1-4E31-B439-9C00FD51B72C}"/>
              </a:ext>
            </a:extLst>
          </p:cNvPr>
          <p:cNvSpPr>
            <a:spLocks noGrp="1"/>
          </p:cNvSpPr>
          <p:nvPr/>
        </p:nvSpPr>
        <p:spPr>
          <a:xfrm>
            <a:off x="66240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GT_10903">
            <a:extLst>
              <a:ext uri="{FF2B5EF4-FFF2-40B4-BE49-F238E27FC236}">
                <a16:creationId xmlns:a16="http://schemas.microsoft.com/office/drawing/2014/main" id="{5EF956A0-DF00-4ABA-B299-13DDC7577A17}"/>
              </a:ext>
            </a:extLst>
          </p:cNvPr>
          <p:cNvSpPr>
            <a:spLocks noGrp="1"/>
          </p:cNvSpPr>
          <p:nvPr/>
        </p:nvSpPr>
        <p:spPr>
          <a:xfrm>
            <a:off x="6718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GT_10904">
            <a:extLst>
              <a:ext uri="{FF2B5EF4-FFF2-40B4-BE49-F238E27FC236}">
                <a16:creationId xmlns:a16="http://schemas.microsoft.com/office/drawing/2014/main" id="{22AD3856-F6FD-4FD6-A099-51E9892C16B0}"/>
              </a:ext>
            </a:extLst>
          </p:cNvPr>
          <p:cNvSpPr>
            <a:spLocks noGrp="1"/>
          </p:cNvSpPr>
          <p:nvPr/>
        </p:nvSpPr>
        <p:spPr>
          <a:xfrm>
            <a:off x="6490601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GT_10905">
            <a:extLst>
              <a:ext uri="{FF2B5EF4-FFF2-40B4-BE49-F238E27FC236}">
                <a16:creationId xmlns:a16="http://schemas.microsoft.com/office/drawing/2014/main" id="{1E194829-1025-442B-9E96-72E532D36376}"/>
              </a:ext>
            </a:extLst>
          </p:cNvPr>
          <p:cNvSpPr>
            <a:spLocks noGrp="1"/>
          </p:cNvSpPr>
          <p:nvPr/>
        </p:nvSpPr>
        <p:spPr>
          <a:xfrm>
            <a:off x="6531040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GT_10906">
            <a:extLst>
              <a:ext uri="{FF2B5EF4-FFF2-40B4-BE49-F238E27FC236}">
                <a16:creationId xmlns:a16="http://schemas.microsoft.com/office/drawing/2014/main" id="{5E4DAB2B-F7E0-4018-80EB-8640E11DB9FE}"/>
              </a:ext>
            </a:extLst>
          </p:cNvPr>
          <p:cNvSpPr>
            <a:spLocks noGrp="1"/>
          </p:cNvSpPr>
          <p:nvPr/>
        </p:nvSpPr>
        <p:spPr>
          <a:xfrm>
            <a:off x="657287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GT_10907">
            <a:extLst>
              <a:ext uri="{FF2B5EF4-FFF2-40B4-BE49-F238E27FC236}">
                <a16:creationId xmlns:a16="http://schemas.microsoft.com/office/drawing/2014/main" id="{EA0D4693-85DE-4583-8ED6-B18AC9B47B17}"/>
              </a:ext>
            </a:extLst>
          </p:cNvPr>
          <p:cNvSpPr>
            <a:spLocks noGrp="1"/>
          </p:cNvSpPr>
          <p:nvPr/>
        </p:nvSpPr>
        <p:spPr>
          <a:xfrm>
            <a:off x="6512401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GT_10908">
            <a:extLst>
              <a:ext uri="{FF2B5EF4-FFF2-40B4-BE49-F238E27FC236}">
                <a16:creationId xmlns:a16="http://schemas.microsoft.com/office/drawing/2014/main" id="{72337030-0F16-4770-8E6D-8DB45215FF09}"/>
              </a:ext>
            </a:extLst>
          </p:cNvPr>
          <p:cNvSpPr>
            <a:spLocks noGrp="1"/>
          </p:cNvSpPr>
          <p:nvPr/>
        </p:nvSpPr>
        <p:spPr>
          <a:xfrm>
            <a:off x="6652555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GT_10909">
            <a:extLst>
              <a:ext uri="{FF2B5EF4-FFF2-40B4-BE49-F238E27FC236}">
                <a16:creationId xmlns:a16="http://schemas.microsoft.com/office/drawing/2014/main" id="{CF93FADF-BB4F-4F2E-AFBE-42EFA477D97F}"/>
              </a:ext>
            </a:extLst>
          </p:cNvPr>
          <p:cNvSpPr>
            <a:spLocks noGrp="1"/>
          </p:cNvSpPr>
          <p:nvPr/>
        </p:nvSpPr>
        <p:spPr>
          <a:xfrm>
            <a:off x="6707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GT_10910">
            <a:extLst>
              <a:ext uri="{FF2B5EF4-FFF2-40B4-BE49-F238E27FC236}">
                <a16:creationId xmlns:a16="http://schemas.microsoft.com/office/drawing/2014/main" id="{BC36E763-5363-4D49-BE4C-E130B25E1BE7}"/>
              </a:ext>
            </a:extLst>
          </p:cNvPr>
          <p:cNvSpPr>
            <a:spLocks noGrp="1"/>
          </p:cNvSpPr>
          <p:nvPr/>
        </p:nvSpPr>
        <p:spPr>
          <a:xfrm>
            <a:off x="659957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GT_10911">
            <a:extLst>
              <a:ext uri="{FF2B5EF4-FFF2-40B4-BE49-F238E27FC236}">
                <a16:creationId xmlns:a16="http://schemas.microsoft.com/office/drawing/2014/main" id="{71D3FD32-F3F9-4C46-B209-FF7D0E4244AD}"/>
              </a:ext>
            </a:extLst>
          </p:cNvPr>
          <p:cNvSpPr>
            <a:spLocks noGrp="1"/>
          </p:cNvSpPr>
          <p:nvPr/>
        </p:nvSpPr>
        <p:spPr>
          <a:xfrm>
            <a:off x="66061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GT_10912">
            <a:extLst>
              <a:ext uri="{FF2B5EF4-FFF2-40B4-BE49-F238E27FC236}">
                <a16:creationId xmlns:a16="http://schemas.microsoft.com/office/drawing/2014/main" id="{EEAF946F-221A-4F67-863A-E89B3DE8CFC2}"/>
              </a:ext>
            </a:extLst>
          </p:cNvPr>
          <p:cNvSpPr>
            <a:spLocks noGrp="1"/>
          </p:cNvSpPr>
          <p:nvPr/>
        </p:nvSpPr>
        <p:spPr>
          <a:xfrm>
            <a:off x="64976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GT_10913">
            <a:extLst>
              <a:ext uri="{FF2B5EF4-FFF2-40B4-BE49-F238E27FC236}">
                <a16:creationId xmlns:a16="http://schemas.microsoft.com/office/drawing/2014/main" id="{29409D21-3563-4C94-8860-A295F57802C9}"/>
              </a:ext>
            </a:extLst>
          </p:cNvPr>
          <p:cNvSpPr>
            <a:spLocks noGrp="1"/>
          </p:cNvSpPr>
          <p:nvPr/>
        </p:nvSpPr>
        <p:spPr>
          <a:xfrm>
            <a:off x="673637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GT_10914">
            <a:extLst>
              <a:ext uri="{FF2B5EF4-FFF2-40B4-BE49-F238E27FC236}">
                <a16:creationId xmlns:a16="http://schemas.microsoft.com/office/drawing/2014/main" id="{CE76AB02-EC4C-45D3-B11A-9947B14035DD}"/>
              </a:ext>
            </a:extLst>
          </p:cNvPr>
          <p:cNvSpPr>
            <a:spLocks noGrp="1"/>
          </p:cNvSpPr>
          <p:nvPr/>
        </p:nvSpPr>
        <p:spPr>
          <a:xfrm>
            <a:off x="6644746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GT_10915">
            <a:extLst>
              <a:ext uri="{FF2B5EF4-FFF2-40B4-BE49-F238E27FC236}">
                <a16:creationId xmlns:a16="http://schemas.microsoft.com/office/drawing/2014/main" id="{93139AAD-77F6-43BC-A990-A208364AB6BD}"/>
              </a:ext>
            </a:extLst>
          </p:cNvPr>
          <p:cNvSpPr>
            <a:spLocks noGrp="1"/>
          </p:cNvSpPr>
          <p:nvPr/>
        </p:nvSpPr>
        <p:spPr>
          <a:xfrm>
            <a:off x="657949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GT_10916">
            <a:extLst>
              <a:ext uri="{FF2B5EF4-FFF2-40B4-BE49-F238E27FC236}">
                <a16:creationId xmlns:a16="http://schemas.microsoft.com/office/drawing/2014/main" id="{5FE28FA8-049A-44BD-8323-9DBC635EA534}"/>
              </a:ext>
            </a:extLst>
          </p:cNvPr>
          <p:cNvSpPr>
            <a:spLocks noGrp="1"/>
          </p:cNvSpPr>
          <p:nvPr/>
        </p:nvSpPr>
        <p:spPr>
          <a:xfrm>
            <a:off x="666682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GT_10917">
            <a:extLst>
              <a:ext uri="{FF2B5EF4-FFF2-40B4-BE49-F238E27FC236}">
                <a16:creationId xmlns:a16="http://schemas.microsoft.com/office/drawing/2014/main" id="{FC7B442E-DBD7-4D51-876D-65D1A66DCDB7}"/>
              </a:ext>
            </a:extLst>
          </p:cNvPr>
          <p:cNvSpPr>
            <a:spLocks noGrp="1"/>
          </p:cNvSpPr>
          <p:nvPr/>
        </p:nvSpPr>
        <p:spPr>
          <a:xfrm>
            <a:off x="66061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GT_10918">
            <a:extLst>
              <a:ext uri="{FF2B5EF4-FFF2-40B4-BE49-F238E27FC236}">
                <a16:creationId xmlns:a16="http://schemas.microsoft.com/office/drawing/2014/main" id="{736A3B60-4FA2-4147-A674-96F6121D8875}"/>
              </a:ext>
            </a:extLst>
          </p:cNvPr>
          <p:cNvSpPr>
            <a:spLocks noGrp="1"/>
          </p:cNvSpPr>
          <p:nvPr/>
        </p:nvSpPr>
        <p:spPr>
          <a:xfrm>
            <a:off x="6631778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GT_10919">
            <a:extLst>
              <a:ext uri="{FF2B5EF4-FFF2-40B4-BE49-F238E27FC236}">
                <a16:creationId xmlns:a16="http://schemas.microsoft.com/office/drawing/2014/main" id="{701309DA-4053-4F00-83E2-3D6B13696253}"/>
              </a:ext>
            </a:extLst>
          </p:cNvPr>
          <p:cNvSpPr>
            <a:spLocks noGrp="1"/>
          </p:cNvSpPr>
          <p:nvPr/>
        </p:nvSpPr>
        <p:spPr>
          <a:xfrm>
            <a:off x="650865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GT_10920">
            <a:extLst>
              <a:ext uri="{FF2B5EF4-FFF2-40B4-BE49-F238E27FC236}">
                <a16:creationId xmlns:a16="http://schemas.microsoft.com/office/drawing/2014/main" id="{415F1025-E129-4FD2-BCBA-25305ECD107D}"/>
              </a:ext>
            </a:extLst>
          </p:cNvPr>
          <p:cNvSpPr>
            <a:spLocks noGrp="1"/>
          </p:cNvSpPr>
          <p:nvPr/>
        </p:nvSpPr>
        <p:spPr>
          <a:xfrm>
            <a:off x="6625519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GT_10921">
            <a:extLst>
              <a:ext uri="{FF2B5EF4-FFF2-40B4-BE49-F238E27FC236}">
                <a16:creationId xmlns:a16="http://schemas.microsoft.com/office/drawing/2014/main" id="{F7DD4DD8-5AC7-47A5-AE98-5C132C60348F}"/>
              </a:ext>
            </a:extLst>
          </p:cNvPr>
          <p:cNvSpPr>
            <a:spLocks noGrp="1"/>
          </p:cNvSpPr>
          <p:nvPr/>
        </p:nvSpPr>
        <p:spPr>
          <a:xfrm>
            <a:off x="6687750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GT_10922">
            <a:extLst>
              <a:ext uri="{FF2B5EF4-FFF2-40B4-BE49-F238E27FC236}">
                <a16:creationId xmlns:a16="http://schemas.microsoft.com/office/drawing/2014/main" id="{5C503756-8C00-468D-A9F6-41734B8231E0}"/>
              </a:ext>
            </a:extLst>
          </p:cNvPr>
          <p:cNvSpPr>
            <a:spLocks noGrp="1"/>
          </p:cNvSpPr>
          <p:nvPr/>
        </p:nvSpPr>
        <p:spPr>
          <a:xfrm>
            <a:off x="651041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GT_10923">
            <a:extLst>
              <a:ext uri="{FF2B5EF4-FFF2-40B4-BE49-F238E27FC236}">
                <a16:creationId xmlns:a16="http://schemas.microsoft.com/office/drawing/2014/main" id="{4719A61F-92AB-4F52-BADB-98FF5CBD8FBD}"/>
              </a:ext>
            </a:extLst>
          </p:cNvPr>
          <p:cNvSpPr>
            <a:spLocks noGrp="1"/>
          </p:cNvSpPr>
          <p:nvPr/>
        </p:nvSpPr>
        <p:spPr>
          <a:xfrm>
            <a:off x="66469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GT_10924">
            <a:extLst>
              <a:ext uri="{FF2B5EF4-FFF2-40B4-BE49-F238E27FC236}">
                <a16:creationId xmlns:a16="http://schemas.microsoft.com/office/drawing/2014/main" id="{67BAAF24-01C9-4F93-B000-8352F8759EFA}"/>
              </a:ext>
            </a:extLst>
          </p:cNvPr>
          <p:cNvSpPr>
            <a:spLocks noGrp="1"/>
          </p:cNvSpPr>
          <p:nvPr/>
        </p:nvSpPr>
        <p:spPr>
          <a:xfrm>
            <a:off x="6579513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GT_10925">
            <a:extLst>
              <a:ext uri="{FF2B5EF4-FFF2-40B4-BE49-F238E27FC236}">
                <a16:creationId xmlns:a16="http://schemas.microsoft.com/office/drawing/2014/main" id="{7E420F7B-4E72-4623-B067-FDB58EBD278B}"/>
              </a:ext>
            </a:extLst>
          </p:cNvPr>
          <p:cNvSpPr>
            <a:spLocks noGrp="1"/>
          </p:cNvSpPr>
          <p:nvPr/>
        </p:nvSpPr>
        <p:spPr>
          <a:xfrm>
            <a:off x="662589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GT_10926">
            <a:extLst>
              <a:ext uri="{FF2B5EF4-FFF2-40B4-BE49-F238E27FC236}">
                <a16:creationId xmlns:a16="http://schemas.microsoft.com/office/drawing/2014/main" id="{4F02344B-30AC-49CE-98C9-B48D2451BE87}"/>
              </a:ext>
            </a:extLst>
          </p:cNvPr>
          <p:cNvSpPr>
            <a:spLocks noGrp="1"/>
          </p:cNvSpPr>
          <p:nvPr/>
        </p:nvSpPr>
        <p:spPr>
          <a:xfrm>
            <a:off x="666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GT_10927">
            <a:extLst>
              <a:ext uri="{FF2B5EF4-FFF2-40B4-BE49-F238E27FC236}">
                <a16:creationId xmlns:a16="http://schemas.microsoft.com/office/drawing/2014/main" id="{26474510-1428-43D1-901E-BBFB39499223}"/>
              </a:ext>
            </a:extLst>
          </p:cNvPr>
          <p:cNvSpPr>
            <a:spLocks noGrp="1"/>
          </p:cNvSpPr>
          <p:nvPr/>
        </p:nvSpPr>
        <p:spPr>
          <a:xfrm>
            <a:off x="66788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GT_10928">
            <a:extLst>
              <a:ext uri="{FF2B5EF4-FFF2-40B4-BE49-F238E27FC236}">
                <a16:creationId xmlns:a16="http://schemas.microsoft.com/office/drawing/2014/main" id="{3A316A6B-AFEA-4529-9902-F7EAB1211A93}"/>
              </a:ext>
            </a:extLst>
          </p:cNvPr>
          <p:cNvSpPr>
            <a:spLocks noGrp="1"/>
          </p:cNvSpPr>
          <p:nvPr/>
        </p:nvSpPr>
        <p:spPr>
          <a:xfrm>
            <a:off x="6584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GT_10929">
            <a:extLst>
              <a:ext uri="{FF2B5EF4-FFF2-40B4-BE49-F238E27FC236}">
                <a16:creationId xmlns:a16="http://schemas.microsoft.com/office/drawing/2014/main" id="{9A6B2872-3AA7-47A9-B018-306DE221A755}"/>
              </a:ext>
            </a:extLst>
          </p:cNvPr>
          <p:cNvSpPr>
            <a:spLocks noGrp="1"/>
          </p:cNvSpPr>
          <p:nvPr/>
        </p:nvSpPr>
        <p:spPr>
          <a:xfrm>
            <a:off x="652232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GT_10930">
            <a:extLst>
              <a:ext uri="{FF2B5EF4-FFF2-40B4-BE49-F238E27FC236}">
                <a16:creationId xmlns:a16="http://schemas.microsoft.com/office/drawing/2014/main" id="{22DC5E98-1677-4B5E-9EB9-66AE607A60DB}"/>
              </a:ext>
            </a:extLst>
          </p:cNvPr>
          <p:cNvSpPr>
            <a:spLocks noGrp="1"/>
          </p:cNvSpPr>
          <p:nvPr/>
        </p:nvSpPr>
        <p:spPr>
          <a:xfrm>
            <a:off x="653648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GT_10931">
            <a:extLst>
              <a:ext uri="{FF2B5EF4-FFF2-40B4-BE49-F238E27FC236}">
                <a16:creationId xmlns:a16="http://schemas.microsoft.com/office/drawing/2014/main" id="{E11513F7-5DF1-4DB0-A854-3AE2BF5D7AE4}"/>
              </a:ext>
            </a:extLst>
          </p:cNvPr>
          <p:cNvSpPr>
            <a:spLocks noGrp="1"/>
          </p:cNvSpPr>
          <p:nvPr/>
        </p:nvSpPr>
        <p:spPr>
          <a:xfrm>
            <a:off x="66392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GT_10932">
            <a:extLst>
              <a:ext uri="{FF2B5EF4-FFF2-40B4-BE49-F238E27FC236}">
                <a16:creationId xmlns:a16="http://schemas.microsoft.com/office/drawing/2014/main" id="{588A71CC-4FA3-4A08-9FD6-A684DE0AE61A}"/>
              </a:ext>
            </a:extLst>
          </p:cNvPr>
          <p:cNvSpPr>
            <a:spLocks noGrp="1"/>
          </p:cNvSpPr>
          <p:nvPr/>
        </p:nvSpPr>
        <p:spPr>
          <a:xfrm>
            <a:off x="66066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GT_10933">
            <a:extLst>
              <a:ext uri="{FF2B5EF4-FFF2-40B4-BE49-F238E27FC236}">
                <a16:creationId xmlns:a16="http://schemas.microsoft.com/office/drawing/2014/main" id="{856C4E24-39C7-4428-92B3-728603162C5C}"/>
              </a:ext>
            </a:extLst>
          </p:cNvPr>
          <p:cNvSpPr>
            <a:spLocks noGrp="1"/>
          </p:cNvSpPr>
          <p:nvPr/>
        </p:nvSpPr>
        <p:spPr>
          <a:xfrm>
            <a:off x="672992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GT_10934">
            <a:extLst>
              <a:ext uri="{FF2B5EF4-FFF2-40B4-BE49-F238E27FC236}">
                <a16:creationId xmlns:a16="http://schemas.microsoft.com/office/drawing/2014/main" id="{5AB4000E-ED04-4BE9-A9F2-E85FF560E4BF}"/>
              </a:ext>
            </a:extLst>
          </p:cNvPr>
          <p:cNvSpPr>
            <a:spLocks noGrp="1"/>
          </p:cNvSpPr>
          <p:nvPr/>
        </p:nvSpPr>
        <p:spPr>
          <a:xfrm>
            <a:off x="65905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GT_10935">
            <a:extLst>
              <a:ext uri="{FF2B5EF4-FFF2-40B4-BE49-F238E27FC236}">
                <a16:creationId xmlns:a16="http://schemas.microsoft.com/office/drawing/2014/main" id="{BC8469D9-1161-45C0-BB24-E834BD0C536C}"/>
              </a:ext>
            </a:extLst>
          </p:cNvPr>
          <p:cNvSpPr>
            <a:spLocks noGrp="1"/>
          </p:cNvSpPr>
          <p:nvPr/>
        </p:nvSpPr>
        <p:spPr>
          <a:xfrm>
            <a:off x="66095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GT_10936">
            <a:extLst>
              <a:ext uri="{FF2B5EF4-FFF2-40B4-BE49-F238E27FC236}">
                <a16:creationId xmlns:a16="http://schemas.microsoft.com/office/drawing/2014/main" id="{03736862-3A85-4B4F-A51A-741C7CA6C777}"/>
              </a:ext>
            </a:extLst>
          </p:cNvPr>
          <p:cNvSpPr>
            <a:spLocks noGrp="1"/>
          </p:cNvSpPr>
          <p:nvPr/>
        </p:nvSpPr>
        <p:spPr>
          <a:xfrm>
            <a:off x="67182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GT_10937">
            <a:extLst>
              <a:ext uri="{FF2B5EF4-FFF2-40B4-BE49-F238E27FC236}">
                <a16:creationId xmlns:a16="http://schemas.microsoft.com/office/drawing/2014/main" id="{C7D35A18-949D-4844-B5BC-914F84A05EB8}"/>
              </a:ext>
            </a:extLst>
          </p:cNvPr>
          <p:cNvSpPr>
            <a:spLocks noGrp="1"/>
          </p:cNvSpPr>
          <p:nvPr/>
        </p:nvSpPr>
        <p:spPr>
          <a:xfrm>
            <a:off x="6625675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GT_10938">
            <a:extLst>
              <a:ext uri="{FF2B5EF4-FFF2-40B4-BE49-F238E27FC236}">
                <a16:creationId xmlns:a16="http://schemas.microsoft.com/office/drawing/2014/main" id="{28878DF4-5F3A-4574-8009-BDB25B6EE518}"/>
              </a:ext>
            </a:extLst>
          </p:cNvPr>
          <p:cNvSpPr>
            <a:spLocks noGrp="1"/>
          </p:cNvSpPr>
          <p:nvPr/>
        </p:nvSpPr>
        <p:spPr>
          <a:xfrm>
            <a:off x="6638840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GT_10939">
            <a:extLst>
              <a:ext uri="{FF2B5EF4-FFF2-40B4-BE49-F238E27FC236}">
                <a16:creationId xmlns:a16="http://schemas.microsoft.com/office/drawing/2014/main" id="{3BF8CE19-CE24-45FB-8F31-D7D314682E71}"/>
              </a:ext>
            </a:extLst>
          </p:cNvPr>
          <p:cNvSpPr>
            <a:spLocks noGrp="1"/>
          </p:cNvSpPr>
          <p:nvPr/>
        </p:nvSpPr>
        <p:spPr>
          <a:xfrm>
            <a:off x="6505162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GT_10940">
            <a:extLst>
              <a:ext uri="{FF2B5EF4-FFF2-40B4-BE49-F238E27FC236}">
                <a16:creationId xmlns:a16="http://schemas.microsoft.com/office/drawing/2014/main" id="{6485D79C-1798-4BF6-ADAE-0A95E8FA0A6E}"/>
              </a:ext>
            </a:extLst>
          </p:cNvPr>
          <p:cNvSpPr>
            <a:spLocks noGrp="1"/>
          </p:cNvSpPr>
          <p:nvPr/>
        </p:nvSpPr>
        <p:spPr>
          <a:xfrm>
            <a:off x="6505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GT_10941">
            <a:extLst>
              <a:ext uri="{FF2B5EF4-FFF2-40B4-BE49-F238E27FC236}">
                <a16:creationId xmlns:a16="http://schemas.microsoft.com/office/drawing/2014/main" id="{C26BE733-959E-4A36-838E-D3FB368B9466}"/>
              </a:ext>
            </a:extLst>
          </p:cNvPr>
          <p:cNvSpPr>
            <a:spLocks noGrp="1"/>
          </p:cNvSpPr>
          <p:nvPr/>
        </p:nvSpPr>
        <p:spPr>
          <a:xfrm>
            <a:off x="669474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GT_10942">
            <a:extLst>
              <a:ext uri="{FF2B5EF4-FFF2-40B4-BE49-F238E27FC236}">
                <a16:creationId xmlns:a16="http://schemas.microsoft.com/office/drawing/2014/main" id="{1A8C5F9A-8643-467C-9192-5E726A0F9311}"/>
              </a:ext>
            </a:extLst>
          </p:cNvPr>
          <p:cNvSpPr>
            <a:spLocks noGrp="1"/>
          </p:cNvSpPr>
          <p:nvPr/>
        </p:nvSpPr>
        <p:spPr>
          <a:xfrm>
            <a:off x="657748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GT_10943">
            <a:extLst>
              <a:ext uri="{FF2B5EF4-FFF2-40B4-BE49-F238E27FC236}">
                <a16:creationId xmlns:a16="http://schemas.microsoft.com/office/drawing/2014/main" id="{3E46029E-8407-46EB-AF30-92484F4B9DD5}"/>
              </a:ext>
            </a:extLst>
          </p:cNvPr>
          <p:cNvSpPr>
            <a:spLocks noGrp="1"/>
          </p:cNvSpPr>
          <p:nvPr/>
        </p:nvSpPr>
        <p:spPr>
          <a:xfrm>
            <a:off x="653235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GT_10944">
            <a:extLst>
              <a:ext uri="{FF2B5EF4-FFF2-40B4-BE49-F238E27FC236}">
                <a16:creationId xmlns:a16="http://schemas.microsoft.com/office/drawing/2014/main" id="{10DAB3F5-55AA-4A3E-9BA5-9D25DF010123}"/>
              </a:ext>
            </a:extLst>
          </p:cNvPr>
          <p:cNvSpPr>
            <a:spLocks noGrp="1"/>
          </p:cNvSpPr>
          <p:nvPr/>
        </p:nvSpPr>
        <p:spPr>
          <a:xfrm>
            <a:off x="661197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GT_10945">
            <a:extLst>
              <a:ext uri="{FF2B5EF4-FFF2-40B4-BE49-F238E27FC236}">
                <a16:creationId xmlns:a16="http://schemas.microsoft.com/office/drawing/2014/main" id="{B3512675-6F8E-4526-B7DE-C5043D685E1D}"/>
              </a:ext>
            </a:extLst>
          </p:cNvPr>
          <p:cNvSpPr>
            <a:spLocks noGrp="1"/>
          </p:cNvSpPr>
          <p:nvPr/>
        </p:nvSpPr>
        <p:spPr>
          <a:xfrm>
            <a:off x="66057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GT_10946">
            <a:extLst>
              <a:ext uri="{FF2B5EF4-FFF2-40B4-BE49-F238E27FC236}">
                <a16:creationId xmlns:a16="http://schemas.microsoft.com/office/drawing/2014/main" id="{0106BA4B-3E10-4FD4-A938-667E48C1D30E}"/>
              </a:ext>
            </a:extLst>
          </p:cNvPr>
          <p:cNvSpPr>
            <a:spLocks noGrp="1"/>
          </p:cNvSpPr>
          <p:nvPr/>
        </p:nvSpPr>
        <p:spPr>
          <a:xfrm>
            <a:off x="6636541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GT_10947">
            <a:extLst>
              <a:ext uri="{FF2B5EF4-FFF2-40B4-BE49-F238E27FC236}">
                <a16:creationId xmlns:a16="http://schemas.microsoft.com/office/drawing/2014/main" id="{2887C709-E0F5-4816-A56C-FC3226D4D687}"/>
              </a:ext>
            </a:extLst>
          </p:cNvPr>
          <p:cNvSpPr>
            <a:spLocks noGrp="1"/>
          </p:cNvSpPr>
          <p:nvPr/>
        </p:nvSpPr>
        <p:spPr>
          <a:xfrm>
            <a:off x="653375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GT_10948">
            <a:extLst>
              <a:ext uri="{FF2B5EF4-FFF2-40B4-BE49-F238E27FC236}">
                <a16:creationId xmlns:a16="http://schemas.microsoft.com/office/drawing/2014/main" id="{378AFED4-8E67-41D6-8071-749B5FEBAB9F}"/>
              </a:ext>
            </a:extLst>
          </p:cNvPr>
          <p:cNvSpPr>
            <a:spLocks noGrp="1"/>
          </p:cNvSpPr>
          <p:nvPr/>
        </p:nvSpPr>
        <p:spPr>
          <a:xfrm>
            <a:off x="654372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GT_10949">
            <a:extLst>
              <a:ext uri="{FF2B5EF4-FFF2-40B4-BE49-F238E27FC236}">
                <a16:creationId xmlns:a16="http://schemas.microsoft.com/office/drawing/2014/main" id="{659D54D1-47D4-4399-9969-F152CF3684DD}"/>
              </a:ext>
            </a:extLst>
          </p:cNvPr>
          <p:cNvSpPr>
            <a:spLocks noGrp="1"/>
          </p:cNvSpPr>
          <p:nvPr/>
        </p:nvSpPr>
        <p:spPr>
          <a:xfrm>
            <a:off x="651844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GT_10950">
            <a:extLst>
              <a:ext uri="{FF2B5EF4-FFF2-40B4-BE49-F238E27FC236}">
                <a16:creationId xmlns:a16="http://schemas.microsoft.com/office/drawing/2014/main" id="{A149B914-0A19-4820-B895-A82F66229174}"/>
              </a:ext>
            </a:extLst>
          </p:cNvPr>
          <p:cNvSpPr>
            <a:spLocks noGrp="1"/>
          </p:cNvSpPr>
          <p:nvPr/>
        </p:nvSpPr>
        <p:spPr>
          <a:xfrm>
            <a:off x="6491476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GT_10951">
            <a:extLst>
              <a:ext uri="{FF2B5EF4-FFF2-40B4-BE49-F238E27FC236}">
                <a16:creationId xmlns:a16="http://schemas.microsoft.com/office/drawing/2014/main" id="{3C2821E3-6F31-4956-81DC-F89CE66BA9E4}"/>
              </a:ext>
            </a:extLst>
          </p:cNvPr>
          <p:cNvSpPr>
            <a:spLocks noGrp="1"/>
          </p:cNvSpPr>
          <p:nvPr/>
        </p:nvSpPr>
        <p:spPr>
          <a:xfrm>
            <a:off x="6561876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GT_10952">
            <a:extLst>
              <a:ext uri="{FF2B5EF4-FFF2-40B4-BE49-F238E27FC236}">
                <a16:creationId xmlns:a16="http://schemas.microsoft.com/office/drawing/2014/main" id="{A1F62A66-BD25-42EE-94FF-0B0F9A6E8339}"/>
              </a:ext>
            </a:extLst>
          </p:cNvPr>
          <p:cNvSpPr>
            <a:spLocks noGrp="1"/>
          </p:cNvSpPr>
          <p:nvPr/>
        </p:nvSpPr>
        <p:spPr>
          <a:xfrm>
            <a:off x="673414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GT_10953">
            <a:extLst>
              <a:ext uri="{FF2B5EF4-FFF2-40B4-BE49-F238E27FC236}">
                <a16:creationId xmlns:a16="http://schemas.microsoft.com/office/drawing/2014/main" id="{9477E946-C1B5-4272-9EB3-2D5F9552AE07}"/>
              </a:ext>
            </a:extLst>
          </p:cNvPr>
          <p:cNvSpPr>
            <a:spLocks noGrp="1"/>
          </p:cNvSpPr>
          <p:nvPr/>
        </p:nvSpPr>
        <p:spPr>
          <a:xfrm>
            <a:off x="652913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GT_10954">
            <a:extLst>
              <a:ext uri="{FF2B5EF4-FFF2-40B4-BE49-F238E27FC236}">
                <a16:creationId xmlns:a16="http://schemas.microsoft.com/office/drawing/2014/main" id="{87F736BC-3710-45F6-A6B0-A817C80D35AF}"/>
              </a:ext>
            </a:extLst>
          </p:cNvPr>
          <p:cNvSpPr>
            <a:spLocks noGrp="1"/>
          </p:cNvSpPr>
          <p:nvPr/>
        </p:nvSpPr>
        <p:spPr>
          <a:xfrm>
            <a:off x="6571373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GT_10955">
            <a:extLst>
              <a:ext uri="{FF2B5EF4-FFF2-40B4-BE49-F238E27FC236}">
                <a16:creationId xmlns:a16="http://schemas.microsoft.com/office/drawing/2014/main" id="{02536D7B-FA74-4C6B-9E3A-33001B83ECCB}"/>
              </a:ext>
            </a:extLst>
          </p:cNvPr>
          <p:cNvSpPr>
            <a:spLocks noGrp="1"/>
          </p:cNvSpPr>
          <p:nvPr/>
        </p:nvSpPr>
        <p:spPr>
          <a:xfrm>
            <a:off x="660237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GT_10956">
            <a:extLst>
              <a:ext uri="{FF2B5EF4-FFF2-40B4-BE49-F238E27FC236}">
                <a16:creationId xmlns:a16="http://schemas.microsoft.com/office/drawing/2014/main" id="{F116ED85-EAC0-4992-A1BC-F950E151ECC8}"/>
              </a:ext>
            </a:extLst>
          </p:cNvPr>
          <p:cNvSpPr>
            <a:spLocks noGrp="1"/>
          </p:cNvSpPr>
          <p:nvPr/>
        </p:nvSpPr>
        <p:spPr>
          <a:xfrm>
            <a:off x="66670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GT_10957">
            <a:extLst>
              <a:ext uri="{FF2B5EF4-FFF2-40B4-BE49-F238E27FC236}">
                <a16:creationId xmlns:a16="http://schemas.microsoft.com/office/drawing/2014/main" id="{03B4015A-5C4E-4754-B437-16F6D03524F9}"/>
              </a:ext>
            </a:extLst>
          </p:cNvPr>
          <p:cNvSpPr>
            <a:spLocks noGrp="1"/>
          </p:cNvSpPr>
          <p:nvPr/>
        </p:nvSpPr>
        <p:spPr>
          <a:xfrm>
            <a:off x="662051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GT_10958">
            <a:extLst>
              <a:ext uri="{FF2B5EF4-FFF2-40B4-BE49-F238E27FC236}">
                <a16:creationId xmlns:a16="http://schemas.microsoft.com/office/drawing/2014/main" id="{27AC51A6-3AD3-419F-ADC0-0BB16D0CBE41}"/>
              </a:ext>
            </a:extLst>
          </p:cNvPr>
          <p:cNvSpPr>
            <a:spLocks noGrp="1"/>
          </p:cNvSpPr>
          <p:nvPr/>
        </p:nvSpPr>
        <p:spPr>
          <a:xfrm>
            <a:off x="66568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GT_10959">
            <a:extLst>
              <a:ext uri="{FF2B5EF4-FFF2-40B4-BE49-F238E27FC236}">
                <a16:creationId xmlns:a16="http://schemas.microsoft.com/office/drawing/2014/main" id="{ED20F6F5-95BA-4772-A871-20BE328A46D4}"/>
              </a:ext>
            </a:extLst>
          </p:cNvPr>
          <p:cNvSpPr>
            <a:spLocks noGrp="1"/>
          </p:cNvSpPr>
          <p:nvPr/>
        </p:nvSpPr>
        <p:spPr>
          <a:xfrm>
            <a:off x="65369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GT_10960">
            <a:extLst>
              <a:ext uri="{FF2B5EF4-FFF2-40B4-BE49-F238E27FC236}">
                <a16:creationId xmlns:a16="http://schemas.microsoft.com/office/drawing/2014/main" id="{DFEE2A56-4B68-48D5-AD64-022C40858BB0}"/>
              </a:ext>
            </a:extLst>
          </p:cNvPr>
          <p:cNvSpPr>
            <a:spLocks noGrp="1"/>
          </p:cNvSpPr>
          <p:nvPr/>
        </p:nvSpPr>
        <p:spPr>
          <a:xfrm>
            <a:off x="6585626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GT_10961">
            <a:extLst>
              <a:ext uri="{FF2B5EF4-FFF2-40B4-BE49-F238E27FC236}">
                <a16:creationId xmlns:a16="http://schemas.microsoft.com/office/drawing/2014/main" id="{E69550EC-8680-4CA5-A8DA-CE6D2BF39641}"/>
              </a:ext>
            </a:extLst>
          </p:cNvPr>
          <p:cNvSpPr>
            <a:spLocks noGrp="1"/>
          </p:cNvSpPr>
          <p:nvPr/>
        </p:nvSpPr>
        <p:spPr>
          <a:xfrm>
            <a:off x="653690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GT_10962">
            <a:extLst>
              <a:ext uri="{FF2B5EF4-FFF2-40B4-BE49-F238E27FC236}">
                <a16:creationId xmlns:a16="http://schemas.microsoft.com/office/drawing/2014/main" id="{F0F60214-0185-4D36-BFC2-F6F02D2921F9}"/>
              </a:ext>
            </a:extLst>
          </p:cNvPr>
          <p:cNvSpPr>
            <a:spLocks noGrp="1"/>
          </p:cNvSpPr>
          <p:nvPr/>
        </p:nvSpPr>
        <p:spPr>
          <a:xfrm>
            <a:off x="6602891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GT_10963">
            <a:extLst>
              <a:ext uri="{FF2B5EF4-FFF2-40B4-BE49-F238E27FC236}">
                <a16:creationId xmlns:a16="http://schemas.microsoft.com/office/drawing/2014/main" id="{AC585557-2C5C-45C4-B71F-91172D187091}"/>
              </a:ext>
            </a:extLst>
          </p:cNvPr>
          <p:cNvSpPr>
            <a:spLocks noGrp="1"/>
          </p:cNvSpPr>
          <p:nvPr/>
        </p:nvSpPr>
        <p:spPr>
          <a:xfrm>
            <a:off x="65764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GT_10964">
            <a:extLst>
              <a:ext uri="{FF2B5EF4-FFF2-40B4-BE49-F238E27FC236}">
                <a16:creationId xmlns:a16="http://schemas.microsoft.com/office/drawing/2014/main" id="{CD099B7D-4DAC-46F3-A6CC-DA85A0FFEDB1}"/>
              </a:ext>
            </a:extLst>
          </p:cNvPr>
          <p:cNvSpPr>
            <a:spLocks noGrp="1"/>
          </p:cNvSpPr>
          <p:nvPr/>
        </p:nvSpPr>
        <p:spPr>
          <a:xfrm>
            <a:off x="66822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GT_10965">
            <a:extLst>
              <a:ext uri="{FF2B5EF4-FFF2-40B4-BE49-F238E27FC236}">
                <a16:creationId xmlns:a16="http://schemas.microsoft.com/office/drawing/2014/main" id="{0966FE9E-FB05-4F73-B2D7-01A98FB5EE91}"/>
              </a:ext>
            </a:extLst>
          </p:cNvPr>
          <p:cNvSpPr>
            <a:spLocks noGrp="1"/>
          </p:cNvSpPr>
          <p:nvPr/>
        </p:nvSpPr>
        <p:spPr>
          <a:xfrm>
            <a:off x="670622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GT_10966">
            <a:extLst>
              <a:ext uri="{FF2B5EF4-FFF2-40B4-BE49-F238E27FC236}">
                <a16:creationId xmlns:a16="http://schemas.microsoft.com/office/drawing/2014/main" id="{04FF4E0E-AA2C-4C0A-93E0-33B854FDD018}"/>
              </a:ext>
            </a:extLst>
          </p:cNvPr>
          <p:cNvSpPr>
            <a:spLocks noGrp="1"/>
          </p:cNvSpPr>
          <p:nvPr/>
        </p:nvSpPr>
        <p:spPr>
          <a:xfrm>
            <a:off x="67371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GT_10967">
            <a:extLst>
              <a:ext uri="{FF2B5EF4-FFF2-40B4-BE49-F238E27FC236}">
                <a16:creationId xmlns:a16="http://schemas.microsoft.com/office/drawing/2014/main" id="{8D5CE595-6840-4B8C-A5C8-127A87F98882}"/>
              </a:ext>
            </a:extLst>
          </p:cNvPr>
          <p:cNvSpPr>
            <a:spLocks noGrp="1"/>
          </p:cNvSpPr>
          <p:nvPr/>
        </p:nvSpPr>
        <p:spPr>
          <a:xfrm>
            <a:off x="66726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GT_10968">
            <a:extLst>
              <a:ext uri="{FF2B5EF4-FFF2-40B4-BE49-F238E27FC236}">
                <a16:creationId xmlns:a16="http://schemas.microsoft.com/office/drawing/2014/main" id="{ACB0A99A-2916-41D1-BDCB-C84D277F9230}"/>
              </a:ext>
            </a:extLst>
          </p:cNvPr>
          <p:cNvSpPr>
            <a:spLocks noGrp="1"/>
          </p:cNvSpPr>
          <p:nvPr/>
        </p:nvSpPr>
        <p:spPr>
          <a:xfrm>
            <a:off x="65079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GT_10969">
            <a:extLst>
              <a:ext uri="{FF2B5EF4-FFF2-40B4-BE49-F238E27FC236}">
                <a16:creationId xmlns:a16="http://schemas.microsoft.com/office/drawing/2014/main" id="{410F7296-51EB-4726-80D8-12C85AD721BF}"/>
              </a:ext>
            </a:extLst>
          </p:cNvPr>
          <p:cNvSpPr>
            <a:spLocks noGrp="1"/>
          </p:cNvSpPr>
          <p:nvPr/>
        </p:nvSpPr>
        <p:spPr>
          <a:xfrm>
            <a:off x="658038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GT_10970">
            <a:extLst>
              <a:ext uri="{FF2B5EF4-FFF2-40B4-BE49-F238E27FC236}">
                <a16:creationId xmlns:a16="http://schemas.microsoft.com/office/drawing/2014/main" id="{58F8E496-149F-44B8-B96F-C5063B695516}"/>
              </a:ext>
            </a:extLst>
          </p:cNvPr>
          <p:cNvSpPr>
            <a:spLocks noGrp="1"/>
          </p:cNvSpPr>
          <p:nvPr/>
        </p:nvSpPr>
        <p:spPr>
          <a:xfrm>
            <a:off x="66285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GT_10971">
            <a:extLst>
              <a:ext uri="{FF2B5EF4-FFF2-40B4-BE49-F238E27FC236}">
                <a16:creationId xmlns:a16="http://schemas.microsoft.com/office/drawing/2014/main" id="{CAD8C59F-B295-42A0-BF58-7D4869CF7CE4}"/>
              </a:ext>
            </a:extLst>
          </p:cNvPr>
          <p:cNvSpPr>
            <a:spLocks noGrp="1"/>
          </p:cNvSpPr>
          <p:nvPr/>
        </p:nvSpPr>
        <p:spPr>
          <a:xfrm>
            <a:off x="65958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GT_10972">
            <a:extLst>
              <a:ext uri="{FF2B5EF4-FFF2-40B4-BE49-F238E27FC236}">
                <a16:creationId xmlns:a16="http://schemas.microsoft.com/office/drawing/2014/main" id="{AD8AB9F6-1A0E-488C-9443-807189EB9F54}"/>
              </a:ext>
            </a:extLst>
          </p:cNvPr>
          <p:cNvSpPr>
            <a:spLocks noGrp="1"/>
          </p:cNvSpPr>
          <p:nvPr/>
        </p:nvSpPr>
        <p:spPr>
          <a:xfrm>
            <a:off x="664091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GT_10973">
            <a:extLst>
              <a:ext uri="{FF2B5EF4-FFF2-40B4-BE49-F238E27FC236}">
                <a16:creationId xmlns:a16="http://schemas.microsoft.com/office/drawing/2014/main" id="{C5DC350F-DB02-4521-AC48-395AA470595C}"/>
              </a:ext>
            </a:extLst>
          </p:cNvPr>
          <p:cNvSpPr>
            <a:spLocks noGrp="1"/>
          </p:cNvSpPr>
          <p:nvPr/>
        </p:nvSpPr>
        <p:spPr>
          <a:xfrm>
            <a:off x="65875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GT_10974">
            <a:extLst>
              <a:ext uri="{FF2B5EF4-FFF2-40B4-BE49-F238E27FC236}">
                <a16:creationId xmlns:a16="http://schemas.microsoft.com/office/drawing/2014/main" id="{F63706DA-BC48-4CC1-B94E-160CBB6A5CFC}"/>
              </a:ext>
            </a:extLst>
          </p:cNvPr>
          <p:cNvSpPr>
            <a:spLocks noGrp="1"/>
          </p:cNvSpPr>
          <p:nvPr/>
        </p:nvSpPr>
        <p:spPr>
          <a:xfrm>
            <a:off x="66025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GT_10975">
            <a:extLst>
              <a:ext uri="{FF2B5EF4-FFF2-40B4-BE49-F238E27FC236}">
                <a16:creationId xmlns:a16="http://schemas.microsoft.com/office/drawing/2014/main" id="{B0F67F06-4285-405C-AAE1-287E45C260A6}"/>
              </a:ext>
            </a:extLst>
          </p:cNvPr>
          <p:cNvSpPr>
            <a:spLocks noGrp="1"/>
          </p:cNvSpPr>
          <p:nvPr/>
        </p:nvSpPr>
        <p:spPr>
          <a:xfrm>
            <a:off x="670339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GT_10976">
            <a:extLst>
              <a:ext uri="{FF2B5EF4-FFF2-40B4-BE49-F238E27FC236}">
                <a16:creationId xmlns:a16="http://schemas.microsoft.com/office/drawing/2014/main" id="{E9878FEA-F49C-4D5F-85EA-DF447B8A3213}"/>
              </a:ext>
            </a:extLst>
          </p:cNvPr>
          <p:cNvSpPr>
            <a:spLocks noGrp="1"/>
          </p:cNvSpPr>
          <p:nvPr/>
        </p:nvSpPr>
        <p:spPr>
          <a:xfrm>
            <a:off x="651471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GT_10977">
            <a:extLst>
              <a:ext uri="{FF2B5EF4-FFF2-40B4-BE49-F238E27FC236}">
                <a16:creationId xmlns:a16="http://schemas.microsoft.com/office/drawing/2014/main" id="{46FA692D-B268-4707-B343-D14E6B532D28}"/>
              </a:ext>
            </a:extLst>
          </p:cNvPr>
          <p:cNvSpPr>
            <a:spLocks noGrp="1"/>
          </p:cNvSpPr>
          <p:nvPr/>
        </p:nvSpPr>
        <p:spPr>
          <a:xfrm>
            <a:off x="6614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GT_10978">
            <a:extLst>
              <a:ext uri="{FF2B5EF4-FFF2-40B4-BE49-F238E27FC236}">
                <a16:creationId xmlns:a16="http://schemas.microsoft.com/office/drawing/2014/main" id="{60C83908-11C8-4B2F-A96F-F43CA576E097}"/>
              </a:ext>
            </a:extLst>
          </p:cNvPr>
          <p:cNvSpPr>
            <a:spLocks noGrp="1"/>
          </p:cNvSpPr>
          <p:nvPr/>
        </p:nvSpPr>
        <p:spPr>
          <a:xfrm>
            <a:off x="661691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GT_10979">
            <a:extLst>
              <a:ext uri="{FF2B5EF4-FFF2-40B4-BE49-F238E27FC236}">
                <a16:creationId xmlns:a16="http://schemas.microsoft.com/office/drawing/2014/main" id="{13AB8B6D-EBDC-4341-AB14-C21619B9141F}"/>
              </a:ext>
            </a:extLst>
          </p:cNvPr>
          <p:cNvSpPr>
            <a:spLocks noGrp="1"/>
          </p:cNvSpPr>
          <p:nvPr/>
        </p:nvSpPr>
        <p:spPr>
          <a:xfrm>
            <a:off x="653487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GT_10980">
            <a:extLst>
              <a:ext uri="{FF2B5EF4-FFF2-40B4-BE49-F238E27FC236}">
                <a16:creationId xmlns:a16="http://schemas.microsoft.com/office/drawing/2014/main" id="{7AE2742B-EBA5-48B1-B064-F7499C0C1A92}"/>
              </a:ext>
            </a:extLst>
          </p:cNvPr>
          <p:cNvSpPr>
            <a:spLocks noGrp="1"/>
          </p:cNvSpPr>
          <p:nvPr/>
        </p:nvSpPr>
        <p:spPr>
          <a:xfrm>
            <a:off x="661717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GT_10981">
            <a:extLst>
              <a:ext uri="{FF2B5EF4-FFF2-40B4-BE49-F238E27FC236}">
                <a16:creationId xmlns:a16="http://schemas.microsoft.com/office/drawing/2014/main" id="{E9C4E960-6B3D-4A75-ADBF-B67B543A766E}"/>
              </a:ext>
            </a:extLst>
          </p:cNvPr>
          <p:cNvSpPr>
            <a:spLocks noGrp="1"/>
          </p:cNvSpPr>
          <p:nvPr/>
        </p:nvSpPr>
        <p:spPr>
          <a:xfrm>
            <a:off x="6684556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GT_10982">
            <a:extLst>
              <a:ext uri="{FF2B5EF4-FFF2-40B4-BE49-F238E27FC236}">
                <a16:creationId xmlns:a16="http://schemas.microsoft.com/office/drawing/2014/main" id="{1142AC4C-26E4-4D62-95DD-7F828E8ECEF0}"/>
              </a:ext>
            </a:extLst>
          </p:cNvPr>
          <p:cNvSpPr>
            <a:spLocks noGrp="1"/>
          </p:cNvSpPr>
          <p:nvPr/>
        </p:nvSpPr>
        <p:spPr>
          <a:xfrm>
            <a:off x="66276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GT_10983">
            <a:extLst>
              <a:ext uri="{FF2B5EF4-FFF2-40B4-BE49-F238E27FC236}">
                <a16:creationId xmlns:a16="http://schemas.microsoft.com/office/drawing/2014/main" id="{A609B6E3-08C1-4DF9-82B0-75F7B0647793}"/>
              </a:ext>
            </a:extLst>
          </p:cNvPr>
          <p:cNvSpPr>
            <a:spLocks noGrp="1"/>
          </p:cNvSpPr>
          <p:nvPr/>
        </p:nvSpPr>
        <p:spPr>
          <a:xfrm>
            <a:off x="6704775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GT_10984">
            <a:extLst>
              <a:ext uri="{FF2B5EF4-FFF2-40B4-BE49-F238E27FC236}">
                <a16:creationId xmlns:a16="http://schemas.microsoft.com/office/drawing/2014/main" id="{F0BF188E-3130-4F42-AB9B-63384ADE1ABF}"/>
              </a:ext>
            </a:extLst>
          </p:cNvPr>
          <p:cNvSpPr>
            <a:spLocks noGrp="1"/>
          </p:cNvSpPr>
          <p:nvPr/>
        </p:nvSpPr>
        <p:spPr>
          <a:xfrm>
            <a:off x="6585805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GT_10985">
            <a:extLst>
              <a:ext uri="{FF2B5EF4-FFF2-40B4-BE49-F238E27FC236}">
                <a16:creationId xmlns:a16="http://schemas.microsoft.com/office/drawing/2014/main" id="{8F20CCB5-6364-4285-8F6A-2AEE99B46FC6}"/>
              </a:ext>
            </a:extLst>
          </p:cNvPr>
          <p:cNvSpPr>
            <a:spLocks noGrp="1"/>
          </p:cNvSpPr>
          <p:nvPr/>
        </p:nvSpPr>
        <p:spPr>
          <a:xfrm>
            <a:off x="6541156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GT_10986">
            <a:extLst>
              <a:ext uri="{FF2B5EF4-FFF2-40B4-BE49-F238E27FC236}">
                <a16:creationId xmlns:a16="http://schemas.microsoft.com/office/drawing/2014/main" id="{BAE860A5-5714-4965-A40B-88C963F3EF24}"/>
              </a:ext>
            </a:extLst>
          </p:cNvPr>
          <p:cNvSpPr>
            <a:spLocks noGrp="1"/>
          </p:cNvSpPr>
          <p:nvPr/>
        </p:nvSpPr>
        <p:spPr>
          <a:xfrm>
            <a:off x="67190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GT_10987">
            <a:extLst>
              <a:ext uri="{FF2B5EF4-FFF2-40B4-BE49-F238E27FC236}">
                <a16:creationId xmlns:a16="http://schemas.microsoft.com/office/drawing/2014/main" id="{2BFCEC53-49ED-4F3A-9E1F-97B0ADA7EB73}"/>
              </a:ext>
            </a:extLst>
          </p:cNvPr>
          <p:cNvSpPr>
            <a:spLocks noGrp="1"/>
          </p:cNvSpPr>
          <p:nvPr/>
        </p:nvSpPr>
        <p:spPr>
          <a:xfrm>
            <a:off x="6579031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GT_10988">
            <a:extLst>
              <a:ext uri="{FF2B5EF4-FFF2-40B4-BE49-F238E27FC236}">
                <a16:creationId xmlns:a16="http://schemas.microsoft.com/office/drawing/2014/main" id="{DB9927AC-FF72-4B3E-AF8D-23E88215B993}"/>
              </a:ext>
            </a:extLst>
          </p:cNvPr>
          <p:cNvSpPr>
            <a:spLocks noGrp="1"/>
          </p:cNvSpPr>
          <p:nvPr/>
        </p:nvSpPr>
        <p:spPr>
          <a:xfrm>
            <a:off x="6491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GT_10989">
            <a:extLst>
              <a:ext uri="{FF2B5EF4-FFF2-40B4-BE49-F238E27FC236}">
                <a16:creationId xmlns:a16="http://schemas.microsoft.com/office/drawing/2014/main" id="{B4F86F8A-C3F3-41C2-85F3-33F5819357F6}"/>
              </a:ext>
            </a:extLst>
          </p:cNvPr>
          <p:cNvSpPr>
            <a:spLocks noGrp="1"/>
          </p:cNvSpPr>
          <p:nvPr/>
        </p:nvSpPr>
        <p:spPr>
          <a:xfrm>
            <a:off x="671819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GT_10990">
            <a:extLst>
              <a:ext uri="{FF2B5EF4-FFF2-40B4-BE49-F238E27FC236}">
                <a16:creationId xmlns:a16="http://schemas.microsoft.com/office/drawing/2014/main" id="{64CF6813-0C15-48BA-8F48-CA31B723B088}"/>
              </a:ext>
            </a:extLst>
          </p:cNvPr>
          <p:cNvSpPr>
            <a:spLocks noGrp="1"/>
          </p:cNvSpPr>
          <p:nvPr/>
        </p:nvSpPr>
        <p:spPr>
          <a:xfrm>
            <a:off x="67028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GT_10991">
            <a:extLst>
              <a:ext uri="{FF2B5EF4-FFF2-40B4-BE49-F238E27FC236}">
                <a16:creationId xmlns:a16="http://schemas.microsoft.com/office/drawing/2014/main" id="{50FC2467-8FCF-45CE-B2C4-08979985410E}"/>
              </a:ext>
            </a:extLst>
          </p:cNvPr>
          <p:cNvSpPr>
            <a:spLocks noGrp="1"/>
          </p:cNvSpPr>
          <p:nvPr/>
        </p:nvSpPr>
        <p:spPr>
          <a:xfrm>
            <a:off x="669325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GT_10992">
            <a:extLst>
              <a:ext uri="{FF2B5EF4-FFF2-40B4-BE49-F238E27FC236}">
                <a16:creationId xmlns:a16="http://schemas.microsoft.com/office/drawing/2014/main" id="{8D7CE1D3-A4A1-4CF4-BAE2-FF3A9311D554}"/>
              </a:ext>
            </a:extLst>
          </p:cNvPr>
          <p:cNvSpPr>
            <a:spLocks noGrp="1"/>
          </p:cNvSpPr>
          <p:nvPr/>
        </p:nvSpPr>
        <p:spPr>
          <a:xfrm>
            <a:off x="6687892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GT_10993">
            <a:extLst>
              <a:ext uri="{FF2B5EF4-FFF2-40B4-BE49-F238E27FC236}">
                <a16:creationId xmlns:a16="http://schemas.microsoft.com/office/drawing/2014/main" id="{0A1D11E9-E624-47C1-BC70-DA680925CDBB}"/>
              </a:ext>
            </a:extLst>
          </p:cNvPr>
          <p:cNvSpPr>
            <a:spLocks noGrp="1"/>
          </p:cNvSpPr>
          <p:nvPr/>
        </p:nvSpPr>
        <p:spPr>
          <a:xfrm>
            <a:off x="673863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GT_10994">
            <a:extLst>
              <a:ext uri="{FF2B5EF4-FFF2-40B4-BE49-F238E27FC236}">
                <a16:creationId xmlns:a16="http://schemas.microsoft.com/office/drawing/2014/main" id="{180EBC65-43CD-4A2F-8525-5C3D333B8069}"/>
              </a:ext>
            </a:extLst>
          </p:cNvPr>
          <p:cNvSpPr>
            <a:spLocks noGrp="1"/>
          </p:cNvSpPr>
          <p:nvPr/>
        </p:nvSpPr>
        <p:spPr>
          <a:xfrm>
            <a:off x="6700004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GT_10995">
            <a:extLst>
              <a:ext uri="{FF2B5EF4-FFF2-40B4-BE49-F238E27FC236}">
                <a16:creationId xmlns:a16="http://schemas.microsoft.com/office/drawing/2014/main" id="{6BF22901-3157-4C37-BE8C-6D24FFD3FB6D}"/>
              </a:ext>
            </a:extLst>
          </p:cNvPr>
          <p:cNvSpPr>
            <a:spLocks noGrp="1"/>
          </p:cNvSpPr>
          <p:nvPr/>
        </p:nvSpPr>
        <p:spPr>
          <a:xfrm>
            <a:off x="66462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GT_10996">
            <a:extLst>
              <a:ext uri="{FF2B5EF4-FFF2-40B4-BE49-F238E27FC236}">
                <a16:creationId xmlns:a16="http://schemas.microsoft.com/office/drawing/2014/main" id="{4F451AEA-601D-458E-A895-D6943F046D65}"/>
              </a:ext>
            </a:extLst>
          </p:cNvPr>
          <p:cNvSpPr>
            <a:spLocks noGrp="1"/>
          </p:cNvSpPr>
          <p:nvPr/>
        </p:nvSpPr>
        <p:spPr>
          <a:xfrm>
            <a:off x="6494699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GT_10997">
            <a:extLst>
              <a:ext uri="{FF2B5EF4-FFF2-40B4-BE49-F238E27FC236}">
                <a16:creationId xmlns:a16="http://schemas.microsoft.com/office/drawing/2014/main" id="{9B5DEFFE-829A-4F90-BE7E-2585B7ECED90}"/>
              </a:ext>
            </a:extLst>
          </p:cNvPr>
          <p:cNvSpPr>
            <a:spLocks noGrp="1"/>
          </p:cNvSpPr>
          <p:nvPr/>
        </p:nvSpPr>
        <p:spPr>
          <a:xfrm>
            <a:off x="65105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GT_10998">
            <a:extLst>
              <a:ext uri="{FF2B5EF4-FFF2-40B4-BE49-F238E27FC236}">
                <a16:creationId xmlns:a16="http://schemas.microsoft.com/office/drawing/2014/main" id="{F4ECD0CE-0AC4-4867-945B-86A3FCDF7272}"/>
              </a:ext>
            </a:extLst>
          </p:cNvPr>
          <p:cNvSpPr>
            <a:spLocks noGrp="1"/>
          </p:cNvSpPr>
          <p:nvPr/>
        </p:nvSpPr>
        <p:spPr>
          <a:xfrm>
            <a:off x="6556371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GT_10999">
            <a:extLst>
              <a:ext uri="{FF2B5EF4-FFF2-40B4-BE49-F238E27FC236}">
                <a16:creationId xmlns:a16="http://schemas.microsoft.com/office/drawing/2014/main" id="{7650A8D4-DC8B-4478-974B-E3A246A8A6D4}"/>
              </a:ext>
            </a:extLst>
          </p:cNvPr>
          <p:cNvSpPr>
            <a:spLocks noGrp="1"/>
          </p:cNvSpPr>
          <p:nvPr/>
        </p:nvSpPr>
        <p:spPr>
          <a:xfrm>
            <a:off x="6545807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GT_11000">
            <a:extLst>
              <a:ext uri="{FF2B5EF4-FFF2-40B4-BE49-F238E27FC236}">
                <a16:creationId xmlns:a16="http://schemas.microsoft.com/office/drawing/2014/main" id="{A6AC549F-FB2A-4E46-A6E2-C21EB8DE120A}"/>
              </a:ext>
            </a:extLst>
          </p:cNvPr>
          <p:cNvSpPr>
            <a:spLocks noGrp="1"/>
          </p:cNvSpPr>
          <p:nvPr/>
        </p:nvSpPr>
        <p:spPr>
          <a:xfrm>
            <a:off x="6500617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GT_11001">
            <a:extLst>
              <a:ext uri="{FF2B5EF4-FFF2-40B4-BE49-F238E27FC236}">
                <a16:creationId xmlns:a16="http://schemas.microsoft.com/office/drawing/2014/main" id="{585226D9-A83C-4F26-B12B-543C64B5DC16}"/>
              </a:ext>
            </a:extLst>
          </p:cNvPr>
          <p:cNvSpPr>
            <a:spLocks noGrp="1"/>
          </p:cNvSpPr>
          <p:nvPr/>
        </p:nvSpPr>
        <p:spPr>
          <a:xfrm>
            <a:off x="656709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GT_11002">
            <a:extLst>
              <a:ext uri="{FF2B5EF4-FFF2-40B4-BE49-F238E27FC236}">
                <a16:creationId xmlns:a16="http://schemas.microsoft.com/office/drawing/2014/main" id="{EC5190F4-0AF6-4C9B-A764-B26A3BB9E3AB}"/>
              </a:ext>
            </a:extLst>
          </p:cNvPr>
          <p:cNvSpPr>
            <a:spLocks noGrp="1"/>
          </p:cNvSpPr>
          <p:nvPr/>
        </p:nvSpPr>
        <p:spPr>
          <a:xfrm>
            <a:off x="672372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GT_11003">
            <a:extLst>
              <a:ext uri="{FF2B5EF4-FFF2-40B4-BE49-F238E27FC236}">
                <a16:creationId xmlns:a16="http://schemas.microsoft.com/office/drawing/2014/main" id="{37E4A70E-67D6-41E3-BED9-C6C35A6FF408}"/>
              </a:ext>
            </a:extLst>
          </p:cNvPr>
          <p:cNvSpPr>
            <a:spLocks noGrp="1"/>
          </p:cNvSpPr>
          <p:nvPr/>
        </p:nvSpPr>
        <p:spPr>
          <a:xfrm>
            <a:off x="663927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GT_11004">
            <a:extLst>
              <a:ext uri="{FF2B5EF4-FFF2-40B4-BE49-F238E27FC236}">
                <a16:creationId xmlns:a16="http://schemas.microsoft.com/office/drawing/2014/main" id="{EA783EE4-9ABC-40D1-B690-AFA7A8A76EAC}"/>
              </a:ext>
            </a:extLst>
          </p:cNvPr>
          <p:cNvSpPr>
            <a:spLocks noGrp="1"/>
          </p:cNvSpPr>
          <p:nvPr/>
        </p:nvSpPr>
        <p:spPr>
          <a:xfrm>
            <a:off x="650268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GT_11005">
            <a:extLst>
              <a:ext uri="{FF2B5EF4-FFF2-40B4-BE49-F238E27FC236}">
                <a16:creationId xmlns:a16="http://schemas.microsoft.com/office/drawing/2014/main" id="{5FCE54B8-63CA-476E-9F70-526BD82AD0F5}"/>
              </a:ext>
            </a:extLst>
          </p:cNvPr>
          <p:cNvSpPr>
            <a:spLocks noGrp="1"/>
          </p:cNvSpPr>
          <p:nvPr/>
        </p:nvSpPr>
        <p:spPr>
          <a:xfrm>
            <a:off x="6659500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GT_11006">
            <a:extLst>
              <a:ext uri="{FF2B5EF4-FFF2-40B4-BE49-F238E27FC236}">
                <a16:creationId xmlns:a16="http://schemas.microsoft.com/office/drawing/2014/main" id="{4E39727A-629E-4D91-A56F-8BC628103570}"/>
              </a:ext>
            </a:extLst>
          </p:cNvPr>
          <p:cNvSpPr>
            <a:spLocks noGrp="1"/>
          </p:cNvSpPr>
          <p:nvPr/>
        </p:nvSpPr>
        <p:spPr>
          <a:xfrm>
            <a:off x="655696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GT_11007">
            <a:extLst>
              <a:ext uri="{FF2B5EF4-FFF2-40B4-BE49-F238E27FC236}">
                <a16:creationId xmlns:a16="http://schemas.microsoft.com/office/drawing/2014/main" id="{55FEB072-ECB3-41F5-AB6C-007175219E48}"/>
              </a:ext>
            </a:extLst>
          </p:cNvPr>
          <p:cNvSpPr>
            <a:spLocks noGrp="1"/>
          </p:cNvSpPr>
          <p:nvPr/>
        </p:nvSpPr>
        <p:spPr>
          <a:xfrm>
            <a:off x="6691019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GT_11008">
            <a:extLst>
              <a:ext uri="{FF2B5EF4-FFF2-40B4-BE49-F238E27FC236}">
                <a16:creationId xmlns:a16="http://schemas.microsoft.com/office/drawing/2014/main" id="{8C4ABD82-EC8C-4D5E-AB2D-6370ABC246E9}"/>
              </a:ext>
            </a:extLst>
          </p:cNvPr>
          <p:cNvSpPr>
            <a:spLocks noGrp="1"/>
          </p:cNvSpPr>
          <p:nvPr/>
        </p:nvSpPr>
        <p:spPr>
          <a:xfrm>
            <a:off x="67256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GT_11009">
            <a:extLst>
              <a:ext uri="{FF2B5EF4-FFF2-40B4-BE49-F238E27FC236}">
                <a16:creationId xmlns:a16="http://schemas.microsoft.com/office/drawing/2014/main" id="{1E997F32-1485-481F-AC09-894884FFC0EE}"/>
              </a:ext>
            </a:extLst>
          </p:cNvPr>
          <p:cNvSpPr>
            <a:spLocks noGrp="1"/>
          </p:cNvSpPr>
          <p:nvPr/>
        </p:nvSpPr>
        <p:spPr>
          <a:xfrm>
            <a:off x="66987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GT_11010">
            <a:extLst>
              <a:ext uri="{FF2B5EF4-FFF2-40B4-BE49-F238E27FC236}">
                <a16:creationId xmlns:a16="http://schemas.microsoft.com/office/drawing/2014/main" id="{3AD750C4-507E-44AA-AC01-3D0B2DD3AFEC}"/>
              </a:ext>
            </a:extLst>
          </p:cNvPr>
          <p:cNvSpPr>
            <a:spLocks noGrp="1"/>
          </p:cNvSpPr>
          <p:nvPr/>
        </p:nvSpPr>
        <p:spPr>
          <a:xfrm>
            <a:off x="6622687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GT_11011">
            <a:extLst>
              <a:ext uri="{FF2B5EF4-FFF2-40B4-BE49-F238E27FC236}">
                <a16:creationId xmlns:a16="http://schemas.microsoft.com/office/drawing/2014/main" id="{7F50AC27-2263-437B-9372-78A77FDBA67C}"/>
              </a:ext>
            </a:extLst>
          </p:cNvPr>
          <p:cNvSpPr>
            <a:spLocks noGrp="1"/>
          </p:cNvSpPr>
          <p:nvPr/>
        </p:nvSpPr>
        <p:spPr>
          <a:xfrm>
            <a:off x="649554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GT_11012">
            <a:extLst>
              <a:ext uri="{FF2B5EF4-FFF2-40B4-BE49-F238E27FC236}">
                <a16:creationId xmlns:a16="http://schemas.microsoft.com/office/drawing/2014/main" id="{D73F50DC-378F-4EA1-B7BB-5FDC53B3E262}"/>
              </a:ext>
            </a:extLst>
          </p:cNvPr>
          <p:cNvSpPr>
            <a:spLocks noGrp="1"/>
          </p:cNvSpPr>
          <p:nvPr/>
        </p:nvSpPr>
        <p:spPr>
          <a:xfrm>
            <a:off x="650256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GT_11013">
            <a:extLst>
              <a:ext uri="{FF2B5EF4-FFF2-40B4-BE49-F238E27FC236}">
                <a16:creationId xmlns:a16="http://schemas.microsoft.com/office/drawing/2014/main" id="{B9911ECC-7B95-4CA5-A079-94755DDD7EE1}"/>
              </a:ext>
            </a:extLst>
          </p:cNvPr>
          <p:cNvSpPr>
            <a:spLocks noGrp="1"/>
          </p:cNvSpPr>
          <p:nvPr/>
        </p:nvSpPr>
        <p:spPr>
          <a:xfrm>
            <a:off x="67009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GT_11014">
            <a:extLst>
              <a:ext uri="{FF2B5EF4-FFF2-40B4-BE49-F238E27FC236}">
                <a16:creationId xmlns:a16="http://schemas.microsoft.com/office/drawing/2014/main" id="{A994F833-5D61-4DEB-9097-29EE9DEC8E8F}"/>
              </a:ext>
            </a:extLst>
          </p:cNvPr>
          <p:cNvSpPr>
            <a:spLocks noGrp="1"/>
          </p:cNvSpPr>
          <p:nvPr/>
        </p:nvSpPr>
        <p:spPr>
          <a:xfrm>
            <a:off x="664285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GT_11015">
            <a:extLst>
              <a:ext uri="{FF2B5EF4-FFF2-40B4-BE49-F238E27FC236}">
                <a16:creationId xmlns:a16="http://schemas.microsoft.com/office/drawing/2014/main" id="{571A583E-FAB4-4530-9DFE-137C9057064B}"/>
              </a:ext>
            </a:extLst>
          </p:cNvPr>
          <p:cNvSpPr>
            <a:spLocks noGrp="1"/>
          </p:cNvSpPr>
          <p:nvPr/>
        </p:nvSpPr>
        <p:spPr>
          <a:xfrm>
            <a:off x="6537470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GT_11016">
            <a:extLst>
              <a:ext uri="{FF2B5EF4-FFF2-40B4-BE49-F238E27FC236}">
                <a16:creationId xmlns:a16="http://schemas.microsoft.com/office/drawing/2014/main" id="{361294CC-5E7B-4995-8F48-D683C779FBC8}"/>
              </a:ext>
            </a:extLst>
          </p:cNvPr>
          <p:cNvSpPr>
            <a:spLocks noGrp="1"/>
          </p:cNvSpPr>
          <p:nvPr/>
        </p:nvSpPr>
        <p:spPr>
          <a:xfrm>
            <a:off x="66292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GT_11017">
            <a:extLst>
              <a:ext uri="{FF2B5EF4-FFF2-40B4-BE49-F238E27FC236}">
                <a16:creationId xmlns:a16="http://schemas.microsoft.com/office/drawing/2014/main" id="{B1EC1B33-6FFF-4F08-84DF-7DE13DDDCA8A}"/>
              </a:ext>
            </a:extLst>
          </p:cNvPr>
          <p:cNvSpPr>
            <a:spLocks noGrp="1"/>
          </p:cNvSpPr>
          <p:nvPr/>
        </p:nvSpPr>
        <p:spPr>
          <a:xfrm>
            <a:off x="653443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GT_11018">
            <a:extLst>
              <a:ext uri="{FF2B5EF4-FFF2-40B4-BE49-F238E27FC236}">
                <a16:creationId xmlns:a16="http://schemas.microsoft.com/office/drawing/2014/main" id="{C94751B7-0303-452E-9E99-2FC2329C52FC}"/>
              </a:ext>
            </a:extLst>
          </p:cNvPr>
          <p:cNvSpPr>
            <a:spLocks noGrp="1"/>
          </p:cNvSpPr>
          <p:nvPr/>
        </p:nvSpPr>
        <p:spPr>
          <a:xfrm>
            <a:off x="82871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GT_11019">
            <a:extLst>
              <a:ext uri="{FF2B5EF4-FFF2-40B4-BE49-F238E27FC236}">
                <a16:creationId xmlns:a16="http://schemas.microsoft.com/office/drawing/2014/main" id="{5D01B4EA-2950-4557-908A-FBE0A682B0E2}"/>
              </a:ext>
            </a:extLst>
          </p:cNvPr>
          <p:cNvSpPr>
            <a:spLocks noGrp="1"/>
          </p:cNvSpPr>
          <p:nvPr/>
        </p:nvSpPr>
        <p:spPr>
          <a:xfrm>
            <a:off x="816987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GT_11020">
            <a:extLst>
              <a:ext uri="{FF2B5EF4-FFF2-40B4-BE49-F238E27FC236}">
                <a16:creationId xmlns:a16="http://schemas.microsoft.com/office/drawing/2014/main" id="{C35C562D-87E1-4EF1-9B03-25CB3C351E62}"/>
              </a:ext>
            </a:extLst>
          </p:cNvPr>
          <p:cNvSpPr>
            <a:spLocks noGrp="1"/>
          </p:cNvSpPr>
          <p:nvPr/>
        </p:nvSpPr>
        <p:spPr>
          <a:xfrm>
            <a:off x="8169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GT_11021">
            <a:extLst>
              <a:ext uri="{FF2B5EF4-FFF2-40B4-BE49-F238E27FC236}">
                <a16:creationId xmlns:a16="http://schemas.microsoft.com/office/drawing/2014/main" id="{5B9F63B5-F85D-44F0-A0C0-05EF193227BB}"/>
              </a:ext>
            </a:extLst>
          </p:cNvPr>
          <p:cNvSpPr>
            <a:spLocks noGrp="1"/>
          </p:cNvSpPr>
          <p:nvPr/>
        </p:nvSpPr>
        <p:spPr>
          <a:xfrm>
            <a:off x="808664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GT_11022">
            <a:extLst>
              <a:ext uri="{FF2B5EF4-FFF2-40B4-BE49-F238E27FC236}">
                <a16:creationId xmlns:a16="http://schemas.microsoft.com/office/drawing/2014/main" id="{1555E2E5-D79C-4291-BB22-324C8D2B117E}"/>
              </a:ext>
            </a:extLst>
          </p:cNvPr>
          <p:cNvSpPr>
            <a:spLocks noGrp="1"/>
          </p:cNvSpPr>
          <p:nvPr/>
        </p:nvSpPr>
        <p:spPr>
          <a:xfrm>
            <a:off x="8190196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GT_11023">
            <a:extLst>
              <a:ext uri="{FF2B5EF4-FFF2-40B4-BE49-F238E27FC236}">
                <a16:creationId xmlns:a16="http://schemas.microsoft.com/office/drawing/2014/main" id="{DDD4755F-C599-4BC8-867D-F332F68A67DF}"/>
              </a:ext>
            </a:extLst>
          </p:cNvPr>
          <p:cNvSpPr>
            <a:spLocks noGrp="1"/>
          </p:cNvSpPr>
          <p:nvPr/>
        </p:nvSpPr>
        <p:spPr>
          <a:xfrm>
            <a:off x="81124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GT_11024">
            <a:extLst>
              <a:ext uri="{FF2B5EF4-FFF2-40B4-BE49-F238E27FC236}">
                <a16:creationId xmlns:a16="http://schemas.microsoft.com/office/drawing/2014/main" id="{7A7CE86D-4E53-48F8-BD35-C704C4E4844A}"/>
              </a:ext>
            </a:extLst>
          </p:cNvPr>
          <p:cNvSpPr>
            <a:spLocks noGrp="1"/>
          </p:cNvSpPr>
          <p:nvPr/>
        </p:nvSpPr>
        <p:spPr>
          <a:xfrm>
            <a:off x="83150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GT_11025">
            <a:extLst>
              <a:ext uri="{FF2B5EF4-FFF2-40B4-BE49-F238E27FC236}">
                <a16:creationId xmlns:a16="http://schemas.microsoft.com/office/drawing/2014/main" id="{F79382FF-1B1F-4D94-B162-198A808496CB}"/>
              </a:ext>
            </a:extLst>
          </p:cNvPr>
          <p:cNvSpPr>
            <a:spLocks noGrp="1"/>
          </p:cNvSpPr>
          <p:nvPr/>
        </p:nvSpPr>
        <p:spPr>
          <a:xfrm>
            <a:off x="8195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GT_11026">
            <a:extLst>
              <a:ext uri="{FF2B5EF4-FFF2-40B4-BE49-F238E27FC236}">
                <a16:creationId xmlns:a16="http://schemas.microsoft.com/office/drawing/2014/main" id="{6549BEA7-03A3-4F08-AFDD-2B812DFCAC2B}"/>
              </a:ext>
            </a:extLst>
          </p:cNvPr>
          <p:cNvSpPr>
            <a:spLocks noGrp="1"/>
          </p:cNvSpPr>
          <p:nvPr/>
        </p:nvSpPr>
        <p:spPr>
          <a:xfrm>
            <a:off x="827405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GT_11027">
            <a:extLst>
              <a:ext uri="{FF2B5EF4-FFF2-40B4-BE49-F238E27FC236}">
                <a16:creationId xmlns:a16="http://schemas.microsoft.com/office/drawing/2014/main" id="{D17DC787-2BDB-44C1-B748-01ED518C1322}"/>
              </a:ext>
            </a:extLst>
          </p:cNvPr>
          <p:cNvSpPr>
            <a:spLocks noGrp="1"/>
          </p:cNvSpPr>
          <p:nvPr/>
        </p:nvSpPr>
        <p:spPr>
          <a:xfrm>
            <a:off x="830866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GT_11028">
            <a:extLst>
              <a:ext uri="{FF2B5EF4-FFF2-40B4-BE49-F238E27FC236}">
                <a16:creationId xmlns:a16="http://schemas.microsoft.com/office/drawing/2014/main" id="{6F43A3BD-E2CC-4BCA-8F9D-2C5D4F93CFF7}"/>
              </a:ext>
            </a:extLst>
          </p:cNvPr>
          <p:cNvSpPr>
            <a:spLocks noGrp="1"/>
          </p:cNvSpPr>
          <p:nvPr/>
        </p:nvSpPr>
        <p:spPr>
          <a:xfrm>
            <a:off x="8091379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GT_11029">
            <a:extLst>
              <a:ext uri="{FF2B5EF4-FFF2-40B4-BE49-F238E27FC236}">
                <a16:creationId xmlns:a16="http://schemas.microsoft.com/office/drawing/2014/main" id="{9637C429-9595-4D60-A038-F4643CAA7785}"/>
              </a:ext>
            </a:extLst>
          </p:cNvPr>
          <p:cNvSpPr>
            <a:spLocks noGrp="1"/>
          </p:cNvSpPr>
          <p:nvPr/>
        </p:nvSpPr>
        <p:spPr>
          <a:xfrm>
            <a:off x="8152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GT_11030">
            <a:extLst>
              <a:ext uri="{FF2B5EF4-FFF2-40B4-BE49-F238E27FC236}">
                <a16:creationId xmlns:a16="http://schemas.microsoft.com/office/drawing/2014/main" id="{9F08B1F1-F62B-4CD2-A2F5-831C8BC2C8E4}"/>
              </a:ext>
            </a:extLst>
          </p:cNvPr>
          <p:cNvSpPr>
            <a:spLocks noGrp="1"/>
          </p:cNvSpPr>
          <p:nvPr/>
        </p:nvSpPr>
        <p:spPr>
          <a:xfrm>
            <a:off x="8134364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GT_11031">
            <a:extLst>
              <a:ext uri="{FF2B5EF4-FFF2-40B4-BE49-F238E27FC236}">
                <a16:creationId xmlns:a16="http://schemas.microsoft.com/office/drawing/2014/main" id="{C9BBFB57-1598-46DC-90C4-245C51FC43F8}"/>
              </a:ext>
            </a:extLst>
          </p:cNvPr>
          <p:cNvSpPr>
            <a:spLocks noGrp="1"/>
          </p:cNvSpPr>
          <p:nvPr/>
        </p:nvSpPr>
        <p:spPr>
          <a:xfrm>
            <a:off x="820745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GT_11032">
            <a:extLst>
              <a:ext uri="{FF2B5EF4-FFF2-40B4-BE49-F238E27FC236}">
                <a16:creationId xmlns:a16="http://schemas.microsoft.com/office/drawing/2014/main" id="{730062DD-7863-4581-B110-5D5EEB025C7F}"/>
              </a:ext>
            </a:extLst>
          </p:cNvPr>
          <p:cNvSpPr>
            <a:spLocks noGrp="1"/>
          </p:cNvSpPr>
          <p:nvPr/>
        </p:nvSpPr>
        <p:spPr>
          <a:xfrm>
            <a:off x="81178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GT_11033">
            <a:extLst>
              <a:ext uri="{FF2B5EF4-FFF2-40B4-BE49-F238E27FC236}">
                <a16:creationId xmlns:a16="http://schemas.microsoft.com/office/drawing/2014/main" id="{CBA53126-B75B-4A0C-9C5A-4016D8A1EB26}"/>
              </a:ext>
            </a:extLst>
          </p:cNvPr>
          <p:cNvSpPr>
            <a:spLocks noGrp="1"/>
          </p:cNvSpPr>
          <p:nvPr/>
        </p:nvSpPr>
        <p:spPr>
          <a:xfrm>
            <a:off x="82192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GT_11034">
            <a:extLst>
              <a:ext uri="{FF2B5EF4-FFF2-40B4-BE49-F238E27FC236}">
                <a16:creationId xmlns:a16="http://schemas.microsoft.com/office/drawing/2014/main" id="{FDA3DAB9-2DC5-477D-BBB0-D66885732A00}"/>
              </a:ext>
            </a:extLst>
          </p:cNvPr>
          <p:cNvSpPr>
            <a:spLocks noGrp="1"/>
          </p:cNvSpPr>
          <p:nvPr/>
        </p:nvSpPr>
        <p:spPr>
          <a:xfrm>
            <a:off x="829541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GT_11035">
            <a:extLst>
              <a:ext uri="{FF2B5EF4-FFF2-40B4-BE49-F238E27FC236}">
                <a16:creationId xmlns:a16="http://schemas.microsoft.com/office/drawing/2014/main" id="{A5FDA602-0992-47A6-BCD0-D23848008405}"/>
              </a:ext>
            </a:extLst>
          </p:cNvPr>
          <p:cNvSpPr>
            <a:spLocks noGrp="1"/>
          </p:cNvSpPr>
          <p:nvPr/>
        </p:nvSpPr>
        <p:spPr>
          <a:xfrm>
            <a:off x="82719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GT_11036">
            <a:extLst>
              <a:ext uri="{FF2B5EF4-FFF2-40B4-BE49-F238E27FC236}">
                <a16:creationId xmlns:a16="http://schemas.microsoft.com/office/drawing/2014/main" id="{A3968729-1AEA-42C5-89E6-340136F4322C}"/>
              </a:ext>
            </a:extLst>
          </p:cNvPr>
          <p:cNvSpPr>
            <a:spLocks noGrp="1"/>
          </p:cNvSpPr>
          <p:nvPr/>
        </p:nvSpPr>
        <p:spPr>
          <a:xfrm>
            <a:off x="8281740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GT_11037">
            <a:extLst>
              <a:ext uri="{FF2B5EF4-FFF2-40B4-BE49-F238E27FC236}">
                <a16:creationId xmlns:a16="http://schemas.microsoft.com/office/drawing/2014/main" id="{50800DEA-F68D-456F-88B0-17BCE8F22603}"/>
              </a:ext>
            </a:extLst>
          </p:cNvPr>
          <p:cNvSpPr>
            <a:spLocks noGrp="1"/>
          </p:cNvSpPr>
          <p:nvPr/>
        </p:nvSpPr>
        <p:spPr>
          <a:xfrm>
            <a:off x="8166549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GT_11038">
            <a:extLst>
              <a:ext uri="{FF2B5EF4-FFF2-40B4-BE49-F238E27FC236}">
                <a16:creationId xmlns:a16="http://schemas.microsoft.com/office/drawing/2014/main" id="{61EDB365-983F-48EE-AB9B-E53248C5989D}"/>
              </a:ext>
            </a:extLst>
          </p:cNvPr>
          <p:cNvSpPr>
            <a:spLocks noGrp="1"/>
          </p:cNvSpPr>
          <p:nvPr/>
        </p:nvSpPr>
        <p:spPr>
          <a:xfrm>
            <a:off x="8290152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GT_11039">
            <a:extLst>
              <a:ext uri="{FF2B5EF4-FFF2-40B4-BE49-F238E27FC236}">
                <a16:creationId xmlns:a16="http://schemas.microsoft.com/office/drawing/2014/main" id="{E54C4F4A-EEAB-407B-9AE4-DC55364BAC1F}"/>
              </a:ext>
            </a:extLst>
          </p:cNvPr>
          <p:cNvSpPr>
            <a:spLocks noGrp="1"/>
          </p:cNvSpPr>
          <p:nvPr/>
        </p:nvSpPr>
        <p:spPr>
          <a:xfrm>
            <a:off x="819836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GT_11040">
            <a:extLst>
              <a:ext uri="{FF2B5EF4-FFF2-40B4-BE49-F238E27FC236}">
                <a16:creationId xmlns:a16="http://schemas.microsoft.com/office/drawing/2014/main" id="{1B3B3611-02F9-49E7-9142-FDB44C20481E}"/>
              </a:ext>
            </a:extLst>
          </p:cNvPr>
          <p:cNvSpPr>
            <a:spLocks noGrp="1"/>
          </p:cNvSpPr>
          <p:nvPr/>
        </p:nvSpPr>
        <p:spPr>
          <a:xfrm>
            <a:off x="8227339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GT_11041">
            <a:extLst>
              <a:ext uri="{FF2B5EF4-FFF2-40B4-BE49-F238E27FC236}">
                <a16:creationId xmlns:a16="http://schemas.microsoft.com/office/drawing/2014/main" id="{A4B88697-C04D-474A-8B67-8E29A93F47C6}"/>
              </a:ext>
            </a:extLst>
          </p:cNvPr>
          <p:cNvSpPr>
            <a:spLocks noGrp="1"/>
          </p:cNvSpPr>
          <p:nvPr/>
        </p:nvSpPr>
        <p:spPr>
          <a:xfrm>
            <a:off x="816632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GT_11042">
            <a:extLst>
              <a:ext uri="{FF2B5EF4-FFF2-40B4-BE49-F238E27FC236}">
                <a16:creationId xmlns:a16="http://schemas.microsoft.com/office/drawing/2014/main" id="{3B4BFC45-5E18-486A-B8CE-1B8458AAE855}"/>
              </a:ext>
            </a:extLst>
          </p:cNvPr>
          <p:cNvSpPr>
            <a:spLocks noGrp="1"/>
          </p:cNvSpPr>
          <p:nvPr/>
        </p:nvSpPr>
        <p:spPr>
          <a:xfrm>
            <a:off x="8303281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GT_11043">
            <a:extLst>
              <a:ext uri="{FF2B5EF4-FFF2-40B4-BE49-F238E27FC236}">
                <a16:creationId xmlns:a16="http://schemas.microsoft.com/office/drawing/2014/main" id="{5D1432FA-288D-4D15-8D04-59D8F51B4744}"/>
              </a:ext>
            </a:extLst>
          </p:cNvPr>
          <p:cNvSpPr>
            <a:spLocks noGrp="1"/>
          </p:cNvSpPr>
          <p:nvPr/>
        </p:nvSpPr>
        <p:spPr>
          <a:xfrm>
            <a:off x="82517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GT_11044">
            <a:extLst>
              <a:ext uri="{FF2B5EF4-FFF2-40B4-BE49-F238E27FC236}">
                <a16:creationId xmlns:a16="http://schemas.microsoft.com/office/drawing/2014/main" id="{1BA97041-921B-4471-AD82-555431B05D40}"/>
              </a:ext>
            </a:extLst>
          </p:cNvPr>
          <p:cNvSpPr>
            <a:spLocks noGrp="1"/>
          </p:cNvSpPr>
          <p:nvPr/>
        </p:nvSpPr>
        <p:spPr>
          <a:xfrm>
            <a:off x="8095702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GT_11045">
            <a:extLst>
              <a:ext uri="{FF2B5EF4-FFF2-40B4-BE49-F238E27FC236}">
                <a16:creationId xmlns:a16="http://schemas.microsoft.com/office/drawing/2014/main" id="{1B18A3BC-F3CF-47C1-8106-D2DCE1A4DFD6}"/>
              </a:ext>
            </a:extLst>
          </p:cNvPr>
          <p:cNvSpPr>
            <a:spLocks noGrp="1"/>
          </p:cNvSpPr>
          <p:nvPr/>
        </p:nvSpPr>
        <p:spPr>
          <a:xfrm>
            <a:off x="829124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GT_11046">
            <a:extLst>
              <a:ext uri="{FF2B5EF4-FFF2-40B4-BE49-F238E27FC236}">
                <a16:creationId xmlns:a16="http://schemas.microsoft.com/office/drawing/2014/main" id="{A0A9967E-B35F-474B-84DB-41CD315FC2B7}"/>
              </a:ext>
            </a:extLst>
          </p:cNvPr>
          <p:cNvSpPr>
            <a:spLocks noGrp="1"/>
          </p:cNvSpPr>
          <p:nvPr/>
        </p:nvSpPr>
        <p:spPr>
          <a:xfrm>
            <a:off x="8283198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GT_11047">
            <a:extLst>
              <a:ext uri="{FF2B5EF4-FFF2-40B4-BE49-F238E27FC236}">
                <a16:creationId xmlns:a16="http://schemas.microsoft.com/office/drawing/2014/main" id="{D78C778A-7AC3-4A77-AC22-D4D0B94F38CB}"/>
              </a:ext>
            </a:extLst>
          </p:cNvPr>
          <p:cNvSpPr>
            <a:spLocks noGrp="1"/>
          </p:cNvSpPr>
          <p:nvPr/>
        </p:nvSpPr>
        <p:spPr>
          <a:xfrm>
            <a:off x="81971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GT_11048">
            <a:extLst>
              <a:ext uri="{FF2B5EF4-FFF2-40B4-BE49-F238E27FC236}">
                <a16:creationId xmlns:a16="http://schemas.microsoft.com/office/drawing/2014/main" id="{333B23C4-D1B6-40C7-8FE6-CDAEF30FA7C0}"/>
              </a:ext>
            </a:extLst>
          </p:cNvPr>
          <p:cNvSpPr>
            <a:spLocks noGrp="1"/>
          </p:cNvSpPr>
          <p:nvPr/>
        </p:nvSpPr>
        <p:spPr>
          <a:xfrm>
            <a:off x="82301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GT_11049">
            <a:extLst>
              <a:ext uri="{FF2B5EF4-FFF2-40B4-BE49-F238E27FC236}">
                <a16:creationId xmlns:a16="http://schemas.microsoft.com/office/drawing/2014/main" id="{650D94B4-A758-448C-A64C-75D0030E0658}"/>
              </a:ext>
            </a:extLst>
          </p:cNvPr>
          <p:cNvSpPr>
            <a:spLocks noGrp="1"/>
          </p:cNvSpPr>
          <p:nvPr/>
        </p:nvSpPr>
        <p:spPr>
          <a:xfrm>
            <a:off x="8147433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GT_11050">
            <a:extLst>
              <a:ext uri="{FF2B5EF4-FFF2-40B4-BE49-F238E27FC236}">
                <a16:creationId xmlns:a16="http://schemas.microsoft.com/office/drawing/2014/main" id="{554B622A-4279-4444-91BD-A9FD2BDCB135}"/>
              </a:ext>
            </a:extLst>
          </p:cNvPr>
          <p:cNvSpPr>
            <a:spLocks noGrp="1"/>
          </p:cNvSpPr>
          <p:nvPr/>
        </p:nvSpPr>
        <p:spPr>
          <a:xfrm>
            <a:off x="807988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GT_11051">
            <a:extLst>
              <a:ext uri="{FF2B5EF4-FFF2-40B4-BE49-F238E27FC236}">
                <a16:creationId xmlns:a16="http://schemas.microsoft.com/office/drawing/2014/main" id="{48CA8C8F-BCA2-4F70-8E1C-7DC57B492E44}"/>
              </a:ext>
            </a:extLst>
          </p:cNvPr>
          <p:cNvSpPr>
            <a:spLocks noGrp="1"/>
          </p:cNvSpPr>
          <p:nvPr/>
        </p:nvSpPr>
        <p:spPr>
          <a:xfrm>
            <a:off x="827525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GT_11052">
            <a:extLst>
              <a:ext uri="{FF2B5EF4-FFF2-40B4-BE49-F238E27FC236}">
                <a16:creationId xmlns:a16="http://schemas.microsoft.com/office/drawing/2014/main" id="{5F4987AF-2088-4E09-AAB0-7716728398FA}"/>
              </a:ext>
            </a:extLst>
          </p:cNvPr>
          <p:cNvSpPr>
            <a:spLocks noGrp="1"/>
          </p:cNvSpPr>
          <p:nvPr/>
        </p:nvSpPr>
        <p:spPr>
          <a:xfrm>
            <a:off x="82905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GT_11053">
            <a:extLst>
              <a:ext uri="{FF2B5EF4-FFF2-40B4-BE49-F238E27FC236}">
                <a16:creationId xmlns:a16="http://schemas.microsoft.com/office/drawing/2014/main" id="{0177ED12-B531-49F2-9311-D5CD466F2793}"/>
              </a:ext>
            </a:extLst>
          </p:cNvPr>
          <p:cNvSpPr>
            <a:spLocks noGrp="1"/>
          </p:cNvSpPr>
          <p:nvPr/>
        </p:nvSpPr>
        <p:spPr>
          <a:xfrm>
            <a:off x="823519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GT_11054">
            <a:extLst>
              <a:ext uri="{FF2B5EF4-FFF2-40B4-BE49-F238E27FC236}">
                <a16:creationId xmlns:a16="http://schemas.microsoft.com/office/drawing/2014/main" id="{57CE234A-4E50-439E-912B-3CC786C9C930}"/>
              </a:ext>
            </a:extLst>
          </p:cNvPr>
          <p:cNvSpPr>
            <a:spLocks noGrp="1"/>
          </p:cNvSpPr>
          <p:nvPr/>
        </p:nvSpPr>
        <p:spPr>
          <a:xfrm>
            <a:off x="825933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GT_11055">
            <a:extLst>
              <a:ext uri="{FF2B5EF4-FFF2-40B4-BE49-F238E27FC236}">
                <a16:creationId xmlns:a16="http://schemas.microsoft.com/office/drawing/2014/main" id="{34B26582-4FD5-4B15-83B0-0B578BE6F215}"/>
              </a:ext>
            </a:extLst>
          </p:cNvPr>
          <p:cNvSpPr>
            <a:spLocks noGrp="1"/>
          </p:cNvSpPr>
          <p:nvPr/>
        </p:nvSpPr>
        <p:spPr>
          <a:xfrm>
            <a:off x="81808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GT_11056">
            <a:extLst>
              <a:ext uri="{FF2B5EF4-FFF2-40B4-BE49-F238E27FC236}">
                <a16:creationId xmlns:a16="http://schemas.microsoft.com/office/drawing/2014/main" id="{01BBF365-31F2-4B70-B9A0-B08251CBA840}"/>
              </a:ext>
            </a:extLst>
          </p:cNvPr>
          <p:cNvSpPr>
            <a:spLocks noGrp="1"/>
          </p:cNvSpPr>
          <p:nvPr/>
        </p:nvSpPr>
        <p:spPr>
          <a:xfrm>
            <a:off x="82219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GT_11057">
            <a:extLst>
              <a:ext uri="{FF2B5EF4-FFF2-40B4-BE49-F238E27FC236}">
                <a16:creationId xmlns:a16="http://schemas.microsoft.com/office/drawing/2014/main" id="{7B4CBCA8-F8BE-4551-BE8E-BE171867AD41}"/>
              </a:ext>
            </a:extLst>
          </p:cNvPr>
          <p:cNvSpPr>
            <a:spLocks noGrp="1"/>
          </p:cNvSpPr>
          <p:nvPr/>
        </p:nvSpPr>
        <p:spPr>
          <a:xfrm>
            <a:off x="8148906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GT_11058">
            <a:extLst>
              <a:ext uri="{FF2B5EF4-FFF2-40B4-BE49-F238E27FC236}">
                <a16:creationId xmlns:a16="http://schemas.microsoft.com/office/drawing/2014/main" id="{21B322F2-EB71-4916-9685-203A7F96B707}"/>
              </a:ext>
            </a:extLst>
          </p:cNvPr>
          <p:cNvSpPr>
            <a:spLocks noGrp="1"/>
          </p:cNvSpPr>
          <p:nvPr/>
        </p:nvSpPr>
        <p:spPr>
          <a:xfrm>
            <a:off x="831083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GT_11059">
            <a:extLst>
              <a:ext uri="{FF2B5EF4-FFF2-40B4-BE49-F238E27FC236}">
                <a16:creationId xmlns:a16="http://schemas.microsoft.com/office/drawing/2014/main" id="{7A07556A-3EED-4F30-A81A-F9D4AAC019D5}"/>
              </a:ext>
            </a:extLst>
          </p:cNvPr>
          <p:cNvSpPr>
            <a:spLocks noGrp="1"/>
          </p:cNvSpPr>
          <p:nvPr/>
        </p:nvSpPr>
        <p:spPr>
          <a:xfrm>
            <a:off x="82612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GT_11060">
            <a:extLst>
              <a:ext uri="{FF2B5EF4-FFF2-40B4-BE49-F238E27FC236}">
                <a16:creationId xmlns:a16="http://schemas.microsoft.com/office/drawing/2014/main" id="{AEE671BB-ED30-4F3B-9884-1C53FBCC03BC}"/>
              </a:ext>
            </a:extLst>
          </p:cNvPr>
          <p:cNvSpPr>
            <a:spLocks noGrp="1"/>
          </p:cNvSpPr>
          <p:nvPr/>
        </p:nvSpPr>
        <p:spPr>
          <a:xfrm>
            <a:off x="816682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GT_11061">
            <a:extLst>
              <a:ext uri="{FF2B5EF4-FFF2-40B4-BE49-F238E27FC236}">
                <a16:creationId xmlns:a16="http://schemas.microsoft.com/office/drawing/2014/main" id="{477AE6E7-9EB7-497E-828A-D944FA7E1201}"/>
              </a:ext>
            </a:extLst>
          </p:cNvPr>
          <p:cNvSpPr>
            <a:spLocks noGrp="1"/>
          </p:cNvSpPr>
          <p:nvPr/>
        </p:nvSpPr>
        <p:spPr>
          <a:xfrm>
            <a:off x="82413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GT_11062">
            <a:extLst>
              <a:ext uri="{FF2B5EF4-FFF2-40B4-BE49-F238E27FC236}">
                <a16:creationId xmlns:a16="http://schemas.microsoft.com/office/drawing/2014/main" id="{2CD51DCB-3D55-40F4-B2B7-279A8E2BDB86}"/>
              </a:ext>
            </a:extLst>
          </p:cNvPr>
          <p:cNvSpPr>
            <a:spLocks noGrp="1"/>
          </p:cNvSpPr>
          <p:nvPr/>
        </p:nvSpPr>
        <p:spPr>
          <a:xfrm>
            <a:off x="82485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GT_11063">
            <a:extLst>
              <a:ext uri="{FF2B5EF4-FFF2-40B4-BE49-F238E27FC236}">
                <a16:creationId xmlns:a16="http://schemas.microsoft.com/office/drawing/2014/main" id="{44292D17-FC84-47CC-91B9-5A21F4455167}"/>
              </a:ext>
            </a:extLst>
          </p:cNvPr>
          <p:cNvSpPr>
            <a:spLocks noGrp="1"/>
          </p:cNvSpPr>
          <p:nvPr/>
        </p:nvSpPr>
        <p:spPr>
          <a:xfrm>
            <a:off x="80752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GT_11064">
            <a:extLst>
              <a:ext uri="{FF2B5EF4-FFF2-40B4-BE49-F238E27FC236}">
                <a16:creationId xmlns:a16="http://schemas.microsoft.com/office/drawing/2014/main" id="{61066105-AF1F-4B00-8B07-12AB60D661BB}"/>
              </a:ext>
            </a:extLst>
          </p:cNvPr>
          <p:cNvSpPr>
            <a:spLocks noGrp="1"/>
          </p:cNvSpPr>
          <p:nvPr/>
        </p:nvSpPr>
        <p:spPr>
          <a:xfrm>
            <a:off x="8244515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GT_11065">
            <a:extLst>
              <a:ext uri="{FF2B5EF4-FFF2-40B4-BE49-F238E27FC236}">
                <a16:creationId xmlns:a16="http://schemas.microsoft.com/office/drawing/2014/main" id="{1C943F24-7B85-4F4A-9C53-598631EF7317}"/>
              </a:ext>
            </a:extLst>
          </p:cNvPr>
          <p:cNvSpPr>
            <a:spLocks noGrp="1"/>
          </p:cNvSpPr>
          <p:nvPr/>
        </p:nvSpPr>
        <p:spPr>
          <a:xfrm>
            <a:off x="8302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GT_11066">
            <a:extLst>
              <a:ext uri="{FF2B5EF4-FFF2-40B4-BE49-F238E27FC236}">
                <a16:creationId xmlns:a16="http://schemas.microsoft.com/office/drawing/2014/main" id="{D3F6D91E-B757-4071-9671-BF198DED1B8E}"/>
              </a:ext>
            </a:extLst>
          </p:cNvPr>
          <p:cNvSpPr>
            <a:spLocks noGrp="1"/>
          </p:cNvSpPr>
          <p:nvPr/>
        </p:nvSpPr>
        <p:spPr>
          <a:xfrm>
            <a:off x="81527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GT_11067">
            <a:extLst>
              <a:ext uri="{FF2B5EF4-FFF2-40B4-BE49-F238E27FC236}">
                <a16:creationId xmlns:a16="http://schemas.microsoft.com/office/drawing/2014/main" id="{0EF9CBB4-88D0-4164-971B-2A79C34457DD}"/>
              </a:ext>
            </a:extLst>
          </p:cNvPr>
          <p:cNvSpPr>
            <a:spLocks noGrp="1"/>
          </p:cNvSpPr>
          <p:nvPr/>
        </p:nvSpPr>
        <p:spPr>
          <a:xfrm>
            <a:off x="8270631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GT_11068">
            <a:extLst>
              <a:ext uri="{FF2B5EF4-FFF2-40B4-BE49-F238E27FC236}">
                <a16:creationId xmlns:a16="http://schemas.microsoft.com/office/drawing/2014/main" id="{E818109F-664A-45E9-A561-9FEEDF357088}"/>
              </a:ext>
            </a:extLst>
          </p:cNvPr>
          <p:cNvSpPr>
            <a:spLocks noGrp="1"/>
          </p:cNvSpPr>
          <p:nvPr/>
        </p:nvSpPr>
        <p:spPr>
          <a:xfrm>
            <a:off x="825260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GT_11069">
            <a:extLst>
              <a:ext uri="{FF2B5EF4-FFF2-40B4-BE49-F238E27FC236}">
                <a16:creationId xmlns:a16="http://schemas.microsoft.com/office/drawing/2014/main" id="{2F8B1261-EBA0-494F-8830-7B95CF6DA681}"/>
              </a:ext>
            </a:extLst>
          </p:cNvPr>
          <p:cNvSpPr>
            <a:spLocks noGrp="1"/>
          </p:cNvSpPr>
          <p:nvPr/>
        </p:nvSpPr>
        <p:spPr>
          <a:xfrm>
            <a:off x="82122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GT_11070">
            <a:extLst>
              <a:ext uri="{FF2B5EF4-FFF2-40B4-BE49-F238E27FC236}">
                <a16:creationId xmlns:a16="http://schemas.microsoft.com/office/drawing/2014/main" id="{EB8090A4-A711-4DA1-B7F3-49D70837614F}"/>
              </a:ext>
            </a:extLst>
          </p:cNvPr>
          <p:cNvSpPr>
            <a:spLocks noGrp="1"/>
          </p:cNvSpPr>
          <p:nvPr/>
        </p:nvSpPr>
        <p:spPr>
          <a:xfrm>
            <a:off x="8263119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GT_11071">
            <a:extLst>
              <a:ext uri="{FF2B5EF4-FFF2-40B4-BE49-F238E27FC236}">
                <a16:creationId xmlns:a16="http://schemas.microsoft.com/office/drawing/2014/main" id="{1F67FB1B-62FB-4683-B6F4-B269F9F43753}"/>
              </a:ext>
            </a:extLst>
          </p:cNvPr>
          <p:cNvSpPr>
            <a:spLocks noGrp="1"/>
          </p:cNvSpPr>
          <p:nvPr/>
        </p:nvSpPr>
        <p:spPr>
          <a:xfrm>
            <a:off x="8147648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GT_11072">
            <a:extLst>
              <a:ext uri="{FF2B5EF4-FFF2-40B4-BE49-F238E27FC236}">
                <a16:creationId xmlns:a16="http://schemas.microsoft.com/office/drawing/2014/main" id="{373266BA-D9C9-42F5-A8EB-B740785ECD83}"/>
              </a:ext>
            </a:extLst>
          </p:cNvPr>
          <p:cNvSpPr>
            <a:spLocks noGrp="1"/>
          </p:cNvSpPr>
          <p:nvPr/>
        </p:nvSpPr>
        <p:spPr>
          <a:xfrm>
            <a:off x="8172488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GT_11073">
            <a:extLst>
              <a:ext uri="{FF2B5EF4-FFF2-40B4-BE49-F238E27FC236}">
                <a16:creationId xmlns:a16="http://schemas.microsoft.com/office/drawing/2014/main" id="{69B6075B-B7D8-4518-AA07-72E9105082E3}"/>
              </a:ext>
            </a:extLst>
          </p:cNvPr>
          <p:cNvSpPr>
            <a:spLocks noGrp="1"/>
          </p:cNvSpPr>
          <p:nvPr/>
        </p:nvSpPr>
        <p:spPr>
          <a:xfrm>
            <a:off x="8098088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GT_11074">
            <a:extLst>
              <a:ext uri="{FF2B5EF4-FFF2-40B4-BE49-F238E27FC236}">
                <a16:creationId xmlns:a16="http://schemas.microsoft.com/office/drawing/2014/main" id="{988C8152-6BD3-4C39-A691-641AA8AAE4FB}"/>
              </a:ext>
            </a:extLst>
          </p:cNvPr>
          <p:cNvSpPr>
            <a:spLocks noGrp="1"/>
          </p:cNvSpPr>
          <p:nvPr/>
        </p:nvSpPr>
        <p:spPr>
          <a:xfrm>
            <a:off x="8243767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GT_11075">
            <a:extLst>
              <a:ext uri="{FF2B5EF4-FFF2-40B4-BE49-F238E27FC236}">
                <a16:creationId xmlns:a16="http://schemas.microsoft.com/office/drawing/2014/main" id="{F531F99B-DCC4-41E3-89A9-E99457689F50}"/>
              </a:ext>
            </a:extLst>
          </p:cNvPr>
          <p:cNvSpPr>
            <a:spLocks noGrp="1"/>
          </p:cNvSpPr>
          <p:nvPr/>
        </p:nvSpPr>
        <p:spPr>
          <a:xfrm>
            <a:off x="826465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GT_11076">
            <a:extLst>
              <a:ext uri="{FF2B5EF4-FFF2-40B4-BE49-F238E27FC236}">
                <a16:creationId xmlns:a16="http://schemas.microsoft.com/office/drawing/2014/main" id="{697A4911-6A66-402E-9B7B-A37FEB379A4D}"/>
              </a:ext>
            </a:extLst>
          </p:cNvPr>
          <p:cNvSpPr>
            <a:spLocks noGrp="1"/>
          </p:cNvSpPr>
          <p:nvPr/>
        </p:nvSpPr>
        <p:spPr>
          <a:xfrm>
            <a:off x="8170020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GT_11077">
            <a:extLst>
              <a:ext uri="{FF2B5EF4-FFF2-40B4-BE49-F238E27FC236}">
                <a16:creationId xmlns:a16="http://schemas.microsoft.com/office/drawing/2014/main" id="{2A6BE3B8-5422-4048-89ED-2FCE3A22FDD4}"/>
              </a:ext>
            </a:extLst>
          </p:cNvPr>
          <p:cNvSpPr>
            <a:spLocks noGrp="1"/>
          </p:cNvSpPr>
          <p:nvPr/>
        </p:nvSpPr>
        <p:spPr>
          <a:xfrm>
            <a:off x="827867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GT_11078">
            <a:extLst>
              <a:ext uri="{FF2B5EF4-FFF2-40B4-BE49-F238E27FC236}">
                <a16:creationId xmlns:a16="http://schemas.microsoft.com/office/drawing/2014/main" id="{68B01D1F-C9F7-418C-99C4-33119C0A4FD0}"/>
              </a:ext>
            </a:extLst>
          </p:cNvPr>
          <p:cNvSpPr>
            <a:spLocks noGrp="1"/>
          </p:cNvSpPr>
          <p:nvPr/>
        </p:nvSpPr>
        <p:spPr>
          <a:xfrm>
            <a:off x="82615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GT_11079">
            <a:extLst>
              <a:ext uri="{FF2B5EF4-FFF2-40B4-BE49-F238E27FC236}">
                <a16:creationId xmlns:a16="http://schemas.microsoft.com/office/drawing/2014/main" id="{E4F6101A-3F38-4054-9A17-259A32DFE988}"/>
              </a:ext>
            </a:extLst>
          </p:cNvPr>
          <p:cNvSpPr>
            <a:spLocks noGrp="1"/>
          </p:cNvSpPr>
          <p:nvPr/>
        </p:nvSpPr>
        <p:spPr>
          <a:xfrm>
            <a:off x="82952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GT_11080">
            <a:extLst>
              <a:ext uri="{FF2B5EF4-FFF2-40B4-BE49-F238E27FC236}">
                <a16:creationId xmlns:a16="http://schemas.microsoft.com/office/drawing/2014/main" id="{93D5648F-6658-4AF9-B33E-2BDAAAB838AB}"/>
              </a:ext>
            </a:extLst>
          </p:cNvPr>
          <p:cNvSpPr>
            <a:spLocks noGrp="1"/>
          </p:cNvSpPr>
          <p:nvPr/>
        </p:nvSpPr>
        <p:spPr>
          <a:xfrm>
            <a:off x="83104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GT_11081">
            <a:extLst>
              <a:ext uri="{FF2B5EF4-FFF2-40B4-BE49-F238E27FC236}">
                <a16:creationId xmlns:a16="http://schemas.microsoft.com/office/drawing/2014/main" id="{3712013B-5C21-4191-AE0F-A2A6C26F120D}"/>
              </a:ext>
            </a:extLst>
          </p:cNvPr>
          <p:cNvSpPr>
            <a:spLocks noGrp="1"/>
          </p:cNvSpPr>
          <p:nvPr/>
        </p:nvSpPr>
        <p:spPr>
          <a:xfrm>
            <a:off x="829991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GT_11082">
            <a:extLst>
              <a:ext uri="{FF2B5EF4-FFF2-40B4-BE49-F238E27FC236}">
                <a16:creationId xmlns:a16="http://schemas.microsoft.com/office/drawing/2014/main" id="{E23D5E1C-F0EA-414D-9E32-98EF6B3A2CC1}"/>
              </a:ext>
            </a:extLst>
          </p:cNvPr>
          <p:cNvSpPr>
            <a:spLocks noGrp="1"/>
          </p:cNvSpPr>
          <p:nvPr/>
        </p:nvSpPr>
        <p:spPr>
          <a:xfrm>
            <a:off x="82512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GT_11083">
            <a:extLst>
              <a:ext uri="{FF2B5EF4-FFF2-40B4-BE49-F238E27FC236}">
                <a16:creationId xmlns:a16="http://schemas.microsoft.com/office/drawing/2014/main" id="{46C7415E-4764-4E7E-A4D5-4264D717D865}"/>
              </a:ext>
            </a:extLst>
          </p:cNvPr>
          <p:cNvSpPr>
            <a:spLocks noGrp="1"/>
          </p:cNvSpPr>
          <p:nvPr/>
        </p:nvSpPr>
        <p:spPr>
          <a:xfrm>
            <a:off x="8295022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GT_11084">
            <a:extLst>
              <a:ext uri="{FF2B5EF4-FFF2-40B4-BE49-F238E27FC236}">
                <a16:creationId xmlns:a16="http://schemas.microsoft.com/office/drawing/2014/main" id="{2B63BAAD-BB98-45B1-A7FC-E7EF8E4A1074}"/>
              </a:ext>
            </a:extLst>
          </p:cNvPr>
          <p:cNvSpPr>
            <a:spLocks noGrp="1"/>
          </p:cNvSpPr>
          <p:nvPr/>
        </p:nvSpPr>
        <p:spPr>
          <a:xfrm>
            <a:off x="8105336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GT_11085">
            <a:extLst>
              <a:ext uri="{FF2B5EF4-FFF2-40B4-BE49-F238E27FC236}">
                <a16:creationId xmlns:a16="http://schemas.microsoft.com/office/drawing/2014/main" id="{046F819D-369E-4928-B96B-D655F4073C22}"/>
              </a:ext>
            </a:extLst>
          </p:cNvPr>
          <p:cNvSpPr>
            <a:spLocks noGrp="1"/>
          </p:cNvSpPr>
          <p:nvPr/>
        </p:nvSpPr>
        <p:spPr>
          <a:xfrm>
            <a:off x="8142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GT_11086">
            <a:extLst>
              <a:ext uri="{FF2B5EF4-FFF2-40B4-BE49-F238E27FC236}">
                <a16:creationId xmlns:a16="http://schemas.microsoft.com/office/drawing/2014/main" id="{8F7C404B-C035-43BB-93C1-0F75EA404236}"/>
              </a:ext>
            </a:extLst>
          </p:cNvPr>
          <p:cNvSpPr>
            <a:spLocks noGrp="1"/>
          </p:cNvSpPr>
          <p:nvPr/>
        </p:nvSpPr>
        <p:spPr>
          <a:xfrm>
            <a:off x="8086528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GT_11087">
            <a:extLst>
              <a:ext uri="{FF2B5EF4-FFF2-40B4-BE49-F238E27FC236}">
                <a16:creationId xmlns:a16="http://schemas.microsoft.com/office/drawing/2014/main" id="{9DEA2A74-403B-4E0D-89C7-E48E9BFE1256}"/>
              </a:ext>
            </a:extLst>
          </p:cNvPr>
          <p:cNvSpPr>
            <a:spLocks noGrp="1"/>
          </p:cNvSpPr>
          <p:nvPr/>
        </p:nvSpPr>
        <p:spPr>
          <a:xfrm>
            <a:off x="8250190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GT_11088">
            <a:extLst>
              <a:ext uri="{FF2B5EF4-FFF2-40B4-BE49-F238E27FC236}">
                <a16:creationId xmlns:a16="http://schemas.microsoft.com/office/drawing/2014/main" id="{C69E0AEB-59F1-44E2-A0B0-EEAB8461FE5A}"/>
              </a:ext>
            </a:extLst>
          </p:cNvPr>
          <p:cNvSpPr>
            <a:spLocks noGrp="1"/>
          </p:cNvSpPr>
          <p:nvPr/>
        </p:nvSpPr>
        <p:spPr>
          <a:xfrm>
            <a:off x="812616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GT_11089">
            <a:extLst>
              <a:ext uri="{FF2B5EF4-FFF2-40B4-BE49-F238E27FC236}">
                <a16:creationId xmlns:a16="http://schemas.microsoft.com/office/drawing/2014/main" id="{51C7269F-84D3-414C-91C2-BBD1B9DBA714}"/>
              </a:ext>
            </a:extLst>
          </p:cNvPr>
          <p:cNvSpPr>
            <a:spLocks noGrp="1"/>
          </p:cNvSpPr>
          <p:nvPr/>
        </p:nvSpPr>
        <p:spPr>
          <a:xfrm>
            <a:off x="8151913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GT_11090">
            <a:extLst>
              <a:ext uri="{FF2B5EF4-FFF2-40B4-BE49-F238E27FC236}">
                <a16:creationId xmlns:a16="http://schemas.microsoft.com/office/drawing/2014/main" id="{CEC54C87-5165-415A-97EA-F6F2076E53DB}"/>
              </a:ext>
            </a:extLst>
          </p:cNvPr>
          <p:cNvSpPr>
            <a:spLocks noGrp="1"/>
          </p:cNvSpPr>
          <p:nvPr/>
        </p:nvSpPr>
        <p:spPr>
          <a:xfrm>
            <a:off x="80882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GT_11091">
            <a:extLst>
              <a:ext uri="{FF2B5EF4-FFF2-40B4-BE49-F238E27FC236}">
                <a16:creationId xmlns:a16="http://schemas.microsoft.com/office/drawing/2014/main" id="{6F148F47-B622-4ACD-8207-B6FC485BDF81}"/>
              </a:ext>
            </a:extLst>
          </p:cNvPr>
          <p:cNvSpPr>
            <a:spLocks noGrp="1"/>
          </p:cNvSpPr>
          <p:nvPr/>
        </p:nvSpPr>
        <p:spPr>
          <a:xfrm>
            <a:off x="814669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GT_11092">
            <a:extLst>
              <a:ext uri="{FF2B5EF4-FFF2-40B4-BE49-F238E27FC236}">
                <a16:creationId xmlns:a16="http://schemas.microsoft.com/office/drawing/2014/main" id="{F010FE5E-6080-4F25-98BB-3D455598D6DB}"/>
              </a:ext>
            </a:extLst>
          </p:cNvPr>
          <p:cNvSpPr>
            <a:spLocks noGrp="1"/>
          </p:cNvSpPr>
          <p:nvPr/>
        </p:nvSpPr>
        <p:spPr>
          <a:xfrm>
            <a:off x="81813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GT_11093">
            <a:extLst>
              <a:ext uri="{FF2B5EF4-FFF2-40B4-BE49-F238E27FC236}">
                <a16:creationId xmlns:a16="http://schemas.microsoft.com/office/drawing/2014/main" id="{48906279-F866-492A-B0D8-08D17A7FF992}"/>
              </a:ext>
            </a:extLst>
          </p:cNvPr>
          <p:cNvSpPr>
            <a:spLocks noGrp="1"/>
          </p:cNvSpPr>
          <p:nvPr/>
        </p:nvSpPr>
        <p:spPr>
          <a:xfrm>
            <a:off x="8063545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GT_11094">
            <a:extLst>
              <a:ext uri="{FF2B5EF4-FFF2-40B4-BE49-F238E27FC236}">
                <a16:creationId xmlns:a16="http://schemas.microsoft.com/office/drawing/2014/main" id="{019061DB-02E9-4D78-8C08-DBD3D552BCE3}"/>
              </a:ext>
            </a:extLst>
          </p:cNvPr>
          <p:cNvSpPr>
            <a:spLocks noGrp="1"/>
          </p:cNvSpPr>
          <p:nvPr/>
        </p:nvSpPr>
        <p:spPr>
          <a:xfrm>
            <a:off x="82713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GT_11095">
            <a:extLst>
              <a:ext uri="{FF2B5EF4-FFF2-40B4-BE49-F238E27FC236}">
                <a16:creationId xmlns:a16="http://schemas.microsoft.com/office/drawing/2014/main" id="{6982B77E-D782-4B1E-82CC-9C5479882ABF}"/>
              </a:ext>
            </a:extLst>
          </p:cNvPr>
          <p:cNvSpPr>
            <a:spLocks noGrp="1"/>
          </p:cNvSpPr>
          <p:nvPr/>
        </p:nvSpPr>
        <p:spPr>
          <a:xfrm>
            <a:off x="8167281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GT_11096">
            <a:extLst>
              <a:ext uri="{FF2B5EF4-FFF2-40B4-BE49-F238E27FC236}">
                <a16:creationId xmlns:a16="http://schemas.microsoft.com/office/drawing/2014/main" id="{21363FEE-24FE-4B7F-8260-8F7B932E16F1}"/>
              </a:ext>
            </a:extLst>
          </p:cNvPr>
          <p:cNvSpPr>
            <a:spLocks noGrp="1"/>
          </p:cNvSpPr>
          <p:nvPr/>
        </p:nvSpPr>
        <p:spPr>
          <a:xfrm>
            <a:off x="81303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GT_11097">
            <a:extLst>
              <a:ext uri="{FF2B5EF4-FFF2-40B4-BE49-F238E27FC236}">
                <a16:creationId xmlns:a16="http://schemas.microsoft.com/office/drawing/2014/main" id="{559C0EFF-1B77-4779-8A28-2C89D54DEC89}"/>
              </a:ext>
            </a:extLst>
          </p:cNvPr>
          <p:cNvSpPr>
            <a:spLocks noGrp="1"/>
          </p:cNvSpPr>
          <p:nvPr/>
        </p:nvSpPr>
        <p:spPr>
          <a:xfrm>
            <a:off x="815865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GT_11098">
            <a:extLst>
              <a:ext uri="{FF2B5EF4-FFF2-40B4-BE49-F238E27FC236}">
                <a16:creationId xmlns:a16="http://schemas.microsoft.com/office/drawing/2014/main" id="{A625F288-2B53-4FA6-AE12-AB92436885EA}"/>
              </a:ext>
            </a:extLst>
          </p:cNvPr>
          <p:cNvSpPr>
            <a:spLocks noGrp="1"/>
          </p:cNvSpPr>
          <p:nvPr/>
        </p:nvSpPr>
        <p:spPr>
          <a:xfrm>
            <a:off x="826036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GT_11099">
            <a:extLst>
              <a:ext uri="{FF2B5EF4-FFF2-40B4-BE49-F238E27FC236}">
                <a16:creationId xmlns:a16="http://schemas.microsoft.com/office/drawing/2014/main" id="{DB48BE83-D88A-45B6-989C-A34980EA3778}"/>
              </a:ext>
            </a:extLst>
          </p:cNvPr>
          <p:cNvSpPr>
            <a:spLocks noGrp="1"/>
          </p:cNvSpPr>
          <p:nvPr/>
        </p:nvSpPr>
        <p:spPr>
          <a:xfrm>
            <a:off x="826544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GT_11100">
            <a:extLst>
              <a:ext uri="{FF2B5EF4-FFF2-40B4-BE49-F238E27FC236}">
                <a16:creationId xmlns:a16="http://schemas.microsoft.com/office/drawing/2014/main" id="{FD28F7EA-FC30-40C4-91BE-D8378C049775}"/>
              </a:ext>
            </a:extLst>
          </p:cNvPr>
          <p:cNvSpPr>
            <a:spLocks noGrp="1"/>
          </p:cNvSpPr>
          <p:nvPr/>
        </p:nvSpPr>
        <p:spPr>
          <a:xfrm>
            <a:off x="8187995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GT_11101">
            <a:extLst>
              <a:ext uri="{FF2B5EF4-FFF2-40B4-BE49-F238E27FC236}">
                <a16:creationId xmlns:a16="http://schemas.microsoft.com/office/drawing/2014/main" id="{30392230-F761-47A7-86AB-8070E30CA1D5}"/>
              </a:ext>
            </a:extLst>
          </p:cNvPr>
          <p:cNvSpPr>
            <a:spLocks noGrp="1"/>
          </p:cNvSpPr>
          <p:nvPr/>
        </p:nvSpPr>
        <p:spPr>
          <a:xfrm>
            <a:off x="822713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GT_11102">
            <a:extLst>
              <a:ext uri="{FF2B5EF4-FFF2-40B4-BE49-F238E27FC236}">
                <a16:creationId xmlns:a16="http://schemas.microsoft.com/office/drawing/2014/main" id="{5217D6E0-B6B0-4C64-96DC-6B72521352D1}"/>
              </a:ext>
            </a:extLst>
          </p:cNvPr>
          <p:cNvSpPr>
            <a:spLocks noGrp="1"/>
          </p:cNvSpPr>
          <p:nvPr/>
        </p:nvSpPr>
        <p:spPr>
          <a:xfrm>
            <a:off x="818992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GT_11103">
            <a:extLst>
              <a:ext uri="{FF2B5EF4-FFF2-40B4-BE49-F238E27FC236}">
                <a16:creationId xmlns:a16="http://schemas.microsoft.com/office/drawing/2014/main" id="{36FACADB-62BE-47B1-899A-2D11CF823005}"/>
              </a:ext>
            </a:extLst>
          </p:cNvPr>
          <p:cNvSpPr>
            <a:spLocks noGrp="1"/>
          </p:cNvSpPr>
          <p:nvPr/>
        </p:nvSpPr>
        <p:spPr>
          <a:xfrm>
            <a:off x="8125522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GT_11104">
            <a:extLst>
              <a:ext uri="{FF2B5EF4-FFF2-40B4-BE49-F238E27FC236}">
                <a16:creationId xmlns:a16="http://schemas.microsoft.com/office/drawing/2014/main" id="{90F247AF-5E1B-482F-B032-894B2D5799BD}"/>
              </a:ext>
            </a:extLst>
          </p:cNvPr>
          <p:cNvSpPr>
            <a:spLocks noGrp="1"/>
          </p:cNvSpPr>
          <p:nvPr/>
        </p:nvSpPr>
        <p:spPr>
          <a:xfrm>
            <a:off x="8200744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GT_11105">
            <a:extLst>
              <a:ext uri="{FF2B5EF4-FFF2-40B4-BE49-F238E27FC236}">
                <a16:creationId xmlns:a16="http://schemas.microsoft.com/office/drawing/2014/main" id="{CEAB9C97-42D9-4070-9DA9-FD8990A7A338}"/>
              </a:ext>
            </a:extLst>
          </p:cNvPr>
          <p:cNvSpPr>
            <a:spLocks noGrp="1"/>
          </p:cNvSpPr>
          <p:nvPr/>
        </p:nvSpPr>
        <p:spPr>
          <a:xfrm>
            <a:off x="8107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GT_11106">
            <a:extLst>
              <a:ext uri="{FF2B5EF4-FFF2-40B4-BE49-F238E27FC236}">
                <a16:creationId xmlns:a16="http://schemas.microsoft.com/office/drawing/2014/main" id="{F77A29E5-EFB1-4C10-909E-B2F1755641DE}"/>
              </a:ext>
            </a:extLst>
          </p:cNvPr>
          <p:cNvSpPr>
            <a:spLocks noGrp="1"/>
          </p:cNvSpPr>
          <p:nvPr/>
        </p:nvSpPr>
        <p:spPr>
          <a:xfrm>
            <a:off x="829694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GT_11107">
            <a:extLst>
              <a:ext uri="{FF2B5EF4-FFF2-40B4-BE49-F238E27FC236}">
                <a16:creationId xmlns:a16="http://schemas.microsoft.com/office/drawing/2014/main" id="{5E1C0BD4-96B8-4697-9BC6-1C423E74BEDD}"/>
              </a:ext>
            </a:extLst>
          </p:cNvPr>
          <p:cNvSpPr>
            <a:spLocks noGrp="1"/>
          </p:cNvSpPr>
          <p:nvPr/>
        </p:nvSpPr>
        <p:spPr>
          <a:xfrm>
            <a:off x="8078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GT_11108">
            <a:extLst>
              <a:ext uri="{FF2B5EF4-FFF2-40B4-BE49-F238E27FC236}">
                <a16:creationId xmlns:a16="http://schemas.microsoft.com/office/drawing/2014/main" id="{00C38652-CE85-46C4-9B1B-D06B7B94DDE0}"/>
              </a:ext>
            </a:extLst>
          </p:cNvPr>
          <p:cNvSpPr>
            <a:spLocks noGrp="1"/>
          </p:cNvSpPr>
          <p:nvPr/>
        </p:nvSpPr>
        <p:spPr>
          <a:xfrm>
            <a:off x="828729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GT_11109">
            <a:extLst>
              <a:ext uri="{FF2B5EF4-FFF2-40B4-BE49-F238E27FC236}">
                <a16:creationId xmlns:a16="http://schemas.microsoft.com/office/drawing/2014/main" id="{C90C8E4B-0EC4-4817-BEEF-39AC11EB6792}"/>
              </a:ext>
            </a:extLst>
          </p:cNvPr>
          <p:cNvSpPr>
            <a:spLocks noGrp="1"/>
          </p:cNvSpPr>
          <p:nvPr/>
        </p:nvSpPr>
        <p:spPr>
          <a:xfrm>
            <a:off x="819935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GT_11110">
            <a:extLst>
              <a:ext uri="{FF2B5EF4-FFF2-40B4-BE49-F238E27FC236}">
                <a16:creationId xmlns:a16="http://schemas.microsoft.com/office/drawing/2014/main" id="{662265ED-B6DD-432B-9932-9427E3775888}"/>
              </a:ext>
            </a:extLst>
          </p:cNvPr>
          <p:cNvSpPr>
            <a:spLocks noGrp="1"/>
          </p:cNvSpPr>
          <p:nvPr/>
        </p:nvSpPr>
        <p:spPr>
          <a:xfrm>
            <a:off x="81621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GT_11111">
            <a:extLst>
              <a:ext uri="{FF2B5EF4-FFF2-40B4-BE49-F238E27FC236}">
                <a16:creationId xmlns:a16="http://schemas.microsoft.com/office/drawing/2014/main" id="{23F8EC52-DBDA-4B45-8305-027B88ABC5D9}"/>
              </a:ext>
            </a:extLst>
          </p:cNvPr>
          <p:cNvSpPr>
            <a:spLocks noGrp="1"/>
          </p:cNvSpPr>
          <p:nvPr/>
        </p:nvSpPr>
        <p:spPr>
          <a:xfrm>
            <a:off x="814598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GT_11112">
            <a:extLst>
              <a:ext uri="{FF2B5EF4-FFF2-40B4-BE49-F238E27FC236}">
                <a16:creationId xmlns:a16="http://schemas.microsoft.com/office/drawing/2014/main" id="{63D860C5-7DE3-452F-A93C-2F2365485A53}"/>
              </a:ext>
            </a:extLst>
          </p:cNvPr>
          <p:cNvSpPr>
            <a:spLocks noGrp="1"/>
          </p:cNvSpPr>
          <p:nvPr/>
        </p:nvSpPr>
        <p:spPr>
          <a:xfrm>
            <a:off x="80776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GT_11113">
            <a:extLst>
              <a:ext uri="{FF2B5EF4-FFF2-40B4-BE49-F238E27FC236}">
                <a16:creationId xmlns:a16="http://schemas.microsoft.com/office/drawing/2014/main" id="{33052F07-A757-4374-87FD-9540CAF6AA34}"/>
              </a:ext>
            </a:extLst>
          </p:cNvPr>
          <p:cNvSpPr>
            <a:spLocks noGrp="1"/>
          </p:cNvSpPr>
          <p:nvPr/>
        </p:nvSpPr>
        <p:spPr>
          <a:xfrm>
            <a:off x="80903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GT_11114">
            <a:extLst>
              <a:ext uri="{FF2B5EF4-FFF2-40B4-BE49-F238E27FC236}">
                <a16:creationId xmlns:a16="http://schemas.microsoft.com/office/drawing/2014/main" id="{30029EB1-0564-4B1F-877A-4EC5F1AF264A}"/>
              </a:ext>
            </a:extLst>
          </p:cNvPr>
          <p:cNvSpPr>
            <a:spLocks noGrp="1"/>
          </p:cNvSpPr>
          <p:nvPr/>
        </p:nvSpPr>
        <p:spPr>
          <a:xfrm>
            <a:off x="8103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GT_11115">
            <a:extLst>
              <a:ext uri="{FF2B5EF4-FFF2-40B4-BE49-F238E27FC236}">
                <a16:creationId xmlns:a16="http://schemas.microsoft.com/office/drawing/2014/main" id="{EEF8DF0E-37F5-459E-89ED-FDA0E058131F}"/>
              </a:ext>
            </a:extLst>
          </p:cNvPr>
          <p:cNvSpPr>
            <a:spLocks noGrp="1"/>
          </p:cNvSpPr>
          <p:nvPr/>
        </p:nvSpPr>
        <p:spPr>
          <a:xfrm>
            <a:off x="826590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GT_11116">
            <a:extLst>
              <a:ext uri="{FF2B5EF4-FFF2-40B4-BE49-F238E27FC236}">
                <a16:creationId xmlns:a16="http://schemas.microsoft.com/office/drawing/2014/main" id="{1011AE59-2138-4CE6-81C4-4604F731FE14}"/>
              </a:ext>
            </a:extLst>
          </p:cNvPr>
          <p:cNvSpPr>
            <a:spLocks noGrp="1"/>
          </p:cNvSpPr>
          <p:nvPr/>
        </p:nvSpPr>
        <p:spPr>
          <a:xfrm>
            <a:off x="810921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GT_11117">
            <a:extLst>
              <a:ext uri="{FF2B5EF4-FFF2-40B4-BE49-F238E27FC236}">
                <a16:creationId xmlns:a16="http://schemas.microsoft.com/office/drawing/2014/main" id="{978C55D9-3BD4-4DF7-858D-FAF44553E8D5}"/>
              </a:ext>
            </a:extLst>
          </p:cNvPr>
          <p:cNvSpPr>
            <a:spLocks noGrp="1"/>
          </p:cNvSpPr>
          <p:nvPr/>
        </p:nvSpPr>
        <p:spPr>
          <a:xfrm>
            <a:off x="8312086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GT_11118">
            <a:extLst>
              <a:ext uri="{FF2B5EF4-FFF2-40B4-BE49-F238E27FC236}">
                <a16:creationId xmlns:a16="http://schemas.microsoft.com/office/drawing/2014/main" id="{CEC9730E-D3EF-40D3-8172-EEEB43DD51AD}"/>
              </a:ext>
            </a:extLst>
          </p:cNvPr>
          <p:cNvSpPr>
            <a:spLocks noGrp="1"/>
          </p:cNvSpPr>
          <p:nvPr/>
        </p:nvSpPr>
        <p:spPr>
          <a:xfrm>
            <a:off x="8311623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GT_11119">
            <a:extLst>
              <a:ext uri="{FF2B5EF4-FFF2-40B4-BE49-F238E27FC236}">
                <a16:creationId xmlns:a16="http://schemas.microsoft.com/office/drawing/2014/main" id="{C3407B7A-E26B-4D75-B805-7E5396C2D49E}"/>
              </a:ext>
            </a:extLst>
          </p:cNvPr>
          <p:cNvSpPr>
            <a:spLocks noGrp="1"/>
          </p:cNvSpPr>
          <p:nvPr/>
        </p:nvSpPr>
        <p:spPr>
          <a:xfrm>
            <a:off x="81526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GT_11120">
            <a:extLst>
              <a:ext uri="{FF2B5EF4-FFF2-40B4-BE49-F238E27FC236}">
                <a16:creationId xmlns:a16="http://schemas.microsoft.com/office/drawing/2014/main" id="{86746C11-A364-4FBC-A72A-C1A400328545}"/>
              </a:ext>
            </a:extLst>
          </p:cNvPr>
          <p:cNvSpPr>
            <a:spLocks noGrp="1"/>
          </p:cNvSpPr>
          <p:nvPr/>
        </p:nvSpPr>
        <p:spPr>
          <a:xfrm>
            <a:off x="812012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GT_11121">
            <a:extLst>
              <a:ext uri="{FF2B5EF4-FFF2-40B4-BE49-F238E27FC236}">
                <a16:creationId xmlns:a16="http://schemas.microsoft.com/office/drawing/2014/main" id="{8399423D-D8FD-4349-9351-BDF3C84DADE8}"/>
              </a:ext>
            </a:extLst>
          </p:cNvPr>
          <p:cNvSpPr>
            <a:spLocks noGrp="1"/>
          </p:cNvSpPr>
          <p:nvPr/>
        </p:nvSpPr>
        <p:spPr>
          <a:xfrm>
            <a:off x="825149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GT_11122">
            <a:extLst>
              <a:ext uri="{FF2B5EF4-FFF2-40B4-BE49-F238E27FC236}">
                <a16:creationId xmlns:a16="http://schemas.microsoft.com/office/drawing/2014/main" id="{9DADC732-A8B3-4413-AFE9-B973E870FFFC}"/>
              </a:ext>
            </a:extLst>
          </p:cNvPr>
          <p:cNvSpPr>
            <a:spLocks noGrp="1"/>
          </p:cNvSpPr>
          <p:nvPr/>
        </p:nvSpPr>
        <p:spPr>
          <a:xfrm>
            <a:off x="83086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GT_11123">
            <a:extLst>
              <a:ext uri="{FF2B5EF4-FFF2-40B4-BE49-F238E27FC236}">
                <a16:creationId xmlns:a16="http://schemas.microsoft.com/office/drawing/2014/main" id="{7CD6D618-218C-4A3F-AB57-31B61FA7D550}"/>
              </a:ext>
            </a:extLst>
          </p:cNvPr>
          <p:cNvSpPr>
            <a:spLocks noGrp="1"/>
          </p:cNvSpPr>
          <p:nvPr/>
        </p:nvSpPr>
        <p:spPr>
          <a:xfrm>
            <a:off x="8081531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GT_11124">
            <a:extLst>
              <a:ext uri="{FF2B5EF4-FFF2-40B4-BE49-F238E27FC236}">
                <a16:creationId xmlns:a16="http://schemas.microsoft.com/office/drawing/2014/main" id="{BD2B4750-44D7-4508-A751-1DCFFD1C79B0}"/>
              </a:ext>
            </a:extLst>
          </p:cNvPr>
          <p:cNvSpPr>
            <a:spLocks noGrp="1"/>
          </p:cNvSpPr>
          <p:nvPr/>
        </p:nvSpPr>
        <p:spPr>
          <a:xfrm>
            <a:off x="80842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GT_11125">
            <a:extLst>
              <a:ext uri="{FF2B5EF4-FFF2-40B4-BE49-F238E27FC236}">
                <a16:creationId xmlns:a16="http://schemas.microsoft.com/office/drawing/2014/main" id="{EE0FF368-1B2F-4542-94AB-60AE2F254B4D}"/>
              </a:ext>
            </a:extLst>
          </p:cNvPr>
          <p:cNvSpPr>
            <a:spLocks noGrp="1"/>
          </p:cNvSpPr>
          <p:nvPr/>
        </p:nvSpPr>
        <p:spPr>
          <a:xfrm>
            <a:off x="8141102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GT_11126">
            <a:extLst>
              <a:ext uri="{FF2B5EF4-FFF2-40B4-BE49-F238E27FC236}">
                <a16:creationId xmlns:a16="http://schemas.microsoft.com/office/drawing/2014/main" id="{8490291C-7001-4653-9C82-77B1F75DF2DB}"/>
              </a:ext>
            </a:extLst>
          </p:cNvPr>
          <p:cNvSpPr>
            <a:spLocks noGrp="1"/>
          </p:cNvSpPr>
          <p:nvPr/>
        </p:nvSpPr>
        <p:spPr>
          <a:xfrm>
            <a:off x="820236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GT_11127">
            <a:extLst>
              <a:ext uri="{FF2B5EF4-FFF2-40B4-BE49-F238E27FC236}">
                <a16:creationId xmlns:a16="http://schemas.microsoft.com/office/drawing/2014/main" id="{80BDEF09-87B5-4385-A49A-DED04DC366B6}"/>
              </a:ext>
            </a:extLst>
          </p:cNvPr>
          <p:cNvSpPr>
            <a:spLocks noGrp="1"/>
          </p:cNvSpPr>
          <p:nvPr/>
        </p:nvSpPr>
        <p:spPr>
          <a:xfrm>
            <a:off x="80694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GT_11128">
            <a:extLst>
              <a:ext uri="{FF2B5EF4-FFF2-40B4-BE49-F238E27FC236}">
                <a16:creationId xmlns:a16="http://schemas.microsoft.com/office/drawing/2014/main" id="{9B511B2F-376F-4CD0-B57F-0B19BB86A52B}"/>
              </a:ext>
            </a:extLst>
          </p:cNvPr>
          <p:cNvSpPr>
            <a:spLocks noGrp="1"/>
          </p:cNvSpPr>
          <p:nvPr/>
        </p:nvSpPr>
        <p:spPr>
          <a:xfrm>
            <a:off x="819738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GT_11129">
            <a:extLst>
              <a:ext uri="{FF2B5EF4-FFF2-40B4-BE49-F238E27FC236}">
                <a16:creationId xmlns:a16="http://schemas.microsoft.com/office/drawing/2014/main" id="{91B97D86-27C6-4E58-8B8E-9F4E31CDCEDC}"/>
              </a:ext>
            </a:extLst>
          </p:cNvPr>
          <p:cNvSpPr>
            <a:spLocks noGrp="1"/>
          </p:cNvSpPr>
          <p:nvPr/>
        </p:nvSpPr>
        <p:spPr>
          <a:xfrm>
            <a:off x="822139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GT_11130">
            <a:extLst>
              <a:ext uri="{FF2B5EF4-FFF2-40B4-BE49-F238E27FC236}">
                <a16:creationId xmlns:a16="http://schemas.microsoft.com/office/drawing/2014/main" id="{BEA37030-6A14-4585-BE7A-CD769A09E6DA}"/>
              </a:ext>
            </a:extLst>
          </p:cNvPr>
          <p:cNvSpPr>
            <a:spLocks noGrp="1"/>
          </p:cNvSpPr>
          <p:nvPr/>
        </p:nvSpPr>
        <p:spPr>
          <a:xfrm>
            <a:off x="8137703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GT_11131">
            <a:extLst>
              <a:ext uri="{FF2B5EF4-FFF2-40B4-BE49-F238E27FC236}">
                <a16:creationId xmlns:a16="http://schemas.microsoft.com/office/drawing/2014/main" id="{1464981E-8905-49C7-9650-DA21AF25DCF7}"/>
              </a:ext>
            </a:extLst>
          </p:cNvPr>
          <p:cNvSpPr>
            <a:spLocks noGrp="1"/>
          </p:cNvSpPr>
          <p:nvPr/>
        </p:nvSpPr>
        <p:spPr>
          <a:xfrm>
            <a:off x="81201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GT_11132">
            <a:extLst>
              <a:ext uri="{FF2B5EF4-FFF2-40B4-BE49-F238E27FC236}">
                <a16:creationId xmlns:a16="http://schemas.microsoft.com/office/drawing/2014/main" id="{8EACF2CE-7D83-4956-8B46-B6942C7D895F}"/>
              </a:ext>
            </a:extLst>
          </p:cNvPr>
          <p:cNvSpPr>
            <a:spLocks noGrp="1"/>
          </p:cNvSpPr>
          <p:nvPr/>
        </p:nvSpPr>
        <p:spPr>
          <a:xfrm>
            <a:off x="81313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GT_11133">
            <a:extLst>
              <a:ext uri="{FF2B5EF4-FFF2-40B4-BE49-F238E27FC236}">
                <a16:creationId xmlns:a16="http://schemas.microsoft.com/office/drawing/2014/main" id="{CAEAECEE-827F-4FF0-876D-B8289AD3E7EB}"/>
              </a:ext>
            </a:extLst>
          </p:cNvPr>
          <p:cNvSpPr>
            <a:spLocks noGrp="1"/>
          </p:cNvSpPr>
          <p:nvPr/>
        </p:nvSpPr>
        <p:spPr>
          <a:xfrm>
            <a:off x="8136567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GT_11134">
            <a:extLst>
              <a:ext uri="{FF2B5EF4-FFF2-40B4-BE49-F238E27FC236}">
                <a16:creationId xmlns:a16="http://schemas.microsoft.com/office/drawing/2014/main" id="{4711C918-A647-4221-8297-C624092020A6}"/>
              </a:ext>
            </a:extLst>
          </p:cNvPr>
          <p:cNvSpPr>
            <a:spLocks noGrp="1"/>
          </p:cNvSpPr>
          <p:nvPr/>
        </p:nvSpPr>
        <p:spPr>
          <a:xfrm>
            <a:off x="816589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GT_11135">
            <a:extLst>
              <a:ext uri="{FF2B5EF4-FFF2-40B4-BE49-F238E27FC236}">
                <a16:creationId xmlns:a16="http://schemas.microsoft.com/office/drawing/2014/main" id="{C5125964-CCFF-4F1A-B4D6-D3B95BB14F97}"/>
              </a:ext>
            </a:extLst>
          </p:cNvPr>
          <p:cNvSpPr>
            <a:spLocks noGrp="1"/>
          </p:cNvSpPr>
          <p:nvPr/>
        </p:nvSpPr>
        <p:spPr>
          <a:xfrm>
            <a:off x="8280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GT_11136">
            <a:extLst>
              <a:ext uri="{FF2B5EF4-FFF2-40B4-BE49-F238E27FC236}">
                <a16:creationId xmlns:a16="http://schemas.microsoft.com/office/drawing/2014/main" id="{145F564F-C7B7-4A31-A31A-65B5A200B673}"/>
              </a:ext>
            </a:extLst>
          </p:cNvPr>
          <p:cNvSpPr>
            <a:spLocks noGrp="1"/>
          </p:cNvSpPr>
          <p:nvPr/>
        </p:nvSpPr>
        <p:spPr>
          <a:xfrm>
            <a:off x="80742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GT_11137">
            <a:extLst>
              <a:ext uri="{FF2B5EF4-FFF2-40B4-BE49-F238E27FC236}">
                <a16:creationId xmlns:a16="http://schemas.microsoft.com/office/drawing/2014/main" id="{711D129E-94C6-440F-B8FE-2C015F211A90}"/>
              </a:ext>
            </a:extLst>
          </p:cNvPr>
          <p:cNvSpPr>
            <a:spLocks noGrp="1"/>
          </p:cNvSpPr>
          <p:nvPr/>
        </p:nvSpPr>
        <p:spPr>
          <a:xfrm>
            <a:off x="808516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GT_11138">
            <a:extLst>
              <a:ext uri="{FF2B5EF4-FFF2-40B4-BE49-F238E27FC236}">
                <a16:creationId xmlns:a16="http://schemas.microsoft.com/office/drawing/2014/main" id="{781FC55B-4331-4B3A-8B9A-87BA4E846242}"/>
              </a:ext>
            </a:extLst>
          </p:cNvPr>
          <p:cNvSpPr>
            <a:spLocks noGrp="1"/>
          </p:cNvSpPr>
          <p:nvPr/>
        </p:nvSpPr>
        <p:spPr>
          <a:xfrm>
            <a:off x="82442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GT_11139">
            <a:extLst>
              <a:ext uri="{FF2B5EF4-FFF2-40B4-BE49-F238E27FC236}">
                <a16:creationId xmlns:a16="http://schemas.microsoft.com/office/drawing/2014/main" id="{B7150E13-7C25-4A16-8689-954706A5A9F3}"/>
              </a:ext>
            </a:extLst>
          </p:cNvPr>
          <p:cNvSpPr>
            <a:spLocks noGrp="1"/>
          </p:cNvSpPr>
          <p:nvPr/>
        </p:nvSpPr>
        <p:spPr>
          <a:xfrm>
            <a:off x="8244474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GT_11140">
            <a:extLst>
              <a:ext uri="{FF2B5EF4-FFF2-40B4-BE49-F238E27FC236}">
                <a16:creationId xmlns:a16="http://schemas.microsoft.com/office/drawing/2014/main" id="{458671AE-3FF0-4A72-A1D8-61DE0EB3A350}"/>
              </a:ext>
            </a:extLst>
          </p:cNvPr>
          <p:cNvSpPr>
            <a:spLocks noGrp="1"/>
          </p:cNvSpPr>
          <p:nvPr/>
        </p:nvSpPr>
        <p:spPr>
          <a:xfrm>
            <a:off x="80751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GT_11141">
            <a:extLst>
              <a:ext uri="{FF2B5EF4-FFF2-40B4-BE49-F238E27FC236}">
                <a16:creationId xmlns:a16="http://schemas.microsoft.com/office/drawing/2014/main" id="{3B76DA21-B279-47C7-BE1F-0CD571666971}"/>
              </a:ext>
            </a:extLst>
          </p:cNvPr>
          <p:cNvSpPr>
            <a:spLocks noGrp="1"/>
          </p:cNvSpPr>
          <p:nvPr/>
        </p:nvSpPr>
        <p:spPr>
          <a:xfrm>
            <a:off x="8192920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GT_11142">
            <a:extLst>
              <a:ext uri="{FF2B5EF4-FFF2-40B4-BE49-F238E27FC236}">
                <a16:creationId xmlns:a16="http://schemas.microsoft.com/office/drawing/2014/main" id="{7F3A3AB4-699E-4B56-8891-EED425C24BEE}"/>
              </a:ext>
            </a:extLst>
          </p:cNvPr>
          <p:cNvSpPr>
            <a:spLocks noGrp="1"/>
          </p:cNvSpPr>
          <p:nvPr/>
        </p:nvSpPr>
        <p:spPr>
          <a:xfrm>
            <a:off x="8134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GT_11143">
            <a:extLst>
              <a:ext uri="{FF2B5EF4-FFF2-40B4-BE49-F238E27FC236}">
                <a16:creationId xmlns:a16="http://schemas.microsoft.com/office/drawing/2014/main" id="{F118FA14-6485-42A7-A1A6-DFFE6E514298}"/>
              </a:ext>
            </a:extLst>
          </p:cNvPr>
          <p:cNvSpPr>
            <a:spLocks noGrp="1"/>
          </p:cNvSpPr>
          <p:nvPr/>
        </p:nvSpPr>
        <p:spPr>
          <a:xfrm>
            <a:off x="82827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GT_11144">
            <a:extLst>
              <a:ext uri="{FF2B5EF4-FFF2-40B4-BE49-F238E27FC236}">
                <a16:creationId xmlns:a16="http://schemas.microsoft.com/office/drawing/2014/main" id="{CC34B353-9967-405F-82C3-13D388BA271F}"/>
              </a:ext>
            </a:extLst>
          </p:cNvPr>
          <p:cNvSpPr>
            <a:spLocks noGrp="1"/>
          </p:cNvSpPr>
          <p:nvPr/>
        </p:nvSpPr>
        <p:spPr>
          <a:xfrm>
            <a:off x="814880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GT_11145">
            <a:extLst>
              <a:ext uri="{FF2B5EF4-FFF2-40B4-BE49-F238E27FC236}">
                <a16:creationId xmlns:a16="http://schemas.microsoft.com/office/drawing/2014/main" id="{BAD42F53-45AB-4C66-90F5-ADD032E4236C}"/>
              </a:ext>
            </a:extLst>
          </p:cNvPr>
          <p:cNvSpPr>
            <a:spLocks noGrp="1"/>
          </p:cNvSpPr>
          <p:nvPr/>
        </p:nvSpPr>
        <p:spPr>
          <a:xfrm>
            <a:off x="814961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GT_11146">
            <a:extLst>
              <a:ext uri="{FF2B5EF4-FFF2-40B4-BE49-F238E27FC236}">
                <a16:creationId xmlns:a16="http://schemas.microsoft.com/office/drawing/2014/main" id="{DFE15E3C-5DA6-4ADC-A3D4-201FED08C4A1}"/>
              </a:ext>
            </a:extLst>
          </p:cNvPr>
          <p:cNvSpPr>
            <a:spLocks noGrp="1"/>
          </p:cNvSpPr>
          <p:nvPr/>
        </p:nvSpPr>
        <p:spPr>
          <a:xfrm>
            <a:off x="82593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GT_11147">
            <a:extLst>
              <a:ext uri="{FF2B5EF4-FFF2-40B4-BE49-F238E27FC236}">
                <a16:creationId xmlns:a16="http://schemas.microsoft.com/office/drawing/2014/main" id="{8C2C2054-54B4-4F16-B7F6-E3D4B0967011}"/>
              </a:ext>
            </a:extLst>
          </p:cNvPr>
          <p:cNvSpPr>
            <a:spLocks noGrp="1"/>
          </p:cNvSpPr>
          <p:nvPr/>
        </p:nvSpPr>
        <p:spPr>
          <a:xfrm>
            <a:off x="82559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GT_11148">
            <a:extLst>
              <a:ext uri="{FF2B5EF4-FFF2-40B4-BE49-F238E27FC236}">
                <a16:creationId xmlns:a16="http://schemas.microsoft.com/office/drawing/2014/main" id="{C7ABFA5F-BF14-45A4-B0F1-41A8A96110B6}"/>
              </a:ext>
            </a:extLst>
          </p:cNvPr>
          <p:cNvSpPr>
            <a:spLocks noGrp="1"/>
          </p:cNvSpPr>
          <p:nvPr/>
        </p:nvSpPr>
        <p:spPr>
          <a:xfrm>
            <a:off x="82392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GT_11149">
            <a:extLst>
              <a:ext uri="{FF2B5EF4-FFF2-40B4-BE49-F238E27FC236}">
                <a16:creationId xmlns:a16="http://schemas.microsoft.com/office/drawing/2014/main" id="{BB1E359F-7426-4127-8940-80613793BB40}"/>
              </a:ext>
            </a:extLst>
          </p:cNvPr>
          <p:cNvSpPr>
            <a:spLocks noGrp="1"/>
          </p:cNvSpPr>
          <p:nvPr/>
        </p:nvSpPr>
        <p:spPr>
          <a:xfrm>
            <a:off x="82019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GT_11150">
            <a:extLst>
              <a:ext uri="{FF2B5EF4-FFF2-40B4-BE49-F238E27FC236}">
                <a16:creationId xmlns:a16="http://schemas.microsoft.com/office/drawing/2014/main" id="{07BEBB34-B1D2-4559-A963-EACB4D1E619A}"/>
              </a:ext>
            </a:extLst>
          </p:cNvPr>
          <p:cNvSpPr>
            <a:spLocks noGrp="1"/>
          </p:cNvSpPr>
          <p:nvPr/>
        </p:nvSpPr>
        <p:spPr>
          <a:xfrm>
            <a:off x="8087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GT_11151">
            <a:extLst>
              <a:ext uri="{FF2B5EF4-FFF2-40B4-BE49-F238E27FC236}">
                <a16:creationId xmlns:a16="http://schemas.microsoft.com/office/drawing/2014/main" id="{FC67D4B0-0954-4EF7-BDE3-1A04B54A1576}"/>
              </a:ext>
            </a:extLst>
          </p:cNvPr>
          <p:cNvSpPr>
            <a:spLocks noGrp="1"/>
          </p:cNvSpPr>
          <p:nvPr/>
        </p:nvSpPr>
        <p:spPr>
          <a:xfrm>
            <a:off x="824311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GT_11152">
            <a:extLst>
              <a:ext uri="{FF2B5EF4-FFF2-40B4-BE49-F238E27FC236}">
                <a16:creationId xmlns:a16="http://schemas.microsoft.com/office/drawing/2014/main" id="{77156321-57D9-4066-99C3-7F32A3B98293}"/>
              </a:ext>
            </a:extLst>
          </p:cNvPr>
          <p:cNvSpPr>
            <a:spLocks noGrp="1"/>
          </p:cNvSpPr>
          <p:nvPr/>
        </p:nvSpPr>
        <p:spPr>
          <a:xfrm>
            <a:off x="819107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GT_11153">
            <a:extLst>
              <a:ext uri="{FF2B5EF4-FFF2-40B4-BE49-F238E27FC236}">
                <a16:creationId xmlns:a16="http://schemas.microsoft.com/office/drawing/2014/main" id="{3F8A2B15-D9E8-4208-B7E0-92236F35220F}"/>
              </a:ext>
            </a:extLst>
          </p:cNvPr>
          <p:cNvSpPr>
            <a:spLocks noGrp="1"/>
          </p:cNvSpPr>
          <p:nvPr/>
        </p:nvSpPr>
        <p:spPr>
          <a:xfrm>
            <a:off x="8068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GT_11154">
            <a:extLst>
              <a:ext uri="{FF2B5EF4-FFF2-40B4-BE49-F238E27FC236}">
                <a16:creationId xmlns:a16="http://schemas.microsoft.com/office/drawing/2014/main" id="{49BAB97D-54B1-4A9C-89D3-7578CB270C5D}"/>
              </a:ext>
            </a:extLst>
          </p:cNvPr>
          <p:cNvSpPr>
            <a:spLocks noGrp="1"/>
          </p:cNvSpPr>
          <p:nvPr/>
        </p:nvSpPr>
        <p:spPr>
          <a:xfrm>
            <a:off x="808756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GT_11155">
            <a:extLst>
              <a:ext uri="{FF2B5EF4-FFF2-40B4-BE49-F238E27FC236}">
                <a16:creationId xmlns:a16="http://schemas.microsoft.com/office/drawing/2014/main" id="{FE2AB980-FF64-401C-B813-313A41D44CAF}"/>
              </a:ext>
            </a:extLst>
          </p:cNvPr>
          <p:cNvSpPr>
            <a:spLocks noGrp="1"/>
          </p:cNvSpPr>
          <p:nvPr/>
        </p:nvSpPr>
        <p:spPr>
          <a:xfrm>
            <a:off x="824501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GT_11156">
            <a:extLst>
              <a:ext uri="{FF2B5EF4-FFF2-40B4-BE49-F238E27FC236}">
                <a16:creationId xmlns:a16="http://schemas.microsoft.com/office/drawing/2014/main" id="{3E240361-05CE-4094-B6B7-FA4A4000ACCE}"/>
              </a:ext>
            </a:extLst>
          </p:cNvPr>
          <p:cNvSpPr>
            <a:spLocks noGrp="1"/>
          </p:cNvSpPr>
          <p:nvPr/>
        </p:nvSpPr>
        <p:spPr>
          <a:xfrm>
            <a:off x="8119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GT_11157">
            <a:extLst>
              <a:ext uri="{FF2B5EF4-FFF2-40B4-BE49-F238E27FC236}">
                <a16:creationId xmlns:a16="http://schemas.microsoft.com/office/drawing/2014/main" id="{283D021B-3A52-49CA-A1A2-020500141DDD}"/>
              </a:ext>
            </a:extLst>
          </p:cNvPr>
          <p:cNvSpPr>
            <a:spLocks noGrp="1"/>
          </p:cNvSpPr>
          <p:nvPr/>
        </p:nvSpPr>
        <p:spPr>
          <a:xfrm>
            <a:off x="811826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GT_11158">
            <a:extLst>
              <a:ext uri="{FF2B5EF4-FFF2-40B4-BE49-F238E27FC236}">
                <a16:creationId xmlns:a16="http://schemas.microsoft.com/office/drawing/2014/main" id="{D8DE87F6-7696-4EE6-94D4-E8FA3E6B5D58}"/>
              </a:ext>
            </a:extLst>
          </p:cNvPr>
          <p:cNvSpPr>
            <a:spLocks noGrp="1"/>
          </p:cNvSpPr>
          <p:nvPr/>
        </p:nvSpPr>
        <p:spPr>
          <a:xfrm>
            <a:off x="813020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GT_11159">
            <a:extLst>
              <a:ext uri="{FF2B5EF4-FFF2-40B4-BE49-F238E27FC236}">
                <a16:creationId xmlns:a16="http://schemas.microsoft.com/office/drawing/2014/main" id="{53A638DB-286F-45A0-95D4-21FFFC902E98}"/>
              </a:ext>
            </a:extLst>
          </p:cNvPr>
          <p:cNvSpPr>
            <a:spLocks noGrp="1"/>
          </p:cNvSpPr>
          <p:nvPr/>
        </p:nvSpPr>
        <p:spPr>
          <a:xfrm>
            <a:off x="80846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GT_11160">
            <a:extLst>
              <a:ext uri="{FF2B5EF4-FFF2-40B4-BE49-F238E27FC236}">
                <a16:creationId xmlns:a16="http://schemas.microsoft.com/office/drawing/2014/main" id="{7CFE4241-5009-420D-8535-DACE537D3689}"/>
              </a:ext>
            </a:extLst>
          </p:cNvPr>
          <p:cNvSpPr>
            <a:spLocks noGrp="1"/>
          </p:cNvSpPr>
          <p:nvPr/>
        </p:nvSpPr>
        <p:spPr>
          <a:xfrm>
            <a:off x="8146528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GT_11161">
            <a:extLst>
              <a:ext uri="{FF2B5EF4-FFF2-40B4-BE49-F238E27FC236}">
                <a16:creationId xmlns:a16="http://schemas.microsoft.com/office/drawing/2014/main" id="{990ACB9F-935E-46B5-B485-31D02BE77BA7}"/>
              </a:ext>
            </a:extLst>
          </p:cNvPr>
          <p:cNvSpPr>
            <a:spLocks noGrp="1"/>
          </p:cNvSpPr>
          <p:nvPr/>
        </p:nvSpPr>
        <p:spPr>
          <a:xfrm>
            <a:off x="82914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GT_11162">
            <a:extLst>
              <a:ext uri="{FF2B5EF4-FFF2-40B4-BE49-F238E27FC236}">
                <a16:creationId xmlns:a16="http://schemas.microsoft.com/office/drawing/2014/main" id="{EA11650F-88E3-4580-B61A-CCCFBDF8F219}"/>
              </a:ext>
            </a:extLst>
          </p:cNvPr>
          <p:cNvSpPr>
            <a:spLocks noGrp="1"/>
          </p:cNvSpPr>
          <p:nvPr/>
        </p:nvSpPr>
        <p:spPr>
          <a:xfrm>
            <a:off x="8084776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GT_11163">
            <a:extLst>
              <a:ext uri="{FF2B5EF4-FFF2-40B4-BE49-F238E27FC236}">
                <a16:creationId xmlns:a16="http://schemas.microsoft.com/office/drawing/2014/main" id="{F7B691D4-15FE-4FD5-8EB1-EC85AA184A14}"/>
              </a:ext>
            </a:extLst>
          </p:cNvPr>
          <p:cNvSpPr>
            <a:spLocks noGrp="1"/>
          </p:cNvSpPr>
          <p:nvPr/>
        </p:nvSpPr>
        <p:spPr>
          <a:xfrm>
            <a:off x="8169351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GT_11164">
            <a:extLst>
              <a:ext uri="{FF2B5EF4-FFF2-40B4-BE49-F238E27FC236}">
                <a16:creationId xmlns:a16="http://schemas.microsoft.com/office/drawing/2014/main" id="{AA2DC285-86F9-4F11-8032-835FA151662A}"/>
              </a:ext>
            </a:extLst>
          </p:cNvPr>
          <p:cNvSpPr>
            <a:spLocks noGrp="1"/>
          </p:cNvSpPr>
          <p:nvPr/>
        </p:nvSpPr>
        <p:spPr>
          <a:xfrm>
            <a:off x="8132884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GT_11165">
            <a:extLst>
              <a:ext uri="{FF2B5EF4-FFF2-40B4-BE49-F238E27FC236}">
                <a16:creationId xmlns:a16="http://schemas.microsoft.com/office/drawing/2014/main" id="{C7ED54D9-734E-42A3-9643-162AB285B65B}"/>
              </a:ext>
            </a:extLst>
          </p:cNvPr>
          <p:cNvSpPr>
            <a:spLocks noGrp="1"/>
          </p:cNvSpPr>
          <p:nvPr/>
        </p:nvSpPr>
        <p:spPr>
          <a:xfrm>
            <a:off x="82941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GT_11166">
            <a:extLst>
              <a:ext uri="{FF2B5EF4-FFF2-40B4-BE49-F238E27FC236}">
                <a16:creationId xmlns:a16="http://schemas.microsoft.com/office/drawing/2014/main" id="{548916DA-D9F9-4538-98EB-9C1C2D0AF6CA}"/>
              </a:ext>
            </a:extLst>
          </p:cNvPr>
          <p:cNvSpPr>
            <a:spLocks noGrp="1"/>
          </p:cNvSpPr>
          <p:nvPr/>
        </p:nvSpPr>
        <p:spPr>
          <a:xfrm>
            <a:off x="8080833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GT_11167">
            <a:extLst>
              <a:ext uri="{FF2B5EF4-FFF2-40B4-BE49-F238E27FC236}">
                <a16:creationId xmlns:a16="http://schemas.microsoft.com/office/drawing/2014/main" id="{C898EDE5-582C-43A9-A4F2-D1F15C3F81C3}"/>
              </a:ext>
            </a:extLst>
          </p:cNvPr>
          <p:cNvSpPr>
            <a:spLocks noGrp="1"/>
          </p:cNvSpPr>
          <p:nvPr/>
        </p:nvSpPr>
        <p:spPr>
          <a:xfrm>
            <a:off x="8202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GT_11168">
            <a:extLst>
              <a:ext uri="{FF2B5EF4-FFF2-40B4-BE49-F238E27FC236}">
                <a16:creationId xmlns:a16="http://schemas.microsoft.com/office/drawing/2014/main" id="{466CF54E-A9A2-478A-9F6F-FF5D9CDDE553}"/>
              </a:ext>
            </a:extLst>
          </p:cNvPr>
          <p:cNvSpPr>
            <a:spLocks noGrp="1"/>
          </p:cNvSpPr>
          <p:nvPr/>
        </p:nvSpPr>
        <p:spPr>
          <a:xfrm>
            <a:off x="822498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GT_11169">
            <a:extLst>
              <a:ext uri="{FF2B5EF4-FFF2-40B4-BE49-F238E27FC236}">
                <a16:creationId xmlns:a16="http://schemas.microsoft.com/office/drawing/2014/main" id="{65C67D4D-EE04-44A9-8201-0DA260B96F10}"/>
              </a:ext>
            </a:extLst>
          </p:cNvPr>
          <p:cNvSpPr>
            <a:spLocks noGrp="1"/>
          </p:cNvSpPr>
          <p:nvPr/>
        </p:nvSpPr>
        <p:spPr>
          <a:xfrm>
            <a:off x="82832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GT_11170">
            <a:extLst>
              <a:ext uri="{FF2B5EF4-FFF2-40B4-BE49-F238E27FC236}">
                <a16:creationId xmlns:a16="http://schemas.microsoft.com/office/drawing/2014/main" id="{5FD2DCB4-1A50-4175-87E0-D7686A3C4BC4}"/>
              </a:ext>
            </a:extLst>
          </p:cNvPr>
          <p:cNvSpPr>
            <a:spLocks noGrp="1"/>
          </p:cNvSpPr>
          <p:nvPr/>
        </p:nvSpPr>
        <p:spPr>
          <a:xfrm>
            <a:off x="828046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GT_11171">
            <a:extLst>
              <a:ext uri="{FF2B5EF4-FFF2-40B4-BE49-F238E27FC236}">
                <a16:creationId xmlns:a16="http://schemas.microsoft.com/office/drawing/2014/main" id="{D5566AA3-F607-4B4C-B6EE-530DE1F96762}"/>
              </a:ext>
            </a:extLst>
          </p:cNvPr>
          <p:cNvSpPr>
            <a:spLocks noGrp="1"/>
          </p:cNvSpPr>
          <p:nvPr/>
        </p:nvSpPr>
        <p:spPr>
          <a:xfrm>
            <a:off x="8305769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GT_11172">
            <a:extLst>
              <a:ext uri="{FF2B5EF4-FFF2-40B4-BE49-F238E27FC236}">
                <a16:creationId xmlns:a16="http://schemas.microsoft.com/office/drawing/2014/main" id="{E7C7464C-B4A4-41D0-885E-19F685349683}"/>
              </a:ext>
            </a:extLst>
          </p:cNvPr>
          <p:cNvSpPr>
            <a:spLocks noGrp="1"/>
          </p:cNvSpPr>
          <p:nvPr/>
        </p:nvSpPr>
        <p:spPr>
          <a:xfrm>
            <a:off x="821109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GT_11173">
            <a:extLst>
              <a:ext uri="{FF2B5EF4-FFF2-40B4-BE49-F238E27FC236}">
                <a16:creationId xmlns:a16="http://schemas.microsoft.com/office/drawing/2014/main" id="{DF147ECA-BD9E-4614-B089-9E62A4056923}"/>
              </a:ext>
            </a:extLst>
          </p:cNvPr>
          <p:cNvSpPr>
            <a:spLocks noGrp="1"/>
          </p:cNvSpPr>
          <p:nvPr/>
        </p:nvSpPr>
        <p:spPr>
          <a:xfrm>
            <a:off x="82554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GT_11174">
            <a:extLst>
              <a:ext uri="{FF2B5EF4-FFF2-40B4-BE49-F238E27FC236}">
                <a16:creationId xmlns:a16="http://schemas.microsoft.com/office/drawing/2014/main" id="{BCC8698F-D43E-433F-9811-BA5A62968B72}"/>
              </a:ext>
            </a:extLst>
          </p:cNvPr>
          <p:cNvSpPr>
            <a:spLocks noGrp="1"/>
          </p:cNvSpPr>
          <p:nvPr/>
        </p:nvSpPr>
        <p:spPr>
          <a:xfrm>
            <a:off x="81452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GT_11175">
            <a:extLst>
              <a:ext uri="{FF2B5EF4-FFF2-40B4-BE49-F238E27FC236}">
                <a16:creationId xmlns:a16="http://schemas.microsoft.com/office/drawing/2014/main" id="{343D33B0-9B3C-43A4-BF26-E4227EB70D0F}"/>
              </a:ext>
            </a:extLst>
          </p:cNvPr>
          <p:cNvSpPr>
            <a:spLocks noGrp="1"/>
          </p:cNvSpPr>
          <p:nvPr/>
        </p:nvSpPr>
        <p:spPr>
          <a:xfrm>
            <a:off x="8242693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GT_11176">
            <a:extLst>
              <a:ext uri="{FF2B5EF4-FFF2-40B4-BE49-F238E27FC236}">
                <a16:creationId xmlns:a16="http://schemas.microsoft.com/office/drawing/2014/main" id="{BB9F0A68-66B3-4059-A70C-7D5D059B05DD}"/>
              </a:ext>
            </a:extLst>
          </p:cNvPr>
          <p:cNvSpPr>
            <a:spLocks noGrp="1"/>
          </p:cNvSpPr>
          <p:nvPr/>
        </p:nvSpPr>
        <p:spPr>
          <a:xfrm>
            <a:off x="808532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GT_11177">
            <a:extLst>
              <a:ext uri="{FF2B5EF4-FFF2-40B4-BE49-F238E27FC236}">
                <a16:creationId xmlns:a16="http://schemas.microsoft.com/office/drawing/2014/main" id="{4C98C12C-F821-4CB9-9880-CEEDD2275ABA}"/>
              </a:ext>
            </a:extLst>
          </p:cNvPr>
          <p:cNvSpPr>
            <a:spLocks noGrp="1"/>
          </p:cNvSpPr>
          <p:nvPr/>
        </p:nvSpPr>
        <p:spPr>
          <a:xfrm>
            <a:off x="8088750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GT_11178">
            <a:extLst>
              <a:ext uri="{FF2B5EF4-FFF2-40B4-BE49-F238E27FC236}">
                <a16:creationId xmlns:a16="http://schemas.microsoft.com/office/drawing/2014/main" id="{227936BA-41B6-4A32-A815-F5B3DF0DB1F3}"/>
              </a:ext>
            </a:extLst>
          </p:cNvPr>
          <p:cNvSpPr>
            <a:spLocks noGrp="1"/>
          </p:cNvSpPr>
          <p:nvPr/>
        </p:nvSpPr>
        <p:spPr>
          <a:xfrm>
            <a:off x="8112183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GT_11179">
            <a:extLst>
              <a:ext uri="{FF2B5EF4-FFF2-40B4-BE49-F238E27FC236}">
                <a16:creationId xmlns:a16="http://schemas.microsoft.com/office/drawing/2014/main" id="{8D8A88CF-B21E-4E82-B530-72A8ED48EBC8}"/>
              </a:ext>
            </a:extLst>
          </p:cNvPr>
          <p:cNvSpPr>
            <a:spLocks noGrp="1"/>
          </p:cNvSpPr>
          <p:nvPr/>
        </p:nvSpPr>
        <p:spPr>
          <a:xfrm>
            <a:off x="82432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GT_11180">
            <a:extLst>
              <a:ext uri="{FF2B5EF4-FFF2-40B4-BE49-F238E27FC236}">
                <a16:creationId xmlns:a16="http://schemas.microsoft.com/office/drawing/2014/main" id="{341D9247-98C1-44C7-A9A2-333D10D6D5C5}"/>
              </a:ext>
            </a:extLst>
          </p:cNvPr>
          <p:cNvSpPr>
            <a:spLocks noGrp="1"/>
          </p:cNvSpPr>
          <p:nvPr/>
        </p:nvSpPr>
        <p:spPr>
          <a:xfrm>
            <a:off x="822868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GT_11181">
            <a:extLst>
              <a:ext uri="{FF2B5EF4-FFF2-40B4-BE49-F238E27FC236}">
                <a16:creationId xmlns:a16="http://schemas.microsoft.com/office/drawing/2014/main" id="{8AD78B70-F5E9-48BF-B0F8-CE0BCC91B15C}"/>
              </a:ext>
            </a:extLst>
          </p:cNvPr>
          <p:cNvSpPr>
            <a:spLocks noGrp="1"/>
          </p:cNvSpPr>
          <p:nvPr/>
        </p:nvSpPr>
        <p:spPr>
          <a:xfrm>
            <a:off x="8304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GT_11182">
            <a:extLst>
              <a:ext uri="{FF2B5EF4-FFF2-40B4-BE49-F238E27FC236}">
                <a16:creationId xmlns:a16="http://schemas.microsoft.com/office/drawing/2014/main" id="{8A15FC21-2EF8-4C41-94B2-0363ABA7C308}"/>
              </a:ext>
            </a:extLst>
          </p:cNvPr>
          <p:cNvSpPr>
            <a:spLocks noGrp="1"/>
          </p:cNvSpPr>
          <p:nvPr/>
        </p:nvSpPr>
        <p:spPr>
          <a:xfrm>
            <a:off x="813401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GT_11183">
            <a:extLst>
              <a:ext uri="{FF2B5EF4-FFF2-40B4-BE49-F238E27FC236}">
                <a16:creationId xmlns:a16="http://schemas.microsoft.com/office/drawing/2014/main" id="{5180BBA5-01FA-4D91-992E-C364980F2B4D}"/>
              </a:ext>
            </a:extLst>
          </p:cNvPr>
          <p:cNvSpPr>
            <a:spLocks noGrp="1"/>
          </p:cNvSpPr>
          <p:nvPr/>
        </p:nvSpPr>
        <p:spPr>
          <a:xfrm>
            <a:off x="817380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GT_11184">
            <a:extLst>
              <a:ext uri="{FF2B5EF4-FFF2-40B4-BE49-F238E27FC236}">
                <a16:creationId xmlns:a16="http://schemas.microsoft.com/office/drawing/2014/main" id="{D05B5BB9-1AA8-4B24-819A-FB2ACD3C7171}"/>
              </a:ext>
            </a:extLst>
          </p:cNvPr>
          <p:cNvSpPr>
            <a:spLocks noGrp="1"/>
          </p:cNvSpPr>
          <p:nvPr/>
        </p:nvSpPr>
        <p:spPr>
          <a:xfrm>
            <a:off x="8223601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GT_11185">
            <a:extLst>
              <a:ext uri="{FF2B5EF4-FFF2-40B4-BE49-F238E27FC236}">
                <a16:creationId xmlns:a16="http://schemas.microsoft.com/office/drawing/2014/main" id="{434F408F-082E-4C06-8D12-F8149E1FE9D6}"/>
              </a:ext>
            </a:extLst>
          </p:cNvPr>
          <p:cNvSpPr>
            <a:spLocks noGrp="1"/>
          </p:cNvSpPr>
          <p:nvPr/>
        </p:nvSpPr>
        <p:spPr>
          <a:xfrm>
            <a:off x="83160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GT_11186">
            <a:extLst>
              <a:ext uri="{FF2B5EF4-FFF2-40B4-BE49-F238E27FC236}">
                <a16:creationId xmlns:a16="http://schemas.microsoft.com/office/drawing/2014/main" id="{3186831A-C892-4570-9DA4-59E9B95294FF}"/>
              </a:ext>
            </a:extLst>
          </p:cNvPr>
          <p:cNvSpPr>
            <a:spLocks noGrp="1"/>
          </p:cNvSpPr>
          <p:nvPr/>
        </p:nvSpPr>
        <p:spPr>
          <a:xfrm>
            <a:off x="8292520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GT_11187">
            <a:extLst>
              <a:ext uri="{FF2B5EF4-FFF2-40B4-BE49-F238E27FC236}">
                <a16:creationId xmlns:a16="http://schemas.microsoft.com/office/drawing/2014/main" id="{8874A6D3-F423-4A62-9192-0714382F063B}"/>
              </a:ext>
            </a:extLst>
          </p:cNvPr>
          <p:cNvSpPr>
            <a:spLocks noGrp="1"/>
          </p:cNvSpPr>
          <p:nvPr/>
        </p:nvSpPr>
        <p:spPr>
          <a:xfrm>
            <a:off x="8180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GT_11188">
            <a:extLst>
              <a:ext uri="{FF2B5EF4-FFF2-40B4-BE49-F238E27FC236}">
                <a16:creationId xmlns:a16="http://schemas.microsoft.com/office/drawing/2014/main" id="{53D302CF-1F58-4A27-9893-79F0F7B678F6}"/>
              </a:ext>
            </a:extLst>
          </p:cNvPr>
          <p:cNvSpPr>
            <a:spLocks noGrp="1"/>
          </p:cNvSpPr>
          <p:nvPr/>
        </p:nvSpPr>
        <p:spPr>
          <a:xfrm>
            <a:off x="80944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GT_11189">
            <a:extLst>
              <a:ext uri="{FF2B5EF4-FFF2-40B4-BE49-F238E27FC236}">
                <a16:creationId xmlns:a16="http://schemas.microsoft.com/office/drawing/2014/main" id="{06E34FAC-176A-4929-8C45-6D8F736D4020}"/>
              </a:ext>
            </a:extLst>
          </p:cNvPr>
          <p:cNvSpPr>
            <a:spLocks noGrp="1"/>
          </p:cNvSpPr>
          <p:nvPr/>
        </p:nvSpPr>
        <p:spPr>
          <a:xfrm>
            <a:off x="8251375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GT_11190">
            <a:extLst>
              <a:ext uri="{FF2B5EF4-FFF2-40B4-BE49-F238E27FC236}">
                <a16:creationId xmlns:a16="http://schemas.microsoft.com/office/drawing/2014/main" id="{6F4831C2-EA91-4FD0-A674-BCCC0597EED3}"/>
              </a:ext>
            </a:extLst>
          </p:cNvPr>
          <p:cNvSpPr>
            <a:spLocks noGrp="1"/>
          </p:cNvSpPr>
          <p:nvPr/>
        </p:nvSpPr>
        <p:spPr>
          <a:xfrm>
            <a:off x="826726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GT_11191">
            <a:extLst>
              <a:ext uri="{FF2B5EF4-FFF2-40B4-BE49-F238E27FC236}">
                <a16:creationId xmlns:a16="http://schemas.microsoft.com/office/drawing/2014/main" id="{533CDC4E-7342-4F79-8F92-2D5472A23714}"/>
              </a:ext>
            </a:extLst>
          </p:cNvPr>
          <p:cNvSpPr>
            <a:spLocks noGrp="1"/>
          </p:cNvSpPr>
          <p:nvPr/>
        </p:nvSpPr>
        <p:spPr>
          <a:xfrm>
            <a:off x="818058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GT_11192">
            <a:extLst>
              <a:ext uri="{FF2B5EF4-FFF2-40B4-BE49-F238E27FC236}">
                <a16:creationId xmlns:a16="http://schemas.microsoft.com/office/drawing/2014/main" id="{DCF888E3-9D04-4DB0-9E25-AA2E570ECB67}"/>
              </a:ext>
            </a:extLst>
          </p:cNvPr>
          <p:cNvSpPr>
            <a:spLocks noGrp="1"/>
          </p:cNvSpPr>
          <p:nvPr/>
        </p:nvSpPr>
        <p:spPr>
          <a:xfrm>
            <a:off x="82905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GT_11193">
            <a:extLst>
              <a:ext uri="{FF2B5EF4-FFF2-40B4-BE49-F238E27FC236}">
                <a16:creationId xmlns:a16="http://schemas.microsoft.com/office/drawing/2014/main" id="{7111A471-1A69-48D6-ACAA-855FE2CA2BCF}"/>
              </a:ext>
            </a:extLst>
          </p:cNvPr>
          <p:cNvSpPr>
            <a:spLocks noGrp="1"/>
          </p:cNvSpPr>
          <p:nvPr/>
        </p:nvSpPr>
        <p:spPr>
          <a:xfrm>
            <a:off x="82157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GT_11194">
            <a:extLst>
              <a:ext uri="{FF2B5EF4-FFF2-40B4-BE49-F238E27FC236}">
                <a16:creationId xmlns:a16="http://schemas.microsoft.com/office/drawing/2014/main" id="{991234F0-2012-4DD9-BC22-A71D618F0209}"/>
              </a:ext>
            </a:extLst>
          </p:cNvPr>
          <p:cNvSpPr>
            <a:spLocks noGrp="1"/>
          </p:cNvSpPr>
          <p:nvPr/>
        </p:nvSpPr>
        <p:spPr>
          <a:xfrm>
            <a:off x="8082881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GT_11195">
            <a:extLst>
              <a:ext uri="{FF2B5EF4-FFF2-40B4-BE49-F238E27FC236}">
                <a16:creationId xmlns:a16="http://schemas.microsoft.com/office/drawing/2014/main" id="{F9C3450F-5849-43B8-9BC0-F627C6E93295}"/>
              </a:ext>
            </a:extLst>
          </p:cNvPr>
          <p:cNvSpPr>
            <a:spLocks noGrp="1"/>
          </p:cNvSpPr>
          <p:nvPr/>
        </p:nvSpPr>
        <p:spPr>
          <a:xfrm>
            <a:off x="827624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GT_11196">
            <a:extLst>
              <a:ext uri="{FF2B5EF4-FFF2-40B4-BE49-F238E27FC236}">
                <a16:creationId xmlns:a16="http://schemas.microsoft.com/office/drawing/2014/main" id="{B259019A-43B9-4BE7-AE66-648F3056DE22}"/>
              </a:ext>
            </a:extLst>
          </p:cNvPr>
          <p:cNvSpPr>
            <a:spLocks noGrp="1"/>
          </p:cNvSpPr>
          <p:nvPr/>
        </p:nvSpPr>
        <p:spPr>
          <a:xfrm>
            <a:off x="821226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GT_11197">
            <a:extLst>
              <a:ext uri="{FF2B5EF4-FFF2-40B4-BE49-F238E27FC236}">
                <a16:creationId xmlns:a16="http://schemas.microsoft.com/office/drawing/2014/main" id="{322737D2-377F-42EA-A0E9-FA82F97C75CD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GT_11198">
            <a:extLst>
              <a:ext uri="{FF2B5EF4-FFF2-40B4-BE49-F238E27FC236}">
                <a16:creationId xmlns:a16="http://schemas.microsoft.com/office/drawing/2014/main" id="{AF8E15A5-93BB-4D70-A5C8-01CE2666E6B0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GT_11199">
            <a:extLst>
              <a:ext uri="{FF2B5EF4-FFF2-40B4-BE49-F238E27FC236}">
                <a16:creationId xmlns:a16="http://schemas.microsoft.com/office/drawing/2014/main" id="{EACE7D48-B3B2-4588-9FBA-1B99F5C75667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GT_11200">
            <a:extLst>
              <a:ext uri="{FF2B5EF4-FFF2-40B4-BE49-F238E27FC236}">
                <a16:creationId xmlns:a16="http://schemas.microsoft.com/office/drawing/2014/main" id="{02D5CF56-9827-46DF-99ED-2F47B0D3B490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GT_11201">
            <a:extLst>
              <a:ext uri="{FF2B5EF4-FFF2-40B4-BE49-F238E27FC236}">
                <a16:creationId xmlns:a16="http://schemas.microsoft.com/office/drawing/2014/main" id="{DEFD8C82-AC02-4150-BEF2-5E3DF78F09F4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GT_11202">
            <a:extLst>
              <a:ext uri="{FF2B5EF4-FFF2-40B4-BE49-F238E27FC236}">
                <a16:creationId xmlns:a16="http://schemas.microsoft.com/office/drawing/2014/main" id="{DEA8C5E2-CA49-4335-8A51-1329BB0100B5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GT_11203">
            <a:extLst>
              <a:ext uri="{FF2B5EF4-FFF2-40B4-BE49-F238E27FC236}">
                <a16:creationId xmlns:a16="http://schemas.microsoft.com/office/drawing/2014/main" id="{D7382D7F-0AD6-4641-B52C-7058A6A8C2BE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GT_11204">
            <a:extLst>
              <a:ext uri="{FF2B5EF4-FFF2-40B4-BE49-F238E27FC236}">
                <a16:creationId xmlns:a16="http://schemas.microsoft.com/office/drawing/2014/main" id="{A643EE85-B3EB-4B7A-9D2A-6151279AD4F8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GT_11205">
            <a:extLst>
              <a:ext uri="{FF2B5EF4-FFF2-40B4-BE49-F238E27FC236}">
                <a16:creationId xmlns:a16="http://schemas.microsoft.com/office/drawing/2014/main" id="{845EC547-718C-4E68-899E-07899A6330E5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GT_11206">
            <a:extLst>
              <a:ext uri="{FF2B5EF4-FFF2-40B4-BE49-F238E27FC236}">
                <a16:creationId xmlns:a16="http://schemas.microsoft.com/office/drawing/2014/main" id="{75B5D357-9BB5-48C3-A75F-BF5E54634F9A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GT_11207">
            <a:extLst>
              <a:ext uri="{FF2B5EF4-FFF2-40B4-BE49-F238E27FC236}">
                <a16:creationId xmlns:a16="http://schemas.microsoft.com/office/drawing/2014/main" id="{2BC2D726-6419-4C63-B218-41886489553A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GT_11208">
            <a:extLst>
              <a:ext uri="{FF2B5EF4-FFF2-40B4-BE49-F238E27FC236}">
                <a16:creationId xmlns:a16="http://schemas.microsoft.com/office/drawing/2014/main" id="{C8EABE95-D396-486D-8752-99E7AA98B91D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GT_11209">
            <a:extLst>
              <a:ext uri="{FF2B5EF4-FFF2-40B4-BE49-F238E27FC236}">
                <a16:creationId xmlns:a16="http://schemas.microsoft.com/office/drawing/2014/main" id="{DB3FE28E-5FD7-44EC-925D-A85654317679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GT_11210">
            <a:extLst>
              <a:ext uri="{FF2B5EF4-FFF2-40B4-BE49-F238E27FC236}">
                <a16:creationId xmlns:a16="http://schemas.microsoft.com/office/drawing/2014/main" id="{B9B9C747-23FE-4801-AC8F-08AD652D1A46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GT_11211">
            <a:extLst>
              <a:ext uri="{FF2B5EF4-FFF2-40B4-BE49-F238E27FC236}">
                <a16:creationId xmlns:a16="http://schemas.microsoft.com/office/drawing/2014/main" id="{80A774B2-5447-4B24-BA13-E3691EA05FC4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GT_11212">
            <a:extLst>
              <a:ext uri="{FF2B5EF4-FFF2-40B4-BE49-F238E27FC236}">
                <a16:creationId xmlns:a16="http://schemas.microsoft.com/office/drawing/2014/main" id="{E752CBF8-9CD6-42CF-88EE-280208542F87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GT_11213">
            <a:extLst>
              <a:ext uri="{FF2B5EF4-FFF2-40B4-BE49-F238E27FC236}">
                <a16:creationId xmlns:a16="http://schemas.microsoft.com/office/drawing/2014/main" id="{EE7FBCD3-76CA-413E-915D-594F31086C1A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GT_11214">
            <a:extLst>
              <a:ext uri="{FF2B5EF4-FFF2-40B4-BE49-F238E27FC236}">
                <a16:creationId xmlns:a16="http://schemas.microsoft.com/office/drawing/2014/main" id="{E2FB5D7D-70B9-46B2-AA0C-EF6370C6F976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GT_11215">
            <a:extLst>
              <a:ext uri="{FF2B5EF4-FFF2-40B4-BE49-F238E27FC236}">
                <a16:creationId xmlns:a16="http://schemas.microsoft.com/office/drawing/2014/main" id="{886ED31D-ED00-4AC5-8219-EA95E8E62987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GT_11216">
            <a:extLst>
              <a:ext uri="{FF2B5EF4-FFF2-40B4-BE49-F238E27FC236}">
                <a16:creationId xmlns:a16="http://schemas.microsoft.com/office/drawing/2014/main" id="{2C47C69C-13CB-4B2D-A35E-873AB61B664C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GT_11217">
            <a:extLst>
              <a:ext uri="{FF2B5EF4-FFF2-40B4-BE49-F238E27FC236}">
                <a16:creationId xmlns:a16="http://schemas.microsoft.com/office/drawing/2014/main" id="{66A88BD0-8E5A-49E5-A644-FD28EA73C528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GT_11218">
            <a:extLst>
              <a:ext uri="{FF2B5EF4-FFF2-40B4-BE49-F238E27FC236}">
                <a16:creationId xmlns:a16="http://schemas.microsoft.com/office/drawing/2014/main" id="{611F88E9-437C-4B65-AE0D-E2569AA834EA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GT_11219">
            <a:extLst>
              <a:ext uri="{FF2B5EF4-FFF2-40B4-BE49-F238E27FC236}">
                <a16:creationId xmlns:a16="http://schemas.microsoft.com/office/drawing/2014/main" id="{71D7EC7F-E092-4C68-B8EA-63E4F7E27258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GT_11220">
            <a:extLst>
              <a:ext uri="{FF2B5EF4-FFF2-40B4-BE49-F238E27FC236}">
                <a16:creationId xmlns:a16="http://schemas.microsoft.com/office/drawing/2014/main" id="{56AE494D-C754-4768-B399-B2D9802B46FC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GT_11221">
            <a:extLst>
              <a:ext uri="{FF2B5EF4-FFF2-40B4-BE49-F238E27FC236}">
                <a16:creationId xmlns:a16="http://schemas.microsoft.com/office/drawing/2014/main" id="{1C90FD0D-C149-4E80-A3AB-4C9301507879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GT_11222">
            <a:extLst>
              <a:ext uri="{FF2B5EF4-FFF2-40B4-BE49-F238E27FC236}">
                <a16:creationId xmlns:a16="http://schemas.microsoft.com/office/drawing/2014/main" id="{2AC72168-82A4-4D97-A6F3-129CD73563C2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GT_11223">
            <a:extLst>
              <a:ext uri="{FF2B5EF4-FFF2-40B4-BE49-F238E27FC236}">
                <a16:creationId xmlns:a16="http://schemas.microsoft.com/office/drawing/2014/main" id="{72BDEBE9-41B3-4490-A1F7-17C508BA0128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GT_11224">
            <a:extLst>
              <a:ext uri="{FF2B5EF4-FFF2-40B4-BE49-F238E27FC236}">
                <a16:creationId xmlns:a16="http://schemas.microsoft.com/office/drawing/2014/main" id="{F7AD1416-69AE-4C43-B9D0-F4C449A722C9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GT_11225">
            <a:extLst>
              <a:ext uri="{FF2B5EF4-FFF2-40B4-BE49-F238E27FC236}">
                <a16:creationId xmlns:a16="http://schemas.microsoft.com/office/drawing/2014/main" id="{3689B4B7-8AFD-4A2F-855E-C6785C5F7F88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GT_11226">
            <a:extLst>
              <a:ext uri="{FF2B5EF4-FFF2-40B4-BE49-F238E27FC236}">
                <a16:creationId xmlns:a16="http://schemas.microsoft.com/office/drawing/2014/main" id="{73DD8088-95B7-4C8C-BEE1-1F4CE0A3742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GT_11227">
            <a:extLst>
              <a:ext uri="{FF2B5EF4-FFF2-40B4-BE49-F238E27FC236}">
                <a16:creationId xmlns:a16="http://schemas.microsoft.com/office/drawing/2014/main" id="{3B9C6CD1-F59D-419C-81FE-96BDC1DB3D35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GT_11228">
            <a:extLst>
              <a:ext uri="{FF2B5EF4-FFF2-40B4-BE49-F238E27FC236}">
                <a16:creationId xmlns:a16="http://schemas.microsoft.com/office/drawing/2014/main" id="{6CD007EC-ADF4-4208-893E-A9C15F0D89B0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GT_11229">
            <a:extLst>
              <a:ext uri="{FF2B5EF4-FFF2-40B4-BE49-F238E27FC236}">
                <a16:creationId xmlns:a16="http://schemas.microsoft.com/office/drawing/2014/main" id="{56E987ED-2D26-4A75-85C7-CEB354B531B1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GT_11230">
            <a:extLst>
              <a:ext uri="{FF2B5EF4-FFF2-40B4-BE49-F238E27FC236}">
                <a16:creationId xmlns:a16="http://schemas.microsoft.com/office/drawing/2014/main" id="{28A63103-BAB2-4D82-8621-A521E8D684B2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GT_11231">
            <a:extLst>
              <a:ext uri="{FF2B5EF4-FFF2-40B4-BE49-F238E27FC236}">
                <a16:creationId xmlns:a16="http://schemas.microsoft.com/office/drawing/2014/main" id="{9A3A3700-2292-4D19-8019-049F2094AE23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GT_11232">
            <a:extLst>
              <a:ext uri="{FF2B5EF4-FFF2-40B4-BE49-F238E27FC236}">
                <a16:creationId xmlns:a16="http://schemas.microsoft.com/office/drawing/2014/main" id="{77696AC7-18AB-43D4-904C-98824CE7900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GT_11233">
            <a:extLst>
              <a:ext uri="{FF2B5EF4-FFF2-40B4-BE49-F238E27FC236}">
                <a16:creationId xmlns:a16="http://schemas.microsoft.com/office/drawing/2014/main" id="{00C23AE0-D079-4A0D-B3F0-F3F20957A207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GT_11234">
            <a:extLst>
              <a:ext uri="{FF2B5EF4-FFF2-40B4-BE49-F238E27FC236}">
                <a16:creationId xmlns:a16="http://schemas.microsoft.com/office/drawing/2014/main" id="{DAFADA90-C45B-4F86-BC88-43018D596EDF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GT_11235">
            <a:extLst>
              <a:ext uri="{FF2B5EF4-FFF2-40B4-BE49-F238E27FC236}">
                <a16:creationId xmlns:a16="http://schemas.microsoft.com/office/drawing/2014/main" id="{10CC0F90-0833-4E4D-A90A-D100D27A7599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GT_11236">
            <a:extLst>
              <a:ext uri="{FF2B5EF4-FFF2-40B4-BE49-F238E27FC236}">
                <a16:creationId xmlns:a16="http://schemas.microsoft.com/office/drawing/2014/main" id="{705A868A-BCA7-4C31-A29F-CAD5EA173B21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GT_11237">
            <a:extLst>
              <a:ext uri="{FF2B5EF4-FFF2-40B4-BE49-F238E27FC236}">
                <a16:creationId xmlns:a16="http://schemas.microsoft.com/office/drawing/2014/main" id="{4C0ACFE5-739E-499E-A3D9-D15C8A6EC69D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GT_11238">
            <a:extLst>
              <a:ext uri="{FF2B5EF4-FFF2-40B4-BE49-F238E27FC236}">
                <a16:creationId xmlns:a16="http://schemas.microsoft.com/office/drawing/2014/main" id="{AA3E5B1D-7E91-4FF7-A3B6-5D798F640DF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GT_11239">
            <a:extLst>
              <a:ext uri="{FF2B5EF4-FFF2-40B4-BE49-F238E27FC236}">
                <a16:creationId xmlns:a16="http://schemas.microsoft.com/office/drawing/2014/main" id="{31DF66E2-DFAD-4076-BD09-4D67AB0B06C5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GT_11240">
            <a:extLst>
              <a:ext uri="{FF2B5EF4-FFF2-40B4-BE49-F238E27FC236}">
                <a16:creationId xmlns:a16="http://schemas.microsoft.com/office/drawing/2014/main" id="{3A342E60-D6A7-4005-A8FA-F0C4AEA21858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GT_11241">
            <a:extLst>
              <a:ext uri="{FF2B5EF4-FFF2-40B4-BE49-F238E27FC236}">
                <a16:creationId xmlns:a16="http://schemas.microsoft.com/office/drawing/2014/main" id="{71785B52-EBC2-4223-B6E0-2930D5EBF81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GT_11242">
            <a:extLst>
              <a:ext uri="{FF2B5EF4-FFF2-40B4-BE49-F238E27FC236}">
                <a16:creationId xmlns:a16="http://schemas.microsoft.com/office/drawing/2014/main" id="{B1C1ABE0-A529-47E4-80D6-574A46F6DB49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GT_11243">
            <a:extLst>
              <a:ext uri="{FF2B5EF4-FFF2-40B4-BE49-F238E27FC236}">
                <a16:creationId xmlns:a16="http://schemas.microsoft.com/office/drawing/2014/main" id="{DF442935-FE78-44F9-A8A8-11A3F1ED80BD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GT_11244">
            <a:extLst>
              <a:ext uri="{FF2B5EF4-FFF2-40B4-BE49-F238E27FC236}">
                <a16:creationId xmlns:a16="http://schemas.microsoft.com/office/drawing/2014/main" id="{7D1D325F-E07E-448D-A8EE-5FBA207C206D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GT_11245">
            <a:extLst>
              <a:ext uri="{FF2B5EF4-FFF2-40B4-BE49-F238E27FC236}">
                <a16:creationId xmlns:a16="http://schemas.microsoft.com/office/drawing/2014/main" id="{F885A9C2-139F-4F9B-836A-8C042AB99852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GT_11246">
            <a:extLst>
              <a:ext uri="{FF2B5EF4-FFF2-40B4-BE49-F238E27FC236}">
                <a16:creationId xmlns:a16="http://schemas.microsoft.com/office/drawing/2014/main" id="{8E7E51B5-17A7-49CB-B691-7B3D65FDB273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GT_11247">
            <a:extLst>
              <a:ext uri="{FF2B5EF4-FFF2-40B4-BE49-F238E27FC236}">
                <a16:creationId xmlns:a16="http://schemas.microsoft.com/office/drawing/2014/main" id="{991F0453-85CF-4403-9268-A5593808E014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GT_11248">
            <a:extLst>
              <a:ext uri="{FF2B5EF4-FFF2-40B4-BE49-F238E27FC236}">
                <a16:creationId xmlns:a16="http://schemas.microsoft.com/office/drawing/2014/main" id="{B8471D27-340B-47F3-BC4D-D1ACED42F34C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GT_11249">
            <a:extLst>
              <a:ext uri="{FF2B5EF4-FFF2-40B4-BE49-F238E27FC236}">
                <a16:creationId xmlns:a16="http://schemas.microsoft.com/office/drawing/2014/main" id="{A0D12B91-2D5D-4E3E-A11E-913C16199E60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GT_11250">
            <a:extLst>
              <a:ext uri="{FF2B5EF4-FFF2-40B4-BE49-F238E27FC236}">
                <a16:creationId xmlns:a16="http://schemas.microsoft.com/office/drawing/2014/main" id="{CA9A42B1-A44E-411A-8590-4E8DE6AE3334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GT_11251">
            <a:extLst>
              <a:ext uri="{FF2B5EF4-FFF2-40B4-BE49-F238E27FC236}">
                <a16:creationId xmlns:a16="http://schemas.microsoft.com/office/drawing/2014/main" id="{7883F30E-4116-4D7F-AE93-B9D55778898D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GT_11252">
            <a:extLst>
              <a:ext uri="{FF2B5EF4-FFF2-40B4-BE49-F238E27FC236}">
                <a16:creationId xmlns:a16="http://schemas.microsoft.com/office/drawing/2014/main" id="{0F83B868-E7D7-4CFD-ACA3-6E56F2F1ACF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GT_11253">
            <a:extLst>
              <a:ext uri="{FF2B5EF4-FFF2-40B4-BE49-F238E27FC236}">
                <a16:creationId xmlns:a16="http://schemas.microsoft.com/office/drawing/2014/main" id="{817E9FD4-75B2-4C5E-ABE1-88184FB62999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GT_11254">
            <a:extLst>
              <a:ext uri="{FF2B5EF4-FFF2-40B4-BE49-F238E27FC236}">
                <a16:creationId xmlns:a16="http://schemas.microsoft.com/office/drawing/2014/main" id="{2C864EEE-BFBF-4AC5-808D-0C124932E63D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GT_11255">
            <a:extLst>
              <a:ext uri="{FF2B5EF4-FFF2-40B4-BE49-F238E27FC236}">
                <a16:creationId xmlns:a16="http://schemas.microsoft.com/office/drawing/2014/main" id="{DAA24BF7-81B0-4150-BB4A-85ECC7A86495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GT_11256">
            <a:extLst>
              <a:ext uri="{FF2B5EF4-FFF2-40B4-BE49-F238E27FC236}">
                <a16:creationId xmlns:a16="http://schemas.microsoft.com/office/drawing/2014/main" id="{FDC41BC9-BEA6-442E-905C-7B34AFC46853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GT_11257">
            <a:extLst>
              <a:ext uri="{FF2B5EF4-FFF2-40B4-BE49-F238E27FC236}">
                <a16:creationId xmlns:a16="http://schemas.microsoft.com/office/drawing/2014/main" id="{4CFFBBB2-E7B2-4315-AE89-2A7C1D324216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GT_11258">
            <a:extLst>
              <a:ext uri="{FF2B5EF4-FFF2-40B4-BE49-F238E27FC236}">
                <a16:creationId xmlns:a16="http://schemas.microsoft.com/office/drawing/2014/main" id="{44E146BC-7A05-453A-A8B5-7152DE05674C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GT_11259">
            <a:extLst>
              <a:ext uri="{FF2B5EF4-FFF2-40B4-BE49-F238E27FC236}">
                <a16:creationId xmlns:a16="http://schemas.microsoft.com/office/drawing/2014/main" id="{560B447A-F5B0-414E-B7D4-2144E09BFC37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GT_11260">
            <a:extLst>
              <a:ext uri="{FF2B5EF4-FFF2-40B4-BE49-F238E27FC236}">
                <a16:creationId xmlns:a16="http://schemas.microsoft.com/office/drawing/2014/main" id="{3D5B7E93-F78F-4914-AA0A-CC877865EEA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GT_11261">
            <a:extLst>
              <a:ext uri="{FF2B5EF4-FFF2-40B4-BE49-F238E27FC236}">
                <a16:creationId xmlns:a16="http://schemas.microsoft.com/office/drawing/2014/main" id="{E5A82AED-9D4C-436C-BCE6-65BE30B67F35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GT_11262">
            <a:extLst>
              <a:ext uri="{FF2B5EF4-FFF2-40B4-BE49-F238E27FC236}">
                <a16:creationId xmlns:a16="http://schemas.microsoft.com/office/drawing/2014/main" id="{AAABE52E-1F89-44A6-9D87-B3B4FCEC577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GT_11263">
            <a:extLst>
              <a:ext uri="{FF2B5EF4-FFF2-40B4-BE49-F238E27FC236}">
                <a16:creationId xmlns:a16="http://schemas.microsoft.com/office/drawing/2014/main" id="{AF81B2B2-10A2-4425-9E1A-BBF296244E74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GT_11264">
            <a:extLst>
              <a:ext uri="{FF2B5EF4-FFF2-40B4-BE49-F238E27FC236}">
                <a16:creationId xmlns:a16="http://schemas.microsoft.com/office/drawing/2014/main" id="{5624A380-FA51-459C-A714-350DAD610FFB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GT_11265">
            <a:extLst>
              <a:ext uri="{FF2B5EF4-FFF2-40B4-BE49-F238E27FC236}">
                <a16:creationId xmlns:a16="http://schemas.microsoft.com/office/drawing/2014/main" id="{CE3F8633-6029-44F7-99DD-3AB9E3897D1C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GT_11266">
            <a:extLst>
              <a:ext uri="{FF2B5EF4-FFF2-40B4-BE49-F238E27FC236}">
                <a16:creationId xmlns:a16="http://schemas.microsoft.com/office/drawing/2014/main" id="{E9727796-B2E2-437F-9BC5-93F0DF8615A6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GT_11267">
            <a:extLst>
              <a:ext uri="{FF2B5EF4-FFF2-40B4-BE49-F238E27FC236}">
                <a16:creationId xmlns:a16="http://schemas.microsoft.com/office/drawing/2014/main" id="{04DE53F1-7F2F-42BA-A886-8849B9C6FC59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GT_11268">
            <a:extLst>
              <a:ext uri="{FF2B5EF4-FFF2-40B4-BE49-F238E27FC236}">
                <a16:creationId xmlns:a16="http://schemas.microsoft.com/office/drawing/2014/main" id="{FC5A754C-7A94-453F-BCC4-869848B71B32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GT_11269">
            <a:extLst>
              <a:ext uri="{FF2B5EF4-FFF2-40B4-BE49-F238E27FC236}">
                <a16:creationId xmlns:a16="http://schemas.microsoft.com/office/drawing/2014/main" id="{66D0CCB7-4896-441E-B9A8-73BBFBDEE2C6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GT_11270">
            <a:extLst>
              <a:ext uri="{FF2B5EF4-FFF2-40B4-BE49-F238E27FC236}">
                <a16:creationId xmlns:a16="http://schemas.microsoft.com/office/drawing/2014/main" id="{9B4A3741-05F0-4F98-8231-116BBA22BD7C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GT_11271">
            <a:extLst>
              <a:ext uri="{FF2B5EF4-FFF2-40B4-BE49-F238E27FC236}">
                <a16:creationId xmlns:a16="http://schemas.microsoft.com/office/drawing/2014/main" id="{E18F3A61-BEF0-4C9D-9C8B-98A95D79F84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GT_11272">
            <a:extLst>
              <a:ext uri="{FF2B5EF4-FFF2-40B4-BE49-F238E27FC236}">
                <a16:creationId xmlns:a16="http://schemas.microsoft.com/office/drawing/2014/main" id="{A82A7F80-EF25-4755-AB6A-504063C18ACD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GT_11273">
            <a:extLst>
              <a:ext uri="{FF2B5EF4-FFF2-40B4-BE49-F238E27FC236}">
                <a16:creationId xmlns:a16="http://schemas.microsoft.com/office/drawing/2014/main" id="{10695E94-9AE5-47BE-9AF4-01F4956F1CF5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GT_11274">
            <a:extLst>
              <a:ext uri="{FF2B5EF4-FFF2-40B4-BE49-F238E27FC236}">
                <a16:creationId xmlns:a16="http://schemas.microsoft.com/office/drawing/2014/main" id="{DB407216-7CFE-47CD-9B82-E3E0DE36D157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GT_11275">
            <a:extLst>
              <a:ext uri="{FF2B5EF4-FFF2-40B4-BE49-F238E27FC236}">
                <a16:creationId xmlns:a16="http://schemas.microsoft.com/office/drawing/2014/main" id="{38237074-516F-4EF5-A46E-397D051659E3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GT_11276">
            <a:extLst>
              <a:ext uri="{FF2B5EF4-FFF2-40B4-BE49-F238E27FC236}">
                <a16:creationId xmlns:a16="http://schemas.microsoft.com/office/drawing/2014/main" id="{3EEE06CC-2CB9-4375-819C-288BE330D768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GT_11277">
            <a:extLst>
              <a:ext uri="{FF2B5EF4-FFF2-40B4-BE49-F238E27FC236}">
                <a16:creationId xmlns:a16="http://schemas.microsoft.com/office/drawing/2014/main" id="{2B7F66F0-67A3-4AEB-A03A-90C78D601E6F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GT_11278">
            <a:extLst>
              <a:ext uri="{FF2B5EF4-FFF2-40B4-BE49-F238E27FC236}">
                <a16:creationId xmlns:a16="http://schemas.microsoft.com/office/drawing/2014/main" id="{C123950F-9F12-46CB-B476-1AEF5D7AFF4E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GT_11279">
            <a:extLst>
              <a:ext uri="{FF2B5EF4-FFF2-40B4-BE49-F238E27FC236}">
                <a16:creationId xmlns:a16="http://schemas.microsoft.com/office/drawing/2014/main" id="{4911C569-9C6C-4910-8530-AC4ABEB25B5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GT_11280">
            <a:extLst>
              <a:ext uri="{FF2B5EF4-FFF2-40B4-BE49-F238E27FC236}">
                <a16:creationId xmlns:a16="http://schemas.microsoft.com/office/drawing/2014/main" id="{F22875BE-F42E-430C-8913-2D0C48B00B61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GT_11281">
            <a:extLst>
              <a:ext uri="{FF2B5EF4-FFF2-40B4-BE49-F238E27FC236}">
                <a16:creationId xmlns:a16="http://schemas.microsoft.com/office/drawing/2014/main" id="{15708EC8-1F11-437B-8251-2785CE308838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GT_11282">
            <a:extLst>
              <a:ext uri="{FF2B5EF4-FFF2-40B4-BE49-F238E27FC236}">
                <a16:creationId xmlns:a16="http://schemas.microsoft.com/office/drawing/2014/main" id="{C3DB2642-0970-43B2-8BD2-3BC0769B5A99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GT_11283">
            <a:extLst>
              <a:ext uri="{FF2B5EF4-FFF2-40B4-BE49-F238E27FC236}">
                <a16:creationId xmlns:a16="http://schemas.microsoft.com/office/drawing/2014/main" id="{763AABCA-85EF-4B9C-A308-30EDFF01411A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GT_11284">
            <a:extLst>
              <a:ext uri="{FF2B5EF4-FFF2-40B4-BE49-F238E27FC236}">
                <a16:creationId xmlns:a16="http://schemas.microsoft.com/office/drawing/2014/main" id="{37E56810-BB73-4F47-8CA3-3483C7356D88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GT_11285">
            <a:extLst>
              <a:ext uri="{FF2B5EF4-FFF2-40B4-BE49-F238E27FC236}">
                <a16:creationId xmlns:a16="http://schemas.microsoft.com/office/drawing/2014/main" id="{D8FDDBA5-3CAB-4D96-9312-8411D778BF25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GT_11286">
            <a:extLst>
              <a:ext uri="{FF2B5EF4-FFF2-40B4-BE49-F238E27FC236}">
                <a16:creationId xmlns:a16="http://schemas.microsoft.com/office/drawing/2014/main" id="{C45F7727-3DDC-4D7C-91D6-6C73CA53FE8D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GT_11287">
            <a:extLst>
              <a:ext uri="{FF2B5EF4-FFF2-40B4-BE49-F238E27FC236}">
                <a16:creationId xmlns:a16="http://schemas.microsoft.com/office/drawing/2014/main" id="{D0F4B87C-7848-442A-92BF-2BE9C24D4DC0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GT_11288">
            <a:extLst>
              <a:ext uri="{FF2B5EF4-FFF2-40B4-BE49-F238E27FC236}">
                <a16:creationId xmlns:a16="http://schemas.microsoft.com/office/drawing/2014/main" id="{A152738A-96BE-4856-A587-FC0AE05ECA46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GT_11289">
            <a:extLst>
              <a:ext uri="{FF2B5EF4-FFF2-40B4-BE49-F238E27FC236}">
                <a16:creationId xmlns:a16="http://schemas.microsoft.com/office/drawing/2014/main" id="{40CF141A-538E-4716-98B4-462435CA4308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GT_11290">
            <a:extLst>
              <a:ext uri="{FF2B5EF4-FFF2-40B4-BE49-F238E27FC236}">
                <a16:creationId xmlns:a16="http://schemas.microsoft.com/office/drawing/2014/main" id="{5A4A1727-2258-4C94-8A9D-8D8B48D84D20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GT_11291">
            <a:extLst>
              <a:ext uri="{FF2B5EF4-FFF2-40B4-BE49-F238E27FC236}">
                <a16:creationId xmlns:a16="http://schemas.microsoft.com/office/drawing/2014/main" id="{8FA7D274-F520-499B-A5EF-3A166759F45E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GT_11292">
            <a:extLst>
              <a:ext uri="{FF2B5EF4-FFF2-40B4-BE49-F238E27FC236}">
                <a16:creationId xmlns:a16="http://schemas.microsoft.com/office/drawing/2014/main" id="{7176BB10-B6AC-4428-B072-F1ADD25F6D4D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GT_11293">
            <a:extLst>
              <a:ext uri="{FF2B5EF4-FFF2-40B4-BE49-F238E27FC236}">
                <a16:creationId xmlns:a16="http://schemas.microsoft.com/office/drawing/2014/main" id="{D40B3097-75E0-4462-85FA-3EE3A5A25206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GT_11294">
            <a:extLst>
              <a:ext uri="{FF2B5EF4-FFF2-40B4-BE49-F238E27FC236}">
                <a16:creationId xmlns:a16="http://schemas.microsoft.com/office/drawing/2014/main" id="{8EEB2453-318A-4E95-9C84-1A38DA9ECE88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GT_11295">
            <a:extLst>
              <a:ext uri="{FF2B5EF4-FFF2-40B4-BE49-F238E27FC236}">
                <a16:creationId xmlns:a16="http://schemas.microsoft.com/office/drawing/2014/main" id="{E30FB775-8085-4AC0-AF24-FE135107054D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GT_11296">
            <a:extLst>
              <a:ext uri="{FF2B5EF4-FFF2-40B4-BE49-F238E27FC236}">
                <a16:creationId xmlns:a16="http://schemas.microsoft.com/office/drawing/2014/main" id="{CE4112A8-D895-45C2-B5DD-C282EE63A628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GT_11297">
            <a:extLst>
              <a:ext uri="{FF2B5EF4-FFF2-40B4-BE49-F238E27FC236}">
                <a16:creationId xmlns:a16="http://schemas.microsoft.com/office/drawing/2014/main" id="{ED79BD10-F8A2-43BE-8614-36A415A8DEED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GT_11298">
            <a:extLst>
              <a:ext uri="{FF2B5EF4-FFF2-40B4-BE49-F238E27FC236}">
                <a16:creationId xmlns:a16="http://schemas.microsoft.com/office/drawing/2014/main" id="{619FAD05-62F8-4752-8C2C-A84B7D616370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GT_11299">
            <a:extLst>
              <a:ext uri="{FF2B5EF4-FFF2-40B4-BE49-F238E27FC236}">
                <a16:creationId xmlns:a16="http://schemas.microsoft.com/office/drawing/2014/main" id="{217CF0B2-BE4B-4E79-803D-84CC8AE6432C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GT_11300">
            <a:extLst>
              <a:ext uri="{FF2B5EF4-FFF2-40B4-BE49-F238E27FC236}">
                <a16:creationId xmlns:a16="http://schemas.microsoft.com/office/drawing/2014/main" id="{01789623-7331-4A5B-98BF-ACC83306B336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GT_11301">
            <a:extLst>
              <a:ext uri="{FF2B5EF4-FFF2-40B4-BE49-F238E27FC236}">
                <a16:creationId xmlns:a16="http://schemas.microsoft.com/office/drawing/2014/main" id="{550CDABE-2A76-4658-A19B-579BF8B60F9D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GT_11302">
            <a:extLst>
              <a:ext uri="{FF2B5EF4-FFF2-40B4-BE49-F238E27FC236}">
                <a16:creationId xmlns:a16="http://schemas.microsoft.com/office/drawing/2014/main" id="{A4E88AFF-5C16-4765-8FE2-3220F40C7926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GT_11303">
            <a:extLst>
              <a:ext uri="{FF2B5EF4-FFF2-40B4-BE49-F238E27FC236}">
                <a16:creationId xmlns:a16="http://schemas.microsoft.com/office/drawing/2014/main" id="{593BBAAC-623D-425B-8299-C2A1EFB755D9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GT_11304">
            <a:extLst>
              <a:ext uri="{FF2B5EF4-FFF2-40B4-BE49-F238E27FC236}">
                <a16:creationId xmlns:a16="http://schemas.microsoft.com/office/drawing/2014/main" id="{BF0E6389-579A-40A6-A629-2A0F5968CD35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GT_11305">
            <a:extLst>
              <a:ext uri="{FF2B5EF4-FFF2-40B4-BE49-F238E27FC236}">
                <a16:creationId xmlns:a16="http://schemas.microsoft.com/office/drawing/2014/main" id="{D004029D-58C1-424B-961C-62BE3EE222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GT_11306">
            <a:extLst>
              <a:ext uri="{FF2B5EF4-FFF2-40B4-BE49-F238E27FC236}">
                <a16:creationId xmlns:a16="http://schemas.microsoft.com/office/drawing/2014/main" id="{3B2168A4-9D65-4CF5-8F05-9C44A136B7EA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GT_11307">
            <a:extLst>
              <a:ext uri="{FF2B5EF4-FFF2-40B4-BE49-F238E27FC236}">
                <a16:creationId xmlns:a16="http://schemas.microsoft.com/office/drawing/2014/main" id="{EF80EA62-7846-4EB9-A538-3F99762972E6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GT_11308">
            <a:extLst>
              <a:ext uri="{FF2B5EF4-FFF2-40B4-BE49-F238E27FC236}">
                <a16:creationId xmlns:a16="http://schemas.microsoft.com/office/drawing/2014/main" id="{B34F1CC3-0CB4-42AB-A53C-98ED47037E42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GT_11309">
            <a:extLst>
              <a:ext uri="{FF2B5EF4-FFF2-40B4-BE49-F238E27FC236}">
                <a16:creationId xmlns:a16="http://schemas.microsoft.com/office/drawing/2014/main" id="{0E2B4275-20B9-44BD-8C32-91A532475F5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GT_11310">
            <a:extLst>
              <a:ext uri="{FF2B5EF4-FFF2-40B4-BE49-F238E27FC236}">
                <a16:creationId xmlns:a16="http://schemas.microsoft.com/office/drawing/2014/main" id="{665AA976-CB6E-4A58-9473-74A8782BFF95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GT_11311">
            <a:extLst>
              <a:ext uri="{FF2B5EF4-FFF2-40B4-BE49-F238E27FC236}">
                <a16:creationId xmlns:a16="http://schemas.microsoft.com/office/drawing/2014/main" id="{9746C480-E489-4186-9087-C058CEE6B1C0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GT_11312">
            <a:extLst>
              <a:ext uri="{FF2B5EF4-FFF2-40B4-BE49-F238E27FC236}">
                <a16:creationId xmlns:a16="http://schemas.microsoft.com/office/drawing/2014/main" id="{0EEE6877-65A3-4EDB-8E19-0FBB2A07442B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GT_11313">
            <a:extLst>
              <a:ext uri="{FF2B5EF4-FFF2-40B4-BE49-F238E27FC236}">
                <a16:creationId xmlns:a16="http://schemas.microsoft.com/office/drawing/2014/main" id="{0487FC41-F670-48DF-8A65-1AB852A7505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GT_11314">
            <a:extLst>
              <a:ext uri="{FF2B5EF4-FFF2-40B4-BE49-F238E27FC236}">
                <a16:creationId xmlns:a16="http://schemas.microsoft.com/office/drawing/2014/main" id="{C8AE03D8-03DE-4194-A06E-983E165DC32D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GT_11315">
            <a:extLst>
              <a:ext uri="{FF2B5EF4-FFF2-40B4-BE49-F238E27FC236}">
                <a16:creationId xmlns:a16="http://schemas.microsoft.com/office/drawing/2014/main" id="{ADBD6F9F-57BD-4162-AAB8-E19A8E71EE73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GT_11316">
            <a:extLst>
              <a:ext uri="{FF2B5EF4-FFF2-40B4-BE49-F238E27FC236}">
                <a16:creationId xmlns:a16="http://schemas.microsoft.com/office/drawing/2014/main" id="{13089A69-12D1-4FEC-A0F7-C35E80ADABC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GT_11317">
            <a:extLst>
              <a:ext uri="{FF2B5EF4-FFF2-40B4-BE49-F238E27FC236}">
                <a16:creationId xmlns:a16="http://schemas.microsoft.com/office/drawing/2014/main" id="{3C97EBF1-02AB-499B-ACF7-DFB63464F973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GT_11318">
            <a:extLst>
              <a:ext uri="{FF2B5EF4-FFF2-40B4-BE49-F238E27FC236}">
                <a16:creationId xmlns:a16="http://schemas.microsoft.com/office/drawing/2014/main" id="{9E884340-6AD7-4B12-8730-E40C1F0F8C4C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GT_11319">
            <a:extLst>
              <a:ext uri="{FF2B5EF4-FFF2-40B4-BE49-F238E27FC236}">
                <a16:creationId xmlns:a16="http://schemas.microsoft.com/office/drawing/2014/main" id="{30CA05F9-AC78-4277-AF08-1876AEBFA93F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GT_11320">
            <a:extLst>
              <a:ext uri="{FF2B5EF4-FFF2-40B4-BE49-F238E27FC236}">
                <a16:creationId xmlns:a16="http://schemas.microsoft.com/office/drawing/2014/main" id="{9E4D0A06-D6D8-49CB-8CB1-F9326D83259C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GT_11321">
            <a:extLst>
              <a:ext uri="{FF2B5EF4-FFF2-40B4-BE49-F238E27FC236}">
                <a16:creationId xmlns:a16="http://schemas.microsoft.com/office/drawing/2014/main" id="{DABE152C-ACEB-417D-8E43-4A6495C5B7FD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GT_11322">
            <a:extLst>
              <a:ext uri="{FF2B5EF4-FFF2-40B4-BE49-F238E27FC236}">
                <a16:creationId xmlns:a16="http://schemas.microsoft.com/office/drawing/2014/main" id="{55B9A9A5-9332-4579-9FC0-2625C7AD4A6F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GT_11323">
            <a:extLst>
              <a:ext uri="{FF2B5EF4-FFF2-40B4-BE49-F238E27FC236}">
                <a16:creationId xmlns:a16="http://schemas.microsoft.com/office/drawing/2014/main" id="{6110E70C-D6FC-4FDC-BC77-9D06B39AF2A4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GT_11324">
            <a:extLst>
              <a:ext uri="{FF2B5EF4-FFF2-40B4-BE49-F238E27FC236}">
                <a16:creationId xmlns:a16="http://schemas.microsoft.com/office/drawing/2014/main" id="{E2666C6E-1433-493A-9D1D-AE9F7D5CD7FC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GT_11325">
            <a:extLst>
              <a:ext uri="{FF2B5EF4-FFF2-40B4-BE49-F238E27FC236}">
                <a16:creationId xmlns:a16="http://schemas.microsoft.com/office/drawing/2014/main" id="{0F9A79D4-BB4E-4E73-AE6D-23F6ED51A3C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GT_11326">
            <a:extLst>
              <a:ext uri="{FF2B5EF4-FFF2-40B4-BE49-F238E27FC236}">
                <a16:creationId xmlns:a16="http://schemas.microsoft.com/office/drawing/2014/main" id="{255425AB-04F3-403A-A499-70DA404E319B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GT_11327">
            <a:extLst>
              <a:ext uri="{FF2B5EF4-FFF2-40B4-BE49-F238E27FC236}">
                <a16:creationId xmlns:a16="http://schemas.microsoft.com/office/drawing/2014/main" id="{886C1F99-5850-4D6F-A5CC-2AAE1FA567FA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GT_11328">
            <a:extLst>
              <a:ext uri="{FF2B5EF4-FFF2-40B4-BE49-F238E27FC236}">
                <a16:creationId xmlns:a16="http://schemas.microsoft.com/office/drawing/2014/main" id="{60B9E8B9-2447-406F-9C32-E765C93F876A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GT_11329">
            <a:extLst>
              <a:ext uri="{FF2B5EF4-FFF2-40B4-BE49-F238E27FC236}">
                <a16:creationId xmlns:a16="http://schemas.microsoft.com/office/drawing/2014/main" id="{43BDEBE3-9A4E-46F7-BE66-7D0C63CA62D1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GT_11330">
            <a:extLst>
              <a:ext uri="{FF2B5EF4-FFF2-40B4-BE49-F238E27FC236}">
                <a16:creationId xmlns:a16="http://schemas.microsoft.com/office/drawing/2014/main" id="{727DAEE9-9AEA-440D-BD3F-DCDBC4A418E8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GT_11331">
            <a:extLst>
              <a:ext uri="{FF2B5EF4-FFF2-40B4-BE49-F238E27FC236}">
                <a16:creationId xmlns:a16="http://schemas.microsoft.com/office/drawing/2014/main" id="{15282E1B-6491-43B3-9396-5B7FBB5C67AC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GT_11332">
            <a:extLst>
              <a:ext uri="{FF2B5EF4-FFF2-40B4-BE49-F238E27FC236}">
                <a16:creationId xmlns:a16="http://schemas.microsoft.com/office/drawing/2014/main" id="{D8F913F2-F18D-4281-AE7C-EB80C77EF243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GT_11333">
            <a:extLst>
              <a:ext uri="{FF2B5EF4-FFF2-40B4-BE49-F238E27FC236}">
                <a16:creationId xmlns:a16="http://schemas.microsoft.com/office/drawing/2014/main" id="{ADFE2072-2702-45DE-995C-045C260629A6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GT_11334">
            <a:extLst>
              <a:ext uri="{FF2B5EF4-FFF2-40B4-BE49-F238E27FC236}">
                <a16:creationId xmlns:a16="http://schemas.microsoft.com/office/drawing/2014/main" id="{42A8E2D2-6A1C-4DD7-8128-FDB75C53B0FA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GT_11335">
            <a:extLst>
              <a:ext uri="{FF2B5EF4-FFF2-40B4-BE49-F238E27FC236}">
                <a16:creationId xmlns:a16="http://schemas.microsoft.com/office/drawing/2014/main" id="{F208DFB4-C6C0-4ABD-BD79-0B54119E3312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GT_11336">
            <a:extLst>
              <a:ext uri="{FF2B5EF4-FFF2-40B4-BE49-F238E27FC236}">
                <a16:creationId xmlns:a16="http://schemas.microsoft.com/office/drawing/2014/main" id="{D0F7890B-9D65-483D-B38F-2AAE503134B7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GT_11337">
            <a:extLst>
              <a:ext uri="{FF2B5EF4-FFF2-40B4-BE49-F238E27FC236}">
                <a16:creationId xmlns:a16="http://schemas.microsoft.com/office/drawing/2014/main" id="{B496C7D8-429E-4D81-B3CF-F53675105B10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GT_11338">
            <a:extLst>
              <a:ext uri="{FF2B5EF4-FFF2-40B4-BE49-F238E27FC236}">
                <a16:creationId xmlns:a16="http://schemas.microsoft.com/office/drawing/2014/main" id="{D792CA10-B743-47F4-82AB-AE03D6D901EE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GT_11339">
            <a:extLst>
              <a:ext uri="{FF2B5EF4-FFF2-40B4-BE49-F238E27FC236}">
                <a16:creationId xmlns:a16="http://schemas.microsoft.com/office/drawing/2014/main" id="{5AFA389B-A476-4EF3-AE16-69CDF0C5719C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GT_11340">
            <a:extLst>
              <a:ext uri="{FF2B5EF4-FFF2-40B4-BE49-F238E27FC236}">
                <a16:creationId xmlns:a16="http://schemas.microsoft.com/office/drawing/2014/main" id="{EB84CE10-DFAF-40F6-A840-C37A0973551C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GT_11341">
            <a:extLst>
              <a:ext uri="{FF2B5EF4-FFF2-40B4-BE49-F238E27FC236}">
                <a16:creationId xmlns:a16="http://schemas.microsoft.com/office/drawing/2014/main" id="{97BBEFCF-2D03-47DF-B7DC-619DD1607183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GT_11342">
            <a:extLst>
              <a:ext uri="{FF2B5EF4-FFF2-40B4-BE49-F238E27FC236}">
                <a16:creationId xmlns:a16="http://schemas.microsoft.com/office/drawing/2014/main" id="{66D3ED29-5365-4668-98EA-15DCFC9C2902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GT_11343">
            <a:extLst>
              <a:ext uri="{FF2B5EF4-FFF2-40B4-BE49-F238E27FC236}">
                <a16:creationId xmlns:a16="http://schemas.microsoft.com/office/drawing/2014/main" id="{AC28B427-42FC-4A7C-864F-8B1459B203B3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GT_11344">
            <a:extLst>
              <a:ext uri="{FF2B5EF4-FFF2-40B4-BE49-F238E27FC236}">
                <a16:creationId xmlns:a16="http://schemas.microsoft.com/office/drawing/2014/main" id="{0B997425-9BB9-4A23-8AE5-F66DC17CD2EB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GT_11345">
            <a:extLst>
              <a:ext uri="{FF2B5EF4-FFF2-40B4-BE49-F238E27FC236}">
                <a16:creationId xmlns:a16="http://schemas.microsoft.com/office/drawing/2014/main" id="{0CF78860-D25B-4092-9836-50A92896976B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GT_11346">
            <a:extLst>
              <a:ext uri="{FF2B5EF4-FFF2-40B4-BE49-F238E27FC236}">
                <a16:creationId xmlns:a16="http://schemas.microsoft.com/office/drawing/2014/main" id="{3F8CF4AE-AC7C-4492-AF99-20ED20325A3B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GT_11347">
            <a:extLst>
              <a:ext uri="{FF2B5EF4-FFF2-40B4-BE49-F238E27FC236}">
                <a16:creationId xmlns:a16="http://schemas.microsoft.com/office/drawing/2014/main" id="{921DDF0F-F6E0-4769-A089-CB1AB24DE812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GT_11348">
            <a:extLst>
              <a:ext uri="{FF2B5EF4-FFF2-40B4-BE49-F238E27FC236}">
                <a16:creationId xmlns:a16="http://schemas.microsoft.com/office/drawing/2014/main" id="{E7116AB2-D651-44FB-9519-C44FE0AAB853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GT_11349">
            <a:extLst>
              <a:ext uri="{FF2B5EF4-FFF2-40B4-BE49-F238E27FC236}">
                <a16:creationId xmlns:a16="http://schemas.microsoft.com/office/drawing/2014/main" id="{EC220327-1730-4368-971A-6B807790E690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GT_11350">
            <a:extLst>
              <a:ext uri="{FF2B5EF4-FFF2-40B4-BE49-F238E27FC236}">
                <a16:creationId xmlns:a16="http://schemas.microsoft.com/office/drawing/2014/main" id="{26F3A4D2-B426-414E-A5AC-5FD066D7CD3A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GT_11351">
            <a:extLst>
              <a:ext uri="{FF2B5EF4-FFF2-40B4-BE49-F238E27FC236}">
                <a16:creationId xmlns:a16="http://schemas.microsoft.com/office/drawing/2014/main" id="{41416008-A14C-43DE-BE3B-3BFD7E975007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GT_11352">
            <a:extLst>
              <a:ext uri="{FF2B5EF4-FFF2-40B4-BE49-F238E27FC236}">
                <a16:creationId xmlns:a16="http://schemas.microsoft.com/office/drawing/2014/main" id="{C3C6CAD0-4E7C-42BB-85D1-554F7D795C50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GT_11353">
            <a:extLst>
              <a:ext uri="{FF2B5EF4-FFF2-40B4-BE49-F238E27FC236}">
                <a16:creationId xmlns:a16="http://schemas.microsoft.com/office/drawing/2014/main" id="{B85C7252-A385-40AF-B08D-73E3AA280836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GT_11354">
            <a:extLst>
              <a:ext uri="{FF2B5EF4-FFF2-40B4-BE49-F238E27FC236}">
                <a16:creationId xmlns:a16="http://schemas.microsoft.com/office/drawing/2014/main" id="{A48A9F01-0DF0-4B80-8C77-F39DF9C640F8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GT_11355">
            <a:extLst>
              <a:ext uri="{FF2B5EF4-FFF2-40B4-BE49-F238E27FC236}">
                <a16:creationId xmlns:a16="http://schemas.microsoft.com/office/drawing/2014/main" id="{5ACE7552-2E63-46E8-9C59-849E4345C9D1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GT_11356">
            <a:extLst>
              <a:ext uri="{FF2B5EF4-FFF2-40B4-BE49-F238E27FC236}">
                <a16:creationId xmlns:a16="http://schemas.microsoft.com/office/drawing/2014/main" id="{C6FD9F29-FDBF-4C7F-83C6-0E6EAB1B48B6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GT_11357">
            <a:extLst>
              <a:ext uri="{FF2B5EF4-FFF2-40B4-BE49-F238E27FC236}">
                <a16:creationId xmlns:a16="http://schemas.microsoft.com/office/drawing/2014/main" id="{D557CB3C-C52D-4B4B-A1EC-D8A4A350590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GT_11358">
            <a:extLst>
              <a:ext uri="{FF2B5EF4-FFF2-40B4-BE49-F238E27FC236}">
                <a16:creationId xmlns:a16="http://schemas.microsoft.com/office/drawing/2014/main" id="{4E843A94-21A7-4500-8E86-A0FF5E778528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GT_11359">
            <a:extLst>
              <a:ext uri="{FF2B5EF4-FFF2-40B4-BE49-F238E27FC236}">
                <a16:creationId xmlns:a16="http://schemas.microsoft.com/office/drawing/2014/main" id="{BDB4217E-2209-4F6C-AE7C-396782D364BC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GT_11360">
            <a:extLst>
              <a:ext uri="{FF2B5EF4-FFF2-40B4-BE49-F238E27FC236}">
                <a16:creationId xmlns:a16="http://schemas.microsoft.com/office/drawing/2014/main" id="{CA30E28F-8F52-410A-857F-CE071C66B7BF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GT_11361">
            <a:extLst>
              <a:ext uri="{FF2B5EF4-FFF2-40B4-BE49-F238E27FC236}">
                <a16:creationId xmlns:a16="http://schemas.microsoft.com/office/drawing/2014/main" id="{711DC391-90AB-4CC7-A871-1477A3629D92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GT_11362">
            <a:extLst>
              <a:ext uri="{FF2B5EF4-FFF2-40B4-BE49-F238E27FC236}">
                <a16:creationId xmlns:a16="http://schemas.microsoft.com/office/drawing/2014/main" id="{33323052-8F17-4DBA-BA26-3DC4E1D049AA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GT_11363">
            <a:extLst>
              <a:ext uri="{FF2B5EF4-FFF2-40B4-BE49-F238E27FC236}">
                <a16:creationId xmlns:a16="http://schemas.microsoft.com/office/drawing/2014/main" id="{4EC8A76A-F535-402F-A848-94005DE1521C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GT_11364">
            <a:extLst>
              <a:ext uri="{FF2B5EF4-FFF2-40B4-BE49-F238E27FC236}">
                <a16:creationId xmlns:a16="http://schemas.microsoft.com/office/drawing/2014/main" id="{DF757C18-662D-49B5-83DD-7A62E15BE138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GT_11365">
            <a:extLst>
              <a:ext uri="{FF2B5EF4-FFF2-40B4-BE49-F238E27FC236}">
                <a16:creationId xmlns:a16="http://schemas.microsoft.com/office/drawing/2014/main" id="{B7DA78AF-2385-4F4F-B477-0A9F229D0C9C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GT_11366">
            <a:extLst>
              <a:ext uri="{FF2B5EF4-FFF2-40B4-BE49-F238E27FC236}">
                <a16:creationId xmlns:a16="http://schemas.microsoft.com/office/drawing/2014/main" id="{4D5B5D1D-8A65-45F6-9689-D6ED26D84FE5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GT_11367">
            <a:extLst>
              <a:ext uri="{FF2B5EF4-FFF2-40B4-BE49-F238E27FC236}">
                <a16:creationId xmlns:a16="http://schemas.microsoft.com/office/drawing/2014/main" id="{D9A7D5EA-3530-44EA-91E9-6B0D2E4C668A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GT_11368">
            <a:extLst>
              <a:ext uri="{FF2B5EF4-FFF2-40B4-BE49-F238E27FC236}">
                <a16:creationId xmlns:a16="http://schemas.microsoft.com/office/drawing/2014/main" id="{7DAB8EDA-2F5E-4158-9476-FC3ED6EB4284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GT_11369">
            <a:extLst>
              <a:ext uri="{FF2B5EF4-FFF2-40B4-BE49-F238E27FC236}">
                <a16:creationId xmlns:a16="http://schemas.microsoft.com/office/drawing/2014/main" id="{2A7CE9E4-C080-4499-8852-4A9A85F09212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GT_11370">
            <a:extLst>
              <a:ext uri="{FF2B5EF4-FFF2-40B4-BE49-F238E27FC236}">
                <a16:creationId xmlns:a16="http://schemas.microsoft.com/office/drawing/2014/main" id="{F3082FF8-100E-443A-8B47-2EFCB214BF7A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GT_11371">
            <a:extLst>
              <a:ext uri="{FF2B5EF4-FFF2-40B4-BE49-F238E27FC236}">
                <a16:creationId xmlns:a16="http://schemas.microsoft.com/office/drawing/2014/main" id="{E128F49C-91B5-44BA-A81D-40AD8FF74CBB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GT_11372">
            <a:extLst>
              <a:ext uri="{FF2B5EF4-FFF2-40B4-BE49-F238E27FC236}">
                <a16:creationId xmlns:a16="http://schemas.microsoft.com/office/drawing/2014/main" id="{4A4BBAF6-7617-4B89-9403-221013CF22AF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GT_11373">
            <a:extLst>
              <a:ext uri="{FF2B5EF4-FFF2-40B4-BE49-F238E27FC236}">
                <a16:creationId xmlns:a16="http://schemas.microsoft.com/office/drawing/2014/main" id="{4B4F8BC8-F120-4400-9A95-3A637BBC5CD7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GT_11374">
            <a:extLst>
              <a:ext uri="{FF2B5EF4-FFF2-40B4-BE49-F238E27FC236}">
                <a16:creationId xmlns:a16="http://schemas.microsoft.com/office/drawing/2014/main" id="{59B26EF0-837F-41C7-A9A0-0B296BE39B31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GT_11375">
            <a:extLst>
              <a:ext uri="{FF2B5EF4-FFF2-40B4-BE49-F238E27FC236}">
                <a16:creationId xmlns:a16="http://schemas.microsoft.com/office/drawing/2014/main" id="{EC00450C-A6BE-47B4-9F9C-EA07E4773200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GT_11376">
            <a:extLst>
              <a:ext uri="{FF2B5EF4-FFF2-40B4-BE49-F238E27FC236}">
                <a16:creationId xmlns:a16="http://schemas.microsoft.com/office/drawing/2014/main" id="{E1086F54-CD6E-421A-BBAB-25E46BCD91EB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GT_11377">
            <a:extLst>
              <a:ext uri="{FF2B5EF4-FFF2-40B4-BE49-F238E27FC236}">
                <a16:creationId xmlns:a16="http://schemas.microsoft.com/office/drawing/2014/main" id="{2506DCF4-E6ED-4242-BCFC-C8504ED4B505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GT_11378">
            <a:extLst>
              <a:ext uri="{FF2B5EF4-FFF2-40B4-BE49-F238E27FC236}">
                <a16:creationId xmlns:a16="http://schemas.microsoft.com/office/drawing/2014/main" id="{22F18E2E-33C2-4F2E-BE0D-E592C32D24FC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GT_11379">
            <a:extLst>
              <a:ext uri="{FF2B5EF4-FFF2-40B4-BE49-F238E27FC236}">
                <a16:creationId xmlns:a16="http://schemas.microsoft.com/office/drawing/2014/main" id="{BC53B08F-D53E-485D-895B-D3818AB5CB32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GT_11380">
            <a:extLst>
              <a:ext uri="{FF2B5EF4-FFF2-40B4-BE49-F238E27FC236}">
                <a16:creationId xmlns:a16="http://schemas.microsoft.com/office/drawing/2014/main" id="{00893B27-0885-4362-96A8-207AE35D72CC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GT_11381">
            <a:extLst>
              <a:ext uri="{FF2B5EF4-FFF2-40B4-BE49-F238E27FC236}">
                <a16:creationId xmlns:a16="http://schemas.microsoft.com/office/drawing/2014/main" id="{3B9D6281-283D-4E68-A710-7746F07F4DB5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GT_11382">
            <a:extLst>
              <a:ext uri="{FF2B5EF4-FFF2-40B4-BE49-F238E27FC236}">
                <a16:creationId xmlns:a16="http://schemas.microsoft.com/office/drawing/2014/main" id="{334F12CD-1568-4BC3-A7B8-2F4954F9DEC7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GT_11383">
            <a:extLst>
              <a:ext uri="{FF2B5EF4-FFF2-40B4-BE49-F238E27FC236}">
                <a16:creationId xmlns:a16="http://schemas.microsoft.com/office/drawing/2014/main" id="{FA2AF401-7E8F-4A0D-A1B2-0444EC9AD9EB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GT_11384">
            <a:extLst>
              <a:ext uri="{FF2B5EF4-FFF2-40B4-BE49-F238E27FC236}">
                <a16:creationId xmlns:a16="http://schemas.microsoft.com/office/drawing/2014/main" id="{CED1CDF4-1183-4A74-903B-3CE4C18B7307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GT_11385">
            <a:extLst>
              <a:ext uri="{FF2B5EF4-FFF2-40B4-BE49-F238E27FC236}">
                <a16:creationId xmlns:a16="http://schemas.microsoft.com/office/drawing/2014/main" id="{64C6705D-0146-4BCD-A0FE-A0B9D55006C4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GT_11386">
            <a:extLst>
              <a:ext uri="{FF2B5EF4-FFF2-40B4-BE49-F238E27FC236}">
                <a16:creationId xmlns:a16="http://schemas.microsoft.com/office/drawing/2014/main" id="{BB182DB4-E0C9-47A6-AE1B-202D024F5641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GT_11387">
            <a:extLst>
              <a:ext uri="{FF2B5EF4-FFF2-40B4-BE49-F238E27FC236}">
                <a16:creationId xmlns:a16="http://schemas.microsoft.com/office/drawing/2014/main" id="{A36556E8-FB66-4E73-846D-640BBCC3CD6F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GT_11388">
            <a:extLst>
              <a:ext uri="{FF2B5EF4-FFF2-40B4-BE49-F238E27FC236}">
                <a16:creationId xmlns:a16="http://schemas.microsoft.com/office/drawing/2014/main" id="{511C6F86-EAEC-4A50-B752-CAE17A77D58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GT_11389">
            <a:extLst>
              <a:ext uri="{FF2B5EF4-FFF2-40B4-BE49-F238E27FC236}">
                <a16:creationId xmlns:a16="http://schemas.microsoft.com/office/drawing/2014/main" id="{B2CBBAED-D992-4558-B863-D87F04838A6A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GT_11390">
            <a:extLst>
              <a:ext uri="{FF2B5EF4-FFF2-40B4-BE49-F238E27FC236}">
                <a16:creationId xmlns:a16="http://schemas.microsoft.com/office/drawing/2014/main" id="{48FF8E58-D443-45AA-84C1-D2F4791D88DC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GT_11391">
            <a:extLst>
              <a:ext uri="{FF2B5EF4-FFF2-40B4-BE49-F238E27FC236}">
                <a16:creationId xmlns:a16="http://schemas.microsoft.com/office/drawing/2014/main" id="{0DB51DC0-A654-483F-87C4-8860188F40FB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GT_11392">
            <a:extLst>
              <a:ext uri="{FF2B5EF4-FFF2-40B4-BE49-F238E27FC236}">
                <a16:creationId xmlns:a16="http://schemas.microsoft.com/office/drawing/2014/main" id="{A1F395B6-2B31-4830-9B8A-4E0A09B20CA2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GT_11393">
            <a:extLst>
              <a:ext uri="{FF2B5EF4-FFF2-40B4-BE49-F238E27FC236}">
                <a16:creationId xmlns:a16="http://schemas.microsoft.com/office/drawing/2014/main" id="{7A1E3053-7FDE-45EF-9DAD-D104D203A5BF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GT_11394">
            <a:extLst>
              <a:ext uri="{FF2B5EF4-FFF2-40B4-BE49-F238E27FC236}">
                <a16:creationId xmlns:a16="http://schemas.microsoft.com/office/drawing/2014/main" id="{BDE671EA-65D3-44A7-9B04-23E74B2854F4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GT_11395">
            <a:extLst>
              <a:ext uri="{FF2B5EF4-FFF2-40B4-BE49-F238E27FC236}">
                <a16:creationId xmlns:a16="http://schemas.microsoft.com/office/drawing/2014/main" id="{017346D6-0D9A-45F7-9699-851727C95EEE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GT_11396">
            <a:extLst>
              <a:ext uri="{FF2B5EF4-FFF2-40B4-BE49-F238E27FC236}">
                <a16:creationId xmlns:a16="http://schemas.microsoft.com/office/drawing/2014/main" id="{F74EB40C-06EA-47E8-B496-49A443DB788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GT_11397">
            <a:extLst>
              <a:ext uri="{FF2B5EF4-FFF2-40B4-BE49-F238E27FC236}">
                <a16:creationId xmlns:a16="http://schemas.microsoft.com/office/drawing/2014/main" id="{F2955918-12C9-4719-8C1B-56C4229F1E65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GT_11398">
            <a:extLst>
              <a:ext uri="{FF2B5EF4-FFF2-40B4-BE49-F238E27FC236}">
                <a16:creationId xmlns:a16="http://schemas.microsoft.com/office/drawing/2014/main" id="{EA538B8A-717E-4BBE-9510-FD91243F435E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GT_11399">
            <a:extLst>
              <a:ext uri="{FF2B5EF4-FFF2-40B4-BE49-F238E27FC236}">
                <a16:creationId xmlns:a16="http://schemas.microsoft.com/office/drawing/2014/main" id="{B7DBEF8B-0016-464A-8CD5-F8C814B67CE7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GT_11400">
            <a:extLst>
              <a:ext uri="{FF2B5EF4-FFF2-40B4-BE49-F238E27FC236}">
                <a16:creationId xmlns:a16="http://schemas.microsoft.com/office/drawing/2014/main" id="{80F9555E-6D7B-4F0D-9596-266DA4161BED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GT_11401">
            <a:extLst>
              <a:ext uri="{FF2B5EF4-FFF2-40B4-BE49-F238E27FC236}">
                <a16:creationId xmlns:a16="http://schemas.microsoft.com/office/drawing/2014/main" id="{C953DAE5-7FC0-4C7F-9C3B-329589A9D3B2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GT_11402">
            <a:extLst>
              <a:ext uri="{FF2B5EF4-FFF2-40B4-BE49-F238E27FC236}">
                <a16:creationId xmlns:a16="http://schemas.microsoft.com/office/drawing/2014/main" id="{54F85464-431C-4BBB-9699-DEB23F9F23CB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GT_11403">
            <a:extLst>
              <a:ext uri="{FF2B5EF4-FFF2-40B4-BE49-F238E27FC236}">
                <a16:creationId xmlns:a16="http://schemas.microsoft.com/office/drawing/2014/main" id="{6E38E80C-342D-48F8-ADE0-17786C984EF9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GT_11404">
            <a:extLst>
              <a:ext uri="{FF2B5EF4-FFF2-40B4-BE49-F238E27FC236}">
                <a16:creationId xmlns:a16="http://schemas.microsoft.com/office/drawing/2014/main" id="{9C780E49-4053-4391-9F27-4C010E3F18D5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GT_11405">
            <a:extLst>
              <a:ext uri="{FF2B5EF4-FFF2-40B4-BE49-F238E27FC236}">
                <a16:creationId xmlns:a16="http://schemas.microsoft.com/office/drawing/2014/main" id="{F4C66D2C-B6A3-44A3-B3DE-2729F19FF3D7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GT_11406">
            <a:extLst>
              <a:ext uri="{FF2B5EF4-FFF2-40B4-BE49-F238E27FC236}">
                <a16:creationId xmlns:a16="http://schemas.microsoft.com/office/drawing/2014/main" id="{74A60E1C-5835-4245-B089-F1FE2FDAA662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GT_11407">
            <a:extLst>
              <a:ext uri="{FF2B5EF4-FFF2-40B4-BE49-F238E27FC236}">
                <a16:creationId xmlns:a16="http://schemas.microsoft.com/office/drawing/2014/main" id="{ABC69C35-D52D-42F4-9AD8-F9BCCBBA4863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GT_11408">
            <a:extLst>
              <a:ext uri="{FF2B5EF4-FFF2-40B4-BE49-F238E27FC236}">
                <a16:creationId xmlns:a16="http://schemas.microsoft.com/office/drawing/2014/main" id="{3BEE4D93-DA23-4696-8C19-A8EABE0EA7C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GT_11409">
            <a:extLst>
              <a:ext uri="{FF2B5EF4-FFF2-40B4-BE49-F238E27FC236}">
                <a16:creationId xmlns:a16="http://schemas.microsoft.com/office/drawing/2014/main" id="{F3B4C218-FE49-4A94-8CB5-DC3453B44245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GT_11410">
            <a:extLst>
              <a:ext uri="{FF2B5EF4-FFF2-40B4-BE49-F238E27FC236}">
                <a16:creationId xmlns:a16="http://schemas.microsoft.com/office/drawing/2014/main" id="{38964678-06F4-46DE-BD67-0EE52F9D4EB7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GT_11411">
            <a:extLst>
              <a:ext uri="{FF2B5EF4-FFF2-40B4-BE49-F238E27FC236}">
                <a16:creationId xmlns:a16="http://schemas.microsoft.com/office/drawing/2014/main" id="{A0271E13-40A3-471E-BD66-75877D48BD5C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GT_11412">
            <a:extLst>
              <a:ext uri="{FF2B5EF4-FFF2-40B4-BE49-F238E27FC236}">
                <a16:creationId xmlns:a16="http://schemas.microsoft.com/office/drawing/2014/main" id="{79F38565-82A1-43C2-8F16-6451A3BD7D4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GT_11413">
            <a:extLst>
              <a:ext uri="{FF2B5EF4-FFF2-40B4-BE49-F238E27FC236}">
                <a16:creationId xmlns:a16="http://schemas.microsoft.com/office/drawing/2014/main" id="{069174C4-FD46-4D3D-8DA8-66FD9E129510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GT_11414">
            <a:extLst>
              <a:ext uri="{FF2B5EF4-FFF2-40B4-BE49-F238E27FC236}">
                <a16:creationId xmlns:a16="http://schemas.microsoft.com/office/drawing/2014/main" id="{0258A8E6-BA6C-41E5-86F2-A209503BF711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GT_11415">
            <a:extLst>
              <a:ext uri="{FF2B5EF4-FFF2-40B4-BE49-F238E27FC236}">
                <a16:creationId xmlns:a16="http://schemas.microsoft.com/office/drawing/2014/main" id="{F57C9937-E32E-4BC8-ADAC-670AF15F3A98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GT_11416">
            <a:extLst>
              <a:ext uri="{FF2B5EF4-FFF2-40B4-BE49-F238E27FC236}">
                <a16:creationId xmlns:a16="http://schemas.microsoft.com/office/drawing/2014/main" id="{C356103D-5EE7-4757-A8CB-38E47667A39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GT_11417">
            <a:extLst>
              <a:ext uri="{FF2B5EF4-FFF2-40B4-BE49-F238E27FC236}">
                <a16:creationId xmlns:a16="http://schemas.microsoft.com/office/drawing/2014/main" id="{256BC9C6-42F8-45FE-A6F0-34A3688A51BC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GT_11418">
            <a:extLst>
              <a:ext uri="{FF2B5EF4-FFF2-40B4-BE49-F238E27FC236}">
                <a16:creationId xmlns:a16="http://schemas.microsoft.com/office/drawing/2014/main" id="{1CCC4634-1B15-42BF-9A68-5DB276FD2F7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GT_11419">
            <a:extLst>
              <a:ext uri="{FF2B5EF4-FFF2-40B4-BE49-F238E27FC236}">
                <a16:creationId xmlns:a16="http://schemas.microsoft.com/office/drawing/2014/main" id="{1A05E435-B7E4-4123-AF72-818C2B0108D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GT_11420">
            <a:extLst>
              <a:ext uri="{FF2B5EF4-FFF2-40B4-BE49-F238E27FC236}">
                <a16:creationId xmlns:a16="http://schemas.microsoft.com/office/drawing/2014/main" id="{8EDCF366-EC07-45CC-9EDA-A0F8E1E5CAEF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GT_11421">
            <a:extLst>
              <a:ext uri="{FF2B5EF4-FFF2-40B4-BE49-F238E27FC236}">
                <a16:creationId xmlns:a16="http://schemas.microsoft.com/office/drawing/2014/main" id="{20645DB3-ADAB-4285-99ED-D9BF238992BF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GT_11422">
            <a:extLst>
              <a:ext uri="{FF2B5EF4-FFF2-40B4-BE49-F238E27FC236}">
                <a16:creationId xmlns:a16="http://schemas.microsoft.com/office/drawing/2014/main" id="{A635004E-C307-4B07-A709-A4A007A51ADC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GT_11423">
            <a:extLst>
              <a:ext uri="{FF2B5EF4-FFF2-40B4-BE49-F238E27FC236}">
                <a16:creationId xmlns:a16="http://schemas.microsoft.com/office/drawing/2014/main" id="{93F03234-68F1-4B44-9843-3B98329C224C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GT_11424">
            <a:extLst>
              <a:ext uri="{FF2B5EF4-FFF2-40B4-BE49-F238E27FC236}">
                <a16:creationId xmlns:a16="http://schemas.microsoft.com/office/drawing/2014/main" id="{BE1AD1FB-D1BD-4295-8F36-6D2A698A330B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GT_11425">
            <a:extLst>
              <a:ext uri="{FF2B5EF4-FFF2-40B4-BE49-F238E27FC236}">
                <a16:creationId xmlns:a16="http://schemas.microsoft.com/office/drawing/2014/main" id="{AD0E3697-749E-4C5C-B7C5-1685941634E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GT_11426">
            <a:extLst>
              <a:ext uri="{FF2B5EF4-FFF2-40B4-BE49-F238E27FC236}">
                <a16:creationId xmlns:a16="http://schemas.microsoft.com/office/drawing/2014/main" id="{EC71F74D-081C-4B4F-9796-70D590DDCEBB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GT_11427">
            <a:extLst>
              <a:ext uri="{FF2B5EF4-FFF2-40B4-BE49-F238E27FC236}">
                <a16:creationId xmlns:a16="http://schemas.microsoft.com/office/drawing/2014/main" id="{2988FADB-D2DA-4A21-87B2-364D8099DB6A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GT_11428">
            <a:extLst>
              <a:ext uri="{FF2B5EF4-FFF2-40B4-BE49-F238E27FC236}">
                <a16:creationId xmlns:a16="http://schemas.microsoft.com/office/drawing/2014/main" id="{7E261527-ACDB-48D8-9903-BCBC78FA138B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GT_11429">
            <a:extLst>
              <a:ext uri="{FF2B5EF4-FFF2-40B4-BE49-F238E27FC236}">
                <a16:creationId xmlns:a16="http://schemas.microsoft.com/office/drawing/2014/main" id="{38C1D73B-A374-4734-BC50-2FFD05061401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GT_11430">
            <a:extLst>
              <a:ext uri="{FF2B5EF4-FFF2-40B4-BE49-F238E27FC236}">
                <a16:creationId xmlns:a16="http://schemas.microsoft.com/office/drawing/2014/main" id="{CEAFDE77-23C2-48C3-961B-B655D922718F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GT_11431">
            <a:extLst>
              <a:ext uri="{FF2B5EF4-FFF2-40B4-BE49-F238E27FC236}">
                <a16:creationId xmlns:a16="http://schemas.microsoft.com/office/drawing/2014/main" id="{2CBE2D06-C0B8-4BAF-9EEE-6F75964B9F76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GT_11432">
            <a:extLst>
              <a:ext uri="{FF2B5EF4-FFF2-40B4-BE49-F238E27FC236}">
                <a16:creationId xmlns:a16="http://schemas.microsoft.com/office/drawing/2014/main" id="{F8E1DB46-4E80-4A0E-90BC-BAE9FB24DBDF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GT_11433">
            <a:extLst>
              <a:ext uri="{FF2B5EF4-FFF2-40B4-BE49-F238E27FC236}">
                <a16:creationId xmlns:a16="http://schemas.microsoft.com/office/drawing/2014/main" id="{9EAC6BC2-7D08-4670-A2F1-BA2DCB0A8059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GT_11434">
            <a:extLst>
              <a:ext uri="{FF2B5EF4-FFF2-40B4-BE49-F238E27FC236}">
                <a16:creationId xmlns:a16="http://schemas.microsoft.com/office/drawing/2014/main" id="{FDC8E432-D620-4B62-8C2E-D2AF39BE1FBD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GT_11435">
            <a:extLst>
              <a:ext uri="{FF2B5EF4-FFF2-40B4-BE49-F238E27FC236}">
                <a16:creationId xmlns:a16="http://schemas.microsoft.com/office/drawing/2014/main" id="{1CC32A4C-3548-4A5E-ABAF-FAD316DE8C29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GT_11436">
            <a:extLst>
              <a:ext uri="{FF2B5EF4-FFF2-40B4-BE49-F238E27FC236}">
                <a16:creationId xmlns:a16="http://schemas.microsoft.com/office/drawing/2014/main" id="{E1387DD8-5541-453A-A6F2-9AE34CE8C24F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GT_11437">
            <a:extLst>
              <a:ext uri="{FF2B5EF4-FFF2-40B4-BE49-F238E27FC236}">
                <a16:creationId xmlns:a16="http://schemas.microsoft.com/office/drawing/2014/main" id="{F106F85B-4E4B-4B13-AD95-835625CBEAAE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GT_11438">
            <a:extLst>
              <a:ext uri="{FF2B5EF4-FFF2-40B4-BE49-F238E27FC236}">
                <a16:creationId xmlns:a16="http://schemas.microsoft.com/office/drawing/2014/main" id="{2E855D16-41E0-4E68-99FF-BAF0DF14A535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GT_11439">
            <a:extLst>
              <a:ext uri="{FF2B5EF4-FFF2-40B4-BE49-F238E27FC236}">
                <a16:creationId xmlns:a16="http://schemas.microsoft.com/office/drawing/2014/main" id="{30DAE717-9982-4982-829C-5043FE018CF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GT_11440">
            <a:extLst>
              <a:ext uri="{FF2B5EF4-FFF2-40B4-BE49-F238E27FC236}">
                <a16:creationId xmlns:a16="http://schemas.microsoft.com/office/drawing/2014/main" id="{75ED0661-B6FC-42B5-84E0-AD6E504BD046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GT_11441">
            <a:extLst>
              <a:ext uri="{FF2B5EF4-FFF2-40B4-BE49-F238E27FC236}">
                <a16:creationId xmlns:a16="http://schemas.microsoft.com/office/drawing/2014/main" id="{2AF48370-A7CC-4F39-BBE4-6E21F3BE29C1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GT_11442">
            <a:extLst>
              <a:ext uri="{FF2B5EF4-FFF2-40B4-BE49-F238E27FC236}">
                <a16:creationId xmlns:a16="http://schemas.microsoft.com/office/drawing/2014/main" id="{E110CA0C-C26F-4A79-A3C3-6DD70E8E3CCB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GT_11443">
            <a:extLst>
              <a:ext uri="{FF2B5EF4-FFF2-40B4-BE49-F238E27FC236}">
                <a16:creationId xmlns:a16="http://schemas.microsoft.com/office/drawing/2014/main" id="{CD0026E9-BC86-43D3-8476-FB855B771763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GT_11444">
            <a:extLst>
              <a:ext uri="{FF2B5EF4-FFF2-40B4-BE49-F238E27FC236}">
                <a16:creationId xmlns:a16="http://schemas.microsoft.com/office/drawing/2014/main" id="{C86A5F41-1E82-46D1-BF48-9130983D2F6B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GT_11445">
            <a:extLst>
              <a:ext uri="{FF2B5EF4-FFF2-40B4-BE49-F238E27FC236}">
                <a16:creationId xmlns:a16="http://schemas.microsoft.com/office/drawing/2014/main" id="{774E6A26-5AB3-44DD-95C0-DDE834A452ED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GT_11446">
            <a:extLst>
              <a:ext uri="{FF2B5EF4-FFF2-40B4-BE49-F238E27FC236}">
                <a16:creationId xmlns:a16="http://schemas.microsoft.com/office/drawing/2014/main" id="{E4688D8F-927E-4E64-BCD7-10074992E968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GT_11447">
            <a:extLst>
              <a:ext uri="{FF2B5EF4-FFF2-40B4-BE49-F238E27FC236}">
                <a16:creationId xmlns:a16="http://schemas.microsoft.com/office/drawing/2014/main" id="{7E55AB9A-C0D0-4072-8FCD-BB9752D996CF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GT_11448">
            <a:extLst>
              <a:ext uri="{FF2B5EF4-FFF2-40B4-BE49-F238E27FC236}">
                <a16:creationId xmlns:a16="http://schemas.microsoft.com/office/drawing/2014/main" id="{5BDD0197-8D05-4DE7-9154-219CF49DE86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GT_11449">
            <a:extLst>
              <a:ext uri="{FF2B5EF4-FFF2-40B4-BE49-F238E27FC236}">
                <a16:creationId xmlns:a16="http://schemas.microsoft.com/office/drawing/2014/main" id="{3EAE6A3E-D0EA-4D9D-A261-CF8459F7F1D1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GT_11450">
            <a:extLst>
              <a:ext uri="{FF2B5EF4-FFF2-40B4-BE49-F238E27FC236}">
                <a16:creationId xmlns:a16="http://schemas.microsoft.com/office/drawing/2014/main" id="{9EA7963E-76EF-4938-BBB3-0925389506FA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GT_11451">
            <a:extLst>
              <a:ext uri="{FF2B5EF4-FFF2-40B4-BE49-F238E27FC236}">
                <a16:creationId xmlns:a16="http://schemas.microsoft.com/office/drawing/2014/main" id="{D8D3E522-9FDA-4404-A9D9-7B8B421EFA4D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GT_11452">
            <a:extLst>
              <a:ext uri="{FF2B5EF4-FFF2-40B4-BE49-F238E27FC236}">
                <a16:creationId xmlns:a16="http://schemas.microsoft.com/office/drawing/2014/main" id="{A21DC834-DED3-4280-9E78-F9F3C7A8FCA9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GT_11453">
            <a:extLst>
              <a:ext uri="{FF2B5EF4-FFF2-40B4-BE49-F238E27FC236}">
                <a16:creationId xmlns:a16="http://schemas.microsoft.com/office/drawing/2014/main" id="{3870415A-55E9-403F-8BF4-7044A496EA66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GT_11454">
            <a:extLst>
              <a:ext uri="{FF2B5EF4-FFF2-40B4-BE49-F238E27FC236}">
                <a16:creationId xmlns:a16="http://schemas.microsoft.com/office/drawing/2014/main" id="{2781E3B5-D831-480B-BFAA-07573F3BDD4F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GT_11455">
            <a:extLst>
              <a:ext uri="{FF2B5EF4-FFF2-40B4-BE49-F238E27FC236}">
                <a16:creationId xmlns:a16="http://schemas.microsoft.com/office/drawing/2014/main" id="{358C1FEF-F929-4543-BD08-3D2C33C6E46A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GT_11456">
            <a:extLst>
              <a:ext uri="{FF2B5EF4-FFF2-40B4-BE49-F238E27FC236}">
                <a16:creationId xmlns:a16="http://schemas.microsoft.com/office/drawing/2014/main" id="{650DA90B-FFBA-44F9-B911-F502E563EBB0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GT_11457">
            <a:extLst>
              <a:ext uri="{FF2B5EF4-FFF2-40B4-BE49-F238E27FC236}">
                <a16:creationId xmlns:a16="http://schemas.microsoft.com/office/drawing/2014/main" id="{6DF849C9-C4EB-458D-9E0F-B6C960B1E1FE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GT_11458">
            <a:extLst>
              <a:ext uri="{FF2B5EF4-FFF2-40B4-BE49-F238E27FC236}">
                <a16:creationId xmlns:a16="http://schemas.microsoft.com/office/drawing/2014/main" id="{A307615E-8F16-458E-A9BD-A8910538164C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GT_11459">
            <a:extLst>
              <a:ext uri="{FF2B5EF4-FFF2-40B4-BE49-F238E27FC236}">
                <a16:creationId xmlns:a16="http://schemas.microsoft.com/office/drawing/2014/main" id="{3B1C99DD-FC2F-48F7-B22F-921920A83F69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GT_11460">
            <a:extLst>
              <a:ext uri="{FF2B5EF4-FFF2-40B4-BE49-F238E27FC236}">
                <a16:creationId xmlns:a16="http://schemas.microsoft.com/office/drawing/2014/main" id="{F5FD6C08-8FBB-4D9B-931B-A8AE075A5C26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GT_11461">
            <a:extLst>
              <a:ext uri="{FF2B5EF4-FFF2-40B4-BE49-F238E27FC236}">
                <a16:creationId xmlns:a16="http://schemas.microsoft.com/office/drawing/2014/main" id="{1245D6B3-484A-4EE8-B52A-15EA9D7A0C4C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GT_11462">
            <a:extLst>
              <a:ext uri="{FF2B5EF4-FFF2-40B4-BE49-F238E27FC236}">
                <a16:creationId xmlns:a16="http://schemas.microsoft.com/office/drawing/2014/main" id="{8A8161F9-8EE8-45EB-A26B-147E9A5B79CD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GT_11463">
            <a:extLst>
              <a:ext uri="{FF2B5EF4-FFF2-40B4-BE49-F238E27FC236}">
                <a16:creationId xmlns:a16="http://schemas.microsoft.com/office/drawing/2014/main" id="{3ADFA2B7-FE88-4F6D-9BA6-E6BADA76A77E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GT_11464">
            <a:extLst>
              <a:ext uri="{FF2B5EF4-FFF2-40B4-BE49-F238E27FC236}">
                <a16:creationId xmlns:a16="http://schemas.microsoft.com/office/drawing/2014/main" id="{75DF192A-C4CD-4E97-B326-EB34FAA62AF5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GT_11465">
            <a:extLst>
              <a:ext uri="{FF2B5EF4-FFF2-40B4-BE49-F238E27FC236}">
                <a16:creationId xmlns:a16="http://schemas.microsoft.com/office/drawing/2014/main" id="{8CD955FB-1A52-4494-B600-862DBF12DA48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GT_11466">
            <a:extLst>
              <a:ext uri="{FF2B5EF4-FFF2-40B4-BE49-F238E27FC236}">
                <a16:creationId xmlns:a16="http://schemas.microsoft.com/office/drawing/2014/main" id="{7DAFDCDF-42CD-4053-A48A-87E9AF901C66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GT_11467">
            <a:extLst>
              <a:ext uri="{FF2B5EF4-FFF2-40B4-BE49-F238E27FC236}">
                <a16:creationId xmlns:a16="http://schemas.microsoft.com/office/drawing/2014/main" id="{0B419F2B-33B1-46C0-BC12-F72FDC617D45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GT_11468">
            <a:extLst>
              <a:ext uri="{FF2B5EF4-FFF2-40B4-BE49-F238E27FC236}">
                <a16:creationId xmlns:a16="http://schemas.microsoft.com/office/drawing/2014/main" id="{788F88CE-871C-4C1B-86E2-5CCADADF9BFC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GT_11469">
            <a:extLst>
              <a:ext uri="{FF2B5EF4-FFF2-40B4-BE49-F238E27FC236}">
                <a16:creationId xmlns:a16="http://schemas.microsoft.com/office/drawing/2014/main" id="{A650E3C0-B300-48BA-8508-BFBEC09C816B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GT_11470">
            <a:extLst>
              <a:ext uri="{FF2B5EF4-FFF2-40B4-BE49-F238E27FC236}">
                <a16:creationId xmlns:a16="http://schemas.microsoft.com/office/drawing/2014/main" id="{DFDC08C4-960A-4A47-A6E7-A43AA44E48EA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GT_11471">
            <a:extLst>
              <a:ext uri="{FF2B5EF4-FFF2-40B4-BE49-F238E27FC236}">
                <a16:creationId xmlns:a16="http://schemas.microsoft.com/office/drawing/2014/main" id="{BBD5DD61-A47E-456A-975D-F820FBC3C488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GT_11472">
            <a:extLst>
              <a:ext uri="{FF2B5EF4-FFF2-40B4-BE49-F238E27FC236}">
                <a16:creationId xmlns:a16="http://schemas.microsoft.com/office/drawing/2014/main" id="{9196CF3D-1845-478B-B1DF-43546B6E64F1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GT_11473">
            <a:extLst>
              <a:ext uri="{FF2B5EF4-FFF2-40B4-BE49-F238E27FC236}">
                <a16:creationId xmlns:a16="http://schemas.microsoft.com/office/drawing/2014/main" id="{730DDB07-BC2F-4324-ADF5-0A17127612E2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GT_11474">
            <a:extLst>
              <a:ext uri="{FF2B5EF4-FFF2-40B4-BE49-F238E27FC236}">
                <a16:creationId xmlns:a16="http://schemas.microsoft.com/office/drawing/2014/main" id="{3FB9F808-8DD6-4B4A-8CB6-0552E7269ED0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GT_11475">
            <a:extLst>
              <a:ext uri="{FF2B5EF4-FFF2-40B4-BE49-F238E27FC236}">
                <a16:creationId xmlns:a16="http://schemas.microsoft.com/office/drawing/2014/main" id="{7CD1AB96-370D-4E18-B121-7EDE7C6D7A7E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GT_11476">
            <a:extLst>
              <a:ext uri="{FF2B5EF4-FFF2-40B4-BE49-F238E27FC236}">
                <a16:creationId xmlns:a16="http://schemas.microsoft.com/office/drawing/2014/main" id="{9A1832C1-C78E-4B7B-9BCF-40637DD19794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GT_11477">
            <a:extLst>
              <a:ext uri="{FF2B5EF4-FFF2-40B4-BE49-F238E27FC236}">
                <a16:creationId xmlns:a16="http://schemas.microsoft.com/office/drawing/2014/main" id="{63F9D7BD-4C67-4BA2-A918-65DC6FF4DCB9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GT_11478">
            <a:extLst>
              <a:ext uri="{FF2B5EF4-FFF2-40B4-BE49-F238E27FC236}">
                <a16:creationId xmlns:a16="http://schemas.microsoft.com/office/drawing/2014/main" id="{75C2C14F-9C54-4564-AB89-078AF99A4A0E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GT_11479">
            <a:extLst>
              <a:ext uri="{FF2B5EF4-FFF2-40B4-BE49-F238E27FC236}">
                <a16:creationId xmlns:a16="http://schemas.microsoft.com/office/drawing/2014/main" id="{A7A94B1D-BF4A-4ADB-885C-EFF12706D236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GT_11480">
            <a:extLst>
              <a:ext uri="{FF2B5EF4-FFF2-40B4-BE49-F238E27FC236}">
                <a16:creationId xmlns:a16="http://schemas.microsoft.com/office/drawing/2014/main" id="{10E6DF4D-6727-4500-BE58-DB1422DC3DAB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GT_11481">
            <a:extLst>
              <a:ext uri="{FF2B5EF4-FFF2-40B4-BE49-F238E27FC236}">
                <a16:creationId xmlns:a16="http://schemas.microsoft.com/office/drawing/2014/main" id="{076BFA34-8569-4AA2-901F-5E52A61178E1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GT_11482">
            <a:extLst>
              <a:ext uri="{FF2B5EF4-FFF2-40B4-BE49-F238E27FC236}">
                <a16:creationId xmlns:a16="http://schemas.microsoft.com/office/drawing/2014/main" id="{B804D713-6831-49A3-80E5-654719CA7ACB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GT_11483">
            <a:extLst>
              <a:ext uri="{FF2B5EF4-FFF2-40B4-BE49-F238E27FC236}">
                <a16:creationId xmlns:a16="http://schemas.microsoft.com/office/drawing/2014/main" id="{4AEBADC5-AD78-4390-AFD7-9E7987378E6F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GT_11484">
            <a:extLst>
              <a:ext uri="{FF2B5EF4-FFF2-40B4-BE49-F238E27FC236}">
                <a16:creationId xmlns:a16="http://schemas.microsoft.com/office/drawing/2014/main" id="{B43445D5-2349-43BE-9942-E896611BB5E6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GT_11485">
            <a:extLst>
              <a:ext uri="{FF2B5EF4-FFF2-40B4-BE49-F238E27FC236}">
                <a16:creationId xmlns:a16="http://schemas.microsoft.com/office/drawing/2014/main" id="{C4965F29-49D6-4B60-9383-544F2DA4AD04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GT_11486">
            <a:extLst>
              <a:ext uri="{FF2B5EF4-FFF2-40B4-BE49-F238E27FC236}">
                <a16:creationId xmlns:a16="http://schemas.microsoft.com/office/drawing/2014/main" id="{8ADC5C53-9019-462E-B871-7A0ECD175976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GT_11487">
            <a:extLst>
              <a:ext uri="{FF2B5EF4-FFF2-40B4-BE49-F238E27FC236}">
                <a16:creationId xmlns:a16="http://schemas.microsoft.com/office/drawing/2014/main" id="{763BDFC3-EBC9-4B9B-A0AA-B419C26F1A28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GT_11488">
            <a:extLst>
              <a:ext uri="{FF2B5EF4-FFF2-40B4-BE49-F238E27FC236}">
                <a16:creationId xmlns:a16="http://schemas.microsoft.com/office/drawing/2014/main" id="{AFF5F5D5-BDBA-432D-830F-1ADA543A7B86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GT_11489">
            <a:extLst>
              <a:ext uri="{FF2B5EF4-FFF2-40B4-BE49-F238E27FC236}">
                <a16:creationId xmlns:a16="http://schemas.microsoft.com/office/drawing/2014/main" id="{5AB28D24-100E-4EC9-A7C7-A1F104D9CE55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GT_11490">
            <a:extLst>
              <a:ext uri="{FF2B5EF4-FFF2-40B4-BE49-F238E27FC236}">
                <a16:creationId xmlns:a16="http://schemas.microsoft.com/office/drawing/2014/main" id="{4B720DBF-2CF0-4716-99EC-526784B6837A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GT_11491">
            <a:extLst>
              <a:ext uri="{FF2B5EF4-FFF2-40B4-BE49-F238E27FC236}">
                <a16:creationId xmlns:a16="http://schemas.microsoft.com/office/drawing/2014/main" id="{8C5A9C70-8EDF-4635-9F8F-D7E4786891FF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GT_11492">
            <a:extLst>
              <a:ext uri="{FF2B5EF4-FFF2-40B4-BE49-F238E27FC236}">
                <a16:creationId xmlns:a16="http://schemas.microsoft.com/office/drawing/2014/main" id="{573278EE-55DA-4F96-AB73-4A5EEBECA47B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GT_11493">
            <a:extLst>
              <a:ext uri="{FF2B5EF4-FFF2-40B4-BE49-F238E27FC236}">
                <a16:creationId xmlns:a16="http://schemas.microsoft.com/office/drawing/2014/main" id="{12EC1DA7-F814-43F8-B4B9-B79779F3B152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GT_11494">
            <a:extLst>
              <a:ext uri="{FF2B5EF4-FFF2-40B4-BE49-F238E27FC236}">
                <a16:creationId xmlns:a16="http://schemas.microsoft.com/office/drawing/2014/main" id="{C4CD706D-69C2-476B-AE99-0C04A2B2ECE8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GT_11495">
            <a:extLst>
              <a:ext uri="{FF2B5EF4-FFF2-40B4-BE49-F238E27FC236}">
                <a16:creationId xmlns:a16="http://schemas.microsoft.com/office/drawing/2014/main" id="{B32AC10B-932D-403F-92DB-9E6006C66094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GT_11496">
            <a:extLst>
              <a:ext uri="{FF2B5EF4-FFF2-40B4-BE49-F238E27FC236}">
                <a16:creationId xmlns:a16="http://schemas.microsoft.com/office/drawing/2014/main" id="{1B3EC3EC-310F-469A-A958-5A4FE7B916C2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GT_11497">
            <a:extLst>
              <a:ext uri="{FF2B5EF4-FFF2-40B4-BE49-F238E27FC236}">
                <a16:creationId xmlns:a16="http://schemas.microsoft.com/office/drawing/2014/main" id="{5B47945B-4802-4A97-A801-2C374F21114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GT_11498">
            <a:extLst>
              <a:ext uri="{FF2B5EF4-FFF2-40B4-BE49-F238E27FC236}">
                <a16:creationId xmlns:a16="http://schemas.microsoft.com/office/drawing/2014/main" id="{06A890B6-8483-45C6-A996-7411C68A243F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GT_11499">
            <a:extLst>
              <a:ext uri="{FF2B5EF4-FFF2-40B4-BE49-F238E27FC236}">
                <a16:creationId xmlns:a16="http://schemas.microsoft.com/office/drawing/2014/main" id="{7E69E1C5-A709-4BA0-85AB-9FC97A150A73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GT_11500">
            <a:extLst>
              <a:ext uri="{FF2B5EF4-FFF2-40B4-BE49-F238E27FC236}">
                <a16:creationId xmlns:a16="http://schemas.microsoft.com/office/drawing/2014/main" id="{9F105B80-E80F-4D50-80A5-C0A9033FF2D1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GT_11501">
            <a:extLst>
              <a:ext uri="{FF2B5EF4-FFF2-40B4-BE49-F238E27FC236}">
                <a16:creationId xmlns:a16="http://schemas.microsoft.com/office/drawing/2014/main" id="{1F0D309C-60A0-4213-990B-00CF3C633F1A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GT_11502">
            <a:extLst>
              <a:ext uri="{FF2B5EF4-FFF2-40B4-BE49-F238E27FC236}">
                <a16:creationId xmlns:a16="http://schemas.microsoft.com/office/drawing/2014/main" id="{8D6B7C31-5F09-4476-9875-8C46213ADFB9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GT_11503">
            <a:extLst>
              <a:ext uri="{FF2B5EF4-FFF2-40B4-BE49-F238E27FC236}">
                <a16:creationId xmlns:a16="http://schemas.microsoft.com/office/drawing/2014/main" id="{DE816967-CACD-405E-B933-5D2C15C2A5F6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GT_11504">
            <a:extLst>
              <a:ext uri="{FF2B5EF4-FFF2-40B4-BE49-F238E27FC236}">
                <a16:creationId xmlns:a16="http://schemas.microsoft.com/office/drawing/2014/main" id="{897AA96C-93E6-4C40-AC0D-F3487AB34A9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GT_11505">
            <a:extLst>
              <a:ext uri="{FF2B5EF4-FFF2-40B4-BE49-F238E27FC236}">
                <a16:creationId xmlns:a16="http://schemas.microsoft.com/office/drawing/2014/main" id="{2E97844C-BF0B-4822-83A2-7D0E9BBA543E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GT_11506">
            <a:extLst>
              <a:ext uri="{FF2B5EF4-FFF2-40B4-BE49-F238E27FC236}">
                <a16:creationId xmlns:a16="http://schemas.microsoft.com/office/drawing/2014/main" id="{72858876-206C-43C7-BE2C-2AD8120207F0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GT_11507">
            <a:extLst>
              <a:ext uri="{FF2B5EF4-FFF2-40B4-BE49-F238E27FC236}">
                <a16:creationId xmlns:a16="http://schemas.microsoft.com/office/drawing/2014/main" id="{50AB09B6-EE41-40A0-8282-56D4F9311AE5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GT_11508">
            <a:extLst>
              <a:ext uri="{FF2B5EF4-FFF2-40B4-BE49-F238E27FC236}">
                <a16:creationId xmlns:a16="http://schemas.microsoft.com/office/drawing/2014/main" id="{4EF68EBB-121A-4C7D-87DF-B8129836A951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GT_11509">
            <a:extLst>
              <a:ext uri="{FF2B5EF4-FFF2-40B4-BE49-F238E27FC236}">
                <a16:creationId xmlns:a16="http://schemas.microsoft.com/office/drawing/2014/main" id="{2FA84EEB-578B-48A6-9153-60192C9F1D63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GT_11510">
            <a:extLst>
              <a:ext uri="{FF2B5EF4-FFF2-40B4-BE49-F238E27FC236}">
                <a16:creationId xmlns:a16="http://schemas.microsoft.com/office/drawing/2014/main" id="{6F01B6E5-2CD2-4363-907A-084EFB51B389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GT_11511">
            <a:extLst>
              <a:ext uri="{FF2B5EF4-FFF2-40B4-BE49-F238E27FC236}">
                <a16:creationId xmlns:a16="http://schemas.microsoft.com/office/drawing/2014/main" id="{1ACB06F2-5B55-47A9-A3F0-C841E0F792E3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GT_11512">
            <a:extLst>
              <a:ext uri="{FF2B5EF4-FFF2-40B4-BE49-F238E27FC236}">
                <a16:creationId xmlns:a16="http://schemas.microsoft.com/office/drawing/2014/main" id="{100C64F4-BCFE-4B98-9B31-29DE0C15F49E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GT_11513">
            <a:extLst>
              <a:ext uri="{FF2B5EF4-FFF2-40B4-BE49-F238E27FC236}">
                <a16:creationId xmlns:a16="http://schemas.microsoft.com/office/drawing/2014/main" id="{EF272A8C-2E2D-4C39-863C-38B6C2F80937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GT_11514">
            <a:extLst>
              <a:ext uri="{FF2B5EF4-FFF2-40B4-BE49-F238E27FC236}">
                <a16:creationId xmlns:a16="http://schemas.microsoft.com/office/drawing/2014/main" id="{6ADC690A-C06E-4DF2-B364-06BB169B9163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GT_11515">
            <a:extLst>
              <a:ext uri="{FF2B5EF4-FFF2-40B4-BE49-F238E27FC236}">
                <a16:creationId xmlns:a16="http://schemas.microsoft.com/office/drawing/2014/main" id="{919F6D12-EB44-4964-8DFC-6ED73CAD09A0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GT_11516">
            <a:extLst>
              <a:ext uri="{FF2B5EF4-FFF2-40B4-BE49-F238E27FC236}">
                <a16:creationId xmlns:a16="http://schemas.microsoft.com/office/drawing/2014/main" id="{E0B7E9EA-5285-43D2-B0DF-A89970D9EE02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GT_11517">
            <a:extLst>
              <a:ext uri="{FF2B5EF4-FFF2-40B4-BE49-F238E27FC236}">
                <a16:creationId xmlns:a16="http://schemas.microsoft.com/office/drawing/2014/main" id="{1E907BD1-6CCC-41F2-8771-221F8DA828F4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GT_11518">
            <a:extLst>
              <a:ext uri="{FF2B5EF4-FFF2-40B4-BE49-F238E27FC236}">
                <a16:creationId xmlns:a16="http://schemas.microsoft.com/office/drawing/2014/main" id="{2DF69064-EFE5-44C7-92B2-E15D15DA5535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GT_11519">
            <a:extLst>
              <a:ext uri="{FF2B5EF4-FFF2-40B4-BE49-F238E27FC236}">
                <a16:creationId xmlns:a16="http://schemas.microsoft.com/office/drawing/2014/main" id="{572C0BE2-D816-433A-99F9-8F6EDC6FFF35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GT_11520">
            <a:extLst>
              <a:ext uri="{FF2B5EF4-FFF2-40B4-BE49-F238E27FC236}">
                <a16:creationId xmlns:a16="http://schemas.microsoft.com/office/drawing/2014/main" id="{0623B381-B233-4E47-BA99-6D2984C3B201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GT_11521">
            <a:extLst>
              <a:ext uri="{FF2B5EF4-FFF2-40B4-BE49-F238E27FC236}">
                <a16:creationId xmlns:a16="http://schemas.microsoft.com/office/drawing/2014/main" id="{D933B485-FF89-4F0F-98E7-32C7621C12F5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GT_11522">
            <a:extLst>
              <a:ext uri="{FF2B5EF4-FFF2-40B4-BE49-F238E27FC236}">
                <a16:creationId xmlns:a16="http://schemas.microsoft.com/office/drawing/2014/main" id="{BD49338A-A73A-4B19-A2FE-0C76A5FD42E6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GT_11523">
            <a:extLst>
              <a:ext uri="{FF2B5EF4-FFF2-40B4-BE49-F238E27FC236}">
                <a16:creationId xmlns:a16="http://schemas.microsoft.com/office/drawing/2014/main" id="{78399B23-8CCF-4DD5-914B-5488A899435D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GT_11524">
            <a:extLst>
              <a:ext uri="{FF2B5EF4-FFF2-40B4-BE49-F238E27FC236}">
                <a16:creationId xmlns:a16="http://schemas.microsoft.com/office/drawing/2014/main" id="{435C453B-F282-4472-8DE4-1F642393B2B3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GT_11525">
            <a:extLst>
              <a:ext uri="{FF2B5EF4-FFF2-40B4-BE49-F238E27FC236}">
                <a16:creationId xmlns:a16="http://schemas.microsoft.com/office/drawing/2014/main" id="{D3B6DC51-921D-49BC-B3F8-857556E7C82A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GT_11526">
            <a:extLst>
              <a:ext uri="{FF2B5EF4-FFF2-40B4-BE49-F238E27FC236}">
                <a16:creationId xmlns:a16="http://schemas.microsoft.com/office/drawing/2014/main" id="{F38D51EC-DBEE-436F-9726-4789A1AD0B17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GT_11527">
            <a:extLst>
              <a:ext uri="{FF2B5EF4-FFF2-40B4-BE49-F238E27FC236}">
                <a16:creationId xmlns:a16="http://schemas.microsoft.com/office/drawing/2014/main" id="{93ACF751-0F51-4533-A58A-853BEB08A3EF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GT_11528">
            <a:extLst>
              <a:ext uri="{FF2B5EF4-FFF2-40B4-BE49-F238E27FC236}">
                <a16:creationId xmlns:a16="http://schemas.microsoft.com/office/drawing/2014/main" id="{1A27ED9E-D372-4A61-94F0-B6B3B36E0913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GT_11529">
            <a:extLst>
              <a:ext uri="{FF2B5EF4-FFF2-40B4-BE49-F238E27FC236}">
                <a16:creationId xmlns:a16="http://schemas.microsoft.com/office/drawing/2014/main" id="{B021B4F1-B93A-482D-81CD-69BE4F994205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GT_11530">
            <a:extLst>
              <a:ext uri="{FF2B5EF4-FFF2-40B4-BE49-F238E27FC236}">
                <a16:creationId xmlns:a16="http://schemas.microsoft.com/office/drawing/2014/main" id="{C3A3495C-07DA-4616-850E-7955CC82BCF4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GT_11531">
            <a:extLst>
              <a:ext uri="{FF2B5EF4-FFF2-40B4-BE49-F238E27FC236}">
                <a16:creationId xmlns:a16="http://schemas.microsoft.com/office/drawing/2014/main" id="{D087ED44-FC5D-4DD6-8DB4-0F25C737669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GT_11532">
            <a:extLst>
              <a:ext uri="{FF2B5EF4-FFF2-40B4-BE49-F238E27FC236}">
                <a16:creationId xmlns:a16="http://schemas.microsoft.com/office/drawing/2014/main" id="{2FC565B3-AD1B-416D-9453-F62A204CF57C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GT_11533">
            <a:extLst>
              <a:ext uri="{FF2B5EF4-FFF2-40B4-BE49-F238E27FC236}">
                <a16:creationId xmlns:a16="http://schemas.microsoft.com/office/drawing/2014/main" id="{27B7EF27-A034-4CEE-A71D-EFB4E3FB845F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GT_11534">
            <a:extLst>
              <a:ext uri="{FF2B5EF4-FFF2-40B4-BE49-F238E27FC236}">
                <a16:creationId xmlns:a16="http://schemas.microsoft.com/office/drawing/2014/main" id="{8F813092-1A68-4117-959D-72B270534945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GT_11535">
            <a:extLst>
              <a:ext uri="{FF2B5EF4-FFF2-40B4-BE49-F238E27FC236}">
                <a16:creationId xmlns:a16="http://schemas.microsoft.com/office/drawing/2014/main" id="{13B8CE6A-32D2-48A9-9E3E-8B2B6DADDB3C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GT_11536">
            <a:extLst>
              <a:ext uri="{FF2B5EF4-FFF2-40B4-BE49-F238E27FC236}">
                <a16:creationId xmlns:a16="http://schemas.microsoft.com/office/drawing/2014/main" id="{5BF483D0-F7BC-4990-864D-C3460AEEE5E4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GT_11537">
            <a:extLst>
              <a:ext uri="{FF2B5EF4-FFF2-40B4-BE49-F238E27FC236}">
                <a16:creationId xmlns:a16="http://schemas.microsoft.com/office/drawing/2014/main" id="{D1D77469-7B97-4D17-AAE6-2E9AC2D639D9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GT_11538">
            <a:extLst>
              <a:ext uri="{FF2B5EF4-FFF2-40B4-BE49-F238E27FC236}">
                <a16:creationId xmlns:a16="http://schemas.microsoft.com/office/drawing/2014/main" id="{BB39AA04-7C53-4195-B615-CD489AA44543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GT_11539">
            <a:extLst>
              <a:ext uri="{FF2B5EF4-FFF2-40B4-BE49-F238E27FC236}">
                <a16:creationId xmlns:a16="http://schemas.microsoft.com/office/drawing/2014/main" id="{C210CE9C-F0F4-4EA7-880D-A34F57915ED9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GT_11540">
            <a:extLst>
              <a:ext uri="{FF2B5EF4-FFF2-40B4-BE49-F238E27FC236}">
                <a16:creationId xmlns:a16="http://schemas.microsoft.com/office/drawing/2014/main" id="{1FE77EA1-8FBD-4582-B4BD-5CB3CCFFF5E9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GT_11541">
            <a:extLst>
              <a:ext uri="{FF2B5EF4-FFF2-40B4-BE49-F238E27FC236}">
                <a16:creationId xmlns:a16="http://schemas.microsoft.com/office/drawing/2014/main" id="{D931C543-FF57-4D36-8CD9-5533B5E0A662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GT_11542">
            <a:extLst>
              <a:ext uri="{FF2B5EF4-FFF2-40B4-BE49-F238E27FC236}">
                <a16:creationId xmlns:a16="http://schemas.microsoft.com/office/drawing/2014/main" id="{38BEBE6E-D451-4169-A1DC-500595ECA781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GT_11543">
            <a:extLst>
              <a:ext uri="{FF2B5EF4-FFF2-40B4-BE49-F238E27FC236}">
                <a16:creationId xmlns:a16="http://schemas.microsoft.com/office/drawing/2014/main" id="{890218D2-AA32-44F7-8A1A-60DC4891A5F9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GT_11544">
            <a:extLst>
              <a:ext uri="{FF2B5EF4-FFF2-40B4-BE49-F238E27FC236}">
                <a16:creationId xmlns:a16="http://schemas.microsoft.com/office/drawing/2014/main" id="{FAB1AD44-C2B2-4C4F-8C11-11ABC554C392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GT_11545">
            <a:extLst>
              <a:ext uri="{FF2B5EF4-FFF2-40B4-BE49-F238E27FC236}">
                <a16:creationId xmlns:a16="http://schemas.microsoft.com/office/drawing/2014/main" id="{DC6F431D-EA52-41B3-968A-E11AE6C081C8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GT_11546">
            <a:extLst>
              <a:ext uri="{FF2B5EF4-FFF2-40B4-BE49-F238E27FC236}">
                <a16:creationId xmlns:a16="http://schemas.microsoft.com/office/drawing/2014/main" id="{7BFBF1FF-3732-424A-96FD-026C58F43BF1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GT_11547">
            <a:extLst>
              <a:ext uri="{FF2B5EF4-FFF2-40B4-BE49-F238E27FC236}">
                <a16:creationId xmlns:a16="http://schemas.microsoft.com/office/drawing/2014/main" id="{6C39E851-641C-4D15-B705-66917478F1BB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GT_11548">
            <a:extLst>
              <a:ext uri="{FF2B5EF4-FFF2-40B4-BE49-F238E27FC236}">
                <a16:creationId xmlns:a16="http://schemas.microsoft.com/office/drawing/2014/main" id="{D2583EC7-B02E-4665-BFCB-4D9C29F22D67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GT_11549">
            <a:extLst>
              <a:ext uri="{FF2B5EF4-FFF2-40B4-BE49-F238E27FC236}">
                <a16:creationId xmlns:a16="http://schemas.microsoft.com/office/drawing/2014/main" id="{5CEE0596-6439-43F9-A367-224F413A5005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GT_11550">
            <a:extLst>
              <a:ext uri="{FF2B5EF4-FFF2-40B4-BE49-F238E27FC236}">
                <a16:creationId xmlns:a16="http://schemas.microsoft.com/office/drawing/2014/main" id="{A4FABB15-5C41-4E0D-B9AA-965B7305980C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GT_11551">
            <a:extLst>
              <a:ext uri="{FF2B5EF4-FFF2-40B4-BE49-F238E27FC236}">
                <a16:creationId xmlns:a16="http://schemas.microsoft.com/office/drawing/2014/main" id="{4C6E3430-7F9E-4175-947E-5C857EC78F2C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GT_11552">
            <a:extLst>
              <a:ext uri="{FF2B5EF4-FFF2-40B4-BE49-F238E27FC236}">
                <a16:creationId xmlns:a16="http://schemas.microsoft.com/office/drawing/2014/main" id="{17E73CEE-3714-48E3-A809-0ACBA4D25700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GT_11553">
            <a:extLst>
              <a:ext uri="{FF2B5EF4-FFF2-40B4-BE49-F238E27FC236}">
                <a16:creationId xmlns:a16="http://schemas.microsoft.com/office/drawing/2014/main" id="{10E93C72-8F5F-49BA-A7EA-DC40E757E64E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GT_11554">
            <a:extLst>
              <a:ext uri="{FF2B5EF4-FFF2-40B4-BE49-F238E27FC236}">
                <a16:creationId xmlns:a16="http://schemas.microsoft.com/office/drawing/2014/main" id="{1E6F4D95-5BAB-47B7-A987-29D8CC44711B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GT_11555">
            <a:extLst>
              <a:ext uri="{FF2B5EF4-FFF2-40B4-BE49-F238E27FC236}">
                <a16:creationId xmlns:a16="http://schemas.microsoft.com/office/drawing/2014/main" id="{76359644-70D9-49AD-8E35-63B3552060E5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GT_11556">
            <a:extLst>
              <a:ext uri="{FF2B5EF4-FFF2-40B4-BE49-F238E27FC236}">
                <a16:creationId xmlns:a16="http://schemas.microsoft.com/office/drawing/2014/main" id="{F2BF8C1E-3BF7-4734-9EF7-3CAC799BBB3A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GT_11557">
            <a:extLst>
              <a:ext uri="{FF2B5EF4-FFF2-40B4-BE49-F238E27FC236}">
                <a16:creationId xmlns:a16="http://schemas.microsoft.com/office/drawing/2014/main" id="{3BE3868F-BE20-4F3F-BD94-11D8AA80070E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GT_11558">
            <a:extLst>
              <a:ext uri="{FF2B5EF4-FFF2-40B4-BE49-F238E27FC236}">
                <a16:creationId xmlns:a16="http://schemas.microsoft.com/office/drawing/2014/main" id="{BE90486F-5959-437E-A005-9C8CD7ED5079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GT_11559">
            <a:extLst>
              <a:ext uri="{FF2B5EF4-FFF2-40B4-BE49-F238E27FC236}">
                <a16:creationId xmlns:a16="http://schemas.microsoft.com/office/drawing/2014/main" id="{6D670A2D-BEB6-4370-854E-208CDB406613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GT_11560">
            <a:extLst>
              <a:ext uri="{FF2B5EF4-FFF2-40B4-BE49-F238E27FC236}">
                <a16:creationId xmlns:a16="http://schemas.microsoft.com/office/drawing/2014/main" id="{2E0A4026-00BC-40B0-8526-DE987036DEF8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GT_11561">
            <a:extLst>
              <a:ext uri="{FF2B5EF4-FFF2-40B4-BE49-F238E27FC236}">
                <a16:creationId xmlns:a16="http://schemas.microsoft.com/office/drawing/2014/main" id="{9EA67EA3-8223-4692-8237-5E5AC1216D77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GT_11562">
            <a:extLst>
              <a:ext uri="{FF2B5EF4-FFF2-40B4-BE49-F238E27FC236}">
                <a16:creationId xmlns:a16="http://schemas.microsoft.com/office/drawing/2014/main" id="{739375A5-4962-48BF-844A-06E2FF6FD902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GT_11563">
            <a:extLst>
              <a:ext uri="{FF2B5EF4-FFF2-40B4-BE49-F238E27FC236}">
                <a16:creationId xmlns:a16="http://schemas.microsoft.com/office/drawing/2014/main" id="{A9E99551-221D-4584-BC7B-8172A0BE9915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GT_11564">
            <a:extLst>
              <a:ext uri="{FF2B5EF4-FFF2-40B4-BE49-F238E27FC236}">
                <a16:creationId xmlns:a16="http://schemas.microsoft.com/office/drawing/2014/main" id="{1C05ECEF-EFA4-4B89-A78E-898130964371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GT_11565">
            <a:extLst>
              <a:ext uri="{FF2B5EF4-FFF2-40B4-BE49-F238E27FC236}">
                <a16:creationId xmlns:a16="http://schemas.microsoft.com/office/drawing/2014/main" id="{F3DF2FFA-90C2-4999-A021-D2FA7F1965A4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GT_11566">
            <a:extLst>
              <a:ext uri="{FF2B5EF4-FFF2-40B4-BE49-F238E27FC236}">
                <a16:creationId xmlns:a16="http://schemas.microsoft.com/office/drawing/2014/main" id="{D3B0580A-7D09-41DC-8BBF-65793BE23EE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GT_11567">
            <a:extLst>
              <a:ext uri="{FF2B5EF4-FFF2-40B4-BE49-F238E27FC236}">
                <a16:creationId xmlns:a16="http://schemas.microsoft.com/office/drawing/2014/main" id="{9185923E-B1F0-422D-A72D-8BA670F94D96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GT_11568">
            <a:extLst>
              <a:ext uri="{FF2B5EF4-FFF2-40B4-BE49-F238E27FC236}">
                <a16:creationId xmlns:a16="http://schemas.microsoft.com/office/drawing/2014/main" id="{08FC1CA9-9E5F-49F1-A969-4D4FCD5B9E23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GT_11569">
            <a:extLst>
              <a:ext uri="{FF2B5EF4-FFF2-40B4-BE49-F238E27FC236}">
                <a16:creationId xmlns:a16="http://schemas.microsoft.com/office/drawing/2014/main" id="{0763B632-8AC0-42AD-AB70-76CF2F0E26CC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GT_11570">
            <a:extLst>
              <a:ext uri="{FF2B5EF4-FFF2-40B4-BE49-F238E27FC236}">
                <a16:creationId xmlns:a16="http://schemas.microsoft.com/office/drawing/2014/main" id="{D81B35C2-45F3-4C35-8338-B30508F6E9F5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GT_11571">
            <a:extLst>
              <a:ext uri="{FF2B5EF4-FFF2-40B4-BE49-F238E27FC236}">
                <a16:creationId xmlns:a16="http://schemas.microsoft.com/office/drawing/2014/main" id="{B7DBF050-1DAE-4DB8-9054-8ADCED2BA491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GT_11572">
            <a:extLst>
              <a:ext uri="{FF2B5EF4-FFF2-40B4-BE49-F238E27FC236}">
                <a16:creationId xmlns:a16="http://schemas.microsoft.com/office/drawing/2014/main" id="{D58B4602-F976-4D72-82FF-624963FF264E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GT_11573">
            <a:extLst>
              <a:ext uri="{FF2B5EF4-FFF2-40B4-BE49-F238E27FC236}">
                <a16:creationId xmlns:a16="http://schemas.microsoft.com/office/drawing/2014/main" id="{E3967301-0435-422E-8D86-44B9CA576C4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GT_11574">
            <a:extLst>
              <a:ext uri="{FF2B5EF4-FFF2-40B4-BE49-F238E27FC236}">
                <a16:creationId xmlns:a16="http://schemas.microsoft.com/office/drawing/2014/main" id="{9230AF5F-6D21-4EB2-B254-F930023966D9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GT_11575">
            <a:extLst>
              <a:ext uri="{FF2B5EF4-FFF2-40B4-BE49-F238E27FC236}">
                <a16:creationId xmlns:a16="http://schemas.microsoft.com/office/drawing/2014/main" id="{B9D6BBCC-7783-43FA-BB6F-EFE0CCD2F3CF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GT_11576">
            <a:extLst>
              <a:ext uri="{FF2B5EF4-FFF2-40B4-BE49-F238E27FC236}">
                <a16:creationId xmlns:a16="http://schemas.microsoft.com/office/drawing/2014/main" id="{70B09931-B0BB-446C-9EE7-46A9DFF8CE09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GT_11577">
            <a:extLst>
              <a:ext uri="{FF2B5EF4-FFF2-40B4-BE49-F238E27FC236}">
                <a16:creationId xmlns:a16="http://schemas.microsoft.com/office/drawing/2014/main" id="{BBAB1C86-15E5-46A3-BCDE-DA01F59A16F7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GT_11578">
            <a:extLst>
              <a:ext uri="{FF2B5EF4-FFF2-40B4-BE49-F238E27FC236}">
                <a16:creationId xmlns:a16="http://schemas.microsoft.com/office/drawing/2014/main" id="{B629830C-0464-421C-8614-F2BE4E574911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GT_11579">
            <a:extLst>
              <a:ext uri="{FF2B5EF4-FFF2-40B4-BE49-F238E27FC236}">
                <a16:creationId xmlns:a16="http://schemas.microsoft.com/office/drawing/2014/main" id="{DE2D8063-E921-49BA-B2A1-E5B3A54D2019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GT_11580">
            <a:extLst>
              <a:ext uri="{FF2B5EF4-FFF2-40B4-BE49-F238E27FC236}">
                <a16:creationId xmlns:a16="http://schemas.microsoft.com/office/drawing/2014/main" id="{74988ED9-40CE-4E48-8F63-B02A5C09A3BC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GT_11581">
            <a:extLst>
              <a:ext uri="{FF2B5EF4-FFF2-40B4-BE49-F238E27FC236}">
                <a16:creationId xmlns:a16="http://schemas.microsoft.com/office/drawing/2014/main" id="{8C1F40C9-9E11-4F9B-BC37-BE4AFC9F832E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GT_11582">
            <a:extLst>
              <a:ext uri="{FF2B5EF4-FFF2-40B4-BE49-F238E27FC236}">
                <a16:creationId xmlns:a16="http://schemas.microsoft.com/office/drawing/2014/main" id="{4E6FF2C6-3F20-4CA2-A406-D3A047D38317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GT_11583">
            <a:extLst>
              <a:ext uri="{FF2B5EF4-FFF2-40B4-BE49-F238E27FC236}">
                <a16:creationId xmlns:a16="http://schemas.microsoft.com/office/drawing/2014/main" id="{EB3005E4-8E0C-47C4-BB3E-C0537CE5499D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GT_11584">
            <a:extLst>
              <a:ext uri="{FF2B5EF4-FFF2-40B4-BE49-F238E27FC236}">
                <a16:creationId xmlns:a16="http://schemas.microsoft.com/office/drawing/2014/main" id="{3310E58F-9EEA-472E-B105-ECF8B57BDD16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GT_11585">
            <a:extLst>
              <a:ext uri="{FF2B5EF4-FFF2-40B4-BE49-F238E27FC236}">
                <a16:creationId xmlns:a16="http://schemas.microsoft.com/office/drawing/2014/main" id="{38BB91ED-07D1-46C2-BC1B-4529571DC35B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GT_11586">
            <a:extLst>
              <a:ext uri="{FF2B5EF4-FFF2-40B4-BE49-F238E27FC236}">
                <a16:creationId xmlns:a16="http://schemas.microsoft.com/office/drawing/2014/main" id="{10B6E24C-F851-48E0-B76B-CFF5A20DE70E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GT_11587">
            <a:extLst>
              <a:ext uri="{FF2B5EF4-FFF2-40B4-BE49-F238E27FC236}">
                <a16:creationId xmlns:a16="http://schemas.microsoft.com/office/drawing/2014/main" id="{0EEBEF62-4A3A-43C8-96B2-0C7D38345EEA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GT_11588">
            <a:extLst>
              <a:ext uri="{FF2B5EF4-FFF2-40B4-BE49-F238E27FC236}">
                <a16:creationId xmlns:a16="http://schemas.microsoft.com/office/drawing/2014/main" id="{B6B14583-4B3C-46CE-BA17-CA536E021450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GT_11589">
            <a:extLst>
              <a:ext uri="{FF2B5EF4-FFF2-40B4-BE49-F238E27FC236}">
                <a16:creationId xmlns:a16="http://schemas.microsoft.com/office/drawing/2014/main" id="{3A403613-99A9-4440-9404-97B4A03C390D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GT_11590">
            <a:extLst>
              <a:ext uri="{FF2B5EF4-FFF2-40B4-BE49-F238E27FC236}">
                <a16:creationId xmlns:a16="http://schemas.microsoft.com/office/drawing/2014/main" id="{5D26DC75-493E-4D5A-97BD-D9AD0F488F42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GT_11591">
            <a:extLst>
              <a:ext uri="{FF2B5EF4-FFF2-40B4-BE49-F238E27FC236}">
                <a16:creationId xmlns:a16="http://schemas.microsoft.com/office/drawing/2014/main" id="{13719D8E-D429-4810-99E6-7969A4154823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GT_11592">
            <a:extLst>
              <a:ext uri="{FF2B5EF4-FFF2-40B4-BE49-F238E27FC236}">
                <a16:creationId xmlns:a16="http://schemas.microsoft.com/office/drawing/2014/main" id="{300D0B3E-037F-4805-BFBE-C2BEF831B27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GT_11593">
            <a:extLst>
              <a:ext uri="{FF2B5EF4-FFF2-40B4-BE49-F238E27FC236}">
                <a16:creationId xmlns:a16="http://schemas.microsoft.com/office/drawing/2014/main" id="{68F49E88-B89C-49D5-AA95-5BC5D4BB3E7E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GT_11594">
            <a:extLst>
              <a:ext uri="{FF2B5EF4-FFF2-40B4-BE49-F238E27FC236}">
                <a16:creationId xmlns:a16="http://schemas.microsoft.com/office/drawing/2014/main" id="{01A9FB8D-66B5-400A-8FC2-8DFBA37957CA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GT_11595">
            <a:extLst>
              <a:ext uri="{FF2B5EF4-FFF2-40B4-BE49-F238E27FC236}">
                <a16:creationId xmlns:a16="http://schemas.microsoft.com/office/drawing/2014/main" id="{5F515D64-56C3-4144-A46F-54FBF8BCAF4B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GT_11596">
            <a:extLst>
              <a:ext uri="{FF2B5EF4-FFF2-40B4-BE49-F238E27FC236}">
                <a16:creationId xmlns:a16="http://schemas.microsoft.com/office/drawing/2014/main" id="{69BA197A-C915-4FBB-9FC0-6BB5FFA47BB6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GT_11597">
            <a:extLst>
              <a:ext uri="{FF2B5EF4-FFF2-40B4-BE49-F238E27FC236}">
                <a16:creationId xmlns:a16="http://schemas.microsoft.com/office/drawing/2014/main" id="{5A712348-73EA-4D0A-A4B3-B0C036EB9011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GT_11598">
            <a:extLst>
              <a:ext uri="{FF2B5EF4-FFF2-40B4-BE49-F238E27FC236}">
                <a16:creationId xmlns:a16="http://schemas.microsoft.com/office/drawing/2014/main" id="{E1404614-B318-4FDA-AADE-E6FDD0249CAB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GT_11599">
            <a:extLst>
              <a:ext uri="{FF2B5EF4-FFF2-40B4-BE49-F238E27FC236}">
                <a16:creationId xmlns:a16="http://schemas.microsoft.com/office/drawing/2014/main" id="{FEFF239C-10A8-4B6A-9EC9-BB64D42FCCD7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GT_11600">
            <a:extLst>
              <a:ext uri="{FF2B5EF4-FFF2-40B4-BE49-F238E27FC236}">
                <a16:creationId xmlns:a16="http://schemas.microsoft.com/office/drawing/2014/main" id="{139E5D5E-B322-44C8-856E-974108CF6061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GT_11601">
            <a:extLst>
              <a:ext uri="{FF2B5EF4-FFF2-40B4-BE49-F238E27FC236}">
                <a16:creationId xmlns:a16="http://schemas.microsoft.com/office/drawing/2014/main" id="{AB4FC37C-8A5A-43D8-A965-551D53E84806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GT_11602">
            <a:extLst>
              <a:ext uri="{FF2B5EF4-FFF2-40B4-BE49-F238E27FC236}">
                <a16:creationId xmlns:a16="http://schemas.microsoft.com/office/drawing/2014/main" id="{6BC3CB38-D600-424E-9DC2-1CB5B1C9B63F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GT_11603">
            <a:extLst>
              <a:ext uri="{FF2B5EF4-FFF2-40B4-BE49-F238E27FC236}">
                <a16:creationId xmlns:a16="http://schemas.microsoft.com/office/drawing/2014/main" id="{DFB4C359-813B-4745-B1F4-96AA655B4EDB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GT_11604">
            <a:extLst>
              <a:ext uri="{FF2B5EF4-FFF2-40B4-BE49-F238E27FC236}">
                <a16:creationId xmlns:a16="http://schemas.microsoft.com/office/drawing/2014/main" id="{FEF80DE3-E8C1-452C-966D-727B117E48B9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GT_11605">
            <a:extLst>
              <a:ext uri="{FF2B5EF4-FFF2-40B4-BE49-F238E27FC236}">
                <a16:creationId xmlns:a16="http://schemas.microsoft.com/office/drawing/2014/main" id="{EC175B45-D180-496B-8C55-D995A776C6E0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GT_11606">
            <a:extLst>
              <a:ext uri="{FF2B5EF4-FFF2-40B4-BE49-F238E27FC236}">
                <a16:creationId xmlns:a16="http://schemas.microsoft.com/office/drawing/2014/main" id="{C5181B8A-6556-4B84-9507-F647C540B326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GT_11607">
            <a:extLst>
              <a:ext uri="{FF2B5EF4-FFF2-40B4-BE49-F238E27FC236}">
                <a16:creationId xmlns:a16="http://schemas.microsoft.com/office/drawing/2014/main" id="{209D4B75-60D4-4B9E-AD24-42437A1C1ADF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GT_11608">
            <a:extLst>
              <a:ext uri="{FF2B5EF4-FFF2-40B4-BE49-F238E27FC236}">
                <a16:creationId xmlns:a16="http://schemas.microsoft.com/office/drawing/2014/main" id="{CD7B6465-4103-4A79-A4A1-F8583A7E1C8E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GT_11609">
            <a:extLst>
              <a:ext uri="{FF2B5EF4-FFF2-40B4-BE49-F238E27FC236}">
                <a16:creationId xmlns:a16="http://schemas.microsoft.com/office/drawing/2014/main" id="{C5CC2D28-A00A-4FD2-AD1D-9B3631DAB66C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GT_11610">
            <a:extLst>
              <a:ext uri="{FF2B5EF4-FFF2-40B4-BE49-F238E27FC236}">
                <a16:creationId xmlns:a16="http://schemas.microsoft.com/office/drawing/2014/main" id="{60604E64-B446-488F-B4D5-AB6A317B946E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GT_11611">
            <a:extLst>
              <a:ext uri="{FF2B5EF4-FFF2-40B4-BE49-F238E27FC236}">
                <a16:creationId xmlns:a16="http://schemas.microsoft.com/office/drawing/2014/main" id="{A076D6FD-0B8E-4035-850E-0646889B8BD1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GT_11612">
            <a:extLst>
              <a:ext uri="{FF2B5EF4-FFF2-40B4-BE49-F238E27FC236}">
                <a16:creationId xmlns:a16="http://schemas.microsoft.com/office/drawing/2014/main" id="{25D8DE6A-47E6-4048-B54E-A195BAB55A49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GT_11613">
            <a:extLst>
              <a:ext uri="{FF2B5EF4-FFF2-40B4-BE49-F238E27FC236}">
                <a16:creationId xmlns:a16="http://schemas.microsoft.com/office/drawing/2014/main" id="{8EA679C7-6042-4F09-980E-A25878691415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GT_11614">
            <a:extLst>
              <a:ext uri="{FF2B5EF4-FFF2-40B4-BE49-F238E27FC236}">
                <a16:creationId xmlns:a16="http://schemas.microsoft.com/office/drawing/2014/main" id="{FB01B76B-BBA9-4E84-B1DB-DE27B4AC5DC2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GT_11615">
            <a:extLst>
              <a:ext uri="{FF2B5EF4-FFF2-40B4-BE49-F238E27FC236}">
                <a16:creationId xmlns:a16="http://schemas.microsoft.com/office/drawing/2014/main" id="{BE308AA6-FE90-45F5-BFC1-5C0EA28D2EB3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GT_11616">
            <a:extLst>
              <a:ext uri="{FF2B5EF4-FFF2-40B4-BE49-F238E27FC236}">
                <a16:creationId xmlns:a16="http://schemas.microsoft.com/office/drawing/2014/main" id="{4FCF1A78-1038-4994-B51F-9794598DD387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GT_11617">
            <a:extLst>
              <a:ext uri="{FF2B5EF4-FFF2-40B4-BE49-F238E27FC236}">
                <a16:creationId xmlns:a16="http://schemas.microsoft.com/office/drawing/2014/main" id="{0CA2487A-0DF4-46C1-BB08-3BD2E066C3DF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GT_11618">
            <a:extLst>
              <a:ext uri="{FF2B5EF4-FFF2-40B4-BE49-F238E27FC236}">
                <a16:creationId xmlns:a16="http://schemas.microsoft.com/office/drawing/2014/main" id="{04054796-1D49-41B0-9891-E0FB04858198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GT_11619">
            <a:extLst>
              <a:ext uri="{FF2B5EF4-FFF2-40B4-BE49-F238E27FC236}">
                <a16:creationId xmlns:a16="http://schemas.microsoft.com/office/drawing/2014/main" id="{444D7E65-FBD8-40FF-B13E-FDF726DB7D21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GT_11620">
            <a:extLst>
              <a:ext uri="{FF2B5EF4-FFF2-40B4-BE49-F238E27FC236}">
                <a16:creationId xmlns:a16="http://schemas.microsoft.com/office/drawing/2014/main" id="{08742652-C8F4-43C5-95AF-17F1BF048190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GT_11621">
            <a:extLst>
              <a:ext uri="{FF2B5EF4-FFF2-40B4-BE49-F238E27FC236}">
                <a16:creationId xmlns:a16="http://schemas.microsoft.com/office/drawing/2014/main" id="{F1593B12-B280-4E84-A76B-62EB4A207852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GT_11622">
            <a:extLst>
              <a:ext uri="{FF2B5EF4-FFF2-40B4-BE49-F238E27FC236}">
                <a16:creationId xmlns:a16="http://schemas.microsoft.com/office/drawing/2014/main" id="{610B801C-1A1B-4A8A-88B4-E6EFEED8023D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GT_11623">
            <a:extLst>
              <a:ext uri="{FF2B5EF4-FFF2-40B4-BE49-F238E27FC236}">
                <a16:creationId xmlns:a16="http://schemas.microsoft.com/office/drawing/2014/main" id="{E29F940A-8C95-4D80-AC16-A8F49A7C7493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GT_11624">
            <a:extLst>
              <a:ext uri="{FF2B5EF4-FFF2-40B4-BE49-F238E27FC236}">
                <a16:creationId xmlns:a16="http://schemas.microsoft.com/office/drawing/2014/main" id="{24470ADD-DDD5-4CE4-AF82-EAE0D2A951E6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GT_11625">
            <a:extLst>
              <a:ext uri="{FF2B5EF4-FFF2-40B4-BE49-F238E27FC236}">
                <a16:creationId xmlns:a16="http://schemas.microsoft.com/office/drawing/2014/main" id="{C77BC9B2-2EE7-4606-9650-E8FA5B2C01ED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GT_11626">
            <a:extLst>
              <a:ext uri="{FF2B5EF4-FFF2-40B4-BE49-F238E27FC236}">
                <a16:creationId xmlns:a16="http://schemas.microsoft.com/office/drawing/2014/main" id="{EF890A65-C7BF-4921-AAF1-F48C3B20353D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GT_11627">
            <a:extLst>
              <a:ext uri="{FF2B5EF4-FFF2-40B4-BE49-F238E27FC236}">
                <a16:creationId xmlns:a16="http://schemas.microsoft.com/office/drawing/2014/main" id="{F131E3E5-548F-412C-A8B5-C70CCB53CE2F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GT_11628">
            <a:extLst>
              <a:ext uri="{FF2B5EF4-FFF2-40B4-BE49-F238E27FC236}">
                <a16:creationId xmlns:a16="http://schemas.microsoft.com/office/drawing/2014/main" id="{9FC33109-7E60-486A-9BCE-E7099DF98BB4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GT_11629">
            <a:extLst>
              <a:ext uri="{FF2B5EF4-FFF2-40B4-BE49-F238E27FC236}">
                <a16:creationId xmlns:a16="http://schemas.microsoft.com/office/drawing/2014/main" id="{ABF47C6B-9BC2-445E-A892-D16C44D3E5C7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GT_11630">
            <a:extLst>
              <a:ext uri="{FF2B5EF4-FFF2-40B4-BE49-F238E27FC236}">
                <a16:creationId xmlns:a16="http://schemas.microsoft.com/office/drawing/2014/main" id="{33C2A71E-8B0E-4FE6-A9C8-EB674D7AF453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GT_11631">
            <a:extLst>
              <a:ext uri="{FF2B5EF4-FFF2-40B4-BE49-F238E27FC236}">
                <a16:creationId xmlns:a16="http://schemas.microsoft.com/office/drawing/2014/main" id="{D106C626-05F3-4768-B478-1165A96DB832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GT_11632">
            <a:extLst>
              <a:ext uri="{FF2B5EF4-FFF2-40B4-BE49-F238E27FC236}">
                <a16:creationId xmlns:a16="http://schemas.microsoft.com/office/drawing/2014/main" id="{486DF75A-47BC-43C9-BCC3-7BDDC0D4B06C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GT_11633">
            <a:extLst>
              <a:ext uri="{FF2B5EF4-FFF2-40B4-BE49-F238E27FC236}">
                <a16:creationId xmlns:a16="http://schemas.microsoft.com/office/drawing/2014/main" id="{489E5E01-E57F-4C9A-AB4A-AE615377DD43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GT_11634">
            <a:extLst>
              <a:ext uri="{FF2B5EF4-FFF2-40B4-BE49-F238E27FC236}">
                <a16:creationId xmlns:a16="http://schemas.microsoft.com/office/drawing/2014/main" id="{27098691-647D-4B02-888D-95BC678AB5BB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GT_11635">
            <a:extLst>
              <a:ext uri="{FF2B5EF4-FFF2-40B4-BE49-F238E27FC236}">
                <a16:creationId xmlns:a16="http://schemas.microsoft.com/office/drawing/2014/main" id="{9AA5C31F-E2B2-427B-8918-EF811A0269F1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GT_11636">
            <a:extLst>
              <a:ext uri="{FF2B5EF4-FFF2-40B4-BE49-F238E27FC236}">
                <a16:creationId xmlns:a16="http://schemas.microsoft.com/office/drawing/2014/main" id="{9EFC6DBD-742C-4B64-9BBB-F6BD1511A29C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GT_11637">
            <a:extLst>
              <a:ext uri="{FF2B5EF4-FFF2-40B4-BE49-F238E27FC236}">
                <a16:creationId xmlns:a16="http://schemas.microsoft.com/office/drawing/2014/main" id="{48E0042E-6411-4C6E-ADF1-F20BEA3B499C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GT_11638">
            <a:extLst>
              <a:ext uri="{FF2B5EF4-FFF2-40B4-BE49-F238E27FC236}">
                <a16:creationId xmlns:a16="http://schemas.microsoft.com/office/drawing/2014/main" id="{DB9CA2D8-B9BB-4CB9-8745-A739A910DFF9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GT_11639">
            <a:extLst>
              <a:ext uri="{FF2B5EF4-FFF2-40B4-BE49-F238E27FC236}">
                <a16:creationId xmlns:a16="http://schemas.microsoft.com/office/drawing/2014/main" id="{D5970CA4-D583-4517-B0AB-01D426FF2B59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GT_11640">
            <a:extLst>
              <a:ext uri="{FF2B5EF4-FFF2-40B4-BE49-F238E27FC236}">
                <a16:creationId xmlns:a16="http://schemas.microsoft.com/office/drawing/2014/main" id="{836FAA1F-D9B8-407D-88F4-48282E079D66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GT_11641">
            <a:extLst>
              <a:ext uri="{FF2B5EF4-FFF2-40B4-BE49-F238E27FC236}">
                <a16:creationId xmlns:a16="http://schemas.microsoft.com/office/drawing/2014/main" id="{BAA1ECC9-251D-4120-886E-C6249B40FCA9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GT_11642">
            <a:extLst>
              <a:ext uri="{FF2B5EF4-FFF2-40B4-BE49-F238E27FC236}">
                <a16:creationId xmlns:a16="http://schemas.microsoft.com/office/drawing/2014/main" id="{1FF3FEC3-9A2D-49A6-950F-CA9CEE37A3D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GT_11643">
            <a:extLst>
              <a:ext uri="{FF2B5EF4-FFF2-40B4-BE49-F238E27FC236}">
                <a16:creationId xmlns:a16="http://schemas.microsoft.com/office/drawing/2014/main" id="{0E47D184-DC8F-448B-9CCF-A05B3A790CC2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GT_11644">
            <a:extLst>
              <a:ext uri="{FF2B5EF4-FFF2-40B4-BE49-F238E27FC236}">
                <a16:creationId xmlns:a16="http://schemas.microsoft.com/office/drawing/2014/main" id="{CB0EED9A-AD61-4663-99FC-3F27A4CC0082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GT_11645">
            <a:extLst>
              <a:ext uri="{FF2B5EF4-FFF2-40B4-BE49-F238E27FC236}">
                <a16:creationId xmlns:a16="http://schemas.microsoft.com/office/drawing/2014/main" id="{F2F3B4B0-5A7A-4B24-81F3-67B1E4E21871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GT_11646">
            <a:extLst>
              <a:ext uri="{FF2B5EF4-FFF2-40B4-BE49-F238E27FC236}">
                <a16:creationId xmlns:a16="http://schemas.microsoft.com/office/drawing/2014/main" id="{C7F44213-E64F-4CFB-9A25-E0EB4A8C8E12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GT_11647">
            <a:extLst>
              <a:ext uri="{FF2B5EF4-FFF2-40B4-BE49-F238E27FC236}">
                <a16:creationId xmlns:a16="http://schemas.microsoft.com/office/drawing/2014/main" id="{FFB42A8E-2A8B-4FA2-B25C-66D4243A4D28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GT_11648">
            <a:extLst>
              <a:ext uri="{FF2B5EF4-FFF2-40B4-BE49-F238E27FC236}">
                <a16:creationId xmlns:a16="http://schemas.microsoft.com/office/drawing/2014/main" id="{33728DC2-C7C4-4A99-B6BB-34BEE2D13046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GT_11649">
            <a:extLst>
              <a:ext uri="{FF2B5EF4-FFF2-40B4-BE49-F238E27FC236}">
                <a16:creationId xmlns:a16="http://schemas.microsoft.com/office/drawing/2014/main" id="{B42AF8FC-F3C2-4680-8CB3-A0EB4FEEC95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GT_11650">
            <a:extLst>
              <a:ext uri="{FF2B5EF4-FFF2-40B4-BE49-F238E27FC236}">
                <a16:creationId xmlns:a16="http://schemas.microsoft.com/office/drawing/2014/main" id="{AF26EDBB-338D-4656-9B14-C57E8FF957E9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GT_11651">
            <a:extLst>
              <a:ext uri="{FF2B5EF4-FFF2-40B4-BE49-F238E27FC236}">
                <a16:creationId xmlns:a16="http://schemas.microsoft.com/office/drawing/2014/main" id="{3614417A-0655-4D32-9208-35E82B18E84F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GT_11652">
            <a:extLst>
              <a:ext uri="{FF2B5EF4-FFF2-40B4-BE49-F238E27FC236}">
                <a16:creationId xmlns:a16="http://schemas.microsoft.com/office/drawing/2014/main" id="{50632062-8105-4507-B76E-858FA7343B5C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GT_11653">
            <a:extLst>
              <a:ext uri="{FF2B5EF4-FFF2-40B4-BE49-F238E27FC236}">
                <a16:creationId xmlns:a16="http://schemas.microsoft.com/office/drawing/2014/main" id="{3E5FF9E3-89D6-49D6-84CB-9237A0174FA0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GT_11654">
            <a:extLst>
              <a:ext uri="{FF2B5EF4-FFF2-40B4-BE49-F238E27FC236}">
                <a16:creationId xmlns:a16="http://schemas.microsoft.com/office/drawing/2014/main" id="{A12039A8-9960-4458-A196-0844305E678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GT_11655">
            <a:extLst>
              <a:ext uri="{FF2B5EF4-FFF2-40B4-BE49-F238E27FC236}">
                <a16:creationId xmlns:a16="http://schemas.microsoft.com/office/drawing/2014/main" id="{9B2F3F77-89BC-4360-AC99-4356F065C950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GT_11656">
            <a:extLst>
              <a:ext uri="{FF2B5EF4-FFF2-40B4-BE49-F238E27FC236}">
                <a16:creationId xmlns:a16="http://schemas.microsoft.com/office/drawing/2014/main" id="{F706B8C4-3FE2-487B-AF69-47EE9CD2D9A4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GT_11657">
            <a:extLst>
              <a:ext uri="{FF2B5EF4-FFF2-40B4-BE49-F238E27FC236}">
                <a16:creationId xmlns:a16="http://schemas.microsoft.com/office/drawing/2014/main" id="{FD4AB971-A582-4643-B725-44E3B6518BDB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GT_11658">
            <a:extLst>
              <a:ext uri="{FF2B5EF4-FFF2-40B4-BE49-F238E27FC236}">
                <a16:creationId xmlns:a16="http://schemas.microsoft.com/office/drawing/2014/main" id="{C7F55050-09F0-4069-A5CE-F9FF1506F8F7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GT_11659">
            <a:extLst>
              <a:ext uri="{FF2B5EF4-FFF2-40B4-BE49-F238E27FC236}">
                <a16:creationId xmlns:a16="http://schemas.microsoft.com/office/drawing/2014/main" id="{7F97D4A0-1B76-4FA1-9029-BF4456526DBC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GT_11660">
            <a:extLst>
              <a:ext uri="{FF2B5EF4-FFF2-40B4-BE49-F238E27FC236}">
                <a16:creationId xmlns:a16="http://schemas.microsoft.com/office/drawing/2014/main" id="{8DC830CD-3323-4B45-A9C6-BE1B724FC2EA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GT_11661">
            <a:extLst>
              <a:ext uri="{FF2B5EF4-FFF2-40B4-BE49-F238E27FC236}">
                <a16:creationId xmlns:a16="http://schemas.microsoft.com/office/drawing/2014/main" id="{C34329CE-E2F5-495A-A634-5081FDD8226B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GT_11662">
            <a:extLst>
              <a:ext uri="{FF2B5EF4-FFF2-40B4-BE49-F238E27FC236}">
                <a16:creationId xmlns:a16="http://schemas.microsoft.com/office/drawing/2014/main" id="{85A8E9B8-1A72-481B-89BC-F3137C659635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GT_11663">
            <a:extLst>
              <a:ext uri="{FF2B5EF4-FFF2-40B4-BE49-F238E27FC236}">
                <a16:creationId xmlns:a16="http://schemas.microsoft.com/office/drawing/2014/main" id="{9F9A8AF7-CDE3-4DDA-B0A3-9F7BF067D9E3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GT_11664">
            <a:extLst>
              <a:ext uri="{FF2B5EF4-FFF2-40B4-BE49-F238E27FC236}">
                <a16:creationId xmlns:a16="http://schemas.microsoft.com/office/drawing/2014/main" id="{087707AE-DD24-4967-B76D-030D274A4E32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GT_11665">
            <a:extLst>
              <a:ext uri="{FF2B5EF4-FFF2-40B4-BE49-F238E27FC236}">
                <a16:creationId xmlns:a16="http://schemas.microsoft.com/office/drawing/2014/main" id="{46D08384-789E-43F2-949D-6F68A9233DDD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GT_11666">
            <a:extLst>
              <a:ext uri="{FF2B5EF4-FFF2-40B4-BE49-F238E27FC236}">
                <a16:creationId xmlns:a16="http://schemas.microsoft.com/office/drawing/2014/main" id="{E769CC24-FE14-4BA5-954B-C8C7C2B0D541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GT_11667">
            <a:extLst>
              <a:ext uri="{FF2B5EF4-FFF2-40B4-BE49-F238E27FC236}">
                <a16:creationId xmlns:a16="http://schemas.microsoft.com/office/drawing/2014/main" id="{C51CD885-B36F-4B8A-BDAE-C38BADFF3DD7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GT_11668">
            <a:extLst>
              <a:ext uri="{FF2B5EF4-FFF2-40B4-BE49-F238E27FC236}">
                <a16:creationId xmlns:a16="http://schemas.microsoft.com/office/drawing/2014/main" id="{96AF7825-6543-45AA-8B99-C1A18EFAA201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GT_11669">
            <a:extLst>
              <a:ext uri="{FF2B5EF4-FFF2-40B4-BE49-F238E27FC236}">
                <a16:creationId xmlns:a16="http://schemas.microsoft.com/office/drawing/2014/main" id="{F7C81D8A-B7A4-4DF5-B840-87DEE4F2011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GT_11670">
            <a:extLst>
              <a:ext uri="{FF2B5EF4-FFF2-40B4-BE49-F238E27FC236}">
                <a16:creationId xmlns:a16="http://schemas.microsoft.com/office/drawing/2014/main" id="{9D19AD39-268F-4565-BD47-3216D5E78CB5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GT_11671">
            <a:extLst>
              <a:ext uri="{FF2B5EF4-FFF2-40B4-BE49-F238E27FC236}">
                <a16:creationId xmlns:a16="http://schemas.microsoft.com/office/drawing/2014/main" id="{BDFB5814-AE34-4154-B700-B4528376E42D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GT_11672">
            <a:extLst>
              <a:ext uri="{FF2B5EF4-FFF2-40B4-BE49-F238E27FC236}">
                <a16:creationId xmlns:a16="http://schemas.microsoft.com/office/drawing/2014/main" id="{FCD4F2ED-476F-4A23-BF99-11663A5A14E2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GT_11673">
            <a:extLst>
              <a:ext uri="{FF2B5EF4-FFF2-40B4-BE49-F238E27FC236}">
                <a16:creationId xmlns:a16="http://schemas.microsoft.com/office/drawing/2014/main" id="{DEF92BB9-479E-4729-B07E-2DB3477E60E3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GT_11674">
            <a:extLst>
              <a:ext uri="{FF2B5EF4-FFF2-40B4-BE49-F238E27FC236}">
                <a16:creationId xmlns:a16="http://schemas.microsoft.com/office/drawing/2014/main" id="{60FA799E-1FDE-4E23-88D8-EC673B4D5F3E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GT_11675">
            <a:extLst>
              <a:ext uri="{FF2B5EF4-FFF2-40B4-BE49-F238E27FC236}">
                <a16:creationId xmlns:a16="http://schemas.microsoft.com/office/drawing/2014/main" id="{DB2D6EE7-7575-4246-A1FB-E6DD4A8476FB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GT_11676">
            <a:extLst>
              <a:ext uri="{FF2B5EF4-FFF2-40B4-BE49-F238E27FC236}">
                <a16:creationId xmlns:a16="http://schemas.microsoft.com/office/drawing/2014/main" id="{7E819224-8D50-4FEA-929F-BA793EB83232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GT_11677">
            <a:extLst>
              <a:ext uri="{FF2B5EF4-FFF2-40B4-BE49-F238E27FC236}">
                <a16:creationId xmlns:a16="http://schemas.microsoft.com/office/drawing/2014/main" id="{F37BA0E6-4DD6-4C5B-BEF5-856DA00DAEC2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GT_11678">
            <a:extLst>
              <a:ext uri="{FF2B5EF4-FFF2-40B4-BE49-F238E27FC236}">
                <a16:creationId xmlns:a16="http://schemas.microsoft.com/office/drawing/2014/main" id="{B9BA8C47-AFF5-4CE9-9EDA-A47A27A94B0E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GT_11679">
            <a:extLst>
              <a:ext uri="{FF2B5EF4-FFF2-40B4-BE49-F238E27FC236}">
                <a16:creationId xmlns:a16="http://schemas.microsoft.com/office/drawing/2014/main" id="{2AC0B66D-4E30-4C3F-BF08-7D80614EAA2B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GT_11680">
            <a:extLst>
              <a:ext uri="{FF2B5EF4-FFF2-40B4-BE49-F238E27FC236}">
                <a16:creationId xmlns:a16="http://schemas.microsoft.com/office/drawing/2014/main" id="{5EF407D9-ED3D-4360-94F0-A753BB419C82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GT_11681">
            <a:extLst>
              <a:ext uri="{FF2B5EF4-FFF2-40B4-BE49-F238E27FC236}">
                <a16:creationId xmlns:a16="http://schemas.microsoft.com/office/drawing/2014/main" id="{C23FF169-C144-46E7-A5CC-07F9B7BD2642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GT_11682">
            <a:extLst>
              <a:ext uri="{FF2B5EF4-FFF2-40B4-BE49-F238E27FC236}">
                <a16:creationId xmlns:a16="http://schemas.microsoft.com/office/drawing/2014/main" id="{FE981167-16BB-4630-8742-A803CB3DD6E0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GT_11683">
            <a:extLst>
              <a:ext uri="{FF2B5EF4-FFF2-40B4-BE49-F238E27FC236}">
                <a16:creationId xmlns:a16="http://schemas.microsoft.com/office/drawing/2014/main" id="{FCBCC4EF-A904-429F-A868-BB6A257B2B62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GT_11684">
            <a:extLst>
              <a:ext uri="{FF2B5EF4-FFF2-40B4-BE49-F238E27FC236}">
                <a16:creationId xmlns:a16="http://schemas.microsoft.com/office/drawing/2014/main" id="{79EF285F-C12A-4FFF-A302-0461DB1D718C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GT_11685">
            <a:extLst>
              <a:ext uri="{FF2B5EF4-FFF2-40B4-BE49-F238E27FC236}">
                <a16:creationId xmlns:a16="http://schemas.microsoft.com/office/drawing/2014/main" id="{E4C80B09-6497-48E4-A7DC-CD0490E026C3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GT_11686">
            <a:extLst>
              <a:ext uri="{FF2B5EF4-FFF2-40B4-BE49-F238E27FC236}">
                <a16:creationId xmlns:a16="http://schemas.microsoft.com/office/drawing/2014/main" id="{B1A0E3FD-3EB2-4655-BB26-C936FA3313A4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GT_11687">
            <a:extLst>
              <a:ext uri="{FF2B5EF4-FFF2-40B4-BE49-F238E27FC236}">
                <a16:creationId xmlns:a16="http://schemas.microsoft.com/office/drawing/2014/main" id="{CC216822-3BD3-4BB8-A05A-88486A9D4B3C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GT_11688">
            <a:extLst>
              <a:ext uri="{FF2B5EF4-FFF2-40B4-BE49-F238E27FC236}">
                <a16:creationId xmlns:a16="http://schemas.microsoft.com/office/drawing/2014/main" id="{79F846A0-2765-43E3-9D31-E749CDBB8FD2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GT_11689">
            <a:extLst>
              <a:ext uri="{FF2B5EF4-FFF2-40B4-BE49-F238E27FC236}">
                <a16:creationId xmlns:a16="http://schemas.microsoft.com/office/drawing/2014/main" id="{970D0B2D-B398-4C28-8502-DE0068C1D3A8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GT_11690">
            <a:extLst>
              <a:ext uri="{FF2B5EF4-FFF2-40B4-BE49-F238E27FC236}">
                <a16:creationId xmlns:a16="http://schemas.microsoft.com/office/drawing/2014/main" id="{4B27843E-6376-4FAB-A017-10C5CDFADEE8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GT_11691">
            <a:extLst>
              <a:ext uri="{FF2B5EF4-FFF2-40B4-BE49-F238E27FC236}">
                <a16:creationId xmlns:a16="http://schemas.microsoft.com/office/drawing/2014/main" id="{B499CFED-F399-43BF-AB7F-25E8B79057C0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GT_11692">
            <a:extLst>
              <a:ext uri="{FF2B5EF4-FFF2-40B4-BE49-F238E27FC236}">
                <a16:creationId xmlns:a16="http://schemas.microsoft.com/office/drawing/2014/main" id="{ABF20654-ECD0-4CAB-AF09-7238A2294B28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GT_11693">
            <a:extLst>
              <a:ext uri="{FF2B5EF4-FFF2-40B4-BE49-F238E27FC236}">
                <a16:creationId xmlns:a16="http://schemas.microsoft.com/office/drawing/2014/main" id="{5273D5E7-54E4-402A-BC04-2E5FEEB90E87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GT_11694">
            <a:extLst>
              <a:ext uri="{FF2B5EF4-FFF2-40B4-BE49-F238E27FC236}">
                <a16:creationId xmlns:a16="http://schemas.microsoft.com/office/drawing/2014/main" id="{EB50EC61-A5FE-4CD2-B19E-3DF87A6A73A3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GT_11695">
            <a:extLst>
              <a:ext uri="{FF2B5EF4-FFF2-40B4-BE49-F238E27FC236}">
                <a16:creationId xmlns:a16="http://schemas.microsoft.com/office/drawing/2014/main" id="{57F591F1-858C-480A-9BDD-B52BE59F0E9E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GT_11696">
            <a:extLst>
              <a:ext uri="{FF2B5EF4-FFF2-40B4-BE49-F238E27FC236}">
                <a16:creationId xmlns:a16="http://schemas.microsoft.com/office/drawing/2014/main" id="{D74646DC-572A-4164-9CE4-E2FC5BD02379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GT_11697">
            <a:extLst>
              <a:ext uri="{FF2B5EF4-FFF2-40B4-BE49-F238E27FC236}">
                <a16:creationId xmlns:a16="http://schemas.microsoft.com/office/drawing/2014/main" id="{31A7D863-2E72-4253-B52D-BBCB3BE7CDF5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GT_11698">
            <a:extLst>
              <a:ext uri="{FF2B5EF4-FFF2-40B4-BE49-F238E27FC236}">
                <a16:creationId xmlns:a16="http://schemas.microsoft.com/office/drawing/2014/main" id="{B30E1242-AEE3-4F59-B28B-56E29B0F1A96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GT_11699">
            <a:extLst>
              <a:ext uri="{FF2B5EF4-FFF2-40B4-BE49-F238E27FC236}">
                <a16:creationId xmlns:a16="http://schemas.microsoft.com/office/drawing/2014/main" id="{FFF61A9E-F9BE-4D9B-B026-9A68ACE50BC4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GT_11700">
            <a:extLst>
              <a:ext uri="{FF2B5EF4-FFF2-40B4-BE49-F238E27FC236}">
                <a16:creationId xmlns:a16="http://schemas.microsoft.com/office/drawing/2014/main" id="{12675506-BD6B-4178-8DA5-197AC2CE84A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GT_11701">
            <a:extLst>
              <a:ext uri="{FF2B5EF4-FFF2-40B4-BE49-F238E27FC236}">
                <a16:creationId xmlns:a16="http://schemas.microsoft.com/office/drawing/2014/main" id="{090BDADC-5009-440E-A176-D5848F7DDC79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GT_11702">
            <a:extLst>
              <a:ext uri="{FF2B5EF4-FFF2-40B4-BE49-F238E27FC236}">
                <a16:creationId xmlns:a16="http://schemas.microsoft.com/office/drawing/2014/main" id="{1B2510DF-3262-44EC-B61D-6E81B8FBDAE1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GT_11703">
            <a:extLst>
              <a:ext uri="{FF2B5EF4-FFF2-40B4-BE49-F238E27FC236}">
                <a16:creationId xmlns:a16="http://schemas.microsoft.com/office/drawing/2014/main" id="{EE97E03E-11B6-4DDE-83DB-50EF9DE63E99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GT_11704">
            <a:extLst>
              <a:ext uri="{FF2B5EF4-FFF2-40B4-BE49-F238E27FC236}">
                <a16:creationId xmlns:a16="http://schemas.microsoft.com/office/drawing/2014/main" id="{60236406-D29E-4135-8AC4-68C7F814A05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GT_11705">
            <a:extLst>
              <a:ext uri="{FF2B5EF4-FFF2-40B4-BE49-F238E27FC236}">
                <a16:creationId xmlns:a16="http://schemas.microsoft.com/office/drawing/2014/main" id="{1907FC53-D8A2-4E48-908E-9DEF8C33B8B6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GT_11706">
            <a:extLst>
              <a:ext uri="{FF2B5EF4-FFF2-40B4-BE49-F238E27FC236}">
                <a16:creationId xmlns:a16="http://schemas.microsoft.com/office/drawing/2014/main" id="{99ACDA08-56F8-46B6-A4BA-A572D1E8DC5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GT_11707">
            <a:extLst>
              <a:ext uri="{FF2B5EF4-FFF2-40B4-BE49-F238E27FC236}">
                <a16:creationId xmlns:a16="http://schemas.microsoft.com/office/drawing/2014/main" id="{77E6C0E5-B35A-4C94-923C-B993F0C995B2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GT_11708">
            <a:extLst>
              <a:ext uri="{FF2B5EF4-FFF2-40B4-BE49-F238E27FC236}">
                <a16:creationId xmlns:a16="http://schemas.microsoft.com/office/drawing/2014/main" id="{B63D8764-BD2D-4431-81E4-39D1A72BD46E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GT_11709">
            <a:extLst>
              <a:ext uri="{FF2B5EF4-FFF2-40B4-BE49-F238E27FC236}">
                <a16:creationId xmlns:a16="http://schemas.microsoft.com/office/drawing/2014/main" id="{41339E26-8C7A-4068-B3E9-4F00FC7012C5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GT_11710">
            <a:extLst>
              <a:ext uri="{FF2B5EF4-FFF2-40B4-BE49-F238E27FC236}">
                <a16:creationId xmlns:a16="http://schemas.microsoft.com/office/drawing/2014/main" id="{0E939365-8496-404C-89C0-28CE6B472283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GT_11711">
            <a:extLst>
              <a:ext uri="{FF2B5EF4-FFF2-40B4-BE49-F238E27FC236}">
                <a16:creationId xmlns:a16="http://schemas.microsoft.com/office/drawing/2014/main" id="{217ECDB4-522A-4498-ACA3-C2301BA2F789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GT_11712">
            <a:extLst>
              <a:ext uri="{FF2B5EF4-FFF2-40B4-BE49-F238E27FC236}">
                <a16:creationId xmlns:a16="http://schemas.microsoft.com/office/drawing/2014/main" id="{99813512-41DA-4BD2-B83B-C7CEE38E83D1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GT_11713">
            <a:extLst>
              <a:ext uri="{FF2B5EF4-FFF2-40B4-BE49-F238E27FC236}">
                <a16:creationId xmlns:a16="http://schemas.microsoft.com/office/drawing/2014/main" id="{65135C34-5794-46E2-B43E-1B98617A8F1A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GT_11714">
            <a:extLst>
              <a:ext uri="{FF2B5EF4-FFF2-40B4-BE49-F238E27FC236}">
                <a16:creationId xmlns:a16="http://schemas.microsoft.com/office/drawing/2014/main" id="{E7F6E1F2-A38E-4487-82BD-0F862B2E3F14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GT_11715">
            <a:extLst>
              <a:ext uri="{FF2B5EF4-FFF2-40B4-BE49-F238E27FC236}">
                <a16:creationId xmlns:a16="http://schemas.microsoft.com/office/drawing/2014/main" id="{00544EFE-D8AA-41A3-A304-201DF935A27A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GT_11716">
            <a:extLst>
              <a:ext uri="{FF2B5EF4-FFF2-40B4-BE49-F238E27FC236}">
                <a16:creationId xmlns:a16="http://schemas.microsoft.com/office/drawing/2014/main" id="{0F3A0EFE-FE72-4B3A-AB66-AB57DB86BAD7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GT_11717">
            <a:extLst>
              <a:ext uri="{FF2B5EF4-FFF2-40B4-BE49-F238E27FC236}">
                <a16:creationId xmlns:a16="http://schemas.microsoft.com/office/drawing/2014/main" id="{2FACFEEC-62FC-49C1-817D-9FD5DA8CAA28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GT_11718">
            <a:extLst>
              <a:ext uri="{FF2B5EF4-FFF2-40B4-BE49-F238E27FC236}">
                <a16:creationId xmlns:a16="http://schemas.microsoft.com/office/drawing/2014/main" id="{5D8E6AF8-DFE0-4B42-B296-B926C00638A4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GT_11719">
            <a:extLst>
              <a:ext uri="{FF2B5EF4-FFF2-40B4-BE49-F238E27FC236}">
                <a16:creationId xmlns:a16="http://schemas.microsoft.com/office/drawing/2014/main" id="{0C979E9C-204F-43A2-9315-BF2E0F14B6AC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GT_11720">
            <a:extLst>
              <a:ext uri="{FF2B5EF4-FFF2-40B4-BE49-F238E27FC236}">
                <a16:creationId xmlns:a16="http://schemas.microsoft.com/office/drawing/2014/main" id="{F8CD2306-F4CB-4E7C-A78D-9A688BF762C8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GT_11721">
            <a:extLst>
              <a:ext uri="{FF2B5EF4-FFF2-40B4-BE49-F238E27FC236}">
                <a16:creationId xmlns:a16="http://schemas.microsoft.com/office/drawing/2014/main" id="{B1900108-946A-4084-95D2-F6DB94DDC33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GT_11722">
            <a:extLst>
              <a:ext uri="{FF2B5EF4-FFF2-40B4-BE49-F238E27FC236}">
                <a16:creationId xmlns:a16="http://schemas.microsoft.com/office/drawing/2014/main" id="{9C261787-2AC0-47D3-8F7C-6A5482147C28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GT_11723">
            <a:extLst>
              <a:ext uri="{FF2B5EF4-FFF2-40B4-BE49-F238E27FC236}">
                <a16:creationId xmlns:a16="http://schemas.microsoft.com/office/drawing/2014/main" id="{9736F8D4-545C-4082-A208-3FCEAFD12010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GT_11724">
            <a:extLst>
              <a:ext uri="{FF2B5EF4-FFF2-40B4-BE49-F238E27FC236}">
                <a16:creationId xmlns:a16="http://schemas.microsoft.com/office/drawing/2014/main" id="{304C349C-C5D1-4ADF-B9DC-36E4E6FF9153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GT_11725">
            <a:extLst>
              <a:ext uri="{FF2B5EF4-FFF2-40B4-BE49-F238E27FC236}">
                <a16:creationId xmlns:a16="http://schemas.microsoft.com/office/drawing/2014/main" id="{C0D229BA-B1E0-41E2-AF83-F4CF2F552395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GT_11726">
            <a:extLst>
              <a:ext uri="{FF2B5EF4-FFF2-40B4-BE49-F238E27FC236}">
                <a16:creationId xmlns:a16="http://schemas.microsoft.com/office/drawing/2014/main" id="{9E1EB66A-4FB9-46AC-B1EA-D8F461A472C7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GT_11727">
            <a:extLst>
              <a:ext uri="{FF2B5EF4-FFF2-40B4-BE49-F238E27FC236}">
                <a16:creationId xmlns:a16="http://schemas.microsoft.com/office/drawing/2014/main" id="{DA49E843-9E43-47FE-A77A-69FC6E690A75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GT_11728">
            <a:extLst>
              <a:ext uri="{FF2B5EF4-FFF2-40B4-BE49-F238E27FC236}">
                <a16:creationId xmlns:a16="http://schemas.microsoft.com/office/drawing/2014/main" id="{4355D36F-A933-4B6C-ABF9-95C2C4E60D4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GT_11729">
            <a:extLst>
              <a:ext uri="{FF2B5EF4-FFF2-40B4-BE49-F238E27FC236}">
                <a16:creationId xmlns:a16="http://schemas.microsoft.com/office/drawing/2014/main" id="{B26E2A56-0B71-42B1-9D56-9C3FD5AC64C7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GT_11730">
            <a:extLst>
              <a:ext uri="{FF2B5EF4-FFF2-40B4-BE49-F238E27FC236}">
                <a16:creationId xmlns:a16="http://schemas.microsoft.com/office/drawing/2014/main" id="{6EF2D367-C48B-4BB4-856E-59C1673AB50D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GT_11731">
            <a:extLst>
              <a:ext uri="{FF2B5EF4-FFF2-40B4-BE49-F238E27FC236}">
                <a16:creationId xmlns:a16="http://schemas.microsoft.com/office/drawing/2014/main" id="{BA5AC3EE-86F0-403D-B129-8F73A2633C6B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GT_11732">
            <a:extLst>
              <a:ext uri="{FF2B5EF4-FFF2-40B4-BE49-F238E27FC236}">
                <a16:creationId xmlns:a16="http://schemas.microsoft.com/office/drawing/2014/main" id="{9BC63527-83C9-44D2-B0BB-8855D6CB3272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GT_11733">
            <a:extLst>
              <a:ext uri="{FF2B5EF4-FFF2-40B4-BE49-F238E27FC236}">
                <a16:creationId xmlns:a16="http://schemas.microsoft.com/office/drawing/2014/main" id="{1C7A473C-B96C-4509-89D1-2DCF0CE89ED2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GT_11734">
            <a:extLst>
              <a:ext uri="{FF2B5EF4-FFF2-40B4-BE49-F238E27FC236}">
                <a16:creationId xmlns:a16="http://schemas.microsoft.com/office/drawing/2014/main" id="{95A5E75E-B44C-40C3-B724-92B05931DE0B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GT_11735">
            <a:extLst>
              <a:ext uri="{FF2B5EF4-FFF2-40B4-BE49-F238E27FC236}">
                <a16:creationId xmlns:a16="http://schemas.microsoft.com/office/drawing/2014/main" id="{D72B6A76-6678-474F-9090-198949FB6E8F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GT_11736">
            <a:extLst>
              <a:ext uri="{FF2B5EF4-FFF2-40B4-BE49-F238E27FC236}">
                <a16:creationId xmlns:a16="http://schemas.microsoft.com/office/drawing/2014/main" id="{BC074E36-D098-4D22-BB32-72438D3B6A26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GT_11737">
            <a:extLst>
              <a:ext uri="{FF2B5EF4-FFF2-40B4-BE49-F238E27FC236}">
                <a16:creationId xmlns:a16="http://schemas.microsoft.com/office/drawing/2014/main" id="{21AFDB0D-E480-4B2E-ACF9-1BE30B192892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GT_11738">
            <a:extLst>
              <a:ext uri="{FF2B5EF4-FFF2-40B4-BE49-F238E27FC236}">
                <a16:creationId xmlns:a16="http://schemas.microsoft.com/office/drawing/2014/main" id="{C5FF022D-8033-423B-8265-8CF875ABCCF0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GT_11739">
            <a:extLst>
              <a:ext uri="{FF2B5EF4-FFF2-40B4-BE49-F238E27FC236}">
                <a16:creationId xmlns:a16="http://schemas.microsoft.com/office/drawing/2014/main" id="{0E6C21A0-F2C0-4272-B6AE-07B8452AB30D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GT_11740">
            <a:extLst>
              <a:ext uri="{FF2B5EF4-FFF2-40B4-BE49-F238E27FC236}">
                <a16:creationId xmlns:a16="http://schemas.microsoft.com/office/drawing/2014/main" id="{9864709C-5FBB-49C1-952C-633FDC28315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GT_11741">
            <a:extLst>
              <a:ext uri="{FF2B5EF4-FFF2-40B4-BE49-F238E27FC236}">
                <a16:creationId xmlns:a16="http://schemas.microsoft.com/office/drawing/2014/main" id="{7DE4307D-6508-4ADC-B7DF-2177C27A58F4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GT_11742">
            <a:extLst>
              <a:ext uri="{FF2B5EF4-FFF2-40B4-BE49-F238E27FC236}">
                <a16:creationId xmlns:a16="http://schemas.microsoft.com/office/drawing/2014/main" id="{FBB62534-C2D1-48F7-93A7-FD09270206FA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GT_11743">
            <a:extLst>
              <a:ext uri="{FF2B5EF4-FFF2-40B4-BE49-F238E27FC236}">
                <a16:creationId xmlns:a16="http://schemas.microsoft.com/office/drawing/2014/main" id="{0F2D239F-8410-4486-9613-B790A0A11BE3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GT_11744">
            <a:extLst>
              <a:ext uri="{FF2B5EF4-FFF2-40B4-BE49-F238E27FC236}">
                <a16:creationId xmlns:a16="http://schemas.microsoft.com/office/drawing/2014/main" id="{0BDAD4B4-A71B-4FB0-ABB7-7F8D99E4326B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GT_11745">
            <a:extLst>
              <a:ext uri="{FF2B5EF4-FFF2-40B4-BE49-F238E27FC236}">
                <a16:creationId xmlns:a16="http://schemas.microsoft.com/office/drawing/2014/main" id="{D5C60F5E-1F2B-4757-BE37-62D9D6013D05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GT_11746">
            <a:extLst>
              <a:ext uri="{FF2B5EF4-FFF2-40B4-BE49-F238E27FC236}">
                <a16:creationId xmlns:a16="http://schemas.microsoft.com/office/drawing/2014/main" id="{E36B2A9B-AEFF-4818-9429-DBDDBDF31102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GT_11747">
            <a:extLst>
              <a:ext uri="{FF2B5EF4-FFF2-40B4-BE49-F238E27FC236}">
                <a16:creationId xmlns:a16="http://schemas.microsoft.com/office/drawing/2014/main" id="{47623153-7026-43BD-AD57-18E6A74508E7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GT_11748">
            <a:extLst>
              <a:ext uri="{FF2B5EF4-FFF2-40B4-BE49-F238E27FC236}">
                <a16:creationId xmlns:a16="http://schemas.microsoft.com/office/drawing/2014/main" id="{7305482C-4182-44F1-A9E0-7024050CC38F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GT_11749">
            <a:extLst>
              <a:ext uri="{FF2B5EF4-FFF2-40B4-BE49-F238E27FC236}">
                <a16:creationId xmlns:a16="http://schemas.microsoft.com/office/drawing/2014/main" id="{8C7688CA-A99A-4AC9-836D-523DB839BE20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GT_11750">
            <a:extLst>
              <a:ext uri="{FF2B5EF4-FFF2-40B4-BE49-F238E27FC236}">
                <a16:creationId xmlns:a16="http://schemas.microsoft.com/office/drawing/2014/main" id="{D11D7F8F-5E04-4338-89B2-C47CC86F52E2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GT_11751">
            <a:extLst>
              <a:ext uri="{FF2B5EF4-FFF2-40B4-BE49-F238E27FC236}">
                <a16:creationId xmlns:a16="http://schemas.microsoft.com/office/drawing/2014/main" id="{4E2810D0-8FA5-48F2-84E6-47118217CACA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GT_11752">
            <a:extLst>
              <a:ext uri="{FF2B5EF4-FFF2-40B4-BE49-F238E27FC236}">
                <a16:creationId xmlns:a16="http://schemas.microsoft.com/office/drawing/2014/main" id="{D0DD8D37-CDF6-4DD3-A248-B75F01BC45CF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GT_11753">
            <a:extLst>
              <a:ext uri="{FF2B5EF4-FFF2-40B4-BE49-F238E27FC236}">
                <a16:creationId xmlns:a16="http://schemas.microsoft.com/office/drawing/2014/main" id="{87A209D0-6B70-4563-B522-80C6C4971DC0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GT_11754">
            <a:extLst>
              <a:ext uri="{FF2B5EF4-FFF2-40B4-BE49-F238E27FC236}">
                <a16:creationId xmlns:a16="http://schemas.microsoft.com/office/drawing/2014/main" id="{482D0655-0740-4D15-A4AA-01A0E41C0730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GT_11755">
            <a:extLst>
              <a:ext uri="{FF2B5EF4-FFF2-40B4-BE49-F238E27FC236}">
                <a16:creationId xmlns:a16="http://schemas.microsoft.com/office/drawing/2014/main" id="{6D6638E1-D140-437E-9647-A88078924FE0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GT_11756">
            <a:extLst>
              <a:ext uri="{FF2B5EF4-FFF2-40B4-BE49-F238E27FC236}">
                <a16:creationId xmlns:a16="http://schemas.microsoft.com/office/drawing/2014/main" id="{8FB91656-2BA0-4B5C-AC5F-BC08C180730D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GT_11757">
            <a:extLst>
              <a:ext uri="{FF2B5EF4-FFF2-40B4-BE49-F238E27FC236}">
                <a16:creationId xmlns:a16="http://schemas.microsoft.com/office/drawing/2014/main" id="{41BD88EF-4463-4726-BB94-29AADF1A40F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GT_11758">
            <a:extLst>
              <a:ext uri="{FF2B5EF4-FFF2-40B4-BE49-F238E27FC236}">
                <a16:creationId xmlns:a16="http://schemas.microsoft.com/office/drawing/2014/main" id="{7136632A-8BBD-48EF-B76D-A86982B9BF4D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GT_11759">
            <a:extLst>
              <a:ext uri="{FF2B5EF4-FFF2-40B4-BE49-F238E27FC236}">
                <a16:creationId xmlns:a16="http://schemas.microsoft.com/office/drawing/2014/main" id="{35A196FD-E421-4AA4-9A00-0746586E42CF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GT_11760">
            <a:extLst>
              <a:ext uri="{FF2B5EF4-FFF2-40B4-BE49-F238E27FC236}">
                <a16:creationId xmlns:a16="http://schemas.microsoft.com/office/drawing/2014/main" id="{1ED8E4F3-7337-4567-B5D1-27A7E89BA93F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GT_11761">
            <a:extLst>
              <a:ext uri="{FF2B5EF4-FFF2-40B4-BE49-F238E27FC236}">
                <a16:creationId xmlns:a16="http://schemas.microsoft.com/office/drawing/2014/main" id="{54FB4028-EC3E-4CD0-A208-67676833B88E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GT_11762">
            <a:extLst>
              <a:ext uri="{FF2B5EF4-FFF2-40B4-BE49-F238E27FC236}">
                <a16:creationId xmlns:a16="http://schemas.microsoft.com/office/drawing/2014/main" id="{34264F49-EED9-4778-8934-7F4FD79F301C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GT_11763">
            <a:extLst>
              <a:ext uri="{FF2B5EF4-FFF2-40B4-BE49-F238E27FC236}">
                <a16:creationId xmlns:a16="http://schemas.microsoft.com/office/drawing/2014/main" id="{AB255399-CA0E-4A91-A3E6-E2A0C3832131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GT_11764">
            <a:extLst>
              <a:ext uri="{FF2B5EF4-FFF2-40B4-BE49-F238E27FC236}">
                <a16:creationId xmlns:a16="http://schemas.microsoft.com/office/drawing/2014/main" id="{F93E3E01-7A2B-4FD1-9A66-1A292426B071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GT_11765">
            <a:extLst>
              <a:ext uri="{FF2B5EF4-FFF2-40B4-BE49-F238E27FC236}">
                <a16:creationId xmlns:a16="http://schemas.microsoft.com/office/drawing/2014/main" id="{AD948598-CDF4-4E24-9C5F-5BBDD469DC93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GT_11766">
            <a:extLst>
              <a:ext uri="{FF2B5EF4-FFF2-40B4-BE49-F238E27FC236}">
                <a16:creationId xmlns:a16="http://schemas.microsoft.com/office/drawing/2014/main" id="{B4520033-249A-418D-9D83-EF8B5039C3FF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GT_11767">
            <a:extLst>
              <a:ext uri="{FF2B5EF4-FFF2-40B4-BE49-F238E27FC236}">
                <a16:creationId xmlns:a16="http://schemas.microsoft.com/office/drawing/2014/main" id="{1CBF297D-6FB7-428B-AF14-F6EEF837F673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GT_11768">
            <a:extLst>
              <a:ext uri="{FF2B5EF4-FFF2-40B4-BE49-F238E27FC236}">
                <a16:creationId xmlns:a16="http://schemas.microsoft.com/office/drawing/2014/main" id="{4B653700-9733-4D8D-A328-56837F221484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GT_11769">
            <a:extLst>
              <a:ext uri="{FF2B5EF4-FFF2-40B4-BE49-F238E27FC236}">
                <a16:creationId xmlns:a16="http://schemas.microsoft.com/office/drawing/2014/main" id="{C2407C95-EFF6-4193-ADFC-274F55477DDE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GT_11770">
            <a:extLst>
              <a:ext uri="{FF2B5EF4-FFF2-40B4-BE49-F238E27FC236}">
                <a16:creationId xmlns:a16="http://schemas.microsoft.com/office/drawing/2014/main" id="{BC96366F-6F1C-452B-BDD6-4172DA2353F5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GT_11771">
            <a:extLst>
              <a:ext uri="{FF2B5EF4-FFF2-40B4-BE49-F238E27FC236}">
                <a16:creationId xmlns:a16="http://schemas.microsoft.com/office/drawing/2014/main" id="{EFB5E571-C0DD-4682-BA93-FB1884AE0567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GT_11772">
            <a:extLst>
              <a:ext uri="{FF2B5EF4-FFF2-40B4-BE49-F238E27FC236}">
                <a16:creationId xmlns:a16="http://schemas.microsoft.com/office/drawing/2014/main" id="{83489F32-E44F-4656-882D-DB7E899208D9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GT_11773">
            <a:extLst>
              <a:ext uri="{FF2B5EF4-FFF2-40B4-BE49-F238E27FC236}">
                <a16:creationId xmlns:a16="http://schemas.microsoft.com/office/drawing/2014/main" id="{EE1C3114-236A-4352-AA43-4E4AC695EC97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GT_11774">
            <a:extLst>
              <a:ext uri="{FF2B5EF4-FFF2-40B4-BE49-F238E27FC236}">
                <a16:creationId xmlns:a16="http://schemas.microsoft.com/office/drawing/2014/main" id="{7F5859FD-1A54-43DB-914C-40D83D56E461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GT_11775">
            <a:extLst>
              <a:ext uri="{FF2B5EF4-FFF2-40B4-BE49-F238E27FC236}">
                <a16:creationId xmlns:a16="http://schemas.microsoft.com/office/drawing/2014/main" id="{3A815EF5-1214-422F-8759-9E2E8570AF81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GT_11776">
            <a:extLst>
              <a:ext uri="{FF2B5EF4-FFF2-40B4-BE49-F238E27FC236}">
                <a16:creationId xmlns:a16="http://schemas.microsoft.com/office/drawing/2014/main" id="{C29B07FD-E86E-4707-B4D7-2688C1B2B0CD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GT_11777">
            <a:extLst>
              <a:ext uri="{FF2B5EF4-FFF2-40B4-BE49-F238E27FC236}">
                <a16:creationId xmlns:a16="http://schemas.microsoft.com/office/drawing/2014/main" id="{0EF31107-E1BC-4C57-A5E0-35553D75C87A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GT_11778">
            <a:extLst>
              <a:ext uri="{FF2B5EF4-FFF2-40B4-BE49-F238E27FC236}">
                <a16:creationId xmlns:a16="http://schemas.microsoft.com/office/drawing/2014/main" id="{68349DEB-C6E3-41D4-AAF0-9A52329B89F3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GT_11779">
            <a:extLst>
              <a:ext uri="{FF2B5EF4-FFF2-40B4-BE49-F238E27FC236}">
                <a16:creationId xmlns:a16="http://schemas.microsoft.com/office/drawing/2014/main" id="{5636F058-9187-46F5-99C5-057099592861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GT_11780">
            <a:extLst>
              <a:ext uri="{FF2B5EF4-FFF2-40B4-BE49-F238E27FC236}">
                <a16:creationId xmlns:a16="http://schemas.microsoft.com/office/drawing/2014/main" id="{988D565C-47D1-4A50-9F0F-EB0AB0BE5DE3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GT_11781">
            <a:extLst>
              <a:ext uri="{FF2B5EF4-FFF2-40B4-BE49-F238E27FC236}">
                <a16:creationId xmlns:a16="http://schemas.microsoft.com/office/drawing/2014/main" id="{C479573C-C421-4E27-A15E-FF1175425528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GT_11782">
            <a:extLst>
              <a:ext uri="{FF2B5EF4-FFF2-40B4-BE49-F238E27FC236}">
                <a16:creationId xmlns:a16="http://schemas.microsoft.com/office/drawing/2014/main" id="{B0C7FCCC-0F32-4AFB-974B-B59357CD7AA7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GT_11783">
            <a:extLst>
              <a:ext uri="{FF2B5EF4-FFF2-40B4-BE49-F238E27FC236}">
                <a16:creationId xmlns:a16="http://schemas.microsoft.com/office/drawing/2014/main" id="{84238EAB-BCE1-4CFD-8E74-2E9E477C7106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GT_11784">
            <a:extLst>
              <a:ext uri="{FF2B5EF4-FFF2-40B4-BE49-F238E27FC236}">
                <a16:creationId xmlns:a16="http://schemas.microsoft.com/office/drawing/2014/main" id="{2DBC121C-9761-4397-BABE-07B069EB0D63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GT_11785">
            <a:extLst>
              <a:ext uri="{FF2B5EF4-FFF2-40B4-BE49-F238E27FC236}">
                <a16:creationId xmlns:a16="http://schemas.microsoft.com/office/drawing/2014/main" id="{DF0E0656-4A22-40E8-94E9-5AEECB937B4E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GT_11786">
            <a:extLst>
              <a:ext uri="{FF2B5EF4-FFF2-40B4-BE49-F238E27FC236}">
                <a16:creationId xmlns:a16="http://schemas.microsoft.com/office/drawing/2014/main" id="{BBB5FB85-6E2C-480D-A102-A8BF6FA9B03F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GT_11787">
            <a:extLst>
              <a:ext uri="{FF2B5EF4-FFF2-40B4-BE49-F238E27FC236}">
                <a16:creationId xmlns:a16="http://schemas.microsoft.com/office/drawing/2014/main" id="{41A0B0B5-FF62-4BA8-8583-84AF3FB1448A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GT_11788">
            <a:extLst>
              <a:ext uri="{FF2B5EF4-FFF2-40B4-BE49-F238E27FC236}">
                <a16:creationId xmlns:a16="http://schemas.microsoft.com/office/drawing/2014/main" id="{738FC864-A98E-48AE-B788-668FDAD752D0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GT_11789">
            <a:extLst>
              <a:ext uri="{FF2B5EF4-FFF2-40B4-BE49-F238E27FC236}">
                <a16:creationId xmlns:a16="http://schemas.microsoft.com/office/drawing/2014/main" id="{0FB30695-9CEC-47EE-B59F-4CEED587736B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GT_11790">
            <a:extLst>
              <a:ext uri="{FF2B5EF4-FFF2-40B4-BE49-F238E27FC236}">
                <a16:creationId xmlns:a16="http://schemas.microsoft.com/office/drawing/2014/main" id="{527DDDAC-D33F-494B-ADB5-887A72B46FE6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GT_11791">
            <a:extLst>
              <a:ext uri="{FF2B5EF4-FFF2-40B4-BE49-F238E27FC236}">
                <a16:creationId xmlns:a16="http://schemas.microsoft.com/office/drawing/2014/main" id="{EC1D8C13-2EF7-4AE7-B39D-A6CF51EFD01F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GT_11792">
            <a:extLst>
              <a:ext uri="{FF2B5EF4-FFF2-40B4-BE49-F238E27FC236}">
                <a16:creationId xmlns:a16="http://schemas.microsoft.com/office/drawing/2014/main" id="{E7B151C3-2777-4B1B-A531-C2C2CAD98BC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GT_11793">
            <a:extLst>
              <a:ext uri="{FF2B5EF4-FFF2-40B4-BE49-F238E27FC236}">
                <a16:creationId xmlns:a16="http://schemas.microsoft.com/office/drawing/2014/main" id="{1084FF76-0D0C-4648-BDC6-5039F00A2D45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GT_11794">
            <a:extLst>
              <a:ext uri="{FF2B5EF4-FFF2-40B4-BE49-F238E27FC236}">
                <a16:creationId xmlns:a16="http://schemas.microsoft.com/office/drawing/2014/main" id="{F93DCB37-CC40-41DF-A72F-E0B4E60A3658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GT_11795">
            <a:extLst>
              <a:ext uri="{FF2B5EF4-FFF2-40B4-BE49-F238E27FC236}">
                <a16:creationId xmlns:a16="http://schemas.microsoft.com/office/drawing/2014/main" id="{1B33E9F4-2C2C-4C49-92E5-CCB3F092EE08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GT_11796">
            <a:extLst>
              <a:ext uri="{FF2B5EF4-FFF2-40B4-BE49-F238E27FC236}">
                <a16:creationId xmlns:a16="http://schemas.microsoft.com/office/drawing/2014/main" id="{2128C5F2-53B8-4953-9796-AE3C55696373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GT_11797">
            <a:extLst>
              <a:ext uri="{FF2B5EF4-FFF2-40B4-BE49-F238E27FC236}">
                <a16:creationId xmlns:a16="http://schemas.microsoft.com/office/drawing/2014/main" id="{02C25CD4-957A-480D-8D9B-D74A0B4D3675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GT_11798">
            <a:extLst>
              <a:ext uri="{FF2B5EF4-FFF2-40B4-BE49-F238E27FC236}">
                <a16:creationId xmlns:a16="http://schemas.microsoft.com/office/drawing/2014/main" id="{E592C941-EA31-4FC4-8202-FEB6415AECE5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GT_11799">
            <a:extLst>
              <a:ext uri="{FF2B5EF4-FFF2-40B4-BE49-F238E27FC236}">
                <a16:creationId xmlns:a16="http://schemas.microsoft.com/office/drawing/2014/main" id="{4D93A349-71F0-465A-9BDF-B619A708CEAD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GT_11800">
            <a:extLst>
              <a:ext uri="{FF2B5EF4-FFF2-40B4-BE49-F238E27FC236}">
                <a16:creationId xmlns:a16="http://schemas.microsoft.com/office/drawing/2014/main" id="{FD9319C1-B76D-4ED3-A763-92D6B0A485F0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GT_11801">
            <a:extLst>
              <a:ext uri="{FF2B5EF4-FFF2-40B4-BE49-F238E27FC236}">
                <a16:creationId xmlns:a16="http://schemas.microsoft.com/office/drawing/2014/main" id="{2D2831E0-C4B8-4107-9681-44FF2F440D4E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GT_11802">
            <a:extLst>
              <a:ext uri="{FF2B5EF4-FFF2-40B4-BE49-F238E27FC236}">
                <a16:creationId xmlns:a16="http://schemas.microsoft.com/office/drawing/2014/main" id="{142B586E-AB94-4691-B50B-5F1CAA5065DB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GT_11803">
            <a:extLst>
              <a:ext uri="{FF2B5EF4-FFF2-40B4-BE49-F238E27FC236}">
                <a16:creationId xmlns:a16="http://schemas.microsoft.com/office/drawing/2014/main" id="{9F9CB7EF-9669-4698-A58E-480659259304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GT_11804">
            <a:extLst>
              <a:ext uri="{FF2B5EF4-FFF2-40B4-BE49-F238E27FC236}">
                <a16:creationId xmlns:a16="http://schemas.microsoft.com/office/drawing/2014/main" id="{E6D5E50E-77CF-447D-B8C9-0C44B3349E46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GT_11805">
            <a:extLst>
              <a:ext uri="{FF2B5EF4-FFF2-40B4-BE49-F238E27FC236}">
                <a16:creationId xmlns:a16="http://schemas.microsoft.com/office/drawing/2014/main" id="{15020725-7FDF-4CA1-A013-60C08A222BAE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GT_11806">
            <a:extLst>
              <a:ext uri="{FF2B5EF4-FFF2-40B4-BE49-F238E27FC236}">
                <a16:creationId xmlns:a16="http://schemas.microsoft.com/office/drawing/2014/main" id="{6A476FDA-0068-4C86-A81B-8638DF8DC122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GT_11807">
            <a:extLst>
              <a:ext uri="{FF2B5EF4-FFF2-40B4-BE49-F238E27FC236}">
                <a16:creationId xmlns:a16="http://schemas.microsoft.com/office/drawing/2014/main" id="{C0262FE4-801C-4F4C-81DF-E3FDAB5839A4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GT_11808">
            <a:extLst>
              <a:ext uri="{FF2B5EF4-FFF2-40B4-BE49-F238E27FC236}">
                <a16:creationId xmlns:a16="http://schemas.microsoft.com/office/drawing/2014/main" id="{DB3BB8AB-F65D-4B37-BB03-AE893BA9A11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GT_11809">
            <a:extLst>
              <a:ext uri="{FF2B5EF4-FFF2-40B4-BE49-F238E27FC236}">
                <a16:creationId xmlns:a16="http://schemas.microsoft.com/office/drawing/2014/main" id="{5E843A62-82E1-4D6B-8F9B-70912FF77E0D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GT_11810">
            <a:extLst>
              <a:ext uri="{FF2B5EF4-FFF2-40B4-BE49-F238E27FC236}">
                <a16:creationId xmlns:a16="http://schemas.microsoft.com/office/drawing/2014/main" id="{08D70A27-15E1-4275-AA66-B3A95644AA98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GT_11811">
            <a:extLst>
              <a:ext uri="{FF2B5EF4-FFF2-40B4-BE49-F238E27FC236}">
                <a16:creationId xmlns:a16="http://schemas.microsoft.com/office/drawing/2014/main" id="{5B17EFEB-9271-4789-878A-CCB4C462C086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GT_11812">
            <a:extLst>
              <a:ext uri="{FF2B5EF4-FFF2-40B4-BE49-F238E27FC236}">
                <a16:creationId xmlns:a16="http://schemas.microsoft.com/office/drawing/2014/main" id="{614A32D4-77F2-41E8-BFCA-1E7ED768402E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GT_11813">
            <a:extLst>
              <a:ext uri="{FF2B5EF4-FFF2-40B4-BE49-F238E27FC236}">
                <a16:creationId xmlns:a16="http://schemas.microsoft.com/office/drawing/2014/main" id="{5C47C3B2-E9E9-4217-92BA-9A6A6D361B30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GT_11814">
            <a:extLst>
              <a:ext uri="{FF2B5EF4-FFF2-40B4-BE49-F238E27FC236}">
                <a16:creationId xmlns:a16="http://schemas.microsoft.com/office/drawing/2014/main" id="{109A0F75-A143-4054-8FA9-44975D948CC6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GT_11815">
            <a:extLst>
              <a:ext uri="{FF2B5EF4-FFF2-40B4-BE49-F238E27FC236}">
                <a16:creationId xmlns:a16="http://schemas.microsoft.com/office/drawing/2014/main" id="{A2DBE50F-498C-42FB-83B6-829B69459D67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GT_11816">
            <a:extLst>
              <a:ext uri="{FF2B5EF4-FFF2-40B4-BE49-F238E27FC236}">
                <a16:creationId xmlns:a16="http://schemas.microsoft.com/office/drawing/2014/main" id="{78308069-3462-4663-8B61-F80182654CD8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GT_11817">
            <a:extLst>
              <a:ext uri="{FF2B5EF4-FFF2-40B4-BE49-F238E27FC236}">
                <a16:creationId xmlns:a16="http://schemas.microsoft.com/office/drawing/2014/main" id="{9E63EE01-3711-415A-8605-EC6284490A7F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GT_11818">
            <a:extLst>
              <a:ext uri="{FF2B5EF4-FFF2-40B4-BE49-F238E27FC236}">
                <a16:creationId xmlns:a16="http://schemas.microsoft.com/office/drawing/2014/main" id="{30EC636A-8110-40D7-B3C8-4BB93C2B7B42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GT_11819">
            <a:extLst>
              <a:ext uri="{FF2B5EF4-FFF2-40B4-BE49-F238E27FC236}">
                <a16:creationId xmlns:a16="http://schemas.microsoft.com/office/drawing/2014/main" id="{14DEC9ED-974E-4A97-BBEC-D6863FD75BD4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GT_11820">
            <a:extLst>
              <a:ext uri="{FF2B5EF4-FFF2-40B4-BE49-F238E27FC236}">
                <a16:creationId xmlns:a16="http://schemas.microsoft.com/office/drawing/2014/main" id="{3292C364-4CF2-431D-8E48-34094987ED1A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GT_11821">
            <a:extLst>
              <a:ext uri="{FF2B5EF4-FFF2-40B4-BE49-F238E27FC236}">
                <a16:creationId xmlns:a16="http://schemas.microsoft.com/office/drawing/2014/main" id="{33DF0E4B-70BD-45C4-9E56-A2DCE6DA366F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GT_11822">
            <a:extLst>
              <a:ext uri="{FF2B5EF4-FFF2-40B4-BE49-F238E27FC236}">
                <a16:creationId xmlns:a16="http://schemas.microsoft.com/office/drawing/2014/main" id="{A4E07CF8-C2DD-4109-B98F-ED3187DA2FEB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GT_11823">
            <a:extLst>
              <a:ext uri="{FF2B5EF4-FFF2-40B4-BE49-F238E27FC236}">
                <a16:creationId xmlns:a16="http://schemas.microsoft.com/office/drawing/2014/main" id="{2C50AACE-A538-4650-B5A3-1D36EA5E8888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GT_11824">
            <a:extLst>
              <a:ext uri="{FF2B5EF4-FFF2-40B4-BE49-F238E27FC236}">
                <a16:creationId xmlns:a16="http://schemas.microsoft.com/office/drawing/2014/main" id="{5B61ECFD-1D53-421C-BA52-42C00BA33E96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GT_11825">
            <a:extLst>
              <a:ext uri="{FF2B5EF4-FFF2-40B4-BE49-F238E27FC236}">
                <a16:creationId xmlns:a16="http://schemas.microsoft.com/office/drawing/2014/main" id="{10637537-C839-49B9-84CC-B0F1F7141840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GT_11826">
            <a:extLst>
              <a:ext uri="{FF2B5EF4-FFF2-40B4-BE49-F238E27FC236}">
                <a16:creationId xmlns:a16="http://schemas.microsoft.com/office/drawing/2014/main" id="{6CE7FED2-11DB-4532-9F63-9294D8BED735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GT_11827">
            <a:extLst>
              <a:ext uri="{FF2B5EF4-FFF2-40B4-BE49-F238E27FC236}">
                <a16:creationId xmlns:a16="http://schemas.microsoft.com/office/drawing/2014/main" id="{D07BC7F5-4242-477A-8511-BBE100333BC2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GT_11828">
            <a:extLst>
              <a:ext uri="{FF2B5EF4-FFF2-40B4-BE49-F238E27FC236}">
                <a16:creationId xmlns:a16="http://schemas.microsoft.com/office/drawing/2014/main" id="{CF274EFD-C050-453E-8FB8-C28ADA37E9CB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GT_11829">
            <a:extLst>
              <a:ext uri="{FF2B5EF4-FFF2-40B4-BE49-F238E27FC236}">
                <a16:creationId xmlns:a16="http://schemas.microsoft.com/office/drawing/2014/main" id="{E37E6232-73C1-4D18-A45C-AFEA08EA18B0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GT_11830">
            <a:extLst>
              <a:ext uri="{FF2B5EF4-FFF2-40B4-BE49-F238E27FC236}">
                <a16:creationId xmlns:a16="http://schemas.microsoft.com/office/drawing/2014/main" id="{7CF99356-35BD-4FA1-8D35-3BD3165FCC5A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GT_11831">
            <a:extLst>
              <a:ext uri="{FF2B5EF4-FFF2-40B4-BE49-F238E27FC236}">
                <a16:creationId xmlns:a16="http://schemas.microsoft.com/office/drawing/2014/main" id="{4304B7A2-5C51-416D-A7DC-9414CC0A22D1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GT_11832">
            <a:extLst>
              <a:ext uri="{FF2B5EF4-FFF2-40B4-BE49-F238E27FC236}">
                <a16:creationId xmlns:a16="http://schemas.microsoft.com/office/drawing/2014/main" id="{20EED37E-6FB0-46BE-9FF2-6D2D0A430BD8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GT_11833">
            <a:extLst>
              <a:ext uri="{FF2B5EF4-FFF2-40B4-BE49-F238E27FC236}">
                <a16:creationId xmlns:a16="http://schemas.microsoft.com/office/drawing/2014/main" id="{50712B94-B834-41E4-9F40-9E218388925B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GT_11834">
            <a:extLst>
              <a:ext uri="{FF2B5EF4-FFF2-40B4-BE49-F238E27FC236}">
                <a16:creationId xmlns:a16="http://schemas.microsoft.com/office/drawing/2014/main" id="{2310C744-9DCC-4C43-8128-9AA3C1F7F9BD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GT_11835">
            <a:extLst>
              <a:ext uri="{FF2B5EF4-FFF2-40B4-BE49-F238E27FC236}">
                <a16:creationId xmlns:a16="http://schemas.microsoft.com/office/drawing/2014/main" id="{732C40CC-9FDA-4CA5-BFFA-A359C76CBC7A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GT_11836">
            <a:extLst>
              <a:ext uri="{FF2B5EF4-FFF2-40B4-BE49-F238E27FC236}">
                <a16:creationId xmlns:a16="http://schemas.microsoft.com/office/drawing/2014/main" id="{1B6A0B1A-2A12-46DE-B35F-C8CCEE7C3C1B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GT_11837">
            <a:extLst>
              <a:ext uri="{FF2B5EF4-FFF2-40B4-BE49-F238E27FC236}">
                <a16:creationId xmlns:a16="http://schemas.microsoft.com/office/drawing/2014/main" id="{EB5182C7-9A82-4FD0-8F60-6CF5E584A150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GT_11838">
            <a:extLst>
              <a:ext uri="{FF2B5EF4-FFF2-40B4-BE49-F238E27FC236}">
                <a16:creationId xmlns:a16="http://schemas.microsoft.com/office/drawing/2014/main" id="{38D676BD-E36C-494B-A628-0B0DC04AD20D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GT_11839">
            <a:extLst>
              <a:ext uri="{FF2B5EF4-FFF2-40B4-BE49-F238E27FC236}">
                <a16:creationId xmlns:a16="http://schemas.microsoft.com/office/drawing/2014/main" id="{06119033-7946-4F38-B361-932AD43E059C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GT_11840">
            <a:extLst>
              <a:ext uri="{FF2B5EF4-FFF2-40B4-BE49-F238E27FC236}">
                <a16:creationId xmlns:a16="http://schemas.microsoft.com/office/drawing/2014/main" id="{DB2615BB-7ABA-4603-8284-1BDE66A5EA84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GT_11841">
            <a:extLst>
              <a:ext uri="{FF2B5EF4-FFF2-40B4-BE49-F238E27FC236}">
                <a16:creationId xmlns:a16="http://schemas.microsoft.com/office/drawing/2014/main" id="{0981F4C1-94EE-43A9-A8F3-8231C0A6D74B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GT_11842">
            <a:extLst>
              <a:ext uri="{FF2B5EF4-FFF2-40B4-BE49-F238E27FC236}">
                <a16:creationId xmlns:a16="http://schemas.microsoft.com/office/drawing/2014/main" id="{A2901DD0-782E-4328-804B-32676F485659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GT_11843">
            <a:extLst>
              <a:ext uri="{FF2B5EF4-FFF2-40B4-BE49-F238E27FC236}">
                <a16:creationId xmlns:a16="http://schemas.microsoft.com/office/drawing/2014/main" id="{5BDDC203-5C54-4CCC-90E0-0ED0792FE042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GT_11844">
            <a:extLst>
              <a:ext uri="{FF2B5EF4-FFF2-40B4-BE49-F238E27FC236}">
                <a16:creationId xmlns:a16="http://schemas.microsoft.com/office/drawing/2014/main" id="{0D9447D1-E822-4F6E-B2F2-40EC40745E88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GT_11845">
            <a:extLst>
              <a:ext uri="{FF2B5EF4-FFF2-40B4-BE49-F238E27FC236}">
                <a16:creationId xmlns:a16="http://schemas.microsoft.com/office/drawing/2014/main" id="{64095EAD-BA7A-4216-A036-09D775D269A0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GT_11846">
            <a:extLst>
              <a:ext uri="{FF2B5EF4-FFF2-40B4-BE49-F238E27FC236}">
                <a16:creationId xmlns:a16="http://schemas.microsoft.com/office/drawing/2014/main" id="{AD59B4A9-E282-42BC-A072-FBF8993F6C8B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GT_11847">
            <a:extLst>
              <a:ext uri="{FF2B5EF4-FFF2-40B4-BE49-F238E27FC236}">
                <a16:creationId xmlns:a16="http://schemas.microsoft.com/office/drawing/2014/main" id="{D952B181-F472-487C-8C15-1CAAA48FE53C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GT_11848">
            <a:extLst>
              <a:ext uri="{FF2B5EF4-FFF2-40B4-BE49-F238E27FC236}">
                <a16:creationId xmlns:a16="http://schemas.microsoft.com/office/drawing/2014/main" id="{9DE4C22D-C4E6-4B4A-BD3F-43BFC71F65E8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GT_11849">
            <a:extLst>
              <a:ext uri="{FF2B5EF4-FFF2-40B4-BE49-F238E27FC236}">
                <a16:creationId xmlns:a16="http://schemas.microsoft.com/office/drawing/2014/main" id="{2154C0B9-3546-4A6E-B3AD-01FA283036AD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GT_11850">
            <a:extLst>
              <a:ext uri="{FF2B5EF4-FFF2-40B4-BE49-F238E27FC236}">
                <a16:creationId xmlns:a16="http://schemas.microsoft.com/office/drawing/2014/main" id="{4AA3A0F6-33D5-4414-A2EA-0511E3422628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GT_11851">
            <a:extLst>
              <a:ext uri="{FF2B5EF4-FFF2-40B4-BE49-F238E27FC236}">
                <a16:creationId xmlns:a16="http://schemas.microsoft.com/office/drawing/2014/main" id="{24DD7D64-6A9E-4793-AB4A-0B4B427475A8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GT_11852">
            <a:extLst>
              <a:ext uri="{FF2B5EF4-FFF2-40B4-BE49-F238E27FC236}">
                <a16:creationId xmlns:a16="http://schemas.microsoft.com/office/drawing/2014/main" id="{E1C93BE3-0509-4A65-80CE-799B955737A2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GT_11853">
            <a:extLst>
              <a:ext uri="{FF2B5EF4-FFF2-40B4-BE49-F238E27FC236}">
                <a16:creationId xmlns:a16="http://schemas.microsoft.com/office/drawing/2014/main" id="{C3A4A998-455E-4634-BE82-D544EDB1080A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GT_11854">
            <a:extLst>
              <a:ext uri="{FF2B5EF4-FFF2-40B4-BE49-F238E27FC236}">
                <a16:creationId xmlns:a16="http://schemas.microsoft.com/office/drawing/2014/main" id="{691377CD-C94A-45C8-B439-05AA646440C4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GT_11855">
            <a:extLst>
              <a:ext uri="{FF2B5EF4-FFF2-40B4-BE49-F238E27FC236}">
                <a16:creationId xmlns:a16="http://schemas.microsoft.com/office/drawing/2014/main" id="{E36DA638-58FC-4758-A270-7EF16C5FE589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GT_11856">
            <a:extLst>
              <a:ext uri="{FF2B5EF4-FFF2-40B4-BE49-F238E27FC236}">
                <a16:creationId xmlns:a16="http://schemas.microsoft.com/office/drawing/2014/main" id="{A0739398-2BB7-4000-AB77-FD882141ADB3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GT_11857">
            <a:extLst>
              <a:ext uri="{FF2B5EF4-FFF2-40B4-BE49-F238E27FC236}">
                <a16:creationId xmlns:a16="http://schemas.microsoft.com/office/drawing/2014/main" id="{C87D8467-9495-4689-B788-AD9ECA0AAA75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GT_11858">
            <a:extLst>
              <a:ext uri="{FF2B5EF4-FFF2-40B4-BE49-F238E27FC236}">
                <a16:creationId xmlns:a16="http://schemas.microsoft.com/office/drawing/2014/main" id="{4F793318-170C-4E93-BBF6-EA4067EE6C4C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GT_11859">
            <a:extLst>
              <a:ext uri="{FF2B5EF4-FFF2-40B4-BE49-F238E27FC236}">
                <a16:creationId xmlns:a16="http://schemas.microsoft.com/office/drawing/2014/main" id="{960EF46D-4464-4C31-A1E1-6D937CA12CB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GT_11860">
            <a:extLst>
              <a:ext uri="{FF2B5EF4-FFF2-40B4-BE49-F238E27FC236}">
                <a16:creationId xmlns:a16="http://schemas.microsoft.com/office/drawing/2014/main" id="{302C1B2B-AA08-4BD4-A8A5-C2F7FBC4671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GT_11861">
            <a:extLst>
              <a:ext uri="{FF2B5EF4-FFF2-40B4-BE49-F238E27FC236}">
                <a16:creationId xmlns:a16="http://schemas.microsoft.com/office/drawing/2014/main" id="{40F5EC97-9F04-44FA-BD7E-13C198EAC778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GT_11862">
            <a:extLst>
              <a:ext uri="{FF2B5EF4-FFF2-40B4-BE49-F238E27FC236}">
                <a16:creationId xmlns:a16="http://schemas.microsoft.com/office/drawing/2014/main" id="{1AA7C54C-9705-46C5-B7D1-3BC0CB5B80BC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GT_11863">
            <a:extLst>
              <a:ext uri="{FF2B5EF4-FFF2-40B4-BE49-F238E27FC236}">
                <a16:creationId xmlns:a16="http://schemas.microsoft.com/office/drawing/2014/main" id="{A7BB7FE6-194D-4F60-9CEA-222886A832AC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GT_11864">
            <a:extLst>
              <a:ext uri="{FF2B5EF4-FFF2-40B4-BE49-F238E27FC236}">
                <a16:creationId xmlns:a16="http://schemas.microsoft.com/office/drawing/2014/main" id="{1A6AEA63-10AC-4786-802D-97FB6F2B4F2A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GT_11865">
            <a:extLst>
              <a:ext uri="{FF2B5EF4-FFF2-40B4-BE49-F238E27FC236}">
                <a16:creationId xmlns:a16="http://schemas.microsoft.com/office/drawing/2014/main" id="{DB3BB0E6-417C-4407-8D6C-D2157E03816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GT_11866">
            <a:extLst>
              <a:ext uri="{FF2B5EF4-FFF2-40B4-BE49-F238E27FC236}">
                <a16:creationId xmlns:a16="http://schemas.microsoft.com/office/drawing/2014/main" id="{8F163593-3852-4EB3-AA69-2618165EC054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GT_11867">
            <a:extLst>
              <a:ext uri="{FF2B5EF4-FFF2-40B4-BE49-F238E27FC236}">
                <a16:creationId xmlns:a16="http://schemas.microsoft.com/office/drawing/2014/main" id="{76EAEA70-8081-46BF-A054-8D64D88A1837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GT_11868">
            <a:extLst>
              <a:ext uri="{FF2B5EF4-FFF2-40B4-BE49-F238E27FC236}">
                <a16:creationId xmlns:a16="http://schemas.microsoft.com/office/drawing/2014/main" id="{8EEF2AA1-AEBA-454B-B336-F368D08266E0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GT_11869">
            <a:extLst>
              <a:ext uri="{FF2B5EF4-FFF2-40B4-BE49-F238E27FC236}">
                <a16:creationId xmlns:a16="http://schemas.microsoft.com/office/drawing/2014/main" id="{84C0552E-1D32-4A2A-A1C3-C514605C2AB7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GT_11870">
            <a:extLst>
              <a:ext uri="{FF2B5EF4-FFF2-40B4-BE49-F238E27FC236}">
                <a16:creationId xmlns:a16="http://schemas.microsoft.com/office/drawing/2014/main" id="{39DA566C-B999-463E-ABCA-0F304DB6E8BB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GT_11871">
            <a:extLst>
              <a:ext uri="{FF2B5EF4-FFF2-40B4-BE49-F238E27FC236}">
                <a16:creationId xmlns:a16="http://schemas.microsoft.com/office/drawing/2014/main" id="{6AADD36B-DCDE-46A9-8CD1-22A053F66EAC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GT_11872">
            <a:extLst>
              <a:ext uri="{FF2B5EF4-FFF2-40B4-BE49-F238E27FC236}">
                <a16:creationId xmlns:a16="http://schemas.microsoft.com/office/drawing/2014/main" id="{57293C19-6BED-4970-802F-15F6EBD746A6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GT_11873">
            <a:extLst>
              <a:ext uri="{FF2B5EF4-FFF2-40B4-BE49-F238E27FC236}">
                <a16:creationId xmlns:a16="http://schemas.microsoft.com/office/drawing/2014/main" id="{94B5BE15-335B-4483-8734-3770CF78EB56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GT_11874">
            <a:extLst>
              <a:ext uri="{FF2B5EF4-FFF2-40B4-BE49-F238E27FC236}">
                <a16:creationId xmlns:a16="http://schemas.microsoft.com/office/drawing/2014/main" id="{0F7D622F-8C39-4984-AA64-FEBA127E354E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GT_11875">
            <a:extLst>
              <a:ext uri="{FF2B5EF4-FFF2-40B4-BE49-F238E27FC236}">
                <a16:creationId xmlns:a16="http://schemas.microsoft.com/office/drawing/2014/main" id="{7B691A04-7033-4BDB-AE1E-C79249A5BA8F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GT_11876">
            <a:extLst>
              <a:ext uri="{FF2B5EF4-FFF2-40B4-BE49-F238E27FC236}">
                <a16:creationId xmlns:a16="http://schemas.microsoft.com/office/drawing/2014/main" id="{31470B07-4F93-439F-84B8-14D7A54573FD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GT_11877">
            <a:extLst>
              <a:ext uri="{FF2B5EF4-FFF2-40B4-BE49-F238E27FC236}">
                <a16:creationId xmlns:a16="http://schemas.microsoft.com/office/drawing/2014/main" id="{38A2CC8A-9564-453A-A1E9-EFD5E7316C1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GT_11878">
            <a:extLst>
              <a:ext uri="{FF2B5EF4-FFF2-40B4-BE49-F238E27FC236}">
                <a16:creationId xmlns:a16="http://schemas.microsoft.com/office/drawing/2014/main" id="{AC3C9AF8-709B-4FF3-87DD-FDDCA995E7B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GT_11879">
            <a:extLst>
              <a:ext uri="{FF2B5EF4-FFF2-40B4-BE49-F238E27FC236}">
                <a16:creationId xmlns:a16="http://schemas.microsoft.com/office/drawing/2014/main" id="{5A1082CE-161B-444C-96C5-7BC4F7510FDC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GT_11880">
            <a:extLst>
              <a:ext uri="{FF2B5EF4-FFF2-40B4-BE49-F238E27FC236}">
                <a16:creationId xmlns:a16="http://schemas.microsoft.com/office/drawing/2014/main" id="{6A197DD4-3353-43AD-944E-ECC4662E0752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GT_11881">
            <a:extLst>
              <a:ext uri="{FF2B5EF4-FFF2-40B4-BE49-F238E27FC236}">
                <a16:creationId xmlns:a16="http://schemas.microsoft.com/office/drawing/2014/main" id="{11DBF669-5D7D-48CF-A8B0-C06D797DA3EF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GT_11882">
            <a:extLst>
              <a:ext uri="{FF2B5EF4-FFF2-40B4-BE49-F238E27FC236}">
                <a16:creationId xmlns:a16="http://schemas.microsoft.com/office/drawing/2014/main" id="{DE7E9BF2-A4D3-4DD2-840A-93A9852F55DF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GT_11883">
            <a:extLst>
              <a:ext uri="{FF2B5EF4-FFF2-40B4-BE49-F238E27FC236}">
                <a16:creationId xmlns:a16="http://schemas.microsoft.com/office/drawing/2014/main" id="{00EDEE56-4CE6-498B-9706-2CB1D6B5637A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GT_11884">
            <a:extLst>
              <a:ext uri="{FF2B5EF4-FFF2-40B4-BE49-F238E27FC236}">
                <a16:creationId xmlns:a16="http://schemas.microsoft.com/office/drawing/2014/main" id="{C19D508A-85DD-4529-9B8C-B9AECECCA097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GT_11885">
            <a:extLst>
              <a:ext uri="{FF2B5EF4-FFF2-40B4-BE49-F238E27FC236}">
                <a16:creationId xmlns:a16="http://schemas.microsoft.com/office/drawing/2014/main" id="{1A6D6D6C-CE2E-4999-B812-E28FE875BBFB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GT_11886">
            <a:extLst>
              <a:ext uri="{FF2B5EF4-FFF2-40B4-BE49-F238E27FC236}">
                <a16:creationId xmlns:a16="http://schemas.microsoft.com/office/drawing/2014/main" id="{1320B1EB-7023-48C7-92C9-C63306263DB9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GT_11887">
            <a:extLst>
              <a:ext uri="{FF2B5EF4-FFF2-40B4-BE49-F238E27FC236}">
                <a16:creationId xmlns:a16="http://schemas.microsoft.com/office/drawing/2014/main" id="{2A3B4E78-E410-49A7-807F-7D5F3D6FE56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GT_11888">
            <a:extLst>
              <a:ext uri="{FF2B5EF4-FFF2-40B4-BE49-F238E27FC236}">
                <a16:creationId xmlns:a16="http://schemas.microsoft.com/office/drawing/2014/main" id="{C2975C2E-09A9-4F55-82FF-FE27F07717C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GT_11889">
            <a:extLst>
              <a:ext uri="{FF2B5EF4-FFF2-40B4-BE49-F238E27FC236}">
                <a16:creationId xmlns:a16="http://schemas.microsoft.com/office/drawing/2014/main" id="{D7ABC0B8-04B8-4641-A5E6-B2DF522EC0B9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GT_11890">
            <a:extLst>
              <a:ext uri="{FF2B5EF4-FFF2-40B4-BE49-F238E27FC236}">
                <a16:creationId xmlns:a16="http://schemas.microsoft.com/office/drawing/2014/main" id="{F8104A2E-8F7D-4721-8E82-88E2DD3D963F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GT_11891">
            <a:extLst>
              <a:ext uri="{FF2B5EF4-FFF2-40B4-BE49-F238E27FC236}">
                <a16:creationId xmlns:a16="http://schemas.microsoft.com/office/drawing/2014/main" id="{28042F5E-145D-46CC-9EAD-5E5D2FDF00F2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GT_11892">
            <a:extLst>
              <a:ext uri="{FF2B5EF4-FFF2-40B4-BE49-F238E27FC236}">
                <a16:creationId xmlns:a16="http://schemas.microsoft.com/office/drawing/2014/main" id="{7D2250C0-F1BA-4333-AF8F-FB06A0B0188B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GT_11893">
            <a:extLst>
              <a:ext uri="{FF2B5EF4-FFF2-40B4-BE49-F238E27FC236}">
                <a16:creationId xmlns:a16="http://schemas.microsoft.com/office/drawing/2014/main" id="{197C3A72-A89F-42B7-9618-1226170A6267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GT_11894">
            <a:extLst>
              <a:ext uri="{FF2B5EF4-FFF2-40B4-BE49-F238E27FC236}">
                <a16:creationId xmlns:a16="http://schemas.microsoft.com/office/drawing/2014/main" id="{1DDE9AAE-8D23-4C3E-8879-9584D54EDA67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GT_11895">
            <a:extLst>
              <a:ext uri="{FF2B5EF4-FFF2-40B4-BE49-F238E27FC236}">
                <a16:creationId xmlns:a16="http://schemas.microsoft.com/office/drawing/2014/main" id="{0C6E6146-6E27-4D48-AF1F-C24E361EFFBE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GT_11896">
            <a:extLst>
              <a:ext uri="{FF2B5EF4-FFF2-40B4-BE49-F238E27FC236}">
                <a16:creationId xmlns:a16="http://schemas.microsoft.com/office/drawing/2014/main" id="{1C2788D4-80F0-4E16-9AC3-A70E1EABA365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GT_11897">
            <a:extLst>
              <a:ext uri="{FF2B5EF4-FFF2-40B4-BE49-F238E27FC236}">
                <a16:creationId xmlns:a16="http://schemas.microsoft.com/office/drawing/2014/main" id="{ED85DF48-195A-4ACE-AD87-05589F40DC0A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GT_11898">
            <a:extLst>
              <a:ext uri="{FF2B5EF4-FFF2-40B4-BE49-F238E27FC236}">
                <a16:creationId xmlns:a16="http://schemas.microsoft.com/office/drawing/2014/main" id="{11791591-A521-4093-BB39-E04665D6132C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GT_11899">
            <a:extLst>
              <a:ext uri="{FF2B5EF4-FFF2-40B4-BE49-F238E27FC236}">
                <a16:creationId xmlns:a16="http://schemas.microsoft.com/office/drawing/2014/main" id="{C26F5189-0673-4C6D-B200-4629150AE216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GT_11900">
            <a:extLst>
              <a:ext uri="{FF2B5EF4-FFF2-40B4-BE49-F238E27FC236}">
                <a16:creationId xmlns:a16="http://schemas.microsoft.com/office/drawing/2014/main" id="{0582A92B-12DF-4AC3-8637-1C33B16E9C1B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GT_11901">
            <a:extLst>
              <a:ext uri="{FF2B5EF4-FFF2-40B4-BE49-F238E27FC236}">
                <a16:creationId xmlns:a16="http://schemas.microsoft.com/office/drawing/2014/main" id="{661D1078-C1B7-470A-9EF6-00C9F618F66D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GT_11902">
            <a:extLst>
              <a:ext uri="{FF2B5EF4-FFF2-40B4-BE49-F238E27FC236}">
                <a16:creationId xmlns:a16="http://schemas.microsoft.com/office/drawing/2014/main" id="{A569186D-CD44-4F1E-BAAC-DA153575662C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GT_11903">
            <a:extLst>
              <a:ext uri="{FF2B5EF4-FFF2-40B4-BE49-F238E27FC236}">
                <a16:creationId xmlns:a16="http://schemas.microsoft.com/office/drawing/2014/main" id="{C0D0659D-1874-4010-88AD-3A10CF892525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GT_11904">
            <a:extLst>
              <a:ext uri="{FF2B5EF4-FFF2-40B4-BE49-F238E27FC236}">
                <a16:creationId xmlns:a16="http://schemas.microsoft.com/office/drawing/2014/main" id="{65A37AF4-406C-4DE1-9824-7380F257544A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GT_11905">
            <a:extLst>
              <a:ext uri="{FF2B5EF4-FFF2-40B4-BE49-F238E27FC236}">
                <a16:creationId xmlns:a16="http://schemas.microsoft.com/office/drawing/2014/main" id="{F3259696-BBEA-47EF-A945-428B4DB3B7A0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GT_11906">
            <a:extLst>
              <a:ext uri="{FF2B5EF4-FFF2-40B4-BE49-F238E27FC236}">
                <a16:creationId xmlns:a16="http://schemas.microsoft.com/office/drawing/2014/main" id="{AAF1F6BF-20CA-4A26-89E5-2C69FAC58152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GT_11907">
            <a:extLst>
              <a:ext uri="{FF2B5EF4-FFF2-40B4-BE49-F238E27FC236}">
                <a16:creationId xmlns:a16="http://schemas.microsoft.com/office/drawing/2014/main" id="{604577CB-F708-4A14-B75E-CFEE5B6CABB6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GT_11908">
            <a:extLst>
              <a:ext uri="{FF2B5EF4-FFF2-40B4-BE49-F238E27FC236}">
                <a16:creationId xmlns:a16="http://schemas.microsoft.com/office/drawing/2014/main" id="{7326D2E2-911C-452D-9775-C05AB3B19AD0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GT_11909">
            <a:extLst>
              <a:ext uri="{FF2B5EF4-FFF2-40B4-BE49-F238E27FC236}">
                <a16:creationId xmlns:a16="http://schemas.microsoft.com/office/drawing/2014/main" id="{C1645D7F-EAC7-472B-9AD8-95413168238F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GT_11910">
            <a:extLst>
              <a:ext uri="{FF2B5EF4-FFF2-40B4-BE49-F238E27FC236}">
                <a16:creationId xmlns:a16="http://schemas.microsoft.com/office/drawing/2014/main" id="{998C3FFC-7DA2-4F95-B43F-D3A0EB361659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GT_11911">
            <a:extLst>
              <a:ext uri="{FF2B5EF4-FFF2-40B4-BE49-F238E27FC236}">
                <a16:creationId xmlns:a16="http://schemas.microsoft.com/office/drawing/2014/main" id="{BABB55F0-4493-4D30-B1D6-C3CB9510C6FD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GT_11912">
            <a:extLst>
              <a:ext uri="{FF2B5EF4-FFF2-40B4-BE49-F238E27FC236}">
                <a16:creationId xmlns:a16="http://schemas.microsoft.com/office/drawing/2014/main" id="{FF1BC916-9177-4BEC-8B08-44CD2E90C5B2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GT_11913">
            <a:extLst>
              <a:ext uri="{FF2B5EF4-FFF2-40B4-BE49-F238E27FC236}">
                <a16:creationId xmlns:a16="http://schemas.microsoft.com/office/drawing/2014/main" id="{18DF3687-FA71-4F02-8C09-006F2BC82DEB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GT_11914">
            <a:extLst>
              <a:ext uri="{FF2B5EF4-FFF2-40B4-BE49-F238E27FC236}">
                <a16:creationId xmlns:a16="http://schemas.microsoft.com/office/drawing/2014/main" id="{3458B762-B74B-4CE3-8712-E4ABD1452CC2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GT_11915">
            <a:extLst>
              <a:ext uri="{FF2B5EF4-FFF2-40B4-BE49-F238E27FC236}">
                <a16:creationId xmlns:a16="http://schemas.microsoft.com/office/drawing/2014/main" id="{E293103E-2613-4F81-8279-C12D9EDB2C29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GT_11916">
            <a:extLst>
              <a:ext uri="{FF2B5EF4-FFF2-40B4-BE49-F238E27FC236}">
                <a16:creationId xmlns:a16="http://schemas.microsoft.com/office/drawing/2014/main" id="{A5DFE687-386E-4B7E-BCC6-4E9E2728C347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GT_11917">
            <a:extLst>
              <a:ext uri="{FF2B5EF4-FFF2-40B4-BE49-F238E27FC236}">
                <a16:creationId xmlns:a16="http://schemas.microsoft.com/office/drawing/2014/main" id="{FE7BE9AB-07BD-4E9A-A879-2524307F2738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GT_11918">
            <a:extLst>
              <a:ext uri="{FF2B5EF4-FFF2-40B4-BE49-F238E27FC236}">
                <a16:creationId xmlns:a16="http://schemas.microsoft.com/office/drawing/2014/main" id="{247337C7-91D4-49EE-BAD6-B21C09AAE281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GT_11919">
            <a:extLst>
              <a:ext uri="{FF2B5EF4-FFF2-40B4-BE49-F238E27FC236}">
                <a16:creationId xmlns:a16="http://schemas.microsoft.com/office/drawing/2014/main" id="{8503C74D-2C3C-4552-92E2-4337275482F3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GT_11920">
            <a:extLst>
              <a:ext uri="{FF2B5EF4-FFF2-40B4-BE49-F238E27FC236}">
                <a16:creationId xmlns:a16="http://schemas.microsoft.com/office/drawing/2014/main" id="{05E62A7E-0B41-49B0-BA45-AC1F2A5309D3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GT_11921">
            <a:extLst>
              <a:ext uri="{FF2B5EF4-FFF2-40B4-BE49-F238E27FC236}">
                <a16:creationId xmlns:a16="http://schemas.microsoft.com/office/drawing/2014/main" id="{77E34FA8-4DEF-4002-8BA3-CB988C68593C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GT_11922">
            <a:extLst>
              <a:ext uri="{FF2B5EF4-FFF2-40B4-BE49-F238E27FC236}">
                <a16:creationId xmlns:a16="http://schemas.microsoft.com/office/drawing/2014/main" id="{25B82044-0E70-4349-9A16-1013EB4374C8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GT_11923">
            <a:extLst>
              <a:ext uri="{FF2B5EF4-FFF2-40B4-BE49-F238E27FC236}">
                <a16:creationId xmlns:a16="http://schemas.microsoft.com/office/drawing/2014/main" id="{B00A38D9-0838-4F97-8695-7F0EAF59FCC9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GT_11924">
            <a:extLst>
              <a:ext uri="{FF2B5EF4-FFF2-40B4-BE49-F238E27FC236}">
                <a16:creationId xmlns:a16="http://schemas.microsoft.com/office/drawing/2014/main" id="{64353D8D-9F44-408F-8B28-4BDA5A92B2BD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GT_11925">
            <a:extLst>
              <a:ext uri="{FF2B5EF4-FFF2-40B4-BE49-F238E27FC236}">
                <a16:creationId xmlns:a16="http://schemas.microsoft.com/office/drawing/2014/main" id="{0CBA7C07-1427-4C41-AD52-2265E2C49129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GT_11926">
            <a:extLst>
              <a:ext uri="{FF2B5EF4-FFF2-40B4-BE49-F238E27FC236}">
                <a16:creationId xmlns:a16="http://schemas.microsoft.com/office/drawing/2014/main" id="{40512EEE-73FC-40F5-9240-570030A067FC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GT_11927">
            <a:extLst>
              <a:ext uri="{FF2B5EF4-FFF2-40B4-BE49-F238E27FC236}">
                <a16:creationId xmlns:a16="http://schemas.microsoft.com/office/drawing/2014/main" id="{F22B99F4-0E8B-48A8-A4CD-C82434D5E51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GT_11928">
            <a:extLst>
              <a:ext uri="{FF2B5EF4-FFF2-40B4-BE49-F238E27FC236}">
                <a16:creationId xmlns:a16="http://schemas.microsoft.com/office/drawing/2014/main" id="{AAA9C0A1-490B-47A5-B96F-F8FA4E31C067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GT_11929">
            <a:extLst>
              <a:ext uri="{FF2B5EF4-FFF2-40B4-BE49-F238E27FC236}">
                <a16:creationId xmlns:a16="http://schemas.microsoft.com/office/drawing/2014/main" id="{3C6CAF72-B7BB-4F3B-9277-7349E2AABBB7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GT_11930">
            <a:extLst>
              <a:ext uri="{FF2B5EF4-FFF2-40B4-BE49-F238E27FC236}">
                <a16:creationId xmlns:a16="http://schemas.microsoft.com/office/drawing/2014/main" id="{5FF35C57-B0C6-498F-B4B4-7C21F66B06B3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GT_11931">
            <a:extLst>
              <a:ext uri="{FF2B5EF4-FFF2-40B4-BE49-F238E27FC236}">
                <a16:creationId xmlns:a16="http://schemas.microsoft.com/office/drawing/2014/main" id="{61199627-E0F4-4731-8E7C-FD468BBBD4F2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GT_11932">
            <a:extLst>
              <a:ext uri="{FF2B5EF4-FFF2-40B4-BE49-F238E27FC236}">
                <a16:creationId xmlns:a16="http://schemas.microsoft.com/office/drawing/2014/main" id="{4AF4CDE4-4046-4BCC-91F2-ED6A72C030B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GT_11933">
            <a:extLst>
              <a:ext uri="{FF2B5EF4-FFF2-40B4-BE49-F238E27FC236}">
                <a16:creationId xmlns:a16="http://schemas.microsoft.com/office/drawing/2014/main" id="{7A7A6F5C-16E3-402E-B086-45ADA3CED289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GT_11934">
            <a:extLst>
              <a:ext uri="{FF2B5EF4-FFF2-40B4-BE49-F238E27FC236}">
                <a16:creationId xmlns:a16="http://schemas.microsoft.com/office/drawing/2014/main" id="{4C20E5B6-C741-4522-AE28-71C3D5FB0B33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GT_11935">
            <a:extLst>
              <a:ext uri="{FF2B5EF4-FFF2-40B4-BE49-F238E27FC236}">
                <a16:creationId xmlns:a16="http://schemas.microsoft.com/office/drawing/2014/main" id="{3D4FB7B6-D130-4328-B03F-BBF06D64F311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GT_11936">
            <a:extLst>
              <a:ext uri="{FF2B5EF4-FFF2-40B4-BE49-F238E27FC236}">
                <a16:creationId xmlns:a16="http://schemas.microsoft.com/office/drawing/2014/main" id="{BB50743F-A6BC-4ACB-AE41-B01D3B5913B6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GT_11937">
            <a:extLst>
              <a:ext uri="{FF2B5EF4-FFF2-40B4-BE49-F238E27FC236}">
                <a16:creationId xmlns:a16="http://schemas.microsoft.com/office/drawing/2014/main" id="{336AB0E8-3123-45DF-83B4-A55FEF58B4C3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GT_11938">
            <a:extLst>
              <a:ext uri="{FF2B5EF4-FFF2-40B4-BE49-F238E27FC236}">
                <a16:creationId xmlns:a16="http://schemas.microsoft.com/office/drawing/2014/main" id="{30E09222-45CD-4555-BFA0-9936DD62F72B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GT_11939">
            <a:extLst>
              <a:ext uri="{FF2B5EF4-FFF2-40B4-BE49-F238E27FC236}">
                <a16:creationId xmlns:a16="http://schemas.microsoft.com/office/drawing/2014/main" id="{A684B1BD-2C43-4050-893F-549AE4975D28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GT_11940">
            <a:extLst>
              <a:ext uri="{FF2B5EF4-FFF2-40B4-BE49-F238E27FC236}">
                <a16:creationId xmlns:a16="http://schemas.microsoft.com/office/drawing/2014/main" id="{B606914F-6E4D-4B6B-8BB6-ADAE3104DA14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GT_11941">
            <a:extLst>
              <a:ext uri="{FF2B5EF4-FFF2-40B4-BE49-F238E27FC236}">
                <a16:creationId xmlns:a16="http://schemas.microsoft.com/office/drawing/2014/main" id="{0523C512-EB2F-4345-950D-0CE68929D9AF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GT_11942">
            <a:extLst>
              <a:ext uri="{FF2B5EF4-FFF2-40B4-BE49-F238E27FC236}">
                <a16:creationId xmlns:a16="http://schemas.microsoft.com/office/drawing/2014/main" id="{949AF2E2-77F7-44AE-A38B-71B13EE1BCA1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GT_11943">
            <a:extLst>
              <a:ext uri="{FF2B5EF4-FFF2-40B4-BE49-F238E27FC236}">
                <a16:creationId xmlns:a16="http://schemas.microsoft.com/office/drawing/2014/main" id="{3DF06A21-C6F6-4408-80AB-790BF4AAB98E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GT_11944">
            <a:extLst>
              <a:ext uri="{FF2B5EF4-FFF2-40B4-BE49-F238E27FC236}">
                <a16:creationId xmlns:a16="http://schemas.microsoft.com/office/drawing/2014/main" id="{E42AF9D3-7736-4EB6-8B19-0B54E4EF7BC9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GT_11945">
            <a:extLst>
              <a:ext uri="{FF2B5EF4-FFF2-40B4-BE49-F238E27FC236}">
                <a16:creationId xmlns:a16="http://schemas.microsoft.com/office/drawing/2014/main" id="{59D906F9-25A1-42FA-BB30-E0C23CF960D0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GT_11946">
            <a:extLst>
              <a:ext uri="{FF2B5EF4-FFF2-40B4-BE49-F238E27FC236}">
                <a16:creationId xmlns:a16="http://schemas.microsoft.com/office/drawing/2014/main" id="{98D9844B-94CF-4EA1-B036-132E9BDC0CF0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GT_11947">
            <a:extLst>
              <a:ext uri="{FF2B5EF4-FFF2-40B4-BE49-F238E27FC236}">
                <a16:creationId xmlns:a16="http://schemas.microsoft.com/office/drawing/2014/main" id="{81771E59-CBE6-4A8E-987C-7AAE6842B301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GT_11948">
            <a:extLst>
              <a:ext uri="{FF2B5EF4-FFF2-40B4-BE49-F238E27FC236}">
                <a16:creationId xmlns:a16="http://schemas.microsoft.com/office/drawing/2014/main" id="{3C4FCC5E-3593-4AAE-BEBF-71F49EC6A182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GT_11949">
            <a:extLst>
              <a:ext uri="{FF2B5EF4-FFF2-40B4-BE49-F238E27FC236}">
                <a16:creationId xmlns:a16="http://schemas.microsoft.com/office/drawing/2014/main" id="{3742DFC1-BA3A-412D-8B93-37768CDF6F79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GT_11950">
            <a:extLst>
              <a:ext uri="{FF2B5EF4-FFF2-40B4-BE49-F238E27FC236}">
                <a16:creationId xmlns:a16="http://schemas.microsoft.com/office/drawing/2014/main" id="{4DA65ACF-1D4C-47EA-816D-AC95C8BAAC1A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GT_11951">
            <a:extLst>
              <a:ext uri="{FF2B5EF4-FFF2-40B4-BE49-F238E27FC236}">
                <a16:creationId xmlns:a16="http://schemas.microsoft.com/office/drawing/2014/main" id="{F51D7A1E-6B64-4D03-89BF-88951E86E9D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GT_11952">
            <a:extLst>
              <a:ext uri="{FF2B5EF4-FFF2-40B4-BE49-F238E27FC236}">
                <a16:creationId xmlns:a16="http://schemas.microsoft.com/office/drawing/2014/main" id="{8C1BE5BC-2A8C-49F0-9A86-A250A644CC0F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GT_11953">
            <a:extLst>
              <a:ext uri="{FF2B5EF4-FFF2-40B4-BE49-F238E27FC236}">
                <a16:creationId xmlns:a16="http://schemas.microsoft.com/office/drawing/2014/main" id="{0418D78D-0DA1-4EE1-A17A-9250CBC4DD05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GT_11954">
            <a:extLst>
              <a:ext uri="{FF2B5EF4-FFF2-40B4-BE49-F238E27FC236}">
                <a16:creationId xmlns:a16="http://schemas.microsoft.com/office/drawing/2014/main" id="{10FC3A96-61CA-42FD-A395-51996F5F277E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GT_11955">
            <a:extLst>
              <a:ext uri="{FF2B5EF4-FFF2-40B4-BE49-F238E27FC236}">
                <a16:creationId xmlns:a16="http://schemas.microsoft.com/office/drawing/2014/main" id="{CF5733DB-B993-4991-885A-A4B77E7E7717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GT_11956">
            <a:extLst>
              <a:ext uri="{FF2B5EF4-FFF2-40B4-BE49-F238E27FC236}">
                <a16:creationId xmlns:a16="http://schemas.microsoft.com/office/drawing/2014/main" id="{6F75548D-F6BD-4FAF-97AE-897FEF79A63D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GT_11957">
            <a:extLst>
              <a:ext uri="{FF2B5EF4-FFF2-40B4-BE49-F238E27FC236}">
                <a16:creationId xmlns:a16="http://schemas.microsoft.com/office/drawing/2014/main" id="{FDDE0632-CC15-41F0-BF59-BCB6296ECFB9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GT_11958">
            <a:extLst>
              <a:ext uri="{FF2B5EF4-FFF2-40B4-BE49-F238E27FC236}">
                <a16:creationId xmlns:a16="http://schemas.microsoft.com/office/drawing/2014/main" id="{9DB1E22C-11F2-4617-B193-5046B9706EB5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GT_11959">
            <a:extLst>
              <a:ext uri="{FF2B5EF4-FFF2-40B4-BE49-F238E27FC236}">
                <a16:creationId xmlns:a16="http://schemas.microsoft.com/office/drawing/2014/main" id="{19903D67-D90F-44EC-BB1A-6D28492669C1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GT_11960">
            <a:extLst>
              <a:ext uri="{FF2B5EF4-FFF2-40B4-BE49-F238E27FC236}">
                <a16:creationId xmlns:a16="http://schemas.microsoft.com/office/drawing/2014/main" id="{16ABC846-9F49-4736-99E5-3EA883E7F150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GT_11961">
            <a:extLst>
              <a:ext uri="{FF2B5EF4-FFF2-40B4-BE49-F238E27FC236}">
                <a16:creationId xmlns:a16="http://schemas.microsoft.com/office/drawing/2014/main" id="{715EC8DE-115C-403D-9FF5-4EAA57A69E1B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GT_11962">
            <a:extLst>
              <a:ext uri="{FF2B5EF4-FFF2-40B4-BE49-F238E27FC236}">
                <a16:creationId xmlns:a16="http://schemas.microsoft.com/office/drawing/2014/main" id="{F8C22109-2F96-4965-92E8-E6D658B096EF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GT_11963">
            <a:extLst>
              <a:ext uri="{FF2B5EF4-FFF2-40B4-BE49-F238E27FC236}">
                <a16:creationId xmlns:a16="http://schemas.microsoft.com/office/drawing/2014/main" id="{EDD504CD-E55C-4BED-95E4-FEBCBC3E8AE2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GT_11964">
            <a:extLst>
              <a:ext uri="{FF2B5EF4-FFF2-40B4-BE49-F238E27FC236}">
                <a16:creationId xmlns:a16="http://schemas.microsoft.com/office/drawing/2014/main" id="{D4229115-EE8B-4203-8F88-D52A3153F4D4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GT_11965">
            <a:extLst>
              <a:ext uri="{FF2B5EF4-FFF2-40B4-BE49-F238E27FC236}">
                <a16:creationId xmlns:a16="http://schemas.microsoft.com/office/drawing/2014/main" id="{22AB441B-2144-4530-9805-C58DE1DDDF54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GT_11966">
            <a:extLst>
              <a:ext uri="{FF2B5EF4-FFF2-40B4-BE49-F238E27FC236}">
                <a16:creationId xmlns:a16="http://schemas.microsoft.com/office/drawing/2014/main" id="{2ECC91C6-EA02-4200-848F-57A9EE18A505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GT_11967">
            <a:extLst>
              <a:ext uri="{FF2B5EF4-FFF2-40B4-BE49-F238E27FC236}">
                <a16:creationId xmlns:a16="http://schemas.microsoft.com/office/drawing/2014/main" id="{29C31F1D-48FB-428F-AECF-6FC4808BDF0B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GT_11968">
            <a:extLst>
              <a:ext uri="{FF2B5EF4-FFF2-40B4-BE49-F238E27FC236}">
                <a16:creationId xmlns:a16="http://schemas.microsoft.com/office/drawing/2014/main" id="{ABAC65F4-70F8-412F-AE8F-85CB6D47D3FA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GT_11969">
            <a:extLst>
              <a:ext uri="{FF2B5EF4-FFF2-40B4-BE49-F238E27FC236}">
                <a16:creationId xmlns:a16="http://schemas.microsoft.com/office/drawing/2014/main" id="{4E0FC29E-0720-4071-9537-132D0CA955DF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GT_11970">
            <a:extLst>
              <a:ext uri="{FF2B5EF4-FFF2-40B4-BE49-F238E27FC236}">
                <a16:creationId xmlns:a16="http://schemas.microsoft.com/office/drawing/2014/main" id="{52EC983C-DF02-45FC-A877-E058948A101F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GT_11971">
            <a:extLst>
              <a:ext uri="{FF2B5EF4-FFF2-40B4-BE49-F238E27FC236}">
                <a16:creationId xmlns:a16="http://schemas.microsoft.com/office/drawing/2014/main" id="{48CBC51A-C471-41BA-A80E-E82194BD7C05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GT_11972">
            <a:extLst>
              <a:ext uri="{FF2B5EF4-FFF2-40B4-BE49-F238E27FC236}">
                <a16:creationId xmlns:a16="http://schemas.microsoft.com/office/drawing/2014/main" id="{83133516-6F18-44EA-804B-A3747AD7D5C4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GT_11973">
            <a:extLst>
              <a:ext uri="{FF2B5EF4-FFF2-40B4-BE49-F238E27FC236}">
                <a16:creationId xmlns:a16="http://schemas.microsoft.com/office/drawing/2014/main" id="{54896D9E-CB0A-45F4-A134-C7BBA0660AA5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GT_11974">
            <a:extLst>
              <a:ext uri="{FF2B5EF4-FFF2-40B4-BE49-F238E27FC236}">
                <a16:creationId xmlns:a16="http://schemas.microsoft.com/office/drawing/2014/main" id="{A250EC7E-0DD3-458C-8728-F36F03E5F6B0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GT_11975">
            <a:extLst>
              <a:ext uri="{FF2B5EF4-FFF2-40B4-BE49-F238E27FC236}">
                <a16:creationId xmlns:a16="http://schemas.microsoft.com/office/drawing/2014/main" id="{147490C4-1D50-4211-BF28-F7A8FD7BF913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GT_11976">
            <a:extLst>
              <a:ext uri="{FF2B5EF4-FFF2-40B4-BE49-F238E27FC236}">
                <a16:creationId xmlns:a16="http://schemas.microsoft.com/office/drawing/2014/main" id="{144EB724-5EB5-453A-A412-600813C6EA23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GT_11977">
            <a:extLst>
              <a:ext uri="{FF2B5EF4-FFF2-40B4-BE49-F238E27FC236}">
                <a16:creationId xmlns:a16="http://schemas.microsoft.com/office/drawing/2014/main" id="{A5D45C4D-95F3-4A43-9D29-7FFA313C338D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GT_11978">
            <a:extLst>
              <a:ext uri="{FF2B5EF4-FFF2-40B4-BE49-F238E27FC236}">
                <a16:creationId xmlns:a16="http://schemas.microsoft.com/office/drawing/2014/main" id="{EF81E57A-30A1-4F73-AB4C-9F948A591A1F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GT_11979">
            <a:extLst>
              <a:ext uri="{FF2B5EF4-FFF2-40B4-BE49-F238E27FC236}">
                <a16:creationId xmlns:a16="http://schemas.microsoft.com/office/drawing/2014/main" id="{1E167C6A-0581-44B3-81B0-B54C452191B3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GT_11980">
            <a:extLst>
              <a:ext uri="{FF2B5EF4-FFF2-40B4-BE49-F238E27FC236}">
                <a16:creationId xmlns:a16="http://schemas.microsoft.com/office/drawing/2014/main" id="{7E0F933F-6D10-4ED0-9B69-5B41E4058EC5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GT_11981">
            <a:extLst>
              <a:ext uri="{FF2B5EF4-FFF2-40B4-BE49-F238E27FC236}">
                <a16:creationId xmlns:a16="http://schemas.microsoft.com/office/drawing/2014/main" id="{4DB831AF-7D2E-4AE1-A9A7-4D008A0336C9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GT_11982">
            <a:extLst>
              <a:ext uri="{FF2B5EF4-FFF2-40B4-BE49-F238E27FC236}">
                <a16:creationId xmlns:a16="http://schemas.microsoft.com/office/drawing/2014/main" id="{58160609-F041-4404-92EC-DE62012068E0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GT_11983">
            <a:extLst>
              <a:ext uri="{FF2B5EF4-FFF2-40B4-BE49-F238E27FC236}">
                <a16:creationId xmlns:a16="http://schemas.microsoft.com/office/drawing/2014/main" id="{C605350A-B1F0-40E9-9C64-898B3379542A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GT_11984">
            <a:extLst>
              <a:ext uri="{FF2B5EF4-FFF2-40B4-BE49-F238E27FC236}">
                <a16:creationId xmlns:a16="http://schemas.microsoft.com/office/drawing/2014/main" id="{C0B5669B-F51E-4101-A2E6-6373B0AB94EE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GT_11985">
            <a:extLst>
              <a:ext uri="{FF2B5EF4-FFF2-40B4-BE49-F238E27FC236}">
                <a16:creationId xmlns:a16="http://schemas.microsoft.com/office/drawing/2014/main" id="{BD129C13-7A3A-49F8-844F-5068B81BD38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GT_11986">
            <a:extLst>
              <a:ext uri="{FF2B5EF4-FFF2-40B4-BE49-F238E27FC236}">
                <a16:creationId xmlns:a16="http://schemas.microsoft.com/office/drawing/2014/main" id="{6F8F4850-A20B-42B3-BD47-5FEE1D02A3BB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GT_11987">
            <a:extLst>
              <a:ext uri="{FF2B5EF4-FFF2-40B4-BE49-F238E27FC236}">
                <a16:creationId xmlns:a16="http://schemas.microsoft.com/office/drawing/2014/main" id="{493AFAE2-6134-4861-B6C0-7B75630E9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GT_11988">
            <a:extLst>
              <a:ext uri="{FF2B5EF4-FFF2-40B4-BE49-F238E27FC236}">
                <a16:creationId xmlns:a16="http://schemas.microsoft.com/office/drawing/2014/main" id="{3930CCB5-BA5A-4BAA-B16C-C02F5F90691A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GT_11989">
            <a:extLst>
              <a:ext uri="{FF2B5EF4-FFF2-40B4-BE49-F238E27FC236}">
                <a16:creationId xmlns:a16="http://schemas.microsoft.com/office/drawing/2014/main" id="{B23419AA-E649-4A51-A8FB-DA5E3CCCCC5B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GT_11990">
            <a:extLst>
              <a:ext uri="{FF2B5EF4-FFF2-40B4-BE49-F238E27FC236}">
                <a16:creationId xmlns:a16="http://schemas.microsoft.com/office/drawing/2014/main" id="{3EBCEDB6-0E8D-4CA8-9924-6024D5BCE74B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GT_11991">
            <a:extLst>
              <a:ext uri="{FF2B5EF4-FFF2-40B4-BE49-F238E27FC236}">
                <a16:creationId xmlns:a16="http://schemas.microsoft.com/office/drawing/2014/main" id="{46FCFC00-5BF8-4AD0-9A36-DC89CDF98AE5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GT_11992">
            <a:extLst>
              <a:ext uri="{FF2B5EF4-FFF2-40B4-BE49-F238E27FC236}">
                <a16:creationId xmlns:a16="http://schemas.microsoft.com/office/drawing/2014/main" id="{A7BCBF37-B673-4C5E-BCCD-5D0555AF3940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GT_11993">
            <a:extLst>
              <a:ext uri="{FF2B5EF4-FFF2-40B4-BE49-F238E27FC236}">
                <a16:creationId xmlns:a16="http://schemas.microsoft.com/office/drawing/2014/main" id="{FADF8B53-9F38-449A-9A7E-1C050DA1B8A2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GT_11994">
            <a:extLst>
              <a:ext uri="{FF2B5EF4-FFF2-40B4-BE49-F238E27FC236}">
                <a16:creationId xmlns:a16="http://schemas.microsoft.com/office/drawing/2014/main" id="{2E5D3D23-DA69-4D92-B6FA-222AE699B0EB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GT_11995">
            <a:extLst>
              <a:ext uri="{FF2B5EF4-FFF2-40B4-BE49-F238E27FC236}">
                <a16:creationId xmlns:a16="http://schemas.microsoft.com/office/drawing/2014/main" id="{7F2A4D6A-6A19-4A9E-82B8-AD7E237FD303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GT_11996">
            <a:extLst>
              <a:ext uri="{FF2B5EF4-FFF2-40B4-BE49-F238E27FC236}">
                <a16:creationId xmlns:a16="http://schemas.microsoft.com/office/drawing/2014/main" id="{42ECE9F3-5AC1-4B02-B7D6-FC5F76CF2E3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GT_11997">
            <a:extLst>
              <a:ext uri="{FF2B5EF4-FFF2-40B4-BE49-F238E27FC236}">
                <a16:creationId xmlns:a16="http://schemas.microsoft.com/office/drawing/2014/main" id="{E8343462-5826-495A-9776-4A4317F01E91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GT_11998">
            <a:extLst>
              <a:ext uri="{FF2B5EF4-FFF2-40B4-BE49-F238E27FC236}">
                <a16:creationId xmlns:a16="http://schemas.microsoft.com/office/drawing/2014/main" id="{A49CA2E6-5EE5-444E-89B0-D596AB02DBF5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GT_11999">
            <a:extLst>
              <a:ext uri="{FF2B5EF4-FFF2-40B4-BE49-F238E27FC236}">
                <a16:creationId xmlns:a16="http://schemas.microsoft.com/office/drawing/2014/main" id="{D73773A7-B315-4FF8-B929-03640E662153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GT_12000">
            <a:extLst>
              <a:ext uri="{FF2B5EF4-FFF2-40B4-BE49-F238E27FC236}">
                <a16:creationId xmlns:a16="http://schemas.microsoft.com/office/drawing/2014/main" id="{1B73DB8C-DED9-411C-BD75-E059DE438F8E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GT_12001">
            <a:extLst>
              <a:ext uri="{FF2B5EF4-FFF2-40B4-BE49-F238E27FC236}">
                <a16:creationId xmlns:a16="http://schemas.microsoft.com/office/drawing/2014/main" id="{71ACAA3F-9E2B-47C9-8A0C-0DF128811E09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GT_12002">
            <a:extLst>
              <a:ext uri="{FF2B5EF4-FFF2-40B4-BE49-F238E27FC236}">
                <a16:creationId xmlns:a16="http://schemas.microsoft.com/office/drawing/2014/main" id="{159E0B30-925B-4418-A838-5E4F6F2C5A1A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GT_12003">
            <a:extLst>
              <a:ext uri="{FF2B5EF4-FFF2-40B4-BE49-F238E27FC236}">
                <a16:creationId xmlns:a16="http://schemas.microsoft.com/office/drawing/2014/main" id="{C4A5ADE0-B11A-4DD8-B6DB-7A0B3B04FA9C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GT_12004">
            <a:extLst>
              <a:ext uri="{FF2B5EF4-FFF2-40B4-BE49-F238E27FC236}">
                <a16:creationId xmlns:a16="http://schemas.microsoft.com/office/drawing/2014/main" id="{8458F1B0-7889-4D35-9CBE-81717C72A9A3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GT_12005">
            <a:extLst>
              <a:ext uri="{FF2B5EF4-FFF2-40B4-BE49-F238E27FC236}">
                <a16:creationId xmlns:a16="http://schemas.microsoft.com/office/drawing/2014/main" id="{D772BAD2-FFE4-4D82-A570-1EF029775C93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GT_12006">
            <a:extLst>
              <a:ext uri="{FF2B5EF4-FFF2-40B4-BE49-F238E27FC236}">
                <a16:creationId xmlns:a16="http://schemas.microsoft.com/office/drawing/2014/main" id="{29924323-EC2C-4C4C-9B18-34466EB7DFD7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GT_12007">
            <a:extLst>
              <a:ext uri="{FF2B5EF4-FFF2-40B4-BE49-F238E27FC236}">
                <a16:creationId xmlns:a16="http://schemas.microsoft.com/office/drawing/2014/main" id="{0DF36ADA-84E6-40EE-A8F5-0759850086DE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GT_12008">
            <a:extLst>
              <a:ext uri="{FF2B5EF4-FFF2-40B4-BE49-F238E27FC236}">
                <a16:creationId xmlns:a16="http://schemas.microsoft.com/office/drawing/2014/main" id="{9FCD8763-4AD1-4251-9FA5-D64C56001D53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GT_12009">
            <a:extLst>
              <a:ext uri="{FF2B5EF4-FFF2-40B4-BE49-F238E27FC236}">
                <a16:creationId xmlns:a16="http://schemas.microsoft.com/office/drawing/2014/main" id="{5D084348-E138-4657-B87D-EA62FEF18CCD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GT_12010">
            <a:extLst>
              <a:ext uri="{FF2B5EF4-FFF2-40B4-BE49-F238E27FC236}">
                <a16:creationId xmlns:a16="http://schemas.microsoft.com/office/drawing/2014/main" id="{C9F0BC05-9697-4F60-9E96-195989814988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GT_12011">
            <a:extLst>
              <a:ext uri="{FF2B5EF4-FFF2-40B4-BE49-F238E27FC236}">
                <a16:creationId xmlns:a16="http://schemas.microsoft.com/office/drawing/2014/main" id="{07776C5A-47F4-4058-BFB8-BA850B7FD9CF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GT_12012">
            <a:extLst>
              <a:ext uri="{FF2B5EF4-FFF2-40B4-BE49-F238E27FC236}">
                <a16:creationId xmlns:a16="http://schemas.microsoft.com/office/drawing/2014/main" id="{C2709351-696C-4742-9D22-85D1675419EF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GT_12013">
            <a:extLst>
              <a:ext uri="{FF2B5EF4-FFF2-40B4-BE49-F238E27FC236}">
                <a16:creationId xmlns:a16="http://schemas.microsoft.com/office/drawing/2014/main" id="{2AE61B87-F4E7-4760-B286-3984BF1EF127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GT_12014">
            <a:extLst>
              <a:ext uri="{FF2B5EF4-FFF2-40B4-BE49-F238E27FC236}">
                <a16:creationId xmlns:a16="http://schemas.microsoft.com/office/drawing/2014/main" id="{C4D4BD3F-8D3D-49DB-B77A-F4E01D93B06A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GT_12015">
            <a:extLst>
              <a:ext uri="{FF2B5EF4-FFF2-40B4-BE49-F238E27FC236}">
                <a16:creationId xmlns:a16="http://schemas.microsoft.com/office/drawing/2014/main" id="{C6A947C6-BF5C-41DA-89CA-4F07EED58A63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GT_12016">
            <a:extLst>
              <a:ext uri="{FF2B5EF4-FFF2-40B4-BE49-F238E27FC236}">
                <a16:creationId xmlns:a16="http://schemas.microsoft.com/office/drawing/2014/main" id="{E84613E2-D485-49B7-A928-573E7D8B0D3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GT_12017">
            <a:extLst>
              <a:ext uri="{FF2B5EF4-FFF2-40B4-BE49-F238E27FC236}">
                <a16:creationId xmlns:a16="http://schemas.microsoft.com/office/drawing/2014/main" id="{1FA7E11E-AF55-44B5-ACC3-410DE78C0240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GT_12018">
            <a:extLst>
              <a:ext uri="{FF2B5EF4-FFF2-40B4-BE49-F238E27FC236}">
                <a16:creationId xmlns:a16="http://schemas.microsoft.com/office/drawing/2014/main" id="{6E8DB3CF-9D90-4838-B400-BD73A4F956F4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GT_12019">
            <a:extLst>
              <a:ext uri="{FF2B5EF4-FFF2-40B4-BE49-F238E27FC236}">
                <a16:creationId xmlns:a16="http://schemas.microsoft.com/office/drawing/2014/main" id="{CED0BD0C-D1B7-4361-BB4D-D7DA58DD5C17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GT_12020">
            <a:extLst>
              <a:ext uri="{FF2B5EF4-FFF2-40B4-BE49-F238E27FC236}">
                <a16:creationId xmlns:a16="http://schemas.microsoft.com/office/drawing/2014/main" id="{F23495AE-5FB7-4A20-AC03-C7F241CAD022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GT_12021">
            <a:extLst>
              <a:ext uri="{FF2B5EF4-FFF2-40B4-BE49-F238E27FC236}">
                <a16:creationId xmlns:a16="http://schemas.microsoft.com/office/drawing/2014/main" id="{819EF68B-742A-4B52-A805-D264AF634C1B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GT_12022">
            <a:extLst>
              <a:ext uri="{FF2B5EF4-FFF2-40B4-BE49-F238E27FC236}">
                <a16:creationId xmlns:a16="http://schemas.microsoft.com/office/drawing/2014/main" id="{73B8F752-2760-42EF-9455-AEF53152DEE5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GT_12023">
            <a:extLst>
              <a:ext uri="{FF2B5EF4-FFF2-40B4-BE49-F238E27FC236}">
                <a16:creationId xmlns:a16="http://schemas.microsoft.com/office/drawing/2014/main" id="{C17731A9-840F-4184-9B43-640A9574F26D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GT_12024">
            <a:extLst>
              <a:ext uri="{FF2B5EF4-FFF2-40B4-BE49-F238E27FC236}">
                <a16:creationId xmlns:a16="http://schemas.microsoft.com/office/drawing/2014/main" id="{5F08D20C-60D8-469B-8879-E6968D5E58B6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GT_12025">
            <a:extLst>
              <a:ext uri="{FF2B5EF4-FFF2-40B4-BE49-F238E27FC236}">
                <a16:creationId xmlns:a16="http://schemas.microsoft.com/office/drawing/2014/main" id="{3546A5DE-A37A-4718-BCD9-8A58965750BF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GT_12026">
            <a:extLst>
              <a:ext uri="{FF2B5EF4-FFF2-40B4-BE49-F238E27FC236}">
                <a16:creationId xmlns:a16="http://schemas.microsoft.com/office/drawing/2014/main" id="{B75503E5-1536-4F36-AFF2-3E51F675E77A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GT_12027">
            <a:extLst>
              <a:ext uri="{FF2B5EF4-FFF2-40B4-BE49-F238E27FC236}">
                <a16:creationId xmlns:a16="http://schemas.microsoft.com/office/drawing/2014/main" id="{0E0A2A93-9C1F-433D-84BB-2E5CB90CB610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GT_12028">
            <a:extLst>
              <a:ext uri="{FF2B5EF4-FFF2-40B4-BE49-F238E27FC236}">
                <a16:creationId xmlns:a16="http://schemas.microsoft.com/office/drawing/2014/main" id="{3001C043-95E4-4B62-92CB-76EDAF8E41D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GT_12029">
            <a:extLst>
              <a:ext uri="{FF2B5EF4-FFF2-40B4-BE49-F238E27FC236}">
                <a16:creationId xmlns:a16="http://schemas.microsoft.com/office/drawing/2014/main" id="{198F5820-EDE6-4EC6-94C2-B75365FF4501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GT_12030">
            <a:extLst>
              <a:ext uri="{FF2B5EF4-FFF2-40B4-BE49-F238E27FC236}">
                <a16:creationId xmlns:a16="http://schemas.microsoft.com/office/drawing/2014/main" id="{7B242A57-C6C2-4B5D-A447-9016012A3A67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GT_12031">
            <a:extLst>
              <a:ext uri="{FF2B5EF4-FFF2-40B4-BE49-F238E27FC236}">
                <a16:creationId xmlns:a16="http://schemas.microsoft.com/office/drawing/2014/main" id="{AA0379A2-6E18-4623-894F-1BEAE9424946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GT_12032">
            <a:extLst>
              <a:ext uri="{FF2B5EF4-FFF2-40B4-BE49-F238E27FC236}">
                <a16:creationId xmlns:a16="http://schemas.microsoft.com/office/drawing/2014/main" id="{04807A29-01F9-4B76-9768-1EA7E22925FA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GT_12033">
            <a:extLst>
              <a:ext uri="{FF2B5EF4-FFF2-40B4-BE49-F238E27FC236}">
                <a16:creationId xmlns:a16="http://schemas.microsoft.com/office/drawing/2014/main" id="{F95AC9F3-A70F-4BDE-8C5F-4EEE34D4AEC9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GT_12034">
            <a:extLst>
              <a:ext uri="{FF2B5EF4-FFF2-40B4-BE49-F238E27FC236}">
                <a16:creationId xmlns:a16="http://schemas.microsoft.com/office/drawing/2014/main" id="{47CD692F-8A6A-4F6D-BBCB-E4BEA419EE8E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GT_12035">
            <a:extLst>
              <a:ext uri="{FF2B5EF4-FFF2-40B4-BE49-F238E27FC236}">
                <a16:creationId xmlns:a16="http://schemas.microsoft.com/office/drawing/2014/main" id="{78AD68C2-D54D-4314-A782-A178736BECDB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GT_12036">
            <a:extLst>
              <a:ext uri="{FF2B5EF4-FFF2-40B4-BE49-F238E27FC236}">
                <a16:creationId xmlns:a16="http://schemas.microsoft.com/office/drawing/2014/main" id="{9FD78B70-5467-469B-98F0-1E932393513B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GT_12037">
            <a:extLst>
              <a:ext uri="{FF2B5EF4-FFF2-40B4-BE49-F238E27FC236}">
                <a16:creationId xmlns:a16="http://schemas.microsoft.com/office/drawing/2014/main" id="{FA91CB45-A460-4D49-8A96-54B8DF04799D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GT_12038">
            <a:extLst>
              <a:ext uri="{FF2B5EF4-FFF2-40B4-BE49-F238E27FC236}">
                <a16:creationId xmlns:a16="http://schemas.microsoft.com/office/drawing/2014/main" id="{1D8BB89C-EFBA-4585-8742-7A08C6C7331A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GT_12039">
            <a:extLst>
              <a:ext uri="{FF2B5EF4-FFF2-40B4-BE49-F238E27FC236}">
                <a16:creationId xmlns:a16="http://schemas.microsoft.com/office/drawing/2014/main" id="{892438D7-D29D-4F6B-90A1-3412C80EE7E4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GT_12040">
            <a:extLst>
              <a:ext uri="{FF2B5EF4-FFF2-40B4-BE49-F238E27FC236}">
                <a16:creationId xmlns:a16="http://schemas.microsoft.com/office/drawing/2014/main" id="{EE4F8B31-2C4F-493E-8D57-82906179C168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GT_12041">
            <a:extLst>
              <a:ext uri="{FF2B5EF4-FFF2-40B4-BE49-F238E27FC236}">
                <a16:creationId xmlns:a16="http://schemas.microsoft.com/office/drawing/2014/main" id="{F197A266-C6EB-4E30-B9AA-7BADEAF50E0B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GT_12042">
            <a:extLst>
              <a:ext uri="{FF2B5EF4-FFF2-40B4-BE49-F238E27FC236}">
                <a16:creationId xmlns:a16="http://schemas.microsoft.com/office/drawing/2014/main" id="{4C467692-A229-4194-82BF-0E6B51F618F5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GT_12043">
            <a:extLst>
              <a:ext uri="{FF2B5EF4-FFF2-40B4-BE49-F238E27FC236}">
                <a16:creationId xmlns:a16="http://schemas.microsoft.com/office/drawing/2014/main" id="{AA7C9C52-4022-4CA5-BC5C-91F827FA539E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GT_12044">
            <a:extLst>
              <a:ext uri="{FF2B5EF4-FFF2-40B4-BE49-F238E27FC236}">
                <a16:creationId xmlns:a16="http://schemas.microsoft.com/office/drawing/2014/main" id="{7E9C9727-1B24-48FD-83C9-13C3D4BE944E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GT_12045">
            <a:extLst>
              <a:ext uri="{FF2B5EF4-FFF2-40B4-BE49-F238E27FC236}">
                <a16:creationId xmlns:a16="http://schemas.microsoft.com/office/drawing/2014/main" id="{FAB89A1F-3065-4833-999C-E55605DF80AB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GT_12046">
            <a:extLst>
              <a:ext uri="{FF2B5EF4-FFF2-40B4-BE49-F238E27FC236}">
                <a16:creationId xmlns:a16="http://schemas.microsoft.com/office/drawing/2014/main" id="{83D40C6F-3538-4448-83EE-E9CE8BFA8CF3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GT_12047">
            <a:extLst>
              <a:ext uri="{FF2B5EF4-FFF2-40B4-BE49-F238E27FC236}">
                <a16:creationId xmlns:a16="http://schemas.microsoft.com/office/drawing/2014/main" id="{2A758383-C8C5-4E3E-B864-BEFD6DF9F575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GT_12048">
            <a:extLst>
              <a:ext uri="{FF2B5EF4-FFF2-40B4-BE49-F238E27FC236}">
                <a16:creationId xmlns:a16="http://schemas.microsoft.com/office/drawing/2014/main" id="{BFA8A145-B3D6-4CC6-85A8-864686A6D4EF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GT_12049">
            <a:extLst>
              <a:ext uri="{FF2B5EF4-FFF2-40B4-BE49-F238E27FC236}">
                <a16:creationId xmlns:a16="http://schemas.microsoft.com/office/drawing/2014/main" id="{52A3300E-5F6B-492E-80F2-B2C798A9454B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GT_12050">
            <a:extLst>
              <a:ext uri="{FF2B5EF4-FFF2-40B4-BE49-F238E27FC236}">
                <a16:creationId xmlns:a16="http://schemas.microsoft.com/office/drawing/2014/main" id="{D76C6464-48BB-43FC-A881-38EDD48F54C1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GT_12051">
            <a:extLst>
              <a:ext uri="{FF2B5EF4-FFF2-40B4-BE49-F238E27FC236}">
                <a16:creationId xmlns:a16="http://schemas.microsoft.com/office/drawing/2014/main" id="{10D23E7A-BDE7-4202-BE23-982EB8A240CE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GT_12052">
            <a:extLst>
              <a:ext uri="{FF2B5EF4-FFF2-40B4-BE49-F238E27FC236}">
                <a16:creationId xmlns:a16="http://schemas.microsoft.com/office/drawing/2014/main" id="{480E5E9A-AC61-4D62-81C1-6931DBB5B4E5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GT_12053">
            <a:extLst>
              <a:ext uri="{FF2B5EF4-FFF2-40B4-BE49-F238E27FC236}">
                <a16:creationId xmlns:a16="http://schemas.microsoft.com/office/drawing/2014/main" id="{77A35E21-77C9-4AFD-BAC0-D7D8A87A725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GT_12054">
            <a:extLst>
              <a:ext uri="{FF2B5EF4-FFF2-40B4-BE49-F238E27FC236}">
                <a16:creationId xmlns:a16="http://schemas.microsoft.com/office/drawing/2014/main" id="{A7F69E37-A9D6-4022-84ED-06BB79E6BC9C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GT_12055">
            <a:extLst>
              <a:ext uri="{FF2B5EF4-FFF2-40B4-BE49-F238E27FC236}">
                <a16:creationId xmlns:a16="http://schemas.microsoft.com/office/drawing/2014/main" id="{F54ADBCD-CD44-498D-B7C2-872B32A1949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GT_12056">
            <a:extLst>
              <a:ext uri="{FF2B5EF4-FFF2-40B4-BE49-F238E27FC236}">
                <a16:creationId xmlns:a16="http://schemas.microsoft.com/office/drawing/2014/main" id="{FE5BC088-3F2B-495A-8563-BE6985924B23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GT_12057">
            <a:extLst>
              <a:ext uri="{FF2B5EF4-FFF2-40B4-BE49-F238E27FC236}">
                <a16:creationId xmlns:a16="http://schemas.microsoft.com/office/drawing/2014/main" id="{6900553B-8657-4CBA-8BB0-2F9E474CCDD7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GT_12058">
            <a:extLst>
              <a:ext uri="{FF2B5EF4-FFF2-40B4-BE49-F238E27FC236}">
                <a16:creationId xmlns:a16="http://schemas.microsoft.com/office/drawing/2014/main" id="{F7072DC1-466B-4F83-B3E4-6D77CAA06B19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GT_12059">
            <a:extLst>
              <a:ext uri="{FF2B5EF4-FFF2-40B4-BE49-F238E27FC236}">
                <a16:creationId xmlns:a16="http://schemas.microsoft.com/office/drawing/2014/main" id="{1683C5FC-CFB2-4822-B25A-BC24090F8C8A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GT_12060">
            <a:extLst>
              <a:ext uri="{FF2B5EF4-FFF2-40B4-BE49-F238E27FC236}">
                <a16:creationId xmlns:a16="http://schemas.microsoft.com/office/drawing/2014/main" id="{3549B1C1-3E2C-4E32-9501-041811073425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GT_12061">
            <a:extLst>
              <a:ext uri="{FF2B5EF4-FFF2-40B4-BE49-F238E27FC236}">
                <a16:creationId xmlns:a16="http://schemas.microsoft.com/office/drawing/2014/main" id="{2E92F221-04FC-438A-A41E-40F8A817ADA7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GT_12062">
            <a:extLst>
              <a:ext uri="{FF2B5EF4-FFF2-40B4-BE49-F238E27FC236}">
                <a16:creationId xmlns:a16="http://schemas.microsoft.com/office/drawing/2014/main" id="{D1AAB15E-BE7A-4965-8479-FE2C90FA068D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GT_12063">
            <a:extLst>
              <a:ext uri="{FF2B5EF4-FFF2-40B4-BE49-F238E27FC236}">
                <a16:creationId xmlns:a16="http://schemas.microsoft.com/office/drawing/2014/main" id="{4F21FF5C-A0A9-4241-B935-1EFAA79A7A9A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GT_12064">
            <a:extLst>
              <a:ext uri="{FF2B5EF4-FFF2-40B4-BE49-F238E27FC236}">
                <a16:creationId xmlns:a16="http://schemas.microsoft.com/office/drawing/2014/main" id="{5762A631-696C-4C84-AD3D-3D64D9009CE7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GT_12065">
            <a:extLst>
              <a:ext uri="{FF2B5EF4-FFF2-40B4-BE49-F238E27FC236}">
                <a16:creationId xmlns:a16="http://schemas.microsoft.com/office/drawing/2014/main" id="{DDFF913F-C7D4-45A0-B20D-0D062B7E21A2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GT_12066">
            <a:extLst>
              <a:ext uri="{FF2B5EF4-FFF2-40B4-BE49-F238E27FC236}">
                <a16:creationId xmlns:a16="http://schemas.microsoft.com/office/drawing/2014/main" id="{54043455-0CF2-4A18-9F26-D1B60AF01651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GT_12067">
            <a:extLst>
              <a:ext uri="{FF2B5EF4-FFF2-40B4-BE49-F238E27FC236}">
                <a16:creationId xmlns:a16="http://schemas.microsoft.com/office/drawing/2014/main" id="{85016126-3FF7-4282-B75B-6456D0E93A94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GT_12068">
            <a:extLst>
              <a:ext uri="{FF2B5EF4-FFF2-40B4-BE49-F238E27FC236}">
                <a16:creationId xmlns:a16="http://schemas.microsoft.com/office/drawing/2014/main" id="{05189BDC-7A39-4B9B-A8B7-37AEFD257A8B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GT_12069">
            <a:extLst>
              <a:ext uri="{FF2B5EF4-FFF2-40B4-BE49-F238E27FC236}">
                <a16:creationId xmlns:a16="http://schemas.microsoft.com/office/drawing/2014/main" id="{A8FBDDA4-269C-4522-900E-48C7F83B4290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GT_12070">
            <a:extLst>
              <a:ext uri="{FF2B5EF4-FFF2-40B4-BE49-F238E27FC236}">
                <a16:creationId xmlns:a16="http://schemas.microsoft.com/office/drawing/2014/main" id="{553EAC04-69A4-4217-8464-F6A0753A6708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GT_12071">
            <a:extLst>
              <a:ext uri="{FF2B5EF4-FFF2-40B4-BE49-F238E27FC236}">
                <a16:creationId xmlns:a16="http://schemas.microsoft.com/office/drawing/2014/main" id="{A5BDD37A-25A9-478B-A0DC-4932F54DCA03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GT_12072">
            <a:extLst>
              <a:ext uri="{FF2B5EF4-FFF2-40B4-BE49-F238E27FC236}">
                <a16:creationId xmlns:a16="http://schemas.microsoft.com/office/drawing/2014/main" id="{E11DE20B-E443-42A2-A70C-E264BB597440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GT_12073">
            <a:extLst>
              <a:ext uri="{FF2B5EF4-FFF2-40B4-BE49-F238E27FC236}">
                <a16:creationId xmlns:a16="http://schemas.microsoft.com/office/drawing/2014/main" id="{000CA683-0865-4158-806E-4FF0092D85D0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GT_12074">
            <a:extLst>
              <a:ext uri="{FF2B5EF4-FFF2-40B4-BE49-F238E27FC236}">
                <a16:creationId xmlns:a16="http://schemas.microsoft.com/office/drawing/2014/main" id="{CBB52E84-D718-4FD2-800C-C6E853F3853D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GT_12075">
            <a:extLst>
              <a:ext uri="{FF2B5EF4-FFF2-40B4-BE49-F238E27FC236}">
                <a16:creationId xmlns:a16="http://schemas.microsoft.com/office/drawing/2014/main" id="{BA2B1C04-1F4D-4715-8A16-9FBEDAA8EF4C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GT_12076">
            <a:extLst>
              <a:ext uri="{FF2B5EF4-FFF2-40B4-BE49-F238E27FC236}">
                <a16:creationId xmlns:a16="http://schemas.microsoft.com/office/drawing/2014/main" id="{40DF1C17-13BF-46CD-85DD-34E9C2B48880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GT_12077">
            <a:extLst>
              <a:ext uri="{FF2B5EF4-FFF2-40B4-BE49-F238E27FC236}">
                <a16:creationId xmlns:a16="http://schemas.microsoft.com/office/drawing/2014/main" id="{C60819CC-D520-4C5A-8462-F453F9B1BD5C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GT_12078">
            <a:extLst>
              <a:ext uri="{FF2B5EF4-FFF2-40B4-BE49-F238E27FC236}">
                <a16:creationId xmlns:a16="http://schemas.microsoft.com/office/drawing/2014/main" id="{F25DAF69-A1A8-41D7-8658-534F057AFB07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GT_12079">
            <a:extLst>
              <a:ext uri="{FF2B5EF4-FFF2-40B4-BE49-F238E27FC236}">
                <a16:creationId xmlns:a16="http://schemas.microsoft.com/office/drawing/2014/main" id="{94617C18-91B1-4CB9-9691-02D8E51AF7AC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GT_12080">
            <a:extLst>
              <a:ext uri="{FF2B5EF4-FFF2-40B4-BE49-F238E27FC236}">
                <a16:creationId xmlns:a16="http://schemas.microsoft.com/office/drawing/2014/main" id="{D5E8E192-744A-4993-90F5-8F2A6A609061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GT_12081">
            <a:extLst>
              <a:ext uri="{FF2B5EF4-FFF2-40B4-BE49-F238E27FC236}">
                <a16:creationId xmlns:a16="http://schemas.microsoft.com/office/drawing/2014/main" id="{580D6944-CC61-4FCE-B908-8C7FA0ACBE3C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GT_12082">
            <a:extLst>
              <a:ext uri="{FF2B5EF4-FFF2-40B4-BE49-F238E27FC236}">
                <a16:creationId xmlns:a16="http://schemas.microsoft.com/office/drawing/2014/main" id="{E4E599E3-D515-41A9-AA88-4A5C31B4C1EE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GT_12083">
            <a:extLst>
              <a:ext uri="{FF2B5EF4-FFF2-40B4-BE49-F238E27FC236}">
                <a16:creationId xmlns:a16="http://schemas.microsoft.com/office/drawing/2014/main" id="{A3761003-0549-4992-9F0B-C8E9233AC26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GT_12084">
            <a:extLst>
              <a:ext uri="{FF2B5EF4-FFF2-40B4-BE49-F238E27FC236}">
                <a16:creationId xmlns:a16="http://schemas.microsoft.com/office/drawing/2014/main" id="{BFEAD18C-AA30-44F7-96AD-7B8A08976601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GT_12085">
            <a:extLst>
              <a:ext uri="{FF2B5EF4-FFF2-40B4-BE49-F238E27FC236}">
                <a16:creationId xmlns:a16="http://schemas.microsoft.com/office/drawing/2014/main" id="{190FF0A9-6BB3-4076-A93B-CB6360012D64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GT_12086">
            <a:extLst>
              <a:ext uri="{FF2B5EF4-FFF2-40B4-BE49-F238E27FC236}">
                <a16:creationId xmlns:a16="http://schemas.microsoft.com/office/drawing/2014/main" id="{6F7BE732-DF1D-4D06-AB09-D9E2CE43CF95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GT_12087">
            <a:extLst>
              <a:ext uri="{FF2B5EF4-FFF2-40B4-BE49-F238E27FC236}">
                <a16:creationId xmlns:a16="http://schemas.microsoft.com/office/drawing/2014/main" id="{4945ED4B-7C70-41B0-87A5-110FE08F9E88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GT_12088">
            <a:extLst>
              <a:ext uri="{FF2B5EF4-FFF2-40B4-BE49-F238E27FC236}">
                <a16:creationId xmlns:a16="http://schemas.microsoft.com/office/drawing/2014/main" id="{5FEC2D03-3C11-4366-9A7E-71B94255AC20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GT_12089">
            <a:extLst>
              <a:ext uri="{FF2B5EF4-FFF2-40B4-BE49-F238E27FC236}">
                <a16:creationId xmlns:a16="http://schemas.microsoft.com/office/drawing/2014/main" id="{2AEDDE75-38F5-4D2F-A73D-D7C1976EF587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GT_12090">
            <a:extLst>
              <a:ext uri="{FF2B5EF4-FFF2-40B4-BE49-F238E27FC236}">
                <a16:creationId xmlns:a16="http://schemas.microsoft.com/office/drawing/2014/main" id="{9FFFC1EB-9784-426B-A111-973CB1766496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GT_12091">
            <a:extLst>
              <a:ext uri="{FF2B5EF4-FFF2-40B4-BE49-F238E27FC236}">
                <a16:creationId xmlns:a16="http://schemas.microsoft.com/office/drawing/2014/main" id="{773654AB-8921-40B2-92CC-9ED7FE77A75E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GT_12092">
            <a:extLst>
              <a:ext uri="{FF2B5EF4-FFF2-40B4-BE49-F238E27FC236}">
                <a16:creationId xmlns:a16="http://schemas.microsoft.com/office/drawing/2014/main" id="{740C69D1-E028-4DAD-B4B9-636ACA885DC0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GT_12093">
            <a:extLst>
              <a:ext uri="{FF2B5EF4-FFF2-40B4-BE49-F238E27FC236}">
                <a16:creationId xmlns:a16="http://schemas.microsoft.com/office/drawing/2014/main" id="{96305EEA-1FA9-463C-905C-555330AD11BA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GT_12094">
            <a:extLst>
              <a:ext uri="{FF2B5EF4-FFF2-40B4-BE49-F238E27FC236}">
                <a16:creationId xmlns:a16="http://schemas.microsoft.com/office/drawing/2014/main" id="{F6680CC7-8AFC-4254-AB6E-21C280FA1C0A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A1_bar_GT_12095">
            <a:extLst>
              <a:ext uri="{FF2B5EF4-FFF2-40B4-BE49-F238E27FC236}">
                <a16:creationId xmlns:a16="http://schemas.microsoft.com/office/drawing/2014/main" id="{1841A46C-4B90-4E3E-8B1A-A038091E8143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A1_bar_GT_12096">
            <a:extLst>
              <a:ext uri="{FF2B5EF4-FFF2-40B4-BE49-F238E27FC236}">
                <a16:creationId xmlns:a16="http://schemas.microsoft.com/office/drawing/2014/main" id="{FBCBB03D-D01F-4EBB-9771-3D52A4847B78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A1_bar_GT_12097">
            <a:extLst>
              <a:ext uri="{FF2B5EF4-FFF2-40B4-BE49-F238E27FC236}">
                <a16:creationId xmlns:a16="http://schemas.microsoft.com/office/drawing/2014/main" id="{D9B16FE0-9921-420A-AE8F-597939CA9CD6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A1_bar_GT_12098">
            <a:extLst>
              <a:ext uri="{FF2B5EF4-FFF2-40B4-BE49-F238E27FC236}">
                <a16:creationId xmlns:a16="http://schemas.microsoft.com/office/drawing/2014/main" id="{FFF9327A-4BB6-41BA-BD4F-C4BF1AC30DD4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A1_bar_GT_12099">
            <a:extLst>
              <a:ext uri="{FF2B5EF4-FFF2-40B4-BE49-F238E27FC236}">
                <a16:creationId xmlns:a16="http://schemas.microsoft.com/office/drawing/2014/main" id="{0601AB12-9BF7-488B-86FE-552EBE4638E9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A1_bar_GT_12100">
            <a:extLst>
              <a:ext uri="{FF2B5EF4-FFF2-40B4-BE49-F238E27FC236}">
                <a16:creationId xmlns:a16="http://schemas.microsoft.com/office/drawing/2014/main" id="{589E3163-8EBF-400E-98F9-F8FE1BAFD5FE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A1_bar_GT_12101">
            <a:extLst>
              <a:ext uri="{FF2B5EF4-FFF2-40B4-BE49-F238E27FC236}">
                <a16:creationId xmlns:a16="http://schemas.microsoft.com/office/drawing/2014/main" id="{3FD35C6A-366C-46D3-9150-E4D5793FFC0B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A1_bar_GT_12102">
            <a:extLst>
              <a:ext uri="{FF2B5EF4-FFF2-40B4-BE49-F238E27FC236}">
                <a16:creationId xmlns:a16="http://schemas.microsoft.com/office/drawing/2014/main" id="{BF0141D0-CB1E-46EC-A780-221D7575796A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A1_bar_GT_12103">
            <a:extLst>
              <a:ext uri="{FF2B5EF4-FFF2-40B4-BE49-F238E27FC236}">
                <a16:creationId xmlns:a16="http://schemas.microsoft.com/office/drawing/2014/main" id="{706C3873-2434-4217-8340-E8ADFABD9EBC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A1_bar_GT_12104">
            <a:extLst>
              <a:ext uri="{FF2B5EF4-FFF2-40B4-BE49-F238E27FC236}">
                <a16:creationId xmlns:a16="http://schemas.microsoft.com/office/drawing/2014/main" id="{52205EF6-45B7-47C6-B06F-A91CAA5D1896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A1_bar_GT_12105">
            <a:extLst>
              <a:ext uri="{FF2B5EF4-FFF2-40B4-BE49-F238E27FC236}">
                <a16:creationId xmlns:a16="http://schemas.microsoft.com/office/drawing/2014/main" id="{70581FF6-12F7-45B1-8062-6BB158056765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A1_bar_GT_12106">
            <a:extLst>
              <a:ext uri="{FF2B5EF4-FFF2-40B4-BE49-F238E27FC236}">
                <a16:creationId xmlns:a16="http://schemas.microsoft.com/office/drawing/2014/main" id="{2E4646F3-7D98-4432-937C-2B64CB0804E6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A1_bar_GT_12107">
            <a:extLst>
              <a:ext uri="{FF2B5EF4-FFF2-40B4-BE49-F238E27FC236}">
                <a16:creationId xmlns:a16="http://schemas.microsoft.com/office/drawing/2014/main" id="{A27C87E4-5C64-4391-84A9-848A24213D82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A1_bar_GT_12108">
            <a:extLst>
              <a:ext uri="{FF2B5EF4-FFF2-40B4-BE49-F238E27FC236}">
                <a16:creationId xmlns:a16="http://schemas.microsoft.com/office/drawing/2014/main" id="{125EA341-4491-47A0-9CBA-AB1DC677E80C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A1_bar_GT_12109">
            <a:extLst>
              <a:ext uri="{FF2B5EF4-FFF2-40B4-BE49-F238E27FC236}">
                <a16:creationId xmlns:a16="http://schemas.microsoft.com/office/drawing/2014/main" id="{10651A14-10BF-4FAC-A632-382BEF4EAF03}"/>
              </a:ext>
            </a:extLst>
          </p:cNvPr>
          <p:cNvSpPr>
            <a:spLocks noGrp="1"/>
          </p:cNvSpPr>
          <p:nvPr/>
        </p:nvSpPr>
        <p:spPr>
          <a:xfrm>
            <a:off x="1912034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4" name="A1_bar_GT_12110">
            <a:extLst>
              <a:ext uri="{FF2B5EF4-FFF2-40B4-BE49-F238E27FC236}">
                <a16:creationId xmlns:a16="http://schemas.microsoft.com/office/drawing/2014/main" id="{9C2DC726-A8C0-4AA8-B1EF-745946346A7B}"/>
              </a:ext>
            </a:extLst>
          </p:cNvPr>
          <p:cNvSpPr>
            <a:spLocks noGrp="1"/>
          </p:cNvSpPr>
          <p:nvPr/>
        </p:nvSpPr>
        <p:spPr>
          <a:xfrm>
            <a:off x="1821539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5" name="A1_bar_GT_12111">
            <a:extLst>
              <a:ext uri="{FF2B5EF4-FFF2-40B4-BE49-F238E27FC236}">
                <a16:creationId xmlns:a16="http://schemas.microsoft.com/office/drawing/2014/main" id="{3BF9ACAD-83CF-4D79-9900-7632B7AE8263}"/>
              </a:ext>
            </a:extLst>
          </p:cNvPr>
          <p:cNvSpPr>
            <a:spLocks noGrp="1"/>
          </p:cNvSpPr>
          <p:nvPr/>
        </p:nvSpPr>
        <p:spPr>
          <a:xfrm>
            <a:off x="1821539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6" name="A1_bar_GT_12112">
            <a:extLst>
              <a:ext uri="{FF2B5EF4-FFF2-40B4-BE49-F238E27FC236}">
                <a16:creationId xmlns:a16="http://schemas.microsoft.com/office/drawing/2014/main" id="{C867AACA-53B2-4299-8E6B-8295D61FB8C4}"/>
              </a:ext>
            </a:extLst>
          </p:cNvPr>
          <p:cNvSpPr>
            <a:spLocks noGrp="1"/>
          </p:cNvSpPr>
          <p:nvPr/>
        </p:nvSpPr>
        <p:spPr>
          <a:xfrm>
            <a:off x="3485857" y="3913975"/>
            <a:ext cx="191" cy="310503"/>
          </a:xfrm>
          <a:custGeom>
            <a:avLst/>
            <a:gdLst/>
            <a:ahLst/>
            <a:cxnLst/>
            <a:rect l="0" t="0" r="0" b="0"/>
            <a:pathLst>
              <a:path w="191" h="310503">
                <a:moveTo>
                  <a:pt x="0" y="3105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7" name="A1_bar_GT_12113">
            <a:extLst>
              <a:ext uri="{FF2B5EF4-FFF2-40B4-BE49-F238E27FC236}">
                <a16:creationId xmlns:a16="http://schemas.microsoft.com/office/drawing/2014/main" id="{B5F27FED-D1CA-4953-A8EB-1245574EE639}"/>
              </a:ext>
            </a:extLst>
          </p:cNvPr>
          <p:cNvSpPr>
            <a:spLocks noGrp="1"/>
          </p:cNvSpPr>
          <p:nvPr/>
        </p:nvSpPr>
        <p:spPr>
          <a:xfrm>
            <a:off x="3395362" y="422447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8" name="A1_bar_GT_12114">
            <a:extLst>
              <a:ext uri="{FF2B5EF4-FFF2-40B4-BE49-F238E27FC236}">
                <a16:creationId xmlns:a16="http://schemas.microsoft.com/office/drawing/2014/main" id="{1EE22F54-501B-49CA-836A-AEA0312A7FB6}"/>
              </a:ext>
            </a:extLst>
          </p:cNvPr>
          <p:cNvSpPr>
            <a:spLocks noGrp="1"/>
          </p:cNvSpPr>
          <p:nvPr/>
        </p:nvSpPr>
        <p:spPr>
          <a:xfrm>
            <a:off x="3395362" y="391397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9" name="A1_bar_GT_12115">
            <a:extLst>
              <a:ext uri="{FF2B5EF4-FFF2-40B4-BE49-F238E27FC236}">
                <a16:creationId xmlns:a16="http://schemas.microsoft.com/office/drawing/2014/main" id="{79648948-AEB4-441D-8AF1-6A49E762C0B6}"/>
              </a:ext>
            </a:extLst>
          </p:cNvPr>
          <p:cNvSpPr>
            <a:spLocks noGrp="1"/>
          </p:cNvSpPr>
          <p:nvPr/>
        </p:nvSpPr>
        <p:spPr>
          <a:xfrm>
            <a:off x="5059680" y="3972556"/>
            <a:ext cx="191" cy="308257"/>
          </a:xfrm>
          <a:custGeom>
            <a:avLst/>
            <a:gdLst/>
            <a:ahLst/>
            <a:cxnLst/>
            <a:rect l="0" t="0" r="0" b="0"/>
            <a:pathLst>
              <a:path w="191" h="308257">
                <a:moveTo>
                  <a:pt x="0" y="30825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0" name="A1_bar_GT_12116">
            <a:extLst>
              <a:ext uri="{FF2B5EF4-FFF2-40B4-BE49-F238E27FC236}">
                <a16:creationId xmlns:a16="http://schemas.microsoft.com/office/drawing/2014/main" id="{9D35D136-4F1E-448D-AB17-2845ACE9C2A7}"/>
              </a:ext>
            </a:extLst>
          </p:cNvPr>
          <p:cNvSpPr>
            <a:spLocks noGrp="1"/>
          </p:cNvSpPr>
          <p:nvPr/>
        </p:nvSpPr>
        <p:spPr>
          <a:xfrm>
            <a:off x="4969185" y="42808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1" name="A1_bar_GT_12117">
            <a:extLst>
              <a:ext uri="{FF2B5EF4-FFF2-40B4-BE49-F238E27FC236}">
                <a16:creationId xmlns:a16="http://schemas.microsoft.com/office/drawing/2014/main" id="{8A30589F-5AEB-4775-B2CB-9BBC994AC8DF}"/>
              </a:ext>
            </a:extLst>
          </p:cNvPr>
          <p:cNvSpPr>
            <a:spLocks noGrp="1"/>
          </p:cNvSpPr>
          <p:nvPr/>
        </p:nvSpPr>
        <p:spPr>
          <a:xfrm>
            <a:off x="4969185" y="397255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2" name="A1_bar_GT_12118">
            <a:extLst>
              <a:ext uri="{FF2B5EF4-FFF2-40B4-BE49-F238E27FC236}">
                <a16:creationId xmlns:a16="http://schemas.microsoft.com/office/drawing/2014/main" id="{D35B2DB3-1461-484F-94F3-F29E73F53636}"/>
              </a:ext>
            </a:extLst>
          </p:cNvPr>
          <p:cNvSpPr>
            <a:spLocks noGrp="1"/>
          </p:cNvSpPr>
          <p:nvPr/>
        </p:nvSpPr>
        <p:spPr>
          <a:xfrm>
            <a:off x="6633503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3" name="A1_bar_GT_12119">
            <a:extLst>
              <a:ext uri="{FF2B5EF4-FFF2-40B4-BE49-F238E27FC236}">
                <a16:creationId xmlns:a16="http://schemas.microsoft.com/office/drawing/2014/main" id="{6E43D896-875C-492B-9598-76E762C0E04D}"/>
              </a:ext>
            </a:extLst>
          </p:cNvPr>
          <p:cNvSpPr>
            <a:spLocks noGrp="1"/>
          </p:cNvSpPr>
          <p:nvPr/>
        </p:nvSpPr>
        <p:spPr>
          <a:xfrm>
            <a:off x="6543008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4" name="A1_bar_GT_12120">
            <a:extLst>
              <a:ext uri="{FF2B5EF4-FFF2-40B4-BE49-F238E27FC236}">
                <a16:creationId xmlns:a16="http://schemas.microsoft.com/office/drawing/2014/main" id="{B59896AB-63B9-4854-B136-41C4E49C6ED6}"/>
              </a:ext>
            </a:extLst>
          </p:cNvPr>
          <p:cNvSpPr>
            <a:spLocks noGrp="1"/>
          </p:cNvSpPr>
          <p:nvPr/>
        </p:nvSpPr>
        <p:spPr>
          <a:xfrm>
            <a:off x="6543008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5" name="A1_bar_GT_12121">
            <a:extLst>
              <a:ext uri="{FF2B5EF4-FFF2-40B4-BE49-F238E27FC236}">
                <a16:creationId xmlns:a16="http://schemas.microsoft.com/office/drawing/2014/main" id="{AB96DF33-843B-4256-B1DE-4E3A8D7B44AB}"/>
              </a:ext>
            </a:extLst>
          </p:cNvPr>
          <p:cNvSpPr>
            <a:spLocks noGrp="1"/>
          </p:cNvSpPr>
          <p:nvPr/>
        </p:nvSpPr>
        <p:spPr>
          <a:xfrm>
            <a:off x="8207326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6" name="A1_bar_GT_12122">
            <a:extLst>
              <a:ext uri="{FF2B5EF4-FFF2-40B4-BE49-F238E27FC236}">
                <a16:creationId xmlns:a16="http://schemas.microsoft.com/office/drawing/2014/main" id="{30E515FB-62D8-438F-8BB3-D97E07EDAF9C}"/>
              </a:ext>
            </a:extLst>
          </p:cNvPr>
          <p:cNvSpPr>
            <a:spLocks noGrp="1"/>
          </p:cNvSpPr>
          <p:nvPr/>
        </p:nvSpPr>
        <p:spPr>
          <a:xfrm>
            <a:off x="8116831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7" name="A1_bar_GT_12123">
            <a:extLst>
              <a:ext uri="{FF2B5EF4-FFF2-40B4-BE49-F238E27FC236}">
                <a16:creationId xmlns:a16="http://schemas.microsoft.com/office/drawing/2014/main" id="{13F42C03-1758-4A08-8101-AFBE7DEADE2C}"/>
              </a:ext>
            </a:extLst>
          </p:cNvPr>
          <p:cNvSpPr>
            <a:spLocks noGrp="1"/>
          </p:cNvSpPr>
          <p:nvPr/>
        </p:nvSpPr>
        <p:spPr>
          <a:xfrm>
            <a:off x="8116831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8" name="A1_bar_GT_12124">
            <a:extLst>
              <a:ext uri="{FF2B5EF4-FFF2-40B4-BE49-F238E27FC236}">
                <a16:creationId xmlns:a16="http://schemas.microsoft.com/office/drawing/2014/main" id="{122B0716-497F-4551-B18B-8C81E5C0CD0C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GT_12125">
            <a:extLst>
              <a:ext uri="{FF2B5EF4-FFF2-40B4-BE49-F238E27FC236}">
                <a16:creationId xmlns:a16="http://schemas.microsoft.com/office/drawing/2014/main" id="{9DE66BC1-A221-4E40-B4F1-0C808A49C668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GT_12126">
            <a:extLst>
              <a:ext uri="{FF2B5EF4-FFF2-40B4-BE49-F238E27FC236}">
                <a16:creationId xmlns:a16="http://schemas.microsoft.com/office/drawing/2014/main" id="{030F5909-93D2-4646-945F-FC3201451DE2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GT_12127">
            <a:extLst>
              <a:ext uri="{FF2B5EF4-FFF2-40B4-BE49-F238E27FC236}">
                <a16:creationId xmlns:a16="http://schemas.microsoft.com/office/drawing/2014/main" id="{974A1252-4139-4F0D-AD8B-BA30C5BA19A9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GT_12128">
            <a:extLst>
              <a:ext uri="{FF2B5EF4-FFF2-40B4-BE49-F238E27FC236}">
                <a16:creationId xmlns:a16="http://schemas.microsoft.com/office/drawing/2014/main" id="{C9C46237-0382-44AE-AEA8-AE9F34927944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GT_12129">
            <a:extLst>
              <a:ext uri="{FF2B5EF4-FFF2-40B4-BE49-F238E27FC236}">
                <a16:creationId xmlns:a16="http://schemas.microsoft.com/office/drawing/2014/main" id="{9655DBB4-21A0-4D21-A509-4192C830CA68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GT_12130">
            <a:extLst>
              <a:ext uri="{FF2B5EF4-FFF2-40B4-BE49-F238E27FC236}">
                <a16:creationId xmlns:a16="http://schemas.microsoft.com/office/drawing/2014/main" id="{7E9D51BC-B9C2-4C6D-A530-A02011CBB23E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GT_12131">
            <a:extLst>
              <a:ext uri="{FF2B5EF4-FFF2-40B4-BE49-F238E27FC236}">
                <a16:creationId xmlns:a16="http://schemas.microsoft.com/office/drawing/2014/main" id="{2177145D-31B8-4AF1-95BF-74FB8DAA667A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GT_12132">
            <a:extLst>
              <a:ext uri="{FF2B5EF4-FFF2-40B4-BE49-F238E27FC236}">
                <a16:creationId xmlns:a16="http://schemas.microsoft.com/office/drawing/2014/main" id="{C88BFA67-BD92-4165-BE67-8F46EA7F7BA3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GT_12133">
            <a:extLst>
              <a:ext uri="{FF2B5EF4-FFF2-40B4-BE49-F238E27FC236}">
                <a16:creationId xmlns:a16="http://schemas.microsoft.com/office/drawing/2014/main" id="{7CBE9213-924F-40D4-9745-078EABF20D47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GT_12134">
            <a:extLst>
              <a:ext uri="{FF2B5EF4-FFF2-40B4-BE49-F238E27FC236}">
                <a16:creationId xmlns:a16="http://schemas.microsoft.com/office/drawing/2014/main" id="{43696243-9F63-4DD3-92C8-30153BBCBAC4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GT_12135">
            <a:extLst>
              <a:ext uri="{FF2B5EF4-FFF2-40B4-BE49-F238E27FC236}">
                <a16:creationId xmlns:a16="http://schemas.microsoft.com/office/drawing/2014/main" id="{C8D5A58A-C2C8-4FEB-B709-C51B307D6962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GT_12136">
            <a:extLst>
              <a:ext uri="{FF2B5EF4-FFF2-40B4-BE49-F238E27FC236}">
                <a16:creationId xmlns:a16="http://schemas.microsoft.com/office/drawing/2014/main" id="{818DC19E-E085-4657-90A8-32955DF2C3CA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GT_12137">
            <a:extLst>
              <a:ext uri="{FF2B5EF4-FFF2-40B4-BE49-F238E27FC236}">
                <a16:creationId xmlns:a16="http://schemas.microsoft.com/office/drawing/2014/main" id="{4108A5CF-1307-475C-889F-B921730D5A1D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GT_12138">
            <a:extLst>
              <a:ext uri="{FF2B5EF4-FFF2-40B4-BE49-F238E27FC236}">
                <a16:creationId xmlns:a16="http://schemas.microsoft.com/office/drawing/2014/main" id="{8620AA1D-67B2-46BF-B3E2-71AF5C059BF6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GT_12139">
            <a:extLst>
              <a:ext uri="{FF2B5EF4-FFF2-40B4-BE49-F238E27FC236}">
                <a16:creationId xmlns:a16="http://schemas.microsoft.com/office/drawing/2014/main" id="{83C6C712-3D73-4380-A343-BFF987F33B74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A1_bar_GT_12140">
            <a:extLst>
              <a:ext uri="{FF2B5EF4-FFF2-40B4-BE49-F238E27FC236}">
                <a16:creationId xmlns:a16="http://schemas.microsoft.com/office/drawing/2014/main" id="{E630BAF9-30D8-47E5-A301-B96547227674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A1_bar_GT_12141">
            <a:extLst>
              <a:ext uri="{FF2B5EF4-FFF2-40B4-BE49-F238E27FC236}">
                <a16:creationId xmlns:a16="http://schemas.microsoft.com/office/drawing/2014/main" id="{149CDCB9-AF7B-4B58-B2A2-CC48A7FD8005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A1_bar_GT_12142">
            <a:extLst>
              <a:ext uri="{FF2B5EF4-FFF2-40B4-BE49-F238E27FC236}">
                <a16:creationId xmlns:a16="http://schemas.microsoft.com/office/drawing/2014/main" id="{116546F0-ACB4-42AD-BA9A-0CB24FC6288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A1_bar_GT_12143">
            <a:extLst>
              <a:ext uri="{FF2B5EF4-FFF2-40B4-BE49-F238E27FC236}">
                <a16:creationId xmlns:a16="http://schemas.microsoft.com/office/drawing/2014/main" id="{7E782BA7-4D65-4ED0-A776-610DB1E5D1AF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A1_bar_GT_12144">
            <a:extLst>
              <a:ext uri="{FF2B5EF4-FFF2-40B4-BE49-F238E27FC236}">
                <a16:creationId xmlns:a16="http://schemas.microsoft.com/office/drawing/2014/main" id="{0C374C91-89A7-4C76-AABD-4E507F4DB427}"/>
              </a:ext>
            </a:extLst>
          </p:cNvPr>
          <p:cNvSpPr>
            <a:spLocks noGrp="1"/>
          </p:cNvSpPr>
          <p:nvPr/>
        </p:nvSpPr>
        <p:spPr>
          <a:xfrm>
            <a:off x="1767242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89" name="A1_bar_GT_12145">
            <a:extLst>
              <a:ext uri="{FF2B5EF4-FFF2-40B4-BE49-F238E27FC236}">
                <a16:creationId xmlns:a16="http://schemas.microsoft.com/office/drawing/2014/main" id="{1C65AF3D-3CDF-4C02-8A0A-635648290664}"/>
              </a:ext>
            </a:extLst>
          </p:cNvPr>
          <p:cNvSpPr>
            <a:spLocks noGrp="1"/>
          </p:cNvSpPr>
          <p:nvPr/>
        </p:nvSpPr>
        <p:spPr>
          <a:xfrm>
            <a:off x="3341065" y="406711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0" name="A1_bar_GT_12146">
            <a:extLst>
              <a:ext uri="{FF2B5EF4-FFF2-40B4-BE49-F238E27FC236}">
                <a16:creationId xmlns:a16="http://schemas.microsoft.com/office/drawing/2014/main" id="{76C01056-352C-449A-BF13-25A7562D9D09}"/>
              </a:ext>
            </a:extLst>
          </p:cNvPr>
          <p:cNvSpPr>
            <a:spLocks noGrp="1"/>
          </p:cNvSpPr>
          <p:nvPr/>
        </p:nvSpPr>
        <p:spPr>
          <a:xfrm>
            <a:off x="4914888" y="41233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1" name="A1_bar_GT_12147">
            <a:extLst>
              <a:ext uri="{FF2B5EF4-FFF2-40B4-BE49-F238E27FC236}">
                <a16:creationId xmlns:a16="http://schemas.microsoft.com/office/drawing/2014/main" id="{0BCE978F-8AED-4D13-A311-818F8D955D84}"/>
              </a:ext>
            </a:extLst>
          </p:cNvPr>
          <p:cNvSpPr>
            <a:spLocks noGrp="1"/>
          </p:cNvSpPr>
          <p:nvPr/>
        </p:nvSpPr>
        <p:spPr>
          <a:xfrm>
            <a:off x="6488711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2" name="A1_bar_GT_12148">
            <a:extLst>
              <a:ext uri="{FF2B5EF4-FFF2-40B4-BE49-F238E27FC236}">
                <a16:creationId xmlns:a16="http://schemas.microsoft.com/office/drawing/2014/main" id="{8B59B7E6-25B0-466B-AFEF-939C4CFCA95E}"/>
              </a:ext>
            </a:extLst>
          </p:cNvPr>
          <p:cNvSpPr>
            <a:spLocks noGrp="1"/>
          </p:cNvSpPr>
          <p:nvPr/>
        </p:nvSpPr>
        <p:spPr>
          <a:xfrm>
            <a:off x="8062534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3" name="A1_bar_GT_12149">
            <a:extLst>
              <a:ext uri="{FF2B5EF4-FFF2-40B4-BE49-F238E27FC236}">
                <a16:creationId xmlns:a16="http://schemas.microsoft.com/office/drawing/2014/main" id="{C8544B09-54B1-4880-A2D9-14A903C36846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GT_12150">
            <a:extLst>
              <a:ext uri="{FF2B5EF4-FFF2-40B4-BE49-F238E27FC236}">
                <a16:creationId xmlns:a16="http://schemas.microsoft.com/office/drawing/2014/main" id="{163ED6A9-4B33-4EAC-80DB-C2FB33FD43BC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GT_12151">
            <a:extLst>
              <a:ext uri="{FF2B5EF4-FFF2-40B4-BE49-F238E27FC236}">
                <a16:creationId xmlns:a16="http://schemas.microsoft.com/office/drawing/2014/main" id="{986441BD-CF8B-498F-867D-78BE887205B9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GT_12152">
            <a:extLst>
              <a:ext uri="{FF2B5EF4-FFF2-40B4-BE49-F238E27FC236}">
                <a16:creationId xmlns:a16="http://schemas.microsoft.com/office/drawing/2014/main" id="{73F0FF20-0A52-4140-8A31-1A1366000F7A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GT_12153">
            <a:extLst>
              <a:ext uri="{FF2B5EF4-FFF2-40B4-BE49-F238E27FC236}">
                <a16:creationId xmlns:a16="http://schemas.microsoft.com/office/drawing/2014/main" id="{B858726C-9FF3-4270-A765-1BCEB58D902C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2154">
            <a:extLst>
              <a:ext uri="{FF2B5EF4-FFF2-40B4-BE49-F238E27FC236}">
                <a16:creationId xmlns:a16="http://schemas.microsoft.com/office/drawing/2014/main" id="{34067FE5-5AE1-430C-BB23-D92E85FF9631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194050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GT receptor</a:t>
            </a:r>
          </a:p>
        </p:txBody>
      </p:sp>
      <p:sp>
        <p:nvSpPr>
          <p:cNvPr id="2799" name="text_12155">
            <a:extLst>
              <a:ext uri="{FF2B5EF4-FFF2-40B4-BE49-F238E27FC236}">
                <a16:creationId xmlns:a16="http://schemas.microsoft.com/office/drawing/2014/main" id="{3B2B3A1E-5F99-4D76-B65E-1073AA1ADBA7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GT_12156">
            <a:extLst>
              <a:ext uri="{FF2B5EF4-FFF2-40B4-BE49-F238E27FC236}">
                <a16:creationId xmlns:a16="http://schemas.microsoft.com/office/drawing/2014/main" id="{6D976A18-C4AE-4806-A70A-67EF4185D18D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2157">
            <a:extLst>
              <a:ext uri="{FF2B5EF4-FFF2-40B4-BE49-F238E27FC236}">
                <a16:creationId xmlns:a16="http://schemas.microsoft.com/office/drawing/2014/main" id="{D6EF7485-3AB8-45D9-A2C1-E5BC3783E290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GT_12158">
            <a:extLst>
              <a:ext uri="{FF2B5EF4-FFF2-40B4-BE49-F238E27FC236}">
                <a16:creationId xmlns:a16="http://schemas.microsoft.com/office/drawing/2014/main" id="{DE10F27E-C16A-4423-ADB7-78BE60445720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DB9955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2159">
            <a:extLst>
              <a:ext uri="{FF2B5EF4-FFF2-40B4-BE49-F238E27FC236}">
                <a16:creationId xmlns:a16="http://schemas.microsoft.com/office/drawing/2014/main" id="{AEEBFA09-E39A-4348-9D7B-72754F7B2C7B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GT_12160">
            <a:extLst>
              <a:ext uri="{FF2B5EF4-FFF2-40B4-BE49-F238E27FC236}">
                <a16:creationId xmlns:a16="http://schemas.microsoft.com/office/drawing/2014/main" id="{FCAB07E8-850B-4BDD-AD6E-8F8EB71004F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2161">
            <a:extLst>
              <a:ext uri="{FF2B5EF4-FFF2-40B4-BE49-F238E27FC236}">
                <a16:creationId xmlns:a16="http://schemas.microsoft.com/office/drawing/2014/main" id="{44C1244B-CEEF-4EF0-AFAC-F797CC06E203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772317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GT_12162">
            <a:extLst>
              <a:ext uri="{FF2B5EF4-FFF2-40B4-BE49-F238E27FC236}">
                <a16:creationId xmlns:a16="http://schemas.microsoft.com/office/drawing/2014/main" id="{0D5B603F-42DE-43C9-A93A-84A9973BC23D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GT_12163">
            <a:extLst>
              <a:ext uri="{FF2B5EF4-FFF2-40B4-BE49-F238E27FC236}">
                <a16:creationId xmlns:a16="http://schemas.microsoft.com/office/drawing/2014/main" id="{10DEF409-4D6B-4EBB-BAEC-B4DEAA240E30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GT_12164">
            <a:extLst>
              <a:ext uri="{FF2B5EF4-FFF2-40B4-BE49-F238E27FC236}">
                <a16:creationId xmlns:a16="http://schemas.microsoft.com/office/drawing/2014/main" id="{D8419F54-F454-4BFE-97BC-DD80AEDFADA8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GT_12165">
            <a:extLst>
              <a:ext uri="{FF2B5EF4-FFF2-40B4-BE49-F238E27FC236}">
                <a16:creationId xmlns:a16="http://schemas.microsoft.com/office/drawing/2014/main" id="{9871B79D-770C-4D51-AE44-AC16A3470BD4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GT_12166">
            <a:extLst>
              <a:ext uri="{FF2B5EF4-FFF2-40B4-BE49-F238E27FC236}">
                <a16:creationId xmlns:a16="http://schemas.microsoft.com/office/drawing/2014/main" id="{3B3FB5F7-BE0C-46ED-8165-9E357B7D4B1E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GT_12167">
            <a:extLst>
              <a:ext uri="{FF2B5EF4-FFF2-40B4-BE49-F238E27FC236}">
                <a16:creationId xmlns:a16="http://schemas.microsoft.com/office/drawing/2014/main" id="{3EEEA609-9462-4AB4-B8FA-BF432089A295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GT_12168">
            <a:extLst>
              <a:ext uri="{FF2B5EF4-FFF2-40B4-BE49-F238E27FC236}">
                <a16:creationId xmlns:a16="http://schemas.microsoft.com/office/drawing/2014/main" id="{3FF4AB5B-8270-46B2-AB1F-EE1F482B1612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GT_12169">
            <a:extLst>
              <a:ext uri="{FF2B5EF4-FFF2-40B4-BE49-F238E27FC236}">
                <a16:creationId xmlns:a16="http://schemas.microsoft.com/office/drawing/2014/main" id="{95633DCE-FE94-4273-B20F-0A141A5F6DBF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solidFill>
            <a:srgbClr val="007C83">
              <a:alpha val="6000"/>
            </a:srgbClr>
          </a:solidFill>
          <a:ln w="22949">
            <a:solidFill>
              <a:srgbClr val="007C83">
                <a:alpha val="6000"/>
              </a:srgbClr>
            </a:solidFill>
            <a:prstDash val="solid"/>
          </a:ln>
        </p:spPr>
      </p:sp>
      <p:sp>
        <p:nvSpPr>
          <p:cNvPr id="9" name="A2_polygon_GT_12170">
            <a:extLst>
              <a:ext uri="{FF2B5EF4-FFF2-40B4-BE49-F238E27FC236}">
                <a16:creationId xmlns:a16="http://schemas.microsoft.com/office/drawing/2014/main" id="{4CD89695-A6CA-41B1-A265-1571B3BE0D87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solidFill>
            <a:srgbClr val="DB9955">
              <a:alpha val="6000"/>
            </a:srgbClr>
          </a:solidFill>
          <a:ln w="22949">
            <a:solidFill>
              <a:srgbClr val="DB9955">
                <a:alpha val="6000"/>
              </a:srgbClr>
            </a:solidFill>
            <a:prstDash val="solid"/>
          </a:ln>
        </p:spPr>
      </p:sp>
      <p:sp>
        <p:nvSpPr>
          <p:cNvPr id="10" name="A2_polygon_GT_12171">
            <a:extLst>
              <a:ext uri="{FF2B5EF4-FFF2-40B4-BE49-F238E27FC236}">
                <a16:creationId xmlns:a16="http://schemas.microsoft.com/office/drawing/2014/main" id="{E86D6528-A203-40F1-8EF3-D59F4F9A0CA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GT_12172">
            <a:extLst>
              <a:ext uri="{FF2B5EF4-FFF2-40B4-BE49-F238E27FC236}">
                <a16:creationId xmlns:a16="http://schemas.microsoft.com/office/drawing/2014/main" id="{D1E606BC-8EFF-4218-862A-3448954C4E5E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2173">
            <a:extLst>
              <a:ext uri="{FF2B5EF4-FFF2-40B4-BE49-F238E27FC236}">
                <a16:creationId xmlns:a16="http://schemas.microsoft.com/office/drawing/2014/main" id="{F0DB8A15-234F-4E8F-BC79-A844D1D986EF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2174">
            <a:extLst>
              <a:ext uri="{FF2B5EF4-FFF2-40B4-BE49-F238E27FC236}">
                <a16:creationId xmlns:a16="http://schemas.microsoft.com/office/drawing/2014/main" id="{50D700C8-D900-4E6E-88B3-ED37A57DC1AA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GT_12175">
            <a:extLst>
              <a:ext uri="{FF2B5EF4-FFF2-40B4-BE49-F238E27FC236}">
                <a16:creationId xmlns:a16="http://schemas.microsoft.com/office/drawing/2014/main" id="{D071BCD5-2545-4750-9359-CD28302AF546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2176">
            <a:extLst>
              <a:ext uri="{FF2B5EF4-FFF2-40B4-BE49-F238E27FC236}">
                <a16:creationId xmlns:a16="http://schemas.microsoft.com/office/drawing/2014/main" id="{39A9F70B-FA7C-41AA-B6F3-9C586683C42C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177">
            <a:extLst>
              <a:ext uri="{FF2B5EF4-FFF2-40B4-BE49-F238E27FC236}">
                <a16:creationId xmlns:a16="http://schemas.microsoft.com/office/drawing/2014/main" id="{763056D2-FB84-4D1F-8265-8DEE83DD2543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GT_12178">
            <a:extLst>
              <a:ext uri="{FF2B5EF4-FFF2-40B4-BE49-F238E27FC236}">
                <a16:creationId xmlns:a16="http://schemas.microsoft.com/office/drawing/2014/main" id="{C5703CA9-00EE-41BD-AF37-3EF8569F977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2179">
            <a:extLst>
              <a:ext uri="{FF2B5EF4-FFF2-40B4-BE49-F238E27FC236}">
                <a16:creationId xmlns:a16="http://schemas.microsoft.com/office/drawing/2014/main" id="{7BDF7438-CF48-47E0-8B61-8D38C7F99C56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2180">
            <a:extLst>
              <a:ext uri="{FF2B5EF4-FFF2-40B4-BE49-F238E27FC236}">
                <a16:creationId xmlns:a16="http://schemas.microsoft.com/office/drawing/2014/main" id="{264EA1D3-D399-4148-9ACF-A56A8B083BD2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GT_12181">
            <a:extLst>
              <a:ext uri="{FF2B5EF4-FFF2-40B4-BE49-F238E27FC236}">
                <a16:creationId xmlns:a16="http://schemas.microsoft.com/office/drawing/2014/main" id="{29E0D218-CCD9-4627-BF97-8C97CAD5CE49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2182">
            <a:extLst>
              <a:ext uri="{FF2B5EF4-FFF2-40B4-BE49-F238E27FC236}">
                <a16:creationId xmlns:a16="http://schemas.microsoft.com/office/drawing/2014/main" id="{C9B3CB3F-30E9-4ABC-80A9-7D52C2E97132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2183">
            <a:extLst>
              <a:ext uri="{FF2B5EF4-FFF2-40B4-BE49-F238E27FC236}">
                <a16:creationId xmlns:a16="http://schemas.microsoft.com/office/drawing/2014/main" id="{BC32A353-4426-4053-A90B-DFC9B1056880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GT_12184">
            <a:extLst>
              <a:ext uri="{FF2B5EF4-FFF2-40B4-BE49-F238E27FC236}">
                <a16:creationId xmlns:a16="http://schemas.microsoft.com/office/drawing/2014/main" id="{92BFC9E8-033D-4A72-90E9-27E0BB1A8229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2185">
            <a:extLst>
              <a:ext uri="{FF2B5EF4-FFF2-40B4-BE49-F238E27FC236}">
                <a16:creationId xmlns:a16="http://schemas.microsoft.com/office/drawing/2014/main" id="{4CAD7097-37DB-4AB8-9C64-7DB96044BE0D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2186">
            <a:extLst>
              <a:ext uri="{FF2B5EF4-FFF2-40B4-BE49-F238E27FC236}">
                <a16:creationId xmlns:a16="http://schemas.microsoft.com/office/drawing/2014/main" id="{8425FE88-5D5D-4D10-A2F6-30141AF38807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2187">
            <a:extLst>
              <a:ext uri="{FF2B5EF4-FFF2-40B4-BE49-F238E27FC236}">
                <a16:creationId xmlns:a16="http://schemas.microsoft.com/office/drawing/2014/main" id="{18CD654F-6D1B-44F6-B78F-6A3EF7E0728E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2188">
            <a:extLst>
              <a:ext uri="{FF2B5EF4-FFF2-40B4-BE49-F238E27FC236}">
                <a16:creationId xmlns:a16="http://schemas.microsoft.com/office/drawing/2014/main" id="{49C88973-1632-48AE-8568-23B545314468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2189">
            <a:extLst>
              <a:ext uri="{FF2B5EF4-FFF2-40B4-BE49-F238E27FC236}">
                <a16:creationId xmlns:a16="http://schemas.microsoft.com/office/drawing/2014/main" id="{DCAFD639-5B24-4C38-AC38-1CD62D7CCD51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2190">
            <a:extLst>
              <a:ext uri="{FF2B5EF4-FFF2-40B4-BE49-F238E27FC236}">
                <a16:creationId xmlns:a16="http://schemas.microsoft.com/office/drawing/2014/main" id="{B4791222-A43F-4476-A5C2-6E7D200103BE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2191">
            <a:extLst>
              <a:ext uri="{FF2B5EF4-FFF2-40B4-BE49-F238E27FC236}">
                <a16:creationId xmlns:a16="http://schemas.microsoft.com/office/drawing/2014/main" id="{6CEC73D2-5440-49A3-9571-411B6B47C98C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GT_12192">
            <a:extLst>
              <a:ext uri="{FF2B5EF4-FFF2-40B4-BE49-F238E27FC236}">
                <a16:creationId xmlns:a16="http://schemas.microsoft.com/office/drawing/2014/main" id="{02B299F9-25F8-478D-99F9-3CA43AE054EE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32" name="A2_polygon_GT_12193">
            <a:extLst>
              <a:ext uri="{FF2B5EF4-FFF2-40B4-BE49-F238E27FC236}">
                <a16:creationId xmlns:a16="http://schemas.microsoft.com/office/drawing/2014/main" id="{AEF88035-BD9D-484B-B4C0-DAAC1CCAAD1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3" name="A2_polygon_GT_12194">
            <a:extLst>
              <a:ext uri="{FF2B5EF4-FFF2-40B4-BE49-F238E27FC236}">
                <a16:creationId xmlns:a16="http://schemas.microsoft.com/office/drawing/2014/main" id="{9FFD0BD6-3ACC-4730-A405-8CF6BF89D4F6}"/>
              </a:ext>
            </a:extLst>
          </p:cNvPr>
          <p:cNvSpPr>
            <a:spLocks noGrp="1"/>
          </p:cNvSpPr>
          <p:nvPr/>
        </p:nvSpPr>
        <p:spPr>
          <a:xfrm>
            <a:off x="6259983" y="3625493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4" name="A2_polygon_GT_12195">
            <a:extLst>
              <a:ext uri="{FF2B5EF4-FFF2-40B4-BE49-F238E27FC236}">
                <a16:creationId xmlns:a16="http://schemas.microsoft.com/office/drawing/2014/main" id="{4B02181A-8A10-4FE6-AD81-74545CFCCD6F}"/>
              </a:ext>
            </a:extLst>
          </p:cNvPr>
          <p:cNvSpPr>
            <a:spLocks noGrp="1"/>
          </p:cNvSpPr>
          <p:nvPr/>
        </p:nvSpPr>
        <p:spPr>
          <a:xfrm>
            <a:off x="5432392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5" name="A2_polygon_GT_12196">
            <a:extLst>
              <a:ext uri="{FF2B5EF4-FFF2-40B4-BE49-F238E27FC236}">
                <a16:creationId xmlns:a16="http://schemas.microsoft.com/office/drawing/2014/main" id="{522BBD32-9BEB-442D-BD1D-F2561B84B094}"/>
              </a:ext>
            </a:extLst>
          </p:cNvPr>
          <p:cNvSpPr>
            <a:spLocks noGrp="1"/>
          </p:cNvSpPr>
          <p:nvPr/>
        </p:nvSpPr>
        <p:spPr>
          <a:xfrm>
            <a:off x="4023763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6" name="A2_polygon_GT_12197">
            <a:extLst>
              <a:ext uri="{FF2B5EF4-FFF2-40B4-BE49-F238E27FC236}">
                <a16:creationId xmlns:a16="http://schemas.microsoft.com/office/drawing/2014/main" id="{568DD2EF-969B-4940-9BE7-FB38EF3AEAE8}"/>
              </a:ext>
            </a:extLst>
          </p:cNvPr>
          <p:cNvSpPr>
            <a:spLocks noGrp="1"/>
          </p:cNvSpPr>
          <p:nvPr/>
        </p:nvSpPr>
        <p:spPr>
          <a:xfrm>
            <a:off x="3154701" y="3612019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7" name="A2_polygon_GT_12198">
            <a:extLst>
              <a:ext uri="{FF2B5EF4-FFF2-40B4-BE49-F238E27FC236}">
                <a16:creationId xmlns:a16="http://schemas.microsoft.com/office/drawing/2014/main" id="{4119AA1C-4C52-4035-A298-B54262ABE53C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8" name="A2_polygon_GT_12199">
            <a:extLst>
              <a:ext uri="{FF2B5EF4-FFF2-40B4-BE49-F238E27FC236}">
                <a16:creationId xmlns:a16="http://schemas.microsoft.com/office/drawing/2014/main" id="{0039FD44-C619-43E2-8A14-2DC00D464E3C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39" name="A2_polygon_GT_12200">
            <a:extLst>
              <a:ext uri="{FF2B5EF4-FFF2-40B4-BE49-F238E27FC236}">
                <a16:creationId xmlns:a16="http://schemas.microsoft.com/office/drawing/2014/main" id="{1B9BBE68-1989-452A-A4BC-EA35317CE94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0" name="A2_polygon_GT_12201">
            <a:extLst>
              <a:ext uri="{FF2B5EF4-FFF2-40B4-BE49-F238E27FC236}">
                <a16:creationId xmlns:a16="http://schemas.microsoft.com/office/drawing/2014/main" id="{BC51455B-33B3-4A12-A91D-C7C8F6599AB7}"/>
              </a:ext>
            </a:extLst>
          </p:cNvPr>
          <p:cNvSpPr>
            <a:spLocks noGrp="1"/>
          </p:cNvSpPr>
          <p:nvPr/>
        </p:nvSpPr>
        <p:spPr>
          <a:xfrm>
            <a:off x="6189845" y="364828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1" name="A2_polygon_GT_12202">
            <a:extLst>
              <a:ext uri="{FF2B5EF4-FFF2-40B4-BE49-F238E27FC236}">
                <a16:creationId xmlns:a16="http://schemas.microsoft.com/office/drawing/2014/main" id="{E5A44FD2-49DF-422E-B607-BEA09D489C9E}"/>
              </a:ext>
            </a:extLst>
          </p:cNvPr>
          <p:cNvSpPr>
            <a:spLocks noGrp="1"/>
          </p:cNvSpPr>
          <p:nvPr/>
        </p:nvSpPr>
        <p:spPr>
          <a:xfrm>
            <a:off x="5422438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2" name="A2_polygon_GT_12203">
            <a:extLst>
              <a:ext uri="{FF2B5EF4-FFF2-40B4-BE49-F238E27FC236}">
                <a16:creationId xmlns:a16="http://schemas.microsoft.com/office/drawing/2014/main" id="{CBD12259-6A5D-4D4C-A007-5733DC18F0D4}"/>
              </a:ext>
            </a:extLst>
          </p:cNvPr>
          <p:cNvSpPr>
            <a:spLocks noGrp="1"/>
          </p:cNvSpPr>
          <p:nvPr/>
        </p:nvSpPr>
        <p:spPr>
          <a:xfrm>
            <a:off x="4033716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3" name="A2_polygon_GT_12204">
            <a:extLst>
              <a:ext uri="{FF2B5EF4-FFF2-40B4-BE49-F238E27FC236}">
                <a16:creationId xmlns:a16="http://schemas.microsoft.com/office/drawing/2014/main" id="{57C8C9C1-E811-4510-9DE5-D16E8917CA20}"/>
              </a:ext>
            </a:extLst>
          </p:cNvPr>
          <p:cNvSpPr>
            <a:spLocks noGrp="1"/>
          </p:cNvSpPr>
          <p:nvPr/>
        </p:nvSpPr>
        <p:spPr>
          <a:xfrm>
            <a:off x="3225018" y="363486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4" name="A2_polygon_GT_12205">
            <a:extLst>
              <a:ext uri="{FF2B5EF4-FFF2-40B4-BE49-F238E27FC236}">
                <a16:creationId xmlns:a16="http://schemas.microsoft.com/office/drawing/2014/main" id="{33F269F4-4098-4F2B-9202-BB428EB23DC6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5" name="A2_polygon_GT_12206">
            <a:extLst>
              <a:ext uri="{FF2B5EF4-FFF2-40B4-BE49-F238E27FC236}">
                <a16:creationId xmlns:a16="http://schemas.microsoft.com/office/drawing/2014/main" id="{DBEBC743-4688-4C4C-A2F1-9CA0311E68D9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GT_12207">
            <a:extLst>
              <a:ext uri="{FF2B5EF4-FFF2-40B4-BE49-F238E27FC236}">
                <a16:creationId xmlns:a16="http://schemas.microsoft.com/office/drawing/2014/main" id="{C912FEE9-A5BD-4087-A72E-2750DE5BCC78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GT_12208">
            <a:extLst>
              <a:ext uri="{FF2B5EF4-FFF2-40B4-BE49-F238E27FC236}">
                <a16:creationId xmlns:a16="http://schemas.microsoft.com/office/drawing/2014/main" id="{BCD5A81D-07F8-41BC-B809-DC3B1A44B359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GT_12209">
            <a:extLst>
              <a:ext uri="{FF2B5EF4-FFF2-40B4-BE49-F238E27FC236}">
                <a16:creationId xmlns:a16="http://schemas.microsoft.com/office/drawing/2014/main" id="{9C428CFD-6899-41BC-8661-FE34C00512E9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GT_12210">
            <a:extLst>
              <a:ext uri="{FF2B5EF4-FFF2-40B4-BE49-F238E27FC236}">
                <a16:creationId xmlns:a16="http://schemas.microsoft.com/office/drawing/2014/main" id="{0E8A756A-78C3-4F17-AC2B-CE463395036C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GT_12211">
            <a:extLst>
              <a:ext uri="{FF2B5EF4-FFF2-40B4-BE49-F238E27FC236}">
                <a16:creationId xmlns:a16="http://schemas.microsoft.com/office/drawing/2014/main" id="{1C13E6B0-3584-4E5D-AC43-4A46345560D6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GT_12212">
            <a:extLst>
              <a:ext uri="{FF2B5EF4-FFF2-40B4-BE49-F238E27FC236}">
                <a16:creationId xmlns:a16="http://schemas.microsoft.com/office/drawing/2014/main" id="{9F2B7B40-67D9-401D-995D-E2D1B5B0EBBF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2213">
            <a:extLst>
              <a:ext uri="{FF2B5EF4-FFF2-40B4-BE49-F238E27FC236}">
                <a16:creationId xmlns:a16="http://schemas.microsoft.com/office/drawing/2014/main" id="{B93729BF-43A7-4702-99D3-BEADD3496881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3556108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GT receptor</a:t>
            </a:r>
          </a:p>
        </p:txBody>
      </p:sp>
      <p:sp>
        <p:nvSpPr>
          <p:cNvPr id="53" name="text_12214">
            <a:extLst>
              <a:ext uri="{FF2B5EF4-FFF2-40B4-BE49-F238E27FC236}">
                <a16:creationId xmlns:a16="http://schemas.microsoft.com/office/drawing/2014/main" id="{4EC6C194-40C1-4F7C-9D73-FBFA930D1C47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GT_12215">
            <a:extLst>
              <a:ext uri="{FF2B5EF4-FFF2-40B4-BE49-F238E27FC236}">
                <a16:creationId xmlns:a16="http://schemas.microsoft.com/office/drawing/2014/main" id="{BE7B587D-9336-4DC1-98D2-A95E5925B80B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55" name="A2_polygon_GT_12216">
            <a:extLst>
              <a:ext uri="{FF2B5EF4-FFF2-40B4-BE49-F238E27FC236}">
                <a16:creationId xmlns:a16="http://schemas.microsoft.com/office/drawing/2014/main" id="{31B60A14-90C3-4850-B873-2A67F730A14B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56" name="text_12217">
            <a:extLst>
              <a:ext uri="{FF2B5EF4-FFF2-40B4-BE49-F238E27FC236}">
                <a16:creationId xmlns:a16="http://schemas.microsoft.com/office/drawing/2014/main" id="{5E217F6A-6F53-4684-B881-CFF3219081AC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GT_12218">
            <a:extLst>
              <a:ext uri="{FF2B5EF4-FFF2-40B4-BE49-F238E27FC236}">
                <a16:creationId xmlns:a16="http://schemas.microsoft.com/office/drawing/2014/main" id="{B1C50272-39AB-4D58-AE9C-07571443CFE8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58" name="A2_polygon_GT_12219">
            <a:extLst>
              <a:ext uri="{FF2B5EF4-FFF2-40B4-BE49-F238E27FC236}">
                <a16:creationId xmlns:a16="http://schemas.microsoft.com/office/drawing/2014/main" id="{721B07DE-CD33-4743-9116-A09C121C1655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59" name="text_12220">
            <a:extLst>
              <a:ext uri="{FF2B5EF4-FFF2-40B4-BE49-F238E27FC236}">
                <a16:creationId xmlns:a16="http://schemas.microsoft.com/office/drawing/2014/main" id="{E69BBC81-7BA6-478A-9464-B8706E52EBC5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GT_12221">
            <a:extLst>
              <a:ext uri="{FF2B5EF4-FFF2-40B4-BE49-F238E27FC236}">
                <a16:creationId xmlns:a16="http://schemas.microsoft.com/office/drawing/2014/main" id="{B57D2142-1BBD-4BBE-A334-D5F8FE3CE7AB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GT_12222">
            <a:extLst>
              <a:ext uri="{FF2B5EF4-FFF2-40B4-BE49-F238E27FC236}">
                <a16:creationId xmlns:a16="http://schemas.microsoft.com/office/drawing/2014/main" id="{5B114AF2-E240-4B76-9A27-AA664D97784F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2223">
            <a:extLst>
              <a:ext uri="{FF2B5EF4-FFF2-40B4-BE49-F238E27FC236}">
                <a16:creationId xmlns:a16="http://schemas.microsoft.com/office/drawing/2014/main" id="{21B3ABAA-3CA8-4896-85BB-C755EDBB59B9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559045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Cryo_12224">
            <a:extLst>
              <a:ext uri="{FF2B5EF4-FFF2-40B4-BE49-F238E27FC236}">
                <a16:creationId xmlns:a16="http://schemas.microsoft.com/office/drawing/2014/main" id="{290D1D2B-D873-4864-BDD0-00847369E187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Cryo_12225">
            <a:extLst>
              <a:ext uri="{FF2B5EF4-FFF2-40B4-BE49-F238E27FC236}">
                <a16:creationId xmlns:a16="http://schemas.microsoft.com/office/drawing/2014/main" id="{FEBF9D20-8C44-4262-9791-FEB742A2D084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Cryo_12226">
            <a:extLst>
              <a:ext uri="{FF2B5EF4-FFF2-40B4-BE49-F238E27FC236}">
                <a16:creationId xmlns:a16="http://schemas.microsoft.com/office/drawing/2014/main" id="{F3A3E36A-7ECF-4039-8B38-5635D7D1E130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2227">
            <a:extLst>
              <a:ext uri="{FF2B5EF4-FFF2-40B4-BE49-F238E27FC236}">
                <a16:creationId xmlns:a16="http://schemas.microsoft.com/office/drawing/2014/main" id="{AA3F152F-A354-42E1-B17E-3019108727F7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Cryo_12228">
            <a:extLst>
              <a:ext uri="{FF2B5EF4-FFF2-40B4-BE49-F238E27FC236}">
                <a16:creationId xmlns:a16="http://schemas.microsoft.com/office/drawing/2014/main" id="{5538916C-E098-4607-BC52-6742706FEB3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2229">
            <a:extLst>
              <a:ext uri="{FF2B5EF4-FFF2-40B4-BE49-F238E27FC236}">
                <a16:creationId xmlns:a16="http://schemas.microsoft.com/office/drawing/2014/main" id="{2A6362A3-14F0-4915-AB9D-5350D0647703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2230">
            <a:extLst>
              <a:ext uri="{FF2B5EF4-FFF2-40B4-BE49-F238E27FC236}">
                <a16:creationId xmlns:a16="http://schemas.microsoft.com/office/drawing/2014/main" id="{B3C580EE-3DBB-46F4-B2A2-61BA1EC22D8C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Cryo_12231">
            <a:extLst>
              <a:ext uri="{FF2B5EF4-FFF2-40B4-BE49-F238E27FC236}">
                <a16:creationId xmlns:a16="http://schemas.microsoft.com/office/drawing/2014/main" id="{4313A094-6587-4D34-8E8A-FDC3B0247F71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2232">
            <a:extLst>
              <a:ext uri="{FF2B5EF4-FFF2-40B4-BE49-F238E27FC236}">
                <a16:creationId xmlns:a16="http://schemas.microsoft.com/office/drawing/2014/main" id="{FBD89D5E-7E50-45A0-AEC3-F7A54497DDC0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2233">
            <a:extLst>
              <a:ext uri="{FF2B5EF4-FFF2-40B4-BE49-F238E27FC236}">
                <a16:creationId xmlns:a16="http://schemas.microsoft.com/office/drawing/2014/main" id="{786F7D8E-041C-455D-82ED-2E90FBF0E9AB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Cryo_12234">
            <a:extLst>
              <a:ext uri="{FF2B5EF4-FFF2-40B4-BE49-F238E27FC236}">
                <a16:creationId xmlns:a16="http://schemas.microsoft.com/office/drawing/2014/main" id="{E6D96B14-FD51-4373-AF83-41AA127739A8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12235">
            <a:extLst>
              <a:ext uri="{FF2B5EF4-FFF2-40B4-BE49-F238E27FC236}">
                <a16:creationId xmlns:a16="http://schemas.microsoft.com/office/drawing/2014/main" id="{E2FF396F-6154-485B-A8CD-0EC3455E2D6E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12236">
            <a:extLst>
              <a:ext uri="{FF2B5EF4-FFF2-40B4-BE49-F238E27FC236}">
                <a16:creationId xmlns:a16="http://schemas.microsoft.com/office/drawing/2014/main" id="{AC28C59A-3D7E-4DE9-AB21-9D88C3BD7CE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Cryo_12237">
            <a:extLst>
              <a:ext uri="{FF2B5EF4-FFF2-40B4-BE49-F238E27FC236}">
                <a16:creationId xmlns:a16="http://schemas.microsoft.com/office/drawing/2014/main" id="{F35D9001-EDB6-4AA2-9944-4DECC11BE573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12238">
            <a:extLst>
              <a:ext uri="{FF2B5EF4-FFF2-40B4-BE49-F238E27FC236}">
                <a16:creationId xmlns:a16="http://schemas.microsoft.com/office/drawing/2014/main" id="{B49A7030-5D69-4CDA-B192-6F34A565A970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239">
            <a:extLst>
              <a:ext uri="{FF2B5EF4-FFF2-40B4-BE49-F238E27FC236}">
                <a16:creationId xmlns:a16="http://schemas.microsoft.com/office/drawing/2014/main" id="{E548D8F8-F587-4EFD-AB63-BE020E449841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Cryo_12240">
            <a:extLst>
              <a:ext uri="{FF2B5EF4-FFF2-40B4-BE49-F238E27FC236}">
                <a16:creationId xmlns:a16="http://schemas.microsoft.com/office/drawing/2014/main" id="{B35B874C-08D2-4448-80A6-CFC888189AB8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Cryo_12241">
            <a:extLst>
              <a:ext uri="{FF2B5EF4-FFF2-40B4-BE49-F238E27FC236}">
                <a16:creationId xmlns:a16="http://schemas.microsoft.com/office/drawing/2014/main" id="{A0B982A0-E021-41F8-A963-829A76D6F855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12242">
            <a:extLst>
              <a:ext uri="{FF2B5EF4-FFF2-40B4-BE49-F238E27FC236}">
                <a16:creationId xmlns:a16="http://schemas.microsoft.com/office/drawing/2014/main" id="{D109A6C0-A56C-4A9C-9EB4-2B52154D572A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Cryo_12243">
            <a:extLst>
              <a:ext uri="{FF2B5EF4-FFF2-40B4-BE49-F238E27FC236}">
                <a16:creationId xmlns:a16="http://schemas.microsoft.com/office/drawing/2014/main" id="{34FE895E-E1DE-4826-BE91-7FA676AECB82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Cryo_12244">
            <a:extLst>
              <a:ext uri="{FF2B5EF4-FFF2-40B4-BE49-F238E27FC236}">
                <a16:creationId xmlns:a16="http://schemas.microsoft.com/office/drawing/2014/main" id="{A3EDBA78-2C4E-4C45-A738-21FED9159D99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12245">
            <a:extLst>
              <a:ext uri="{FF2B5EF4-FFF2-40B4-BE49-F238E27FC236}">
                <a16:creationId xmlns:a16="http://schemas.microsoft.com/office/drawing/2014/main" id="{33166F2E-47D8-44BE-A698-29DCBD263BB4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Cryo_12246">
            <a:extLst>
              <a:ext uri="{FF2B5EF4-FFF2-40B4-BE49-F238E27FC236}">
                <a16:creationId xmlns:a16="http://schemas.microsoft.com/office/drawing/2014/main" id="{DCDE3477-D4A0-4F46-96F5-5C6530CDDFB0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Cryo_12247">
            <a:extLst>
              <a:ext uri="{FF2B5EF4-FFF2-40B4-BE49-F238E27FC236}">
                <a16:creationId xmlns:a16="http://schemas.microsoft.com/office/drawing/2014/main" id="{D3753E8A-FF92-4132-B5CD-372924E19F8B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12248">
            <a:extLst>
              <a:ext uri="{FF2B5EF4-FFF2-40B4-BE49-F238E27FC236}">
                <a16:creationId xmlns:a16="http://schemas.microsoft.com/office/drawing/2014/main" id="{0C1A8436-A4E0-4889-8E49-794C69D2BE76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Cryo_12249">
            <a:extLst>
              <a:ext uri="{FF2B5EF4-FFF2-40B4-BE49-F238E27FC236}">
                <a16:creationId xmlns:a16="http://schemas.microsoft.com/office/drawing/2014/main" id="{B5A0BF9C-A7D6-4ADD-A1F9-4293C2B4AC44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Cryo_12250">
            <a:extLst>
              <a:ext uri="{FF2B5EF4-FFF2-40B4-BE49-F238E27FC236}">
                <a16:creationId xmlns:a16="http://schemas.microsoft.com/office/drawing/2014/main" id="{A2F8BBB2-1FE7-4BE6-ACD2-D1A464858E75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12251">
            <a:extLst>
              <a:ext uri="{FF2B5EF4-FFF2-40B4-BE49-F238E27FC236}">
                <a16:creationId xmlns:a16="http://schemas.microsoft.com/office/drawing/2014/main" id="{90BC3ED2-04E7-49A3-AABA-5979A9407AFA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Cryo_12252">
            <a:extLst>
              <a:ext uri="{FF2B5EF4-FFF2-40B4-BE49-F238E27FC236}">
                <a16:creationId xmlns:a16="http://schemas.microsoft.com/office/drawing/2014/main" id="{0EEC78B8-F783-4CE1-A9C1-B30C332F0E81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Cryo_12253">
            <a:extLst>
              <a:ext uri="{FF2B5EF4-FFF2-40B4-BE49-F238E27FC236}">
                <a16:creationId xmlns:a16="http://schemas.microsoft.com/office/drawing/2014/main" id="{EB414105-5BF6-4E09-A0F9-BE7670D11E9E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12254">
            <a:extLst>
              <a:ext uri="{FF2B5EF4-FFF2-40B4-BE49-F238E27FC236}">
                <a16:creationId xmlns:a16="http://schemas.microsoft.com/office/drawing/2014/main" id="{B5D1B923-FC39-4E5D-B086-1831B12934DA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Cryo_12255">
            <a:extLst>
              <a:ext uri="{FF2B5EF4-FFF2-40B4-BE49-F238E27FC236}">
                <a16:creationId xmlns:a16="http://schemas.microsoft.com/office/drawing/2014/main" id="{984B5C85-8838-4D8C-99CC-F4AD443E1158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Cryo_12256">
            <a:extLst>
              <a:ext uri="{FF2B5EF4-FFF2-40B4-BE49-F238E27FC236}">
                <a16:creationId xmlns:a16="http://schemas.microsoft.com/office/drawing/2014/main" id="{8323DE82-0A19-4AA1-9C9A-1B6DD4E028F4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12257">
            <a:extLst>
              <a:ext uri="{FF2B5EF4-FFF2-40B4-BE49-F238E27FC236}">
                <a16:creationId xmlns:a16="http://schemas.microsoft.com/office/drawing/2014/main" id="{7CE41B2F-4406-4FE1-B050-571B5715F685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12258">
            <a:extLst>
              <a:ext uri="{FF2B5EF4-FFF2-40B4-BE49-F238E27FC236}">
                <a16:creationId xmlns:a16="http://schemas.microsoft.com/office/drawing/2014/main" id="{A6BFE57A-05CF-4001-B066-A4D6E2384DB2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Cryo_12259">
            <a:extLst>
              <a:ext uri="{FF2B5EF4-FFF2-40B4-BE49-F238E27FC236}">
                <a16:creationId xmlns:a16="http://schemas.microsoft.com/office/drawing/2014/main" id="{E14CEDFF-F752-4B22-A7DE-2C1F0F809B3E}"/>
              </a:ext>
            </a:extLst>
          </p:cNvPr>
          <p:cNvSpPr>
            <a:spLocks noGrp="1"/>
          </p:cNvSpPr>
          <p:nvPr/>
        </p:nvSpPr>
        <p:spPr>
          <a:xfrm>
            <a:off x="1387164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7" name="A1_bar_Cryo_12260">
            <a:extLst>
              <a:ext uri="{FF2B5EF4-FFF2-40B4-BE49-F238E27FC236}">
                <a16:creationId xmlns:a16="http://schemas.microsoft.com/office/drawing/2014/main" id="{31419BB1-CDFE-4AA9-9D5F-BED1D5904B41}"/>
              </a:ext>
            </a:extLst>
          </p:cNvPr>
          <p:cNvSpPr>
            <a:spLocks noGrp="1"/>
          </p:cNvSpPr>
          <p:nvPr/>
        </p:nvSpPr>
        <p:spPr>
          <a:xfrm>
            <a:off x="2960987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8" name="A1_bar_Cryo_12261">
            <a:extLst>
              <a:ext uri="{FF2B5EF4-FFF2-40B4-BE49-F238E27FC236}">
                <a16:creationId xmlns:a16="http://schemas.microsoft.com/office/drawing/2014/main" id="{0204CF63-EA1F-4E29-94BF-E5F27AA7192A}"/>
              </a:ext>
            </a:extLst>
          </p:cNvPr>
          <p:cNvSpPr>
            <a:spLocks noGrp="1"/>
          </p:cNvSpPr>
          <p:nvPr/>
        </p:nvSpPr>
        <p:spPr>
          <a:xfrm>
            <a:off x="4534810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9" name="A1_bar_Cryo_12262">
            <a:extLst>
              <a:ext uri="{FF2B5EF4-FFF2-40B4-BE49-F238E27FC236}">
                <a16:creationId xmlns:a16="http://schemas.microsoft.com/office/drawing/2014/main" id="{78F92BA5-929B-4D07-8A7F-8033355ADF73}"/>
              </a:ext>
            </a:extLst>
          </p:cNvPr>
          <p:cNvSpPr>
            <a:spLocks noGrp="1"/>
          </p:cNvSpPr>
          <p:nvPr/>
        </p:nvSpPr>
        <p:spPr>
          <a:xfrm>
            <a:off x="6108633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0" name="A1_bar_Cryo_12263">
            <a:extLst>
              <a:ext uri="{FF2B5EF4-FFF2-40B4-BE49-F238E27FC236}">
                <a16:creationId xmlns:a16="http://schemas.microsoft.com/office/drawing/2014/main" id="{E8A016CF-4131-4C2E-9326-155EEBC77E1A}"/>
              </a:ext>
            </a:extLst>
          </p:cNvPr>
          <p:cNvSpPr>
            <a:spLocks noGrp="1"/>
          </p:cNvSpPr>
          <p:nvPr/>
        </p:nvSpPr>
        <p:spPr>
          <a:xfrm>
            <a:off x="7682456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1" name="A1_bar_Cryo_12264">
            <a:extLst>
              <a:ext uri="{FF2B5EF4-FFF2-40B4-BE49-F238E27FC236}">
                <a16:creationId xmlns:a16="http://schemas.microsoft.com/office/drawing/2014/main" id="{60215FAC-6F1C-452E-9390-85137FA37D86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2" name="A1_bar_Cryo_12265">
            <a:extLst>
              <a:ext uri="{FF2B5EF4-FFF2-40B4-BE49-F238E27FC236}">
                <a16:creationId xmlns:a16="http://schemas.microsoft.com/office/drawing/2014/main" id="{01A3BF52-75CB-4879-B7A8-046881F5B92C}"/>
              </a:ext>
            </a:extLst>
          </p:cNvPr>
          <p:cNvSpPr>
            <a:spLocks noGrp="1"/>
          </p:cNvSpPr>
          <p:nvPr/>
        </p:nvSpPr>
        <p:spPr>
          <a:xfrm>
            <a:off x="3322966" y="4382999"/>
            <a:ext cx="325781" cy="1732051"/>
          </a:xfrm>
          <a:custGeom>
            <a:avLst/>
            <a:gdLst/>
            <a:ahLst/>
            <a:cxnLst/>
            <a:rect l="0" t="0" r="0" b="0"/>
            <a:pathLst>
              <a:path w="325781" h="1732051">
                <a:moveTo>
                  <a:pt x="0" y="1732051"/>
                </a:moveTo>
                <a:lnTo>
                  <a:pt x="325781" y="1732051"/>
                </a:lnTo>
                <a:lnTo>
                  <a:pt x="325781" y="0"/>
                </a:lnTo>
                <a:lnTo>
                  <a:pt x="0" y="0"/>
                </a:lnTo>
                <a:lnTo>
                  <a:pt x="0" y="1732051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3" name="A1_bar_Cryo_12266">
            <a:extLst>
              <a:ext uri="{FF2B5EF4-FFF2-40B4-BE49-F238E27FC236}">
                <a16:creationId xmlns:a16="http://schemas.microsoft.com/office/drawing/2014/main" id="{369AA7C9-6E39-4A14-997E-98233EC87EDC}"/>
              </a:ext>
            </a:extLst>
          </p:cNvPr>
          <p:cNvSpPr>
            <a:spLocks noGrp="1"/>
          </p:cNvSpPr>
          <p:nvPr/>
        </p:nvSpPr>
        <p:spPr>
          <a:xfrm>
            <a:off x="4896789" y="4426758"/>
            <a:ext cx="325781" cy="1688292"/>
          </a:xfrm>
          <a:custGeom>
            <a:avLst/>
            <a:gdLst/>
            <a:ahLst/>
            <a:cxnLst/>
            <a:rect l="0" t="0" r="0" b="0"/>
            <a:pathLst>
              <a:path w="325781" h="1688292">
                <a:moveTo>
                  <a:pt x="0" y="1688292"/>
                </a:moveTo>
                <a:lnTo>
                  <a:pt x="325781" y="1688292"/>
                </a:lnTo>
                <a:lnTo>
                  <a:pt x="325781" y="0"/>
                </a:lnTo>
                <a:lnTo>
                  <a:pt x="0" y="0"/>
                </a:lnTo>
                <a:lnTo>
                  <a:pt x="0" y="168829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4" name="A1_bar_Cryo_12267">
            <a:extLst>
              <a:ext uri="{FF2B5EF4-FFF2-40B4-BE49-F238E27FC236}">
                <a16:creationId xmlns:a16="http://schemas.microsoft.com/office/drawing/2014/main" id="{49390D51-3A17-4297-B79A-51690615E319}"/>
              </a:ext>
            </a:extLst>
          </p:cNvPr>
          <p:cNvSpPr>
            <a:spLocks noGrp="1"/>
          </p:cNvSpPr>
          <p:nvPr/>
        </p:nvSpPr>
        <p:spPr>
          <a:xfrm>
            <a:off x="6470612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5" name="A1_bar_Cryo_12268">
            <a:extLst>
              <a:ext uri="{FF2B5EF4-FFF2-40B4-BE49-F238E27FC236}">
                <a16:creationId xmlns:a16="http://schemas.microsoft.com/office/drawing/2014/main" id="{FF273AFF-28CD-483D-A942-16224722B097}"/>
              </a:ext>
            </a:extLst>
          </p:cNvPr>
          <p:cNvSpPr>
            <a:spLocks noGrp="1"/>
          </p:cNvSpPr>
          <p:nvPr/>
        </p:nvSpPr>
        <p:spPr>
          <a:xfrm>
            <a:off x="8044435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6" name="A1_bar_Cryo_12269">
            <a:extLst>
              <a:ext uri="{FF2B5EF4-FFF2-40B4-BE49-F238E27FC236}">
                <a16:creationId xmlns:a16="http://schemas.microsoft.com/office/drawing/2014/main" id="{A28804EF-B74C-44B3-B70B-A90C202EFFFA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Cryo_12270">
            <a:extLst>
              <a:ext uri="{FF2B5EF4-FFF2-40B4-BE49-F238E27FC236}">
                <a16:creationId xmlns:a16="http://schemas.microsoft.com/office/drawing/2014/main" id="{3964C737-16D2-48F6-B860-05BD8DDD3B0C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Cryo_12271">
            <a:extLst>
              <a:ext uri="{FF2B5EF4-FFF2-40B4-BE49-F238E27FC236}">
                <a16:creationId xmlns:a16="http://schemas.microsoft.com/office/drawing/2014/main" id="{29468A58-9B87-41B2-9707-1619EB95C404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Cryo_12272">
            <a:extLst>
              <a:ext uri="{FF2B5EF4-FFF2-40B4-BE49-F238E27FC236}">
                <a16:creationId xmlns:a16="http://schemas.microsoft.com/office/drawing/2014/main" id="{CF27739F-3EBF-46D4-938E-6EB75A2B50D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Cryo_12273">
            <a:extLst>
              <a:ext uri="{FF2B5EF4-FFF2-40B4-BE49-F238E27FC236}">
                <a16:creationId xmlns:a16="http://schemas.microsoft.com/office/drawing/2014/main" id="{1C316612-A0E3-42C6-934A-0E840CFFA449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Cryo_12274">
            <a:extLst>
              <a:ext uri="{FF2B5EF4-FFF2-40B4-BE49-F238E27FC236}">
                <a16:creationId xmlns:a16="http://schemas.microsoft.com/office/drawing/2014/main" id="{411D7CDC-D38D-4FEF-947D-E3BF60E563FA}"/>
              </a:ext>
            </a:extLst>
          </p:cNvPr>
          <p:cNvSpPr>
            <a:spLocks noGrp="1"/>
          </p:cNvSpPr>
          <p:nvPr/>
        </p:nvSpPr>
        <p:spPr>
          <a:xfrm>
            <a:off x="1524439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Cryo_12275">
            <a:extLst>
              <a:ext uri="{FF2B5EF4-FFF2-40B4-BE49-F238E27FC236}">
                <a16:creationId xmlns:a16="http://schemas.microsoft.com/office/drawing/2014/main" id="{D0A04966-2E68-43BB-96D6-3BC9D68CE928}"/>
              </a:ext>
            </a:extLst>
          </p:cNvPr>
          <p:cNvSpPr>
            <a:spLocks noGrp="1"/>
          </p:cNvSpPr>
          <p:nvPr/>
        </p:nvSpPr>
        <p:spPr>
          <a:xfrm>
            <a:off x="1546761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Cryo_12276">
            <a:extLst>
              <a:ext uri="{FF2B5EF4-FFF2-40B4-BE49-F238E27FC236}">
                <a16:creationId xmlns:a16="http://schemas.microsoft.com/office/drawing/2014/main" id="{214D4B29-E50B-43DE-B7E6-79033AC77EDD}"/>
              </a:ext>
            </a:extLst>
          </p:cNvPr>
          <p:cNvSpPr>
            <a:spLocks noGrp="1"/>
          </p:cNvSpPr>
          <p:nvPr/>
        </p:nvSpPr>
        <p:spPr>
          <a:xfrm>
            <a:off x="1460641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Cryo_12277">
            <a:extLst>
              <a:ext uri="{FF2B5EF4-FFF2-40B4-BE49-F238E27FC236}">
                <a16:creationId xmlns:a16="http://schemas.microsoft.com/office/drawing/2014/main" id="{B1EEA850-EB53-4EEB-9608-75F71EAF7405}"/>
              </a:ext>
            </a:extLst>
          </p:cNvPr>
          <p:cNvSpPr>
            <a:spLocks noGrp="1"/>
          </p:cNvSpPr>
          <p:nvPr/>
        </p:nvSpPr>
        <p:spPr>
          <a:xfrm>
            <a:off x="1460845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Cryo_12278">
            <a:extLst>
              <a:ext uri="{FF2B5EF4-FFF2-40B4-BE49-F238E27FC236}">
                <a16:creationId xmlns:a16="http://schemas.microsoft.com/office/drawing/2014/main" id="{C46604A7-A481-44CE-A930-1A5922FAF38B}"/>
              </a:ext>
            </a:extLst>
          </p:cNvPr>
          <p:cNvSpPr>
            <a:spLocks noGrp="1"/>
          </p:cNvSpPr>
          <p:nvPr/>
        </p:nvSpPr>
        <p:spPr>
          <a:xfrm>
            <a:off x="1479870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Cryo_12279">
            <a:extLst>
              <a:ext uri="{FF2B5EF4-FFF2-40B4-BE49-F238E27FC236}">
                <a16:creationId xmlns:a16="http://schemas.microsoft.com/office/drawing/2014/main" id="{69828B75-EFB5-4088-A642-A2D54C6AA4EE}"/>
              </a:ext>
            </a:extLst>
          </p:cNvPr>
          <p:cNvSpPr>
            <a:spLocks noGrp="1"/>
          </p:cNvSpPr>
          <p:nvPr/>
        </p:nvSpPr>
        <p:spPr>
          <a:xfrm>
            <a:off x="158287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Cryo_12280">
            <a:extLst>
              <a:ext uri="{FF2B5EF4-FFF2-40B4-BE49-F238E27FC236}">
                <a16:creationId xmlns:a16="http://schemas.microsoft.com/office/drawing/2014/main" id="{BC70EF8E-B18B-4533-B85D-B17E6C70B371}"/>
              </a:ext>
            </a:extLst>
          </p:cNvPr>
          <p:cNvSpPr>
            <a:spLocks noGrp="1"/>
          </p:cNvSpPr>
          <p:nvPr/>
        </p:nvSpPr>
        <p:spPr>
          <a:xfrm>
            <a:off x="1642420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Cryo_12281">
            <a:extLst>
              <a:ext uri="{FF2B5EF4-FFF2-40B4-BE49-F238E27FC236}">
                <a16:creationId xmlns:a16="http://schemas.microsoft.com/office/drawing/2014/main" id="{A36B5DCC-9CDE-4B43-BF9D-881C9AD6A730}"/>
              </a:ext>
            </a:extLst>
          </p:cNvPr>
          <p:cNvSpPr>
            <a:spLocks noGrp="1"/>
          </p:cNvSpPr>
          <p:nvPr/>
        </p:nvSpPr>
        <p:spPr>
          <a:xfrm>
            <a:off x="1509000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Cryo_12282">
            <a:extLst>
              <a:ext uri="{FF2B5EF4-FFF2-40B4-BE49-F238E27FC236}">
                <a16:creationId xmlns:a16="http://schemas.microsoft.com/office/drawing/2014/main" id="{794FBD49-59AF-4461-B197-D621DC5EE1FB}"/>
              </a:ext>
            </a:extLst>
          </p:cNvPr>
          <p:cNvSpPr>
            <a:spLocks noGrp="1"/>
          </p:cNvSpPr>
          <p:nvPr/>
        </p:nvSpPr>
        <p:spPr>
          <a:xfrm>
            <a:off x="164438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Cryo_12283">
            <a:extLst>
              <a:ext uri="{FF2B5EF4-FFF2-40B4-BE49-F238E27FC236}">
                <a16:creationId xmlns:a16="http://schemas.microsoft.com/office/drawing/2014/main" id="{DA9A388F-7CAB-471F-9D31-41BA917CD4F8}"/>
              </a:ext>
            </a:extLst>
          </p:cNvPr>
          <p:cNvSpPr>
            <a:spLocks noGrp="1"/>
          </p:cNvSpPr>
          <p:nvPr/>
        </p:nvSpPr>
        <p:spPr>
          <a:xfrm>
            <a:off x="164347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Cryo_12284">
            <a:extLst>
              <a:ext uri="{FF2B5EF4-FFF2-40B4-BE49-F238E27FC236}">
                <a16:creationId xmlns:a16="http://schemas.microsoft.com/office/drawing/2014/main" id="{8D94B21D-C233-4879-B65F-6E488F5D6244}"/>
              </a:ext>
            </a:extLst>
          </p:cNvPr>
          <p:cNvSpPr>
            <a:spLocks noGrp="1"/>
          </p:cNvSpPr>
          <p:nvPr/>
        </p:nvSpPr>
        <p:spPr>
          <a:xfrm>
            <a:off x="146081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Cryo_12285">
            <a:extLst>
              <a:ext uri="{FF2B5EF4-FFF2-40B4-BE49-F238E27FC236}">
                <a16:creationId xmlns:a16="http://schemas.microsoft.com/office/drawing/2014/main" id="{CB4E50E6-3354-4E61-8125-05F6B5C0E61D}"/>
              </a:ext>
            </a:extLst>
          </p:cNvPr>
          <p:cNvSpPr>
            <a:spLocks noGrp="1"/>
          </p:cNvSpPr>
          <p:nvPr/>
        </p:nvSpPr>
        <p:spPr>
          <a:xfrm>
            <a:off x="1447586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Cryo_12286">
            <a:extLst>
              <a:ext uri="{FF2B5EF4-FFF2-40B4-BE49-F238E27FC236}">
                <a16:creationId xmlns:a16="http://schemas.microsoft.com/office/drawing/2014/main" id="{23313D1D-57E7-4ACE-9030-4EB2C4511708}"/>
              </a:ext>
            </a:extLst>
          </p:cNvPr>
          <p:cNvSpPr>
            <a:spLocks noGrp="1"/>
          </p:cNvSpPr>
          <p:nvPr/>
        </p:nvSpPr>
        <p:spPr>
          <a:xfrm>
            <a:off x="1541240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Cryo_12287">
            <a:extLst>
              <a:ext uri="{FF2B5EF4-FFF2-40B4-BE49-F238E27FC236}">
                <a16:creationId xmlns:a16="http://schemas.microsoft.com/office/drawing/2014/main" id="{97AF5E65-C3B1-492F-86EB-528938F1A017}"/>
              </a:ext>
            </a:extLst>
          </p:cNvPr>
          <p:cNvSpPr>
            <a:spLocks noGrp="1"/>
          </p:cNvSpPr>
          <p:nvPr/>
        </p:nvSpPr>
        <p:spPr>
          <a:xfrm>
            <a:off x="1498492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Cryo_12288">
            <a:extLst>
              <a:ext uri="{FF2B5EF4-FFF2-40B4-BE49-F238E27FC236}">
                <a16:creationId xmlns:a16="http://schemas.microsoft.com/office/drawing/2014/main" id="{4E7E4242-2B04-4404-9CE0-2D96263E5527}"/>
              </a:ext>
            </a:extLst>
          </p:cNvPr>
          <p:cNvSpPr>
            <a:spLocks noGrp="1"/>
          </p:cNvSpPr>
          <p:nvPr/>
        </p:nvSpPr>
        <p:spPr>
          <a:xfrm>
            <a:off x="1498621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Cryo_12289">
            <a:extLst>
              <a:ext uri="{FF2B5EF4-FFF2-40B4-BE49-F238E27FC236}">
                <a16:creationId xmlns:a16="http://schemas.microsoft.com/office/drawing/2014/main" id="{0625D3D3-1515-4B7E-AC06-590495B2B333}"/>
              </a:ext>
            </a:extLst>
          </p:cNvPr>
          <p:cNvSpPr>
            <a:spLocks noGrp="1"/>
          </p:cNvSpPr>
          <p:nvPr/>
        </p:nvSpPr>
        <p:spPr>
          <a:xfrm>
            <a:off x="155260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Cryo_12290">
            <a:extLst>
              <a:ext uri="{FF2B5EF4-FFF2-40B4-BE49-F238E27FC236}">
                <a16:creationId xmlns:a16="http://schemas.microsoft.com/office/drawing/2014/main" id="{95238205-5A52-4EDF-A753-1666D6C4576B}"/>
              </a:ext>
            </a:extLst>
          </p:cNvPr>
          <p:cNvSpPr>
            <a:spLocks noGrp="1"/>
          </p:cNvSpPr>
          <p:nvPr/>
        </p:nvSpPr>
        <p:spPr>
          <a:xfrm>
            <a:off x="161765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Cryo_12291">
            <a:extLst>
              <a:ext uri="{FF2B5EF4-FFF2-40B4-BE49-F238E27FC236}">
                <a16:creationId xmlns:a16="http://schemas.microsoft.com/office/drawing/2014/main" id="{B4BC78BA-CF92-46CA-99BE-A32454BE04AB}"/>
              </a:ext>
            </a:extLst>
          </p:cNvPr>
          <p:cNvSpPr>
            <a:spLocks noGrp="1"/>
          </p:cNvSpPr>
          <p:nvPr/>
        </p:nvSpPr>
        <p:spPr>
          <a:xfrm>
            <a:off x="1452179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Cryo_12292">
            <a:extLst>
              <a:ext uri="{FF2B5EF4-FFF2-40B4-BE49-F238E27FC236}">
                <a16:creationId xmlns:a16="http://schemas.microsoft.com/office/drawing/2014/main" id="{116AA5A9-63AC-44AE-B314-6D3C0EB5FAE3}"/>
              </a:ext>
            </a:extLst>
          </p:cNvPr>
          <p:cNvSpPr>
            <a:spLocks noGrp="1"/>
          </p:cNvSpPr>
          <p:nvPr/>
        </p:nvSpPr>
        <p:spPr>
          <a:xfrm>
            <a:off x="1439192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Cryo_12293">
            <a:extLst>
              <a:ext uri="{FF2B5EF4-FFF2-40B4-BE49-F238E27FC236}">
                <a16:creationId xmlns:a16="http://schemas.microsoft.com/office/drawing/2014/main" id="{2351BF73-A328-4F81-A912-C5A2C729A64F}"/>
              </a:ext>
            </a:extLst>
          </p:cNvPr>
          <p:cNvSpPr>
            <a:spLocks noGrp="1"/>
          </p:cNvSpPr>
          <p:nvPr/>
        </p:nvSpPr>
        <p:spPr>
          <a:xfrm>
            <a:off x="1425798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Cryo_12294">
            <a:extLst>
              <a:ext uri="{FF2B5EF4-FFF2-40B4-BE49-F238E27FC236}">
                <a16:creationId xmlns:a16="http://schemas.microsoft.com/office/drawing/2014/main" id="{61E84568-0A51-4652-B250-31123EE2C30B}"/>
              </a:ext>
            </a:extLst>
          </p:cNvPr>
          <p:cNvSpPr>
            <a:spLocks noGrp="1"/>
          </p:cNvSpPr>
          <p:nvPr/>
        </p:nvSpPr>
        <p:spPr>
          <a:xfrm>
            <a:off x="1552142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Cryo_12295">
            <a:extLst>
              <a:ext uri="{FF2B5EF4-FFF2-40B4-BE49-F238E27FC236}">
                <a16:creationId xmlns:a16="http://schemas.microsoft.com/office/drawing/2014/main" id="{4F2B2FFB-4A59-4E1F-8BF1-3C0CA47E15D2}"/>
              </a:ext>
            </a:extLst>
          </p:cNvPr>
          <p:cNvSpPr>
            <a:spLocks noGrp="1"/>
          </p:cNvSpPr>
          <p:nvPr/>
        </p:nvSpPr>
        <p:spPr>
          <a:xfrm>
            <a:off x="1494595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Cryo_12296">
            <a:extLst>
              <a:ext uri="{FF2B5EF4-FFF2-40B4-BE49-F238E27FC236}">
                <a16:creationId xmlns:a16="http://schemas.microsoft.com/office/drawing/2014/main" id="{9CF9768A-1BFC-4789-8D87-22C2E609DEB1}"/>
              </a:ext>
            </a:extLst>
          </p:cNvPr>
          <p:cNvSpPr>
            <a:spLocks noGrp="1"/>
          </p:cNvSpPr>
          <p:nvPr/>
        </p:nvSpPr>
        <p:spPr>
          <a:xfrm>
            <a:off x="160783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Cryo_12297">
            <a:extLst>
              <a:ext uri="{FF2B5EF4-FFF2-40B4-BE49-F238E27FC236}">
                <a16:creationId xmlns:a16="http://schemas.microsoft.com/office/drawing/2014/main" id="{8188F1B2-2D15-46D4-B4A9-F65E7ED1BEAD}"/>
              </a:ext>
            </a:extLst>
          </p:cNvPr>
          <p:cNvSpPr>
            <a:spLocks noGrp="1"/>
          </p:cNvSpPr>
          <p:nvPr/>
        </p:nvSpPr>
        <p:spPr>
          <a:xfrm>
            <a:off x="1648156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Cryo_12298">
            <a:extLst>
              <a:ext uri="{FF2B5EF4-FFF2-40B4-BE49-F238E27FC236}">
                <a16:creationId xmlns:a16="http://schemas.microsoft.com/office/drawing/2014/main" id="{056BD33F-2470-4672-9E0E-7309CD61C5C1}"/>
              </a:ext>
            </a:extLst>
          </p:cNvPr>
          <p:cNvSpPr>
            <a:spLocks noGrp="1"/>
          </p:cNvSpPr>
          <p:nvPr/>
        </p:nvSpPr>
        <p:spPr>
          <a:xfrm>
            <a:off x="142383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Cryo_12299">
            <a:extLst>
              <a:ext uri="{FF2B5EF4-FFF2-40B4-BE49-F238E27FC236}">
                <a16:creationId xmlns:a16="http://schemas.microsoft.com/office/drawing/2014/main" id="{7E055623-0A1B-41F4-953A-849CF655F356}"/>
              </a:ext>
            </a:extLst>
          </p:cNvPr>
          <p:cNvSpPr>
            <a:spLocks noGrp="1"/>
          </p:cNvSpPr>
          <p:nvPr/>
        </p:nvSpPr>
        <p:spPr>
          <a:xfrm>
            <a:off x="1637626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Cryo_12300">
            <a:extLst>
              <a:ext uri="{FF2B5EF4-FFF2-40B4-BE49-F238E27FC236}">
                <a16:creationId xmlns:a16="http://schemas.microsoft.com/office/drawing/2014/main" id="{C6E4380A-70A9-4AC2-B3A5-37956FAD636A}"/>
              </a:ext>
            </a:extLst>
          </p:cNvPr>
          <p:cNvSpPr>
            <a:spLocks noGrp="1"/>
          </p:cNvSpPr>
          <p:nvPr/>
        </p:nvSpPr>
        <p:spPr>
          <a:xfrm>
            <a:off x="1484123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Cryo_12301">
            <a:extLst>
              <a:ext uri="{FF2B5EF4-FFF2-40B4-BE49-F238E27FC236}">
                <a16:creationId xmlns:a16="http://schemas.microsoft.com/office/drawing/2014/main" id="{72A68E93-AAF7-46DC-8B90-0AF81E5DFF6D}"/>
              </a:ext>
            </a:extLst>
          </p:cNvPr>
          <p:cNvSpPr>
            <a:spLocks noGrp="1"/>
          </p:cNvSpPr>
          <p:nvPr/>
        </p:nvSpPr>
        <p:spPr>
          <a:xfrm>
            <a:off x="157520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Cryo_12302">
            <a:extLst>
              <a:ext uri="{FF2B5EF4-FFF2-40B4-BE49-F238E27FC236}">
                <a16:creationId xmlns:a16="http://schemas.microsoft.com/office/drawing/2014/main" id="{69B77504-16F0-4F2D-9768-9D4CACD58739}"/>
              </a:ext>
            </a:extLst>
          </p:cNvPr>
          <p:cNvSpPr>
            <a:spLocks noGrp="1"/>
          </p:cNvSpPr>
          <p:nvPr/>
        </p:nvSpPr>
        <p:spPr>
          <a:xfrm>
            <a:off x="1435187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Cryo_12303">
            <a:extLst>
              <a:ext uri="{FF2B5EF4-FFF2-40B4-BE49-F238E27FC236}">
                <a16:creationId xmlns:a16="http://schemas.microsoft.com/office/drawing/2014/main" id="{55FCA421-432B-4511-B481-6DD03791FC5C}"/>
              </a:ext>
            </a:extLst>
          </p:cNvPr>
          <p:cNvSpPr>
            <a:spLocks noGrp="1"/>
          </p:cNvSpPr>
          <p:nvPr/>
        </p:nvSpPr>
        <p:spPr>
          <a:xfrm>
            <a:off x="1512572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Cryo_12304">
            <a:extLst>
              <a:ext uri="{FF2B5EF4-FFF2-40B4-BE49-F238E27FC236}">
                <a16:creationId xmlns:a16="http://schemas.microsoft.com/office/drawing/2014/main" id="{0B081963-24A1-409D-9A2F-0B1138BAEA4F}"/>
              </a:ext>
            </a:extLst>
          </p:cNvPr>
          <p:cNvSpPr>
            <a:spLocks noGrp="1"/>
          </p:cNvSpPr>
          <p:nvPr/>
        </p:nvSpPr>
        <p:spPr>
          <a:xfrm>
            <a:off x="1649228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Cryo_12305">
            <a:extLst>
              <a:ext uri="{FF2B5EF4-FFF2-40B4-BE49-F238E27FC236}">
                <a16:creationId xmlns:a16="http://schemas.microsoft.com/office/drawing/2014/main" id="{103CE3EE-0175-4626-804C-4571C540ACAE}"/>
              </a:ext>
            </a:extLst>
          </p:cNvPr>
          <p:cNvSpPr>
            <a:spLocks noGrp="1"/>
          </p:cNvSpPr>
          <p:nvPr/>
        </p:nvSpPr>
        <p:spPr>
          <a:xfrm>
            <a:off x="1612777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Cryo_12306">
            <a:extLst>
              <a:ext uri="{FF2B5EF4-FFF2-40B4-BE49-F238E27FC236}">
                <a16:creationId xmlns:a16="http://schemas.microsoft.com/office/drawing/2014/main" id="{8986C144-4ADC-434A-957F-8F3DE59488C0}"/>
              </a:ext>
            </a:extLst>
          </p:cNvPr>
          <p:cNvSpPr>
            <a:spLocks noGrp="1"/>
          </p:cNvSpPr>
          <p:nvPr/>
        </p:nvSpPr>
        <p:spPr>
          <a:xfrm>
            <a:off x="1576392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Cryo_12307">
            <a:extLst>
              <a:ext uri="{FF2B5EF4-FFF2-40B4-BE49-F238E27FC236}">
                <a16:creationId xmlns:a16="http://schemas.microsoft.com/office/drawing/2014/main" id="{8B534D59-FF2F-478A-B661-69EC1300781E}"/>
              </a:ext>
            </a:extLst>
          </p:cNvPr>
          <p:cNvSpPr>
            <a:spLocks noGrp="1"/>
          </p:cNvSpPr>
          <p:nvPr/>
        </p:nvSpPr>
        <p:spPr>
          <a:xfrm>
            <a:off x="1548727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Cryo_12308">
            <a:extLst>
              <a:ext uri="{FF2B5EF4-FFF2-40B4-BE49-F238E27FC236}">
                <a16:creationId xmlns:a16="http://schemas.microsoft.com/office/drawing/2014/main" id="{B6C0C12F-CCA6-4A5B-B9D6-B61EF94D734D}"/>
              </a:ext>
            </a:extLst>
          </p:cNvPr>
          <p:cNvSpPr>
            <a:spLocks noGrp="1"/>
          </p:cNvSpPr>
          <p:nvPr/>
        </p:nvSpPr>
        <p:spPr>
          <a:xfrm>
            <a:off x="1648556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Cryo_12309">
            <a:extLst>
              <a:ext uri="{FF2B5EF4-FFF2-40B4-BE49-F238E27FC236}">
                <a16:creationId xmlns:a16="http://schemas.microsoft.com/office/drawing/2014/main" id="{1D79102F-3056-4F7B-BDDC-718B4511B0E8}"/>
              </a:ext>
            </a:extLst>
          </p:cNvPr>
          <p:cNvSpPr>
            <a:spLocks noGrp="1"/>
          </p:cNvSpPr>
          <p:nvPr/>
        </p:nvSpPr>
        <p:spPr>
          <a:xfrm>
            <a:off x="1656245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Cryo_12310">
            <a:extLst>
              <a:ext uri="{FF2B5EF4-FFF2-40B4-BE49-F238E27FC236}">
                <a16:creationId xmlns:a16="http://schemas.microsoft.com/office/drawing/2014/main" id="{5C853C87-0350-4667-BEBB-4B65F2BCEBC5}"/>
              </a:ext>
            </a:extLst>
          </p:cNvPr>
          <p:cNvSpPr>
            <a:spLocks noGrp="1"/>
          </p:cNvSpPr>
          <p:nvPr/>
        </p:nvSpPr>
        <p:spPr>
          <a:xfrm>
            <a:off x="1499577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Cryo_12311">
            <a:extLst>
              <a:ext uri="{FF2B5EF4-FFF2-40B4-BE49-F238E27FC236}">
                <a16:creationId xmlns:a16="http://schemas.microsoft.com/office/drawing/2014/main" id="{6E7D4AE5-5716-4742-B0F4-F3E1A55D06E6}"/>
              </a:ext>
            </a:extLst>
          </p:cNvPr>
          <p:cNvSpPr>
            <a:spLocks noGrp="1"/>
          </p:cNvSpPr>
          <p:nvPr/>
        </p:nvSpPr>
        <p:spPr>
          <a:xfrm>
            <a:off x="1488189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Cryo_12312">
            <a:extLst>
              <a:ext uri="{FF2B5EF4-FFF2-40B4-BE49-F238E27FC236}">
                <a16:creationId xmlns:a16="http://schemas.microsoft.com/office/drawing/2014/main" id="{7F5CED60-1564-4E5F-9364-660BC090B245}"/>
              </a:ext>
            </a:extLst>
          </p:cNvPr>
          <p:cNvSpPr>
            <a:spLocks noGrp="1"/>
          </p:cNvSpPr>
          <p:nvPr/>
        </p:nvSpPr>
        <p:spPr>
          <a:xfrm>
            <a:off x="1522103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Cryo_12313">
            <a:extLst>
              <a:ext uri="{FF2B5EF4-FFF2-40B4-BE49-F238E27FC236}">
                <a16:creationId xmlns:a16="http://schemas.microsoft.com/office/drawing/2014/main" id="{46095851-F301-4BD7-85EF-164656706688}"/>
              </a:ext>
            </a:extLst>
          </p:cNvPr>
          <p:cNvSpPr>
            <a:spLocks noGrp="1"/>
          </p:cNvSpPr>
          <p:nvPr/>
        </p:nvSpPr>
        <p:spPr>
          <a:xfrm>
            <a:off x="1646319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Cryo_12314">
            <a:extLst>
              <a:ext uri="{FF2B5EF4-FFF2-40B4-BE49-F238E27FC236}">
                <a16:creationId xmlns:a16="http://schemas.microsoft.com/office/drawing/2014/main" id="{9A500218-F782-4CFC-9C3C-6757A17E34B4}"/>
              </a:ext>
            </a:extLst>
          </p:cNvPr>
          <p:cNvSpPr>
            <a:spLocks noGrp="1"/>
          </p:cNvSpPr>
          <p:nvPr/>
        </p:nvSpPr>
        <p:spPr>
          <a:xfrm>
            <a:off x="1535379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Cryo_12315">
            <a:extLst>
              <a:ext uri="{FF2B5EF4-FFF2-40B4-BE49-F238E27FC236}">
                <a16:creationId xmlns:a16="http://schemas.microsoft.com/office/drawing/2014/main" id="{8A99B2C9-B9CC-40B8-88E0-1849C066B746}"/>
              </a:ext>
            </a:extLst>
          </p:cNvPr>
          <p:cNvSpPr>
            <a:spLocks noGrp="1"/>
          </p:cNvSpPr>
          <p:nvPr/>
        </p:nvSpPr>
        <p:spPr>
          <a:xfrm>
            <a:off x="1460638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Cryo_12316">
            <a:extLst>
              <a:ext uri="{FF2B5EF4-FFF2-40B4-BE49-F238E27FC236}">
                <a16:creationId xmlns:a16="http://schemas.microsoft.com/office/drawing/2014/main" id="{E684CBAE-4242-4A7D-99B6-5245948FCDCA}"/>
              </a:ext>
            </a:extLst>
          </p:cNvPr>
          <p:cNvSpPr>
            <a:spLocks noGrp="1"/>
          </p:cNvSpPr>
          <p:nvPr/>
        </p:nvSpPr>
        <p:spPr>
          <a:xfrm>
            <a:off x="1482447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Cryo_12317">
            <a:extLst>
              <a:ext uri="{FF2B5EF4-FFF2-40B4-BE49-F238E27FC236}">
                <a16:creationId xmlns:a16="http://schemas.microsoft.com/office/drawing/2014/main" id="{737F200E-0F60-46CB-828B-9001B7F1D431}"/>
              </a:ext>
            </a:extLst>
          </p:cNvPr>
          <p:cNvSpPr>
            <a:spLocks noGrp="1"/>
          </p:cNvSpPr>
          <p:nvPr/>
        </p:nvSpPr>
        <p:spPr>
          <a:xfrm>
            <a:off x="164506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Cryo_12318">
            <a:extLst>
              <a:ext uri="{FF2B5EF4-FFF2-40B4-BE49-F238E27FC236}">
                <a16:creationId xmlns:a16="http://schemas.microsoft.com/office/drawing/2014/main" id="{31397145-E073-4BB2-ABBF-67B29F0821B6}"/>
              </a:ext>
            </a:extLst>
          </p:cNvPr>
          <p:cNvSpPr>
            <a:spLocks noGrp="1"/>
          </p:cNvSpPr>
          <p:nvPr/>
        </p:nvSpPr>
        <p:spPr>
          <a:xfrm>
            <a:off x="1476681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Cryo_12319">
            <a:extLst>
              <a:ext uri="{FF2B5EF4-FFF2-40B4-BE49-F238E27FC236}">
                <a16:creationId xmlns:a16="http://schemas.microsoft.com/office/drawing/2014/main" id="{1C5081C5-6676-4EAA-A817-DD86F56EB79C}"/>
              </a:ext>
            </a:extLst>
          </p:cNvPr>
          <p:cNvSpPr>
            <a:spLocks noGrp="1"/>
          </p:cNvSpPr>
          <p:nvPr/>
        </p:nvSpPr>
        <p:spPr>
          <a:xfrm>
            <a:off x="164806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Cryo_12320">
            <a:extLst>
              <a:ext uri="{FF2B5EF4-FFF2-40B4-BE49-F238E27FC236}">
                <a16:creationId xmlns:a16="http://schemas.microsoft.com/office/drawing/2014/main" id="{6E2E4746-25CD-4C74-8431-9942C1DC049F}"/>
              </a:ext>
            </a:extLst>
          </p:cNvPr>
          <p:cNvSpPr>
            <a:spLocks noGrp="1"/>
          </p:cNvSpPr>
          <p:nvPr/>
        </p:nvSpPr>
        <p:spPr>
          <a:xfrm>
            <a:off x="143733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Cryo_12321">
            <a:extLst>
              <a:ext uri="{FF2B5EF4-FFF2-40B4-BE49-F238E27FC236}">
                <a16:creationId xmlns:a16="http://schemas.microsoft.com/office/drawing/2014/main" id="{7007A9FD-3018-4E36-85A4-EE33FCC653B2}"/>
              </a:ext>
            </a:extLst>
          </p:cNvPr>
          <p:cNvSpPr>
            <a:spLocks noGrp="1"/>
          </p:cNvSpPr>
          <p:nvPr/>
        </p:nvSpPr>
        <p:spPr>
          <a:xfrm>
            <a:off x="1502964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Cryo_12322">
            <a:extLst>
              <a:ext uri="{FF2B5EF4-FFF2-40B4-BE49-F238E27FC236}">
                <a16:creationId xmlns:a16="http://schemas.microsoft.com/office/drawing/2014/main" id="{58412BCC-32CD-4DDA-828E-A13030B08915}"/>
              </a:ext>
            </a:extLst>
          </p:cNvPr>
          <p:cNvSpPr>
            <a:spLocks noGrp="1"/>
          </p:cNvSpPr>
          <p:nvPr/>
        </p:nvSpPr>
        <p:spPr>
          <a:xfrm>
            <a:off x="1461716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Cryo_12323">
            <a:extLst>
              <a:ext uri="{FF2B5EF4-FFF2-40B4-BE49-F238E27FC236}">
                <a16:creationId xmlns:a16="http://schemas.microsoft.com/office/drawing/2014/main" id="{33F360A5-193F-4AB1-8DFA-3E2284DD24C2}"/>
              </a:ext>
            </a:extLst>
          </p:cNvPr>
          <p:cNvSpPr>
            <a:spLocks noGrp="1"/>
          </p:cNvSpPr>
          <p:nvPr/>
        </p:nvSpPr>
        <p:spPr>
          <a:xfrm>
            <a:off x="1590892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Cryo_12324">
            <a:extLst>
              <a:ext uri="{FF2B5EF4-FFF2-40B4-BE49-F238E27FC236}">
                <a16:creationId xmlns:a16="http://schemas.microsoft.com/office/drawing/2014/main" id="{02E7EDE6-EE26-4E0A-AA33-16A62CE7EE2F}"/>
              </a:ext>
            </a:extLst>
          </p:cNvPr>
          <p:cNvSpPr>
            <a:spLocks noGrp="1"/>
          </p:cNvSpPr>
          <p:nvPr/>
        </p:nvSpPr>
        <p:spPr>
          <a:xfrm>
            <a:off x="1658594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Cryo_12325">
            <a:extLst>
              <a:ext uri="{FF2B5EF4-FFF2-40B4-BE49-F238E27FC236}">
                <a16:creationId xmlns:a16="http://schemas.microsoft.com/office/drawing/2014/main" id="{DE3EF5C5-4A3F-4830-883D-DCDFE9EFDA85}"/>
              </a:ext>
            </a:extLst>
          </p:cNvPr>
          <p:cNvSpPr>
            <a:spLocks noGrp="1"/>
          </p:cNvSpPr>
          <p:nvPr/>
        </p:nvSpPr>
        <p:spPr>
          <a:xfrm>
            <a:off x="1542291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Cryo_12326">
            <a:extLst>
              <a:ext uri="{FF2B5EF4-FFF2-40B4-BE49-F238E27FC236}">
                <a16:creationId xmlns:a16="http://schemas.microsoft.com/office/drawing/2014/main" id="{CBBA67B5-AC91-4E27-A8EE-8112CB59392B}"/>
              </a:ext>
            </a:extLst>
          </p:cNvPr>
          <p:cNvSpPr>
            <a:spLocks noGrp="1"/>
          </p:cNvSpPr>
          <p:nvPr/>
        </p:nvSpPr>
        <p:spPr>
          <a:xfrm>
            <a:off x="1618511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Cryo_12327">
            <a:extLst>
              <a:ext uri="{FF2B5EF4-FFF2-40B4-BE49-F238E27FC236}">
                <a16:creationId xmlns:a16="http://schemas.microsoft.com/office/drawing/2014/main" id="{F67B331B-F266-4A36-ADBC-0235AED59BFD}"/>
              </a:ext>
            </a:extLst>
          </p:cNvPr>
          <p:cNvSpPr>
            <a:spLocks noGrp="1"/>
          </p:cNvSpPr>
          <p:nvPr/>
        </p:nvSpPr>
        <p:spPr>
          <a:xfrm>
            <a:off x="151729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Cryo_12328">
            <a:extLst>
              <a:ext uri="{FF2B5EF4-FFF2-40B4-BE49-F238E27FC236}">
                <a16:creationId xmlns:a16="http://schemas.microsoft.com/office/drawing/2014/main" id="{F23DA040-3EA3-4DC9-9EAE-FFB4E479C5BA}"/>
              </a:ext>
            </a:extLst>
          </p:cNvPr>
          <p:cNvSpPr>
            <a:spLocks noGrp="1"/>
          </p:cNvSpPr>
          <p:nvPr/>
        </p:nvSpPr>
        <p:spPr>
          <a:xfrm>
            <a:off x="1544143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Cryo_12329">
            <a:extLst>
              <a:ext uri="{FF2B5EF4-FFF2-40B4-BE49-F238E27FC236}">
                <a16:creationId xmlns:a16="http://schemas.microsoft.com/office/drawing/2014/main" id="{EFE7BD8F-C9C2-42A7-8FA5-E343A95C896D}"/>
              </a:ext>
            </a:extLst>
          </p:cNvPr>
          <p:cNvSpPr>
            <a:spLocks noGrp="1"/>
          </p:cNvSpPr>
          <p:nvPr/>
        </p:nvSpPr>
        <p:spPr>
          <a:xfrm>
            <a:off x="1412598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Cryo_12330">
            <a:extLst>
              <a:ext uri="{FF2B5EF4-FFF2-40B4-BE49-F238E27FC236}">
                <a16:creationId xmlns:a16="http://schemas.microsoft.com/office/drawing/2014/main" id="{A9AD2172-E069-4E0B-BAD9-D9DDBE0784C4}"/>
              </a:ext>
            </a:extLst>
          </p:cNvPr>
          <p:cNvSpPr>
            <a:spLocks noGrp="1"/>
          </p:cNvSpPr>
          <p:nvPr/>
        </p:nvSpPr>
        <p:spPr>
          <a:xfrm>
            <a:off x="149606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Cryo_12331">
            <a:extLst>
              <a:ext uri="{FF2B5EF4-FFF2-40B4-BE49-F238E27FC236}">
                <a16:creationId xmlns:a16="http://schemas.microsoft.com/office/drawing/2014/main" id="{3B4E4E7B-E300-4F99-8B7F-6A9BC52A4C96}"/>
              </a:ext>
            </a:extLst>
          </p:cNvPr>
          <p:cNvSpPr>
            <a:spLocks noGrp="1"/>
          </p:cNvSpPr>
          <p:nvPr/>
        </p:nvSpPr>
        <p:spPr>
          <a:xfrm>
            <a:off x="163315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Cryo_12332">
            <a:extLst>
              <a:ext uri="{FF2B5EF4-FFF2-40B4-BE49-F238E27FC236}">
                <a16:creationId xmlns:a16="http://schemas.microsoft.com/office/drawing/2014/main" id="{7E538879-B843-479C-B7EE-66E087B2D448}"/>
              </a:ext>
            </a:extLst>
          </p:cNvPr>
          <p:cNvSpPr>
            <a:spLocks noGrp="1"/>
          </p:cNvSpPr>
          <p:nvPr/>
        </p:nvSpPr>
        <p:spPr>
          <a:xfrm>
            <a:off x="1633121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Cryo_12333">
            <a:extLst>
              <a:ext uri="{FF2B5EF4-FFF2-40B4-BE49-F238E27FC236}">
                <a16:creationId xmlns:a16="http://schemas.microsoft.com/office/drawing/2014/main" id="{CDE6B3D4-51A3-4F36-99BE-39C7E70869FE}"/>
              </a:ext>
            </a:extLst>
          </p:cNvPr>
          <p:cNvSpPr>
            <a:spLocks noGrp="1"/>
          </p:cNvSpPr>
          <p:nvPr/>
        </p:nvSpPr>
        <p:spPr>
          <a:xfrm>
            <a:off x="1479852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Cryo_12334">
            <a:extLst>
              <a:ext uri="{FF2B5EF4-FFF2-40B4-BE49-F238E27FC236}">
                <a16:creationId xmlns:a16="http://schemas.microsoft.com/office/drawing/2014/main" id="{A5BBACBB-4277-4B58-BCC6-2D2982C33CA1}"/>
              </a:ext>
            </a:extLst>
          </p:cNvPr>
          <p:cNvSpPr>
            <a:spLocks noGrp="1"/>
          </p:cNvSpPr>
          <p:nvPr/>
        </p:nvSpPr>
        <p:spPr>
          <a:xfrm>
            <a:off x="1457897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Cryo_12335">
            <a:extLst>
              <a:ext uri="{FF2B5EF4-FFF2-40B4-BE49-F238E27FC236}">
                <a16:creationId xmlns:a16="http://schemas.microsoft.com/office/drawing/2014/main" id="{79DD1843-BAD9-453A-B09D-33E16ABE53B7}"/>
              </a:ext>
            </a:extLst>
          </p:cNvPr>
          <p:cNvSpPr>
            <a:spLocks noGrp="1"/>
          </p:cNvSpPr>
          <p:nvPr/>
        </p:nvSpPr>
        <p:spPr>
          <a:xfrm>
            <a:off x="1483370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Cryo_12336">
            <a:extLst>
              <a:ext uri="{FF2B5EF4-FFF2-40B4-BE49-F238E27FC236}">
                <a16:creationId xmlns:a16="http://schemas.microsoft.com/office/drawing/2014/main" id="{7EC35CD7-0625-416A-8812-38C10A99A1ED}"/>
              </a:ext>
            </a:extLst>
          </p:cNvPr>
          <p:cNvSpPr>
            <a:spLocks noGrp="1"/>
          </p:cNvSpPr>
          <p:nvPr/>
        </p:nvSpPr>
        <p:spPr>
          <a:xfrm>
            <a:off x="1636122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Cryo_12337">
            <a:extLst>
              <a:ext uri="{FF2B5EF4-FFF2-40B4-BE49-F238E27FC236}">
                <a16:creationId xmlns:a16="http://schemas.microsoft.com/office/drawing/2014/main" id="{A23E7043-E860-4712-9CC5-21BB9D6D9379}"/>
              </a:ext>
            </a:extLst>
          </p:cNvPr>
          <p:cNvSpPr>
            <a:spLocks noGrp="1"/>
          </p:cNvSpPr>
          <p:nvPr/>
        </p:nvSpPr>
        <p:spPr>
          <a:xfrm>
            <a:off x="1551456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Cryo_12338">
            <a:extLst>
              <a:ext uri="{FF2B5EF4-FFF2-40B4-BE49-F238E27FC236}">
                <a16:creationId xmlns:a16="http://schemas.microsoft.com/office/drawing/2014/main" id="{F93F5863-7F4D-4DEE-B207-8827F3FCF530}"/>
              </a:ext>
            </a:extLst>
          </p:cNvPr>
          <p:cNvSpPr>
            <a:spLocks noGrp="1"/>
          </p:cNvSpPr>
          <p:nvPr/>
        </p:nvSpPr>
        <p:spPr>
          <a:xfrm>
            <a:off x="1628444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Cryo_12339">
            <a:extLst>
              <a:ext uri="{FF2B5EF4-FFF2-40B4-BE49-F238E27FC236}">
                <a16:creationId xmlns:a16="http://schemas.microsoft.com/office/drawing/2014/main" id="{3E0D8042-3DB8-47F9-8DA3-B01DC694B99E}"/>
              </a:ext>
            </a:extLst>
          </p:cNvPr>
          <p:cNvSpPr>
            <a:spLocks noGrp="1"/>
          </p:cNvSpPr>
          <p:nvPr/>
        </p:nvSpPr>
        <p:spPr>
          <a:xfrm>
            <a:off x="1475901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Cryo_12340">
            <a:extLst>
              <a:ext uri="{FF2B5EF4-FFF2-40B4-BE49-F238E27FC236}">
                <a16:creationId xmlns:a16="http://schemas.microsoft.com/office/drawing/2014/main" id="{9E229109-7493-41D6-891F-A5A124F35A94}"/>
              </a:ext>
            </a:extLst>
          </p:cNvPr>
          <p:cNvSpPr>
            <a:spLocks noGrp="1"/>
          </p:cNvSpPr>
          <p:nvPr/>
        </p:nvSpPr>
        <p:spPr>
          <a:xfrm>
            <a:off x="1478713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Cryo_12341">
            <a:extLst>
              <a:ext uri="{FF2B5EF4-FFF2-40B4-BE49-F238E27FC236}">
                <a16:creationId xmlns:a16="http://schemas.microsoft.com/office/drawing/2014/main" id="{31775D07-5D48-43AF-9F51-2493F61A9327}"/>
              </a:ext>
            </a:extLst>
          </p:cNvPr>
          <p:cNvSpPr>
            <a:spLocks noGrp="1"/>
          </p:cNvSpPr>
          <p:nvPr/>
        </p:nvSpPr>
        <p:spPr>
          <a:xfrm>
            <a:off x="1406861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Cryo_12342">
            <a:extLst>
              <a:ext uri="{FF2B5EF4-FFF2-40B4-BE49-F238E27FC236}">
                <a16:creationId xmlns:a16="http://schemas.microsoft.com/office/drawing/2014/main" id="{341DB598-A6BB-4D70-A255-A51C65ABCFB7}"/>
              </a:ext>
            </a:extLst>
          </p:cNvPr>
          <p:cNvSpPr>
            <a:spLocks noGrp="1"/>
          </p:cNvSpPr>
          <p:nvPr/>
        </p:nvSpPr>
        <p:spPr>
          <a:xfrm>
            <a:off x="149287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Cryo_12343">
            <a:extLst>
              <a:ext uri="{FF2B5EF4-FFF2-40B4-BE49-F238E27FC236}">
                <a16:creationId xmlns:a16="http://schemas.microsoft.com/office/drawing/2014/main" id="{1FC589ED-E051-4D24-AB24-0E41B6BD9827}"/>
              </a:ext>
            </a:extLst>
          </p:cNvPr>
          <p:cNvSpPr>
            <a:spLocks noGrp="1"/>
          </p:cNvSpPr>
          <p:nvPr/>
        </p:nvSpPr>
        <p:spPr>
          <a:xfrm>
            <a:off x="160391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Cryo_12344">
            <a:extLst>
              <a:ext uri="{FF2B5EF4-FFF2-40B4-BE49-F238E27FC236}">
                <a16:creationId xmlns:a16="http://schemas.microsoft.com/office/drawing/2014/main" id="{AEB7B9C7-48C3-4024-8895-3C5C6DEFE9B6}"/>
              </a:ext>
            </a:extLst>
          </p:cNvPr>
          <p:cNvSpPr>
            <a:spLocks noGrp="1"/>
          </p:cNvSpPr>
          <p:nvPr/>
        </p:nvSpPr>
        <p:spPr>
          <a:xfrm>
            <a:off x="1487810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Cryo_12345">
            <a:extLst>
              <a:ext uri="{FF2B5EF4-FFF2-40B4-BE49-F238E27FC236}">
                <a16:creationId xmlns:a16="http://schemas.microsoft.com/office/drawing/2014/main" id="{2C80C336-A1D7-41D5-A47B-68795442CA87}"/>
              </a:ext>
            </a:extLst>
          </p:cNvPr>
          <p:cNvSpPr>
            <a:spLocks noGrp="1"/>
          </p:cNvSpPr>
          <p:nvPr/>
        </p:nvSpPr>
        <p:spPr>
          <a:xfrm>
            <a:off x="163229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Cryo_12346">
            <a:extLst>
              <a:ext uri="{FF2B5EF4-FFF2-40B4-BE49-F238E27FC236}">
                <a16:creationId xmlns:a16="http://schemas.microsoft.com/office/drawing/2014/main" id="{813BC579-DDB0-49A5-A156-B1C16CCF6E96}"/>
              </a:ext>
            </a:extLst>
          </p:cNvPr>
          <p:cNvSpPr>
            <a:spLocks noGrp="1"/>
          </p:cNvSpPr>
          <p:nvPr/>
        </p:nvSpPr>
        <p:spPr>
          <a:xfrm>
            <a:off x="1627519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Cryo_12347">
            <a:extLst>
              <a:ext uri="{FF2B5EF4-FFF2-40B4-BE49-F238E27FC236}">
                <a16:creationId xmlns:a16="http://schemas.microsoft.com/office/drawing/2014/main" id="{08758AB1-2D58-4584-A442-A8B19CB8E49C}"/>
              </a:ext>
            </a:extLst>
          </p:cNvPr>
          <p:cNvSpPr>
            <a:spLocks noGrp="1"/>
          </p:cNvSpPr>
          <p:nvPr/>
        </p:nvSpPr>
        <p:spPr>
          <a:xfrm>
            <a:off x="1533953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Cryo_12348">
            <a:extLst>
              <a:ext uri="{FF2B5EF4-FFF2-40B4-BE49-F238E27FC236}">
                <a16:creationId xmlns:a16="http://schemas.microsoft.com/office/drawing/2014/main" id="{06280F45-762F-4DAF-8ED9-8CE30ECCEE7A}"/>
              </a:ext>
            </a:extLst>
          </p:cNvPr>
          <p:cNvSpPr>
            <a:spLocks noGrp="1"/>
          </p:cNvSpPr>
          <p:nvPr/>
        </p:nvSpPr>
        <p:spPr>
          <a:xfrm>
            <a:off x="157374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Cryo_12349">
            <a:extLst>
              <a:ext uri="{FF2B5EF4-FFF2-40B4-BE49-F238E27FC236}">
                <a16:creationId xmlns:a16="http://schemas.microsoft.com/office/drawing/2014/main" id="{D7FE8069-D1F3-4AAB-88B7-AB23FABC74BA}"/>
              </a:ext>
            </a:extLst>
          </p:cNvPr>
          <p:cNvSpPr>
            <a:spLocks noGrp="1"/>
          </p:cNvSpPr>
          <p:nvPr/>
        </p:nvSpPr>
        <p:spPr>
          <a:xfrm>
            <a:off x="1445313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Cryo_12350">
            <a:extLst>
              <a:ext uri="{FF2B5EF4-FFF2-40B4-BE49-F238E27FC236}">
                <a16:creationId xmlns:a16="http://schemas.microsoft.com/office/drawing/2014/main" id="{67A52ACC-EB33-48A1-A87D-A9B57D14D802}"/>
              </a:ext>
            </a:extLst>
          </p:cNvPr>
          <p:cNvSpPr>
            <a:spLocks noGrp="1"/>
          </p:cNvSpPr>
          <p:nvPr/>
        </p:nvSpPr>
        <p:spPr>
          <a:xfrm>
            <a:off x="1553510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Cryo_12351">
            <a:extLst>
              <a:ext uri="{FF2B5EF4-FFF2-40B4-BE49-F238E27FC236}">
                <a16:creationId xmlns:a16="http://schemas.microsoft.com/office/drawing/2014/main" id="{16919AC9-B1A0-47BC-98CD-866649A3593A}"/>
              </a:ext>
            </a:extLst>
          </p:cNvPr>
          <p:cNvSpPr>
            <a:spLocks noGrp="1"/>
          </p:cNvSpPr>
          <p:nvPr/>
        </p:nvSpPr>
        <p:spPr>
          <a:xfrm>
            <a:off x="1574622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Cryo_12352">
            <a:extLst>
              <a:ext uri="{FF2B5EF4-FFF2-40B4-BE49-F238E27FC236}">
                <a16:creationId xmlns:a16="http://schemas.microsoft.com/office/drawing/2014/main" id="{584226C6-A54A-4AEE-B200-2518EE5A2985}"/>
              </a:ext>
            </a:extLst>
          </p:cNvPr>
          <p:cNvSpPr>
            <a:spLocks noGrp="1"/>
          </p:cNvSpPr>
          <p:nvPr/>
        </p:nvSpPr>
        <p:spPr>
          <a:xfrm>
            <a:off x="160297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Cryo_12353">
            <a:extLst>
              <a:ext uri="{FF2B5EF4-FFF2-40B4-BE49-F238E27FC236}">
                <a16:creationId xmlns:a16="http://schemas.microsoft.com/office/drawing/2014/main" id="{63428410-A5E4-45FE-8E77-24BF762CA1AC}"/>
              </a:ext>
            </a:extLst>
          </p:cNvPr>
          <p:cNvSpPr>
            <a:spLocks noGrp="1"/>
          </p:cNvSpPr>
          <p:nvPr/>
        </p:nvSpPr>
        <p:spPr>
          <a:xfrm>
            <a:off x="1600298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Cryo_12354">
            <a:extLst>
              <a:ext uri="{FF2B5EF4-FFF2-40B4-BE49-F238E27FC236}">
                <a16:creationId xmlns:a16="http://schemas.microsoft.com/office/drawing/2014/main" id="{6823212B-4171-4D86-8707-F11A91D5C64C}"/>
              </a:ext>
            </a:extLst>
          </p:cNvPr>
          <p:cNvSpPr>
            <a:spLocks noGrp="1"/>
          </p:cNvSpPr>
          <p:nvPr/>
        </p:nvSpPr>
        <p:spPr>
          <a:xfrm>
            <a:off x="161668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Cryo_12355">
            <a:extLst>
              <a:ext uri="{FF2B5EF4-FFF2-40B4-BE49-F238E27FC236}">
                <a16:creationId xmlns:a16="http://schemas.microsoft.com/office/drawing/2014/main" id="{EA391D0C-6149-4183-A2F4-5E58D8362648}"/>
              </a:ext>
            </a:extLst>
          </p:cNvPr>
          <p:cNvSpPr>
            <a:spLocks noGrp="1"/>
          </p:cNvSpPr>
          <p:nvPr/>
        </p:nvSpPr>
        <p:spPr>
          <a:xfrm>
            <a:off x="1597983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Cryo_12356">
            <a:extLst>
              <a:ext uri="{FF2B5EF4-FFF2-40B4-BE49-F238E27FC236}">
                <a16:creationId xmlns:a16="http://schemas.microsoft.com/office/drawing/2014/main" id="{C6D7834D-F53D-432F-991B-8691405DFDDD}"/>
              </a:ext>
            </a:extLst>
          </p:cNvPr>
          <p:cNvSpPr>
            <a:spLocks noGrp="1"/>
          </p:cNvSpPr>
          <p:nvPr/>
        </p:nvSpPr>
        <p:spPr>
          <a:xfrm>
            <a:off x="1441262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Cryo_12357">
            <a:extLst>
              <a:ext uri="{FF2B5EF4-FFF2-40B4-BE49-F238E27FC236}">
                <a16:creationId xmlns:a16="http://schemas.microsoft.com/office/drawing/2014/main" id="{108C67D0-A768-43FF-AA2B-D15795DA7579}"/>
              </a:ext>
            </a:extLst>
          </p:cNvPr>
          <p:cNvSpPr>
            <a:spLocks noGrp="1"/>
          </p:cNvSpPr>
          <p:nvPr/>
        </p:nvSpPr>
        <p:spPr>
          <a:xfrm>
            <a:off x="1436818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Cryo_12358">
            <a:extLst>
              <a:ext uri="{FF2B5EF4-FFF2-40B4-BE49-F238E27FC236}">
                <a16:creationId xmlns:a16="http://schemas.microsoft.com/office/drawing/2014/main" id="{778CB7D3-0F7D-497D-B721-991F35459350}"/>
              </a:ext>
            </a:extLst>
          </p:cNvPr>
          <p:cNvSpPr>
            <a:spLocks noGrp="1"/>
          </p:cNvSpPr>
          <p:nvPr/>
        </p:nvSpPr>
        <p:spPr>
          <a:xfrm>
            <a:off x="1564833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Cryo_12359">
            <a:extLst>
              <a:ext uri="{FF2B5EF4-FFF2-40B4-BE49-F238E27FC236}">
                <a16:creationId xmlns:a16="http://schemas.microsoft.com/office/drawing/2014/main" id="{010BD434-28A4-44EB-B28E-D4894B309125}"/>
              </a:ext>
            </a:extLst>
          </p:cNvPr>
          <p:cNvSpPr>
            <a:spLocks noGrp="1"/>
          </p:cNvSpPr>
          <p:nvPr/>
        </p:nvSpPr>
        <p:spPr>
          <a:xfrm>
            <a:off x="1656355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Cryo_12360">
            <a:extLst>
              <a:ext uri="{FF2B5EF4-FFF2-40B4-BE49-F238E27FC236}">
                <a16:creationId xmlns:a16="http://schemas.microsoft.com/office/drawing/2014/main" id="{A36C417F-96A1-429F-BD78-E8A2213DA792}"/>
              </a:ext>
            </a:extLst>
          </p:cNvPr>
          <p:cNvSpPr>
            <a:spLocks noGrp="1"/>
          </p:cNvSpPr>
          <p:nvPr/>
        </p:nvSpPr>
        <p:spPr>
          <a:xfrm>
            <a:off x="1428194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Cryo_12361">
            <a:extLst>
              <a:ext uri="{FF2B5EF4-FFF2-40B4-BE49-F238E27FC236}">
                <a16:creationId xmlns:a16="http://schemas.microsoft.com/office/drawing/2014/main" id="{59CD416E-6051-45C7-AADD-CAC0233790B0}"/>
              </a:ext>
            </a:extLst>
          </p:cNvPr>
          <p:cNvSpPr>
            <a:spLocks noGrp="1"/>
          </p:cNvSpPr>
          <p:nvPr/>
        </p:nvSpPr>
        <p:spPr>
          <a:xfrm>
            <a:off x="151993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Cryo_12362">
            <a:extLst>
              <a:ext uri="{FF2B5EF4-FFF2-40B4-BE49-F238E27FC236}">
                <a16:creationId xmlns:a16="http://schemas.microsoft.com/office/drawing/2014/main" id="{742B3176-FF23-422A-9302-9BCF969199D6}"/>
              </a:ext>
            </a:extLst>
          </p:cNvPr>
          <p:cNvSpPr>
            <a:spLocks noGrp="1"/>
          </p:cNvSpPr>
          <p:nvPr/>
        </p:nvSpPr>
        <p:spPr>
          <a:xfrm>
            <a:off x="149601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Cryo_12363">
            <a:extLst>
              <a:ext uri="{FF2B5EF4-FFF2-40B4-BE49-F238E27FC236}">
                <a16:creationId xmlns:a16="http://schemas.microsoft.com/office/drawing/2014/main" id="{7B7CE1AB-2FE7-4BE0-B37C-259B5BCD6D0C}"/>
              </a:ext>
            </a:extLst>
          </p:cNvPr>
          <p:cNvSpPr>
            <a:spLocks noGrp="1"/>
          </p:cNvSpPr>
          <p:nvPr/>
        </p:nvSpPr>
        <p:spPr>
          <a:xfrm>
            <a:off x="1593824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Cryo_12364">
            <a:extLst>
              <a:ext uri="{FF2B5EF4-FFF2-40B4-BE49-F238E27FC236}">
                <a16:creationId xmlns:a16="http://schemas.microsoft.com/office/drawing/2014/main" id="{EDEEF417-59B6-4D71-861D-47C7BFF9F73D}"/>
              </a:ext>
            </a:extLst>
          </p:cNvPr>
          <p:cNvSpPr>
            <a:spLocks noGrp="1"/>
          </p:cNvSpPr>
          <p:nvPr/>
        </p:nvSpPr>
        <p:spPr>
          <a:xfrm>
            <a:off x="156138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Cryo_12365">
            <a:extLst>
              <a:ext uri="{FF2B5EF4-FFF2-40B4-BE49-F238E27FC236}">
                <a16:creationId xmlns:a16="http://schemas.microsoft.com/office/drawing/2014/main" id="{05A1B506-57FC-4DF1-932D-C7B8E35D66C2}"/>
              </a:ext>
            </a:extLst>
          </p:cNvPr>
          <p:cNvSpPr>
            <a:spLocks noGrp="1"/>
          </p:cNvSpPr>
          <p:nvPr/>
        </p:nvSpPr>
        <p:spPr>
          <a:xfrm>
            <a:off x="145610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Cryo_12366">
            <a:extLst>
              <a:ext uri="{FF2B5EF4-FFF2-40B4-BE49-F238E27FC236}">
                <a16:creationId xmlns:a16="http://schemas.microsoft.com/office/drawing/2014/main" id="{41EA09DE-FB83-4A2A-8D3B-E63A31CC7534}"/>
              </a:ext>
            </a:extLst>
          </p:cNvPr>
          <p:cNvSpPr>
            <a:spLocks noGrp="1"/>
          </p:cNvSpPr>
          <p:nvPr/>
        </p:nvSpPr>
        <p:spPr>
          <a:xfrm>
            <a:off x="1443376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Cryo_12367">
            <a:extLst>
              <a:ext uri="{FF2B5EF4-FFF2-40B4-BE49-F238E27FC236}">
                <a16:creationId xmlns:a16="http://schemas.microsoft.com/office/drawing/2014/main" id="{F942D209-6752-4C3B-A717-F15A7DC4F267}"/>
              </a:ext>
            </a:extLst>
          </p:cNvPr>
          <p:cNvSpPr>
            <a:spLocks noGrp="1"/>
          </p:cNvSpPr>
          <p:nvPr/>
        </p:nvSpPr>
        <p:spPr>
          <a:xfrm>
            <a:off x="1534631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Cryo_12368">
            <a:extLst>
              <a:ext uri="{FF2B5EF4-FFF2-40B4-BE49-F238E27FC236}">
                <a16:creationId xmlns:a16="http://schemas.microsoft.com/office/drawing/2014/main" id="{6CCDB8AB-C1AE-4AA1-A03D-3080977A9D2D}"/>
              </a:ext>
            </a:extLst>
          </p:cNvPr>
          <p:cNvSpPr>
            <a:spLocks noGrp="1"/>
          </p:cNvSpPr>
          <p:nvPr/>
        </p:nvSpPr>
        <p:spPr>
          <a:xfrm>
            <a:off x="142779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Cryo_12369">
            <a:extLst>
              <a:ext uri="{FF2B5EF4-FFF2-40B4-BE49-F238E27FC236}">
                <a16:creationId xmlns:a16="http://schemas.microsoft.com/office/drawing/2014/main" id="{BF2C0DCD-9289-48D0-A9B6-3E24CB8F53B9}"/>
              </a:ext>
            </a:extLst>
          </p:cNvPr>
          <p:cNvSpPr>
            <a:spLocks noGrp="1"/>
          </p:cNvSpPr>
          <p:nvPr/>
        </p:nvSpPr>
        <p:spPr>
          <a:xfrm>
            <a:off x="1604724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Cryo_12370">
            <a:extLst>
              <a:ext uri="{FF2B5EF4-FFF2-40B4-BE49-F238E27FC236}">
                <a16:creationId xmlns:a16="http://schemas.microsoft.com/office/drawing/2014/main" id="{51367680-E36A-4E8A-B61B-6DC73180A6CD}"/>
              </a:ext>
            </a:extLst>
          </p:cNvPr>
          <p:cNvSpPr>
            <a:spLocks noGrp="1"/>
          </p:cNvSpPr>
          <p:nvPr/>
        </p:nvSpPr>
        <p:spPr>
          <a:xfrm>
            <a:off x="145725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Cryo_12371">
            <a:extLst>
              <a:ext uri="{FF2B5EF4-FFF2-40B4-BE49-F238E27FC236}">
                <a16:creationId xmlns:a16="http://schemas.microsoft.com/office/drawing/2014/main" id="{B02ED779-1412-4915-A161-EF6EDF861806}"/>
              </a:ext>
            </a:extLst>
          </p:cNvPr>
          <p:cNvSpPr>
            <a:spLocks noGrp="1"/>
          </p:cNvSpPr>
          <p:nvPr/>
        </p:nvSpPr>
        <p:spPr>
          <a:xfrm>
            <a:off x="1556919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Cryo_12372">
            <a:extLst>
              <a:ext uri="{FF2B5EF4-FFF2-40B4-BE49-F238E27FC236}">
                <a16:creationId xmlns:a16="http://schemas.microsoft.com/office/drawing/2014/main" id="{AF397138-6428-4DC7-9C20-656A81CD17F9}"/>
              </a:ext>
            </a:extLst>
          </p:cNvPr>
          <p:cNvSpPr>
            <a:spLocks noGrp="1"/>
          </p:cNvSpPr>
          <p:nvPr/>
        </p:nvSpPr>
        <p:spPr>
          <a:xfrm>
            <a:off x="144741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Cryo_12373">
            <a:extLst>
              <a:ext uri="{FF2B5EF4-FFF2-40B4-BE49-F238E27FC236}">
                <a16:creationId xmlns:a16="http://schemas.microsoft.com/office/drawing/2014/main" id="{153A3424-25A4-4B67-ADEB-DEC0EEC8DC20}"/>
              </a:ext>
            </a:extLst>
          </p:cNvPr>
          <p:cNvSpPr>
            <a:spLocks noGrp="1"/>
          </p:cNvSpPr>
          <p:nvPr/>
        </p:nvSpPr>
        <p:spPr>
          <a:xfrm>
            <a:off x="1487829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Cryo_12374">
            <a:extLst>
              <a:ext uri="{FF2B5EF4-FFF2-40B4-BE49-F238E27FC236}">
                <a16:creationId xmlns:a16="http://schemas.microsoft.com/office/drawing/2014/main" id="{9696D647-8DA2-4F15-9665-18371D4B64A3}"/>
              </a:ext>
            </a:extLst>
          </p:cNvPr>
          <p:cNvSpPr>
            <a:spLocks noGrp="1"/>
          </p:cNvSpPr>
          <p:nvPr/>
        </p:nvSpPr>
        <p:spPr>
          <a:xfrm>
            <a:off x="1449410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Cryo_12375">
            <a:extLst>
              <a:ext uri="{FF2B5EF4-FFF2-40B4-BE49-F238E27FC236}">
                <a16:creationId xmlns:a16="http://schemas.microsoft.com/office/drawing/2014/main" id="{E0AC5E34-8E57-4931-945A-B1324A889150}"/>
              </a:ext>
            </a:extLst>
          </p:cNvPr>
          <p:cNvSpPr>
            <a:spLocks noGrp="1"/>
          </p:cNvSpPr>
          <p:nvPr/>
        </p:nvSpPr>
        <p:spPr>
          <a:xfrm>
            <a:off x="1534661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Cryo_12376">
            <a:extLst>
              <a:ext uri="{FF2B5EF4-FFF2-40B4-BE49-F238E27FC236}">
                <a16:creationId xmlns:a16="http://schemas.microsoft.com/office/drawing/2014/main" id="{01250390-5760-46D9-A885-6C09003CD90F}"/>
              </a:ext>
            </a:extLst>
          </p:cNvPr>
          <p:cNvSpPr>
            <a:spLocks noGrp="1"/>
          </p:cNvSpPr>
          <p:nvPr/>
        </p:nvSpPr>
        <p:spPr>
          <a:xfrm>
            <a:off x="150167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Cryo_12377">
            <a:extLst>
              <a:ext uri="{FF2B5EF4-FFF2-40B4-BE49-F238E27FC236}">
                <a16:creationId xmlns:a16="http://schemas.microsoft.com/office/drawing/2014/main" id="{65D89903-300D-4EB6-9C40-4065CCD1AB16}"/>
              </a:ext>
            </a:extLst>
          </p:cNvPr>
          <p:cNvSpPr>
            <a:spLocks noGrp="1"/>
          </p:cNvSpPr>
          <p:nvPr/>
        </p:nvSpPr>
        <p:spPr>
          <a:xfrm>
            <a:off x="1623685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Cryo_12378">
            <a:extLst>
              <a:ext uri="{FF2B5EF4-FFF2-40B4-BE49-F238E27FC236}">
                <a16:creationId xmlns:a16="http://schemas.microsoft.com/office/drawing/2014/main" id="{EBAF8A30-868B-47D8-8EBD-B87EB026003B}"/>
              </a:ext>
            </a:extLst>
          </p:cNvPr>
          <p:cNvSpPr>
            <a:spLocks noGrp="1"/>
          </p:cNvSpPr>
          <p:nvPr/>
        </p:nvSpPr>
        <p:spPr>
          <a:xfrm>
            <a:off x="1432795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Cryo_12379">
            <a:extLst>
              <a:ext uri="{FF2B5EF4-FFF2-40B4-BE49-F238E27FC236}">
                <a16:creationId xmlns:a16="http://schemas.microsoft.com/office/drawing/2014/main" id="{F03852ED-2E85-4E85-A619-5C055DA87D94}"/>
              </a:ext>
            </a:extLst>
          </p:cNvPr>
          <p:cNvSpPr>
            <a:spLocks noGrp="1"/>
          </p:cNvSpPr>
          <p:nvPr/>
        </p:nvSpPr>
        <p:spPr>
          <a:xfrm>
            <a:off x="1574660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Cryo_12380">
            <a:extLst>
              <a:ext uri="{FF2B5EF4-FFF2-40B4-BE49-F238E27FC236}">
                <a16:creationId xmlns:a16="http://schemas.microsoft.com/office/drawing/2014/main" id="{32E6B018-D44F-47FC-969B-43FBE3AAA454}"/>
              </a:ext>
            </a:extLst>
          </p:cNvPr>
          <p:cNvSpPr>
            <a:spLocks noGrp="1"/>
          </p:cNvSpPr>
          <p:nvPr/>
        </p:nvSpPr>
        <p:spPr>
          <a:xfrm>
            <a:off x="162140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Cryo_12381">
            <a:extLst>
              <a:ext uri="{FF2B5EF4-FFF2-40B4-BE49-F238E27FC236}">
                <a16:creationId xmlns:a16="http://schemas.microsoft.com/office/drawing/2014/main" id="{34B02BD8-F83B-4D4E-B7D4-24CA2C2CF4F9}"/>
              </a:ext>
            </a:extLst>
          </p:cNvPr>
          <p:cNvSpPr>
            <a:spLocks noGrp="1"/>
          </p:cNvSpPr>
          <p:nvPr/>
        </p:nvSpPr>
        <p:spPr>
          <a:xfrm>
            <a:off x="160232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Cryo_12382">
            <a:extLst>
              <a:ext uri="{FF2B5EF4-FFF2-40B4-BE49-F238E27FC236}">
                <a16:creationId xmlns:a16="http://schemas.microsoft.com/office/drawing/2014/main" id="{2363CD7E-0917-43B2-869A-6882F0DF5644}"/>
              </a:ext>
            </a:extLst>
          </p:cNvPr>
          <p:cNvSpPr>
            <a:spLocks noGrp="1"/>
          </p:cNvSpPr>
          <p:nvPr/>
        </p:nvSpPr>
        <p:spPr>
          <a:xfrm>
            <a:off x="1541219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Cryo_12383">
            <a:extLst>
              <a:ext uri="{FF2B5EF4-FFF2-40B4-BE49-F238E27FC236}">
                <a16:creationId xmlns:a16="http://schemas.microsoft.com/office/drawing/2014/main" id="{4D9A9E14-4BB2-4F20-B74C-280DEFFCEC82}"/>
              </a:ext>
            </a:extLst>
          </p:cNvPr>
          <p:cNvSpPr>
            <a:spLocks noGrp="1"/>
          </p:cNvSpPr>
          <p:nvPr/>
        </p:nvSpPr>
        <p:spPr>
          <a:xfrm>
            <a:off x="1639394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Cryo_12384">
            <a:extLst>
              <a:ext uri="{FF2B5EF4-FFF2-40B4-BE49-F238E27FC236}">
                <a16:creationId xmlns:a16="http://schemas.microsoft.com/office/drawing/2014/main" id="{EF96367B-4BFA-4001-BB10-1976E7BC4D1E}"/>
              </a:ext>
            </a:extLst>
          </p:cNvPr>
          <p:cNvSpPr>
            <a:spLocks noGrp="1"/>
          </p:cNvSpPr>
          <p:nvPr/>
        </p:nvSpPr>
        <p:spPr>
          <a:xfrm>
            <a:off x="162814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Cryo_12385">
            <a:extLst>
              <a:ext uri="{FF2B5EF4-FFF2-40B4-BE49-F238E27FC236}">
                <a16:creationId xmlns:a16="http://schemas.microsoft.com/office/drawing/2014/main" id="{83839B73-2F08-480B-B558-90C74AE2EC88}"/>
              </a:ext>
            </a:extLst>
          </p:cNvPr>
          <p:cNvSpPr>
            <a:spLocks noGrp="1"/>
          </p:cNvSpPr>
          <p:nvPr/>
        </p:nvSpPr>
        <p:spPr>
          <a:xfrm>
            <a:off x="165343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Cryo_12386">
            <a:extLst>
              <a:ext uri="{FF2B5EF4-FFF2-40B4-BE49-F238E27FC236}">
                <a16:creationId xmlns:a16="http://schemas.microsoft.com/office/drawing/2014/main" id="{B1AF9F57-3139-43E1-8E5F-9438D36AFE8D}"/>
              </a:ext>
            </a:extLst>
          </p:cNvPr>
          <p:cNvSpPr>
            <a:spLocks noGrp="1"/>
          </p:cNvSpPr>
          <p:nvPr/>
        </p:nvSpPr>
        <p:spPr>
          <a:xfrm>
            <a:off x="1600153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Cryo_12387">
            <a:extLst>
              <a:ext uri="{FF2B5EF4-FFF2-40B4-BE49-F238E27FC236}">
                <a16:creationId xmlns:a16="http://schemas.microsoft.com/office/drawing/2014/main" id="{EC75B1C0-6311-40BE-88CD-20A4EB8576B8}"/>
              </a:ext>
            </a:extLst>
          </p:cNvPr>
          <p:cNvSpPr>
            <a:spLocks noGrp="1"/>
          </p:cNvSpPr>
          <p:nvPr/>
        </p:nvSpPr>
        <p:spPr>
          <a:xfrm>
            <a:off x="1489359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Cryo_12388">
            <a:extLst>
              <a:ext uri="{FF2B5EF4-FFF2-40B4-BE49-F238E27FC236}">
                <a16:creationId xmlns:a16="http://schemas.microsoft.com/office/drawing/2014/main" id="{A4B913EA-7703-4512-B548-25808792B5D7}"/>
              </a:ext>
            </a:extLst>
          </p:cNvPr>
          <p:cNvSpPr>
            <a:spLocks noGrp="1"/>
          </p:cNvSpPr>
          <p:nvPr/>
        </p:nvSpPr>
        <p:spPr>
          <a:xfrm>
            <a:off x="143813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Cryo_12389">
            <a:extLst>
              <a:ext uri="{FF2B5EF4-FFF2-40B4-BE49-F238E27FC236}">
                <a16:creationId xmlns:a16="http://schemas.microsoft.com/office/drawing/2014/main" id="{9D2503FB-764A-411B-9DCB-11D813EBB4E1}"/>
              </a:ext>
            </a:extLst>
          </p:cNvPr>
          <p:cNvSpPr>
            <a:spLocks noGrp="1"/>
          </p:cNvSpPr>
          <p:nvPr/>
        </p:nvSpPr>
        <p:spPr>
          <a:xfrm>
            <a:off x="1626544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Cryo_12390">
            <a:extLst>
              <a:ext uri="{FF2B5EF4-FFF2-40B4-BE49-F238E27FC236}">
                <a16:creationId xmlns:a16="http://schemas.microsoft.com/office/drawing/2014/main" id="{896074F6-EDB4-4341-A806-D0B59BD6022D}"/>
              </a:ext>
            </a:extLst>
          </p:cNvPr>
          <p:cNvSpPr>
            <a:spLocks noGrp="1"/>
          </p:cNvSpPr>
          <p:nvPr/>
        </p:nvSpPr>
        <p:spPr>
          <a:xfrm>
            <a:off x="1426352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Cryo_12391">
            <a:extLst>
              <a:ext uri="{FF2B5EF4-FFF2-40B4-BE49-F238E27FC236}">
                <a16:creationId xmlns:a16="http://schemas.microsoft.com/office/drawing/2014/main" id="{400C5618-C5FA-40DE-A386-22291ED8207C}"/>
              </a:ext>
            </a:extLst>
          </p:cNvPr>
          <p:cNvSpPr>
            <a:spLocks noGrp="1"/>
          </p:cNvSpPr>
          <p:nvPr/>
        </p:nvSpPr>
        <p:spPr>
          <a:xfrm>
            <a:off x="1425147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Cryo_12392">
            <a:extLst>
              <a:ext uri="{FF2B5EF4-FFF2-40B4-BE49-F238E27FC236}">
                <a16:creationId xmlns:a16="http://schemas.microsoft.com/office/drawing/2014/main" id="{975C54C8-8A65-4A64-BED9-9FE1CED8FC81}"/>
              </a:ext>
            </a:extLst>
          </p:cNvPr>
          <p:cNvSpPr>
            <a:spLocks noGrp="1"/>
          </p:cNvSpPr>
          <p:nvPr/>
        </p:nvSpPr>
        <p:spPr>
          <a:xfrm>
            <a:off x="153550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Cryo_12393">
            <a:extLst>
              <a:ext uri="{FF2B5EF4-FFF2-40B4-BE49-F238E27FC236}">
                <a16:creationId xmlns:a16="http://schemas.microsoft.com/office/drawing/2014/main" id="{A54205D9-6775-439B-A2CC-EA0C4A7F041A}"/>
              </a:ext>
            </a:extLst>
          </p:cNvPr>
          <p:cNvSpPr>
            <a:spLocks noGrp="1"/>
          </p:cNvSpPr>
          <p:nvPr/>
        </p:nvSpPr>
        <p:spPr>
          <a:xfrm>
            <a:off x="154165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Cryo_12394">
            <a:extLst>
              <a:ext uri="{FF2B5EF4-FFF2-40B4-BE49-F238E27FC236}">
                <a16:creationId xmlns:a16="http://schemas.microsoft.com/office/drawing/2014/main" id="{AE7C6FAC-1ED8-4109-BD89-737ECC3D0612}"/>
              </a:ext>
            </a:extLst>
          </p:cNvPr>
          <p:cNvSpPr>
            <a:spLocks noGrp="1"/>
          </p:cNvSpPr>
          <p:nvPr/>
        </p:nvSpPr>
        <p:spPr>
          <a:xfrm>
            <a:off x="1490684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Cryo_12395">
            <a:extLst>
              <a:ext uri="{FF2B5EF4-FFF2-40B4-BE49-F238E27FC236}">
                <a16:creationId xmlns:a16="http://schemas.microsoft.com/office/drawing/2014/main" id="{A8612041-B7C0-489C-B540-31C89097FA98}"/>
              </a:ext>
            </a:extLst>
          </p:cNvPr>
          <p:cNvSpPr>
            <a:spLocks noGrp="1"/>
          </p:cNvSpPr>
          <p:nvPr/>
        </p:nvSpPr>
        <p:spPr>
          <a:xfrm>
            <a:off x="1635647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Cryo_12396">
            <a:extLst>
              <a:ext uri="{FF2B5EF4-FFF2-40B4-BE49-F238E27FC236}">
                <a16:creationId xmlns:a16="http://schemas.microsoft.com/office/drawing/2014/main" id="{9DFBF702-34BD-4D02-86B8-6F3F479E91A0}"/>
              </a:ext>
            </a:extLst>
          </p:cNvPr>
          <p:cNvSpPr>
            <a:spLocks noGrp="1"/>
          </p:cNvSpPr>
          <p:nvPr/>
        </p:nvSpPr>
        <p:spPr>
          <a:xfrm>
            <a:off x="1631638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Cryo_12397">
            <a:extLst>
              <a:ext uri="{FF2B5EF4-FFF2-40B4-BE49-F238E27FC236}">
                <a16:creationId xmlns:a16="http://schemas.microsoft.com/office/drawing/2014/main" id="{EA0F82D1-2AB3-41B8-8F5B-890FE76A1036}"/>
              </a:ext>
            </a:extLst>
          </p:cNvPr>
          <p:cNvSpPr>
            <a:spLocks noGrp="1"/>
          </p:cNvSpPr>
          <p:nvPr/>
        </p:nvSpPr>
        <p:spPr>
          <a:xfrm>
            <a:off x="156084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Cryo_12398">
            <a:extLst>
              <a:ext uri="{FF2B5EF4-FFF2-40B4-BE49-F238E27FC236}">
                <a16:creationId xmlns:a16="http://schemas.microsoft.com/office/drawing/2014/main" id="{4D6B8E13-36E6-4BA0-A542-A0991B3014C8}"/>
              </a:ext>
            </a:extLst>
          </p:cNvPr>
          <p:cNvSpPr>
            <a:spLocks noGrp="1"/>
          </p:cNvSpPr>
          <p:nvPr/>
        </p:nvSpPr>
        <p:spPr>
          <a:xfrm>
            <a:off x="1561700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Cryo_12399">
            <a:extLst>
              <a:ext uri="{FF2B5EF4-FFF2-40B4-BE49-F238E27FC236}">
                <a16:creationId xmlns:a16="http://schemas.microsoft.com/office/drawing/2014/main" id="{CB6F46D6-3C37-4077-94BE-1FF389307190}"/>
              </a:ext>
            </a:extLst>
          </p:cNvPr>
          <p:cNvSpPr>
            <a:spLocks noGrp="1"/>
          </p:cNvSpPr>
          <p:nvPr/>
        </p:nvSpPr>
        <p:spPr>
          <a:xfrm>
            <a:off x="1570989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Cryo_12400">
            <a:extLst>
              <a:ext uri="{FF2B5EF4-FFF2-40B4-BE49-F238E27FC236}">
                <a16:creationId xmlns:a16="http://schemas.microsoft.com/office/drawing/2014/main" id="{F3A5B0F5-2226-4696-86B6-8E2E131C73C7}"/>
              </a:ext>
            </a:extLst>
          </p:cNvPr>
          <p:cNvSpPr>
            <a:spLocks noGrp="1"/>
          </p:cNvSpPr>
          <p:nvPr/>
        </p:nvSpPr>
        <p:spPr>
          <a:xfrm>
            <a:off x="1514830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Cryo_12401">
            <a:extLst>
              <a:ext uri="{FF2B5EF4-FFF2-40B4-BE49-F238E27FC236}">
                <a16:creationId xmlns:a16="http://schemas.microsoft.com/office/drawing/2014/main" id="{651A3134-3FDA-420C-AEF8-146D35C3C0EB}"/>
              </a:ext>
            </a:extLst>
          </p:cNvPr>
          <p:cNvSpPr>
            <a:spLocks noGrp="1"/>
          </p:cNvSpPr>
          <p:nvPr/>
        </p:nvSpPr>
        <p:spPr>
          <a:xfrm>
            <a:off x="144837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Cryo_12402">
            <a:extLst>
              <a:ext uri="{FF2B5EF4-FFF2-40B4-BE49-F238E27FC236}">
                <a16:creationId xmlns:a16="http://schemas.microsoft.com/office/drawing/2014/main" id="{A40B2C33-0B53-4649-8837-1891FEF443A2}"/>
              </a:ext>
            </a:extLst>
          </p:cNvPr>
          <p:cNvSpPr>
            <a:spLocks noGrp="1"/>
          </p:cNvSpPr>
          <p:nvPr/>
        </p:nvSpPr>
        <p:spPr>
          <a:xfrm>
            <a:off x="1420546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Cryo_12403">
            <a:extLst>
              <a:ext uri="{FF2B5EF4-FFF2-40B4-BE49-F238E27FC236}">
                <a16:creationId xmlns:a16="http://schemas.microsoft.com/office/drawing/2014/main" id="{5630EF89-CBA0-4B51-A5A7-0B7A027EADC3}"/>
              </a:ext>
            </a:extLst>
          </p:cNvPr>
          <p:cNvSpPr>
            <a:spLocks noGrp="1"/>
          </p:cNvSpPr>
          <p:nvPr/>
        </p:nvSpPr>
        <p:spPr>
          <a:xfrm>
            <a:off x="150840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Cryo_12404">
            <a:extLst>
              <a:ext uri="{FF2B5EF4-FFF2-40B4-BE49-F238E27FC236}">
                <a16:creationId xmlns:a16="http://schemas.microsoft.com/office/drawing/2014/main" id="{C3238600-A29C-409A-A742-31C920DACF0C}"/>
              </a:ext>
            </a:extLst>
          </p:cNvPr>
          <p:cNvSpPr>
            <a:spLocks noGrp="1"/>
          </p:cNvSpPr>
          <p:nvPr/>
        </p:nvSpPr>
        <p:spPr>
          <a:xfrm>
            <a:off x="1417708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Cryo_12405">
            <a:extLst>
              <a:ext uri="{FF2B5EF4-FFF2-40B4-BE49-F238E27FC236}">
                <a16:creationId xmlns:a16="http://schemas.microsoft.com/office/drawing/2014/main" id="{BD824AA9-2EA8-46F9-8139-688FA2727F71}"/>
              </a:ext>
            </a:extLst>
          </p:cNvPr>
          <p:cNvSpPr>
            <a:spLocks noGrp="1"/>
          </p:cNvSpPr>
          <p:nvPr/>
        </p:nvSpPr>
        <p:spPr>
          <a:xfrm>
            <a:off x="1639182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Cryo_12406">
            <a:extLst>
              <a:ext uri="{FF2B5EF4-FFF2-40B4-BE49-F238E27FC236}">
                <a16:creationId xmlns:a16="http://schemas.microsoft.com/office/drawing/2014/main" id="{E95CFD02-1EE8-4289-88D2-659443981B2B}"/>
              </a:ext>
            </a:extLst>
          </p:cNvPr>
          <p:cNvSpPr>
            <a:spLocks noGrp="1"/>
          </p:cNvSpPr>
          <p:nvPr/>
        </p:nvSpPr>
        <p:spPr>
          <a:xfrm>
            <a:off x="1506822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Cryo_12407">
            <a:extLst>
              <a:ext uri="{FF2B5EF4-FFF2-40B4-BE49-F238E27FC236}">
                <a16:creationId xmlns:a16="http://schemas.microsoft.com/office/drawing/2014/main" id="{05BF93FD-F612-4300-9B4B-E30695EE6800}"/>
              </a:ext>
            </a:extLst>
          </p:cNvPr>
          <p:cNvSpPr>
            <a:spLocks noGrp="1"/>
          </p:cNvSpPr>
          <p:nvPr/>
        </p:nvSpPr>
        <p:spPr>
          <a:xfrm>
            <a:off x="1526471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Cryo_12408">
            <a:extLst>
              <a:ext uri="{FF2B5EF4-FFF2-40B4-BE49-F238E27FC236}">
                <a16:creationId xmlns:a16="http://schemas.microsoft.com/office/drawing/2014/main" id="{3F9EF710-65A1-42F2-BEFF-1AA92AF2C186}"/>
              </a:ext>
            </a:extLst>
          </p:cNvPr>
          <p:cNvSpPr>
            <a:spLocks noGrp="1"/>
          </p:cNvSpPr>
          <p:nvPr/>
        </p:nvSpPr>
        <p:spPr>
          <a:xfrm>
            <a:off x="1577631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Cryo_12409">
            <a:extLst>
              <a:ext uri="{FF2B5EF4-FFF2-40B4-BE49-F238E27FC236}">
                <a16:creationId xmlns:a16="http://schemas.microsoft.com/office/drawing/2014/main" id="{FDE9DDB4-18A8-4CD7-95D3-20E8D935C837}"/>
              </a:ext>
            </a:extLst>
          </p:cNvPr>
          <p:cNvSpPr>
            <a:spLocks noGrp="1"/>
          </p:cNvSpPr>
          <p:nvPr/>
        </p:nvSpPr>
        <p:spPr>
          <a:xfrm>
            <a:off x="151215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Cryo_12410">
            <a:extLst>
              <a:ext uri="{FF2B5EF4-FFF2-40B4-BE49-F238E27FC236}">
                <a16:creationId xmlns:a16="http://schemas.microsoft.com/office/drawing/2014/main" id="{A4371F27-4971-4E27-847B-008FA5FC9B37}"/>
              </a:ext>
            </a:extLst>
          </p:cNvPr>
          <p:cNvSpPr>
            <a:spLocks noGrp="1"/>
          </p:cNvSpPr>
          <p:nvPr/>
        </p:nvSpPr>
        <p:spPr>
          <a:xfrm>
            <a:off x="1474200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Cryo_12411">
            <a:extLst>
              <a:ext uri="{FF2B5EF4-FFF2-40B4-BE49-F238E27FC236}">
                <a16:creationId xmlns:a16="http://schemas.microsoft.com/office/drawing/2014/main" id="{C6676BB0-39C4-4DEC-B8D6-0A00814785F6}"/>
              </a:ext>
            </a:extLst>
          </p:cNvPr>
          <p:cNvSpPr>
            <a:spLocks noGrp="1"/>
          </p:cNvSpPr>
          <p:nvPr/>
        </p:nvSpPr>
        <p:spPr>
          <a:xfrm>
            <a:off x="1624525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Cryo_12412">
            <a:extLst>
              <a:ext uri="{FF2B5EF4-FFF2-40B4-BE49-F238E27FC236}">
                <a16:creationId xmlns:a16="http://schemas.microsoft.com/office/drawing/2014/main" id="{E300CC49-8254-4E3D-9A2B-223DE7A93929}"/>
              </a:ext>
            </a:extLst>
          </p:cNvPr>
          <p:cNvSpPr>
            <a:spLocks noGrp="1"/>
          </p:cNvSpPr>
          <p:nvPr/>
        </p:nvSpPr>
        <p:spPr>
          <a:xfrm>
            <a:off x="146631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Cryo_12413">
            <a:extLst>
              <a:ext uri="{FF2B5EF4-FFF2-40B4-BE49-F238E27FC236}">
                <a16:creationId xmlns:a16="http://schemas.microsoft.com/office/drawing/2014/main" id="{FE2FD990-7BC9-4957-9E34-88F2F287BB08}"/>
              </a:ext>
            </a:extLst>
          </p:cNvPr>
          <p:cNvSpPr>
            <a:spLocks noGrp="1"/>
          </p:cNvSpPr>
          <p:nvPr/>
        </p:nvSpPr>
        <p:spPr>
          <a:xfrm>
            <a:off x="1474528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Cryo_12414">
            <a:extLst>
              <a:ext uri="{FF2B5EF4-FFF2-40B4-BE49-F238E27FC236}">
                <a16:creationId xmlns:a16="http://schemas.microsoft.com/office/drawing/2014/main" id="{09961724-DCAD-4C7B-B8BA-C542D86F93D1}"/>
              </a:ext>
            </a:extLst>
          </p:cNvPr>
          <p:cNvSpPr>
            <a:spLocks noGrp="1"/>
          </p:cNvSpPr>
          <p:nvPr/>
        </p:nvSpPr>
        <p:spPr>
          <a:xfrm>
            <a:off x="149263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Cryo_12415">
            <a:extLst>
              <a:ext uri="{FF2B5EF4-FFF2-40B4-BE49-F238E27FC236}">
                <a16:creationId xmlns:a16="http://schemas.microsoft.com/office/drawing/2014/main" id="{F85E8263-6C53-42A7-B333-1D4A06AA938F}"/>
              </a:ext>
            </a:extLst>
          </p:cNvPr>
          <p:cNvSpPr>
            <a:spLocks noGrp="1"/>
          </p:cNvSpPr>
          <p:nvPr/>
        </p:nvSpPr>
        <p:spPr>
          <a:xfrm>
            <a:off x="1518601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Cryo_12416">
            <a:extLst>
              <a:ext uri="{FF2B5EF4-FFF2-40B4-BE49-F238E27FC236}">
                <a16:creationId xmlns:a16="http://schemas.microsoft.com/office/drawing/2014/main" id="{BDDB271C-6045-4C36-A12E-8311CA12EEDA}"/>
              </a:ext>
            </a:extLst>
          </p:cNvPr>
          <p:cNvSpPr>
            <a:spLocks noGrp="1"/>
          </p:cNvSpPr>
          <p:nvPr/>
        </p:nvSpPr>
        <p:spPr>
          <a:xfrm>
            <a:off x="141559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Cryo_12417">
            <a:extLst>
              <a:ext uri="{FF2B5EF4-FFF2-40B4-BE49-F238E27FC236}">
                <a16:creationId xmlns:a16="http://schemas.microsoft.com/office/drawing/2014/main" id="{99086B17-F91F-4136-8590-EE25BBDE1B8D}"/>
              </a:ext>
            </a:extLst>
          </p:cNvPr>
          <p:cNvSpPr>
            <a:spLocks noGrp="1"/>
          </p:cNvSpPr>
          <p:nvPr/>
        </p:nvSpPr>
        <p:spPr>
          <a:xfrm>
            <a:off x="164390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Cryo_12418">
            <a:extLst>
              <a:ext uri="{FF2B5EF4-FFF2-40B4-BE49-F238E27FC236}">
                <a16:creationId xmlns:a16="http://schemas.microsoft.com/office/drawing/2014/main" id="{4585E836-AF1B-404E-AEDF-1D80A04E6255}"/>
              </a:ext>
            </a:extLst>
          </p:cNvPr>
          <p:cNvSpPr>
            <a:spLocks noGrp="1"/>
          </p:cNvSpPr>
          <p:nvPr/>
        </p:nvSpPr>
        <p:spPr>
          <a:xfrm>
            <a:off x="154516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Cryo_12419">
            <a:extLst>
              <a:ext uri="{FF2B5EF4-FFF2-40B4-BE49-F238E27FC236}">
                <a16:creationId xmlns:a16="http://schemas.microsoft.com/office/drawing/2014/main" id="{E79244DE-DF2E-465B-BE59-3D143A845999}"/>
              </a:ext>
            </a:extLst>
          </p:cNvPr>
          <p:cNvSpPr>
            <a:spLocks noGrp="1"/>
          </p:cNvSpPr>
          <p:nvPr/>
        </p:nvSpPr>
        <p:spPr>
          <a:xfrm>
            <a:off x="1612808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Cryo_12420">
            <a:extLst>
              <a:ext uri="{FF2B5EF4-FFF2-40B4-BE49-F238E27FC236}">
                <a16:creationId xmlns:a16="http://schemas.microsoft.com/office/drawing/2014/main" id="{E0739B60-FD21-4D2F-A3CA-ACDF57F0C91D}"/>
              </a:ext>
            </a:extLst>
          </p:cNvPr>
          <p:cNvSpPr>
            <a:spLocks noGrp="1"/>
          </p:cNvSpPr>
          <p:nvPr/>
        </p:nvSpPr>
        <p:spPr>
          <a:xfrm>
            <a:off x="155671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Cryo_12421">
            <a:extLst>
              <a:ext uri="{FF2B5EF4-FFF2-40B4-BE49-F238E27FC236}">
                <a16:creationId xmlns:a16="http://schemas.microsoft.com/office/drawing/2014/main" id="{E943D735-BA23-4906-BA18-6215679DE15A}"/>
              </a:ext>
            </a:extLst>
          </p:cNvPr>
          <p:cNvSpPr>
            <a:spLocks noGrp="1"/>
          </p:cNvSpPr>
          <p:nvPr/>
        </p:nvSpPr>
        <p:spPr>
          <a:xfrm>
            <a:off x="163647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Cryo_12422">
            <a:extLst>
              <a:ext uri="{FF2B5EF4-FFF2-40B4-BE49-F238E27FC236}">
                <a16:creationId xmlns:a16="http://schemas.microsoft.com/office/drawing/2014/main" id="{4E1282BC-FFFC-493D-85E7-A4016ACBB4B0}"/>
              </a:ext>
            </a:extLst>
          </p:cNvPr>
          <p:cNvSpPr>
            <a:spLocks noGrp="1"/>
          </p:cNvSpPr>
          <p:nvPr/>
        </p:nvSpPr>
        <p:spPr>
          <a:xfrm>
            <a:off x="1447786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Cryo_12423">
            <a:extLst>
              <a:ext uri="{FF2B5EF4-FFF2-40B4-BE49-F238E27FC236}">
                <a16:creationId xmlns:a16="http://schemas.microsoft.com/office/drawing/2014/main" id="{AAF75006-C219-4AC5-963E-3028A438691C}"/>
              </a:ext>
            </a:extLst>
          </p:cNvPr>
          <p:cNvSpPr>
            <a:spLocks noGrp="1"/>
          </p:cNvSpPr>
          <p:nvPr/>
        </p:nvSpPr>
        <p:spPr>
          <a:xfrm>
            <a:off x="1559332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Cryo_12424">
            <a:extLst>
              <a:ext uri="{FF2B5EF4-FFF2-40B4-BE49-F238E27FC236}">
                <a16:creationId xmlns:a16="http://schemas.microsoft.com/office/drawing/2014/main" id="{48BCFF75-1366-4E4C-98D5-5751FA4E147D}"/>
              </a:ext>
            </a:extLst>
          </p:cNvPr>
          <p:cNvSpPr>
            <a:spLocks noGrp="1"/>
          </p:cNvSpPr>
          <p:nvPr/>
        </p:nvSpPr>
        <p:spPr>
          <a:xfrm>
            <a:off x="149785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Cryo_12425">
            <a:extLst>
              <a:ext uri="{FF2B5EF4-FFF2-40B4-BE49-F238E27FC236}">
                <a16:creationId xmlns:a16="http://schemas.microsoft.com/office/drawing/2014/main" id="{F76061FA-B635-4BC1-9EE3-FD8831E7A76E}"/>
              </a:ext>
            </a:extLst>
          </p:cNvPr>
          <p:cNvSpPr>
            <a:spLocks noGrp="1"/>
          </p:cNvSpPr>
          <p:nvPr/>
        </p:nvSpPr>
        <p:spPr>
          <a:xfrm>
            <a:off x="141320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Cryo_12426">
            <a:extLst>
              <a:ext uri="{FF2B5EF4-FFF2-40B4-BE49-F238E27FC236}">
                <a16:creationId xmlns:a16="http://schemas.microsoft.com/office/drawing/2014/main" id="{B3CAD74D-6598-4B3A-908A-5B429D5F7502}"/>
              </a:ext>
            </a:extLst>
          </p:cNvPr>
          <p:cNvSpPr>
            <a:spLocks noGrp="1"/>
          </p:cNvSpPr>
          <p:nvPr/>
        </p:nvSpPr>
        <p:spPr>
          <a:xfrm>
            <a:off x="1555298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Cryo_12427">
            <a:extLst>
              <a:ext uri="{FF2B5EF4-FFF2-40B4-BE49-F238E27FC236}">
                <a16:creationId xmlns:a16="http://schemas.microsoft.com/office/drawing/2014/main" id="{B5B3B8AC-B399-481F-B78A-9C5E8AFA5BD2}"/>
              </a:ext>
            </a:extLst>
          </p:cNvPr>
          <p:cNvSpPr>
            <a:spLocks noGrp="1"/>
          </p:cNvSpPr>
          <p:nvPr/>
        </p:nvSpPr>
        <p:spPr>
          <a:xfrm>
            <a:off x="1559071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Cryo_12428">
            <a:extLst>
              <a:ext uri="{FF2B5EF4-FFF2-40B4-BE49-F238E27FC236}">
                <a16:creationId xmlns:a16="http://schemas.microsoft.com/office/drawing/2014/main" id="{D300B96A-86A9-4922-880E-9DA0C170B7F1}"/>
              </a:ext>
            </a:extLst>
          </p:cNvPr>
          <p:cNvSpPr>
            <a:spLocks noGrp="1"/>
          </p:cNvSpPr>
          <p:nvPr/>
        </p:nvSpPr>
        <p:spPr>
          <a:xfrm>
            <a:off x="1436082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Cryo_12429">
            <a:extLst>
              <a:ext uri="{FF2B5EF4-FFF2-40B4-BE49-F238E27FC236}">
                <a16:creationId xmlns:a16="http://schemas.microsoft.com/office/drawing/2014/main" id="{69E26696-6C8F-4E35-ADF9-296B3C10D663}"/>
              </a:ext>
            </a:extLst>
          </p:cNvPr>
          <p:cNvSpPr>
            <a:spLocks noGrp="1"/>
          </p:cNvSpPr>
          <p:nvPr/>
        </p:nvSpPr>
        <p:spPr>
          <a:xfrm>
            <a:off x="1502691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Cryo_12430">
            <a:extLst>
              <a:ext uri="{FF2B5EF4-FFF2-40B4-BE49-F238E27FC236}">
                <a16:creationId xmlns:a16="http://schemas.microsoft.com/office/drawing/2014/main" id="{5D0FC0BB-5853-439D-B908-6F63F7A3071A}"/>
              </a:ext>
            </a:extLst>
          </p:cNvPr>
          <p:cNvSpPr>
            <a:spLocks noGrp="1"/>
          </p:cNvSpPr>
          <p:nvPr/>
        </p:nvSpPr>
        <p:spPr>
          <a:xfrm>
            <a:off x="151968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Cryo_12431">
            <a:extLst>
              <a:ext uri="{FF2B5EF4-FFF2-40B4-BE49-F238E27FC236}">
                <a16:creationId xmlns:a16="http://schemas.microsoft.com/office/drawing/2014/main" id="{756B8F65-40E0-4F36-9939-5D940C3CDF97}"/>
              </a:ext>
            </a:extLst>
          </p:cNvPr>
          <p:cNvSpPr>
            <a:spLocks noGrp="1"/>
          </p:cNvSpPr>
          <p:nvPr/>
        </p:nvSpPr>
        <p:spPr>
          <a:xfrm>
            <a:off x="143111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Cryo_12432">
            <a:extLst>
              <a:ext uri="{FF2B5EF4-FFF2-40B4-BE49-F238E27FC236}">
                <a16:creationId xmlns:a16="http://schemas.microsoft.com/office/drawing/2014/main" id="{49F297B4-5539-4593-B6E3-25F6BE5DAC5D}"/>
              </a:ext>
            </a:extLst>
          </p:cNvPr>
          <p:cNvSpPr>
            <a:spLocks noGrp="1"/>
          </p:cNvSpPr>
          <p:nvPr/>
        </p:nvSpPr>
        <p:spPr>
          <a:xfrm>
            <a:off x="155783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Cryo_12433">
            <a:extLst>
              <a:ext uri="{FF2B5EF4-FFF2-40B4-BE49-F238E27FC236}">
                <a16:creationId xmlns:a16="http://schemas.microsoft.com/office/drawing/2014/main" id="{FEBEB65C-FDAD-47CE-BC16-B7AF4C73C94A}"/>
              </a:ext>
            </a:extLst>
          </p:cNvPr>
          <p:cNvSpPr>
            <a:spLocks noGrp="1"/>
          </p:cNvSpPr>
          <p:nvPr/>
        </p:nvSpPr>
        <p:spPr>
          <a:xfrm>
            <a:off x="1523586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Cryo_12434">
            <a:extLst>
              <a:ext uri="{FF2B5EF4-FFF2-40B4-BE49-F238E27FC236}">
                <a16:creationId xmlns:a16="http://schemas.microsoft.com/office/drawing/2014/main" id="{1D4267C6-5A3C-4CC4-9849-8EC98B9164C7}"/>
              </a:ext>
            </a:extLst>
          </p:cNvPr>
          <p:cNvSpPr>
            <a:spLocks noGrp="1"/>
          </p:cNvSpPr>
          <p:nvPr/>
        </p:nvSpPr>
        <p:spPr>
          <a:xfrm>
            <a:off x="1634926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Cryo_12435">
            <a:extLst>
              <a:ext uri="{FF2B5EF4-FFF2-40B4-BE49-F238E27FC236}">
                <a16:creationId xmlns:a16="http://schemas.microsoft.com/office/drawing/2014/main" id="{DDBBD0BA-6A61-406F-80D6-5E26E76C112A}"/>
              </a:ext>
            </a:extLst>
          </p:cNvPr>
          <p:cNvSpPr>
            <a:spLocks noGrp="1"/>
          </p:cNvSpPr>
          <p:nvPr/>
        </p:nvSpPr>
        <p:spPr>
          <a:xfrm>
            <a:off x="1620214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Cryo_12436">
            <a:extLst>
              <a:ext uri="{FF2B5EF4-FFF2-40B4-BE49-F238E27FC236}">
                <a16:creationId xmlns:a16="http://schemas.microsoft.com/office/drawing/2014/main" id="{38B749C6-8A6D-4B29-9715-4710B911E6DD}"/>
              </a:ext>
            </a:extLst>
          </p:cNvPr>
          <p:cNvSpPr>
            <a:spLocks noGrp="1"/>
          </p:cNvSpPr>
          <p:nvPr/>
        </p:nvSpPr>
        <p:spPr>
          <a:xfrm>
            <a:off x="1645316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Cryo_12437">
            <a:extLst>
              <a:ext uri="{FF2B5EF4-FFF2-40B4-BE49-F238E27FC236}">
                <a16:creationId xmlns:a16="http://schemas.microsoft.com/office/drawing/2014/main" id="{FCE99151-77AB-4058-B2B1-6DC56EBEAEAB}"/>
              </a:ext>
            </a:extLst>
          </p:cNvPr>
          <p:cNvSpPr>
            <a:spLocks noGrp="1"/>
          </p:cNvSpPr>
          <p:nvPr/>
        </p:nvSpPr>
        <p:spPr>
          <a:xfrm>
            <a:off x="1415133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Cryo_12438">
            <a:extLst>
              <a:ext uri="{FF2B5EF4-FFF2-40B4-BE49-F238E27FC236}">
                <a16:creationId xmlns:a16="http://schemas.microsoft.com/office/drawing/2014/main" id="{B2A360AD-A4BE-47F9-99A4-0DF9CC4E73DC}"/>
              </a:ext>
            </a:extLst>
          </p:cNvPr>
          <p:cNvSpPr>
            <a:spLocks noGrp="1"/>
          </p:cNvSpPr>
          <p:nvPr/>
        </p:nvSpPr>
        <p:spPr>
          <a:xfrm>
            <a:off x="1565992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Cryo_12439">
            <a:extLst>
              <a:ext uri="{FF2B5EF4-FFF2-40B4-BE49-F238E27FC236}">
                <a16:creationId xmlns:a16="http://schemas.microsoft.com/office/drawing/2014/main" id="{00077DE5-670B-44B7-BE32-C27A6C06715E}"/>
              </a:ext>
            </a:extLst>
          </p:cNvPr>
          <p:cNvSpPr>
            <a:spLocks noGrp="1"/>
          </p:cNvSpPr>
          <p:nvPr/>
        </p:nvSpPr>
        <p:spPr>
          <a:xfrm>
            <a:off x="1594970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Cryo_12440">
            <a:extLst>
              <a:ext uri="{FF2B5EF4-FFF2-40B4-BE49-F238E27FC236}">
                <a16:creationId xmlns:a16="http://schemas.microsoft.com/office/drawing/2014/main" id="{B60A1B02-F341-440F-B522-26DB0645D70F}"/>
              </a:ext>
            </a:extLst>
          </p:cNvPr>
          <p:cNvSpPr>
            <a:spLocks noGrp="1"/>
          </p:cNvSpPr>
          <p:nvPr/>
        </p:nvSpPr>
        <p:spPr>
          <a:xfrm>
            <a:off x="1605001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Cryo_12441">
            <a:extLst>
              <a:ext uri="{FF2B5EF4-FFF2-40B4-BE49-F238E27FC236}">
                <a16:creationId xmlns:a16="http://schemas.microsoft.com/office/drawing/2014/main" id="{A4D2558E-70CA-40E6-A571-71825FE32AF7}"/>
              </a:ext>
            </a:extLst>
          </p:cNvPr>
          <p:cNvSpPr>
            <a:spLocks noGrp="1"/>
          </p:cNvSpPr>
          <p:nvPr/>
        </p:nvSpPr>
        <p:spPr>
          <a:xfrm>
            <a:off x="1462838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Cryo_12442">
            <a:extLst>
              <a:ext uri="{FF2B5EF4-FFF2-40B4-BE49-F238E27FC236}">
                <a16:creationId xmlns:a16="http://schemas.microsoft.com/office/drawing/2014/main" id="{A92DD519-3CC1-43F8-AD08-5E131EBC1EBA}"/>
              </a:ext>
            </a:extLst>
          </p:cNvPr>
          <p:cNvSpPr>
            <a:spLocks noGrp="1"/>
          </p:cNvSpPr>
          <p:nvPr/>
        </p:nvSpPr>
        <p:spPr>
          <a:xfrm>
            <a:off x="1417094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Cryo_12443">
            <a:extLst>
              <a:ext uri="{FF2B5EF4-FFF2-40B4-BE49-F238E27FC236}">
                <a16:creationId xmlns:a16="http://schemas.microsoft.com/office/drawing/2014/main" id="{5D31F821-E6DC-4FD6-B761-CA0A2CCC1604}"/>
              </a:ext>
            </a:extLst>
          </p:cNvPr>
          <p:cNvSpPr>
            <a:spLocks noGrp="1"/>
          </p:cNvSpPr>
          <p:nvPr/>
        </p:nvSpPr>
        <p:spPr>
          <a:xfrm>
            <a:off x="1602213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Cryo_12444">
            <a:extLst>
              <a:ext uri="{FF2B5EF4-FFF2-40B4-BE49-F238E27FC236}">
                <a16:creationId xmlns:a16="http://schemas.microsoft.com/office/drawing/2014/main" id="{FFB135AC-5BBD-402D-BFD9-49E92F8B95B5}"/>
              </a:ext>
            </a:extLst>
          </p:cNvPr>
          <p:cNvSpPr>
            <a:spLocks noGrp="1"/>
          </p:cNvSpPr>
          <p:nvPr/>
        </p:nvSpPr>
        <p:spPr>
          <a:xfrm>
            <a:off x="1578016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Cryo_12445">
            <a:extLst>
              <a:ext uri="{FF2B5EF4-FFF2-40B4-BE49-F238E27FC236}">
                <a16:creationId xmlns:a16="http://schemas.microsoft.com/office/drawing/2014/main" id="{C850971B-A5FD-4C3C-97D7-83181FA15E2A}"/>
              </a:ext>
            </a:extLst>
          </p:cNvPr>
          <p:cNvSpPr>
            <a:spLocks noGrp="1"/>
          </p:cNvSpPr>
          <p:nvPr/>
        </p:nvSpPr>
        <p:spPr>
          <a:xfrm>
            <a:off x="1517265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Cryo_12446">
            <a:extLst>
              <a:ext uri="{FF2B5EF4-FFF2-40B4-BE49-F238E27FC236}">
                <a16:creationId xmlns:a16="http://schemas.microsoft.com/office/drawing/2014/main" id="{3F011A09-6823-4AE7-B3C9-975BD9B765C7}"/>
              </a:ext>
            </a:extLst>
          </p:cNvPr>
          <p:cNvSpPr>
            <a:spLocks noGrp="1"/>
          </p:cNvSpPr>
          <p:nvPr/>
        </p:nvSpPr>
        <p:spPr>
          <a:xfrm>
            <a:off x="1647328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Cryo_12447">
            <a:extLst>
              <a:ext uri="{FF2B5EF4-FFF2-40B4-BE49-F238E27FC236}">
                <a16:creationId xmlns:a16="http://schemas.microsoft.com/office/drawing/2014/main" id="{F7608B87-78A4-44AE-847B-6FAFA54AA407}"/>
              </a:ext>
            </a:extLst>
          </p:cNvPr>
          <p:cNvSpPr>
            <a:spLocks noGrp="1"/>
          </p:cNvSpPr>
          <p:nvPr/>
        </p:nvSpPr>
        <p:spPr>
          <a:xfrm>
            <a:off x="1595798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Cryo_12448">
            <a:extLst>
              <a:ext uri="{FF2B5EF4-FFF2-40B4-BE49-F238E27FC236}">
                <a16:creationId xmlns:a16="http://schemas.microsoft.com/office/drawing/2014/main" id="{C98768FB-D260-46DB-9662-4DC4BB094B1A}"/>
              </a:ext>
            </a:extLst>
          </p:cNvPr>
          <p:cNvSpPr>
            <a:spLocks noGrp="1"/>
          </p:cNvSpPr>
          <p:nvPr/>
        </p:nvSpPr>
        <p:spPr>
          <a:xfrm>
            <a:off x="143369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Cryo_12449">
            <a:extLst>
              <a:ext uri="{FF2B5EF4-FFF2-40B4-BE49-F238E27FC236}">
                <a16:creationId xmlns:a16="http://schemas.microsoft.com/office/drawing/2014/main" id="{3E48EBDE-6D28-4638-8BF9-29133B602F39}"/>
              </a:ext>
            </a:extLst>
          </p:cNvPr>
          <p:cNvSpPr>
            <a:spLocks noGrp="1"/>
          </p:cNvSpPr>
          <p:nvPr/>
        </p:nvSpPr>
        <p:spPr>
          <a:xfrm>
            <a:off x="1411052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Cryo_12450">
            <a:extLst>
              <a:ext uri="{FF2B5EF4-FFF2-40B4-BE49-F238E27FC236}">
                <a16:creationId xmlns:a16="http://schemas.microsoft.com/office/drawing/2014/main" id="{AFF6CF9C-7570-483D-8736-175D9CD2A944}"/>
              </a:ext>
            </a:extLst>
          </p:cNvPr>
          <p:cNvSpPr>
            <a:spLocks noGrp="1"/>
          </p:cNvSpPr>
          <p:nvPr/>
        </p:nvSpPr>
        <p:spPr>
          <a:xfrm>
            <a:off x="1527829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Cryo_12451">
            <a:extLst>
              <a:ext uri="{FF2B5EF4-FFF2-40B4-BE49-F238E27FC236}">
                <a16:creationId xmlns:a16="http://schemas.microsoft.com/office/drawing/2014/main" id="{CBBB1DBF-DD3A-4F9D-A770-55B6BBEF8097}"/>
              </a:ext>
            </a:extLst>
          </p:cNvPr>
          <p:cNvSpPr>
            <a:spLocks noGrp="1"/>
          </p:cNvSpPr>
          <p:nvPr/>
        </p:nvSpPr>
        <p:spPr>
          <a:xfrm>
            <a:off x="1618008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Cryo_12452">
            <a:extLst>
              <a:ext uri="{FF2B5EF4-FFF2-40B4-BE49-F238E27FC236}">
                <a16:creationId xmlns:a16="http://schemas.microsoft.com/office/drawing/2014/main" id="{C7DE076F-FA13-4E2F-ACE8-C44558FD5BC3}"/>
              </a:ext>
            </a:extLst>
          </p:cNvPr>
          <p:cNvSpPr>
            <a:spLocks noGrp="1"/>
          </p:cNvSpPr>
          <p:nvPr/>
        </p:nvSpPr>
        <p:spPr>
          <a:xfrm>
            <a:off x="1447253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Cryo_12453">
            <a:extLst>
              <a:ext uri="{FF2B5EF4-FFF2-40B4-BE49-F238E27FC236}">
                <a16:creationId xmlns:a16="http://schemas.microsoft.com/office/drawing/2014/main" id="{637826B7-246B-4569-8AB6-D4C85B597759}"/>
              </a:ext>
            </a:extLst>
          </p:cNvPr>
          <p:cNvSpPr>
            <a:spLocks noGrp="1"/>
          </p:cNvSpPr>
          <p:nvPr/>
        </p:nvSpPr>
        <p:spPr>
          <a:xfrm>
            <a:off x="3135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Cryo_12454">
            <a:extLst>
              <a:ext uri="{FF2B5EF4-FFF2-40B4-BE49-F238E27FC236}">
                <a16:creationId xmlns:a16="http://schemas.microsoft.com/office/drawing/2014/main" id="{7F6BACE6-9BFD-4EC0-AF6A-12451E9B4840}"/>
              </a:ext>
            </a:extLst>
          </p:cNvPr>
          <p:cNvSpPr>
            <a:spLocks noGrp="1"/>
          </p:cNvSpPr>
          <p:nvPr/>
        </p:nvSpPr>
        <p:spPr>
          <a:xfrm>
            <a:off x="315161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Cryo_12455">
            <a:extLst>
              <a:ext uri="{FF2B5EF4-FFF2-40B4-BE49-F238E27FC236}">
                <a16:creationId xmlns:a16="http://schemas.microsoft.com/office/drawing/2014/main" id="{441979E0-6D63-466E-9F49-591095D19703}"/>
              </a:ext>
            </a:extLst>
          </p:cNvPr>
          <p:cNvSpPr>
            <a:spLocks noGrp="1"/>
          </p:cNvSpPr>
          <p:nvPr/>
        </p:nvSpPr>
        <p:spPr>
          <a:xfrm>
            <a:off x="30633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Cryo_12456">
            <a:extLst>
              <a:ext uri="{FF2B5EF4-FFF2-40B4-BE49-F238E27FC236}">
                <a16:creationId xmlns:a16="http://schemas.microsoft.com/office/drawing/2014/main" id="{DBFAB46B-8064-4FFD-8874-2949E4AE7E8F}"/>
              </a:ext>
            </a:extLst>
          </p:cNvPr>
          <p:cNvSpPr>
            <a:spLocks noGrp="1"/>
          </p:cNvSpPr>
          <p:nvPr/>
        </p:nvSpPr>
        <p:spPr>
          <a:xfrm>
            <a:off x="309882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Cryo_12457">
            <a:extLst>
              <a:ext uri="{FF2B5EF4-FFF2-40B4-BE49-F238E27FC236}">
                <a16:creationId xmlns:a16="http://schemas.microsoft.com/office/drawing/2014/main" id="{43D46A23-3CC1-41AB-9CDE-9E4B046C9638}"/>
              </a:ext>
            </a:extLst>
          </p:cNvPr>
          <p:cNvSpPr>
            <a:spLocks noGrp="1"/>
          </p:cNvSpPr>
          <p:nvPr/>
        </p:nvSpPr>
        <p:spPr>
          <a:xfrm>
            <a:off x="300896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Cryo_12458">
            <a:extLst>
              <a:ext uri="{FF2B5EF4-FFF2-40B4-BE49-F238E27FC236}">
                <a16:creationId xmlns:a16="http://schemas.microsoft.com/office/drawing/2014/main" id="{18809E1F-C957-4C56-B88D-2D3B7F3E5E41}"/>
              </a:ext>
            </a:extLst>
          </p:cNvPr>
          <p:cNvSpPr>
            <a:spLocks noGrp="1"/>
          </p:cNvSpPr>
          <p:nvPr/>
        </p:nvSpPr>
        <p:spPr>
          <a:xfrm>
            <a:off x="3202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Cryo_12459">
            <a:extLst>
              <a:ext uri="{FF2B5EF4-FFF2-40B4-BE49-F238E27FC236}">
                <a16:creationId xmlns:a16="http://schemas.microsoft.com/office/drawing/2014/main" id="{BAD42C38-2270-454D-9DE1-1E23333DC084}"/>
              </a:ext>
            </a:extLst>
          </p:cNvPr>
          <p:cNvSpPr>
            <a:spLocks noGrp="1"/>
          </p:cNvSpPr>
          <p:nvPr/>
        </p:nvSpPr>
        <p:spPr>
          <a:xfrm>
            <a:off x="29865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Cryo_12460">
            <a:extLst>
              <a:ext uri="{FF2B5EF4-FFF2-40B4-BE49-F238E27FC236}">
                <a16:creationId xmlns:a16="http://schemas.microsoft.com/office/drawing/2014/main" id="{2272A358-2EDB-4F49-B438-BD4B42C6B95E}"/>
              </a:ext>
            </a:extLst>
          </p:cNvPr>
          <p:cNvSpPr>
            <a:spLocks noGrp="1"/>
          </p:cNvSpPr>
          <p:nvPr/>
        </p:nvSpPr>
        <p:spPr>
          <a:xfrm>
            <a:off x="30528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Cryo_12461">
            <a:extLst>
              <a:ext uri="{FF2B5EF4-FFF2-40B4-BE49-F238E27FC236}">
                <a16:creationId xmlns:a16="http://schemas.microsoft.com/office/drawing/2014/main" id="{2F04736A-6103-4A13-BFE2-7422F63BA8C5}"/>
              </a:ext>
            </a:extLst>
          </p:cNvPr>
          <p:cNvSpPr>
            <a:spLocks noGrp="1"/>
          </p:cNvSpPr>
          <p:nvPr/>
        </p:nvSpPr>
        <p:spPr>
          <a:xfrm>
            <a:off x="3169629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Cryo_12462">
            <a:extLst>
              <a:ext uri="{FF2B5EF4-FFF2-40B4-BE49-F238E27FC236}">
                <a16:creationId xmlns:a16="http://schemas.microsoft.com/office/drawing/2014/main" id="{476EDF8B-A54C-4CE8-A4A5-E59B3F338BBC}"/>
              </a:ext>
            </a:extLst>
          </p:cNvPr>
          <p:cNvSpPr>
            <a:spLocks noGrp="1"/>
          </p:cNvSpPr>
          <p:nvPr/>
        </p:nvSpPr>
        <p:spPr>
          <a:xfrm>
            <a:off x="32218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Cryo_12463">
            <a:extLst>
              <a:ext uri="{FF2B5EF4-FFF2-40B4-BE49-F238E27FC236}">
                <a16:creationId xmlns:a16="http://schemas.microsoft.com/office/drawing/2014/main" id="{863790F7-0671-4495-95EA-2923599BA54D}"/>
              </a:ext>
            </a:extLst>
          </p:cNvPr>
          <p:cNvSpPr>
            <a:spLocks noGrp="1"/>
          </p:cNvSpPr>
          <p:nvPr/>
        </p:nvSpPr>
        <p:spPr>
          <a:xfrm>
            <a:off x="3213015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Cryo_12464">
            <a:extLst>
              <a:ext uri="{FF2B5EF4-FFF2-40B4-BE49-F238E27FC236}">
                <a16:creationId xmlns:a16="http://schemas.microsoft.com/office/drawing/2014/main" id="{B3766D73-46AA-4516-9954-0930983A8FFC}"/>
              </a:ext>
            </a:extLst>
          </p:cNvPr>
          <p:cNvSpPr>
            <a:spLocks noGrp="1"/>
          </p:cNvSpPr>
          <p:nvPr/>
        </p:nvSpPr>
        <p:spPr>
          <a:xfrm>
            <a:off x="316576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Cryo_12465">
            <a:extLst>
              <a:ext uri="{FF2B5EF4-FFF2-40B4-BE49-F238E27FC236}">
                <a16:creationId xmlns:a16="http://schemas.microsoft.com/office/drawing/2014/main" id="{18D4D970-B4CB-422F-92FE-C618328A92DF}"/>
              </a:ext>
            </a:extLst>
          </p:cNvPr>
          <p:cNvSpPr>
            <a:spLocks noGrp="1"/>
          </p:cNvSpPr>
          <p:nvPr/>
        </p:nvSpPr>
        <p:spPr>
          <a:xfrm>
            <a:off x="301950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Cryo_12466">
            <a:extLst>
              <a:ext uri="{FF2B5EF4-FFF2-40B4-BE49-F238E27FC236}">
                <a16:creationId xmlns:a16="http://schemas.microsoft.com/office/drawing/2014/main" id="{6C941BBE-C318-431D-99AF-8E219C16B518}"/>
              </a:ext>
            </a:extLst>
          </p:cNvPr>
          <p:cNvSpPr>
            <a:spLocks noGrp="1"/>
          </p:cNvSpPr>
          <p:nvPr/>
        </p:nvSpPr>
        <p:spPr>
          <a:xfrm>
            <a:off x="321230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Cryo_12467">
            <a:extLst>
              <a:ext uri="{FF2B5EF4-FFF2-40B4-BE49-F238E27FC236}">
                <a16:creationId xmlns:a16="http://schemas.microsoft.com/office/drawing/2014/main" id="{8E6AA8B1-6506-4126-84CF-2FF561D24716}"/>
              </a:ext>
            </a:extLst>
          </p:cNvPr>
          <p:cNvSpPr>
            <a:spLocks noGrp="1"/>
          </p:cNvSpPr>
          <p:nvPr/>
        </p:nvSpPr>
        <p:spPr>
          <a:xfrm>
            <a:off x="301966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Cryo_12468">
            <a:extLst>
              <a:ext uri="{FF2B5EF4-FFF2-40B4-BE49-F238E27FC236}">
                <a16:creationId xmlns:a16="http://schemas.microsoft.com/office/drawing/2014/main" id="{B36C6B62-B8B9-4C4E-B70B-2C751F827491}"/>
              </a:ext>
            </a:extLst>
          </p:cNvPr>
          <p:cNvSpPr>
            <a:spLocks noGrp="1"/>
          </p:cNvSpPr>
          <p:nvPr/>
        </p:nvSpPr>
        <p:spPr>
          <a:xfrm>
            <a:off x="31461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Cryo_12469">
            <a:extLst>
              <a:ext uri="{FF2B5EF4-FFF2-40B4-BE49-F238E27FC236}">
                <a16:creationId xmlns:a16="http://schemas.microsoft.com/office/drawing/2014/main" id="{0EAFDD05-91E1-4882-9174-A68F019431E1}"/>
              </a:ext>
            </a:extLst>
          </p:cNvPr>
          <p:cNvSpPr>
            <a:spLocks noGrp="1"/>
          </p:cNvSpPr>
          <p:nvPr/>
        </p:nvSpPr>
        <p:spPr>
          <a:xfrm>
            <a:off x="323033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Cryo_12470">
            <a:extLst>
              <a:ext uri="{FF2B5EF4-FFF2-40B4-BE49-F238E27FC236}">
                <a16:creationId xmlns:a16="http://schemas.microsoft.com/office/drawing/2014/main" id="{5F1DE6C3-CE39-45DC-BF70-A6F92BC3A925}"/>
              </a:ext>
            </a:extLst>
          </p:cNvPr>
          <p:cNvSpPr>
            <a:spLocks noGrp="1"/>
          </p:cNvSpPr>
          <p:nvPr/>
        </p:nvSpPr>
        <p:spPr>
          <a:xfrm>
            <a:off x="31064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Cryo_12471">
            <a:extLst>
              <a:ext uri="{FF2B5EF4-FFF2-40B4-BE49-F238E27FC236}">
                <a16:creationId xmlns:a16="http://schemas.microsoft.com/office/drawing/2014/main" id="{6D6AC166-5505-468F-A055-0F3DEE90EB37}"/>
              </a:ext>
            </a:extLst>
          </p:cNvPr>
          <p:cNvSpPr>
            <a:spLocks noGrp="1"/>
          </p:cNvSpPr>
          <p:nvPr/>
        </p:nvSpPr>
        <p:spPr>
          <a:xfrm>
            <a:off x="3221965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Cryo_12472">
            <a:extLst>
              <a:ext uri="{FF2B5EF4-FFF2-40B4-BE49-F238E27FC236}">
                <a16:creationId xmlns:a16="http://schemas.microsoft.com/office/drawing/2014/main" id="{ED5ABF6B-1637-4671-A189-4CCE9EC66744}"/>
              </a:ext>
            </a:extLst>
          </p:cNvPr>
          <p:cNvSpPr>
            <a:spLocks noGrp="1"/>
          </p:cNvSpPr>
          <p:nvPr/>
        </p:nvSpPr>
        <p:spPr>
          <a:xfrm>
            <a:off x="3008221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Cryo_12473">
            <a:extLst>
              <a:ext uri="{FF2B5EF4-FFF2-40B4-BE49-F238E27FC236}">
                <a16:creationId xmlns:a16="http://schemas.microsoft.com/office/drawing/2014/main" id="{4E01EB87-6A62-4D85-983C-ADBAF4B05324}"/>
              </a:ext>
            </a:extLst>
          </p:cNvPr>
          <p:cNvSpPr>
            <a:spLocks noGrp="1"/>
          </p:cNvSpPr>
          <p:nvPr/>
        </p:nvSpPr>
        <p:spPr>
          <a:xfrm>
            <a:off x="321833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Cryo_12474">
            <a:extLst>
              <a:ext uri="{FF2B5EF4-FFF2-40B4-BE49-F238E27FC236}">
                <a16:creationId xmlns:a16="http://schemas.microsoft.com/office/drawing/2014/main" id="{509152F2-4346-4EE0-B2DF-81A802849725}"/>
              </a:ext>
            </a:extLst>
          </p:cNvPr>
          <p:cNvSpPr>
            <a:spLocks noGrp="1"/>
          </p:cNvSpPr>
          <p:nvPr/>
        </p:nvSpPr>
        <p:spPr>
          <a:xfrm>
            <a:off x="304485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Cryo_12475">
            <a:extLst>
              <a:ext uri="{FF2B5EF4-FFF2-40B4-BE49-F238E27FC236}">
                <a16:creationId xmlns:a16="http://schemas.microsoft.com/office/drawing/2014/main" id="{CFEC0604-0D85-4AD9-8BB9-8723747D7E78}"/>
              </a:ext>
            </a:extLst>
          </p:cNvPr>
          <p:cNvSpPr>
            <a:spLocks noGrp="1"/>
          </p:cNvSpPr>
          <p:nvPr/>
        </p:nvSpPr>
        <p:spPr>
          <a:xfrm>
            <a:off x="3222845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Cryo_12476">
            <a:extLst>
              <a:ext uri="{FF2B5EF4-FFF2-40B4-BE49-F238E27FC236}">
                <a16:creationId xmlns:a16="http://schemas.microsoft.com/office/drawing/2014/main" id="{CBC63708-1002-4A9A-9BA6-0A42B73BBC0C}"/>
              </a:ext>
            </a:extLst>
          </p:cNvPr>
          <p:cNvSpPr>
            <a:spLocks noGrp="1"/>
          </p:cNvSpPr>
          <p:nvPr/>
        </p:nvSpPr>
        <p:spPr>
          <a:xfrm>
            <a:off x="305951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Cryo_12477">
            <a:extLst>
              <a:ext uri="{FF2B5EF4-FFF2-40B4-BE49-F238E27FC236}">
                <a16:creationId xmlns:a16="http://schemas.microsoft.com/office/drawing/2014/main" id="{40E24D92-8C58-4F1A-87C4-2CBEEFC1D61C}"/>
              </a:ext>
            </a:extLst>
          </p:cNvPr>
          <p:cNvSpPr>
            <a:spLocks noGrp="1"/>
          </p:cNvSpPr>
          <p:nvPr/>
        </p:nvSpPr>
        <p:spPr>
          <a:xfrm>
            <a:off x="310907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Cryo_12478">
            <a:extLst>
              <a:ext uri="{FF2B5EF4-FFF2-40B4-BE49-F238E27FC236}">
                <a16:creationId xmlns:a16="http://schemas.microsoft.com/office/drawing/2014/main" id="{B2FA12F2-271C-4181-95AB-A59D0DFF54B0}"/>
              </a:ext>
            </a:extLst>
          </p:cNvPr>
          <p:cNvSpPr>
            <a:spLocks noGrp="1"/>
          </p:cNvSpPr>
          <p:nvPr/>
        </p:nvSpPr>
        <p:spPr>
          <a:xfrm>
            <a:off x="32017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Cryo_12479">
            <a:extLst>
              <a:ext uri="{FF2B5EF4-FFF2-40B4-BE49-F238E27FC236}">
                <a16:creationId xmlns:a16="http://schemas.microsoft.com/office/drawing/2014/main" id="{56A5C5EE-3445-453B-B15C-10289E0DA684}"/>
              </a:ext>
            </a:extLst>
          </p:cNvPr>
          <p:cNvSpPr>
            <a:spLocks noGrp="1"/>
          </p:cNvSpPr>
          <p:nvPr/>
        </p:nvSpPr>
        <p:spPr>
          <a:xfrm>
            <a:off x="3029016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Cryo_12480">
            <a:extLst>
              <a:ext uri="{FF2B5EF4-FFF2-40B4-BE49-F238E27FC236}">
                <a16:creationId xmlns:a16="http://schemas.microsoft.com/office/drawing/2014/main" id="{20681B3C-2527-406C-9F10-C6C5EF72FD27}"/>
              </a:ext>
            </a:extLst>
          </p:cNvPr>
          <p:cNvSpPr>
            <a:spLocks noGrp="1"/>
          </p:cNvSpPr>
          <p:nvPr/>
        </p:nvSpPr>
        <p:spPr>
          <a:xfrm>
            <a:off x="311322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Cryo_12481">
            <a:extLst>
              <a:ext uri="{FF2B5EF4-FFF2-40B4-BE49-F238E27FC236}">
                <a16:creationId xmlns:a16="http://schemas.microsoft.com/office/drawing/2014/main" id="{3F15BDF4-2A35-4BB9-AA52-58BED39785B4}"/>
              </a:ext>
            </a:extLst>
          </p:cNvPr>
          <p:cNvSpPr>
            <a:spLocks noGrp="1"/>
          </p:cNvSpPr>
          <p:nvPr/>
        </p:nvSpPr>
        <p:spPr>
          <a:xfrm>
            <a:off x="31075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Cryo_12482">
            <a:extLst>
              <a:ext uri="{FF2B5EF4-FFF2-40B4-BE49-F238E27FC236}">
                <a16:creationId xmlns:a16="http://schemas.microsoft.com/office/drawing/2014/main" id="{DA399688-1FE8-45D8-8525-9F6336B1C7E2}"/>
              </a:ext>
            </a:extLst>
          </p:cNvPr>
          <p:cNvSpPr>
            <a:spLocks noGrp="1"/>
          </p:cNvSpPr>
          <p:nvPr/>
        </p:nvSpPr>
        <p:spPr>
          <a:xfrm>
            <a:off x="30838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Cryo_12483">
            <a:extLst>
              <a:ext uri="{FF2B5EF4-FFF2-40B4-BE49-F238E27FC236}">
                <a16:creationId xmlns:a16="http://schemas.microsoft.com/office/drawing/2014/main" id="{92D4D300-F960-48DF-9DD9-C45A0B2538FC}"/>
              </a:ext>
            </a:extLst>
          </p:cNvPr>
          <p:cNvSpPr>
            <a:spLocks noGrp="1"/>
          </p:cNvSpPr>
          <p:nvPr/>
        </p:nvSpPr>
        <p:spPr>
          <a:xfrm>
            <a:off x="30775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Cryo_12484">
            <a:extLst>
              <a:ext uri="{FF2B5EF4-FFF2-40B4-BE49-F238E27FC236}">
                <a16:creationId xmlns:a16="http://schemas.microsoft.com/office/drawing/2014/main" id="{916DE7B1-8767-404A-BB0E-B6C1F4FDDAE3}"/>
              </a:ext>
            </a:extLst>
          </p:cNvPr>
          <p:cNvSpPr>
            <a:spLocks noGrp="1"/>
          </p:cNvSpPr>
          <p:nvPr/>
        </p:nvSpPr>
        <p:spPr>
          <a:xfrm>
            <a:off x="3042860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Cryo_12485">
            <a:extLst>
              <a:ext uri="{FF2B5EF4-FFF2-40B4-BE49-F238E27FC236}">
                <a16:creationId xmlns:a16="http://schemas.microsoft.com/office/drawing/2014/main" id="{8272FC7B-5945-4514-93E9-5720E5F707C4}"/>
              </a:ext>
            </a:extLst>
          </p:cNvPr>
          <p:cNvSpPr>
            <a:spLocks noGrp="1"/>
          </p:cNvSpPr>
          <p:nvPr/>
        </p:nvSpPr>
        <p:spPr>
          <a:xfrm>
            <a:off x="32181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Cryo_12486">
            <a:extLst>
              <a:ext uri="{FF2B5EF4-FFF2-40B4-BE49-F238E27FC236}">
                <a16:creationId xmlns:a16="http://schemas.microsoft.com/office/drawing/2014/main" id="{4B94D60F-116D-405E-8C0E-BD74784AD9C8}"/>
              </a:ext>
            </a:extLst>
          </p:cNvPr>
          <p:cNvSpPr>
            <a:spLocks noGrp="1"/>
          </p:cNvSpPr>
          <p:nvPr/>
        </p:nvSpPr>
        <p:spPr>
          <a:xfrm>
            <a:off x="32200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Cryo_12487">
            <a:extLst>
              <a:ext uri="{FF2B5EF4-FFF2-40B4-BE49-F238E27FC236}">
                <a16:creationId xmlns:a16="http://schemas.microsoft.com/office/drawing/2014/main" id="{2A0DB24A-EFB1-4280-9ABF-8E8CDDD8C67F}"/>
              </a:ext>
            </a:extLst>
          </p:cNvPr>
          <p:cNvSpPr>
            <a:spLocks noGrp="1"/>
          </p:cNvSpPr>
          <p:nvPr/>
        </p:nvSpPr>
        <p:spPr>
          <a:xfrm>
            <a:off x="32160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Cryo_12488">
            <a:extLst>
              <a:ext uri="{FF2B5EF4-FFF2-40B4-BE49-F238E27FC236}">
                <a16:creationId xmlns:a16="http://schemas.microsoft.com/office/drawing/2014/main" id="{0E40C104-FACD-4302-9E33-72CB28EC80E5}"/>
              </a:ext>
            </a:extLst>
          </p:cNvPr>
          <p:cNvSpPr>
            <a:spLocks noGrp="1"/>
          </p:cNvSpPr>
          <p:nvPr/>
        </p:nvSpPr>
        <p:spPr>
          <a:xfrm>
            <a:off x="31668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Cryo_12489">
            <a:extLst>
              <a:ext uri="{FF2B5EF4-FFF2-40B4-BE49-F238E27FC236}">
                <a16:creationId xmlns:a16="http://schemas.microsoft.com/office/drawing/2014/main" id="{00D598E8-0834-493F-A042-1B30C9949C43}"/>
              </a:ext>
            </a:extLst>
          </p:cNvPr>
          <p:cNvSpPr>
            <a:spLocks noGrp="1"/>
          </p:cNvSpPr>
          <p:nvPr/>
        </p:nvSpPr>
        <p:spPr>
          <a:xfrm>
            <a:off x="320850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Cryo_12490">
            <a:extLst>
              <a:ext uri="{FF2B5EF4-FFF2-40B4-BE49-F238E27FC236}">
                <a16:creationId xmlns:a16="http://schemas.microsoft.com/office/drawing/2014/main" id="{CBAD3145-D058-4DC5-A1A2-F6C6FE977C9F}"/>
              </a:ext>
            </a:extLst>
          </p:cNvPr>
          <p:cNvSpPr>
            <a:spLocks noGrp="1"/>
          </p:cNvSpPr>
          <p:nvPr/>
        </p:nvSpPr>
        <p:spPr>
          <a:xfrm>
            <a:off x="2997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Cryo_12491">
            <a:extLst>
              <a:ext uri="{FF2B5EF4-FFF2-40B4-BE49-F238E27FC236}">
                <a16:creationId xmlns:a16="http://schemas.microsoft.com/office/drawing/2014/main" id="{DB4338B9-B197-449F-92BD-00B44F996F07}"/>
              </a:ext>
            </a:extLst>
          </p:cNvPr>
          <p:cNvSpPr>
            <a:spLocks noGrp="1"/>
          </p:cNvSpPr>
          <p:nvPr/>
        </p:nvSpPr>
        <p:spPr>
          <a:xfrm>
            <a:off x="29842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Cryo_12492">
            <a:extLst>
              <a:ext uri="{FF2B5EF4-FFF2-40B4-BE49-F238E27FC236}">
                <a16:creationId xmlns:a16="http://schemas.microsoft.com/office/drawing/2014/main" id="{25B86104-38E5-46C4-9BC9-74ABED6312C0}"/>
              </a:ext>
            </a:extLst>
          </p:cNvPr>
          <p:cNvSpPr>
            <a:spLocks noGrp="1"/>
          </p:cNvSpPr>
          <p:nvPr/>
        </p:nvSpPr>
        <p:spPr>
          <a:xfrm>
            <a:off x="3156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Cryo_12493">
            <a:extLst>
              <a:ext uri="{FF2B5EF4-FFF2-40B4-BE49-F238E27FC236}">
                <a16:creationId xmlns:a16="http://schemas.microsoft.com/office/drawing/2014/main" id="{E1E42304-DB66-4151-A923-50DEC75D4524}"/>
              </a:ext>
            </a:extLst>
          </p:cNvPr>
          <p:cNvSpPr>
            <a:spLocks noGrp="1"/>
          </p:cNvSpPr>
          <p:nvPr/>
        </p:nvSpPr>
        <p:spPr>
          <a:xfrm>
            <a:off x="312893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Cryo_12494">
            <a:extLst>
              <a:ext uri="{FF2B5EF4-FFF2-40B4-BE49-F238E27FC236}">
                <a16:creationId xmlns:a16="http://schemas.microsoft.com/office/drawing/2014/main" id="{00C1C025-CA2A-4F46-A65F-3FEA5B597F3B}"/>
              </a:ext>
            </a:extLst>
          </p:cNvPr>
          <p:cNvSpPr>
            <a:spLocks noGrp="1"/>
          </p:cNvSpPr>
          <p:nvPr/>
        </p:nvSpPr>
        <p:spPr>
          <a:xfrm>
            <a:off x="3142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Cryo_12495">
            <a:extLst>
              <a:ext uri="{FF2B5EF4-FFF2-40B4-BE49-F238E27FC236}">
                <a16:creationId xmlns:a16="http://schemas.microsoft.com/office/drawing/2014/main" id="{85068A70-C2BE-41B2-B34E-7FDD171FED02}"/>
              </a:ext>
            </a:extLst>
          </p:cNvPr>
          <p:cNvSpPr>
            <a:spLocks noGrp="1"/>
          </p:cNvSpPr>
          <p:nvPr/>
        </p:nvSpPr>
        <p:spPr>
          <a:xfrm>
            <a:off x="31464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Cryo_12496">
            <a:extLst>
              <a:ext uri="{FF2B5EF4-FFF2-40B4-BE49-F238E27FC236}">
                <a16:creationId xmlns:a16="http://schemas.microsoft.com/office/drawing/2014/main" id="{66542EF9-8FDC-43A0-84D2-B4062D2FB20F}"/>
              </a:ext>
            </a:extLst>
          </p:cNvPr>
          <p:cNvSpPr>
            <a:spLocks noGrp="1"/>
          </p:cNvSpPr>
          <p:nvPr/>
        </p:nvSpPr>
        <p:spPr>
          <a:xfrm>
            <a:off x="3110429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Cryo_12497">
            <a:extLst>
              <a:ext uri="{FF2B5EF4-FFF2-40B4-BE49-F238E27FC236}">
                <a16:creationId xmlns:a16="http://schemas.microsoft.com/office/drawing/2014/main" id="{4F5462E6-C899-4C38-B9E6-597FBB7F0945}"/>
              </a:ext>
            </a:extLst>
          </p:cNvPr>
          <p:cNvSpPr>
            <a:spLocks noGrp="1"/>
          </p:cNvSpPr>
          <p:nvPr/>
        </p:nvSpPr>
        <p:spPr>
          <a:xfrm>
            <a:off x="30573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Cryo_12498">
            <a:extLst>
              <a:ext uri="{FF2B5EF4-FFF2-40B4-BE49-F238E27FC236}">
                <a16:creationId xmlns:a16="http://schemas.microsoft.com/office/drawing/2014/main" id="{0F0C253F-1F35-4061-8E48-58D4388C2929}"/>
              </a:ext>
            </a:extLst>
          </p:cNvPr>
          <p:cNvSpPr>
            <a:spLocks noGrp="1"/>
          </p:cNvSpPr>
          <p:nvPr/>
        </p:nvSpPr>
        <p:spPr>
          <a:xfrm>
            <a:off x="31804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Cryo_12499">
            <a:extLst>
              <a:ext uri="{FF2B5EF4-FFF2-40B4-BE49-F238E27FC236}">
                <a16:creationId xmlns:a16="http://schemas.microsoft.com/office/drawing/2014/main" id="{A046F8AE-7E6E-45B4-B89C-52E353D04E6E}"/>
              </a:ext>
            </a:extLst>
          </p:cNvPr>
          <p:cNvSpPr>
            <a:spLocks noGrp="1"/>
          </p:cNvSpPr>
          <p:nvPr/>
        </p:nvSpPr>
        <p:spPr>
          <a:xfrm>
            <a:off x="3114960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Cryo_12500">
            <a:extLst>
              <a:ext uri="{FF2B5EF4-FFF2-40B4-BE49-F238E27FC236}">
                <a16:creationId xmlns:a16="http://schemas.microsoft.com/office/drawing/2014/main" id="{08CC814B-4EF4-4E44-8DF8-1C8A5BB1AE4B}"/>
              </a:ext>
            </a:extLst>
          </p:cNvPr>
          <p:cNvSpPr>
            <a:spLocks noGrp="1"/>
          </p:cNvSpPr>
          <p:nvPr/>
        </p:nvSpPr>
        <p:spPr>
          <a:xfrm>
            <a:off x="298966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Cryo_12501">
            <a:extLst>
              <a:ext uri="{FF2B5EF4-FFF2-40B4-BE49-F238E27FC236}">
                <a16:creationId xmlns:a16="http://schemas.microsoft.com/office/drawing/2014/main" id="{4E83A1A0-2877-4250-ABB2-F28E7BD3349E}"/>
              </a:ext>
            </a:extLst>
          </p:cNvPr>
          <p:cNvSpPr>
            <a:spLocks noGrp="1"/>
          </p:cNvSpPr>
          <p:nvPr/>
        </p:nvSpPr>
        <p:spPr>
          <a:xfrm>
            <a:off x="304035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Cryo_12502">
            <a:extLst>
              <a:ext uri="{FF2B5EF4-FFF2-40B4-BE49-F238E27FC236}">
                <a16:creationId xmlns:a16="http://schemas.microsoft.com/office/drawing/2014/main" id="{4894F7C4-04F1-447E-BCFA-850B4E5BA6CB}"/>
              </a:ext>
            </a:extLst>
          </p:cNvPr>
          <p:cNvSpPr>
            <a:spLocks noGrp="1"/>
          </p:cNvSpPr>
          <p:nvPr/>
        </p:nvSpPr>
        <p:spPr>
          <a:xfrm>
            <a:off x="307877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Cryo_12503">
            <a:extLst>
              <a:ext uri="{FF2B5EF4-FFF2-40B4-BE49-F238E27FC236}">
                <a16:creationId xmlns:a16="http://schemas.microsoft.com/office/drawing/2014/main" id="{6306D5EC-7EDD-4DB0-8CF9-4E7C71DE6F98}"/>
              </a:ext>
            </a:extLst>
          </p:cNvPr>
          <p:cNvSpPr>
            <a:spLocks noGrp="1"/>
          </p:cNvSpPr>
          <p:nvPr/>
        </p:nvSpPr>
        <p:spPr>
          <a:xfrm>
            <a:off x="3097808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Cryo_12504">
            <a:extLst>
              <a:ext uri="{FF2B5EF4-FFF2-40B4-BE49-F238E27FC236}">
                <a16:creationId xmlns:a16="http://schemas.microsoft.com/office/drawing/2014/main" id="{09C7FCAB-D786-495E-A357-F6E58CCD869B}"/>
              </a:ext>
            </a:extLst>
          </p:cNvPr>
          <p:cNvSpPr>
            <a:spLocks noGrp="1"/>
          </p:cNvSpPr>
          <p:nvPr/>
        </p:nvSpPr>
        <p:spPr>
          <a:xfrm>
            <a:off x="32266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Cryo_12505">
            <a:extLst>
              <a:ext uri="{FF2B5EF4-FFF2-40B4-BE49-F238E27FC236}">
                <a16:creationId xmlns:a16="http://schemas.microsoft.com/office/drawing/2014/main" id="{11524EC0-622D-44C4-A50B-56BD324E55C3}"/>
              </a:ext>
            </a:extLst>
          </p:cNvPr>
          <p:cNvSpPr>
            <a:spLocks noGrp="1"/>
          </p:cNvSpPr>
          <p:nvPr/>
        </p:nvSpPr>
        <p:spPr>
          <a:xfrm>
            <a:off x="317641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Cryo_12506">
            <a:extLst>
              <a:ext uri="{FF2B5EF4-FFF2-40B4-BE49-F238E27FC236}">
                <a16:creationId xmlns:a16="http://schemas.microsoft.com/office/drawing/2014/main" id="{7D861218-C0C6-42ED-9EDE-61CB971DBE0F}"/>
              </a:ext>
            </a:extLst>
          </p:cNvPr>
          <p:cNvSpPr>
            <a:spLocks noGrp="1"/>
          </p:cNvSpPr>
          <p:nvPr/>
        </p:nvSpPr>
        <p:spPr>
          <a:xfrm>
            <a:off x="3217075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Cryo_12507">
            <a:extLst>
              <a:ext uri="{FF2B5EF4-FFF2-40B4-BE49-F238E27FC236}">
                <a16:creationId xmlns:a16="http://schemas.microsoft.com/office/drawing/2014/main" id="{7B41E1C1-D422-45EA-9232-DE77D006F3CA}"/>
              </a:ext>
            </a:extLst>
          </p:cNvPr>
          <p:cNvSpPr>
            <a:spLocks noGrp="1"/>
          </p:cNvSpPr>
          <p:nvPr/>
        </p:nvSpPr>
        <p:spPr>
          <a:xfrm>
            <a:off x="307878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Cryo_12508">
            <a:extLst>
              <a:ext uri="{FF2B5EF4-FFF2-40B4-BE49-F238E27FC236}">
                <a16:creationId xmlns:a16="http://schemas.microsoft.com/office/drawing/2014/main" id="{EE27240A-56C9-44F6-B88F-16669CBDEF35}"/>
              </a:ext>
            </a:extLst>
          </p:cNvPr>
          <p:cNvSpPr>
            <a:spLocks noGrp="1"/>
          </p:cNvSpPr>
          <p:nvPr/>
        </p:nvSpPr>
        <p:spPr>
          <a:xfrm>
            <a:off x="3168324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Cryo_12509">
            <a:extLst>
              <a:ext uri="{FF2B5EF4-FFF2-40B4-BE49-F238E27FC236}">
                <a16:creationId xmlns:a16="http://schemas.microsoft.com/office/drawing/2014/main" id="{A65C76BD-1D96-4D36-83BA-DB670D345DD4}"/>
              </a:ext>
            </a:extLst>
          </p:cNvPr>
          <p:cNvSpPr>
            <a:spLocks noGrp="1"/>
          </p:cNvSpPr>
          <p:nvPr/>
        </p:nvSpPr>
        <p:spPr>
          <a:xfrm>
            <a:off x="3193569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Cryo_12510">
            <a:extLst>
              <a:ext uri="{FF2B5EF4-FFF2-40B4-BE49-F238E27FC236}">
                <a16:creationId xmlns:a16="http://schemas.microsoft.com/office/drawing/2014/main" id="{E4F3C98D-57D5-4794-B24D-6CDEF9CD71CE}"/>
              </a:ext>
            </a:extLst>
          </p:cNvPr>
          <p:cNvSpPr>
            <a:spLocks noGrp="1"/>
          </p:cNvSpPr>
          <p:nvPr/>
        </p:nvSpPr>
        <p:spPr>
          <a:xfrm>
            <a:off x="31346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Cryo_12511">
            <a:extLst>
              <a:ext uri="{FF2B5EF4-FFF2-40B4-BE49-F238E27FC236}">
                <a16:creationId xmlns:a16="http://schemas.microsoft.com/office/drawing/2014/main" id="{221682B0-810D-4F0A-83D1-0B3AAF63B487}"/>
              </a:ext>
            </a:extLst>
          </p:cNvPr>
          <p:cNvSpPr>
            <a:spLocks noGrp="1"/>
          </p:cNvSpPr>
          <p:nvPr/>
        </p:nvSpPr>
        <p:spPr>
          <a:xfrm>
            <a:off x="3218105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Cryo_12512">
            <a:extLst>
              <a:ext uri="{FF2B5EF4-FFF2-40B4-BE49-F238E27FC236}">
                <a16:creationId xmlns:a16="http://schemas.microsoft.com/office/drawing/2014/main" id="{7F307950-C6AD-4093-B59B-585B15CFD4FC}"/>
              </a:ext>
            </a:extLst>
          </p:cNvPr>
          <p:cNvSpPr>
            <a:spLocks noGrp="1"/>
          </p:cNvSpPr>
          <p:nvPr/>
        </p:nvSpPr>
        <p:spPr>
          <a:xfrm>
            <a:off x="29911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Cryo_12513">
            <a:extLst>
              <a:ext uri="{FF2B5EF4-FFF2-40B4-BE49-F238E27FC236}">
                <a16:creationId xmlns:a16="http://schemas.microsoft.com/office/drawing/2014/main" id="{25D9797B-2FF7-4E4D-A57A-5B4887477FE4}"/>
              </a:ext>
            </a:extLst>
          </p:cNvPr>
          <p:cNvSpPr>
            <a:spLocks noGrp="1"/>
          </p:cNvSpPr>
          <p:nvPr/>
        </p:nvSpPr>
        <p:spPr>
          <a:xfrm>
            <a:off x="3064443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Cryo_12514">
            <a:extLst>
              <a:ext uri="{FF2B5EF4-FFF2-40B4-BE49-F238E27FC236}">
                <a16:creationId xmlns:a16="http://schemas.microsoft.com/office/drawing/2014/main" id="{42D5979E-E28B-49C6-A5C9-65F8BC6869C3}"/>
              </a:ext>
            </a:extLst>
          </p:cNvPr>
          <p:cNvSpPr>
            <a:spLocks noGrp="1"/>
          </p:cNvSpPr>
          <p:nvPr/>
        </p:nvSpPr>
        <p:spPr>
          <a:xfrm>
            <a:off x="3184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Cryo_12515">
            <a:extLst>
              <a:ext uri="{FF2B5EF4-FFF2-40B4-BE49-F238E27FC236}">
                <a16:creationId xmlns:a16="http://schemas.microsoft.com/office/drawing/2014/main" id="{6B5C0A24-FB46-42F6-9E0B-3B4BF650635D}"/>
              </a:ext>
            </a:extLst>
          </p:cNvPr>
          <p:cNvSpPr>
            <a:spLocks noGrp="1"/>
          </p:cNvSpPr>
          <p:nvPr/>
        </p:nvSpPr>
        <p:spPr>
          <a:xfrm>
            <a:off x="306202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Cryo_12516">
            <a:extLst>
              <a:ext uri="{FF2B5EF4-FFF2-40B4-BE49-F238E27FC236}">
                <a16:creationId xmlns:a16="http://schemas.microsoft.com/office/drawing/2014/main" id="{A303B083-1DE8-451E-B5B0-4D69432DE5CD}"/>
              </a:ext>
            </a:extLst>
          </p:cNvPr>
          <p:cNvSpPr>
            <a:spLocks noGrp="1"/>
          </p:cNvSpPr>
          <p:nvPr/>
        </p:nvSpPr>
        <p:spPr>
          <a:xfrm>
            <a:off x="309156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Cryo_12517">
            <a:extLst>
              <a:ext uri="{FF2B5EF4-FFF2-40B4-BE49-F238E27FC236}">
                <a16:creationId xmlns:a16="http://schemas.microsoft.com/office/drawing/2014/main" id="{C8BFD656-FE2A-4944-964B-BF313F8950D5}"/>
              </a:ext>
            </a:extLst>
          </p:cNvPr>
          <p:cNvSpPr>
            <a:spLocks noGrp="1"/>
          </p:cNvSpPr>
          <p:nvPr/>
        </p:nvSpPr>
        <p:spPr>
          <a:xfrm>
            <a:off x="31648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Cryo_12518">
            <a:extLst>
              <a:ext uri="{FF2B5EF4-FFF2-40B4-BE49-F238E27FC236}">
                <a16:creationId xmlns:a16="http://schemas.microsoft.com/office/drawing/2014/main" id="{B703375C-9205-4632-A862-165CD0EA1783}"/>
              </a:ext>
            </a:extLst>
          </p:cNvPr>
          <p:cNvSpPr>
            <a:spLocks noGrp="1"/>
          </p:cNvSpPr>
          <p:nvPr/>
        </p:nvSpPr>
        <p:spPr>
          <a:xfrm>
            <a:off x="3136931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Cryo_12519">
            <a:extLst>
              <a:ext uri="{FF2B5EF4-FFF2-40B4-BE49-F238E27FC236}">
                <a16:creationId xmlns:a16="http://schemas.microsoft.com/office/drawing/2014/main" id="{6C245D94-00F9-45D7-A061-136EB4321F99}"/>
              </a:ext>
            </a:extLst>
          </p:cNvPr>
          <p:cNvSpPr>
            <a:spLocks noGrp="1"/>
          </p:cNvSpPr>
          <p:nvPr/>
        </p:nvSpPr>
        <p:spPr>
          <a:xfrm>
            <a:off x="3100832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Cryo_12520">
            <a:extLst>
              <a:ext uri="{FF2B5EF4-FFF2-40B4-BE49-F238E27FC236}">
                <a16:creationId xmlns:a16="http://schemas.microsoft.com/office/drawing/2014/main" id="{342C60DE-7385-4F9B-97EB-ECD0B79373C0}"/>
              </a:ext>
            </a:extLst>
          </p:cNvPr>
          <p:cNvSpPr>
            <a:spLocks noGrp="1"/>
          </p:cNvSpPr>
          <p:nvPr/>
        </p:nvSpPr>
        <p:spPr>
          <a:xfrm>
            <a:off x="31476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Cryo_12521">
            <a:extLst>
              <a:ext uri="{FF2B5EF4-FFF2-40B4-BE49-F238E27FC236}">
                <a16:creationId xmlns:a16="http://schemas.microsoft.com/office/drawing/2014/main" id="{E84299D4-9BC2-4A2E-8066-B2C88E34F49F}"/>
              </a:ext>
            </a:extLst>
          </p:cNvPr>
          <p:cNvSpPr>
            <a:spLocks noGrp="1"/>
          </p:cNvSpPr>
          <p:nvPr/>
        </p:nvSpPr>
        <p:spPr>
          <a:xfrm>
            <a:off x="31628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Cryo_12522">
            <a:extLst>
              <a:ext uri="{FF2B5EF4-FFF2-40B4-BE49-F238E27FC236}">
                <a16:creationId xmlns:a16="http://schemas.microsoft.com/office/drawing/2014/main" id="{22FE44C1-7F86-45E1-AB43-D65A69A09690}"/>
              </a:ext>
            </a:extLst>
          </p:cNvPr>
          <p:cNvSpPr>
            <a:spLocks noGrp="1"/>
          </p:cNvSpPr>
          <p:nvPr/>
        </p:nvSpPr>
        <p:spPr>
          <a:xfrm>
            <a:off x="3028171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Cryo_12523">
            <a:extLst>
              <a:ext uri="{FF2B5EF4-FFF2-40B4-BE49-F238E27FC236}">
                <a16:creationId xmlns:a16="http://schemas.microsoft.com/office/drawing/2014/main" id="{E13151DB-D6C1-4534-BB20-5EA3E71DE3E6}"/>
              </a:ext>
            </a:extLst>
          </p:cNvPr>
          <p:cNvSpPr>
            <a:spLocks noGrp="1"/>
          </p:cNvSpPr>
          <p:nvPr/>
        </p:nvSpPr>
        <p:spPr>
          <a:xfrm>
            <a:off x="30827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Cryo_12524">
            <a:extLst>
              <a:ext uri="{FF2B5EF4-FFF2-40B4-BE49-F238E27FC236}">
                <a16:creationId xmlns:a16="http://schemas.microsoft.com/office/drawing/2014/main" id="{0C4C4442-2743-4202-9926-E4E11D4F4CF7}"/>
              </a:ext>
            </a:extLst>
          </p:cNvPr>
          <p:cNvSpPr>
            <a:spLocks noGrp="1"/>
          </p:cNvSpPr>
          <p:nvPr/>
        </p:nvSpPr>
        <p:spPr>
          <a:xfrm>
            <a:off x="2993423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Cryo_12525">
            <a:extLst>
              <a:ext uri="{FF2B5EF4-FFF2-40B4-BE49-F238E27FC236}">
                <a16:creationId xmlns:a16="http://schemas.microsoft.com/office/drawing/2014/main" id="{9F4CF7A2-033B-4D1C-82D7-23878C6892E4}"/>
              </a:ext>
            </a:extLst>
          </p:cNvPr>
          <p:cNvSpPr>
            <a:spLocks noGrp="1"/>
          </p:cNvSpPr>
          <p:nvPr/>
        </p:nvSpPr>
        <p:spPr>
          <a:xfrm>
            <a:off x="319784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Cryo_12526">
            <a:extLst>
              <a:ext uri="{FF2B5EF4-FFF2-40B4-BE49-F238E27FC236}">
                <a16:creationId xmlns:a16="http://schemas.microsoft.com/office/drawing/2014/main" id="{3A10540C-380A-486B-BE3A-3E99E9131764}"/>
              </a:ext>
            </a:extLst>
          </p:cNvPr>
          <p:cNvSpPr>
            <a:spLocks noGrp="1"/>
          </p:cNvSpPr>
          <p:nvPr/>
        </p:nvSpPr>
        <p:spPr>
          <a:xfrm>
            <a:off x="3131959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Cryo_12527">
            <a:extLst>
              <a:ext uri="{FF2B5EF4-FFF2-40B4-BE49-F238E27FC236}">
                <a16:creationId xmlns:a16="http://schemas.microsoft.com/office/drawing/2014/main" id="{FA6A23CD-5D72-4125-8CC0-015962938658}"/>
              </a:ext>
            </a:extLst>
          </p:cNvPr>
          <p:cNvSpPr>
            <a:spLocks noGrp="1"/>
          </p:cNvSpPr>
          <p:nvPr/>
        </p:nvSpPr>
        <p:spPr>
          <a:xfrm>
            <a:off x="304654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Cryo_12528">
            <a:extLst>
              <a:ext uri="{FF2B5EF4-FFF2-40B4-BE49-F238E27FC236}">
                <a16:creationId xmlns:a16="http://schemas.microsoft.com/office/drawing/2014/main" id="{1DE267D1-7589-48F5-8F14-1BD2A1CC16F3}"/>
              </a:ext>
            </a:extLst>
          </p:cNvPr>
          <p:cNvSpPr>
            <a:spLocks noGrp="1"/>
          </p:cNvSpPr>
          <p:nvPr/>
        </p:nvSpPr>
        <p:spPr>
          <a:xfrm>
            <a:off x="3061922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Cryo_12529">
            <a:extLst>
              <a:ext uri="{FF2B5EF4-FFF2-40B4-BE49-F238E27FC236}">
                <a16:creationId xmlns:a16="http://schemas.microsoft.com/office/drawing/2014/main" id="{E1D3420E-FC02-4D21-94A7-02AEE6DDAE94}"/>
              </a:ext>
            </a:extLst>
          </p:cNvPr>
          <p:cNvSpPr>
            <a:spLocks noGrp="1"/>
          </p:cNvSpPr>
          <p:nvPr/>
        </p:nvSpPr>
        <p:spPr>
          <a:xfrm>
            <a:off x="31943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Cryo_12530">
            <a:extLst>
              <a:ext uri="{FF2B5EF4-FFF2-40B4-BE49-F238E27FC236}">
                <a16:creationId xmlns:a16="http://schemas.microsoft.com/office/drawing/2014/main" id="{29DADCC1-AC39-466D-83C3-C0C3B8486AE6}"/>
              </a:ext>
            </a:extLst>
          </p:cNvPr>
          <p:cNvSpPr>
            <a:spLocks noGrp="1"/>
          </p:cNvSpPr>
          <p:nvPr/>
        </p:nvSpPr>
        <p:spPr>
          <a:xfrm>
            <a:off x="317199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Cryo_12531">
            <a:extLst>
              <a:ext uri="{FF2B5EF4-FFF2-40B4-BE49-F238E27FC236}">
                <a16:creationId xmlns:a16="http://schemas.microsoft.com/office/drawing/2014/main" id="{E00CAA77-4AB9-4E1C-9837-DAC095EFABCD}"/>
              </a:ext>
            </a:extLst>
          </p:cNvPr>
          <p:cNvSpPr>
            <a:spLocks noGrp="1"/>
          </p:cNvSpPr>
          <p:nvPr/>
        </p:nvSpPr>
        <p:spPr>
          <a:xfrm>
            <a:off x="306892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Cryo_12532">
            <a:extLst>
              <a:ext uri="{FF2B5EF4-FFF2-40B4-BE49-F238E27FC236}">
                <a16:creationId xmlns:a16="http://schemas.microsoft.com/office/drawing/2014/main" id="{091EF3B2-ADE1-4D78-ADB5-D240779B1D2D}"/>
              </a:ext>
            </a:extLst>
          </p:cNvPr>
          <p:cNvSpPr>
            <a:spLocks noGrp="1"/>
          </p:cNvSpPr>
          <p:nvPr/>
        </p:nvSpPr>
        <p:spPr>
          <a:xfrm>
            <a:off x="304511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Cryo_12533">
            <a:extLst>
              <a:ext uri="{FF2B5EF4-FFF2-40B4-BE49-F238E27FC236}">
                <a16:creationId xmlns:a16="http://schemas.microsoft.com/office/drawing/2014/main" id="{00977AB9-7269-4617-9328-4493DC2C0B8E}"/>
              </a:ext>
            </a:extLst>
          </p:cNvPr>
          <p:cNvSpPr>
            <a:spLocks noGrp="1"/>
          </p:cNvSpPr>
          <p:nvPr/>
        </p:nvSpPr>
        <p:spPr>
          <a:xfrm>
            <a:off x="31406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Cryo_12534">
            <a:extLst>
              <a:ext uri="{FF2B5EF4-FFF2-40B4-BE49-F238E27FC236}">
                <a16:creationId xmlns:a16="http://schemas.microsoft.com/office/drawing/2014/main" id="{CE7B7E09-0541-4154-8849-A46B1AC6923C}"/>
              </a:ext>
            </a:extLst>
          </p:cNvPr>
          <p:cNvSpPr>
            <a:spLocks noGrp="1"/>
          </p:cNvSpPr>
          <p:nvPr/>
        </p:nvSpPr>
        <p:spPr>
          <a:xfrm>
            <a:off x="313231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Cryo_12535">
            <a:extLst>
              <a:ext uri="{FF2B5EF4-FFF2-40B4-BE49-F238E27FC236}">
                <a16:creationId xmlns:a16="http://schemas.microsoft.com/office/drawing/2014/main" id="{85665238-9F96-4B6C-AD8F-962E1F9C3DA2}"/>
              </a:ext>
            </a:extLst>
          </p:cNvPr>
          <p:cNvSpPr>
            <a:spLocks noGrp="1"/>
          </p:cNvSpPr>
          <p:nvPr/>
        </p:nvSpPr>
        <p:spPr>
          <a:xfrm>
            <a:off x="30368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Cryo_12536">
            <a:extLst>
              <a:ext uri="{FF2B5EF4-FFF2-40B4-BE49-F238E27FC236}">
                <a16:creationId xmlns:a16="http://schemas.microsoft.com/office/drawing/2014/main" id="{DD456471-909E-47E7-B3D9-7FFA03BB059C}"/>
              </a:ext>
            </a:extLst>
          </p:cNvPr>
          <p:cNvSpPr>
            <a:spLocks noGrp="1"/>
          </p:cNvSpPr>
          <p:nvPr/>
        </p:nvSpPr>
        <p:spPr>
          <a:xfrm>
            <a:off x="3206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Cryo_12537">
            <a:extLst>
              <a:ext uri="{FF2B5EF4-FFF2-40B4-BE49-F238E27FC236}">
                <a16:creationId xmlns:a16="http://schemas.microsoft.com/office/drawing/2014/main" id="{8679A149-433C-4E23-85CE-33CB46584471}"/>
              </a:ext>
            </a:extLst>
          </p:cNvPr>
          <p:cNvSpPr>
            <a:spLocks noGrp="1"/>
          </p:cNvSpPr>
          <p:nvPr/>
        </p:nvSpPr>
        <p:spPr>
          <a:xfrm>
            <a:off x="30998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Cryo_12538">
            <a:extLst>
              <a:ext uri="{FF2B5EF4-FFF2-40B4-BE49-F238E27FC236}">
                <a16:creationId xmlns:a16="http://schemas.microsoft.com/office/drawing/2014/main" id="{99BE8309-18A9-4F1B-A4E7-E02B0B5D02D8}"/>
              </a:ext>
            </a:extLst>
          </p:cNvPr>
          <p:cNvSpPr>
            <a:spLocks noGrp="1"/>
          </p:cNvSpPr>
          <p:nvPr/>
        </p:nvSpPr>
        <p:spPr>
          <a:xfrm>
            <a:off x="3051669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Cryo_12539">
            <a:extLst>
              <a:ext uri="{FF2B5EF4-FFF2-40B4-BE49-F238E27FC236}">
                <a16:creationId xmlns:a16="http://schemas.microsoft.com/office/drawing/2014/main" id="{7679461A-8534-4CDD-9CAD-FA3C660392A4}"/>
              </a:ext>
            </a:extLst>
          </p:cNvPr>
          <p:cNvSpPr>
            <a:spLocks noGrp="1"/>
          </p:cNvSpPr>
          <p:nvPr/>
        </p:nvSpPr>
        <p:spPr>
          <a:xfrm>
            <a:off x="310618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Cryo_12540">
            <a:extLst>
              <a:ext uri="{FF2B5EF4-FFF2-40B4-BE49-F238E27FC236}">
                <a16:creationId xmlns:a16="http://schemas.microsoft.com/office/drawing/2014/main" id="{A1E4CB40-B501-47E0-AB93-C75BA90FDC37}"/>
              </a:ext>
            </a:extLst>
          </p:cNvPr>
          <p:cNvSpPr>
            <a:spLocks noGrp="1"/>
          </p:cNvSpPr>
          <p:nvPr/>
        </p:nvSpPr>
        <p:spPr>
          <a:xfrm>
            <a:off x="2991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Cryo_12541">
            <a:extLst>
              <a:ext uri="{FF2B5EF4-FFF2-40B4-BE49-F238E27FC236}">
                <a16:creationId xmlns:a16="http://schemas.microsoft.com/office/drawing/2014/main" id="{8565DDEC-6852-47FC-B603-C7DDD9D72B00}"/>
              </a:ext>
            </a:extLst>
          </p:cNvPr>
          <p:cNvSpPr>
            <a:spLocks noGrp="1"/>
          </p:cNvSpPr>
          <p:nvPr/>
        </p:nvSpPr>
        <p:spPr>
          <a:xfrm>
            <a:off x="2997676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Cryo_12542">
            <a:extLst>
              <a:ext uri="{FF2B5EF4-FFF2-40B4-BE49-F238E27FC236}">
                <a16:creationId xmlns:a16="http://schemas.microsoft.com/office/drawing/2014/main" id="{CFD7155D-79F3-401E-8F66-4167DE1A3217}"/>
              </a:ext>
            </a:extLst>
          </p:cNvPr>
          <p:cNvSpPr>
            <a:spLocks noGrp="1"/>
          </p:cNvSpPr>
          <p:nvPr/>
        </p:nvSpPr>
        <p:spPr>
          <a:xfrm>
            <a:off x="306588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Cryo_12543">
            <a:extLst>
              <a:ext uri="{FF2B5EF4-FFF2-40B4-BE49-F238E27FC236}">
                <a16:creationId xmlns:a16="http://schemas.microsoft.com/office/drawing/2014/main" id="{694DFCE3-A46E-4813-91E4-15FF3B55C83B}"/>
              </a:ext>
            </a:extLst>
          </p:cNvPr>
          <p:cNvSpPr>
            <a:spLocks noGrp="1"/>
          </p:cNvSpPr>
          <p:nvPr/>
        </p:nvSpPr>
        <p:spPr>
          <a:xfrm>
            <a:off x="298923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Cryo_12544">
            <a:extLst>
              <a:ext uri="{FF2B5EF4-FFF2-40B4-BE49-F238E27FC236}">
                <a16:creationId xmlns:a16="http://schemas.microsoft.com/office/drawing/2014/main" id="{55DFA13D-A6C0-4B94-9178-9C15D1C69051}"/>
              </a:ext>
            </a:extLst>
          </p:cNvPr>
          <p:cNvSpPr>
            <a:spLocks noGrp="1"/>
          </p:cNvSpPr>
          <p:nvPr/>
        </p:nvSpPr>
        <p:spPr>
          <a:xfrm>
            <a:off x="30646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Cryo_12545">
            <a:extLst>
              <a:ext uri="{FF2B5EF4-FFF2-40B4-BE49-F238E27FC236}">
                <a16:creationId xmlns:a16="http://schemas.microsoft.com/office/drawing/2014/main" id="{DE214FA4-4746-46CD-9B37-0D44CFB2CCCA}"/>
              </a:ext>
            </a:extLst>
          </p:cNvPr>
          <p:cNvSpPr>
            <a:spLocks noGrp="1"/>
          </p:cNvSpPr>
          <p:nvPr/>
        </p:nvSpPr>
        <p:spPr>
          <a:xfrm>
            <a:off x="30134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Cryo_12546">
            <a:extLst>
              <a:ext uri="{FF2B5EF4-FFF2-40B4-BE49-F238E27FC236}">
                <a16:creationId xmlns:a16="http://schemas.microsoft.com/office/drawing/2014/main" id="{6662C756-6FEF-4365-AD72-C574779209BF}"/>
              </a:ext>
            </a:extLst>
          </p:cNvPr>
          <p:cNvSpPr>
            <a:spLocks noGrp="1"/>
          </p:cNvSpPr>
          <p:nvPr/>
        </p:nvSpPr>
        <p:spPr>
          <a:xfrm>
            <a:off x="313204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Cryo_12547">
            <a:extLst>
              <a:ext uri="{FF2B5EF4-FFF2-40B4-BE49-F238E27FC236}">
                <a16:creationId xmlns:a16="http://schemas.microsoft.com/office/drawing/2014/main" id="{36B189BE-0222-4AA8-A1FF-04B83DB6F374}"/>
              </a:ext>
            </a:extLst>
          </p:cNvPr>
          <p:cNvSpPr>
            <a:spLocks noGrp="1"/>
          </p:cNvSpPr>
          <p:nvPr/>
        </p:nvSpPr>
        <p:spPr>
          <a:xfrm>
            <a:off x="31793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Cryo_12548">
            <a:extLst>
              <a:ext uri="{FF2B5EF4-FFF2-40B4-BE49-F238E27FC236}">
                <a16:creationId xmlns:a16="http://schemas.microsoft.com/office/drawing/2014/main" id="{C7D05236-74C8-443C-819D-AD7D711A21F5}"/>
              </a:ext>
            </a:extLst>
          </p:cNvPr>
          <p:cNvSpPr>
            <a:spLocks noGrp="1"/>
          </p:cNvSpPr>
          <p:nvPr/>
        </p:nvSpPr>
        <p:spPr>
          <a:xfrm>
            <a:off x="3010477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Cryo_12549">
            <a:extLst>
              <a:ext uri="{FF2B5EF4-FFF2-40B4-BE49-F238E27FC236}">
                <a16:creationId xmlns:a16="http://schemas.microsoft.com/office/drawing/2014/main" id="{5AEEA40B-BDEB-430F-BCF1-E4FEF29A9B07}"/>
              </a:ext>
            </a:extLst>
          </p:cNvPr>
          <p:cNvSpPr>
            <a:spLocks noGrp="1"/>
          </p:cNvSpPr>
          <p:nvPr/>
        </p:nvSpPr>
        <p:spPr>
          <a:xfrm>
            <a:off x="304720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Cryo_12550">
            <a:extLst>
              <a:ext uri="{FF2B5EF4-FFF2-40B4-BE49-F238E27FC236}">
                <a16:creationId xmlns:a16="http://schemas.microsoft.com/office/drawing/2014/main" id="{45CE2264-CEE5-40D9-BBF4-0A5791113786}"/>
              </a:ext>
            </a:extLst>
          </p:cNvPr>
          <p:cNvSpPr>
            <a:spLocks noGrp="1"/>
          </p:cNvSpPr>
          <p:nvPr/>
        </p:nvSpPr>
        <p:spPr>
          <a:xfrm>
            <a:off x="31479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Cryo_12551">
            <a:extLst>
              <a:ext uri="{FF2B5EF4-FFF2-40B4-BE49-F238E27FC236}">
                <a16:creationId xmlns:a16="http://schemas.microsoft.com/office/drawing/2014/main" id="{9468306A-86C1-42BE-A183-4D36A093F151}"/>
              </a:ext>
            </a:extLst>
          </p:cNvPr>
          <p:cNvSpPr>
            <a:spLocks noGrp="1"/>
          </p:cNvSpPr>
          <p:nvPr/>
        </p:nvSpPr>
        <p:spPr>
          <a:xfrm>
            <a:off x="3063900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Cryo_12552">
            <a:extLst>
              <a:ext uri="{FF2B5EF4-FFF2-40B4-BE49-F238E27FC236}">
                <a16:creationId xmlns:a16="http://schemas.microsoft.com/office/drawing/2014/main" id="{9A3F9D39-F59F-4A9E-A54A-589EEAF8A4B4}"/>
              </a:ext>
            </a:extLst>
          </p:cNvPr>
          <p:cNvSpPr>
            <a:spLocks noGrp="1"/>
          </p:cNvSpPr>
          <p:nvPr/>
        </p:nvSpPr>
        <p:spPr>
          <a:xfrm>
            <a:off x="3029262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Cryo_12553">
            <a:extLst>
              <a:ext uri="{FF2B5EF4-FFF2-40B4-BE49-F238E27FC236}">
                <a16:creationId xmlns:a16="http://schemas.microsoft.com/office/drawing/2014/main" id="{3CA21C78-20B6-46C4-B553-16E87F9D6C80}"/>
              </a:ext>
            </a:extLst>
          </p:cNvPr>
          <p:cNvSpPr>
            <a:spLocks noGrp="1"/>
          </p:cNvSpPr>
          <p:nvPr/>
        </p:nvSpPr>
        <p:spPr>
          <a:xfrm>
            <a:off x="3231948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Cryo_12554">
            <a:extLst>
              <a:ext uri="{FF2B5EF4-FFF2-40B4-BE49-F238E27FC236}">
                <a16:creationId xmlns:a16="http://schemas.microsoft.com/office/drawing/2014/main" id="{5916EBA9-BB42-48A0-9D43-997CDC2C0BDB}"/>
              </a:ext>
            </a:extLst>
          </p:cNvPr>
          <p:cNvSpPr>
            <a:spLocks noGrp="1"/>
          </p:cNvSpPr>
          <p:nvPr/>
        </p:nvSpPr>
        <p:spPr>
          <a:xfrm>
            <a:off x="29864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Cryo_12555">
            <a:extLst>
              <a:ext uri="{FF2B5EF4-FFF2-40B4-BE49-F238E27FC236}">
                <a16:creationId xmlns:a16="http://schemas.microsoft.com/office/drawing/2014/main" id="{D3DFF99F-7134-4F10-AA7C-2B975FF80E2E}"/>
              </a:ext>
            </a:extLst>
          </p:cNvPr>
          <p:cNvSpPr>
            <a:spLocks noGrp="1"/>
          </p:cNvSpPr>
          <p:nvPr/>
        </p:nvSpPr>
        <p:spPr>
          <a:xfrm>
            <a:off x="317280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Cryo_12556">
            <a:extLst>
              <a:ext uri="{FF2B5EF4-FFF2-40B4-BE49-F238E27FC236}">
                <a16:creationId xmlns:a16="http://schemas.microsoft.com/office/drawing/2014/main" id="{9450D107-8BD2-4D26-9D92-2B9ACD4F6DEF}"/>
              </a:ext>
            </a:extLst>
          </p:cNvPr>
          <p:cNvSpPr>
            <a:spLocks noGrp="1"/>
          </p:cNvSpPr>
          <p:nvPr/>
        </p:nvSpPr>
        <p:spPr>
          <a:xfrm>
            <a:off x="30220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Cryo_12557">
            <a:extLst>
              <a:ext uri="{FF2B5EF4-FFF2-40B4-BE49-F238E27FC236}">
                <a16:creationId xmlns:a16="http://schemas.microsoft.com/office/drawing/2014/main" id="{236BB03A-4A8D-4D22-9315-033D59FF9AA2}"/>
              </a:ext>
            </a:extLst>
          </p:cNvPr>
          <p:cNvSpPr>
            <a:spLocks noGrp="1"/>
          </p:cNvSpPr>
          <p:nvPr/>
        </p:nvSpPr>
        <p:spPr>
          <a:xfrm>
            <a:off x="2982908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Cryo_12558">
            <a:extLst>
              <a:ext uri="{FF2B5EF4-FFF2-40B4-BE49-F238E27FC236}">
                <a16:creationId xmlns:a16="http://schemas.microsoft.com/office/drawing/2014/main" id="{F786F057-3A6F-4F3D-AFE0-3CC01E839CE8}"/>
              </a:ext>
            </a:extLst>
          </p:cNvPr>
          <p:cNvSpPr>
            <a:spLocks noGrp="1"/>
          </p:cNvSpPr>
          <p:nvPr/>
        </p:nvSpPr>
        <p:spPr>
          <a:xfrm>
            <a:off x="320758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Cryo_12559">
            <a:extLst>
              <a:ext uri="{FF2B5EF4-FFF2-40B4-BE49-F238E27FC236}">
                <a16:creationId xmlns:a16="http://schemas.microsoft.com/office/drawing/2014/main" id="{D25E6911-8E66-44D0-840A-09FF44E39C85}"/>
              </a:ext>
            </a:extLst>
          </p:cNvPr>
          <p:cNvSpPr>
            <a:spLocks noGrp="1"/>
          </p:cNvSpPr>
          <p:nvPr/>
        </p:nvSpPr>
        <p:spPr>
          <a:xfrm>
            <a:off x="30461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Cryo_12560">
            <a:extLst>
              <a:ext uri="{FF2B5EF4-FFF2-40B4-BE49-F238E27FC236}">
                <a16:creationId xmlns:a16="http://schemas.microsoft.com/office/drawing/2014/main" id="{CE9D3F21-BBF1-4E41-B0F2-3D4CCC1BF435}"/>
              </a:ext>
            </a:extLst>
          </p:cNvPr>
          <p:cNvSpPr>
            <a:spLocks noGrp="1"/>
          </p:cNvSpPr>
          <p:nvPr/>
        </p:nvSpPr>
        <p:spPr>
          <a:xfrm>
            <a:off x="3089724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Cryo_12561">
            <a:extLst>
              <a:ext uri="{FF2B5EF4-FFF2-40B4-BE49-F238E27FC236}">
                <a16:creationId xmlns:a16="http://schemas.microsoft.com/office/drawing/2014/main" id="{A6B3943F-2C60-4FF8-A8D5-80F779105312}"/>
              </a:ext>
            </a:extLst>
          </p:cNvPr>
          <p:cNvSpPr>
            <a:spLocks noGrp="1"/>
          </p:cNvSpPr>
          <p:nvPr/>
        </p:nvSpPr>
        <p:spPr>
          <a:xfrm>
            <a:off x="300288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Cryo_12562">
            <a:extLst>
              <a:ext uri="{FF2B5EF4-FFF2-40B4-BE49-F238E27FC236}">
                <a16:creationId xmlns:a16="http://schemas.microsoft.com/office/drawing/2014/main" id="{E287F7E3-CFFC-4356-9345-3985C450BF02}"/>
              </a:ext>
            </a:extLst>
          </p:cNvPr>
          <p:cNvSpPr>
            <a:spLocks noGrp="1"/>
          </p:cNvSpPr>
          <p:nvPr/>
        </p:nvSpPr>
        <p:spPr>
          <a:xfrm>
            <a:off x="30107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Cryo_12563">
            <a:extLst>
              <a:ext uri="{FF2B5EF4-FFF2-40B4-BE49-F238E27FC236}">
                <a16:creationId xmlns:a16="http://schemas.microsoft.com/office/drawing/2014/main" id="{70D4D81B-2995-4BD6-A8BE-EAE171B55236}"/>
              </a:ext>
            </a:extLst>
          </p:cNvPr>
          <p:cNvSpPr>
            <a:spLocks noGrp="1"/>
          </p:cNvSpPr>
          <p:nvPr/>
        </p:nvSpPr>
        <p:spPr>
          <a:xfrm>
            <a:off x="317782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Cryo_12564">
            <a:extLst>
              <a:ext uri="{FF2B5EF4-FFF2-40B4-BE49-F238E27FC236}">
                <a16:creationId xmlns:a16="http://schemas.microsoft.com/office/drawing/2014/main" id="{B42CF827-DE30-46C7-A0C0-155F0AF30260}"/>
              </a:ext>
            </a:extLst>
          </p:cNvPr>
          <p:cNvSpPr>
            <a:spLocks noGrp="1"/>
          </p:cNvSpPr>
          <p:nvPr/>
        </p:nvSpPr>
        <p:spPr>
          <a:xfrm>
            <a:off x="3088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Cryo_12565">
            <a:extLst>
              <a:ext uri="{FF2B5EF4-FFF2-40B4-BE49-F238E27FC236}">
                <a16:creationId xmlns:a16="http://schemas.microsoft.com/office/drawing/2014/main" id="{572FE099-6D8C-4FEE-A288-29AC907AE9DC}"/>
              </a:ext>
            </a:extLst>
          </p:cNvPr>
          <p:cNvSpPr>
            <a:spLocks noGrp="1"/>
          </p:cNvSpPr>
          <p:nvPr/>
        </p:nvSpPr>
        <p:spPr>
          <a:xfrm>
            <a:off x="318794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Cryo_12566">
            <a:extLst>
              <a:ext uri="{FF2B5EF4-FFF2-40B4-BE49-F238E27FC236}">
                <a16:creationId xmlns:a16="http://schemas.microsoft.com/office/drawing/2014/main" id="{CD8A3059-992B-41C7-9500-0251317CC577}"/>
              </a:ext>
            </a:extLst>
          </p:cNvPr>
          <p:cNvSpPr>
            <a:spLocks noGrp="1"/>
          </p:cNvSpPr>
          <p:nvPr/>
        </p:nvSpPr>
        <p:spPr>
          <a:xfrm>
            <a:off x="3135101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Cryo_12567">
            <a:extLst>
              <a:ext uri="{FF2B5EF4-FFF2-40B4-BE49-F238E27FC236}">
                <a16:creationId xmlns:a16="http://schemas.microsoft.com/office/drawing/2014/main" id="{A633175E-2094-4D63-984F-820B64DD8A18}"/>
              </a:ext>
            </a:extLst>
          </p:cNvPr>
          <p:cNvSpPr>
            <a:spLocks noGrp="1"/>
          </p:cNvSpPr>
          <p:nvPr/>
        </p:nvSpPr>
        <p:spPr>
          <a:xfrm>
            <a:off x="302924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Cryo_12568">
            <a:extLst>
              <a:ext uri="{FF2B5EF4-FFF2-40B4-BE49-F238E27FC236}">
                <a16:creationId xmlns:a16="http://schemas.microsoft.com/office/drawing/2014/main" id="{76E6B3EF-A6A9-4183-AA7F-8565EC665653}"/>
              </a:ext>
            </a:extLst>
          </p:cNvPr>
          <p:cNvSpPr>
            <a:spLocks noGrp="1"/>
          </p:cNvSpPr>
          <p:nvPr/>
        </p:nvSpPr>
        <p:spPr>
          <a:xfrm>
            <a:off x="309493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Cryo_12569">
            <a:extLst>
              <a:ext uri="{FF2B5EF4-FFF2-40B4-BE49-F238E27FC236}">
                <a16:creationId xmlns:a16="http://schemas.microsoft.com/office/drawing/2014/main" id="{C459B7DE-419E-4944-9EAE-57831557ADD1}"/>
              </a:ext>
            </a:extLst>
          </p:cNvPr>
          <p:cNvSpPr>
            <a:spLocks noGrp="1"/>
          </p:cNvSpPr>
          <p:nvPr/>
        </p:nvSpPr>
        <p:spPr>
          <a:xfrm>
            <a:off x="311175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Cryo_12570">
            <a:extLst>
              <a:ext uri="{FF2B5EF4-FFF2-40B4-BE49-F238E27FC236}">
                <a16:creationId xmlns:a16="http://schemas.microsoft.com/office/drawing/2014/main" id="{86B1C57C-24B7-4A1D-9F34-57BFF065B5BE}"/>
              </a:ext>
            </a:extLst>
          </p:cNvPr>
          <p:cNvSpPr>
            <a:spLocks noGrp="1"/>
          </p:cNvSpPr>
          <p:nvPr/>
        </p:nvSpPr>
        <p:spPr>
          <a:xfrm>
            <a:off x="30665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Cryo_12571">
            <a:extLst>
              <a:ext uri="{FF2B5EF4-FFF2-40B4-BE49-F238E27FC236}">
                <a16:creationId xmlns:a16="http://schemas.microsoft.com/office/drawing/2014/main" id="{17E4E6F6-EB9D-4403-A969-8FABC3825936}"/>
              </a:ext>
            </a:extLst>
          </p:cNvPr>
          <p:cNvSpPr>
            <a:spLocks noGrp="1"/>
          </p:cNvSpPr>
          <p:nvPr/>
        </p:nvSpPr>
        <p:spPr>
          <a:xfrm>
            <a:off x="31821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Cryo_12572">
            <a:extLst>
              <a:ext uri="{FF2B5EF4-FFF2-40B4-BE49-F238E27FC236}">
                <a16:creationId xmlns:a16="http://schemas.microsoft.com/office/drawing/2014/main" id="{AFF71A9E-D05D-42B0-94BB-70D46C68F90E}"/>
              </a:ext>
            </a:extLst>
          </p:cNvPr>
          <p:cNvSpPr>
            <a:spLocks noGrp="1"/>
          </p:cNvSpPr>
          <p:nvPr/>
        </p:nvSpPr>
        <p:spPr>
          <a:xfrm>
            <a:off x="31194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Cryo_12573">
            <a:extLst>
              <a:ext uri="{FF2B5EF4-FFF2-40B4-BE49-F238E27FC236}">
                <a16:creationId xmlns:a16="http://schemas.microsoft.com/office/drawing/2014/main" id="{A41DA5AE-9616-46BB-BEF3-0F359984595A}"/>
              </a:ext>
            </a:extLst>
          </p:cNvPr>
          <p:cNvSpPr>
            <a:spLocks noGrp="1"/>
          </p:cNvSpPr>
          <p:nvPr/>
        </p:nvSpPr>
        <p:spPr>
          <a:xfrm>
            <a:off x="2987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Cryo_12574">
            <a:extLst>
              <a:ext uri="{FF2B5EF4-FFF2-40B4-BE49-F238E27FC236}">
                <a16:creationId xmlns:a16="http://schemas.microsoft.com/office/drawing/2014/main" id="{9023A1D5-8F4A-4EFE-8CD5-E37E34660CCB}"/>
              </a:ext>
            </a:extLst>
          </p:cNvPr>
          <p:cNvSpPr>
            <a:spLocks noGrp="1"/>
          </p:cNvSpPr>
          <p:nvPr/>
        </p:nvSpPr>
        <p:spPr>
          <a:xfrm>
            <a:off x="313075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Cryo_12575">
            <a:extLst>
              <a:ext uri="{FF2B5EF4-FFF2-40B4-BE49-F238E27FC236}">
                <a16:creationId xmlns:a16="http://schemas.microsoft.com/office/drawing/2014/main" id="{2D69F88C-3EB0-4E77-9E45-94A5B8AB0512}"/>
              </a:ext>
            </a:extLst>
          </p:cNvPr>
          <p:cNvSpPr>
            <a:spLocks noGrp="1"/>
          </p:cNvSpPr>
          <p:nvPr/>
        </p:nvSpPr>
        <p:spPr>
          <a:xfrm>
            <a:off x="3069323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Cryo_12576">
            <a:extLst>
              <a:ext uri="{FF2B5EF4-FFF2-40B4-BE49-F238E27FC236}">
                <a16:creationId xmlns:a16="http://schemas.microsoft.com/office/drawing/2014/main" id="{7F78AEFC-F153-48B4-9576-45914FC4A701}"/>
              </a:ext>
            </a:extLst>
          </p:cNvPr>
          <p:cNvSpPr>
            <a:spLocks noGrp="1"/>
          </p:cNvSpPr>
          <p:nvPr/>
        </p:nvSpPr>
        <p:spPr>
          <a:xfrm>
            <a:off x="315181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Cryo_12577">
            <a:extLst>
              <a:ext uri="{FF2B5EF4-FFF2-40B4-BE49-F238E27FC236}">
                <a16:creationId xmlns:a16="http://schemas.microsoft.com/office/drawing/2014/main" id="{2E9EF230-FBA8-483B-89E0-EBB76E97407B}"/>
              </a:ext>
            </a:extLst>
          </p:cNvPr>
          <p:cNvSpPr>
            <a:spLocks noGrp="1"/>
          </p:cNvSpPr>
          <p:nvPr/>
        </p:nvSpPr>
        <p:spPr>
          <a:xfrm>
            <a:off x="31318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Cryo_12578">
            <a:extLst>
              <a:ext uri="{FF2B5EF4-FFF2-40B4-BE49-F238E27FC236}">
                <a16:creationId xmlns:a16="http://schemas.microsoft.com/office/drawing/2014/main" id="{7A3FA80D-79D4-427B-B87D-4694B5648248}"/>
              </a:ext>
            </a:extLst>
          </p:cNvPr>
          <p:cNvSpPr>
            <a:spLocks noGrp="1"/>
          </p:cNvSpPr>
          <p:nvPr/>
        </p:nvSpPr>
        <p:spPr>
          <a:xfrm>
            <a:off x="31219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Cryo_12579">
            <a:extLst>
              <a:ext uri="{FF2B5EF4-FFF2-40B4-BE49-F238E27FC236}">
                <a16:creationId xmlns:a16="http://schemas.microsoft.com/office/drawing/2014/main" id="{7D2F3AD0-66AD-425D-B1B7-978AE47482C2}"/>
              </a:ext>
            </a:extLst>
          </p:cNvPr>
          <p:cNvSpPr>
            <a:spLocks noGrp="1"/>
          </p:cNvSpPr>
          <p:nvPr/>
        </p:nvSpPr>
        <p:spPr>
          <a:xfrm>
            <a:off x="3103806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Cryo_12580">
            <a:extLst>
              <a:ext uri="{FF2B5EF4-FFF2-40B4-BE49-F238E27FC236}">
                <a16:creationId xmlns:a16="http://schemas.microsoft.com/office/drawing/2014/main" id="{73FD4100-FC49-4028-9E1A-7C3E50091F34}"/>
              </a:ext>
            </a:extLst>
          </p:cNvPr>
          <p:cNvSpPr>
            <a:spLocks noGrp="1"/>
          </p:cNvSpPr>
          <p:nvPr/>
        </p:nvSpPr>
        <p:spPr>
          <a:xfrm>
            <a:off x="31205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Cryo_12581">
            <a:extLst>
              <a:ext uri="{FF2B5EF4-FFF2-40B4-BE49-F238E27FC236}">
                <a16:creationId xmlns:a16="http://schemas.microsoft.com/office/drawing/2014/main" id="{42D63B6E-6A18-4C1D-8523-468823FDD964}"/>
              </a:ext>
            </a:extLst>
          </p:cNvPr>
          <p:cNvSpPr>
            <a:spLocks noGrp="1"/>
          </p:cNvSpPr>
          <p:nvPr/>
        </p:nvSpPr>
        <p:spPr>
          <a:xfrm>
            <a:off x="3006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Cryo_12582">
            <a:extLst>
              <a:ext uri="{FF2B5EF4-FFF2-40B4-BE49-F238E27FC236}">
                <a16:creationId xmlns:a16="http://schemas.microsoft.com/office/drawing/2014/main" id="{43F3C82C-58BB-4865-A0B9-9F5E2FC7D01D}"/>
              </a:ext>
            </a:extLst>
          </p:cNvPr>
          <p:cNvSpPr>
            <a:spLocks noGrp="1"/>
          </p:cNvSpPr>
          <p:nvPr/>
        </p:nvSpPr>
        <p:spPr>
          <a:xfrm>
            <a:off x="29869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Cryo_12583">
            <a:extLst>
              <a:ext uri="{FF2B5EF4-FFF2-40B4-BE49-F238E27FC236}">
                <a16:creationId xmlns:a16="http://schemas.microsoft.com/office/drawing/2014/main" id="{6AB6C659-E1DA-4DD4-8395-74BE29698754}"/>
              </a:ext>
            </a:extLst>
          </p:cNvPr>
          <p:cNvSpPr>
            <a:spLocks noGrp="1"/>
          </p:cNvSpPr>
          <p:nvPr/>
        </p:nvSpPr>
        <p:spPr>
          <a:xfrm>
            <a:off x="3069749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Cryo_12584">
            <a:extLst>
              <a:ext uri="{FF2B5EF4-FFF2-40B4-BE49-F238E27FC236}">
                <a16:creationId xmlns:a16="http://schemas.microsoft.com/office/drawing/2014/main" id="{54E93647-1DC6-42CE-8A29-F86092E3FC08}"/>
              </a:ext>
            </a:extLst>
          </p:cNvPr>
          <p:cNvSpPr>
            <a:spLocks noGrp="1"/>
          </p:cNvSpPr>
          <p:nvPr/>
        </p:nvSpPr>
        <p:spPr>
          <a:xfrm>
            <a:off x="31982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Cryo_12585">
            <a:extLst>
              <a:ext uri="{FF2B5EF4-FFF2-40B4-BE49-F238E27FC236}">
                <a16:creationId xmlns:a16="http://schemas.microsoft.com/office/drawing/2014/main" id="{44843B90-EDAE-4E4D-BA4C-29F323701BB5}"/>
              </a:ext>
            </a:extLst>
          </p:cNvPr>
          <p:cNvSpPr>
            <a:spLocks noGrp="1"/>
          </p:cNvSpPr>
          <p:nvPr/>
        </p:nvSpPr>
        <p:spPr>
          <a:xfrm>
            <a:off x="30520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Cryo_12586">
            <a:extLst>
              <a:ext uri="{FF2B5EF4-FFF2-40B4-BE49-F238E27FC236}">
                <a16:creationId xmlns:a16="http://schemas.microsoft.com/office/drawing/2014/main" id="{5290A1F3-3C80-44F2-AA14-3A4D8897AB90}"/>
              </a:ext>
            </a:extLst>
          </p:cNvPr>
          <p:cNvSpPr>
            <a:spLocks noGrp="1"/>
          </p:cNvSpPr>
          <p:nvPr/>
        </p:nvSpPr>
        <p:spPr>
          <a:xfrm>
            <a:off x="30476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Cryo_12587">
            <a:extLst>
              <a:ext uri="{FF2B5EF4-FFF2-40B4-BE49-F238E27FC236}">
                <a16:creationId xmlns:a16="http://schemas.microsoft.com/office/drawing/2014/main" id="{DF33D7B0-3C81-4059-B659-1283255A8C68}"/>
              </a:ext>
            </a:extLst>
          </p:cNvPr>
          <p:cNvSpPr>
            <a:spLocks noGrp="1"/>
          </p:cNvSpPr>
          <p:nvPr/>
        </p:nvSpPr>
        <p:spPr>
          <a:xfrm>
            <a:off x="309022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Cryo_12588">
            <a:extLst>
              <a:ext uri="{FF2B5EF4-FFF2-40B4-BE49-F238E27FC236}">
                <a16:creationId xmlns:a16="http://schemas.microsoft.com/office/drawing/2014/main" id="{20A92431-1FDE-4E16-BC60-93042079A130}"/>
              </a:ext>
            </a:extLst>
          </p:cNvPr>
          <p:cNvSpPr>
            <a:spLocks noGrp="1"/>
          </p:cNvSpPr>
          <p:nvPr/>
        </p:nvSpPr>
        <p:spPr>
          <a:xfrm>
            <a:off x="30673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Cryo_12589">
            <a:extLst>
              <a:ext uri="{FF2B5EF4-FFF2-40B4-BE49-F238E27FC236}">
                <a16:creationId xmlns:a16="http://schemas.microsoft.com/office/drawing/2014/main" id="{988EB928-0522-4D0D-A238-C282CAE77AAB}"/>
              </a:ext>
            </a:extLst>
          </p:cNvPr>
          <p:cNvSpPr>
            <a:spLocks noGrp="1"/>
          </p:cNvSpPr>
          <p:nvPr/>
        </p:nvSpPr>
        <p:spPr>
          <a:xfrm>
            <a:off x="309393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Cryo_12590">
            <a:extLst>
              <a:ext uri="{FF2B5EF4-FFF2-40B4-BE49-F238E27FC236}">
                <a16:creationId xmlns:a16="http://schemas.microsoft.com/office/drawing/2014/main" id="{4EC73F3E-25CB-4710-962B-EE35335235DC}"/>
              </a:ext>
            </a:extLst>
          </p:cNvPr>
          <p:cNvSpPr>
            <a:spLocks noGrp="1"/>
          </p:cNvSpPr>
          <p:nvPr/>
        </p:nvSpPr>
        <p:spPr>
          <a:xfrm>
            <a:off x="323096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Cryo_12591">
            <a:extLst>
              <a:ext uri="{FF2B5EF4-FFF2-40B4-BE49-F238E27FC236}">
                <a16:creationId xmlns:a16="http://schemas.microsoft.com/office/drawing/2014/main" id="{23E7A8D2-9403-4618-99F4-2B1B57C1D04C}"/>
              </a:ext>
            </a:extLst>
          </p:cNvPr>
          <p:cNvSpPr>
            <a:spLocks noGrp="1"/>
          </p:cNvSpPr>
          <p:nvPr/>
        </p:nvSpPr>
        <p:spPr>
          <a:xfrm>
            <a:off x="29819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Cryo_12592">
            <a:extLst>
              <a:ext uri="{FF2B5EF4-FFF2-40B4-BE49-F238E27FC236}">
                <a16:creationId xmlns:a16="http://schemas.microsoft.com/office/drawing/2014/main" id="{84A03DD6-B615-4BB0-B4B9-88338585DF87}"/>
              </a:ext>
            </a:extLst>
          </p:cNvPr>
          <p:cNvSpPr>
            <a:spLocks noGrp="1"/>
          </p:cNvSpPr>
          <p:nvPr/>
        </p:nvSpPr>
        <p:spPr>
          <a:xfrm>
            <a:off x="3066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Cryo_12593">
            <a:extLst>
              <a:ext uri="{FF2B5EF4-FFF2-40B4-BE49-F238E27FC236}">
                <a16:creationId xmlns:a16="http://schemas.microsoft.com/office/drawing/2014/main" id="{D7C815FA-3A76-4EEA-B8C3-A84D5C86949C}"/>
              </a:ext>
            </a:extLst>
          </p:cNvPr>
          <p:cNvSpPr>
            <a:spLocks noGrp="1"/>
          </p:cNvSpPr>
          <p:nvPr/>
        </p:nvSpPr>
        <p:spPr>
          <a:xfrm>
            <a:off x="298970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Cryo_12594">
            <a:extLst>
              <a:ext uri="{FF2B5EF4-FFF2-40B4-BE49-F238E27FC236}">
                <a16:creationId xmlns:a16="http://schemas.microsoft.com/office/drawing/2014/main" id="{352894EF-7278-496C-9A47-81C6813F911E}"/>
              </a:ext>
            </a:extLst>
          </p:cNvPr>
          <p:cNvSpPr>
            <a:spLocks noGrp="1"/>
          </p:cNvSpPr>
          <p:nvPr/>
        </p:nvSpPr>
        <p:spPr>
          <a:xfrm>
            <a:off x="29810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Cryo_12595">
            <a:extLst>
              <a:ext uri="{FF2B5EF4-FFF2-40B4-BE49-F238E27FC236}">
                <a16:creationId xmlns:a16="http://schemas.microsoft.com/office/drawing/2014/main" id="{CC1ACE21-8B0A-4A94-82D0-244795772851}"/>
              </a:ext>
            </a:extLst>
          </p:cNvPr>
          <p:cNvSpPr>
            <a:spLocks noGrp="1"/>
          </p:cNvSpPr>
          <p:nvPr/>
        </p:nvSpPr>
        <p:spPr>
          <a:xfrm>
            <a:off x="299069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Cryo_12596">
            <a:extLst>
              <a:ext uri="{FF2B5EF4-FFF2-40B4-BE49-F238E27FC236}">
                <a16:creationId xmlns:a16="http://schemas.microsoft.com/office/drawing/2014/main" id="{C195933F-FA3E-4BA9-9428-2887107BCBF6}"/>
              </a:ext>
            </a:extLst>
          </p:cNvPr>
          <p:cNvSpPr>
            <a:spLocks noGrp="1"/>
          </p:cNvSpPr>
          <p:nvPr/>
        </p:nvSpPr>
        <p:spPr>
          <a:xfrm>
            <a:off x="30036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Cryo_12597">
            <a:extLst>
              <a:ext uri="{FF2B5EF4-FFF2-40B4-BE49-F238E27FC236}">
                <a16:creationId xmlns:a16="http://schemas.microsoft.com/office/drawing/2014/main" id="{47E3302F-2A17-4762-A1C4-5E3729BA1773}"/>
              </a:ext>
            </a:extLst>
          </p:cNvPr>
          <p:cNvSpPr>
            <a:spLocks noGrp="1"/>
          </p:cNvSpPr>
          <p:nvPr/>
        </p:nvSpPr>
        <p:spPr>
          <a:xfrm>
            <a:off x="3196646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Cryo_12598">
            <a:extLst>
              <a:ext uri="{FF2B5EF4-FFF2-40B4-BE49-F238E27FC236}">
                <a16:creationId xmlns:a16="http://schemas.microsoft.com/office/drawing/2014/main" id="{53089B84-F77F-4860-91D5-696E36C0A7D9}"/>
              </a:ext>
            </a:extLst>
          </p:cNvPr>
          <p:cNvSpPr>
            <a:spLocks noGrp="1"/>
          </p:cNvSpPr>
          <p:nvPr/>
        </p:nvSpPr>
        <p:spPr>
          <a:xfrm>
            <a:off x="3184056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Cryo_12599">
            <a:extLst>
              <a:ext uri="{FF2B5EF4-FFF2-40B4-BE49-F238E27FC236}">
                <a16:creationId xmlns:a16="http://schemas.microsoft.com/office/drawing/2014/main" id="{946DFEC7-ADF9-49C3-912A-ED33548D56A7}"/>
              </a:ext>
            </a:extLst>
          </p:cNvPr>
          <p:cNvSpPr>
            <a:spLocks noGrp="1"/>
          </p:cNvSpPr>
          <p:nvPr/>
        </p:nvSpPr>
        <p:spPr>
          <a:xfrm>
            <a:off x="3070824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Cryo_12600">
            <a:extLst>
              <a:ext uri="{FF2B5EF4-FFF2-40B4-BE49-F238E27FC236}">
                <a16:creationId xmlns:a16="http://schemas.microsoft.com/office/drawing/2014/main" id="{5F84EE45-FAB9-46F1-8DE4-86C08301D3EF}"/>
              </a:ext>
            </a:extLst>
          </p:cNvPr>
          <p:cNvSpPr>
            <a:spLocks noGrp="1"/>
          </p:cNvSpPr>
          <p:nvPr/>
        </p:nvSpPr>
        <p:spPr>
          <a:xfrm>
            <a:off x="30621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Cryo_12601">
            <a:extLst>
              <a:ext uri="{FF2B5EF4-FFF2-40B4-BE49-F238E27FC236}">
                <a16:creationId xmlns:a16="http://schemas.microsoft.com/office/drawing/2014/main" id="{D71C3A94-6851-494F-885F-0BC8AF0F620D}"/>
              </a:ext>
            </a:extLst>
          </p:cNvPr>
          <p:cNvSpPr>
            <a:spLocks noGrp="1"/>
          </p:cNvSpPr>
          <p:nvPr/>
        </p:nvSpPr>
        <p:spPr>
          <a:xfrm>
            <a:off x="31841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Cryo_12602">
            <a:extLst>
              <a:ext uri="{FF2B5EF4-FFF2-40B4-BE49-F238E27FC236}">
                <a16:creationId xmlns:a16="http://schemas.microsoft.com/office/drawing/2014/main" id="{84B53ADE-204E-450D-9454-CBB9C0E34EF8}"/>
              </a:ext>
            </a:extLst>
          </p:cNvPr>
          <p:cNvSpPr>
            <a:spLocks noGrp="1"/>
          </p:cNvSpPr>
          <p:nvPr/>
        </p:nvSpPr>
        <p:spPr>
          <a:xfrm>
            <a:off x="32130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Cryo_12603">
            <a:extLst>
              <a:ext uri="{FF2B5EF4-FFF2-40B4-BE49-F238E27FC236}">
                <a16:creationId xmlns:a16="http://schemas.microsoft.com/office/drawing/2014/main" id="{F4335BF4-0D5E-4B77-BF7D-BD907003D368}"/>
              </a:ext>
            </a:extLst>
          </p:cNvPr>
          <p:cNvSpPr>
            <a:spLocks noGrp="1"/>
          </p:cNvSpPr>
          <p:nvPr/>
        </p:nvSpPr>
        <p:spPr>
          <a:xfrm>
            <a:off x="319028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Cryo_12604">
            <a:extLst>
              <a:ext uri="{FF2B5EF4-FFF2-40B4-BE49-F238E27FC236}">
                <a16:creationId xmlns:a16="http://schemas.microsoft.com/office/drawing/2014/main" id="{CBAB64DE-D89F-4A79-9F92-AE7A8931A30F}"/>
              </a:ext>
            </a:extLst>
          </p:cNvPr>
          <p:cNvSpPr>
            <a:spLocks noGrp="1"/>
          </p:cNvSpPr>
          <p:nvPr/>
        </p:nvSpPr>
        <p:spPr>
          <a:xfrm>
            <a:off x="30269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Cryo_12605">
            <a:extLst>
              <a:ext uri="{FF2B5EF4-FFF2-40B4-BE49-F238E27FC236}">
                <a16:creationId xmlns:a16="http://schemas.microsoft.com/office/drawing/2014/main" id="{3AF98F0E-D927-4098-B6C4-854E05F75B34}"/>
              </a:ext>
            </a:extLst>
          </p:cNvPr>
          <p:cNvSpPr>
            <a:spLocks noGrp="1"/>
          </p:cNvSpPr>
          <p:nvPr/>
        </p:nvSpPr>
        <p:spPr>
          <a:xfrm>
            <a:off x="312414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Cryo_12606">
            <a:extLst>
              <a:ext uri="{FF2B5EF4-FFF2-40B4-BE49-F238E27FC236}">
                <a16:creationId xmlns:a16="http://schemas.microsoft.com/office/drawing/2014/main" id="{A086C5E9-0E05-4E8A-B5B9-2E2FD0911D51}"/>
              </a:ext>
            </a:extLst>
          </p:cNvPr>
          <p:cNvSpPr>
            <a:spLocks noGrp="1"/>
          </p:cNvSpPr>
          <p:nvPr/>
        </p:nvSpPr>
        <p:spPr>
          <a:xfrm>
            <a:off x="32113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Cryo_12607">
            <a:extLst>
              <a:ext uri="{FF2B5EF4-FFF2-40B4-BE49-F238E27FC236}">
                <a16:creationId xmlns:a16="http://schemas.microsoft.com/office/drawing/2014/main" id="{0B73813E-DDC6-45C4-9F7E-5685E8358631}"/>
              </a:ext>
            </a:extLst>
          </p:cNvPr>
          <p:cNvSpPr>
            <a:spLocks noGrp="1"/>
          </p:cNvSpPr>
          <p:nvPr/>
        </p:nvSpPr>
        <p:spPr>
          <a:xfrm>
            <a:off x="322418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Cryo_12608">
            <a:extLst>
              <a:ext uri="{FF2B5EF4-FFF2-40B4-BE49-F238E27FC236}">
                <a16:creationId xmlns:a16="http://schemas.microsoft.com/office/drawing/2014/main" id="{7E7A09DC-50EE-4047-BEE2-5E3BF7D083F3}"/>
              </a:ext>
            </a:extLst>
          </p:cNvPr>
          <p:cNvSpPr>
            <a:spLocks noGrp="1"/>
          </p:cNvSpPr>
          <p:nvPr/>
        </p:nvSpPr>
        <p:spPr>
          <a:xfrm>
            <a:off x="31641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Cryo_12609">
            <a:extLst>
              <a:ext uri="{FF2B5EF4-FFF2-40B4-BE49-F238E27FC236}">
                <a16:creationId xmlns:a16="http://schemas.microsoft.com/office/drawing/2014/main" id="{9404143F-C76C-41C3-9679-1A44CF7436AC}"/>
              </a:ext>
            </a:extLst>
          </p:cNvPr>
          <p:cNvSpPr>
            <a:spLocks noGrp="1"/>
          </p:cNvSpPr>
          <p:nvPr/>
        </p:nvSpPr>
        <p:spPr>
          <a:xfrm>
            <a:off x="3075050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Cryo_12610">
            <a:extLst>
              <a:ext uri="{FF2B5EF4-FFF2-40B4-BE49-F238E27FC236}">
                <a16:creationId xmlns:a16="http://schemas.microsoft.com/office/drawing/2014/main" id="{08AC823F-311D-46CB-93DD-35A85E1C1242}"/>
              </a:ext>
            </a:extLst>
          </p:cNvPr>
          <p:cNvSpPr>
            <a:spLocks noGrp="1"/>
          </p:cNvSpPr>
          <p:nvPr/>
        </p:nvSpPr>
        <p:spPr>
          <a:xfrm>
            <a:off x="317620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Cryo_12611">
            <a:extLst>
              <a:ext uri="{FF2B5EF4-FFF2-40B4-BE49-F238E27FC236}">
                <a16:creationId xmlns:a16="http://schemas.microsoft.com/office/drawing/2014/main" id="{988B023C-BD91-4446-A680-3FFD0855DE6F}"/>
              </a:ext>
            </a:extLst>
          </p:cNvPr>
          <p:cNvSpPr>
            <a:spLocks noGrp="1"/>
          </p:cNvSpPr>
          <p:nvPr/>
        </p:nvSpPr>
        <p:spPr>
          <a:xfrm>
            <a:off x="3154072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Cryo_12612">
            <a:extLst>
              <a:ext uri="{FF2B5EF4-FFF2-40B4-BE49-F238E27FC236}">
                <a16:creationId xmlns:a16="http://schemas.microsoft.com/office/drawing/2014/main" id="{D5D52D05-3921-4AEB-926F-AD9A9228144E}"/>
              </a:ext>
            </a:extLst>
          </p:cNvPr>
          <p:cNvSpPr>
            <a:spLocks noGrp="1"/>
          </p:cNvSpPr>
          <p:nvPr/>
        </p:nvSpPr>
        <p:spPr>
          <a:xfrm>
            <a:off x="323131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Cryo_12613">
            <a:extLst>
              <a:ext uri="{FF2B5EF4-FFF2-40B4-BE49-F238E27FC236}">
                <a16:creationId xmlns:a16="http://schemas.microsoft.com/office/drawing/2014/main" id="{B543E40A-3992-4D05-81CD-5CB95CDC2287}"/>
              </a:ext>
            </a:extLst>
          </p:cNvPr>
          <p:cNvSpPr>
            <a:spLocks noGrp="1"/>
          </p:cNvSpPr>
          <p:nvPr/>
        </p:nvSpPr>
        <p:spPr>
          <a:xfrm>
            <a:off x="30251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Cryo_12614">
            <a:extLst>
              <a:ext uri="{FF2B5EF4-FFF2-40B4-BE49-F238E27FC236}">
                <a16:creationId xmlns:a16="http://schemas.microsoft.com/office/drawing/2014/main" id="{BBA11212-B250-446A-87B6-6A900F5FEC50}"/>
              </a:ext>
            </a:extLst>
          </p:cNvPr>
          <p:cNvSpPr>
            <a:spLocks noGrp="1"/>
          </p:cNvSpPr>
          <p:nvPr/>
        </p:nvSpPr>
        <p:spPr>
          <a:xfrm>
            <a:off x="31580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Cryo_12615">
            <a:extLst>
              <a:ext uri="{FF2B5EF4-FFF2-40B4-BE49-F238E27FC236}">
                <a16:creationId xmlns:a16="http://schemas.microsoft.com/office/drawing/2014/main" id="{49B0627F-F5F7-43DE-8FEC-940EB7113ADD}"/>
              </a:ext>
            </a:extLst>
          </p:cNvPr>
          <p:cNvSpPr>
            <a:spLocks noGrp="1"/>
          </p:cNvSpPr>
          <p:nvPr/>
        </p:nvSpPr>
        <p:spPr>
          <a:xfrm>
            <a:off x="3150148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Cryo_12616">
            <a:extLst>
              <a:ext uri="{FF2B5EF4-FFF2-40B4-BE49-F238E27FC236}">
                <a16:creationId xmlns:a16="http://schemas.microsoft.com/office/drawing/2014/main" id="{F89E59B9-FB8D-4AD9-B6D3-3A6546C3FE7A}"/>
              </a:ext>
            </a:extLst>
          </p:cNvPr>
          <p:cNvSpPr>
            <a:spLocks noGrp="1"/>
          </p:cNvSpPr>
          <p:nvPr/>
        </p:nvSpPr>
        <p:spPr>
          <a:xfrm>
            <a:off x="3101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Cryo_12617">
            <a:extLst>
              <a:ext uri="{FF2B5EF4-FFF2-40B4-BE49-F238E27FC236}">
                <a16:creationId xmlns:a16="http://schemas.microsoft.com/office/drawing/2014/main" id="{77E19D24-25E7-40D1-926D-BE46ECEBC9F9}"/>
              </a:ext>
            </a:extLst>
          </p:cNvPr>
          <p:cNvSpPr>
            <a:spLocks noGrp="1"/>
          </p:cNvSpPr>
          <p:nvPr/>
        </p:nvSpPr>
        <p:spPr>
          <a:xfrm>
            <a:off x="308886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Cryo_12618">
            <a:extLst>
              <a:ext uri="{FF2B5EF4-FFF2-40B4-BE49-F238E27FC236}">
                <a16:creationId xmlns:a16="http://schemas.microsoft.com/office/drawing/2014/main" id="{7D3C8C6D-A274-49DF-99D2-24FD741BBB1C}"/>
              </a:ext>
            </a:extLst>
          </p:cNvPr>
          <p:cNvSpPr>
            <a:spLocks noGrp="1"/>
          </p:cNvSpPr>
          <p:nvPr/>
        </p:nvSpPr>
        <p:spPr>
          <a:xfrm>
            <a:off x="315453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Cryo_12619">
            <a:extLst>
              <a:ext uri="{FF2B5EF4-FFF2-40B4-BE49-F238E27FC236}">
                <a16:creationId xmlns:a16="http://schemas.microsoft.com/office/drawing/2014/main" id="{10C159AA-32E3-4CD7-8D8A-973050589606}"/>
              </a:ext>
            </a:extLst>
          </p:cNvPr>
          <p:cNvSpPr>
            <a:spLocks noGrp="1"/>
          </p:cNvSpPr>
          <p:nvPr/>
        </p:nvSpPr>
        <p:spPr>
          <a:xfrm>
            <a:off x="302176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Cryo_12620">
            <a:extLst>
              <a:ext uri="{FF2B5EF4-FFF2-40B4-BE49-F238E27FC236}">
                <a16:creationId xmlns:a16="http://schemas.microsoft.com/office/drawing/2014/main" id="{B304FF38-630B-4B27-94A3-14008DB747F5}"/>
              </a:ext>
            </a:extLst>
          </p:cNvPr>
          <p:cNvSpPr>
            <a:spLocks noGrp="1"/>
          </p:cNvSpPr>
          <p:nvPr/>
        </p:nvSpPr>
        <p:spPr>
          <a:xfrm>
            <a:off x="30456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Cryo_12621">
            <a:extLst>
              <a:ext uri="{FF2B5EF4-FFF2-40B4-BE49-F238E27FC236}">
                <a16:creationId xmlns:a16="http://schemas.microsoft.com/office/drawing/2014/main" id="{5FD4EC8B-FF4D-42EB-BCD3-89D43FA1E80A}"/>
              </a:ext>
            </a:extLst>
          </p:cNvPr>
          <p:cNvSpPr>
            <a:spLocks noGrp="1"/>
          </p:cNvSpPr>
          <p:nvPr/>
        </p:nvSpPr>
        <p:spPr>
          <a:xfrm>
            <a:off x="3162693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Cryo_12622">
            <a:extLst>
              <a:ext uri="{FF2B5EF4-FFF2-40B4-BE49-F238E27FC236}">
                <a16:creationId xmlns:a16="http://schemas.microsoft.com/office/drawing/2014/main" id="{93D046FA-61D4-4C53-A685-E8E94D5F569B}"/>
              </a:ext>
            </a:extLst>
          </p:cNvPr>
          <p:cNvSpPr>
            <a:spLocks noGrp="1"/>
          </p:cNvSpPr>
          <p:nvPr/>
        </p:nvSpPr>
        <p:spPr>
          <a:xfrm>
            <a:off x="315815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Cryo_12623">
            <a:extLst>
              <a:ext uri="{FF2B5EF4-FFF2-40B4-BE49-F238E27FC236}">
                <a16:creationId xmlns:a16="http://schemas.microsoft.com/office/drawing/2014/main" id="{AFA3B6EA-FFB9-49AE-8D7C-2981696781D9}"/>
              </a:ext>
            </a:extLst>
          </p:cNvPr>
          <p:cNvSpPr>
            <a:spLocks noGrp="1"/>
          </p:cNvSpPr>
          <p:nvPr/>
        </p:nvSpPr>
        <p:spPr>
          <a:xfrm>
            <a:off x="308642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Cryo_12624">
            <a:extLst>
              <a:ext uri="{FF2B5EF4-FFF2-40B4-BE49-F238E27FC236}">
                <a16:creationId xmlns:a16="http://schemas.microsoft.com/office/drawing/2014/main" id="{E5A1410C-57C4-490E-AC43-936D3D1D79BD}"/>
              </a:ext>
            </a:extLst>
          </p:cNvPr>
          <p:cNvSpPr>
            <a:spLocks noGrp="1"/>
          </p:cNvSpPr>
          <p:nvPr/>
        </p:nvSpPr>
        <p:spPr>
          <a:xfrm>
            <a:off x="3057051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Cryo_12625">
            <a:extLst>
              <a:ext uri="{FF2B5EF4-FFF2-40B4-BE49-F238E27FC236}">
                <a16:creationId xmlns:a16="http://schemas.microsoft.com/office/drawing/2014/main" id="{A5F7B06C-3F0A-45E6-B31E-86629292488A}"/>
              </a:ext>
            </a:extLst>
          </p:cNvPr>
          <p:cNvSpPr>
            <a:spLocks noGrp="1"/>
          </p:cNvSpPr>
          <p:nvPr/>
        </p:nvSpPr>
        <p:spPr>
          <a:xfrm>
            <a:off x="307522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Cryo_12626">
            <a:extLst>
              <a:ext uri="{FF2B5EF4-FFF2-40B4-BE49-F238E27FC236}">
                <a16:creationId xmlns:a16="http://schemas.microsoft.com/office/drawing/2014/main" id="{EAE7DADC-2059-4316-85AA-8E5F7697BD06}"/>
              </a:ext>
            </a:extLst>
          </p:cNvPr>
          <p:cNvSpPr>
            <a:spLocks noGrp="1"/>
          </p:cNvSpPr>
          <p:nvPr/>
        </p:nvSpPr>
        <p:spPr>
          <a:xfrm>
            <a:off x="32091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Cryo_12627">
            <a:extLst>
              <a:ext uri="{FF2B5EF4-FFF2-40B4-BE49-F238E27FC236}">
                <a16:creationId xmlns:a16="http://schemas.microsoft.com/office/drawing/2014/main" id="{35E58D51-7C5D-4A6B-ABEB-EA368B4A785D}"/>
              </a:ext>
            </a:extLst>
          </p:cNvPr>
          <p:cNvSpPr>
            <a:spLocks noGrp="1"/>
          </p:cNvSpPr>
          <p:nvPr/>
        </p:nvSpPr>
        <p:spPr>
          <a:xfrm>
            <a:off x="32015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Cryo_12628">
            <a:extLst>
              <a:ext uri="{FF2B5EF4-FFF2-40B4-BE49-F238E27FC236}">
                <a16:creationId xmlns:a16="http://schemas.microsoft.com/office/drawing/2014/main" id="{1152E2CA-EF91-48AF-843F-C833CF984D97}"/>
              </a:ext>
            </a:extLst>
          </p:cNvPr>
          <p:cNvSpPr>
            <a:spLocks noGrp="1"/>
          </p:cNvSpPr>
          <p:nvPr/>
        </p:nvSpPr>
        <p:spPr>
          <a:xfrm>
            <a:off x="31926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Cryo_12629">
            <a:extLst>
              <a:ext uri="{FF2B5EF4-FFF2-40B4-BE49-F238E27FC236}">
                <a16:creationId xmlns:a16="http://schemas.microsoft.com/office/drawing/2014/main" id="{5ADB3D67-16B6-45AF-B95E-BE1733B546A4}"/>
              </a:ext>
            </a:extLst>
          </p:cNvPr>
          <p:cNvSpPr>
            <a:spLocks noGrp="1"/>
          </p:cNvSpPr>
          <p:nvPr/>
        </p:nvSpPr>
        <p:spPr>
          <a:xfrm>
            <a:off x="3169067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Cryo_12630">
            <a:extLst>
              <a:ext uri="{FF2B5EF4-FFF2-40B4-BE49-F238E27FC236}">
                <a16:creationId xmlns:a16="http://schemas.microsoft.com/office/drawing/2014/main" id="{F6CB4B15-03E7-4F12-9B9D-426CA4970379}"/>
              </a:ext>
            </a:extLst>
          </p:cNvPr>
          <p:cNvSpPr>
            <a:spLocks noGrp="1"/>
          </p:cNvSpPr>
          <p:nvPr/>
        </p:nvSpPr>
        <p:spPr>
          <a:xfrm>
            <a:off x="29969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Cryo_12631">
            <a:extLst>
              <a:ext uri="{FF2B5EF4-FFF2-40B4-BE49-F238E27FC236}">
                <a16:creationId xmlns:a16="http://schemas.microsoft.com/office/drawing/2014/main" id="{F4CCC59F-8CE9-4EB9-974F-1E73751C91B3}"/>
              </a:ext>
            </a:extLst>
          </p:cNvPr>
          <p:cNvSpPr>
            <a:spLocks noGrp="1"/>
          </p:cNvSpPr>
          <p:nvPr/>
        </p:nvSpPr>
        <p:spPr>
          <a:xfrm>
            <a:off x="3041285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Cryo_12632">
            <a:extLst>
              <a:ext uri="{FF2B5EF4-FFF2-40B4-BE49-F238E27FC236}">
                <a16:creationId xmlns:a16="http://schemas.microsoft.com/office/drawing/2014/main" id="{3ADE6622-7912-46BC-B754-E57D39C1EE8C}"/>
              </a:ext>
            </a:extLst>
          </p:cNvPr>
          <p:cNvSpPr>
            <a:spLocks noGrp="1"/>
          </p:cNvSpPr>
          <p:nvPr/>
        </p:nvSpPr>
        <p:spPr>
          <a:xfrm>
            <a:off x="4673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Cryo_12633">
            <a:extLst>
              <a:ext uri="{FF2B5EF4-FFF2-40B4-BE49-F238E27FC236}">
                <a16:creationId xmlns:a16="http://schemas.microsoft.com/office/drawing/2014/main" id="{4E2FF2CF-AA4D-4B77-B416-17621FDB29FF}"/>
              </a:ext>
            </a:extLst>
          </p:cNvPr>
          <p:cNvSpPr>
            <a:spLocks noGrp="1"/>
          </p:cNvSpPr>
          <p:nvPr/>
        </p:nvSpPr>
        <p:spPr>
          <a:xfrm>
            <a:off x="4554011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Cryo_12634">
            <a:extLst>
              <a:ext uri="{FF2B5EF4-FFF2-40B4-BE49-F238E27FC236}">
                <a16:creationId xmlns:a16="http://schemas.microsoft.com/office/drawing/2014/main" id="{0D0CF53F-C885-4D83-B675-2F4DF661B871}"/>
              </a:ext>
            </a:extLst>
          </p:cNvPr>
          <p:cNvSpPr>
            <a:spLocks noGrp="1"/>
          </p:cNvSpPr>
          <p:nvPr/>
        </p:nvSpPr>
        <p:spPr>
          <a:xfrm>
            <a:off x="47253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Cryo_12635">
            <a:extLst>
              <a:ext uri="{FF2B5EF4-FFF2-40B4-BE49-F238E27FC236}">
                <a16:creationId xmlns:a16="http://schemas.microsoft.com/office/drawing/2014/main" id="{4BAB432E-98FC-46F0-B46F-271A3B708B8B}"/>
              </a:ext>
            </a:extLst>
          </p:cNvPr>
          <p:cNvSpPr>
            <a:spLocks noGrp="1"/>
          </p:cNvSpPr>
          <p:nvPr/>
        </p:nvSpPr>
        <p:spPr>
          <a:xfrm>
            <a:off x="46593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Cryo_12636">
            <a:extLst>
              <a:ext uri="{FF2B5EF4-FFF2-40B4-BE49-F238E27FC236}">
                <a16:creationId xmlns:a16="http://schemas.microsoft.com/office/drawing/2014/main" id="{F7F9C058-A3B6-42E1-82B7-9A2F69822EDB}"/>
              </a:ext>
            </a:extLst>
          </p:cNvPr>
          <p:cNvSpPr>
            <a:spLocks noGrp="1"/>
          </p:cNvSpPr>
          <p:nvPr/>
        </p:nvSpPr>
        <p:spPr>
          <a:xfrm>
            <a:off x="464251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Cryo_12637">
            <a:extLst>
              <a:ext uri="{FF2B5EF4-FFF2-40B4-BE49-F238E27FC236}">
                <a16:creationId xmlns:a16="http://schemas.microsoft.com/office/drawing/2014/main" id="{BE848353-927E-45BB-AF65-E838EDC728EA}"/>
              </a:ext>
            </a:extLst>
          </p:cNvPr>
          <p:cNvSpPr>
            <a:spLocks noGrp="1"/>
          </p:cNvSpPr>
          <p:nvPr/>
        </p:nvSpPr>
        <p:spPr>
          <a:xfrm>
            <a:off x="4606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Cryo_12638">
            <a:extLst>
              <a:ext uri="{FF2B5EF4-FFF2-40B4-BE49-F238E27FC236}">
                <a16:creationId xmlns:a16="http://schemas.microsoft.com/office/drawing/2014/main" id="{085D3813-F814-4A5C-A163-BB9CBC2E11D0}"/>
              </a:ext>
            </a:extLst>
          </p:cNvPr>
          <p:cNvSpPr>
            <a:spLocks noGrp="1"/>
          </p:cNvSpPr>
          <p:nvPr/>
        </p:nvSpPr>
        <p:spPr>
          <a:xfrm>
            <a:off x="4627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Cryo_12639">
            <a:extLst>
              <a:ext uri="{FF2B5EF4-FFF2-40B4-BE49-F238E27FC236}">
                <a16:creationId xmlns:a16="http://schemas.microsoft.com/office/drawing/2014/main" id="{65AF9131-BDEC-420E-BCB0-72FDBB347585}"/>
              </a:ext>
            </a:extLst>
          </p:cNvPr>
          <p:cNvSpPr>
            <a:spLocks noGrp="1"/>
          </p:cNvSpPr>
          <p:nvPr/>
        </p:nvSpPr>
        <p:spPr>
          <a:xfrm>
            <a:off x="46159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Cryo_12640">
            <a:extLst>
              <a:ext uri="{FF2B5EF4-FFF2-40B4-BE49-F238E27FC236}">
                <a16:creationId xmlns:a16="http://schemas.microsoft.com/office/drawing/2014/main" id="{AA0E6D9F-A054-4F3B-B656-85B91E73911C}"/>
              </a:ext>
            </a:extLst>
          </p:cNvPr>
          <p:cNvSpPr>
            <a:spLocks noGrp="1"/>
          </p:cNvSpPr>
          <p:nvPr/>
        </p:nvSpPr>
        <p:spPr>
          <a:xfrm>
            <a:off x="4603650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Cryo_12641">
            <a:extLst>
              <a:ext uri="{FF2B5EF4-FFF2-40B4-BE49-F238E27FC236}">
                <a16:creationId xmlns:a16="http://schemas.microsoft.com/office/drawing/2014/main" id="{6DCE9EB0-4521-48FF-814A-198EEC4F8F49}"/>
              </a:ext>
            </a:extLst>
          </p:cNvPr>
          <p:cNvSpPr>
            <a:spLocks noGrp="1"/>
          </p:cNvSpPr>
          <p:nvPr/>
        </p:nvSpPr>
        <p:spPr>
          <a:xfrm>
            <a:off x="47600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Cryo_12642">
            <a:extLst>
              <a:ext uri="{FF2B5EF4-FFF2-40B4-BE49-F238E27FC236}">
                <a16:creationId xmlns:a16="http://schemas.microsoft.com/office/drawing/2014/main" id="{60D15CDE-5D75-48EE-B9DB-C620126D374B}"/>
              </a:ext>
            </a:extLst>
          </p:cNvPr>
          <p:cNvSpPr>
            <a:spLocks noGrp="1"/>
          </p:cNvSpPr>
          <p:nvPr/>
        </p:nvSpPr>
        <p:spPr>
          <a:xfrm>
            <a:off x="4705452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Cryo_12643">
            <a:extLst>
              <a:ext uri="{FF2B5EF4-FFF2-40B4-BE49-F238E27FC236}">
                <a16:creationId xmlns:a16="http://schemas.microsoft.com/office/drawing/2014/main" id="{A8703CFC-5E15-41EA-AD1E-923A1E3362C2}"/>
              </a:ext>
            </a:extLst>
          </p:cNvPr>
          <p:cNvSpPr>
            <a:spLocks noGrp="1"/>
          </p:cNvSpPr>
          <p:nvPr/>
        </p:nvSpPr>
        <p:spPr>
          <a:xfrm>
            <a:off x="4664019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Cryo_12644">
            <a:extLst>
              <a:ext uri="{FF2B5EF4-FFF2-40B4-BE49-F238E27FC236}">
                <a16:creationId xmlns:a16="http://schemas.microsoft.com/office/drawing/2014/main" id="{8640B94F-1B92-4325-973F-C7FF4543749D}"/>
              </a:ext>
            </a:extLst>
          </p:cNvPr>
          <p:cNvSpPr>
            <a:spLocks noGrp="1"/>
          </p:cNvSpPr>
          <p:nvPr/>
        </p:nvSpPr>
        <p:spPr>
          <a:xfrm>
            <a:off x="471592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Cryo_12645">
            <a:extLst>
              <a:ext uri="{FF2B5EF4-FFF2-40B4-BE49-F238E27FC236}">
                <a16:creationId xmlns:a16="http://schemas.microsoft.com/office/drawing/2014/main" id="{43417C55-1559-4B78-A6EF-9C5B09E0D5CF}"/>
              </a:ext>
            </a:extLst>
          </p:cNvPr>
          <p:cNvSpPr>
            <a:spLocks noGrp="1"/>
          </p:cNvSpPr>
          <p:nvPr/>
        </p:nvSpPr>
        <p:spPr>
          <a:xfrm>
            <a:off x="468932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Cryo_12646">
            <a:extLst>
              <a:ext uri="{FF2B5EF4-FFF2-40B4-BE49-F238E27FC236}">
                <a16:creationId xmlns:a16="http://schemas.microsoft.com/office/drawing/2014/main" id="{C340B5B5-729F-4257-AC4D-FC18692F0B8B}"/>
              </a:ext>
            </a:extLst>
          </p:cNvPr>
          <p:cNvSpPr>
            <a:spLocks noGrp="1"/>
          </p:cNvSpPr>
          <p:nvPr/>
        </p:nvSpPr>
        <p:spPr>
          <a:xfrm>
            <a:off x="470403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Cryo_12647">
            <a:extLst>
              <a:ext uri="{FF2B5EF4-FFF2-40B4-BE49-F238E27FC236}">
                <a16:creationId xmlns:a16="http://schemas.microsoft.com/office/drawing/2014/main" id="{7DA8581F-CBF8-4B73-AD87-6948E8CD6E3F}"/>
              </a:ext>
            </a:extLst>
          </p:cNvPr>
          <p:cNvSpPr>
            <a:spLocks noGrp="1"/>
          </p:cNvSpPr>
          <p:nvPr/>
        </p:nvSpPr>
        <p:spPr>
          <a:xfrm>
            <a:off x="46333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Cryo_12648">
            <a:extLst>
              <a:ext uri="{FF2B5EF4-FFF2-40B4-BE49-F238E27FC236}">
                <a16:creationId xmlns:a16="http://schemas.microsoft.com/office/drawing/2014/main" id="{9BD4ABED-B59D-4E07-ACF6-CB0BD40D637A}"/>
              </a:ext>
            </a:extLst>
          </p:cNvPr>
          <p:cNvSpPr>
            <a:spLocks noGrp="1"/>
          </p:cNvSpPr>
          <p:nvPr/>
        </p:nvSpPr>
        <p:spPr>
          <a:xfrm>
            <a:off x="469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Cryo_12649">
            <a:extLst>
              <a:ext uri="{FF2B5EF4-FFF2-40B4-BE49-F238E27FC236}">
                <a16:creationId xmlns:a16="http://schemas.microsoft.com/office/drawing/2014/main" id="{15994397-2381-47E8-BA9F-69096292D75D}"/>
              </a:ext>
            </a:extLst>
          </p:cNvPr>
          <p:cNvSpPr>
            <a:spLocks noGrp="1"/>
          </p:cNvSpPr>
          <p:nvPr/>
        </p:nvSpPr>
        <p:spPr>
          <a:xfrm>
            <a:off x="46761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Cryo_12650">
            <a:extLst>
              <a:ext uri="{FF2B5EF4-FFF2-40B4-BE49-F238E27FC236}">
                <a16:creationId xmlns:a16="http://schemas.microsoft.com/office/drawing/2014/main" id="{8F7AC060-F9C4-44B3-80E6-C87E6E3F63A0}"/>
              </a:ext>
            </a:extLst>
          </p:cNvPr>
          <p:cNvSpPr>
            <a:spLocks noGrp="1"/>
          </p:cNvSpPr>
          <p:nvPr/>
        </p:nvSpPr>
        <p:spPr>
          <a:xfrm>
            <a:off x="467548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Cryo_12651">
            <a:extLst>
              <a:ext uri="{FF2B5EF4-FFF2-40B4-BE49-F238E27FC236}">
                <a16:creationId xmlns:a16="http://schemas.microsoft.com/office/drawing/2014/main" id="{C61514DE-94A9-4991-B94B-2A6578CA3DE0}"/>
              </a:ext>
            </a:extLst>
          </p:cNvPr>
          <p:cNvSpPr>
            <a:spLocks noGrp="1"/>
          </p:cNvSpPr>
          <p:nvPr/>
        </p:nvSpPr>
        <p:spPr>
          <a:xfrm>
            <a:off x="478009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Cryo_12652">
            <a:extLst>
              <a:ext uri="{FF2B5EF4-FFF2-40B4-BE49-F238E27FC236}">
                <a16:creationId xmlns:a16="http://schemas.microsoft.com/office/drawing/2014/main" id="{A4AACA82-A75F-486F-94FB-B9D0D8AFE4A0}"/>
              </a:ext>
            </a:extLst>
          </p:cNvPr>
          <p:cNvSpPr>
            <a:spLocks noGrp="1"/>
          </p:cNvSpPr>
          <p:nvPr/>
        </p:nvSpPr>
        <p:spPr>
          <a:xfrm>
            <a:off x="4728215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Cryo_12653">
            <a:extLst>
              <a:ext uri="{FF2B5EF4-FFF2-40B4-BE49-F238E27FC236}">
                <a16:creationId xmlns:a16="http://schemas.microsoft.com/office/drawing/2014/main" id="{6F5B01CA-3ED2-4AD7-AE9D-C805937B570C}"/>
              </a:ext>
            </a:extLst>
          </p:cNvPr>
          <p:cNvSpPr>
            <a:spLocks noGrp="1"/>
          </p:cNvSpPr>
          <p:nvPr/>
        </p:nvSpPr>
        <p:spPr>
          <a:xfrm>
            <a:off x="4663495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Cryo_12654">
            <a:extLst>
              <a:ext uri="{FF2B5EF4-FFF2-40B4-BE49-F238E27FC236}">
                <a16:creationId xmlns:a16="http://schemas.microsoft.com/office/drawing/2014/main" id="{1C924CFA-663B-498E-B626-590338EF7F8D}"/>
              </a:ext>
            </a:extLst>
          </p:cNvPr>
          <p:cNvSpPr>
            <a:spLocks noGrp="1"/>
          </p:cNvSpPr>
          <p:nvPr/>
        </p:nvSpPr>
        <p:spPr>
          <a:xfrm>
            <a:off x="4605631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Cryo_12655">
            <a:extLst>
              <a:ext uri="{FF2B5EF4-FFF2-40B4-BE49-F238E27FC236}">
                <a16:creationId xmlns:a16="http://schemas.microsoft.com/office/drawing/2014/main" id="{B1ED65E4-3CE0-48EF-9AC2-CC35BB855042}"/>
              </a:ext>
            </a:extLst>
          </p:cNvPr>
          <p:cNvSpPr>
            <a:spLocks noGrp="1"/>
          </p:cNvSpPr>
          <p:nvPr/>
        </p:nvSpPr>
        <p:spPr>
          <a:xfrm>
            <a:off x="459328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Cryo_12656">
            <a:extLst>
              <a:ext uri="{FF2B5EF4-FFF2-40B4-BE49-F238E27FC236}">
                <a16:creationId xmlns:a16="http://schemas.microsoft.com/office/drawing/2014/main" id="{F2C56E68-169F-4A73-96B7-57B071F85AFF}"/>
              </a:ext>
            </a:extLst>
          </p:cNvPr>
          <p:cNvSpPr>
            <a:spLocks noGrp="1"/>
          </p:cNvSpPr>
          <p:nvPr/>
        </p:nvSpPr>
        <p:spPr>
          <a:xfrm>
            <a:off x="471112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Cryo_12657">
            <a:extLst>
              <a:ext uri="{FF2B5EF4-FFF2-40B4-BE49-F238E27FC236}">
                <a16:creationId xmlns:a16="http://schemas.microsoft.com/office/drawing/2014/main" id="{4879855E-9EDA-4459-82B3-DB13A3AB7BEB}"/>
              </a:ext>
            </a:extLst>
          </p:cNvPr>
          <p:cNvSpPr>
            <a:spLocks noGrp="1"/>
          </p:cNvSpPr>
          <p:nvPr/>
        </p:nvSpPr>
        <p:spPr>
          <a:xfrm>
            <a:off x="46481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Cryo_12658">
            <a:extLst>
              <a:ext uri="{FF2B5EF4-FFF2-40B4-BE49-F238E27FC236}">
                <a16:creationId xmlns:a16="http://schemas.microsoft.com/office/drawing/2014/main" id="{D132FC79-CA6C-4820-9A8A-23E77523315E}"/>
              </a:ext>
            </a:extLst>
          </p:cNvPr>
          <p:cNvSpPr>
            <a:spLocks noGrp="1"/>
          </p:cNvSpPr>
          <p:nvPr/>
        </p:nvSpPr>
        <p:spPr>
          <a:xfrm>
            <a:off x="4767261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Cryo_12659">
            <a:extLst>
              <a:ext uri="{FF2B5EF4-FFF2-40B4-BE49-F238E27FC236}">
                <a16:creationId xmlns:a16="http://schemas.microsoft.com/office/drawing/2014/main" id="{4193A4A9-4ED8-4D93-9938-17EBD2B495A9}"/>
              </a:ext>
            </a:extLst>
          </p:cNvPr>
          <p:cNvSpPr>
            <a:spLocks noGrp="1"/>
          </p:cNvSpPr>
          <p:nvPr/>
        </p:nvSpPr>
        <p:spPr>
          <a:xfrm>
            <a:off x="47657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Cryo_12660">
            <a:extLst>
              <a:ext uri="{FF2B5EF4-FFF2-40B4-BE49-F238E27FC236}">
                <a16:creationId xmlns:a16="http://schemas.microsoft.com/office/drawing/2014/main" id="{140ED4BA-79BF-4E20-85D3-D670377F42D2}"/>
              </a:ext>
            </a:extLst>
          </p:cNvPr>
          <p:cNvSpPr>
            <a:spLocks noGrp="1"/>
          </p:cNvSpPr>
          <p:nvPr/>
        </p:nvSpPr>
        <p:spPr>
          <a:xfrm>
            <a:off x="4683418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Cryo_12661">
            <a:extLst>
              <a:ext uri="{FF2B5EF4-FFF2-40B4-BE49-F238E27FC236}">
                <a16:creationId xmlns:a16="http://schemas.microsoft.com/office/drawing/2014/main" id="{5B2AE858-A5BC-40ED-99C8-0A6525595121}"/>
              </a:ext>
            </a:extLst>
          </p:cNvPr>
          <p:cNvSpPr>
            <a:spLocks noGrp="1"/>
          </p:cNvSpPr>
          <p:nvPr/>
        </p:nvSpPr>
        <p:spPr>
          <a:xfrm>
            <a:off x="45555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Cryo_12662">
            <a:extLst>
              <a:ext uri="{FF2B5EF4-FFF2-40B4-BE49-F238E27FC236}">
                <a16:creationId xmlns:a16="http://schemas.microsoft.com/office/drawing/2014/main" id="{D9648CFD-97F5-40CB-8C93-A4DB7AAAC987}"/>
              </a:ext>
            </a:extLst>
          </p:cNvPr>
          <p:cNvSpPr>
            <a:spLocks noGrp="1"/>
          </p:cNvSpPr>
          <p:nvPr/>
        </p:nvSpPr>
        <p:spPr>
          <a:xfrm>
            <a:off x="47874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Cryo_12663">
            <a:extLst>
              <a:ext uri="{FF2B5EF4-FFF2-40B4-BE49-F238E27FC236}">
                <a16:creationId xmlns:a16="http://schemas.microsoft.com/office/drawing/2014/main" id="{23424751-5F77-4308-8A07-ABB64A799FD0}"/>
              </a:ext>
            </a:extLst>
          </p:cNvPr>
          <p:cNvSpPr>
            <a:spLocks noGrp="1"/>
          </p:cNvSpPr>
          <p:nvPr/>
        </p:nvSpPr>
        <p:spPr>
          <a:xfrm>
            <a:off x="460831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Cryo_12664">
            <a:extLst>
              <a:ext uri="{FF2B5EF4-FFF2-40B4-BE49-F238E27FC236}">
                <a16:creationId xmlns:a16="http://schemas.microsoft.com/office/drawing/2014/main" id="{A2303405-D2F8-4708-9022-1FF3208F460F}"/>
              </a:ext>
            </a:extLst>
          </p:cNvPr>
          <p:cNvSpPr>
            <a:spLocks noGrp="1"/>
          </p:cNvSpPr>
          <p:nvPr/>
        </p:nvSpPr>
        <p:spPr>
          <a:xfrm>
            <a:off x="46502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Cryo_12665">
            <a:extLst>
              <a:ext uri="{FF2B5EF4-FFF2-40B4-BE49-F238E27FC236}">
                <a16:creationId xmlns:a16="http://schemas.microsoft.com/office/drawing/2014/main" id="{EDA21A4D-DF92-486D-A00E-D3F5097B945A}"/>
              </a:ext>
            </a:extLst>
          </p:cNvPr>
          <p:cNvSpPr>
            <a:spLocks noGrp="1"/>
          </p:cNvSpPr>
          <p:nvPr/>
        </p:nvSpPr>
        <p:spPr>
          <a:xfrm>
            <a:off x="46509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Cryo_12666">
            <a:extLst>
              <a:ext uri="{FF2B5EF4-FFF2-40B4-BE49-F238E27FC236}">
                <a16:creationId xmlns:a16="http://schemas.microsoft.com/office/drawing/2014/main" id="{DC5A2B12-0A9F-47C4-9F92-DADC51F3A822}"/>
              </a:ext>
            </a:extLst>
          </p:cNvPr>
          <p:cNvSpPr>
            <a:spLocks noGrp="1"/>
          </p:cNvSpPr>
          <p:nvPr/>
        </p:nvSpPr>
        <p:spPr>
          <a:xfrm>
            <a:off x="45898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Cryo_12667">
            <a:extLst>
              <a:ext uri="{FF2B5EF4-FFF2-40B4-BE49-F238E27FC236}">
                <a16:creationId xmlns:a16="http://schemas.microsoft.com/office/drawing/2014/main" id="{B3E4B6E4-9F45-47AF-AA10-0A877D4B4218}"/>
              </a:ext>
            </a:extLst>
          </p:cNvPr>
          <p:cNvSpPr>
            <a:spLocks noGrp="1"/>
          </p:cNvSpPr>
          <p:nvPr/>
        </p:nvSpPr>
        <p:spPr>
          <a:xfrm>
            <a:off x="46339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Cryo_12668">
            <a:extLst>
              <a:ext uri="{FF2B5EF4-FFF2-40B4-BE49-F238E27FC236}">
                <a16:creationId xmlns:a16="http://schemas.microsoft.com/office/drawing/2014/main" id="{81A3C504-D426-48B6-A94D-44696B75BD0C}"/>
              </a:ext>
            </a:extLst>
          </p:cNvPr>
          <p:cNvSpPr>
            <a:spLocks noGrp="1"/>
          </p:cNvSpPr>
          <p:nvPr/>
        </p:nvSpPr>
        <p:spPr>
          <a:xfrm>
            <a:off x="463756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Cryo_12669">
            <a:extLst>
              <a:ext uri="{FF2B5EF4-FFF2-40B4-BE49-F238E27FC236}">
                <a16:creationId xmlns:a16="http://schemas.microsoft.com/office/drawing/2014/main" id="{C40A12E3-604F-4704-A786-783E92427FF4}"/>
              </a:ext>
            </a:extLst>
          </p:cNvPr>
          <p:cNvSpPr>
            <a:spLocks noGrp="1"/>
          </p:cNvSpPr>
          <p:nvPr/>
        </p:nvSpPr>
        <p:spPr>
          <a:xfrm>
            <a:off x="47148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Cryo_12670">
            <a:extLst>
              <a:ext uri="{FF2B5EF4-FFF2-40B4-BE49-F238E27FC236}">
                <a16:creationId xmlns:a16="http://schemas.microsoft.com/office/drawing/2014/main" id="{7B6ACB56-6885-4B82-BED7-20F2EB4C888C}"/>
              </a:ext>
            </a:extLst>
          </p:cNvPr>
          <p:cNvSpPr>
            <a:spLocks noGrp="1"/>
          </p:cNvSpPr>
          <p:nvPr/>
        </p:nvSpPr>
        <p:spPr>
          <a:xfrm>
            <a:off x="4561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Cryo_12671">
            <a:extLst>
              <a:ext uri="{FF2B5EF4-FFF2-40B4-BE49-F238E27FC236}">
                <a16:creationId xmlns:a16="http://schemas.microsoft.com/office/drawing/2014/main" id="{7B837AF4-C3B5-45BF-9B71-FCCF656BBA7B}"/>
              </a:ext>
            </a:extLst>
          </p:cNvPr>
          <p:cNvSpPr>
            <a:spLocks noGrp="1"/>
          </p:cNvSpPr>
          <p:nvPr/>
        </p:nvSpPr>
        <p:spPr>
          <a:xfrm>
            <a:off x="4734022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Cryo_12672">
            <a:extLst>
              <a:ext uri="{FF2B5EF4-FFF2-40B4-BE49-F238E27FC236}">
                <a16:creationId xmlns:a16="http://schemas.microsoft.com/office/drawing/2014/main" id="{D792FE76-970E-43E6-ADC8-863AA50B2F51}"/>
              </a:ext>
            </a:extLst>
          </p:cNvPr>
          <p:cNvSpPr>
            <a:spLocks noGrp="1"/>
          </p:cNvSpPr>
          <p:nvPr/>
        </p:nvSpPr>
        <p:spPr>
          <a:xfrm>
            <a:off x="457156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Cryo_12673">
            <a:extLst>
              <a:ext uri="{FF2B5EF4-FFF2-40B4-BE49-F238E27FC236}">
                <a16:creationId xmlns:a16="http://schemas.microsoft.com/office/drawing/2014/main" id="{33DDD2AC-574C-41C9-960D-44A6123AC224}"/>
              </a:ext>
            </a:extLst>
          </p:cNvPr>
          <p:cNvSpPr>
            <a:spLocks noGrp="1"/>
          </p:cNvSpPr>
          <p:nvPr/>
        </p:nvSpPr>
        <p:spPr>
          <a:xfrm>
            <a:off x="48052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Cryo_12674">
            <a:extLst>
              <a:ext uri="{FF2B5EF4-FFF2-40B4-BE49-F238E27FC236}">
                <a16:creationId xmlns:a16="http://schemas.microsoft.com/office/drawing/2014/main" id="{EB54C94C-7D08-4FC6-8D5A-5608BAD099A4}"/>
              </a:ext>
            </a:extLst>
          </p:cNvPr>
          <p:cNvSpPr>
            <a:spLocks noGrp="1"/>
          </p:cNvSpPr>
          <p:nvPr/>
        </p:nvSpPr>
        <p:spPr>
          <a:xfrm>
            <a:off x="45555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Cryo_12675">
            <a:extLst>
              <a:ext uri="{FF2B5EF4-FFF2-40B4-BE49-F238E27FC236}">
                <a16:creationId xmlns:a16="http://schemas.microsoft.com/office/drawing/2014/main" id="{883B3EFB-87CD-4AA2-8E04-9D149D44AE8B}"/>
              </a:ext>
            </a:extLst>
          </p:cNvPr>
          <p:cNvSpPr>
            <a:spLocks noGrp="1"/>
          </p:cNvSpPr>
          <p:nvPr/>
        </p:nvSpPr>
        <p:spPr>
          <a:xfrm>
            <a:off x="47028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Cryo_12676">
            <a:extLst>
              <a:ext uri="{FF2B5EF4-FFF2-40B4-BE49-F238E27FC236}">
                <a16:creationId xmlns:a16="http://schemas.microsoft.com/office/drawing/2014/main" id="{E180E5AB-07FF-4070-91C3-2398EFE93725}"/>
              </a:ext>
            </a:extLst>
          </p:cNvPr>
          <p:cNvSpPr>
            <a:spLocks noGrp="1"/>
          </p:cNvSpPr>
          <p:nvPr/>
        </p:nvSpPr>
        <p:spPr>
          <a:xfrm>
            <a:off x="47538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Cryo_12677">
            <a:extLst>
              <a:ext uri="{FF2B5EF4-FFF2-40B4-BE49-F238E27FC236}">
                <a16:creationId xmlns:a16="http://schemas.microsoft.com/office/drawing/2014/main" id="{1E77356B-F354-4120-B4DF-4938C8027F6A}"/>
              </a:ext>
            </a:extLst>
          </p:cNvPr>
          <p:cNvSpPr>
            <a:spLocks noGrp="1"/>
          </p:cNvSpPr>
          <p:nvPr/>
        </p:nvSpPr>
        <p:spPr>
          <a:xfrm>
            <a:off x="4767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Cryo_12678">
            <a:extLst>
              <a:ext uri="{FF2B5EF4-FFF2-40B4-BE49-F238E27FC236}">
                <a16:creationId xmlns:a16="http://schemas.microsoft.com/office/drawing/2014/main" id="{908E2F14-3D25-462A-9776-FC8BDB675083}"/>
              </a:ext>
            </a:extLst>
          </p:cNvPr>
          <p:cNvSpPr>
            <a:spLocks noGrp="1"/>
          </p:cNvSpPr>
          <p:nvPr/>
        </p:nvSpPr>
        <p:spPr>
          <a:xfrm>
            <a:off x="4633516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Cryo_12679">
            <a:extLst>
              <a:ext uri="{FF2B5EF4-FFF2-40B4-BE49-F238E27FC236}">
                <a16:creationId xmlns:a16="http://schemas.microsoft.com/office/drawing/2014/main" id="{F6A74099-C15A-4E91-A165-06A79731B929}"/>
              </a:ext>
            </a:extLst>
          </p:cNvPr>
          <p:cNvSpPr>
            <a:spLocks noGrp="1"/>
          </p:cNvSpPr>
          <p:nvPr/>
        </p:nvSpPr>
        <p:spPr>
          <a:xfrm>
            <a:off x="464192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Cryo_12680">
            <a:extLst>
              <a:ext uri="{FF2B5EF4-FFF2-40B4-BE49-F238E27FC236}">
                <a16:creationId xmlns:a16="http://schemas.microsoft.com/office/drawing/2014/main" id="{EEAC6BA3-06D9-44C0-88C1-1C4B6CEB4E24}"/>
              </a:ext>
            </a:extLst>
          </p:cNvPr>
          <p:cNvSpPr>
            <a:spLocks noGrp="1"/>
          </p:cNvSpPr>
          <p:nvPr/>
        </p:nvSpPr>
        <p:spPr>
          <a:xfrm>
            <a:off x="468936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Cryo_12681">
            <a:extLst>
              <a:ext uri="{FF2B5EF4-FFF2-40B4-BE49-F238E27FC236}">
                <a16:creationId xmlns:a16="http://schemas.microsoft.com/office/drawing/2014/main" id="{B630C34F-2865-49C1-B84F-BB7F1C63C741}"/>
              </a:ext>
            </a:extLst>
          </p:cNvPr>
          <p:cNvSpPr>
            <a:spLocks noGrp="1"/>
          </p:cNvSpPr>
          <p:nvPr/>
        </p:nvSpPr>
        <p:spPr>
          <a:xfrm>
            <a:off x="4604773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Cryo_12682">
            <a:extLst>
              <a:ext uri="{FF2B5EF4-FFF2-40B4-BE49-F238E27FC236}">
                <a16:creationId xmlns:a16="http://schemas.microsoft.com/office/drawing/2014/main" id="{3982514E-3374-47B9-A0E7-C3D95465C851}"/>
              </a:ext>
            </a:extLst>
          </p:cNvPr>
          <p:cNvSpPr>
            <a:spLocks noGrp="1"/>
          </p:cNvSpPr>
          <p:nvPr/>
        </p:nvSpPr>
        <p:spPr>
          <a:xfrm>
            <a:off x="4699964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Cryo_12683">
            <a:extLst>
              <a:ext uri="{FF2B5EF4-FFF2-40B4-BE49-F238E27FC236}">
                <a16:creationId xmlns:a16="http://schemas.microsoft.com/office/drawing/2014/main" id="{D7C8E363-4F80-411D-8C73-2473ED419BBD}"/>
              </a:ext>
            </a:extLst>
          </p:cNvPr>
          <p:cNvSpPr>
            <a:spLocks noGrp="1"/>
          </p:cNvSpPr>
          <p:nvPr/>
        </p:nvSpPr>
        <p:spPr>
          <a:xfrm>
            <a:off x="4561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Cryo_12684">
            <a:extLst>
              <a:ext uri="{FF2B5EF4-FFF2-40B4-BE49-F238E27FC236}">
                <a16:creationId xmlns:a16="http://schemas.microsoft.com/office/drawing/2014/main" id="{4618E203-8857-43FF-9199-8E008EC7C74B}"/>
              </a:ext>
            </a:extLst>
          </p:cNvPr>
          <p:cNvSpPr>
            <a:spLocks noGrp="1"/>
          </p:cNvSpPr>
          <p:nvPr/>
        </p:nvSpPr>
        <p:spPr>
          <a:xfrm>
            <a:off x="460556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Cryo_12685">
            <a:extLst>
              <a:ext uri="{FF2B5EF4-FFF2-40B4-BE49-F238E27FC236}">
                <a16:creationId xmlns:a16="http://schemas.microsoft.com/office/drawing/2014/main" id="{1153BA49-5F13-4A63-8881-507D6C64BCFA}"/>
              </a:ext>
            </a:extLst>
          </p:cNvPr>
          <p:cNvSpPr>
            <a:spLocks noGrp="1"/>
          </p:cNvSpPr>
          <p:nvPr/>
        </p:nvSpPr>
        <p:spPr>
          <a:xfrm>
            <a:off x="4755928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Cryo_12686">
            <a:extLst>
              <a:ext uri="{FF2B5EF4-FFF2-40B4-BE49-F238E27FC236}">
                <a16:creationId xmlns:a16="http://schemas.microsoft.com/office/drawing/2014/main" id="{0CC92F8A-F76A-413A-B589-784C83038580}"/>
              </a:ext>
            </a:extLst>
          </p:cNvPr>
          <p:cNvSpPr>
            <a:spLocks noGrp="1"/>
          </p:cNvSpPr>
          <p:nvPr/>
        </p:nvSpPr>
        <p:spPr>
          <a:xfrm>
            <a:off x="466244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Cryo_12687">
            <a:extLst>
              <a:ext uri="{FF2B5EF4-FFF2-40B4-BE49-F238E27FC236}">
                <a16:creationId xmlns:a16="http://schemas.microsoft.com/office/drawing/2014/main" id="{1B8C91A5-ACA4-4A47-B439-6D0279689AE2}"/>
              </a:ext>
            </a:extLst>
          </p:cNvPr>
          <p:cNvSpPr>
            <a:spLocks noGrp="1"/>
          </p:cNvSpPr>
          <p:nvPr/>
        </p:nvSpPr>
        <p:spPr>
          <a:xfrm>
            <a:off x="472790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Cryo_12688">
            <a:extLst>
              <a:ext uri="{FF2B5EF4-FFF2-40B4-BE49-F238E27FC236}">
                <a16:creationId xmlns:a16="http://schemas.microsoft.com/office/drawing/2014/main" id="{A99502CA-2F50-4373-BA45-BF0FDFC62653}"/>
              </a:ext>
            </a:extLst>
          </p:cNvPr>
          <p:cNvSpPr>
            <a:spLocks noGrp="1"/>
          </p:cNvSpPr>
          <p:nvPr/>
        </p:nvSpPr>
        <p:spPr>
          <a:xfrm>
            <a:off x="46007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Cryo_12689">
            <a:extLst>
              <a:ext uri="{FF2B5EF4-FFF2-40B4-BE49-F238E27FC236}">
                <a16:creationId xmlns:a16="http://schemas.microsoft.com/office/drawing/2014/main" id="{90364320-5124-40A8-AF61-D3B74BCAAB3D}"/>
              </a:ext>
            </a:extLst>
          </p:cNvPr>
          <p:cNvSpPr>
            <a:spLocks noGrp="1"/>
          </p:cNvSpPr>
          <p:nvPr/>
        </p:nvSpPr>
        <p:spPr>
          <a:xfrm>
            <a:off x="46447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Cryo_12690">
            <a:extLst>
              <a:ext uri="{FF2B5EF4-FFF2-40B4-BE49-F238E27FC236}">
                <a16:creationId xmlns:a16="http://schemas.microsoft.com/office/drawing/2014/main" id="{A110510A-5367-411F-90FA-FDA202B870EF}"/>
              </a:ext>
            </a:extLst>
          </p:cNvPr>
          <p:cNvSpPr>
            <a:spLocks noGrp="1"/>
          </p:cNvSpPr>
          <p:nvPr/>
        </p:nvSpPr>
        <p:spPr>
          <a:xfrm>
            <a:off x="468421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Cryo_12691">
            <a:extLst>
              <a:ext uri="{FF2B5EF4-FFF2-40B4-BE49-F238E27FC236}">
                <a16:creationId xmlns:a16="http://schemas.microsoft.com/office/drawing/2014/main" id="{3C111298-4469-4D81-8317-909A474B29D5}"/>
              </a:ext>
            </a:extLst>
          </p:cNvPr>
          <p:cNvSpPr>
            <a:spLocks noGrp="1"/>
          </p:cNvSpPr>
          <p:nvPr/>
        </p:nvSpPr>
        <p:spPr>
          <a:xfrm>
            <a:off x="45988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Cryo_12692">
            <a:extLst>
              <a:ext uri="{FF2B5EF4-FFF2-40B4-BE49-F238E27FC236}">
                <a16:creationId xmlns:a16="http://schemas.microsoft.com/office/drawing/2014/main" id="{33409A31-09D2-40C5-95EB-2BF810E8E4CC}"/>
              </a:ext>
            </a:extLst>
          </p:cNvPr>
          <p:cNvSpPr>
            <a:spLocks noGrp="1"/>
          </p:cNvSpPr>
          <p:nvPr/>
        </p:nvSpPr>
        <p:spPr>
          <a:xfrm>
            <a:off x="466164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Cryo_12693">
            <a:extLst>
              <a:ext uri="{FF2B5EF4-FFF2-40B4-BE49-F238E27FC236}">
                <a16:creationId xmlns:a16="http://schemas.microsoft.com/office/drawing/2014/main" id="{07C9CAAC-C228-42B2-B55E-F20194115EDA}"/>
              </a:ext>
            </a:extLst>
          </p:cNvPr>
          <p:cNvSpPr>
            <a:spLocks noGrp="1"/>
          </p:cNvSpPr>
          <p:nvPr/>
        </p:nvSpPr>
        <p:spPr>
          <a:xfrm>
            <a:off x="46363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Cryo_12694">
            <a:extLst>
              <a:ext uri="{FF2B5EF4-FFF2-40B4-BE49-F238E27FC236}">
                <a16:creationId xmlns:a16="http://schemas.microsoft.com/office/drawing/2014/main" id="{FBDEEE90-2F45-4381-99D1-7FE7ED674B48}"/>
              </a:ext>
            </a:extLst>
          </p:cNvPr>
          <p:cNvSpPr>
            <a:spLocks noGrp="1"/>
          </p:cNvSpPr>
          <p:nvPr/>
        </p:nvSpPr>
        <p:spPr>
          <a:xfrm>
            <a:off x="45590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Cryo_12695">
            <a:extLst>
              <a:ext uri="{FF2B5EF4-FFF2-40B4-BE49-F238E27FC236}">
                <a16:creationId xmlns:a16="http://schemas.microsoft.com/office/drawing/2014/main" id="{8DA0E560-AA00-459E-80FE-A5D5B6251B4F}"/>
              </a:ext>
            </a:extLst>
          </p:cNvPr>
          <p:cNvSpPr>
            <a:spLocks noGrp="1"/>
          </p:cNvSpPr>
          <p:nvPr/>
        </p:nvSpPr>
        <p:spPr>
          <a:xfrm>
            <a:off x="464127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Cryo_12696">
            <a:extLst>
              <a:ext uri="{FF2B5EF4-FFF2-40B4-BE49-F238E27FC236}">
                <a16:creationId xmlns:a16="http://schemas.microsoft.com/office/drawing/2014/main" id="{A5757EFA-B286-4C4F-BE1C-C4C4E61F9679}"/>
              </a:ext>
            </a:extLst>
          </p:cNvPr>
          <p:cNvSpPr>
            <a:spLocks noGrp="1"/>
          </p:cNvSpPr>
          <p:nvPr/>
        </p:nvSpPr>
        <p:spPr>
          <a:xfrm>
            <a:off x="46368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Cryo_12697">
            <a:extLst>
              <a:ext uri="{FF2B5EF4-FFF2-40B4-BE49-F238E27FC236}">
                <a16:creationId xmlns:a16="http://schemas.microsoft.com/office/drawing/2014/main" id="{58F5D77A-B1AC-496E-8C3D-BB8A508AE11C}"/>
              </a:ext>
            </a:extLst>
          </p:cNvPr>
          <p:cNvSpPr>
            <a:spLocks noGrp="1"/>
          </p:cNvSpPr>
          <p:nvPr/>
        </p:nvSpPr>
        <p:spPr>
          <a:xfrm>
            <a:off x="474711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Cryo_12698">
            <a:extLst>
              <a:ext uri="{FF2B5EF4-FFF2-40B4-BE49-F238E27FC236}">
                <a16:creationId xmlns:a16="http://schemas.microsoft.com/office/drawing/2014/main" id="{268581F8-3450-439B-8533-5D55BEBC63AF}"/>
              </a:ext>
            </a:extLst>
          </p:cNvPr>
          <p:cNvSpPr>
            <a:spLocks noGrp="1"/>
          </p:cNvSpPr>
          <p:nvPr/>
        </p:nvSpPr>
        <p:spPr>
          <a:xfrm>
            <a:off x="456525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Cryo_12699">
            <a:extLst>
              <a:ext uri="{FF2B5EF4-FFF2-40B4-BE49-F238E27FC236}">
                <a16:creationId xmlns:a16="http://schemas.microsoft.com/office/drawing/2014/main" id="{7D14D71F-B6F3-4AA2-907B-499B9B9E88E3}"/>
              </a:ext>
            </a:extLst>
          </p:cNvPr>
          <p:cNvSpPr>
            <a:spLocks noGrp="1"/>
          </p:cNvSpPr>
          <p:nvPr/>
        </p:nvSpPr>
        <p:spPr>
          <a:xfrm>
            <a:off x="4736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Cryo_12700">
            <a:extLst>
              <a:ext uri="{FF2B5EF4-FFF2-40B4-BE49-F238E27FC236}">
                <a16:creationId xmlns:a16="http://schemas.microsoft.com/office/drawing/2014/main" id="{9B3C8D18-EED0-4730-A216-BAF278A72F2F}"/>
              </a:ext>
            </a:extLst>
          </p:cNvPr>
          <p:cNvSpPr>
            <a:spLocks noGrp="1"/>
          </p:cNvSpPr>
          <p:nvPr/>
        </p:nvSpPr>
        <p:spPr>
          <a:xfrm>
            <a:off x="46875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Cryo_12701">
            <a:extLst>
              <a:ext uri="{FF2B5EF4-FFF2-40B4-BE49-F238E27FC236}">
                <a16:creationId xmlns:a16="http://schemas.microsoft.com/office/drawing/2014/main" id="{21493CA2-C9E1-4E43-B3FB-B9C86ED8AC72}"/>
              </a:ext>
            </a:extLst>
          </p:cNvPr>
          <p:cNvSpPr>
            <a:spLocks noGrp="1"/>
          </p:cNvSpPr>
          <p:nvPr/>
        </p:nvSpPr>
        <p:spPr>
          <a:xfrm>
            <a:off x="457068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Cryo_12702">
            <a:extLst>
              <a:ext uri="{FF2B5EF4-FFF2-40B4-BE49-F238E27FC236}">
                <a16:creationId xmlns:a16="http://schemas.microsoft.com/office/drawing/2014/main" id="{F7B40388-629E-45FE-9F0F-850EC94AFE4E}"/>
              </a:ext>
            </a:extLst>
          </p:cNvPr>
          <p:cNvSpPr>
            <a:spLocks noGrp="1"/>
          </p:cNvSpPr>
          <p:nvPr/>
        </p:nvSpPr>
        <p:spPr>
          <a:xfrm>
            <a:off x="46885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Cryo_12703">
            <a:extLst>
              <a:ext uri="{FF2B5EF4-FFF2-40B4-BE49-F238E27FC236}">
                <a16:creationId xmlns:a16="http://schemas.microsoft.com/office/drawing/2014/main" id="{7E58C815-628B-4D4D-A692-97B8ED3A12B3}"/>
              </a:ext>
            </a:extLst>
          </p:cNvPr>
          <p:cNvSpPr>
            <a:spLocks noGrp="1"/>
          </p:cNvSpPr>
          <p:nvPr/>
        </p:nvSpPr>
        <p:spPr>
          <a:xfrm>
            <a:off x="467250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Cryo_12704">
            <a:extLst>
              <a:ext uri="{FF2B5EF4-FFF2-40B4-BE49-F238E27FC236}">
                <a16:creationId xmlns:a16="http://schemas.microsoft.com/office/drawing/2014/main" id="{FADD192C-693F-4F12-A668-6C1E2159C985}"/>
              </a:ext>
            </a:extLst>
          </p:cNvPr>
          <p:cNvSpPr>
            <a:spLocks noGrp="1"/>
          </p:cNvSpPr>
          <p:nvPr/>
        </p:nvSpPr>
        <p:spPr>
          <a:xfrm>
            <a:off x="459854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Cryo_12705">
            <a:extLst>
              <a:ext uri="{FF2B5EF4-FFF2-40B4-BE49-F238E27FC236}">
                <a16:creationId xmlns:a16="http://schemas.microsoft.com/office/drawing/2014/main" id="{3C3A2A08-B63C-4DAA-A01E-843D1C655BEE}"/>
              </a:ext>
            </a:extLst>
          </p:cNvPr>
          <p:cNvSpPr>
            <a:spLocks noGrp="1"/>
          </p:cNvSpPr>
          <p:nvPr/>
        </p:nvSpPr>
        <p:spPr>
          <a:xfrm>
            <a:off x="46311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Cryo_12706">
            <a:extLst>
              <a:ext uri="{FF2B5EF4-FFF2-40B4-BE49-F238E27FC236}">
                <a16:creationId xmlns:a16="http://schemas.microsoft.com/office/drawing/2014/main" id="{CC8E3CFC-B675-47BD-BC00-2660BBBF5965}"/>
              </a:ext>
            </a:extLst>
          </p:cNvPr>
          <p:cNvSpPr>
            <a:spLocks noGrp="1"/>
          </p:cNvSpPr>
          <p:nvPr/>
        </p:nvSpPr>
        <p:spPr>
          <a:xfrm>
            <a:off x="4641876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Cryo_12707">
            <a:extLst>
              <a:ext uri="{FF2B5EF4-FFF2-40B4-BE49-F238E27FC236}">
                <a16:creationId xmlns:a16="http://schemas.microsoft.com/office/drawing/2014/main" id="{8C2C0A78-A800-4461-87F2-4E7A7965D3FC}"/>
              </a:ext>
            </a:extLst>
          </p:cNvPr>
          <p:cNvSpPr>
            <a:spLocks noGrp="1"/>
          </p:cNvSpPr>
          <p:nvPr/>
        </p:nvSpPr>
        <p:spPr>
          <a:xfrm>
            <a:off x="4668334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Cryo_12708">
            <a:extLst>
              <a:ext uri="{FF2B5EF4-FFF2-40B4-BE49-F238E27FC236}">
                <a16:creationId xmlns:a16="http://schemas.microsoft.com/office/drawing/2014/main" id="{20298A54-2428-4B3B-A0D6-520C061E6B48}"/>
              </a:ext>
            </a:extLst>
          </p:cNvPr>
          <p:cNvSpPr>
            <a:spLocks noGrp="1"/>
          </p:cNvSpPr>
          <p:nvPr/>
        </p:nvSpPr>
        <p:spPr>
          <a:xfrm>
            <a:off x="46065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Cryo_12709">
            <a:extLst>
              <a:ext uri="{FF2B5EF4-FFF2-40B4-BE49-F238E27FC236}">
                <a16:creationId xmlns:a16="http://schemas.microsoft.com/office/drawing/2014/main" id="{36D1327A-BD44-4DB1-B843-473DBEF5E38B}"/>
              </a:ext>
            </a:extLst>
          </p:cNvPr>
          <p:cNvSpPr>
            <a:spLocks noGrp="1"/>
          </p:cNvSpPr>
          <p:nvPr/>
        </p:nvSpPr>
        <p:spPr>
          <a:xfrm>
            <a:off x="480476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Cryo_12710">
            <a:extLst>
              <a:ext uri="{FF2B5EF4-FFF2-40B4-BE49-F238E27FC236}">
                <a16:creationId xmlns:a16="http://schemas.microsoft.com/office/drawing/2014/main" id="{2C1C7C7F-783F-47D9-BD24-9C65720B8A7B}"/>
              </a:ext>
            </a:extLst>
          </p:cNvPr>
          <p:cNvSpPr>
            <a:spLocks noGrp="1"/>
          </p:cNvSpPr>
          <p:nvPr/>
        </p:nvSpPr>
        <p:spPr>
          <a:xfrm>
            <a:off x="477591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Cryo_12711">
            <a:extLst>
              <a:ext uri="{FF2B5EF4-FFF2-40B4-BE49-F238E27FC236}">
                <a16:creationId xmlns:a16="http://schemas.microsoft.com/office/drawing/2014/main" id="{59C7FE33-D438-4DB0-A3E5-6EF8162B5694}"/>
              </a:ext>
            </a:extLst>
          </p:cNvPr>
          <p:cNvSpPr>
            <a:spLocks noGrp="1"/>
          </p:cNvSpPr>
          <p:nvPr/>
        </p:nvSpPr>
        <p:spPr>
          <a:xfrm>
            <a:off x="4713782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Cryo_12712">
            <a:extLst>
              <a:ext uri="{FF2B5EF4-FFF2-40B4-BE49-F238E27FC236}">
                <a16:creationId xmlns:a16="http://schemas.microsoft.com/office/drawing/2014/main" id="{41F43DD8-6E92-45AA-82A0-A96625FB610E}"/>
              </a:ext>
            </a:extLst>
          </p:cNvPr>
          <p:cNvSpPr>
            <a:spLocks noGrp="1"/>
          </p:cNvSpPr>
          <p:nvPr/>
        </p:nvSpPr>
        <p:spPr>
          <a:xfrm>
            <a:off x="45852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Cryo_12713">
            <a:extLst>
              <a:ext uri="{FF2B5EF4-FFF2-40B4-BE49-F238E27FC236}">
                <a16:creationId xmlns:a16="http://schemas.microsoft.com/office/drawing/2014/main" id="{928FBEBF-B1B7-4B32-A464-9566C63DFDFF}"/>
              </a:ext>
            </a:extLst>
          </p:cNvPr>
          <p:cNvSpPr>
            <a:spLocks noGrp="1"/>
          </p:cNvSpPr>
          <p:nvPr/>
        </p:nvSpPr>
        <p:spPr>
          <a:xfrm>
            <a:off x="478683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Cryo_12714">
            <a:extLst>
              <a:ext uri="{FF2B5EF4-FFF2-40B4-BE49-F238E27FC236}">
                <a16:creationId xmlns:a16="http://schemas.microsoft.com/office/drawing/2014/main" id="{B1D02AC9-3BC1-4728-B613-5CCBFDC6CD42}"/>
              </a:ext>
            </a:extLst>
          </p:cNvPr>
          <p:cNvSpPr>
            <a:spLocks noGrp="1"/>
          </p:cNvSpPr>
          <p:nvPr/>
        </p:nvSpPr>
        <p:spPr>
          <a:xfrm>
            <a:off x="4758263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Cryo_12715">
            <a:extLst>
              <a:ext uri="{FF2B5EF4-FFF2-40B4-BE49-F238E27FC236}">
                <a16:creationId xmlns:a16="http://schemas.microsoft.com/office/drawing/2014/main" id="{5F7858F0-A586-430A-83D7-37CB51146938}"/>
              </a:ext>
            </a:extLst>
          </p:cNvPr>
          <p:cNvSpPr>
            <a:spLocks noGrp="1"/>
          </p:cNvSpPr>
          <p:nvPr/>
        </p:nvSpPr>
        <p:spPr>
          <a:xfrm>
            <a:off x="45651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Cryo_12716">
            <a:extLst>
              <a:ext uri="{FF2B5EF4-FFF2-40B4-BE49-F238E27FC236}">
                <a16:creationId xmlns:a16="http://schemas.microsoft.com/office/drawing/2014/main" id="{22F0C17C-9C10-472D-8C09-711D4455C2E2}"/>
              </a:ext>
            </a:extLst>
          </p:cNvPr>
          <p:cNvSpPr>
            <a:spLocks noGrp="1"/>
          </p:cNvSpPr>
          <p:nvPr/>
        </p:nvSpPr>
        <p:spPr>
          <a:xfrm>
            <a:off x="4612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Cryo_12717">
            <a:extLst>
              <a:ext uri="{FF2B5EF4-FFF2-40B4-BE49-F238E27FC236}">
                <a16:creationId xmlns:a16="http://schemas.microsoft.com/office/drawing/2014/main" id="{02785BF4-260F-4F67-B964-6667DB8B6EEC}"/>
              </a:ext>
            </a:extLst>
          </p:cNvPr>
          <p:cNvSpPr>
            <a:spLocks noGrp="1"/>
          </p:cNvSpPr>
          <p:nvPr/>
        </p:nvSpPr>
        <p:spPr>
          <a:xfrm>
            <a:off x="4633209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Cryo_12718">
            <a:extLst>
              <a:ext uri="{FF2B5EF4-FFF2-40B4-BE49-F238E27FC236}">
                <a16:creationId xmlns:a16="http://schemas.microsoft.com/office/drawing/2014/main" id="{55F62EAA-A5DB-4341-8E85-D149B65FF5EA}"/>
              </a:ext>
            </a:extLst>
          </p:cNvPr>
          <p:cNvSpPr>
            <a:spLocks noGrp="1"/>
          </p:cNvSpPr>
          <p:nvPr/>
        </p:nvSpPr>
        <p:spPr>
          <a:xfrm>
            <a:off x="4662404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Cryo_12719">
            <a:extLst>
              <a:ext uri="{FF2B5EF4-FFF2-40B4-BE49-F238E27FC236}">
                <a16:creationId xmlns:a16="http://schemas.microsoft.com/office/drawing/2014/main" id="{35AFF7E7-9E78-4D6B-81EA-F4113D10F0C9}"/>
              </a:ext>
            </a:extLst>
          </p:cNvPr>
          <p:cNvSpPr>
            <a:spLocks noGrp="1"/>
          </p:cNvSpPr>
          <p:nvPr/>
        </p:nvSpPr>
        <p:spPr>
          <a:xfrm>
            <a:off x="4625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Cryo_12720">
            <a:extLst>
              <a:ext uri="{FF2B5EF4-FFF2-40B4-BE49-F238E27FC236}">
                <a16:creationId xmlns:a16="http://schemas.microsoft.com/office/drawing/2014/main" id="{56E63335-6D9E-48A8-BFE9-9E0211D88547}"/>
              </a:ext>
            </a:extLst>
          </p:cNvPr>
          <p:cNvSpPr>
            <a:spLocks noGrp="1"/>
          </p:cNvSpPr>
          <p:nvPr/>
        </p:nvSpPr>
        <p:spPr>
          <a:xfrm>
            <a:off x="4781000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Cryo_12721">
            <a:extLst>
              <a:ext uri="{FF2B5EF4-FFF2-40B4-BE49-F238E27FC236}">
                <a16:creationId xmlns:a16="http://schemas.microsoft.com/office/drawing/2014/main" id="{64CEFA80-7DEB-4A4C-AB57-91197E5C65A7}"/>
              </a:ext>
            </a:extLst>
          </p:cNvPr>
          <p:cNvSpPr>
            <a:spLocks noGrp="1"/>
          </p:cNvSpPr>
          <p:nvPr/>
        </p:nvSpPr>
        <p:spPr>
          <a:xfrm>
            <a:off x="458768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Cryo_12722">
            <a:extLst>
              <a:ext uri="{FF2B5EF4-FFF2-40B4-BE49-F238E27FC236}">
                <a16:creationId xmlns:a16="http://schemas.microsoft.com/office/drawing/2014/main" id="{B6483E45-B92C-42CB-9302-87D6C3D87C65}"/>
              </a:ext>
            </a:extLst>
          </p:cNvPr>
          <p:cNvSpPr>
            <a:spLocks noGrp="1"/>
          </p:cNvSpPr>
          <p:nvPr/>
        </p:nvSpPr>
        <p:spPr>
          <a:xfrm>
            <a:off x="477568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Cryo_12723">
            <a:extLst>
              <a:ext uri="{FF2B5EF4-FFF2-40B4-BE49-F238E27FC236}">
                <a16:creationId xmlns:a16="http://schemas.microsoft.com/office/drawing/2014/main" id="{42C3C8D1-A1CC-4843-ACF7-6BA2012CBD1D}"/>
              </a:ext>
            </a:extLst>
          </p:cNvPr>
          <p:cNvSpPr>
            <a:spLocks noGrp="1"/>
          </p:cNvSpPr>
          <p:nvPr/>
        </p:nvSpPr>
        <p:spPr>
          <a:xfrm>
            <a:off x="463850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Cryo_12724">
            <a:extLst>
              <a:ext uri="{FF2B5EF4-FFF2-40B4-BE49-F238E27FC236}">
                <a16:creationId xmlns:a16="http://schemas.microsoft.com/office/drawing/2014/main" id="{E0A4BCB4-18AA-439A-A068-78FB1DD1D512}"/>
              </a:ext>
            </a:extLst>
          </p:cNvPr>
          <p:cNvSpPr>
            <a:spLocks noGrp="1"/>
          </p:cNvSpPr>
          <p:nvPr/>
        </p:nvSpPr>
        <p:spPr>
          <a:xfrm>
            <a:off x="47591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Cryo_12725">
            <a:extLst>
              <a:ext uri="{FF2B5EF4-FFF2-40B4-BE49-F238E27FC236}">
                <a16:creationId xmlns:a16="http://schemas.microsoft.com/office/drawing/2014/main" id="{F697622C-7692-4C63-B3DB-100D2F40B5FD}"/>
              </a:ext>
            </a:extLst>
          </p:cNvPr>
          <p:cNvSpPr>
            <a:spLocks noGrp="1"/>
          </p:cNvSpPr>
          <p:nvPr/>
        </p:nvSpPr>
        <p:spPr>
          <a:xfrm>
            <a:off x="4746202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Cryo_12726">
            <a:extLst>
              <a:ext uri="{FF2B5EF4-FFF2-40B4-BE49-F238E27FC236}">
                <a16:creationId xmlns:a16="http://schemas.microsoft.com/office/drawing/2014/main" id="{56E616F1-E110-4492-8F44-8EDA3F046068}"/>
              </a:ext>
            </a:extLst>
          </p:cNvPr>
          <p:cNvSpPr>
            <a:spLocks noGrp="1"/>
          </p:cNvSpPr>
          <p:nvPr/>
        </p:nvSpPr>
        <p:spPr>
          <a:xfrm>
            <a:off x="45752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Cryo_12727">
            <a:extLst>
              <a:ext uri="{FF2B5EF4-FFF2-40B4-BE49-F238E27FC236}">
                <a16:creationId xmlns:a16="http://schemas.microsoft.com/office/drawing/2014/main" id="{52870870-4F31-41CF-A9F0-7208F2A7A8E8}"/>
              </a:ext>
            </a:extLst>
          </p:cNvPr>
          <p:cNvSpPr>
            <a:spLocks noGrp="1"/>
          </p:cNvSpPr>
          <p:nvPr/>
        </p:nvSpPr>
        <p:spPr>
          <a:xfrm>
            <a:off x="4793770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Cryo_12728">
            <a:extLst>
              <a:ext uri="{FF2B5EF4-FFF2-40B4-BE49-F238E27FC236}">
                <a16:creationId xmlns:a16="http://schemas.microsoft.com/office/drawing/2014/main" id="{0E5B9C99-EAA2-4279-B1B6-D6B27240A130}"/>
              </a:ext>
            </a:extLst>
          </p:cNvPr>
          <p:cNvSpPr>
            <a:spLocks noGrp="1"/>
          </p:cNvSpPr>
          <p:nvPr/>
        </p:nvSpPr>
        <p:spPr>
          <a:xfrm>
            <a:off x="479649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Cryo_12729">
            <a:extLst>
              <a:ext uri="{FF2B5EF4-FFF2-40B4-BE49-F238E27FC236}">
                <a16:creationId xmlns:a16="http://schemas.microsoft.com/office/drawing/2014/main" id="{AC3420AB-D696-4F02-A1CB-A8E85C079766}"/>
              </a:ext>
            </a:extLst>
          </p:cNvPr>
          <p:cNvSpPr>
            <a:spLocks noGrp="1"/>
          </p:cNvSpPr>
          <p:nvPr/>
        </p:nvSpPr>
        <p:spPr>
          <a:xfrm>
            <a:off x="47377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Cryo_12730">
            <a:extLst>
              <a:ext uri="{FF2B5EF4-FFF2-40B4-BE49-F238E27FC236}">
                <a16:creationId xmlns:a16="http://schemas.microsoft.com/office/drawing/2014/main" id="{1A15D116-E677-4799-8791-2DFF376C32BF}"/>
              </a:ext>
            </a:extLst>
          </p:cNvPr>
          <p:cNvSpPr>
            <a:spLocks noGrp="1"/>
          </p:cNvSpPr>
          <p:nvPr/>
        </p:nvSpPr>
        <p:spPr>
          <a:xfrm>
            <a:off x="464094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Cryo_12731">
            <a:extLst>
              <a:ext uri="{FF2B5EF4-FFF2-40B4-BE49-F238E27FC236}">
                <a16:creationId xmlns:a16="http://schemas.microsoft.com/office/drawing/2014/main" id="{DB8B765C-DBF4-41E5-B6AB-4112768CC6F6}"/>
              </a:ext>
            </a:extLst>
          </p:cNvPr>
          <p:cNvSpPr>
            <a:spLocks noGrp="1"/>
          </p:cNvSpPr>
          <p:nvPr/>
        </p:nvSpPr>
        <p:spPr>
          <a:xfrm>
            <a:off x="4738819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Cryo_12732">
            <a:extLst>
              <a:ext uri="{FF2B5EF4-FFF2-40B4-BE49-F238E27FC236}">
                <a16:creationId xmlns:a16="http://schemas.microsoft.com/office/drawing/2014/main" id="{AC954CFF-F852-4568-A2FE-8B9731709F59}"/>
              </a:ext>
            </a:extLst>
          </p:cNvPr>
          <p:cNvSpPr>
            <a:spLocks noGrp="1"/>
          </p:cNvSpPr>
          <p:nvPr/>
        </p:nvSpPr>
        <p:spPr>
          <a:xfrm>
            <a:off x="465295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Cryo_12733">
            <a:extLst>
              <a:ext uri="{FF2B5EF4-FFF2-40B4-BE49-F238E27FC236}">
                <a16:creationId xmlns:a16="http://schemas.microsoft.com/office/drawing/2014/main" id="{24966B65-0FEB-44C0-A8FA-07F50C350A69}"/>
              </a:ext>
            </a:extLst>
          </p:cNvPr>
          <p:cNvSpPr>
            <a:spLocks noGrp="1"/>
          </p:cNvSpPr>
          <p:nvPr/>
        </p:nvSpPr>
        <p:spPr>
          <a:xfrm>
            <a:off x="47677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Cryo_12734">
            <a:extLst>
              <a:ext uri="{FF2B5EF4-FFF2-40B4-BE49-F238E27FC236}">
                <a16:creationId xmlns:a16="http://schemas.microsoft.com/office/drawing/2014/main" id="{64A77E6C-E1C2-48DC-AB99-201302A063E8}"/>
              </a:ext>
            </a:extLst>
          </p:cNvPr>
          <p:cNvSpPr>
            <a:spLocks noGrp="1"/>
          </p:cNvSpPr>
          <p:nvPr/>
        </p:nvSpPr>
        <p:spPr>
          <a:xfrm>
            <a:off x="46238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Cryo_12735">
            <a:extLst>
              <a:ext uri="{FF2B5EF4-FFF2-40B4-BE49-F238E27FC236}">
                <a16:creationId xmlns:a16="http://schemas.microsoft.com/office/drawing/2014/main" id="{44CEE14B-DC72-4736-9E4E-6A40271115EA}"/>
              </a:ext>
            </a:extLst>
          </p:cNvPr>
          <p:cNvSpPr>
            <a:spLocks noGrp="1"/>
          </p:cNvSpPr>
          <p:nvPr/>
        </p:nvSpPr>
        <p:spPr>
          <a:xfrm>
            <a:off x="46408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Cryo_12736">
            <a:extLst>
              <a:ext uri="{FF2B5EF4-FFF2-40B4-BE49-F238E27FC236}">
                <a16:creationId xmlns:a16="http://schemas.microsoft.com/office/drawing/2014/main" id="{571D5DEB-3C86-4BA3-B88C-B29C5BE1D5E6}"/>
              </a:ext>
            </a:extLst>
          </p:cNvPr>
          <p:cNvSpPr>
            <a:spLocks noGrp="1"/>
          </p:cNvSpPr>
          <p:nvPr/>
        </p:nvSpPr>
        <p:spPr>
          <a:xfrm>
            <a:off x="4770150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Cryo_12737">
            <a:extLst>
              <a:ext uri="{FF2B5EF4-FFF2-40B4-BE49-F238E27FC236}">
                <a16:creationId xmlns:a16="http://schemas.microsoft.com/office/drawing/2014/main" id="{73933809-4F28-4908-A7D1-57BFBDEAC77A}"/>
              </a:ext>
            </a:extLst>
          </p:cNvPr>
          <p:cNvSpPr>
            <a:spLocks noGrp="1"/>
          </p:cNvSpPr>
          <p:nvPr/>
        </p:nvSpPr>
        <p:spPr>
          <a:xfrm>
            <a:off x="456999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Cryo_12738">
            <a:extLst>
              <a:ext uri="{FF2B5EF4-FFF2-40B4-BE49-F238E27FC236}">
                <a16:creationId xmlns:a16="http://schemas.microsoft.com/office/drawing/2014/main" id="{43F5F826-80D7-4329-A86B-B5D91195F381}"/>
              </a:ext>
            </a:extLst>
          </p:cNvPr>
          <p:cNvSpPr>
            <a:spLocks noGrp="1"/>
          </p:cNvSpPr>
          <p:nvPr/>
        </p:nvSpPr>
        <p:spPr>
          <a:xfrm>
            <a:off x="47009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Cryo_12739">
            <a:extLst>
              <a:ext uri="{FF2B5EF4-FFF2-40B4-BE49-F238E27FC236}">
                <a16:creationId xmlns:a16="http://schemas.microsoft.com/office/drawing/2014/main" id="{ADDCC0A8-4FB0-4C78-BAD0-11997E376919}"/>
              </a:ext>
            </a:extLst>
          </p:cNvPr>
          <p:cNvSpPr>
            <a:spLocks noGrp="1"/>
          </p:cNvSpPr>
          <p:nvPr/>
        </p:nvSpPr>
        <p:spPr>
          <a:xfrm>
            <a:off x="472336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Cryo_12740">
            <a:extLst>
              <a:ext uri="{FF2B5EF4-FFF2-40B4-BE49-F238E27FC236}">
                <a16:creationId xmlns:a16="http://schemas.microsoft.com/office/drawing/2014/main" id="{E853BC38-32C8-4BF2-A243-E17B7A04C51E}"/>
              </a:ext>
            </a:extLst>
          </p:cNvPr>
          <p:cNvSpPr>
            <a:spLocks noGrp="1"/>
          </p:cNvSpPr>
          <p:nvPr/>
        </p:nvSpPr>
        <p:spPr>
          <a:xfrm>
            <a:off x="468646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Cryo_12741">
            <a:extLst>
              <a:ext uri="{FF2B5EF4-FFF2-40B4-BE49-F238E27FC236}">
                <a16:creationId xmlns:a16="http://schemas.microsoft.com/office/drawing/2014/main" id="{F0EC332D-4AF3-4EA6-B3EF-D9B505AF9509}"/>
              </a:ext>
            </a:extLst>
          </p:cNvPr>
          <p:cNvSpPr>
            <a:spLocks noGrp="1"/>
          </p:cNvSpPr>
          <p:nvPr/>
        </p:nvSpPr>
        <p:spPr>
          <a:xfrm>
            <a:off x="4674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Cryo_12742">
            <a:extLst>
              <a:ext uri="{FF2B5EF4-FFF2-40B4-BE49-F238E27FC236}">
                <a16:creationId xmlns:a16="http://schemas.microsoft.com/office/drawing/2014/main" id="{662FDDA4-E1C5-4BB3-B841-579B0B18BBB0}"/>
              </a:ext>
            </a:extLst>
          </p:cNvPr>
          <p:cNvSpPr>
            <a:spLocks noGrp="1"/>
          </p:cNvSpPr>
          <p:nvPr/>
        </p:nvSpPr>
        <p:spPr>
          <a:xfrm>
            <a:off x="457018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Cryo_12743">
            <a:extLst>
              <a:ext uri="{FF2B5EF4-FFF2-40B4-BE49-F238E27FC236}">
                <a16:creationId xmlns:a16="http://schemas.microsoft.com/office/drawing/2014/main" id="{B5F659F6-5B51-4F58-8382-6740F34B585F}"/>
              </a:ext>
            </a:extLst>
          </p:cNvPr>
          <p:cNvSpPr>
            <a:spLocks noGrp="1"/>
          </p:cNvSpPr>
          <p:nvPr/>
        </p:nvSpPr>
        <p:spPr>
          <a:xfrm>
            <a:off x="47823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Cryo_12744">
            <a:extLst>
              <a:ext uri="{FF2B5EF4-FFF2-40B4-BE49-F238E27FC236}">
                <a16:creationId xmlns:a16="http://schemas.microsoft.com/office/drawing/2014/main" id="{19AD04C8-958A-497A-9943-4BAFF960ADA4}"/>
              </a:ext>
            </a:extLst>
          </p:cNvPr>
          <p:cNvSpPr>
            <a:spLocks noGrp="1"/>
          </p:cNvSpPr>
          <p:nvPr/>
        </p:nvSpPr>
        <p:spPr>
          <a:xfrm>
            <a:off x="4582347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Cryo_12745">
            <a:extLst>
              <a:ext uri="{FF2B5EF4-FFF2-40B4-BE49-F238E27FC236}">
                <a16:creationId xmlns:a16="http://schemas.microsoft.com/office/drawing/2014/main" id="{3C8C8192-A704-47BF-B16B-FB3F2DB667AE}"/>
              </a:ext>
            </a:extLst>
          </p:cNvPr>
          <p:cNvSpPr>
            <a:spLocks noGrp="1"/>
          </p:cNvSpPr>
          <p:nvPr/>
        </p:nvSpPr>
        <p:spPr>
          <a:xfrm>
            <a:off x="4647766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Cryo_12746">
            <a:extLst>
              <a:ext uri="{FF2B5EF4-FFF2-40B4-BE49-F238E27FC236}">
                <a16:creationId xmlns:a16="http://schemas.microsoft.com/office/drawing/2014/main" id="{337187A1-7C2B-45A5-8BEB-D25166350519}"/>
              </a:ext>
            </a:extLst>
          </p:cNvPr>
          <p:cNvSpPr>
            <a:spLocks noGrp="1"/>
          </p:cNvSpPr>
          <p:nvPr/>
        </p:nvSpPr>
        <p:spPr>
          <a:xfrm>
            <a:off x="46751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Cryo_12747">
            <a:extLst>
              <a:ext uri="{FF2B5EF4-FFF2-40B4-BE49-F238E27FC236}">
                <a16:creationId xmlns:a16="http://schemas.microsoft.com/office/drawing/2014/main" id="{752319BF-1C2B-4F6A-91D7-A341FE32632D}"/>
              </a:ext>
            </a:extLst>
          </p:cNvPr>
          <p:cNvSpPr>
            <a:spLocks noGrp="1"/>
          </p:cNvSpPr>
          <p:nvPr/>
        </p:nvSpPr>
        <p:spPr>
          <a:xfrm>
            <a:off x="474228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Cryo_12748">
            <a:extLst>
              <a:ext uri="{FF2B5EF4-FFF2-40B4-BE49-F238E27FC236}">
                <a16:creationId xmlns:a16="http://schemas.microsoft.com/office/drawing/2014/main" id="{D72AEA5E-E987-4561-BB68-70990AF1CCF5}"/>
              </a:ext>
            </a:extLst>
          </p:cNvPr>
          <p:cNvSpPr>
            <a:spLocks noGrp="1"/>
          </p:cNvSpPr>
          <p:nvPr/>
        </p:nvSpPr>
        <p:spPr>
          <a:xfrm>
            <a:off x="4586196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Cryo_12749">
            <a:extLst>
              <a:ext uri="{FF2B5EF4-FFF2-40B4-BE49-F238E27FC236}">
                <a16:creationId xmlns:a16="http://schemas.microsoft.com/office/drawing/2014/main" id="{35574F47-166B-42E9-B2FF-AC69ABC16AE1}"/>
              </a:ext>
            </a:extLst>
          </p:cNvPr>
          <p:cNvSpPr>
            <a:spLocks noGrp="1"/>
          </p:cNvSpPr>
          <p:nvPr/>
        </p:nvSpPr>
        <p:spPr>
          <a:xfrm>
            <a:off x="47612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Cryo_12750">
            <a:extLst>
              <a:ext uri="{FF2B5EF4-FFF2-40B4-BE49-F238E27FC236}">
                <a16:creationId xmlns:a16="http://schemas.microsoft.com/office/drawing/2014/main" id="{A0B629BB-2563-49F0-94D2-1105766E7681}"/>
              </a:ext>
            </a:extLst>
          </p:cNvPr>
          <p:cNvSpPr>
            <a:spLocks noGrp="1"/>
          </p:cNvSpPr>
          <p:nvPr/>
        </p:nvSpPr>
        <p:spPr>
          <a:xfrm>
            <a:off x="46409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Cryo_12751">
            <a:extLst>
              <a:ext uri="{FF2B5EF4-FFF2-40B4-BE49-F238E27FC236}">
                <a16:creationId xmlns:a16="http://schemas.microsoft.com/office/drawing/2014/main" id="{0111D518-4FCC-4166-8F4B-824792ABCD13}"/>
              </a:ext>
            </a:extLst>
          </p:cNvPr>
          <p:cNvSpPr>
            <a:spLocks noGrp="1"/>
          </p:cNvSpPr>
          <p:nvPr/>
        </p:nvSpPr>
        <p:spPr>
          <a:xfrm>
            <a:off x="4792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Cryo_12752">
            <a:extLst>
              <a:ext uri="{FF2B5EF4-FFF2-40B4-BE49-F238E27FC236}">
                <a16:creationId xmlns:a16="http://schemas.microsoft.com/office/drawing/2014/main" id="{12AF9AAA-2C06-4C2A-924D-7A831D7E9CBE}"/>
              </a:ext>
            </a:extLst>
          </p:cNvPr>
          <p:cNvSpPr>
            <a:spLocks noGrp="1"/>
          </p:cNvSpPr>
          <p:nvPr/>
        </p:nvSpPr>
        <p:spPr>
          <a:xfrm>
            <a:off x="46602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Cryo_12753">
            <a:extLst>
              <a:ext uri="{FF2B5EF4-FFF2-40B4-BE49-F238E27FC236}">
                <a16:creationId xmlns:a16="http://schemas.microsoft.com/office/drawing/2014/main" id="{D06AAA0D-1686-4E02-B65E-8DD0663812C3}"/>
              </a:ext>
            </a:extLst>
          </p:cNvPr>
          <p:cNvSpPr>
            <a:spLocks noGrp="1"/>
          </p:cNvSpPr>
          <p:nvPr/>
        </p:nvSpPr>
        <p:spPr>
          <a:xfrm>
            <a:off x="4672376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Cryo_12754">
            <a:extLst>
              <a:ext uri="{FF2B5EF4-FFF2-40B4-BE49-F238E27FC236}">
                <a16:creationId xmlns:a16="http://schemas.microsoft.com/office/drawing/2014/main" id="{AAE74552-C28F-4367-880D-0762538F2FA1}"/>
              </a:ext>
            </a:extLst>
          </p:cNvPr>
          <p:cNvSpPr>
            <a:spLocks noGrp="1"/>
          </p:cNvSpPr>
          <p:nvPr/>
        </p:nvSpPr>
        <p:spPr>
          <a:xfrm>
            <a:off x="468523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Cryo_12755">
            <a:extLst>
              <a:ext uri="{FF2B5EF4-FFF2-40B4-BE49-F238E27FC236}">
                <a16:creationId xmlns:a16="http://schemas.microsoft.com/office/drawing/2014/main" id="{F0897F8F-BA69-4493-85F6-45A09F37011B}"/>
              </a:ext>
            </a:extLst>
          </p:cNvPr>
          <p:cNvSpPr>
            <a:spLocks noGrp="1"/>
          </p:cNvSpPr>
          <p:nvPr/>
        </p:nvSpPr>
        <p:spPr>
          <a:xfrm>
            <a:off x="459884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Cryo_12756">
            <a:extLst>
              <a:ext uri="{FF2B5EF4-FFF2-40B4-BE49-F238E27FC236}">
                <a16:creationId xmlns:a16="http://schemas.microsoft.com/office/drawing/2014/main" id="{CF845FF4-324E-4A31-977E-A7B07A4CC178}"/>
              </a:ext>
            </a:extLst>
          </p:cNvPr>
          <p:cNvSpPr>
            <a:spLocks noGrp="1"/>
          </p:cNvSpPr>
          <p:nvPr/>
        </p:nvSpPr>
        <p:spPr>
          <a:xfrm>
            <a:off x="46320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Cryo_12757">
            <a:extLst>
              <a:ext uri="{FF2B5EF4-FFF2-40B4-BE49-F238E27FC236}">
                <a16:creationId xmlns:a16="http://schemas.microsoft.com/office/drawing/2014/main" id="{C5545689-481E-412D-B227-B1EE8B24E0F1}"/>
              </a:ext>
            </a:extLst>
          </p:cNvPr>
          <p:cNvSpPr>
            <a:spLocks noGrp="1"/>
          </p:cNvSpPr>
          <p:nvPr/>
        </p:nvSpPr>
        <p:spPr>
          <a:xfrm>
            <a:off x="47804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Cryo_12758">
            <a:extLst>
              <a:ext uri="{FF2B5EF4-FFF2-40B4-BE49-F238E27FC236}">
                <a16:creationId xmlns:a16="http://schemas.microsoft.com/office/drawing/2014/main" id="{488A9913-37DA-4AFD-B854-A35B59CEB3F2}"/>
              </a:ext>
            </a:extLst>
          </p:cNvPr>
          <p:cNvSpPr>
            <a:spLocks noGrp="1"/>
          </p:cNvSpPr>
          <p:nvPr/>
        </p:nvSpPr>
        <p:spPr>
          <a:xfrm>
            <a:off x="460510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Cryo_12759">
            <a:extLst>
              <a:ext uri="{FF2B5EF4-FFF2-40B4-BE49-F238E27FC236}">
                <a16:creationId xmlns:a16="http://schemas.microsoft.com/office/drawing/2014/main" id="{A92D8B09-017A-4A9C-8F20-FEEC7D2B2DBB}"/>
              </a:ext>
            </a:extLst>
          </p:cNvPr>
          <p:cNvSpPr>
            <a:spLocks noGrp="1"/>
          </p:cNvSpPr>
          <p:nvPr/>
        </p:nvSpPr>
        <p:spPr>
          <a:xfrm>
            <a:off x="46073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Cryo_12760">
            <a:extLst>
              <a:ext uri="{FF2B5EF4-FFF2-40B4-BE49-F238E27FC236}">
                <a16:creationId xmlns:a16="http://schemas.microsoft.com/office/drawing/2014/main" id="{45D20DE7-C0B9-4DED-B641-949ED2EFE808}"/>
              </a:ext>
            </a:extLst>
          </p:cNvPr>
          <p:cNvSpPr>
            <a:spLocks noGrp="1"/>
          </p:cNvSpPr>
          <p:nvPr/>
        </p:nvSpPr>
        <p:spPr>
          <a:xfrm>
            <a:off x="46375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Cryo_12761">
            <a:extLst>
              <a:ext uri="{FF2B5EF4-FFF2-40B4-BE49-F238E27FC236}">
                <a16:creationId xmlns:a16="http://schemas.microsoft.com/office/drawing/2014/main" id="{5636996D-4EFC-4E4A-9ECC-537C46A2FDC4}"/>
              </a:ext>
            </a:extLst>
          </p:cNvPr>
          <p:cNvSpPr>
            <a:spLocks noGrp="1"/>
          </p:cNvSpPr>
          <p:nvPr/>
        </p:nvSpPr>
        <p:spPr>
          <a:xfrm>
            <a:off x="47010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Cryo_12762">
            <a:extLst>
              <a:ext uri="{FF2B5EF4-FFF2-40B4-BE49-F238E27FC236}">
                <a16:creationId xmlns:a16="http://schemas.microsoft.com/office/drawing/2014/main" id="{95396E0F-6088-4D32-9E2C-7EBBB51E65FC}"/>
              </a:ext>
            </a:extLst>
          </p:cNvPr>
          <p:cNvSpPr>
            <a:spLocks noGrp="1"/>
          </p:cNvSpPr>
          <p:nvPr/>
        </p:nvSpPr>
        <p:spPr>
          <a:xfrm>
            <a:off x="479472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Cryo_12763">
            <a:extLst>
              <a:ext uri="{FF2B5EF4-FFF2-40B4-BE49-F238E27FC236}">
                <a16:creationId xmlns:a16="http://schemas.microsoft.com/office/drawing/2014/main" id="{181E1819-A767-4B5F-BD0E-FC96BFC1B9DC}"/>
              </a:ext>
            </a:extLst>
          </p:cNvPr>
          <p:cNvSpPr>
            <a:spLocks noGrp="1"/>
          </p:cNvSpPr>
          <p:nvPr/>
        </p:nvSpPr>
        <p:spPr>
          <a:xfrm>
            <a:off x="465485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Cryo_12764">
            <a:extLst>
              <a:ext uri="{FF2B5EF4-FFF2-40B4-BE49-F238E27FC236}">
                <a16:creationId xmlns:a16="http://schemas.microsoft.com/office/drawing/2014/main" id="{0276163D-C14E-488A-AE5E-DD45D1A2DBAB}"/>
              </a:ext>
            </a:extLst>
          </p:cNvPr>
          <p:cNvSpPr>
            <a:spLocks noGrp="1"/>
          </p:cNvSpPr>
          <p:nvPr/>
        </p:nvSpPr>
        <p:spPr>
          <a:xfrm>
            <a:off x="46210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Cryo_12765">
            <a:extLst>
              <a:ext uri="{FF2B5EF4-FFF2-40B4-BE49-F238E27FC236}">
                <a16:creationId xmlns:a16="http://schemas.microsoft.com/office/drawing/2014/main" id="{06343C93-3ED2-47F0-9A08-92F4BB452429}"/>
              </a:ext>
            </a:extLst>
          </p:cNvPr>
          <p:cNvSpPr>
            <a:spLocks noGrp="1"/>
          </p:cNvSpPr>
          <p:nvPr/>
        </p:nvSpPr>
        <p:spPr>
          <a:xfrm>
            <a:off x="477386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Cryo_12766">
            <a:extLst>
              <a:ext uri="{FF2B5EF4-FFF2-40B4-BE49-F238E27FC236}">
                <a16:creationId xmlns:a16="http://schemas.microsoft.com/office/drawing/2014/main" id="{EB5536EF-5B3D-4ECE-A4B0-AC5E51566A75}"/>
              </a:ext>
            </a:extLst>
          </p:cNvPr>
          <p:cNvSpPr>
            <a:spLocks noGrp="1"/>
          </p:cNvSpPr>
          <p:nvPr/>
        </p:nvSpPr>
        <p:spPr>
          <a:xfrm>
            <a:off x="4641715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Cryo_12767">
            <a:extLst>
              <a:ext uri="{FF2B5EF4-FFF2-40B4-BE49-F238E27FC236}">
                <a16:creationId xmlns:a16="http://schemas.microsoft.com/office/drawing/2014/main" id="{47A54EB8-99AD-484F-BF39-D97C6EE524CD}"/>
              </a:ext>
            </a:extLst>
          </p:cNvPr>
          <p:cNvSpPr>
            <a:spLocks noGrp="1"/>
          </p:cNvSpPr>
          <p:nvPr/>
        </p:nvSpPr>
        <p:spPr>
          <a:xfrm>
            <a:off x="4767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Cryo_12768">
            <a:extLst>
              <a:ext uri="{FF2B5EF4-FFF2-40B4-BE49-F238E27FC236}">
                <a16:creationId xmlns:a16="http://schemas.microsoft.com/office/drawing/2014/main" id="{300E8DBB-4B2F-406B-B999-50E07C7B4F6F}"/>
              </a:ext>
            </a:extLst>
          </p:cNvPr>
          <p:cNvSpPr>
            <a:spLocks noGrp="1"/>
          </p:cNvSpPr>
          <p:nvPr/>
        </p:nvSpPr>
        <p:spPr>
          <a:xfrm>
            <a:off x="4754592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Cryo_12769">
            <a:extLst>
              <a:ext uri="{FF2B5EF4-FFF2-40B4-BE49-F238E27FC236}">
                <a16:creationId xmlns:a16="http://schemas.microsoft.com/office/drawing/2014/main" id="{1674D0B8-5099-466E-A465-2DC9C1D5C421}"/>
              </a:ext>
            </a:extLst>
          </p:cNvPr>
          <p:cNvSpPr>
            <a:spLocks noGrp="1"/>
          </p:cNvSpPr>
          <p:nvPr/>
        </p:nvSpPr>
        <p:spPr>
          <a:xfrm>
            <a:off x="463597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Cryo_12770">
            <a:extLst>
              <a:ext uri="{FF2B5EF4-FFF2-40B4-BE49-F238E27FC236}">
                <a16:creationId xmlns:a16="http://schemas.microsoft.com/office/drawing/2014/main" id="{7B6F367C-734E-4A43-8DCB-E26019C708C4}"/>
              </a:ext>
            </a:extLst>
          </p:cNvPr>
          <p:cNvSpPr>
            <a:spLocks noGrp="1"/>
          </p:cNvSpPr>
          <p:nvPr/>
        </p:nvSpPr>
        <p:spPr>
          <a:xfrm>
            <a:off x="46367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Cryo_12771">
            <a:extLst>
              <a:ext uri="{FF2B5EF4-FFF2-40B4-BE49-F238E27FC236}">
                <a16:creationId xmlns:a16="http://schemas.microsoft.com/office/drawing/2014/main" id="{A7A183C0-C441-43B2-8B95-D63B5C8E70D2}"/>
              </a:ext>
            </a:extLst>
          </p:cNvPr>
          <p:cNvSpPr>
            <a:spLocks noGrp="1"/>
          </p:cNvSpPr>
          <p:nvPr/>
        </p:nvSpPr>
        <p:spPr>
          <a:xfrm>
            <a:off x="476120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Cryo_12772">
            <a:extLst>
              <a:ext uri="{FF2B5EF4-FFF2-40B4-BE49-F238E27FC236}">
                <a16:creationId xmlns:a16="http://schemas.microsoft.com/office/drawing/2014/main" id="{8A8167BC-118C-444A-8502-66B37B322DBF}"/>
              </a:ext>
            </a:extLst>
          </p:cNvPr>
          <p:cNvSpPr>
            <a:spLocks noGrp="1"/>
          </p:cNvSpPr>
          <p:nvPr/>
        </p:nvSpPr>
        <p:spPr>
          <a:xfrm>
            <a:off x="47409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Cryo_12773">
            <a:extLst>
              <a:ext uri="{FF2B5EF4-FFF2-40B4-BE49-F238E27FC236}">
                <a16:creationId xmlns:a16="http://schemas.microsoft.com/office/drawing/2014/main" id="{7C973403-2702-406B-BE8C-79977C70CEB6}"/>
              </a:ext>
            </a:extLst>
          </p:cNvPr>
          <p:cNvSpPr>
            <a:spLocks noGrp="1"/>
          </p:cNvSpPr>
          <p:nvPr/>
        </p:nvSpPr>
        <p:spPr>
          <a:xfrm>
            <a:off x="456082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Cryo_12774">
            <a:extLst>
              <a:ext uri="{FF2B5EF4-FFF2-40B4-BE49-F238E27FC236}">
                <a16:creationId xmlns:a16="http://schemas.microsoft.com/office/drawing/2014/main" id="{E17503A1-F441-4E42-8F6D-6AACB3D5E45C}"/>
              </a:ext>
            </a:extLst>
          </p:cNvPr>
          <p:cNvSpPr>
            <a:spLocks noGrp="1"/>
          </p:cNvSpPr>
          <p:nvPr/>
        </p:nvSpPr>
        <p:spPr>
          <a:xfrm>
            <a:off x="476010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Cryo_12775">
            <a:extLst>
              <a:ext uri="{FF2B5EF4-FFF2-40B4-BE49-F238E27FC236}">
                <a16:creationId xmlns:a16="http://schemas.microsoft.com/office/drawing/2014/main" id="{F9DC79D0-BD1F-4D45-A30E-4A416F3E8590}"/>
              </a:ext>
            </a:extLst>
          </p:cNvPr>
          <p:cNvSpPr>
            <a:spLocks noGrp="1"/>
          </p:cNvSpPr>
          <p:nvPr/>
        </p:nvSpPr>
        <p:spPr>
          <a:xfrm>
            <a:off x="4587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Cryo_12776">
            <a:extLst>
              <a:ext uri="{FF2B5EF4-FFF2-40B4-BE49-F238E27FC236}">
                <a16:creationId xmlns:a16="http://schemas.microsoft.com/office/drawing/2014/main" id="{6D934B4A-FDA3-4314-8668-2543616006EA}"/>
              </a:ext>
            </a:extLst>
          </p:cNvPr>
          <p:cNvSpPr>
            <a:spLocks noGrp="1"/>
          </p:cNvSpPr>
          <p:nvPr/>
        </p:nvSpPr>
        <p:spPr>
          <a:xfrm>
            <a:off x="457479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Cryo_12777">
            <a:extLst>
              <a:ext uri="{FF2B5EF4-FFF2-40B4-BE49-F238E27FC236}">
                <a16:creationId xmlns:a16="http://schemas.microsoft.com/office/drawing/2014/main" id="{CE525752-0CE3-47D6-8D36-345AACF5C20A}"/>
              </a:ext>
            </a:extLst>
          </p:cNvPr>
          <p:cNvSpPr>
            <a:spLocks noGrp="1"/>
          </p:cNvSpPr>
          <p:nvPr/>
        </p:nvSpPr>
        <p:spPr>
          <a:xfrm>
            <a:off x="4723637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Cryo_12778">
            <a:extLst>
              <a:ext uri="{FF2B5EF4-FFF2-40B4-BE49-F238E27FC236}">
                <a16:creationId xmlns:a16="http://schemas.microsoft.com/office/drawing/2014/main" id="{6E1A274F-E06E-428D-892C-AFB9411E24AD}"/>
              </a:ext>
            </a:extLst>
          </p:cNvPr>
          <p:cNvSpPr>
            <a:spLocks noGrp="1"/>
          </p:cNvSpPr>
          <p:nvPr/>
        </p:nvSpPr>
        <p:spPr>
          <a:xfrm>
            <a:off x="468536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Cryo_12779">
            <a:extLst>
              <a:ext uri="{FF2B5EF4-FFF2-40B4-BE49-F238E27FC236}">
                <a16:creationId xmlns:a16="http://schemas.microsoft.com/office/drawing/2014/main" id="{B067AFD0-AD8F-4279-B4AF-7062F0C60984}"/>
              </a:ext>
            </a:extLst>
          </p:cNvPr>
          <p:cNvSpPr>
            <a:spLocks noGrp="1"/>
          </p:cNvSpPr>
          <p:nvPr/>
        </p:nvSpPr>
        <p:spPr>
          <a:xfrm>
            <a:off x="46361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Cryo_12780">
            <a:extLst>
              <a:ext uri="{FF2B5EF4-FFF2-40B4-BE49-F238E27FC236}">
                <a16:creationId xmlns:a16="http://schemas.microsoft.com/office/drawing/2014/main" id="{0FBE4004-8597-4140-AB52-F1210AD1A263}"/>
              </a:ext>
            </a:extLst>
          </p:cNvPr>
          <p:cNvSpPr>
            <a:spLocks noGrp="1"/>
          </p:cNvSpPr>
          <p:nvPr/>
        </p:nvSpPr>
        <p:spPr>
          <a:xfrm>
            <a:off x="461809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Cryo_12781">
            <a:extLst>
              <a:ext uri="{FF2B5EF4-FFF2-40B4-BE49-F238E27FC236}">
                <a16:creationId xmlns:a16="http://schemas.microsoft.com/office/drawing/2014/main" id="{474743B7-8CDE-4D72-9E74-FA911E6201F5}"/>
              </a:ext>
            </a:extLst>
          </p:cNvPr>
          <p:cNvSpPr>
            <a:spLocks noGrp="1"/>
          </p:cNvSpPr>
          <p:nvPr/>
        </p:nvSpPr>
        <p:spPr>
          <a:xfrm>
            <a:off x="472731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Cryo_12782">
            <a:extLst>
              <a:ext uri="{FF2B5EF4-FFF2-40B4-BE49-F238E27FC236}">
                <a16:creationId xmlns:a16="http://schemas.microsoft.com/office/drawing/2014/main" id="{FF53A59B-250F-43FE-9195-01077F8EDEE1}"/>
              </a:ext>
            </a:extLst>
          </p:cNvPr>
          <p:cNvSpPr>
            <a:spLocks noGrp="1"/>
          </p:cNvSpPr>
          <p:nvPr/>
        </p:nvSpPr>
        <p:spPr>
          <a:xfrm>
            <a:off x="461053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Cryo_12783">
            <a:extLst>
              <a:ext uri="{FF2B5EF4-FFF2-40B4-BE49-F238E27FC236}">
                <a16:creationId xmlns:a16="http://schemas.microsoft.com/office/drawing/2014/main" id="{0BAE534C-2DAE-452C-9193-EB915A0983AF}"/>
              </a:ext>
            </a:extLst>
          </p:cNvPr>
          <p:cNvSpPr>
            <a:spLocks noGrp="1"/>
          </p:cNvSpPr>
          <p:nvPr/>
        </p:nvSpPr>
        <p:spPr>
          <a:xfrm>
            <a:off x="4734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Cryo_12784">
            <a:extLst>
              <a:ext uri="{FF2B5EF4-FFF2-40B4-BE49-F238E27FC236}">
                <a16:creationId xmlns:a16="http://schemas.microsoft.com/office/drawing/2014/main" id="{0DE15FDD-F46E-45C4-80F1-0BFD90E376DB}"/>
              </a:ext>
            </a:extLst>
          </p:cNvPr>
          <p:cNvSpPr>
            <a:spLocks noGrp="1"/>
          </p:cNvSpPr>
          <p:nvPr/>
        </p:nvSpPr>
        <p:spPr>
          <a:xfrm>
            <a:off x="477274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Cryo_12785">
            <a:extLst>
              <a:ext uri="{FF2B5EF4-FFF2-40B4-BE49-F238E27FC236}">
                <a16:creationId xmlns:a16="http://schemas.microsoft.com/office/drawing/2014/main" id="{383BEB85-C1F2-4C16-866B-2AFAB4B77601}"/>
              </a:ext>
            </a:extLst>
          </p:cNvPr>
          <p:cNvSpPr>
            <a:spLocks noGrp="1"/>
          </p:cNvSpPr>
          <p:nvPr/>
        </p:nvSpPr>
        <p:spPr>
          <a:xfrm>
            <a:off x="4621775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Cryo_12786">
            <a:extLst>
              <a:ext uri="{FF2B5EF4-FFF2-40B4-BE49-F238E27FC236}">
                <a16:creationId xmlns:a16="http://schemas.microsoft.com/office/drawing/2014/main" id="{5A48018A-C800-4564-9D22-51556A280169}"/>
              </a:ext>
            </a:extLst>
          </p:cNvPr>
          <p:cNvSpPr>
            <a:spLocks noGrp="1"/>
          </p:cNvSpPr>
          <p:nvPr/>
        </p:nvSpPr>
        <p:spPr>
          <a:xfrm>
            <a:off x="4590474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Cryo_12787">
            <a:extLst>
              <a:ext uri="{FF2B5EF4-FFF2-40B4-BE49-F238E27FC236}">
                <a16:creationId xmlns:a16="http://schemas.microsoft.com/office/drawing/2014/main" id="{41124C90-B738-46C3-8DAD-6A65689858D6}"/>
              </a:ext>
            </a:extLst>
          </p:cNvPr>
          <p:cNvSpPr>
            <a:spLocks noGrp="1"/>
          </p:cNvSpPr>
          <p:nvPr/>
        </p:nvSpPr>
        <p:spPr>
          <a:xfrm>
            <a:off x="467222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Cryo_12788">
            <a:extLst>
              <a:ext uri="{FF2B5EF4-FFF2-40B4-BE49-F238E27FC236}">
                <a16:creationId xmlns:a16="http://schemas.microsoft.com/office/drawing/2014/main" id="{C3ACBFB0-1FA5-4014-B390-47E067618FE4}"/>
              </a:ext>
            </a:extLst>
          </p:cNvPr>
          <p:cNvSpPr>
            <a:spLocks noGrp="1"/>
          </p:cNvSpPr>
          <p:nvPr/>
        </p:nvSpPr>
        <p:spPr>
          <a:xfrm>
            <a:off x="47003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Cryo_12789">
            <a:extLst>
              <a:ext uri="{FF2B5EF4-FFF2-40B4-BE49-F238E27FC236}">
                <a16:creationId xmlns:a16="http://schemas.microsoft.com/office/drawing/2014/main" id="{00532523-8E65-42D3-BDDA-FEA575AC1C6E}"/>
              </a:ext>
            </a:extLst>
          </p:cNvPr>
          <p:cNvSpPr>
            <a:spLocks noGrp="1"/>
          </p:cNvSpPr>
          <p:nvPr/>
        </p:nvSpPr>
        <p:spPr>
          <a:xfrm>
            <a:off x="461585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Cryo_12790">
            <a:extLst>
              <a:ext uri="{FF2B5EF4-FFF2-40B4-BE49-F238E27FC236}">
                <a16:creationId xmlns:a16="http://schemas.microsoft.com/office/drawing/2014/main" id="{DAF87AF8-F7DD-4B9B-82D2-BA74C0DEC0D9}"/>
              </a:ext>
            </a:extLst>
          </p:cNvPr>
          <p:cNvSpPr>
            <a:spLocks noGrp="1"/>
          </p:cNvSpPr>
          <p:nvPr/>
        </p:nvSpPr>
        <p:spPr>
          <a:xfrm>
            <a:off x="464512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Cryo_12791">
            <a:extLst>
              <a:ext uri="{FF2B5EF4-FFF2-40B4-BE49-F238E27FC236}">
                <a16:creationId xmlns:a16="http://schemas.microsoft.com/office/drawing/2014/main" id="{58AD6795-6D91-4A4D-AF7F-E66C95553576}"/>
              </a:ext>
            </a:extLst>
          </p:cNvPr>
          <p:cNvSpPr>
            <a:spLocks noGrp="1"/>
          </p:cNvSpPr>
          <p:nvPr/>
        </p:nvSpPr>
        <p:spPr>
          <a:xfrm>
            <a:off x="4696245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Cryo_12792">
            <a:extLst>
              <a:ext uri="{FF2B5EF4-FFF2-40B4-BE49-F238E27FC236}">
                <a16:creationId xmlns:a16="http://schemas.microsoft.com/office/drawing/2014/main" id="{FAE156F8-F0FB-4DCB-A22D-7D3AFEAAB804}"/>
              </a:ext>
            </a:extLst>
          </p:cNvPr>
          <p:cNvSpPr>
            <a:spLocks noGrp="1"/>
          </p:cNvSpPr>
          <p:nvPr/>
        </p:nvSpPr>
        <p:spPr>
          <a:xfrm>
            <a:off x="45818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Cryo_12793">
            <a:extLst>
              <a:ext uri="{FF2B5EF4-FFF2-40B4-BE49-F238E27FC236}">
                <a16:creationId xmlns:a16="http://schemas.microsoft.com/office/drawing/2014/main" id="{FCAB26DF-24A0-4C9C-81E0-E847CC9F2EB4}"/>
              </a:ext>
            </a:extLst>
          </p:cNvPr>
          <p:cNvSpPr>
            <a:spLocks noGrp="1"/>
          </p:cNvSpPr>
          <p:nvPr/>
        </p:nvSpPr>
        <p:spPr>
          <a:xfrm>
            <a:off x="47823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Cryo_12794">
            <a:extLst>
              <a:ext uri="{FF2B5EF4-FFF2-40B4-BE49-F238E27FC236}">
                <a16:creationId xmlns:a16="http://schemas.microsoft.com/office/drawing/2014/main" id="{1BF4BD76-1779-450E-96A1-14408A70C65B}"/>
              </a:ext>
            </a:extLst>
          </p:cNvPr>
          <p:cNvSpPr>
            <a:spLocks noGrp="1"/>
          </p:cNvSpPr>
          <p:nvPr/>
        </p:nvSpPr>
        <p:spPr>
          <a:xfrm>
            <a:off x="467617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Cryo_12795">
            <a:extLst>
              <a:ext uri="{FF2B5EF4-FFF2-40B4-BE49-F238E27FC236}">
                <a16:creationId xmlns:a16="http://schemas.microsoft.com/office/drawing/2014/main" id="{7A4048BE-ADDD-446D-B4B0-BEB6D60BBD4A}"/>
              </a:ext>
            </a:extLst>
          </p:cNvPr>
          <p:cNvSpPr>
            <a:spLocks noGrp="1"/>
          </p:cNvSpPr>
          <p:nvPr/>
        </p:nvSpPr>
        <p:spPr>
          <a:xfrm>
            <a:off x="455792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Cryo_12796">
            <a:extLst>
              <a:ext uri="{FF2B5EF4-FFF2-40B4-BE49-F238E27FC236}">
                <a16:creationId xmlns:a16="http://schemas.microsoft.com/office/drawing/2014/main" id="{50C65165-EE43-4A6E-82C2-94830E11960F}"/>
              </a:ext>
            </a:extLst>
          </p:cNvPr>
          <p:cNvSpPr>
            <a:spLocks noGrp="1"/>
          </p:cNvSpPr>
          <p:nvPr/>
        </p:nvSpPr>
        <p:spPr>
          <a:xfrm>
            <a:off x="479032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Cryo_12797">
            <a:extLst>
              <a:ext uri="{FF2B5EF4-FFF2-40B4-BE49-F238E27FC236}">
                <a16:creationId xmlns:a16="http://schemas.microsoft.com/office/drawing/2014/main" id="{DA70491D-086C-4E1D-9279-3A089133CC64}"/>
              </a:ext>
            </a:extLst>
          </p:cNvPr>
          <p:cNvSpPr>
            <a:spLocks noGrp="1"/>
          </p:cNvSpPr>
          <p:nvPr/>
        </p:nvSpPr>
        <p:spPr>
          <a:xfrm>
            <a:off x="45571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Cryo_12798">
            <a:extLst>
              <a:ext uri="{FF2B5EF4-FFF2-40B4-BE49-F238E27FC236}">
                <a16:creationId xmlns:a16="http://schemas.microsoft.com/office/drawing/2014/main" id="{B5563170-36B8-44D1-A2E9-2F63C194E9C7}"/>
              </a:ext>
            </a:extLst>
          </p:cNvPr>
          <p:cNvSpPr>
            <a:spLocks noGrp="1"/>
          </p:cNvSpPr>
          <p:nvPr/>
        </p:nvSpPr>
        <p:spPr>
          <a:xfrm>
            <a:off x="465458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Cryo_12799">
            <a:extLst>
              <a:ext uri="{FF2B5EF4-FFF2-40B4-BE49-F238E27FC236}">
                <a16:creationId xmlns:a16="http://schemas.microsoft.com/office/drawing/2014/main" id="{3442127D-2F88-43FC-8D58-31FCF48D04F6}"/>
              </a:ext>
            </a:extLst>
          </p:cNvPr>
          <p:cNvSpPr>
            <a:spLocks noGrp="1"/>
          </p:cNvSpPr>
          <p:nvPr/>
        </p:nvSpPr>
        <p:spPr>
          <a:xfrm>
            <a:off x="474739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Cryo_12800">
            <a:extLst>
              <a:ext uri="{FF2B5EF4-FFF2-40B4-BE49-F238E27FC236}">
                <a16:creationId xmlns:a16="http://schemas.microsoft.com/office/drawing/2014/main" id="{E94044BC-AAFC-4FDD-95E6-7EC7D2146022}"/>
              </a:ext>
            </a:extLst>
          </p:cNvPr>
          <p:cNvSpPr>
            <a:spLocks noGrp="1"/>
          </p:cNvSpPr>
          <p:nvPr/>
        </p:nvSpPr>
        <p:spPr>
          <a:xfrm>
            <a:off x="4744215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Cryo_12801">
            <a:extLst>
              <a:ext uri="{FF2B5EF4-FFF2-40B4-BE49-F238E27FC236}">
                <a16:creationId xmlns:a16="http://schemas.microsoft.com/office/drawing/2014/main" id="{193E6DDE-FA37-4B7B-BC47-256CC87EAFF3}"/>
              </a:ext>
            </a:extLst>
          </p:cNvPr>
          <p:cNvSpPr>
            <a:spLocks noGrp="1"/>
          </p:cNvSpPr>
          <p:nvPr/>
        </p:nvSpPr>
        <p:spPr>
          <a:xfrm>
            <a:off x="459167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Cryo_12802">
            <a:extLst>
              <a:ext uri="{FF2B5EF4-FFF2-40B4-BE49-F238E27FC236}">
                <a16:creationId xmlns:a16="http://schemas.microsoft.com/office/drawing/2014/main" id="{3B83125C-C689-441E-9DEF-4C675014DCD8}"/>
              </a:ext>
            </a:extLst>
          </p:cNvPr>
          <p:cNvSpPr>
            <a:spLocks noGrp="1"/>
          </p:cNvSpPr>
          <p:nvPr/>
        </p:nvSpPr>
        <p:spPr>
          <a:xfrm>
            <a:off x="4678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Cryo_12803">
            <a:extLst>
              <a:ext uri="{FF2B5EF4-FFF2-40B4-BE49-F238E27FC236}">
                <a16:creationId xmlns:a16="http://schemas.microsoft.com/office/drawing/2014/main" id="{F5D0E62A-5BDD-4F11-95D6-5829FC856C59}"/>
              </a:ext>
            </a:extLst>
          </p:cNvPr>
          <p:cNvSpPr>
            <a:spLocks noGrp="1"/>
          </p:cNvSpPr>
          <p:nvPr/>
        </p:nvSpPr>
        <p:spPr>
          <a:xfrm>
            <a:off x="4685434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Cryo_12804">
            <a:extLst>
              <a:ext uri="{FF2B5EF4-FFF2-40B4-BE49-F238E27FC236}">
                <a16:creationId xmlns:a16="http://schemas.microsoft.com/office/drawing/2014/main" id="{6A03E367-EE63-4A5D-93AC-1B24A8AAB372}"/>
              </a:ext>
            </a:extLst>
          </p:cNvPr>
          <p:cNvSpPr>
            <a:spLocks noGrp="1"/>
          </p:cNvSpPr>
          <p:nvPr/>
        </p:nvSpPr>
        <p:spPr>
          <a:xfrm>
            <a:off x="4768614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Cryo_12805">
            <a:extLst>
              <a:ext uri="{FF2B5EF4-FFF2-40B4-BE49-F238E27FC236}">
                <a16:creationId xmlns:a16="http://schemas.microsoft.com/office/drawing/2014/main" id="{3F809BEB-4BE3-425A-9CE7-8287CEBBBEF0}"/>
              </a:ext>
            </a:extLst>
          </p:cNvPr>
          <p:cNvSpPr>
            <a:spLocks noGrp="1"/>
          </p:cNvSpPr>
          <p:nvPr/>
        </p:nvSpPr>
        <p:spPr>
          <a:xfrm>
            <a:off x="456340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Cryo_12806">
            <a:extLst>
              <a:ext uri="{FF2B5EF4-FFF2-40B4-BE49-F238E27FC236}">
                <a16:creationId xmlns:a16="http://schemas.microsoft.com/office/drawing/2014/main" id="{FA068A9B-0D08-4461-ABAF-9340FD4E49AA}"/>
              </a:ext>
            </a:extLst>
          </p:cNvPr>
          <p:cNvSpPr>
            <a:spLocks noGrp="1"/>
          </p:cNvSpPr>
          <p:nvPr/>
        </p:nvSpPr>
        <p:spPr>
          <a:xfrm>
            <a:off x="461972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Cryo_12807">
            <a:extLst>
              <a:ext uri="{FF2B5EF4-FFF2-40B4-BE49-F238E27FC236}">
                <a16:creationId xmlns:a16="http://schemas.microsoft.com/office/drawing/2014/main" id="{851A80AF-934C-4EE1-B355-E2CFD5F74760}"/>
              </a:ext>
            </a:extLst>
          </p:cNvPr>
          <p:cNvSpPr>
            <a:spLocks noGrp="1"/>
          </p:cNvSpPr>
          <p:nvPr/>
        </p:nvSpPr>
        <p:spPr>
          <a:xfrm>
            <a:off x="4603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Cryo_12808">
            <a:extLst>
              <a:ext uri="{FF2B5EF4-FFF2-40B4-BE49-F238E27FC236}">
                <a16:creationId xmlns:a16="http://schemas.microsoft.com/office/drawing/2014/main" id="{EEF4E9C2-469D-4187-A9A7-2627FFE4D2EA}"/>
              </a:ext>
            </a:extLst>
          </p:cNvPr>
          <p:cNvSpPr>
            <a:spLocks noGrp="1"/>
          </p:cNvSpPr>
          <p:nvPr/>
        </p:nvSpPr>
        <p:spPr>
          <a:xfrm>
            <a:off x="4582778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Cryo_12809">
            <a:extLst>
              <a:ext uri="{FF2B5EF4-FFF2-40B4-BE49-F238E27FC236}">
                <a16:creationId xmlns:a16="http://schemas.microsoft.com/office/drawing/2014/main" id="{3016D10D-B6B6-451A-A169-54F8430DA9B2}"/>
              </a:ext>
            </a:extLst>
          </p:cNvPr>
          <p:cNvSpPr>
            <a:spLocks noGrp="1"/>
          </p:cNvSpPr>
          <p:nvPr/>
        </p:nvSpPr>
        <p:spPr>
          <a:xfrm>
            <a:off x="4611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Cryo_12810">
            <a:extLst>
              <a:ext uri="{FF2B5EF4-FFF2-40B4-BE49-F238E27FC236}">
                <a16:creationId xmlns:a16="http://schemas.microsoft.com/office/drawing/2014/main" id="{CE7FDA87-E836-41DF-916F-B1BBFFD92AF3}"/>
              </a:ext>
            </a:extLst>
          </p:cNvPr>
          <p:cNvSpPr>
            <a:spLocks noGrp="1"/>
          </p:cNvSpPr>
          <p:nvPr/>
        </p:nvSpPr>
        <p:spPr>
          <a:xfrm>
            <a:off x="4595458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Cryo_12811">
            <a:extLst>
              <a:ext uri="{FF2B5EF4-FFF2-40B4-BE49-F238E27FC236}">
                <a16:creationId xmlns:a16="http://schemas.microsoft.com/office/drawing/2014/main" id="{0A3F8258-A856-4A1A-B503-E63EA631C69B}"/>
              </a:ext>
            </a:extLst>
          </p:cNvPr>
          <p:cNvSpPr>
            <a:spLocks noGrp="1"/>
          </p:cNvSpPr>
          <p:nvPr/>
        </p:nvSpPr>
        <p:spPr>
          <a:xfrm>
            <a:off x="6190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Cryo_12812">
            <a:extLst>
              <a:ext uri="{FF2B5EF4-FFF2-40B4-BE49-F238E27FC236}">
                <a16:creationId xmlns:a16="http://schemas.microsoft.com/office/drawing/2014/main" id="{526E1E59-57F7-48A9-8A63-A057CDF074E1}"/>
              </a:ext>
            </a:extLst>
          </p:cNvPr>
          <p:cNvSpPr>
            <a:spLocks noGrp="1"/>
          </p:cNvSpPr>
          <p:nvPr/>
        </p:nvSpPr>
        <p:spPr>
          <a:xfrm>
            <a:off x="622168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Cryo_12813">
            <a:extLst>
              <a:ext uri="{FF2B5EF4-FFF2-40B4-BE49-F238E27FC236}">
                <a16:creationId xmlns:a16="http://schemas.microsoft.com/office/drawing/2014/main" id="{D1D7A4B6-4780-4306-A333-86D4E8781667}"/>
              </a:ext>
            </a:extLst>
          </p:cNvPr>
          <p:cNvSpPr>
            <a:spLocks noGrp="1"/>
          </p:cNvSpPr>
          <p:nvPr/>
        </p:nvSpPr>
        <p:spPr>
          <a:xfrm>
            <a:off x="6295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Cryo_12814">
            <a:extLst>
              <a:ext uri="{FF2B5EF4-FFF2-40B4-BE49-F238E27FC236}">
                <a16:creationId xmlns:a16="http://schemas.microsoft.com/office/drawing/2014/main" id="{767C47B3-3A65-4BD4-8A9C-98CA91A74FDB}"/>
              </a:ext>
            </a:extLst>
          </p:cNvPr>
          <p:cNvSpPr>
            <a:spLocks noGrp="1"/>
          </p:cNvSpPr>
          <p:nvPr/>
        </p:nvSpPr>
        <p:spPr>
          <a:xfrm>
            <a:off x="618634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Cryo_12815">
            <a:extLst>
              <a:ext uri="{FF2B5EF4-FFF2-40B4-BE49-F238E27FC236}">
                <a16:creationId xmlns:a16="http://schemas.microsoft.com/office/drawing/2014/main" id="{E97D884B-EA68-4674-AD4E-AF1E49C58BBB}"/>
              </a:ext>
            </a:extLst>
          </p:cNvPr>
          <p:cNvSpPr>
            <a:spLocks noGrp="1"/>
          </p:cNvSpPr>
          <p:nvPr/>
        </p:nvSpPr>
        <p:spPr>
          <a:xfrm>
            <a:off x="6319667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Cryo_12816">
            <a:extLst>
              <a:ext uri="{FF2B5EF4-FFF2-40B4-BE49-F238E27FC236}">
                <a16:creationId xmlns:a16="http://schemas.microsoft.com/office/drawing/2014/main" id="{220DD21A-D320-4715-B116-603E8A0BACB7}"/>
              </a:ext>
            </a:extLst>
          </p:cNvPr>
          <p:cNvSpPr>
            <a:spLocks noGrp="1"/>
          </p:cNvSpPr>
          <p:nvPr/>
        </p:nvSpPr>
        <p:spPr>
          <a:xfrm>
            <a:off x="62040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Cryo_12817">
            <a:extLst>
              <a:ext uri="{FF2B5EF4-FFF2-40B4-BE49-F238E27FC236}">
                <a16:creationId xmlns:a16="http://schemas.microsoft.com/office/drawing/2014/main" id="{5E35FD9C-3C7F-4992-97F5-4950FABCBE7A}"/>
              </a:ext>
            </a:extLst>
          </p:cNvPr>
          <p:cNvSpPr>
            <a:spLocks noGrp="1"/>
          </p:cNvSpPr>
          <p:nvPr/>
        </p:nvSpPr>
        <p:spPr>
          <a:xfrm>
            <a:off x="63366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Cryo_12818">
            <a:extLst>
              <a:ext uri="{FF2B5EF4-FFF2-40B4-BE49-F238E27FC236}">
                <a16:creationId xmlns:a16="http://schemas.microsoft.com/office/drawing/2014/main" id="{6F1C5F7B-E890-4404-96BC-BA98FF9B3B10}"/>
              </a:ext>
            </a:extLst>
          </p:cNvPr>
          <p:cNvSpPr>
            <a:spLocks noGrp="1"/>
          </p:cNvSpPr>
          <p:nvPr/>
        </p:nvSpPr>
        <p:spPr>
          <a:xfrm>
            <a:off x="61668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Cryo_12819">
            <a:extLst>
              <a:ext uri="{FF2B5EF4-FFF2-40B4-BE49-F238E27FC236}">
                <a16:creationId xmlns:a16="http://schemas.microsoft.com/office/drawing/2014/main" id="{59C7AAAD-24D8-4D9E-AA3C-ACD6BC3BE2B5}"/>
              </a:ext>
            </a:extLst>
          </p:cNvPr>
          <p:cNvSpPr>
            <a:spLocks noGrp="1"/>
          </p:cNvSpPr>
          <p:nvPr/>
        </p:nvSpPr>
        <p:spPr>
          <a:xfrm>
            <a:off x="6226989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Cryo_12820">
            <a:extLst>
              <a:ext uri="{FF2B5EF4-FFF2-40B4-BE49-F238E27FC236}">
                <a16:creationId xmlns:a16="http://schemas.microsoft.com/office/drawing/2014/main" id="{E65D531C-CF71-416C-A63C-0707D494FCF0}"/>
              </a:ext>
            </a:extLst>
          </p:cNvPr>
          <p:cNvSpPr>
            <a:spLocks noGrp="1"/>
          </p:cNvSpPr>
          <p:nvPr/>
        </p:nvSpPr>
        <p:spPr>
          <a:xfrm>
            <a:off x="6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Cryo_12821">
            <a:extLst>
              <a:ext uri="{FF2B5EF4-FFF2-40B4-BE49-F238E27FC236}">
                <a16:creationId xmlns:a16="http://schemas.microsoft.com/office/drawing/2014/main" id="{8DEDC6A6-10B3-4118-A267-DC3BDC342316}"/>
              </a:ext>
            </a:extLst>
          </p:cNvPr>
          <p:cNvSpPr>
            <a:spLocks noGrp="1"/>
          </p:cNvSpPr>
          <p:nvPr/>
        </p:nvSpPr>
        <p:spPr>
          <a:xfrm>
            <a:off x="6278487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Cryo_12822">
            <a:extLst>
              <a:ext uri="{FF2B5EF4-FFF2-40B4-BE49-F238E27FC236}">
                <a16:creationId xmlns:a16="http://schemas.microsoft.com/office/drawing/2014/main" id="{8DF9A341-793B-4EC7-8821-587DF92D4CBE}"/>
              </a:ext>
            </a:extLst>
          </p:cNvPr>
          <p:cNvSpPr>
            <a:spLocks noGrp="1"/>
          </p:cNvSpPr>
          <p:nvPr/>
        </p:nvSpPr>
        <p:spPr>
          <a:xfrm>
            <a:off x="6130935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Cryo_12823">
            <a:extLst>
              <a:ext uri="{FF2B5EF4-FFF2-40B4-BE49-F238E27FC236}">
                <a16:creationId xmlns:a16="http://schemas.microsoft.com/office/drawing/2014/main" id="{C77FF6A6-8E45-4A0C-8F61-5E6DD3BA70C5}"/>
              </a:ext>
            </a:extLst>
          </p:cNvPr>
          <p:cNvSpPr>
            <a:spLocks noGrp="1"/>
          </p:cNvSpPr>
          <p:nvPr/>
        </p:nvSpPr>
        <p:spPr>
          <a:xfrm>
            <a:off x="6232173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Cryo_12824">
            <a:extLst>
              <a:ext uri="{FF2B5EF4-FFF2-40B4-BE49-F238E27FC236}">
                <a16:creationId xmlns:a16="http://schemas.microsoft.com/office/drawing/2014/main" id="{C7BA9EF5-2B8E-4055-9E31-846B3294BCDF}"/>
              </a:ext>
            </a:extLst>
          </p:cNvPr>
          <p:cNvSpPr>
            <a:spLocks noGrp="1"/>
          </p:cNvSpPr>
          <p:nvPr/>
        </p:nvSpPr>
        <p:spPr>
          <a:xfrm>
            <a:off x="62971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Cryo_12825">
            <a:extLst>
              <a:ext uri="{FF2B5EF4-FFF2-40B4-BE49-F238E27FC236}">
                <a16:creationId xmlns:a16="http://schemas.microsoft.com/office/drawing/2014/main" id="{405055DD-2416-41B3-AABE-3F7039D9DEA9}"/>
              </a:ext>
            </a:extLst>
          </p:cNvPr>
          <p:cNvSpPr>
            <a:spLocks noGrp="1"/>
          </p:cNvSpPr>
          <p:nvPr/>
        </p:nvSpPr>
        <p:spPr>
          <a:xfrm>
            <a:off x="62723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Cryo_12826">
            <a:extLst>
              <a:ext uri="{FF2B5EF4-FFF2-40B4-BE49-F238E27FC236}">
                <a16:creationId xmlns:a16="http://schemas.microsoft.com/office/drawing/2014/main" id="{F433328C-3CEB-49FF-8B37-86567F742513}"/>
              </a:ext>
            </a:extLst>
          </p:cNvPr>
          <p:cNvSpPr>
            <a:spLocks noGrp="1"/>
          </p:cNvSpPr>
          <p:nvPr/>
        </p:nvSpPr>
        <p:spPr>
          <a:xfrm>
            <a:off x="62266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Cryo_12827">
            <a:extLst>
              <a:ext uri="{FF2B5EF4-FFF2-40B4-BE49-F238E27FC236}">
                <a16:creationId xmlns:a16="http://schemas.microsoft.com/office/drawing/2014/main" id="{95DA6877-6A49-4D34-AEDA-0E0751FBEB7A}"/>
              </a:ext>
            </a:extLst>
          </p:cNvPr>
          <p:cNvSpPr>
            <a:spLocks noGrp="1"/>
          </p:cNvSpPr>
          <p:nvPr/>
        </p:nvSpPr>
        <p:spPr>
          <a:xfrm>
            <a:off x="63223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Cryo_12828">
            <a:extLst>
              <a:ext uri="{FF2B5EF4-FFF2-40B4-BE49-F238E27FC236}">
                <a16:creationId xmlns:a16="http://schemas.microsoft.com/office/drawing/2014/main" id="{C5E57D22-ADAF-4D69-B10F-F935C96CEC1A}"/>
              </a:ext>
            </a:extLst>
          </p:cNvPr>
          <p:cNvSpPr>
            <a:spLocks noGrp="1"/>
          </p:cNvSpPr>
          <p:nvPr/>
        </p:nvSpPr>
        <p:spPr>
          <a:xfrm>
            <a:off x="6344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Cryo_12829">
            <a:extLst>
              <a:ext uri="{FF2B5EF4-FFF2-40B4-BE49-F238E27FC236}">
                <a16:creationId xmlns:a16="http://schemas.microsoft.com/office/drawing/2014/main" id="{390C4A1F-7504-4B69-9AC2-E81C5D788C62}"/>
              </a:ext>
            </a:extLst>
          </p:cNvPr>
          <p:cNvSpPr>
            <a:spLocks noGrp="1"/>
          </p:cNvSpPr>
          <p:nvPr/>
        </p:nvSpPr>
        <p:spPr>
          <a:xfrm>
            <a:off x="62146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Cryo_12830">
            <a:extLst>
              <a:ext uri="{FF2B5EF4-FFF2-40B4-BE49-F238E27FC236}">
                <a16:creationId xmlns:a16="http://schemas.microsoft.com/office/drawing/2014/main" id="{BEC6F3F8-E289-4D8C-B5A0-31962D58F93E}"/>
              </a:ext>
            </a:extLst>
          </p:cNvPr>
          <p:cNvSpPr>
            <a:spLocks noGrp="1"/>
          </p:cNvSpPr>
          <p:nvPr/>
        </p:nvSpPr>
        <p:spPr>
          <a:xfrm>
            <a:off x="6139185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Cryo_12831">
            <a:extLst>
              <a:ext uri="{FF2B5EF4-FFF2-40B4-BE49-F238E27FC236}">
                <a16:creationId xmlns:a16="http://schemas.microsoft.com/office/drawing/2014/main" id="{76A431C7-249E-4F99-B712-A01144F692BA}"/>
              </a:ext>
            </a:extLst>
          </p:cNvPr>
          <p:cNvSpPr>
            <a:spLocks noGrp="1"/>
          </p:cNvSpPr>
          <p:nvPr/>
        </p:nvSpPr>
        <p:spPr>
          <a:xfrm>
            <a:off x="628306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Cryo_12832">
            <a:extLst>
              <a:ext uri="{FF2B5EF4-FFF2-40B4-BE49-F238E27FC236}">
                <a16:creationId xmlns:a16="http://schemas.microsoft.com/office/drawing/2014/main" id="{8469D354-C392-487A-B698-3D287AB6C45F}"/>
              </a:ext>
            </a:extLst>
          </p:cNvPr>
          <p:cNvSpPr>
            <a:spLocks noGrp="1"/>
          </p:cNvSpPr>
          <p:nvPr/>
        </p:nvSpPr>
        <p:spPr>
          <a:xfrm>
            <a:off x="6296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Cryo_12833">
            <a:extLst>
              <a:ext uri="{FF2B5EF4-FFF2-40B4-BE49-F238E27FC236}">
                <a16:creationId xmlns:a16="http://schemas.microsoft.com/office/drawing/2014/main" id="{F58A7B92-8BF5-4F9E-816C-55943CF29590}"/>
              </a:ext>
            </a:extLst>
          </p:cNvPr>
          <p:cNvSpPr>
            <a:spLocks noGrp="1"/>
          </p:cNvSpPr>
          <p:nvPr/>
        </p:nvSpPr>
        <p:spPr>
          <a:xfrm>
            <a:off x="6321943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Cryo_12834">
            <a:extLst>
              <a:ext uri="{FF2B5EF4-FFF2-40B4-BE49-F238E27FC236}">
                <a16:creationId xmlns:a16="http://schemas.microsoft.com/office/drawing/2014/main" id="{EB881340-CECA-4718-9350-58700C15354F}"/>
              </a:ext>
            </a:extLst>
          </p:cNvPr>
          <p:cNvSpPr>
            <a:spLocks noGrp="1"/>
          </p:cNvSpPr>
          <p:nvPr/>
        </p:nvSpPr>
        <p:spPr>
          <a:xfrm>
            <a:off x="636387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Cryo_12835">
            <a:extLst>
              <a:ext uri="{FF2B5EF4-FFF2-40B4-BE49-F238E27FC236}">
                <a16:creationId xmlns:a16="http://schemas.microsoft.com/office/drawing/2014/main" id="{AEBC1914-D833-4F2D-8AA7-3466E0A51B3C}"/>
              </a:ext>
            </a:extLst>
          </p:cNvPr>
          <p:cNvSpPr>
            <a:spLocks noGrp="1"/>
          </p:cNvSpPr>
          <p:nvPr/>
        </p:nvSpPr>
        <p:spPr>
          <a:xfrm>
            <a:off x="634129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Cryo_12836">
            <a:extLst>
              <a:ext uri="{FF2B5EF4-FFF2-40B4-BE49-F238E27FC236}">
                <a16:creationId xmlns:a16="http://schemas.microsoft.com/office/drawing/2014/main" id="{77275FE6-459B-4DC9-BE92-F36956B2DD71}"/>
              </a:ext>
            </a:extLst>
          </p:cNvPr>
          <p:cNvSpPr>
            <a:spLocks noGrp="1"/>
          </p:cNvSpPr>
          <p:nvPr/>
        </p:nvSpPr>
        <p:spPr>
          <a:xfrm>
            <a:off x="635882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Cryo_12837">
            <a:extLst>
              <a:ext uri="{FF2B5EF4-FFF2-40B4-BE49-F238E27FC236}">
                <a16:creationId xmlns:a16="http://schemas.microsoft.com/office/drawing/2014/main" id="{E32BB7A9-0446-4961-B629-AD38D0B20D53}"/>
              </a:ext>
            </a:extLst>
          </p:cNvPr>
          <p:cNvSpPr>
            <a:spLocks noGrp="1"/>
          </p:cNvSpPr>
          <p:nvPr/>
        </p:nvSpPr>
        <p:spPr>
          <a:xfrm>
            <a:off x="6199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Cryo_12838">
            <a:extLst>
              <a:ext uri="{FF2B5EF4-FFF2-40B4-BE49-F238E27FC236}">
                <a16:creationId xmlns:a16="http://schemas.microsoft.com/office/drawing/2014/main" id="{5B934A9D-BAA1-4D69-B64B-886BA2D89653}"/>
              </a:ext>
            </a:extLst>
          </p:cNvPr>
          <p:cNvSpPr>
            <a:spLocks noGrp="1"/>
          </p:cNvSpPr>
          <p:nvPr/>
        </p:nvSpPr>
        <p:spPr>
          <a:xfrm>
            <a:off x="62631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Cryo_12839">
            <a:extLst>
              <a:ext uri="{FF2B5EF4-FFF2-40B4-BE49-F238E27FC236}">
                <a16:creationId xmlns:a16="http://schemas.microsoft.com/office/drawing/2014/main" id="{50B02769-602A-4D0F-882F-F13E1C09AA30}"/>
              </a:ext>
            </a:extLst>
          </p:cNvPr>
          <p:cNvSpPr>
            <a:spLocks noGrp="1"/>
          </p:cNvSpPr>
          <p:nvPr/>
        </p:nvSpPr>
        <p:spPr>
          <a:xfrm>
            <a:off x="636794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Cryo_12840">
            <a:extLst>
              <a:ext uri="{FF2B5EF4-FFF2-40B4-BE49-F238E27FC236}">
                <a16:creationId xmlns:a16="http://schemas.microsoft.com/office/drawing/2014/main" id="{FC809426-9969-4D55-A617-7C68BCE99B6A}"/>
              </a:ext>
            </a:extLst>
          </p:cNvPr>
          <p:cNvSpPr>
            <a:spLocks noGrp="1"/>
          </p:cNvSpPr>
          <p:nvPr/>
        </p:nvSpPr>
        <p:spPr>
          <a:xfrm>
            <a:off x="63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Cryo_12841">
            <a:extLst>
              <a:ext uri="{FF2B5EF4-FFF2-40B4-BE49-F238E27FC236}">
                <a16:creationId xmlns:a16="http://schemas.microsoft.com/office/drawing/2014/main" id="{31902254-5954-40FA-8FA8-5771A7D23872}"/>
              </a:ext>
            </a:extLst>
          </p:cNvPr>
          <p:cNvSpPr>
            <a:spLocks noGrp="1"/>
          </p:cNvSpPr>
          <p:nvPr/>
        </p:nvSpPr>
        <p:spPr>
          <a:xfrm>
            <a:off x="63057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Cryo_12842">
            <a:extLst>
              <a:ext uri="{FF2B5EF4-FFF2-40B4-BE49-F238E27FC236}">
                <a16:creationId xmlns:a16="http://schemas.microsoft.com/office/drawing/2014/main" id="{B3948906-B70D-4AF4-B68B-9C6A949D6053}"/>
              </a:ext>
            </a:extLst>
          </p:cNvPr>
          <p:cNvSpPr>
            <a:spLocks noGrp="1"/>
          </p:cNvSpPr>
          <p:nvPr/>
        </p:nvSpPr>
        <p:spPr>
          <a:xfrm>
            <a:off x="636257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Cryo_12843">
            <a:extLst>
              <a:ext uri="{FF2B5EF4-FFF2-40B4-BE49-F238E27FC236}">
                <a16:creationId xmlns:a16="http://schemas.microsoft.com/office/drawing/2014/main" id="{1F5B9739-EAD1-4D4B-B746-5807EB049D48}"/>
              </a:ext>
            </a:extLst>
          </p:cNvPr>
          <p:cNvSpPr>
            <a:spLocks noGrp="1"/>
          </p:cNvSpPr>
          <p:nvPr/>
        </p:nvSpPr>
        <p:spPr>
          <a:xfrm>
            <a:off x="6192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Cryo_12844">
            <a:extLst>
              <a:ext uri="{FF2B5EF4-FFF2-40B4-BE49-F238E27FC236}">
                <a16:creationId xmlns:a16="http://schemas.microsoft.com/office/drawing/2014/main" id="{6C795057-769A-4A96-B013-D94CBFE74AA7}"/>
              </a:ext>
            </a:extLst>
          </p:cNvPr>
          <p:cNvSpPr>
            <a:spLocks noGrp="1"/>
          </p:cNvSpPr>
          <p:nvPr/>
        </p:nvSpPr>
        <p:spPr>
          <a:xfrm>
            <a:off x="62801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Cryo_12845">
            <a:extLst>
              <a:ext uri="{FF2B5EF4-FFF2-40B4-BE49-F238E27FC236}">
                <a16:creationId xmlns:a16="http://schemas.microsoft.com/office/drawing/2014/main" id="{B82DDE7E-D356-463F-8561-31B7C1C06915}"/>
              </a:ext>
            </a:extLst>
          </p:cNvPr>
          <p:cNvSpPr>
            <a:spLocks noGrp="1"/>
          </p:cNvSpPr>
          <p:nvPr/>
        </p:nvSpPr>
        <p:spPr>
          <a:xfrm>
            <a:off x="6380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Cryo_12846">
            <a:extLst>
              <a:ext uri="{FF2B5EF4-FFF2-40B4-BE49-F238E27FC236}">
                <a16:creationId xmlns:a16="http://schemas.microsoft.com/office/drawing/2014/main" id="{D006ADBC-1734-44FF-9B7D-BC087B0352B9}"/>
              </a:ext>
            </a:extLst>
          </p:cNvPr>
          <p:cNvSpPr>
            <a:spLocks noGrp="1"/>
          </p:cNvSpPr>
          <p:nvPr/>
        </p:nvSpPr>
        <p:spPr>
          <a:xfrm>
            <a:off x="61796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Cryo_12847">
            <a:extLst>
              <a:ext uri="{FF2B5EF4-FFF2-40B4-BE49-F238E27FC236}">
                <a16:creationId xmlns:a16="http://schemas.microsoft.com/office/drawing/2014/main" id="{29BED82D-5F44-44B1-B0C9-71CC2EE20A94}"/>
              </a:ext>
            </a:extLst>
          </p:cNvPr>
          <p:cNvSpPr>
            <a:spLocks noGrp="1"/>
          </p:cNvSpPr>
          <p:nvPr/>
        </p:nvSpPr>
        <p:spPr>
          <a:xfrm>
            <a:off x="6297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Cryo_12848">
            <a:extLst>
              <a:ext uri="{FF2B5EF4-FFF2-40B4-BE49-F238E27FC236}">
                <a16:creationId xmlns:a16="http://schemas.microsoft.com/office/drawing/2014/main" id="{AA5A3718-7078-48CE-B057-2FD553C31231}"/>
              </a:ext>
            </a:extLst>
          </p:cNvPr>
          <p:cNvSpPr>
            <a:spLocks noGrp="1"/>
          </p:cNvSpPr>
          <p:nvPr/>
        </p:nvSpPr>
        <p:spPr>
          <a:xfrm>
            <a:off x="63664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Cryo_12849">
            <a:extLst>
              <a:ext uri="{FF2B5EF4-FFF2-40B4-BE49-F238E27FC236}">
                <a16:creationId xmlns:a16="http://schemas.microsoft.com/office/drawing/2014/main" id="{7A075AE0-8617-4AF5-A2FF-CFDE8C8EE091}"/>
              </a:ext>
            </a:extLst>
          </p:cNvPr>
          <p:cNvSpPr>
            <a:spLocks noGrp="1"/>
          </p:cNvSpPr>
          <p:nvPr/>
        </p:nvSpPr>
        <p:spPr>
          <a:xfrm>
            <a:off x="63472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Cryo_12850">
            <a:extLst>
              <a:ext uri="{FF2B5EF4-FFF2-40B4-BE49-F238E27FC236}">
                <a16:creationId xmlns:a16="http://schemas.microsoft.com/office/drawing/2014/main" id="{489F5A23-9288-4991-AC78-4F9BFED295D2}"/>
              </a:ext>
            </a:extLst>
          </p:cNvPr>
          <p:cNvSpPr>
            <a:spLocks noGrp="1"/>
          </p:cNvSpPr>
          <p:nvPr/>
        </p:nvSpPr>
        <p:spPr>
          <a:xfrm>
            <a:off x="6296860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Cryo_12851">
            <a:extLst>
              <a:ext uri="{FF2B5EF4-FFF2-40B4-BE49-F238E27FC236}">
                <a16:creationId xmlns:a16="http://schemas.microsoft.com/office/drawing/2014/main" id="{3A9A1E9E-D2E1-4FAA-85C1-B6C98960D49C}"/>
              </a:ext>
            </a:extLst>
          </p:cNvPr>
          <p:cNvSpPr>
            <a:spLocks noGrp="1"/>
          </p:cNvSpPr>
          <p:nvPr/>
        </p:nvSpPr>
        <p:spPr>
          <a:xfrm>
            <a:off x="619853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Cryo_12852">
            <a:extLst>
              <a:ext uri="{FF2B5EF4-FFF2-40B4-BE49-F238E27FC236}">
                <a16:creationId xmlns:a16="http://schemas.microsoft.com/office/drawing/2014/main" id="{0547C225-DFC1-4CC3-8B1E-C3CE23C84C24}"/>
              </a:ext>
            </a:extLst>
          </p:cNvPr>
          <p:cNvSpPr>
            <a:spLocks noGrp="1"/>
          </p:cNvSpPr>
          <p:nvPr/>
        </p:nvSpPr>
        <p:spPr>
          <a:xfrm>
            <a:off x="612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Cryo_12853">
            <a:extLst>
              <a:ext uri="{FF2B5EF4-FFF2-40B4-BE49-F238E27FC236}">
                <a16:creationId xmlns:a16="http://schemas.microsoft.com/office/drawing/2014/main" id="{16B5F209-5B69-4FB7-A219-541E356D9DED}"/>
              </a:ext>
            </a:extLst>
          </p:cNvPr>
          <p:cNvSpPr>
            <a:spLocks noGrp="1"/>
          </p:cNvSpPr>
          <p:nvPr/>
        </p:nvSpPr>
        <p:spPr>
          <a:xfrm>
            <a:off x="61670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Cryo_12854">
            <a:extLst>
              <a:ext uri="{FF2B5EF4-FFF2-40B4-BE49-F238E27FC236}">
                <a16:creationId xmlns:a16="http://schemas.microsoft.com/office/drawing/2014/main" id="{4E5CBC04-2855-497D-B9B4-A1170D88259C}"/>
              </a:ext>
            </a:extLst>
          </p:cNvPr>
          <p:cNvSpPr>
            <a:spLocks noGrp="1"/>
          </p:cNvSpPr>
          <p:nvPr/>
        </p:nvSpPr>
        <p:spPr>
          <a:xfrm>
            <a:off x="6153054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Cryo_12855">
            <a:extLst>
              <a:ext uri="{FF2B5EF4-FFF2-40B4-BE49-F238E27FC236}">
                <a16:creationId xmlns:a16="http://schemas.microsoft.com/office/drawing/2014/main" id="{94ECF524-2251-4F8B-A607-389307C4C03B}"/>
              </a:ext>
            </a:extLst>
          </p:cNvPr>
          <p:cNvSpPr>
            <a:spLocks noGrp="1"/>
          </p:cNvSpPr>
          <p:nvPr/>
        </p:nvSpPr>
        <p:spPr>
          <a:xfrm>
            <a:off x="62384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Cryo_12856">
            <a:extLst>
              <a:ext uri="{FF2B5EF4-FFF2-40B4-BE49-F238E27FC236}">
                <a16:creationId xmlns:a16="http://schemas.microsoft.com/office/drawing/2014/main" id="{4EDDD8BC-70FF-4E8E-A987-657D57512D0C}"/>
              </a:ext>
            </a:extLst>
          </p:cNvPr>
          <p:cNvSpPr>
            <a:spLocks noGrp="1"/>
          </p:cNvSpPr>
          <p:nvPr/>
        </p:nvSpPr>
        <p:spPr>
          <a:xfrm>
            <a:off x="63439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Cryo_12857">
            <a:extLst>
              <a:ext uri="{FF2B5EF4-FFF2-40B4-BE49-F238E27FC236}">
                <a16:creationId xmlns:a16="http://schemas.microsoft.com/office/drawing/2014/main" id="{F5F9DB7D-CBE2-4C3E-8857-876D7D04178F}"/>
              </a:ext>
            </a:extLst>
          </p:cNvPr>
          <p:cNvSpPr>
            <a:spLocks noGrp="1"/>
          </p:cNvSpPr>
          <p:nvPr/>
        </p:nvSpPr>
        <p:spPr>
          <a:xfrm>
            <a:off x="621925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Cryo_12858">
            <a:extLst>
              <a:ext uri="{FF2B5EF4-FFF2-40B4-BE49-F238E27FC236}">
                <a16:creationId xmlns:a16="http://schemas.microsoft.com/office/drawing/2014/main" id="{19372F9C-3F51-45B9-BCD4-5DF2EAB4CD83}"/>
              </a:ext>
            </a:extLst>
          </p:cNvPr>
          <p:cNvSpPr>
            <a:spLocks noGrp="1"/>
          </p:cNvSpPr>
          <p:nvPr/>
        </p:nvSpPr>
        <p:spPr>
          <a:xfrm>
            <a:off x="62427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Cryo_12859">
            <a:extLst>
              <a:ext uri="{FF2B5EF4-FFF2-40B4-BE49-F238E27FC236}">
                <a16:creationId xmlns:a16="http://schemas.microsoft.com/office/drawing/2014/main" id="{0CEFD2A4-6D79-4A98-A30F-F8A42522050F}"/>
              </a:ext>
            </a:extLst>
          </p:cNvPr>
          <p:cNvSpPr>
            <a:spLocks noGrp="1"/>
          </p:cNvSpPr>
          <p:nvPr/>
        </p:nvSpPr>
        <p:spPr>
          <a:xfrm>
            <a:off x="62625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Cryo_12860">
            <a:extLst>
              <a:ext uri="{FF2B5EF4-FFF2-40B4-BE49-F238E27FC236}">
                <a16:creationId xmlns:a16="http://schemas.microsoft.com/office/drawing/2014/main" id="{12D9CDB0-2EE1-4435-B88D-68F664C73C77}"/>
              </a:ext>
            </a:extLst>
          </p:cNvPr>
          <p:cNvSpPr>
            <a:spLocks noGrp="1"/>
          </p:cNvSpPr>
          <p:nvPr/>
        </p:nvSpPr>
        <p:spPr>
          <a:xfrm>
            <a:off x="61981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Cryo_12861">
            <a:extLst>
              <a:ext uri="{FF2B5EF4-FFF2-40B4-BE49-F238E27FC236}">
                <a16:creationId xmlns:a16="http://schemas.microsoft.com/office/drawing/2014/main" id="{338D2B78-0E38-42A7-BAF8-6EC4F735BA31}"/>
              </a:ext>
            </a:extLst>
          </p:cNvPr>
          <p:cNvSpPr>
            <a:spLocks noGrp="1"/>
          </p:cNvSpPr>
          <p:nvPr/>
        </p:nvSpPr>
        <p:spPr>
          <a:xfrm>
            <a:off x="61773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Cryo_12862">
            <a:extLst>
              <a:ext uri="{FF2B5EF4-FFF2-40B4-BE49-F238E27FC236}">
                <a16:creationId xmlns:a16="http://schemas.microsoft.com/office/drawing/2014/main" id="{6702F095-022E-469F-8AD4-16F55DF5C0BE}"/>
              </a:ext>
            </a:extLst>
          </p:cNvPr>
          <p:cNvSpPr>
            <a:spLocks noGrp="1"/>
          </p:cNvSpPr>
          <p:nvPr/>
        </p:nvSpPr>
        <p:spPr>
          <a:xfrm>
            <a:off x="61700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Cryo_12863">
            <a:extLst>
              <a:ext uri="{FF2B5EF4-FFF2-40B4-BE49-F238E27FC236}">
                <a16:creationId xmlns:a16="http://schemas.microsoft.com/office/drawing/2014/main" id="{B9BF2E93-626C-42AA-9939-624DD0EF39D0}"/>
              </a:ext>
            </a:extLst>
          </p:cNvPr>
          <p:cNvSpPr>
            <a:spLocks noGrp="1"/>
          </p:cNvSpPr>
          <p:nvPr/>
        </p:nvSpPr>
        <p:spPr>
          <a:xfrm>
            <a:off x="6194219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Cryo_12864">
            <a:extLst>
              <a:ext uri="{FF2B5EF4-FFF2-40B4-BE49-F238E27FC236}">
                <a16:creationId xmlns:a16="http://schemas.microsoft.com/office/drawing/2014/main" id="{2ECC840B-C76B-4E64-9CDD-2136F1AE0EAC}"/>
              </a:ext>
            </a:extLst>
          </p:cNvPr>
          <p:cNvSpPr>
            <a:spLocks noGrp="1"/>
          </p:cNvSpPr>
          <p:nvPr/>
        </p:nvSpPr>
        <p:spPr>
          <a:xfrm>
            <a:off x="6320206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Cryo_12865">
            <a:extLst>
              <a:ext uri="{FF2B5EF4-FFF2-40B4-BE49-F238E27FC236}">
                <a16:creationId xmlns:a16="http://schemas.microsoft.com/office/drawing/2014/main" id="{8B22FFCE-69E3-40D2-A5F3-F4F0F44EAFD0}"/>
              </a:ext>
            </a:extLst>
          </p:cNvPr>
          <p:cNvSpPr>
            <a:spLocks noGrp="1"/>
          </p:cNvSpPr>
          <p:nvPr/>
        </p:nvSpPr>
        <p:spPr>
          <a:xfrm>
            <a:off x="6301090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Cryo_12866">
            <a:extLst>
              <a:ext uri="{FF2B5EF4-FFF2-40B4-BE49-F238E27FC236}">
                <a16:creationId xmlns:a16="http://schemas.microsoft.com/office/drawing/2014/main" id="{EEE24576-956B-4A15-87C2-8E8CBB6C485E}"/>
              </a:ext>
            </a:extLst>
          </p:cNvPr>
          <p:cNvSpPr>
            <a:spLocks noGrp="1"/>
          </p:cNvSpPr>
          <p:nvPr/>
        </p:nvSpPr>
        <p:spPr>
          <a:xfrm>
            <a:off x="6131746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Cryo_12867">
            <a:extLst>
              <a:ext uri="{FF2B5EF4-FFF2-40B4-BE49-F238E27FC236}">
                <a16:creationId xmlns:a16="http://schemas.microsoft.com/office/drawing/2014/main" id="{6ED5D830-4F0E-414A-98CA-6F120156B5F8}"/>
              </a:ext>
            </a:extLst>
          </p:cNvPr>
          <p:cNvSpPr>
            <a:spLocks noGrp="1"/>
          </p:cNvSpPr>
          <p:nvPr/>
        </p:nvSpPr>
        <p:spPr>
          <a:xfrm>
            <a:off x="620214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Cryo_12868">
            <a:extLst>
              <a:ext uri="{FF2B5EF4-FFF2-40B4-BE49-F238E27FC236}">
                <a16:creationId xmlns:a16="http://schemas.microsoft.com/office/drawing/2014/main" id="{F327F8D8-8D92-4792-9556-9C91275889A0}"/>
              </a:ext>
            </a:extLst>
          </p:cNvPr>
          <p:cNvSpPr>
            <a:spLocks noGrp="1"/>
          </p:cNvSpPr>
          <p:nvPr/>
        </p:nvSpPr>
        <p:spPr>
          <a:xfrm>
            <a:off x="6211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Cryo_12869">
            <a:extLst>
              <a:ext uri="{FF2B5EF4-FFF2-40B4-BE49-F238E27FC236}">
                <a16:creationId xmlns:a16="http://schemas.microsoft.com/office/drawing/2014/main" id="{831F389A-354E-4237-8E20-11998FBDEDF7}"/>
              </a:ext>
            </a:extLst>
          </p:cNvPr>
          <p:cNvSpPr>
            <a:spLocks noGrp="1"/>
          </p:cNvSpPr>
          <p:nvPr/>
        </p:nvSpPr>
        <p:spPr>
          <a:xfrm>
            <a:off x="6360799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Cryo_12870">
            <a:extLst>
              <a:ext uri="{FF2B5EF4-FFF2-40B4-BE49-F238E27FC236}">
                <a16:creationId xmlns:a16="http://schemas.microsoft.com/office/drawing/2014/main" id="{91167498-6834-4B31-931D-486A0E27FBD3}"/>
              </a:ext>
            </a:extLst>
          </p:cNvPr>
          <p:cNvSpPr>
            <a:spLocks noGrp="1"/>
          </p:cNvSpPr>
          <p:nvPr/>
        </p:nvSpPr>
        <p:spPr>
          <a:xfrm>
            <a:off x="61916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Cryo_12871">
            <a:extLst>
              <a:ext uri="{FF2B5EF4-FFF2-40B4-BE49-F238E27FC236}">
                <a16:creationId xmlns:a16="http://schemas.microsoft.com/office/drawing/2014/main" id="{EE9F51C6-276C-496B-A49C-C494EF77709A}"/>
              </a:ext>
            </a:extLst>
          </p:cNvPr>
          <p:cNvSpPr>
            <a:spLocks noGrp="1"/>
          </p:cNvSpPr>
          <p:nvPr/>
        </p:nvSpPr>
        <p:spPr>
          <a:xfrm>
            <a:off x="633920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Cryo_12872">
            <a:extLst>
              <a:ext uri="{FF2B5EF4-FFF2-40B4-BE49-F238E27FC236}">
                <a16:creationId xmlns:a16="http://schemas.microsoft.com/office/drawing/2014/main" id="{E770785F-23EB-4DBA-AF85-0158966CEDA4}"/>
              </a:ext>
            </a:extLst>
          </p:cNvPr>
          <p:cNvSpPr>
            <a:spLocks noGrp="1"/>
          </p:cNvSpPr>
          <p:nvPr/>
        </p:nvSpPr>
        <p:spPr>
          <a:xfrm>
            <a:off x="6212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Cryo_12873">
            <a:extLst>
              <a:ext uri="{FF2B5EF4-FFF2-40B4-BE49-F238E27FC236}">
                <a16:creationId xmlns:a16="http://schemas.microsoft.com/office/drawing/2014/main" id="{3730BED6-7896-49E3-955E-8D628E328D45}"/>
              </a:ext>
            </a:extLst>
          </p:cNvPr>
          <p:cNvSpPr>
            <a:spLocks noGrp="1"/>
          </p:cNvSpPr>
          <p:nvPr/>
        </p:nvSpPr>
        <p:spPr>
          <a:xfrm>
            <a:off x="61609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Cryo_12874">
            <a:extLst>
              <a:ext uri="{FF2B5EF4-FFF2-40B4-BE49-F238E27FC236}">
                <a16:creationId xmlns:a16="http://schemas.microsoft.com/office/drawing/2014/main" id="{6141014B-73D4-4BA0-A8D1-D965C0B6F030}"/>
              </a:ext>
            </a:extLst>
          </p:cNvPr>
          <p:cNvSpPr>
            <a:spLocks noGrp="1"/>
          </p:cNvSpPr>
          <p:nvPr/>
        </p:nvSpPr>
        <p:spPr>
          <a:xfrm>
            <a:off x="6236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Cryo_12875">
            <a:extLst>
              <a:ext uri="{FF2B5EF4-FFF2-40B4-BE49-F238E27FC236}">
                <a16:creationId xmlns:a16="http://schemas.microsoft.com/office/drawing/2014/main" id="{CDE627E9-01BC-404C-8251-B45FEF84D974}"/>
              </a:ext>
            </a:extLst>
          </p:cNvPr>
          <p:cNvSpPr>
            <a:spLocks noGrp="1"/>
          </p:cNvSpPr>
          <p:nvPr/>
        </p:nvSpPr>
        <p:spPr>
          <a:xfrm>
            <a:off x="633247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Cryo_12876">
            <a:extLst>
              <a:ext uri="{FF2B5EF4-FFF2-40B4-BE49-F238E27FC236}">
                <a16:creationId xmlns:a16="http://schemas.microsoft.com/office/drawing/2014/main" id="{EB0DEBD0-F384-4860-9334-77313F2530E6}"/>
              </a:ext>
            </a:extLst>
          </p:cNvPr>
          <p:cNvSpPr>
            <a:spLocks noGrp="1"/>
          </p:cNvSpPr>
          <p:nvPr/>
        </p:nvSpPr>
        <p:spPr>
          <a:xfrm>
            <a:off x="627330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Cryo_12877">
            <a:extLst>
              <a:ext uri="{FF2B5EF4-FFF2-40B4-BE49-F238E27FC236}">
                <a16:creationId xmlns:a16="http://schemas.microsoft.com/office/drawing/2014/main" id="{C41DDF87-7406-4E6C-BCD4-E67501B87229}"/>
              </a:ext>
            </a:extLst>
          </p:cNvPr>
          <p:cNvSpPr>
            <a:spLocks noGrp="1"/>
          </p:cNvSpPr>
          <p:nvPr/>
        </p:nvSpPr>
        <p:spPr>
          <a:xfrm>
            <a:off x="612907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Cryo_12878">
            <a:extLst>
              <a:ext uri="{FF2B5EF4-FFF2-40B4-BE49-F238E27FC236}">
                <a16:creationId xmlns:a16="http://schemas.microsoft.com/office/drawing/2014/main" id="{9EC9AF9E-F5BD-407A-8DE7-54B296A58435}"/>
              </a:ext>
            </a:extLst>
          </p:cNvPr>
          <p:cNvSpPr>
            <a:spLocks noGrp="1"/>
          </p:cNvSpPr>
          <p:nvPr/>
        </p:nvSpPr>
        <p:spPr>
          <a:xfrm>
            <a:off x="62698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Cryo_12879">
            <a:extLst>
              <a:ext uri="{FF2B5EF4-FFF2-40B4-BE49-F238E27FC236}">
                <a16:creationId xmlns:a16="http://schemas.microsoft.com/office/drawing/2014/main" id="{4C653B05-574D-4FEC-92DE-4FD3248E8336}"/>
              </a:ext>
            </a:extLst>
          </p:cNvPr>
          <p:cNvSpPr>
            <a:spLocks noGrp="1"/>
          </p:cNvSpPr>
          <p:nvPr/>
        </p:nvSpPr>
        <p:spPr>
          <a:xfrm>
            <a:off x="6235439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Cryo_12880">
            <a:extLst>
              <a:ext uri="{FF2B5EF4-FFF2-40B4-BE49-F238E27FC236}">
                <a16:creationId xmlns:a16="http://schemas.microsoft.com/office/drawing/2014/main" id="{45D5B890-AA2E-4388-9E7A-98CB5A066706}"/>
              </a:ext>
            </a:extLst>
          </p:cNvPr>
          <p:cNvSpPr>
            <a:spLocks noGrp="1"/>
          </p:cNvSpPr>
          <p:nvPr/>
        </p:nvSpPr>
        <p:spPr>
          <a:xfrm>
            <a:off x="622336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Cryo_12881">
            <a:extLst>
              <a:ext uri="{FF2B5EF4-FFF2-40B4-BE49-F238E27FC236}">
                <a16:creationId xmlns:a16="http://schemas.microsoft.com/office/drawing/2014/main" id="{4590DF3E-27B8-42D6-BCF2-9457F5194C9E}"/>
              </a:ext>
            </a:extLst>
          </p:cNvPr>
          <p:cNvSpPr>
            <a:spLocks noGrp="1"/>
          </p:cNvSpPr>
          <p:nvPr/>
        </p:nvSpPr>
        <p:spPr>
          <a:xfrm>
            <a:off x="62458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Cryo_12882">
            <a:extLst>
              <a:ext uri="{FF2B5EF4-FFF2-40B4-BE49-F238E27FC236}">
                <a16:creationId xmlns:a16="http://schemas.microsoft.com/office/drawing/2014/main" id="{79D92A85-0E7B-4B8A-B134-FDC5085A00CF}"/>
              </a:ext>
            </a:extLst>
          </p:cNvPr>
          <p:cNvSpPr>
            <a:spLocks noGrp="1"/>
          </p:cNvSpPr>
          <p:nvPr/>
        </p:nvSpPr>
        <p:spPr>
          <a:xfrm>
            <a:off x="6157927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Cryo_12883">
            <a:extLst>
              <a:ext uri="{FF2B5EF4-FFF2-40B4-BE49-F238E27FC236}">
                <a16:creationId xmlns:a16="http://schemas.microsoft.com/office/drawing/2014/main" id="{07A72392-76A6-431C-9503-9CA74A44CE7E}"/>
              </a:ext>
            </a:extLst>
          </p:cNvPr>
          <p:cNvSpPr>
            <a:spLocks noGrp="1"/>
          </p:cNvSpPr>
          <p:nvPr/>
        </p:nvSpPr>
        <p:spPr>
          <a:xfrm>
            <a:off x="63479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Cryo_12884">
            <a:extLst>
              <a:ext uri="{FF2B5EF4-FFF2-40B4-BE49-F238E27FC236}">
                <a16:creationId xmlns:a16="http://schemas.microsoft.com/office/drawing/2014/main" id="{9A52CE59-F9B9-45C3-AF90-B70CECF973CC}"/>
              </a:ext>
            </a:extLst>
          </p:cNvPr>
          <p:cNvSpPr>
            <a:spLocks noGrp="1"/>
          </p:cNvSpPr>
          <p:nvPr/>
        </p:nvSpPr>
        <p:spPr>
          <a:xfrm>
            <a:off x="627428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Cryo_12885">
            <a:extLst>
              <a:ext uri="{FF2B5EF4-FFF2-40B4-BE49-F238E27FC236}">
                <a16:creationId xmlns:a16="http://schemas.microsoft.com/office/drawing/2014/main" id="{7864CCBA-6CB4-4302-998D-2A709EA9D7D5}"/>
              </a:ext>
            </a:extLst>
          </p:cNvPr>
          <p:cNvSpPr>
            <a:spLocks noGrp="1"/>
          </p:cNvSpPr>
          <p:nvPr/>
        </p:nvSpPr>
        <p:spPr>
          <a:xfrm>
            <a:off x="6200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Cryo_12886">
            <a:extLst>
              <a:ext uri="{FF2B5EF4-FFF2-40B4-BE49-F238E27FC236}">
                <a16:creationId xmlns:a16="http://schemas.microsoft.com/office/drawing/2014/main" id="{BD0D2514-62B9-4161-9990-B93B0CDDEE43}"/>
              </a:ext>
            </a:extLst>
          </p:cNvPr>
          <p:cNvSpPr>
            <a:spLocks noGrp="1"/>
          </p:cNvSpPr>
          <p:nvPr/>
        </p:nvSpPr>
        <p:spPr>
          <a:xfrm>
            <a:off x="63000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Cryo_12887">
            <a:extLst>
              <a:ext uri="{FF2B5EF4-FFF2-40B4-BE49-F238E27FC236}">
                <a16:creationId xmlns:a16="http://schemas.microsoft.com/office/drawing/2014/main" id="{4A035F5E-8EB5-49F3-B9DF-4E8395B6B08E}"/>
              </a:ext>
            </a:extLst>
          </p:cNvPr>
          <p:cNvSpPr>
            <a:spLocks noGrp="1"/>
          </p:cNvSpPr>
          <p:nvPr/>
        </p:nvSpPr>
        <p:spPr>
          <a:xfrm>
            <a:off x="61766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Cryo_12888">
            <a:extLst>
              <a:ext uri="{FF2B5EF4-FFF2-40B4-BE49-F238E27FC236}">
                <a16:creationId xmlns:a16="http://schemas.microsoft.com/office/drawing/2014/main" id="{7553B0AE-68AC-4381-B057-E86519A70255}"/>
              </a:ext>
            </a:extLst>
          </p:cNvPr>
          <p:cNvSpPr>
            <a:spLocks noGrp="1"/>
          </p:cNvSpPr>
          <p:nvPr/>
        </p:nvSpPr>
        <p:spPr>
          <a:xfrm>
            <a:off x="62839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Cryo_12889">
            <a:extLst>
              <a:ext uri="{FF2B5EF4-FFF2-40B4-BE49-F238E27FC236}">
                <a16:creationId xmlns:a16="http://schemas.microsoft.com/office/drawing/2014/main" id="{C0498965-6B9A-455B-9FA0-D0D14044E935}"/>
              </a:ext>
            </a:extLst>
          </p:cNvPr>
          <p:cNvSpPr>
            <a:spLocks noGrp="1"/>
          </p:cNvSpPr>
          <p:nvPr/>
        </p:nvSpPr>
        <p:spPr>
          <a:xfrm>
            <a:off x="63504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Cryo_12890">
            <a:extLst>
              <a:ext uri="{FF2B5EF4-FFF2-40B4-BE49-F238E27FC236}">
                <a16:creationId xmlns:a16="http://schemas.microsoft.com/office/drawing/2014/main" id="{8BE4A992-B9F9-406E-950B-194E630116DA}"/>
              </a:ext>
            </a:extLst>
          </p:cNvPr>
          <p:cNvSpPr>
            <a:spLocks noGrp="1"/>
          </p:cNvSpPr>
          <p:nvPr/>
        </p:nvSpPr>
        <p:spPr>
          <a:xfrm>
            <a:off x="6295969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Cryo_12891">
            <a:extLst>
              <a:ext uri="{FF2B5EF4-FFF2-40B4-BE49-F238E27FC236}">
                <a16:creationId xmlns:a16="http://schemas.microsoft.com/office/drawing/2014/main" id="{5B4752C4-7702-4571-A320-B13FCBC39CC3}"/>
              </a:ext>
            </a:extLst>
          </p:cNvPr>
          <p:cNvSpPr>
            <a:spLocks noGrp="1"/>
          </p:cNvSpPr>
          <p:nvPr/>
        </p:nvSpPr>
        <p:spPr>
          <a:xfrm>
            <a:off x="617491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Cryo_12892">
            <a:extLst>
              <a:ext uri="{FF2B5EF4-FFF2-40B4-BE49-F238E27FC236}">
                <a16:creationId xmlns:a16="http://schemas.microsoft.com/office/drawing/2014/main" id="{50ACA2FF-5E9C-4D37-BC38-3B0F214B90A9}"/>
              </a:ext>
            </a:extLst>
          </p:cNvPr>
          <p:cNvSpPr>
            <a:spLocks noGrp="1"/>
          </p:cNvSpPr>
          <p:nvPr/>
        </p:nvSpPr>
        <p:spPr>
          <a:xfrm>
            <a:off x="62065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Cryo_12893">
            <a:extLst>
              <a:ext uri="{FF2B5EF4-FFF2-40B4-BE49-F238E27FC236}">
                <a16:creationId xmlns:a16="http://schemas.microsoft.com/office/drawing/2014/main" id="{FCFD4D38-471C-4374-ACCF-8AB05248AC31}"/>
              </a:ext>
            </a:extLst>
          </p:cNvPr>
          <p:cNvSpPr>
            <a:spLocks noGrp="1"/>
          </p:cNvSpPr>
          <p:nvPr/>
        </p:nvSpPr>
        <p:spPr>
          <a:xfrm>
            <a:off x="631293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Cryo_12894">
            <a:extLst>
              <a:ext uri="{FF2B5EF4-FFF2-40B4-BE49-F238E27FC236}">
                <a16:creationId xmlns:a16="http://schemas.microsoft.com/office/drawing/2014/main" id="{DDFC1942-0B4F-4C17-B660-E8B1EC19B0FB}"/>
              </a:ext>
            </a:extLst>
          </p:cNvPr>
          <p:cNvSpPr>
            <a:spLocks noGrp="1"/>
          </p:cNvSpPr>
          <p:nvPr/>
        </p:nvSpPr>
        <p:spPr>
          <a:xfrm>
            <a:off x="613384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Cryo_12895">
            <a:extLst>
              <a:ext uri="{FF2B5EF4-FFF2-40B4-BE49-F238E27FC236}">
                <a16:creationId xmlns:a16="http://schemas.microsoft.com/office/drawing/2014/main" id="{A4A103F3-5B34-48AE-A2DC-5CBFB63EF45C}"/>
              </a:ext>
            </a:extLst>
          </p:cNvPr>
          <p:cNvSpPr>
            <a:spLocks noGrp="1"/>
          </p:cNvSpPr>
          <p:nvPr/>
        </p:nvSpPr>
        <p:spPr>
          <a:xfrm>
            <a:off x="6350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Cryo_12896">
            <a:extLst>
              <a:ext uri="{FF2B5EF4-FFF2-40B4-BE49-F238E27FC236}">
                <a16:creationId xmlns:a16="http://schemas.microsoft.com/office/drawing/2014/main" id="{EBB7A8E4-8C56-4563-AF11-ED4AC7ED6120}"/>
              </a:ext>
            </a:extLst>
          </p:cNvPr>
          <p:cNvSpPr>
            <a:spLocks noGrp="1"/>
          </p:cNvSpPr>
          <p:nvPr/>
        </p:nvSpPr>
        <p:spPr>
          <a:xfrm>
            <a:off x="6380534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Cryo_12897">
            <a:extLst>
              <a:ext uri="{FF2B5EF4-FFF2-40B4-BE49-F238E27FC236}">
                <a16:creationId xmlns:a16="http://schemas.microsoft.com/office/drawing/2014/main" id="{6B20631F-0916-479D-B334-C20AEBC2D9C2}"/>
              </a:ext>
            </a:extLst>
          </p:cNvPr>
          <p:cNvSpPr>
            <a:spLocks noGrp="1"/>
          </p:cNvSpPr>
          <p:nvPr/>
        </p:nvSpPr>
        <p:spPr>
          <a:xfrm>
            <a:off x="619748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Cryo_12898">
            <a:extLst>
              <a:ext uri="{FF2B5EF4-FFF2-40B4-BE49-F238E27FC236}">
                <a16:creationId xmlns:a16="http://schemas.microsoft.com/office/drawing/2014/main" id="{892F28BF-6B0A-4709-AB48-201B06BADEA5}"/>
              </a:ext>
            </a:extLst>
          </p:cNvPr>
          <p:cNvSpPr>
            <a:spLocks noGrp="1"/>
          </p:cNvSpPr>
          <p:nvPr/>
        </p:nvSpPr>
        <p:spPr>
          <a:xfrm>
            <a:off x="6374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Cryo_12899">
            <a:extLst>
              <a:ext uri="{FF2B5EF4-FFF2-40B4-BE49-F238E27FC236}">
                <a16:creationId xmlns:a16="http://schemas.microsoft.com/office/drawing/2014/main" id="{1B8316FC-4FD5-440D-8954-BFDC71A6527D}"/>
              </a:ext>
            </a:extLst>
          </p:cNvPr>
          <p:cNvSpPr>
            <a:spLocks noGrp="1"/>
          </p:cNvSpPr>
          <p:nvPr/>
        </p:nvSpPr>
        <p:spPr>
          <a:xfrm>
            <a:off x="62805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Cryo_12900">
            <a:extLst>
              <a:ext uri="{FF2B5EF4-FFF2-40B4-BE49-F238E27FC236}">
                <a16:creationId xmlns:a16="http://schemas.microsoft.com/office/drawing/2014/main" id="{159616C3-BD14-473F-AB79-53A436542002}"/>
              </a:ext>
            </a:extLst>
          </p:cNvPr>
          <p:cNvSpPr>
            <a:spLocks noGrp="1"/>
          </p:cNvSpPr>
          <p:nvPr/>
        </p:nvSpPr>
        <p:spPr>
          <a:xfrm>
            <a:off x="6365164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Cryo_12901">
            <a:extLst>
              <a:ext uri="{FF2B5EF4-FFF2-40B4-BE49-F238E27FC236}">
                <a16:creationId xmlns:a16="http://schemas.microsoft.com/office/drawing/2014/main" id="{6149FC4F-BCEC-4DE7-B867-BB4D959656C6}"/>
              </a:ext>
            </a:extLst>
          </p:cNvPr>
          <p:cNvSpPr>
            <a:spLocks noGrp="1"/>
          </p:cNvSpPr>
          <p:nvPr/>
        </p:nvSpPr>
        <p:spPr>
          <a:xfrm>
            <a:off x="61875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Cryo_12902">
            <a:extLst>
              <a:ext uri="{FF2B5EF4-FFF2-40B4-BE49-F238E27FC236}">
                <a16:creationId xmlns:a16="http://schemas.microsoft.com/office/drawing/2014/main" id="{8039B80E-651D-433E-8C72-85188E9EAC63}"/>
              </a:ext>
            </a:extLst>
          </p:cNvPr>
          <p:cNvSpPr>
            <a:spLocks noGrp="1"/>
          </p:cNvSpPr>
          <p:nvPr/>
        </p:nvSpPr>
        <p:spPr>
          <a:xfrm>
            <a:off x="633536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Cryo_12903">
            <a:extLst>
              <a:ext uri="{FF2B5EF4-FFF2-40B4-BE49-F238E27FC236}">
                <a16:creationId xmlns:a16="http://schemas.microsoft.com/office/drawing/2014/main" id="{9ABA1E68-0697-4A77-8103-CAC9C86919B7}"/>
              </a:ext>
            </a:extLst>
          </p:cNvPr>
          <p:cNvSpPr>
            <a:spLocks noGrp="1"/>
          </p:cNvSpPr>
          <p:nvPr/>
        </p:nvSpPr>
        <p:spPr>
          <a:xfrm>
            <a:off x="62322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Cryo_12904">
            <a:extLst>
              <a:ext uri="{FF2B5EF4-FFF2-40B4-BE49-F238E27FC236}">
                <a16:creationId xmlns:a16="http://schemas.microsoft.com/office/drawing/2014/main" id="{C620A194-1364-44B0-AF8E-1D25E0811236}"/>
              </a:ext>
            </a:extLst>
          </p:cNvPr>
          <p:cNvSpPr>
            <a:spLocks noGrp="1"/>
          </p:cNvSpPr>
          <p:nvPr/>
        </p:nvSpPr>
        <p:spPr>
          <a:xfrm>
            <a:off x="6330765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Cryo_12905">
            <a:extLst>
              <a:ext uri="{FF2B5EF4-FFF2-40B4-BE49-F238E27FC236}">
                <a16:creationId xmlns:a16="http://schemas.microsoft.com/office/drawing/2014/main" id="{DF5A39FA-63E4-4596-94F3-B2CD03B4EBEE}"/>
              </a:ext>
            </a:extLst>
          </p:cNvPr>
          <p:cNvSpPr>
            <a:spLocks noGrp="1"/>
          </p:cNvSpPr>
          <p:nvPr/>
        </p:nvSpPr>
        <p:spPr>
          <a:xfrm>
            <a:off x="6236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Cryo_12906">
            <a:extLst>
              <a:ext uri="{FF2B5EF4-FFF2-40B4-BE49-F238E27FC236}">
                <a16:creationId xmlns:a16="http://schemas.microsoft.com/office/drawing/2014/main" id="{C412C4A6-FEDD-4F5F-A921-AA93D60F0A1C}"/>
              </a:ext>
            </a:extLst>
          </p:cNvPr>
          <p:cNvSpPr>
            <a:spLocks noGrp="1"/>
          </p:cNvSpPr>
          <p:nvPr/>
        </p:nvSpPr>
        <p:spPr>
          <a:xfrm>
            <a:off x="63052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Cryo_12907">
            <a:extLst>
              <a:ext uri="{FF2B5EF4-FFF2-40B4-BE49-F238E27FC236}">
                <a16:creationId xmlns:a16="http://schemas.microsoft.com/office/drawing/2014/main" id="{F0F9198D-9C95-40EF-A8D4-D97E45137620}"/>
              </a:ext>
            </a:extLst>
          </p:cNvPr>
          <p:cNvSpPr>
            <a:spLocks noGrp="1"/>
          </p:cNvSpPr>
          <p:nvPr/>
        </p:nvSpPr>
        <p:spPr>
          <a:xfrm>
            <a:off x="61943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Cryo_12908">
            <a:extLst>
              <a:ext uri="{FF2B5EF4-FFF2-40B4-BE49-F238E27FC236}">
                <a16:creationId xmlns:a16="http://schemas.microsoft.com/office/drawing/2014/main" id="{33FB545F-350C-413E-B71E-31513895C577}"/>
              </a:ext>
            </a:extLst>
          </p:cNvPr>
          <p:cNvSpPr>
            <a:spLocks noGrp="1"/>
          </p:cNvSpPr>
          <p:nvPr/>
        </p:nvSpPr>
        <p:spPr>
          <a:xfrm>
            <a:off x="6316144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Cryo_12909">
            <a:extLst>
              <a:ext uri="{FF2B5EF4-FFF2-40B4-BE49-F238E27FC236}">
                <a16:creationId xmlns:a16="http://schemas.microsoft.com/office/drawing/2014/main" id="{8EEA36C3-5443-46A9-8294-830AD8BD69A8}"/>
              </a:ext>
            </a:extLst>
          </p:cNvPr>
          <p:cNvSpPr>
            <a:spLocks noGrp="1"/>
          </p:cNvSpPr>
          <p:nvPr/>
        </p:nvSpPr>
        <p:spPr>
          <a:xfrm>
            <a:off x="63122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Cryo_12910">
            <a:extLst>
              <a:ext uri="{FF2B5EF4-FFF2-40B4-BE49-F238E27FC236}">
                <a16:creationId xmlns:a16="http://schemas.microsoft.com/office/drawing/2014/main" id="{FD6D07C2-E7FF-43CD-8CEE-1B7D5AE8428B}"/>
              </a:ext>
            </a:extLst>
          </p:cNvPr>
          <p:cNvSpPr>
            <a:spLocks noGrp="1"/>
          </p:cNvSpPr>
          <p:nvPr/>
        </p:nvSpPr>
        <p:spPr>
          <a:xfrm>
            <a:off x="620215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Cryo_12911">
            <a:extLst>
              <a:ext uri="{FF2B5EF4-FFF2-40B4-BE49-F238E27FC236}">
                <a16:creationId xmlns:a16="http://schemas.microsoft.com/office/drawing/2014/main" id="{E092437F-482D-4962-94DB-5899E705DA91}"/>
              </a:ext>
            </a:extLst>
          </p:cNvPr>
          <p:cNvSpPr>
            <a:spLocks noGrp="1"/>
          </p:cNvSpPr>
          <p:nvPr/>
        </p:nvSpPr>
        <p:spPr>
          <a:xfrm>
            <a:off x="624627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Cryo_12912">
            <a:extLst>
              <a:ext uri="{FF2B5EF4-FFF2-40B4-BE49-F238E27FC236}">
                <a16:creationId xmlns:a16="http://schemas.microsoft.com/office/drawing/2014/main" id="{32755614-2C99-4FFB-AA2D-FD4AAD03E3EF}"/>
              </a:ext>
            </a:extLst>
          </p:cNvPr>
          <p:cNvSpPr>
            <a:spLocks noGrp="1"/>
          </p:cNvSpPr>
          <p:nvPr/>
        </p:nvSpPr>
        <p:spPr>
          <a:xfrm>
            <a:off x="625630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Cryo_12913">
            <a:extLst>
              <a:ext uri="{FF2B5EF4-FFF2-40B4-BE49-F238E27FC236}">
                <a16:creationId xmlns:a16="http://schemas.microsoft.com/office/drawing/2014/main" id="{73ABFF1C-275D-4188-B1A9-47E0A9385DF6}"/>
              </a:ext>
            </a:extLst>
          </p:cNvPr>
          <p:cNvSpPr>
            <a:spLocks noGrp="1"/>
          </p:cNvSpPr>
          <p:nvPr/>
        </p:nvSpPr>
        <p:spPr>
          <a:xfrm>
            <a:off x="633492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Cryo_12914">
            <a:extLst>
              <a:ext uri="{FF2B5EF4-FFF2-40B4-BE49-F238E27FC236}">
                <a16:creationId xmlns:a16="http://schemas.microsoft.com/office/drawing/2014/main" id="{98488E7B-D497-4E36-8DAC-DD81CE627E7A}"/>
              </a:ext>
            </a:extLst>
          </p:cNvPr>
          <p:cNvSpPr>
            <a:spLocks noGrp="1"/>
          </p:cNvSpPr>
          <p:nvPr/>
        </p:nvSpPr>
        <p:spPr>
          <a:xfrm>
            <a:off x="62323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Cryo_12915">
            <a:extLst>
              <a:ext uri="{FF2B5EF4-FFF2-40B4-BE49-F238E27FC236}">
                <a16:creationId xmlns:a16="http://schemas.microsoft.com/office/drawing/2014/main" id="{B5EA6944-1F4C-4459-9C03-8EE44B7A84D6}"/>
              </a:ext>
            </a:extLst>
          </p:cNvPr>
          <p:cNvSpPr>
            <a:spLocks noGrp="1"/>
          </p:cNvSpPr>
          <p:nvPr/>
        </p:nvSpPr>
        <p:spPr>
          <a:xfrm>
            <a:off x="63289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Cryo_12916">
            <a:extLst>
              <a:ext uri="{FF2B5EF4-FFF2-40B4-BE49-F238E27FC236}">
                <a16:creationId xmlns:a16="http://schemas.microsoft.com/office/drawing/2014/main" id="{967D4058-330D-4A45-AA28-0B66576ABCA9}"/>
              </a:ext>
            </a:extLst>
          </p:cNvPr>
          <p:cNvSpPr>
            <a:spLocks noGrp="1"/>
          </p:cNvSpPr>
          <p:nvPr/>
        </p:nvSpPr>
        <p:spPr>
          <a:xfrm>
            <a:off x="613780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Cryo_12917">
            <a:extLst>
              <a:ext uri="{FF2B5EF4-FFF2-40B4-BE49-F238E27FC236}">
                <a16:creationId xmlns:a16="http://schemas.microsoft.com/office/drawing/2014/main" id="{4AF14C99-ABDD-4FF8-9DD3-C0F21C25AB23}"/>
              </a:ext>
            </a:extLst>
          </p:cNvPr>
          <p:cNvSpPr>
            <a:spLocks noGrp="1"/>
          </p:cNvSpPr>
          <p:nvPr/>
        </p:nvSpPr>
        <p:spPr>
          <a:xfrm>
            <a:off x="63182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Cryo_12918">
            <a:extLst>
              <a:ext uri="{FF2B5EF4-FFF2-40B4-BE49-F238E27FC236}">
                <a16:creationId xmlns:a16="http://schemas.microsoft.com/office/drawing/2014/main" id="{57588B0B-3437-4730-A4D2-9E89888D80AF}"/>
              </a:ext>
            </a:extLst>
          </p:cNvPr>
          <p:cNvSpPr>
            <a:spLocks noGrp="1"/>
          </p:cNvSpPr>
          <p:nvPr/>
        </p:nvSpPr>
        <p:spPr>
          <a:xfrm>
            <a:off x="6291482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Cryo_12919">
            <a:extLst>
              <a:ext uri="{FF2B5EF4-FFF2-40B4-BE49-F238E27FC236}">
                <a16:creationId xmlns:a16="http://schemas.microsoft.com/office/drawing/2014/main" id="{40CBC78E-77DC-48F7-BD68-1B953547BA34}"/>
              </a:ext>
            </a:extLst>
          </p:cNvPr>
          <p:cNvSpPr>
            <a:spLocks noGrp="1"/>
          </p:cNvSpPr>
          <p:nvPr/>
        </p:nvSpPr>
        <p:spPr>
          <a:xfrm>
            <a:off x="634209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Cryo_12920">
            <a:extLst>
              <a:ext uri="{FF2B5EF4-FFF2-40B4-BE49-F238E27FC236}">
                <a16:creationId xmlns:a16="http://schemas.microsoft.com/office/drawing/2014/main" id="{7C1188CD-F20D-44BC-AD37-878D19B20B5E}"/>
              </a:ext>
            </a:extLst>
          </p:cNvPr>
          <p:cNvSpPr>
            <a:spLocks noGrp="1"/>
          </p:cNvSpPr>
          <p:nvPr/>
        </p:nvSpPr>
        <p:spPr>
          <a:xfrm>
            <a:off x="6152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Cryo_12921">
            <a:extLst>
              <a:ext uri="{FF2B5EF4-FFF2-40B4-BE49-F238E27FC236}">
                <a16:creationId xmlns:a16="http://schemas.microsoft.com/office/drawing/2014/main" id="{ED2AB2C3-B74B-49A9-A9E4-A195F417D0D9}"/>
              </a:ext>
            </a:extLst>
          </p:cNvPr>
          <p:cNvSpPr>
            <a:spLocks noGrp="1"/>
          </p:cNvSpPr>
          <p:nvPr/>
        </p:nvSpPr>
        <p:spPr>
          <a:xfrm>
            <a:off x="6147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Cryo_12922">
            <a:extLst>
              <a:ext uri="{FF2B5EF4-FFF2-40B4-BE49-F238E27FC236}">
                <a16:creationId xmlns:a16="http://schemas.microsoft.com/office/drawing/2014/main" id="{7A37E724-AB51-4369-A335-DA511BB1D29C}"/>
              </a:ext>
            </a:extLst>
          </p:cNvPr>
          <p:cNvSpPr>
            <a:spLocks noGrp="1"/>
          </p:cNvSpPr>
          <p:nvPr/>
        </p:nvSpPr>
        <p:spPr>
          <a:xfrm>
            <a:off x="6341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Cryo_12923">
            <a:extLst>
              <a:ext uri="{FF2B5EF4-FFF2-40B4-BE49-F238E27FC236}">
                <a16:creationId xmlns:a16="http://schemas.microsoft.com/office/drawing/2014/main" id="{3C57ABAE-8839-42C7-9196-E92E400E31A2}"/>
              </a:ext>
            </a:extLst>
          </p:cNvPr>
          <p:cNvSpPr>
            <a:spLocks noGrp="1"/>
          </p:cNvSpPr>
          <p:nvPr/>
        </p:nvSpPr>
        <p:spPr>
          <a:xfrm>
            <a:off x="6283099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Cryo_12924">
            <a:extLst>
              <a:ext uri="{FF2B5EF4-FFF2-40B4-BE49-F238E27FC236}">
                <a16:creationId xmlns:a16="http://schemas.microsoft.com/office/drawing/2014/main" id="{CBD4B46C-DBAE-4B10-9F75-8511D9394F2A}"/>
              </a:ext>
            </a:extLst>
          </p:cNvPr>
          <p:cNvSpPr>
            <a:spLocks noGrp="1"/>
          </p:cNvSpPr>
          <p:nvPr/>
        </p:nvSpPr>
        <p:spPr>
          <a:xfrm>
            <a:off x="619657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Cryo_12925">
            <a:extLst>
              <a:ext uri="{FF2B5EF4-FFF2-40B4-BE49-F238E27FC236}">
                <a16:creationId xmlns:a16="http://schemas.microsoft.com/office/drawing/2014/main" id="{4F74CC6D-D8BA-4FEC-89FC-196A838CDF29}"/>
              </a:ext>
            </a:extLst>
          </p:cNvPr>
          <p:cNvSpPr>
            <a:spLocks noGrp="1"/>
          </p:cNvSpPr>
          <p:nvPr/>
        </p:nvSpPr>
        <p:spPr>
          <a:xfrm>
            <a:off x="633214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Cryo_12926">
            <a:extLst>
              <a:ext uri="{FF2B5EF4-FFF2-40B4-BE49-F238E27FC236}">
                <a16:creationId xmlns:a16="http://schemas.microsoft.com/office/drawing/2014/main" id="{5E62E4F6-4B8D-4683-B759-4909A500C20D}"/>
              </a:ext>
            </a:extLst>
          </p:cNvPr>
          <p:cNvSpPr>
            <a:spLocks noGrp="1"/>
          </p:cNvSpPr>
          <p:nvPr/>
        </p:nvSpPr>
        <p:spPr>
          <a:xfrm>
            <a:off x="630217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Cryo_12927">
            <a:extLst>
              <a:ext uri="{FF2B5EF4-FFF2-40B4-BE49-F238E27FC236}">
                <a16:creationId xmlns:a16="http://schemas.microsoft.com/office/drawing/2014/main" id="{9A272FB1-2A67-4DD6-99DB-54F1A5945388}"/>
              </a:ext>
            </a:extLst>
          </p:cNvPr>
          <p:cNvSpPr>
            <a:spLocks noGrp="1"/>
          </p:cNvSpPr>
          <p:nvPr/>
        </p:nvSpPr>
        <p:spPr>
          <a:xfrm>
            <a:off x="6233123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Cryo_12928">
            <a:extLst>
              <a:ext uri="{FF2B5EF4-FFF2-40B4-BE49-F238E27FC236}">
                <a16:creationId xmlns:a16="http://schemas.microsoft.com/office/drawing/2014/main" id="{655AD492-41A3-4E35-B805-AAD17FA29F47}"/>
              </a:ext>
            </a:extLst>
          </p:cNvPr>
          <p:cNvSpPr>
            <a:spLocks noGrp="1"/>
          </p:cNvSpPr>
          <p:nvPr/>
        </p:nvSpPr>
        <p:spPr>
          <a:xfrm>
            <a:off x="61461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Cryo_12929">
            <a:extLst>
              <a:ext uri="{FF2B5EF4-FFF2-40B4-BE49-F238E27FC236}">
                <a16:creationId xmlns:a16="http://schemas.microsoft.com/office/drawing/2014/main" id="{3BECB403-99F5-4062-9EDC-43047A124F93}"/>
              </a:ext>
            </a:extLst>
          </p:cNvPr>
          <p:cNvSpPr>
            <a:spLocks noGrp="1"/>
          </p:cNvSpPr>
          <p:nvPr/>
        </p:nvSpPr>
        <p:spPr>
          <a:xfrm>
            <a:off x="62642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Cryo_12930">
            <a:extLst>
              <a:ext uri="{FF2B5EF4-FFF2-40B4-BE49-F238E27FC236}">
                <a16:creationId xmlns:a16="http://schemas.microsoft.com/office/drawing/2014/main" id="{BCC5F390-14E1-4C56-B96C-3D72486921F2}"/>
              </a:ext>
            </a:extLst>
          </p:cNvPr>
          <p:cNvSpPr>
            <a:spLocks noGrp="1"/>
          </p:cNvSpPr>
          <p:nvPr/>
        </p:nvSpPr>
        <p:spPr>
          <a:xfrm>
            <a:off x="63791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Cryo_12931">
            <a:extLst>
              <a:ext uri="{FF2B5EF4-FFF2-40B4-BE49-F238E27FC236}">
                <a16:creationId xmlns:a16="http://schemas.microsoft.com/office/drawing/2014/main" id="{EE46F2D7-E0FD-40B7-BF32-0D2FA76E133E}"/>
              </a:ext>
            </a:extLst>
          </p:cNvPr>
          <p:cNvSpPr>
            <a:spLocks noGrp="1"/>
          </p:cNvSpPr>
          <p:nvPr/>
        </p:nvSpPr>
        <p:spPr>
          <a:xfrm>
            <a:off x="63481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Cryo_12932">
            <a:extLst>
              <a:ext uri="{FF2B5EF4-FFF2-40B4-BE49-F238E27FC236}">
                <a16:creationId xmlns:a16="http://schemas.microsoft.com/office/drawing/2014/main" id="{D446184D-C900-4A1D-B623-7BC97F10DB40}"/>
              </a:ext>
            </a:extLst>
          </p:cNvPr>
          <p:cNvSpPr>
            <a:spLocks noGrp="1"/>
          </p:cNvSpPr>
          <p:nvPr/>
        </p:nvSpPr>
        <p:spPr>
          <a:xfrm>
            <a:off x="617717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Cryo_12933">
            <a:extLst>
              <a:ext uri="{FF2B5EF4-FFF2-40B4-BE49-F238E27FC236}">
                <a16:creationId xmlns:a16="http://schemas.microsoft.com/office/drawing/2014/main" id="{DD14CBD0-9C74-4771-A2C2-C828758828D4}"/>
              </a:ext>
            </a:extLst>
          </p:cNvPr>
          <p:cNvSpPr>
            <a:spLocks noGrp="1"/>
          </p:cNvSpPr>
          <p:nvPr/>
        </p:nvSpPr>
        <p:spPr>
          <a:xfrm>
            <a:off x="61897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Cryo_12934">
            <a:extLst>
              <a:ext uri="{FF2B5EF4-FFF2-40B4-BE49-F238E27FC236}">
                <a16:creationId xmlns:a16="http://schemas.microsoft.com/office/drawing/2014/main" id="{AF295463-9354-49FD-BAAE-CE7DB42341F1}"/>
              </a:ext>
            </a:extLst>
          </p:cNvPr>
          <p:cNvSpPr>
            <a:spLocks noGrp="1"/>
          </p:cNvSpPr>
          <p:nvPr/>
        </p:nvSpPr>
        <p:spPr>
          <a:xfrm>
            <a:off x="6191531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Cryo_12935">
            <a:extLst>
              <a:ext uri="{FF2B5EF4-FFF2-40B4-BE49-F238E27FC236}">
                <a16:creationId xmlns:a16="http://schemas.microsoft.com/office/drawing/2014/main" id="{8B410058-711A-47DD-9D4C-FDB8D1880C77}"/>
              </a:ext>
            </a:extLst>
          </p:cNvPr>
          <p:cNvSpPr>
            <a:spLocks noGrp="1"/>
          </p:cNvSpPr>
          <p:nvPr/>
        </p:nvSpPr>
        <p:spPr>
          <a:xfrm>
            <a:off x="62144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Cryo_12936">
            <a:extLst>
              <a:ext uri="{FF2B5EF4-FFF2-40B4-BE49-F238E27FC236}">
                <a16:creationId xmlns:a16="http://schemas.microsoft.com/office/drawing/2014/main" id="{2E5CC8CE-5C27-4C7F-A838-AF6B971420C7}"/>
              </a:ext>
            </a:extLst>
          </p:cNvPr>
          <p:cNvSpPr>
            <a:spLocks noGrp="1"/>
          </p:cNvSpPr>
          <p:nvPr/>
        </p:nvSpPr>
        <p:spPr>
          <a:xfrm>
            <a:off x="62066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Cryo_12937">
            <a:extLst>
              <a:ext uri="{FF2B5EF4-FFF2-40B4-BE49-F238E27FC236}">
                <a16:creationId xmlns:a16="http://schemas.microsoft.com/office/drawing/2014/main" id="{39EFA31D-96D4-4A9F-9774-94A36A97D511}"/>
              </a:ext>
            </a:extLst>
          </p:cNvPr>
          <p:cNvSpPr>
            <a:spLocks noGrp="1"/>
          </p:cNvSpPr>
          <p:nvPr/>
        </p:nvSpPr>
        <p:spPr>
          <a:xfrm>
            <a:off x="631360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Cryo_12938">
            <a:extLst>
              <a:ext uri="{FF2B5EF4-FFF2-40B4-BE49-F238E27FC236}">
                <a16:creationId xmlns:a16="http://schemas.microsoft.com/office/drawing/2014/main" id="{7A941CAE-16C8-4160-AEF4-D14C5C8C74AF}"/>
              </a:ext>
            </a:extLst>
          </p:cNvPr>
          <p:cNvSpPr>
            <a:spLocks noGrp="1"/>
          </p:cNvSpPr>
          <p:nvPr/>
        </p:nvSpPr>
        <p:spPr>
          <a:xfrm>
            <a:off x="62695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Cryo_12939">
            <a:extLst>
              <a:ext uri="{FF2B5EF4-FFF2-40B4-BE49-F238E27FC236}">
                <a16:creationId xmlns:a16="http://schemas.microsoft.com/office/drawing/2014/main" id="{9B7407F9-65D1-4ADA-9F89-C3FC1AC10948}"/>
              </a:ext>
            </a:extLst>
          </p:cNvPr>
          <p:cNvSpPr>
            <a:spLocks noGrp="1"/>
          </p:cNvSpPr>
          <p:nvPr/>
        </p:nvSpPr>
        <p:spPr>
          <a:xfrm>
            <a:off x="61693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Cryo_12940">
            <a:extLst>
              <a:ext uri="{FF2B5EF4-FFF2-40B4-BE49-F238E27FC236}">
                <a16:creationId xmlns:a16="http://schemas.microsoft.com/office/drawing/2014/main" id="{B4B69292-FC07-4FAA-B1AA-F3A7DC694F7F}"/>
              </a:ext>
            </a:extLst>
          </p:cNvPr>
          <p:cNvSpPr>
            <a:spLocks noGrp="1"/>
          </p:cNvSpPr>
          <p:nvPr/>
        </p:nvSpPr>
        <p:spPr>
          <a:xfrm>
            <a:off x="630699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Cryo_12941">
            <a:extLst>
              <a:ext uri="{FF2B5EF4-FFF2-40B4-BE49-F238E27FC236}">
                <a16:creationId xmlns:a16="http://schemas.microsoft.com/office/drawing/2014/main" id="{618B6B27-0AD3-492A-886A-8EAA2F9B9B4F}"/>
              </a:ext>
            </a:extLst>
          </p:cNvPr>
          <p:cNvSpPr>
            <a:spLocks noGrp="1"/>
          </p:cNvSpPr>
          <p:nvPr/>
        </p:nvSpPr>
        <p:spPr>
          <a:xfrm>
            <a:off x="63802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Cryo_12942">
            <a:extLst>
              <a:ext uri="{FF2B5EF4-FFF2-40B4-BE49-F238E27FC236}">
                <a16:creationId xmlns:a16="http://schemas.microsoft.com/office/drawing/2014/main" id="{5034BD67-44D5-419D-9A0C-EA1F82A90F17}"/>
              </a:ext>
            </a:extLst>
          </p:cNvPr>
          <p:cNvSpPr>
            <a:spLocks noGrp="1"/>
          </p:cNvSpPr>
          <p:nvPr/>
        </p:nvSpPr>
        <p:spPr>
          <a:xfrm>
            <a:off x="634037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Cryo_12943">
            <a:extLst>
              <a:ext uri="{FF2B5EF4-FFF2-40B4-BE49-F238E27FC236}">
                <a16:creationId xmlns:a16="http://schemas.microsoft.com/office/drawing/2014/main" id="{00AFDFAE-2D54-48D8-AA0D-ED75229D6437}"/>
              </a:ext>
            </a:extLst>
          </p:cNvPr>
          <p:cNvSpPr>
            <a:spLocks noGrp="1"/>
          </p:cNvSpPr>
          <p:nvPr/>
        </p:nvSpPr>
        <p:spPr>
          <a:xfrm>
            <a:off x="62981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Cryo_12944">
            <a:extLst>
              <a:ext uri="{FF2B5EF4-FFF2-40B4-BE49-F238E27FC236}">
                <a16:creationId xmlns:a16="http://schemas.microsoft.com/office/drawing/2014/main" id="{CD396D71-DB19-4509-9844-83007C67F651}"/>
              </a:ext>
            </a:extLst>
          </p:cNvPr>
          <p:cNvSpPr>
            <a:spLocks noGrp="1"/>
          </p:cNvSpPr>
          <p:nvPr/>
        </p:nvSpPr>
        <p:spPr>
          <a:xfrm>
            <a:off x="63195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Cryo_12945">
            <a:extLst>
              <a:ext uri="{FF2B5EF4-FFF2-40B4-BE49-F238E27FC236}">
                <a16:creationId xmlns:a16="http://schemas.microsoft.com/office/drawing/2014/main" id="{471F29BA-E33C-4720-B653-E4E6AA75F3F9}"/>
              </a:ext>
            </a:extLst>
          </p:cNvPr>
          <p:cNvSpPr>
            <a:spLocks noGrp="1"/>
          </p:cNvSpPr>
          <p:nvPr/>
        </p:nvSpPr>
        <p:spPr>
          <a:xfrm>
            <a:off x="63020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Cryo_12946">
            <a:extLst>
              <a:ext uri="{FF2B5EF4-FFF2-40B4-BE49-F238E27FC236}">
                <a16:creationId xmlns:a16="http://schemas.microsoft.com/office/drawing/2014/main" id="{2DFACC27-240F-4754-AA32-A0F57C0FCAA6}"/>
              </a:ext>
            </a:extLst>
          </p:cNvPr>
          <p:cNvSpPr>
            <a:spLocks noGrp="1"/>
          </p:cNvSpPr>
          <p:nvPr/>
        </p:nvSpPr>
        <p:spPr>
          <a:xfrm>
            <a:off x="62165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Cryo_12947">
            <a:extLst>
              <a:ext uri="{FF2B5EF4-FFF2-40B4-BE49-F238E27FC236}">
                <a16:creationId xmlns:a16="http://schemas.microsoft.com/office/drawing/2014/main" id="{3AC5E78E-04E2-4042-BE57-AA5E88125009}"/>
              </a:ext>
            </a:extLst>
          </p:cNvPr>
          <p:cNvSpPr>
            <a:spLocks noGrp="1"/>
          </p:cNvSpPr>
          <p:nvPr/>
        </p:nvSpPr>
        <p:spPr>
          <a:xfrm>
            <a:off x="6206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Cryo_12948">
            <a:extLst>
              <a:ext uri="{FF2B5EF4-FFF2-40B4-BE49-F238E27FC236}">
                <a16:creationId xmlns:a16="http://schemas.microsoft.com/office/drawing/2014/main" id="{89E5AAEC-01DF-4815-8266-46E5F43DB02C}"/>
              </a:ext>
            </a:extLst>
          </p:cNvPr>
          <p:cNvSpPr>
            <a:spLocks noGrp="1"/>
          </p:cNvSpPr>
          <p:nvPr/>
        </p:nvSpPr>
        <p:spPr>
          <a:xfrm>
            <a:off x="629568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Cryo_12949">
            <a:extLst>
              <a:ext uri="{FF2B5EF4-FFF2-40B4-BE49-F238E27FC236}">
                <a16:creationId xmlns:a16="http://schemas.microsoft.com/office/drawing/2014/main" id="{34FA3768-18B8-4CC2-BCD9-F5658F620915}"/>
              </a:ext>
            </a:extLst>
          </p:cNvPr>
          <p:cNvSpPr>
            <a:spLocks noGrp="1"/>
          </p:cNvSpPr>
          <p:nvPr/>
        </p:nvSpPr>
        <p:spPr>
          <a:xfrm>
            <a:off x="6289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Cryo_12950">
            <a:extLst>
              <a:ext uri="{FF2B5EF4-FFF2-40B4-BE49-F238E27FC236}">
                <a16:creationId xmlns:a16="http://schemas.microsoft.com/office/drawing/2014/main" id="{C9C38BC2-4283-47E2-9391-92A00705BD3C}"/>
              </a:ext>
            </a:extLst>
          </p:cNvPr>
          <p:cNvSpPr>
            <a:spLocks noGrp="1"/>
          </p:cNvSpPr>
          <p:nvPr/>
        </p:nvSpPr>
        <p:spPr>
          <a:xfrm>
            <a:off x="61294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Cryo_12951">
            <a:extLst>
              <a:ext uri="{FF2B5EF4-FFF2-40B4-BE49-F238E27FC236}">
                <a16:creationId xmlns:a16="http://schemas.microsoft.com/office/drawing/2014/main" id="{32992FBB-8724-4CEB-A8A2-AE2C60368A0C}"/>
              </a:ext>
            </a:extLst>
          </p:cNvPr>
          <p:cNvSpPr>
            <a:spLocks noGrp="1"/>
          </p:cNvSpPr>
          <p:nvPr/>
        </p:nvSpPr>
        <p:spPr>
          <a:xfrm>
            <a:off x="6254386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Cryo_12952">
            <a:extLst>
              <a:ext uri="{FF2B5EF4-FFF2-40B4-BE49-F238E27FC236}">
                <a16:creationId xmlns:a16="http://schemas.microsoft.com/office/drawing/2014/main" id="{217FE7E4-98B5-428D-9C9E-E20CA0B3CB4D}"/>
              </a:ext>
            </a:extLst>
          </p:cNvPr>
          <p:cNvSpPr>
            <a:spLocks noGrp="1"/>
          </p:cNvSpPr>
          <p:nvPr/>
        </p:nvSpPr>
        <p:spPr>
          <a:xfrm>
            <a:off x="61316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Cryo_12953">
            <a:extLst>
              <a:ext uri="{FF2B5EF4-FFF2-40B4-BE49-F238E27FC236}">
                <a16:creationId xmlns:a16="http://schemas.microsoft.com/office/drawing/2014/main" id="{DF714996-4918-42B7-BE7D-868D8C14A71D}"/>
              </a:ext>
            </a:extLst>
          </p:cNvPr>
          <p:cNvSpPr>
            <a:spLocks noGrp="1"/>
          </p:cNvSpPr>
          <p:nvPr/>
        </p:nvSpPr>
        <p:spPr>
          <a:xfrm>
            <a:off x="623210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Cryo_12954">
            <a:extLst>
              <a:ext uri="{FF2B5EF4-FFF2-40B4-BE49-F238E27FC236}">
                <a16:creationId xmlns:a16="http://schemas.microsoft.com/office/drawing/2014/main" id="{BF6E2341-AE41-4340-BF1C-F58F552CE5F7}"/>
              </a:ext>
            </a:extLst>
          </p:cNvPr>
          <p:cNvSpPr>
            <a:spLocks noGrp="1"/>
          </p:cNvSpPr>
          <p:nvPr/>
        </p:nvSpPr>
        <p:spPr>
          <a:xfrm>
            <a:off x="628259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Cryo_12955">
            <a:extLst>
              <a:ext uri="{FF2B5EF4-FFF2-40B4-BE49-F238E27FC236}">
                <a16:creationId xmlns:a16="http://schemas.microsoft.com/office/drawing/2014/main" id="{2583C408-5F7F-402A-8825-E500066E6C36}"/>
              </a:ext>
            </a:extLst>
          </p:cNvPr>
          <p:cNvSpPr>
            <a:spLocks noGrp="1"/>
          </p:cNvSpPr>
          <p:nvPr/>
        </p:nvSpPr>
        <p:spPr>
          <a:xfrm>
            <a:off x="63500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Cryo_12956">
            <a:extLst>
              <a:ext uri="{FF2B5EF4-FFF2-40B4-BE49-F238E27FC236}">
                <a16:creationId xmlns:a16="http://schemas.microsoft.com/office/drawing/2014/main" id="{58F38C81-7F85-4A43-BE15-2214CC82CC88}"/>
              </a:ext>
            </a:extLst>
          </p:cNvPr>
          <p:cNvSpPr>
            <a:spLocks noGrp="1"/>
          </p:cNvSpPr>
          <p:nvPr/>
        </p:nvSpPr>
        <p:spPr>
          <a:xfrm>
            <a:off x="6319500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Cryo_12957">
            <a:extLst>
              <a:ext uri="{FF2B5EF4-FFF2-40B4-BE49-F238E27FC236}">
                <a16:creationId xmlns:a16="http://schemas.microsoft.com/office/drawing/2014/main" id="{41623A5A-795E-43CC-9F2B-84A1F2CFB946}"/>
              </a:ext>
            </a:extLst>
          </p:cNvPr>
          <p:cNvSpPr>
            <a:spLocks noGrp="1"/>
          </p:cNvSpPr>
          <p:nvPr/>
        </p:nvSpPr>
        <p:spPr>
          <a:xfrm>
            <a:off x="6322313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Cryo_12958">
            <a:extLst>
              <a:ext uri="{FF2B5EF4-FFF2-40B4-BE49-F238E27FC236}">
                <a16:creationId xmlns:a16="http://schemas.microsoft.com/office/drawing/2014/main" id="{DD044ACC-6836-4CF7-B924-B954304706AC}"/>
              </a:ext>
            </a:extLst>
          </p:cNvPr>
          <p:cNvSpPr>
            <a:spLocks noGrp="1"/>
          </p:cNvSpPr>
          <p:nvPr/>
        </p:nvSpPr>
        <p:spPr>
          <a:xfrm>
            <a:off x="6250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Cryo_12959">
            <a:extLst>
              <a:ext uri="{FF2B5EF4-FFF2-40B4-BE49-F238E27FC236}">
                <a16:creationId xmlns:a16="http://schemas.microsoft.com/office/drawing/2014/main" id="{EDB9DE7E-D409-438F-A92A-72D504B78B0C}"/>
              </a:ext>
            </a:extLst>
          </p:cNvPr>
          <p:cNvSpPr>
            <a:spLocks noGrp="1"/>
          </p:cNvSpPr>
          <p:nvPr/>
        </p:nvSpPr>
        <p:spPr>
          <a:xfrm>
            <a:off x="6269367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Cryo_12960">
            <a:extLst>
              <a:ext uri="{FF2B5EF4-FFF2-40B4-BE49-F238E27FC236}">
                <a16:creationId xmlns:a16="http://schemas.microsoft.com/office/drawing/2014/main" id="{4A6525B9-DF74-4669-9420-DE7E3B836416}"/>
              </a:ext>
            </a:extLst>
          </p:cNvPr>
          <p:cNvSpPr>
            <a:spLocks noGrp="1"/>
          </p:cNvSpPr>
          <p:nvPr/>
        </p:nvSpPr>
        <p:spPr>
          <a:xfrm>
            <a:off x="623013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Cryo_12961">
            <a:extLst>
              <a:ext uri="{FF2B5EF4-FFF2-40B4-BE49-F238E27FC236}">
                <a16:creationId xmlns:a16="http://schemas.microsoft.com/office/drawing/2014/main" id="{3106C1BC-96EA-41FD-942A-DE8750CBFF84}"/>
              </a:ext>
            </a:extLst>
          </p:cNvPr>
          <p:cNvSpPr>
            <a:spLocks noGrp="1"/>
          </p:cNvSpPr>
          <p:nvPr/>
        </p:nvSpPr>
        <p:spPr>
          <a:xfrm>
            <a:off x="627077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Cryo_12962">
            <a:extLst>
              <a:ext uri="{FF2B5EF4-FFF2-40B4-BE49-F238E27FC236}">
                <a16:creationId xmlns:a16="http://schemas.microsoft.com/office/drawing/2014/main" id="{A551EF1C-315D-4C9F-BA58-DF752F1B1ECB}"/>
              </a:ext>
            </a:extLst>
          </p:cNvPr>
          <p:cNvSpPr>
            <a:spLocks noGrp="1"/>
          </p:cNvSpPr>
          <p:nvPr/>
        </p:nvSpPr>
        <p:spPr>
          <a:xfrm>
            <a:off x="6225344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Cryo_12963">
            <a:extLst>
              <a:ext uri="{FF2B5EF4-FFF2-40B4-BE49-F238E27FC236}">
                <a16:creationId xmlns:a16="http://schemas.microsoft.com/office/drawing/2014/main" id="{A6372FFC-0DDD-437B-8F9F-520FF8ED4C28}"/>
              </a:ext>
            </a:extLst>
          </p:cNvPr>
          <p:cNvSpPr>
            <a:spLocks noGrp="1"/>
          </p:cNvSpPr>
          <p:nvPr/>
        </p:nvSpPr>
        <p:spPr>
          <a:xfrm>
            <a:off x="633491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Cryo_12964">
            <a:extLst>
              <a:ext uri="{FF2B5EF4-FFF2-40B4-BE49-F238E27FC236}">
                <a16:creationId xmlns:a16="http://schemas.microsoft.com/office/drawing/2014/main" id="{05284080-1D3F-4991-AED3-8CCAC1EC7D03}"/>
              </a:ext>
            </a:extLst>
          </p:cNvPr>
          <p:cNvSpPr>
            <a:spLocks noGrp="1"/>
          </p:cNvSpPr>
          <p:nvPr/>
        </p:nvSpPr>
        <p:spPr>
          <a:xfrm>
            <a:off x="6139848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Cryo_12965">
            <a:extLst>
              <a:ext uri="{FF2B5EF4-FFF2-40B4-BE49-F238E27FC236}">
                <a16:creationId xmlns:a16="http://schemas.microsoft.com/office/drawing/2014/main" id="{3CD36093-1C28-45D5-88FE-DA13E05325F4}"/>
              </a:ext>
            </a:extLst>
          </p:cNvPr>
          <p:cNvSpPr>
            <a:spLocks noGrp="1"/>
          </p:cNvSpPr>
          <p:nvPr/>
        </p:nvSpPr>
        <p:spPr>
          <a:xfrm>
            <a:off x="63686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Cryo_12966">
            <a:extLst>
              <a:ext uri="{FF2B5EF4-FFF2-40B4-BE49-F238E27FC236}">
                <a16:creationId xmlns:a16="http://schemas.microsoft.com/office/drawing/2014/main" id="{FF6E91EA-4626-441C-92B5-9B20EDBE4A25}"/>
              </a:ext>
            </a:extLst>
          </p:cNvPr>
          <p:cNvSpPr>
            <a:spLocks noGrp="1"/>
          </p:cNvSpPr>
          <p:nvPr/>
        </p:nvSpPr>
        <p:spPr>
          <a:xfrm>
            <a:off x="633795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Cryo_12967">
            <a:extLst>
              <a:ext uri="{FF2B5EF4-FFF2-40B4-BE49-F238E27FC236}">
                <a16:creationId xmlns:a16="http://schemas.microsoft.com/office/drawing/2014/main" id="{A030082E-F482-4D64-AE54-911E8F43FDC4}"/>
              </a:ext>
            </a:extLst>
          </p:cNvPr>
          <p:cNvSpPr>
            <a:spLocks noGrp="1"/>
          </p:cNvSpPr>
          <p:nvPr/>
        </p:nvSpPr>
        <p:spPr>
          <a:xfrm>
            <a:off x="621741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Cryo_12968">
            <a:extLst>
              <a:ext uri="{FF2B5EF4-FFF2-40B4-BE49-F238E27FC236}">
                <a16:creationId xmlns:a16="http://schemas.microsoft.com/office/drawing/2014/main" id="{6F853BFB-9C79-49C0-9ACB-F7A8422463A5}"/>
              </a:ext>
            </a:extLst>
          </p:cNvPr>
          <p:cNvSpPr>
            <a:spLocks noGrp="1"/>
          </p:cNvSpPr>
          <p:nvPr/>
        </p:nvSpPr>
        <p:spPr>
          <a:xfrm>
            <a:off x="624455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Cryo_12969">
            <a:extLst>
              <a:ext uri="{FF2B5EF4-FFF2-40B4-BE49-F238E27FC236}">
                <a16:creationId xmlns:a16="http://schemas.microsoft.com/office/drawing/2014/main" id="{FEF33E36-3D12-49E1-BB28-6626DAFD2F89}"/>
              </a:ext>
            </a:extLst>
          </p:cNvPr>
          <p:cNvSpPr>
            <a:spLocks noGrp="1"/>
          </p:cNvSpPr>
          <p:nvPr/>
        </p:nvSpPr>
        <p:spPr>
          <a:xfrm>
            <a:off x="626076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Cryo_12970">
            <a:extLst>
              <a:ext uri="{FF2B5EF4-FFF2-40B4-BE49-F238E27FC236}">
                <a16:creationId xmlns:a16="http://schemas.microsoft.com/office/drawing/2014/main" id="{4D31BED6-4275-4CC7-9F73-1ACAE260C82A}"/>
              </a:ext>
            </a:extLst>
          </p:cNvPr>
          <p:cNvSpPr>
            <a:spLocks noGrp="1"/>
          </p:cNvSpPr>
          <p:nvPr/>
        </p:nvSpPr>
        <p:spPr>
          <a:xfrm>
            <a:off x="6204293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Cryo_12971">
            <a:extLst>
              <a:ext uri="{FF2B5EF4-FFF2-40B4-BE49-F238E27FC236}">
                <a16:creationId xmlns:a16="http://schemas.microsoft.com/office/drawing/2014/main" id="{FECB132F-DADD-4B9B-81CC-B0F171E497DE}"/>
              </a:ext>
            </a:extLst>
          </p:cNvPr>
          <p:cNvSpPr>
            <a:spLocks noGrp="1"/>
          </p:cNvSpPr>
          <p:nvPr/>
        </p:nvSpPr>
        <p:spPr>
          <a:xfrm>
            <a:off x="63546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Cryo_12972">
            <a:extLst>
              <a:ext uri="{FF2B5EF4-FFF2-40B4-BE49-F238E27FC236}">
                <a16:creationId xmlns:a16="http://schemas.microsoft.com/office/drawing/2014/main" id="{10CF47A9-382A-4FD2-BB82-C3D66C889CB0}"/>
              </a:ext>
            </a:extLst>
          </p:cNvPr>
          <p:cNvSpPr>
            <a:spLocks noGrp="1"/>
          </p:cNvSpPr>
          <p:nvPr/>
        </p:nvSpPr>
        <p:spPr>
          <a:xfrm>
            <a:off x="63449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Cryo_12973">
            <a:extLst>
              <a:ext uri="{FF2B5EF4-FFF2-40B4-BE49-F238E27FC236}">
                <a16:creationId xmlns:a16="http://schemas.microsoft.com/office/drawing/2014/main" id="{D541991E-C666-4893-AA91-DA98CE7A69E6}"/>
              </a:ext>
            </a:extLst>
          </p:cNvPr>
          <p:cNvSpPr>
            <a:spLocks noGrp="1"/>
          </p:cNvSpPr>
          <p:nvPr/>
        </p:nvSpPr>
        <p:spPr>
          <a:xfrm>
            <a:off x="61485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Cryo_12974">
            <a:extLst>
              <a:ext uri="{FF2B5EF4-FFF2-40B4-BE49-F238E27FC236}">
                <a16:creationId xmlns:a16="http://schemas.microsoft.com/office/drawing/2014/main" id="{2669F122-8869-46BE-99CC-F1B08BF5545D}"/>
              </a:ext>
            </a:extLst>
          </p:cNvPr>
          <p:cNvSpPr>
            <a:spLocks noGrp="1"/>
          </p:cNvSpPr>
          <p:nvPr/>
        </p:nvSpPr>
        <p:spPr>
          <a:xfrm>
            <a:off x="63790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Cryo_12975">
            <a:extLst>
              <a:ext uri="{FF2B5EF4-FFF2-40B4-BE49-F238E27FC236}">
                <a16:creationId xmlns:a16="http://schemas.microsoft.com/office/drawing/2014/main" id="{B7EFAB15-9F18-47FA-8C2A-6C5911F4B49D}"/>
              </a:ext>
            </a:extLst>
          </p:cNvPr>
          <p:cNvSpPr>
            <a:spLocks noGrp="1"/>
          </p:cNvSpPr>
          <p:nvPr/>
        </p:nvSpPr>
        <p:spPr>
          <a:xfrm>
            <a:off x="633427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Cryo_12976">
            <a:extLst>
              <a:ext uri="{FF2B5EF4-FFF2-40B4-BE49-F238E27FC236}">
                <a16:creationId xmlns:a16="http://schemas.microsoft.com/office/drawing/2014/main" id="{D174A91F-4EC9-4FF3-A46B-6217429CAEB3}"/>
              </a:ext>
            </a:extLst>
          </p:cNvPr>
          <p:cNvSpPr>
            <a:spLocks noGrp="1"/>
          </p:cNvSpPr>
          <p:nvPr/>
        </p:nvSpPr>
        <p:spPr>
          <a:xfrm>
            <a:off x="616622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Cryo_12977">
            <a:extLst>
              <a:ext uri="{FF2B5EF4-FFF2-40B4-BE49-F238E27FC236}">
                <a16:creationId xmlns:a16="http://schemas.microsoft.com/office/drawing/2014/main" id="{E2396BE6-D373-4BD1-8AD6-57DEEBC4C5E6}"/>
              </a:ext>
            </a:extLst>
          </p:cNvPr>
          <p:cNvSpPr>
            <a:spLocks noGrp="1"/>
          </p:cNvSpPr>
          <p:nvPr/>
        </p:nvSpPr>
        <p:spPr>
          <a:xfrm>
            <a:off x="623362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Cryo_12978">
            <a:extLst>
              <a:ext uri="{FF2B5EF4-FFF2-40B4-BE49-F238E27FC236}">
                <a16:creationId xmlns:a16="http://schemas.microsoft.com/office/drawing/2014/main" id="{7968681C-8A61-4B8B-AE20-48EAE9BD1954}"/>
              </a:ext>
            </a:extLst>
          </p:cNvPr>
          <p:cNvSpPr>
            <a:spLocks noGrp="1"/>
          </p:cNvSpPr>
          <p:nvPr/>
        </p:nvSpPr>
        <p:spPr>
          <a:xfrm>
            <a:off x="6166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Cryo_12979">
            <a:extLst>
              <a:ext uri="{FF2B5EF4-FFF2-40B4-BE49-F238E27FC236}">
                <a16:creationId xmlns:a16="http://schemas.microsoft.com/office/drawing/2014/main" id="{0CCA093F-6834-4B9E-8714-43970B8D7B0D}"/>
              </a:ext>
            </a:extLst>
          </p:cNvPr>
          <p:cNvSpPr>
            <a:spLocks noGrp="1"/>
          </p:cNvSpPr>
          <p:nvPr/>
        </p:nvSpPr>
        <p:spPr>
          <a:xfrm>
            <a:off x="6332547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Cryo_12980">
            <a:extLst>
              <a:ext uri="{FF2B5EF4-FFF2-40B4-BE49-F238E27FC236}">
                <a16:creationId xmlns:a16="http://schemas.microsoft.com/office/drawing/2014/main" id="{BD51849A-272E-41C6-87DB-87D69CFDCD58}"/>
              </a:ext>
            </a:extLst>
          </p:cNvPr>
          <p:cNvSpPr>
            <a:spLocks noGrp="1"/>
          </p:cNvSpPr>
          <p:nvPr/>
        </p:nvSpPr>
        <p:spPr>
          <a:xfrm>
            <a:off x="628385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Cryo_12981">
            <a:extLst>
              <a:ext uri="{FF2B5EF4-FFF2-40B4-BE49-F238E27FC236}">
                <a16:creationId xmlns:a16="http://schemas.microsoft.com/office/drawing/2014/main" id="{5E2681DB-4040-4383-917F-31E33824D9F5}"/>
              </a:ext>
            </a:extLst>
          </p:cNvPr>
          <p:cNvSpPr>
            <a:spLocks noGrp="1"/>
          </p:cNvSpPr>
          <p:nvPr/>
        </p:nvSpPr>
        <p:spPr>
          <a:xfrm>
            <a:off x="61915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Cryo_12982">
            <a:extLst>
              <a:ext uri="{FF2B5EF4-FFF2-40B4-BE49-F238E27FC236}">
                <a16:creationId xmlns:a16="http://schemas.microsoft.com/office/drawing/2014/main" id="{B20BB304-5A02-49E2-B979-1CC7D0F6C9B4}"/>
              </a:ext>
            </a:extLst>
          </p:cNvPr>
          <p:cNvSpPr>
            <a:spLocks noGrp="1"/>
          </p:cNvSpPr>
          <p:nvPr/>
        </p:nvSpPr>
        <p:spPr>
          <a:xfrm>
            <a:off x="6154300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Cryo_12983">
            <a:extLst>
              <a:ext uri="{FF2B5EF4-FFF2-40B4-BE49-F238E27FC236}">
                <a16:creationId xmlns:a16="http://schemas.microsoft.com/office/drawing/2014/main" id="{5F7FAC8A-1C55-455E-89C9-3092C83C97D7}"/>
              </a:ext>
            </a:extLst>
          </p:cNvPr>
          <p:cNvSpPr>
            <a:spLocks noGrp="1"/>
          </p:cNvSpPr>
          <p:nvPr/>
        </p:nvSpPr>
        <p:spPr>
          <a:xfrm>
            <a:off x="63629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Cryo_12984">
            <a:extLst>
              <a:ext uri="{FF2B5EF4-FFF2-40B4-BE49-F238E27FC236}">
                <a16:creationId xmlns:a16="http://schemas.microsoft.com/office/drawing/2014/main" id="{35483C18-1B4F-4E89-B33C-602E1C1F1AFC}"/>
              </a:ext>
            </a:extLst>
          </p:cNvPr>
          <p:cNvSpPr>
            <a:spLocks noGrp="1"/>
          </p:cNvSpPr>
          <p:nvPr/>
        </p:nvSpPr>
        <p:spPr>
          <a:xfrm>
            <a:off x="63463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Cryo_12985">
            <a:extLst>
              <a:ext uri="{FF2B5EF4-FFF2-40B4-BE49-F238E27FC236}">
                <a16:creationId xmlns:a16="http://schemas.microsoft.com/office/drawing/2014/main" id="{D64F7F0C-2F76-48DC-85F2-EBF52FE23CB5}"/>
              </a:ext>
            </a:extLst>
          </p:cNvPr>
          <p:cNvSpPr>
            <a:spLocks noGrp="1"/>
          </p:cNvSpPr>
          <p:nvPr/>
        </p:nvSpPr>
        <p:spPr>
          <a:xfrm>
            <a:off x="61420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Cryo_12986">
            <a:extLst>
              <a:ext uri="{FF2B5EF4-FFF2-40B4-BE49-F238E27FC236}">
                <a16:creationId xmlns:a16="http://schemas.microsoft.com/office/drawing/2014/main" id="{57E5694B-76C4-4E45-A032-EA9F534B2A9D}"/>
              </a:ext>
            </a:extLst>
          </p:cNvPr>
          <p:cNvSpPr>
            <a:spLocks noGrp="1"/>
          </p:cNvSpPr>
          <p:nvPr/>
        </p:nvSpPr>
        <p:spPr>
          <a:xfrm>
            <a:off x="62860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Cryo_12987">
            <a:extLst>
              <a:ext uri="{FF2B5EF4-FFF2-40B4-BE49-F238E27FC236}">
                <a16:creationId xmlns:a16="http://schemas.microsoft.com/office/drawing/2014/main" id="{BCC7CA58-7BA2-4197-BD0E-54C96CE7C2D2}"/>
              </a:ext>
            </a:extLst>
          </p:cNvPr>
          <p:cNvSpPr>
            <a:spLocks noGrp="1"/>
          </p:cNvSpPr>
          <p:nvPr/>
        </p:nvSpPr>
        <p:spPr>
          <a:xfrm>
            <a:off x="6166486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Cryo_12988">
            <a:extLst>
              <a:ext uri="{FF2B5EF4-FFF2-40B4-BE49-F238E27FC236}">
                <a16:creationId xmlns:a16="http://schemas.microsoft.com/office/drawing/2014/main" id="{5F08D54B-8FA2-41CD-B0EC-3C9987D1DBD9}"/>
              </a:ext>
            </a:extLst>
          </p:cNvPr>
          <p:cNvSpPr>
            <a:spLocks noGrp="1"/>
          </p:cNvSpPr>
          <p:nvPr/>
        </p:nvSpPr>
        <p:spPr>
          <a:xfrm>
            <a:off x="6195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Cryo_12989">
            <a:extLst>
              <a:ext uri="{FF2B5EF4-FFF2-40B4-BE49-F238E27FC236}">
                <a16:creationId xmlns:a16="http://schemas.microsoft.com/office/drawing/2014/main" id="{73151691-53E9-4D13-94B9-40498591E08C}"/>
              </a:ext>
            </a:extLst>
          </p:cNvPr>
          <p:cNvSpPr>
            <a:spLocks noGrp="1"/>
          </p:cNvSpPr>
          <p:nvPr/>
        </p:nvSpPr>
        <p:spPr>
          <a:xfrm>
            <a:off x="612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Cryo_12990">
            <a:extLst>
              <a:ext uri="{FF2B5EF4-FFF2-40B4-BE49-F238E27FC236}">
                <a16:creationId xmlns:a16="http://schemas.microsoft.com/office/drawing/2014/main" id="{E0D320AA-8963-4746-94F5-472740101253}"/>
              </a:ext>
            </a:extLst>
          </p:cNvPr>
          <p:cNvSpPr>
            <a:spLocks noGrp="1"/>
          </p:cNvSpPr>
          <p:nvPr/>
        </p:nvSpPr>
        <p:spPr>
          <a:xfrm>
            <a:off x="77481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Cryo_12991">
            <a:extLst>
              <a:ext uri="{FF2B5EF4-FFF2-40B4-BE49-F238E27FC236}">
                <a16:creationId xmlns:a16="http://schemas.microsoft.com/office/drawing/2014/main" id="{0570676A-AD11-4AB6-A67F-9F5462E74170}"/>
              </a:ext>
            </a:extLst>
          </p:cNvPr>
          <p:cNvSpPr>
            <a:spLocks noGrp="1"/>
          </p:cNvSpPr>
          <p:nvPr/>
        </p:nvSpPr>
        <p:spPr>
          <a:xfrm>
            <a:off x="7914009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Cryo_12992">
            <a:extLst>
              <a:ext uri="{FF2B5EF4-FFF2-40B4-BE49-F238E27FC236}">
                <a16:creationId xmlns:a16="http://schemas.microsoft.com/office/drawing/2014/main" id="{22B58B9B-493F-4E57-8D02-6C169A4FA2D5}"/>
              </a:ext>
            </a:extLst>
          </p:cNvPr>
          <p:cNvSpPr>
            <a:spLocks noGrp="1"/>
          </p:cNvSpPr>
          <p:nvPr/>
        </p:nvSpPr>
        <p:spPr>
          <a:xfrm>
            <a:off x="78675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Cryo_12993">
            <a:extLst>
              <a:ext uri="{FF2B5EF4-FFF2-40B4-BE49-F238E27FC236}">
                <a16:creationId xmlns:a16="http://schemas.microsoft.com/office/drawing/2014/main" id="{E535668D-ECE7-4CD5-9E10-93388E457548}"/>
              </a:ext>
            </a:extLst>
          </p:cNvPr>
          <p:cNvSpPr>
            <a:spLocks noGrp="1"/>
          </p:cNvSpPr>
          <p:nvPr/>
        </p:nvSpPr>
        <p:spPr>
          <a:xfrm>
            <a:off x="776249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Cryo_12994">
            <a:extLst>
              <a:ext uri="{FF2B5EF4-FFF2-40B4-BE49-F238E27FC236}">
                <a16:creationId xmlns:a16="http://schemas.microsoft.com/office/drawing/2014/main" id="{F3D85FC3-F035-4A72-8687-020E6A256C93}"/>
              </a:ext>
            </a:extLst>
          </p:cNvPr>
          <p:cNvSpPr>
            <a:spLocks noGrp="1"/>
          </p:cNvSpPr>
          <p:nvPr/>
        </p:nvSpPr>
        <p:spPr>
          <a:xfrm>
            <a:off x="7711330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Cryo_12995">
            <a:extLst>
              <a:ext uri="{FF2B5EF4-FFF2-40B4-BE49-F238E27FC236}">
                <a16:creationId xmlns:a16="http://schemas.microsoft.com/office/drawing/2014/main" id="{5AFBB3D9-32CB-462D-9539-8FB85A67FEC9}"/>
              </a:ext>
            </a:extLst>
          </p:cNvPr>
          <p:cNvSpPr>
            <a:spLocks noGrp="1"/>
          </p:cNvSpPr>
          <p:nvPr/>
        </p:nvSpPr>
        <p:spPr>
          <a:xfrm>
            <a:off x="77423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Cryo_12996">
            <a:extLst>
              <a:ext uri="{FF2B5EF4-FFF2-40B4-BE49-F238E27FC236}">
                <a16:creationId xmlns:a16="http://schemas.microsoft.com/office/drawing/2014/main" id="{E2C6AE2B-1690-451F-8F19-0E390B23533E}"/>
              </a:ext>
            </a:extLst>
          </p:cNvPr>
          <p:cNvSpPr>
            <a:spLocks noGrp="1"/>
          </p:cNvSpPr>
          <p:nvPr/>
        </p:nvSpPr>
        <p:spPr>
          <a:xfrm>
            <a:off x="77056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Cryo_12997">
            <a:extLst>
              <a:ext uri="{FF2B5EF4-FFF2-40B4-BE49-F238E27FC236}">
                <a16:creationId xmlns:a16="http://schemas.microsoft.com/office/drawing/2014/main" id="{24C97C3D-C515-4320-B935-76BFAC84FA7A}"/>
              </a:ext>
            </a:extLst>
          </p:cNvPr>
          <p:cNvSpPr>
            <a:spLocks noGrp="1"/>
          </p:cNvSpPr>
          <p:nvPr/>
        </p:nvSpPr>
        <p:spPr>
          <a:xfrm>
            <a:off x="77259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Cryo_12998">
            <a:extLst>
              <a:ext uri="{FF2B5EF4-FFF2-40B4-BE49-F238E27FC236}">
                <a16:creationId xmlns:a16="http://schemas.microsoft.com/office/drawing/2014/main" id="{6CDDA725-46F6-4070-92CD-2EE430A08B4D}"/>
              </a:ext>
            </a:extLst>
          </p:cNvPr>
          <p:cNvSpPr>
            <a:spLocks noGrp="1"/>
          </p:cNvSpPr>
          <p:nvPr/>
        </p:nvSpPr>
        <p:spPr>
          <a:xfrm>
            <a:off x="7878406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Cryo_12999">
            <a:extLst>
              <a:ext uri="{FF2B5EF4-FFF2-40B4-BE49-F238E27FC236}">
                <a16:creationId xmlns:a16="http://schemas.microsoft.com/office/drawing/2014/main" id="{B21D6CAD-8CE3-4B94-9CF8-CD55BFA3D408}"/>
              </a:ext>
            </a:extLst>
          </p:cNvPr>
          <p:cNvSpPr>
            <a:spLocks noGrp="1"/>
          </p:cNvSpPr>
          <p:nvPr/>
        </p:nvSpPr>
        <p:spPr>
          <a:xfrm>
            <a:off x="78493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Cryo_13000">
            <a:extLst>
              <a:ext uri="{FF2B5EF4-FFF2-40B4-BE49-F238E27FC236}">
                <a16:creationId xmlns:a16="http://schemas.microsoft.com/office/drawing/2014/main" id="{A767C7DE-7E0B-4E3D-9E31-61D386E1681B}"/>
              </a:ext>
            </a:extLst>
          </p:cNvPr>
          <p:cNvSpPr>
            <a:spLocks noGrp="1"/>
          </p:cNvSpPr>
          <p:nvPr/>
        </p:nvSpPr>
        <p:spPr>
          <a:xfrm>
            <a:off x="7906865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Cryo_13001">
            <a:extLst>
              <a:ext uri="{FF2B5EF4-FFF2-40B4-BE49-F238E27FC236}">
                <a16:creationId xmlns:a16="http://schemas.microsoft.com/office/drawing/2014/main" id="{21DD03EB-8617-4A97-8F05-DD5A28ACEFD6}"/>
              </a:ext>
            </a:extLst>
          </p:cNvPr>
          <p:cNvSpPr>
            <a:spLocks noGrp="1"/>
          </p:cNvSpPr>
          <p:nvPr/>
        </p:nvSpPr>
        <p:spPr>
          <a:xfrm>
            <a:off x="776229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Cryo_13002">
            <a:extLst>
              <a:ext uri="{FF2B5EF4-FFF2-40B4-BE49-F238E27FC236}">
                <a16:creationId xmlns:a16="http://schemas.microsoft.com/office/drawing/2014/main" id="{86F0CC60-A525-423A-A4A7-14359CE70843}"/>
              </a:ext>
            </a:extLst>
          </p:cNvPr>
          <p:cNvSpPr>
            <a:spLocks noGrp="1"/>
          </p:cNvSpPr>
          <p:nvPr/>
        </p:nvSpPr>
        <p:spPr>
          <a:xfrm>
            <a:off x="774531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Cryo_13003">
            <a:extLst>
              <a:ext uri="{FF2B5EF4-FFF2-40B4-BE49-F238E27FC236}">
                <a16:creationId xmlns:a16="http://schemas.microsoft.com/office/drawing/2014/main" id="{D2851E74-C240-4348-A02A-E78568479F36}"/>
              </a:ext>
            </a:extLst>
          </p:cNvPr>
          <p:cNvSpPr>
            <a:spLocks noGrp="1"/>
          </p:cNvSpPr>
          <p:nvPr/>
        </p:nvSpPr>
        <p:spPr>
          <a:xfrm>
            <a:off x="793759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Cryo_13004">
            <a:extLst>
              <a:ext uri="{FF2B5EF4-FFF2-40B4-BE49-F238E27FC236}">
                <a16:creationId xmlns:a16="http://schemas.microsoft.com/office/drawing/2014/main" id="{1C2A6EDE-0824-4659-9708-93F3AD537107}"/>
              </a:ext>
            </a:extLst>
          </p:cNvPr>
          <p:cNvSpPr>
            <a:spLocks noGrp="1"/>
          </p:cNvSpPr>
          <p:nvPr/>
        </p:nvSpPr>
        <p:spPr>
          <a:xfrm>
            <a:off x="79334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Cryo_13005">
            <a:extLst>
              <a:ext uri="{FF2B5EF4-FFF2-40B4-BE49-F238E27FC236}">
                <a16:creationId xmlns:a16="http://schemas.microsoft.com/office/drawing/2014/main" id="{2E465AA7-F93D-4A99-8F97-B6C39B92BE17}"/>
              </a:ext>
            </a:extLst>
          </p:cNvPr>
          <p:cNvSpPr>
            <a:spLocks noGrp="1"/>
          </p:cNvSpPr>
          <p:nvPr/>
        </p:nvSpPr>
        <p:spPr>
          <a:xfrm>
            <a:off x="773019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Cryo_13006">
            <a:extLst>
              <a:ext uri="{FF2B5EF4-FFF2-40B4-BE49-F238E27FC236}">
                <a16:creationId xmlns:a16="http://schemas.microsoft.com/office/drawing/2014/main" id="{81C7AF55-317A-40F6-BB2D-B615AFFDA36C}"/>
              </a:ext>
            </a:extLst>
          </p:cNvPr>
          <p:cNvSpPr>
            <a:spLocks noGrp="1"/>
          </p:cNvSpPr>
          <p:nvPr/>
        </p:nvSpPr>
        <p:spPr>
          <a:xfrm>
            <a:off x="789765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Cryo_13007">
            <a:extLst>
              <a:ext uri="{FF2B5EF4-FFF2-40B4-BE49-F238E27FC236}">
                <a16:creationId xmlns:a16="http://schemas.microsoft.com/office/drawing/2014/main" id="{83E8F5B6-A3BD-487C-B1A2-BB07E1E8C56F}"/>
              </a:ext>
            </a:extLst>
          </p:cNvPr>
          <p:cNvSpPr>
            <a:spLocks noGrp="1"/>
          </p:cNvSpPr>
          <p:nvPr/>
        </p:nvSpPr>
        <p:spPr>
          <a:xfrm>
            <a:off x="77847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Cryo_13008">
            <a:extLst>
              <a:ext uri="{FF2B5EF4-FFF2-40B4-BE49-F238E27FC236}">
                <a16:creationId xmlns:a16="http://schemas.microsoft.com/office/drawing/2014/main" id="{7E8E772E-2C25-44F7-951D-57FF5CAAFA3F}"/>
              </a:ext>
            </a:extLst>
          </p:cNvPr>
          <p:cNvSpPr>
            <a:spLocks noGrp="1"/>
          </p:cNvSpPr>
          <p:nvPr/>
        </p:nvSpPr>
        <p:spPr>
          <a:xfrm>
            <a:off x="78146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Cryo_13009">
            <a:extLst>
              <a:ext uri="{FF2B5EF4-FFF2-40B4-BE49-F238E27FC236}">
                <a16:creationId xmlns:a16="http://schemas.microsoft.com/office/drawing/2014/main" id="{551A550F-06EF-4EF6-A971-D299EBB170C6}"/>
              </a:ext>
            </a:extLst>
          </p:cNvPr>
          <p:cNvSpPr>
            <a:spLocks noGrp="1"/>
          </p:cNvSpPr>
          <p:nvPr/>
        </p:nvSpPr>
        <p:spPr>
          <a:xfrm>
            <a:off x="7878000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Cryo_13010">
            <a:extLst>
              <a:ext uri="{FF2B5EF4-FFF2-40B4-BE49-F238E27FC236}">
                <a16:creationId xmlns:a16="http://schemas.microsoft.com/office/drawing/2014/main" id="{15EECE39-365E-48D7-9490-FB96BC3F088C}"/>
              </a:ext>
            </a:extLst>
          </p:cNvPr>
          <p:cNvSpPr>
            <a:spLocks noGrp="1"/>
          </p:cNvSpPr>
          <p:nvPr/>
        </p:nvSpPr>
        <p:spPr>
          <a:xfrm>
            <a:off x="794930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Cryo_13011">
            <a:extLst>
              <a:ext uri="{FF2B5EF4-FFF2-40B4-BE49-F238E27FC236}">
                <a16:creationId xmlns:a16="http://schemas.microsoft.com/office/drawing/2014/main" id="{1E177FA9-8359-4D5D-BB32-E00FA605C679}"/>
              </a:ext>
            </a:extLst>
          </p:cNvPr>
          <p:cNvSpPr>
            <a:spLocks noGrp="1"/>
          </p:cNvSpPr>
          <p:nvPr/>
        </p:nvSpPr>
        <p:spPr>
          <a:xfrm>
            <a:off x="7736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Cryo_13012">
            <a:extLst>
              <a:ext uri="{FF2B5EF4-FFF2-40B4-BE49-F238E27FC236}">
                <a16:creationId xmlns:a16="http://schemas.microsoft.com/office/drawing/2014/main" id="{7441DE12-EA91-4ADC-BAC7-158CC230D83F}"/>
              </a:ext>
            </a:extLst>
          </p:cNvPr>
          <p:cNvSpPr>
            <a:spLocks noGrp="1"/>
          </p:cNvSpPr>
          <p:nvPr/>
        </p:nvSpPr>
        <p:spPr>
          <a:xfrm>
            <a:off x="786550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Cryo_13013">
            <a:extLst>
              <a:ext uri="{FF2B5EF4-FFF2-40B4-BE49-F238E27FC236}">
                <a16:creationId xmlns:a16="http://schemas.microsoft.com/office/drawing/2014/main" id="{4316C786-B540-4F70-ACBA-D814392B166F}"/>
              </a:ext>
            </a:extLst>
          </p:cNvPr>
          <p:cNvSpPr>
            <a:spLocks noGrp="1"/>
          </p:cNvSpPr>
          <p:nvPr/>
        </p:nvSpPr>
        <p:spPr>
          <a:xfrm>
            <a:off x="779571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Cryo_13014">
            <a:extLst>
              <a:ext uri="{FF2B5EF4-FFF2-40B4-BE49-F238E27FC236}">
                <a16:creationId xmlns:a16="http://schemas.microsoft.com/office/drawing/2014/main" id="{C0E73AC4-1C8A-4BD3-994D-8BD78DEB4EA7}"/>
              </a:ext>
            </a:extLst>
          </p:cNvPr>
          <p:cNvSpPr>
            <a:spLocks noGrp="1"/>
          </p:cNvSpPr>
          <p:nvPr/>
        </p:nvSpPr>
        <p:spPr>
          <a:xfrm>
            <a:off x="7822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Cryo_13015">
            <a:extLst>
              <a:ext uri="{FF2B5EF4-FFF2-40B4-BE49-F238E27FC236}">
                <a16:creationId xmlns:a16="http://schemas.microsoft.com/office/drawing/2014/main" id="{A97060EE-B74C-4B22-AB56-AEF80423B9A2}"/>
              </a:ext>
            </a:extLst>
          </p:cNvPr>
          <p:cNvSpPr>
            <a:spLocks noGrp="1"/>
          </p:cNvSpPr>
          <p:nvPr/>
        </p:nvSpPr>
        <p:spPr>
          <a:xfrm>
            <a:off x="7725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Cryo_13016">
            <a:extLst>
              <a:ext uri="{FF2B5EF4-FFF2-40B4-BE49-F238E27FC236}">
                <a16:creationId xmlns:a16="http://schemas.microsoft.com/office/drawing/2014/main" id="{1CEED149-B625-4C56-B41D-0C5211F49C1C}"/>
              </a:ext>
            </a:extLst>
          </p:cNvPr>
          <p:cNvSpPr>
            <a:spLocks noGrp="1"/>
          </p:cNvSpPr>
          <p:nvPr/>
        </p:nvSpPr>
        <p:spPr>
          <a:xfrm>
            <a:off x="79501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Cryo_13017">
            <a:extLst>
              <a:ext uri="{FF2B5EF4-FFF2-40B4-BE49-F238E27FC236}">
                <a16:creationId xmlns:a16="http://schemas.microsoft.com/office/drawing/2014/main" id="{3DD886AB-6C93-4A94-8D9B-321ACB6D2D2A}"/>
              </a:ext>
            </a:extLst>
          </p:cNvPr>
          <p:cNvSpPr>
            <a:spLocks noGrp="1"/>
          </p:cNvSpPr>
          <p:nvPr/>
        </p:nvSpPr>
        <p:spPr>
          <a:xfrm>
            <a:off x="770219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Cryo_13018">
            <a:extLst>
              <a:ext uri="{FF2B5EF4-FFF2-40B4-BE49-F238E27FC236}">
                <a16:creationId xmlns:a16="http://schemas.microsoft.com/office/drawing/2014/main" id="{79F23F12-BE5E-42F2-8043-A26FB309AA94}"/>
              </a:ext>
            </a:extLst>
          </p:cNvPr>
          <p:cNvSpPr>
            <a:spLocks noGrp="1"/>
          </p:cNvSpPr>
          <p:nvPr/>
        </p:nvSpPr>
        <p:spPr>
          <a:xfrm>
            <a:off x="781141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Cryo_13019">
            <a:extLst>
              <a:ext uri="{FF2B5EF4-FFF2-40B4-BE49-F238E27FC236}">
                <a16:creationId xmlns:a16="http://schemas.microsoft.com/office/drawing/2014/main" id="{BA077238-B30E-48B3-A3D3-D9E22F9A7FB3}"/>
              </a:ext>
            </a:extLst>
          </p:cNvPr>
          <p:cNvSpPr>
            <a:spLocks noGrp="1"/>
          </p:cNvSpPr>
          <p:nvPr/>
        </p:nvSpPr>
        <p:spPr>
          <a:xfrm>
            <a:off x="78277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Cryo_13020">
            <a:extLst>
              <a:ext uri="{FF2B5EF4-FFF2-40B4-BE49-F238E27FC236}">
                <a16:creationId xmlns:a16="http://schemas.microsoft.com/office/drawing/2014/main" id="{24BDD91E-763F-4877-BEC1-323B4E30757B}"/>
              </a:ext>
            </a:extLst>
          </p:cNvPr>
          <p:cNvSpPr>
            <a:spLocks noGrp="1"/>
          </p:cNvSpPr>
          <p:nvPr/>
        </p:nvSpPr>
        <p:spPr>
          <a:xfrm>
            <a:off x="77385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Cryo_13021">
            <a:extLst>
              <a:ext uri="{FF2B5EF4-FFF2-40B4-BE49-F238E27FC236}">
                <a16:creationId xmlns:a16="http://schemas.microsoft.com/office/drawing/2014/main" id="{70B963B4-A0A5-4764-A57F-05196B75E05C}"/>
              </a:ext>
            </a:extLst>
          </p:cNvPr>
          <p:cNvSpPr>
            <a:spLocks noGrp="1"/>
          </p:cNvSpPr>
          <p:nvPr/>
        </p:nvSpPr>
        <p:spPr>
          <a:xfrm>
            <a:off x="778590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Cryo_13022">
            <a:extLst>
              <a:ext uri="{FF2B5EF4-FFF2-40B4-BE49-F238E27FC236}">
                <a16:creationId xmlns:a16="http://schemas.microsoft.com/office/drawing/2014/main" id="{A5A01D38-EBED-40A7-8F4B-406CBCEB9DEC}"/>
              </a:ext>
            </a:extLst>
          </p:cNvPr>
          <p:cNvSpPr>
            <a:spLocks noGrp="1"/>
          </p:cNvSpPr>
          <p:nvPr/>
        </p:nvSpPr>
        <p:spPr>
          <a:xfrm>
            <a:off x="78145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Cryo_13023">
            <a:extLst>
              <a:ext uri="{FF2B5EF4-FFF2-40B4-BE49-F238E27FC236}">
                <a16:creationId xmlns:a16="http://schemas.microsoft.com/office/drawing/2014/main" id="{E701D0C6-7C4D-4802-8779-E3E72499992C}"/>
              </a:ext>
            </a:extLst>
          </p:cNvPr>
          <p:cNvSpPr>
            <a:spLocks noGrp="1"/>
          </p:cNvSpPr>
          <p:nvPr/>
        </p:nvSpPr>
        <p:spPr>
          <a:xfrm>
            <a:off x="7905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Cryo_13024">
            <a:extLst>
              <a:ext uri="{FF2B5EF4-FFF2-40B4-BE49-F238E27FC236}">
                <a16:creationId xmlns:a16="http://schemas.microsoft.com/office/drawing/2014/main" id="{220D03F3-FF52-4FF0-A11E-2E0C03B6B459}"/>
              </a:ext>
            </a:extLst>
          </p:cNvPr>
          <p:cNvSpPr>
            <a:spLocks noGrp="1"/>
          </p:cNvSpPr>
          <p:nvPr/>
        </p:nvSpPr>
        <p:spPr>
          <a:xfrm>
            <a:off x="790846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Cryo_13025">
            <a:extLst>
              <a:ext uri="{FF2B5EF4-FFF2-40B4-BE49-F238E27FC236}">
                <a16:creationId xmlns:a16="http://schemas.microsoft.com/office/drawing/2014/main" id="{2FB33FA6-9E36-4F86-AACC-C28089B92C15}"/>
              </a:ext>
            </a:extLst>
          </p:cNvPr>
          <p:cNvSpPr>
            <a:spLocks noGrp="1"/>
          </p:cNvSpPr>
          <p:nvPr/>
        </p:nvSpPr>
        <p:spPr>
          <a:xfrm>
            <a:off x="7707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Cryo_13026">
            <a:extLst>
              <a:ext uri="{FF2B5EF4-FFF2-40B4-BE49-F238E27FC236}">
                <a16:creationId xmlns:a16="http://schemas.microsoft.com/office/drawing/2014/main" id="{DA058464-C2D5-4E4E-83FE-DF5FA818A9F5}"/>
              </a:ext>
            </a:extLst>
          </p:cNvPr>
          <p:cNvSpPr>
            <a:spLocks noGrp="1"/>
          </p:cNvSpPr>
          <p:nvPr/>
        </p:nvSpPr>
        <p:spPr>
          <a:xfrm>
            <a:off x="7777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Cryo_13027">
            <a:extLst>
              <a:ext uri="{FF2B5EF4-FFF2-40B4-BE49-F238E27FC236}">
                <a16:creationId xmlns:a16="http://schemas.microsoft.com/office/drawing/2014/main" id="{C2950BF4-94D2-4EFB-BCC0-F7747CD8E29D}"/>
              </a:ext>
            </a:extLst>
          </p:cNvPr>
          <p:cNvSpPr>
            <a:spLocks noGrp="1"/>
          </p:cNvSpPr>
          <p:nvPr/>
        </p:nvSpPr>
        <p:spPr>
          <a:xfrm>
            <a:off x="77630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Cryo_13028">
            <a:extLst>
              <a:ext uri="{FF2B5EF4-FFF2-40B4-BE49-F238E27FC236}">
                <a16:creationId xmlns:a16="http://schemas.microsoft.com/office/drawing/2014/main" id="{9885E1D3-2836-4DE7-8800-1B56CAD6B484}"/>
              </a:ext>
            </a:extLst>
          </p:cNvPr>
          <p:cNvSpPr>
            <a:spLocks noGrp="1"/>
          </p:cNvSpPr>
          <p:nvPr/>
        </p:nvSpPr>
        <p:spPr>
          <a:xfrm>
            <a:off x="7909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Cryo_13029">
            <a:extLst>
              <a:ext uri="{FF2B5EF4-FFF2-40B4-BE49-F238E27FC236}">
                <a16:creationId xmlns:a16="http://schemas.microsoft.com/office/drawing/2014/main" id="{EBB05D64-3776-4775-96C1-8CF16DDD06B7}"/>
              </a:ext>
            </a:extLst>
          </p:cNvPr>
          <p:cNvSpPr>
            <a:spLocks noGrp="1"/>
          </p:cNvSpPr>
          <p:nvPr/>
        </p:nvSpPr>
        <p:spPr>
          <a:xfrm>
            <a:off x="774672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Cryo_13030">
            <a:extLst>
              <a:ext uri="{FF2B5EF4-FFF2-40B4-BE49-F238E27FC236}">
                <a16:creationId xmlns:a16="http://schemas.microsoft.com/office/drawing/2014/main" id="{E341C795-9B64-4057-8A6E-975D33F1F0CD}"/>
              </a:ext>
            </a:extLst>
          </p:cNvPr>
          <p:cNvSpPr>
            <a:spLocks noGrp="1"/>
          </p:cNvSpPr>
          <p:nvPr/>
        </p:nvSpPr>
        <p:spPr>
          <a:xfrm>
            <a:off x="7779554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Cryo_13031">
            <a:extLst>
              <a:ext uri="{FF2B5EF4-FFF2-40B4-BE49-F238E27FC236}">
                <a16:creationId xmlns:a16="http://schemas.microsoft.com/office/drawing/2014/main" id="{5391742E-4E02-4F20-AEDF-E7A43BD4E55F}"/>
              </a:ext>
            </a:extLst>
          </p:cNvPr>
          <p:cNvSpPr>
            <a:spLocks noGrp="1"/>
          </p:cNvSpPr>
          <p:nvPr/>
        </p:nvSpPr>
        <p:spPr>
          <a:xfrm>
            <a:off x="7720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Cryo_13032">
            <a:extLst>
              <a:ext uri="{FF2B5EF4-FFF2-40B4-BE49-F238E27FC236}">
                <a16:creationId xmlns:a16="http://schemas.microsoft.com/office/drawing/2014/main" id="{EAAC007E-EFF0-41EA-A465-2A40610A7A4E}"/>
              </a:ext>
            </a:extLst>
          </p:cNvPr>
          <p:cNvSpPr>
            <a:spLocks noGrp="1"/>
          </p:cNvSpPr>
          <p:nvPr/>
        </p:nvSpPr>
        <p:spPr>
          <a:xfrm>
            <a:off x="7883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Cryo_13033">
            <a:extLst>
              <a:ext uri="{FF2B5EF4-FFF2-40B4-BE49-F238E27FC236}">
                <a16:creationId xmlns:a16="http://schemas.microsoft.com/office/drawing/2014/main" id="{448002D6-593C-4DEF-8A76-40AA612A28CB}"/>
              </a:ext>
            </a:extLst>
          </p:cNvPr>
          <p:cNvSpPr>
            <a:spLocks noGrp="1"/>
          </p:cNvSpPr>
          <p:nvPr/>
        </p:nvSpPr>
        <p:spPr>
          <a:xfrm>
            <a:off x="776048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Cryo_13034">
            <a:extLst>
              <a:ext uri="{FF2B5EF4-FFF2-40B4-BE49-F238E27FC236}">
                <a16:creationId xmlns:a16="http://schemas.microsoft.com/office/drawing/2014/main" id="{4B430B70-7F94-4207-9FA9-23F5AB62DC2C}"/>
              </a:ext>
            </a:extLst>
          </p:cNvPr>
          <p:cNvSpPr>
            <a:spLocks noGrp="1"/>
          </p:cNvSpPr>
          <p:nvPr/>
        </p:nvSpPr>
        <p:spPr>
          <a:xfrm>
            <a:off x="77797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Cryo_13035">
            <a:extLst>
              <a:ext uri="{FF2B5EF4-FFF2-40B4-BE49-F238E27FC236}">
                <a16:creationId xmlns:a16="http://schemas.microsoft.com/office/drawing/2014/main" id="{7D3CDBAE-8621-48D7-869F-248D2E96B9B3}"/>
              </a:ext>
            </a:extLst>
          </p:cNvPr>
          <p:cNvSpPr>
            <a:spLocks noGrp="1"/>
          </p:cNvSpPr>
          <p:nvPr/>
        </p:nvSpPr>
        <p:spPr>
          <a:xfrm>
            <a:off x="7907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Cryo_13036">
            <a:extLst>
              <a:ext uri="{FF2B5EF4-FFF2-40B4-BE49-F238E27FC236}">
                <a16:creationId xmlns:a16="http://schemas.microsoft.com/office/drawing/2014/main" id="{C2D1EBEC-1959-4652-B964-276FC6358848}"/>
              </a:ext>
            </a:extLst>
          </p:cNvPr>
          <p:cNvSpPr>
            <a:spLocks noGrp="1"/>
          </p:cNvSpPr>
          <p:nvPr/>
        </p:nvSpPr>
        <p:spPr>
          <a:xfrm>
            <a:off x="7891996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Cryo_13037">
            <a:extLst>
              <a:ext uri="{FF2B5EF4-FFF2-40B4-BE49-F238E27FC236}">
                <a16:creationId xmlns:a16="http://schemas.microsoft.com/office/drawing/2014/main" id="{72CDB8CB-5755-4889-900A-F08A90FA6282}"/>
              </a:ext>
            </a:extLst>
          </p:cNvPr>
          <p:cNvSpPr>
            <a:spLocks noGrp="1"/>
          </p:cNvSpPr>
          <p:nvPr/>
        </p:nvSpPr>
        <p:spPr>
          <a:xfrm>
            <a:off x="79510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Cryo_13038">
            <a:extLst>
              <a:ext uri="{FF2B5EF4-FFF2-40B4-BE49-F238E27FC236}">
                <a16:creationId xmlns:a16="http://schemas.microsoft.com/office/drawing/2014/main" id="{05F97E76-737A-42EE-8168-66346CDD60C8}"/>
              </a:ext>
            </a:extLst>
          </p:cNvPr>
          <p:cNvSpPr>
            <a:spLocks noGrp="1"/>
          </p:cNvSpPr>
          <p:nvPr/>
        </p:nvSpPr>
        <p:spPr>
          <a:xfrm>
            <a:off x="791299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Cryo_13039">
            <a:extLst>
              <a:ext uri="{FF2B5EF4-FFF2-40B4-BE49-F238E27FC236}">
                <a16:creationId xmlns:a16="http://schemas.microsoft.com/office/drawing/2014/main" id="{C4248CF0-29DF-42C2-B746-DE51D4FDB5AD}"/>
              </a:ext>
            </a:extLst>
          </p:cNvPr>
          <p:cNvSpPr>
            <a:spLocks noGrp="1"/>
          </p:cNvSpPr>
          <p:nvPr/>
        </p:nvSpPr>
        <p:spPr>
          <a:xfrm>
            <a:off x="778445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Cryo_13040">
            <a:extLst>
              <a:ext uri="{FF2B5EF4-FFF2-40B4-BE49-F238E27FC236}">
                <a16:creationId xmlns:a16="http://schemas.microsoft.com/office/drawing/2014/main" id="{8F28D31E-D6F8-4C67-81C8-60504137C98B}"/>
              </a:ext>
            </a:extLst>
          </p:cNvPr>
          <p:cNvSpPr>
            <a:spLocks noGrp="1"/>
          </p:cNvSpPr>
          <p:nvPr/>
        </p:nvSpPr>
        <p:spPr>
          <a:xfrm>
            <a:off x="78359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Cryo_13041">
            <a:extLst>
              <a:ext uri="{FF2B5EF4-FFF2-40B4-BE49-F238E27FC236}">
                <a16:creationId xmlns:a16="http://schemas.microsoft.com/office/drawing/2014/main" id="{F1CEA1FE-FDE4-4F90-966C-C89F4F68FABD}"/>
              </a:ext>
            </a:extLst>
          </p:cNvPr>
          <p:cNvSpPr>
            <a:spLocks noGrp="1"/>
          </p:cNvSpPr>
          <p:nvPr/>
        </p:nvSpPr>
        <p:spPr>
          <a:xfrm>
            <a:off x="7727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Cryo_13042">
            <a:extLst>
              <a:ext uri="{FF2B5EF4-FFF2-40B4-BE49-F238E27FC236}">
                <a16:creationId xmlns:a16="http://schemas.microsoft.com/office/drawing/2014/main" id="{EA40AFE8-5BF4-4846-B83A-938D3C711DF3}"/>
              </a:ext>
            </a:extLst>
          </p:cNvPr>
          <p:cNvSpPr>
            <a:spLocks noGrp="1"/>
          </p:cNvSpPr>
          <p:nvPr/>
        </p:nvSpPr>
        <p:spPr>
          <a:xfrm>
            <a:off x="7820853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Cryo_13043">
            <a:extLst>
              <a:ext uri="{FF2B5EF4-FFF2-40B4-BE49-F238E27FC236}">
                <a16:creationId xmlns:a16="http://schemas.microsoft.com/office/drawing/2014/main" id="{4B21DFDF-E87B-401C-8C2E-EF8CBF2DD7C2}"/>
              </a:ext>
            </a:extLst>
          </p:cNvPr>
          <p:cNvSpPr>
            <a:spLocks noGrp="1"/>
          </p:cNvSpPr>
          <p:nvPr/>
        </p:nvSpPr>
        <p:spPr>
          <a:xfrm>
            <a:off x="7725928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Cryo_13044">
            <a:extLst>
              <a:ext uri="{FF2B5EF4-FFF2-40B4-BE49-F238E27FC236}">
                <a16:creationId xmlns:a16="http://schemas.microsoft.com/office/drawing/2014/main" id="{AC8DA221-B3B3-4318-A247-7885D56C6C0E}"/>
              </a:ext>
            </a:extLst>
          </p:cNvPr>
          <p:cNvSpPr>
            <a:spLocks noGrp="1"/>
          </p:cNvSpPr>
          <p:nvPr/>
        </p:nvSpPr>
        <p:spPr>
          <a:xfrm>
            <a:off x="7770485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Cryo_13045">
            <a:extLst>
              <a:ext uri="{FF2B5EF4-FFF2-40B4-BE49-F238E27FC236}">
                <a16:creationId xmlns:a16="http://schemas.microsoft.com/office/drawing/2014/main" id="{244A3F4E-751F-4C3B-BF61-B9692D9D2B80}"/>
              </a:ext>
            </a:extLst>
          </p:cNvPr>
          <p:cNvSpPr>
            <a:spLocks noGrp="1"/>
          </p:cNvSpPr>
          <p:nvPr/>
        </p:nvSpPr>
        <p:spPr>
          <a:xfrm>
            <a:off x="780007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Cryo_13046">
            <a:extLst>
              <a:ext uri="{FF2B5EF4-FFF2-40B4-BE49-F238E27FC236}">
                <a16:creationId xmlns:a16="http://schemas.microsoft.com/office/drawing/2014/main" id="{4D2CBD69-431A-4710-B14B-23E07F8273C9}"/>
              </a:ext>
            </a:extLst>
          </p:cNvPr>
          <p:cNvSpPr>
            <a:spLocks noGrp="1"/>
          </p:cNvSpPr>
          <p:nvPr/>
        </p:nvSpPr>
        <p:spPr>
          <a:xfrm>
            <a:off x="7906750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Cryo_13047">
            <a:extLst>
              <a:ext uri="{FF2B5EF4-FFF2-40B4-BE49-F238E27FC236}">
                <a16:creationId xmlns:a16="http://schemas.microsoft.com/office/drawing/2014/main" id="{8647C983-94A2-4D4A-982F-D7D362EB26CD}"/>
              </a:ext>
            </a:extLst>
          </p:cNvPr>
          <p:cNvSpPr>
            <a:spLocks noGrp="1"/>
          </p:cNvSpPr>
          <p:nvPr/>
        </p:nvSpPr>
        <p:spPr>
          <a:xfrm>
            <a:off x="7794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Cryo_13048">
            <a:extLst>
              <a:ext uri="{FF2B5EF4-FFF2-40B4-BE49-F238E27FC236}">
                <a16:creationId xmlns:a16="http://schemas.microsoft.com/office/drawing/2014/main" id="{1EEC3C84-5FC7-4094-A61D-51DDF37CB8EE}"/>
              </a:ext>
            </a:extLst>
          </p:cNvPr>
          <p:cNvSpPr>
            <a:spLocks noGrp="1"/>
          </p:cNvSpPr>
          <p:nvPr/>
        </p:nvSpPr>
        <p:spPr>
          <a:xfrm>
            <a:off x="7831032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Cryo_13049">
            <a:extLst>
              <a:ext uri="{FF2B5EF4-FFF2-40B4-BE49-F238E27FC236}">
                <a16:creationId xmlns:a16="http://schemas.microsoft.com/office/drawing/2014/main" id="{C68DD6CC-CCFE-48F2-A73C-1E82236D90EA}"/>
              </a:ext>
            </a:extLst>
          </p:cNvPr>
          <p:cNvSpPr>
            <a:spLocks noGrp="1"/>
          </p:cNvSpPr>
          <p:nvPr/>
        </p:nvSpPr>
        <p:spPr>
          <a:xfrm>
            <a:off x="779048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Cryo_13050">
            <a:extLst>
              <a:ext uri="{FF2B5EF4-FFF2-40B4-BE49-F238E27FC236}">
                <a16:creationId xmlns:a16="http://schemas.microsoft.com/office/drawing/2014/main" id="{B5EA8C92-9F56-42D7-88BE-E4268036A790}"/>
              </a:ext>
            </a:extLst>
          </p:cNvPr>
          <p:cNvSpPr>
            <a:spLocks noGrp="1"/>
          </p:cNvSpPr>
          <p:nvPr/>
        </p:nvSpPr>
        <p:spPr>
          <a:xfrm>
            <a:off x="786674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Cryo_13051">
            <a:extLst>
              <a:ext uri="{FF2B5EF4-FFF2-40B4-BE49-F238E27FC236}">
                <a16:creationId xmlns:a16="http://schemas.microsoft.com/office/drawing/2014/main" id="{A39CC418-8D84-437C-98AB-1EE350EA5E36}"/>
              </a:ext>
            </a:extLst>
          </p:cNvPr>
          <p:cNvSpPr>
            <a:spLocks noGrp="1"/>
          </p:cNvSpPr>
          <p:nvPr/>
        </p:nvSpPr>
        <p:spPr>
          <a:xfrm>
            <a:off x="77897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Cryo_13052">
            <a:extLst>
              <a:ext uri="{FF2B5EF4-FFF2-40B4-BE49-F238E27FC236}">
                <a16:creationId xmlns:a16="http://schemas.microsoft.com/office/drawing/2014/main" id="{C516752A-95F7-4483-8FF9-DF0F5526FD11}"/>
              </a:ext>
            </a:extLst>
          </p:cNvPr>
          <p:cNvSpPr>
            <a:spLocks noGrp="1"/>
          </p:cNvSpPr>
          <p:nvPr/>
        </p:nvSpPr>
        <p:spPr>
          <a:xfrm>
            <a:off x="78632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Cryo_13053">
            <a:extLst>
              <a:ext uri="{FF2B5EF4-FFF2-40B4-BE49-F238E27FC236}">
                <a16:creationId xmlns:a16="http://schemas.microsoft.com/office/drawing/2014/main" id="{9D1E9C60-6841-4657-8B2E-267F0CD3F650}"/>
              </a:ext>
            </a:extLst>
          </p:cNvPr>
          <p:cNvSpPr>
            <a:spLocks noGrp="1"/>
          </p:cNvSpPr>
          <p:nvPr/>
        </p:nvSpPr>
        <p:spPr>
          <a:xfrm>
            <a:off x="7837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Cryo_13054">
            <a:extLst>
              <a:ext uri="{FF2B5EF4-FFF2-40B4-BE49-F238E27FC236}">
                <a16:creationId xmlns:a16="http://schemas.microsoft.com/office/drawing/2014/main" id="{FD82E5EF-A58C-48E5-81E2-C06C10645CD0}"/>
              </a:ext>
            </a:extLst>
          </p:cNvPr>
          <p:cNvSpPr>
            <a:spLocks noGrp="1"/>
          </p:cNvSpPr>
          <p:nvPr/>
        </p:nvSpPr>
        <p:spPr>
          <a:xfrm>
            <a:off x="78807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Cryo_13055">
            <a:extLst>
              <a:ext uri="{FF2B5EF4-FFF2-40B4-BE49-F238E27FC236}">
                <a16:creationId xmlns:a16="http://schemas.microsoft.com/office/drawing/2014/main" id="{3D71265A-8FE7-4EBF-BBD0-5E403F4AE2EC}"/>
              </a:ext>
            </a:extLst>
          </p:cNvPr>
          <p:cNvSpPr>
            <a:spLocks noGrp="1"/>
          </p:cNvSpPr>
          <p:nvPr/>
        </p:nvSpPr>
        <p:spPr>
          <a:xfrm>
            <a:off x="7764314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Cryo_13056">
            <a:extLst>
              <a:ext uri="{FF2B5EF4-FFF2-40B4-BE49-F238E27FC236}">
                <a16:creationId xmlns:a16="http://schemas.microsoft.com/office/drawing/2014/main" id="{64C701F7-38BB-4595-B113-4BAE398EC454}"/>
              </a:ext>
            </a:extLst>
          </p:cNvPr>
          <p:cNvSpPr>
            <a:spLocks noGrp="1"/>
          </p:cNvSpPr>
          <p:nvPr/>
        </p:nvSpPr>
        <p:spPr>
          <a:xfrm>
            <a:off x="7902337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Cryo_13057">
            <a:extLst>
              <a:ext uri="{FF2B5EF4-FFF2-40B4-BE49-F238E27FC236}">
                <a16:creationId xmlns:a16="http://schemas.microsoft.com/office/drawing/2014/main" id="{4D054293-9FE2-4C75-9255-4D6456475227}"/>
              </a:ext>
            </a:extLst>
          </p:cNvPr>
          <p:cNvSpPr>
            <a:spLocks noGrp="1"/>
          </p:cNvSpPr>
          <p:nvPr/>
        </p:nvSpPr>
        <p:spPr>
          <a:xfrm>
            <a:off x="77796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Cryo_13058">
            <a:extLst>
              <a:ext uri="{FF2B5EF4-FFF2-40B4-BE49-F238E27FC236}">
                <a16:creationId xmlns:a16="http://schemas.microsoft.com/office/drawing/2014/main" id="{DD043DD3-691B-47AC-8D7C-68284D9344A3}"/>
              </a:ext>
            </a:extLst>
          </p:cNvPr>
          <p:cNvSpPr>
            <a:spLocks noGrp="1"/>
          </p:cNvSpPr>
          <p:nvPr/>
        </p:nvSpPr>
        <p:spPr>
          <a:xfrm>
            <a:off x="782000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Cryo_13059">
            <a:extLst>
              <a:ext uri="{FF2B5EF4-FFF2-40B4-BE49-F238E27FC236}">
                <a16:creationId xmlns:a16="http://schemas.microsoft.com/office/drawing/2014/main" id="{BA4AA7D6-226F-40AA-BF1B-DE8976BE5463}"/>
              </a:ext>
            </a:extLst>
          </p:cNvPr>
          <p:cNvSpPr>
            <a:spLocks noGrp="1"/>
          </p:cNvSpPr>
          <p:nvPr/>
        </p:nvSpPr>
        <p:spPr>
          <a:xfrm>
            <a:off x="773385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Cryo_13060">
            <a:extLst>
              <a:ext uri="{FF2B5EF4-FFF2-40B4-BE49-F238E27FC236}">
                <a16:creationId xmlns:a16="http://schemas.microsoft.com/office/drawing/2014/main" id="{1D04DEF1-84C9-4ACF-B78B-1CA4386D0923}"/>
              </a:ext>
            </a:extLst>
          </p:cNvPr>
          <p:cNvSpPr>
            <a:spLocks noGrp="1"/>
          </p:cNvSpPr>
          <p:nvPr/>
        </p:nvSpPr>
        <p:spPr>
          <a:xfrm>
            <a:off x="775210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Cryo_13061">
            <a:extLst>
              <a:ext uri="{FF2B5EF4-FFF2-40B4-BE49-F238E27FC236}">
                <a16:creationId xmlns:a16="http://schemas.microsoft.com/office/drawing/2014/main" id="{B8C0A811-167F-4D77-A73F-E8DE6283FA45}"/>
              </a:ext>
            </a:extLst>
          </p:cNvPr>
          <p:cNvSpPr>
            <a:spLocks noGrp="1"/>
          </p:cNvSpPr>
          <p:nvPr/>
        </p:nvSpPr>
        <p:spPr>
          <a:xfrm>
            <a:off x="7744580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Cryo_13062">
            <a:extLst>
              <a:ext uri="{FF2B5EF4-FFF2-40B4-BE49-F238E27FC236}">
                <a16:creationId xmlns:a16="http://schemas.microsoft.com/office/drawing/2014/main" id="{15A03053-DCC4-49E1-9481-0F42ED9C7306}"/>
              </a:ext>
            </a:extLst>
          </p:cNvPr>
          <p:cNvSpPr>
            <a:spLocks noGrp="1"/>
          </p:cNvSpPr>
          <p:nvPr/>
        </p:nvSpPr>
        <p:spPr>
          <a:xfrm>
            <a:off x="77248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Cryo_13063">
            <a:extLst>
              <a:ext uri="{FF2B5EF4-FFF2-40B4-BE49-F238E27FC236}">
                <a16:creationId xmlns:a16="http://schemas.microsoft.com/office/drawing/2014/main" id="{8D04945B-A99C-4905-AFD8-4C788C8AA0D5}"/>
              </a:ext>
            </a:extLst>
          </p:cNvPr>
          <p:cNvSpPr>
            <a:spLocks noGrp="1"/>
          </p:cNvSpPr>
          <p:nvPr/>
        </p:nvSpPr>
        <p:spPr>
          <a:xfrm>
            <a:off x="7726977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Cryo_13064">
            <a:extLst>
              <a:ext uri="{FF2B5EF4-FFF2-40B4-BE49-F238E27FC236}">
                <a16:creationId xmlns:a16="http://schemas.microsoft.com/office/drawing/2014/main" id="{A6BD7E3C-4804-4A4B-A117-092EFC5615D9}"/>
              </a:ext>
            </a:extLst>
          </p:cNvPr>
          <p:cNvSpPr>
            <a:spLocks noGrp="1"/>
          </p:cNvSpPr>
          <p:nvPr/>
        </p:nvSpPr>
        <p:spPr>
          <a:xfrm>
            <a:off x="77253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Cryo_13065">
            <a:extLst>
              <a:ext uri="{FF2B5EF4-FFF2-40B4-BE49-F238E27FC236}">
                <a16:creationId xmlns:a16="http://schemas.microsoft.com/office/drawing/2014/main" id="{27ADED50-85CB-4787-B144-40751A456FCE}"/>
              </a:ext>
            </a:extLst>
          </p:cNvPr>
          <p:cNvSpPr>
            <a:spLocks noGrp="1"/>
          </p:cNvSpPr>
          <p:nvPr/>
        </p:nvSpPr>
        <p:spPr>
          <a:xfrm>
            <a:off x="77785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Cryo_13066">
            <a:extLst>
              <a:ext uri="{FF2B5EF4-FFF2-40B4-BE49-F238E27FC236}">
                <a16:creationId xmlns:a16="http://schemas.microsoft.com/office/drawing/2014/main" id="{9BA4A785-69F9-4B88-9FEE-A19835D6D73C}"/>
              </a:ext>
            </a:extLst>
          </p:cNvPr>
          <p:cNvSpPr>
            <a:spLocks noGrp="1"/>
          </p:cNvSpPr>
          <p:nvPr/>
        </p:nvSpPr>
        <p:spPr>
          <a:xfrm>
            <a:off x="78295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Cryo_13067">
            <a:extLst>
              <a:ext uri="{FF2B5EF4-FFF2-40B4-BE49-F238E27FC236}">
                <a16:creationId xmlns:a16="http://schemas.microsoft.com/office/drawing/2014/main" id="{2B17F178-9F1D-4B71-BB28-65C699609D1E}"/>
              </a:ext>
            </a:extLst>
          </p:cNvPr>
          <p:cNvSpPr>
            <a:spLocks noGrp="1"/>
          </p:cNvSpPr>
          <p:nvPr/>
        </p:nvSpPr>
        <p:spPr>
          <a:xfrm>
            <a:off x="775291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Cryo_13068">
            <a:extLst>
              <a:ext uri="{FF2B5EF4-FFF2-40B4-BE49-F238E27FC236}">
                <a16:creationId xmlns:a16="http://schemas.microsoft.com/office/drawing/2014/main" id="{57689EE2-4114-4620-816A-4C0CD016D9E1}"/>
              </a:ext>
            </a:extLst>
          </p:cNvPr>
          <p:cNvSpPr>
            <a:spLocks noGrp="1"/>
          </p:cNvSpPr>
          <p:nvPr/>
        </p:nvSpPr>
        <p:spPr>
          <a:xfrm>
            <a:off x="785714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Cryo_13069">
            <a:extLst>
              <a:ext uri="{FF2B5EF4-FFF2-40B4-BE49-F238E27FC236}">
                <a16:creationId xmlns:a16="http://schemas.microsoft.com/office/drawing/2014/main" id="{BFE44EE1-287E-41A3-8CFD-54133133AE05}"/>
              </a:ext>
            </a:extLst>
          </p:cNvPr>
          <p:cNvSpPr>
            <a:spLocks noGrp="1"/>
          </p:cNvSpPr>
          <p:nvPr/>
        </p:nvSpPr>
        <p:spPr>
          <a:xfrm>
            <a:off x="782969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Cryo_13070">
            <a:extLst>
              <a:ext uri="{FF2B5EF4-FFF2-40B4-BE49-F238E27FC236}">
                <a16:creationId xmlns:a16="http://schemas.microsoft.com/office/drawing/2014/main" id="{0097B1D1-6B87-4176-9743-D986380986F6}"/>
              </a:ext>
            </a:extLst>
          </p:cNvPr>
          <p:cNvSpPr>
            <a:spLocks noGrp="1"/>
          </p:cNvSpPr>
          <p:nvPr/>
        </p:nvSpPr>
        <p:spPr>
          <a:xfrm>
            <a:off x="77905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Cryo_13071">
            <a:extLst>
              <a:ext uri="{FF2B5EF4-FFF2-40B4-BE49-F238E27FC236}">
                <a16:creationId xmlns:a16="http://schemas.microsoft.com/office/drawing/2014/main" id="{4B7CB4A4-C6CB-4252-93EB-BDB882F4D777}"/>
              </a:ext>
            </a:extLst>
          </p:cNvPr>
          <p:cNvSpPr>
            <a:spLocks noGrp="1"/>
          </p:cNvSpPr>
          <p:nvPr/>
        </p:nvSpPr>
        <p:spPr>
          <a:xfrm>
            <a:off x="78128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Cryo_13072">
            <a:extLst>
              <a:ext uri="{FF2B5EF4-FFF2-40B4-BE49-F238E27FC236}">
                <a16:creationId xmlns:a16="http://schemas.microsoft.com/office/drawing/2014/main" id="{B9B1C0B2-2E09-4DAC-8764-3737E91620EF}"/>
              </a:ext>
            </a:extLst>
          </p:cNvPr>
          <p:cNvSpPr>
            <a:spLocks noGrp="1"/>
          </p:cNvSpPr>
          <p:nvPr/>
        </p:nvSpPr>
        <p:spPr>
          <a:xfrm>
            <a:off x="7913903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Cryo_13073">
            <a:extLst>
              <a:ext uri="{FF2B5EF4-FFF2-40B4-BE49-F238E27FC236}">
                <a16:creationId xmlns:a16="http://schemas.microsoft.com/office/drawing/2014/main" id="{4EB6AC3D-2FE7-41CD-96BD-D3A5FEAB4C70}"/>
              </a:ext>
            </a:extLst>
          </p:cNvPr>
          <p:cNvSpPr>
            <a:spLocks noGrp="1"/>
          </p:cNvSpPr>
          <p:nvPr/>
        </p:nvSpPr>
        <p:spPr>
          <a:xfrm>
            <a:off x="78779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Cryo_13074">
            <a:extLst>
              <a:ext uri="{FF2B5EF4-FFF2-40B4-BE49-F238E27FC236}">
                <a16:creationId xmlns:a16="http://schemas.microsoft.com/office/drawing/2014/main" id="{7D92BEFF-D9F0-4DA5-AAE1-DDA5DB183ECF}"/>
              </a:ext>
            </a:extLst>
          </p:cNvPr>
          <p:cNvSpPr>
            <a:spLocks noGrp="1"/>
          </p:cNvSpPr>
          <p:nvPr/>
        </p:nvSpPr>
        <p:spPr>
          <a:xfrm>
            <a:off x="77507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Cryo_13075">
            <a:extLst>
              <a:ext uri="{FF2B5EF4-FFF2-40B4-BE49-F238E27FC236}">
                <a16:creationId xmlns:a16="http://schemas.microsoft.com/office/drawing/2014/main" id="{677F7F79-12F4-43AB-A262-713911C7A742}"/>
              </a:ext>
            </a:extLst>
          </p:cNvPr>
          <p:cNvSpPr>
            <a:spLocks noGrp="1"/>
          </p:cNvSpPr>
          <p:nvPr/>
        </p:nvSpPr>
        <p:spPr>
          <a:xfrm>
            <a:off x="773738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Cryo_13076">
            <a:extLst>
              <a:ext uri="{FF2B5EF4-FFF2-40B4-BE49-F238E27FC236}">
                <a16:creationId xmlns:a16="http://schemas.microsoft.com/office/drawing/2014/main" id="{C8ED2D75-1D78-4D3B-AE3C-0FB92D5B4E1B}"/>
              </a:ext>
            </a:extLst>
          </p:cNvPr>
          <p:cNvSpPr>
            <a:spLocks noGrp="1"/>
          </p:cNvSpPr>
          <p:nvPr/>
        </p:nvSpPr>
        <p:spPr>
          <a:xfrm>
            <a:off x="788267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Cryo_13077">
            <a:extLst>
              <a:ext uri="{FF2B5EF4-FFF2-40B4-BE49-F238E27FC236}">
                <a16:creationId xmlns:a16="http://schemas.microsoft.com/office/drawing/2014/main" id="{21F052C0-C4D4-45C7-9F5E-940842560D72}"/>
              </a:ext>
            </a:extLst>
          </p:cNvPr>
          <p:cNvSpPr>
            <a:spLocks noGrp="1"/>
          </p:cNvSpPr>
          <p:nvPr/>
        </p:nvSpPr>
        <p:spPr>
          <a:xfrm>
            <a:off x="77330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Cryo_13078">
            <a:extLst>
              <a:ext uri="{FF2B5EF4-FFF2-40B4-BE49-F238E27FC236}">
                <a16:creationId xmlns:a16="http://schemas.microsoft.com/office/drawing/2014/main" id="{B13C2343-EC0D-43EB-8064-5D5926728E5F}"/>
              </a:ext>
            </a:extLst>
          </p:cNvPr>
          <p:cNvSpPr>
            <a:spLocks noGrp="1"/>
          </p:cNvSpPr>
          <p:nvPr/>
        </p:nvSpPr>
        <p:spPr>
          <a:xfrm>
            <a:off x="7725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Cryo_13079">
            <a:extLst>
              <a:ext uri="{FF2B5EF4-FFF2-40B4-BE49-F238E27FC236}">
                <a16:creationId xmlns:a16="http://schemas.microsoft.com/office/drawing/2014/main" id="{5A26AD43-195A-4279-804A-26C4989971E7}"/>
              </a:ext>
            </a:extLst>
          </p:cNvPr>
          <p:cNvSpPr>
            <a:spLocks noGrp="1"/>
          </p:cNvSpPr>
          <p:nvPr/>
        </p:nvSpPr>
        <p:spPr>
          <a:xfrm>
            <a:off x="78119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Cryo_13080">
            <a:extLst>
              <a:ext uri="{FF2B5EF4-FFF2-40B4-BE49-F238E27FC236}">
                <a16:creationId xmlns:a16="http://schemas.microsoft.com/office/drawing/2014/main" id="{33023AE3-EA63-4807-A2E2-1441C9252E52}"/>
              </a:ext>
            </a:extLst>
          </p:cNvPr>
          <p:cNvSpPr>
            <a:spLocks noGrp="1"/>
          </p:cNvSpPr>
          <p:nvPr/>
        </p:nvSpPr>
        <p:spPr>
          <a:xfrm>
            <a:off x="78742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Cryo_13081">
            <a:extLst>
              <a:ext uri="{FF2B5EF4-FFF2-40B4-BE49-F238E27FC236}">
                <a16:creationId xmlns:a16="http://schemas.microsoft.com/office/drawing/2014/main" id="{4A7E2A73-4345-4A3E-97C6-F59260A1D700}"/>
              </a:ext>
            </a:extLst>
          </p:cNvPr>
          <p:cNvSpPr>
            <a:spLocks noGrp="1"/>
          </p:cNvSpPr>
          <p:nvPr/>
        </p:nvSpPr>
        <p:spPr>
          <a:xfrm>
            <a:off x="781927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Cryo_13082">
            <a:extLst>
              <a:ext uri="{FF2B5EF4-FFF2-40B4-BE49-F238E27FC236}">
                <a16:creationId xmlns:a16="http://schemas.microsoft.com/office/drawing/2014/main" id="{81A240FA-F075-4F4B-98EC-ABE0F0C2029A}"/>
              </a:ext>
            </a:extLst>
          </p:cNvPr>
          <p:cNvSpPr>
            <a:spLocks noGrp="1"/>
          </p:cNvSpPr>
          <p:nvPr/>
        </p:nvSpPr>
        <p:spPr>
          <a:xfrm>
            <a:off x="7821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Cryo_13083">
            <a:extLst>
              <a:ext uri="{FF2B5EF4-FFF2-40B4-BE49-F238E27FC236}">
                <a16:creationId xmlns:a16="http://schemas.microsoft.com/office/drawing/2014/main" id="{587723EF-70A4-4F2F-8E55-AB4974CC73D4}"/>
              </a:ext>
            </a:extLst>
          </p:cNvPr>
          <p:cNvSpPr>
            <a:spLocks noGrp="1"/>
          </p:cNvSpPr>
          <p:nvPr/>
        </p:nvSpPr>
        <p:spPr>
          <a:xfrm>
            <a:off x="790932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Cryo_13084">
            <a:extLst>
              <a:ext uri="{FF2B5EF4-FFF2-40B4-BE49-F238E27FC236}">
                <a16:creationId xmlns:a16="http://schemas.microsoft.com/office/drawing/2014/main" id="{74EE33BA-CC3B-433F-9408-3CAE4235C80A}"/>
              </a:ext>
            </a:extLst>
          </p:cNvPr>
          <p:cNvSpPr>
            <a:spLocks noGrp="1"/>
          </p:cNvSpPr>
          <p:nvPr/>
        </p:nvSpPr>
        <p:spPr>
          <a:xfrm>
            <a:off x="77753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Cryo_13085">
            <a:extLst>
              <a:ext uri="{FF2B5EF4-FFF2-40B4-BE49-F238E27FC236}">
                <a16:creationId xmlns:a16="http://schemas.microsoft.com/office/drawing/2014/main" id="{94481689-AD8F-403B-B2B7-1342F14121EB}"/>
              </a:ext>
            </a:extLst>
          </p:cNvPr>
          <p:cNvSpPr>
            <a:spLocks noGrp="1"/>
          </p:cNvSpPr>
          <p:nvPr/>
        </p:nvSpPr>
        <p:spPr>
          <a:xfrm>
            <a:off x="78447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Cryo_13086">
            <a:extLst>
              <a:ext uri="{FF2B5EF4-FFF2-40B4-BE49-F238E27FC236}">
                <a16:creationId xmlns:a16="http://schemas.microsoft.com/office/drawing/2014/main" id="{664CB745-CE39-423A-89EF-E4BB8724E407}"/>
              </a:ext>
            </a:extLst>
          </p:cNvPr>
          <p:cNvSpPr>
            <a:spLocks noGrp="1"/>
          </p:cNvSpPr>
          <p:nvPr/>
        </p:nvSpPr>
        <p:spPr>
          <a:xfrm>
            <a:off x="7733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Cryo_13087">
            <a:extLst>
              <a:ext uri="{FF2B5EF4-FFF2-40B4-BE49-F238E27FC236}">
                <a16:creationId xmlns:a16="http://schemas.microsoft.com/office/drawing/2014/main" id="{F0635652-8D26-4197-AD99-101D5AA50C0A}"/>
              </a:ext>
            </a:extLst>
          </p:cNvPr>
          <p:cNvSpPr>
            <a:spLocks noGrp="1"/>
          </p:cNvSpPr>
          <p:nvPr/>
        </p:nvSpPr>
        <p:spPr>
          <a:xfrm>
            <a:off x="784419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Cryo_13088">
            <a:extLst>
              <a:ext uri="{FF2B5EF4-FFF2-40B4-BE49-F238E27FC236}">
                <a16:creationId xmlns:a16="http://schemas.microsoft.com/office/drawing/2014/main" id="{EACE3D6C-AB3F-438F-BFC5-4CC94D51D215}"/>
              </a:ext>
            </a:extLst>
          </p:cNvPr>
          <p:cNvSpPr>
            <a:spLocks noGrp="1"/>
          </p:cNvSpPr>
          <p:nvPr/>
        </p:nvSpPr>
        <p:spPr>
          <a:xfrm>
            <a:off x="77215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Cryo_13089">
            <a:extLst>
              <a:ext uri="{FF2B5EF4-FFF2-40B4-BE49-F238E27FC236}">
                <a16:creationId xmlns:a16="http://schemas.microsoft.com/office/drawing/2014/main" id="{418C303A-77D5-46D8-A90E-C40EBD07B75B}"/>
              </a:ext>
            </a:extLst>
          </p:cNvPr>
          <p:cNvSpPr>
            <a:spLocks noGrp="1"/>
          </p:cNvSpPr>
          <p:nvPr/>
        </p:nvSpPr>
        <p:spPr>
          <a:xfrm>
            <a:off x="775961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Cryo_13090">
            <a:extLst>
              <a:ext uri="{FF2B5EF4-FFF2-40B4-BE49-F238E27FC236}">
                <a16:creationId xmlns:a16="http://schemas.microsoft.com/office/drawing/2014/main" id="{31A1256B-4E47-44F7-AF27-0D60753E9AEB}"/>
              </a:ext>
            </a:extLst>
          </p:cNvPr>
          <p:cNvSpPr>
            <a:spLocks noGrp="1"/>
          </p:cNvSpPr>
          <p:nvPr/>
        </p:nvSpPr>
        <p:spPr>
          <a:xfrm>
            <a:off x="7831790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Cryo_13091">
            <a:extLst>
              <a:ext uri="{FF2B5EF4-FFF2-40B4-BE49-F238E27FC236}">
                <a16:creationId xmlns:a16="http://schemas.microsoft.com/office/drawing/2014/main" id="{2093238A-6FE5-4774-A1FB-98557D4F1CA3}"/>
              </a:ext>
            </a:extLst>
          </p:cNvPr>
          <p:cNvSpPr>
            <a:spLocks noGrp="1"/>
          </p:cNvSpPr>
          <p:nvPr/>
        </p:nvSpPr>
        <p:spPr>
          <a:xfrm>
            <a:off x="77058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Cryo_13092">
            <a:extLst>
              <a:ext uri="{FF2B5EF4-FFF2-40B4-BE49-F238E27FC236}">
                <a16:creationId xmlns:a16="http://schemas.microsoft.com/office/drawing/2014/main" id="{15E73984-EEB6-49EB-B208-EA6AC1E034B6}"/>
              </a:ext>
            </a:extLst>
          </p:cNvPr>
          <p:cNvSpPr>
            <a:spLocks noGrp="1"/>
          </p:cNvSpPr>
          <p:nvPr/>
        </p:nvSpPr>
        <p:spPr>
          <a:xfrm>
            <a:off x="7826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Cryo_13093">
            <a:extLst>
              <a:ext uri="{FF2B5EF4-FFF2-40B4-BE49-F238E27FC236}">
                <a16:creationId xmlns:a16="http://schemas.microsoft.com/office/drawing/2014/main" id="{4C01099F-739B-4249-B1AD-F00D5D247BF1}"/>
              </a:ext>
            </a:extLst>
          </p:cNvPr>
          <p:cNvSpPr>
            <a:spLocks noGrp="1"/>
          </p:cNvSpPr>
          <p:nvPr/>
        </p:nvSpPr>
        <p:spPr>
          <a:xfrm>
            <a:off x="79088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Cryo_13094">
            <a:extLst>
              <a:ext uri="{FF2B5EF4-FFF2-40B4-BE49-F238E27FC236}">
                <a16:creationId xmlns:a16="http://schemas.microsoft.com/office/drawing/2014/main" id="{5F8DDD20-30C6-4ECB-BB87-CFD5D136896F}"/>
              </a:ext>
            </a:extLst>
          </p:cNvPr>
          <p:cNvSpPr>
            <a:spLocks noGrp="1"/>
          </p:cNvSpPr>
          <p:nvPr/>
        </p:nvSpPr>
        <p:spPr>
          <a:xfrm>
            <a:off x="77623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Cryo_13095">
            <a:extLst>
              <a:ext uri="{FF2B5EF4-FFF2-40B4-BE49-F238E27FC236}">
                <a16:creationId xmlns:a16="http://schemas.microsoft.com/office/drawing/2014/main" id="{BF98686F-BC66-4E0D-871B-9F96E1DEB5F1}"/>
              </a:ext>
            </a:extLst>
          </p:cNvPr>
          <p:cNvSpPr>
            <a:spLocks noGrp="1"/>
          </p:cNvSpPr>
          <p:nvPr/>
        </p:nvSpPr>
        <p:spPr>
          <a:xfrm>
            <a:off x="777261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Cryo_13096">
            <a:extLst>
              <a:ext uri="{FF2B5EF4-FFF2-40B4-BE49-F238E27FC236}">
                <a16:creationId xmlns:a16="http://schemas.microsoft.com/office/drawing/2014/main" id="{42DA2A53-4864-460E-843A-10D18AA0E48F}"/>
              </a:ext>
            </a:extLst>
          </p:cNvPr>
          <p:cNvSpPr>
            <a:spLocks noGrp="1"/>
          </p:cNvSpPr>
          <p:nvPr/>
        </p:nvSpPr>
        <p:spPr>
          <a:xfrm>
            <a:off x="787868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Cryo_13097">
            <a:extLst>
              <a:ext uri="{FF2B5EF4-FFF2-40B4-BE49-F238E27FC236}">
                <a16:creationId xmlns:a16="http://schemas.microsoft.com/office/drawing/2014/main" id="{DF9E09E6-3D99-4899-9713-B0D8761EEF4E}"/>
              </a:ext>
            </a:extLst>
          </p:cNvPr>
          <p:cNvSpPr>
            <a:spLocks noGrp="1"/>
          </p:cNvSpPr>
          <p:nvPr/>
        </p:nvSpPr>
        <p:spPr>
          <a:xfrm>
            <a:off x="7915848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Cryo_13098">
            <a:extLst>
              <a:ext uri="{FF2B5EF4-FFF2-40B4-BE49-F238E27FC236}">
                <a16:creationId xmlns:a16="http://schemas.microsoft.com/office/drawing/2014/main" id="{EDEEDAB8-2DC2-4655-9E06-A4390D25A9A2}"/>
              </a:ext>
            </a:extLst>
          </p:cNvPr>
          <p:cNvSpPr>
            <a:spLocks noGrp="1"/>
          </p:cNvSpPr>
          <p:nvPr/>
        </p:nvSpPr>
        <p:spPr>
          <a:xfrm>
            <a:off x="776268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Cryo_13099">
            <a:extLst>
              <a:ext uri="{FF2B5EF4-FFF2-40B4-BE49-F238E27FC236}">
                <a16:creationId xmlns:a16="http://schemas.microsoft.com/office/drawing/2014/main" id="{4D37CEBA-4DF0-476C-BD8B-3179EF4DB3DF}"/>
              </a:ext>
            </a:extLst>
          </p:cNvPr>
          <p:cNvSpPr>
            <a:spLocks noGrp="1"/>
          </p:cNvSpPr>
          <p:nvPr/>
        </p:nvSpPr>
        <p:spPr>
          <a:xfrm>
            <a:off x="79331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Cryo_13100">
            <a:extLst>
              <a:ext uri="{FF2B5EF4-FFF2-40B4-BE49-F238E27FC236}">
                <a16:creationId xmlns:a16="http://schemas.microsoft.com/office/drawing/2014/main" id="{4088D25E-BABB-4D6A-95D0-EFA767944AFE}"/>
              </a:ext>
            </a:extLst>
          </p:cNvPr>
          <p:cNvSpPr>
            <a:spLocks noGrp="1"/>
          </p:cNvSpPr>
          <p:nvPr/>
        </p:nvSpPr>
        <p:spPr>
          <a:xfrm>
            <a:off x="79373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Cryo_13101">
            <a:extLst>
              <a:ext uri="{FF2B5EF4-FFF2-40B4-BE49-F238E27FC236}">
                <a16:creationId xmlns:a16="http://schemas.microsoft.com/office/drawing/2014/main" id="{634B6AD1-66D2-4A4A-ABAB-B9B4A2265FF9}"/>
              </a:ext>
            </a:extLst>
          </p:cNvPr>
          <p:cNvSpPr>
            <a:spLocks noGrp="1"/>
          </p:cNvSpPr>
          <p:nvPr/>
        </p:nvSpPr>
        <p:spPr>
          <a:xfrm>
            <a:off x="78729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Cryo_13102">
            <a:extLst>
              <a:ext uri="{FF2B5EF4-FFF2-40B4-BE49-F238E27FC236}">
                <a16:creationId xmlns:a16="http://schemas.microsoft.com/office/drawing/2014/main" id="{20AB1F74-BE34-44D1-902F-BF03B11C7006}"/>
              </a:ext>
            </a:extLst>
          </p:cNvPr>
          <p:cNvSpPr>
            <a:spLocks noGrp="1"/>
          </p:cNvSpPr>
          <p:nvPr/>
        </p:nvSpPr>
        <p:spPr>
          <a:xfrm>
            <a:off x="788298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Cryo_13103">
            <a:extLst>
              <a:ext uri="{FF2B5EF4-FFF2-40B4-BE49-F238E27FC236}">
                <a16:creationId xmlns:a16="http://schemas.microsoft.com/office/drawing/2014/main" id="{3195E4A0-C102-45F1-8FD7-F87CB8DC38CF}"/>
              </a:ext>
            </a:extLst>
          </p:cNvPr>
          <p:cNvSpPr>
            <a:spLocks noGrp="1"/>
          </p:cNvSpPr>
          <p:nvPr/>
        </p:nvSpPr>
        <p:spPr>
          <a:xfrm>
            <a:off x="7953788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Cryo_13104">
            <a:extLst>
              <a:ext uri="{FF2B5EF4-FFF2-40B4-BE49-F238E27FC236}">
                <a16:creationId xmlns:a16="http://schemas.microsoft.com/office/drawing/2014/main" id="{7326AF10-3995-402F-8E22-045833D4A4D0}"/>
              </a:ext>
            </a:extLst>
          </p:cNvPr>
          <p:cNvSpPr>
            <a:spLocks noGrp="1"/>
          </p:cNvSpPr>
          <p:nvPr/>
        </p:nvSpPr>
        <p:spPr>
          <a:xfrm>
            <a:off x="788569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Cryo_13105">
            <a:extLst>
              <a:ext uri="{FF2B5EF4-FFF2-40B4-BE49-F238E27FC236}">
                <a16:creationId xmlns:a16="http://schemas.microsoft.com/office/drawing/2014/main" id="{2647062A-2730-48FB-8702-52FF2E44DC91}"/>
              </a:ext>
            </a:extLst>
          </p:cNvPr>
          <p:cNvSpPr>
            <a:spLocks noGrp="1"/>
          </p:cNvSpPr>
          <p:nvPr/>
        </p:nvSpPr>
        <p:spPr>
          <a:xfrm>
            <a:off x="794744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Cryo_13106">
            <a:extLst>
              <a:ext uri="{FF2B5EF4-FFF2-40B4-BE49-F238E27FC236}">
                <a16:creationId xmlns:a16="http://schemas.microsoft.com/office/drawing/2014/main" id="{1D277508-ECF8-4DCF-BDAF-16DC83BFDC60}"/>
              </a:ext>
            </a:extLst>
          </p:cNvPr>
          <p:cNvSpPr>
            <a:spLocks noGrp="1"/>
          </p:cNvSpPr>
          <p:nvPr/>
        </p:nvSpPr>
        <p:spPr>
          <a:xfrm>
            <a:off x="793943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Cryo_13107">
            <a:extLst>
              <a:ext uri="{FF2B5EF4-FFF2-40B4-BE49-F238E27FC236}">
                <a16:creationId xmlns:a16="http://schemas.microsoft.com/office/drawing/2014/main" id="{6EC97044-C57D-4A84-A78D-35AB9A94B0F0}"/>
              </a:ext>
            </a:extLst>
          </p:cNvPr>
          <p:cNvSpPr>
            <a:spLocks noGrp="1"/>
          </p:cNvSpPr>
          <p:nvPr/>
        </p:nvSpPr>
        <p:spPr>
          <a:xfrm>
            <a:off x="777343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Cryo_13108">
            <a:extLst>
              <a:ext uri="{FF2B5EF4-FFF2-40B4-BE49-F238E27FC236}">
                <a16:creationId xmlns:a16="http://schemas.microsoft.com/office/drawing/2014/main" id="{BD992C19-89B5-431C-BE3E-DDAAEE17B206}"/>
              </a:ext>
            </a:extLst>
          </p:cNvPr>
          <p:cNvSpPr>
            <a:spLocks noGrp="1"/>
          </p:cNvSpPr>
          <p:nvPr/>
        </p:nvSpPr>
        <p:spPr>
          <a:xfrm>
            <a:off x="79541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Cryo_13109">
            <a:extLst>
              <a:ext uri="{FF2B5EF4-FFF2-40B4-BE49-F238E27FC236}">
                <a16:creationId xmlns:a16="http://schemas.microsoft.com/office/drawing/2014/main" id="{B93ED6FD-30A8-47AD-B3C3-D79FB38A395C}"/>
              </a:ext>
            </a:extLst>
          </p:cNvPr>
          <p:cNvSpPr>
            <a:spLocks noGrp="1"/>
          </p:cNvSpPr>
          <p:nvPr/>
        </p:nvSpPr>
        <p:spPr>
          <a:xfrm>
            <a:off x="7732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Cryo_13110">
            <a:extLst>
              <a:ext uri="{FF2B5EF4-FFF2-40B4-BE49-F238E27FC236}">
                <a16:creationId xmlns:a16="http://schemas.microsoft.com/office/drawing/2014/main" id="{BADD76E7-1CB6-4CE3-B70D-771415AC795F}"/>
              </a:ext>
            </a:extLst>
          </p:cNvPr>
          <p:cNvSpPr>
            <a:spLocks noGrp="1"/>
          </p:cNvSpPr>
          <p:nvPr/>
        </p:nvSpPr>
        <p:spPr>
          <a:xfrm>
            <a:off x="78878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Cryo_13111">
            <a:extLst>
              <a:ext uri="{FF2B5EF4-FFF2-40B4-BE49-F238E27FC236}">
                <a16:creationId xmlns:a16="http://schemas.microsoft.com/office/drawing/2014/main" id="{6CA678F4-AA09-4261-BE7A-BE17CA928072}"/>
              </a:ext>
            </a:extLst>
          </p:cNvPr>
          <p:cNvSpPr>
            <a:spLocks noGrp="1"/>
          </p:cNvSpPr>
          <p:nvPr/>
        </p:nvSpPr>
        <p:spPr>
          <a:xfrm>
            <a:off x="771988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Cryo_13112">
            <a:extLst>
              <a:ext uri="{FF2B5EF4-FFF2-40B4-BE49-F238E27FC236}">
                <a16:creationId xmlns:a16="http://schemas.microsoft.com/office/drawing/2014/main" id="{F77749B0-5F9D-4570-8AC8-69C194FE2938}"/>
              </a:ext>
            </a:extLst>
          </p:cNvPr>
          <p:cNvSpPr>
            <a:spLocks noGrp="1"/>
          </p:cNvSpPr>
          <p:nvPr/>
        </p:nvSpPr>
        <p:spPr>
          <a:xfrm>
            <a:off x="7914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Cryo_13113">
            <a:extLst>
              <a:ext uri="{FF2B5EF4-FFF2-40B4-BE49-F238E27FC236}">
                <a16:creationId xmlns:a16="http://schemas.microsoft.com/office/drawing/2014/main" id="{B547E670-7E40-4E23-9B79-003C694F4380}"/>
              </a:ext>
            </a:extLst>
          </p:cNvPr>
          <p:cNvSpPr>
            <a:spLocks noGrp="1"/>
          </p:cNvSpPr>
          <p:nvPr/>
        </p:nvSpPr>
        <p:spPr>
          <a:xfrm>
            <a:off x="7806646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Cryo_13114">
            <a:extLst>
              <a:ext uri="{FF2B5EF4-FFF2-40B4-BE49-F238E27FC236}">
                <a16:creationId xmlns:a16="http://schemas.microsoft.com/office/drawing/2014/main" id="{0B4B9172-2977-4F76-953B-CD8BE64067F1}"/>
              </a:ext>
            </a:extLst>
          </p:cNvPr>
          <p:cNvSpPr>
            <a:spLocks noGrp="1"/>
          </p:cNvSpPr>
          <p:nvPr/>
        </p:nvSpPr>
        <p:spPr>
          <a:xfrm>
            <a:off x="77112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Cryo_13115">
            <a:extLst>
              <a:ext uri="{FF2B5EF4-FFF2-40B4-BE49-F238E27FC236}">
                <a16:creationId xmlns:a16="http://schemas.microsoft.com/office/drawing/2014/main" id="{ECCB420D-8B7E-42DD-B214-FFE11469621A}"/>
              </a:ext>
            </a:extLst>
          </p:cNvPr>
          <p:cNvSpPr>
            <a:spLocks noGrp="1"/>
          </p:cNvSpPr>
          <p:nvPr/>
        </p:nvSpPr>
        <p:spPr>
          <a:xfrm>
            <a:off x="77496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Cryo_13116">
            <a:extLst>
              <a:ext uri="{FF2B5EF4-FFF2-40B4-BE49-F238E27FC236}">
                <a16:creationId xmlns:a16="http://schemas.microsoft.com/office/drawing/2014/main" id="{D673A109-538F-4CAC-97B7-770C13B047E4}"/>
              </a:ext>
            </a:extLst>
          </p:cNvPr>
          <p:cNvSpPr>
            <a:spLocks noGrp="1"/>
          </p:cNvSpPr>
          <p:nvPr/>
        </p:nvSpPr>
        <p:spPr>
          <a:xfrm>
            <a:off x="787855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Cryo_13117">
            <a:extLst>
              <a:ext uri="{FF2B5EF4-FFF2-40B4-BE49-F238E27FC236}">
                <a16:creationId xmlns:a16="http://schemas.microsoft.com/office/drawing/2014/main" id="{E5D05BCE-CBF5-4A5F-9F7C-BD603A47B9AC}"/>
              </a:ext>
            </a:extLst>
          </p:cNvPr>
          <p:cNvSpPr>
            <a:spLocks noGrp="1"/>
          </p:cNvSpPr>
          <p:nvPr/>
        </p:nvSpPr>
        <p:spPr>
          <a:xfrm>
            <a:off x="7863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Cryo_13118">
            <a:extLst>
              <a:ext uri="{FF2B5EF4-FFF2-40B4-BE49-F238E27FC236}">
                <a16:creationId xmlns:a16="http://schemas.microsoft.com/office/drawing/2014/main" id="{765B0FA1-158E-414E-AF43-ABFE15E7C33F}"/>
              </a:ext>
            </a:extLst>
          </p:cNvPr>
          <p:cNvSpPr>
            <a:spLocks noGrp="1"/>
          </p:cNvSpPr>
          <p:nvPr/>
        </p:nvSpPr>
        <p:spPr>
          <a:xfrm>
            <a:off x="77436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Cryo_13119">
            <a:extLst>
              <a:ext uri="{FF2B5EF4-FFF2-40B4-BE49-F238E27FC236}">
                <a16:creationId xmlns:a16="http://schemas.microsoft.com/office/drawing/2014/main" id="{7E71B487-FB70-48F1-AE8D-6037A0297860}"/>
              </a:ext>
            </a:extLst>
          </p:cNvPr>
          <p:cNvSpPr>
            <a:spLocks noGrp="1"/>
          </p:cNvSpPr>
          <p:nvPr/>
        </p:nvSpPr>
        <p:spPr>
          <a:xfrm>
            <a:off x="79253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Cryo_13120">
            <a:extLst>
              <a:ext uri="{FF2B5EF4-FFF2-40B4-BE49-F238E27FC236}">
                <a16:creationId xmlns:a16="http://schemas.microsoft.com/office/drawing/2014/main" id="{4CB8FE48-CE61-4795-AA98-2644594A83C1}"/>
              </a:ext>
            </a:extLst>
          </p:cNvPr>
          <p:cNvSpPr>
            <a:spLocks noGrp="1"/>
          </p:cNvSpPr>
          <p:nvPr/>
        </p:nvSpPr>
        <p:spPr>
          <a:xfrm>
            <a:off x="789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Cryo_13121">
            <a:extLst>
              <a:ext uri="{FF2B5EF4-FFF2-40B4-BE49-F238E27FC236}">
                <a16:creationId xmlns:a16="http://schemas.microsoft.com/office/drawing/2014/main" id="{0E7B0DAC-AD02-435E-A2C2-6FAF72BB583F}"/>
              </a:ext>
            </a:extLst>
          </p:cNvPr>
          <p:cNvSpPr>
            <a:spLocks noGrp="1"/>
          </p:cNvSpPr>
          <p:nvPr/>
        </p:nvSpPr>
        <p:spPr>
          <a:xfrm>
            <a:off x="7877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Cryo_13122">
            <a:extLst>
              <a:ext uri="{FF2B5EF4-FFF2-40B4-BE49-F238E27FC236}">
                <a16:creationId xmlns:a16="http://schemas.microsoft.com/office/drawing/2014/main" id="{11CA62C0-2614-499C-960F-7F2C3FD2EABD}"/>
              </a:ext>
            </a:extLst>
          </p:cNvPr>
          <p:cNvSpPr>
            <a:spLocks noGrp="1"/>
          </p:cNvSpPr>
          <p:nvPr/>
        </p:nvSpPr>
        <p:spPr>
          <a:xfrm>
            <a:off x="77536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Cryo_13123">
            <a:extLst>
              <a:ext uri="{FF2B5EF4-FFF2-40B4-BE49-F238E27FC236}">
                <a16:creationId xmlns:a16="http://schemas.microsoft.com/office/drawing/2014/main" id="{7D49FC0E-5C8F-4A6B-A32E-032DC4A023AD}"/>
              </a:ext>
            </a:extLst>
          </p:cNvPr>
          <p:cNvSpPr>
            <a:spLocks noGrp="1"/>
          </p:cNvSpPr>
          <p:nvPr/>
        </p:nvSpPr>
        <p:spPr>
          <a:xfrm>
            <a:off x="7847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Cryo_13124">
            <a:extLst>
              <a:ext uri="{FF2B5EF4-FFF2-40B4-BE49-F238E27FC236}">
                <a16:creationId xmlns:a16="http://schemas.microsoft.com/office/drawing/2014/main" id="{D58A0282-FE8B-44F0-9E0B-BEAC0D9F3467}"/>
              </a:ext>
            </a:extLst>
          </p:cNvPr>
          <p:cNvSpPr>
            <a:spLocks noGrp="1"/>
          </p:cNvSpPr>
          <p:nvPr/>
        </p:nvSpPr>
        <p:spPr>
          <a:xfrm>
            <a:off x="78863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Cryo_13125">
            <a:extLst>
              <a:ext uri="{FF2B5EF4-FFF2-40B4-BE49-F238E27FC236}">
                <a16:creationId xmlns:a16="http://schemas.microsoft.com/office/drawing/2014/main" id="{83D9E691-2A78-4DCD-A210-C18BF5771585}"/>
              </a:ext>
            </a:extLst>
          </p:cNvPr>
          <p:cNvSpPr>
            <a:spLocks noGrp="1"/>
          </p:cNvSpPr>
          <p:nvPr/>
        </p:nvSpPr>
        <p:spPr>
          <a:xfrm>
            <a:off x="77118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Cryo_13126">
            <a:extLst>
              <a:ext uri="{FF2B5EF4-FFF2-40B4-BE49-F238E27FC236}">
                <a16:creationId xmlns:a16="http://schemas.microsoft.com/office/drawing/2014/main" id="{270453C4-EF4A-4B9C-B5B6-90FB4A4941DB}"/>
              </a:ext>
            </a:extLst>
          </p:cNvPr>
          <p:cNvSpPr>
            <a:spLocks noGrp="1"/>
          </p:cNvSpPr>
          <p:nvPr/>
        </p:nvSpPr>
        <p:spPr>
          <a:xfrm>
            <a:off x="79497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Cryo_13127">
            <a:extLst>
              <a:ext uri="{FF2B5EF4-FFF2-40B4-BE49-F238E27FC236}">
                <a16:creationId xmlns:a16="http://schemas.microsoft.com/office/drawing/2014/main" id="{382249C3-8352-422A-96A3-CA2AD5CCB78C}"/>
              </a:ext>
            </a:extLst>
          </p:cNvPr>
          <p:cNvSpPr>
            <a:spLocks noGrp="1"/>
          </p:cNvSpPr>
          <p:nvPr/>
        </p:nvSpPr>
        <p:spPr>
          <a:xfrm>
            <a:off x="777433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Cryo_13128">
            <a:extLst>
              <a:ext uri="{FF2B5EF4-FFF2-40B4-BE49-F238E27FC236}">
                <a16:creationId xmlns:a16="http://schemas.microsoft.com/office/drawing/2014/main" id="{0B334184-F6EF-41E5-A5C6-ECABFACE01AC}"/>
              </a:ext>
            </a:extLst>
          </p:cNvPr>
          <p:cNvSpPr>
            <a:spLocks noGrp="1"/>
          </p:cNvSpPr>
          <p:nvPr/>
        </p:nvSpPr>
        <p:spPr>
          <a:xfrm>
            <a:off x="79253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Cryo_13129">
            <a:extLst>
              <a:ext uri="{FF2B5EF4-FFF2-40B4-BE49-F238E27FC236}">
                <a16:creationId xmlns:a16="http://schemas.microsoft.com/office/drawing/2014/main" id="{C8642B4B-4620-4526-AE62-1ED0330B428A}"/>
              </a:ext>
            </a:extLst>
          </p:cNvPr>
          <p:cNvSpPr>
            <a:spLocks noGrp="1"/>
          </p:cNvSpPr>
          <p:nvPr/>
        </p:nvSpPr>
        <p:spPr>
          <a:xfrm>
            <a:off x="791522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Cryo_13130">
            <a:extLst>
              <a:ext uri="{FF2B5EF4-FFF2-40B4-BE49-F238E27FC236}">
                <a16:creationId xmlns:a16="http://schemas.microsoft.com/office/drawing/2014/main" id="{FB260732-396D-411A-8B0E-B544041391C1}"/>
              </a:ext>
            </a:extLst>
          </p:cNvPr>
          <p:cNvSpPr>
            <a:spLocks noGrp="1"/>
          </p:cNvSpPr>
          <p:nvPr/>
        </p:nvSpPr>
        <p:spPr>
          <a:xfrm>
            <a:off x="774819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Cryo_13131">
            <a:extLst>
              <a:ext uri="{FF2B5EF4-FFF2-40B4-BE49-F238E27FC236}">
                <a16:creationId xmlns:a16="http://schemas.microsoft.com/office/drawing/2014/main" id="{F8B369C1-84EA-459E-A00E-E25E102C3AC5}"/>
              </a:ext>
            </a:extLst>
          </p:cNvPr>
          <p:cNvSpPr>
            <a:spLocks noGrp="1"/>
          </p:cNvSpPr>
          <p:nvPr/>
        </p:nvSpPr>
        <p:spPr>
          <a:xfrm>
            <a:off x="79520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Cryo_13132">
            <a:extLst>
              <a:ext uri="{FF2B5EF4-FFF2-40B4-BE49-F238E27FC236}">
                <a16:creationId xmlns:a16="http://schemas.microsoft.com/office/drawing/2014/main" id="{F3788F64-B062-4E21-ADAE-1BC7EFE0243C}"/>
              </a:ext>
            </a:extLst>
          </p:cNvPr>
          <p:cNvSpPr>
            <a:spLocks noGrp="1"/>
          </p:cNvSpPr>
          <p:nvPr/>
        </p:nvSpPr>
        <p:spPr>
          <a:xfrm>
            <a:off x="7890952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Cryo_13133">
            <a:extLst>
              <a:ext uri="{FF2B5EF4-FFF2-40B4-BE49-F238E27FC236}">
                <a16:creationId xmlns:a16="http://schemas.microsoft.com/office/drawing/2014/main" id="{D55C0E71-BCDA-464B-A36F-875A7EEB3BC8}"/>
              </a:ext>
            </a:extLst>
          </p:cNvPr>
          <p:cNvSpPr>
            <a:spLocks noGrp="1"/>
          </p:cNvSpPr>
          <p:nvPr/>
        </p:nvSpPr>
        <p:spPr>
          <a:xfrm>
            <a:off x="78068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Cryo_13134">
            <a:extLst>
              <a:ext uri="{FF2B5EF4-FFF2-40B4-BE49-F238E27FC236}">
                <a16:creationId xmlns:a16="http://schemas.microsoft.com/office/drawing/2014/main" id="{B3C656D4-7D2D-4EA4-B60C-BB2C50C08DDD}"/>
              </a:ext>
            </a:extLst>
          </p:cNvPr>
          <p:cNvSpPr>
            <a:spLocks noGrp="1"/>
          </p:cNvSpPr>
          <p:nvPr/>
        </p:nvSpPr>
        <p:spPr>
          <a:xfrm>
            <a:off x="77544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Cryo_13135">
            <a:extLst>
              <a:ext uri="{FF2B5EF4-FFF2-40B4-BE49-F238E27FC236}">
                <a16:creationId xmlns:a16="http://schemas.microsoft.com/office/drawing/2014/main" id="{045A647E-7B6E-4387-8332-4218A768B1EE}"/>
              </a:ext>
            </a:extLst>
          </p:cNvPr>
          <p:cNvSpPr>
            <a:spLocks noGrp="1"/>
          </p:cNvSpPr>
          <p:nvPr/>
        </p:nvSpPr>
        <p:spPr>
          <a:xfrm>
            <a:off x="770779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Cryo_13136">
            <a:extLst>
              <a:ext uri="{FF2B5EF4-FFF2-40B4-BE49-F238E27FC236}">
                <a16:creationId xmlns:a16="http://schemas.microsoft.com/office/drawing/2014/main" id="{8642651C-4A41-4279-8E40-DDAAC107687B}"/>
              </a:ext>
            </a:extLst>
          </p:cNvPr>
          <p:cNvSpPr>
            <a:spLocks noGrp="1"/>
          </p:cNvSpPr>
          <p:nvPr/>
        </p:nvSpPr>
        <p:spPr>
          <a:xfrm>
            <a:off x="7929541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Cryo_13137">
            <a:extLst>
              <a:ext uri="{FF2B5EF4-FFF2-40B4-BE49-F238E27FC236}">
                <a16:creationId xmlns:a16="http://schemas.microsoft.com/office/drawing/2014/main" id="{C588CC5E-4BB0-49B6-9902-A3FB59D7ADBD}"/>
              </a:ext>
            </a:extLst>
          </p:cNvPr>
          <p:cNvSpPr>
            <a:spLocks noGrp="1"/>
          </p:cNvSpPr>
          <p:nvPr/>
        </p:nvSpPr>
        <p:spPr>
          <a:xfrm>
            <a:off x="77565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Cryo_13138">
            <a:extLst>
              <a:ext uri="{FF2B5EF4-FFF2-40B4-BE49-F238E27FC236}">
                <a16:creationId xmlns:a16="http://schemas.microsoft.com/office/drawing/2014/main" id="{C6C6207A-FC47-4F44-A50F-D6D1B2309726}"/>
              </a:ext>
            </a:extLst>
          </p:cNvPr>
          <p:cNvSpPr>
            <a:spLocks noGrp="1"/>
          </p:cNvSpPr>
          <p:nvPr/>
        </p:nvSpPr>
        <p:spPr>
          <a:xfrm>
            <a:off x="7896161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Cryo_13139">
            <a:extLst>
              <a:ext uri="{FF2B5EF4-FFF2-40B4-BE49-F238E27FC236}">
                <a16:creationId xmlns:a16="http://schemas.microsoft.com/office/drawing/2014/main" id="{835FF5EF-30B9-4B8D-9B89-A36F59C799C3}"/>
              </a:ext>
            </a:extLst>
          </p:cNvPr>
          <p:cNvSpPr>
            <a:spLocks noGrp="1"/>
          </p:cNvSpPr>
          <p:nvPr/>
        </p:nvSpPr>
        <p:spPr>
          <a:xfrm>
            <a:off x="78778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Cryo_13140">
            <a:extLst>
              <a:ext uri="{FF2B5EF4-FFF2-40B4-BE49-F238E27FC236}">
                <a16:creationId xmlns:a16="http://schemas.microsoft.com/office/drawing/2014/main" id="{30F55516-BD9F-4671-B0B0-C41BD59B609E}"/>
              </a:ext>
            </a:extLst>
          </p:cNvPr>
          <p:cNvSpPr>
            <a:spLocks noGrp="1"/>
          </p:cNvSpPr>
          <p:nvPr/>
        </p:nvSpPr>
        <p:spPr>
          <a:xfrm>
            <a:off x="789310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Cryo_13141">
            <a:extLst>
              <a:ext uri="{FF2B5EF4-FFF2-40B4-BE49-F238E27FC236}">
                <a16:creationId xmlns:a16="http://schemas.microsoft.com/office/drawing/2014/main" id="{AB58FA26-A7F5-482D-B687-214578262BF4}"/>
              </a:ext>
            </a:extLst>
          </p:cNvPr>
          <p:cNvSpPr>
            <a:spLocks noGrp="1"/>
          </p:cNvSpPr>
          <p:nvPr/>
        </p:nvSpPr>
        <p:spPr>
          <a:xfrm>
            <a:off x="785687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Cryo_13142">
            <a:extLst>
              <a:ext uri="{FF2B5EF4-FFF2-40B4-BE49-F238E27FC236}">
                <a16:creationId xmlns:a16="http://schemas.microsoft.com/office/drawing/2014/main" id="{7B446F99-734A-4A94-9A4B-DB362127A034}"/>
              </a:ext>
            </a:extLst>
          </p:cNvPr>
          <p:cNvSpPr>
            <a:spLocks noGrp="1"/>
          </p:cNvSpPr>
          <p:nvPr/>
        </p:nvSpPr>
        <p:spPr>
          <a:xfrm>
            <a:off x="793887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Cryo_13143">
            <a:extLst>
              <a:ext uri="{FF2B5EF4-FFF2-40B4-BE49-F238E27FC236}">
                <a16:creationId xmlns:a16="http://schemas.microsoft.com/office/drawing/2014/main" id="{4AC5F30D-E4F9-4C05-8F4F-D5969E7166FF}"/>
              </a:ext>
            </a:extLst>
          </p:cNvPr>
          <p:cNvSpPr>
            <a:spLocks noGrp="1"/>
          </p:cNvSpPr>
          <p:nvPr/>
        </p:nvSpPr>
        <p:spPr>
          <a:xfrm>
            <a:off x="770666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Cryo_13144">
            <a:extLst>
              <a:ext uri="{FF2B5EF4-FFF2-40B4-BE49-F238E27FC236}">
                <a16:creationId xmlns:a16="http://schemas.microsoft.com/office/drawing/2014/main" id="{A5C19014-D0FC-48C7-8E6C-7200C9090DF0}"/>
              </a:ext>
            </a:extLst>
          </p:cNvPr>
          <p:cNvSpPr>
            <a:spLocks noGrp="1"/>
          </p:cNvSpPr>
          <p:nvPr/>
        </p:nvSpPr>
        <p:spPr>
          <a:xfrm>
            <a:off x="78921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Cryo_13145">
            <a:extLst>
              <a:ext uri="{FF2B5EF4-FFF2-40B4-BE49-F238E27FC236}">
                <a16:creationId xmlns:a16="http://schemas.microsoft.com/office/drawing/2014/main" id="{7F6489CB-BF7A-4384-83C3-FB37A549C3ED}"/>
              </a:ext>
            </a:extLst>
          </p:cNvPr>
          <p:cNvSpPr>
            <a:spLocks noGrp="1"/>
          </p:cNvSpPr>
          <p:nvPr/>
        </p:nvSpPr>
        <p:spPr>
          <a:xfrm>
            <a:off x="78974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Cryo_13146">
            <a:extLst>
              <a:ext uri="{FF2B5EF4-FFF2-40B4-BE49-F238E27FC236}">
                <a16:creationId xmlns:a16="http://schemas.microsoft.com/office/drawing/2014/main" id="{A1C5B4C0-322C-49E7-AEF7-C99AFF0385F8}"/>
              </a:ext>
            </a:extLst>
          </p:cNvPr>
          <p:cNvSpPr>
            <a:spLocks noGrp="1"/>
          </p:cNvSpPr>
          <p:nvPr/>
        </p:nvSpPr>
        <p:spPr>
          <a:xfrm>
            <a:off x="7905284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Cryo_13147">
            <a:extLst>
              <a:ext uri="{FF2B5EF4-FFF2-40B4-BE49-F238E27FC236}">
                <a16:creationId xmlns:a16="http://schemas.microsoft.com/office/drawing/2014/main" id="{4EDD0F38-472F-48A0-A788-A6486A304236}"/>
              </a:ext>
            </a:extLst>
          </p:cNvPr>
          <p:cNvSpPr>
            <a:spLocks noGrp="1"/>
          </p:cNvSpPr>
          <p:nvPr/>
        </p:nvSpPr>
        <p:spPr>
          <a:xfrm>
            <a:off x="793772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Cryo_13148">
            <a:extLst>
              <a:ext uri="{FF2B5EF4-FFF2-40B4-BE49-F238E27FC236}">
                <a16:creationId xmlns:a16="http://schemas.microsoft.com/office/drawing/2014/main" id="{C31D714D-71E2-434F-AE6B-D5C6431EF089}"/>
              </a:ext>
            </a:extLst>
          </p:cNvPr>
          <p:cNvSpPr>
            <a:spLocks noGrp="1"/>
          </p:cNvSpPr>
          <p:nvPr/>
        </p:nvSpPr>
        <p:spPr>
          <a:xfrm>
            <a:off x="79074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Cryo_13149">
            <a:extLst>
              <a:ext uri="{FF2B5EF4-FFF2-40B4-BE49-F238E27FC236}">
                <a16:creationId xmlns:a16="http://schemas.microsoft.com/office/drawing/2014/main" id="{0BBB977A-9B63-4C44-BEB2-041C738F98D0}"/>
              </a:ext>
            </a:extLst>
          </p:cNvPr>
          <p:cNvSpPr>
            <a:spLocks noGrp="1"/>
          </p:cNvSpPr>
          <p:nvPr/>
        </p:nvSpPr>
        <p:spPr>
          <a:xfrm>
            <a:off x="783138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Cryo_13150">
            <a:extLst>
              <a:ext uri="{FF2B5EF4-FFF2-40B4-BE49-F238E27FC236}">
                <a16:creationId xmlns:a16="http://schemas.microsoft.com/office/drawing/2014/main" id="{4A504A8D-0F85-4BED-B187-0B1982A388F0}"/>
              </a:ext>
            </a:extLst>
          </p:cNvPr>
          <p:cNvSpPr>
            <a:spLocks noGrp="1"/>
          </p:cNvSpPr>
          <p:nvPr/>
        </p:nvSpPr>
        <p:spPr>
          <a:xfrm>
            <a:off x="77931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Cryo_13151">
            <a:extLst>
              <a:ext uri="{FF2B5EF4-FFF2-40B4-BE49-F238E27FC236}">
                <a16:creationId xmlns:a16="http://schemas.microsoft.com/office/drawing/2014/main" id="{C2F4044E-91C1-46E4-B075-A848BFF7280E}"/>
              </a:ext>
            </a:extLst>
          </p:cNvPr>
          <p:cNvSpPr>
            <a:spLocks noGrp="1"/>
          </p:cNvSpPr>
          <p:nvPr/>
        </p:nvSpPr>
        <p:spPr>
          <a:xfrm>
            <a:off x="78501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Cryo_13152">
            <a:extLst>
              <a:ext uri="{FF2B5EF4-FFF2-40B4-BE49-F238E27FC236}">
                <a16:creationId xmlns:a16="http://schemas.microsoft.com/office/drawing/2014/main" id="{B277B5C4-DE59-4827-BA10-91E4EA7409AB}"/>
              </a:ext>
            </a:extLst>
          </p:cNvPr>
          <p:cNvSpPr>
            <a:spLocks noGrp="1"/>
          </p:cNvSpPr>
          <p:nvPr/>
        </p:nvSpPr>
        <p:spPr>
          <a:xfrm>
            <a:off x="78556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Cryo_13153">
            <a:extLst>
              <a:ext uri="{FF2B5EF4-FFF2-40B4-BE49-F238E27FC236}">
                <a16:creationId xmlns:a16="http://schemas.microsoft.com/office/drawing/2014/main" id="{04B0A2EB-9C5F-4673-8513-F3915FA461A3}"/>
              </a:ext>
            </a:extLst>
          </p:cNvPr>
          <p:cNvSpPr>
            <a:spLocks noGrp="1"/>
          </p:cNvSpPr>
          <p:nvPr/>
        </p:nvSpPr>
        <p:spPr>
          <a:xfrm>
            <a:off x="77248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Cryo_13154">
            <a:extLst>
              <a:ext uri="{FF2B5EF4-FFF2-40B4-BE49-F238E27FC236}">
                <a16:creationId xmlns:a16="http://schemas.microsoft.com/office/drawing/2014/main" id="{219706EB-A328-4A1E-AFF4-98D8C3C1474E}"/>
              </a:ext>
            </a:extLst>
          </p:cNvPr>
          <p:cNvSpPr>
            <a:spLocks noGrp="1"/>
          </p:cNvSpPr>
          <p:nvPr/>
        </p:nvSpPr>
        <p:spPr>
          <a:xfrm>
            <a:off x="789456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Cryo_13155">
            <a:extLst>
              <a:ext uri="{FF2B5EF4-FFF2-40B4-BE49-F238E27FC236}">
                <a16:creationId xmlns:a16="http://schemas.microsoft.com/office/drawing/2014/main" id="{E653C0AB-232A-474F-BAB9-C4D9338F5C79}"/>
              </a:ext>
            </a:extLst>
          </p:cNvPr>
          <p:cNvSpPr>
            <a:spLocks noGrp="1"/>
          </p:cNvSpPr>
          <p:nvPr/>
        </p:nvSpPr>
        <p:spPr>
          <a:xfrm>
            <a:off x="7926245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Cryo_13156">
            <a:extLst>
              <a:ext uri="{FF2B5EF4-FFF2-40B4-BE49-F238E27FC236}">
                <a16:creationId xmlns:a16="http://schemas.microsoft.com/office/drawing/2014/main" id="{97E27EF6-90D9-48FC-A11A-B20C44E018DB}"/>
              </a:ext>
            </a:extLst>
          </p:cNvPr>
          <p:cNvSpPr>
            <a:spLocks noGrp="1"/>
          </p:cNvSpPr>
          <p:nvPr/>
        </p:nvSpPr>
        <p:spPr>
          <a:xfrm>
            <a:off x="7719313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Cryo_13157">
            <a:extLst>
              <a:ext uri="{FF2B5EF4-FFF2-40B4-BE49-F238E27FC236}">
                <a16:creationId xmlns:a16="http://schemas.microsoft.com/office/drawing/2014/main" id="{69377752-5BE8-4615-8300-EDE7AC76CEF6}"/>
              </a:ext>
            </a:extLst>
          </p:cNvPr>
          <p:cNvSpPr>
            <a:spLocks noGrp="1"/>
          </p:cNvSpPr>
          <p:nvPr/>
        </p:nvSpPr>
        <p:spPr>
          <a:xfrm>
            <a:off x="77271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Cryo_13158">
            <a:extLst>
              <a:ext uri="{FF2B5EF4-FFF2-40B4-BE49-F238E27FC236}">
                <a16:creationId xmlns:a16="http://schemas.microsoft.com/office/drawing/2014/main" id="{4E3CC95A-6CC8-409A-B6D4-A4F9B26081AC}"/>
              </a:ext>
            </a:extLst>
          </p:cNvPr>
          <p:cNvSpPr>
            <a:spLocks noGrp="1"/>
          </p:cNvSpPr>
          <p:nvPr/>
        </p:nvSpPr>
        <p:spPr>
          <a:xfrm>
            <a:off x="7841709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Cryo_13159">
            <a:extLst>
              <a:ext uri="{FF2B5EF4-FFF2-40B4-BE49-F238E27FC236}">
                <a16:creationId xmlns:a16="http://schemas.microsoft.com/office/drawing/2014/main" id="{941A6DA0-DAFF-4F46-BBC7-53B50E6C6E06}"/>
              </a:ext>
            </a:extLst>
          </p:cNvPr>
          <p:cNvSpPr>
            <a:spLocks noGrp="1"/>
          </p:cNvSpPr>
          <p:nvPr/>
        </p:nvSpPr>
        <p:spPr>
          <a:xfrm>
            <a:off x="7884531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Cryo_13160">
            <a:extLst>
              <a:ext uri="{FF2B5EF4-FFF2-40B4-BE49-F238E27FC236}">
                <a16:creationId xmlns:a16="http://schemas.microsoft.com/office/drawing/2014/main" id="{68E55A46-B561-48BB-8881-D58FF0AB53B5}"/>
              </a:ext>
            </a:extLst>
          </p:cNvPr>
          <p:cNvSpPr>
            <a:spLocks noGrp="1"/>
          </p:cNvSpPr>
          <p:nvPr/>
        </p:nvSpPr>
        <p:spPr>
          <a:xfrm>
            <a:off x="77182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Cryo_13161">
            <a:extLst>
              <a:ext uri="{FF2B5EF4-FFF2-40B4-BE49-F238E27FC236}">
                <a16:creationId xmlns:a16="http://schemas.microsoft.com/office/drawing/2014/main" id="{7ED3942E-31AF-4700-AB39-B94DF10710D3}"/>
              </a:ext>
            </a:extLst>
          </p:cNvPr>
          <p:cNvSpPr>
            <a:spLocks noGrp="1"/>
          </p:cNvSpPr>
          <p:nvPr/>
        </p:nvSpPr>
        <p:spPr>
          <a:xfrm>
            <a:off x="7945402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Cryo_13162">
            <a:extLst>
              <a:ext uri="{FF2B5EF4-FFF2-40B4-BE49-F238E27FC236}">
                <a16:creationId xmlns:a16="http://schemas.microsoft.com/office/drawing/2014/main" id="{08090A26-7852-4CCF-9650-318385488960}"/>
              </a:ext>
            </a:extLst>
          </p:cNvPr>
          <p:cNvSpPr>
            <a:spLocks noGrp="1"/>
          </p:cNvSpPr>
          <p:nvPr/>
        </p:nvSpPr>
        <p:spPr>
          <a:xfrm>
            <a:off x="77637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Cryo_13163">
            <a:extLst>
              <a:ext uri="{FF2B5EF4-FFF2-40B4-BE49-F238E27FC236}">
                <a16:creationId xmlns:a16="http://schemas.microsoft.com/office/drawing/2014/main" id="{5E979B38-A270-4062-B8E3-1B9D9BA99DEC}"/>
              </a:ext>
            </a:extLst>
          </p:cNvPr>
          <p:cNvSpPr>
            <a:spLocks noGrp="1"/>
          </p:cNvSpPr>
          <p:nvPr/>
        </p:nvSpPr>
        <p:spPr>
          <a:xfrm>
            <a:off x="79209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Cryo_13164">
            <a:extLst>
              <a:ext uri="{FF2B5EF4-FFF2-40B4-BE49-F238E27FC236}">
                <a16:creationId xmlns:a16="http://schemas.microsoft.com/office/drawing/2014/main" id="{FF869F5A-06F5-4879-B421-680BD9D5B974}"/>
              </a:ext>
            </a:extLst>
          </p:cNvPr>
          <p:cNvSpPr>
            <a:spLocks noGrp="1"/>
          </p:cNvSpPr>
          <p:nvPr/>
        </p:nvSpPr>
        <p:spPr>
          <a:xfrm>
            <a:off x="7940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Cryo_13165">
            <a:extLst>
              <a:ext uri="{FF2B5EF4-FFF2-40B4-BE49-F238E27FC236}">
                <a16:creationId xmlns:a16="http://schemas.microsoft.com/office/drawing/2014/main" id="{AD084A16-E754-416A-94EB-195DCB4CB0AF}"/>
              </a:ext>
            </a:extLst>
          </p:cNvPr>
          <p:cNvSpPr>
            <a:spLocks noGrp="1"/>
          </p:cNvSpPr>
          <p:nvPr/>
        </p:nvSpPr>
        <p:spPr>
          <a:xfrm>
            <a:off x="7815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Cryo_13166">
            <a:extLst>
              <a:ext uri="{FF2B5EF4-FFF2-40B4-BE49-F238E27FC236}">
                <a16:creationId xmlns:a16="http://schemas.microsoft.com/office/drawing/2014/main" id="{7076283B-3FCD-4DDB-87F1-3307714D6DE9}"/>
              </a:ext>
            </a:extLst>
          </p:cNvPr>
          <p:cNvSpPr>
            <a:spLocks noGrp="1"/>
          </p:cNvSpPr>
          <p:nvPr/>
        </p:nvSpPr>
        <p:spPr>
          <a:xfrm>
            <a:off x="7752639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Cryo_13167">
            <a:extLst>
              <a:ext uri="{FF2B5EF4-FFF2-40B4-BE49-F238E27FC236}">
                <a16:creationId xmlns:a16="http://schemas.microsoft.com/office/drawing/2014/main" id="{80C99772-52F2-46F8-8468-1253D714610A}"/>
              </a:ext>
            </a:extLst>
          </p:cNvPr>
          <p:cNvSpPr>
            <a:spLocks noGrp="1"/>
          </p:cNvSpPr>
          <p:nvPr/>
        </p:nvSpPr>
        <p:spPr>
          <a:xfrm>
            <a:off x="7702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Cryo_13168">
            <a:extLst>
              <a:ext uri="{FF2B5EF4-FFF2-40B4-BE49-F238E27FC236}">
                <a16:creationId xmlns:a16="http://schemas.microsoft.com/office/drawing/2014/main" id="{876544C1-C662-4734-9817-43DFC4B8E8A7}"/>
              </a:ext>
            </a:extLst>
          </p:cNvPr>
          <p:cNvSpPr>
            <a:spLocks noGrp="1"/>
          </p:cNvSpPr>
          <p:nvPr/>
        </p:nvSpPr>
        <p:spPr>
          <a:xfrm>
            <a:off x="79047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Cryo_13169">
            <a:extLst>
              <a:ext uri="{FF2B5EF4-FFF2-40B4-BE49-F238E27FC236}">
                <a16:creationId xmlns:a16="http://schemas.microsoft.com/office/drawing/2014/main" id="{47C49A01-1A7C-4F34-867A-03E7043561DD}"/>
              </a:ext>
            </a:extLst>
          </p:cNvPr>
          <p:cNvSpPr>
            <a:spLocks noGrp="1"/>
          </p:cNvSpPr>
          <p:nvPr/>
        </p:nvSpPr>
        <p:spPr>
          <a:xfrm>
            <a:off x="1806649" y="42855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Cryo_13170">
            <a:extLst>
              <a:ext uri="{FF2B5EF4-FFF2-40B4-BE49-F238E27FC236}">
                <a16:creationId xmlns:a16="http://schemas.microsoft.com/office/drawing/2014/main" id="{48766329-6B7D-4650-860C-BE0E83C93413}"/>
              </a:ext>
            </a:extLst>
          </p:cNvPr>
          <p:cNvSpPr>
            <a:spLocks noGrp="1"/>
          </p:cNvSpPr>
          <p:nvPr/>
        </p:nvSpPr>
        <p:spPr>
          <a:xfrm>
            <a:off x="1932830" y="34174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Cryo_13171">
            <a:extLst>
              <a:ext uri="{FF2B5EF4-FFF2-40B4-BE49-F238E27FC236}">
                <a16:creationId xmlns:a16="http://schemas.microsoft.com/office/drawing/2014/main" id="{EEC0A544-B28A-4424-807F-67F383D670A9}"/>
              </a:ext>
            </a:extLst>
          </p:cNvPr>
          <p:cNvSpPr>
            <a:spLocks noGrp="1"/>
          </p:cNvSpPr>
          <p:nvPr/>
        </p:nvSpPr>
        <p:spPr>
          <a:xfrm>
            <a:off x="1770545" y="35961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Cryo_13172">
            <a:extLst>
              <a:ext uri="{FF2B5EF4-FFF2-40B4-BE49-F238E27FC236}">
                <a16:creationId xmlns:a16="http://schemas.microsoft.com/office/drawing/2014/main" id="{D9F257AD-6C8D-47E3-B3C1-7B8210D29DF0}"/>
              </a:ext>
            </a:extLst>
          </p:cNvPr>
          <p:cNvSpPr>
            <a:spLocks noGrp="1"/>
          </p:cNvSpPr>
          <p:nvPr/>
        </p:nvSpPr>
        <p:spPr>
          <a:xfrm>
            <a:off x="1776898" y="5902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Cryo_13173">
            <a:extLst>
              <a:ext uri="{FF2B5EF4-FFF2-40B4-BE49-F238E27FC236}">
                <a16:creationId xmlns:a16="http://schemas.microsoft.com/office/drawing/2014/main" id="{47FD24A9-240E-4165-8CE3-1F9EB76BC8DB}"/>
              </a:ext>
            </a:extLst>
          </p:cNvPr>
          <p:cNvSpPr>
            <a:spLocks noGrp="1"/>
          </p:cNvSpPr>
          <p:nvPr/>
        </p:nvSpPr>
        <p:spPr>
          <a:xfrm>
            <a:off x="1882249" y="38496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Cryo_13174">
            <a:extLst>
              <a:ext uri="{FF2B5EF4-FFF2-40B4-BE49-F238E27FC236}">
                <a16:creationId xmlns:a16="http://schemas.microsoft.com/office/drawing/2014/main" id="{2391A569-6E4B-4935-A137-D42C35484F11}"/>
              </a:ext>
            </a:extLst>
          </p:cNvPr>
          <p:cNvSpPr>
            <a:spLocks noGrp="1"/>
          </p:cNvSpPr>
          <p:nvPr/>
        </p:nvSpPr>
        <p:spPr>
          <a:xfrm>
            <a:off x="1807183" y="52041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Cryo_13175">
            <a:extLst>
              <a:ext uri="{FF2B5EF4-FFF2-40B4-BE49-F238E27FC236}">
                <a16:creationId xmlns:a16="http://schemas.microsoft.com/office/drawing/2014/main" id="{216CCE90-A0A5-4316-96BB-89A73BFC1F1E}"/>
              </a:ext>
            </a:extLst>
          </p:cNvPr>
          <p:cNvSpPr>
            <a:spLocks noGrp="1"/>
          </p:cNvSpPr>
          <p:nvPr/>
        </p:nvSpPr>
        <p:spPr>
          <a:xfrm>
            <a:off x="1818710" y="33852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Cryo_13176">
            <a:extLst>
              <a:ext uri="{FF2B5EF4-FFF2-40B4-BE49-F238E27FC236}">
                <a16:creationId xmlns:a16="http://schemas.microsoft.com/office/drawing/2014/main" id="{83E1181D-474A-4353-AC54-D4E81D22C091}"/>
              </a:ext>
            </a:extLst>
          </p:cNvPr>
          <p:cNvSpPr>
            <a:spLocks noGrp="1"/>
          </p:cNvSpPr>
          <p:nvPr/>
        </p:nvSpPr>
        <p:spPr>
          <a:xfrm>
            <a:off x="1950419" y="34378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Cryo_13177">
            <a:extLst>
              <a:ext uri="{FF2B5EF4-FFF2-40B4-BE49-F238E27FC236}">
                <a16:creationId xmlns:a16="http://schemas.microsoft.com/office/drawing/2014/main" id="{BCF3A0F6-C65C-4144-AAF1-A8C412BAD5B1}"/>
              </a:ext>
            </a:extLst>
          </p:cNvPr>
          <p:cNvSpPr>
            <a:spLocks noGrp="1"/>
          </p:cNvSpPr>
          <p:nvPr/>
        </p:nvSpPr>
        <p:spPr>
          <a:xfrm>
            <a:off x="1915690" y="48673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Cryo_13178">
            <a:extLst>
              <a:ext uri="{FF2B5EF4-FFF2-40B4-BE49-F238E27FC236}">
                <a16:creationId xmlns:a16="http://schemas.microsoft.com/office/drawing/2014/main" id="{10046ADC-4863-4A61-B4A4-F90E0065C8AA}"/>
              </a:ext>
            </a:extLst>
          </p:cNvPr>
          <p:cNvSpPr>
            <a:spLocks noGrp="1"/>
          </p:cNvSpPr>
          <p:nvPr/>
        </p:nvSpPr>
        <p:spPr>
          <a:xfrm>
            <a:off x="1856349" y="36320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Cryo_13179">
            <a:extLst>
              <a:ext uri="{FF2B5EF4-FFF2-40B4-BE49-F238E27FC236}">
                <a16:creationId xmlns:a16="http://schemas.microsoft.com/office/drawing/2014/main" id="{962D7F5E-7F23-4724-BC7C-DEF47F216CC9}"/>
              </a:ext>
            </a:extLst>
          </p:cNvPr>
          <p:cNvSpPr>
            <a:spLocks noGrp="1"/>
          </p:cNvSpPr>
          <p:nvPr/>
        </p:nvSpPr>
        <p:spPr>
          <a:xfrm>
            <a:off x="2002581" y="49827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Cryo_13180">
            <a:extLst>
              <a:ext uri="{FF2B5EF4-FFF2-40B4-BE49-F238E27FC236}">
                <a16:creationId xmlns:a16="http://schemas.microsoft.com/office/drawing/2014/main" id="{B03294DF-CC85-427F-A943-229F374B03A2}"/>
              </a:ext>
            </a:extLst>
          </p:cNvPr>
          <p:cNvSpPr>
            <a:spLocks noGrp="1"/>
          </p:cNvSpPr>
          <p:nvPr/>
        </p:nvSpPr>
        <p:spPr>
          <a:xfrm>
            <a:off x="1778565" y="44722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Cryo_13181">
            <a:extLst>
              <a:ext uri="{FF2B5EF4-FFF2-40B4-BE49-F238E27FC236}">
                <a16:creationId xmlns:a16="http://schemas.microsoft.com/office/drawing/2014/main" id="{283BC32A-20AF-4546-912B-2CDEC5CB8600}"/>
              </a:ext>
            </a:extLst>
          </p:cNvPr>
          <p:cNvSpPr>
            <a:spLocks noGrp="1"/>
          </p:cNvSpPr>
          <p:nvPr/>
        </p:nvSpPr>
        <p:spPr>
          <a:xfrm>
            <a:off x="1790979" y="45896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Cryo_13182">
            <a:extLst>
              <a:ext uri="{FF2B5EF4-FFF2-40B4-BE49-F238E27FC236}">
                <a16:creationId xmlns:a16="http://schemas.microsoft.com/office/drawing/2014/main" id="{8BAC871B-EA07-4924-80B9-30CEDCAE085B}"/>
              </a:ext>
            </a:extLst>
          </p:cNvPr>
          <p:cNvSpPr>
            <a:spLocks noGrp="1"/>
          </p:cNvSpPr>
          <p:nvPr/>
        </p:nvSpPr>
        <p:spPr>
          <a:xfrm>
            <a:off x="1924135" y="43234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Cryo_13183">
            <a:extLst>
              <a:ext uri="{FF2B5EF4-FFF2-40B4-BE49-F238E27FC236}">
                <a16:creationId xmlns:a16="http://schemas.microsoft.com/office/drawing/2014/main" id="{A355B89B-7B2A-446E-A6FE-9EAC6E0506A8}"/>
              </a:ext>
            </a:extLst>
          </p:cNvPr>
          <p:cNvSpPr>
            <a:spLocks noGrp="1"/>
          </p:cNvSpPr>
          <p:nvPr/>
        </p:nvSpPr>
        <p:spPr>
          <a:xfrm>
            <a:off x="1783848" y="35446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Cryo_13184">
            <a:extLst>
              <a:ext uri="{FF2B5EF4-FFF2-40B4-BE49-F238E27FC236}">
                <a16:creationId xmlns:a16="http://schemas.microsoft.com/office/drawing/2014/main" id="{D3957871-EBEC-44B4-871E-581F93E9DD44}"/>
              </a:ext>
            </a:extLst>
          </p:cNvPr>
          <p:cNvSpPr>
            <a:spLocks noGrp="1"/>
          </p:cNvSpPr>
          <p:nvPr/>
        </p:nvSpPr>
        <p:spPr>
          <a:xfrm>
            <a:off x="1842651" y="37781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Cryo_13185">
            <a:extLst>
              <a:ext uri="{FF2B5EF4-FFF2-40B4-BE49-F238E27FC236}">
                <a16:creationId xmlns:a16="http://schemas.microsoft.com/office/drawing/2014/main" id="{086266EF-FE5B-4A70-A542-2811702DB29C}"/>
              </a:ext>
            </a:extLst>
          </p:cNvPr>
          <p:cNvSpPr>
            <a:spLocks noGrp="1"/>
          </p:cNvSpPr>
          <p:nvPr/>
        </p:nvSpPr>
        <p:spPr>
          <a:xfrm>
            <a:off x="1787053" y="473606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Cryo_13186">
            <a:extLst>
              <a:ext uri="{FF2B5EF4-FFF2-40B4-BE49-F238E27FC236}">
                <a16:creationId xmlns:a16="http://schemas.microsoft.com/office/drawing/2014/main" id="{2DAA846C-C99B-472C-8B14-752D50E4CC75}"/>
              </a:ext>
            </a:extLst>
          </p:cNvPr>
          <p:cNvSpPr>
            <a:spLocks noGrp="1"/>
          </p:cNvSpPr>
          <p:nvPr/>
        </p:nvSpPr>
        <p:spPr>
          <a:xfrm>
            <a:off x="1891144" y="50442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Cryo_13187">
            <a:extLst>
              <a:ext uri="{FF2B5EF4-FFF2-40B4-BE49-F238E27FC236}">
                <a16:creationId xmlns:a16="http://schemas.microsoft.com/office/drawing/2014/main" id="{6D6E47CC-C523-49FE-9836-535FAD6301FA}"/>
              </a:ext>
            </a:extLst>
          </p:cNvPr>
          <p:cNvSpPr>
            <a:spLocks noGrp="1"/>
          </p:cNvSpPr>
          <p:nvPr/>
        </p:nvSpPr>
        <p:spPr>
          <a:xfrm>
            <a:off x="1985062" y="4136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Cryo_13188">
            <a:extLst>
              <a:ext uri="{FF2B5EF4-FFF2-40B4-BE49-F238E27FC236}">
                <a16:creationId xmlns:a16="http://schemas.microsoft.com/office/drawing/2014/main" id="{B461458B-DC1B-40BC-952D-1251F24C6BD5}"/>
              </a:ext>
            </a:extLst>
          </p:cNvPr>
          <p:cNvSpPr>
            <a:spLocks noGrp="1"/>
          </p:cNvSpPr>
          <p:nvPr/>
        </p:nvSpPr>
        <p:spPr>
          <a:xfrm>
            <a:off x="1774783" y="4330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Cryo_13189">
            <a:extLst>
              <a:ext uri="{FF2B5EF4-FFF2-40B4-BE49-F238E27FC236}">
                <a16:creationId xmlns:a16="http://schemas.microsoft.com/office/drawing/2014/main" id="{80265134-009D-4EFA-A9A2-01AF90D8FBAE}"/>
              </a:ext>
            </a:extLst>
          </p:cNvPr>
          <p:cNvSpPr>
            <a:spLocks noGrp="1"/>
          </p:cNvSpPr>
          <p:nvPr/>
        </p:nvSpPr>
        <p:spPr>
          <a:xfrm>
            <a:off x="1844139" y="51765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Cryo_13190">
            <a:extLst>
              <a:ext uri="{FF2B5EF4-FFF2-40B4-BE49-F238E27FC236}">
                <a16:creationId xmlns:a16="http://schemas.microsoft.com/office/drawing/2014/main" id="{B987287B-179E-4027-8DF3-1B7FFC01FC0B}"/>
              </a:ext>
            </a:extLst>
          </p:cNvPr>
          <p:cNvSpPr>
            <a:spLocks noGrp="1"/>
          </p:cNvSpPr>
          <p:nvPr/>
        </p:nvSpPr>
        <p:spPr>
          <a:xfrm>
            <a:off x="1818471" y="50357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Cryo_13191">
            <a:extLst>
              <a:ext uri="{FF2B5EF4-FFF2-40B4-BE49-F238E27FC236}">
                <a16:creationId xmlns:a16="http://schemas.microsoft.com/office/drawing/2014/main" id="{24747225-6915-41E1-A346-5A98727EC2DF}"/>
              </a:ext>
            </a:extLst>
          </p:cNvPr>
          <p:cNvSpPr>
            <a:spLocks noGrp="1"/>
          </p:cNvSpPr>
          <p:nvPr/>
        </p:nvSpPr>
        <p:spPr>
          <a:xfrm>
            <a:off x="1930001" y="48607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Cryo_13192">
            <a:extLst>
              <a:ext uri="{FF2B5EF4-FFF2-40B4-BE49-F238E27FC236}">
                <a16:creationId xmlns:a16="http://schemas.microsoft.com/office/drawing/2014/main" id="{EA0CF685-480F-4B5D-8DB3-D0316B213671}"/>
              </a:ext>
            </a:extLst>
          </p:cNvPr>
          <p:cNvSpPr>
            <a:spLocks noGrp="1"/>
          </p:cNvSpPr>
          <p:nvPr/>
        </p:nvSpPr>
        <p:spPr>
          <a:xfrm>
            <a:off x="1950704" y="33651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Cryo_13193">
            <a:extLst>
              <a:ext uri="{FF2B5EF4-FFF2-40B4-BE49-F238E27FC236}">
                <a16:creationId xmlns:a16="http://schemas.microsoft.com/office/drawing/2014/main" id="{9E451448-C846-4761-9F4A-55FD1F28DB14}"/>
              </a:ext>
            </a:extLst>
          </p:cNvPr>
          <p:cNvSpPr>
            <a:spLocks noGrp="1"/>
          </p:cNvSpPr>
          <p:nvPr/>
        </p:nvSpPr>
        <p:spPr>
          <a:xfrm>
            <a:off x="1940513" y="60107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Cryo_13194">
            <a:extLst>
              <a:ext uri="{FF2B5EF4-FFF2-40B4-BE49-F238E27FC236}">
                <a16:creationId xmlns:a16="http://schemas.microsoft.com/office/drawing/2014/main" id="{A55A9FD0-198C-4E52-9CC2-80AF1CF7BED0}"/>
              </a:ext>
            </a:extLst>
          </p:cNvPr>
          <p:cNvSpPr>
            <a:spLocks noGrp="1"/>
          </p:cNvSpPr>
          <p:nvPr/>
        </p:nvSpPr>
        <p:spPr>
          <a:xfrm>
            <a:off x="2007895" y="60770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Cryo_13195">
            <a:extLst>
              <a:ext uri="{FF2B5EF4-FFF2-40B4-BE49-F238E27FC236}">
                <a16:creationId xmlns:a16="http://schemas.microsoft.com/office/drawing/2014/main" id="{5D271959-AB0E-4C17-BB19-F8D06FC76651}"/>
              </a:ext>
            </a:extLst>
          </p:cNvPr>
          <p:cNvSpPr>
            <a:spLocks noGrp="1"/>
          </p:cNvSpPr>
          <p:nvPr/>
        </p:nvSpPr>
        <p:spPr>
          <a:xfrm>
            <a:off x="1907506" y="54490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Cryo_13196">
            <a:extLst>
              <a:ext uri="{FF2B5EF4-FFF2-40B4-BE49-F238E27FC236}">
                <a16:creationId xmlns:a16="http://schemas.microsoft.com/office/drawing/2014/main" id="{3011E554-60FF-497B-A34B-498B73BCAEE3}"/>
              </a:ext>
            </a:extLst>
          </p:cNvPr>
          <p:cNvSpPr>
            <a:spLocks noGrp="1"/>
          </p:cNvSpPr>
          <p:nvPr/>
        </p:nvSpPr>
        <p:spPr>
          <a:xfrm>
            <a:off x="1777716" y="46285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Cryo_13197">
            <a:extLst>
              <a:ext uri="{FF2B5EF4-FFF2-40B4-BE49-F238E27FC236}">
                <a16:creationId xmlns:a16="http://schemas.microsoft.com/office/drawing/2014/main" id="{3C49D3EB-F9C3-4AB6-9F0C-33A2C928A910}"/>
              </a:ext>
            </a:extLst>
          </p:cNvPr>
          <p:cNvSpPr>
            <a:spLocks noGrp="1"/>
          </p:cNvSpPr>
          <p:nvPr/>
        </p:nvSpPr>
        <p:spPr>
          <a:xfrm>
            <a:off x="1836234" y="32852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Cryo_13198">
            <a:extLst>
              <a:ext uri="{FF2B5EF4-FFF2-40B4-BE49-F238E27FC236}">
                <a16:creationId xmlns:a16="http://schemas.microsoft.com/office/drawing/2014/main" id="{56252226-C27F-422A-A943-D0B04FC32836}"/>
              </a:ext>
            </a:extLst>
          </p:cNvPr>
          <p:cNvSpPr>
            <a:spLocks noGrp="1"/>
          </p:cNvSpPr>
          <p:nvPr/>
        </p:nvSpPr>
        <p:spPr>
          <a:xfrm>
            <a:off x="1801517" y="33688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Cryo_13199">
            <a:extLst>
              <a:ext uri="{FF2B5EF4-FFF2-40B4-BE49-F238E27FC236}">
                <a16:creationId xmlns:a16="http://schemas.microsoft.com/office/drawing/2014/main" id="{AECAD6FB-764B-4E27-8FD2-3AAF870F153F}"/>
              </a:ext>
            </a:extLst>
          </p:cNvPr>
          <p:cNvSpPr>
            <a:spLocks noGrp="1"/>
          </p:cNvSpPr>
          <p:nvPr/>
        </p:nvSpPr>
        <p:spPr>
          <a:xfrm>
            <a:off x="1826230" y="609785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Cryo_13200">
            <a:extLst>
              <a:ext uri="{FF2B5EF4-FFF2-40B4-BE49-F238E27FC236}">
                <a16:creationId xmlns:a16="http://schemas.microsoft.com/office/drawing/2014/main" id="{F9BC55AF-D6DE-461A-A63D-C02914946B9E}"/>
              </a:ext>
            </a:extLst>
          </p:cNvPr>
          <p:cNvSpPr>
            <a:spLocks noGrp="1"/>
          </p:cNvSpPr>
          <p:nvPr/>
        </p:nvSpPr>
        <p:spPr>
          <a:xfrm>
            <a:off x="1864586" y="42085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Cryo_13201">
            <a:extLst>
              <a:ext uri="{FF2B5EF4-FFF2-40B4-BE49-F238E27FC236}">
                <a16:creationId xmlns:a16="http://schemas.microsoft.com/office/drawing/2014/main" id="{72D8027F-20A6-4A42-899D-C9FB367166B8}"/>
              </a:ext>
            </a:extLst>
          </p:cNvPr>
          <p:cNvSpPr>
            <a:spLocks noGrp="1"/>
          </p:cNvSpPr>
          <p:nvPr/>
        </p:nvSpPr>
        <p:spPr>
          <a:xfrm>
            <a:off x="1952767" y="59752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Cryo_13202">
            <a:extLst>
              <a:ext uri="{FF2B5EF4-FFF2-40B4-BE49-F238E27FC236}">
                <a16:creationId xmlns:a16="http://schemas.microsoft.com/office/drawing/2014/main" id="{3B4F9DAF-CCE9-4E71-A676-B572E2A1EE2C}"/>
              </a:ext>
            </a:extLst>
          </p:cNvPr>
          <p:cNvSpPr>
            <a:spLocks noGrp="1"/>
          </p:cNvSpPr>
          <p:nvPr/>
        </p:nvSpPr>
        <p:spPr>
          <a:xfrm>
            <a:off x="1803151" y="54830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Cryo_13203">
            <a:extLst>
              <a:ext uri="{FF2B5EF4-FFF2-40B4-BE49-F238E27FC236}">
                <a16:creationId xmlns:a16="http://schemas.microsoft.com/office/drawing/2014/main" id="{847DC449-5487-4095-87A1-246CB7679190}"/>
              </a:ext>
            </a:extLst>
          </p:cNvPr>
          <p:cNvSpPr>
            <a:spLocks noGrp="1"/>
          </p:cNvSpPr>
          <p:nvPr/>
        </p:nvSpPr>
        <p:spPr>
          <a:xfrm>
            <a:off x="2020861" y="4652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Cryo_13204">
            <a:extLst>
              <a:ext uri="{FF2B5EF4-FFF2-40B4-BE49-F238E27FC236}">
                <a16:creationId xmlns:a16="http://schemas.microsoft.com/office/drawing/2014/main" id="{1783C19B-38DD-4719-BB53-FF2507618F8F}"/>
              </a:ext>
            </a:extLst>
          </p:cNvPr>
          <p:cNvSpPr>
            <a:spLocks noGrp="1"/>
          </p:cNvSpPr>
          <p:nvPr/>
        </p:nvSpPr>
        <p:spPr>
          <a:xfrm>
            <a:off x="1866469" y="60978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Cryo_13205">
            <a:extLst>
              <a:ext uri="{FF2B5EF4-FFF2-40B4-BE49-F238E27FC236}">
                <a16:creationId xmlns:a16="http://schemas.microsoft.com/office/drawing/2014/main" id="{8C5DC7BF-2E66-4DFF-9255-403DA516A059}"/>
              </a:ext>
            </a:extLst>
          </p:cNvPr>
          <p:cNvSpPr>
            <a:spLocks noGrp="1"/>
          </p:cNvSpPr>
          <p:nvPr/>
        </p:nvSpPr>
        <p:spPr>
          <a:xfrm>
            <a:off x="1931783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Cryo_13206">
            <a:extLst>
              <a:ext uri="{FF2B5EF4-FFF2-40B4-BE49-F238E27FC236}">
                <a16:creationId xmlns:a16="http://schemas.microsoft.com/office/drawing/2014/main" id="{C5AC977E-0A5E-4304-9995-2C298CB9819E}"/>
              </a:ext>
            </a:extLst>
          </p:cNvPr>
          <p:cNvSpPr>
            <a:spLocks noGrp="1"/>
          </p:cNvSpPr>
          <p:nvPr/>
        </p:nvSpPr>
        <p:spPr>
          <a:xfrm>
            <a:off x="1951955" y="4663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Cryo_13207">
            <a:extLst>
              <a:ext uri="{FF2B5EF4-FFF2-40B4-BE49-F238E27FC236}">
                <a16:creationId xmlns:a16="http://schemas.microsoft.com/office/drawing/2014/main" id="{9568264B-F04B-4147-955D-D61E9F9C488F}"/>
              </a:ext>
            </a:extLst>
          </p:cNvPr>
          <p:cNvSpPr>
            <a:spLocks noGrp="1"/>
          </p:cNvSpPr>
          <p:nvPr/>
        </p:nvSpPr>
        <p:spPr>
          <a:xfrm>
            <a:off x="1954385" y="3392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Cryo_13208">
            <a:extLst>
              <a:ext uri="{FF2B5EF4-FFF2-40B4-BE49-F238E27FC236}">
                <a16:creationId xmlns:a16="http://schemas.microsoft.com/office/drawing/2014/main" id="{7963A84F-F94B-4CD8-AF33-1003F66E9BF9}"/>
              </a:ext>
            </a:extLst>
          </p:cNvPr>
          <p:cNvSpPr>
            <a:spLocks noGrp="1"/>
          </p:cNvSpPr>
          <p:nvPr/>
        </p:nvSpPr>
        <p:spPr>
          <a:xfrm>
            <a:off x="1819734" y="32222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Cryo_13209">
            <a:extLst>
              <a:ext uri="{FF2B5EF4-FFF2-40B4-BE49-F238E27FC236}">
                <a16:creationId xmlns:a16="http://schemas.microsoft.com/office/drawing/2014/main" id="{BE49BD96-BB32-4BAC-8E86-39DED5A0DC72}"/>
              </a:ext>
            </a:extLst>
          </p:cNvPr>
          <p:cNvSpPr>
            <a:spLocks noGrp="1"/>
          </p:cNvSpPr>
          <p:nvPr/>
        </p:nvSpPr>
        <p:spPr>
          <a:xfrm>
            <a:off x="1786020" y="6008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Cryo_13210">
            <a:extLst>
              <a:ext uri="{FF2B5EF4-FFF2-40B4-BE49-F238E27FC236}">
                <a16:creationId xmlns:a16="http://schemas.microsoft.com/office/drawing/2014/main" id="{2E58507A-8BD1-4C6E-B198-A10CFA3F057A}"/>
              </a:ext>
            </a:extLst>
          </p:cNvPr>
          <p:cNvSpPr>
            <a:spLocks noGrp="1"/>
          </p:cNvSpPr>
          <p:nvPr/>
        </p:nvSpPr>
        <p:spPr>
          <a:xfrm>
            <a:off x="1964245" y="34606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Cryo_13211">
            <a:extLst>
              <a:ext uri="{FF2B5EF4-FFF2-40B4-BE49-F238E27FC236}">
                <a16:creationId xmlns:a16="http://schemas.microsoft.com/office/drawing/2014/main" id="{EE4EAA87-3C12-4B3D-B2C2-BCDFCF3FA50F}"/>
              </a:ext>
            </a:extLst>
          </p:cNvPr>
          <p:cNvSpPr>
            <a:spLocks noGrp="1"/>
          </p:cNvSpPr>
          <p:nvPr/>
        </p:nvSpPr>
        <p:spPr>
          <a:xfrm>
            <a:off x="1798569" y="3888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Cryo_13212">
            <a:extLst>
              <a:ext uri="{FF2B5EF4-FFF2-40B4-BE49-F238E27FC236}">
                <a16:creationId xmlns:a16="http://schemas.microsoft.com/office/drawing/2014/main" id="{42B2946A-FEDA-430A-8187-9D29689CD315}"/>
              </a:ext>
            </a:extLst>
          </p:cNvPr>
          <p:cNvSpPr>
            <a:spLocks noGrp="1"/>
          </p:cNvSpPr>
          <p:nvPr/>
        </p:nvSpPr>
        <p:spPr>
          <a:xfrm>
            <a:off x="1957963" y="40448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Cryo_13213">
            <a:extLst>
              <a:ext uri="{FF2B5EF4-FFF2-40B4-BE49-F238E27FC236}">
                <a16:creationId xmlns:a16="http://schemas.microsoft.com/office/drawing/2014/main" id="{5A8ABD6B-F4AC-48E1-82E9-F24ECD63671B}"/>
              </a:ext>
            </a:extLst>
          </p:cNvPr>
          <p:cNvSpPr>
            <a:spLocks noGrp="1"/>
          </p:cNvSpPr>
          <p:nvPr/>
        </p:nvSpPr>
        <p:spPr>
          <a:xfrm>
            <a:off x="1835682" y="436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Cryo_13214">
            <a:extLst>
              <a:ext uri="{FF2B5EF4-FFF2-40B4-BE49-F238E27FC236}">
                <a16:creationId xmlns:a16="http://schemas.microsoft.com/office/drawing/2014/main" id="{D09EA7AF-2D82-4650-B3CB-AA2D6E9F104A}"/>
              </a:ext>
            </a:extLst>
          </p:cNvPr>
          <p:cNvSpPr>
            <a:spLocks noGrp="1"/>
          </p:cNvSpPr>
          <p:nvPr/>
        </p:nvSpPr>
        <p:spPr>
          <a:xfrm>
            <a:off x="1869683" y="42112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Cryo_13215">
            <a:extLst>
              <a:ext uri="{FF2B5EF4-FFF2-40B4-BE49-F238E27FC236}">
                <a16:creationId xmlns:a16="http://schemas.microsoft.com/office/drawing/2014/main" id="{D8DAE80D-DE5D-4AA8-A44B-AE64A81FA0A0}"/>
              </a:ext>
            </a:extLst>
          </p:cNvPr>
          <p:cNvSpPr>
            <a:spLocks noGrp="1"/>
          </p:cNvSpPr>
          <p:nvPr/>
        </p:nvSpPr>
        <p:spPr>
          <a:xfrm>
            <a:off x="1946428" y="51289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Cryo_13216">
            <a:extLst>
              <a:ext uri="{FF2B5EF4-FFF2-40B4-BE49-F238E27FC236}">
                <a16:creationId xmlns:a16="http://schemas.microsoft.com/office/drawing/2014/main" id="{F8D1501E-1EAE-41F9-B987-4666AFD2BD13}"/>
              </a:ext>
            </a:extLst>
          </p:cNvPr>
          <p:cNvSpPr>
            <a:spLocks noGrp="1"/>
          </p:cNvSpPr>
          <p:nvPr/>
        </p:nvSpPr>
        <p:spPr>
          <a:xfrm>
            <a:off x="2017046" y="60047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Cryo_13217">
            <a:extLst>
              <a:ext uri="{FF2B5EF4-FFF2-40B4-BE49-F238E27FC236}">
                <a16:creationId xmlns:a16="http://schemas.microsoft.com/office/drawing/2014/main" id="{9531DBA7-CCBA-46D5-A8AE-EF343B5EF380}"/>
              </a:ext>
            </a:extLst>
          </p:cNvPr>
          <p:cNvSpPr>
            <a:spLocks noGrp="1"/>
          </p:cNvSpPr>
          <p:nvPr/>
        </p:nvSpPr>
        <p:spPr>
          <a:xfrm>
            <a:off x="1809563" y="46851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Cryo_13218">
            <a:extLst>
              <a:ext uri="{FF2B5EF4-FFF2-40B4-BE49-F238E27FC236}">
                <a16:creationId xmlns:a16="http://schemas.microsoft.com/office/drawing/2014/main" id="{8C28365B-57F8-4267-80E2-BF56FFEE2149}"/>
              </a:ext>
            </a:extLst>
          </p:cNvPr>
          <p:cNvSpPr>
            <a:spLocks noGrp="1"/>
          </p:cNvSpPr>
          <p:nvPr/>
        </p:nvSpPr>
        <p:spPr>
          <a:xfrm>
            <a:off x="1917758" y="34164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Cryo_13219">
            <a:extLst>
              <a:ext uri="{FF2B5EF4-FFF2-40B4-BE49-F238E27FC236}">
                <a16:creationId xmlns:a16="http://schemas.microsoft.com/office/drawing/2014/main" id="{1E979D0B-2511-4DB8-A377-81C4C9B3CC71}"/>
              </a:ext>
            </a:extLst>
          </p:cNvPr>
          <p:cNvSpPr>
            <a:spLocks noGrp="1"/>
          </p:cNvSpPr>
          <p:nvPr/>
        </p:nvSpPr>
        <p:spPr>
          <a:xfrm>
            <a:off x="1834241" y="45413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Cryo_13220">
            <a:extLst>
              <a:ext uri="{FF2B5EF4-FFF2-40B4-BE49-F238E27FC236}">
                <a16:creationId xmlns:a16="http://schemas.microsoft.com/office/drawing/2014/main" id="{9B179A7D-B543-4CB0-BAB5-85D4C99EDB04}"/>
              </a:ext>
            </a:extLst>
          </p:cNvPr>
          <p:cNvSpPr>
            <a:spLocks noGrp="1"/>
          </p:cNvSpPr>
          <p:nvPr/>
        </p:nvSpPr>
        <p:spPr>
          <a:xfrm>
            <a:off x="1877724" y="60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Cryo_13221">
            <a:extLst>
              <a:ext uri="{FF2B5EF4-FFF2-40B4-BE49-F238E27FC236}">
                <a16:creationId xmlns:a16="http://schemas.microsoft.com/office/drawing/2014/main" id="{0C2956A1-5A16-4DE7-A1BE-A9DEA8115732}"/>
              </a:ext>
            </a:extLst>
          </p:cNvPr>
          <p:cNvSpPr>
            <a:spLocks noGrp="1"/>
          </p:cNvSpPr>
          <p:nvPr/>
        </p:nvSpPr>
        <p:spPr>
          <a:xfrm>
            <a:off x="1991102" y="45501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Cryo_13222">
            <a:extLst>
              <a:ext uri="{FF2B5EF4-FFF2-40B4-BE49-F238E27FC236}">
                <a16:creationId xmlns:a16="http://schemas.microsoft.com/office/drawing/2014/main" id="{ADE5B838-9875-4D0F-BC5D-8D110066C709}"/>
              </a:ext>
            </a:extLst>
          </p:cNvPr>
          <p:cNvSpPr>
            <a:spLocks noGrp="1"/>
          </p:cNvSpPr>
          <p:nvPr/>
        </p:nvSpPr>
        <p:spPr>
          <a:xfrm>
            <a:off x="1865562" y="4645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Cryo_13223">
            <a:extLst>
              <a:ext uri="{FF2B5EF4-FFF2-40B4-BE49-F238E27FC236}">
                <a16:creationId xmlns:a16="http://schemas.microsoft.com/office/drawing/2014/main" id="{06B81301-B81D-481D-BC34-A5955A029FAC}"/>
              </a:ext>
            </a:extLst>
          </p:cNvPr>
          <p:cNvSpPr>
            <a:spLocks noGrp="1"/>
          </p:cNvSpPr>
          <p:nvPr/>
        </p:nvSpPr>
        <p:spPr>
          <a:xfrm>
            <a:off x="1919785" y="42378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Cryo_13224">
            <a:extLst>
              <a:ext uri="{FF2B5EF4-FFF2-40B4-BE49-F238E27FC236}">
                <a16:creationId xmlns:a16="http://schemas.microsoft.com/office/drawing/2014/main" id="{0FC4A835-129A-47AC-971C-EC0FFC3B2223}"/>
              </a:ext>
            </a:extLst>
          </p:cNvPr>
          <p:cNvSpPr>
            <a:spLocks noGrp="1"/>
          </p:cNvSpPr>
          <p:nvPr/>
        </p:nvSpPr>
        <p:spPr>
          <a:xfrm>
            <a:off x="1877942" y="44084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Cryo_13225">
            <a:extLst>
              <a:ext uri="{FF2B5EF4-FFF2-40B4-BE49-F238E27FC236}">
                <a16:creationId xmlns:a16="http://schemas.microsoft.com/office/drawing/2014/main" id="{9B08974D-43FF-42DB-9410-880C45228811}"/>
              </a:ext>
            </a:extLst>
          </p:cNvPr>
          <p:cNvSpPr>
            <a:spLocks noGrp="1"/>
          </p:cNvSpPr>
          <p:nvPr/>
        </p:nvSpPr>
        <p:spPr>
          <a:xfrm>
            <a:off x="2005183" y="438198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Cryo_13226">
            <a:extLst>
              <a:ext uri="{FF2B5EF4-FFF2-40B4-BE49-F238E27FC236}">
                <a16:creationId xmlns:a16="http://schemas.microsoft.com/office/drawing/2014/main" id="{FE39988F-E101-4635-B893-842ADDC6E388}"/>
              </a:ext>
            </a:extLst>
          </p:cNvPr>
          <p:cNvSpPr>
            <a:spLocks noGrp="1"/>
          </p:cNvSpPr>
          <p:nvPr/>
        </p:nvSpPr>
        <p:spPr>
          <a:xfrm>
            <a:off x="1931874" y="31870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Cryo_13227">
            <a:extLst>
              <a:ext uri="{FF2B5EF4-FFF2-40B4-BE49-F238E27FC236}">
                <a16:creationId xmlns:a16="http://schemas.microsoft.com/office/drawing/2014/main" id="{ACA660EB-C5BD-4EE3-A780-61674261E34A}"/>
              </a:ext>
            </a:extLst>
          </p:cNvPr>
          <p:cNvSpPr>
            <a:spLocks noGrp="1"/>
          </p:cNvSpPr>
          <p:nvPr/>
        </p:nvSpPr>
        <p:spPr>
          <a:xfrm>
            <a:off x="1941537" y="35211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Cryo_13228">
            <a:extLst>
              <a:ext uri="{FF2B5EF4-FFF2-40B4-BE49-F238E27FC236}">
                <a16:creationId xmlns:a16="http://schemas.microsoft.com/office/drawing/2014/main" id="{F1D30AC1-812C-4D33-88E6-F7E09295D233}"/>
              </a:ext>
            </a:extLst>
          </p:cNvPr>
          <p:cNvSpPr>
            <a:spLocks noGrp="1"/>
          </p:cNvSpPr>
          <p:nvPr/>
        </p:nvSpPr>
        <p:spPr>
          <a:xfrm>
            <a:off x="1908893" y="36536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Cryo_13229">
            <a:extLst>
              <a:ext uri="{FF2B5EF4-FFF2-40B4-BE49-F238E27FC236}">
                <a16:creationId xmlns:a16="http://schemas.microsoft.com/office/drawing/2014/main" id="{91304FAC-0E8F-4852-B87A-4F88156C8A07}"/>
              </a:ext>
            </a:extLst>
          </p:cNvPr>
          <p:cNvSpPr>
            <a:spLocks noGrp="1"/>
          </p:cNvSpPr>
          <p:nvPr/>
        </p:nvSpPr>
        <p:spPr>
          <a:xfrm>
            <a:off x="1771128" y="4191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Cryo_13230">
            <a:extLst>
              <a:ext uri="{FF2B5EF4-FFF2-40B4-BE49-F238E27FC236}">
                <a16:creationId xmlns:a16="http://schemas.microsoft.com/office/drawing/2014/main" id="{F2B1EC1B-3038-40DF-A667-CBCD000581FE}"/>
              </a:ext>
            </a:extLst>
          </p:cNvPr>
          <p:cNvSpPr>
            <a:spLocks noGrp="1"/>
          </p:cNvSpPr>
          <p:nvPr/>
        </p:nvSpPr>
        <p:spPr>
          <a:xfrm>
            <a:off x="1908353" y="32561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Cryo_13231">
            <a:extLst>
              <a:ext uri="{FF2B5EF4-FFF2-40B4-BE49-F238E27FC236}">
                <a16:creationId xmlns:a16="http://schemas.microsoft.com/office/drawing/2014/main" id="{216191FF-AF92-41D8-888D-73EB1D59816A}"/>
              </a:ext>
            </a:extLst>
          </p:cNvPr>
          <p:cNvSpPr>
            <a:spLocks noGrp="1"/>
          </p:cNvSpPr>
          <p:nvPr/>
        </p:nvSpPr>
        <p:spPr>
          <a:xfrm>
            <a:off x="1863587" y="48412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Cryo_13232">
            <a:extLst>
              <a:ext uri="{FF2B5EF4-FFF2-40B4-BE49-F238E27FC236}">
                <a16:creationId xmlns:a16="http://schemas.microsoft.com/office/drawing/2014/main" id="{4345107D-50E0-4F51-80B7-35DC0C535D24}"/>
              </a:ext>
            </a:extLst>
          </p:cNvPr>
          <p:cNvSpPr>
            <a:spLocks noGrp="1"/>
          </p:cNvSpPr>
          <p:nvPr/>
        </p:nvSpPr>
        <p:spPr>
          <a:xfrm>
            <a:off x="1808869" y="58206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Cryo_13233">
            <a:extLst>
              <a:ext uri="{FF2B5EF4-FFF2-40B4-BE49-F238E27FC236}">
                <a16:creationId xmlns:a16="http://schemas.microsoft.com/office/drawing/2014/main" id="{A210795C-68FC-4778-AF80-EBD77C22F78E}"/>
              </a:ext>
            </a:extLst>
          </p:cNvPr>
          <p:cNvSpPr>
            <a:spLocks noGrp="1"/>
          </p:cNvSpPr>
          <p:nvPr/>
        </p:nvSpPr>
        <p:spPr>
          <a:xfrm>
            <a:off x="1971204" y="60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Cryo_13234">
            <a:extLst>
              <a:ext uri="{FF2B5EF4-FFF2-40B4-BE49-F238E27FC236}">
                <a16:creationId xmlns:a16="http://schemas.microsoft.com/office/drawing/2014/main" id="{D8CC1805-6601-466D-BEAF-0FFBFF5EFB0E}"/>
              </a:ext>
            </a:extLst>
          </p:cNvPr>
          <p:cNvSpPr>
            <a:spLocks noGrp="1"/>
          </p:cNvSpPr>
          <p:nvPr/>
        </p:nvSpPr>
        <p:spPr>
          <a:xfrm>
            <a:off x="1833095" y="556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Cryo_13235">
            <a:extLst>
              <a:ext uri="{FF2B5EF4-FFF2-40B4-BE49-F238E27FC236}">
                <a16:creationId xmlns:a16="http://schemas.microsoft.com/office/drawing/2014/main" id="{0E6A6B24-AEFB-4377-8762-B8829953318A}"/>
              </a:ext>
            </a:extLst>
          </p:cNvPr>
          <p:cNvSpPr>
            <a:spLocks noGrp="1"/>
          </p:cNvSpPr>
          <p:nvPr/>
        </p:nvSpPr>
        <p:spPr>
          <a:xfrm>
            <a:off x="1921589" y="57210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Cryo_13236">
            <a:extLst>
              <a:ext uri="{FF2B5EF4-FFF2-40B4-BE49-F238E27FC236}">
                <a16:creationId xmlns:a16="http://schemas.microsoft.com/office/drawing/2014/main" id="{94F8179F-1F26-494F-8C5E-C7CBC25CD63F}"/>
              </a:ext>
            </a:extLst>
          </p:cNvPr>
          <p:cNvSpPr>
            <a:spLocks noGrp="1"/>
          </p:cNvSpPr>
          <p:nvPr/>
        </p:nvSpPr>
        <p:spPr>
          <a:xfrm>
            <a:off x="2006818" y="6097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Cryo_13237">
            <a:extLst>
              <a:ext uri="{FF2B5EF4-FFF2-40B4-BE49-F238E27FC236}">
                <a16:creationId xmlns:a16="http://schemas.microsoft.com/office/drawing/2014/main" id="{030F926D-32FD-4585-9939-A7E7CB5ECBEA}"/>
              </a:ext>
            </a:extLst>
          </p:cNvPr>
          <p:cNvSpPr>
            <a:spLocks noGrp="1"/>
          </p:cNvSpPr>
          <p:nvPr/>
        </p:nvSpPr>
        <p:spPr>
          <a:xfrm>
            <a:off x="1797301" y="42437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Cryo_13238">
            <a:extLst>
              <a:ext uri="{FF2B5EF4-FFF2-40B4-BE49-F238E27FC236}">
                <a16:creationId xmlns:a16="http://schemas.microsoft.com/office/drawing/2014/main" id="{E06D58E2-4FE9-49AC-B6A0-08312DC9163D}"/>
              </a:ext>
            </a:extLst>
          </p:cNvPr>
          <p:cNvSpPr>
            <a:spLocks noGrp="1"/>
          </p:cNvSpPr>
          <p:nvPr/>
        </p:nvSpPr>
        <p:spPr>
          <a:xfrm>
            <a:off x="1966644" y="52849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Cryo_13239">
            <a:extLst>
              <a:ext uri="{FF2B5EF4-FFF2-40B4-BE49-F238E27FC236}">
                <a16:creationId xmlns:a16="http://schemas.microsoft.com/office/drawing/2014/main" id="{B1CAC626-2375-4B06-9D2F-035203279D32}"/>
              </a:ext>
            </a:extLst>
          </p:cNvPr>
          <p:cNvSpPr>
            <a:spLocks noGrp="1"/>
          </p:cNvSpPr>
          <p:nvPr/>
        </p:nvSpPr>
        <p:spPr>
          <a:xfrm>
            <a:off x="1875755" y="326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Cryo_13240">
            <a:extLst>
              <a:ext uri="{FF2B5EF4-FFF2-40B4-BE49-F238E27FC236}">
                <a16:creationId xmlns:a16="http://schemas.microsoft.com/office/drawing/2014/main" id="{6C92C9D0-A1BB-4475-8BAE-05DA48588995}"/>
              </a:ext>
            </a:extLst>
          </p:cNvPr>
          <p:cNvSpPr>
            <a:spLocks noGrp="1"/>
          </p:cNvSpPr>
          <p:nvPr/>
        </p:nvSpPr>
        <p:spPr>
          <a:xfrm>
            <a:off x="1938809" y="47939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Cryo_13241">
            <a:extLst>
              <a:ext uri="{FF2B5EF4-FFF2-40B4-BE49-F238E27FC236}">
                <a16:creationId xmlns:a16="http://schemas.microsoft.com/office/drawing/2014/main" id="{B563AC99-692A-4A68-9EDF-30D5606D3663}"/>
              </a:ext>
            </a:extLst>
          </p:cNvPr>
          <p:cNvSpPr>
            <a:spLocks noGrp="1"/>
          </p:cNvSpPr>
          <p:nvPr/>
        </p:nvSpPr>
        <p:spPr>
          <a:xfrm>
            <a:off x="1812989" y="48363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Cryo_13242">
            <a:extLst>
              <a:ext uri="{FF2B5EF4-FFF2-40B4-BE49-F238E27FC236}">
                <a16:creationId xmlns:a16="http://schemas.microsoft.com/office/drawing/2014/main" id="{D6DCF09F-D91C-466B-A633-C5FD3E9B6EA7}"/>
              </a:ext>
            </a:extLst>
          </p:cNvPr>
          <p:cNvSpPr>
            <a:spLocks noGrp="1"/>
          </p:cNvSpPr>
          <p:nvPr/>
        </p:nvSpPr>
        <p:spPr>
          <a:xfrm>
            <a:off x="1830189" y="33909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Cryo_13243">
            <a:extLst>
              <a:ext uri="{FF2B5EF4-FFF2-40B4-BE49-F238E27FC236}">
                <a16:creationId xmlns:a16="http://schemas.microsoft.com/office/drawing/2014/main" id="{3E0A59B7-241A-4E44-82B2-D4EB7E671076}"/>
              </a:ext>
            </a:extLst>
          </p:cNvPr>
          <p:cNvSpPr>
            <a:spLocks noGrp="1"/>
          </p:cNvSpPr>
          <p:nvPr/>
        </p:nvSpPr>
        <p:spPr>
          <a:xfrm>
            <a:off x="1977620" y="56101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Cryo_13244">
            <a:extLst>
              <a:ext uri="{FF2B5EF4-FFF2-40B4-BE49-F238E27FC236}">
                <a16:creationId xmlns:a16="http://schemas.microsoft.com/office/drawing/2014/main" id="{869F411E-CD1E-457C-955B-41B3552EFD91}"/>
              </a:ext>
            </a:extLst>
          </p:cNvPr>
          <p:cNvSpPr>
            <a:spLocks noGrp="1"/>
          </p:cNvSpPr>
          <p:nvPr/>
        </p:nvSpPr>
        <p:spPr>
          <a:xfrm>
            <a:off x="2019844" y="53435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Cryo_13245">
            <a:extLst>
              <a:ext uri="{FF2B5EF4-FFF2-40B4-BE49-F238E27FC236}">
                <a16:creationId xmlns:a16="http://schemas.microsoft.com/office/drawing/2014/main" id="{54869BED-E820-411D-8776-5645E34F5134}"/>
              </a:ext>
            </a:extLst>
          </p:cNvPr>
          <p:cNvSpPr>
            <a:spLocks noGrp="1"/>
          </p:cNvSpPr>
          <p:nvPr/>
        </p:nvSpPr>
        <p:spPr>
          <a:xfrm>
            <a:off x="1852561" y="593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Cryo_13246">
            <a:extLst>
              <a:ext uri="{FF2B5EF4-FFF2-40B4-BE49-F238E27FC236}">
                <a16:creationId xmlns:a16="http://schemas.microsoft.com/office/drawing/2014/main" id="{471DECD9-F646-4FE9-9D58-00F76C70A31C}"/>
              </a:ext>
            </a:extLst>
          </p:cNvPr>
          <p:cNvSpPr>
            <a:spLocks noGrp="1"/>
          </p:cNvSpPr>
          <p:nvPr/>
        </p:nvSpPr>
        <p:spPr>
          <a:xfrm>
            <a:off x="1895393" y="33155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Cryo_13247">
            <a:extLst>
              <a:ext uri="{FF2B5EF4-FFF2-40B4-BE49-F238E27FC236}">
                <a16:creationId xmlns:a16="http://schemas.microsoft.com/office/drawing/2014/main" id="{123D05DC-D5AC-4C5F-B096-D56F0F358E00}"/>
              </a:ext>
            </a:extLst>
          </p:cNvPr>
          <p:cNvSpPr>
            <a:spLocks noGrp="1"/>
          </p:cNvSpPr>
          <p:nvPr/>
        </p:nvSpPr>
        <p:spPr>
          <a:xfrm>
            <a:off x="1995203" y="41312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Cryo_13248">
            <a:extLst>
              <a:ext uri="{FF2B5EF4-FFF2-40B4-BE49-F238E27FC236}">
                <a16:creationId xmlns:a16="http://schemas.microsoft.com/office/drawing/2014/main" id="{1F5DCF7A-2A13-4FFD-A6CC-E1810219EA6D}"/>
              </a:ext>
            </a:extLst>
          </p:cNvPr>
          <p:cNvSpPr>
            <a:spLocks noGrp="1"/>
          </p:cNvSpPr>
          <p:nvPr/>
        </p:nvSpPr>
        <p:spPr>
          <a:xfrm>
            <a:off x="1823616" y="343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Cryo_13249">
            <a:extLst>
              <a:ext uri="{FF2B5EF4-FFF2-40B4-BE49-F238E27FC236}">
                <a16:creationId xmlns:a16="http://schemas.microsoft.com/office/drawing/2014/main" id="{490CB181-BB1B-4A05-A5E4-46565D66CB40}"/>
              </a:ext>
            </a:extLst>
          </p:cNvPr>
          <p:cNvSpPr>
            <a:spLocks noGrp="1"/>
          </p:cNvSpPr>
          <p:nvPr/>
        </p:nvSpPr>
        <p:spPr>
          <a:xfrm>
            <a:off x="1870293" y="3334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Cryo_13250">
            <a:extLst>
              <a:ext uri="{FF2B5EF4-FFF2-40B4-BE49-F238E27FC236}">
                <a16:creationId xmlns:a16="http://schemas.microsoft.com/office/drawing/2014/main" id="{EB00B155-AB73-4845-A626-241BA428F8D2}"/>
              </a:ext>
            </a:extLst>
          </p:cNvPr>
          <p:cNvSpPr>
            <a:spLocks noGrp="1"/>
          </p:cNvSpPr>
          <p:nvPr/>
        </p:nvSpPr>
        <p:spPr>
          <a:xfrm>
            <a:off x="1925774" y="46048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Cryo_13251">
            <a:extLst>
              <a:ext uri="{FF2B5EF4-FFF2-40B4-BE49-F238E27FC236}">
                <a16:creationId xmlns:a16="http://schemas.microsoft.com/office/drawing/2014/main" id="{D8F61ED7-0483-4788-941A-9CFA1A5FB49E}"/>
              </a:ext>
            </a:extLst>
          </p:cNvPr>
          <p:cNvSpPr>
            <a:spLocks noGrp="1"/>
          </p:cNvSpPr>
          <p:nvPr/>
        </p:nvSpPr>
        <p:spPr>
          <a:xfrm>
            <a:off x="1991999" y="36589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Cryo_13252">
            <a:extLst>
              <a:ext uri="{FF2B5EF4-FFF2-40B4-BE49-F238E27FC236}">
                <a16:creationId xmlns:a16="http://schemas.microsoft.com/office/drawing/2014/main" id="{5ADE7178-CAA0-403B-96A3-3AB8A9A67B40}"/>
              </a:ext>
            </a:extLst>
          </p:cNvPr>
          <p:cNvSpPr>
            <a:spLocks noGrp="1"/>
          </p:cNvSpPr>
          <p:nvPr/>
        </p:nvSpPr>
        <p:spPr>
          <a:xfrm>
            <a:off x="1769066" y="40275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Cryo_13253">
            <a:extLst>
              <a:ext uri="{FF2B5EF4-FFF2-40B4-BE49-F238E27FC236}">
                <a16:creationId xmlns:a16="http://schemas.microsoft.com/office/drawing/2014/main" id="{D0998B27-8D21-4DA7-B69F-E56BD6AE572D}"/>
              </a:ext>
            </a:extLst>
          </p:cNvPr>
          <p:cNvSpPr>
            <a:spLocks noGrp="1"/>
          </p:cNvSpPr>
          <p:nvPr/>
        </p:nvSpPr>
        <p:spPr>
          <a:xfrm>
            <a:off x="1871002" y="32906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Cryo_13254">
            <a:extLst>
              <a:ext uri="{FF2B5EF4-FFF2-40B4-BE49-F238E27FC236}">
                <a16:creationId xmlns:a16="http://schemas.microsoft.com/office/drawing/2014/main" id="{601C97E9-AFBC-4BB3-B957-3A2FD8D321D7}"/>
              </a:ext>
            </a:extLst>
          </p:cNvPr>
          <p:cNvSpPr>
            <a:spLocks noGrp="1"/>
          </p:cNvSpPr>
          <p:nvPr/>
        </p:nvSpPr>
        <p:spPr>
          <a:xfrm>
            <a:off x="1906829" y="45631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Cryo_13255">
            <a:extLst>
              <a:ext uri="{FF2B5EF4-FFF2-40B4-BE49-F238E27FC236}">
                <a16:creationId xmlns:a16="http://schemas.microsoft.com/office/drawing/2014/main" id="{07A6AB73-1AED-44AF-9F59-773A8F7D6E46}"/>
              </a:ext>
            </a:extLst>
          </p:cNvPr>
          <p:cNvSpPr>
            <a:spLocks noGrp="1"/>
          </p:cNvSpPr>
          <p:nvPr/>
        </p:nvSpPr>
        <p:spPr>
          <a:xfrm>
            <a:off x="2008289" y="51097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Cryo_13256">
            <a:extLst>
              <a:ext uri="{FF2B5EF4-FFF2-40B4-BE49-F238E27FC236}">
                <a16:creationId xmlns:a16="http://schemas.microsoft.com/office/drawing/2014/main" id="{853D8130-A491-4B27-8AF9-ED7EA9A853CA}"/>
              </a:ext>
            </a:extLst>
          </p:cNvPr>
          <p:cNvSpPr>
            <a:spLocks noGrp="1"/>
          </p:cNvSpPr>
          <p:nvPr/>
        </p:nvSpPr>
        <p:spPr>
          <a:xfrm>
            <a:off x="1859320" y="29642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Cryo_13257">
            <a:extLst>
              <a:ext uri="{FF2B5EF4-FFF2-40B4-BE49-F238E27FC236}">
                <a16:creationId xmlns:a16="http://schemas.microsoft.com/office/drawing/2014/main" id="{D044F07A-BB32-4AF5-B0F0-93AB2E3A5CFF}"/>
              </a:ext>
            </a:extLst>
          </p:cNvPr>
          <p:cNvSpPr>
            <a:spLocks noGrp="1"/>
          </p:cNvSpPr>
          <p:nvPr/>
        </p:nvSpPr>
        <p:spPr>
          <a:xfrm>
            <a:off x="1966611" y="59697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Cryo_13258">
            <a:extLst>
              <a:ext uri="{FF2B5EF4-FFF2-40B4-BE49-F238E27FC236}">
                <a16:creationId xmlns:a16="http://schemas.microsoft.com/office/drawing/2014/main" id="{73C67EE6-B288-4472-848B-F6C432274DA6}"/>
              </a:ext>
            </a:extLst>
          </p:cNvPr>
          <p:cNvSpPr>
            <a:spLocks noGrp="1"/>
          </p:cNvSpPr>
          <p:nvPr/>
        </p:nvSpPr>
        <p:spPr>
          <a:xfrm>
            <a:off x="1960013" y="3424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Cryo_13259">
            <a:extLst>
              <a:ext uri="{FF2B5EF4-FFF2-40B4-BE49-F238E27FC236}">
                <a16:creationId xmlns:a16="http://schemas.microsoft.com/office/drawing/2014/main" id="{2BAE27BE-BB8B-4F92-BDBF-F0336395A397}"/>
              </a:ext>
            </a:extLst>
          </p:cNvPr>
          <p:cNvSpPr>
            <a:spLocks noGrp="1"/>
          </p:cNvSpPr>
          <p:nvPr/>
        </p:nvSpPr>
        <p:spPr>
          <a:xfrm>
            <a:off x="1984997" y="49942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Cryo_13260">
            <a:extLst>
              <a:ext uri="{FF2B5EF4-FFF2-40B4-BE49-F238E27FC236}">
                <a16:creationId xmlns:a16="http://schemas.microsoft.com/office/drawing/2014/main" id="{8397361A-4C04-43BD-ABB0-96CE2DA59014}"/>
              </a:ext>
            </a:extLst>
          </p:cNvPr>
          <p:cNvSpPr>
            <a:spLocks noGrp="1"/>
          </p:cNvSpPr>
          <p:nvPr/>
        </p:nvSpPr>
        <p:spPr>
          <a:xfrm>
            <a:off x="1930640" y="4909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Cryo_13261">
            <a:extLst>
              <a:ext uri="{FF2B5EF4-FFF2-40B4-BE49-F238E27FC236}">
                <a16:creationId xmlns:a16="http://schemas.microsoft.com/office/drawing/2014/main" id="{6CB42F1B-194B-4DAE-AE0E-70B40C31BAD4}"/>
              </a:ext>
            </a:extLst>
          </p:cNvPr>
          <p:cNvSpPr>
            <a:spLocks noGrp="1"/>
          </p:cNvSpPr>
          <p:nvPr/>
        </p:nvSpPr>
        <p:spPr>
          <a:xfrm>
            <a:off x="1957146" y="33196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Cryo_13262">
            <a:extLst>
              <a:ext uri="{FF2B5EF4-FFF2-40B4-BE49-F238E27FC236}">
                <a16:creationId xmlns:a16="http://schemas.microsoft.com/office/drawing/2014/main" id="{0ACC69D5-8F54-4CD9-AA1A-1AE860BCB771}"/>
              </a:ext>
            </a:extLst>
          </p:cNvPr>
          <p:cNvSpPr>
            <a:spLocks noGrp="1"/>
          </p:cNvSpPr>
          <p:nvPr/>
        </p:nvSpPr>
        <p:spPr>
          <a:xfrm>
            <a:off x="1940173" y="38765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Cryo_13263">
            <a:extLst>
              <a:ext uri="{FF2B5EF4-FFF2-40B4-BE49-F238E27FC236}">
                <a16:creationId xmlns:a16="http://schemas.microsoft.com/office/drawing/2014/main" id="{244A0C47-4312-471F-BCA4-9D394190A1AE}"/>
              </a:ext>
            </a:extLst>
          </p:cNvPr>
          <p:cNvSpPr>
            <a:spLocks noGrp="1"/>
          </p:cNvSpPr>
          <p:nvPr/>
        </p:nvSpPr>
        <p:spPr>
          <a:xfrm>
            <a:off x="1813176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Cryo_13264">
            <a:extLst>
              <a:ext uri="{FF2B5EF4-FFF2-40B4-BE49-F238E27FC236}">
                <a16:creationId xmlns:a16="http://schemas.microsoft.com/office/drawing/2014/main" id="{8C9458E0-1D38-4905-9064-AD9C38C81431}"/>
              </a:ext>
            </a:extLst>
          </p:cNvPr>
          <p:cNvSpPr>
            <a:spLocks noGrp="1"/>
          </p:cNvSpPr>
          <p:nvPr/>
        </p:nvSpPr>
        <p:spPr>
          <a:xfrm>
            <a:off x="2014186" y="53285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Cryo_13265">
            <a:extLst>
              <a:ext uri="{FF2B5EF4-FFF2-40B4-BE49-F238E27FC236}">
                <a16:creationId xmlns:a16="http://schemas.microsoft.com/office/drawing/2014/main" id="{BFDB35E7-1FA1-463C-A656-854CE1E12102}"/>
              </a:ext>
            </a:extLst>
          </p:cNvPr>
          <p:cNvSpPr>
            <a:spLocks noGrp="1"/>
          </p:cNvSpPr>
          <p:nvPr/>
        </p:nvSpPr>
        <p:spPr>
          <a:xfrm>
            <a:off x="1913209" y="491746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Cryo_13266">
            <a:extLst>
              <a:ext uri="{FF2B5EF4-FFF2-40B4-BE49-F238E27FC236}">
                <a16:creationId xmlns:a16="http://schemas.microsoft.com/office/drawing/2014/main" id="{DF0093A8-1E9C-47AA-A7B3-65043DDDC297}"/>
              </a:ext>
            </a:extLst>
          </p:cNvPr>
          <p:cNvSpPr>
            <a:spLocks noGrp="1"/>
          </p:cNvSpPr>
          <p:nvPr/>
        </p:nvSpPr>
        <p:spPr>
          <a:xfrm>
            <a:off x="1859207" y="47741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Cryo_13267">
            <a:extLst>
              <a:ext uri="{FF2B5EF4-FFF2-40B4-BE49-F238E27FC236}">
                <a16:creationId xmlns:a16="http://schemas.microsoft.com/office/drawing/2014/main" id="{5F0757AE-29C0-4F80-993B-63B741C5BC21}"/>
              </a:ext>
            </a:extLst>
          </p:cNvPr>
          <p:cNvSpPr>
            <a:spLocks noGrp="1"/>
          </p:cNvSpPr>
          <p:nvPr/>
        </p:nvSpPr>
        <p:spPr>
          <a:xfrm>
            <a:off x="1982075" y="50156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Cryo_13268">
            <a:extLst>
              <a:ext uri="{FF2B5EF4-FFF2-40B4-BE49-F238E27FC236}">
                <a16:creationId xmlns:a16="http://schemas.microsoft.com/office/drawing/2014/main" id="{836EEB31-F4D9-4DD2-89D5-500205339181}"/>
              </a:ext>
            </a:extLst>
          </p:cNvPr>
          <p:cNvSpPr>
            <a:spLocks noGrp="1"/>
          </p:cNvSpPr>
          <p:nvPr/>
        </p:nvSpPr>
        <p:spPr>
          <a:xfrm>
            <a:off x="1886004" y="44137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Cryo_13269">
            <a:extLst>
              <a:ext uri="{FF2B5EF4-FFF2-40B4-BE49-F238E27FC236}">
                <a16:creationId xmlns:a16="http://schemas.microsoft.com/office/drawing/2014/main" id="{A0FA74C5-D92A-497D-8CB9-D9F9CF7E015A}"/>
              </a:ext>
            </a:extLst>
          </p:cNvPr>
          <p:cNvSpPr>
            <a:spLocks noGrp="1"/>
          </p:cNvSpPr>
          <p:nvPr/>
        </p:nvSpPr>
        <p:spPr>
          <a:xfrm>
            <a:off x="1963712" y="33577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Cryo_13270">
            <a:extLst>
              <a:ext uri="{FF2B5EF4-FFF2-40B4-BE49-F238E27FC236}">
                <a16:creationId xmlns:a16="http://schemas.microsoft.com/office/drawing/2014/main" id="{FCF1B4DF-3596-45BC-BA4F-D5EE45D7ED15}"/>
              </a:ext>
            </a:extLst>
          </p:cNvPr>
          <p:cNvSpPr>
            <a:spLocks noGrp="1"/>
          </p:cNvSpPr>
          <p:nvPr/>
        </p:nvSpPr>
        <p:spPr>
          <a:xfrm>
            <a:off x="1991602" y="56747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Cryo_13271">
            <a:extLst>
              <a:ext uri="{FF2B5EF4-FFF2-40B4-BE49-F238E27FC236}">
                <a16:creationId xmlns:a16="http://schemas.microsoft.com/office/drawing/2014/main" id="{A17141D8-2365-4532-87CB-1B3365981844}"/>
              </a:ext>
            </a:extLst>
          </p:cNvPr>
          <p:cNvSpPr>
            <a:spLocks noGrp="1"/>
          </p:cNvSpPr>
          <p:nvPr/>
        </p:nvSpPr>
        <p:spPr>
          <a:xfrm>
            <a:off x="1970420" y="6097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Cryo_13272">
            <a:extLst>
              <a:ext uri="{FF2B5EF4-FFF2-40B4-BE49-F238E27FC236}">
                <a16:creationId xmlns:a16="http://schemas.microsoft.com/office/drawing/2014/main" id="{B6C27A6A-076A-4B1B-B1BF-C8BDC447AE24}"/>
              </a:ext>
            </a:extLst>
          </p:cNvPr>
          <p:cNvSpPr>
            <a:spLocks noGrp="1"/>
          </p:cNvSpPr>
          <p:nvPr/>
        </p:nvSpPr>
        <p:spPr>
          <a:xfrm>
            <a:off x="1903883" y="49872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Cryo_13273">
            <a:extLst>
              <a:ext uri="{FF2B5EF4-FFF2-40B4-BE49-F238E27FC236}">
                <a16:creationId xmlns:a16="http://schemas.microsoft.com/office/drawing/2014/main" id="{375C09CC-F64B-4FBC-BA7E-02DD342A9133}"/>
              </a:ext>
            </a:extLst>
          </p:cNvPr>
          <p:cNvSpPr>
            <a:spLocks noGrp="1"/>
          </p:cNvSpPr>
          <p:nvPr/>
        </p:nvSpPr>
        <p:spPr>
          <a:xfrm>
            <a:off x="1939398" y="50965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Cryo_13274">
            <a:extLst>
              <a:ext uri="{FF2B5EF4-FFF2-40B4-BE49-F238E27FC236}">
                <a16:creationId xmlns:a16="http://schemas.microsoft.com/office/drawing/2014/main" id="{2F9C7833-8F3D-4952-AD33-9D5C61ADE40C}"/>
              </a:ext>
            </a:extLst>
          </p:cNvPr>
          <p:cNvSpPr>
            <a:spLocks noGrp="1"/>
          </p:cNvSpPr>
          <p:nvPr/>
        </p:nvSpPr>
        <p:spPr>
          <a:xfrm>
            <a:off x="1795359" y="3735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Cryo_13275">
            <a:extLst>
              <a:ext uri="{FF2B5EF4-FFF2-40B4-BE49-F238E27FC236}">
                <a16:creationId xmlns:a16="http://schemas.microsoft.com/office/drawing/2014/main" id="{45694B06-5019-4691-BC67-16062C8E993B}"/>
              </a:ext>
            </a:extLst>
          </p:cNvPr>
          <p:cNvSpPr>
            <a:spLocks noGrp="1"/>
          </p:cNvSpPr>
          <p:nvPr/>
        </p:nvSpPr>
        <p:spPr>
          <a:xfrm>
            <a:off x="1983115" y="32174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Cryo_13276">
            <a:extLst>
              <a:ext uri="{FF2B5EF4-FFF2-40B4-BE49-F238E27FC236}">
                <a16:creationId xmlns:a16="http://schemas.microsoft.com/office/drawing/2014/main" id="{7C7C5681-2173-4158-A135-3F6F6BA964D6}"/>
              </a:ext>
            </a:extLst>
          </p:cNvPr>
          <p:cNvSpPr>
            <a:spLocks noGrp="1"/>
          </p:cNvSpPr>
          <p:nvPr/>
        </p:nvSpPr>
        <p:spPr>
          <a:xfrm>
            <a:off x="1792799" y="4122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Cryo_13277">
            <a:extLst>
              <a:ext uri="{FF2B5EF4-FFF2-40B4-BE49-F238E27FC236}">
                <a16:creationId xmlns:a16="http://schemas.microsoft.com/office/drawing/2014/main" id="{8A524384-067E-46BC-A943-9DDD4B8CC71A}"/>
              </a:ext>
            </a:extLst>
          </p:cNvPr>
          <p:cNvSpPr>
            <a:spLocks noGrp="1"/>
          </p:cNvSpPr>
          <p:nvPr/>
        </p:nvSpPr>
        <p:spPr>
          <a:xfrm>
            <a:off x="1795405" y="47070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Cryo_13278">
            <a:extLst>
              <a:ext uri="{FF2B5EF4-FFF2-40B4-BE49-F238E27FC236}">
                <a16:creationId xmlns:a16="http://schemas.microsoft.com/office/drawing/2014/main" id="{7A06DDB4-9B66-44B9-95DA-66D1493915EA}"/>
              </a:ext>
            </a:extLst>
          </p:cNvPr>
          <p:cNvSpPr>
            <a:spLocks noGrp="1"/>
          </p:cNvSpPr>
          <p:nvPr/>
        </p:nvSpPr>
        <p:spPr>
          <a:xfrm>
            <a:off x="1928140" y="51620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Cryo_13279">
            <a:extLst>
              <a:ext uri="{FF2B5EF4-FFF2-40B4-BE49-F238E27FC236}">
                <a16:creationId xmlns:a16="http://schemas.microsoft.com/office/drawing/2014/main" id="{DAADDB62-6069-4B64-B47F-251179E32B6B}"/>
              </a:ext>
            </a:extLst>
          </p:cNvPr>
          <p:cNvSpPr>
            <a:spLocks noGrp="1"/>
          </p:cNvSpPr>
          <p:nvPr/>
        </p:nvSpPr>
        <p:spPr>
          <a:xfrm>
            <a:off x="1838588" y="53730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Cryo_13280">
            <a:extLst>
              <a:ext uri="{FF2B5EF4-FFF2-40B4-BE49-F238E27FC236}">
                <a16:creationId xmlns:a16="http://schemas.microsoft.com/office/drawing/2014/main" id="{907FF797-B971-49BD-86A4-DF92FA3A92A0}"/>
              </a:ext>
            </a:extLst>
          </p:cNvPr>
          <p:cNvSpPr>
            <a:spLocks noGrp="1"/>
          </p:cNvSpPr>
          <p:nvPr/>
        </p:nvSpPr>
        <p:spPr>
          <a:xfrm>
            <a:off x="1848206" y="4977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Cryo_13281">
            <a:extLst>
              <a:ext uri="{FF2B5EF4-FFF2-40B4-BE49-F238E27FC236}">
                <a16:creationId xmlns:a16="http://schemas.microsoft.com/office/drawing/2014/main" id="{8A265C19-56D7-4717-A18D-F4784FAB8CCE}"/>
              </a:ext>
            </a:extLst>
          </p:cNvPr>
          <p:cNvSpPr>
            <a:spLocks noGrp="1"/>
          </p:cNvSpPr>
          <p:nvPr/>
        </p:nvSpPr>
        <p:spPr>
          <a:xfrm>
            <a:off x="1881351" y="38992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Cryo_13282">
            <a:extLst>
              <a:ext uri="{FF2B5EF4-FFF2-40B4-BE49-F238E27FC236}">
                <a16:creationId xmlns:a16="http://schemas.microsoft.com/office/drawing/2014/main" id="{B9FBC747-24F3-4AA8-ADF8-10DACA26812A}"/>
              </a:ext>
            </a:extLst>
          </p:cNvPr>
          <p:cNvSpPr>
            <a:spLocks noGrp="1"/>
          </p:cNvSpPr>
          <p:nvPr/>
        </p:nvSpPr>
        <p:spPr>
          <a:xfrm>
            <a:off x="1796780" y="36468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Cryo_13283">
            <a:extLst>
              <a:ext uri="{FF2B5EF4-FFF2-40B4-BE49-F238E27FC236}">
                <a16:creationId xmlns:a16="http://schemas.microsoft.com/office/drawing/2014/main" id="{2E8A49B9-8B47-4E36-8840-47757E7954C0}"/>
              </a:ext>
            </a:extLst>
          </p:cNvPr>
          <p:cNvSpPr>
            <a:spLocks noGrp="1"/>
          </p:cNvSpPr>
          <p:nvPr/>
        </p:nvSpPr>
        <p:spPr>
          <a:xfrm>
            <a:off x="1912537" y="44123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Cryo_13284">
            <a:extLst>
              <a:ext uri="{FF2B5EF4-FFF2-40B4-BE49-F238E27FC236}">
                <a16:creationId xmlns:a16="http://schemas.microsoft.com/office/drawing/2014/main" id="{DF0569BD-F15A-42FF-88E5-75FDE7C825D1}"/>
              </a:ext>
            </a:extLst>
          </p:cNvPr>
          <p:cNvSpPr>
            <a:spLocks noGrp="1"/>
          </p:cNvSpPr>
          <p:nvPr/>
        </p:nvSpPr>
        <p:spPr>
          <a:xfrm>
            <a:off x="1841592" y="511323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Cryo_13285">
            <a:extLst>
              <a:ext uri="{FF2B5EF4-FFF2-40B4-BE49-F238E27FC236}">
                <a16:creationId xmlns:a16="http://schemas.microsoft.com/office/drawing/2014/main" id="{B51356A4-5A33-428A-B4DE-2158DEB5B1E3}"/>
              </a:ext>
            </a:extLst>
          </p:cNvPr>
          <p:cNvSpPr>
            <a:spLocks noGrp="1"/>
          </p:cNvSpPr>
          <p:nvPr/>
        </p:nvSpPr>
        <p:spPr>
          <a:xfrm>
            <a:off x="1974441" y="5810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Cryo_13286">
            <a:extLst>
              <a:ext uri="{FF2B5EF4-FFF2-40B4-BE49-F238E27FC236}">
                <a16:creationId xmlns:a16="http://schemas.microsoft.com/office/drawing/2014/main" id="{AB9C4C34-94EA-4687-9A02-C512A93C47F4}"/>
              </a:ext>
            </a:extLst>
          </p:cNvPr>
          <p:cNvSpPr>
            <a:spLocks noGrp="1"/>
          </p:cNvSpPr>
          <p:nvPr/>
        </p:nvSpPr>
        <p:spPr>
          <a:xfrm>
            <a:off x="1982768" y="37234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Cryo_13287">
            <a:extLst>
              <a:ext uri="{FF2B5EF4-FFF2-40B4-BE49-F238E27FC236}">
                <a16:creationId xmlns:a16="http://schemas.microsoft.com/office/drawing/2014/main" id="{557AD196-04DB-47D4-938E-074CE48BC6FF}"/>
              </a:ext>
            </a:extLst>
          </p:cNvPr>
          <p:cNvSpPr>
            <a:spLocks noGrp="1"/>
          </p:cNvSpPr>
          <p:nvPr/>
        </p:nvSpPr>
        <p:spPr>
          <a:xfrm>
            <a:off x="1972120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Cryo_13288">
            <a:extLst>
              <a:ext uri="{FF2B5EF4-FFF2-40B4-BE49-F238E27FC236}">
                <a16:creationId xmlns:a16="http://schemas.microsoft.com/office/drawing/2014/main" id="{BA4764EC-35B8-412A-BC21-2A472196C99D}"/>
              </a:ext>
            </a:extLst>
          </p:cNvPr>
          <p:cNvSpPr>
            <a:spLocks noGrp="1"/>
          </p:cNvSpPr>
          <p:nvPr/>
        </p:nvSpPr>
        <p:spPr>
          <a:xfrm>
            <a:off x="1783549" y="35592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Cryo_13289">
            <a:extLst>
              <a:ext uri="{FF2B5EF4-FFF2-40B4-BE49-F238E27FC236}">
                <a16:creationId xmlns:a16="http://schemas.microsoft.com/office/drawing/2014/main" id="{8AAAAB34-0526-4526-918C-0156F2E1E6D7}"/>
              </a:ext>
            </a:extLst>
          </p:cNvPr>
          <p:cNvSpPr>
            <a:spLocks noGrp="1"/>
          </p:cNvSpPr>
          <p:nvPr/>
        </p:nvSpPr>
        <p:spPr>
          <a:xfrm>
            <a:off x="1902620" y="59257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Cryo_13290">
            <a:extLst>
              <a:ext uri="{FF2B5EF4-FFF2-40B4-BE49-F238E27FC236}">
                <a16:creationId xmlns:a16="http://schemas.microsoft.com/office/drawing/2014/main" id="{164C7D55-4880-4895-91E2-8447ABFD3778}"/>
              </a:ext>
            </a:extLst>
          </p:cNvPr>
          <p:cNvSpPr>
            <a:spLocks noGrp="1"/>
          </p:cNvSpPr>
          <p:nvPr/>
        </p:nvSpPr>
        <p:spPr>
          <a:xfrm>
            <a:off x="1995211" y="43301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Cryo_13291">
            <a:extLst>
              <a:ext uri="{FF2B5EF4-FFF2-40B4-BE49-F238E27FC236}">
                <a16:creationId xmlns:a16="http://schemas.microsoft.com/office/drawing/2014/main" id="{232FDDBF-5F6D-461B-8391-328B86FF540E}"/>
              </a:ext>
            </a:extLst>
          </p:cNvPr>
          <p:cNvSpPr>
            <a:spLocks noGrp="1"/>
          </p:cNvSpPr>
          <p:nvPr/>
        </p:nvSpPr>
        <p:spPr>
          <a:xfrm>
            <a:off x="1793544" y="4587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Cryo_13292">
            <a:extLst>
              <a:ext uri="{FF2B5EF4-FFF2-40B4-BE49-F238E27FC236}">
                <a16:creationId xmlns:a16="http://schemas.microsoft.com/office/drawing/2014/main" id="{F7F5E5E6-C823-4993-84C1-D1941EF8D5B3}"/>
              </a:ext>
            </a:extLst>
          </p:cNvPr>
          <p:cNvSpPr>
            <a:spLocks noGrp="1"/>
          </p:cNvSpPr>
          <p:nvPr/>
        </p:nvSpPr>
        <p:spPr>
          <a:xfrm>
            <a:off x="1936896" y="45351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Cryo_13293">
            <a:extLst>
              <a:ext uri="{FF2B5EF4-FFF2-40B4-BE49-F238E27FC236}">
                <a16:creationId xmlns:a16="http://schemas.microsoft.com/office/drawing/2014/main" id="{1BF3124E-F924-4C9B-8BB8-D08A6BC1FAF5}"/>
              </a:ext>
            </a:extLst>
          </p:cNvPr>
          <p:cNvSpPr>
            <a:spLocks noGrp="1"/>
          </p:cNvSpPr>
          <p:nvPr/>
        </p:nvSpPr>
        <p:spPr>
          <a:xfrm>
            <a:off x="1941612" y="3523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Cryo_13294">
            <a:extLst>
              <a:ext uri="{FF2B5EF4-FFF2-40B4-BE49-F238E27FC236}">
                <a16:creationId xmlns:a16="http://schemas.microsoft.com/office/drawing/2014/main" id="{E07013E8-0903-475D-85A6-76F9423041AA}"/>
              </a:ext>
            </a:extLst>
          </p:cNvPr>
          <p:cNvSpPr>
            <a:spLocks noGrp="1"/>
          </p:cNvSpPr>
          <p:nvPr/>
        </p:nvSpPr>
        <p:spPr>
          <a:xfrm>
            <a:off x="1929916" y="3347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Cryo_13295">
            <a:extLst>
              <a:ext uri="{FF2B5EF4-FFF2-40B4-BE49-F238E27FC236}">
                <a16:creationId xmlns:a16="http://schemas.microsoft.com/office/drawing/2014/main" id="{09E993F0-A9CF-442B-83DF-815BDE33694A}"/>
              </a:ext>
            </a:extLst>
          </p:cNvPr>
          <p:cNvSpPr>
            <a:spLocks noGrp="1"/>
          </p:cNvSpPr>
          <p:nvPr/>
        </p:nvSpPr>
        <p:spPr>
          <a:xfrm>
            <a:off x="2002303" y="57500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Cryo_13296">
            <a:extLst>
              <a:ext uri="{FF2B5EF4-FFF2-40B4-BE49-F238E27FC236}">
                <a16:creationId xmlns:a16="http://schemas.microsoft.com/office/drawing/2014/main" id="{39F5B01A-E34C-4155-B8DA-8FD9E8B54D7F}"/>
              </a:ext>
            </a:extLst>
          </p:cNvPr>
          <p:cNvSpPr>
            <a:spLocks noGrp="1"/>
          </p:cNvSpPr>
          <p:nvPr/>
        </p:nvSpPr>
        <p:spPr>
          <a:xfrm>
            <a:off x="1970829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Cryo_13297">
            <a:extLst>
              <a:ext uri="{FF2B5EF4-FFF2-40B4-BE49-F238E27FC236}">
                <a16:creationId xmlns:a16="http://schemas.microsoft.com/office/drawing/2014/main" id="{717E62F9-E38C-4AD4-BD7E-D0D26224DD21}"/>
              </a:ext>
            </a:extLst>
          </p:cNvPr>
          <p:cNvSpPr>
            <a:spLocks noGrp="1"/>
          </p:cNvSpPr>
          <p:nvPr/>
        </p:nvSpPr>
        <p:spPr>
          <a:xfrm>
            <a:off x="2020292" y="47127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Cryo_13298">
            <a:extLst>
              <a:ext uri="{FF2B5EF4-FFF2-40B4-BE49-F238E27FC236}">
                <a16:creationId xmlns:a16="http://schemas.microsoft.com/office/drawing/2014/main" id="{2AC54465-ADAE-4277-BAD0-722ED6CC6B09}"/>
              </a:ext>
            </a:extLst>
          </p:cNvPr>
          <p:cNvSpPr>
            <a:spLocks noGrp="1"/>
          </p:cNvSpPr>
          <p:nvPr/>
        </p:nvSpPr>
        <p:spPr>
          <a:xfrm>
            <a:off x="2018657" y="35136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Cryo_13299">
            <a:extLst>
              <a:ext uri="{FF2B5EF4-FFF2-40B4-BE49-F238E27FC236}">
                <a16:creationId xmlns:a16="http://schemas.microsoft.com/office/drawing/2014/main" id="{1E1DF288-7D45-4F57-85A4-C8CE2C2A79EA}"/>
              </a:ext>
            </a:extLst>
          </p:cNvPr>
          <p:cNvSpPr>
            <a:spLocks noGrp="1"/>
          </p:cNvSpPr>
          <p:nvPr/>
        </p:nvSpPr>
        <p:spPr>
          <a:xfrm>
            <a:off x="1957918" y="3962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Cryo_13300">
            <a:extLst>
              <a:ext uri="{FF2B5EF4-FFF2-40B4-BE49-F238E27FC236}">
                <a16:creationId xmlns:a16="http://schemas.microsoft.com/office/drawing/2014/main" id="{1CD205E9-6484-4F60-949F-05C4392036C5}"/>
              </a:ext>
            </a:extLst>
          </p:cNvPr>
          <p:cNvSpPr>
            <a:spLocks noGrp="1"/>
          </p:cNvSpPr>
          <p:nvPr/>
        </p:nvSpPr>
        <p:spPr>
          <a:xfrm>
            <a:off x="1918917" y="45556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Cryo_13301">
            <a:extLst>
              <a:ext uri="{FF2B5EF4-FFF2-40B4-BE49-F238E27FC236}">
                <a16:creationId xmlns:a16="http://schemas.microsoft.com/office/drawing/2014/main" id="{A4CB23CD-E947-4EE0-91CC-7D482926F8B2}"/>
              </a:ext>
            </a:extLst>
          </p:cNvPr>
          <p:cNvSpPr>
            <a:spLocks noGrp="1"/>
          </p:cNvSpPr>
          <p:nvPr/>
        </p:nvSpPr>
        <p:spPr>
          <a:xfrm>
            <a:off x="1840807" y="37483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Cryo_13302">
            <a:extLst>
              <a:ext uri="{FF2B5EF4-FFF2-40B4-BE49-F238E27FC236}">
                <a16:creationId xmlns:a16="http://schemas.microsoft.com/office/drawing/2014/main" id="{EEA01A28-8E2C-4B11-97B8-979E3D3511DF}"/>
              </a:ext>
            </a:extLst>
          </p:cNvPr>
          <p:cNvSpPr>
            <a:spLocks noGrp="1"/>
          </p:cNvSpPr>
          <p:nvPr/>
        </p:nvSpPr>
        <p:spPr>
          <a:xfrm>
            <a:off x="1804602" y="34705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Cryo_13303">
            <a:extLst>
              <a:ext uri="{FF2B5EF4-FFF2-40B4-BE49-F238E27FC236}">
                <a16:creationId xmlns:a16="http://schemas.microsoft.com/office/drawing/2014/main" id="{FF3CA082-AD25-4E1D-8890-C5E1E6EF3AD0}"/>
              </a:ext>
            </a:extLst>
          </p:cNvPr>
          <p:cNvSpPr>
            <a:spLocks noGrp="1"/>
          </p:cNvSpPr>
          <p:nvPr/>
        </p:nvSpPr>
        <p:spPr>
          <a:xfrm>
            <a:off x="1921548" y="4729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Cryo_13304">
            <a:extLst>
              <a:ext uri="{FF2B5EF4-FFF2-40B4-BE49-F238E27FC236}">
                <a16:creationId xmlns:a16="http://schemas.microsoft.com/office/drawing/2014/main" id="{AA4BE8FF-3FAA-4F3F-96B8-7E234454BBD5}"/>
              </a:ext>
            </a:extLst>
          </p:cNvPr>
          <p:cNvSpPr>
            <a:spLocks noGrp="1"/>
          </p:cNvSpPr>
          <p:nvPr/>
        </p:nvSpPr>
        <p:spPr>
          <a:xfrm>
            <a:off x="1808755" y="35088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Cryo_13305">
            <a:extLst>
              <a:ext uri="{FF2B5EF4-FFF2-40B4-BE49-F238E27FC236}">
                <a16:creationId xmlns:a16="http://schemas.microsoft.com/office/drawing/2014/main" id="{A671EBF1-D2D6-4EE1-8AA0-97A6F139F20E}"/>
              </a:ext>
            </a:extLst>
          </p:cNvPr>
          <p:cNvSpPr>
            <a:spLocks noGrp="1"/>
          </p:cNvSpPr>
          <p:nvPr/>
        </p:nvSpPr>
        <p:spPr>
          <a:xfrm>
            <a:off x="1928716" y="44938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Cryo_13306">
            <a:extLst>
              <a:ext uri="{FF2B5EF4-FFF2-40B4-BE49-F238E27FC236}">
                <a16:creationId xmlns:a16="http://schemas.microsoft.com/office/drawing/2014/main" id="{19125DD5-C0CC-40E1-86E8-F844E04805EE}"/>
              </a:ext>
            </a:extLst>
          </p:cNvPr>
          <p:cNvSpPr>
            <a:spLocks noGrp="1"/>
          </p:cNvSpPr>
          <p:nvPr/>
        </p:nvSpPr>
        <p:spPr>
          <a:xfrm>
            <a:off x="1874164" y="37462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Cryo_13307">
            <a:extLst>
              <a:ext uri="{FF2B5EF4-FFF2-40B4-BE49-F238E27FC236}">
                <a16:creationId xmlns:a16="http://schemas.microsoft.com/office/drawing/2014/main" id="{F766479F-A343-4182-83D5-2EF4D9C82AC5}"/>
              </a:ext>
            </a:extLst>
          </p:cNvPr>
          <p:cNvSpPr>
            <a:spLocks noGrp="1"/>
          </p:cNvSpPr>
          <p:nvPr/>
        </p:nvSpPr>
        <p:spPr>
          <a:xfrm>
            <a:off x="1812881" y="60218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Cryo_13308">
            <a:extLst>
              <a:ext uri="{FF2B5EF4-FFF2-40B4-BE49-F238E27FC236}">
                <a16:creationId xmlns:a16="http://schemas.microsoft.com/office/drawing/2014/main" id="{115330CB-1605-4C37-969B-B40AE880B3E4}"/>
              </a:ext>
            </a:extLst>
          </p:cNvPr>
          <p:cNvSpPr>
            <a:spLocks noGrp="1"/>
          </p:cNvSpPr>
          <p:nvPr/>
        </p:nvSpPr>
        <p:spPr>
          <a:xfrm>
            <a:off x="1909960" y="4607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Cryo_13309">
            <a:extLst>
              <a:ext uri="{FF2B5EF4-FFF2-40B4-BE49-F238E27FC236}">
                <a16:creationId xmlns:a16="http://schemas.microsoft.com/office/drawing/2014/main" id="{F0AC9FB3-23EF-4289-85E3-A7B7292BC48E}"/>
              </a:ext>
            </a:extLst>
          </p:cNvPr>
          <p:cNvSpPr>
            <a:spLocks noGrp="1"/>
          </p:cNvSpPr>
          <p:nvPr/>
        </p:nvSpPr>
        <p:spPr>
          <a:xfrm>
            <a:off x="1952061" y="34767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Cryo_13310">
            <a:extLst>
              <a:ext uri="{FF2B5EF4-FFF2-40B4-BE49-F238E27FC236}">
                <a16:creationId xmlns:a16="http://schemas.microsoft.com/office/drawing/2014/main" id="{682C09AF-B14C-4394-BA76-D89DAB2A010D}"/>
              </a:ext>
            </a:extLst>
          </p:cNvPr>
          <p:cNvSpPr>
            <a:spLocks noGrp="1"/>
          </p:cNvSpPr>
          <p:nvPr/>
        </p:nvSpPr>
        <p:spPr>
          <a:xfrm>
            <a:off x="1934890" y="60025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Cryo_13311">
            <a:extLst>
              <a:ext uri="{FF2B5EF4-FFF2-40B4-BE49-F238E27FC236}">
                <a16:creationId xmlns:a16="http://schemas.microsoft.com/office/drawing/2014/main" id="{A75712E9-AC65-4865-B9ED-0C773F2AA217}"/>
              </a:ext>
            </a:extLst>
          </p:cNvPr>
          <p:cNvSpPr>
            <a:spLocks noGrp="1"/>
          </p:cNvSpPr>
          <p:nvPr/>
        </p:nvSpPr>
        <p:spPr>
          <a:xfrm>
            <a:off x="2015112" y="43305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Cryo_13312">
            <a:extLst>
              <a:ext uri="{FF2B5EF4-FFF2-40B4-BE49-F238E27FC236}">
                <a16:creationId xmlns:a16="http://schemas.microsoft.com/office/drawing/2014/main" id="{A47BE025-58EB-4173-A2CC-335E97DEAF10}"/>
              </a:ext>
            </a:extLst>
          </p:cNvPr>
          <p:cNvSpPr>
            <a:spLocks noGrp="1"/>
          </p:cNvSpPr>
          <p:nvPr/>
        </p:nvSpPr>
        <p:spPr>
          <a:xfrm>
            <a:off x="1831394" y="60693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Cryo_13313">
            <a:extLst>
              <a:ext uri="{FF2B5EF4-FFF2-40B4-BE49-F238E27FC236}">
                <a16:creationId xmlns:a16="http://schemas.microsoft.com/office/drawing/2014/main" id="{206793C8-76AA-4F23-8DC1-E2D6F76E45A8}"/>
              </a:ext>
            </a:extLst>
          </p:cNvPr>
          <p:cNvSpPr>
            <a:spLocks noGrp="1"/>
          </p:cNvSpPr>
          <p:nvPr/>
        </p:nvSpPr>
        <p:spPr>
          <a:xfrm>
            <a:off x="1966679" y="49501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Cryo_13314">
            <a:extLst>
              <a:ext uri="{FF2B5EF4-FFF2-40B4-BE49-F238E27FC236}">
                <a16:creationId xmlns:a16="http://schemas.microsoft.com/office/drawing/2014/main" id="{17B90EFD-2C66-461A-9724-FDC55F79BB53}"/>
              </a:ext>
            </a:extLst>
          </p:cNvPr>
          <p:cNvSpPr>
            <a:spLocks noGrp="1"/>
          </p:cNvSpPr>
          <p:nvPr/>
        </p:nvSpPr>
        <p:spPr>
          <a:xfrm>
            <a:off x="1939907" y="51520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Cryo_13315">
            <a:extLst>
              <a:ext uri="{FF2B5EF4-FFF2-40B4-BE49-F238E27FC236}">
                <a16:creationId xmlns:a16="http://schemas.microsoft.com/office/drawing/2014/main" id="{4DC34B08-FEF7-4209-8F84-BE0D54F14410}"/>
              </a:ext>
            </a:extLst>
          </p:cNvPr>
          <p:cNvSpPr>
            <a:spLocks noGrp="1"/>
          </p:cNvSpPr>
          <p:nvPr/>
        </p:nvSpPr>
        <p:spPr>
          <a:xfrm>
            <a:off x="1874898" y="45630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Cryo_13316">
            <a:extLst>
              <a:ext uri="{FF2B5EF4-FFF2-40B4-BE49-F238E27FC236}">
                <a16:creationId xmlns:a16="http://schemas.microsoft.com/office/drawing/2014/main" id="{C8FBF7C1-1A15-4062-81EF-8713A87462F5}"/>
              </a:ext>
            </a:extLst>
          </p:cNvPr>
          <p:cNvSpPr>
            <a:spLocks noGrp="1"/>
          </p:cNvSpPr>
          <p:nvPr/>
        </p:nvSpPr>
        <p:spPr>
          <a:xfrm>
            <a:off x="1809932" y="59123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Cryo_13317">
            <a:extLst>
              <a:ext uri="{FF2B5EF4-FFF2-40B4-BE49-F238E27FC236}">
                <a16:creationId xmlns:a16="http://schemas.microsoft.com/office/drawing/2014/main" id="{5217AC95-F897-4538-ACAC-3401421A65E2}"/>
              </a:ext>
            </a:extLst>
          </p:cNvPr>
          <p:cNvSpPr>
            <a:spLocks noGrp="1"/>
          </p:cNvSpPr>
          <p:nvPr/>
        </p:nvSpPr>
        <p:spPr>
          <a:xfrm>
            <a:off x="2014903" y="40660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Cryo_13318">
            <a:extLst>
              <a:ext uri="{FF2B5EF4-FFF2-40B4-BE49-F238E27FC236}">
                <a16:creationId xmlns:a16="http://schemas.microsoft.com/office/drawing/2014/main" id="{F6D956C4-B3A1-41C0-8366-E848CA939080}"/>
              </a:ext>
            </a:extLst>
          </p:cNvPr>
          <p:cNvSpPr>
            <a:spLocks noGrp="1"/>
          </p:cNvSpPr>
          <p:nvPr/>
        </p:nvSpPr>
        <p:spPr>
          <a:xfrm>
            <a:off x="1931716" y="35824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Cryo_13319">
            <a:extLst>
              <a:ext uri="{FF2B5EF4-FFF2-40B4-BE49-F238E27FC236}">
                <a16:creationId xmlns:a16="http://schemas.microsoft.com/office/drawing/2014/main" id="{D7F0FF28-F9B0-4EAD-A5FD-B41B1D186D49}"/>
              </a:ext>
            </a:extLst>
          </p:cNvPr>
          <p:cNvSpPr>
            <a:spLocks noGrp="1"/>
          </p:cNvSpPr>
          <p:nvPr/>
        </p:nvSpPr>
        <p:spPr>
          <a:xfrm>
            <a:off x="1791823" y="522146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Cryo_13320">
            <a:extLst>
              <a:ext uri="{FF2B5EF4-FFF2-40B4-BE49-F238E27FC236}">
                <a16:creationId xmlns:a16="http://schemas.microsoft.com/office/drawing/2014/main" id="{6318B721-05F9-4E5D-9ACA-184C637DF250}"/>
              </a:ext>
            </a:extLst>
          </p:cNvPr>
          <p:cNvSpPr>
            <a:spLocks noGrp="1"/>
          </p:cNvSpPr>
          <p:nvPr/>
        </p:nvSpPr>
        <p:spPr>
          <a:xfrm>
            <a:off x="1775739" y="35983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Cryo_13321">
            <a:extLst>
              <a:ext uri="{FF2B5EF4-FFF2-40B4-BE49-F238E27FC236}">
                <a16:creationId xmlns:a16="http://schemas.microsoft.com/office/drawing/2014/main" id="{1F0878B6-123F-4784-8367-93391E6F6B4F}"/>
              </a:ext>
            </a:extLst>
          </p:cNvPr>
          <p:cNvSpPr>
            <a:spLocks noGrp="1"/>
          </p:cNvSpPr>
          <p:nvPr/>
        </p:nvSpPr>
        <p:spPr>
          <a:xfrm>
            <a:off x="1793962" y="5426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Cryo_13322">
            <a:extLst>
              <a:ext uri="{FF2B5EF4-FFF2-40B4-BE49-F238E27FC236}">
                <a16:creationId xmlns:a16="http://schemas.microsoft.com/office/drawing/2014/main" id="{7BD4DF08-B872-4354-BE75-D62AF87386E6}"/>
              </a:ext>
            </a:extLst>
          </p:cNvPr>
          <p:cNvSpPr>
            <a:spLocks noGrp="1"/>
          </p:cNvSpPr>
          <p:nvPr/>
        </p:nvSpPr>
        <p:spPr>
          <a:xfrm>
            <a:off x="1950734" y="43687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Cryo_13323">
            <a:extLst>
              <a:ext uri="{FF2B5EF4-FFF2-40B4-BE49-F238E27FC236}">
                <a16:creationId xmlns:a16="http://schemas.microsoft.com/office/drawing/2014/main" id="{6FE16AFE-5555-4BFA-AB25-B83F8503C6AE}"/>
              </a:ext>
            </a:extLst>
          </p:cNvPr>
          <p:cNvSpPr>
            <a:spLocks noGrp="1"/>
          </p:cNvSpPr>
          <p:nvPr/>
        </p:nvSpPr>
        <p:spPr>
          <a:xfrm>
            <a:off x="1835892" y="45810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Cryo_13324">
            <a:extLst>
              <a:ext uri="{FF2B5EF4-FFF2-40B4-BE49-F238E27FC236}">
                <a16:creationId xmlns:a16="http://schemas.microsoft.com/office/drawing/2014/main" id="{DA24EC25-ACC8-4F2D-920C-299237D683E1}"/>
              </a:ext>
            </a:extLst>
          </p:cNvPr>
          <p:cNvSpPr>
            <a:spLocks noGrp="1"/>
          </p:cNvSpPr>
          <p:nvPr/>
        </p:nvSpPr>
        <p:spPr>
          <a:xfrm>
            <a:off x="2003490" y="446715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Cryo_13325">
            <a:extLst>
              <a:ext uri="{FF2B5EF4-FFF2-40B4-BE49-F238E27FC236}">
                <a16:creationId xmlns:a16="http://schemas.microsoft.com/office/drawing/2014/main" id="{B6567D51-45BA-41B2-8206-2CDB4B1F905A}"/>
              </a:ext>
            </a:extLst>
          </p:cNvPr>
          <p:cNvSpPr>
            <a:spLocks noGrp="1"/>
          </p:cNvSpPr>
          <p:nvPr/>
        </p:nvSpPr>
        <p:spPr>
          <a:xfrm>
            <a:off x="1807148" y="40342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Cryo_13326">
            <a:extLst>
              <a:ext uri="{FF2B5EF4-FFF2-40B4-BE49-F238E27FC236}">
                <a16:creationId xmlns:a16="http://schemas.microsoft.com/office/drawing/2014/main" id="{5C8BC36D-431D-4AA7-918D-49765D8E295F}"/>
              </a:ext>
            </a:extLst>
          </p:cNvPr>
          <p:cNvSpPr>
            <a:spLocks noGrp="1"/>
          </p:cNvSpPr>
          <p:nvPr/>
        </p:nvSpPr>
        <p:spPr>
          <a:xfrm>
            <a:off x="1776664" y="37854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Cryo_13327">
            <a:extLst>
              <a:ext uri="{FF2B5EF4-FFF2-40B4-BE49-F238E27FC236}">
                <a16:creationId xmlns:a16="http://schemas.microsoft.com/office/drawing/2014/main" id="{F33B8D49-437F-4CB1-888C-2527E0D8A27B}"/>
              </a:ext>
            </a:extLst>
          </p:cNvPr>
          <p:cNvSpPr>
            <a:spLocks noGrp="1"/>
          </p:cNvSpPr>
          <p:nvPr/>
        </p:nvSpPr>
        <p:spPr>
          <a:xfrm>
            <a:off x="1921332" y="54902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Cryo_13328">
            <a:extLst>
              <a:ext uri="{FF2B5EF4-FFF2-40B4-BE49-F238E27FC236}">
                <a16:creationId xmlns:a16="http://schemas.microsoft.com/office/drawing/2014/main" id="{5E478D8B-411C-4A5C-8BAB-E559BEB3D824}"/>
              </a:ext>
            </a:extLst>
          </p:cNvPr>
          <p:cNvSpPr>
            <a:spLocks noGrp="1"/>
          </p:cNvSpPr>
          <p:nvPr/>
        </p:nvSpPr>
        <p:spPr>
          <a:xfrm>
            <a:off x="1833785" y="3595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Cryo_13329">
            <a:extLst>
              <a:ext uri="{FF2B5EF4-FFF2-40B4-BE49-F238E27FC236}">
                <a16:creationId xmlns:a16="http://schemas.microsoft.com/office/drawing/2014/main" id="{6359BB3D-24E9-4628-8ADD-D2F7B6470BAE}"/>
              </a:ext>
            </a:extLst>
          </p:cNvPr>
          <p:cNvSpPr>
            <a:spLocks noGrp="1"/>
          </p:cNvSpPr>
          <p:nvPr/>
        </p:nvSpPr>
        <p:spPr>
          <a:xfrm>
            <a:off x="1999545" y="55938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Cryo_13330">
            <a:extLst>
              <a:ext uri="{FF2B5EF4-FFF2-40B4-BE49-F238E27FC236}">
                <a16:creationId xmlns:a16="http://schemas.microsoft.com/office/drawing/2014/main" id="{52DBEAC7-665D-45DE-A1F6-CCCCB9A286A1}"/>
              </a:ext>
            </a:extLst>
          </p:cNvPr>
          <p:cNvSpPr>
            <a:spLocks noGrp="1"/>
          </p:cNvSpPr>
          <p:nvPr/>
        </p:nvSpPr>
        <p:spPr>
          <a:xfrm>
            <a:off x="1919497" y="37371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Cryo_13331">
            <a:extLst>
              <a:ext uri="{FF2B5EF4-FFF2-40B4-BE49-F238E27FC236}">
                <a16:creationId xmlns:a16="http://schemas.microsoft.com/office/drawing/2014/main" id="{E67A42F4-FF2C-4D1B-90F6-4D8CA5F7CAB7}"/>
              </a:ext>
            </a:extLst>
          </p:cNvPr>
          <p:cNvSpPr>
            <a:spLocks noGrp="1"/>
          </p:cNvSpPr>
          <p:nvPr/>
        </p:nvSpPr>
        <p:spPr>
          <a:xfrm>
            <a:off x="1831833" y="43670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Cryo_13332">
            <a:extLst>
              <a:ext uri="{FF2B5EF4-FFF2-40B4-BE49-F238E27FC236}">
                <a16:creationId xmlns:a16="http://schemas.microsoft.com/office/drawing/2014/main" id="{D93F1E20-BB4A-4352-8ADE-BF3672DFE4BB}"/>
              </a:ext>
            </a:extLst>
          </p:cNvPr>
          <p:cNvSpPr>
            <a:spLocks noGrp="1"/>
          </p:cNvSpPr>
          <p:nvPr/>
        </p:nvSpPr>
        <p:spPr>
          <a:xfrm>
            <a:off x="1988423" y="33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Cryo_13333">
            <a:extLst>
              <a:ext uri="{FF2B5EF4-FFF2-40B4-BE49-F238E27FC236}">
                <a16:creationId xmlns:a16="http://schemas.microsoft.com/office/drawing/2014/main" id="{B722BB0E-81B3-4F7B-8761-15398F28F3CE}"/>
              </a:ext>
            </a:extLst>
          </p:cNvPr>
          <p:cNvSpPr>
            <a:spLocks noGrp="1"/>
          </p:cNvSpPr>
          <p:nvPr/>
        </p:nvSpPr>
        <p:spPr>
          <a:xfrm>
            <a:off x="1848265" y="40670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Cryo_13334">
            <a:extLst>
              <a:ext uri="{FF2B5EF4-FFF2-40B4-BE49-F238E27FC236}">
                <a16:creationId xmlns:a16="http://schemas.microsoft.com/office/drawing/2014/main" id="{0EAE58C0-9731-4F36-9BBC-E09CF27245CE}"/>
              </a:ext>
            </a:extLst>
          </p:cNvPr>
          <p:cNvSpPr>
            <a:spLocks noGrp="1"/>
          </p:cNvSpPr>
          <p:nvPr/>
        </p:nvSpPr>
        <p:spPr>
          <a:xfrm>
            <a:off x="1986988" y="39874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Cryo_13335">
            <a:extLst>
              <a:ext uri="{FF2B5EF4-FFF2-40B4-BE49-F238E27FC236}">
                <a16:creationId xmlns:a16="http://schemas.microsoft.com/office/drawing/2014/main" id="{2C7F3F98-BD92-4BFE-824F-9920899FB663}"/>
              </a:ext>
            </a:extLst>
          </p:cNvPr>
          <p:cNvSpPr>
            <a:spLocks noGrp="1"/>
          </p:cNvSpPr>
          <p:nvPr/>
        </p:nvSpPr>
        <p:spPr>
          <a:xfrm>
            <a:off x="1895054" y="45993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Cryo_13336">
            <a:extLst>
              <a:ext uri="{FF2B5EF4-FFF2-40B4-BE49-F238E27FC236}">
                <a16:creationId xmlns:a16="http://schemas.microsoft.com/office/drawing/2014/main" id="{C37589C2-B661-4A08-8D60-A5D5F256A4B1}"/>
              </a:ext>
            </a:extLst>
          </p:cNvPr>
          <p:cNvSpPr>
            <a:spLocks noGrp="1"/>
          </p:cNvSpPr>
          <p:nvPr/>
        </p:nvSpPr>
        <p:spPr>
          <a:xfrm>
            <a:off x="1925136" y="50110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Cryo_13337">
            <a:extLst>
              <a:ext uri="{FF2B5EF4-FFF2-40B4-BE49-F238E27FC236}">
                <a16:creationId xmlns:a16="http://schemas.microsoft.com/office/drawing/2014/main" id="{BB4FA05F-0779-4CD1-8838-2C21FFADF5BA}"/>
              </a:ext>
            </a:extLst>
          </p:cNvPr>
          <p:cNvSpPr>
            <a:spLocks noGrp="1"/>
          </p:cNvSpPr>
          <p:nvPr/>
        </p:nvSpPr>
        <p:spPr>
          <a:xfrm>
            <a:off x="1971879" y="50428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Cryo_13338">
            <a:extLst>
              <a:ext uri="{FF2B5EF4-FFF2-40B4-BE49-F238E27FC236}">
                <a16:creationId xmlns:a16="http://schemas.microsoft.com/office/drawing/2014/main" id="{12CB50AB-0DB2-44FD-972A-493494480AFB}"/>
              </a:ext>
            </a:extLst>
          </p:cNvPr>
          <p:cNvSpPr>
            <a:spLocks noGrp="1"/>
          </p:cNvSpPr>
          <p:nvPr/>
        </p:nvSpPr>
        <p:spPr>
          <a:xfrm>
            <a:off x="1971013" y="4755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Cryo_13339">
            <a:extLst>
              <a:ext uri="{FF2B5EF4-FFF2-40B4-BE49-F238E27FC236}">
                <a16:creationId xmlns:a16="http://schemas.microsoft.com/office/drawing/2014/main" id="{07D19706-DD8C-4838-B763-F60502B97B2E}"/>
              </a:ext>
            </a:extLst>
          </p:cNvPr>
          <p:cNvSpPr>
            <a:spLocks noGrp="1"/>
          </p:cNvSpPr>
          <p:nvPr/>
        </p:nvSpPr>
        <p:spPr>
          <a:xfrm>
            <a:off x="1912548" y="34996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Cryo_13340">
            <a:extLst>
              <a:ext uri="{FF2B5EF4-FFF2-40B4-BE49-F238E27FC236}">
                <a16:creationId xmlns:a16="http://schemas.microsoft.com/office/drawing/2014/main" id="{C42724F3-2CF1-4712-8EB2-F9954B4C2B92}"/>
              </a:ext>
            </a:extLst>
          </p:cNvPr>
          <p:cNvSpPr>
            <a:spLocks noGrp="1"/>
          </p:cNvSpPr>
          <p:nvPr/>
        </p:nvSpPr>
        <p:spPr>
          <a:xfrm>
            <a:off x="2010778" y="45574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Cryo_13341">
            <a:extLst>
              <a:ext uri="{FF2B5EF4-FFF2-40B4-BE49-F238E27FC236}">
                <a16:creationId xmlns:a16="http://schemas.microsoft.com/office/drawing/2014/main" id="{88985762-7D90-4B8F-97D1-D510C79B9EA0}"/>
              </a:ext>
            </a:extLst>
          </p:cNvPr>
          <p:cNvSpPr>
            <a:spLocks noGrp="1"/>
          </p:cNvSpPr>
          <p:nvPr/>
        </p:nvSpPr>
        <p:spPr>
          <a:xfrm>
            <a:off x="1951340" y="4915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Cryo_13342">
            <a:extLst>
              <a:ext uri="{FF2B5EF4-FFF2-40B4-BE49-F238E27FC236}">
                <a16:creationId xmlns:a16="http://schemas.microsoft.com/office/drawing/2014/main" id="{69DD0DF8-A1D1-4BE3-8114-F7EB143800A5}"/>
              </a:ext>
            </a:extLst>
          </p:cNvPr>
          <p:cNvSpPr>
            <a:spLocks noGrp="1"/>
          </p:cNvSpPr>
          <p:nvPr/>
        </p:nvSpPr>
        <p:spPr>
          <a:xfrm>
            <a:off x="1853089" y="3708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Cryo_13343">
            <a:extLst>
              <a:ext uri="{FF2B5EF4-FFF2-40B4-BE49-F238E27FC236}">
                <a16:creationId xmlns:a16="http://schemas.microsoft.com/office/drawing/2014/main" id="{8511DE92-8B6A-4BCD-A2EB-A4D693E30962}"/>
              </a:ext>
            </a:extLst>
          </p:cNvPr>
          <p:cNvSpPr>
            <a:spLocks noGrp="1"/>
          </p:cNvSpPr>
          <p:nvPr/>
        </p:nvSpPr>
        <p:spPr>
          <a:xfrm>
            <a:off x="1835551" y="50188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Cryo_13344">
            <a:extLst>
              <a:ext uri="{FF2B5EF4-FFF2-40B4-BE49-F238E27FC236}">
                <a16:creationId xmlns:a16="http://schemas.microsoft.com/office/drawing/2014/main" id="{304400A3-C63D-4FE2-9C6F-73173E0BD103}"/>
              </a:ext>
            </a:extLst>
          </p:cNvPr>
          <p:cNvSpPr>
            <a:spLocks noGrp="1"/>
          </p:cNvSpPr>
          <p:nvPr/>
        </p:nvSpPr>
        <p:spPr>
          <a:xfrm>
            <a:off x="1879423" y="60664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Cryo_13345">
            <a:extLst>
              <a:ext uri="{FF2B5EF4-FFF2-40B4-BE49-F238E27FC236}">
                <a16:creationId xmlns:a16="http://schemas.microsoft.com/office/drawing/2014/main" id="{1A022806-E95A-4868-BC1D-B1A31E2A680F}"/>
              </a:ext>
            </a:extLst>
          </p:cNvPr>
          <p:cNvSpPr>
            <a:spLocks noGrp="1"/>
          </p:cNvSpPr>
          <p:nvPr/>
        </p:nvSpPr>
        <p:spPr>
          <a:xfrm>
            <a:off x="1849424" y="5000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Cryo_13346">
            <a:extLst>
              <a:ext uri="{FF2B5EF4-FFF2-40B4-BE49-F238E27FC236}">
                <a16:creationId xmlns:a16="http://schemas.microsoft.com/office/drawing/2014/main" id="{AC6372F7-ECA8-47A4-823B-26E2128B1CB2}"/>
              </a:ext>
            </a:extLst>
          </p:cNvPr>
          <p:cNvSpPr>
            <a:spLocks noGrp="1"/>
          </p:cNvSpPr>
          <p:nvPr/>
        </p:nvSpPr>
        <p:spPr>
          <a:xfrm>
            <a:off x="1856279" y="59336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Cryo_13347">
            <a:extLst>
              <a:ext uri="{FF2B5EF4-FFF2-40B4-BE49-F238E27FC236}">
                <a16:creationId xmlns:a16="http://schemas.microsoft.com/office/drawing/2014/main" id="{136F7FBF-1D29-44CA-8FCD-068E0C040427}"/>
              </a:ext>
            </a:extLst>
          </p:cNvPr>
          <p:cNvSpPr>
            <a:spLocks noGrp="1"/>
          </p:cNvSpPr>
          <p:nvPr/>
        </p:nvSpPr>
        <p:spPr>
          <a:xfrm>
            <a:off x="1910823" y="46257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Cryo_13348">
            <a:extLst>
              <a:ext uri="{FF2B5EF4-FFF2-40B4-BE49-F238E27FC236}">
                <a16:creationId xmlns:a16="http://schemas.microsoft.com/office/drawing/2014/main" id="{BA36DB4D-F3EB-43B5-81D2-FFB44D9A78AE}"/>
              </a:ext>
            </a:extLst>
          </p:cNvPr>
          <p:cNvSpPr>
            <a:spLocks noGrp="1"/>
          </p:cNvSpPr>
          <p:nvPr/>
        </p:nvSpPr>
        <p:spPr>
          <a:xfrm>
            <a:off x="35513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Cryo_13349">
            <a:extLst>
              <a:ext uri="{FF2B5EF4-FFF2-40B4-BE49-F238E27FC236}">
                <a16:creationId xmlns:a16="http://schemas.microsoft.com/office/drawing/2014/main" id="{57223A5A-23C6-46A4-A0FF-B33775CF846D}"/>
              </a:ext>
            </a:extLst>
          </p:cNvPr>
          <p:cNvSpPr>
            <a:spLocks noGrp="1"/>
          </p:cNvSpPr>
          <p:nvPr/>
        </p:nvSpPr>
        <p:spPr>
          <a:xfrm>
            <a:off x="349080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Cryo_13350">
            <a:extLst>
              <a:ext uri="{FF2B5EF4-FFF2-40B4-BE49-F238E27FC236}">
                <a16:creationId xmlns:a16="http://schemas.microsoft.com/office/drawing/2014/main" id="{3AD0A2EA-7B05-46EF-9E97-E7811ECC1D4D}"/>
              </a:ext>
            </a:extLst>
          </p:cNvPr>
          <p:cNvSpPr>
            <a:spLocks noGrp="1"/>
          </p:cNvSpPr>
          <p:nvPr/>
        </p:nvSpPr>
        <p:spPr>
          <a:xfrm>
            <a:off x="34556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Cryo_13351">
            <a:extLst>
              <a:ext uri="{FF2B5EF4-FFF2-40B4-BE49-F238E27FC236}">
                <a16:creationId xmlns:a16="http://schemas.microsoft.com/office/drawing/2014/main" id="{E185D6D8-F374-41D1-BFE0-437091122C37}"/>
              </a:ext>
            </a:extLst>
          </p:cNvPr>
          <p:cNvSpPr>
            <a:spLocks noGrp="1"/>
          </p:cNvSpPr>
          <p:nvPr/>
        </p:nvSpPr>
        <p:spPr>
          <a:xfrm>
            <a:off x="352769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Cryo_13352">
            <a:extLst>
              <a:ext uri="{FF2B5EF4-FFF2-40B4-BE49-F238E27FC236}">
                <a16:creationId xmlns:a16="http://schemas.microsoft.com/office/drawing/2014/main" id="{CF9134FF-C4C7-4030-AC28-4F2FF8A85BAC}"/>
              </a:ext>
            </a:extLst>
          </p:cNvPr>
          <p:cNvSpPr>
            <a:spLocks noGrp="1"/>
          </p:cNvSpPr>
          <p:nvPr/>
        </p:nvSpPr>
        <p:spPr>
          <a:xfrm>
            <a:off x="350716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Cryo_13353">
            <a:extLst>
              <a:ext uri="{FF2B5EF4-FFF2-40B4-BE49-F238E27FC236}">
                <a16:creationId xmlns:a16="http://schemas.microsoft.com/office/drawing/2014/main" id="{9620DFD7-F161-4537-8AF5-28F07B3E631C}"/>
              </a:ext>
            </a:extLst>
          </p:cNvPr>
          <p:cNvSpPr>
            <a:spLocks noGrp="1"/>
          </p:cNvSpPr>
          <p:nvPr/>
        </p:nvSpPr>
        <p:spPr>
          <a:xfrm>
            <a:off x="35418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Cryo_13354">
            <a:extLst>
              <a:ext uri="{FF2B5EF4-FFF2-40B4-BE49-F238E27FC236}">
                <a16:creationId xmlns:a16="http://schemas.microsoft.com/office/drawing/2014/main" id="{FBEBBA46-EB8F-4A9D-89C7-00A34E41725D}"/>
              </a:ext>
            </a:extLst>
          </p:cNvPr>
          <p:cNvSpPr>
            <a:spLocks noGrp="1"/>
          </p:cNvSpPr>
          <p:nvPr/>
        </p:nvSpPr>
        <p:spPr>
          <a:xfrm>
            <a:off x="3591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Cryo_13355">
            <a:extLst>
              <a:ext uri="{FF2B5EF4-FFF2-40B4-BE49-F238E27FC236}">
                <a16:creationId xmlns:a16="http://schemas.microsoft.com/office/drawing/2014/main" id="{07513966-845A-43DA-BDE8-2A2B1FB0E2BA}"/>
              </a:ext>
            </a:extLst>
          </p:cNvPr>
          <p:cNvSpPr>
            <a:spLocks noGrp="1"/>
          </p:cNvSpPr>
          <p:nvPr/>
        </p:nvSpPr>
        <p:spPr>
          <a:xfrm>
            <a:off x="336273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Cryo_13356">
            <a:extLst>
              <a:ext uri="{FF2B5EF4-FFF2-40B4-BE49-F238E27FC236}">
                <a16:creationId xmlns:a16="http://schemas.microsoft.com/office/drawing/2014/main" id="{93F67726-CA7A-483B-B6BF-CCEB043860C8}"/>
              </a:ext>
            </a:extLst>
          </p:cNvPr>
          <p:cNvSpPr>
            <a:spLocks noGrp="1"/>
          </p:cNvSpPr>
          <p:nvPr/>
        </p:nvSpPr>
        <p:spPr>
          <a:xfrm>
            <a:off x="3584119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Cryo_13357">
            <a:extLst>
              <a:ext uri="{FF2B5EF4-FFF2-40B4-BE49-F238E27FC236}">
                <a16:creationId xmlns:a16="http://schemas.microsoft.com/office/drawing/2014/main" id="{A31EFAC0-0C1C-4E4C-934C-0336E8B69537}"/>
              </a:ext>
            </a:extLst>
          </p:cNvPr>
          <p:cNvSpPr>
            <a:spLocks noGrp="1"/>
          </p:cNvSpPr>
          <p:nvPr/>
        </p:nvSpPr>
        <p:spPr>
          <a:xfrm>
            <a:off x="351141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Cryo_13358">
            <a:extLst>
              <a:ext uri="{FF2B5EF4-FFF2-40B4-BE49-F238E27FC236}">
                <a16:creationId xmlns:a16="http://schemas.microsoft.com/office/drawing/2014/main" id="{C8679F0E-28EB-4CDB-93B8-DBE0786EC110}"/>
              </a:ext>
            </a:extLst>
          </p:cNvPr>
          <p:cNvSpPr>
            <a:spLocks noGrp="1"/>
          </p:cNvSpPr>
          <p:nvPr/>
        </p:nvSpPr>
        <p:spPr>
          <a:xfrm>
            <a:off x="3463414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Cryo_13359">
            <a:extLst>
              <a:ext uri="{FF2B5EF4-FFF2-40B4-BE49-F238E27FC236}">
                <a16:creationId xmlns:a16="http://schemas.microsoft.com/office/drawing/2014/main" id="{81DBAD62-F4B9-430B-8297-A99E2A93A241}"/>
              </a:ext>
            </a:extLst>
          </p:cNvPr>
          <p:cNvSpPr>
            <a:spLocks noGrp="1"/>
          </p:cNvSpPr>
          <p:nvPr/>
        </p:nvSpPr>
        <p:spPr>
          <a:xfrm>
            <a:off x="3568837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Cryo_13360">
            <a:extLst>
              <a:ext uri="{FF2B5EF4-FFF2-40B4-BE49-F238E27FC236}">
                <a16:creationId xmlns:a16="http://schemas.microsoft.com/office/drawing/2014/main" id="{099B5B70-9BBB-40CC-92D3-93D831B5FB87}"/>
              </a:ext>
            </a:extLst>
          </p:cNvPr>
          <p:cNvSpPr>
            <a:spLocks noGrp="1"/>
          </p:cNvSpPr>
          <p:nvPr/>
        </p:nvSpPr>
        <p:spPr>
          <a:xfrm>
            <a:off x="349132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Cryo_13361">
            <a:extLst>
              <a:ext uri="{FF2B5EF4-FFF2-40B4-BE49-F238E27FC236}">
                <a16:creationId xmlns:a16="http://schemas.microsoft.com/office/drawing/2014/main" id="{3CE83976-500D-4FBF-B507-B2B254D814DC}"/>
              </a:ext>
            </a:extLst>
          </p:cNvPr>
          <p:cNvSpPr>
            <a:spLocks noGrp="1"/>
          </p:cNvSpPr>
          <p:nvPr/>
        </p:nvSpPr>
        <p:spPr>
          <a:xfrm>
            <a:off x="33840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Cryo_13362">
            <a:extLst>
              <a:ext uri="{FF2B5EF4-FFF2-40B4-BE49-F238E27FC236}">
                <a16:creationId xmlns:a16="http://schemas.microsoft.com/office/drawing/2014/main" id="{9EB87C9D-3A37-4A38-A149-E331E636CFF8}"/>
              </a:ext>
            </a:extLst>
          </p:cNvPr>
          <p:cNvSpPr>
            <a:spLocks noGrp="1"/>
          </p:cNvSpPr>
          <p:nvPr/>
        </p:nvSpPr>
        <p:spPr>
          <a:xfrm>
            <a:off x="34666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Cryo_13363">
            <a:extLst>
              <a:ext uri="{FF2B5EF4-FFF2-40B4-BE49-F238E27FC236}">
                <a16:creationId xmlns:a16="http://schemas.microsoft.com/office/drawing/2014/main" id="{8DDB0235-DEB2-404A-B19E-4781AED16749}"/>
              </a:ext>
            </a:extLst>
          </p:cNvPr>
          <p:cNvSpPr>
            <a:spLocks noGrp="1"/>
          </p:cNvSpPr>
          <p:nvPr/>
        </p:nvSpPr>
        <p:spPr>
          <a:xfrm>
            <a:off x="342940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Cryo_13364">
            <a:extLst>
              <a:ext uri="{FF2B5EF4-FFF2-40B4-BE49-F238E27FC236}">
                <a16:creationId xmlns:a16="http://schemas.microsoft.com/office/drawing/2014/main" id="{86916FB5-50C9-4D8E-983D-CD7CB44097CC}"/>
              </a:ext>
            </a:extLst>
          </p:cNvPr>
          <p:cNvSpPr>
            <a:spLocks noGrp="1"/>
          </p:cNvSpPr>
          <p:nvPr/>
        </p:nvSpPr>
        <p:spPr>
          <a:xfrm>
            <a:off x="355891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Cryo_13365">
            <a:extLst>
              <a:ext uri="{FF2B5EF4-FFF2-40B4-BE49-F238E27FC236}">
                <a16:creationId xmlns:a16="http://schemas.microsoft.com/office/drawing/2014/main" id="{FAD5D4EA-025B-4CFE-BF1B-230C3ADDE1CC}"/>
              </a:ext>
            </a:extLst>
          </p:cNvPr>
          <p:cNvSpPr>
            <a:spLocks noGrp="1"/>
          </p:cNvSpPr>
          <p:nvPr/>
        </p:nvSpPr>
        <p:spPr>
          <a:xfrm>
            <a:off x="3531949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Cryo_13366">
            <a:extLst>
              <a:ext uri="{FF2B5EF4-FFF2-40B4-BE49-F238E27FC236}">
                <a16:creationId xmlns:a16="http://schemas.microsoft.com/office/drawing/2014/main" id="{5863ECE8-00B5-457C-AA17-1D775004287A}"/>
              </a:ext>
            </a:extLst>
          </p:cNvPr>
          <p:cNvSpPr>
            <a:spLocks noGrp="1"/>
          </p:cNvSpPr>
          <p:nvPr/>
        </p:nvSpPr>
        <p:spPr>
          <a:xfrm>
            <a:off x="3384156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Cryo_13367">
            <a:extLst>
              <a:ext uri="{FF2B5EF4-FFF2-40B4-BE49-F238E27FC236}">
                <a16:creationId xmlns:a16="http://schemas.microsoft.com/office/drawing/2014/main" id="{33B2A12E-0363-4D60-A573-FF4203375211}"/>
              </a:ext>
            </a:extLst>
          </p:cNvPr>
          <p:cNvSpPr>
            <a:spLocks noGrp="1"/>
          </p:cNvSpPr>
          <p:nvPr/>
        </p:nvSpPr>
        <p:spPr>
          <a:xfrm>
            <a:off x="3424800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Cryo_13368">
            <a:extLst>
              <a:ext uri="{FF2B5EF4-FFF2-40B4-BE49-F238E27FC236}">
                <a16:creationId xmlns:a16="http://schemas.microsoft.com/office/drawing/2014/main" id="{93B50FDE-4B2F-49B7-A433-6F41D60C7075}"/>
              </a:ext>
            </a:extLst>
          </p:cNvPr>
          <p:cNvSpPr>
            <a:spLocks noGrp="1"/>
          </p:cNvSpPr>
          <p:nvPr/>
        </p:nvSpPr>
        <p:spPr>
          <a:xfrm>
            <a:off x="349611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Cryo_13369">
            <a:extLst>
              <a:ext uri="{FF2B5EF4-FFF2-40B4-BE49-F238E27FC236}">
                <a16:creationId xmlns:a16="http://schemas.microsoft.com/office/drawing/2014/main" id="{AE83090C-9BA8-47B6-A149-F7C7A53D47CE}"/>
              </a:ext>
            </a:extLst>
          </p:cNvPr>
          <p:cNvSpPr>
            <a:spLocks noGrp="1"/>
          </p:cNvSpPr>
          <p:nvPr/>
        </p:nvSpPr>
        <p:spPr>
          <a:xfrm>
            <a:off x="3359254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Cryo_13370">
            <a:extLst>
              <a:ext uri="{FF2B5EF4-FFF2-40B4-BE49-F238E27FC236}">
                <a16:creationId xmlns:a16="http://schemas.microsoft.com/office/drawing/2014/main" id="{5C391D18-ABE0-4F54-8534-172B2F9ED3D1}"/>
              </a:ext>
            </a:extLst>
          </p:cNvPr>
          <p:cNvSpPr>
            <a:spLocks noGrp="1"/>
          </p:cNvSpPr>
          <p:nvPr/>
        </p:nvSpPr>
        <p:spPr>
          <a:xfrm>
            <a:off x="3462100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Cryo_13371">
            <a:extLst>
              <a:ext uri="{FF2B5EF4-FFF2-40B4-BE49-F238E27FC236}">
                <a16:creationId xmlns:a16="http://schemas.microsoft.com/office/drawing/2014/main" id="{6EE55527-2E86-435A-ACC9-4FC48345A966}"/>
              </a:ext>
            </a:extLst>
          </p:cNvPr>
          <p:cNvSpPr>
            <a:spLocks noGrp="1"/>
          </p:cNvSpPr>
          <p:nvPr/>
        </p:nvSpPr>
        <p:spPr>
          <a:xfrm>
            <a:off x="3405473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Cryo_13372">
            <a:extLst>
              <a:ext uri="{FF2B5EF4-FFF2-40B4-BE49-F238E27FC236}">
                <a16:creationId xmlns:a16="http://schemas.microsoft.com/office/drawing/2014/main" id="{E0D4A855-F0BB-4D7E-ABFE-066E4A5B106A}"/>
              </a:ext>
            </a:extLst>
          </p:cNvPr>
          <p:cNvSpPr>
            <a:spLocks noGrp="1"/>
          </p:cNvSpPr>
          <p:nvPr/>
        </p:nvSpPr>
        <p:spPr>
          <a:xfrm>
            <a:off x="343539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Cryo_13373">
            <a:extLst>
              <a:ext uri="{FF2B5EF4-FFF2-40B4-BE49-F238E27FC236}">
                <a16:creationId xmlns:a16="http://schemas.microsoft.com/office/drawing/2014/main" id="{51C9E085-9B67-4D5D-8EE0-351BB6BBE312}"/>
              </a:ext>
            </a:extLst>
          </p:cNvPr>
          <p:cNvSpPr>
            <a:spLocks noGrp="1"/>
          </p:cNvSpPr>
          <p:nvPr/>
        </p:nvSpPr>
        <p:spPr>
          <a:xfrm>
            <a:off x="343635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Cryo_13374">
            <a:extLst>
              <a:ext uri="{FF2B5EF4-FFF2-40B4-BE49-F238E27FC236}">
                <a16:creationId xmlns:a16="http://schemas.microsoft.com/office/drawing/2014/main" id="{E311ECCB-1B55-4B5F-BD72-295960FA7A64}"/>
              </a:ext>
            </a:extLst>
          </p:cNvPr>
          <p:cNvSpPr>
            <a:spLocks noGrp="1"/>
          </p:cNvSpPr>
          <p:nvPr/>
        </p:nvSpPr>
        <p:spPr>
          <a:xfrm>
            <a:off x="338436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Cryo_13375">
            <a:extLst>
              <a:ext uri="{FF2B5EF4-FFF2-40B4-BE49-F238E27FC236}">
                <a16:creationId xmlns:a16="http://schemas.microsoft.com/office/drawing/2014/main" id="{C2FB8FFC-5B81-4323-A661-79DE2F05AD8B}"/>
              </a:ext>
            </a:extLst>
          </p:cNvPr>
          <p:cNvSpPr>
            <a:spLocks noGrp="1"/>
          </p:cNvSpPr>
          <p:nvPr/>
        </p:nvSpPr>
        <p:spPr>
          <a:xfrm>
            <a:off x="356714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Cryo_13376">
            <a:extLst>
              <a:ext uri="{FF2B5EF4-FFF2-40B4-BE49-F238E27FC236}">
                <a16:creationId xmlns:a16="http://schemas.microsoft.com/office/drawing/2014/main" id="{EB711E9B-B469-43DD-881A-8333AB7FE934}"/>
              </a:ext>
            </a:extLst>
          </p:cNvPr>
          <p:cNvSpPr>
            <a:spLocks noGrp="1"/>
          </p:cNvSpPr>
          <p:nvPr/>
        </p:nvSpPr>
        <p:spPr>
          <a:xfrm>
            <a:off x="338467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Cryo_13377">
            <a:extLst>
              <a:ext uri="{FF2B5EF4-FFF2-40B4-BE49-F238E27FC236}">
                <a16:creationId xmlns:a16="http://schemas.microsoft.com/office/drawing/2014/main" id="{742C1A76-D90F-42EF-8E70-5D17F994ADEF}"/>
              </a:ext>
            </a:extLst>
          </p:cNvPr>
          <p:cNvSpPr>
            <a:spLocks noGrp="1"/>
          </p:cNvSpPr>
          <p:nvPr/>
        </p:nvSpPr>
        <p:spPr>
          <a:xfrm>
            <a:off x="33617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Cryo_13378">
            <a:extLst>
              <a:ext uri="{FF2B5EF4-FFF2-40B4-BE49-F238E27FC236}">
                <a16:creationId xmlns:a16="http://schemas.microsoft.com/office/drawing/2014/main" id="{841E3DD5-81F3-46F9-8805-79B9852A920C}"/>
              </a:ext>
            </a:extLst>
          </p:cNvPr>
          <p:cNvSpPr>
            <a:spLocks noGrp="1"/>
          </p:cNvSpPr>
          <p:nvPr/>
        </p:nvSpPr>
        <p:spPr>
          <a:xfrm>
            <a:off x="334415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Cryo_13379">
            <a:extLst>
              <a:ext uri="{FF2B5EF4-FFF2-40B4-BE49-F238E27FC236}">
                <a16:creationId xmlns:a16="http://schemas.microsoft.com/office/drawing/2014/main" id="{B5E723DC-9378-4F33-8E4A-7204CC23696E}"/>
              </a:ext>
            </a:extLst>
          </p:cNvPr>
          <p:cNvSpPr>
            <a:spLocks noGrp="1"/>
          </p:cNvSpPr>
          <p:nvPr/>
        </p:nvSpPr>
        <p:spPr>
          <a:xfrm>
            <a:off x="3406476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Cryo_13380">
            <a:extLst>
              <a:ext uri="{FF2B5EF4-FFF2-40B4-BE49-F238E27FC236}">
                <a16:creationId xmlns:a16="http://schemas.microsoft.com/office/drawing/2014/main" id="{414A5358-9D10-4DCB-AE86-FD6CFBDCFF4D}"/>
              </a:ext>
            </a:extLst>
          </p:cNvPr>
          <p:cNvSpPr>
            <a:spLocks noGrp="1"/>
          </p:cNvSpPr>
          <p:nvPr/>
        </p:nvSpPr>
        <p:spPr>
          <a:xfrm>
            <a:off x="35119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Cryo_13381">
            <a:extLst>
              <a:ext uri="{FF2B5EF4-FFF2-40B4-BE49-F238E27FC236}">
                <a16:creationId xmlns:a16="http://schemas.microsoft.com/office/drawing/2014/main" id="{D58618CC-A955-4806-AE58-494237DA1E96}"/>
              </a:ext>
            </a:extLst>
          </p:cNvPr>
          <p:cNvSpPr>
            <a:spLocks noGrp="1"/>
          </p:cNvSpPr>
          <p:nvPr/>
        </p:nvSpPr>
        <p:spPr>
          <a:xfrm>
            <a:off x="3356791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Cryo_13382">
            <a:extLst>
              <a:ext uri="{FF2B5EF4-FFF2-40B4-BE49-F238E27FC236}">
                <a16:creationId xmlns:a16="http://schemas.microsoft.com/office/drawing/2014/main" id="{3DD42709-A1DB-47F3-941C-4D188B140943}"/>
              </a:ext>
            </a:extLst>
          </p:cNvPr>
          <p:cNvSpPr>
            <a:spLocks noGrp="1"/>
          </p:cNvSpPr>
          <p:nvPr/>
        </p:nvSpPr>
        <p:spPr>
          <a:xfrm>
            <a:off x="339118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Cryo_13383">
            <a:extLst>
              <a:ext uri="{FF2B5EF4-FFF2-40B4-BE49-F238E27FC236}">
                <a16:creationId xmlns:a16="http://schemas.microsoft.com/office/drawing/2014/main" id="{E61E23BE-7EDD-4DEF-BB7C-91AEF4A39A2F}"/>
              </a:ext>
            </a:extLst>
          </p:cNvPr>
          <p:cNvSpPr>
            <a:spLocks noGrp="1"/>
          </p:cNvSpPr>
          <p:nvPr/>
        </p:nvSpPr>
        <p:spPr>
          <a:xfrm>
            <a:off x="35333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Cryo_13384">
            <a:extLst>
              <a:ext uri="{FF2B5EF4-FFF2-40B4-BE49-F238E27FC236}">
                <a16:creationId xmlns:a16="http://schemas.microsoft.com/office/drawing/2014/main" id="{3B6AF092-F466-46A5-BF0A-7E613FFFDD53}"/>
              </a:ext>
            </a:extLst>
          </p:cNvPr>
          <p:cNvSpPr>
            <a:spLocks noGrp="1"/>
          </p:cNvSpPr>
          <p:nvPr/>
        </p:nvSpPr>
        <p:spPr>
          <a:xfrm>
            <a:off x="343215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Cryo_13385">
            <a:extLst>
              <a:ext uri="{FF2B5EF4-FFF2-40B4-BE49-F238E27FC236}">
                <a16:creationId xmlns:a16="http://schemas.microsoft.com/office/drawing/2014/main" id="{34C415FB-0FD8-4EEF-903B-C8BC862ABAAF}"/>
              </a:ext>
            </a:extLst>
          </p:cNvPr>
          <p:cNvSpPr>
            <a:spLocks noGrp="1"/>
          </p:cNvSpPr>
          <p:nvPr/>
        </p:nvSpPr>
        <p:spPr>
          <a:xfrm>
            <a:off x="341584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Cryo_13386">
            <a:extLst>
              <a:ext uri="{FF2B5EF4-FFF2-40B4-BE49-F238E27FC236}">
                <a16:creationId xmlns:a16="http://schemas.microsoft.com/office/drawing/2014/main" id="{C0DC32C5-4FB6-4900-BECE-4665F8E8BB3D}"/>
              </a:ext>
            </a:extLst>
          </p:cNvPr>
          <p:cNvSpPr>
            <a:spLocks noGrp="1"/>
          </p:cNvSpPr>
          <p:nvPr/>
        </p:nvSpPr>
        <p:spPr>
          <a:xfrm>
            <a:off x="33880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Cryo_13387">
            <a:extLst>
              <a:ext uri="{FF2B5EF4-FFF2-40B4-BE49-F238E27FC236}">
                <a16:creationId xmlns:a16="http://schemas.microsoft.com/office/drawing/2014/main" id="{6B3B20A3-D79F-409B-9081-0F441E6D9B13}"/>
              </a:ext>
            </a:extLst>
          </p:cNvPr>
          <p:cNvSpPr>
            <a:spLocks noGrp="1"/>
          </p:cNvSpPr>
          <p:nvPr/>
        </p:nvSpPr>
        <p:spPr>
          <a:xfrm>
            <a:off x="35420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Cryo_13388">
            <a:extLst>
              <a:ext uri="{FF2B5EF4-FFF2-40B4-BE49-F238E27FC236}">
                <a16:creationId xmlns:a16="http://schemas.microsoft.com/office/drawing/2014/main" id="{D28D558A-58CB-4089-8288-B7B1D4C18ED5}"/>
              </a:ext>
            </a:extLst>
          </p:cNvPr>
          <p:cNvSpPr>
            <a:spLocks noGrp="1"/>
          </p:cNvSpPr>
          <p:nvPr/>
        </p:nvSpPr>
        <p:spPr>
          <a:xfrm>
            <a:off x="3464667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Cryo_13389">
            <a:extLst>
              <a:ext uri="{FF2B5EF4-FFF2-40B4-BE49-F238E27FC236}">
                <a16:creationId xmlns:a16="http://schemas.microsoft.com/office/drawing/2014/main" id="{41D3CEA7-81DE-4C24-81C9-2BDBFB1A2293}"/>
              </a:ext>
            </a:extLst>
          </p:cNvPr>
          <p:cNvSpPr>
            <a:spLocks noGrp="1"/>
          </p:cNvSpPr>
          <p:nvPr/>
        </p:nvSpPr>
        <p:spPr>
          <a:xfrm>
            <a:off x="350573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Cryo_13390">
            <a:extLst>
              <a:ext uri="{FF2B5EF4-FFF2-40B4-BE49-F238E27FC236}">
                <a16:creationId xmlns:a16="http://schemas.microsoft.com/office/drawing/2014/main" id="{6FE03978-7036-4C22-9727-79C88871CF3E}"/>
              </a:ext>
            </a:extLst>
          </p:cNvPr>
          <p:cNvSpPr>
            <a:spLocks noGrp="1"/>
          </p:cNvSpPr>
          <p:nvPr/>
        </p:nvSpPr>
        <p:spPr>
          <a:xfrm>
            <a:off x="342630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Cryo_13391">
            <a:extLst>
              <a:ext uri="{FF2B5EF4-FFF2-40B4-BE49-F238E27FC236}">
                <a16:creationId xmlns:a16="http://schemas.microsoft.com/office/drawing/2014/main" id="{AF1CCB30-9313-4D34-86CD-F85304C15919}"/>
              </a:ext>
            </a:extLst>
          </p:cNvPr>
          <p:cNvSpPr>
            <a:spLocks noGrp="1"/>
          </p:cNvSpPr>
          <p:nvPr/>
        </p:nvSpPr>
        <p:spPr>
          <a:xfrm>
            <a:off x="3576463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Cryo_13392">
            <a:extLst>
              <a:ext uri="{FF2B5EF4-FFF2-40B4-BE49-F238E27FC236}">
                <a16:creationId xmlns:a16="http://schemas.microsoft.com/office/drawing/2014/main" id="{248A9B76-62A3-409C-A3AD-582B95CFDD4F}"/>
              </a:ext>
            </a:extLst>
          </p:cNvPr>
          <p:cNvSpPr>
            <a:spLocks noGrp="1"/>
          </p:cNvSpPr>
          <p:nvPr/>
        </p:nvSpPr>
        <p:spPr>
          <a:xfrm>
            <a:off x="35084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Cryo_13393">
            <a:extLst>
              <a:ext uri="{FF2B5EF4-FFF2-40B4-BE49-F238E27FC236}">
                <a16:creationId xmlns:a16="http://schemas.microsoft.com/office/drawing/2014/main" id="{E5B327E1-A7CD-4B35-9BDA-7B895D1486A2}"/>
              </a:ext>
            </a:extLst>
          </p:cNvPr>
          <p:cNvSpPr>
            <a:spLocks noGrp="1"/>
          </p:cNvSpPr>
          <p:nvPr/>
        </p:nvSpPr>
        <p:spPr>
          <a:xfrm>
            <a:off x="34508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Cryo_13394">
            <a:extLst>
              <a:ext uri="{FF2B5EF4-FFF2-40B4-BE49-F238E27FC236}">
                <a16:creationId xmlns:a16="http://schemas.microsoft.com/office/drawing/2014/main" id="{B6306066-4ECC-419E-9962-1137A5945FC8}"/>
              </a:ext>
            </a:extLst>
          </p:cNvPr>
          <p:cNvSpPr>
            <a:spLocks noGrp="1"/>
          </p:cNvSpPr>
          <p:nvPr/>
        </p:nvSpPr>
        <p:spPr>
          <a:xfrm>
            <a:off x="3479358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Cryo_13395">
            <a:extLst>
              <a:ext uri="{FF2B5EF4-FFF2-40B4-BE49-F238E27FC236}">
                <a16:creationId xmlns:a16="http://schemas.microsoft.com/office/drawing/2014/main" id="{B66C546B-B109-42DD-AE66-C930AE45E106}"/>
              </a:ext>
            </a:extLst>
          </p:cNvPr>
          <p:cNvSpPr>
            <a:spLocks noGrp="1"/>
          </p:cNvSpPr>
          <p:nvPr/>
        </p:nvSpPr>
        <p:spPr>
          <a:xfrm>
            <a:off x="345664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Cryo_13396">
            <a:extLst>
              <a:ext uri="{FF2B5EF4-FFF2-40B4-BE49-F238E27FC236}">
                <a16:creationId xmlns:a16="http://schemas.microsoft.com/office/drawing/2014/main" id="{14B41A9D-BB89-4859-869E-E9674B92CDA1}"/>
              </a:ext>
            </a:extLst>
          </p:cNvPr>
          <p:cNvSpPr>
            <a:spLocks noGrp="1"/>
          </p:cNvSpPr>
          <p:nvPr/>
        </p:nvSpPr>
        <p:spPr>
          <a:xfrm>
            <a:off x="3548295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Cryo_13397">
            <a:extLst>
              <a:ext uri="{FF2B5EF4-FFF2-40B4-BE49-F238E27FC236}">
                <a16:creationId xmlns:a16="http://schemas.microsoft.com/office/drawing/2014/main" id="{D9089F07-2BFA-446D-842D-4FDC95CCABF3}"/>
              </a:ext>
            </a:extLst>
          </p:cNvPr>
          <p:cNvSpPr>
            <a:spLocks noGrp="1"/>
          </p:cNvSpPr>
          <p:nvPr/>
        </p:nvSpPr>
        <p:spPr>
          <a:xfrm>
            <a:off x="347605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Cryo_13398">
            <a:extLst>
              <a:ext uri="{FF2B5EF4-FFF2-40B4-BE49-F238E27FC236}">
                <a16:creationId xmlns:a16="http://schemas.microsoft.com/office/drawing/2014/main" id="{92A966EB-F114-4B8F-9E92-7CF805470971}"/>
              </a:ext>
            </a:extLst>
          </p:cNvPr>
          <p:cNvSpPr>
            <a:spLocks noGrp="1"/>
          </p:cNvSpPr>
          <p:nvPr/>
        </p:nvSpPr>
        <p:spPr>
          <a:xfrm>
            <a:off x="3432440" y="4694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Cryo_13399">
            <a:extLst>
              <a:ext uri="{FF2B5EF4-FFF2-40B4-BE49-F238E27FC236}">
                <a16:creationId xmlns:a16="http://schemas.microsoft.com/office/drawing/2014/main" id="{1D1596B1-8F90-4078-9FB3-0E6331210A5C}"/>
              </a:ext>
            </a:extLst>
          </p:cNvPr>
          <p:cNvSpPr>
            <a:spLocks noGrp="1"/>
          </p:cNvSpPr>
          <p:nvPr/>
        </p:nvSpPr>
        <p:spPr>
          <a:xfrm>
            <a:off x="35439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Cryo_13400">
            <a:extLst>
              <a:ext uri="{FF2B5EF4-FFF2-40B4-BE49-F238E27FC236}">
                <a16:creationId xmlns:a16="http://schemas.microsoft.com/office/drawing/2014/main" id="{5C0092F4-DB4A-4B7F-8C8D-F6BCAB02D575}"/>
              </a:ext>
            </a:extLst>
          </p:cNvPr>
          <p:cNvSpPr>
            <a:spLocks noGrp="1"/>
          </p:cNvSpPr>
          <p:nvPr/>
        </p:nvSpPr>
        <p:spPr>
          <a:xfrm>
            <a:off x="3402530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Cryo_13401">
            <a:extLst>
              <a:ext uri="{FF2B5EF4-FFF2-40B4-BE49-F238E27FC236}">
                <a16:creationId xmlns:a16="http://schemas.microsoft.com/office/drawing/2014/main" id="{3CCDE2BD-AA69-4875-AFA5-78624A7BFF2E}"/>
              </a:ext>
            </a:extLst>
          </p:cNvPr>
          <p:cNvSpPr>
            <a:spLocks noGrp="1"/>
          </p:cNvSpPr>
          <p:nvPr/>
        </p:nvSpPr>
        <p:spPr>
          <a:xfrm>
            <a:off x="3403115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Cryo_13402">
            <a:extLst>
              <a:ext uri="{FF2B5EF4-FFF2-40B4-BE49-F238E27FC236}">
                <a16:creationId xmlns:a16="http://schemas.microsoft.com/office/drawing/2014/main" id="{C3878A9E-D306-47AE-B219-33A80774BE0A}"/>
              </a:ext>
            </a:extLst>
          </p:cNvPr>
          <p:cNvSpPr>
            <a:spLocks noGrp="1"/>
          </p:cNvSpPr>
          <p:nvPr/>
        </p:nvSpPr>
        <p:spPr>
          <a:xfrm>
            <a:off x="3366382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Cryo_13403">
            <a:extLst>
              <a:ext uri="{FF2B5EF4-FFF2-40B4-BE49-F238E27FC236}">
                <a16:creationId xmlns:a16="http://schemas.microsoft.com/office/drawing/2014/main" id="{15FE6E1C-B0BB-406A-B77F-B7ACCF64BA3F}"/>
              </a:ext>
            </a:extLst>
          </p:cNvPr>
          <p:cNvSpPr>
            <a:spLocks noGrp="1"/>
          </p:cNvSpPr>
          <p:nvPr/>
        </p:nvSpPr>
        <p:spPr>
          <a:xfrm>
            <a:off x="3580120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Cryo_13404">
            <a:extLst>
              <a:ext uri="{FF2B5EF4-FFF2-40B4-BE49-F238E27FC236}">
                <a16:creationId xmlns:a16="http://schemas.microsoft.com/office/drawing/2014/main" id="{D9BA6910-7BF4-416C-BF14-91BE044B40A2}"/>
              </a:ext>
            </a:extLst>
          </p:cNvPr>
          <p:cNvSpPr>
            <a:spLocks noGrp="1"/>
          </p:cNvSpPr>
          <p:nvPr/>
        </p:nvSpPr>
        <p:spPr>
          <a:xfrm>
            <a:off x="3398205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Cryo_13405">
            <a:extLst>
              <a:ext uri="{FF2B5EF4-FFF2-40B4-BE49-F238E27FC236}">
                <a16:creationId xmlns:a16="http://schemas.microsoft.com/office/drawing/2014/main" id="{6F9DB75C-AE72-432E-A5E9-CF80DC7A26F5}"/>
              </a:ext>
            </a:extLst>
          </p:cNvPr>
          <p:cNvSpPr>
            <a:spLocks noGrp="1"/>
          </p:cNvSpPr>
          <p:nvPr/>
        </p:nvSpPr>
        <p:spPr>
          <a:xfrm>
            <a:off x="34076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Cryo_13406">
            <a:extLst>
              <a:ext uri="{FF2B5EF4-FFF2-40B4-BE49-F238E27FC236}">
                <a16:creationId xmlns:a16="http://schemas.microsoft.com/office/drawing/2014/main" id="{876C2F9F-D4E5-4884-AF51-F4F43F5A8A73}"/>
              </a:ext>
            </a:extLst>
          </p:cNvPr>
          <p:cNvSpPr>
            <a:spLocks noGrp="1"/>
          </p:cNvSpPr>
          <p:nvPr/>
        </p:nvSpPr>
        <p:spPr>
          <a:xfrm>
            <a:off x="3486649" y="60016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Cryo_13407">
            <a:extLst>
              <a:ext uri="{FF2B5EF4-FFF2-40B4-BE49-F238E27FC236}">
                <a16:creationId xmlns:a16="http://schemas.microsoft.com/office/drawing/2014/main" id="{8AF7C61C-4C9C-4C6C-8255-CE5F1F05721D}"/>
              </a:ext>
            </a:extLst>
          </p:cNvPr>
          <p:cNvSpPr>
            <a:spLocks noGrp="1"/>
          </p:cNvSpPr>
          <p:nvPr/>
        </p:nvSpPr>
        <p:spPr>
          <a:xfrm>
            <a:off x="353476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Cryo_13408">
            <a:extLst>
              <a:ext uri="{FF2B5EF4-FFF2-40B4-BE49-F238E27FC236}">
                <a16:creationId xmlns:a16="http://schemas.microsoft.com/office/drawing/2014/main" id="{0ACE0AC1-442F-4EDB-BCCD-1D787BED1F74}"/>
              </a:ext>
            </a:extLst>
          </p:cNvPr>
          <p:cNvSpPr>
            <a:spLocks noGrp="1"/>
          </p:cNvSpPr>
          <p:nvPr/>
        </p:nvSpPr>
        <p:spPr>
          <a:xfrm>
            <a:off x="3404067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Cryo_13409">
            <a:extLst>
              <a:ext uri="{FF2B5EF4-FFF2-40B4-BE49-F238E27FC236}">
                <a16:creationId xmlns:a16="http://schemas.microsoft.com/office/drawing/2014/main" id="{48A49629-B9D2-47B2-8E36-75EBA87D5D78}"/>
              </a:ext>
            </a:extLst>
          </p:cNvPr>
          <p:cNvSpPr>
            <a:spLocks noGrp="1"/>
          </p:cNvSpPr>
          <p:nvPr/>
        </p:nvSpPr>
        <p:spPr>
          <a:xfrm>
            <a:off x="34469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Cryo_13410">
            <a:extLst>
              <a:ext uri="{FF2B5EF4-FFF2-40B4-BE49-F238E27FC236}">
                <a16:creationId xmlns:a16="http://schemas.microsoft.com/office/drawing/2014/main" id="{C7D0BA53-9150-4F79-ACCE-87CA53C49AE4}"/>
              </a:ext>
            </a:extLst>
          </p:cNvPr>
          <p:cNvSpPr>
            <a:spLocks noGrp="1"/>
          </p:cNvSpPr>
          <p:nvPr/>
        </p:nvSpPr>
        <p:spPr>
          <a:xfrm>
            <a:off x="33751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Cryo_13411">
            <a:extLst>
              <a:ext uri="{FF2B5EF4-FFF2-40B4-BE49-F238E27FC236}">
                <a16:creationId xmlns:a16="http://schemas.microsoft.com/office/drawing/2014/main" id="{3A1C86EE-055B-4A81-B5F2-5DFC08D969E5}"/>
              </a:ext>
            </a:extLst>
          </p:cNvPr>
          <p:cNvSpPr>
            <a:spLocks noGrp="1"/>
          </p:cNvSpPr>
          <p:nvPr/>
        </p:nvSpPr>
        <p:spPr>
          <a:xfrm>
            <a:off x="355204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Cryo_13412">
            <a:extLst>
              <a:ext uri="{FF2B5EF4-FFF2-40B4-BE49-F238E27FC236}">
                <a16:creationId xmlns:a16="http://schemas.microsoft.com/office/drawing/2014/main" id="{812539CE-DD60-4F9E-A593-F0516BD86F2F}"/>
              </a:ext>
            </a:extLst>
          </p:cNvPr>
          <p:cNvSpPr>
            <a:spLocks noGrp="1"/>
          </p:cNvSpPr>
          <p:nvPr/>
        </p:nvSpPr>
        <p:spPr>
          <a:xfrm>
            <a:off x="350282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Cryo_13413">
            <a:extLst>
              <a:ext uri="{FF2B5EF4-FFF2-40B4-BE49-F238E27FC236}">
                <a16:creationId xmlns:a16="http://schemas.microsoft.com/office/drawing/2014/main" id="{7AFB83A4-0E49-4455-B5A6-533A3E22254E}"/>
              </a:ext>
            </a:extLst>
          </p:cNvPr>
          <p:cNvSpPr>
            <a:spLocks noGrp="1"/>
          </p:cNvSpPr>
          <p:nvPr/>
        </p:nvSpPr>
        <p:spPr>
          <a:xfrm>
            <a:off x="3432045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Cryo_13414">
            <a:extLst>
              <a:ext uri="{FF2B5EF4-FFF2-40B4-BE49-F238E27FC236}">
                <a16:creationId xmlns:a16="http://schemas.microsoft.com/office/drawing/2014/main" id="{6B201AF4-7E06-4A2D-8184-64E565769DF3}"/>
              </a:ext>
            </a:extLst>
          </p:cNvPr>
          <p:cNvSpPr>
            <a:spLocks noGrp="1"/>
          </p:cNvSpPr>
          <p:nvPr/>
        </p:nvSpPr>
        <p:spPr>
          <a:xfrm>
            <a:off x="3496225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Cryo_13415">
            <a:extLst>
              <a:ext uri="{FF2B5EF4-FFF2-40B4-BE49-F238E27FC236}">
                <a16:creationId xmlns:a16="http://schemas.microsoft.com/office/drawing/2014/main" id="{E2A9663C-1BF1-400A-9189-5271A00FD6F4}"/>
              </a:ext>
            </a:extLst>
          </p:cNvPr>
          <p:cNvSpPr>
            <a:spLocks noGrp="1"/>
          </p:cNvSpPr>
          <p:nvPr/>
        </p:nvSpPr>
        <p:spPr>
          <a:xfrm>
            <a:off x="33516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Cryo_13416">
            <a:extLst>
              <a:ext uri="{FF2B5EF4-FFF2-40B4-BE49-F238E27FC236}">
                <a16:creationId xmlns:a16="http://schemas.microsoft.com/office/drawing/2014/main" id="{FED6D0B1-916A-4EAB-8912-7F65FAFA762B}"/>
              </a:ext>
            </a:extLst>
          </p:cNvPr>
          <p:cNvSpPr>
            <a:spLocks noGrp="1"/>
          </p:cNvSpPr>
          <p:nvPr/>
        </p:nvSpPr>
        <p:spPr>
          <a:xfrm>
            <a:off x="35109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Cryo_13417">
            <a:extLst>
              <a:ext uri="{FF2B5EF4-FFF2-40B4-BE49-F238E27FC236}">
                <a16:creationId xmlns:a16="http://schemas.microsoft.com/office/drawing/2014/main" id="{42E3C901-298C-49AE-8DE5-602E6D47A473}"/>
              </a:ext>
            </a:extLst>
          </p:cNvPr>
          <p:cNvSpPr>
            <a:spLocks noGrp="1"/>
          </p:cNvSpPr>
          <p:nvPr/>
        </p:nvSpPr>
        <p:spPr>
          <a:xfrm>
            <a:off x="3517492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Cryo_13418">
            <a:extLst>
              <a:ext uri="{FF2B5EF4-FFF2-40B4-BE49-F238E27FC236}">
                <a16:creationId xmlns:a16="http://schemas.microsoft.com/office/drawing/2014/main" id="{A97BF320-7A2C-48F8-9EF5-280DC7A07B94}"/>
              </a:ext>
            </a:extLst>
          </p:cNvPr>
          <p:cNvSpPr>
            <a:spLocks noGrp="1"/>
          </p:cNvSpPr>
          <p:nvPr/>
        </p:nvSpPr>
        <p:spPr>
          <a:xfrm>
            <a:off x="358755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Cryo_13419">
            <a:extLst>
              <a:ext uri="{FF2B5EF4-FFF2-40B4-BE49-F238E27FC236}">
                <a16:creationId xmlns:a16="http://schemas.microsoft.com/office/drawing/2014/main" id="{4D70B460-FEAF-4302-963E-9301342009A1}"/>
              </a:ext>
            </a:extLst>
          </p:cNvPr>
          <p:cNvSpPr>
            <a:spLocks noGrp="1"/>
          </p:cNvSpPr>
          <p:nvPr/>
        </p:nvSpPr>
        <p:spPr>
          <a:xfrm>
            <a:off x="3464610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Cryo_13420">
            <a:extLst>
              <a:ext uri="{FF2B5EF4-FFF2-40B4-BE49-F238E27FC236}">
                <a16:creationId xmlns:a16="http://schemas.microsoft.com/office/drawing/2014/main" id="{AE8D8422-C0A1-4106-9878-E5B50BCC04EA}"/>
              </a:ext>
            </a:extLst>
          </p:cNvPr>
          <p:cNvSpPr>
            <a:spLocks noGrp="1"/>
          </p:cNvSpPr>
          <p:nvPr/>
        </p:nvSpPr>
        <p:spPr>
          <a:xfrm>
            <a:off x="357326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Cryo_13421">
            <a:extLst>
              <a:ext uri="{FF2B5EF4-FFF2-40B4-BE49-F238E27FC236}">
                <a16:creationId xmlns:a16="http://schemas.microsoft.com/office/drawing/2014/main" id="{C79914A4-F2BC-45BF-90E2-2E938B4FA93E}"/>
              </a:ext>
            </a:extLst>
          </p:cNvPr>
          <p:cNvSpPr>
            <a:spLocks noGrp="1"/>
          </p:cNvSpPr>
          <p:nvPr/>
        </p:nvSpPr>
        <p:spPr>
          <a:xfrm>
            <a:off x="343791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Cryo_13422">
            <a:extLst>
              <a:ext uri="{FF2B5EF4-FFF2-40B4-BE49-F238E27FC236}">
                <a16:creationId xmlns:a16="http://schemas.microsoft.com/office/drawing/2014/main" id="{C2883B09-D4CF-48F6-8FC5-4FDAF10460A3}"/>
              </a:ext>
            </a:extLst>
          </p:cNvPr>
          <p:cNvSpPr>
            <a:spLocks noGrp="1"/>
          </p:cNvSpPr>
          <p:nvPr/>
        </p:nvSpPr>
        <p:spPr>
          <a:xfrm>
            <a:off x="3431406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Cryo_13423">
            <a:extLst>
              <a:ext uri="{FF2B5EF4-FFF2-40B4-BE49-F238E27FC236}">
                <a16:creationId xmlns:a16="http://schemas.microsoft.com/office/drawing/2014/main" id="{EACBD1A7-D4FD-4FE7-85C9-BAA338ECF240}"/>
              </a:ext>
            </a:extLst>
          </p:cNvPr>
          <p:cNvSpPr>
            <a:spLocks noGrp="1"/>
          </p:cNvSpPr>
          <p:nvPr/>
        </p:nvSpPr>
        <p:spPr>
          <a:xfrm>
            <a:off x="3509139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Cryo_13424">
            <a:extLst>
              <a:ext uri="{FF2B5EF4-FFF2-40B4-BE49-F238E27FC236}">
                <a16:creationId xmlns:a16="http://schemas.microsoft.com/office/drawing/2014/main" id="{78C93AD4-49E3-45F8-AE2B-F2A3C5BEEAFE}"/>
              </a:ext>
            </a:extLst>
          </p:cNvPr>
          <p:cNvSpPr>
            <a:spLocks noGrp="1"/>
          </p:cNvSpPr>
          <p:nvPr/>
        </p:nvSpPr>
        <p:spPr>
          <a:xfrm>
            <a:off x="35005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Cryo_13425">
            <a:extLst>
              <a:ext uri="{FF2B5EF4-FFF2-40B4-BE49-F238E27FC236}">
                <a16:creationId xmlns:a16="http://schemas.microsoft.com/office/drawing/2014/main" id="{09E823F5-E675-4281-B634-860207FEAA40}"/>
              </a:ext>
            </a:extLst>
          </p:cNvPr>
          <p:cNvSpPr>
            <a:spLocks noGrp="1"/>
          </p:cNvSpPr>
          <p:nvPr/>
        </p:nvSpPr>
        <p:spPr>
          <a:xfrm>
            <a:off x="357810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Cryo_13426">
            <a:extLst>
              <a:ext uri="{FF2B5EF4-FFF2-40B4-BE49-F238E27FC236}">
                <a16:creationId xmlns:a16="http://schemas.microsoft.com/office/drawing/2014/main" id="{689C3CCC-CD59-4D34-8F40-68D3879322BE}"/>
              </a:ext>
            </a:extLst>
          </p:cNvPr>
          <p:cNvSpPr>
            <a:spLocks noGrp="1"/>
          </p:cNvSpPr>
          <p:nvPr/>
        </p:nvSpPr>
        <p:spPr>
          <a:xfrm>
            <a:off x="347035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Cryo_13427">
            <a:extLst>
              <a:ext uri="{FF2B5EF4-FFF2-40B4-BE49-F238E27FC236}">
                <a16:creationId xmlns:a16="http://schemas.microsoft.com/office/drawing/2014/main" id="{2664B4BA-B0C8-4E4A-8DA0-872B8B96FCB4}"/>
              </a:ext>
            </a:extLst>
          </p:cNvPr>
          <p:cNvSpPr>
            <a:spLocks noGrp="1"/>
          </p:cNvSpPr>
          <p:nvPr/>
        </p:nvSpPr>
        <p:spPr>
          <a:xfrm>
            <a:off x="3532369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Cryo_13428">
            <a:extLst>
              <a:ext uri="{FF2B5EF4-FFF2-40B4-BE49-F238E27FC236}">
                <a16:creationId xmlns:a16="http://schemas.microsoft.com/office/drawing/2014/main" id="{137911A9-55FA-4008-BB33-C1B65D8AC0CC}"/>
              </a:ext>
            </a:extLst>
          </p:cNvPr>
          <p:cNvSpPr>
            <a:spLocks noGrp="1"/>
          </p:cNvSpPr>
          <p:nvPr/>
        </p:nvSpPr>
        <p:spPr>
          <a:xfrm>
            <a:off x="35500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Cryo_13429">
            <a:extLst>
              <a:ext uri="{FF2B5EF4-FFF2-40B4-BE49-F238E27FC236}">
                <a16:creationId xmlns:a16="http://schemas.microsoft.com/office/drawing/2014/main" id="{35D42CAC-F602-4D2F-970A-B8A7A74F2BFC}"/>
              </a:ext>
            </a:extLst>
          </p:cNvPr>
          <p:cNvSpPr>
            <a:spLocks noGrp="1"/>
          </p:cNvSpPr>
          <p:nvPr/>
        </p:nvSpPr>
        <p:spPr>
          <a:xfrm>
            <a:off x="3520832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Cryo_13430">
            <a:extLst>
              <a:ext uri="{FF2B5EF4-FFF2-40B4-BE49-F238E27FC236}">
                <a16:creationId xmlns:a16="http://schemas.microsoft.com/office/drawing/2014/main" id="{D9A9D46F-E737-4B4E-A302-30974207267A}"/>
              </a:ext>
            </a:extLst>
          </p:cNvPr>
          <p:cNvSpPr>
            <a:spLocks noGrp="1"/>
          </p:cNvSpPr>
          <p:nvPr/>
        </p:nvSpPr>
        <p:spPr>
          <a:xfrm>
            <a:off x="33790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Cryo_13431">
            <a:extLst>
              <a:ext uri="{FF2B5EF4-FFF2-40B4-BE49-F238E27FC236}">
                <a16:creationId xmlns:a16="http://schemas.microsoft.com/office/drawing/2014/main" id="{530A3942-B4FE-4BC4-9E1F-DFA0431E4267}"/>
              </a:ext>
            </a:extLst>
          </p:cNvPr>
          <p:cNvSpPr>
            <a:spLocks noGrp="1"/>
          </p:cNvSpPr>
          <p:nvPr/>
        </p:nvSpPr>
        <p:spPr>
          <a:xfrm>
            <a:off x="334200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Cryo_13432">
            <a:extLst>
              <a:ext uri="{FF2B5EF4-FFF2-40B4-BE49-F238E27FC236}">
                <a16:creationId xmlns:a16="http://schemas.microsoft.com/office/drawing/2014/main" id="{6A1110BF-806F-4C3C-9F4C-CF1961D88C0C}"/>
              </a:ext>
            </a:extLst>
          </p:cNvPr>
          <p:cNvSpPr>
            <a:spLocks noGrp="1"/>
          </p:cNvSpPr>
          <p:nvPr/>
        </p:nvSpPr>
        <p:spPr>
          <a:xfrm>
            <a:off x="344339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Cryo_13433">
            <a:extLst>
              <a:ext uri="{FF2B5EF4-FFF2-40B4-BE49-F238E27FC236}">
                <a16:creationId xmlns:a16="http://schemas.microsoft.com/office/drawing/2014/main" id="{9F58D4A5-2A7B-4F2D-A38F-6B4B6FD0C4DC}"/>
              </a:ext>
            </a:extLst>
          </p:cNvPr>
          <p:cNvSpPr>
            <a:spLocks noGrp="1"/>
          </p:cNvSpPr>
          <p:nvPr/>
        </p:nvSpPr>
        <p:spPr>
          <a:xfrm>
            <a:off x="3486229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Cryo_13434">
            <a:extLst>
              <a:ext uri="{FF2B5EF4-FFF2-40B4-BE49-F238E27FC236}">
                <a16:creationId xmlns:a16="http://schemas.microsoft.com/office/drawing/2014/main" id="{C46939B8-F9C5-4479-98C4-D04D6E7558F6}"/>
              </a:ext>
            </a:extLst>
          </p:cNvPr>
          <p:cNvSpPr>
            <a:spLocks noGrp="1"/>
          </p:cNvSpPr>
          <p:nvPr/>
        </p:nvSpPr>
        <p:spPr>
          <a:xfrm>
            <a:off x="339315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Cryo_13435">
            <a:extLst>
              <a:ext uri="{FF2B5EF4-FFF2-40B4-BE49-F238E27FC236}">
                <a16:creationId xmlns:a16="http://schemas.microsoft.com/office/drawing/2014/main" id="{9D8EAF24-E3FD-445F-AA9A-85024960252C}"/>
              </a:ext>
            </a:extLst>
          </p:cNvPr>
          <p:cNvSpPr>
            <a:spLocks noGrp="1"/>
          </p:cNvSpPr>
          <p:nvPr/>
        </p:nvSpPr>
        <p:spPr>
          <a:xfrm>
            <a:off x="336763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Cryo_13436">
            <a:extLst>
              <a:ext uri="{FF2B5EF4-FFF2-40B4-BE49-F238E27FC236}">
                <a16:creationId xmlns:a16="http://schemas.microsoft.com/office/drawing/2014/main" id="{0B9C08FF-7BF2-45E2-9017-C5D61CDA9B10}"/>
              </a:ext>
            </a:extLst>
          </p:cNvPr>
          <p:cNvSpPr>
            <a:spLocks noGrp="1"/>
          </p:cNvSpPr>
          <p:nvPr/>
        </p:nvSpPr>
        <p:spPr>
          <a:xfrm>
            <a:off x="355363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Cryo_13437">
            <a:extLst>
              <a:ext uri="{FF2B5EF4-FFF2-40B4-BE49-F238E27FC236}">
                <a16:creationId xmlns:a16="http://schemas.microsoft.com/office/drawing/2014/main" id="{CA838DDE-313C-465B-9EF9-FB531272FF34}"/>
              </a:ext>
            </a:extLst>
          </p:cNvPr>
          <p:cNvSpPr>
            <a:spLocks noGrp="1"/>
          </p:cNvSpPr>
          <p:nvPr/>
        </p:nvSpPr>
        <p:spPr>
          <a:xfrm>
            <a:off x="35268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Cryo_13438">
            <a:extLst>
              <a:ext uri="{FF2B5EF4-FFF2-40B4-BE49-F238E27FC236}">
                <a16:creationId xmlns:a16="http://schemas.microsoft.com/office/drawing/2014/main" id="{5A7E6705-A426-41E0-AFBF-8A10F60219FA}"/>
              </a:ext>
            </a:extLst>
          </p:cNvPr>
          <p:cNvSpPr>
            <a:spLocks noGrp="1"/>
          </p:cNvSpPr>
          <p:nvPr/>
        </p:nvSpPr>
        <p:spPr>
          <a:xfrm>
            <a:off x="344961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Cryo_13439">
            <a:extLst>
              <a:ext uri="{FF2B5EF4-FFF2-40B4-BE49-F238E27FC236}">
                <a16:creationId xmlns:a16="http://schemas.microsoft.com/office/drawing/2014/main" id="{A19764B0-AC8A-4ECF-B635-7B6171260016}"/>
              </a:ext>
            </a:extLst>
          </p:cNvPr>
          <p:cNvSpPr>
            <a:spLocks noGrp="1"/>
          </p:cNvSpPr>
          <p:nvPr/>
        </p:nvSpPr>
        <p:spPr>
          <a:xfrm>
            <a:off x="338159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Cryo_13440">
            <a:extLst>
              <a:ext uri="{FF2B5EF4-FFF2-40B4-BE49-F238E27FC236}">
                <a16:creationId xmlns:a16="http://schemas.microsoft.com/office/drawing/2014/main" id="{766D653F-027F-4FC1-9ACC-8F13B1E61A6E}"/>
              </a:ext>
            </a:extLst>
          </p:cNvPr>
          <p:cNvSpPr>
            <a:spLocks noGrp="1"/>
          </p:cNvSpPr>
          <p:nvPr/>
        </p:nvSpPr>
        <p:spPr>
          <a:xfrm>
            <a:off x="35426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Cryo_13441">
            <a:extLst>
              <a:ext uri="{FF2B5EF4-FFF2-40B4-BE49-F238E27FC236}">
                <a16:creationId xmlns:a16="http://schemas.microsoft.com/office/drawing/2014/main" id="{F1B379C7-E225-4445-BEF0-ADE4294E922B}"/>
              </a:ext>
            </a:extLst>
          </p:cNvPr>
          <p:cNvSpPr>
            <a:spLocks noGrp="1"/>
          </p:cNvSpPr>
          <p:nvPr/>
        </p:nvSpPr>
        <p:spPr>
          <a:xfrm>
            <a:off x="3391943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Cryo_13442">
            <a:extLst>
              <a:ext uri="{FF2B5EF4-FFF2-40B4-BE49-F238E27FC236}">
                <a16:creationId xmlns:a16="http://schemas.microsoft.com/office/drawing/2014/main" id="{1F4D1C4E-6AEC-496A-BA59-796ADA32410B}"/>
              </a:ext>
            </a:extLst>
          </p:cNvPr>
          <p:cNvSpPr>
            <a:spLocks noGrp="1"/>
          </p:cNvSpPr>
          <p:nvPr/>
        </p:nvSpPr>
        <p:spPr>
          <a:xfrm>
            <a:off x="3367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Cryo_13443">
            <a:extLst>
              <a:ext uri="{FF2B5EF4-FFF2-40B4-BE49-F238E27FC236}">
                <a16:creationId xmlns:a16="http://schemas.microsoft.com/office/drawing/2014/main" id="{463F1521-736C-4383-A67B-36EAE7EAEB90}"/>
              </a:ext>
            </a:extLst>
          </p:cNvPr>
          <p:cNvSpPr>
            <a:spLocks noGrp="1"/>
          </p:cNvSpPr>
          <p:nvPr/>
        </p:nvSpPr>
        <p:spPr>
          <a:xfrm>
            <a:off x="347651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Cryo_13444">
            <a:extLst>
              <a:ext uri="{FF2B5EF4-FFF2-40B4-BE49-F238E27FC236}">
                <a16:creationId xmlns:a16="http://schemas.microsoft.com/office/drawing/2014/main" id="{3C4CAEC4-3700-4EC8-835F-BF1CC4DFA5A4}"/>
              </a:ext>
            </a:extLst>
          </p:cNvPr>
          <p:cNvSpPr>
            <a:spLocks noGrp="1"/>
          </p:cNvSpPr>
          <p:nvPr/>
        </p:nvSpPr>
        <p:spPr>
          <a:xfrm>
            <a:off x="33436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Cryo_13445">
            <a:extLst>
              <a:ext uri="{FF2B5EF4-FFF2-40B4-BE49-F238E27FC236}">
                <a16:creationId xmlns:a16="http://schemas.microsoft.com/office/drawing/2014/main" id="{4296FD50-1D18-4455-84A4-4D3D393AD353}"/>
              </a:ext>
            </a:extLst>
          </p:cNvPr>
          <p:cNvSpPr>
            <a:spLocks noGrp="1"/>
          </p:cNvSpPr>
          <p:nvPr/>
        </p:nvSpPr>
        <p:spPr>
          <a:xfrm>
            <a:off x="356217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Cryo_13446">
            <a:extLst>
              <a:ext uri="{FF2B5EF4-FFF2-40B4-BE49-F238E27FC236}">
                <a16:creationId xmlns:a16="http://schemas.microsoft.com/office/drawing/2014/main" id="{2A70578A-8208-4B30-9DFA-F7E6FEA944CE}"/>
              </a:ext>
            </a:extLst>
          </p:cNvPr>
          <p:cNvSpPr>
            <a:spLocks noGrp="1"/>
          </p:cNvSpPr>
          <p:nvPr/>
        </p:nvSpPr>
        <p:spPr>
          <a:xfrm>
            <a:off x="3548802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Cryo_13447">
            <a:extLst>
              <a:ext uri="{FF2B5EF4-FFF2-40B4-BE49-F238E27FC236}">
                <a16:creationId xmlns:a16="http://schemas.microsoft.com/office/drawing/2014/main" id="{15E902AD-222B-4F20-AAC9-283A2C76BF14}"/>
              </a:ext>
            </a:extLst>
          </p:cNvPr>
          <p:cNvSpPr>
            <a:spLocks noGrp="1"/>
          </p:cNvSpPr>
          <p:nvPr/>
        </p:nvSpPr>
        <p:spPr>
          <a:xfrm>
            <a:off x="3577448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Cryo_13448">
            <a:extLst>
              <a:ext uri="{FF2B5EF4-FFF2-40B4-BE49-F238E27FC236}">
                <a16:creationId xmlns:a16="http://schemas.microsoft.com/office/drawing/2014/main" id="{4CE40E6D-2945-40CA-B53C-0EC666194A22}"/>
              </a:ext>
            </a:extLst>
          </p:cNvPr>
          <p:cNvSpPr>
            <a:spLocks noGrp="1"/>
          </p:cNvSpPr>
          <p:nvPr/>
        </p:nvSpPr>
        <p:spPr>
          <a:xfrm>
            <a:off x="3437709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Cryo_13449">
            <a:extLst>
              <a:ext uri="{FF2B5EF4-FFF2-40B4-BE49-F238E27FC236}">
                <a16:creationId xmlns:a16="http://schemas.microsoft.com/office/drawing/2014/main" id="{9F406D44-B92C-4DFA-90FC-A8BA9C120BE6}"/>
              </a:ext>
            </a:extLst>
          </p:cNvPr>
          <p:cNvSpPr>
            <a:spLocks noGrp="1"/>
          </p:cNvSpPr>
          <p:nvPr/>
        </p:nvSpPr>
        <p:spPr>
          <a:xfrm>
            <a:off x="344850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Cryo_13450">
            <a:extLst>
              <a:ext uri="{FF2B5EF4-FFF2-40B4-BE49-F238E27FC236}">
                <a16:creationId xmlns:a16="http://schemas.microsoft.com/office/drawing/2014/main" id="{3AFC5843-5D85-497D-B04A-EA4ED2DA8A5D}"/>
              </a:ext>
            </a:extLst>
          </p:cNvPr>
          <p:cNvSpPr>
            <a:spLocks noGrp="1"/>
          </p:cNvSpPr>
          <p:nvPr/>
        </p:nvSpPr>
        <p:spPr>
          <a:xfrm>
            <a:off x="340545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Cryo_13451">
            <a:extLst>
              <a:ext uri="{FF2B5EF4-FFF2-40B4-BE49-F238E27FC236}">
                <a16:creationId xmlns:a16="http://schemas.microsoft.com/office/drawing/2014/main" id="{9156C8C9-ABF6-4B5A-A4BC-89A56D9B6B67}"/>
              </a:ext>
            </a:extLst>
          </p:cNvPr>
          <p:cNvSpPr>
            <a:spLocks noGrp="1"/>
          </p:cNvSpPr>
          <p:nvPr/>
        </p:nvSpPr>
        <p:spPr>
          <a:xfrm>
            <a:off x="35451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Cryo_13452">
            <a:extLst>
              <a:ext uri="{FF2B5EF4-FFF2-40B4-BE49-F238E27FC236}">
                <a16:creationId xmlns:a16="http://schemas.microsoft.com/office/drawing/2014/main" id="{1D1B2505-9B74-48EA-B7B3-4656B5B27256}"/>
              </a:ext>
            </a:extLst>
          </p:cNvPr>
          <p:cNvSpPr>
            <a:spLocks noGrp="1"/>
          </p:cNvSpPr>
          <p:nvPr/>
        </p:nvSpPr>
        <p:spPr>
          <a:xfrm>
            <a:off x="3488583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Cryo_13453">
            <a:extLst>
              <a:ext uri="{FF2B5EF4-FFF2-40B4-BE49-F238E27FC236}">
                <a16:creationId xmlns:a16="http://schemas.microsoft.com/office/drawing/2014/main" id="{B70BC997-3ECA-4628-ADD6-A55A818857CB}"/>
              </a:ext>
            </a:extLst>
          </p:cNvPr>
          <p:cNvSpPr>
            <a:spLocks noGrp="1"/>
          </p:cNvSpPr>
          <p:nvPr/>
        </p:nvSpPr>
        <p:spPr>
          <a:xfrm>
            <a:off x="353118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Cryo_13454">
            <a:extLst>
              <a:ext uri="{FF2B5EF4-FFF2-40B4-BE49-F238E27FC236}">
                <a16:creationId xmlns:a16="http://schemas.microsoft.com/office/drawing/2014/main" id="{938568CC-FCF2-49ED-9F31-73ED4D3F13DB}"/>
              </a:ext>
            </a:extLst>
          </p:cNvPr>
          <p:cNvSpPr>
            <a:spLocks noGrp="1"/>
          </p:cNvSpPr>
          <p:nvPr/>
        </p:nvSpPr>
        <p:spPr>
          <a:xfrm>
            <a:off x="352040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Cryo_13455">
            <a:extLst>
              <a:ext uri="{FF2B5EF4-FFF2-40B4-BE49-F238E27FC236}">
                <a16:creationId xmlns:a16="http://schemas.microsoft.com/office/drawing/2014/main" id="{7E04C726-E7B6-4260-8A8A-002197DBD9D4}"/>
              </a:ext>
            </a:extLst>
          </p:cNvPr>
          <p:cNvSpPr>
            <a:spLocks noGrp="1"/>
          </p:cNvSpPr>
          <p:nvPr/>
        </p:nvSpPr>
        <p:spPr>
          <a:xfrm>
            <a:off x="3521915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Cryo_13456">
            <a:extLst>
              <a:ext uri="{FF2B5EF4-FFF2-40B4-BE49-F238E27FC236}">
                <a16:creationId xmlns:a16="http://schemas.microsoft.com/office/drawing/2014/main" id="{027F1B5C-4D8E-4A58-9F15-B759BCB3761C}"/>
              </a:ext>
            </a:extLst>
          </p:cNvPr>
          <p:cNvSpPr>
            <a:spLocks noGrp="1"/>
          </p:cNvSpPr>
          <p:nvPr/>
        </p:nvSpPr>
        <p:spPr>
          <a:xfrm>
            <a:off x="346461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Cryo_13457">
            <a:extLst>
              <a:ext uri="{FF2B5EF4-FFF2-40B4-BE49-F238E27FC236}">
                <a16:creationId xmlns:a16="http://schemas.microsoft.com/office/drawing/2014/main" id="{5E8A30D1-3746-4ADF-ADD7-4969C10DFF47}"/>
              </a:ext>
            </a:extLst>
          </p:cNvPr>
          <p:cNvSpPr>
            <a:spLocks noGrp="1"/>
          </p:cNvSpPr>
          <p:nvPr/>
        </p:nvSpPr>
        <p:spPr>
          <a:xfrm>
            <a:off x="3543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Cryo_13458">
            <a:extLst>
              <a:ext uri="{FF2B5EF4-FFF2-40B4-BE49-F238E27FC236}">
                <a16:creationId xmlns:a16="http://schemas.microsoft.com/office/drawing/2014/main" id="{0697958A-1CB6-436D-946A-76ECB1F7E1A2}"/>
              </a:ext>
            </a:extLst>
          </p:cNvPr>
          <p:cNvSpPr>
            <a:spLocks noGrp="1"/>
          </p:cNvSpPr>
          <p:nvPr/>
        </p:nvSpPr>
        <p:spPr>
          <a:xfrm>
            <a:off x="350399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Cryo_13459">
            <a:extLst>
              <a:ext uri="{FF2B5EF4-FFF2-40B4-BE49-F238E27FC236}">
                <a16:creationId xmlns:a16="http://schemas.microsoft.com/office/drawing/2014/main" id="{E85D802A-2D22-48FD-B110-F7CA39A10A70}"/>
              </a:ext>
            </a:extLst>
          </p:cNvPr>
          <p:cNvSpPr>
            <a:spLocks noGrp="1"/>
          </p:cNvSpPr>
          <p:nvPr/>
        </p:nvSpPr>
        <p:spPr>
          <a:xfrm>
            <a:off x="3451651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Cryo_13460">
            <a:extLst>
              <a:ext uri="{FF2B5EF4-FFF2-40B4-BE49-F238E27FC236}">
                <a16:creationId xmlns:a16="http://schemas.microsoft.com/office/drawing/2014/main" id="{0833F5BD-0995-437A-92AC-29E46E6DC59D}"/>
              </a:ext>
            </a:extLst>
          </p:cNvPr>
          <p:cNvSpPr>
            <a:spLocks noGrp="1"/>
          </p:cNvSpPr>
          <p:nvPr/>
        </p:nvSpPr>
        <p:spPr>
          <a:xfrm>
            <a:off x="3348249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Cryo_13461">
            <a:extLst>
              <a:ext uri="{FF2B5EF4-FFF2-40B4-BE49-F238E27FC236}">
                <a16:creationId xmlns:a16="http://schemas.microsoft.com/office/drawing/2014/main" id="{300B3F4F-53FD-4ECD-A7E4-5111C240C366}"/>
              </a:ext>
            </a:extLst>
          </p:cNvPr>
          <p:cNvSpPr>
            <a:spLocks noGrp="1"/>
          </p:cNvSpPr>
          <p:nvPr/>
        </p:nvSpPr>
        <p:spPr>
          <a:xfrm>
            <a:off x="34036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Cryo_13462">
            <a:extLst>
              <a:ext uri="{FF2B5EF4-FFF2-40B4-BE49-F238E27FC236}">
                <a16:creationId xmlns:a16="http://schemas.microsoft.com/office/drawing/2014/main" id="{0152A623-0854-4309-BEF9-038460C5827C}"/>
              </a:ext>
            </a:extLst>
          </p:cNvPr>
          <p:cNvSpPr>
            <a:spLocks noGrp="1"/>
          </p:cNvSpPr>
          <p:nvPr/>
        </p:nvSpPr>
        <p:spPr>
          <a:xfrm>
            <a:off x="338007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Cryo_13463">
            <a:extLst>
              <a:ext uri="{FF2B5EF4-FFF2-40B4-BE49-F238E27FC236}">
                <a16:creationId xmlns:a16="http://schemas.microsoft.com/office/drawing/2014/main" id="{14382BEC-2919-4C29-AFD2-A8DAD974D840}"/>
              </a:ext>
            </a:extLst>
          </p:cNvPr>
          <p:cNvSpPr>
            <a:spLocks noGrp="1"/>
          </p:cNvSpPr>
          <p:nvPr/>
        </p:nvSpPr>
        <p:spPr>
          <a:xfrm>
            <a:off x="341256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Cryo_13464">
            <a:extLst>
              <a:ext uri="{FF2B5EF4-FFF2-40B4-BE49-F238E27FC236}">
                <a16:creationId xmlns:a16="http://schemas.microsoft.com/office/drawing/2014/main" id="{45611628-DB2A-4FFE-99BE-173E2277C583}"/>
              </a:ext>
            </a:extLst>
          </p:cNvPr>
          <p:cNvSpPr>
            <a:spLocks noGrp="1"/>
          </p:cNvSpPr>
          <p:nvPr/>
        </p:nvSpPr>
        <p:spPr>
          <a:xfrm>
            <a:off x="3421721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Cryo_13465">
            <a:extLst>
              <a:ext uri="{FF2B5EF4-FFF2-40B4-BE49-F238E27FC236}">
                <a16:creationId xmlns:a16="http://schemas.microsoft.com/office/drawing/2014/main" id="{638D4E73-1C29-420B-B0EB-EC0460E4CDB9}"/>
              </a:ext>
            </a:extLst>
          </p:cNvPr>
          <p:cNvSpPr>
            <a:spLocks noGrp="1"/>
          </p:cNvSpPr>
          <p:nvPr/>
        </p:nvSpPr>
        <p:spPr>
          <a:xfrm>
            <a:off x="35069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Cryo_13466">
            <a:extLst>
              <a:ext uri="{FF2B5EF4-FFF2-40B4-BE49-F238E27FC236}">
                <a16:creationId xmlns:a16="http://schemas.microsoft.com/office/drawing/2014/main" id="{83D0F7A8-0167-4ECA-B2F5-FEAB76E7DEA5}"/>
              </a:ext>
            </a:extLst>
          </p:cNvPr>
          <p:cNvSpPr>
            <a:spLocks noGrp="1"/>
          </p:cNvSpPr>
          <p:nvPr/>
        </p:nvSpPr>
        <p:spPr>
          <a:xfrm>
            <a:off x="35499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Cryo_13467">
            <a:extLst>
              <a:ext uri="{FF2B5EF4-FFF2-40B4-BE49-F238E27FC236}">
                <a16:creationId xmlns:a16="http://schemas.microsoft.com/office/drawing/2014/main" id="{3FB1FCEF-5509-4758-B0ED-F81C1C9D01CB}"/>
              </a:ext>
            </a:extLst>
          </p:cNvPr>
          <p:cNvSpPr>
            <a:spLocks noGrp="1"/>
          </p:cNvSpPr>
          <p:nvPr/>
        </p:nvSpPr>
        <p:spPr>
          <a:xfrm>
            <a:off x="33612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Cryo_13468">
            <a:extLst>
              <a:ext uri="{FF2B5EF4-FFF2-40B4-BE49-F238E27FC236}">
                <a16:creationId xmlns:a16="http://schemas.microsoft.com/office/drawing/2014/main" id="{A3CB75AE-390A-497A-95A6-E71953E632BD}"/>
              </a:ext>
            </a:extLst>
          </p:cNvPr>
          <p:cNvSpPr>
            <a:spLocks noGrp="1"/>
          </p:cNvSpPr>
          <p:nvPr/>
        </p:nvSpPr>
        <p:spPr>
          <a:xfrm>
            <a:off x="35059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Cryo_13469">
            <a:extLst>
              <a:ext uri="{FF2B5EF4-FFF2-40B4-BE49-F238E27FC236}">
                <a16:creationId xmlns:a16="http://schemas.microsoft.com/office/drawing/2014/main" id="{7508114C-72F0-4585-A6A4-892DB1A96DBB}"/>
              </a:ext>
            </a:extLst>
          </p:cNvPr>
          <p:cNvSpPr>
            <a:spLocks noGrp="1"/>
          </p:cNvSpPr>
          <p:nvPr/>
        </p:nvSpPr>
        <p:spPr>
          <a:xfrm>
            <a:off x="3437034" y="42694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Cryo_13470">
            <a:extLst>
              <a:ext uri="{FF2B5EF4-FFF2-40B4-BE49-F238E27FC236}">
                <a16:creationId xmlns:a16="http://schemas.microsoft.com/office/drawing/2014/main" id="{ECE81FC0-D1CB-4E63-B540-5D14A5210A0D}"/>
              </a:ext>
            </a:extLst>
          </p:cNvPr>
          <p:cNvSpPr>
            <a:spLocks noGrp="1"/>
          </p:cNvSpPr>
          <p:nvPr/>
        </p:nvSpPr>
        <p:spPr>
          <a:xfrm>
            <a:off x="3517738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Cryo_13471">
            <a:extLst>
              <a:ext uri="{FF2B5EF4-FFF2-40B4-BE49-F238E27FC236}">
                <a16:creationId xmlns:a16="http://schemas.microsoft.com/office/drawing/2014/main" id="{733C0B33-8FE9-4BC2-8075-50F0F9A10298}"/>
              </a:ext>
            </a:extLst>
          </p:cNvPr>
          <p:cNvSpPr>
            <a:spLocks noGrp="1"/>
          </p:cNvSpPr>
          <p:nvPr/>
        </p:nvSpPr>
        <p:spPr>
          <a:xfrm>
            <a:off x="3489300" y="49901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Cryo_13472">
            <a:extLst>
              <a:ext uri="{FF2B5EF4-FFF2-40B4-BE49-F238E27FC236}">
                <a16:creationId xmlns:a16="http://schemas.microsoft.com/office/drawing/2014/main" id="{210E85E4-C26C-4C45-A474-C755D66C4EAA}"/>
              </a:ext>
            </a:extLst>
          </p:cNvPr>
          <p:cNvSpPr>
            <a:spLocks noGrp="1"/>
          </p:cNvSpPr>
          <p:nvPr/>
        </p:nvSpPr>
        <p:spPr>
          <a:xfrm>
            <a:off x="349519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Cryo_13473">
            <a:extLst>
              <a:ext uri="{FF2B5EF4-FFF2-40B4-BE49-F238E27FC236}">
                <a16:creationId xmlns:a16="http://schemas.microsoft.com/office/drawing/2014/main" id="{5B2F3B28-FB8B-46E3-989D-865EE4278746}"/>
              </a:ext>
            </a:extLst>
          </p:cNvPr>
          <p:cNvSpPr>
            <a:spLocks noGrp="1"/>
          </p:cNvSpPr>
          <p:nvPr/>
        </p:nvSpPr>
        <p:spPr>
          <a:xfrm>
            <a:off x="35693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Cryo_13474">
            <a:extLst>
              <a:ext uri="{FF2B5EF4-FFF2-40B4-BE49-F238E27FC236}">
                <a16:creationId xmlns:a16="http://schemas.microsoft.com/office/drawing/2014/main" id="{BD1935CC-B180-4C10-B411-885D5EC32CA9}"/>
              </a:ext>
            </a:extLst>
          </p:cNvPr>
          <p:cNvSpPr>
            <a:spLocks noGrp="1"/>
          </p:cNvSpPr>
          <p:nvPr/>
        </p:nvSpPr>
        <p:spPr>
          <a:xfrm>
            <a:off x="3414691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Cryo_13475">
            <a:extLst>
              <a:ext uri="{FF2B5EF4-FFF2-40B4-BE49-F238E27FC236}">
                <a16:creationId xmlns:a16="http://schemas.microsoft.com/office/drawing/2014/main" id="{D4710D36-0062-4FE9-AFE7-9B00521CD680}"/>
              </a:ext>
            </a:extLst>
          </p:cNvPr>
          <p:cNvSpPr>
            <a:spLocks noGrp="1"/>
          </p:cNvSpPr>
          <p:nvPr/>
        </p:nvSpPr>
        <p:spPr>
          <a:xfrm>
            <a:off x="356338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Cryo_13476">
            <a:extLst>
              <a:ext uri="{FF2B5EF4-FFF2-40B4-BE49-F238E27FC236}">
                <a16:creationId xmlns:a16="http://schemas.microsoft.com/office/drawing/2014/main" id="{85A0CA2F-1714-4582-8C87-A19D645A333A}"/>
              </a:ext>
            </a:extLst>
          </p:cNvPr>
          <p:cNvSpPr>
            <a:spLocks noGrp="1"/>
          </p:cNvSpPr>
          <p:nvPr/>
        </p:nvSpPr>
        <p:spPr>
          <a:xfrm>
            <a:off x="34272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Cryo_13477">
            <a:extLst>
              <a:ext uri="{FF2B5EF4-FFF2-40B4-BE49-F238E27FC236}">
                <a16:creationId xmlns:a16="http://schemas.microsoft.com/office/drawing/2014/main" id="{ED8386DF-E921-4EB0-A68B-803719710D4D}"/>
              </a:ext>
            </a:extLst>
          </p:cNvPr>
          <p:cNvSpPr>
            <a:spLocks noGrp="1"/>
          </p:cNvSpPr>
          <p:nvPr/>
        </p:nvSpPr>
        <p:spPr>
          <a:xfrm>
            <a:off x="34522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Cryo_13478">
            <a:extLst>
              <a:ext uri="{FF2B5EF4-FFF2-40B4-BE49-F238E27FC236}">
                <a16:creationId xmlns:a16="http://schemas.microsoft.com/office/drawing/2014/main" id="{03C207EF-E30C-4482-8340-AADDA092A881}"/>
              </a:ext>
            </a:extLst>
          </p:cNvPr>
          <p:cNvSpPr>
            <a:spLocks noGrp="1"/>
          </p:cNvSpPr>
          <p:nvPr/>
        </p:nvSpPr>
        <p:spPr>
          <a:xfrm>
            <a:off x="3512705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Cryo_13479">
            <a:extLst>
              <a:ext uri="{FF2B5EF4-FFF2-40B4-BE49-F238E27FC236}">
                <a16:creationId xmlns:a16="http://schemas.microsoft.com/office/drawing/2014/main" id="{B0FF42BF-AE17-423A-A232-949007816EDA}"/>
              </a:ext>
            </a:extLst>
          </p:cNvPr>
          <p:cNvSpPr>
            <a:spLocks noGrp="1"/>
          </p:cNvSpPr>
          <p:nvPr/>
        </p:nvSpPr>
        <p:spPr>
          <a:xfrm>
            <a:off x="334415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Cryo_13480">
            <a:extLst>
              <a:ext uri="{FF2B5EF4-FFF2-40B4-BE49-F238E27FC236}">
                <a16:creationId xmlns:a16="http://schemas.microsoft.com/office/drawing/2014/main" id="{FFFD48CF-B78F-4A0D-A036-E91199D51F35}"/>
              </a:ext>
            </a:extLst>
          </p:cNvPr>
          <p:cNvSpPr>
            <a:spLocks noGrp="1"/>
          </p:cNvSpPr>
          <p:nvPr/>
        </p:nvSpPr>
        <p:spPr>
          <a:xfrm>
            <a:off x="35677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Cryo_13481">
            <a:extLst>
              <a:ext uri="{FF2B5EF4-FFF2-40B4-BE49-F238E27FC236}">
                <a16:creationId xmlns:a16="http://schemas.microsoft.com/office/drawing/2014/main" id="{A40F48A9-3B59-4FA4-AFBB-0520FE9ADC96}"/>
              </a:ext>
            </a:extLst>
          </p:cNvPr>
          <p:cNvSpPr>
            <a:spLocks noGrp="1"/>
          </p:cNvSpPr>
          <p:nvPr/>
        </p:nvSpPr>
        <p:spPr>
          <a:xfrm>
            <a:off x="359118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Cryo_13482">
            <a:extLst>
              <a:ext uri="{FF2B5EF4-FFF2-40B4-BE49-F238E27FC236}">
                <a16:creationId xmlns:a16="http://schemas.microsoft.com/office/drawing/2014/main" id="{F10C8F8F-893E-4469-B03D-81BBF50A6CD7}"/>
              </a:ext>
            </a:extLst>
          </p:cNvPr>
          <p:cNvSpPr>
            <a:spLocks noGrp="1"/>
          </p:cNvSpPr>
          <p:nvPr/>
        </p:nvSpPr>
        <p:spPr>
          <a:xfrm>
            <a:off x="3507085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Cryo_13483">
            <a:extLst>
              <a:ext uri="{FF2B5EF4-FFF2-40B4-BE49-F238E27FC236}">
                <a16:creationId xmlns:a16="http://schemas.microsoft.com/office/drawing/2014/main" id="{733B8EA6-CB0E-4B49-9136-41BE3A4231DA}"/>
              </a:ext>
            </a:extLst>
          </p:cNvPr>
          <p:cNvSpPr>
            <a:spLocks noGrp="1"/>
          </p:cNvSpPr>
          <p:nvPr/>
        </p:nvSpPr>
        <p:spPr>
          <a:xfrm>
            <a:off x="34150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Cryo_13484">
            <a:extLst>
              <a:ext uri="{FF2B5EF4-FFF2-40B4-BE49-F238E27FC236}">
                <a16:creationId xmlns:a16="http://schemas.microsoft.com/office/drawing/2014/main" id="{4453666A-7E2D-409E-8ADB-2C4E5FF832AA}"/>
              </a:ext>
            </a:extLst>
          </p:cNvPr>
          <p:cNvSpPr>
            <a:spLocks noGrp="1"/>
          </p:cNvSpPr>
          <p:nvPr/>
        </p:nvSpPr>
        <p:spPr>
          <a:xfrm>
            <a:off x="354448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Cryo_13485">
            <a:extLst>
              <a:ext uri="{FF2B5EF4-FFF2-40B4-BE49-F238E27FC236}">
                <a16:creationId xmlns:a16="http://schemas.microsoft.com/office/drawing/2014/main" id="{627A50AC-94C9-407D-B62E-5BBF3751F574}"/>
              </a:ext>
            </a:extLst>
          </p:cNvPr>
          <p:cNvSpPr>
            <a:spLocks noGrp="1"/>
          </p:cNvSpPr>
          <p:nvPr/>
        </p:nvSpPr>
        <p:spPr>
          <a:xfrm>
            <a:off x="34764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Cryo_13486">
            <a:extLst>
              <a:ext uri="{FF2B5EF4-FFF2-40B4-BE49-F238E27FC236}">
                <a16:creationId xmlns:a16="http://schemas.microsoft.com/office/drawing/2014/main" id="{604E0410-84B9-43D1-B02A-08DB90901733}"/>
              </a:ext>
            </a:extLst>
          </p:cNvPr>
          <p:cNvSpPr>
            <a:spLocks noGrp="1"/>
          </p:cNvSpPr>
          <p:nvPr/>
        </p:nvSpPr>
        <p:spPr>
          <a:xfrm>
            <a:off x="34286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Cryo_13487">
            <a:extLst>
              <a:ext uri="{FF2B5EF4-FFF2-40B4-BE49-F238E27FC236}">
                <a16:creationId xmlns:a16="http://schemas.microsoft.com/office/drawing/2014/main" id="{7BBD7F78-1639-474E-867B-392A850E98CE}"/>
              </a:ext>
            </a:extLst>
          </p:cNvPr>
          <p:cNvSpPr>
            <a:spLocks noGrp="1"/>
          </p:cNvSpPr>
          <p:nvPr/>
        </p:nvSpPr>
        <p:spPr>
          <a:xfrm>
            <a:off x="345006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Cryo_13488">
            <a:extLst>
              <a:ext uri="{FF2B5EF4-FFF2-40B4-BE49-F238E27FC236}">
                <a16:creationId xmlns:a16="http://schemas.microsoft.com/office/drawing/2014/main" id="{6E2165C1-3964-4CB6-8BE2-5FDED19173C9}"/>
              </a:ext>
            </a:extLst>
          </p:cNvPr>
          <p:cNvSpPr>
            <a:spLocks noGrp="1"/>
          </p:cNvSpPr>
          <p:nvPr/>
        </p:nvSpPr>
        <p:spPr>
          <a:xfrm>
            <a:off x="351100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Cryo_13489">
            <a:extLst>
              <a:ext uri="{FF2B5EF4-FFF2-40B4-BE49-F238E27FC236}">
                <a16:creationId xmlns:a16="http://schemas.microsoft.com/office/drawing/2014/main" id="{1125FB25-8EC4-4365-9A22-D27E1A0AC681}"/>
              </a:ext>
            </a:extLst>
          </p:cNvPr>
          <p:cNvSpPr>
            <a:spLocks noGrp="1"/>
          </p:cNvSpPr>
          <p:nvPr/>
        </p:nvSpPr>
        <p:spPr>
          <a:xfrm>
            <a:off x="334710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Cryo_13490">
            <a:extLst>
              <a:ext uri="{FF2B5EF4-FFF2-40B4-BE49-F238E27FC236}">
                <a16:creationId xmlns:a16="http://schemas.microsoft.com/office/drawing/2014/main" id="{1E6191FF-DCCA-4C08-83CA-7FDD8927B66B}"/>
              </a:ext>
            </a:extLst>
          </p:cNvPr>
          <p:cNvSpPr>
            <a:spLocks noGrp="1"/>
          </p:cNvSpPr>
          <p:nvPr/>
        </p:nvSpPr>
        <p:spPr>
          <a:xfrm>
            <a:off x="3578935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Cryo_13491">
            <a:extLst>
              <a:ext uri="{FF2B5EF4-FFF2-40B4-BE49-F238E27FC236}">
                <a16:creationId xmlns:a16="http://schemas.microsoft.com/office/drawing/2014/main" id="{9085581A-04CA-44A6-9BE8-6F0337F6C569}"/>
              </a:ext>
            </a:extLst>
          </p:cNvPr>
          <p:cNvSpPr>
            <a:spLocks noGrp="1"/>
          </p:cNvSpPr>
          <p:nvPr/>
        </p:nvSpPr>
        <p:spPr>
          <a:xfrm>
            <a:off x="35889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Cryo_13492">
            <a:extLst>
              <a:ext uri="{FF2B5EF4-FFF2-40B4-BE49-F238E27FC236}">
                <a16:creationId xmlns:a16="http://schemas.microsoft.com/office/drawing/2014/main" id="{FA71273A-EAC2-433D-BA61-0F61C612A7F5}"/>
              </a:ext>
            </a:extLst>
          </p:cNvPr>
          <p:cNvSpPr>
            <a:spLocks noGrp="1"/>
          </p:cNvSpPr>
          <p:nvPr/>
        </p:nvSpPr>
        <p:spPr>
          <a:xfrm>
            <a:off x="339755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Cryo_13493">
            <a:extLst>
              <a:ext uri="{FF2B5EF4-FFF2-40B4-BE49-F238E27FC236}">
                <a16:creationId xmlns:a16="http://schemas.microsoft.com/office/drawing/2014/main" id="{9E46D9A5-46A1-489B-AF75-B8EF1A4487EB}"/>
              </a:ext>
            </a:extLst>
          </p:cNvPr>
          <p:cNvSpPr>
            <a:spLocks noGrp="1"/>
          </p:cNvSpPr>
          <p:nvPr/>
        </p:nvSpPr>
        <p:spPr>
          <a:xfrm>
            <a:off x="3548721" y="54377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Cryo_13494">
            <a:extLst>
              <a:ext uri="{FF2B5EF4-FFF2-40B4-BE49-F238E27FC236}">
                <a16:creationId xmlns:a16="http://schemas.microsoft.com/office/drawing/2014/main" id="{E1F1D9EC-2781-4FC7-A9E6-1B93A05153AA}"/>
              </a:ext>
            </a:extLst>
          </p:cNvPr>
          <p:cNvSpPr>
            <a:spLocks noGrp="1"/>
          </p:cNvSpPr>
          <p:nvPr/>
        </p:nvSpPr>
        <p:spPr>
          <a:xfrm>
            <a:off x="3389340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Cryo_13495">
            <a:extLst>
              <a:ext uri="{FF2B5EF4-FFF2-40B4-BE49-F238E27FC236}">
                <a16:creationId xmlns:a16="http://schemas.microsoft.com/office/drawing/2014/main" id="{BC3022F1-9103-4AFB-81D0-2607BD74B6E4}"/>
              </a:ext>
            </a:extLst>
          </p:cNvPr>
          <p:cNvSpPr>
            <a:spLocks noGrp="1"/>
          </p:cNvSpPr>
          <p:nvPr/>
        </p:nvSpPr>
        <p:spPr>
          <a:xfrm>
            <a:off x="35747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Cryo_13496">
            <a:extLst>
              <a:ext uri="{FF2B5EF4-FFF2-40B4-BE49-F238E27FC236}">
                <a16:creationId xmlns:a16="http://schemas.microsoft.com/office/drawing/2014/main" id="{09D6D268-43CA-4CC8-99C4-01A5A0A30DB7}"/>
              </a:ext>
            </a:extLst>
          </p:cNvPr>
          <p:cNvSpPr>
            <a:spLocks noGrp="1"/>
          </p:cNvSpPr>
          <p:nvPr/>
        </p:nvSpPr>
        <p:spPr>
          <a:xfrm>
            <a:off x="338117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Cryo_13497">
            <a:extLst>
              <a:ext uri="{FF2B5EF4-FFF2-40B4-BE49-F238E27FC236}">
                <a16:creationId xmlns:a16="http://schemas.microsoft.com/office/drawing/2014/main" id="{628B4ADF-BFC0-49C5-ABBA-6339EF7E8565}"/>
              </a:ext>
            </a:extLst>
          </p:cNvPr>
          <p:cNvSpPr>
            <a:spLocks noGrp="1"/>
          </p:cNvSpPr>
          <p:nvPr/>
        </p:nvSpPr>
        <p:spPr>
          <a:xfrm>
            <a:off x="34844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Cryo_13498">
            <a:extLst>
              <a:ext uri="{FF2B5EF4-FFF2-40B4-BE49-F238E27FC236}">
                <a16:creationId xmlns:a16="http://schemas.microsoft.com/office/drawing/2014/main" id="{A93A67A4-9558-4484-A8A0-5979DC061D82}"/>
              </a:ext>
            </a:extLst>
          </p:cNvPr>
          <p:cNvSpPr>
            <a:spLocks noGrp="1"/>
          </p:cNvSpPr>
          <p:nvPr/>
        </p:nvSpPr>
        <p:spPr>
          <a:xfrm>
            <a:off x="33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Cryo_13499">
            <a:extLst>
              <a:ext uri="{FF2B5EF4-FFF2-40B4-BE49-F238E27FC236}">
                <a16:creationId xmlns:a16="http://schemas.microsoft.com/office/drawing/2014/main" id="{3C064711-77E3-40F0-9E89-12CD1128C71E}"/>
              </a:ext>
            </a:extLst>
          </p:cNvPr>
          <p:cNvSpPr>
            <a:spLocks noGrp="1"/>
          </p:cNvSpPr>
          <p:nvPr/>
        </p:nvSpPr>
        <p:spPr>
          <a:xfrm>
            <a:off x="3525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Cryo_13500">
            <a:extLst>
              <a:ext uri="{FF2B5EF4-FFF2-40B4-BE49-F238E27FC236}">
                <a16:creationId xmlns:a16="http://schemas.microsoft.com/office/drawing/2014/main" id="{BAE404A7-74CF-4EB1-9497-18EFD621E9AB}"/>
              </a:ext>
            </a:extLst>
          </p:cNvPr>
          <p:cNvSpPr>
            <a:spLocks noGrp="1"/>
          </p:cNvSpPr>
          <p:nvPr/>
        </p:nvSpPr>
        <p:spPr>
          <a:xfrm>
            <a:off x="34270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Cryo_13501">
            <a:extLst>
              <a:ext uri="{FF2B5EF4-FFF2-40B4-BE49-F238E27FC236}">
                <a16:creationId xmlns:a16="http://schemas.microsoft.com/office/drawing/2014/main" id="{B41EC5C7-2682-41C1-80B3-96F03C76D93D}"/>
              </a:ext>
            </a:extLst>
          </p:cNvPr>
          <p:cNvSpPr>
            <a:spLocks noGrp="1"/>
          </p:cNvSpPr>
          <p:nvPr/>
        </p:nvSpPr>
        <p:spPr>
          <a:xfrm>
            <a:off x="3492392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Cryo_13502">
            <a:extLst>
              <a:ext uri="{FF2B5EF4-FFF2-40B4-BE49-F238E27FC236}">
                <a16:creationId xmlns:a16="http://schemas.microsoft.com/office/drawing/2014/main" id="{BFBD6749-CC6D-4893-9185-31E6744513E6}"/>
              </a:ext>
            </a:extLst>
          </p:cNvPr>
          <p:cNvSpPr>
            <a:spLocks noGrp="1"/>
          </p:cNvSpPr>
          <p:nvPr/>
        </p:nvSpPr>
        <p:spPr>
          <a:xfrm>
            <a:off x="3414161" y="48886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Cryo_13503">
            <a:extLst>
              <a:ext uri="{FF2B5EF4-FFF2-40B4-BE49-F238E27FC236}">
                <a16:creationId xmlns:a16="http://schemas.microsoft.com/office/drawing/2014/main" id="{9FAB329D-3ED9-44C7-B7C4-C766BAB9EF01}"/>
              </a:ext>
            </a:extLst>
          </p:cNvPr>
          <p:cNvSpPr>
            <a:spLocks noGrp="1"/>
          </p:cNvSpPr>
          <p:nvPr/>
        </p:nvSpPr>
        <p:spPr>
          <a:xfrm>
            <a:off x="3358734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Cryo_13504">
            <a:extLst>
              <a:ext uri="{FF2B5EF4-FFF2-40B4-BE49-F238E27FC236}">
                <a16:creationId xmlns:a16="http://schemas.microsoft.com/office/drawing/2014/main" id="{5652C997-4524-4C09-A599-341BD0C83BD2}"/>
              </a:ext>
            </a:extLst>
          </p:cNvPr>
          <p:cNvSpPr>
            <a:spLocks noGrp="1"/>
          </p:cNvSpPr>
          <p:nvPr/>
        </p:nvSpPr>
        <p:spPr>
          <a:xfrm>
            <a:off x="346557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Cryo_13505">
            <a:extLst>
              <a:ext uri="{FF2B5EF4-FFF2-40B4-BE49-F238E27FC236}">
                <a16:creationId xmlns:a16="http://schemas.microsoft.com/office/drawing/2014/main" id="{9001B122-2BC2-411E-A07A-77133C5ABE03}"/>
              </a:ext>
            </a:extLst>
          </p:cNvPr>
          <p:cNvSpPr>
            <a:spLocks noGrp="1"/>
          </p:cNvSpPr>
          <p:nvPr/>
        </p:nvSpPr>
        <p:spPr>
          <a:xfrm>
            <a:off x="340837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Cryo_13506">
            <a:extLst>
              <a:ext uri="{FF2B5EF4-FFF2-40B4-BE49-F238E27FC236}">
                <a16:creationId xmlns:a16="http://schemas.microsoft.com/office/drawing/2014/main" id="{58F3FE0D-6756-4BAE-8471-40BF4252B4F8}"/>
              </a:ext>
            </a:extLst>
          </p:cNvPr>
          <p:cNvSpPr>
            <a:spLocks noGrp="1"/>
          </p:cNvSpPr>
          <p:nvPr/>
        </p:nvSpPr>
        <p:spPr>
          <a:xfrm>
            <a:off x="353781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Cryo_13507">
            <a:extLst>
              <a:ext uri="{FF2B5EF4-FFF2-40B4-BE49-F238E27FC236}">
                <a16:creationId xmlns:a16="http://schemas.microsoft.com/office/drawing/2014/main" id="{A5980914-5CB7-442C-AD08-F670969852D8}"/>
              </a:ext>
            </a:extLst>
          </p:cNvPr>
          <p:cNvSpPr>
            <a:spLocks noGrp="1"/>
          </p:cNvSpPr>
          <p:nvPr/>
        </p:nvSpPr>
        <p:spPr>
          <a:xfrm>
            <a:off x="3400455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Cryo_13508">
            <a:extLst>
              <a:ext uri="{FF2B5EF4-FFF2-40B4-BE49-F238E27FC236}">
                <a16:creationId xmlns:a16="http://schemas.microsoft.com/office/drawing/2014/main" id="{D25BAA6B-8F0F-4BF9-AB71-1BFC62CB755E}"/>
              </a:ext>
            </a:extLst>
          </p:cNvPr>
          <p:cNvSpPr>
            <a:spLocks noGrp="1"/>
          </p:cNvSpPr>
          <p:nvPr/>
        </p:nvSpPr>
        <p:spPr>
          <a:xfrm>
            <a:off x="354859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Cryo_13509">
            <a:extLst>
              <a:ext uri="{FF2B5EF4-FFF2-40B4-BE49-F238E27FC236}">
                <a16:creationId xmlns:a16="http://schemas.microsoft.com/office/drawing/2014/main" id="{924F3550-2772-411A-8961-C75F8DA9002B}"/>
              </a:ext>
            </a:extLst>
          </p:cNvPr>
          <p:cNvSpPr>
            <a:spLocks noGrp="1"/>
          </p:cNvSpPr>
          <p:nvPr/>
        </p:nvSpPr>
        <p:spPr>
          <a:xfrm>
            <a:off x="3507136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Cryo_13510">
            <a:extLst>
              <a:ext uri="{FF2B5EF4-FFF2-40B4-BE49-F238E27FC236}">
                <a16:creationId xmlns:a16="http://schemas.microsoft.com/office/drawing/2014/main" id="{553C2C4A-B160-4353-BBB7-4446E6FF5D43}"/>
              </a:ext>
            </a:extLst>
          </p:cNvPr>
          <p:cNvSpPr>
            <a:spLocks noGrp="1"/>
          </p:cNvSpPr>
          <p:nvPr/>
        </p:nvSpPr>
        <p:spPr>
          <a:xfrm>
            <a:off x="356067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Cryo_13511">
            <a:extLst>
              <a:ext uri="{FF2B5EF4-FFF2-40B4-BE49-F238E27FC236}">
                <a16:creationId xmlns:a16="http://schemas.microsoft.com/office/drawing/2014/main" id="{91209F34-CD83-4A57-8383-62DB9F060B4B}"/>
              </a:ext>
            </a:extLst>
          </p:cNvPr>
          <p:cNvSpPr>
            <a:spLocks noGrp="1"/>
          </p:cNvSpPr>
          <p:nvPr/>
        </p:nvSpPr>
        <p:spPr>
          <a:xfrm>
            <a:off x="35078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Cryo_13512">
            <a:extLst>
              <a:ext uri="{FF2B5EF4-FFF2-40B4-BE49-F238E27FC236}">
                <a16:creationId xmlns:a16="http://schemas.microsoft.com/office/drawing/2014/main" id="{55E576DC-C4BB-49CC-A45C-8EF93A6C16F3}"/>
              </a:ext>
            </a:extLst>
          </p:cNvPr>
          <p:cNvSpPr>
            <a:spLocks noGrp="1"/>
          </p:cNvSpPr>
          <p:nvPr/>
        </p:nvSpPr>
        <p:spPr>
          <a:xfrm>
            <a:off x="3476031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Cryo_13513">
            <a:extLst>
              <a:ext uri="{FF2B5EF4-FFF2-40B4-BE49-F238E27FC236}">
                <a16:creationId xmlns:a16="http://schemas.microsoft.com/office/drawing/2014/main" id="{030BE8C9-209C-435A-ACA7-883FDB64321C}"/>
              </a:ext>
            </a:extLst>
          </p:cNvPr>
          <p:cNvSpPr>
            <a:spLocks noGrp="1"/>
          </p:cNvSpPr>
          <p:nvPr/>
        </p:nvSpPr>
        <p:spPr>
          <a:xfrm>
            <a:off x="3407631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Cryo_13514">
            <a:extLst>
              <a:ext uri="{FF2B5EF4-FFF2-40B4-BE49-F238E27FC236}">
                <a16:creationId xmlns:a16="http://schemas.microsoft.com/office/drawing/2014/main" id="{18940B4A-9C8C-4BD6-8860-815319730F0E}"/>
              </a:ext>
            </a:extLst>
          </p:cNvPr>
          <p:cNvSpPr>
            <a:spLocks noGrp="1"/>
          </p:cNvSpPr>
          <p:nvPr/>
        </p:nvSpPr>
        <p:spPr>
          <a:xfrm>
            <a:off x="344340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Cryo_13515">
            <a:extLst>
              <a:ext uri="{FF2B5EF4-FFF2-40B4-BE49-F238E27FC236}">
                <a16:creationId xmlns:a16="http://schemas.microsoft.com/office/drawing/2014/main" id="{3A6D1A61-8B28-4C0A-AFAA-98C2226B3C20}"/>
              </a:ext>
            </a:extLst>
          </p:cNvPr>
          <p:cNvSpPr>
            <a:spLocks noGrp="1"/>
          </p:cNvSpPr>
          <p:nvPr/>
        </p:nvSpPr>
        <p:spPr>
          <a:xfrm>
            <a:off x="34547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Cryo_13516">
            <a:extLst>
              <a:ext uri="{FF2B5EF4-FFF2-40B4-BE49-F238E27FC236}">
                <a16:creationId xmlns:a16="http://schemas.microsoft.com/office/drawing/2014/main" id="{435F9A7B-1D3C-49AD-BDC9-A2EB5BCEA40A}"/>
              </a:ext>
            </a:extLst>
          </p:cNvPr>
          <p:cNvSpPr>
            <a:spLocks noGrp="1"/>
          </p:cNvSpPr>
          <p:nvPr/>
        </p:nvSpPr>
        <p:spPr>
          <a:xfrm>
            <a:off x="3422130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Cryo_13517">
            <a:extLst>
              <a:ext uri="{FF2B5EF4-FFF2-40B4-BE49-F238E27FC236}">
                <a16:creationId xmlns:a16="http://schemas.microsoft.com/office/drawing/2014/main" id="{B30BC681-C4FD-4A19-9FD6-8B1E3E7F6D68}"/>
              </a:ext>
            </a:extLst>
          </p:cNvPr>
          <p:cNvSpPr>
            <a:spLocks noGrp="1"/>
          </p:cNvSpPr>
          <p:nvPr/>
        </p:nvSpPr>
        <p:spPr>
          <a:xfrm>
            <a:off x="3576125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Cryo_13518">
            <a:extLst>
              <a:ext uri="{FF2B5EF4-FFF2-40B4-BE49-F238E27FC236}">
                <a16:creationId xmlns:a16="http://schemas.microsoft.com/office/drawing/2014/main" id="{030126A5-CCE5-49A7-A142-C2BA995D564A}"/>
              </a:ext>
            </a:extLst>
          </p:cNvPr>
          <p:cNvSpPr>
            <a:spLocks noGrp="1"/>
          </p:cNvSpPr>
          <p:nvPr/>
        </p:nvSpPr>
        <p:spPr>
          <a:xfrm>
            <a:off x="34707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Cryo_13519">
            <a:extLst>
              <a:ext uri="{FF2B5EF4-FFF2-40B4-BE49-F238E27FC236}">
                <a16:creationId xmlns:a16="http://schemas.microsoft.com/office/drawing/2014/main" id="{0B819CE9-5AA5-42A7-94EC-490434BD9437}"/>
              </a:ext>
            </a:extLst>
          </p:cNvPr>
          <p:cNvSpPr>
            <a:spLocks noGrp="1"/>
          </p:cNvSpPr>
          <p:nvPr/>
        </p:nvSpPr>
        <p:spPr>
          <a:xfrm>
            <a:off x="3553065" y="5427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Cryo_13520">
            <a:extLst>
              <a:ext uri="{FF2B5EF4-FFF2-40B4-BE49-F238E27FC236}">
                <a16:creationId xmlns:a16="http://schemas.microsoft.com/office/drawing/2014/main" id="{79BA1033-4226-4492-8E76-9BD2D02687EE}"/>
              </a:ext>
            </a:extLst>
          </p:cNvPr>
          <p:cNvSpPr>
            <a:spLocks noGrp="1"/>
          </p:cNvSpPr>
          <p:nvPr/>
        </p:nvSpPr>
        <p:spPr>
          <a:xfrm>
            <a:off x="3511695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Cryo_13521">
            <a:extLst>
              <a:ext uri="{FF2B5EF4-FFF2-40B4-BE49-F238E27FC236}">
                <a16:creationId xmlns:a16="http://schemas.microsoft.com/office/drawing/2014/main" id="{4C515C77-0586-4369-B88A-BA833D50A91F}"/>
              </a:ext>
            </a:extLst>
          </p:cNvPr>
          <p:cNvSpPr>
            <a:spLocks noGrp="1"/>
          </p:cNvSpPr>
          <p:nvPr/>
        </p:nvSpPr>
        <p:spPr>
          <a:xfrm>
            <a:off x="3426591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Cryo_13522">
            <a:extLst>
              <a:ext uri="{FF2B5EF4-FFF2-40B4-BE49-F238E27FC236}">
                <a16:creationId xmlns:a16="http://schemas.microsoft.com/office/drawing/2014/main" id="{20902A9C-569A-41E2-8F5F-ACB085CB7B9A}"/>
              </a:ext>
            </a:extLst>
          </p:cNvPr>
          <p:cNvSpPr>
            <a:spLocks noGrp="1"/>
          </p:cNvSpPr>
          <p:nvPr/>
        </p:nvSpPr>
        <p:spPr>
          <a:xfrm>
            <a:off x="336959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Cryo_13523">
            <a:extLst>
              <a:ext uri="{FF2B5EF4-FFF2-40B4-BE49-F238E27FC236}">
                <a16:creationId xmlns:a16="http://schemas.microsoft.com/office/drawing/2014/main" id="{AD24D830-A8A8-475F-81F1-54122D6DCB53}"/>
              </a:ext>
            </a:extLst>
          </p:cNvPr>
          <p:cNvSpPr>
            <a:spLocks noGrp="1"/>
          </p:cNvSpPr>
          <p:nvPr/>
        </p:nvSpPr>
        <p:spPr>
          <a:xfrm>
            <a:off x="34358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Cryo_13524">
            <a:extLst>
              <a:ext uri="{FF2B5EF4-FFF2-40B4-BE49-F238E27FC236}">
                <a16:creationId xmlns:a16="http://schemas.microsoft.com/office/drawing/2014/main" id="{FFA95A77-6199-419F-A5DD-42A2CA2C6FA8}"/>
              </a:ext>
            </a:extLst>
          </p:cNvPr>
          <p:cNvSpPr>
            <a:spLocks noGrp="1"/>
          </p:cNvSpPr>
          <p:nvPr/>
        </p:nvSpPr>
        <p:spPr>
          <a:xfrm>
            <a:off x="3485519" y="57630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Cryo_13525">
            <a:extLst>
              <a:ext uri="{FF2B5EF4-FFF2-40B4-BE49-F238E27FC236}">
                <a16:creationId xmlns:a16="http://schemas.microsoft.com/office/drawing/2014/main" id="{2A189543-C24C-4900-A80D-919802F9495A}"/>
              </a:ext>
            </a:extLst>
          </p:cNvPr>
          <p:cNvSpPr>
            <a:spLocks noGrp="1"/>
          </p:cNvSpPr>
          <p:nvPr/>
        </p:nvSpPr>
        <p:spPr>
          <a:xfrm>
            <a:off x="33656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Cryo_13526">
            <a:extLst>
              <a:ext uri="{FF2B5EF4-FFF2-40B4-BE49-F238E27FC236}">
                <a16:creationId xmlns:a16="http://schemas.microsoft.com/office/drawing/2014/main" id="{812997AF-542D-4075-9D02-6AF378FCAB8A}"/>
              </a:ext>
            </a:extLst>
          </p:cNvPr>
          <p:cNvSpPr>
            <a:spLocks noGrp="1"/>
          </p:cNvSpPr>
          <p:nvPr/>
        </p:nvSpPr>
        <p:spPr>
          <a:xfrm>
            <a:off x="35771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Cryo_13527">
            <a:extLst>
              <a:ext uri="{FF2B5EF4-FFF2-40B4-BE49-F238E27FC236}">
                <a16:creationId xmlns:a16="http://schemas.microsoft.com/office/drawing/2014/main" id="{A7067199-549D-4E48-8F35-05D31A0594A0}"/>
              </a:ext>
            </a:extLst>
          </p:cNvPr>
          <p:cNvSpPr>
            <a:spLocks noGrp="1"/>
          </p:cNvSpPr>
          <p:nvPr/>
        </p:nvSpPr>
        <p:spPr>
          <a:xfrm>
            <a:off x="499014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Cryo_13528">
            <a:extLst>
              <a:ext uri="{FF2B5EF4-FFF2-40B4-BE49-F238E27FC236}">
                <a16:creationId xmlns:a16="http://schemas.microsoft.com/office/drawing/2014/main" id="{FB737B75-4ADC-42CF-A646-B44D49D7B2F7}"/>
              </a:ext>
            </a:extLst>
          </p:cNvPr>
          <p:cNvSpPr>
            <a:spLocks noGrp="1"/>
          </p:cNvSpPr>
          <p:nvPr/>
        </p:nvSpPr>
        <p:spPr>
          <a:xfrm>
            <a:off x="505418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Cryo_13529">
            <a:extLst>
              <a:ext uri="{FF2B5EF4-FFF2-40B4-BE49-F238E27FC236}">
                <a16:creationId xmlns:a16="http://schemas.microsoft.com/office/drawing/2014/main" id="{C8AAD29E-055F-4D77-BE66-5B6DD0F88643}"/>
              </a:ext>
            </a:extLst>
          </p:cNvPr>
          <p:cNvSpPr>
            <a:spLocks noGrp="1"/>
          </p:cNvSpPr>
          <p:nvPr/>
        </p:nvSpPr>
        <p:spPr>
          <a:xfrm>
            <a:off x="4946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Cryo_13530">
            <a:extLst>
              <a:ext uri="{FF2B5EF4-FFF2-40B4-BE49-F238E27FC236}">
                <a16:creationId xmlns:a16="http://schemas.microsoft.com/office/drawing/2014/main" id="{2903B8D0-5D6E-4138-A270-8641156171B1}"/>
              </a:ext>
            </a:extLst>
          </p:cNvPr>
          <p:cNvSpPr>
            <a:spLocks noGrp="1"/>
          </p:cNvSpPr>
          <p:nvPr/>
        </p:nvSpPr>
        <p:spPr>
          <a:xfrm>
            <a:off x="4945564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Cryo_13531">
            <a:extLst>
              <a:ext uri="{FF2B5EF4-FFF2-40B4-BE49-F238E27FC236}">
                <a16:creationId xmlns:a16="http://schemas.microsoft.com/office/drawing/2014/main" id="{B534C784-A585-44CA-94D8-42D880553F24}"/>
              </a:ext>
            </a:extLst>
          </p:cNvPr>
          <p:cNvSpPr>
            <a:spLocks noGrp="1"/>
          </p:cNvSpPr>
          <p:nvPr/>
        </p:nvSpPr>
        <p:spPr>
          <a:xfrm>
            <a:off x="4987217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Cryo_13532">
            <a:extLst>
              <a:ext uri="{FF2B5EF4-FFF2-40B4-BE49-F238E27FC236}">
                <a16:creationId xmlns:a16="http://schemas.microsoft.com/office/drawing/2014/main" id="{535F3625-A06B-43EF-9368-58EEDFF3DCA8}"/>
              </a:ext>
            </a:extLst>
          </p:cNvPr>
          <p:cNvSpPr>
            <a:spLocks noGrp="1"/>
          </p:cNvSpPr>
          <p:nvPr/>
        </p:nvSpPr>
        <p:spPr>
          <a:xfrm>
            <a:off x="496056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Cryo_13533">
            <a:extLst>
              <a:ext uri="{FF2B5EF4-FFF2-40B4-BE49-F238E27FC236}">
                <a16:creationId xmlns:a16="http://schemas.microsoft.com/office/drawing/2014/main" id="{EAC1EE42-FA8C-4005-BE74-D4108192412D}"/>
              </a:ext>
            </a:extLst>
          </p:cNvPr>
          <p:cNvSpPr>
            <a:spLocks noGrp="1"/>
          </p:cNvSpPr>
          <p:nvPr/>
        </p:nvSpPr>
        <p:spPr>
          <a:xfrm>
            <a:off x="49602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Cryo_13534">
            <a:extLst>
              <a:ext uri="{FF2B5EF4-FFF2-40B4-BE49-F238E27FC236}">
                <a16:creationId xmlns:a16="http://schemas.microsoft.com/office/drawing/2014/main" id="{6BEAC9DE-C40C-4527-84C6-D9F9FDF1C1D6}"/>
              </a:ext>
            </a:extLst>
          </p:cNvPr>
          <p:cNvSpPr>
            <a:spLocks noGrp="1"/>
          </p:cNvSpPr>
          <p:nvPr/>
        </p:nvSpPr>
        <p:spPr>
          <a:xfrm>
            <a:off x="493374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Cryo_13535">
            <a:extLst>
              <a:ext uri="{FF2B5EF4-FFF2-40B4-BE49-F238E27FC236}">
                <a16:creationId xmlns:a16="http://schemas.microsoft.com/office/drawing/2014/main" id="{8AE3F7E2-7BF3-4749-8F7A-3100B6CC9B61}"/>
              </a:ext>
            </a:extLst>
          </p:cNvPr>
          <p:cNvSpPr>
            <a:spLocks noGrp="1"/>
          </p:cNvSpPr>
          <p:nvPr/>
        </p:nvSpPr>
        <p:spPr>
          <a:xfrm>
            <a:off x="5155951" y="52585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Cryo_13536">
            <a:extLst>
              <a:ext uri="{FF2B5EF4-FFF2-40B4-BE49-F238E27FC236}">
                <a16:creationId xmlns:a16="http://schemas.microsoft.com/office/drawing/2014/main" id="{CA520997-7312-41EF-BB68-51134E761A7F}"/>
              </a:ext>
            </a:extLst>
          </p:cNvPr>
          <p:cNvSpPr>
            <a:spLocks noGrp="1"/>
          </p:cNvSpPr>
          <p:nvPr/>
        </p:nvSpPr>
        <p:spPr>
          <a:xfrm>
            <a:off x="51334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Cryo_13537">
            <a:extLst>
              <a:ext uri="{FF2B5EF4-FFF2-40B4-BE49-F238E27FC236}">
                <a16:creationId xmlns:a16="http://schemas.microsoft.com/office/drawing/2014/main" id="{D12C756A-CCAC-45AD-BD8D-3505952D703F}"/>
              </a:ext>
            </a:extLst>
          </p:cNvPr>
          <p:cNvSpPr>
            <a:spLocks noGrp="1"/>
          </p:cNvSpPr>
          <p:nvPr/>
        </p:nvSpPr>
        <p:spPr>
          <a:xfrm>
            <a:off x="5168932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Cryo_13538">
            <a:extLst>
              <a:ext uri="{FF2B5EF4-FFF2-40B4-BE49-F238E27FC236}">
                <a16:creationId xmlns:a16="http://schemas.microsoft.com/office/drawing/2014/main" id="{9019897B-1B8B-4C8F-8D30-B0CF72BCC543}"/>
              </a:ext>
            </a:extLst>
          </p:cNvPr>
          <p:cNvSpPr>
            <a:spLocks noGrp="1"/>
          </p:cNvSpPr>
          <p:nvPr/>
        </p:nvSpPr>
        <p:spPr>
          <a:xfrm>
            <a:off x="4953588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Cryo_13539">
            <a:extLst>
              <a:ext uri="{FF2B5EF4-FFF2-40B4-BE49-F238E27FC236}">
                <a16:creationId xmlns:a16="http://schemas.microsoft.com/office/drawing/2014/main" id="{8B298105-6911-4EDE-89A3-DBCB47B3036D}"/>
              </a:ext>
            </a:extLst>
          </p:cNvPr>
          <p:cNvSpPr>
            <a:spLocks noGrp="1"/>
          </p:cNvSpPr>
          <p:nvPr/>
        </p:nvSpPr>
        <p:spPr>
          <a:xfrm>
            <a:off x="510629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Cryo_13540">
            <a:extLst>
              <a:ext uri="{FF2B5EF4-FFF2-40B4-BE49-F238E27FC236}">
                <a16:creationId xmlns:a16="http://schemas.microsoft.com/office/drawing/2014/main" id="{92AC5850-A3C8-4038-B3F4-BD7CFE8B54DB}"/>
              </a:ext>
            </a:extLst>
          </p:cNvPr>
          <p:cNvSpPr>
            <a:spLocks noGrp="1"/>
          </p:cNvSpPr>
          <p:nvPr/>
        </p:nvSpPr>
        <p:spPr>
          <a:xfrm>
            <a:off x="495670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Cryo_13541">
            <a:extLst>
              <a:ext uri="{FF2B5EF4-FFF2-40B4-BE49-F238E27FC236}">
                <a16:creationId xmlns:a16="http://schemas.microsoft.com/office/drawing/2014/main" id="{E5342867-CCD1-4036-8F54-CC0F208A4679}"/>
              </a:ext>
            </a:extLst>
          </p:cNvPr>
          <p:cNvSpPr>
            <a:spLocks noGrp="1"/>
          </p:cNvSpPr>
          <p:nvPr/>
        </p:nvSpPr>
        <p:spPr>
          <a:xfrm>
            <a:off x="4994722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Cryo_13542">
            <a:extLst>
              <a:ext uri="{FF2B5EF4-FFF2-40B4-BE49-F238E27FC236}">
                <a16:creationId xmlns:a16="http://schemas.microsoft.com/office/drawing/2014/main" id="{840AF011-A635-44CE-8786-B90D948AD01C}"/>
              </a:ext>
            </a:extLst>
          </p:cNvPr>
          <p:cNvSpPr>
            <a:spLocks noGrp="1"/>
          </p:cNvSpPr>
          <p:nvPr/>
        </p:nvSpPr>
        <p:spPr>
          <a:xfrm>
            <a:off x="49729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Cryo_13543">
            <a:extLst>
              <a:ext uri="{FF2B5EF4-FFF2-40B4-BE49-F238E27FC236}">
                <a16:creationId xmlns:a16="http://schemas.microsoft.com/office/drawing/2014/main" id="{70DBE7E4-9576-47D1-89C2-F198F0C55EC9}"/>
              </a:ext>
            </a:extLst>
          </p:cNvPr>
          <p:cNvSpPr>
            <a:spLocks noGrp="1"/>
          </p:cNvSpPr>
          <p:nvPr/>
        </p:nvSpPr>
        <p:spPr>
          <a:xfrm>
            <a:off x="50317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Cryo_13544">
            <a:extLst>
              <a:ext uri="{FF2B5EF4-FFF2-40B4-BE49-F238E27FC236}">
                <a16:creationId xmlns:a16="http://schemas.microsoft.com/office/drawing/2014/main" id="{6430F3B8-8F78-4D67-A0DA-02DEF6DAB4AC}"/>
              </a:ext>
            </a:extLst>
          </p:cNvPr>
          <p:cNvSpPr>
            <a:spLocks noGrp="1"/>
          </p:cNvSpPr>
          <p:nvPr/>
        </p:nvSpPr>
        <p:spPr>
          <a:xfrm>
            <a:off x="50675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Cryo_13545">
            <a:extLst>
              <a:ext uri="{FF2B5EF4-FFF2-40B4-BE49-F238E27FC236}">
                <a16:creationId xmlns:a16="http://schemas.microsoft.com/office/drawing/2014/main" id="{994F6015-8708-406E-A2CB-93496FBF6BF8}"/>
              </a:ext>
            </a:extLst>
          </p:cNvPr>
          <p:cNvSpPr>
            <a:spLocks noGrp="1"/>
          </p:cNvSpPr>
          <p:nvPr/>
        </p:nvSpPr>
        <p:spPr>
          <a:xfrm>
            <a:off x="4952259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Cryo_13546">
            <a:extLst>
              <a:ext uri="{FF2B5EF4-FFF2-40B4-BE49-F238E27FC236}">
                <a16:creationId xmlns:a16="http://schemas.microsoft.com/office/drawing/2014/main" id="{5EF785FB-75B1-404A-94C1-753FBB58A167}"/>
              </a:ext>
            </a:extLst>
          </p:cNvPr>
          <p:cNvSpPr>
            <a:spLocks noGrp="1"/>
          </p:cNvSpPr>
          <p:nvPr/>
        </p:nvSpPr>
        <p:spPr>
          <a:xfrm>
            <a:off x="509671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Cryo_13547">
            <a:extLst>
              <a:ext uri="{FF2B5EF4-FFF2-40B4-BE49-F238E27FC236}">
                <a16:creationId xmlns:a16="http://schemas.microsoft.com/office/drawing/2014/main" id="{9E0F7DD0-426F-468D-A26C-73BACFF8730F}"/>
              </a:ext>
            </a:extLst>
          </p:cNvPr>
          <p:cNvSpPr>
            <a:spLocks noGrp="1"/>
          </p:cNvSpPr>
          <p:nvPr/>
        </p:nvSpPr>
        <p:spPr>
          <a:xfrm>
            <a:off x="511064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Cryo_13548">
            <a:extLst>
              <a:ext uri="{FF2B5EF4-FFF2-40B4-BE49-F238E27FC236}">
                <a16:creationId xmlns:a16="http://schemas.microsoft.com/office/drawing/2014/main" id="{56885179-2511-46C1-87CF-D7EA050F6DE3}"/>
              </a:ext>
            </a:extLst>
          </p:cNvPr>
          <p:cNvSpPr>
            <a:spLocks noGrp="1"/>
          </p:cNvSpPr>
          <p:nvPr/>
        </p:nvSpPr>
        <p:spPr>
          <a:xfrm>
            <a:off x="516697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Cryo_13549">
            <a:extLst>
              <a:ext uri="{FF2B5EF4-FFF2-40B4-BE49-F238E27FC236}">
                <a16:creationId xmlns:a16="http://schemas.microsoft.com/office/drawing/2014/main" id="{19ACDBDB-507A-47CF-A0AA-75C2176990F6}"/>
              </a:ext>
            </a:extLst>
          </p:cNvPr>
          <p:cNvSpPr>
            <a:spLocks noGrp="1"/>
          </p:cNvSpPr>
          <p:nvPr/>
        </p:nvSpPr>
        <p:spPr>
          <a:xfrm>
            <a:off x="5090711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Cryo_13550">
            <a:extLst>
              <a:ext uri="{FF2B5EF4-FFF2-40B4-BE49-F238E27FC236}">
                <a16:creationId xmlns:a16="http://schemas.microsoft.com/office/drawing/2014/main" id="{AF55D908-3BD1-40D1-9172-03EA18EFAA3B}"/>
              </a:ext>
            </a:extLst>
          </p:cNvPr>
          <p:cNvSpPr>
            <a:spLocks noGrp="1"/>
          </p:cNvSpPr>
          <p:nvPr/>
        </p:nvSpPr>
        <p:spPr>
          <a:xfrm>
            <a:off x="4977711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Cryo_13551">
            <a:extLst>
              <a:ext uri="{FF2B5EF4-FFF2-40B4-BE49-F238E27FC236}">
                <a16:creationId xmlns:a16="http://schemas.microsoft.com/office/drawing/2014/main" id="{C6BA2F59-BBF0-4DC9-A848-55D888091E67}"/>
              </a:ext>
            </a:extLst>
          </p:cNvPr>
          <p:cNvSpPr>
            <a:spLocks noGrp="1"/>
          </p:cNvSpPr>
          <p:nvPr/>
        </p:nvSpPr>
        <p:spPr>
          <a:xfrm>
            <a:off x="4995868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Cryo_13552">
            <a:extLst>
              <a:ext uri="{FF2B5EF4-FFF2-40B4-BE49-F238E27FC236}">
                <a16:creationId xmlns:a16="http://schemas.microsoft.com/office/drawing/2014/main" id="{563CAA61-57BA-49A4-913F-ABA0195FC13C}"/>
              </a:ext>
            </a:extLst>
          </p:cNvPr>
          <p:cNvSpPr>
            <a:spLocks noGrp="1"/>
          </p:cNvSpPr>
          <p:nvPr/>
        </p:nvSpPr>
        <p:spPr>
          <a:xfrm>
            <a:off x="507437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Cryo_13553">
            <a:extLst>
              <a:ext uri="{FF2B5EF4-FFF2-40B4-BE49-F238E27FC236}">
                <a16:creationId xmlns:a16="http://schemas.microsoft.com/office/drawing/2014/main" id="{535CBB48-EC2D-4F96-9745-A63AAE0E6C65}"/>
              </a:ext>
            </a:extLst>
          </p:cNvPr>
          <p:cNvSpPr>
            <a:spLocks noGrp="1"/>
          </p:cNvSpPr>
          <p:nvPr/>
        </p:nvSpPr>
        <p:spPr>
          <a:xfrm>
            <a:off x="495992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Cryo_13554">
            <a:extLst>
              <a:ext uri="{FF2B5EF4-FFF2-40B4-BE49-F238E27FC236}">
                <a16:creationId xmlns:a16="http://schemas.microsoft.com/office/drawing/2014/main" id="{8614823D-ECEE-4D1D-8C37-8B7D5C102DE2}"/>
              </a:ext>
            </a:extLst>
          </p:cNvPr>
          <p:cNvSpPr>
            <a:spLocks noGrp="1"/>
          </p:cNvSpPr>
          <p:nvPr/>
        </p:nvSpPr>
        <p:spPr>
          <a:xfrm>
            <a:off x="505362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Cryo_13555">
            <a:extLst>
              <a:ext uri="{FF2B5EF4-FFF2-40B4-BE49-F238E27FC236}">
                <a16:creationId xmlns:a16="http://schemas.microsoft.com/office/drawing/2014/main" id="{47F97114-F849-47F5-A891-D9EF5F142129}"/>
              </a:ext>
            </a:extLst>
          </p:cNvPr>
          <p:cNvSpPr>
            <a:spLocks noGrp="1"/>
          </p:cNvSpPr>
          <p:nvPr/>
        </p:nvSpPr>
        <p:spPr>
          <a:xfrm>
            <a:off x="5120885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Cryo_13556">
            <a:extLst>
              <a:ext uri="{FF2B5EF4-FFF2-40B4-BE49-F238E27FC236}">
                <a16:creationId xmlns:a16="http://schemas.microsoft.com/office/drawing/2014/main" id="{1696AA09-AB0B-48DA-B997-D40AF72FB97C}"/>
              </a:ext>
            </a:extLst>
          </p:cNvPr>
          <p:cNvSpPr>
            <a:spLocks noGrp="1"/>
          </p:cNvSpPr>
          <p:nvPr/>
        </p:nvSpPr>
        <p:spPr>
          <a:xfrm>
            <a:off x="51296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Cryo_13557">
            <a:extLst>
              <a:ext uri="{FF2B5EF4-FFF2-40B4-BE49-F238E27FC236}">
                <a16:creationId xmlns:a16="http://schemas.microsoft.com/office/drawing/2014/main" id="{F30A73ED-B115-4F7C-BDE6-18E6AC5882F0}"/>
              </a:ext>
            </a:extLst>
          </p:cNvPr>
          <p:cNvSpPr>
            <a:spLocks noGrp="1"/>
          </p:cNvSpPr>
          <p:nvPr/>
        </p:nvSpPr>
        <p:spPr>
          <a:xfrm>
            <a:off x="50935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Cryo_13558">
            <a:extLst>
              <a:ext uri="{FF2B5EF4-FFF2-40B4-BE49-F238E27FC236}">
                <a16:creationId xmlns:a16="http://schemas.microsoft.com/office/drawing/2014/main" id="{0A3BF9DB-D148-4619-8018-4A054B20DE2E}"/>
              </a:ext>
            </a:extLst>
          </p:cNvPr>
          <p:cNvSpPr>
            <a:spLocks noGrp="1"/>
          </p:cNvSpPr>
          <p:nvPr/>
        </p:nvSpPr>
        <p:spPr>
          <a:xfrm>
            <a:off x="5121225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Cryo_13559">
            <a:extLst>
              <a:ext uri="{FF2B5EF4-FFF2-40B4-BE49-F238E27FC236}">
                <a16:creationId xmlns:a16="http://schemas.microsoft.com/office/drawing/2014/main" id="{45A08555-D382-4E33-9778-AF3929084E59}"/>
              </a:ext>
            </a:extLst>
          </p:cNvPr>
          <p:cNvSpPr>
            <a:spLocks noGrp="1"/>
          </p:cNvSpPr>
          <p:nvPr/>
        </p:nvSpPr>
        <p:spPr>
          <a:xfrm>
            <a:off x="496964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Cryo_13560">
            <a:extLst>
              <a:ext uri="{FF2B5EF4-FFF2-40B4-BE49-F238E27FC236}">
                <a16:creationId xmlns:a16="http://schemas.microsoft.com/office/drawing/2014/main" id="{8B6415BD-5B8E-46F6-BA3F-209273A83109}"/>
              </a:ext>
            </a:extLst>
          </p:cNvPr>
          <p:cNvSpPr>
            <a:spLocks noGrp="1"/>
          </p:cNvSpPr>
          <p:nvPr/>
        </p:nvSpPr>
        <p:spPr>
          <a:xfrm>
            <a:off x="5128927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Cryo_13561">
            <a:extLst>
              <a:ext uri="{FF2B5EF4-FFF2-40B4-BE49-F238E27FC236}">
                <a16:creationId xmlns:a16="http://schemas.microsoft.com/office/drawing/2014/main" id="{A99E704A-D60E-42C3-8AB2-827B18F0DC2C}"/>
              </a:ext>
            </a:extLst>
          </p:cNvPr>
          <p:cNvSpPr>
            <a:spLocks noGrp="1"/>
          </p:cNvSpPr>
          <p:nvPr/>
        </p:nvSpPr>
        <p:spPr>
          <a:xfrm>
            <a:off x="51242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Cryo_13562">
            <a:extLst>
              <a:ext uri="{FF2B5EF4-FFF2-40B4-BE49-F238E27FC236}">
                <a16:creationId xmlns:a16="http://schemas.microsoft.com/office/drawing/2014/main" id="{57112043-C967-49EC-899C-E89B100FDF69}"/>
              </a:ext>
            </a:extLst>
          </p:cNvPr>
          <p:cNvSpPr>
            <a:spLocks noGrp="1"/>
          </p:cNvSpPr>
          <p:nvPr/>
        </p:nvSpPr>
        <p:spPr>
          <a:xfrm>
            <a:off x="49211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Cryo_13563">
            <a:extLst>
              <a:ext uri="{FF2B5EF4-FFF2-40B4-BE49-F238E27FC236}">
                <a16:creationId xmlns:a16="http://schemas.microsoft.com/office/drawing/2014/main" id="{6670EEF1-250F-4CDA-8B27-724BE98CC849}"/>
              </a:ext>
            </a:extLst>
          </p:cNvPr>
          <p:cNvSpPr>
            <a:spLocks noGrp="1"/>
          </p:cNvSpPr>
          <p:nvPr/>
        </p:nvSpPr>
        <p:spPr>
          <a:xfrm>
            <a:off x="49260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Cryo_13564">
            <a:extLst>
              <a:ext uri="{FF2B5EF4-FFF2-40B4-BE49-F238E27FC236}">
                <a16:creationId xmlns:a16="http://schemas.microsoft.com/office/drawing/2014/main" id="{D2A1998D-846B-4F5D-88BB-8368D7538A88}"/>
              </a:ext>
            </a:extLst>
          </p:cNvPr>
          <p:cNvSpPr>
            <a:spLocks noGrp="1"/>
          </p:cNvSpPr>
          <p:nvPr/>
        </p:nvSpPr>
        <p:spPr>
          <a:xfrm>
            <a:off x="50811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Cryo_13565">
            <a:extLst>
              <a:ext uri="{FF2B5EF4-FFF2-40B4-BE49-F238E27FC236}">
                <a16:creationId xmlns:a16="http://schemas.microsoft.com/office/drawing/2014/main" id="{A390906A-2A28-489D-9795-C289B8571DFC}"/>
              </a:ext>
            </a:extLst>
          </p:cNvPr>
          <p:cNvSpPr>
            <a:spLocks noGrp="1"/>
          </p:cNvSpPr>
          <p:nvPr/>
        </p:nvSpPr>
        <p:spPr>
          <a:xfrm>
            <a:off x="494973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Cryo_13566">
            <a:extLst>
              <a:ext uri="{FF2B5EF4-FFF2-40B4-BE49-F238E27FC236}">
                <a16:creationId xmlns:a16="http://schemas.microsoft.com/office/drawing/2014/main" id="{A2C98E53-674C-4FBE-86ED-35E64C72271B}"/>
              </a:ext>
            </a:extLst>
          </p:cNvPr>
          <p:cNvSpPr>
            <a:spLocks noGrp="1"/>
          </p:cNvSpPr>
          <p:nvPr/>
        </p:nvSpPr>
        <p:spPr>
          <a:xfrm>
            <a:off x="5035300" y="33438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Cryo_13567">
            <a:extLst>
              <a:ext uri="{FF2B5EF4-FFF2-40B4-BE49-F238E27FC236}">
                <a16:creationId xmlns:a16="http://schemas.microsoft.com/office/drawing/2014/main" id="{F8C47047-3B92-412F-8858-E0D8DBD23280}"/>
              </a:ext>
            </a:extLst>
          </p:cNvPr>
          <p:cNvSpPr>
            <a:spLocks noGrp="1"/>
          </p:cNvSpPr>
          <p:nvPr/>
        </p:nvSpPr>
        <p:spPr>
          <a:xfrm>
            <a:off x="508947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Cryo_13568">
            <a:extLst>
              <a:ext uri="{FF2B5EF4-FFF2-40B4-BE49-F238E27FC236}">
                <a16:creationId xmlns:a16="http://schemas.microsoft.com/office/drawing/2014/main" id="{8B57FF33-EB34-499C-B13D-F89D78E666D2}"/>
              </a:ext>
            </a:extLst>
          </p:cNvPr>
          <p:cNvSpPr>
            <a:spLocks noGrp="1"/>
          </p:cNvSpPr>
          <p:nvPr/>
        </p:nvSpPr>
        <p:spPr>
          <a:xfrm>
            <a:off x="509375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Cryo_13569">
            <a:extLst>
              <a:ext uri="{FF2B5EF4-FFF2-40B4-BE49-F238E27FC236}">
                <a16:creationId xmlns:a16="http://schemas.microsoft.com/office/drawing/2014/main" id="{4CC4DE60-A371-4539-9ED1-982A9D241515}"/>
              </a:ext>
            </a:extLst>
          </p:cNvPr>
          <p:cNvSpPr>
            <a:spLocks noGrp="1"/>
          </p:cNvSpPr>
          <p:nvPr/>
        </p:nvSpPr>
        <p:spPr>
          <a:xfrm>
            <a:off x="51180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Cryo_13570">
            <a:extLst>
              <a:ext uri="{FF2B5EF4-FFF2-40B4-BE49-F238E27FC236}">
                <a16:creationId xmlns:a16="http://schemas.microsoft.com/office/drawing/2014/main" id="{BF4926B2-83FF-4945-8034-781778A9E927}"/>
              </a:ext>
            </a:extLst>
          </p:cNvPr>
          <p:cNvSpPr>
            <a:spLocks noGrp="1"/>
          </p:cNvSpPr>
          <p:nvPr/>
        </p:nvSpPr>
        <p:spPr>
          <a:xfrm>
            <a:off x="4930497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Cryo_13571">
            <a:extLst>
              <a:ext uri="{FF2B5EF4-FFF2-40B4-BE49-F238E27FC236}">
                <a16:creationId xmlns:a16="http://schemas.microsoft.com/office/drawing/2014/main" id="{AAF0C60F-AD19-46FE-8EF8-FFC63179F6B4}"/>
              </a:ext>
            </a:extLst>
          </p:cNvPr>
          <p:cNvSpPr>
            <a:spLocks noGrp="1"/>
          </p:cNvSpPr>
          <p:nvPr/>
        </p:nvSpPr>
        <p:spPr>
          <a:xfrm>
            <a:off x="49771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Cryo_13572">
            <a:extLst>
              <a:ext uri="{FF2B5EF4-FFF2-40B4-BE49-F238E27FC236}">
                <a16:creationId xmlns:a16="http://schemas.microsoft.com/office/drawing/2014/main" id="{7474B5EB-41E2-47E2-9140-5F57060B0A8C}"/>
              </a:ext>
            </a:extLst>
          </p:cNvPr>
          <p:cNvSpPr>
            <a:spLocks noGrp="1"/>
          </p:cNvSpPr>
          <p:nvPr/>
        </p:nvSpPr>
        <p:spPr>
          <a:xfrm>
            <a:off x="510694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Cryo_13573">
            <a:extLst>
              <a:ext uri="{FF2B5EF4-FFF2-40B4-BE49-F238E27FC236}">
                <a16:creationId xmlns:a16="http://schemas.microsoft.com/office/drawing/2014/main" id="{64F1F786-8723-4AE5-BCCE-A2A7E7DCD08F}"/>
              </a:ext>
            </a:extLst>
          </p:cNvPr>
          <p:cNvSpPr>
            <a:spLocks noGrp="1"/>
          </p:cNvSpPr>
          <p:nvPr/>
        </p:nvSpPr>
        <p:spPr>
          <a:xfrm>
            <a:off x="5140909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Cryo_13574">
            <a:extLst>
              <a:ext uri="{FF2B5EF4-FFF2-40B4-BE49-F238E27FC236}">
                <a16:creationId xmlns:a16="http://schemas.microsoft.com/office/drawing/2014/main" id="{817C82C1-F1CD-4865-B9BE-F88AD35DA53E}"/>
              </a:ext>
            </a:extLst>
          </p:cNvPr>
          <p:cNvSpPr>
            <a:spLocks noGrp="1"/>
          </p:cNvSpPr>
          <p:nvPr/>
        </p:nvSpPr>
        <p:spPr>
          <a:xfrm>
            <a:off x="508416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Cryo_13575">
            <a:extLst>
              <a:ext uri="{FF2B5EF4-FFF2-40B4-BE49-F238E27FC236}">
                <a16:creationId xmlns:a16="http://schemas.microsoft.com/office/drawing/2014/main" id="{4736E37D-6091-420D-B577-F4D034A2DF03}"/>
              </a:ext>
            </a:extLst>
          </p:cNvPr>
          <p:cNvSpPr>
            <a:spLocks noGrp="1"/>
          </p:cNvSpPr>
          <p:nvPr/>
        </p:nvSpPr>
        <p:spPr>
          <a:xfrm>
            <a:off x="4915822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Cryo_13576">
            <a:extLst>
              <a:ext uri="{FF2B5EF4-FFF2-40B4-BE49-F238E27FC236}">
                <a16:creationId xmlns:a16="http://schemas.microsoft.com/office/drawing/2014/main" id="{97D3A115-D20A-4D7E-A613-7FB7B465B7F5}"/>
              </a:ext>
            </a:extLst>
          </p:cNvPr>
          <p:cNvSpPr>
            <a:spLocks noGrp="1"/>
          </p:cNvSpPr>
          <p:nvPr/>
        </p:nvSpPr>
        <p:spPr>
          <a:xfrm>
            <a:off x="513798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Cryo_13577">
            <a:extLst>
              <a:ext uri="{FF2B5EF4-FFF2-40B4-BE49-F238E27FC236}">
                <a16:creationId xmlns:a16="http://schemas.microsoft.com/office/drawing/2014/main" id="{03B6E60D-8CBB-4028-82C0-0631B718B2D4}"/>
              </a:ext>
            </a:extLst>
          </p:cNvPr>
          <p:cNvSpPr>
            <a:spLocks noGrp="1"/>
          </p:cNvSpPr>
          <p:nvPr/>
        </p:nvSpPr>
        <p:spPr>
          <a:xfrm>
            <a:off x="5098455" y="52356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Cryo_13578">
            <a:extLst>
              <a:ext uri="{FF2B5EF4-FFF2-40B4-BE49-F238E27FC236}">
                <a16:creationId xmlns:a16="http://schemas.microsoft.com/office/drawing/2014/main" id="{1DD8E3EC-4D31-447F-BC08-3795569001DC}"/>
              </a:ext>
            </a:extLst>
          </p:cNvPr>
          <p:cNvSpPr>
            <a:spLocks noGrp="1"/>
          </p:cNvSpPr>
          <p:nvPr/>
        </p:nvSpPr>
        <p:spPr>
          <a:xfrm>
            <a:off x="51665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Cryo_13579">
            <a:extLst>
              <a:ext uri="{FF2B5EF4-FFF2-40B4-BE49-F238E27FC236}">
                <a16:creationId xmlns:a16="http://schemas.microsoft.com/office/drawing/2014/main" id="{1DFFF200-6F4A-4D7D-90B8-FBC214BCDD97}"/>
              </a:ext>
            </a:extLst>
          </p:cNvPr>
          <p:cNvSpPr>
            <a:spLocks noGrp="1"/>
          </p:cNvSpPr>
          <p:nvPr/>
        </p:nvSpPr>
        <p:spPr>
          <a:xfrm>
            <a:off x="5167286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Cryo_13580">
            <a:extLst>
              <a:ext uri="{FF2B5EF4-FFF2-40B4-BE49-F238E27FC236}">
                <a16:creationId xmlns:a16="http://schemas.microsoft.com/office/drawing/2014/main" id="{F7AE0ACF-2DD9-440C-A509-D1DA81F1C048}"/>
              </a:ext>
            </a:extLst>
          </p:cNvPr>
          <p:cNvSpPr>
            <a:spLocks noGrp="1"/>
          </p:cNvSpPr>
          <p:nvPr/>
        </p:nvSpPr>
        <p:spPr>
          <a:xfrm>
            <a:off x="5005547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Cryo_13581">
            <a:extLst>
              <a:ext uri="{FF2B5EF4-FFF2-40B4-BE49-F238E27FC236}">
                <a16:creationId xmlns:a16="http://schemas.microsoft.com/office/drawing/2014/main" id="{13F014DE-3308-4197-8DBF-FEA41D75CDC0}"/>
              </a:ext>
            </a:extLst>
          </p:cNvPr>
          <p:cNvSpPr>
            <a:spLocks noGrp="1"/>
          </p:cNvSpPr>
          <p:nvPr/>
        </p:nvSpPr>
        <p:spPr>
          <a:xfrm>
            <a:off x="5149435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Cryo_13582">
            <a:extLst>
              <a:ext uri="{FF2B5EF4-FFF2-40B4-BE49-F238E27FC236}">
                <a16:creationId xmlns:a16="http://schemas.microsoft.com/office/drawing/2014/main" id="{C1F09626-EF27-4849-84FC-572AF0578778}"/>
              </a:ext>
            </a:extLst>
          </p:cNvPr>
          <p:cNvSpPr>
            <a:spLocks noGrp="1"/>
          </p:cNvSpPr>
          <p:nvPr/>
        </p:nvSpPr>
        <p:spPr>
          <a:xfrm>
            <a:off x="5162366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Cryo_13583">
            <a:extLst>
              <a:ext uri="{FF2B5EF4-FFF2-40B4-BE49-F238E27FC236}">
                <a16:creationId xmlns:a16="http://schemas.microsoft.com/office/drawing/2014/main" id="{D3007B49-B421-43A5-BA75-F88CABD110A9}"/>
              </a:ext>
            </a:extLst>
          </p:cNvPr>
          <p:cNvSpPr>
            <a:spLocks noGrp="1"/>
          </p:cNvSpPr>
          <p:nvPr/>
        </p:nvSpPr>
        <p:spPr>
          <a:xfrm>
            <a:off x="5042150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Cryo_13584">
            <a:extLst>
              <a:ext uri="{FF2B5EF4-FFF2-40B4-BE49-F238E27FC236}">
                <a16:creationId xmlns:a16="http://schemas.microsoft.com/office/drawing/2014/main" id="{4AB4DC9A-B700-4EDD-9E1C-FC673B67D215}"/>
              </a:ext>
            </a:extLst>
          </p:cNvPr>
          <p:cNvSpPr>
            <a:spLocks noGrp="1"/>
          </p:cNvSpPr>
          <p:nvPr/>
        </p:nvSpPr>
        <p:spPr>
          <a:xfrm>
            <a:off x="50484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Cryo_13585">
            <a:extLst>
              <a:ext uri="{FF2B5EF4-FFF2-40B4-BE49-F238E27FC236}">
                <a16:creationId xmlns:a16="http://schemas.microsoft.com/office/drawing/2014/main" id="{C19F289C-0268-45EE-9D13-41411093EFD0}"/>
              </a:ext>
            </a:extLst>
          </p:cNvPr>
          <p:cNvSpPr>
            <a:spLocks noGrp="1"/>
          </p:cNvSpPr>
          <p:nvPr/>
        </p:nvSpPr>
        <p:spPr>
          <a:xfrm>
            <a:off x="5056678" y="60112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Cryo_13586">
            <a:extLst>
              <a:ext uri="{FF2B5EF4-FFF2-40B4-BE49-F238E27FC236}">
                <a16:creationId xmlns:a16="http://schemas.microsoft.com/office/drawing/2014/main" id="{14E8CCA4-7E28-4353-A69A-769F20A74171}"/>
              </a:ext>
            </a:extLst>
          </p:cNvPr>
          <p:cNvSpPr>
            <a:spLocks noGrp="1"/>
          </p:cNvSpPr>
          <p:nvPr/>
        </p:nvSpPr>
        <p:spPr>
          <a:xfrm>
            <a:off x="50667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Cryo_13587">
            <a:extLst>
              <a:ext uri="{FF2B5EF4-FFF2-40B4-BE49-F238E27FC236}">
                <a16:creationId xmlns:a16="http://schemas.microsoft.com/office/drawing/2014/main" id="{B758427D-EF30-4DAD-8C90-DADF082D19C0}"/>
              </a:ext>
            </a:extLst>
          </p:cNvPr>
          <p:cNvSpPr>
            <a:spLocks noGrp="1"/>
          </p:cNvSpPr>
          <p:nvPr/>
        </p:nvSpPr>
        <p:spPr>
          <a:xfrm>
            <a:off x="5086161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Cryo_13588">
            <a:extLst>
              <a:ext uri="{FF2B5EF4-FFF2-40B4-BE49-F238E27FC236}">
                <a16:creationId xmlns:a16="http://schemas.microsoft.com/office/drawing/2014/main" id="{80452445-85D0-40DF-A510-A7A642C01A6B}"/>
              </a:ext>
            </a:extLst>
          </p:cNvPr>
          <p:cNvSpPr>
            <a:spLocks noGrp="1"/>
          </p:cNvSpPr>
          <p:nvPr/>
        </p:nvSpPr>
        <p:spPr>
          <a:xfrm>
            <a:off x="496542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Cryo_13589">
            <a:extLst>
              <a:ext uri="{FF2B5EF4-FFF2-40B4-BE49-F238E27FC236}">
                <a16:creationId xmlns:a16="http://schemas.microsoft.com/office/drawing/2014/main" id="{36591FC9-E170-4A4E-BB87-F1FA13EA43AB}"/>
              </a:ext>
            </a:extLst>
          </p:cNvPr>
          <p:cNvSpPr>
            <a:spLocks noGrp="1"/>
          </p:cNvSpPr>
          <p:nvPr/>
        </p:nvSpPr>
        <p:spPr>
          <a:xfrm>
            <a:off x="49273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Cryo_13590">
            <a:extLst>
              <a:ext uri="{FF2B5EF4-FFF2-40B4-BE49-F238E27FC236}">
                <a16:creationId xmlns:a16="http://schemas.microsoft.com/office/drawing/2014/main" id="{0A248DC5-3A75-44CB-B4FC-BA5FFCF453C3}"/>
              </a:ext>
            </a:extLst>
          </p:cNvPr>
          <p:cNvSpPr>
            <a:spLocks noGrp="1"/>
          </p:cNvSpPr>
          <p:nvPr/>
        </p:nvSpPr>
        <p:spPr>
          <a:xfrm>
            <a:off x="4996573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Cryo_13591">
            <a:extLst>
              <a:ext uri="{FF2B5EF4-FFF2-40B4-BE49-F238E27FC236}">
                <a16:creationId xmlns:a16="http://schemas.microsoft.com/office/drawing/2014/main" id="{7AEE74C6-36C7-48FA-B271-EA4914500DAE}"/>
              </a:ext>
            </a:extLst>
          </p:cNvPr>
          <p:cNvSpPr>
            <a:spLocks noGrp="1"/>
          </p:cNvSpPr>
          <p:nvPr/>
        </p:nvSpPr>
        <p:spPr>
          <a:xfrm>
            <a:off x="512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Cryo_13592">
            <a:extLst>
              <a:ext uri="{FF2B5EF4-FFF2-40B4-BE49-F238E27FC236}">
                <a16:creationId xmlns:a16="http://schemas.microsoft.com/office/drawing/2014/main" id="{EF7C8DC5-A769-46B0-A349-8A2B2D34B02F}"/>
              </a:ext>
            </a:extLst>
          </p:cNvPr>
          <p:cNvSpPr>
            <a:spLocks noGrp="1"/>
          </p:cNvSpPr>
          <p:nvPr/>
        </p:nvSpPr>
        <p:spPr>
          <a:xfrm>
            <a:off x="5099914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Cryo_13593">
            <a:extLst>
              <a:ext uri="{FF2B5EF4-FFF2-40B4-BE49-F238E27FC236}">
                <a16:creationId xmlns:a16="http://schemas.microsoft.com/office/drawing/2014/main" id="{9879B217-688D-469A-B3DA-F08DBC9200BD}"/>
              </a:ext>
            </a:extLst>
          </p:cNvPr>
          <p:cNvSpPr>
            <a:spLocks noGrp="1"/>
          </p:cNvSpPr>
          <p:nvPr/>
        </p:nvSpPr>
        <p:spPr>
          <a:xfrm>
            <a:off x="4919577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Cryo_13594">
            <a:extLst>
              <a:ext uri="{FF2B5EF4-FFF2-40B4-BE49-F238E27FC236}">
                <a16:creationId xmlns:a16="http://schemas.microsoft.com/office/drawing/2014/main" id="{C0E52812-09AC-461D-AE2C-DC2273467910}"/>
              </a:ext>
            </a:extLst>
          </p:cNvPr>
          <p:cNvSpPr>
            <a:spLocks noGrp="1"/>
          </p:cNvSpPr>
          <p:nvPr/>
        </p:nvSpPr>
        <p:spPr>
          <a:xfrm>
            <a:off x="49845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Cryo_13595">
            <a:extLst>
              <a:ext uri="{FF2B5EF4-FFF2-40B4-BE49-F238E27FC236}">
                <a16:creationId xmlns:a16="http://schemas.microsoft.com/office/drawing/2014/main" id="{FEC8141A-12F0-4620-85E8-53CD1753E20E}"/>
              </a:ext>
            </a:extLst>
          </p:cNvPr>
          <p:cNvSpPr>
            <a:spLocks noGrp="1"/>
          </p:cNvSpPr>
          <p:nvPr/>
        </p:nvSpPr>
        <p:spPr>
          <a:xfrm>
            <a:off x="49159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Cryo_13596">
            <a:extLst>
              <a:ext uri="{FF2B5EF4-FFF2-40B4-BE49-F238E27FC236}">
                <a16:creationId xmlns:a16="http://schemas.microsoft.com/office/drawing/2014/main" id="{F7B3BF65-9836-4465-8D19-B75B9FE1DE36}"/>
              </a:ext>
            </a:extLst>
          </p:cNvPr>
          <p:cNvSpPr>
            <a:spLocks noGrp="1"/>
          </p:cNvSpPr>
          <p:nvPr/>
        </p:nvSpPr>
        <p:spPr>
          <a:xfrm>
            <a:off x="4942058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Cryo_13597">
            <a:extLst>
              <a:ext uri="{FF2B5EF4-FFF2-40B4-BE49-F238E27FC236}">
                <a16:creationId xmlns:a16="http://schemas.microsoft.com/office/drawing/2014/main" id="{FFAA8510-1398-468B-B2FB-95E9FA16C82F}"/>
              </a:ext>
            </a:extLst>
          </p:cNvPr>
          <p:cNvSpPr>
            <a:spLocks noGrp="1"/>
          </p:cNvSpPr>
          <p:nvPr/>
        </p:nvSpPr>
        <p:spPr>
          <a:xfrm>
            <a:off x="510175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Cryo_13598">
            <a:extLst>
              <a:ext uri="{FF2B5EF4-FFF2-40B4-BE49-F238E27FC236}">
                <a16:creationId xmlns:a16="http://schemas.microsoft.com/office/drawing/2014/main" id="{E4A816A3-8064-4573-814A-69E5CD838D07}"/>
              </a:ext>
            </a:extLst>
          </p:cNvPr>
          <p:cNvSpPr>
            <a:spLocks noGrp="1"/>
          </p:cNvSpPr>
          <p:nvPr/>
        </p:nvSpPr>
        <p:spPr>
          <a:xfrm>
            <a:off x="5044294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Cryo_13599">
            <a:extLst>
              <a:ext uri="{FF2B5EF4-FFF2-40B4-BE49-F238E27FC236}">
                <a16:creationId xmlns:a16="http://schemas.microsoft.com/office/drawing/2014/main" id="{5CD108DF-B0BC-40DA-BF23-3F59FEDAC523}"/>
              </a:ext>
            </a:extLst>
          </p:cNvPr>
          <p:cNvSpPr>
            <a:spLocks noGrp="1"/>
          </p:cNvSpPr>
          <p:nvPr/>
        </p:nvSpPr>
        <p:spPr>
          <a:xfrm>
            <a:off x="509628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Cryo_13600">
            <a:extLst>
              <a:ext uri="{FF2B5EF4-FFF2-40B4-BE49-F238E27FC236}">
                <a16:creationId xmlns:a16="http://schemas.microsoft.com/office/drawing/2014/main" id="{B3F8ED7C-AEBC-42F3-A78E-AC64CE571A6B}"/>
              </a:ext>
            </a:extLst>
          </p:cNvPr>
          <p:cNvSpPr>
            <a:spLocks noGrp="1"/>
          </p:cNvSpPr>
          <p:nvPr/>
        </p:nvSpPr>
        <p:spPr>
          <a:xfrm>
            <a:off x="51039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Cryo_13601">
            <a:extLst>
              <a:ext uri="{FF2B5EF4-FFF2-40B4-BE49-F238E27FC236}">
                <a16:creationId xmlns:a16="http://schemas.microsoft.com/office/drawing/2014/main" id="{DEAF0D7C-1EF7-48DD-BC71-8BE543C26188}"/>
              </a:ext>
            </a:extLst>
          </p:cNvPr>
          <p:cNvSpPr>
            <a:spLocks noGrp="1"/>
          </p:cNvSpPr>
          <p:nvPr/>
        </p:nvSpPr>
        <p:spPr>
          <a:xfrm>
            <a:off x="5140850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Cryo_13602">
            <a:extLst>
              <a:ext uri="{FF2B5EF4-FFF2-40B4-BE49-F238E27FC236}">
                <a16:creationId xmlns:a16="http://schemas.microsoft.com/office/drawing/2014/main" id="{1249CDCD-F15C-4FCC-8B87-8277390F195D}"/>
              </a:ext>
            </a:extLst>
          </p:cNvPr>
          <p:cNvSpPr>
            <a:spLocks noGrp="1"/>
          </p:cNvSpPr>
          <p:nvPr/>
        </p:nvSpPr>
        <p:spPr>
          <a:xfrm>
            <a:off x="5157285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Cryo_13603">
            <a:extLst>
              <a:ext uri="{FF2B5EF4-FFF2-40B4-BE49-F238E27FC236}">
                <a16:creationId xmlns:a16="http://schemas.microsoft.com/office/drawing/2014/main" id="{30E23F83-BE4D-4825-BA38-8285786A1B5B}"/>
              </a:ext>
            </a:extLst>
          </p:cNvPr>
          <p:cNvSpPr>
            <a:spLocks noGrp="1"/>
          </p:cNvSpPr>
          <p:nvPr/>
        </p:nvSpPr>
        <p:spPr>
          <a:xfrm>
            <a:off x="49410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Cryo_13604">
            <a:extLst>
              <a:ext uri="{FF2B5EF4-FFF2-40B4-BE49-F238E27FC236}">
                <a16:creationId xmlns:a16="http://schemas.microsoft.com/office/drawing/2014/main" id="{6B904356-A079-4D14-B794-10005E5AFA9F}"/>
              </a:ext>
            </a:extLst>
          </p:cNvPr>
          <p:cNvSpPr>
            <a:spLocks noGrp="1"/>
          </p:cNvSpPr>
          <p:nvPr/>
        </p:nvSpPr>
        <p:spPr>
          <a:xfrm>
            <a:off x="5157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Cryo_13605">
            <a:extLst>
              <a:ext uri="{FF2B5EF4-FFF2-40B4-BE49-F238E27FC236}">
                <a16:creationId xmlns:a16="http://schemas.microsoft.com/office/drawing/2014/main" id="{7B43B2BF-64C0-4BF0-83B1-D3D0D59FE27B}"/>
              </a:ext>
            </a:extLst>
          </p:cNvPr>
          <p:cNvSpPr>
            <a:spLocks noGrp="1"/>
          </p:cNvSpPr>
          <p:nvPr/>
        </p:nvSpPr>
        <p:spPr>
          <a:xfrm>
            <a:off x="50484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Cryo_13606">
            <a:extLst>
              <a:ext uri="{FF2B5EF4-FFF2-40B4-BE49-F238E27FC236}">
                <a16:creationId xmlns:a16="http://schemas.microsoft.com/office/drawing/2014/main" id="{0263385D-A70F-4AF2-A9DC-E4D3B1F46058}"/>
              </a:ext>
            </a:extLst>
          </p:cNvPr>
          <p:cNvSpPr>
            <a:spLocks noGrp="1"/>
          </p:cNvSpPr>
          <p:nvPr/>
        </p:nvSpPr>
        <p:spPr>
          <a:xfrm>
            <a:off x="5037897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Cryo_13607">
            <a:extLst>
              <a:ext uri="{FF2B5EF4-FFF2-40B4-BE49-F238E27FC236}">
                <a16:creationId xmlns:a16="http://schemas.microsoft.com/office/drawing/2014/main" id="{6E337CD0-EEF8-4C9F-B806-CFBA0191ED41}"/>
              </a:ext>
            </a:extLst>
          </p:cNvPr>
          <p:cNvSpPr>
            <a:spLocks noGrp="1"/>
          </p:cNvSpPr>
          <p:nvPr/>
        </p:nvSpPr>
        <p:spPr>
          <a:xfrm>
            <a:off x="49813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Cryo_13608">
            <a:extLst>
              <a:ext uri="{FF2B5EF4-FFF2-40B4-BE49-F238E27FC236}">
                <a16:creationId xmlns:a16="http://schemas.microsoft.com/office/drawing/2014/main" id="{5BAEB504-F8F0-471C-8801-8572238E16CF}"/>
              </a:ext>
            </a:extLst>
          </p:cNvPr>
          <p:cNvSpPr>
            <a:spLocks noGrp="1"/>
          </p:cNvSpPr>
          <p:nvPr/>
        </p:nvSpPr>
        <p:spPr>
          <a:xfrm>
            <a:off x="5080555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Cryo_13609">
            <a:extLst>
              <a:ext uri="{FF2B5EF4-FFF2-40B4-BE49-F238E27FC236}">
                <a16:creationId xmlns:a16="http://schemas.microsoft.com/office/drawing/2014/main" id="{EA0F5B96-8655-489B-B856-1249BE8B8642}"/>
              </a:ext>
            </a:extLst>
          </p:cNvPr>
          <p:cNvSpPr>
            <a:spLocks noGrp="1"/>
          </p:cNvSpPr>
          <p:nvPr/>
        </p:nvSpPr>
        <p:spPr>
          <a:xfrm>
            <a:off x="4956276" y="38497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Cryo_13610">
            <a:extLst>
              <a:ext uri="{FF2B5EF4-FFF2-40B4-BE49-F238E27FC236}">
                <a16:creationId xmlns:a16="http://schemas.microsoft.com/office/drawing/2014/main" id="{AEB361EC-04EE-4095-B589-436131C6BDF5}"/>
              </a:ext>
            </a:extLst>
          </p:cNvPr>
          <p:cNvSpPr>
            <a:spLocks noGrp="1"/>
          </p:cNvSpPr>
          <p:nvPr/>
        </p:nvSpPr>
        <p:spPr>
          <a:xfrm>
            <a:off x="50484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Cryo_13611">
            <a:extLst>
              <a:ext uri="{FF2B5EF4-FFF2-40B4-BE49-F238E27FC236}">
                <a16:creationId xmlns:a16="http://schemas.microsoft.com/office/drawing/2014/main" id="{FAEBB564-687E-4A03-B274-9EE907071545}"/>
              </a:ext>
            </a:extLst>
          </p:cNvPr>
          <p:cNvSpPr>
            <a:spLocks noGrp="1"/>
          </p:cNvSpPr>
          <p:nvPr/>
        </p:nvSpPr>
        <p:spPr>
          <a:xfrm>
            <a:off x="51052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Cryo_13612">
            <a:extLst>
              <a:ext uri="{FF2B5EF4-FFF2-40B4-BE49-F238E27FC236}">
                <a16:creationId xmlns:a16="http://schemas.microsoft.com/office/drawing/2014/main" id="{2657E601-F309-48DE-8CBC-6A33CD37F2F0}"/>
              </a:ext>
            </a:extLst>
          </p:cNvPr>
          <p:cNvSpPr>
            <a:spLocks noGrp="1"/>
          </p:cNvSpPr>
          <p:nvPr/>
        </p:nvSpPr>
        <p:spPr>
          <a:xfrm>
            <a:off x="4953308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Cryo_13613">
            <a:extLst>
              <a:ext uri="{FF2B5EF4-FFF2-40B4-BE49-F238E27FC236}">
                <a16:creationId xmlns:a16="http://schemas.microsoft.com/office/drawing/2014/main" id="{C3AFE029-CFD1-4F97-82B4-2CAA049EDF7C}"/>
              </a:ext>
            </a:extLst>
          </p:cNvPr>
          <p:cNvSpPr>
            <a:spLocks noGrp="1"/>
          </p:cNvSpPr>
          <p:nvPr/>
        </p:nvSpPr>
        <p:spPr>
          <a:xfrm>
            <a:off x="49424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Cryo_13614">
            <a:extLst>
              <a:ext uri="{FF2B5EF4-FFF2-40B4-BE49-F238E27FC236}">
                <a16:creationId xmlns:a16="http://schemas.microsoft.com/office/drawing/2014/main" id="{703663B3-5FDE-4348-BCE2-50B9214E23CE}"/>
              </a:ext>
            </a:extLst>
          </p:cNvPr>
          <p:cNvSpPr>
            <a:spLocks noGrp="1"/>
          </p:cNvSpPr>
          <p:nvPr/>
        </p:nvSpPr>
        <p:spPr>
          <a:xfrm>
            <a:off x="497152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Cryo_13615">
            <a:extLst>
              <a:ext uri="{FF2B5EF4-FFF2-40B4-BE49-F238E27FC236}">
                <a16:creationId xmlns:a16="http://schemas.microsoft.com/office/drawing/2014/main" id="{3F4BD315-C25B-4F85-A9B1-20FDB279C85C}"/>
              </a:ext>
            </a:extLst>
          </p:cNvPr>
          <p:cNvSpPr>
            <a:spLocks noGrp="1"/>
          </p:cNvSpPr>
          <p:nvPr/>
        </p:nvSpPr>
        <p:spPr>
          <a:xfrm>
            <a:off x="511838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Cryo_13616">
            <a:extLst>
              <a:ext uri="{FF2B5EF4-FFF2-40B4-BE49-F238E27FC236}">
                <a16:creationId xmlns:a16="http://schemas.microsoft.com/office/drawing/2014/main" id="{5C85694A-389E-403F-8A01-0D46B225596A}"/>
              </a:ext>
            </a:extLst>
          </p:cNvPr>
          <p:cNvSpPr>
            <a:spLocks noGrp="1"/>
          </p:cNvSpPr>
          <p:nvPr/>
        </p:nvSpPr>
        <p:spPr>
          <a:xfrm>
            <a:off x="50224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Cryo_13617">
            <a:extLst>
              <a:ext uri="{FF2B5EF4-FFF2-40B4-BE49-F238E27FC236}">
                <a16:creationId xmlns:a16="http://schemas.microsoft.com/office/drawing/2014/main" id="{0556743A-116A-498D-ACA3-F2A7EFC0F560}"/>
              </a:ext>
            </a:extLst>
          </p:cNvPr>
          <p:cNvSpPr>
            <a:spLocks noGrp="1"/>
          </p:cNvSpPr>
          <p:nvPr/>
        </p:nvSpPr>
        <p:spPr>
          <a:xfrm>
            <a:off x="516202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Cryo_13618">
            <a:extLst>
              <a:ext uri="{FF2B5EF4-FFF2-40B4-BE49-F238E27FC236}">
                <a16:creationId xmlns:a16="http://schemas.microsoft.com/office/drawing/2014/main" id="{3C23218E-47CC-4844-89DC-2ACA51F59449}"/>
              </a:ext>
            </a:extLst>
          </p:cNvPr>
          <p:cNvSpPr>
            <a:spLocks noGrp="1"/>
          </p:cNvSpPr>
          <p:nvPr/>
        </p:nvSpPr>
        <p:spPr>
          <a:xfrm>
            <a:off x="505832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Cryo_13619">
            <a:extLst>
              <a:ext uri="{FF2B5EF4-FFF2-40B4-BE49-F238E27FC236}">
                <a16:creationId xmlns:a16="http://schemas.microsoft.com/office/drawing/2014/main" id="{3EC26362-5057-459D-B5FC-3A8DFD105997}"/>
              </a:ext>
            </a:extLst>
          </p:cNvPr>
          <p:cNvSpPr>
            <a:spLocks noGrp="1"/>
          </p:cNvSpPr>
          <p:nvPr/>
        </p:nvSpPr>
        <p:spPr>
          <a:xfrm>
            <a:off x="5026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Cryo_13620">
            <a:extLst>
              <a:ext uri="{FF2B5EF4-FFF2-40B4-BE49-F238E27FC236}">
                <a16:creationId xmlns:a16="http://schemas.microsoft.com/office/drawing/2014/main" id="{134EF13E-E4FC-4099-80F3-F52835E5BF78}"/>
              </a:ext>
            </a:extLst>
          </p:cNvPr>
          <p:cNvSpPr>
            <a:spLocks noGrp="1"/>
          </p:cNvSpPr>
          <p:nvPr/>
        </p:nvSpPr>
        <p:spPr>
          <a:xfrm>
            <a:off x="502846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Cryo_13621">
            <a:extLst>
              <a:ext uri="{FF2B5EF4-FFF2-40B4-BE49-F238E27FC236}">
                <a16:creationId xmlns:a16="http://schemas.microsoft.com/office/drawing/2014/main" id="{87772297-F7FC-425D-9F4F-DBA7EBC00809}"/>
              </a:ext>
            </a:extLst>
          </p:cNvPr>
          <p:cNvSpPr>
            <a:spLocks noGrp="1"/>
          </p:cNvSpPr>
          <p:nvPr/>
        </p:nvSpPr>
        <p:spPr>
          <a:xfrm>
            <a:off x="49205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Cryo_13622">
            <a:extLst>
              <a:ext uri="{FF2B5EF4-FFF2-40B4-BE49-F238E27FC236}">
                <a16:creationId xmlns:a16="http://schemas.microsoft.com/office/drawing/2014/main" id="{E032B7C5-2B11-4D45-91DC-863D2B28CF6C}"/>
              </a:ext>
            </a:extLst>
          </p:cNvPr>
          <p:cNvSpPr>
            <a:spLocks noGrp="1"/>
          </p:cNvSpPr>
          <p:nvPr/>
        </p:nvSpPr>
        <p:spPr>
          <a:xfrm>
            <a:off x="5119345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Cryo_13623">
            <a:extLst>
              <a:ext uri="{FF2B5EF4-FFF2-40B4-BE49-F238E27FC236}">
                <a16:creationId xmlns:a16="http://schemas.microsoft.com/office/drawing/2014/main" id="{4A180851-B9C2-4200-A8E0-05FF81DA2A0D}"/>
              </a:ext>
            </a:extLst>
          </p:cNvPr>
          <p:cNvSpPr>
            <a:spLocks noGrp="1"/>
          </p:cNvSpPr>
          <p:nvPr/>
        </p:nvSpPr>
        <p:spPr>
          <a:xfrm>
            <a:off x="50368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Cryo_13624">
            <a:extLst>
              <a:ext uri="{FF2B5EF4-FFF2-40B4-BE49-F238E27FC236}">
                <a16:creationId xmlns:a16="http://schemas.microsoft.com/office/drawing/2014/main" id="{7058EBC8-4720-4F9B-8384-2C3284451FC4}"/>
              </a:ext>
            </a:extLst>
          </p:cNvPr>
          <p:cNvSpPr>
            <a:spLocks noGrp="1"/>
          </p:cNvSpPr>
          <p:nvPr/>
        </p:nvSpPr>
        <p:spPr>
          <a:xfrm>
            <a:off x="497684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Cryo_13625">
            <a:extLst>
              <a:ext uri="{FF2B5EF4-FFF2-40B4-BE49-F238E27FC236}">
                <a16:creationId xmlns:a16="http://schemas.microsoft.com/office/drawing/2014/main" id="{DAD9B5C3-941E-469D-8B67-8FA055714651}"/>
              </a:ext>
            </a:extLst>
          </p:cNvPr>
          <p:cNvSpPr>
            <a:spLocks noGrp="1"/>
          </p:cNvSpPr>
          <p:nvPr/>
        </p:nvSpPr>
        <p:spPr>
          <a:xfrm>
            <a:off x="5064501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Cryo_13626">
            <a:extLst>
              <a:ext uri="{FF2B5EF4-FFF2-40B4-BE49-F238E27FC236}">
                <a16:creationId xmlns:a16="http://schemas.microsoft.com/office/drawing/2014/main" id="{0060EE79-C2C4-47BB-B285-0A2E4F82AA25}"/>
              </a:ext>
            </a:extLst>
          </p:cNvPr>
          <p:cNvSpPr>
            <a:spLocks noGrp="1"/>
          </p:cNvSpPr>
          <p:nvPr/>
        </p:nvSpPr>
        <p:spPr>
          <a:xfrm>
            <a:off x="4955784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Cryo_13627">
            <a:extLst>
              <a:ext uri="{FF2B5EF4-FFF2-40B4-BE49-F238E27FC236}">
                <a16:creationId xmlns:a16="http://schemas.microsoft.com/office/drawing/2014/main" id="{56A5671A-5824-4B08-836D-D8F025051C84}"/>
              </a:ext>
            </a:extLst>
          </p:cNvPr>
          <p:cNvSpPr>
            <a:spLocks noGrp="1"/>
          </p:cNvSpPr>
          <p:nvPr/>
        </p:nvSpPr>
        <p:spPr>
          <a:xfrm>
            <a:off x="511433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Cryo_13628">
            <a:extLst>
              <a:ext uri="{FF2B5EF4-FFF2-40B4-BE49-F238E27FC236}">
                <a16:creationId xmlns:a16="http://schemas.microsoft.com/office/drawing/2014/main" id="{BC302C95-2107-4CC8-91B2-42E079511D10}"/>
              </a:ext>
            </a:extLst>
          </p:cNvPr>
          <p:cNvSpPr>
            <a:spLocks noGrp="1"/>
          </p:cNvSpPr>
          <p:nvPr/>
        </p:nvSpPr>
        <p:spPr>
          <a:xfrm>
            <a:off x="507835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Cryo_13629">
            <a:extLst>
              <a:ext uri="{FF2B5EF4-FFF2-40B4-BE49-F238E27FC236}">
                <a16:creationId xmlns:a16="http://schemas.microsoft.com/office/drawing/2014/main" id="{9650F1B8-044D-476B-B1CE-6654E4EDA1AF}"/>
              </a:ext>
            </a:extLst>
          </p:cNvPr>
          <p:cNvSpPr>
            <a:spLocks noGrp="1"/>
          </p:cNvSpPr>
          <p:nvPr/>
        </p:nvSpPr>
        <p:spPr>
          <a:xfrm>
            <a:off x="51646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Cryo_13630">
            <a:extLst>
              <a:ext uri="{FF2B5EF4-FFF2-40B4-BE49-F238E27FC236}">
                <a16:creationId xmlns:a16="http://schemas.microsoft.com/office/drawing/2014/main" id="{C69C5EC4-6F45-4070-A303-6B832CCCB3C7}"/>
              </a:ext>
            </a:extLst>
          </p:cNvPr>
          <p:cNvSpPr>
            <a:spLocks noGrp="1"/>
          </p:cNvSpPr>
          <p:nvPr/>
        </p:nvSpPr>
        <p:spPr>
          <a:xfrm>
            <a:off x="51586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Cryo_13631">
            <a:extLst>
              <a:ext uri="{FF2B5EF4-FFF2-40B4-BE49-F238E27FC236}">
                <a16:creationId xmlns:a16="http://schemas.microsoft.com/office/drawing/2014/main" id="{29658A8A-7F4F-4AE9-BA96-B3031CCEF73E}"/>
              </a:ext>
            </a:extLst>
          </p:cNvPr>
          <p:cNvSpPr>
            <a:spLocks noGrp="1"/>
          </p:cNvSpPr>
          <p:nvPr/>
        </p:nvSpPr>
        <p:spPr>
          <a:xfrm>
            <a:off x="5105836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Cryo_13632">
            <a:extLst>
              <a:ext uri="{FF2B5EF4-FFF2-40B4-BE49-F238E27FC236}">
                <a16:creationId xmlns:a16="http://schemas.microsoft.com/office/drawing/2014/main" id="{55C9AD6C-3CEE-411F-8A6A-A789E7220DF2}"/>
              </a:ext>
            </a:extLst>
          </p:cNvPr>
          <p:cNvSpPr>
            <a:spLocks noGrp="1"/>
          </p:cNvSpPr>
          <p:nvPr/>
        </p:nvSpPr>
        <p:spPr>
          <a:xfrm>
            <a:off x="5151095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Cryo_13633">
            <a:extLst>
              <a:ext uri="{FF2B5EF4-FFF2-40B4-BE49-F238E27FC236}">
                <a16:creationId xmlns:a16="http://schemas.microsoft.com/office/drawing/2014/main" id="{CA5AFE44-474A-4C81-8BB1-0F7995354521}"/>
              </a:ext>
            </a:extLst>
          </p:cNvPr>
          <p:cNvSpPr>
            <a:spLocks noGrp="1"/>
          </p:cNvSpPr>
          <p:nvPr/>
        </p:nvSpPr>
        <p:spPr>
          <a:xfrm>
            <a:off x="50174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Cryo_13634">
            <a:extLst>
              <a:ext uri="{FF2B5EF4-FFF2-40B4-BE49-F238E27FC236}">
                <a16:creationId xmlns:a16="http://schemas.microsoft.com/office/drawing/2014/main" id="{96CB57B5-B857-4815-8B62-9B2C526A621C}"/>
              </a:ext>
            </a:extLst>
          </p:cNvPr>
          <p:cNvSpPr>
            <a:spLocks noGrp="1"/>
          </p:cNvSpPr>
          <p:nvPr/>
        </p:nvSpPr>
        <p:spPr>
          <a:xfrm>
            <a:off x="5011842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Cryo_13635">
            <a:extLst>
              <a:ext uri="{FF2B5EF4-FFF2-40B4-BE49-F238E27FC236}">
                <a16:creationId xmlns:a16="http://schemas.microsoft.com/office/drawing/2014/main" id="{8B46B2C5-C3D9-47A1-8E36-4133967B0A91}"/>
              </a:ext>
            </a:extLst>
          </p:cNvPr>
          <p:cNvSpPr>
            <a:spLocks noGrp="1"/>
          </p:cNvSpPr>
          <p:nvPr/>
        </p:nvSpPr>
        <p:spPr>
          <a:xfrm>
            <a:off x="495160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Cryo_13636">
            <a:extLst>
              <a:ext uri="{FF2B5EF4-FFF2-40B4-BE49-F238E27FC236}">
                <a16:creationId xmlns:a16="http://schemas.microsoft.com/office/drawing/2014/main" id="{20085275-07D7-417B-B96E-D684DB270E49}"/>
              </a:ext>
            </a:extLst>
          </p:cNvPr>
          <p:cNvSpPr>
            <a:spLocks noGrp="1"/>
          </p:cNvSpPr>
          <p:nvPr/>
        </p:nvSpPr>
        <p:spPr>
          <a:xfrm>
            <a:off x="499011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Cryo_13637">
            <a:extLst>
              <a:ext uri="{FF2B5EF4-FFF2-40B4-BE49-F238E27FC236}">
                <a16:creationId xmlns:a16="http://schemas.microsoft.com/office/drawing/2014/main" id="{81F0506B-2259-466A-AE99-E7BE95445FA2}"/>
              </a:ext>
            </a:extLst>
          </p:cNvPr>
          <p:cNvSpPr>
            <a:spLocks noGrp="1"/>
          </p:cNvSpPr>
          <p:nvPr/>
        </p:nvSpPr>
        <p:spPr>
          <a:xfrm>
            <a:off x="5009139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Cryo_13638">
            <a:extLst>
              <a:ext uri="{FF2B5EF4-FFF2-40B4-BE49-F238E27FC236}">
                <a16:creationId xmlns:a16="http://schemas.microsoft.com/office/drawing/2014/main" id="{E77FF780-146A-41FF-87CC-09E2CD4A8A95}"/>
              </a:ext>
            </a:extLst>
          </p:cNvPr>
          <p:cNvSpPr>
            <a:spLocks noGrp="1"/>
          </p:cNvSpPr>
          <p:nvPr/>
        </p:nvSpPr>
        <p:spPr>
          <a:xfrm>
            <a:off x="5027727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Cryo_13639">
            <a:extLst>
              <a:ext uri="{FF2B5EF4-FFF2-40B4-BE49-F238E27FC236}">
                <a16:creationId xmlns:a16="http://schemas.microsoft.com/office/drawing/2014/main" id="{4B9476EC-865F-464A-82E4-465B3316E405}"/>
              </a:ext>
            </a:extLst>
          </p:cNvPr>
          <p:cNvSpPr>
            <a:spLocks noGrp="1"/>
          </p:cNvSpPr>
          <p:nvPr/>
        </p:nvSpPr>
        <p:spPr>
          <a:xfrm>
            <a:off x="5091290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Cryo_13640">
            <a:extLst>
              <a:ext uri="{FF2B5EF4-FFF2-40B4-BE49-F238E27FC236}">
                <a16:creationId xmlns:a16="http://schemas.microsoft.com/office/drawing/2014/main" id="{C649719D-94CE-4C86-B2D2-45CC6EB4B497}"/>
              </a:ext>
            </a:extLst>
          </p:cNvPr>
          <p:cNvSpPr>
            <a:spLocks noGrp="1"/>
          </p:cNvSpPr>
          <p:nvPr/>
        </p:nvSpPr>
        <p:spPr>
          <a:xfrm>
            <a:off x="514192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Cryo_13641">
            <a:extLst>
              <a:ext uri="{FF2B5EF4-FFF2-40B4-BE49-F238E27FC236}">
                <a16:creationId xmlns:a16="http://schemas.microsoft.com/office/drawing/2014/main" id="{78092F0E-5D64-41F4-9BBA-39AEFCD727D0}"/>
              </a:ext>
            </a:extLst>
          </p:cNvPr>
          <p:cNvSpPr>
            <a:spLocks noGrp="1"/>
          </p:cNvSpPr>
          <p:nvPr/>
        </p:nvSpPr>
        <p:spPr>
          <a:xfrm>
            <a:off x="49529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Cryo_13642">
            <a:extLst>
              <a:ext uri="{FF2B5EF4-FFF2-40B4-BE49-F238E27FC236}">
                <a16:creationId xmlns:a16="http://schemas.microsoft.com/office/drawing/2014/main" id="{8BB2708A-4418-4CCC-8968-E58FB3985275}"/>
              </a:ext>
            </a:extLst>
          </p:cNvPr>
          <p:cNvSpPr>
            <a:spLocks noGrp="1"/>
          </p:cNvSpPr>
          <p:nvPr/>
        </p:nvSpPr>
        <p:spPr>
          <a:xfrm>
            <a:off x="502737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Cryo_13643">
            <a:extLst>
              <a:ext uri="{FF2B5EF4-FFF2-40B4-BE49-F238E27FC236}">
                <a16:creationId xmlns:a16="http://schemas.microsoft.com/office/drawing/2014/main" id="{905819E9-808A-4503-9A3D-61E60ED0A9E1}"/>
              </a:ext>
            </a:extLst>
          </p:cNvPr>
          <p:cNvSpPr>
            <a:spLocks noGrp="1"/>
          </p:cNvSpPr>
          <p:nvPr/>
        </p:nvSpPr>
        <p:spPr>
          <a:xfrm>
            <a:off x="5102098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Cryo_13644">
            <a:extLst>
              <a:ext uri="{FF2B5EF4-FFF2-40B4-BE49-F238E27FC236}">
                <a16:creationId xmlns:a16="http://schemas.microsoft.com/office/drawing/2014/main" id="{6E2865AC-FA26-411F-9B96-A6700266FB60}"/>
              </a:ext>
            </a:extLst>
          </p:cNvPr>
          <p:cNvSpPr>
            <a:spLocks noGrp="1"/>
          </p:cNvSpPr>
          <p:nvPr/>
        </p:nvSpPr>
        <p:spPr>
          <a:xfrm>
            <a:off x="516203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Cryo_13645">
            <a:extLst>
              <a:ext uri="{FF2B5EF4-FFF2-40B4-BE49-F238E27FC236}">
                <a16:creationId xmlns:a16="http://schemas.microsoft.com/office/drawing/2014/main" id="{FCD6BD4B-75CB-4339-8DFA-8FFC17E2E54C}"/>
              </a:ext>
            </a:extLst>
          </p:cNvPr>
          <p:cNvSpPr>
            <a:spLocks noGrp="1"/>
          </p:cNvSpPr>
          <p:nvPr/>
        </p:nvSpPr>
        <p:spPr>
          <a:xfrm>
            <a:off x="505150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Cryo_13646">
            <a:extLst>
              <a:ext uri="{FF2B5EF4-FFF2-40B4-BE49-F238E27FC236}">
                <a16:creationId xmlns:a16="http://schemas.microsoft.com/office/drawing/2014/main" id="{62063A6A-7CEC-4D21-B257-818FEDCE747D}"/>
              </a:ext>
            </a:extLst>
          </p:cNvPr>
          <p:cNvSpPr>
            <a:spLocks noGrp="1"/>
          </p:cNvSpPr>
          <p:nvPr/>
        </p:nvSpPr>
        <p:spPr>
          <a:xfrm>
            <a:off x="505972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Cryo_13647">
            <a:extLst>
              <a:ext uri="{FF2B5EF4-FFF2-40B4-BE49-F238E27FC236}">
                <a16:creationId xmlns:a16="http://schemas.microsoft.com/office/drawing/2014/main" id="{3C8F5BF4-DD26-4F9C-8DF4-014F9076707F}"/>
              </a:ext>
            </a:extLst>
          </p:cNvPr>
          <p:cNvSpPr>
            <a:spLocks noGrp="1"/>
          </p:cNvSpPr>
          <p:nvPr/>
        </p:nvSpPr>
        <p:spPr>
          <a:xfrm>
            <a:off x="51110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Cryo_13648">
            <a:extLst>
              <a:ext uri="{FF2B5EF4-FFF2-40B4-BE49-F238E27FC236}">
                <a16:creationId xmlns:a16="http://schemas.microsoft.com/office/drawing/2014/main" id="{52F8CD29-46DB-4F5A-8FEE-2EEB85F6BA43}"/>
              </a:ext>
            </a:extLst>
          </p:cNvPr>
          <p:cNvSpPr>
            <a:spLocks noGrp="1"/>
          </p:cNvSpPr>
          <p:nvPr/>
        </p:nvSpPr>
        <p:spPr>
          <a:xfrm>
            <a:off x="4996104" y="43965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Cryo_13649">
            <a:extLst>
              <a:ext uri="{FF2B5EF4-FFF2-40B4-BE49-F238E27FC236}">
                <a16:creationId xmlns:a16="http://schemas.microsoft.com/office/drawing/2014/main" id="{63038E0E-D096-405F-A6DD-F40093C3B751}"/>
              </a:ext>
            </a:extLst>
          </p:cNvPr>
          <p:cNvSpPr>
            <a:spLocks noGrp="1"/>
          </p:cNvSpPr>
          <p:nvPr/>
        </p:nvSpPr>
        <p:spPr>
          <a:xfrm>
            <a:off x="5037193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Cryo_13650">
            <a:extLst>
              <a:ext uri="{FF2B5EF4-FFF2-40B4-BE49-F238E27FC236}">
                <a16:creationId xmlns:a16="http://schemas.microsoft.com/office/drawing/2014/main" id="{5E826C1F-7E16-4B3D-9BB3-19D5CFE6FC65}"/>
              </a:ext>
            </a:extLst>
          </p:cNvPr>
          <p:cNvSpPr>
            <a:spLocks noGrp="1"/>
          </p:cNvSpPr>
          <p:nvPr/>
        </p:nvSpPr>
        <p:spPr>
          <a:xfrm>
            <a:off x="5162095" y="51377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Cryo_13651">
            <a:extLst>
              <a:ext uri="{FF2B5EF4-FFF2-40B4-BE49-F238E27FC236}">
                <a16:creationId xmlns:a16="http://schemas.microsoft.com/office/drawing/2014/main" id="{0740833D-B55A-44FA-9493-752D0C4ADFE2}"/>
              </a:ext>
            </a:extLst>
          </p:cNvPr>
          <p:cNvSpPr>
            <a:spLocks noGrp="1"/>
          </p:cNvSpPr>
          <p:nvPr/>
        </p:nvSpPr>
        <p:spPr>
          <a:xfrm>
            <a:off x="50552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Cryo_13652">
            <a:extLst>
              <a:ext uri="{FF2B5EF4-FFF2-40B4-BE49-F238E27FC236}">
                <a16:creationId xmlns:a16="http://schemas.microsoft.com/office/drawing/2014/main" id="{B158A87B-7669-43F6-B78B-522C45DB6A12}"/>
              </a:ext>
            </a:extLst>
          </p:cNvPr>
          <p:cNvSpPr>
            <a:spLocks noGrp="1"/>
          </p:cNvSpPr>
          <p:nvPr/>
        </p:nvSpPr>
        <p:spPr>
          <a:xfrm>
            <a:off x="50006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Cryo_13653">
            <a:extLst>
              <a:ext uri="{FF2B5EF4-FFF2-40B4-BE49-F238E27FC236}">
                <a16:creationId xmlns:a16="http://schemas.microsoft.com/office/drawing/2014/main" id="{7BCF2772-E6B9-4CFA-A1DC-506AFBB059FB}"/>
              </a:ext>
            </a:extLst>
          </p:cNvPr>
          <p:cNvSpPr>
            <a:spLocks noGrp="1"/>
          </p:cNvSpPr>
          <p:nvPr/>
        </p:nvSpPr>
        <p:spPr>
          <a:xfrm>
            <a:off x="4957620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Cryo_13654">
            <a:extLst>
              <a:ext uri="{FF2B5EF4-FFF2-40B4-BE49-F238E27FC236}">
                <a16:creationId xmlns:a16="http://schemas.microsoft.com/office/drawing/2014/main" id="{5A7CCAED-1746-4968-8128-9172CD1C7445}"/>
              </a:ext>
            </a:extLst>
          </p:cNvPr>
          <p:cNvSpPr>
            <a:spLocks noGrp="1"/>
          </p:cNvSpPr>
          <p:nvPr/>
        </p:nvSpPr>
        <p:spPr>
          <a:xfrm>
            <a:off x="51165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Cryo_13655">
            <a:extLst>
              <a:ext uri="{FF2B5EF4-FFF2-40B4-BE49-F238E27FC236}">
                <a16:creationId xmlns:a16="http://schemas.microsoft.com/office/drawing/2014/main" id="{76F80393-BD3C-4B62-B81C-A378ABBAF81D}"/>
              </a:ext>
            </a:extLst>
          </p:cNvPr>
          <p:cNvSpPr>
            <a:spLocks noGrp="1"/>
          </p:cNvSpPr>
          <p:nvPr/>
        </p:nvSpPr>
        <p:spPr>
          <a:xfrm>
            <a:off x="49954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Cryo_13656">
            <a:extLst>
              <a:ext uri="{FF2B5EF4-FFF2-40B4-BE49-F238E27FC236}">
                <a16:creationId xmlns:a16="http://schemas.microsoft.com/office/drawing/2014/main" id="{B9B438F8-5363-4784-998E-49201DF2CA45}"/>
              </a:ext>
            </a:extLst>
          </p:cNvPr>
          <p:cNvSpPr>
            <a:spLocks noGrp="1"/>
          </p:cNvSpPr>
          <p:nvPr/>
        </p:nvSpPr>
        <p:spPr>
          <a:xfrm>
            <a:off x="511144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Cryo_13657">
            <a:extLst>
              <a:ext uri="{FF2B5EF4-FFF2-40B4-BE49-F238E27FC236}">
                <a16:creationId xmlns:a16="http://schemas.microsoft.com/office/drawing/2014/main" id="{A557D911-CE87-4C32-8D98-3197A72DBA5C}"/>
              </a:ext>
            </a:extLst>
          </p:cNvPr>
          <p:cNvSpPr>
            <a:spLocks noGrp="1"/>
          </p:cNvSpPr>
          <p:nvPr/>
        </p:nvSpPr>
        <p:spPr>
          <a:xfrm>
            <a:off x="4940110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Cryo_13658">
            <a:extLst>
              <a:ext uri="{FF2B5EF4-FFF2-40B4-BE49-F238E27FC236}">
                <a16:creationId xmlns:a16="http://schemas.microsoft.com/office/drawing/2014/main" id="{EE06CF5B-EF1B-470D-BB7F-81CA8F7F952E}"/>
              </a:ext>
            </a:extLst>
          </p:cNvPr>
          <p:cNvSpPr>
            <a:spLocks noGrp="1"/>
          </p:cNvSpPr>
          <p:nvPr/>
        </p:nvSpPr>
        <p:spPr>
          <a:xfrm>
            <a:off x="51641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Cryo_13659">
            <a:extLst>
              <a:ext uri="{FF2B5EF4-FFF2-40B4-BE49-F238E27FC236}">
                <a16:creationId xmlns:a16="http://schemas.microsoft.com/office/drawing/2014/main" id="{36EC5A41-1298-48B0-A1E1-7D3F8C9812B3}"/>
              </a:ext>
            </a:extLst>
          </p:cNvPr>
          <p:cNvSpPr>
            <a:spLocks noGrp="1"/>
          </p:cNvSpPr>
          <p:nvPr/>
        </p:nvSpPr>
        <p:spPr>
          <a:xfrm>
            <a:off x="50686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Cryo_13660">
            <a:extLst>
              <a:ext uri="{FF2B5EF4-FFF2-40B4-BE49-F238E27FC236}">
                <a16:creationId xmlns:a16="http://schemas.microsoft.com/office/drawing/2014/main" id="{9AB0F3D9-BD49-4E9B-879F-834F94ED8328}"/>
              </a:ext>
            </a:extLst>
          </p:cNvPr>
          <p:cNvSpPr>
            <a:spLocks noGrp="1"/>
          </p:cNvSpPr>
          <p:nvPr/>
        </p:nvSpPr>
        <p:spPr>
          <a:xfrm>
            <a:off x="51682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Cryo_13661">
            <a:extLst>
              <a:ext uri="{FF2B5EF4-FFF2-40B4-BE49-F238E27FC236}">
                <a16:creationId xmlns:a16="http://schemas.microsoft.com/office/drawing/2014/main" id="{22E58280-2593-4BF6-AFAB-04DE7831754E}"/>
              </a:ext>
            </a:extLst>
          </p:cNvPr>
          <p:cNvSpPr>
            <a:spLocks noGrp="1"/>
          </p:cNvSpPr>
          <p:nvPr/>
        </p:nvSpPr>
        <p:spPr>
          <a:xfrm>
            <a:off x="5043474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Cryo_13662">
            <a:extLst>
              <a:ext uri="{FF2B5EF4-FFF2-40B4-BE49-F238E27FC236}">
                <a16:creationId xmlns:a16="http://schemas.microsoft.com/office/drawing/2014/main" id="{B4A1DF3C-17E6-4612-9DC3-0A0272BF8C54}"/>
              </a:ext>
            </a:extLst>
          </p:cNvPr>
          <p:cNvSpPr>
            <a:spLocks noGrp="1"/>
          </p:cNvSpPr>
          <p:nvPr/>
        </p:nvSpPr>
        <p:spPr>
          <a:xfrm>
            <a:off x="51328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Cryo_13663">
            <a:extLst>
              <a:ext uri="{FF2B5EF4-FFF2-40B4-BE49-F238E27FC236}">
                <a16:creationId xmlns:a16="http://schemas.microsoft.com/office/drawing/2014/main" id="{96B99A04-F86A-4475-9218-D0F443C43135}"/>
              </a:ext>
            </a:extLst>
          </p:cNvPr>
          <p:cNvSpPr>
            <a:spLocks noGrp="1"/>
          </p:cNvSpPr>
          <p:nvPr/>
        </p:nvSpPr>
        <p:spPr>
          <a:xfrm>
            <a:off x="510799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Cryo_13664">
            <a:extLst>
              <a:ext uri="{FF2B5EF4-FFF2-40B4-BE49-F238E27FC236}">
                <a16:creationId xmlns:a16="http://schemas.microsoft.com/office/drawing/2014/main" id="{50E89135-74FC-4007-8DF5-AF6171352285}"/>
              </a:ext>
            </a:extLst>
          </p:cNvPr>
          <p:cNvSpPr>
            <a:spLocks noGrp="1"/>
          </p:cNvSpPr>
          <p:nvPr/>
        </p:nvSpPr>
        <p:spPr>
          <a:xfrm>
            <a:off x="49190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Cryo_13665">
            <a:extLst>
              <a:ext uri="{FF2B5EF4-FFF2-40B4-BE49-F238E27FC236}">
                <a16:creationId xmlns:a16="http://schemas.microsoft.com/office/drawing/2014/main" id="{0EABCAB8-9422-45A4-99AB-945C670BB163}"/>
              </a:ext>
            </a:extLst>
          </p:cNvPr>
          <p:cNvSpPr>
            <a:spLocks noGrp="1"/>
          </p:cNvSpPr>
          <p:nvPr/>
        </p:nvSpPr>
        <p:spPr>
          <a:xfrm>
            <a:off x="50883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Cryo_13666">
            <a:extLst>
              <a:ext uri="{FF2B5EF4-FFF2-40B4-BE49-F238E27FC236}">
                <a16:creationId xmlns:a16="http://schemas.microsoft.com/office/drawing/2014/main" id="{68D1ED92-CFFD-4686-8497-4652FFE38796}"/>
              </a:ext>
            </a:extLst>
          </p:cNvPr>
          <p:cNvSpPr>
            <a:spLocks noGrp="1"/>
          </p:cNvSpPr>
          <p:nvPr/>
        </p:nvSpPr>
        <p:spPr>
          <a:xfrm>
            <a:off x="49644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Cryo_13667">
            <a:extLst>
              <a:ext uri="{FF2B5EF4-FFF2-40B4-BE49-F238E27FC236}">
                <a16:creationId xmlns:a16="http://schemas.microsoft.com/office/drawing/2014/main" id="{503F9017-0247-4238-B363-E057A6383FAB}"/>
              </a:ext>
            </a:extLst>
          </p:cNvPr>
          <p:cNvSpPr>
            <a:spLocks noGrp="1"/>
          </p:cNvSpPr>
          <p:nvPr/>
        </p:nvSpPr>
        <p:spPr>
          <a:xfrm>
            <a:off x="50900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Cryo_13668">
            <a:extLst>
              <a:ext uri="{FF2B5EF4-FFF2-40B4-BE49-F238E27FC236}">
                <a16:creationId xmlns:a16="http://schemas.microsoft.com/office/drawing/2014/main" id="{13AF06BC-7248-41D3-BC6F-2E25AAF55BCA}"/>
              </a:ext>
            </a:extLst>
          </p:cNvPr>
          <p:cNvSpPr>
            <a:spLocks noGrp="1"/>
          </p:cNvSpPr>
          <p:nvPr/>
        </p:nvSpPr>
        <p:spPr>
          <a:xfrm>
            <a:off x="502670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Cryo_13669">
            <a:extLst>
              <a:ext uri="{FF2B5EF4-FFF2-40B4-BE49-F238E27FC236}">
                <a16:creationId xmlns:a16="http://schemas.microsoft.com/office/drawing/2014/main" id="{BCE51149-3879-4625-971B-88B995641AFF}"/>
              </a:ext>
            </a:extLst>
          </p:cNvPr>
          <p:cNvSpPr>
            <a:spLocks noGrp="1"/>
          </p:cNvSpPr>
          <p:nvPr/>
        </p:nvSpPr>
        <p:spPr>
          <a:xfrm>
            <a:off x="4979528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Cryo_13670">
            <a:extLst>
              <a:ext uri="{FF2B5EF4-FFF2-40B4-BE49-F238E27FC236}">
                <a16:creationId xmlns:a16="http://schemas.microsoft.com/office/drawing/2014/main" id="{3145C930-02DE-4E67-8603-2396A5DA6C5B}"/>
              </a:ext>
            </a:extLst>
          </p:cNvPr>
          <p:cNvSpPr>
            <a:spLocks noGrp="1"/>
          </p:cNvSpPr>
          <p:nvPr/>
        </p:nvSpPr>
        <p:spPr>
          <a:xfrm>
            <a:off x="49597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Cryo_13671">
            <a:extLst>
              <a:ext uri="{FF2B5EF4-FFF2-40B4-BE49-F238E27FC236}">
                <a16:creationId xmlns:a16="http://schemas.microsoft.com/office/drawing/2014/main" id="{DEE22F38-2B5F-4C66-A58C-0B47A076A801}"/>
              </a:ext>
            </a:extLst>
          </p:cNvPr>
          <p:cNvSpPr>
            <a:spLocks noGrp="1"/>
          </p:cNvSpPr>
          <p:nvPr/>
        </p:nvSpPr>
        <p:spPr>
          <a:xfrm>
            <a:off x="4979704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Cryo_13672">
            <a:extLst>
              <a:ext uri="{FF2B5EF4-FFF2-40B4-BE49-F238E27FC236}">
                <a16:creationId xmlns:a16="http://schemas.microsoft.com/office/drawing/2014/main" id="{C65CDEEF-BAAB-493C-92D6-C0DE50E9253F}"/>
              </a:ext>
            </a:extLst>
          </p:cNvPr>
          <p:cNvSpPr>
            <a:spLocks noGrp="1"/>
          </p:cNvSpPr>
          <p:nvPr/>
        </p:nvSpPr>
        <p:spPr>
          <a:xfrm>
            <a:off x="5034864" y="5542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Cryo_13673">
            <a:extLst>
              <a:ext uri="{FF2B5EF4-FFF2-40B4-BE49-F238E27FC236}">
                <a16:creationId xmlns:a16="http://schemas.microsoft.com/office/drawing/2014/main" id="{BB624381-072D-4821-8F9D-15004AA0832C}"/>
              </a:ext>
            </a:extLst>
          </p:cNvPr>
          <p:cNvSpPr>
            <a:spLocks noGrp="1"/>
          </p:cNvSpPr>
          <p:nvPr/>
        </p:nvSpPr>
        <p:spPr>
          <a:xfrm>
            <a:off x="5053692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Cryo_13674">
            <a:extLst>
              <a:ext uri="{FF2B5EF4-FFF2-40B4-BE49-F238E27FC236}">
                <a16:creationId xmlns:a16="http://schemas.microsoft.com/office/drawing/2014/main" id="{FCA49160-4896-47E6-8811-262F7E8BBB33}"/>
              </a:ext>
            </a:extLst>
          </p:cNvPr>
          <p:cNvSpPr>
            <a:spLocks noGrp="1"/>
          </p:cNvSpPr>
          <p:nvPr/>
        </p:nvSpPr>
        <p:spPr>
          <a:xfrm>
            <a:off x="510257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Cryo_13675">
            <a:extLst>
              <a:ext uri="{FF2B5EF4-FFF2-40B4-BE49-F238E27FC236}">
                <a16:creationId xmlns:a16="http://schemas.microsoft.com/office/drawing/2014/main" id="{7EB392F0-CAFC-44BF-8E59-2C21EB2EECC0}"/>
              </a:ext>
            </a:extLst>
          </p:cNvPr>
          <p:cNvSpPr>
            <a:spLocks noGrp="1"/>
          </p:cNvSpPr>
          <p:nvPr/>
        </p:nvSpPr>
        <p:spPr>
          <a:xfrm>
            <a:off x="51240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Cryo_13676">
            <a:extLst>
              <a:ext uri="{FF2B5EF4-FFF2-40B4-BE49-F238E27FC236}">
                <a16:creationId xmlns:a16="http://schemas.microsoft.com/office/drawing/2014/main" id="{905437DE-AEB3-46E4-8167-EB424686A286}"/>
              </a:ext>
            </a:extLst>
          </p:cNvPr>
          <p:cNvSpPr>
            <a:spLocks noGrp="1"/>
          </p:cNvSpPr>
          <p:nvPr/>
        </p:nvSpPr>
        <p:spPr>
          <a:xfrm>
            <a:off x="508375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Cryo_13677">
            <a:extLst>
              <a:ext uri="{FF2B5EF4-FFF2-40B4-BE49-F238E27FC236}">
                <a16:creationId xmlns:a16="http://schemas.microsoft.com/office/drawing/2014/main" id="{4EDF032A-D14F-41B2-9489-CA3604C63E99}"/>
              </a:ext>
            </a:extLst>
          </p:cNvPr>
          <p:cNvSpPr>
            <a:spLocks noGrp="1"/>
          </p:cNvSpPr>
          <p:nvPr/>
        </p:nvSpPr>
        <p:spPr>
          <a:xfrm>
            <a:off x="508486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Cryo_13678">
            <a:extLst>
              <a:ext uri="{FF2B5EF4-FFF2-40B4-BE49-F238E27FC236}">
                <a16:creationId xmlns:a16="http://schemas.microsoft.com/office/drawing/2014/main" id="{E2AF2E38-78CC-48A0-A857-CE27DF27B8C0}"/>
              </a:ext>
            </a:extLst>
          </p:cNvPr>
          <p:cNvSpPr>
            <a:spLocks noGrp="1"/>
          </p:cNvSpPr>
          <p:nvPr/>
        </p:nvSpPr>
        <p:spPr>
          <a:xfrm>
            <a:off x="51626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Cryo_13679">
            <a:extLst>
              <a:ext uri="{FF2B5EF4-FFF2-40B4-BE49-F238E27FC236}">
                <a16:creationId xmlns:a16="http://schemas.microsoft.com/office/drawing/2014/main" id="{855ACDA9-1ABD-45A1-AF43-54A2539026CB}"/>
              </a:ext>
            </a:extLst>
          </p:cNvPr>
          <p:cNvSpPr>
            <a:spLocks noGrp="1"/>
          </p:cNvSpPr>
          <p:nvPr/>
        </p:nvSpPr>
        <p:spPr>
          <a:xfrm>
            <a:off x="502933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Cryo_13680">
            <a:extLst>
              <a:ext uri="{FF2B5EF4-FFF2-40B4-BE49-F238E27FC236}">
                <a16:creationId xmlns:a16="http://schemas.microsoft.com/office/drawing/2014/main" id="{B796782A-B10B-48BD-B530-685E72DAFAC2}"/>
              </a:ext>
            </a:extLst>
          </p:cNvPr>
          <p:cNvSpPr>
            <a:spLocks noGrp="1"/>
          </p:cNvSpPr>
          <p:nvPr/>
        </p:nvSpPr>
        <p:spPr>
          <a:xfrm>
            <a:off x="4938847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Cryo_13681">
            <a:extLst>
              <a:ext uri="{FF2B5EF4-FFF2-40B4-BE49-F238E27FC236}">
                <a16:creationId xmlns:a16="http://schemas.microsoft.com/office/drawing/2014/main" id="{34A7F98F-B7A2-4EDA-B04E-B646A1111BDE}"/>
              </a:ext>
            </a:extLst>
          </p:cNvPr>
          <p:cNvSpPr>
            <a:spLocks noGrp="1"/>
          </p:cNvSpPr>
          <p:nvPr/>
        </p:nvSpPr>
        <p:spPr>
          <a:xfrm>
            <a:off x="4930755" y="50285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Cryo_13682">
            <a:extLst>
              <a:ext uri="{FF2B5EF4-FFF2-40B4-BE49-F238E27FC236}">
                <a16:creationId xmlns:a16="http://schemas.microsoft.com/office/drawing/2014/main" id="{30394805-6019-49D1-83D4-07AE043B49D1}"/>
              </a:ext>
            </a:extLst>
          </p:cNvPr>
          <p:cNvSpPr>
            <a:spLocks noGrp="1"/>
          </p:cNvSpPr>
          <p:nvPr/>
        </p:nvSpPr>
        <p:spPr>
          <a:xfrm>
            <a:off x="5059928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Cryo_13683">
            <a:extLst>
              <a:ext uri="{FF2B5EF4-FFF2-40B4-BE49-F238E27FC236}">
                <a16:creationId xmlns:a16="http://schemas.microsoft.com/office/drawing/2014/main" id="{F5129EF4-9553-484E-BF2F-0BBDCC9216C8}"/>
              </a:ext>
            </a:extLst>
          </p:cNvPr>
          <p:cNvSpPr>
            <a:spLocks noGrp="1"/>
          </p:cNvSpPr>
          <p:nvPr/>
        </p:nvSpPr>
        <p:spPr>
          <a:xfrm>
            <a:off x="510958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Cryo_13684">
            <a:extLst>
              <a:ext uri="{FF2B5EF4-FFF2-40B4-BE49-F238E27FC236}">
                <a16:creationId xmlns:a16="http://schemas.microsoft.com/office/drawing/2014/main" id="{A85F9E96-C9EC-4F96-B33E-826C64B9AF34}"/>
              </a:ext>
            </a:extLst>
          </p:cNvPr>
          <p:cNvSpPr>
            <a:spLocks noGrp="1"/>
          </p:cNvSpPr>
          <p:nvPr/>
        </p:nvSpPr>
        <p:spPr>
          <a:xfrm>
            <a:off x="493576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Cryo_13685">
            <a:extLst>
              <a:ext uri="{FF2B5EF4-FFF2-40B4-BE49-F238E27FC236}">
                <a16:creationId xmlns:a16="http://schemas.microsoft.com/office/drawing/2014/main" id="{6A36881E-8157-489D-A3D2-2B0F1892A3FD}"/>
              </a:ext>
            </a:extLst>
          </p:cNvPr>
          <p:cNvSpPr>
            <a:spLocks noGrp="1"/>
          </p:cNvSpPr>
          <p:nvPr/>
        </p:nvSpPr>
        <p:spPr>
          <a:xfrm>
            <a:off x="499241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Cryo_13686">
            <a:extLst>
              <a:ext uri="{FF2B5EF4-FFF2-40B4-BE49-F238E27FC236}">
                <a16:creationId xmlns:a16="http://schemas.microsoft.com/office/drawing/2014/main" id="{3275194C-1B78-4E64-8F2D-CE9468DEA049}"/>
              </a:ext>
            </a:extLst>
          </p:cNvPr>
          <p:cNvSpPr>
            <a:spLocks noGrp="1"/>
          </p:cNvSpPr>
          <p:nvPr/>
        </p:nvSpPr>
        <p:spPr>
          <a:xfrm>
            <a:off x="4929608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Cryo_13687">
            <a:extLst>
              <a:ext uri="{FF2B5EF4-FFF2-40B4-BE49-F238E27FC236}">
                <a16:creationId xmlns:a16="http://schemas.microsoft.com/office/drawing/2014/main" id="{E7C5DD9A-3725-4558-B8DE-4D7F2E72A71D}"/>
              </a:ext>
            </a:extLst>
          </p:cNvPr>
          <p:cNvSpPr>
            <a:spLocks noGrp="1"/>
          </p:cNvSpPr>
          <p:nvPr/>
        </p:nvSpPr>
        <p:spPr>
          <a:xfrm>
            <a:off x="493309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Cryo_13688">
            <a:extLst>
              <a:ext uri="{FF2B5EF4-FFF2-40B4-BE49-F238E27FC236}">
                <a16:creationId xmlns:a16="http://schemas.microsoft.com/office/drawing/2014/main" id="{BAE34151-F3F3-4A50-BF60-2D06B5E074D9}"/>
              </a:ext>
            </a:extLst>
          </p:cNvPr>
          <p:cNvSpPr>
            <a:spLocks noGrp="1"/>
          </p:cNvSpPr>
          <p:nvPr/>
        </p:nvSpPr>
        <p:spPr>
          <a:xfrm>
            <a:off x="505031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Cryo_13689">
            <a:extLst>
              <a:ext uri="{FF2B5EF4-FFF2-40B4-BE49-F238E27FC236}">
                <a16:creationId xmlns:a16="http://schemas.microsoft.com/office/drawing/2014/main" id="{A3E815B2-28AF-40CE-BCA2-4EE4E5F9B854}"/>
              </a:ext>
            </a:extLst>
          </p:cNvPr>
          <p:cNvSpPr>
            <a:spLocks noGrp="1"/>
          </p:cNvSpPr>
          <p:nvPr/>
        </p:nvSpPr>
        <p:spPr>
          <a:xfrm>
            <a:off x="507804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Cryo_13690">
            <a:extLst>
              <a:ext uri="{FF2B5EF4-FFF2-40B4-BE49-F238E27FC236}">
                <a16:creationId xmlns:a16="http://schemas.microsoft.com/office/drawing/2014/main" id="{904D04B6-5837-4680-96FD-1623218C7DA9}"/>
              </a:ext>
            </a:extLst>
          </p:cNvPr>
          <p:cNvSpPr>
            <a:spLocks noGrp="1"/>
          </p:cNvSpPr>
          <p:nvPr/>
        </p:nvSpPr>
        <p:spPr>
          <a:xfrm>
            <a:off x="50032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Cryo_13691">
            <a:extLst>
              <a:ext uri="{FF2B5EF4-FFF2-40B4-BE49-F238E27FC236}">
                <a16:creationId xmlns:a16="http://schemas.microsoft.com/office/drawing/2014/main" id="{9E4E1FDD-E61B-4308-BD2F-981B6D3ABDF3}"/>
              </a:ext>
            </a:extLst>
          </p:cNvPr>
          <p:cNvSpPr>
            <a:spLocks noGrp="1"/>
          </p:cNvSpPr>
          <p:nvPr/>
        </p:nvSpPr>
        <p:spPr>
          <a:xfrm>
            <a:off x="5123000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Cryo_13692">
            <a:extLst>
              <a:ext uri="{FF2B5EF4-FFF2-40B4-BE49-F238E27FC236}">
                <a16:creationId xmlns:a16="http://schemas.microsoft.com/office/drawing/2014/main" id="{9871DB51-4ACD-4F41-9B8B-4F28B6268768}"/>
              </a:ext>
            </a:extLst>
          </p:cNvPr>
          <p:cNvSpPr>
            <a:spLocks noGrp="1"/>
          </p:cNvSpPr>
          <p:nvPr/>
        </p:nvSpPr>
        <p:spPr>
          <a:xfrm>
            <a:off x="499894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Cryo_13693">
            <a:extLst>
              <a:ext uri="{FF2B5EF4-FFF2-40B4-BE49-F238E27FC236}">
                <a16:creationId xmlns:a16="http://schemas.microsoft.com/office/drawing/2014/main" id="{C7B157E6-F0DD-49CB-B1F1-28782F5758DD}"/>
              </a:ext>
            </a:extLst>
          </p:cNvPr>
          <p:cNvSpPr>
            <a:spLocks noGrp="1"/>
          </p:cNvSpPr>
          <p:nvPr/>
        </p:nvSpPr>
        <p:spPr>
          <a:xfrm>
            <a:off x="5105386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Cryo_13694">
            <a:extLst>
              <a:ext uri="{FF2B5EF4-FFF2-40B4-BE49-F238E27FC236}">
                <a16:creationId xmlns:a16="http://schemas.microsoft.com/office/drawing/2014/main" id="{97B38DDD-FAC2-4D5C-972C-771B272BF95F}"/>
              </a:ext>
            </a:extLst>
          </p:cNvPr>
          <p:cNvSpPr>
            <a:spLocks noGrp="1"/>
          </p:cNvSpPr>
          <p:nvPr/>
        </p:nvSpPr>
        <p:spPr>
          <a:xfrm>
            <a:off x="51166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Cryo_13695">
            <a:extLst>
              <a:ext uri="{FF2B5EF4-FFF2-40B4-BE49-F238E27FC236}">
                <a16:creationId xmlns:a16="http://schemas.microsoft.com/office/drawing/2014/main" id="{4E111F17-5837-46A9-AF66-39847D4289B9}"/>
              </a:ext>
            </a:extLst>
          </p:cNvPr>
          <p:cNvSpPr>
            <a:spLocks noGrp="1"/>
          </p:cNvSpPr>
          <p:nvPr/>
        </p:nvSpPr>
        <p:spPr>
          <a:xfrm>
            <a:off x="4931668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Cryo_13696">
            <a:extLst>
              <a:ext uri="{FF2B5EF4-FFF2-40B4-BE49-F238E27FC236}">
                <a16:creationId xmlns:a16="http://schemas.microsoft.com/office/drawing/2014/main" id="{ADC0402B-9BEB-4EBA-B718-08BD455D5CCA}"/>
              </a:ext>
            </a:extLst>
          </p:cNvPr>
          <p:cNvSpPr>
            <a:spLocks noGrp="1"/>
          </p:cNvSpPr>
          <p:nvPr/>
        </p:nvSpPr>
        <p:spPr>
          <a:xfrm>
            <a:off x="4944824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Cryo_13697">
            <a:extLst>
              <a:ext uri="{FF2B5EF4-FFF2-40B4-BE49-F238E27FC236}">
                <a16:creationId xmlns:a16="http://schemas.microsoft.com/office/drawing/2014/main" id="{87A612E0-8984-4E2E-81F6-BB93F897EA6A}"/>
              </a:ext>
            </a:extLst>
          </p:cNvPr>
          <p:cNvSpPr>
            <a:spLocks noGrp="1"/>
          </p:cNvSpPr>
          <p:nvPr/>
        </p:nvSpPr>
        <p:spPr>
          <a:xfrm>
            <a:off x="49512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Cryo_13698">
            <a:extLst>
              <a:ext uri="{FF2B5EF4-FFF2-40B4-BE49-F238E27FC236}">
                <a16:creationId xmlns:a16="http://schemas.microsoft.com/office/drawing/2014/main" id="{476B7887-A36A-4BCB-90F3-2842C0ED6E9B}"/>
              </a:ext>
            </a:extLst>
          </p:cNvPr>
          <p:cNvSpPr>
            <a:spLocks noGrp="1"/>
          </p:cNvSpPr>
          <p:nvPr/>
        </p:nvSpPr>
        <p:spPr>
          <a:xfrm>
            <a:off x="5122694" y="55302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Cryo_13699">
            <a:extLst>
              <a:ext uri="{FF2B5EF4-FFF2-40B4-BE49-F238E27FC236}">
                <a16:creationId xmlns:a16="http://schemas.microsoft.com/office/drawing/2014/main" id="{6337CC64-A643-4E2B-8A7E-5B7931DEDD23}"/>
              </a:ext>
            </a:extLst>
          </p:cNvPr>
          <p:cNvSpPr>
            <a:spLocks noGrp="1"/>
          </p:cNvSpPr>
          <p:nvPr/>
        </p:nvSpPr>
        <p:spPr>
          <a:xfrm>
            <a:off x="4925206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Cryo_13700">
            <a:extLst>
              <a:ext uri="{FF2B5EF4-FFF2-40B4-BE49-F238E27FC236}">
                <a16:creationId xmlns:a16="http://schemas.microsoft.com/office/drawing/2014/main" id="{38D3338F-1A4D-4850-AEB4-3BDD14642B18}"/>
              </a:ext>
            </a:extLst>
          </p:cNvPr>
          <p:cNvSpPr>
            <a:spLocks noGrp="1"/>
          </p:cNvSpPr>
          <p:nvPr/>
        </p:nvSpPr>
        <p:spPr>
          <a:xfrm>
            <a:off x="4964384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Cryo_13701">
            <a:extLst>
              <a:ext uri="{FF2B5EF4-FFF2-40B4-BE49-F238E27FC236}">
                <a16:creationId xmlns:a16="http://schemas.microsoft.com/office/drawing/2014/main" id="{C57482F4-1BAC-4CF1-A179-03D593ABCA9C}"/>
              </a:ext>
            </a:extLst>
          </p:cNvPr>
          <p:cNvSpPr>
            <a:spLocks noGrp="1"/>
          </p:cNvSpPr>
          <p:nvPr/>
        </p:nvSpPr>
        <p:spPr>
          <a:xfrm>
            <a:off x="50238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Cryo_13702">
            <a:extLst>
              <a:ext uri="{FF2B5EF4-FFF2-40B4-BE49-F238E27FC236}">
                <a16:creationId xmlns:a16="http://schemas.microsoft.com/office/drawing/2014/main" id="{DBF31274-5A20-4F0E-9DE1-0CF8B475694F}"/>
              </a:ext>
            </a:extLst>
          </p:cNvPr>
          <p:cNvSpPr>
            <a:spLocks noGrp="1"/>
          </p:cNvSpPr>
          <p:nvPr/>
        </p:nvSpPr>
        <p:spPr>
          <a:xfrm>
            <a:off x="50448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Cryo_13703">
            <a:extLst>
              <a:ext uri="{FF2B5EF4-FFF2-40B4-BE49-F238E27FC236}">
                <a16:creationId xmlns:a16="http://schemas.microsoft.com/office/drawing/2014/main" id="{B3448E97-5A9A-4A22-BBD6-1427401AC7BF}"/>
              </a:ext>
            </a:extLst>
          </p:cNvPr>
          <p:cNvSpPr>
            <a:spLocks noGrp="1"/>
          </p:cNvSpPr>
          <p:nvPr/>
        </p:nvSpPr>
        <p:spPr>
          <a:xfrm>
            <a:off x="5160698" y="5789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Cryo_13704">
            <a:extLst>
              <a:ext uri="{FF2B5EF4-FFF2-40B4-BE49-F238E27FC236}">
                <a16:creationId xmlns:a16="http://schemas.microsoft.com/office/drawing/2014/main" id="{183AEBC3-4BE2-4BA2-9DEE-707AE8B2F5D0}"/>
              </a:ext>
            </a:extLst>
          </p:cNvPr>
          <p:cNvSpPr>
            <a:spLocks noGrp="1"/>
          </p:cNvSpPr>
          <p:nvPr/>
        </p:nvSpPr>
        <p:spPr>
          <a:xfrm>
            <a:off x="4953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Cryo_13705">
            <a:extLst>
              <a:ext uri="{FF2B5EF4-FFF2-40B4-BE49-F238E27FC236}">
                <a16:creationId xmlns:a16="http://schemas.microsoft.com/office/drawing/2014/main" id="{B3DA1F10-F5F5-4E81-9241-3B40EDFE9D5E}"/>
              </a:ext>
            </a:extLst>
          </p:cNvPr>
          <p:cNvSpPr>
            <a:spLocks noGrp="1"/>
          </p:cNvSpPr>
          <p:nvPr/>
        </p:nvSpPr>
        <p:spPr>
          <a:xfrm>
            <a:off x="516681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Cryo_13706">
            <a:extLst>
              <a:ext uri="{FF2B5EF4-FFF2-40B4-BE49-F238E27FC236}">
                <a16:creationId xmlns:a16="http://schemas.microsoft.com/office/drawing/2014/main" id="{EA6425B9-E1DB-469E-96B6-73137B4EC86B}"/>
              </a:ext>
            </a:extLst>
          </p:cNvPr>
          <p:cNvSpPr>
            <a:spLocks noGrp="1"/>
          </p:cNvSpPr>
          <p:nvPr/>
        </p:nvSpPr>
        <p:spPr>
          <a:xfrm>
            <a:off x="6604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Cryo_13707">
            <a:extLst>
              <a:ext uri="{FF2B5EF4-FFF2-40B4-BE49-F238E27FC236}">
                <a16:creationId xmlns:a16="http://schemas.microsoft.com/office/drawing/2014/main" id="{6C40C409-8ED5-43FE-B68A-3FC2A188BF61}"/>
              </a:ext>
            </a:extLst>
          </p:cNvPr>
          <p:cNvSpPr>
            <a:spLocks noGrp="1"/>
          </p:cNvSpPr>
          <p:nvPr/>
        </p:nvSpPr>
        <p:spPr>
          <a:xfrm>
            <a:off x="65761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Cryo_13708">
            <a:extLst>
              <a:ext uri="{FF2B5EF4-FFF2-40B4-BE49-F238E27FC236}">
                <a16:creationId xmlns:a16="http://schemas.microsoft.com/office/drawing/2014/main" id="{4F089E8A-857A-48D9-8FCC-090BB2AF84CF}"/>
              </a:ext>
            </a:extLst>
          </p:cNvPr>
          <p:cNvSpPr>
            <a:spLocks noGrp="1"/>
          </p:cNvSpPr>
          <p:nvPr/>
        </p:nvSpPr>
        <p:spPr>
          <a:xfrm>
            <a:off x="666617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Cryo_13709">
            <a:extLst>
              <a:ext uri="{FF2B5EF4-FFF2-40B4-BE49-F238E27FC236}">
                <a16:creationId xmlns:a16="http://schemas.microsoft.com/office/drawing/2014/main" id="{9D2E1096-79AB-4CEA-8746-BAD2F89225A7}"/>
              </a:ext>
            </a:extLst>
          </p:cNvPr>
          <p:cNvSpPr>
            <a:spLocks noGrp="1"/>
          </p:cNvSpPr>
          <p:nvPr/>
        </p:nvSpPr>
        <p:spPr>
          <a:xfrm>
            <a:off x="673567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Cryo_13710">
            <a:extLst>
              <a:ext uri="{FF2B5EF4-FFF2-40B4-BE49-F238E27FC236}">
                <a16:creationId xmlns:a16="http://schemas.microsoft.com/office/drawing/2014/main" id="{1D4B08C5-3A86-4CE1-A527-7013522DC11D}"/>
              </a:ext>
            </a:extLst>
          </p:cNvPr>
          <p:cNvSpPr>
            <a:spLocks noGrp="1"/>
          </p:cNvSpPr>
          <p:nvPr/>
        </p:nvSpPr>
        <p:spPr>
          <a:xfrm>
            <a:off x="6569639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Cryo_13711">
            <a:extLst>
              <a:ext uri="{FF2B5EF4-FFF2-40B4-BE49-F238E27FC236}">
                <a16:creationId xmlns:a16="http://schemas.microsoft.com/office/drawing/2014/main" id="{44E83461-4187-4A08-81B7-CAD9AFB32C9E}"/>
              </a:ext>
            </a:extLst>
          </p:cNvPr>
          <p:cNvSpPr>
            <a:spLocks noGrp="1"/>
          </p:cNvSpPr>
          <p:nvPr/>
        </p:nvSpPr>
        <p:spPr>
          <a:xfrm>
            <a:off x="663721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Cryo_13712">
            <a:extLst>
              <a:ext uri="{FF2B5EF4-FFF2-40B4-BE49-F238E27FC236}">
                <a16:creationId xmlns:a16="http://schemas.microsoft.com/office/drawing/2014/main" id="{2B7F613F-A6BC-4AAD-82D0-91551EAB59E7}"/>
              </a:ext>
            </a:extLst>
          </p:cNvPr>
          <p:cNvSpPr>
            <a:spLocks noGrp="1"/>
          </p:cNvSpPr>
          <p:nvPr/>
        </p:nvSpPr>
        <p:spPr>
          <a:xfrm>
            <a:off x="662187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Cryo_13713">
            <a:extLst>
              <a:ext uri="{FF2B5EF4-FFF2-40B4-BE49-F238E27FC236}">
                <a16:creationId xmlns:a16="http://schemas.microsoft.com/office/drawing/2014/main" id="{124A653C-D51D-4A22-8ED4-BEA7B2A51A86}"/>
              </a:ext>
            </a:extLst>
          </p:cNvPr>
          <p:cNvSpPr>
            <a:spLocks noGrp="1"/>
          </p:cNvSpPr>
          <p:nvPr/>
        </p:nvSpPr>
        <p:spPr>
          <a:xfrm>
            <a:off x="65926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Cryo_13714">
            <a:extLst>
              <a:ext uri="{FF2B5EF4-FFF2-40B4-BE49-F238E27FC236}">
                <a16:creationId xmlns:a16="http://schemas.microsoft.com/office/drawing/2014/main" id="{651F56B8-9E02-47CF-8795-7E554E2A4503}"/>
              </a:ext>
            </a:extLst>
          </p:cNvPr>
          <p:cNvSpPr>
            <a:spLocks noGrp="1"/>
          </p:cNvSpPr>
          <p:nvPr/>
        </p:nvSpPr>
        <p:spPr>
          <a:xfrm>
            <a:off x="6725776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Cryo_13715">
            <a:extLst>
              <a:ext uri="{FF2B5EF4-FFF2-40B4-BE49-F238E27FC236}">
                <a16:creationId xmlns:a16="http://schemas.microsoft.com/office/drawing/2014/main" id="{3BF53D1A-A689-44F2-8B96-A3C929FD5A14}"/>
              </a:ext>
            </a:extLst>
          </p:cNvPr>
          <p:cNvSpPr>
            <a:spLocks noGrp="1"/>
          </p:cNvSpPr>
          <p:nvPr/>
        </p:nvSpPr>
        <p:spPr>
          <a:xfrm>
            <a:off x="66655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Cryo_13716">
            <a:extLst>
              <a:ext uri="{FF2B5EF4-FFF2-40B4-BE49-F238E27FC236}">
                <a16:creationId xmlns:a16="http://schemas.microsoft.com/office/drawing/2014/main" id="{7606D7FF-88B1-4BEE-9BF2-00CD04E91102}"/>
              </a:ext>
            </a:extLst>
          </p:cNvPr>
          <p:cNvSpPr>
            <a:spLocks noGrp="1"/>
          </p:cNvSpPr>
          <p:nvPr/>
        </p:nvSpPr>
        <p:spPr>
          <a:xfrm>
            <a:off x="6503779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Cryo_13717">
            <a:extLst>
              <a:ext uri="{FF2B5EF4-FFF2-40B4-BE49-F238E27FC236}">
                <a16:creationId xmlns:a16="http://schemas.microsoft.com/office/drawing/2014/main" id="{A78F0CA4-8F75-403D-8402-05FD7893B8DE}"/>
              </a:ext>
            </a:extLst>
          </p:cNvPr>
          <p:cNvSpPr>
            <a:spLocks noGrp="1"/>
          </p:cNvSpPr>
          <p:nvPr/>
        </p:nvSpPr>
        <p:spPr>
          <a:xfrm>
            <a:off x="654582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Cryo_13718">
            <a:extLst>
              <a:ext uri="{FF2B5EF4-FFF2-40B4-BE49-F238E27FC236}">
                <a16:creationId xmlns:a16="http://schemas.microsoft.com/office/drawing/2014/main" id="{E21588D3-9D53-4545-A33F-1F453E03E00F}"/>
              </a:ext>
            </a:extLst>
          </p:cNvPr>
          <p:cNvSpPr>
            <a:spLocks noGrp="1"/>
          </p:cNvSpPr>
          <p:nvPr/>
        </p:nvSpPr>
        <p:spPr>
          <a:xfrm>
            <a:off x="6669069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Cryo_13719">
            <a:extLst>
              <a:ext uri="{FF2B5EF4-FFF2-40B4-BE49-F238E27FC236}">
                <a16:creationId xmlns:a16="http://schemas.microsoft.com/office/drawing/2014/main" id="{B05303B3-E62D-46C3-8372-4CF10CFBF17A}"/>
              </a:ext>
            </a:extLst>
          </p:cNvPr>
          <p:cNvSpPr>
            <a:spLocks noGrp="1"/>
          </p:cNvSpPr>
          <p:nvPr/>
        </p:nvSpPr>
        <p:spPr>
          <a:xfrm>
            <a:off x="667573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Cryo_13720">
            <a:extLst>
              <a:ext uri="{FF2B5EF4-FFF2-40B4-BE49-F238E27FC236}">
                <a16:creationId xmlns:a16="http://schemas.microsoft.com/office/drawing/2014/main" id="{BD0EA873-C598-4D8A-8E2D-F86FDA6D0367}"/>
              </a:ext>
            </a:extLst>
          </p:cNvPr>
          <p:cNvSpPr>
            <a:spLocks noGrp="1"/>
          </p:cNvSpPr>
          <p:nvPr/>
        </p:nvSpPr>
        <p:spPr>
          <a:xfrm>
            <a:off x="664826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Cryo_13721">
            <a:extLst>
              <a:ext uri="{FF2B5EF4-FFF2-40B4-BE49-F238E27FC236}">
                <a16:creationId xmlns:a16="http://schemas.microsoft.com/office/drawing/2014/main" id="{07A30B41-1D39-4E4B-8B1E-EB1A5CEE21B6}"/>
              </a:ext>
            </a:extLst>
          </p:cNvPr>
          <p:cNvSpPr>
            <a:spLocks noGrp="1"/>
          </p:cNvSpPr>
          <p:nvPr/>
        </p:nvSpPr>
        <p:spPr>
          <a:xfrm>
            <a:off x="652755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Cryo_13722">
            <a:extLst>
              <a:ext uri="{FF2B5EF4-FFF2-40B4-BE49-F238E27FC236}">
                <a16:creationId xmlns:a16="http://schemas.microsoft.com/office/drawing/2014/main" id="{72B55C1D-156A-4DEC-9F61-75D12D5DF048}"/>
              </a:ext>
            </a:extLst>
          </p:cNvPr>
          <p:cNvSpPr>
            <a:spLocks noGrp="1"/>
          </p:cNvSpPr>
          <p:nvPr/>
        </p:nvSpPr>
        <p:spPr>
          <a:xfrm>
            <a:off x="670892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Cryo_13723">
            <a:extLst>
              <a:ext uri="{FF2B5EF4-FFF2-40B4-BE49-F238E27FC236}">
                <a16:creationId xmlns:a16="http://schemas.microsoft.com/office/drawing/2014/main" id="{405524EE-9424-4AEC-871E-2A1F336636E3}"/>
              </a:ext>
            </a:extLst>
          </p:cNvPr>
          <p:cNvSpPr>
            <a:spLocks noGrp="1"/>
          </p:cNvSpPr>
          <p:nvPr/>
        </p:nvSpPr>
        <p:spPr>
          <a:xfrm>
            <a:off x="6705648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Cryo_13724">
            <a:extLst>
              <a:ext uri="{FF2B5EF4-FFF2-40B4-BE49-F238E27FC236}">
                <a16:creationId xmlns:a16="http://schemas.microsoft.com/office/drawing/2014/main" id="{D66A05A9-641C-442D-B43D-21387040AD85}"/>
              </a:ext>
            </a:extLst>
          </p:cNvPr>
          <p:cNvSpPr>
            <a:spLocks noGrp="1"/>
          </p:cNvSpPr>
          <p:nvPr/>
        </p:nvSpPr>
        <p:spPr>
          <a:xfrm>
            <a:off x="6508804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Cryo_13725">
            <a:extLst>
              <a:ext uri="{FF2B5EF4-FFF2-40B4-BE49-F238E27FC236}">
                <a16:creationId xmlns:a16="http://schemas.microsoft.com/office/drawing/2014/main" id="{D7F9E71F-B1AF-449F-82E1-0362CAB04938}"/>
              </a:ext>
            </a:extLst>
          </p:cNvPr>
          <p:cNvSpPr>
            <a:spLocks noGrp="1"/>
          </p:cNvSpPr>
          <p:nvPr/>
        </p:nvSpPr>
        <p:spPr>
          <a:xfrm>
            <a:off x="6734569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Cryo_13726">
            <a:extLst>
              <a:ext uri="{FF2B5EF4-FFF2-40B4-BE49-F238E27FC236}">
                <a16:creationId xmlns:a16="http://schemas.microsoft.com/office/drawing/2014/main" id="{33E17045-ED0B-4880-B714-B8B17B83E0FE}"/>
              </a:ext>
            </a:extLst>
          </p:cNvPr>
          <p:cNvSpPr>
            <a:spLocks noGrp="1"/>
          </p:cNvSpPr>
          <p:nvPr/>
        </p:nvSpPr>
        <p:spPr>
          <a:xfrm>
            <a:off x="6579267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Cryo_13727">
            <a:extLst>
              <a:ext uri="{FF2B5EF4-FFF2-40B4-BE49-F238E27FC236}">
                <a16:creationId xmlns:a16="http://schemas.microsoft.com/office/drawing/2014/main" id="{B6FA98CF-2177-4B06-AB86-671E8830D9BA}"/>
              </a:ext>
            </a:extLst>
          </p:cNvPr>
          <p:cNvSpPr>
            <a:spLocks noGrp="1"/>
          </p:cNvSpPr>
          <p:nvPr/>
        </p:nvSpPr>
        <p:spPr>
          <a:xfrm>
            <a:off x="67353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Cryo_13728">
            <a:extLst>
              <a:ext uri="{FF2B5EF4-FFF2-40B4-BE49-F238E27FC236}">
                <a16:creationId xmlns:a16="http://schemas.microsoft.com/office/drawing/2014/main" id="{A44612EF-8A2A-43AC-BD6A-6D3A038586DC}"/>
              </a:ext>
            </a:extLst>
          </p:cNvPr>
          <p:cNvSpPr>
            <a:spLocks noGrp="1"/>
          </p:cNvSpPr>
          <p:nvPr/>
        </p:nvSpPr>
        <p:spPr>
          <a:xfrm>
            <a:off x="6681381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Cryo_13729">
            <a:extLst>
              <a:ext uri="{FF2B5EF4-FFF2-40B4-BE49-F238E27FC236}">
                <a16:creationId xmlns:a16="http://schemas.microsoft.com/office/drawing/2014/main" id="{1E8BD2FF-D5B4-4597-A5AD-DD93B335CA13}"/>
              </a:ext>
            </a:extLst>
          </p:cNvPr>
          <p:cNvSpPr>
            <a:spLocks noGrp="1"/>
          </p:cNvSpPr>
          <p:nvPr/>
        </p:nvSpPr>
        <p:spPr>
          <a:xfrm>
            <a:off x="6638687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Cryo_13730">
            <a:extLst>
              <a:ext uri="{FF2B5EF4-FFF2-40B4-BE49-F238E27FC236}">
                <a16:creationId xmlns:a16="http://schemas.microsoft.com/office/drawing/2014/main" id="{C421B019-F63C-4971-81CA-339277B34E50}"/>
              </a:ext>
            </a:extLst>
          </p:cNvPr>
          <p:cNvSpPr>
            <a:spLocks noGrp="1"/>
          </p:cNvSpPr>
          <p:nvPr/>
        </p:nvSpPr>
        <p:spPr>
          <a:xfrm>
            <a:off x="663591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Cryo_13731">
            <a:extLst>
              <a:ext uri="{FF2B5EF4-FFF2-40B4-BE49-F238E27FC236}">
                <a16:creationId xmlns:a16="http://schemas.microsoft.com/office/drawing/2014/main" id="{DE0D2D5F-65CC-44B4-AE39-03FBF643FD88}"/>
              </a:ext>
            </a:extLst>
          </p:cNvPr>
          <p:cNvSpPr>
            <a:spLocks noGrp="1"/>
          </p:cNvSpPr>
          <p:nvPr/>
        </p:nvSpPr>
        <p:spPr>
          <a:xfrm>
            <a:off x="65522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Cryo_13732">
            <a:extLst>
              <a:ext uri="{FF2B5EF4-FFF2-40B4-BE49-F238E27FC236}">
                <a16:creationId xmlns:a16="http://schemas.microsoft.com/office/drawing/2014/main" id="{E1F712CC-7F3E-4893-A055-81E654E72616}"/>
              </a:ext>
            </a:extLst>
          </p:cNvPr>
          <p:cNvSpPr>
            <a:spLocks noGrp="1"/>
          </p:cNvSpPr>
          <p:nvPr/>
        </p:nvSpPr>
        <p:spPr>
          <a:xfrm>
            <a:off x="67241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Cryo_13733">
            <a:extLst>
              <a:ext uri="{FF2B5EF4-FFF2-40B4-BE49-F238E27FC236}">
                <a16:creationId xmlns:a16="http://schemas.microsoft.com/office/drawing/2014/main" id="{47C05D3B-AEB8-4DD9-AAC5-9C7AC64C3565}"/>
              </a:ext>
            </a:extLst>
          </p:cNvPr>
          <p:cNvSpPr>
            <a:spLocks noGrp="1"/>
          </p:cNvSpPr>
          <p:nvPr/>
        </p:nvSpPr>
        <p:spPr>
          <a:xfrm>
            <a:off x="6503187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Cryo_13734">
            <a:extLst>
              <a:ext uri="{FF2B5EF4-FFF2-40B4-BE49-F238E27FC236}">
                <a16:creationId xmlns:a16="http://schemas.microsoft.com/office/drawing/2014/main" id="{08A0BC4A-5DBC-48A4-851F-F9F08A55C916}"/>
              </a:ext>
            </a:extLst>
          </p:cNvPr>
          <p:cNvSpPr>
            <a:spLocks noGrp="1"/>
          </p:cNvSpPr>
          <p:nvPr/>
        </p:nvSpPr>
        <p:spPr>
          <a:xfrm>
            <a:off x="6530042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Cryo_13735">
            <a:extLst>
              <a:ext uri="{FF2B5EF4-FFF2-40B4-BE49-F238E27FC236}">
                <a16:creationId xmlns:a16="http://schemas.microsoft.com/office/drawing/2014/main" id="{A71F6E2C-A081-4C71-852A-67EC509C82AE}"/>
              </a:ext>
            </a:extLst>
          </p:cNvPr>
          <p:cNvSpPr>
            <a:spLocks noGrp="1"/>
          </p:cNvSpPr>
          <p:nvPr/>
        </p:nvSpPr>
        <p:spPr>
          <a:xfrm>
            <a:off x="66735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Cryo_13736">
            <a:extLst>
              <a:ext uri="{FF2B5EF4-FFF2-40B4-BE49-F238E27FC236}">
                <a16:creationId xmlns:a16="http://schemas.microsoft.com/office/drawing/2014/main" id="{F7D722C2-645D-4284-8A7B-927523B71FE0}"/>
              </a:ext>
            </a:extLst>
          </p:cNvPr>
          <p:cNvSpPr>
            <a:spLocks noGrp="1"/>
          </p:cNvSpPr>
          <p:nvPr/>
        </p:nvSpPr>
        <p:spPr>
          <a:xfrm>
            <a:off x="668997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Cryo_13737">
            <a:extLst>
              <a:ext uri="{FF2B5EF4-FFF2-40B4-BE49-F238E27FC236}">
                <a16:creationId xmlns:a16="http://schemas.microsoft.com/office/drawing/2014/main" id="{A8DB3448-E3B3-45CE-875B-46A78DBAF1C9}"/>
              </a:ext>
            </a:extLst>
          </p:cNvPr>
          <p:cNvSpPr>
            <a:spLocks noGrp="1"/>
          </p:cNvSpPr>
          <p:nvPr/>
        </p:nvSpPr>
        <p:spPr>
          <a:xfrm>
            <a:off x="6664414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Cryo_13738">
            <a:extLst>
              <a:ext uri="{FF2B5EF4-FFF2-40B4-BE49-F238E27FC236}">
                <a16:creationId xmlns:a16="http://schemas.microsoft.com/office/drawing/2014/main" id="{8D168132-9D10-4D1F-9B20-299251142F78}"/>
              </a:ext>
            </a:extLst>
          </p:cNvPr>
          <p:cNvSpPr>
            <a:spLocks noGrp="1"/>
          </p:cNvSpPr>
          <p:nvPr/>
        </p:nvSpPr>
        <p:spPr>
          <a:xfrm>
            <a:off x="66220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Cryo_13739">
            <a:extLst>
              <a:ext uri="{FF2B5EF4-FFF2-40B4-BE49-F238E27FC236}">
                <a16:creationId xmlns:a16="http://schemas.microsoft.com/office/drawing/2014/main" id="{FE2967F0-A5DA-4799-8181-935A51876B39}"/>
              </a:ext>
            </a:extLst>
          </p:cNvPr>
          <p:cNvSpPr>
            <a:spLocks noGrp="1"/>
          </p:cNvSpPr>
          <p:nvPr/>
        </p:nvSpPr>
        <p:spPr>
          <a:xfrm>
            <a:off x="6546910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Cryo_13740">
            <a:extLst>
              <a:ext uri="{FF2B5EF4-FFF2-40B4-BE49-F238E27FC236}">
                <a16:creationId xmlns:a16="http://schemas.microsoft.com/office/drawing/2014/main" id="{BD9EAFD9-0562-42A4-A9F1-5B6FDB76397B}"/>
              </a:ext>
            </a:extLst>
          </p:cNvPr>
          <p:cNvSpPr>
            <a:spLocks noGrp="1"/>
          </p:cNvSpPr>
          <p:nvPr/>
        </p:nvSpPr>
        <p:spPr>
          <a:xfrm>
            <a:off x="650358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Cryo_13741">
            <a:extLst>
              <a:ext uri="{FF2B5EF4-FFF2-40B4-BE49-F238E27FC236}">
                <a16:creationId xmlns:a16="http://schemas.microsoft.com/office/drawing/2014/main" id="{F977D92D-9B74-4D02-A583-404140CAE7B1}"/>
              </a:ext>
            </a:extLst>
          </p:cNvPr>
          <p:cNvSpPr>
            <a:spLocks noGrp="1"/>
          </p:cNvSpPr>
          <p:nvPr/>
        </p:nvSpPr>
        <p:spPr>
          <a:xfrm>
            <a:off x="661829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Cryo_13742">
            <a:extLst>
              <a:ext uri="{FF2B5EF4-FFF2-40B4-BE49-F238E27FC236}">
                <a16:creationId xmlns:a16="http://schemas.microsoft.com/office/drawing/2014/main" id="{0BCB2C59-87C2-43E3-8197-684104EC4776}"/>
              </a:ext>
            </a:extLst>
          </p:cNvPr>
          <p:cNvSpPr>
            <a:spLocks noGrp="1"/>
          </p:cNvSpPr>
          <p:nvPr/>
        </p:nvSpPr>
        <p:spPr>
          <a:xfrm>
            <a:off x="66081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Cryo_13743">
            <a:extLst>
              <a:ext uri="{FF2B5EF4-FFF2-40B4-BE49-F238E27FC236}">
                <a16:creationId xmlns:a16="http://schemas.microsoft.com/office/drawing/2014/main" id="{6E80789D-4BE3-4292-A1CA-7C95FB31112E}"/>
              </a:ext>
            </a:extLst>
          </p:cNvPr>
          <p:cNvSpPr>
            <a:spLocks noGrp="1"/>
          </p:cNvSpPr>
          <p:nvPr/>
        </p:nvSpPr>
        <p:spPr>
          <a:xfrm>
            <a:off x="66065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Cryo_13744">
            <a:extLst>
              <a:ext uri="{FF2B5EF4-FFF2-40B4-BE49-F238E27FC236}">
                <a16:creationId xmlns:a16="http://schemas.microsoft.com/office/drawing/2014/main" id="{B23D1B5E-2EDA-4DFA-A3BE-6CC166AED678}"/>
              </a:ext>
            </a:extLst>
          </p:cNvPr>
          <p:cNvSpPr>
            <a:spLocks noGrp="1"/>
          </p:cNvSpPr>
          <p:nvPr/>
        </p:nvSpPr>
        <p:spPr>
          <a:xfrm>
            <a:off x="65197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Cryo_13745">
            <a:extLst>
              <a:ext uri="{FF2B5EF4-FFF2-40B4-BE49-F238E27FC236}">
                <a16:creationId xmlns:a16="http://schemas.microsoft.com/office/drawing/2014/main" id="{4747E3C8-C002-470F-AD3D-60BC24456AC4}"/>
              </a:ext>
            </a:extLst>
          </p:cNvPr>
          <p:cNvSpPr>
            <a:spLocks noGrp="1"/>
          </p:cNvSpPr>
          <p:nvPr/>
        </p:nvSpPr>
        <p:spPr>
          <a:xfrm>
            <a:off x="663685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Cryo_13746">
            <a:extLst>
              <a:ext uri="{FF2B5EF4-FFF2-40B4-BE49-F238E27FC236}">
                <a16:creationId xmlns:a16="http://schemas.microsoft.com/office/drawing/2014/main" id="{FBCED034-0B73-427B-B31C-A7216A858606}"/>
              </a:ext>
            </a:extLst>
          </p:cNvPr>
          <p:cNvSpPr>
            <a:spLocks noGrp="1"/>
          </p:cNvSpPr>
          <p:nvPr/>
        </p:nvSpPr>
        <p:spPr>
          <a:xfrm>
            <a:off x="653783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Cryo_13747">
            <a:extLst>
              <a:ext uri="{FF2B5EF4-FFF2-40B4-BE49-F238E27FC236}">
                <a16:creationId xmlns:a16="http://schemas.microsoft.com/office/drawing/2014/main" id="{0FB267CC-0F15-4017-BEC2-04092F1E46FC}"/>
              </a:ext>
            </a:extLst>
          </p:cNvPr>
          <p:cNvSpPr>
            <a:spLocks noGrp="1"/>
          </p:cNvSpPr>
          <p:nvPr/>
        </p:nvSpPr>
        <p:spPr>
          <a:xfrm>
            <a:off x="660318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Cryo_13748">
            <a:extLst>
              <a:ext uri="{FF2B5EF4-FFF2-40B4-BE49-F238E27FC236}">
                <a16:creationId xmlns:a16="http://schemas.microsoft.com/office/drawing/2014/main" id="{FBD324D3-DDB8-43B6-AFA5-5C1C7B34964F}"/>
              </a:ext>
            </a:extLst>
          </p:cNvPr>
          <p:cNvSpPr>
            <a:spLocks noGrp="1"/>
          </p:cNvSpPr>
          <p:nvPr/>
        </p:nvSpPr>
        <p:spPr>
          <a:xfrm>
            <a:off x="65488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Cryo_13749">
            <a:extLst>
              <a:ext uri="{FF2B5EF4-FFF2-40B4-BE49-F238E27FC236}">
                <a16:creationId xmlns:a16="http://schemas.microsoft.com/office/drawing/2014/main" id="{5689477D-118A-4325-87D5-FDA7D3A5C3D9}"/>
              </a:ext>
            </a:extLst>
          </p:cNvPr>
          <p:cNvSpPr>
            <a:spLocks noGrp="1"/>
          </p:cNvSpPr>
          <p:nvPr/>
        </p:nvSpPr>
        <p:spPr>
          <a:xfrm>
            <a:off x="6680109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Cryo_13750">
            <a:extLst>
              <a:ext uri="{FF2B5EF4-FFF2-40B4-BE49-F238E27FC236}">
                <a16:creationId xmlns:a16="http://schemas.microsoft.com/office/drawing/2014/main" id="{6B284F35-9C95-4844-8A46-4911C3E76F0A}"/>
              </a:ext>
            </a:extLst>
          </p:cNvPr>
          <p:cNvSpPr>
            <a:spLocks noGrp="1"/>
          </p:cNvSpPr>
          <p:nvPr/>
        </p:nvSpPr>
        <p:spPr>
          <a:xfrm>
            <a:off x="65052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Cryo_13751">
            <a:extLst>
              <a:ext uri="{FF2B5EF4-FFF2-40B4-BE49-F238E27FC236}">
                <a16:creationId xmlns:a16="http://schemas.microsoft.com/office/drawing/2014/main" id="{EF78B61A-4C33-40FB-B8E3-C1A0AF421BEF}"/>
              </a:ext>
            </a:extLst>
          </p:cNvPr>
          <p:cNvSpPr>
            <a:spLocks noGrp="1"/>
          </p:cNvSpPr>
          <p:nvPr/>
        </p:nvSpPr>
        <p:spPr>
          <a:xfrm>
            <a:off x="65437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Cryo_13752">
            <a:extLst>
              <a:ext uri="{FF2B5EF4-FFF2-40B4-BE49-F238E27FC236}">
                <a16:creationId xmlns:a16="http://schemas.microsoft.com/office/drawing/2014/main" id="{2FAC50B0-C9A4-493E-80F1-B37053483365}"/>
              </a:ext>
            </a:extLst>
          </p:cNvPr>
          <p:cNvSpPr>
            <a:spLocks noGrp="1"/>
          </p:cNvSpPr>
          <p:nvPr/>
        </p:nvSpPr>
        <p:spPr>
          <a:xfrm>
            <a:off x="6611172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Cryo_13753">
            <a:extLst>
              <a:ext uri="{FF2B5EF4-FFF2-40B4-BE49-F238E27FC236}">
                <a16:creationId xmlns:a16="http://schemas.microsoft.com/office/drawing/2014/main" id="{DCE80E05-426E-4222-967D-B023F756D0F9}"/>
              </a:ext>
            </a:extLst>
          </p:cNvPr>
          <p:cNvSpPr>
            <a:spLocks noGrp="1"/>
          </p:cNvSpPr>
          <p:nvPr/>
        </p:nvSpPr>
        <p:spPr>
          <a:xfrm>
            <a:off x="65197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Cryo_13754">
            <a:extLst>
              <a:ext uri="{FF2B5EF4-FFF2-40B4-BE49-F238E27FC236}">
                <a16:creationId xmlns:a16="http://schemas.microsoft.com/office/drawing/2014/main" id="{A144D056-1C40-4F92-AE4D-D4B44193877F}"/>
              </a:ext>
            </a:extLst>
          </p:cNvPr>
          <p:cNvSpPr>
            <a:spLocks noGrp="1"/>
          </p:cNvSpPr>
          <p:nvPr/>
        </p:nvSpPr>
        <p:spPr>
          <a:xfrm>
            <a:off x="66144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Cryo_13755">
            <a:extLst>
              <a:ext uri="{FF2B5EF4-FFF2-40B4-BE49-F238E27FC236}">
                <a16:creationId xmlns:a16="http://schemas.microsoft.com/office/drawing/2014/main" id="{520E2BEA-47C7-4D08-AE4D-EB7A99483896}"/>
              </a:ext>
            </a:extLst>
          </p:cNvPr>
          <p:cNvSpPr>
            <a:spLocks noGrp="1"/>
          </p:cNvSpPr>
          <p:nvPr/>
        </p:nvSpPr>
        <p:spPr>
          <a:xfrm>
            <a:off x="658148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Cryo_13756">
            <a:extLst>
              <a:ext uri="{FF2B5EF4-FFF2-40B4-BE49-F238E27FC236}">
                <a16:creationId xmlns:a16="http://schemas.microsoft.com/office/drawing/2014/main" id="{13F9264B-FAFF-4CE9-8528-EE109689631C}"/>
              </a:ext>
            </a:extLst>
          </p:cNvPr>
          <p:cNvSpPr>
            <a:spLocks noGrp="1"/>
          </p:cNvSpPr>
          <p:nvPr/>
        </p:nvSpPr>
        <p:spPr>
          <a:xfrm>
            <a:off x="6492268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Cryo_13757">
            <a:extLst>
              <a:ext uri="{FF2B5EF4-FFF2-40B4-BE49-F238E27FC236}">
                <a16:creationId xmlns:a16="http://schemas.microsoft.com/office/drawing/2014/main" id="{1A5F0FB0-EBC9-446F-BEB3-FFBFC96E34C8}"/>
              </a:ext>
            </a:extLst>
          </p:cNvPr>
          <p:cNvSpPr>
            <a:spLocks noGrp="1"/>
          </p:cNvSpPr>
          <p:nvPr/>
        </p:nvSpPr>
        <p:spPr>
          <a:xfrm>
            <a:off x="6626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Cryo_13758">
            <a:extLst>
              <a:ext uri="{FF2B5EF4-FFF2-40B4-BE49-F238E27FC236}">
                <a16:creationId xmlns:a16="http://schemas.microsoft.com/office/drawing/2014/main" id="{4A86115B-F6D0-42AC-8D7F-DCFA8C35F5DD}"/>
              </a:ext>
            </a:extLst>
          </p:cNvPr>
          <p:cNvSpPr>
            <a:spLocks noGrp="1"/>
          </p:cNvSpPr>
          <p:nvPr/>
        </p:nvSpPr>
        <p:spPr>
          <a:xfrm>
            <a:off x="6496240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Cryo_13759">
            <a:extLst>
              <a:ext uri="{FF2B5EF4-FFF2-40B4-BE49-F238E27FC236}">
                <a16:creationId xmlns:a16="http://schemas.microsoft.com/office/drawing/2014/main" id="{61E734E3-1D32-4B62-9ECA-166A7DB5A2FF}"/>
              </a:ext>
            </a:extLst>
          </p:cNvPr>
          <p:cNvSpPr>
            <a:spLocks noGrp="1"/>
          </p:cNvSpPr>
          <p:nvPr/>
        </p:nvSpPr>
        <p:spPr>
          <a:xfrm>
            <a:off x="6571474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Cryo_13760">
            <a:extLst>
              <a:ext uri="{FF2B5EF4-FFF2-40B4-BE49-F238E27FC236}">
                <a16:creationId xmlns:a16="http://schemas.microsoft.com/office/drawing/2014/main" id="{139850D1-B8CF-4136-B68C-DD14FB393E8D}"/>
              </a:ext>
            </a:extLst>
          </p:cNvPr>
          <p:cNvSpPr>
            <a:spLocks noGrp="1"/>
          </p:cNvSpPr>
          <p:nvPr/>
        </p:nvSpPr>
        <p:spPr>
          <a:xfrm>
            <a:off x="6560973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Cryo_13761">
            <a:extLst>
              <a:ext uri="{FF2B5EF4-FFF2-40B4-BE49-F238E27FC236}">
                <a16:creationId xmlns:a16="http://schemas.microsoft.com/office/drawing/2014/main" id="{05789A9D-9799-462E-B3C9-8F745220260D}"/>
              </a:ext>
            </a:extLst>
          </p:cNvPr>
          <p:cNvSpPr>
            <a:spLocks noGrp="1"/>
          </p:cNvSpPr>
          <p:nvPr/>
        </p:nvSpPr>
        <p:spPr>
          <a:xfrm>
            <a:off x="6699238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Cryo_13762">
            <a:extLst>
              <a:ext uri="{FF2B5EF4-FFF2-40B4-BE49-F238E27FC236}">
                <a16:creationId xmlns:a16="http://schemas.microsoft.com/office/drawing/2014/main" id="{B4FA07A1-218F-4CF5-ACBE-65124C5569FD}"/>
              </a:ext>
            </a:extLst>
          </p:cNvPr>
          <p:cNvSpPr>
            <a:spLocks noGrp="1"/>
          </p:cNvSpPr>
          <p:nvPr/>
        </p:nvSpPr>
        <p:spPr>
          <a:xfrm>
            <a:off x="653071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Cryo_13763">
            <a:extLst>
              <a:ext uri="{FF2B5EF4-FFF2-40B4-BE49-F238E27FC236}">
                <a16:creationId xmlns:a16="http://schemas.microsoft.com/office/drawing/2014/main" id="{5B6BD2C9-7257-4D7C-A2ED-A482AEAEB865}"/>
              </a:ext>
            </a:extLst>
          </p:cNvPr>
          <p:cNvSpPr>
            <a:spLocks noGrp="1"/>
          </p:cNvSpPr>
          <p:nvPr/>
        </p:nvSpPr>
        <p:spPr>
          <a:xfrm>
            <a:off x="65766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Cryo_13764">
            <a:extLst>
              <a:ext uri="{FF2B5EF4-FFF2-40B4-BE49-F238E27FC236}">
                <a16:creationId xmlns:a16="http://schemas.microsoft.com/office/drawing/2014/main" id="{F661FCD5-0FDA-4EA4-907E-F66D872896D9}"/>
              </a:ext>
            </a:extLst>
          </p:cNvPr>
          <p:cNvSpPr>
            <a:spLocks noGrp="1"/>
          </p:cNvSpPr>
          <p:nvPr/>
        </p:nvSpPr>
        <p:spPr>
          <a:xfrm>
            <a:off x="6617850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Cryo_13765">
            <a:extLst>
              <a:ext uri="{FF2B5EF4-FFF2-40B4-BE49-F238E27FC236}">
                <a16:creationId xmlns:a16="http://schemas.microsoft.com/office/drawing/2014/main" id="{F35ADE09-D65F-4D8E-9F94-0E8CAA679C33}"/>
              </a:ext>
            </a:extLst>
          </p:cNvPr>
          <p:cNvSpPr>
            <a:spLocks noGrp="1"/>
          </p:cNvSpPr>
          <p:nvPr/>
        </p:nvSpPr>
        <p:spPr>
          <a:xfrm>
            <a:off x="664613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Cryo_13766">
            <a:extLst>
              <a:ext uri="{FF2B5EF4-FFF2-40B4-BE49-F238E27FC236}">
                <a16:creationId xmlns:a16="http://schemas.microsoft.com/office/drawing/2014/main" id="{2BAC793F-5669-499D-AE6D-B9C81F1C8DC6}"/>
              </a:ext>
            </a:extLst>
          </p:cNvPr>
          <p:cNvSpPr>
            <a:spLocks noGrp="1"/>
          </p:cNvSpPr>
          <p:nvPr/>
        </p:nvSpPr>
        <p:spPr>
          <a:xfrm>
            <a:off x="66694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Cryo_13767">
            <a:extLst>
              <a:ext uri="{FF2B5EF4-FFF2-40B4-BE49-F238E27FC236}">
                <a16:creationId xmlns:a16="http://schemas.microsoft.com/office/drawing/2014/main" id="{903BD165-DC10-46FD-B7F1-95538F9B6132}"/>
              </a:ext>
            </a:extLst>
          </p:cNvPr>
          <p:cNvSpPr>
            <a:spLocks noGrp="1"/>
          </p:cNvSpPr>
          <p:nvPr/>
        </p:nvSpPr>
        <p:spPr>
          <a:xfrm>
            <a:off x="668566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Cryo_13768">
            <a:extLst>
              <a:ext uri="{FF2B5EF4-FFF2-40B4-BE49-F238E27FC236}">
                <a16:creationId xmlns:a16="http://schemas.microsoft.com/office/drawing/2014/main" id="{CC617854-5C02-47AC-9882-C3AA718E0324}"/>
              </a:ext>
            </a:extLst>
          </p:cNvPr>
          <p:cNvSpPr>
            <a:spLocks noGrp="1"/>
          </p:cNvSpPr>
          <p:nvPr/>
        </p:nvSpPr>
        <p:spPr>
          <a:xfrm>
            <a:off x="669138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Cryo_13769">
            <a:extLst>
              <a:ext uri="{FF2B5EF4-FFF2-40B4-BE49-F238E27FC236}">
                <a16:creationId xmlns:a16="http://schemas.microsoft.com/office/drawing/2014/main" id="{5E72E2C9-4766-47AF-9FEC-4559F6E7A1E9}"/>
              </a:ext>
            </a:extLst>
          </p:cNvPr>
          <p:cNvSpPr>
            <a:spLocks noGrp="1"/>
          </p:cNvSpPr>
          <p:nvPr/>
        </p:nvSpPr>
        <p:spPr>
          <a:xfrm>
            <a:off x="67270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Cryo_13770">
            <a:extLst>
              <a:ext uri="{FF2B5EF4-FFF2-40B4-BE49-F238E27FC236}">
                <a16:creationId xmlns:a16="http://schemas.microsoft.com/office/drawing/2014/main" id="{D5B66127-05EF-427D-AD27-173DF973A85F}"/>
              </a:ext>
            </a:extLst>
          </p:cNvPr>
          <p:cNvSpPr>
            <a:spLocks noGrp="1"/>
          </p:cNvSpPr>
          <p:nvPr/>
        </p:nvSpPr>
        <p:spPr>
          <a:xfrm>
            <a:off x="65484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Cryo_13771">
            <a:extLst>
              <a:ext uri="{FF2B5EF4-FFF2-40B4-BE49-F238E27FC236}">
                <a16:creationId xmlns:a16="http://schemas.microsoft.com/office/drawing/2014/main" id="{989AE671-E3CF-4622-8A7B-66C042AFEDE8}"/>
              </a:ext>
            </a:extLst>
          </p:cNvPr>
          <p:cNvSpPr>
            <a:spLocks noGrp="1"/>
          </p:cNvSpPr>
          <p:nvPr/>
        </p:nvSpPr>
        <p:spPr>
          <a:xfrm>
            <a:off x="6616636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Cryo_13772">
            <a:extLst>
              <a:ext uri="{FF2B5EF4-FFF2-40B4-BE49-F238E27FC236}">
                <a16:creationId xmlns:a16="http://schemas.microsoft.com/office/drawing/2014/main" id="{3B0D746E-F838-4C3C-B50C-B00B101C5650}"/>
              </a:ext>
            </a:extLst>
          </p:cNvPr>
          <p:cNvSpPr>
            <a:spLocks noGrp="1"/>
          </p:cNvSpPr>
          <p:nvPr/>
        </p:nvSpPr>
        <p:spPr>
          <a:xfrm>
            <a:off x="6740645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Cryo_13773">
            <a:extLst>
              <a:ext uri="{FF2B5EF4-FFF2-40B4-BE49-F238E27FC236}">
                <a16:creationId xmlns:a16="http://schemas.microsoft.com/office/drawing/2014/main" id="{67219E42-A47A-4E38-8DDB-DFDF2BAFAFBB}"/>
              </a:ext>
            </a:extLst>
          </p:cNvPr>
          <p:cNvSpPr>
            <a:spLocks noGrp="1"/>
          </p:cNvSpPr>
          <p:nvPr/>
        </p:nvSpPr>
        <p:spPr>
          <a:xfrm>
            <a:off x="67303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Cryo_13774">
            <a:extLst>
              <a:ext uri="{FF2B5EF4-FFF2-40B4-BE49-F238E27FC236}">
                <a16:creationId xmlns:a16="http://schemas.microsoft.com/office/drawing/2014/main" id="{886928F1-A32F-4DF5-8BFF-15700ED0D52B}"/>
              </a:ext>
            </a:extLst>
          </p:cNvPr>
          <p:cNvSpPr>
            <a:spLocks noGrp="1"/>
          </p:cNvSpPr>
          <p:nvPr/>
        </p:nvSpPr>
        <p:spPr>
          <a:xfrm>
            <a:off x="6696836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Cryo_13775">
            <a:extLst>
              <a:ext uri="{FF2B5EF4-FFF2-40B4-BE49-F238E27FC236}">
                <a16:creationId xmlns:a16="http://schemas.microsoft.com/office/drawing/2014/main" id="{AFD6872A-453E-4109-AEE1-CF6CA1AC0E19}"/>
              </a:ext>
            </a:extLst>
          </p:cNvPr>
          <p:cNvSpPr>
            <a:spLocks noGrp="1"/>
          </p:cNvSpPr>
          <p:nvPr/>
        </p:nvSpPr>
        <p:spPr>
          <a:xfrm>
            <a:off x="6511259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Cryo_13776">
            <a:extLst>
              <a:ext uri="{FF2B5EF4-FFF2-40B4-BE49-F238E27FC236}">
                <a16:creationId xmlns:a16="http://schemas.microsoft.com/office/drawing/2014/main" id="{7081EB70-F5C4-4847-801D-EAAFE8295F0D}"/>
              </a:ext>
            </a:extLst>
          </p:cNvPr>
          <p:cNvSpPr>
            <a:spLocks noGrp="1"/>
          </p:cNvSpPr>
          <p:nvPr/>
        </p:nvSpPr>
        <p:spPr>
          <a:xfrm>
            <a:off x="660643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Cryo_13777">
            <a:extLst>
              <a:ext uri="{FF2B5EF4-FFF2-40B4-BE49-F238E27FC236}">
                <a16:creationId xmlns:a16="http://schemas.microsoft.com/office/drawing/2014/main" id="{DF111974-703D-4799-A4F1-AB04FC5D5290}"/>
              </a:ext>
            </a:extLst>
          </p:cNvPr>
          <p:cNvSpPr>
            <a:spLocks noGrp="1"/>
          </p:cNvSpPr>
          <p:nvPr/>
        </p:nvSpPr>
        <p:spPr>
          <a:xfrm>
            <a:off x="668302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Cryo_13778">
            <a:extLst>
              <a:ext uri="{FF2B5EF4-FFF2-40B4-BE49-F238E27FC236}">
                <a16:creationId xmlns:a16="http://schemas.microsoft.com/office/drawing/2014/main" id="{BA30778D-A7EE-4271-A5EE-8D7335412C1D}"/>
              </a:ext>
            </a:extLst>
          </p:cNvPr>
          <p:cNvSpPr>
            <a:spLocks noGrp="1"/>
          </p:cNvSpPr>
          <p:nvPr/>
        </p:nvSpPr>
        <p:spPr>
          <a:xfrm>
            <a:off x="662745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Cryo_13779">
            <a:extLst>
              <a:ext uri="{FF2B5EF4-FFF2-40B4-BE49-F238E27FC236}">
                <a16:creationId xmlns:a16="http://schemas.microsoft.com/office/drawing/2014/main" id="{1435CBF2-E710-420D-ACE7-C3740E28CFD2}"/>
              </a:ext>
            </a:extLst>
          </p:cNvPr>
          <p:cNvSpPr>
            <a:spLocks noGrp="1"/>
          </p:cNvSpPr>
          <p:nvPr/>
        </p:nvSpPr>
        <p:spPr>
          <a:xfrm>
            <a:off x="669068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Cryo_13780">
            <a:extLst>
              <a:ext uri="{FF2B5EF4-FFF2-40B4-BE49-F238E27FC236}">
                <a16:creationId xmlns:a16="http://schemas.microsoft.com/office/drawing/2014/main" id="{99D0E9FE-7F8D-444B-9F19-E2AE737C2D31}"/>
              </a:ext>
            </a:extLst>
          </p:cNvPr>
          <p:cNvSpPr>
            <a:spLocks noGrp="1"/>
          </p:cNvSpPr>
          <p:nvPr/>
        </p:nvSpPr>
        <p:spPr>
          <a:xfrm>
            <a:off x="655851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Cryo_13781">
            <a:extLst>
              <a:ext uri="{FF2B5EF4-FFF2-40B4-BE49-F238E27FC236}">
                <a16:creationId xmlns:a16="http://schemas.microsoft.com/office/drawing/2014/main" id="{BC553288-83F1-4B41-A724-10B8C1AA3F00}"/>
              </a:ext>
            </a:extLst>
          </p:cNvPr>
          <p:cNvSpPr>
            <a:spLocks noGrp="1"/>
          </p:cNvSpPr>
          <p:nvPr/>
        </p:nvSpPr>
        <p:spPr>
          <a:xfrm>
            <a:off x="6717406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Cryo_13782">
            <a:extLst>
              <a:ext uri="{FF2B5EF4-FFF2-40B4-BE49-F238E27FC236}">
                <a16:creationId xmlns:a16="http://schemas.microsoft.com/office/drawing/2014/main" id="{A8238AB2-46FE-4D1E-94F5-7F21D54839A0}"/>
              </a:ext>
            </a:extLst>
          </p:cNvPr>
          <p:cNvSpPr>
            <a:spLocks noGrp="1"/>
          </p:cNvSpPr>
          <p:nvPr/>
        </p:nvSpPr>
        <p:spPr>
          <a:xfrm>
            <a:off x="650376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Cryo_13783">
            <a:extLst>
              <a:ext uri="{FF2B5EF4-FFF2-40B4-BE49-F238E27FC236}">
                <a16:creationId xmlns:a16="http://schemas.microsoft.com/office/drawing/2014/main" id="{DD3A73EE-CACA-44B2-8599-BD2AE248FCB7}"/>
              </a:ext>
            </a:extLst>
          </p:cNvPr>
          <p:cNvSpPr>
            <a:spLocks noGrp="1"/>
          </p:cNvSpPr>
          <p:nvPr/>
        </p:nvSpPr>
        <p:spPr>
          <a:xfrm>
            <a:off x="6490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Cryo_13784">
            <a:extLst>
              <a:ext uri="{FF2B5EF4-FFF2-40B4-BE49-F238E27FC236}">
                <a16:creationId xmlns:a16="http://schemas.microsoft.com/office/drawing/2014/main" id="{D33C9EDE-35E7-483B-A498-C57CC32E0B56}"/>
              </a:ext>
            </a:extLst>
          </p:cNvPr>
          <p:cNvSpPr>
            <a:spLocks noGrp="1"/>
          </p:cNvSpPr>
          <p:nvPr/>
        </p:nvSpPr>
        <p:spPr>
          <a:xfrm>
            <a:off x="660172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Cryo_13785">
            <a:extLst>
              <a:ext uri="{FF2B5EF4-FFF2-40B4-BE49-F238E27FC236}">
                <a16:creationId xmlns:a16="http://schemas.microsoft.com/office/drawing/2014/main" id="{372AF3B1-ED77-4FBF-BA72-0F0C83C7B304}"/>
              </a:ext>
            </a:extLst>
          </p:cNvPr>
          <p:cNvSpPr>
            <a:spLocks noGrp="1"/>
          </p:cNvSpPr>
          <p:nvPr/>
        </p:nvSpPr>
        <p:spPr>
          <a:xfrm>
            <a:off x="6502477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Cryo_13786">
            <a:extLst>
              <a:ext uri="{FF2B5EF4-FFF2-40B4-BE49-F238E27FC236}">
                <a16:creationId xmlns:a16="http://schemas.microsoft.com/office/drawing/2014/main" id="{19B43A74-1907-4356-BD5C-4993CCC4150D}"/>
              </a:ext>
            </a:extLst>
          </p:cNvPr>
          <p:cNvSpPr>
            <a:spLocks noGrp="1"/>
          </p:cNvSpPr>
          <p:nvPr/>
        </p:nvSpPr>
        <p:spPr>
          <a:xfrm>
            <a:off x="660745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Cryo_13787">
            <a:extLst>
              <a:ext uri="{FF2B5EF4-FFF2-40B4-BE49-F238E27FC236}">
                <a16:creationId xmlns:a16="http://schemas.microsoft.com/office/drawing/2014/main" id="{8EE6C021-A5CE-4306-935A-E503C5581779}"/>
              </a:ext>
            </a:extLst>
          </p:cNvPr>
          <p:cNvSpPr>
            <a:spLocks noGrp="1"/>
          </p:cNvSpPr>
          <p:nvPr/>
        </p:nvSpPr>
        <p:spPr>
          <a:xfrm>
            <a:off x="660418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Cryo_13788">
            <a:extLst>
              <a:ext uri="{FF2B5EF4-FFF2-40B4-BE49-F238E27FC236}">
                <a16:creationId xmlns:a16="http://schemas.microsoft.com/office/drawing/2014/main" id="{5ACEC7BA-B70A-4CF1-9BF6-49F70B573316}"/>
              </a:ext>
            </a:extLst>
          </p:cNvPr>
          <p:cNvSpPr>
            <a:spLocks noGrp="1"/>
          </p:cNvSpPr>
          <p:nvPr/>
        </p:nvSpPr>
        <p:spPr>
          <a:xfrm>
            <a:off x="6700611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Cryo_13789">
            <a:extLst>
              <a:ext uri="{FF2B5EF4-FFF2-40B4-BE49-F238E27FC236}">
                <a16:creationId xmlns:a16="http://schemas.microsoft.com/office/drawing/2014/main" id="{55CC1BEB-7604-4941-A9E2-D95460E63645}"/>
              </a:ext>
            </a:extLst>
          </p:cNvPr>
          <p:cNvSpPr>
            <a:spLocks noGrp="1"/>
          </p:cNvSpPr>
          <p:nvPr/>
        </p:nvSpPr>
        <p:spPr>
          <a:xfrm>
            <a:off x="669132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Cryo_13790">
            <a:extLst>
              <a:ext uri="{FF2B5EF4-FFF2-40B4-BE49-F238E27FC236}">
                <a16:creationId xmlns:a16="http://schemas.microsoft.com/office/drawing/2014/main" id="{23D84B32-29E9-4DB1-B469-0F30749630E3}"/>
              </a:ext>
            </a:extLst>
          </p:cNvPr>
          <p:cNvSpPr>
            <a:spLocks noGrp="1"/>
          </p:cNvSpPr>
          <p:nvPr/>
        </p:nvSpPr>
        <p:spPr>
          <a:xfrm>
            <a:off x="65703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Cryo_13791">
            <a:extLst>
              <a:ext uri="{FF2B5EF4-FFF2-40B4-BE49-F238E27FC236}">
                <a16:creationId xmlns:a16="http://schemas.microsoft.com/office/drawing/2014/main" id="{7231EFD6-8062-4595-BE96-F334552DDD8D}"/>
              </a:ext>
            </a:extLst>
          </p:cNvPr>
          <p:cNvSpPr>
            <a:spLocks noGrp="1"/>
          </p:cNvSpPr>
          <p:nvPr/>
        </p:nvSpPr>
        <p:spPr>
          <a:xfrm>
            <a:off x="6582266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Cryo_13792">
            <a:extLst>
              <a:ext uri="{FF2B5EF4-FFF2-40B4-BE49-F238E27FC236}">
                <a16:creationId xmlns:a16="http://schemas.microsoft.com/office/drawing/2014/main" id="{B65D632D-E372-4004-B0CC-7E14A5716A50}"/>
              </a:ext>
            </a:extLst>
          </p:cNvPr>
          <p:cNvSpPr>
            <a:spLocks noGrp="1"/>
          </p:cNvSpPr>
          <p:nvPr/>
        </p:nvSpPr>
        <p:spPr>
          <a:xfrm>
            <a:off x="65555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Cryo_13793">
            <a:extLst>
              <a:ext uri="{FF2B5EF4-FFF2-40B4-BE49-F238E27FC236}">
                <a16:creationId xmlns:a16="http://schemas.microsoft.com/office/drawing/2014/main" id="{773C9CF1-C6D2-493C-ABDC-6D776C0BD10B}"/>
              </a:ext>
            </a:extLst>
          </p:cNvPr>
          <p:cNvSpPr>
            <a:spLocks noGrp="1"/>
          </p:cNvSpPr>
          <p:nvPr/>
        </p:nvSpPr>
        <p:spPr>
          <a:xfrm>
            <a:off x="66122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Cryo_13794">
            <a:extLst>
              <a:ext uri="{FF2B5EF4-FFF2-40B4-BE49-F238E27FC236}">
                <a16:creationId xmlns:a16="http://schemas.microsoft.com/office/drawing/2014/main" id="{6FA8EE2A-C7AC-43FB-AD83-778F87F7E29B}"/>
              </a:ext>
            </a:extLst>
          </p:cNvPr>
          <p:cNvSpPr>
            <a:spLocks noGrp="1"/>
          </p:cNvSpPr>
          <p:nvPr/>
        </p:nvSpPr>
        <p:spPr>
          <a:xfrm>
            <a:off x="65513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Cryo_13795">
            <a:extLst>
              <a:ext uri="{FF2B5EF4-FFF2-40B4-BE49-F238E27FC236}">
                <a16:creationId xmlns:a16="http://schemas.microsoft.com/office/drawing/2014/main" id="{5AB5BB21-B49B-441E-985E-138018D6776F}"/>
              </a:ext>
            </a:extLst>
          </p:cNvPr>
          <p:cNvSpPr>
            <a:spLocks noGrp="1"/>
          </p:cNvSpPr>
          <p:nvPr/>
        </p:nvSpPr>
        <p:spPr>
          <a:xfrm>
            <a:off x="656620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Cryo_13796">
            <a:extLst>
              <a:ext uri="{FF2B5EF4-FFF2-40B4-BE49-F238E27FC236}">
                <a16:creationId xmlns:a16="http://schemas.microsoft.com/office/drawing/2014/main" id="{7AEF36E3-BDB0-4075-BA67-19115B23B74B}"/>
              </a:ext>
            </a:extLst>
          </p:cNvPr>
          <p:cNvSpPr>
            <a:spLocks noGrp="1"/>
          </p:cNvSpPr>
          <p:nvPr/>
        </p:nvSpPr>
        <p:spPr>
          <a:xfrm>
            <a:off x="655988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Cryo_13797">
            <a:extLst>
              <a:ext uri="{FF2B5EF4-FFF2-40B4-BE49-F238E27FC236}">
                <a16:creationId xmlns:a16="http://schemas.microsoft.com/office/drawing/2014/main" id="{2E59F5F5-B9AC-482F-A814-AD2341A5E47C}"/>
              </a:ext>
            </a:extLst>
          </p:cNvPr>
          <p:cNvSpPr>
            <a:spLocks noGrp="1"/>
          </p:cNvSpPr>
          <p:nvPr/>
        </p:nvSpPr>
        <p:spPr>
          <a:xfrm>
            <a:off x="666147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Cryo_13798">
            <a:extLst>
              <a:ext uri="{FF2B5EF4-FFF2-40B4-BE49-F238E27FC236}">
                <a16:creationId xmlns:a16="http://schemas.microsoft.com/office/drawing/2014/main" id="{D244377F-E8B1-4A31-BB8B-E7FAB56C62D8}"/>
              </a:ext>
            </a:extLst>
          </p:cNvPr>
          <p:cNvSpPr>
            <a:spLocks noGrp="1"/>
          </p:cNvSpPr>
          <p:nvPr/>
        </p:nvSpPr>
        <p:spPr>
          <a:xfrm>
            <a:off x="65708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Cryo_13799">
            <a:extLst>
              <a:ext uri="{FF2B5EF4-FFF2-40B4-BE49-F238E27FC236}">
                <a16:creationId xmlns:a16="http://schemas.microsoft.com/office/drawing/2014/main" id="{5986D91E-C075-4D8A-BAC2-17CACECFC8ED}"/>
              </a:ext>
            </a:extLst>
          </p:cNvPr>
          <p:cNvSpPr>
            <a:spLocks noGrp="1"/>
          </p:cNvSpPr>
          <p:nvPr/>
        </p:nvSpPr>
        <p:spPr>
          <a:xfrm>
            <a:off x="670577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Cryo_13800">
            <a:extLst>
              <a:ext uri="{FF2B5EF4-FFF2-40B4-BE49-F238E27FC236}">
                <a16:creationId xmlns:a16="http://schemas.microsoft.com/office/drawing/2014/main" id="{FFAC73BB-A917-4526-9CB4-C48DD8E30BB5}"/>
              </a:ext>
            </a:extLst>
          </p:cNvPr>
          <p:cNvSpPr>
            <a:spLocks noGrp="1"/>
          </p:cNvSpPr>
          <p:nvPr/>
        </p:nvSpPr>
        <p:spPr>
          <a:xfrm>
            <a:off x="665672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Cryo_13801">
            <a:extLst>
              <a:ext uri="{FF2B5EF4-FFF2-40B4-BE49-F238E27FC236}">
                <a16:creationId xmlns:a16="http://schemas.microsoft.com/office/drawing/2014/main" id="{D577BF86-11A5-45B9-ADD1-1CA0DE47D588}"/>
              </a:ext>
            </a:extLst>
          </p:cNvPr>
          <p:cNvSpPr>
            <a:spLocks noGrp="1"/>
          </p:cNvSpPr>
          <p:nvPr/>
        </p:nvSpPr>
        <p:spPr>
          <a:xfrm>
            <a:off x="6720619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Cryo_13802">
            <a:extLst>
              <a:ext uri="{FF2B5EF4-FFF2-40B4-BE49-F238E27FC236}">
                <a16:creationId xmlns:a16="http://schemas.microsoft.com/office/drawing/2014/main" id="{56019B9E-BCAD-4950-B167-B8370F4822C0}"/>
              </a:ext>
            </a:extLst>
          </p:cNvPr>
          <p:cNvSpPr>
            <a:spLocks noGrp="1"/>
          </p:cNvSpPr>
          <p:nvPr/>
        </p:nvSpPr>
        <p:spPr>
          <a:xfrm>
            <a:off x="66444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Cryo_13803">
            <a:extLst>
              <a:ext uri="{FF2B5EF4-FFF2-40B4-BE49-F238E27FC236}">
                <a16:creationId xmlns:a16="http://schemas.microsoft.com/office/drawing/2014/main" id="{98CE1278-A849-4699-82E2-4E4C1A106DD3}"/>
              </a:ext>
            </a:extLst>
          </p:cNvPr>
          <p:cNvSpPr>
            <a:spLocks noGrp="1"/>
          </p:cNvSpPr>
          <p:nvPr/>
        </p:nvSpPr>
        <p:spPr>
          <a:xfrm>
            <a:off x="652860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Cryo_13804">
            <a:extLst>
              <a:ext uri="{FF2B5EF4-FFF2-40B4-BE49-F238E27FC236}">
                <a16:creationId xmlns:a16="http://schemas.microsoft.com/office/drawing/2014/main" id="{967AD19B-D33C-4A06-B516-CAB4EBCE0646}"/>
              </a:ext>
            </a:extLst>
          </p:cNvPr>
          <p:cNvSpPr>
            <a:spLocks noGrp="1"/>
          </p:cNvSpPr>
          <p:nvPr/>
        </p:nvSpPr>
        <p:spPr>
          <a:xfrm>
            <a:off x="6531208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Cryo_13805">
            <a:extLst>
              <a:ext uri="{FF2B5EF4-FFF2-40B4-BE49-F238E27FC236}">
                <a16:creationId xmlns:a16="http://schemas.microsoft.com/office/drawing/2014/main" id="{B0093FF4-8CA1-4859-8102-BF76408D45B6}"/>
              </a:ext>
            </a:extLst>
          </p:cNvPr>
          <p:cNvSpPr>
            <a:spLocks noGrp="1"/>
          </p:cNvSpPr>
          <p:nvPr/>
        </p:nvSpPr>
        <p:spPr>
          <a:xfrm>
            <a:off x="6561204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Cryo_13806">
            <a:extLst>
              <a:ext uri="{FF2B5EF4-FFF2-40B4-BE49-F238E27FC236}">
                <a16:creationId xmlns:a16="http://schemas.microsoft.com/office/drawing/2014/main" id="{B753B78E-6864-4147-84FF-B4D470F11720}"/>
              </a:ext>
            </a:extLst>
          </p:cNvPr>
          <p:cNvSpPr>
            <a:spLocks noGrp="1"/>
          </p:cNvSpPr>
          <p:nvPr/>
        </p:nvSpPr>
        <p:spPr>
          <a:xfrm>
            <a:off x="6655636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Cryo_13807">
            <a:extLst>
              <a:ext uri="{FF2B5EF4-FFF2-40B4-BE49-F238E27FC236}">
                <a16:creationId xmlns:a16="http://schemas.microsoft.com/office/drawing/2014/main" id="{0D6DF19E-BAD9-457F-8341-29D08BEE1EE3}"/>
              </a:ext>
            </a:extLst>
          </p:cNvPr>
          <p:cNvSpPr>
            <a:spLocks noGrp="1"/>
          </p:cNvSpPr>
          <p:nvPr/>
        </p:nvSpPr>
        <p:spPr>
          <a:xfrm>
            <a:off x="6567935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Cryo_13808">
            <a:extLst>
              <a:ext uri="{FF2B5EF4-FFF2-40B4-BE49-F238E27FC236}">
                <a16:creationId xmlns:a16="http://schemas.microsoft.com/office/drawing/2014/main" id="{B2286006-FE18-4C0E-8DC6-F54AAAABDFE4}"/>
              </a:ext>
            </a:extLst>
          </p:cNvPr>
          <p:cNvSpPr>
            <a:spLocks noGrp="1"/>
          </p:cNvSpPr>
          <p:nvPr/>
        </p:nvSpPr>
        <p:spPr>
          <a:xfrm>
            <a:off x="663129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Cryo_13809">
            <a:extLst>
              <a:ext uri="{FF2B5EF4-FFF2-40B4-BE49-F238E27FC236}">
                <a16:creationId xmlns:a16="http://schemas.microsoft.com/office/drawing/2014/main" id="{C4659401-E5C1-4C77-802C-3C151214775D}"/>
              </a:ext>
            </a:extLst>
          </p:cNvPr>
          <p:cNvSpPr>
            <a:spLocks noGrp="1"/>
          </p:cNvSpPr>
          <p:nvPr/>
        </p:nvSpPr>
        <p:spPr>
          <a:xfrm>
            <a:off x="659073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Cryo_13810">
            <a:extLst>
              <a:ext uri="{FF2B5EF4-FFF2-40B4-BE49-F238E27FC236}">
                <a16:creationId xmlns:a16="http://schemas.microsoft.com/office/drawing/2014/main" id="{4B343FFD-6CF5-438E-8AD4-9C5A673BAF00}"/>
              </a:ext>
            </a:extLst>
          </p:cNvPr>
          <p:cNvSpPr>
            <a:spLocks noGrp="1"/>
          </p:cNvSpPr>
          <p:nvPr/>
        </p:nvSpPr>
        <p:spPr>
          <a:xfrm>
            <a:off x="66108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Cryo_13811">
            <a:extLst>
              <a:ext uri="{FF2B5EF4-FFF2-40B4-BE49-F238E27FC236}">
                <a16:creationId xmlns:a16="http://schemas.microsoft.com/office/drawing/2014/main" id="{2BCA06F1-CDE6-4788-866F-D3E63A3871DB}"/>
              </a:ext>
            </a:extLst>
          </p:cNvPr>
          <p:cNvSpPr>
            <a:spLocks noGrp="1"/>
          </p:cNvSpPr>
          <p:nvPr/>
        </p:nvSpPr>
        <p:spPr>
          <a:xfrm>
            <a:off x="6493408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Cryo_13812">
            <a:extLst>
              <a:ext uri="{FF2B5EF4-FFF2-40B4-BE49-F238E27FC236}">
                <a16:creationId xmlns:a16="http://schemas.microsoft.com/office/drawing/2014/main" id="{DE1F1F84-488F-41FB-8DEC-AE5ADD46CF3B}"/>
              </a:ext>
            </a:extLst>
          </p:cNvPr>
          <p:cNvSpPr>
            <a:spLocks noGrp="1"/>
          </p:cNvSpPr>
          <p:nvPr/>
        </p:nvSpPr>
        <p:spPr>
          <a:xfrm>
            <a:off x="671528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Cryo_13813">
            <a:extLst>
              <a:ext uri="{FF2B5EF4-FFF2-40B4-BE49-F238E27FC236}">
                <a16:creationId xmlns:a16="http://schemas.microsoft.com/office/drawing/2014/main" id="{5B18EA56-8AC5-4E2A-8F96-84721BD80060}"/>
              </a:ext>
            </a:extLst>
          </p:cNvPr>
          <p:cNvSpPr>
            <a:spLocks noGrp="1"/>
          </p:cNvSpPr>
          <p:nvPr/>
        </p:nvSpPr>
        <p:spPr>
          <a:xfrm>
            <a:off x="6631485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Cryo_13814">
            <a:extLst>
              <a:ext uri="{FF2B5EF4-FFF2-40B4-BE49-F238E27FC236}">
                <a16:creationId xmlns:a16="http://schemas.microsoft.com/office/drawing/2014/main" id="{481206B3-DE60-4811-A505-2D48BA4832B9}"/>
              </a:ext>
            </a:extLst>
          </p:cNvPr>
          <p:cNvSpPr>
            <a:spLocks noGrp="1"/>
          </p:cNvSpPr>
          <p:nvPr/>
        </p:nvSpPr>
        <p:spPr>
          <a:xfrm>
            <a:off x="660664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Cryo_13815">
            <a:extLst>
              <a:ext uri="{FF2B5EF4-FFF2-40B4-BE49-F238E27FC236}">
                <a16:creationId xmlns:a16="http://schemas.microsoft.com/office/drawing/2014/main" id="{45803A47-8B23-424B-9351-545BDA5960EA}"/>
              </a:ext>
            </a:extLst>
          </p:cNvPr>
          <p:cNvSpPr>
            <a:spLocks noGrp="1"/>
          </p:cNvSpPr>
          <p:nvPr/>
        </p:nvSpPr>
        <p:spPr>
          <a:xfrm>
            <a:off x="65350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Cryo_13816">
            <a:extLst>
              <a:ext uri="{FF2B5EF4-FFF2-40B4-BE49-F238E27FC236}">
                <a16:creationId xmlns:a16="http://schemas.microsoft.com/office/drawing/2014/main" id="{27C497E5-AEF4-4E64-943E-5CA76EE3DB32}"/>
              </a:ext>
            </a:extLst>
          </p:cNvPr>
          <p:cNvSpPr>
            <a:spLocks noGrp="1"/>
          </p:cNvSpPr>
          <p:nvPr/>
        </p:nvSpPr>
        <p:spPr>
          <a:xfrm>
            <a:off x="65746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Cryo_13817">
            <a:extLst>
              <a:ext uri="{FF2B5EF4-FFF2-40B4-BE49-F238E27FC236}">
                <a16:creationId xmlns:a16="http://schemas.microsoft.com/office/drawing/2014/main" id="{82DD7531-0778-4B90-8456-3B8A9F2AEEE3}"/>
              </a:ext>
            </a:extLst>
          </p:cNvPr>
          <p:cNvSpPr>
            <a:spLocks noGrp="1"/>
          </p:cNvSpPr>
          <p:nvPr/>
        </p:nvSpPr>
        <p:spPr>
          <a:xfrm>
            <a:off x="672854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Cryo_13818">
            <a:extLst>
              <a:ext uri="{FF2B5EF4-FFF2-40B4-BE49-F238E27FC236}">
                <a16:creationId xmlns:a16="http://schemas.microsoft.com/office/drawing/2014/main" id="{8EE4EAD6-9307-4134-878B-4947EE584864}"/>
              </a:ext>
            </a:extLst>
          </p:cNvPr>
          <p:cNvSpPr>
            <a:spLocks noGrp="1"/>
          </p:cNvSpPr>
          <p:nvPr/>
        </p:nvSpPr>
        <p:spPr>
          <a:xfrm>
            <a:off x="6661244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Cryo_13819">
            <a:extLst>
              <a:ext uri="{FF2B5EF4-FFF2-40B4-BE49-F238E27FC236}">
                <a16:creationId xmlns:a16="http://schemas.microsoft.com/office/drawing/2014/main" id="{A218AA69-9D3B-4139-93CD-79F4C96F3386}"/>
              </a:ext>
            </a:extLst>
          </p:cNvPr>
          <p:cNvSpPr>
            <a:spLocks noGrp="1"/>
          </p:cNvSpPr>
          <p:nvPr/>
        </p:nvSpPr>
        <p:spPr>
          <a:xfrm>
            <a:off x="6491313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Cryo_13820">
            <a:extLst>
              <a:ext uri="{FF2B5EF4-FFF2-40B4-BE49-F238E27FC236}">
                <a16:creationId xmlns:a16="http://schemas.microsoft.com/office/drawing/2014/main" id="{324A1DDF-F770-4C16-95E4-3FAC31A42D9B}"/>
              </a:ext>
            </a:extLst>
          </p:cNvPr>
          <p:cNvSpPr>
            <a:spLocks noGrp="1"/>
          </p:cNvSpPr>
          <p:nvPr/>
        </p:nvSpPr>
        <p:spPr>
          <a:xfrm>
            <a:off x="668170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Cryo_13821">
            <a:extLst>
              <a:ext uri="{FF2B5EF4-FFF2-40B4-BE49-F238E27FC236}">
                <a16:creationId xmlns:a16="http://schemas.microsoft.com/office/drawing/2014/main" id="{82D72619-50F1-4723-A38B-649B6C01DE6B}"/>
              </a:ext>
            </a:extLst>
          </p:cNvPr>
          <p:cNvSpPr>
            <a:spLocks noGrp="1"/>
          </p:cNvSpPr>
          <p:nvPr/>
        </p:nvSpPr>
        <p:spPr>
          <a:xfrm>
            <a:off x="66530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Cryo_13822">
            <a:extLst>
              <a:ext uri="{FF2B5EF4-FFF2-40B4-BE49-F238E27FC236}">
                <a16:creationId xmlns:a16="http://schemas.microsoft.com/office/drawing/2014/main" id="{83BA76E5-E33C-4262-9B98-2C97F801B326}"/>
              </a:ext>
            </a:extLst>
          </p:cNvPr>
          <p:cNvSpPr>
            <a:spLocks noGrp="1"/>
          </p:cNvSpPr>
          <p:nvPr/>
        </p:nvSpPr>
        <p:spPr>
          <a:xfrm>
            <a:off x="6514197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Cryo_13823">
            <a:extLst>
              <a:ext uri="{FF2B5EF4-FFF2-40B4-BE49-F238E27FC236}">
                <a16:creationId xmlns:a16="http://schemas.microsoft.com/office/drawing/2014/main" id="{A9B271A9-E0D7-4A3C-B33D-0B416227CA9B}"/>
              </a:ext>
            </a:extLst>
          </p:cNvPr>
          <p:cNvSpPr>
            <a:spLocks noGrp="1"/>
          </p:cNvSpPr>
          <p:nvPr/>
        </p:nvSpPr>
        <p:spPr>
          <a:xfrm>
            <a:off x="66829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Cryo_13824">
            <a:extLst>
              <a:ext uri="{FF2B5EF4-FFF2-40B4-BE49-F238E27FC236}">
                <a16:creationId xmlns:a16="http://schemas.microsoft.com/office/drawing/2014/main" id="{B1C0072B-8058-460A-B7D0-E466C0D1AF14}"/>
              </a:ext>
            </a:extLst>
          </p:cNvPr>
          <p:cNvSpPr>
            <a:spLocks noGrp="1"/>
          </p:cNvSpPr>
          <p:nvPr/>
        </p:nvSpPr>
        <p:spPr>
          <a:xfrm>
            <a:off x="66176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Cryo_13825">
            <a:extLst>
              <a:ext uri="{FF2B5EF4-FFF2-40B4-BE49-F238E27FC236}">
                <a16:creationId xmlns:a16="http://schemas.microsoft.com/office/drawing/2014/main" id="{CF5C9359-0C34-4752-B4DC-F5AA6D7F4F52}"/>
              </a:ext>
            </a:extLst>
          </p:cNvPr>
          <p:cNvSpPr>
            <a:spLocks noGrp="1"/>
          </p:cNvSpPr>
          <p:nvPr/>
        </p:nvSpPr>
        <p:spPr>
          <a:xfrm>
            <a:off x="671509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Cryo_13826">
            <a:extLst>
              <a:ext uri="{FF2B5EF4-FFF2-40B4-BE49-F238E27FC236}">
                <a16:creationId xmlns:a16="http://schemas.microsoft.com/office/drawing/2014/main" id="{CFD38580-C819-41DE-8931-948E5C668CC1}"/>
              </a:ext>
            </a:extLst>
          </p:cNvPr>
          <p:cNvSpPr>
            <a:spLocks noGrp="1"/>
          </p:cNvSpPr>
          <p:nvPr/>
        </p:nvSpPr>
        <p:spPr>
          <a:xfrm>
            <a:off x="654719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Cryo_13827">
            <a:extLst>
              <a:ext uri="{FF2B5EF4-FFF2-40B4-BE49-F238E27FC236}">
                <a16:creationId xmlns:a16="http://schemas.microsoft.com/office/drawing/2014/main" id="{47AEF54B-3ABB-49F1-ADA2-A9883A46DB3B}"/>
              </a:ext>
            </a:extLst>
          </p:cNvPr>
          <p:cNvSpPr>
            <a:spLocks noGrp="1"/>
          </p:cNvSpPr>
          <p:nvPr/>
        </p:nvSpPr>
        <p:spPr>
          <a:xfrm>
            <a:off x="662888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Cryo_13828">
            <a:extLst>
              <a:ext uri="{FF2B5EF4-FFF2-40B4-BE49-F238E27FC236}">
                <a16:creationId xmlns:a16="http://schemas.microsoft.com/office/drawing/2014/main" id="{3C2777E5-6DD4-435B-BD0C-65384AECD275}"/>
              </a:ext>
            </a:extLst>
          </p:cNvPr>
          <p:cNvSpPr>
            <a:spLocks noGrp="1"/>
          </p:cNvSpPr>
          <p:nvPr/>
        </p:nvSpPr>
        <p:spPr>
          <a:xfrm>
            <a:off x="6623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Cryo_13829">
            <a:extLst>
              <a:ext uri="{FF2B5EF4-FFF2-40B4-BE49-F238E27FC236}">
                <a16:creationId xmlns:a16="http://schemas.microsoft.com/office/drawing/2014/main" id="{8F7986B4-6057-4CD2-9B7D-B7CF70B296B4}"/>
              </a:ext>
            </a:extLst>
          </p:cNvPr>
          <p:cNvSpPr>
            <a:spLocks noGrp="1"/>
          </p:cNvSpPr>
          <p:nvPr/>
        </p:nvSpPr>
        <p:spPr>
          <a:xfrm>
            <a:off x="6700883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Cryo_13830">
            <a:extLst>
              <a:ext uri="{FF2B5EF4-FFF2-40B4-BE49-F238E27FC236}">
                <a16:creationId xmlns:a16="http://schemas.microsoft.com/office/drawing/2014/main" id="{976139EB-35E3-4287-B175-5F2A0B01641C}"/>
              </a:ext>
            </a:extLst>
          </p:cNvPr>
          <p:cNvSpPr>
            <a:spLocks noGrp="1"/>
          </p:cNvSpPr>
          <p:nvPr/>
        </p:nvSpPr>
        <p:spPr>
          <a:xfrm>
            <a:off x="67234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Cryo_13831">
            <a:extLst>
              <a:ext uri="{FF2B5EF4-FFF2-40B4-BE49-F238E27FC236}">
                <a16:creationId xmlns:a16="http://schemas.microsoft.com/office/drawing/2014/main" id="{BDD213B0-626F-408C-80D9-728A34336657}"/>
              </a:ext>
            </a:extLst>
          </p:cNvPr>
          <p:cNvSpPr>
            <a:spLocks noGrp="1"/>
          </p:cNvSpPr>
          <p:nvPr/>
        </p:nvSpPr>
        <p:spPr>
          <a:xfrm>
            <a:off x="660908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Cryo_13832">
            <a:extLst>
              <a:ext uri="{FF2B5EF4-FFF2-40B4-BE49-F238E27FC236}">
                <a16:creationId xmlns:a16="http://schemas.microsoft.com/office/drawing/2014/main" id="{C1FF4276-DF56-4EA8-98DE-4F043B240FE4}"/>
              </a:ext>
            </a:extLst>
          </p:cNvPr>
          <p:cNvSpPr>
            <a:spLocks noGrp="1"/>
          </p:cNvSpPr>
          <p:nvPr/>
        </p:nvSpPr>
        <p:spPr>
          <a:xfrm>
            <a:off x="6589788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Cryo_13833">
            <a:extLst>
              <a:ext uri="{FF2B5EF4-FFF2-40B4-BE49-F238E27FC236}">
                <a16:creationId xmlns:a16="http://schemas.microsoft.com/office/drawing/2014/main" id="{21594756-40E8-438A-A473-A8D7809AAE40}"/>
              </a:ext>
            </a:extLst>
          </p:cNvPr>
          <p:cNvSpPr>
            <a:spLocks noGrp="1"/>
          </p:cNvSpPr>
          <p:nvPr/>
        </p:nvSpPr>
        <p:spPr>
          <a:xfrm>
            <a:off x="6578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Cryo_13834">
            <a:extLst>
              <a:ext uri="{FF2B5EF4-FFF2-40B4-BE49-F238E27FC236}">
                <a16:creationId xmlns:a16="http://schemas.microsoft.com/office/drawing/2014/main" id="{2E1BF8BC-D5AF-4728-8728-1BF6651AB89D}"/>
              </a:ext>
            </a:extLst>
          </p:cNvPr>
          <p:cNvSpPr>
            <a:spLocks noGrp="1"/>
          </p:cNvSpPr>
          <p:nvPr/>
        </p:nvSpPr>
        <p:spPr>
          <a:xfrm>
            <a:off x="67408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Cryo_13835">
            <a:extLst>
              <a:ext uri="{FF2B5EF4-FFF2-40B4-BE49-F238E27FC236}">
                <a16:creationId xmlns:a16="http://schemas.microsoft.com/office/drawing/2014/main" id="{667F37D0-39D2-428C-AB7C-66D90CBA8F01}"/>
              </a:ext>
            </a:extLst>
          </p:cNvPr>
          <p:cNvSpPr>
            <a:spLocks noGrp="1"/>
          </p:cNvSpPr>
          <p:nvPr/>
        </p:nvSpPr>
        <p:spPr>
          <a:xfrm>
            <a:off x="669433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Cryo_13836">
            <a:extLst>
              <a:ext uri="{FF2B5EF4-FFF2-40B4-BE49-F238E27FC236}">
                <a16:creationId xmlns:a16="http://schemas.microsoft.com/office/drawing/2014/main" id="{1BF46061-B575-49C2-AF98-43D6C9A0EAC7}"/>
              </a:ext>
            </a:extLst>
          </p:cNvPr>
          <p:cNvSpPr>
            <a:spLocks noGrp="1"/>
          </p:cNvSpPr>
          <p:nvPr/>
        </p:nvSpPr>
        <p:spPr>
          <a:xfrm>
            <a:off x="67070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Cryo_13837">
            <a:extLst>
              <a:ext uri="{FF2B5EF4-FFF2-40B4-BE49-F238E27FC236}">
                <a16:creationId xmlns:a16="http://schemas.microsoft.com/office/drawing/2014/main" id="{E0B5425F-C1E2-4037-B533-1A4438F8ACEB}"/>
              </a:ext>
            </a:extLst>
          </p:cNvPr>
          <p:cNvSpPr>
            <a:spLocks noGrp="1"/>
          </p:cNvSpPr>
          <p:nvPr/>
        </p:nvSpPr>
        <p:spPr>
          <a:xfrm>
            <a:off x="673400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Cryo_13838">
            <a:extLst>
              <a:ext uri="{FF2B5EF4-FFF2-40B4-BE49-F238E27FC236}">
                <a16:creationId xmlns:a16="http://schemas.microsoft.com/office/drawing/2014/main" id="{546106BE-D30B-4EF6-A4AD-836307D0EDA2}"/>
              </a:ext>
            </a:extLst>
          </p:cNvPr>
          <p:cNvSpPr>
            <a:spLocks noGrp="1"/>
          </p:cNvSpPr>
          <p:nvPr/>
        </p:nvSpPr>
        <p:spPr>
          <a:xfrm>
            <a:off x="66218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Cryo_13839">
            <a:extLst>
              <a:ext uri="{FF2B5EF4-FFF2-40B4-BE49-F238E27FC236}">
                <a16:creationId xmlns:a16="http://schemas.microsoft.com/office/drawing/2014/main" id="{4ECA6E8F-5737-4310-9EE4-B2E8CCA4C82E}"/>
              </a:ext>
            </a:extLst>
          </p:cNvPr>
          <p:cNvSpPr>
            <a:spLocks noGrp="1"/>
          </p:cNvSpPr>
          <p:nvPr/>
        </p:nvSpPr>
        <p:spPr>
          <a:xfrm>
            <a:off x="664125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Cryo_13840">
            <a:extLst>
              <a:ext uri="{FF2B5EF4-FFF2-40B4-BE49-F238E27FC236}">
                <a16:creationId xmlns:a16="http://schemas.microsoft.com/office/drawing/2014/main" id="{18A29E9F-1944-4DD5-AAF3-C30CC1C4A857}"/>
              </a:ext>
            </a:extLst>
          </p:cNvPr>
          <p:cNvSpPr>
            <a:spLocks noGrp="1"/>
          </p:cNvSpPr>
          <p:nvPr/>
        </p:nvSpPr>
        <p:spPr>
          <a:xfrm>
            <a:off x="65081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Cryo_13841">
            <a:extLst>
              <a:ext uri="{FF2B5EF4-FFF2-40B4-BE49-F238E27FC236}">
                <a16:creationId xmlns:a16="http://schemas.microsoft.com/office/drawing/2014/main" id="{68D607C2-E07A-4823-B39E-81F85B376F43}"/>
              </a:ext>
            </a:extLst>
          </p:cNvPr>
          <p:cNvSpPr>
            <a:spLocks noGrp="1"/>
          </p:cNvSpPr>
          <p:nvPr/>
        </p:nvSpPr>
        <p:spPr>
          <a:xfrm>
            <a:off x="6549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Cryo_13842">
            <a:extLst>
              <a:ext uri="{FF2B5EF4-FFF2-40B4-BE49-F238E27FC236}">
                <a16:creationId xmlns:a16="http://schemas.microsoft.com/office/drawing/2014/main" id="{A5175ECC-3B3B-41A0-99E7-13FEF6463016}"/>
              </a:ext>
            </a:extLst>
          </p:cNvPr>
          <p:cNvSpPr>
            <a:spLocks noGrp="1"/>
          </p:cNvSpPr>
          <p:nvPr/>
        </p:nvSpPr>
        <p:spPr>
          <a:xfrm>
            <a:off x="66577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Cryo_13843">
            <a:extLst>
              <a:ext uri="{FF2B5EF4-FFF2-40B4-BE49-F238E27FC236}">
                <a16:creationId xmlns:a16="http://schemas.microsoft.com/office/drawing/2014/main" id="{13ADA223-3F6E-4E30-AEBA-3D9D752CAB8D}"/>
              </a:ext>
            </a:extLst>
          </p:cNvPr>
          <p:cNvSpPr>
            <a:spLocks noGrp="1"/>
          </p:cNvSpPr>
          <p:nvPr/>
        </p:nvSpPr>
        <p:spPr>
          <a:xfrm>
            <a:off x="665538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Cryo_13844">
            <a:extLst>
              <a:ext uri="{FF2B5EF4-FFF2-40B4-BE49-F238E27FC236}">
                <a16:creationId xmlns:a16="http://schemas.microsoft.com/office/drawing/2014/main" id="{E09AA676-0244-40C0-BABF-14BD8F17321C}"/>
              </a:ext>
            </a:extLst>
          </p:cNvPr>
          <p:cNvSpPr>
            <a:spLocks noGrp="1"/>
          </p:cNvSpPr>
          <p:nvPr/>
        </p:nvSpPr>
        <p:spPr>
          <a:xfrm>
            <a:off x="65845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Cryo_13845">
            <a:extLst>
              <a:ext uri="{FF2B5EF4-FFF2-40B4-BE49-F238E27FC236}">
                <a16:creationId xmlns:a16="http://schemas.microsoft.com/office/drawing/2014/main" id="{39ECDAEC-E09F-4EE5-9E61-2F145EAFBD35}"/>
              </a:ext>
            </a:extLst>
          </p:cNvPr>
          <p:cNvSpPr>
            <a:spLocks noGrp="1"/>
          </p:cNvSpPr>
          <p:nvPr/>
        </p:nvSpPr>
        <p:spPr>
          <a:xfrm>
            <a:off x="66555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Cryo_13846">
            <a:extLst>
              <a:ext uri="{FF2B5EF4-FFF2-40B4-BE49-F238E27FC236}">
                <a16:creationId xmlns:a16="http://schemas.microsoft.com/office/drawing/2014/main" id="{5DB8C64C-70EE-4088-82DF-C357A45E9005}"/>
              </a:ext>
            </a:extLst>
          </p:cNvPr>
          <p:cNvSpPr>
            <a:spLocks noGrp="1"/>
          </p:cNvSpPr>
          <p:nvPr/>
        </p:nvSpPr>
        <p:spPr>
          <a:xfrm>
            <a:off x="655934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Cryo_13847">
            <a:extLst>
              <a:ext uri="{FF2B5EF4-FFF2-40B4-BE49-F238E27FC236}">
                <a16:creationId xmlns:a16="http://schemas.microsoft.com/office/drawing/2014/main" id="{C2F651CA-558B-4C54-911C-E3F229D9383A}"/>
              </a:ext>
            </a:extLst>
          </p:cNvPr>
          <p:cNvSpPr>
            <a:spLocks noGrp="1"/>
          </p:cNvSpPr>
          <p:nvPr/>
        </p:nvSpPr>
        <p:spPr>
          <a:xfrm>
            <a:off x="6710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Cryo_13848">
            <a:extLst>
              <a:ext uri="{FF2B5EF4-FFF2-40B4-BE49-F238E27FC236}">
                <a16:creationId xmlns:a16="http://schemas.microsoft.com/office/drawing/2014/main" id="{20B4079D-A9E9-4A7A-9347-AD278B0F5549}"/>
              </a:ext>
            </a:extLst>
          </p:cNvPr>
          <p:cNvSpPr>
            <a:spLocks noGrp="1"/>
          </p:cNvSpPr>
          <p:nvPr/>
        </p:nvSpPr>
        <p:spPr>
          <a:xfrm>
            <a:off x="6620990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Cryo_13849">
            <a:extLst>
              <a:ext uri="{FF2B5EF4-FFF2-40B4-BE49-F238E27FC236}">
                <a16:creationId xmlns:a16="http://schemas.microsoft.com/office/drawing/2014/main" id="{438CE448-829F-4881-B743-A76DBB6AE352}"/>
              </a:ext>
            </a:extLst>
          </p:cNvPr>
          <p:cNvSpPr>
            <a:spLocks noGrp="1"/>
          </p:cNvSpPr>
          <p:nvPr/>
        </p:nvSpPr>
        <p:spPr>
          <a:xfrm>
            <a:off x="66079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Cryo_13850">
            <a:extLst>
              <a:ext uri="{FF2B5EF4-FFF2-40B4-BE49-F238E27FC236}">
                <a16:creationId xmlns:a16="http://schemas.microsoft.com/office/drawing/2014/main" id="{5C14158D-C9D3-45E0-847C-F6B5D8548A65}"/>
              </a:ext>
            </a:extLst>
          </p:cNvPr>
          <p:cNvSpPr>
            <a:spLocks noGrp="1"/>
          </p:cNvSpPr>
          <p:nvPr/>
        </p:nvSpPr>
        <p:spPr>
          <a:xfrm>
            <a:off x="6509693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Cryo_13851">
            <a:extLst>
              <a:ext uri="{FF2B5EF4-FFF2-40B4-BE49-F238E27FC236}">
                <a16:creationId xmlns:a16="http://schemas.microsoft.com/office/drawing/2014/main" id="{A61E3726-C88F-4710-9D26-89867695E3E6}"/>
              </a:ext>
            </a:extLst>
          </p:cNvPr>
          <p:cNvSpPr>
            <a:spLocks noGrp="1"/>
          </p:cNvSpPr>
          <p:nvPr/>
        </p:nvSpPr>
        <p:spPr>
          <a:xfrm>
            <a:off x="666256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Cryo_13852">
            <a:extLst>
              <a:ext uri="{FF2B5EF4-FFF2-40B4-BE49-F238E27FC236}">
                <a16:creationId xmlns:a16="http://schemas.microsoft.com/office/drawing/2014/main" id="{753DE0E2-6B61-4EEE-B1C9-4107053B6528}"/>
              </a:ext>
            </a:extLst>
          </p:cNvPr>
          <p:cNvSpPr>
            <a:spLocks noGrp="1"/>
          </p:cNvSpPr>
          <p:nvPr/>
        </p:nvSpPr>
        <p:spPr>
          <a:xfrm>
            <a:off x="6550730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Cryo_13853">
            <a:extLst>
              <a:ext uri="{FF2B5EF4-FFF2-40B4-BE49-F238E27FC236}">
                <a16:creationId xmlns:a16="http://schemas.microsoft.com/office/drawing/2014/main" id="{53745515-2752-44E5-AF82-6ED878793736}"/>
              </a:ext>
            </a:extLst>
          </p:cNvPr>
          <p:cNvSpPr>
            <a:spLocks noGrp="1"/>
          </p:cNvSpPr>
          <p:nvPr/>
        </p:nvSpPr>
        <p:spPr>
          <a:xfrm>
            <a:off x="66428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Cryo_13854">
            <a:extLst>
              <a:ext uri="{FF2B5EF4-FFF2-40B4-BE49-F238E27FC236}">
                <a16:creationId xmlns:a16="http://schemas.microsoft.com/office/drawing/2014/main" id="{D6A84F84-2ECD-45BF-AD69-E3DEF22E6D07}"/>
              </a:ext>
            </a:extLst>
          </p:cNvPr>
          <p:cNvSpPr>
            <a:spLocks noGrp="1"/>
          </p:cNvSpPr>
          <p:nvPr/>
        </p:nvSpPr>
        <p:spPr>
          <a:xfrm>
            <a:off x="6511293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Cryo_13855">
            <a:extLst>
              <a:ext uri="{FF2B5EF4-FFF2-40B4-BE49-F238E27FC236}">
                <a16:creationId xmlns:a16="http://schemas.microsoft.com/office/drawing/2014/main" id="{E932DCFE-CBF7-4394-8FE7-154CD76EB408}"/>
              </a:ext>
            </a:extLst>
          </p:cNvPr>
          <p:cNvSpPr>
            <a:spLocks noGrp="1"/>
          </p:cNvSpPr>
          <p:nvPr/>
        </p:nvSpPr>
        <p:spPr>
          <a:xfrm>
            <a:off x="670619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Cryo_13856">
            <a:extLst>
              <a:ext uri="{FF2B5EF4-FFF2-40B4-BE49-F238E27FC236}">
                <a16:creationId xmlns:a16="http://schemas.microsoft.com/office/drawing/2014/main" id="{7FEC9DEE-01D6-4D22-B86A-1F822FD7E97A}"/>
              </a:ext>
            </a:extLst>
          </p:cNvPr>
          <p:cNvSpPr>
            <a:spLocks noGrp="1"/>
          </p:cNvSpPr>
          <p:nvPr/>
        </p:nvSpPr>
        <p:spPr>
          <a:xfrm>
            <a:off x="667095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Cryo_13857">
            <a:extLst>
              <a:ext uri="{FF2B5EF4-FFF2-40B4-BE49-F238E27FC236}">
                <a16:creationId xmlns:a16="http://schemas.microsoft.com/office/drawing/2014/main" id="{29E23DD3-1D3D-4381-AFF3-0D97D3605109}"/>
              </a:ext>
            </a:extLst>
          </p:cNvPr>
          <p:cNvSpPr>
            <a:spLocks noGrp="1"/>
          </p:cNvSpPr>
          <p:nvPr/>
        </p:nvSpPr>
        <p:spPr>
          <a:xfrm>
            <a:off x="6608352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Cryo_13858">
            <a:extLst>
              <a:ext uri="{FF2B5EF4-FFF2-40B4-BE49-F238E27FC236}">
                <a16:creationId xmlns:a16="http://schemas.microsoft.com/office/drawing/2014/main" id="{1F279417-7157-403D-9252-31819679216B}"/>
              </a:ext>
            </a:extLst>
          </p:cNvPr>
          <p:cNvSpPr>
            <a:spLocks noGrp="1"/>
          </p:cNvSpPr>
          <p:nvPr/>
        </p:nvSpPr>
        <p:spPr>
          <a:xfrm>
            <a:off x="6504597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Cryo_13859">
            <a:extLst>
              <a:ext uri="{FF2B5EF4-FFF2-40B4-BE49-F238E27FC236}">
                <a16:creationId xmlns:a16="http://schemas.microsoft.com/office/drawing/2014/main" id="{BF77BC55-CCE2-40CC-9812-A914F3E4FE52}"/>
              </a:ext>
            </a:extLst>
          </p:cNvPr>
          <p:cNvSpPr>
            <a:spLocks noGrp="1"/>
          </p:cNvSpPr>
          <p:nvPr/>
        </p:nvSpPr>
        <p:spPr>
          <a:xfrm>
            <a:off x="671063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Cryo_13860">
            <a:extLst>
              <a:ext uri="{FF2B5EF4-FFF2-40B4-BE49-F238E27FC236}">
                <a16:creationId xmlns:a16="http://schemas.microsoft.com/office/drawing/2014/main" id="{7A91D1A4-3220-4BE5-8283-8FD54B84CA06}"/>
              </a:ext>
            </a:extLst>
          </p:cNvPr>
          <p:cNvSpPr>
            <a:spLocks noGrp="1"/>
          </p:cNvSpPr>
          <p:nvPr/>
        </p:nvSpPr>
        <p:spPr>
          <a:xfrm>
            <a:off x="67392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Cryo_13861">
            <a:extLst>
              <a:ext uri="{FF2B5EF4-FFF2-40B4-BE49-F238E27FC236}">
                <a16:creationId xmlns:a16="http://schemas.microsoft.com/office/drawing/2014/main" id="{83AEBD9E-3D3D-49C9-B6D8-6A1194C37E91}"/>
              </a:ext>
            </a:extLst>
          </p:cNvPr>
          <p:cNvSpPr>
            <a:spLocks noGrp="1"/>
          </p:cNvSpPr>
          <p:nvPr/>
        </p:nvSpPr>
        <p:spPr>
          <a:xfrm>
            <a:off x="6519167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Cryo_13862">
            <a:extLst>
              <a:ext uri="{FF2B5EF4-FFF2-40B4-BE49-F238E27FC236}">
                <a16:creationId xmlns:a16="http://schemas.microsoft.com/office/drawing/2014/main" id="{5A91281D-0689-4CA0-86D4-E097ACEA1EC3}"/>
              </a:ext>
            </a:extLst>
          </p:cNvPr>
          <p:cNvSpPr>
            <a:spLocks noGrp="1"/>
          </p:cNvSpPr>
          <p:nvPr/>
        </p:nvSpPr>
        <p:spPr>
          <a:xfrm>
            <a:off x="67261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Cryo_13863">
            <a:extLst>
              <a:ext uri="{FF2B5EF4-FFF2-40B4-BE49-F238E27FC236}">
                <a16:creationId xmlns:a16="http://schemas.microsoft.com/office/drawing/2014/main" id="{10AA1CAA-6475-40A1-A2C0-799B515EDBB0}"/>
              </a:ext>
            </a:extLst>
          </p:cNvPr>
          <p:cNvSpPr>
            <a:spLocks noGrp="1"/>
          </p:cNvSpPr>
          <p:nvPr/>
        </p:nvSpPr>
        <p:spPr>
          <a:xfrm>
            <a:off x="669210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Cryo_13864">
            <a:extLst>
              <a:ext uri="{FF2B5EF4-FFF2-40B4-BE49-F238E27FC236}">
                <a16:creationId xmlns:a16="http://schemas.microsoft.com/office/drawing/2014/main" id="{4240FD7E-A83A-4019-A57C-ED7B78058F85}"/>
              </a:ext>
            </a:extLst>
          </p:cNvPr>
          <p:cNvSpPr>
            <a:spLocks noGrp="1"/>
          </p:cNvSpPr>
          <p:nvPr/>
        </p:nvSpPr>
        <p:spPr>
          <a:xfrm>
            <a:off x="650158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Cryo_13865">
            <a:extLst>
              <a:ext uri="{FF2B5EF4-FFF2-40B4-BE49-F238E27FC236}">
                <a16:creationId xmlns:a16="http://schemas.microsoft.com/office/drawing/2014/main" id="{A7421B86-1E0E-48E7-B306-FD51E0C65576}"/>
              </a:ext>
            </a:extLst>
          </p:cNvPr>
          <p:cNvSpPr>
            <a:spLocks noGrp="1"/>
          </p:cNvSpPr>
          <p:nvPr/>
        </p:nvSpPr>
        <p:spPr>
          <a:xfrm>
            <a:off x="667566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Cryo_13866">
            <a:extLst>
              <a:ext uri="{FF2B5EF4-FFF2-40B4-BE49-F238E27FC236}">
                <a16:creationId xmlns:a16="http://schemas.microsoft.com/office/drawing/2014/main" id="{15217689-6A5E-4C41-AA7A-96A0F38C5F48}"/>
              </a:ext>
            </a:extLst>
          </p:cNvPr>
          <p:cNvSpPr>
            <a:spLocks noGrp="1"/>
          </p:cNvSpPr>
          <p:nvPr/>
        </p:nvSpPr>
        <p:spPr>
          <a:xfrm>
            <a:off x="651135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Cryo_13867">
            <a:extLst>
              <a:ext uri="{FF2B5EF4-FFF2-40B4-BE49-F238E27FC236}">
                <a16:creationId xmlns:a16="http://schemas.microsoft.com/office/drawing/2014/main" id="{3B35E590-78B6-4F4E-B74B-7C330C0279C0}"/>
              </a:ext>
            </a:extLst>
          </p:cNvPr>
          <p:cNvSpPr>
            <a:spLocks noGrp="1"/>
          </p:cNvSpPr>
          <p:nvPr/>
        </p:nvSpPr>
        <p:spPr>
          <a:xfrm>
            <a:off x="656725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Cryo_13868">
            <a:extLst>
              <a:ext uri="{FF2B5EF4-FFF2-40B4-BE49-F238E27FC236}">
                <a16:creationId xmlns:a16="http://schemas.microsoft.com/office/drawing/2014/main" id="{78604802-7D10-4B24-95AC-7A93EA5B2D88}"/>
              </a:ext>
            </a:extLst>
          </p:cNvPr>
          <p:cNvSpPr>
            <a:spLocks noGrp="1"/>
          </p:cNvSpPr>
          <p:nvPr/>
        </p:nvSpPr>
        <p:spPr>
          <a:xfrm>
            <a:off x="66839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Cryo_13869">
            <a:extLst>
              <a:ext uri="{FF2B5EF4-FFF2-40B4-BE49-F238E27FC236}">
                <a16:creationId xmlns:a16="http://schemas.microsoft.com/office/drawing/2014/main" id="{AFD6CF08-9C0A-4E2C-96D4-642756A965FE}"/>
              </a:ext>
            </a:extLst>
          </p:cNvPr>
          <p:cNvSpPr>
            <a:spLocks noGrp="1"/>
          </p:cNvSpPr>
          <p:nvPr/>
        </p:nvSpPr>
        <p:spPr>
          <a:xfrm>
            <a:off x="64971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Cryo_13870">
            <a:extLst>
              <a:ext uri="{FF2B5EF4-FFF2-40B4-BE49-F238E27FC236}">
                <a16:creationId xmlns:a16="http://schemas.microsoft.com/office/drawing/2014/main" id="{517E1F3B-51C5-4B07-95C1-EB97E23F3AAD}"/>
              </a:ext>
            </a:extLst>
          </p:cNvPr>
          <p:cNvSpPr>
            <a:spLocks noGrp="1"/>
          </p:cNvSpPr>
          <p:nvPr/>
        </p:nvSpPr>
        <p:spPr>
          <a:xfrm>
            <a:off x="6546632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Cryo_13871">
            <a:extLst>
              <a:ext uri="{FF2B5EF4-FFF2-40B4-BE49-F238E27FC236}">
                <a16:creationId xmlns:a16="http://schemas.microsoft.com/office/drawing/2014/main" id="{739CE07B-F943-45DF-8150-D84B7F2E7D20}"/>
              </a:ext>
            </a:extLst>
          </p:cNvPr>
          <p:cNvSpPr>
            <a:spLocks noGrp="1"/>
          </p:cNvSpPr>
          <p:nvPr/>
        </p:nvSpPr>
        <p:spPr>
          <a:xfrm>
            <a:off x="654093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Cryo_13872">
            <a:extLst>
              <a:ext uri="{FF2B5EF4-FFF2-40B4-BE49-F238E27FC236}">
                <a16:creationId xmlns:a16="http://schemas.microsoft.com/office/drawing/2014/main" id="{BED9190B-C6A5-4522-810C-A84B1CFA336B}"/>
              </a:ext>
            </a:extLst>
          </p:cNvPr>
          <p:cNvSpPr>
            <a:spLocks noGrp="1"/>
          </p:cNvSpPr>
          <p:nvPr/>
        </p:nvSpPr>
        <p:spPr>
          <a:xfrm>
            <a:off x="6671628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Cryo_13873">
            <a:extLst>
              <a:ext uri="{FF2B5EF4-FFF2-40B4-BE49-F238E27FC236}">
                <a16:creationId xmlns:a16="http://schemas.microsoft.com/office/drawing/2014/main" id="{D5AF48F3-6F3A-4DDC-95E5-9D0DDF79CF74}"/>
              </a:ext>
            </a:extLst>
          </p:cNvPr>
          <p:cNvSpPr>
            <a:spLocks noGrp="1"/>
          </p:cNvSpPr>
          <p:nvPr/>
        </p:nvSpPr>
        <p:spPr>
          <a:xfrm>
            <a:off x="671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Cryo_13874">
            <a:extLst>
              <a:ext uri="{FF2B5EF4-FFF2-40B4-BE49-F238E27FC236}">
                <a16:creationId xmlns:a16="http://schemas.microsoft.com/office/drawing/2014/main" id="{210BF875-7E76-49D7-8184-0F5CBB27FF99}"/>
              </a:ext>
            </a:extLst>
          </p:cNvPr>
          <p:cNvSpPr>
            <a:spLocks noGrp="1"/>
          </p:cNvSpPr>
          <p:nvPr/>
        </p:nvSpPr>
        <p:spPr>
          <a:xfrm>
            <a:off x="6539073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Cryo_13875">
            <a:extLst>
              <a:ext uri="{FF2B5EF4-FFF2-40B4-BE49-F238E27FC236}">
                <a16:creationId xmlns:a16="http://schemas.microsoft.com/office/drawing/2014/main" id="{E4D07CA8-2B90-487C-AC2B-5D526CC0E03B}"/>
              </a:ext>
            </a:extLst>
          </p:cNvPr>
          <p:cNvSpPr>
            <a:spLocks noGrp="1"/>
          </p:cNvSpPr>
          <p:nvPr/>
        </p:nvSpPr>
        <p:spPr>
          <a:xfrm>
            <a:off x="666516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Cryo_13876">
            <a:extLst>
              <a:ext uri="{FF2B5EF4-FFF2-40B4-BE49-F238E27FC236}">
                <a16:creationId xmlns:a16="http://schemas.microsoft.com/office/drawing/2014/main" id="{1B72E21A-6744-4F30-A73C-DCCCCCC9C26D}"/>
              </a:ext>
            </a:extLst>
          </p:cNvPr>
          <p:cNvSpPr>
            <a:spLocks noGrp="1"/>
          </p:cNvSpPr>
          <p:nvPr/>
        </p:nvSpPr>
        <p:spPr>
          <a:xfrm>
            <a:off x="661823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Cryo_13877">
            <a:extLst>
              <a:ext uri="{FF2B5EF4-FFF2-40B4-BE49-F238E27FC236}">
                <a16:creationId xmlns:a16="http://schemas.microsoft.com/office/drawing/2014/main" id="{F93312E0-7272-42AC-AD85-244A316C9ED2}"/>
              </a:ext>
            </a:extLst>
          </p:cNvPr>
          <p:cNvSpPr>
            <a:spLocks noGrp="1"/>
          </p:cNvSpPr>
          <p:nvPr/>
        </p:nvSpPr>
        <p:spPr>
          <a:xfrm>
            <a:off x="6523459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Cryo_13878">
            <a:extLst>
              <a:ext uri="{FF2B5EF4-FFF2-40B4-BE49-F238E27FC236}">
                <a16:creationId xmlns:a16="http://schemas.microsoft.com/office/drawing/2014/main" id="{0A2DFF03-8EEE-45C2-8B1C-502B373EE164}"/>
              </a:ext>
            </a:extLst>
          </p:cNvPr>
          <p:cNvSpPr>
            <a:spLocks noGrp="1"/>
          </p:cNvSpPr>
          <p:nvPr/>
        </p:nvSpPr>
        <p:spPr>
          <a:xfrm>
            <a:off x="664823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Cryo_13879">
            <a:extLst>
              <a:ext uri="{FF2B5EF4-FFF2-40B4-BE49-F238E27FC236}">
                <a16:creationId xmlns:a16="http://schemas.microsoft.com/office/drawing/2014/main" id="{3258DB7C-F6EF-493C-885F-82989C636E1A}"/>
              </a:ext>
            </a:extLst>
          </p:cNvPr>
          <p:cNvSpPr>
            <a:spLocks noGrp="1"/>
          </p:cNvSpPr>
          <p:nvPr/>
        </p:nvSpPr>
        <p:spPr>
          <a:xfrm>
            <a:off x="6515747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Cryo_13880">
            <a:extLst>
              <a:ext uri="{FF2B5EF4-FFF2-40B4-BE49-F238E27FC236}">
                <a16:creationId xmlns:a16="http://schemas.microsoft.com/office/drawing/2014/main" id="{E67268E8-05B3-4D1D-B0F7-83C74934D715}"/>
              </a:ext>
            </a:extLst>
          </p:cNvPr>
          <p:cNvSpPr>
            <a:spLocks noGrp="1"/>
          </p:cNvSpPr>
          <p:nvPr/>
        </p:nvSpPr>
        <p:spPr>
          <a:xfrm>
            <a:off x="65360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Cryo_13881">
            <a:extLst>
              <a:ext uri="{FF2B5EF4-FFF2-40B4-BE49-F238E27FC236}">
                <a16:creationId xmlns:a16="http://schemas.microsoft.com/office/drawing/2014/main" id="{BD690C86-B950-40CB-A2C0-F3A36AB7617C}"/>
              </a:ext>
            </a:extLst>
          </p:cNvPr>
          <p:cNvSpPr>
            <a:spLocks noGrp="1"/>
          </p:cNvSpPr>
          <p:nvPr/>
        </p:nvSpPr>
        <p:spPr>
          <a:xfrm>
            <a:off x="66901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Cryo_13882">
            <a:extLst>
              <a:ext uri="{FF2B5EF4-FFF2-40B4-BE49-F238E27FC236}">
                <a16:creationId xmlns:a16="http://schemas.microsoft.com/office/drawing/2014/main" id="{B76B0B0A-5F7A-4ADE-86D4-982B87CD6F99}"/>
              </a:ext>
            </a:extLst>
          </p:cNvPr>
          <p:cNvSpPr>
            <a:spLocks noGrp="1"/>
          </p:cNvSpPr>
          <p:nvPr/>
        </p:nvSpPr>
        <p:spPr>
          <a:xfrm>
            <a:off x="6560027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Cryo_13883">
            <a:extLst>
              <a:ext uri="{FF2B5EF4-FFF2-40B4-BE49-F238E27FC236}">
                <a16:creationId xmlns:a16="http://schemas.microsoft.com/office/drawing/2014/main" id="{D73DDB0C-A475-4419-A84E-17B67C33BF68}"/>
              </a:ext>
            </a:extLst>
          </p:cNvPr>
          <p:cNvSpPr>
            <a:spLocks noGrp="1"/>
          </p:cNvSpPr>
          <p:nvPr/>
        </p:nvSpPr>
        <p:spPr>
          <a:xfrm>
            <a:off x="66087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Cryo_13884">
            <a:extLst>
              <a:ext uri="{FF2B5EF4-FFF2-40B4-BE49-F238E27FC236}">
                <a16:creationId xmlns:a16="http://schemas.microsoft.com/office/drawing/2014/main" id="{D508B6E4-C8F8-4F70-BC38-BF621815297C}"/>
              </a:ext>
            </a:extLst>
          </p:cNvPr>
          <p:cNvSpPr>
            <a:spLocks noGrp="1"/>
          </p:cNvSpPr>
          <p:nvPr/>
        </p:nvSpPr>
        <p:spPr>
          <a:xfrm>
            <a:off x="653834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Cryo_13885">
            <a:extLst>
              <a:ext uri="{FF2B5EF4-FFF2-40B4-BE49-F238E27FC236}">
                <a16:creationId xmlns:a16="http://schemas.microsoft.com/office/drawing/2014/main" id="{29C36795-0B61-4F96-B1FC-F25DE3D2F8DF}"/>
              </a:ext>
            </a:extLst>
          </p:cNvPr>
          <p:cNvSpPr>
            <a:spLocks noGrp="1"/>
          </p:cNvSpPr>
          <p:nvPr/>
        </p:nvSpPr>
        <p:spPr>
          <a:xfrm>
            <a:off x="82206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Cryo_13886">
            <a:extLst>
              <a:ext uri="{FF2B5EF4-FFF2-40B4-BE49-F238E27FC236}">
                <a16:creationId xmlns:a16="http://schemas.microsoft.com/office/drawing/2014/main" id="{DDC8AFD3-B617-4022-9803-CF203AC7035C}"/>
              </a:ext>
            </a:extLst>
          </p:cNvPr>
          <p:cNvSpPr>
            <a:spLocks noGrp="1"/>
          </p:cNvSpPr>
          <p:nvPr/>
        </p:nvSpPr>
        <p:spPr>
          <a:xfrm>
            <a:off x="82622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Cryo_13887">
            <a:extLst>
              <a:ext uri="{FF2B5EF4-FFF2-40B4-BE49-F238E27FC236}">
                <a16:creationId xmlns:a16="http://schemas.microsoft.com/office/drawing/2014/main" id="{B71B70B8-7E8B-4DED-BC43-5003843178D9}"/>
              </a:ext>
            </a:extLst>
          </p:cNvPr>
          <p:cNvSpPr>
            <a:spLocks noGrp="1"/>
          </p:cNvSpPr>
          <p:nvPr/>
        </p:nvSpPr>
        <p:spPr>
          <a:xfrm>
            <a:off x="83002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Cryo_13888">
            <a:extLst>
              <a:ext uri="{FF2B5EF4-FFF2-40B4-BE49-F238E27FC236}">
                <a16:creationId xmlns:a16="http://schemas.microsoft.com/office/drawing/2014/main" id="{1D90926D-7560-4EC6-BD0F-5191CFAD41A3}"/>
              </a:ext>
            </a:extLst>
          </p:cNvPr>
          <p:cNvSpPr>
            <a:spLocks noGrp="1"/>
          </p:cNvSpPr>
          <p:nvPr/>
        </p:nvSpPr>
        <p:spPr>
          <a:xfrm>
            <a:off x="8192666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Cryo_13889">
            <a:extLst>
              <a:ext uri="{FF2B5EF4-FFF2-40B4-BE49-F238E27FC236}">
                <a16:creationId xmlns:a16="http://schemas.microsoft.com/office/drawing/2014/main" id="{88AD76F4-806D-4E8E-98B3-F7BA13A98A79}"/>
              </a:ext>
            </a:extLst>
          </p:cNvPr>
          <p:cNvSpPr>
            <a:spLocks noGrp="1"/>
          </p:cNvSpPr>
          <p:nvPr/>
        </p:nvSpPr>
        <p:spPr>
          <a:xfrm>
            <a:off x="828463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Cryo_13890">
            <a:extLst>
              <a:ext uri="{FF2B5EF4-FFF2-40B4-BE49-F238E27FC236}">
                <a16:creationId xmlns:a16="http://schemas.microsoft.com/office/drawing/2014/main" id="{F1CDACA1-F1C0-449D-A27F-AD41FDE01425}"/>
              </a:ext>
            </a:extLst>
          </p:cNvPr>
          <p:cNvSpPr>
            <a:spLocks noGrp="1"/>
          </p:cNvSpPr>
          <p:nvPr/>
        </p:nvSpPr>
        <p:spPr>
          <a:xfrm>
            <a:off x="81728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Cryo_13891">
            <a:extLst>
              <a:ext uri="{FF2B5EF4-FFF2-40B4-BE49-F238E27FC236}">
                <a16:creationId xmlns:a16="http://schemas.microsoft.com/office/drawing/2014/main" id="{6FB46D5C-CCAB-42CD-B1AB-FB5FEB66EB1D}"/>
              </a:ext>
            </a:extLst>
          </p:cNvPr>
          <p:cNvSpPr>
            <a:spLocks noGrp="1"/>
          </p:cNvSpPr>
          <p:nvPr/>
        </p:nvSpPr>
        <p:spPr>
          <a:xfrm>
            <a:off x="808779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Cryo_13892">
            <a:extLst>
              <a:ext uri="{FF2B5EF4-FFF2-40B4-BE49-F238E27FC236}">
                <a16:creationId xmlns:a16="http://schemas.microsoft.com/office/drawing/2014/main" id="{D8E8BC40-1B8A-43BA-BAE2-AEFE9D9A5B02}"/>
              </a:ext>
            </a:extLst>
          </p:cNvPr>
          <p:cNvSpPr>
            <a:spLocks noGrp="1"/>
          </p:cNvSpPr>
          <p:nvPr/>
        </p:nvSpPr>
        <p:spPr>
          <a:xfrm>
            <a:off x="82868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Cryo_13893">
            <a:extLst>
              <a:ext uri="{FF2B5EF4-FFF2-40B4-BE49-F238E27FC236}">
                <a16:creationId xmlns:a16="http://schemas.microsoft.com/office/drawing/2014/main" id="{5924C8BB-5DB0-4739-B457-BCDA29666FED}"/>
              </a:ext>
            </a:extLst>
          </p:cNvPr>
          <p:cNvSpPr>
            <a:spLocks noGrp="1"/>
          </p:cNvSpPr>
          <p:nvPr/>
        </p:nvSpPr>
        <p:spPr>
          <a:xfrm>
            <a:off x="8183380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Cryo_13894">
            <a:extLst>
              <a:ext uri="{FF2B5EF4-FFF2-40B4-BE49-F238E27FC236}">
                <a16:creationId xmlns:a16="http://schemas.microsoft.com/office/drawing/2014/main" id="{4ECE7171-9272-4FE2-BC43-EC7F623B1348}"/>
              </a:ext>
            </a:extLst>
          </p:cNvPr>
          <p:cNvSpPr>
            <a:spLocks noGrp="1"/>
          </p:cNvSpPr>
          <p:nvPr/>
        </p:nvSpPr>
        <p:spPr>
          <a:xfrm>
            <a:off x="82578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Cryo_13895">
            <a:extLst>
              <a:ext uri="{FF2B5EF4-FFF2-40B4-BE49-F238E27FC236}">
                <a16:creationId xmlns:a16="http://schemas.microsoft.com/office/drawing/2014/main" id="{008504A6-C473-4D4A-8F20-BFF92D90E04D}"/>
              </a:ext>
            </a:extLst>
          </p:cNvPr>
          <p:cNvSpPr>
            <a:spLocks noGrp="1"/>
          </p:cNvSpPr>
          <p:nvPr/>
        </p:nvSpPr>
        <p:spPr>
          <a:xfrm>
            <a:off x="8210545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Cryo_13896">
            <a:extLst>
              <a:ext uri="{FF2B5EF4-FFF2-40B4-BE49-F238E27FC236}">
                <a16:creationId xmlns:a16="http://schemas.microsoft.com/office/drawing/2014/main" id="{E7CEEAC0-9504-45DE-83FD-194E1DCC0584}"/>
              </a:ext>
            </a:extLst>
          </p:cNvPr>
          <p:cNvSpPr>
            <a:spLocks noGrp="1"/>
          </p:cNvSpPr>
          <p:nvPr/>
        </p:nvSpPr>
        <p:spPr>
          <a:xfrm>
            <a:off x="829783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Cryo_13897">
            <a:extLst>
              <a:ext uri="{FF2B5EF4-FFF2-40B4-BE49-F238E27FC236}">
                <a16:creationId xmlns:a16="http://schemas.microsoft.com/office/drawing/2014/main" id="{C7C736AA-D88D-46E8-BFBE-9456D7E4333A}"/>
              </a:ext>
            </a:extLst>
          </p:cNvPr>
          <p:cNvSpPr>
            <a:spLocks noGrp="1"/>
          </p:cNvSpPr>
          <p:nvPr/>
        </p:nvSpPr>
        <p:spPr>
          <a:xfrm>
            <a:off x="8092856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Cryo_13898">
            <a:extLst>
              <a:ext uri="{FF2B5EF4-FFF2-40B4-BE49-F238E27FC236}">
                <a16:creationId xmlns:a16="http://schemas.microsoft.com/office/drawing/2014/main" id="{A7AB41ED-AFA5-46E6-94EC-C9E093B479F7}"/>
              </a:ext>
            </a:extLst>
          </p:cNvPr>
          <p:cNvSpPr>
            <a:spLocks noGrp="1"/>
          </p:cNvSpPr>
          <p:nvPr/>
        </p:nvSpPr>
        <p:spPr>
          <a:xfrm>
            <a:off x="823618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Cryo_13899">
            <a:extLst>
              <a:ext uri="{FF2B5EF4-FFF2-40B4-BE49-F238E27FC236}">
                <a16:creationId xmlns:a16="http://schemas.microsoft.com/office/drawing/2014/main" id="{D9D10006-916E-4959-B2AC-9B1024575382}"/>
              </a:ext>
            </a:extLst>
          </p:cNvPr>
          <p:cNvSpPr>
            <a:spLocks noGrp="1"/>
          </p:cNvSpPr>
          <p:nvPr/>
        </p:nvSpPr>
        <p:spPr>
          <a:xfrm>
            <a:off x="8279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Cryo_13900">
            <a:extLst>
              <a:ext uri="{FF2B5EF4-FFF2-40B4-BE49-F238E27FC236}">
                <a16:creationId xmlns:a16="http://schemas.microsoft.com/office/drawing/2014/main" id="{D3D714D3-25AA-4798-82FF-C4D2A649850B}"/>
              </a:ext>
            </a:extLst>
          </p:cNvPr>
          <p:cNvSpPr>
            <a:spLocks noGrp="1"/>
          </p:cNvSpPr>
          <p:nvPr/>
        </p:nvSpPr>
        <p:spPr>
          <a:xfrm>
            <a:off x="82823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Cryo_13901">
            <a:extLst>
              <a:ext uri="{FF2B5EF4-FFF2-40B4-BE49-F238E27FC236}">
                <a16:creationId xmlns:a16="http://schemas.microsoft.com/office/drawing/2014/main" id="{DE65391C-72E9-4FDA-A129-B9206275FF07}"/>
              </a:ext>
            </a:extLst>
          </p:cNvPr>
          <p:cNvSpPr>
            <a:spLocks noGrp="1"/>
          </p:cNvSpPr>
          <p:nvPr/>
        </p:nvSpPr>
        <p:spPr>
          <a:xfrm>
            <a:off x="827200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Cryo_13902">
            <a:extLst>
              <a:ext uri="{FF2B5EF4-FFF2-40B4-BE49-F238E27FC236}">
                <a16:creationId xmlns:a16="http://schemas.microsoft.com/office/drawing/2014/main" id="{BD4A5D70-95FF-4412-8668-F5F8C38F7FBF}"/>
              </a:ext>
            </a:extLst>
          </p:cNvPr>
          <p:cNvSpPr>
            <a:spLocks noGrp="1"/>
          </p:cNvSpPr>
          <p:nvPr/>
        </p:nvSpPr>
        <p:spPr>
          <a:xfrm>
            <a:off x="82373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Cryo_13903">
            <a:extLst>
              <a:ext uri="{FF2B5EF4-FFF2-40B4-BE49-F238E27FC236}">
                <a16:creationId xmlns:a16="http://schemas.microsoft.com/office/drawing/2014/main" id="{85B18294-12FD-4F83-8357-50A7D1E4D0AA}"/>
              </a:ext>
            </a:extLst>
          </p:cNvPr>
          <p:cNvSpPr>
            <a:spLocks noGrp="1"/>
          </p:cNvSpPr>
          <p:nvPr/>
        </p:nvSpPr>
        <p:spPr>
          <a:xfrm>
            <a:off x="8120825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Cryo_13904">
            <a:extLst>
              <a:ext uri="{FF2B5EF4-FFF2-40B4-BE49-F238E27FC236}">
                <a16:creationId xmlns:a16="http://schemas.microsoft.com/office/drawing/2014/main" id="{E2EDEA9F-EBB3-4456-94DC-68A394E7A951}"/>
              </a:ext>
            </a:extLst>
          </p:cNvPr>
          <p:cNvSpPr>
            <a:spLocks noGrp="1"/>
          </p:cNvSpPr>
          <p:nvPr/>
        </p:nvSpPr>
        <p:spPr>
          <a:xfrm>
            <a:off x="8260220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Cryo_13905">
            <a:extLst>
              <a:ext uri="{FF2B5EF4-FFF2-40B4-BE49-F238E27FC236}">
                <a16:creationId xmlns:a16="http://schemas.microsoft.com/office/drawing/2014/main" id="{26F079A5-E113-4ECC-9AFC-C1D6DFA629C5}"/>
              </a:ext>
            </a:extLst>
          </p:cNvPr>
          <p:cNvSpPr>
            <a:spLocks noGrp="1"/>
          </p:cNvSpPr>
          <p:nvPr/>
        </p:nvSpPr>
        <p:spPr>
          <a:xfrm>
            <a:off x="8154188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Cryo_13906">
            <a:extLst>
              <a:ext uri="{FF2B5EF4-FFF2-40B4-BE49-F238E27FC236}">
                <a16:creationId xmlns:a16="http://schemas.microsoft.com/office/drawing/2014/main" id="{2E2E64E5-E621-4587-B15E-02115E85E2A1}"/>
              </a:ext>
            </a:extLst>
          </p:cNvPr>
          <p:cNvSpPr>
            <a:spLocks noGrp="1"/>
          </p:cNvSpPr>
          <p:nvPr/>
        </p:nvSpPr>
        <p:spPr>
          <a:xfrm>
            <a:off x="808787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Cryo_13907">
            <a:extLst>
              <a:ext uri="{FF2B5EF4-FFF2-40B4-BE49-F238E27FC236}">
                <a16:creationId xmlns:a16="http://schemas.microsoft.com/office/drawing/2014/main" id="{8A210932-7C30-4AD9-AADD-331C91714E0D}"/>
              </a:ext>
            </a:extLst>
          </p:cNvPr>
          <p:cNvSpPr>
            <a:spLocks noGrp="1"/>
          </p:cNvSpPr>
          <p:nvPr/>
        </p:nvSpPr>
        <p:spPr>
          <a:xfrm>
            <a:off x="8094927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Cryo_13908">
            <a:extLst>
              <a:ext uri="{FF2B5EF4-FFF2-40B4-BE49-F238E27FC236}">
                <a16:creationId xmlns:a16="http://schemas.microsoft.com/office/drawing/2014/main" id="{67FAB9AC-AF88-4CDA-8DB5-5B4CAC2182F6}"/>
              </a:ext>
            </a:extLst>
          </p:cNvPr>
          <p:cNvSpPr>
            <a:spLocks noGrp="1"/>
          </p:cNvSpPr>
          <p:nvPr/>
        </p:nvSpPr>
        <p:spPr>
          <a:xfrm>
            <a:off x="8225644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Cryo_13909">
            <a:extLst>
              <a:ext uri="{FF2B5EF4-FFF2-40B4-BE49-F238E27FC236}">
                <a16:creationId xmlns:a16="http://schemas.microsoft.com/office/drawing/2014/main" id="{C5B9E7BC-9DDD-4DE0-8891-1A30FC934908}"/>
              </a:ext>
            </a:extLst>
          </p:cNvPr>
          <p:cNvSpPr>
            <a:spLocks noGrp="1"/>
          </p:cNvSpPr>
          <p:nvPr/>
        </p:nvSpPr>
        <p:spPr>
          <a:xfrm>
            <a:off x="8213146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Cryo_13910">
            <a:extLst>
              <a:ext uri="{FF2B5EF4-FFF2-40B4-BE49-F238E27FC236}">
                <a16:creationId xmlns:a16="http://schemas.microsoft.com/office/drawing/2014/main" id="{956A31DF-7BD2-4AA7-8C02-36824963294F}"/>
              </a:ext>
            </a:extLst>
          </p:cNvPr>
          <p:cNvSpPr>
            <a:spLocks noGrp="1"/>
          </p:cNvSpPr>
          <p:nvPr/>
        </p:nvSpPr>
        <p:spPr>
          <a:xfrm>
            <a:off x="810571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Cryo_13911">
            <a:extLst>
              <a:ext uri="{FF2B5EF4-FFF2-40B4-BE49-F238E27FC236}">
                <a16:creationId xmlns:a16="http://schemas.microsoft.com/office/drawing/2014/main" id="{9527B094-88EB-4A05-8E93-54EA552F7632}"/>
              </a:ext>
            </a:extLst>
          </p:cNvPr>
          <p:cNvSpPr>
            <a:spLocks noGrp="1"/>
          </p:cNvSpPr>
          <p:nvPr/>
        </p:nvSpPr>
        <p:spPr>
          <a:xfrm>
            <a:off x="8138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Cryo_13912">
            <a:extLst>
              <a:ext uri="{FF2B5EF4-FFF2-40B4-BE49-F238E27FC236}">
                <a16:creationId xmlns:a16="http://schemas.microsoft.com/office/drawing/2014/main" id="{FD81C9A1-E728-46A8-ADA2-5D5BA5BDD0FB}"/>
              </a:ext>
            </a:extLst>
          </p:cNvPr>
          <p:cNvSpPr>
            <a:spLocks noGrp="1"/>
          </p:cNvSpPr>
          <p:nvPr/>
        </p:nvSpPr>
        <p:spPr>
          <a:xfrm>
            <a:off x="8124212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Cryo_13913">
            <a:extLst>
              <a:ext uri="{FF2B5EF4-FFF2-40B4-BE49-F238E27FC236}">
                <a16:creationId xmlns:a16="http://schemas.microsoft.com/office/drawing/2014/main" id="{D303D2B4-2B09-4D50-BECB-9068ED55D8FB}"/>
              </a:ext>
            </a:extLst>
          </p:cNvPr>
          <p:cNvSpPr>
            <a:spLocks noGrp="1"/>
          </p:cNvSpPr>
          <p:nvPr/>
        </p:nvSpPr>
        <p:spPr>
          <a:xfrm>
            <a:off x="8253039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Cryo_13914">
            <a:extLst>
              <a:ext uri="{FF2B5EF4-FFF2-40B4-BE49-F238E27FC236}">
                <a16:creationId xmlns:a16="http://schemas.microsoft.com/office/drawing/2014/main" id="{195D1B0C-00DA-4D59-813D-198920CD4B1A}"/>
              </a:ext>
            </a:extLst>
          </p:cNvPr>
          <p:cNvSpPr>
            <a:spLocks noGrp="1"/>
          </p:cNvSpPr>
          <p:nvPr/>
        </p:nvSpPr>
        <p:spPr>
          <a:xfrm>
            <a:off x="81431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Cryo_13915">
            <a:extLst>
              <a:ext uri="{FF2B5EF4-FFF2-40B4-BE49-F238E27FC236}">
                <a16:creationId xmlns:a16="http://schemas.microsoft.com/office/drawing/2014/main" id="{705937C5-9FDC-4176-82F3-FBACA30C4166}"/>
              </a:ext>
            </a:extLst>
          </p:cNvPr>
          <p:cNvSpPr>
            <a:spLocks noGrp="1"/>
          </p:cNvSpPr>
          <p:nvPr/>
        </p:nvSpPr>
        <p:spPr>
          <a:xfrm>
            <a:off x="80805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Cryo_13916">
            <a:extLst>
              <a:ext uri="{FF2B5EF4-FFF2-40B4-BE49-F238E27FC236}">
                <a16:creationId xmlns:a16="http://schemas.microsoft.com/office/drawing/2014/main" id="{855F92EE-9A88-4900-BF59-6718E9C1AC33}"/>
              </a:ext>
            </a:extLst>
          </p:cNvPr>
          <p:cNvSpPr>
            <a:spLocks noGrp="1"/>
          </p:cNvSpPr>
          <p:nvPr/>
        </p:nvSpPr>
        <p:spPr>
          <a:xfrm>
            <a:off x="8115972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Cryo_13917">
            <a:extLst>
              <a:ext uri="{FF2B5EF4-FFF2-40B4-BE49-F238E27FC236}">
                <a16:creationId xmlns:a16="http://schemas.microsoft.com/office/drawing/2014/main" id="{3FCC91CD-5C00-4992-8B0F-DA76B0A7B115}"/>
              </a:ext>
            </a:extLst>
          </p:cNvPr>
          <p:cNvSpPr>
            <a:spLocks noGrp="1"/>
          </p:cNvSpPr>
          <p:nvPr/>
        </p:nvSpPr>
        <p:spPr>
          <a:xfrm>
            <a:off x="82048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Cryo_13918">
            <a:extLst>
              <a:ext uri="{FF2B5EF4-FFF2-40B4-BE49-F238E27FC236}">
                <a16:creationId xmlns:a16="http://schemas.microsoft.com/office/drawing/2014/main" id="{04780B25-9C8F-4F77-8222-781B42CD28F6}"/>
              </a:ext>
            </a:extLst>
          </p:cNvPr>
          <p:cNvSpPr>
            <a:spLocks noGrp="1"/>
          </p:cNvSpPr>
          <p:nvPr/>
        </p:nvSpPr>
        <p:spPr>
          <a:xfrm>
            <a:off x="8243569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Cryo_13919">
            <a:extLst>
              <a:ext uri="{FF2B5EF4-FFF2-40B4-BE49-F238E27FC236}">
                <a16:creationId xmlns:a16="http://schemas.microsoft.com/office/drawing/2014/main" id="{1073731A-2C9A-493A-BEAC-540A41C992CD}"/>
              </a:ext>
            </a:extLst>
          </p:cNvPr>
          <p:cNvSpPr>
            <a:spLocks noGrp="1"/>
          </p:cNvSpPr>
          <p:nvPr/>
        </p:nvSpPr>
        <p:spPr>
          <a:xfrm>
            <a:off x="82622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Cryo_13920">
            <a:extLst>
              <a:ext uri="{FF2B5EF4-FFF2-40B4-BE49-F238E27FC236}">
                <a16:creationId xmlns:a16="http://schemas.microsoft.com/office/drawing/2014/main" id="{5EC452FF-312A-42B6-886F-B6869CFC599F}"/>
              </a:ext>
            </a:extLst>
          </p:cNvPr>
          <p:cNvSpPr>
            <a:spLocks noGrp="1"/>
          </p:cNvSpPr>
          <p:nvPr/>
        </p:nvSpPr>
        <p:spPr>
          <a:xfrm>
            <a:off x="82043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Cryo_13921">
            <a:extLst>
              <a:ext uri="{FF2B5EF4-FFF2-40B4-BE49-F238E27FC236}">
                <a16:creationId xmlns:a16="http://schemas.microsoft.com/office/drawing/2014/main" id="{A69871BC-AE1D-4370-947F-C390936A9A1B}"/>
              </a:ext>
            </a:extLst>
          </p:cNvPr>
          <p:cNvSpPr>
            <a:spLocks noGrp="1"/>
          </p:cNvSpPr>
          <p:nvPr/>
        </p:nvSpPr>
        <p:spPr>
          <a:xfrm>
            <a:off x="807469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Cryo_13922">
            <a:extLst>
              <a:ext uri="{FF2B5EF4-FFF2-40B4-BE49-F238E27FC236}">
                <a16:creationId xmlns:a16="http://schemas.microsoft.com/office/drawing/2014/main" id="{34F3E9B3-08FD-4A11-B817-A7BFA1F44CBB}"/>
              </a:ext>
            </a:extLst>
          </p:cNvPr>
          <p:cNvSpPr>
            <a:spLocks noGrp="1"/>
          </p:cNvSpPr>
          <p:nvPr/>
        </p:nvSpPr>
        <p:spPr>
          <a:xfrm>
            <a:off x="82065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Cryo_13923">
            <a:extLst>
              <a:ext uri="{FF2B5EF4-FFF2-40B4-BE49-F238E27FC236}">
                <a16:creationId xmlns:a16="http://schemas.microsoft.com/office/drawing/2014/main" id="{46A4128F-3C12-48A5-A94E-8B89463D34A1}"/>
              </a:ext>
            </a:extLst>
          </p:cNvPr>
          <p:cNvSpPr>
            <a:spLocks noGrp="1"/>
          </p:cNvSpPr>
          <p:nvPr/>
        </p:nvSpPr>
        <p:spPr>
          <a:xfrm>
            <a:off x="81239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Cryo_13924">
            <a:extLst>
              <a:ext uri="{FF2B5EF4-FFF2-40B4-BE49-F238E27FC236}">
                <a16:creationId xmlns:a16="http://schemas.microsoft.com/office/drawing/2014/main" id="{69CAF520-55F9-4762-A604-4EB60B4A57C3}"/>
              </a:ext>
            </a:extLst>
          </p:cNvPr>
          <p:cNvSpPr>
            <a:spLocks noGrp="1"/>
          </p:cNvSpPr>
          <p:nvPr/>
        </p:nvSpPr>
        <p:spPr>
          <a:xfrm>
            <a:off x="825110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Cryo_13925">
            <a:extLst>
              <a:ext uri="{FF2B5EF4-FFF2-40B4-BE49-F238E27FC236}">
                <a16:creationId xmlns:a16="http://schemas.microsoft.com/office/drawing/2014/main" id="{DE1877AA-AA94-4FD8-AF43-DB5B52D62039}"/>
              </a:ext>
            </a:extLst>
          </p:cNvPr>
          <p:cNvSpPr>
            <a:spLocks noGrp="1"/>
          </p:cNvSpPr>
          <p:nvPr/>
        </p:nvSpPr>
        <p:spPr>
          <a:xfrm>
            <a:off x="8257221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Cryo_13926">
            <a:extLst>
              <a:ext uri="{FF2B5EF4-FFF2-40B4-BE49-F238E27FC236}">
                <a16:creationId xmlns:a16="http://schemas.microsoft.com/office/drawing/2014/main" id="{BEA4AE0A-ED17-4FCA-854C-25620268C8FF}"/>
              </a:ext>
            </a:extLst>
          </p:cNvPr>
          <p:cNvSpPr>
            <a:spLocks noGrp="1"/>
          </p:cNvSpPr>
          <p:nvPr/>
        </p:nvSpPr>
        <p:spPr>
          <a:xfrm>
            <a:off x="822409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Cryo_13927">
            <a:extLst>
              <a:ext uri="{FF2B5EF4-FFF2-40B4-BE49-F238E27FC236}">
                <a16:creationId xmlns:a16="http://schemas.microsoft.com/office/drawing/2014/main" id="{32C87BE8-89B5-4359-8BBC-9C26B064CBD8}"/>
              </a:ext>
            </a:extLst>
          </p:cNvPr>
          <p:cNvSpPr>
            <a:spLocks noGrp="1"/>
          </p:cNvSpPr>
          <p:nvPr/>
        </p:nvSpPr>
        <p:spPr>
          <a:xfrm>
            <a:off x="82711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Cryo_13928">
            <a:extLst>
              <a:ext uri="{FF2B5EF4-FFF2-40B4-BE49-F238E27FC236}">
                <a16:creationId xmlns:a16="http://schemas.microsoft.com/office/drawing/2014/main" id="{BA16A9AD-1AC9-47D0-8F2B-51E9D0B6D90C}"/>
              </a:ext>
            </a:extLst>
          </p:cNvPr>
          <p:cNvSpPr>
            <a:spLocks noGrp="1"/>
          </p:cNvSpPr>
          <p:nvPr/>
        </p:nvSpPr>
        <p:spPr>
          <a:xfrm>
            <a:off x="8177981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Cryo_13929">
            <a:extLst>
              <a:ext uri="{FF2B5EF4-FFF2-40B4-BE49-F238E27FC236}">
                <a16:creationId xmlns:a16="http://schemas.microsoft.com/office/drawing/2014/main" id="{3A6147F5-A6F8-4CF9-89AA-7AE5B0F8C465}"/>
              </a:ext>
            </a:extLst>
          </p:cNvPr>
          <p:cNvSpPr>
            <a:spLocks noGrp="1"/>
          </p:cNvSpPr>
          <p:nvPr/>
        </p:nvSpPr>
        <p:spPr>
          <a:xfrm>
            <a:off x="82144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Cryo_13930">
            <a:extLst>
              <a:ext uri="{FF2B5EF4-FFF2-40B4-BE49-F238E27FC236}">
                <a16:creationId xmlns:a16="http://schemas.microsoft.com/office/drawing/2014/main" id="{8BFF1A67-A184-49BE-A03C-58F5BDE58E62}"/>
              </a:ext>
            </a:extLst>
          </p:cNvPr>
          <p:cNvSpPr>
            <a:spLocks noGrp="1"/>
          </p:cNvSpPr>
          <p:nvPr/>
        </p:nvSpPr>
        <p:spPr>
          <a:xfrm>
            <a:off x="82686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Cryo_13931">
            <a:extLst>
              <a:ext uri="{FF2B5EF4-FFF2-40B4-BE49-F238E27FC236}">
                <a16:creationId xmlns:a16="http://schemas.microsoft.com/office/drawing/2014/main" id="{49B45553-DF8E-4E5E-96BF-CE85586B9C29}"/>
              </a:ext>
            </a:extLst>
          </p:cNvPr>
          <p:cNvSpPr>
            <a:spLocks noGrp="1"/>
          </p:cNvSpPr>
          <p:nvPr/>
        </p:nvSpPr>
        <p:spPr>
          <a:xfrm>
            <a:off x="8175343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Cryo_13932">
            <a:extLst>
              <a:ext uri="{FF2B5EF4-FFF2-40B4-BE49-F238E27FC236}">
                <a16:creationId xmlns:a16="http://schemas.microsoft.com/office/drawing/2014/main" id="{21E8D419-A8E8-41C5-B00F-A782F4E41681}"/>
              </a:ext>
            </a:extLst>
          </p:cNvPr>
          <p:cNvSpPr>
            <a:spLocks noGrp="1"/>
          </p:cNvSpPr>
          <p:nvPr/>
        </p:nvSpPr>
        <p:spPr>
          <a:xfrm>
            <a:off x="81810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Cryo_13933">
            <a:extLst>
              <a:ext uri="{FF2B5EF4-FFF2-40B4-BE49-F238E27FC236}">
                <a16:creationId xmlns:a16="http://schemas.microsoft.com/office/drawing/2014/main" id="{239E1F43-EDAA-4707-9799-5A04D679E564}"/>
              </a:ext>
            </a:extLst>
          </p:cNvPr>
          <p:cNvSpPr>
            <a:spLocks noGrp="1"/>
          </p:cNvSpPr>
          <p:nvPr/>
        </p:nvSpPr>
        <p:spPr>
          <a:xfrm>
            <a:off x="830466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Cryo_13934">
            <a:extLst>
              <a:ext uri="{FF2B5EF4-FFF2-40B4-BE49-F238E27FC236}">
                <a16:creationId xmlns:a16="http://schemas.microsoft.com/office/drawing/2014/main" id="{47D05511-C1E7-4153-9482-6FB584AC24A4}"/>
              </a:ext>
            </a:extLst>
          </p:cNvPr>
          <p:cNvSpPr>
            <a:spLocks noGrp="1"/>
          </p:cNvSpPr>
          <p:nvPr/>
        </p:nvSpPr>
        <p:spPr>
          <a:xfrm>
            <a:off x="8223466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Cryo_13935">
            <a:extLst>
              <a:ext uri="{FF2B5EF4-FFF2-40B4-BE49-F238E27FC236}">
                <a16:creationId xmlns:a16="http://schemas.microsoft.com/office/drawing/2014/main" id="{9FA98BBE-4802-43FE-A66F-94C6D2B4528C}"/>
              </a:ext>
            </a:extLst>
          </p:cNvPr>
          <p:cNvSpPr>
            <a:spLocks noGrp="1"/>
          </p:cNvSpPr>
          <p:nvPr/>
        </p:nvSpPr>
        <p:spPr>
          <a:xfrm>
            <a:off x="8084425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Cryo_13936">
            <a:extLst>
              <a:ext uri="{FF2B5EF4-FFF2-40B4-BE49-F238E27FC236}">
                <a16:creationId xmlns:a16="http://schemas.microsoft.com/office/drawing/2014/main" id="{1CAF900E-5D90-4F97-8AAA-4D67118C6BF8}"/>
              </a:ext>
            </a:extLst>
          </p:cNvPr>
          <p:cNvSpPr>
            <a:spLocks noGrp="1"/>
          </p:cNvSpPr>
          <p:nvPr/>
        </p:nvSpPr>
        <p:spPr>
          <a:xfrm>
            <a:off x="80832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Cryo_13937">
            <a:extLst>
              <a:ext uri="{FF2B5EF4-FFF2-40B4-BE49-F238E27FC236}">
                <a16:creationId xmlns:a16="http://schemas.microsoft.com/office/drawing/2014/main" id="{76302962-BBD2-49CD-A05E-7A08E3E2A192}"/>
              </a:ext>
            </a:extLst>
          </p:cNvPr>
          <p:cNvSpPr>
            <a:spLocks noGrp="1"/>
          </p:cNvSpPr>
          <p:nvPr/>
        </p:nvSpPr>
        <p:spPr>
          <a:xfrm>
            <a:off x="8075715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Cryo_13938">
            <a:extLst>
              <a:ext uri="{FF2B5EF4-FFF2-40B4-BE49-F238E27FC236}">
                <a16:creationId xmlns:a16="http://schemas.microsoft.com/office/drawing/2014/main" id="{8775E0BC-E083-4763-A81E-6ADDD501056D}"/>
              </a:ext>
            </a:extLst>
          </p:cNvPr>
          <p:cNvSpPr>
            <a:spLocks noGrp="1"/>
          </p:cNvSpPr>
          <p:nvPr/>
        </p:nvSpPr>
        <p:spPr>
          <a:xfrm>
            <a:off x="8104872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Cryo_13939">
            <a:extLst>
              <a:ext uri="{FF2B5EF4-FFF2-40B4-BE49-F238E27FC236}">
                <a16:creationId xmlns:a16="http://schemas.microsoft.com/office/drawing/2014/main" id="{AEED8B6D-6CD3-4000-9276-B1E1DC3953A0}"/>
              </a:ext>
            </a:extLst>
          </p:cNvPr>
          <p:cNvSpPr>
            <a:spLocks noGrp="1"/>
          </p:cNvSpPr>
          <p:nvPr/>
        </p:nvSpPr>
        <p:spPr>
          <a:xfrm>
            <a:off x="8205794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Cryo_13940">
            <a:extLst>
              <a:ext uri="{FF2B5EF4-FFF2-40B4-BE49-F238E27FC236}">
                <a16:creationId xmlns:a16="http://schemas.microsoft.com/office/drawing/2014/main" id="{6E2729C8-AE66-4EF1-A951-660256992D5A}"/>
              </a:ext>
            </a:extLst>
          </p:cNvPr>
          <p:cNvSpPr>
            <a:spLocks noGrp="1"/>
          </p:cNvSpPr>
          <p:nvPr/>
        </p:nvSpPr>
        <p:spPr>
          <a:xfrm>
            <a:off x="8273357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Cryo_13941">
            <a:extLst>
              <a:ext uri="{FF2B5EF4-FFF2-40B4-BE49-F238E27FC236}">
                <a16:creationId xmlns:a16="http://schemas.microsoft.com/office/drawing/2014/main" id="{E3E1A9C8-3FB1-41F8-B26A-62AC3509BD9E}"/>
              </a:ext>
            </a:extLst>
          </p:cNvPr>
          <p:cNvSpPr>
            <a:spLocks noGrp="1"/>
          </p:cNvSpPr>
          <p:nvPr/>
        </p:nvSpPr>
        <p:spPr>
          <a:xfrm>
            <a:off x="815453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Cryo_13942">
            <a:extLst>
              <a:ext uri="{FF2B5EF4-FFF2-40B4-BE49-F238E27FC236}">
                <a16:creationId xmlns:a16="http://schemas.microsoft.com/office/drawing/2014/main" id="{4D3FD531-A4F5-48F8-A17B-8420C52E421C}"/>
              </a:ext>
            </a:extLst>
          </p:cNvPr>
          <p:cNvSpPr>
            <a:spLocks noGrp="1"/>
          </p:cNvSpPr>
          <p:nvPr/>
        </p:nvSpPr>
        <p:spPr>
          <a:xfrm>
            <a:off x="829055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Cryo_13943">
            <a:extLst>
              <a:ext uri="{FF2B5EF4-FFF2-40B4-BE49-F238E27FC236}">
                <a16:creationId xmlns:a16="http://schemas.microsoft.com/office/drawing/2014/main" id="{ACB4FB04-E507-4CA8-B9BD-C6A69F12389C}"/>
              </a:ext>
            </a:extLst>
          </p:cNvPr>
          <p:cNvSpPr>
            <a:spLocks noGrp="1"/>
          </p:cNvSpPr>
          <p:nvPr/>
        </p:nvSpPr>
        <p:spPr>
          <a:xfrm>
            <a:off x="8232013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Cryo_13944">
            <a:extLst>
              <a:ext uri="{FF2B5EF4-FFF2-40B4-BE49-F238E27FC236}">
                <a16:creationId xmlns:a16="http://schemas.microsoft.com/office/drawing/2014/main" id="{52A3B2F2-42CE-4B13-91D9-6495D3A54F8C}"/>
              </a:ext>
            </a:extLst>
          </p:cNvPr>
          <p:cNvSpPr>
            <a:spLocks noGrp="1"/>
          </p:cNvSpPr>
          <p:nvPr/>
        </p:nvSpPr>
        <p:spPr>
          <a:xfrm>
            <a:off x="82067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Cryo_13945">
            <a:extLst>
              <a:ext uri="{FF2B5EF4-FFF2-40B4-BE49-F238E27FC236}">
                <a16:creationId xmlns:a16="http://schemas.microsoft.com/office/drawing/2014/main" id="{33554880-18BE-4A50-8D01-DD750D75240B}"/>
              </a:ext>
            </a:extLst>
          </p:cNvPr>
          <p:cNvSpPr>
            <a:spLocks noGrp="1"/>
          </p:cNvSpPr>
          <p:nvPr/>
        </p:nvSpPr>
        <p:spPr>
          <a:xfrm>
            <a:off x="82156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Cryo_13946">
            <a:extLst>
              <a:ext uri="{FF2B5EF4-FFF2-40B4-BE49-F238E27FC236}">
                <a16:creationId xmlns:a16="http://schemas.microsoft.com/office/drawing/2014/main" id="{C419B738-D275-4020-8711-0A11077690F8}"/>
              </a:ext>
            </a:extLst>
          </p:cNvPr>
          <p:cNvSpPr>
            <a:spLocks noGrp="1"/>
          </p:cNvSpPr>
          <p:nvPr/>
        </p:nvSpPr>
        <p:spPr>
          <a:xfrm>
            <a:off x="82982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Cryo_13947">
            <a:extLst>
              <a:ext uri="{FF2B5EF4-FFF2-40B4-BE49-F238E27FC236}">
                <a16:creationId xmlns:a16="http://schemas.microsoft.com/office/drawing/2014/main" id="{D5FBF90D-D12F-4F98-9F41-87A8B67D8285}"/>
              </a:ext>
            </a:extLst>
          </p:cNvPr>
          <p:cNvSpPr>
            <a:spLocks noGrp="1"/>
          </p:cNvSpPr>
          <p:nvPr/>
        </p:nvSpPr>
        <p:spPr>
          <a:xfrm>
            <a:off x="81437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Cryo_13948">
            <a:extLst>
              <a:ext uri="{FF2B5EF4-FFF2-40B4-BE49-F238E27FC236}">
                <a16:creationId xmlns:a16="http://schemas.microsoft.com/office/drawing/2014/main" id="{B88F356C-7DF5-4C66-A575-80E35C90BAA5}"/>
              </a:ext>
            </a:extLst>
          </p:cNvPr>
          <p:cNvSpPr>
            <a:spLocks noGrp="1"/>
          </p:cNvSpPr>
          <p:nvPr/>
        </p:nvSpPr>
        <p:spPr>
          <a:xfrm>
            <a:off x="82325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Cryo_13949">
            <a:extLst>
              <a:ext uri="{FF2B5EF4-FFF2-40B4-BE49-F238E27FC236}">
                <a16:creationId xmlns:a16="http://schemas.microsoft.com/office/drawing/2014/main" id="{56A691F8-89D2-4803-BD96-DD3E50E80CA1}"/>
              </a:ext>
            </a:extLst>
          </p:cNvPr>
          <p:cNvSpPr>
            <a:spLocks noGrp="1"/>
          </p:cNvSpPr>
          <p:nvPr/>
        </p:nvSpPr>
        <p:spPr>
          <a:xfrm>
            <a:off x="82055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Cryo_13950">
            <a:extLst>
              <a:ext uri="{FF2B5EF4-FFF2-40B4-BE49-F238E27FC236}">
                <a16:creationId xmlns:a16="http://schemas.microsoft.com/office/drawing/2014/main" id="{0E0F169A-F7FE-4069-B493-9FAAEBF94D0C}"/>
              </a:ext>
            </a:extLst>
          </p:cNvPr>
          <p:cNvSpPr>
            <a:spLocks noGrp="1"/>
          </p:cNvSpPr>
          <p:nvPr/>
        </p:nvSpPr>
        <p:spPr>
          <a:xfrm>
            <a:off x="8148431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Cryo_13951">
            <a:extLst>
              <a:ext uri="{FF2B5EF4-FFF2-40B4-BE49-F238E27FC236}">
                <a16:creationId xmlns:a16="http://schemas.microsoft.com/office/drawing/2014/main" id="{409306B3-152C-4B98-A5C1-E115697F0966}"/>
              </a:ext>
            </a:extLst>
          </p:cNvPr>
          <p:cNvSpPr>
            <a:spLocks noGrp="1"/>
          </p:cNvSpPr>
          <p:nvPr/>
        </p:nvSpPr>
        <p:spPr>
          <a:xfrm>
            <a:off x="8143223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Cryo_13952">
            <a:extLst>
              <a:ext uri="{FF2B5EF4-FFF2-40B4-BE49-F238E27FC236}">
                <a16:creationId xmlns:a16="http://schemas.microsoft.com/office/drawing/2014/main" id="{66CD904E-74F4-4AD8-B625-95BA43DDA631}"/>
              </a:ext>
            </a:extLst>
          </p:cNvPr>
          <p:cNvSpPr>
            <a:spLocks noGrp="1"/>
          </p:cNvSpPr>
          <p:nvPr/>
        </p:nvSpPr>
        <p:spPr>
          <a:xfrm>
            <a:off x="81570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Cryo_13953">
            <a:extLst>
              <a:ext uri="{FF2B5EF4-FFF2-40B4-BE49-F238E27FC236}">
                <a16:creationId xmlns:a16="http://schemas.microsoft.com/office/drawing/2014/main" id="{6CE2925B-8108-4C63-8071-90754AF4C978}"/>
              </a:ext>
            </a:extLst>
          </p:cNvPr>
          <p:cNvSpPr>
            <a:spLocks noGrp="1"/>
          </p:cNvSpPr>
          <p:nvPr/>
        </p:nvSpPr>
        <p:spPr>
          <a:xfrm>
            <a:off x="8274272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Cryo_13954">
            <a:extLst>
              <a:ext uri="{FF2B5EF4-FFF2-40B4-BE49-F238E27FC236}">
                <a16:creationId xmlns:a16="http://schemas.microsoft.com/office/drawing/2014/main" id="{0138D142-0551-4873-AAC6-E4460B11AA3A}"/>
              </a:ext>
            </a:extLst>
          </p:cNvPr>
          <p:cNvSpPr>
            <a:spLocks noGrp="1"/>
          </p:cNvSpPr>
          <p:nvPr/>
        </p:nvSpPr>
        <p:spPr>
          <a:xfrm>
            <a:off x="8268190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Cryo_13955">
            <a:extLst>
              <a:ext uri="{FF2B5EF4-FFF2-40B4-BE49-F238E27FC236}">
                <a16:creationId xmlns:a16="http://schemas.microsoft.com/office/drawing/2014/main" id="{8AEC26D5-2318-4916-B4EB-48AAD0436699}"/>
              </a:ext>
            </a:extLst>
          </p:cNvPr>
          <p:cNvSpPr>
            <a:spLocks noGrp="1"/>
          </p:cNvSpPr>
          <p:nvPr/>
        </p:nvSpPr>
        <p:spPr>
          <a:xfrm>
            <a:off x="807936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Cryo_13956">
            <a:extLst>
              <a:ext uri="{FF2B5EF4-FFF2-40B4-BE49-F238E27FC236}">
                <a16:creationId xmlns:a16="http://schemas.microsoft.com/office/drawing/2014/main" id="{76131683-213D-42E0-B61A-54AFB15DCC2A}"/>
              </a:ext>
            </a:extLst>
          </p:cNvPr>
          <p:cNvSpPr>
            <a:spLocks noGrp="1"/>
          </p:cNvSpPr>
          <p:nvPr/>
        </p:nvSpPr>
        <p:spPr>
          <a:xfrm>
            <a:off x="808709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Cryo_13957">
            <a:extLst>
              <a:ext uri="{FF2B5EF4-FFF2-40B4-BE49-F238E27FC236}">
                <a16:creationId xmlns:a16="http://schemas.microsoft.com/office/drawing/2014/main" id="{DAAC9B7D-DC50-436B-9888-50A600D3AE11}"/>
              </a:ext>
            </a:extLst>
          </p:cNvPr>
          <p:cNvSpPr>
            <a:spLocks noGrp="1"/>
          </p:cNvSpPr>
          <p:nvPr/>
        </p:nvSpPr>
        <p:spPr>
          <a:xfrm>
            <a:off x="824622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Cryo_13958">
            <a:extLst>
              <a:ext uri="{FF2B5EF4-FFF2-40B4-BE49-F238E27FC236}">
                <a16:creationId xmlns:a16="http://schemas.microsoft.com/office/drawing/2014/main" id="{2DEA71E1-9AA3-461D-81CD-A2909EED85F1}"/>
              </a:ext>
            </a:extLst>
          </p:cNvPr>
          <p:cNvSpPr>
            <a:spLocks noGrp="1"/>
          </p:cNvSpPr>
          <p:nvPr/>
        </p:nvSpPr>
        <p:spPr>
          <a:xfrm>
            <a:off x="824654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Cryo_13959">
            <a:extLst>
              <a:ext uri="{FF2B5EF4-FFF2-40B4-BE49-F238E27FC236}">
                <a16:creationId xmlns:a16="http://schemas.microsoft.com/office/drawing/2014/main" id="{2E0ABBC0-D2AA-4967-ABC5-D82FD5890373}"/>
              </a:ext>
            </a:extLst>
          </p:cNvPr>
          <p:cNvSpPr>
            <a:spLocks noGrp="1"/>
          </p:cNvSpPr>
          <p:nvPr/>
        </p:nvSpPr>
        <p:spPr>
          <a:xfrm>
            <a:off x="83030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Cryo_13960">
            <a:extLst>
              <a:ext uri="{FF2B5EF4-FFF2-40B4-BE49-F238E27FC236}">
                <a16:creationId xmlns:a16="http://schemas.microsoft.com/office/drawing/2014/main" id="{35AB807A-1792-4C4D-8251-064A1A723A6A}"/>
              </a:ext>
            </a:extLst>
          </p:cNvPr>
          <p:cNvSpPr>
            <a:spLocks noGrp="1"/>
          </p:cNvSpPr>
          <p:nvPr/>
        </p:nvSpPr>
        <p:spPr>
          <a:xfrm>
            <a:off x="8172591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Cryo_13961">
            <a:extLst>
              <a:ext uri="{FF2B5EF4-FFF2-40B4-BE49-F238E27FC236}">
                <a16:creationId xmlns:a16="http://schemas.microsoft.com/office/drawing/2014/main" id="{EBE7B126-6990-4BC3-9071-93A0CCF0F0E8}"/>
              </a:ext>
            </a:extLst>
          </p:cNvPr>
          <p:cNvSpPr>
            <a:spLocks noGrp="1"/>
          </p:cNvSpPr>
          <p:nvPr/>
        </p:nvSpPr>
        <p:spPr>
          <a:xfrm>
            <a:off x="80699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Cryo_13962">
            <a:extLst>
              <a:ext uri="{FF2B5EF4-FFF2-40B4-BE49-F238E27FC236}">
                <a16:creationId xmlns:a16="http://schemas.microsoft.com/office/drawing/2014/main" id="{6E9B7D89-6049-4ADB-88AE-83230F52E75C}"/>
              </a:ext>
            </a:extLst>
          </p:cNvPr>
          <p:cNvSpPr>
            <a:spLocks noGrp="1"/>
          </p:cNvSpPr>
          <p:nvPr/>
        </p:nvSpPr>
        <p:spPr>
          <a:xfrm>
            <a:off x="820317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Cryo_13963">
            <a:extLst>
              <a:ext uri="{FF2B5EF4-FFF2-40B4-BE49-F238E27FC236}">
                <a16:creationId xmlns:a16="http://schemas.microsoft.com/office/drawing/2014/main" id="{A8F392F8-7FC7-48E9-AFB8-F2D5FBD02C9A}"/>
              </a:ext>
            </a:extLst>
          </p:cNvPr>
          <p:cNvSpPr>
            <a:spLocks noGrp="1"/>
          </p:cNvSpPr>
          <p:nvPr/>
        </p:nvSpPr>
        <p:spPr>
          <a:xfrm>
            <a:off x="80894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Cryo_13964">
            <a:extLst>
              <a:ext uri="{FF2B5EF4-FFF2-40B4-BE49-F238E27FC236}">
                <a16:creationId xmlns:a16="http://schemas.microsoft.com/office/drawing/2014/main" id="{D0F8ED89-A41A-4A84-8380-B397AE6626CB}"/>
              </a:ext>
            </a:extLst>
          </p:cNvPr>
          <p:cNvSpPr>
            <a:spLocks noGrp="1"/>
          </p:cNvSpPr>
          <p:nvPr/>
        </p:nvSpPr>
        <p:spPr>
          <a:xfrm>
            <a:off x="8083310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Cryo_13965">
            <a:extLst>
              <a:ext uri="{FF2B5EF4-FFF2-40B4-BE49-F238E27FC236}">
                <a16:creationId xmlns:a16="http://schemas.microsoft.com/office/drawing/2014/main" id="{C7F09EBE-C40B-4D68-99E0-375DFAB7B10E}"/>
              </a:ext>
            </a:extLst>
          </p:cNvPr>
          <p:cNvSpPr>
            <a:spLocks noGrp="1"/>
          </p:cNvSpPr>
          <p:nvPr/>
        </p:nvSpPr>
        <p:spPr>
          <a:xfrm>
            <a:off x="80879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Cryo_13966">
            <a:extLst>
              <a:ext uri="{FF2B5EF4-FFF2-40B4-BE49-F238E27FC236}">
                <a16:creationId xmlns:a16="http://schemas.microsoft.com/office/drawing/2014/main" id="{A3941ECF-B647-4095-90BC-30627DC9B90A}"/>
              </a:ext>
            </a:extLst>
          </p:cNvPr>
          <p:cNvSpPr>
            <a:spLocks noGrp="1"/>
          </p:cNvSpPr>
          <p:nvPr/>
        </p:nvSpPr>
        <p:spPr>
          <a:xfrm>
            <a:off x="823904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Cryo_13967">
            <a:extLst>
              <a:ext uri="{FF2B5EF4-FFF2-40B4-BE49-F238E27FC236}">
                <a16:creationId xmlns:a16="http://schemas.microsoft.com/office/drawing/2014/main" id="{8202BF8E-AAF2-4765-B192-404003E8B9DC}"/>
              </a:ext>
            </a:extLst>
          </p:cNvPr>
          <p:cNvSpPr>
            <a:spLocks noGrp="1"/>
          </p:cNvSpPr>
          <p:nvPr/>
        </p:nvSpPr>
        <p:spPr>
          <a:xfrm>
            <a:off x="8245443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Cryo_13968">
            <a:extLst>
              <a:ext uri="{FF2B5EF4-FFF2-40B4-BE49-F238E27FC236}">
                <a16:creationId xmlns:a16="http://schemas.microsoft.com/office/drawing/2014/main" id="{7F689D1A-C9EC-4234-8199-0D8E114DCAA7}"/>
              </a:ext>
            </a:extLst>
          </p:cNvPr>
          <p:cNvSpPr>
            <a:spLocks noGrp="1"/>
          </p:cNvSpPr>
          <p:nvPr/>
        </p:nvSpPr>
        <p:spPr>
          <a:xfrm>
            <a:off x="80925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Cryo_13969">
            <a:extLst>
              <a:ext uri="{FF2B5EF4-FFF2-40B4-BE49-F238E27FC236}">
                <a16:creationId xmlns:a16="http://schemas.microsoft.com/office/drawing/2014/main" id="{B675E74D-2482-4C94-B729-CA6EDF42C286}"/>
              </a:ext>
            </a:extLst>
          </p:cNvPr>
          <p:cNvSpPr>
            <a:spLocks noGrp="1"/>
          </p:cNvSpPr>
          <p:nvPr/>
        </p:nvSpPr>
        <p:spPr>
          <a:xfrm>
            <a:off x="8266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Cryo_13970">
            <a:extLst>
              <a:ext uri="{FF2B5EF4-FFF2-40B4-BE49-F238E27FC236}">
                <a16:creationId xmlns:a16="http://schemas.microsoft.com/office/drawing/2014/main" id="{5172B1BE-7DC0-4BC3-AD27-04D57D1FEA2B}"/>
              </a:ext>
            </a:extLst>
          </p:cNvPr>
          <p:cNvSpPr>
            <a:spLocks noGrp="1"/>
          </p:cNvSpPr>
          <p:nvPr/>
        </p:nvSpPr>
        <p:spPr>
          <a:xfrm>
            <a:off x="8153483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Cryo_13971">
            <a:extLst>
              <a:ext uri="{FF2B5EF4-FFF2-40B4-BE49-F238E27FC236}">
                <a16:creationId xmlns:a16="http://schemas.microsoft.com/office/drawing/2014/main" id="{61B93015-E98A-4A11-8977-C3DA4BDA6CAE}"/>
              </a:ext>
            </a:extLst>
          </p:cNvPr>
          <p:cNvSpPr>
            <a:spLocks noGrp="1"/>
          </p:cNvSpPr>
          <p:nvPr/>
        </p:nvSpPr>
        <p:spPr>
          <a:xfrm>
            <a:off x="807550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Cryo_13972">
            <a:extLst>
              <a:ext uri="{FF2B5EF4-FFF2-40B4-BE49-F238E27FC236}">
                <a16:creationId xmlns:a16="http://schemas.microsoft.com/office/drawing/2014/main" id="{7081200C-365C-4018-AE73-F247619E2998}"/>
              </a:ext>
            </a:extLst>
          </p:cNvPr>
          <p:cNvSpPr>
            <a:spLocks noGrp="1"/>
          </p:cNvSpPr>
          <p:nvPr/>
        </p:nvSpPr>
        <p:spPr>
          <a:xfrm>
            <a:off x="81469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Cryo_13973">
            <a:extLst>
              <a:ext uri="{FF2B5EF4-FFF2-40B4-BE49-F238E27FC236}">
                <a16:creationId xmlns:a16="http://schemas.microsoft.com/office/drawing/2014/main" id="{50582B55-D580-4132-ACAE-E34172D77FCC}"/>
              </a:ext>
            </a:extLst>
          </p:cNvPr>
          <p:cNvSpPr>
            <a:spLocks noGrp="1"/>
          </p:cNvSpPr>
          <p:nvPr/>
        </p:nvSpPr>
        <p:spPr>
          <a:xfrm>
            <a:off x="821700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Cryo_13974">
            <a:extLst>
              <a:ext uri="{FF2B5EF4-FFF2-40B4-BE49-F238E27FC236}">
                <a16:creationId xmlns:a16="http://schemas.microsoft.com/office/drawing/2014/main" id="{52914A53-98E8-457A-8E4A-3E3C00BEA26A}"/>
              </a:ext>
            </a:extLst>
          </p:cNvPr>
          <p:cNvSpPr>
            <a:spLocks noGrp="1"/>
          </p:cNvSpPr>
          <p:nvPr/>
        </p:nvSpPr>
        <p:spPr>
          <a:xfrm>
            <a:off x="8111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Cryo_13975">
            <a:extLst>
              <a:ext uri="{FF2B5EF4-FFF2-40B4-BE49-F238E27FC236}">
                <a16:creationId xmlns:a16="http://schemas.microsoft.com/office/drawing/2014/main" id="{6145BD30-3F01-451F-B04C-D95291069DFE}"/>
              </a:ext>
            </a:extLst>
          </p:cNvPr>
          <p:cNvSpPr>
            <a:spLocks noGrp="1"/>
          </p:cNvSpPr>
          <p:nvPr/>
        </p:nvSpPr>
        <p:spPr>
          <a:xfrm>
            <a:off x="82320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Cryo_13976">
            <a:extLst>
              <a:ext uri="{FF2B5EF4-FFF2-40B4-BE49-F238E27FC236}">
                <a16:creationId xmlns:a16="http://schemas.microsoft.com/office/drawing/2014/main" id="{C74830CA-1C4B-4BF3-8EA0-CDAB41D0C1ED}"/>
              </a:ext>
            </a:extLst>
          </p:cNvPr>
          <p:cNvSpPr>
            <a:spLocks noGrp="1"/>
          </p:cNvSpPr>
          <p:nvPr/>
        </p:nvSpPr>
        <p:spPr>
          <a:xfrm>
            <a:off x="8110407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Cryo_13977">
            <a:extLst>
              <a:ext uri="{FF2B5EF4-FFF2-40B4-BE49-F238E27FC236}">
                <a16:creationId xmlns:a16="http://schemas.microsoft.com/office/drawing/2014/main" id="{B3D06EFF-9E2C-4993-80CF-F320E7E0492F}"/>
              </a:ext>
            </a:extLst>
          </p:cNvPr>
          <p:cNvSpPr>
            <a:spLocks noGrp="1"/>
          </p:cNvSpPr>
          <p:nvPr/>
        </p:nvSpPr>
        <p:spPr>
          <a:xfrm>
            <a:off x="82752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Cryo_13978">
            <a:extLst>
              <a:ext uri="{FF2B5EF4-FFF2-40B4-BE49-F238E27FC236}">
                <a16:creationId xmlns:a16="http://schemas.microsoft.com/office/drawing/2014/main" id="{5315E091-157A-4B35-9200-DA9B89157FFE}"/>
              </a:ext>
            </a:extLst>
          </p:cNvPr>
          <p:cNvSpPr>
            <a:spLocks noGrp="1"/>
          </p:cNvSpPr>
          <p:nvPr/>
        </p:nvSpPr>
        <p:spPr>
          <a:xfrm>
            <a:off x="8198384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Cryo_13979">
            <a:extLst>
              <a:ext uri="{FF2B5EF4-FFF2-40B4-BE49-F238E27FC236}">
                <a16:creationId xmlns:a16="http://schemas.microsoft.com/office/drawing/2014/main" id="{AFC2C614-0367-4193-8BE7-A097E178A910}"/>
              </a:ext>
            </a:extLst>
          </p:cNvPr>
          <p:cNvSpPr>
            <a:spLocks noGrp="1"/>
          </p:cNvSpPr>
          <p:nvPr/>
        </p:nvSpPr>
        <p:spPr>
          <a:xfrm>
            <a:off x="81693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Cryo_13980">
            <a:extLst>
              <a:ext uri="{FF2B5EF4-FFF2-40B4-BE49-F238E27FC236}">
                <a16:creationId xmlns:a16="http://schemas.microsoft.com/office/drawing/2014/main" id="{86CBDD3E-B731-4027-B1CD-391BCFCFAD2A}"/>
              </a:ext>
            </a:extLst>
          </p:cNvPr>
          <p:cNvSpPr>
            <a:spLocks noGrp="1"/>
          </p:cNvSpPr>
          <p:nvPr/>
        </p:nvSpPr>
        <p:spPr>
          <a:xfrm>
            <a:off x="829807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Cryo_13981">
            <a:extLst>
              <a:ext uri="{FF2B5EF4-FFF2-40B4-BE49-F238E27FC236}">
                <a16:creationId xmlns:a16="http://schemas.microsoft.com/office/drawing/2014/main" id="{FA46F4DB-1472-4989-8DA2-640647E24946}"/>
              </a:ext>
            </a:extLst>
          </p:cNvPr>
          <p:cNvSpPr>
            <a:spLocks noGrp="1"/>
          </p:cNvSpPr>
          <p:nvPr/>
        </p:nvSpPr>
        <p:spPr>
          <a:xfrm>
            <a:off x="80845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Cryo_13982">
            <a:extLst>
              <a:ext uri="{FF2B5EF4-FFF2-40B4-BE49-F238E27FC236}">
                <a16:creationId xmlns:a16="http://schemas.microsoft.com/office/drawing/2014/main" id="{2AFAE51B-3B01-4471-916A-1FB44B572816}"/>
              </a:ext>
            </a:extLst>
          </p:cNvPr>
          <p:cNvSpPr>
            <a:spLocks noGrp="1"/>
          </p:cNvSpPr>
          <p:nvPr/>
        </p:nvSpPr>
        <p:spPr>
          <a:xfrm>
            <a:off x="820728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Cryo_13983">
            <a:extLst>
              <a:ext uri="{FF2B5EF4-FFF2-40B4-BE49-F238E27FC236}">
                <a16:creationId xmlns:a16="http://schemas.microsoft.com/office/drawing/2014/main" id="{5032FC81-C54C-4495-8AD3-6B212970409E}"/>
              </a:ext>
            </a:extLst>
          </p:cNvPr>
          <p:cNvSpPr>
            <a:spLocks noGrp="1"/>
          </p:cNvSpPr>
          <p:nvPr/>
        </p:nvSpPr>
        <p:spPr>
          <a:xfrm>
            <a:off x="8216377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Cryo_13984">
            <a:extLst>
              <a:ext uri="{FF2B5EF4-FFF2-40B4-BE49-F238E27FC236}">
                <a16:creationId xmlns:a16="http://schemas.microsoft.com/office/drawing/2014/main" id="{1B63D242-EF44-4583-87B3-2E3960AD035D}"/>
              </a:ext>
            </a:extLst>
          </p:cNvPr>
          <p:cNvSpPr>
            <a:spLocks noGrp="1"/>
          </p:cNvSpPr>
          <p:nvPr/>
        </p:nvSpPr>
        <p:spPr>
          <a:xfrm>
            <a:off x="8147499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Cryo_13985">
            <a:extLst>
              <a:ext uri="{FF2B5EF4-FFF2-40B4-BE49-F238E27FC236}">
                <a16:creationId xmlns:a16="http://schemas.microsoft.com/office/drawing/2014/main" id="{E75788DB-ADAF-4277-A1B3-490B8F28BD6C}"/>
              </a:ext>
            </a:extLst>
          </p:cNvPr>
          <p:cNvSpPr>
            <a:spLocks noGrp="1"/>
          </p:cNvSpPr>
          <p:nvPr/>
        </p:nvSpPr>
        <p:spPr>
          <a:xfrm>
            <a:off x="8291495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Cryo_13986">
            <a:extLst>
              <a:ext uri="{FF2B5EF4-FFF2-40B4-BE49-F238E27FC236}">
                <a16:creationId xmlns:a16="http://schemas.microsoft.com/office/drawing/2014/main" id="{F5FD1520-BC42-4F71-BC0C-112807349EB5}"/>
              </a:ext>
            </a:extLst>
          </p:cNvPr>
          <p:cNvSpPr>
            <a:spLocks noGrp="1"/>
          </p:cNvSpPr>
          <p:nvPr/>
        </p:nvSpPr>
        <p:spPr>
          <a:xfrm>
            <a:off x="821244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Cryo_13987">
            <a:extLst>
              <a:ext uri="{FF2B5EF4-FFF2-40B4-BE49-F238E27FC236}">
                <a16:creationId xmlns:a16="http://schemas.microsoft.com/office/drawing/2014/main" id="{015D315A-DA2F-4412-8F85-39A4AE0CC2F4}"/>
              </a:ext>
            </a:extLst>
          </p:cNvPr>
          <p:cNvSpPr>
            <a:spLocks noGrp="1"/>
          </p:cNvSpPr>
          <p:nvPr/>
        </p:nvSpPr>
        <p:spPr>
          <a:xfrm>
            <a:off x="80688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Cryo_13988">
            <a:extLst>
              <a:ext uri="{FF2B5EF4-FFF2-40B4-BE49-F238E27FC236}">
                <a16:creationId xmlns:a16="http://schemas.microsoft.com/office/drawing/2014/main" id="{6DDD72F1-E265-48FB-BD5A-29FDA0AEDC4D}"/>
              </a:ext>
            </a:extLst>
          </p:cNvPr>
          <p:cNvSpPr>
            <a:spLocks noGrp="1"/>
          </p:cNvSpPr>
          <p:nvPr/>
        </p:nvSpPr>
        <p:spPr>
          <a:xfrm>
            <a:off x="811440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Cryo_13989">
            <a:extLst>
              <a:ext uri="{FF2B5EF4-FFF2-40B4-BE49-F238E27FC236}">
                <a16:creationId xmlns:a16="http://schemas.microsoft.com/office/drawing/2014/main" id="{2C1E4C88-9CCE-4D21-8C9E-7EB60402AB0E}"/>
              </a:ext>
            </a:extLst>
          </p:cNvPr>
          <p:cNvSpPr>
            <a:spLocks noGrp="1"/>
          </p:cNvSpPr>
          <p:nvPr/>
        </p:nvSpPr>
        <p:spPr>
          <a:xfrm>
            <a:off x="8288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Cryo_13990">
            <a:extLst>
              <a:ext uri="{FF2B5EF4-FFF2-40B4-BE49-F238E27FC236}">
                <a16:creationId xmlns:a16="http://schemas.microsoft.com/office/drawing/2014/main" id="{C9067D24-6936-44B4-BB68-F7F7226AD38B}"/>
              </a:ext>
            </a:extLst>
          </p:cNvPr>
          <p:cNvSpPr>
            <a:spLocks noGrp="1"/>
          </p:cNvSpPr>
          <p:nvPr/>
        </p:nvSpPr>
        <p:spPr>
          <a:xfrm>
            <a:off x="827976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Cryo_13991">
            <a:extLst>
              <a:ext uri="{FF2B5EF4-FFF2-40B4-BE49-F238E27FC236}">
                <a16:creationId xmlns:a16="http://schemas.microsoft.com/office/drawing/2014/main" id="{03E7882C-4AF6-4C3C-B4E7-5E29596CAFCB}"/>
              </a:ext>
            </a:extLst>
          </p:cNvPr>
          <p:cNvSpPr>
            <a:spLocks noGrp="1"/>
          </p:cNvSpPr>
          <p:nvPr/>
        </p:nvSpPr>
        <p:spPr>
          <a:xfrm>
            <a:off x="80772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Cryo_13992">
            <a:extLst>
              <a:ext uri="{FF2B5EF4-FFF2-40B4-BE49-F238E27FC236}">
                <a16:creationId xmlns:a16="http://schemas.microsoft.com/office/drawing/2014/main" id="{67293AA1-CE8D-41D6-B8CA-7BCD056CF4BE}"/>
              </a:ext>
            </a:extLst>
          </p:cNvPr>
          <p:cNvSpPr>
            <a:spLocks noGrp="1"/>
          </p:cNvSpPr>
          <p:nvPr/>
        </p:nvSpPr>
        <p:spPr>
          <a:xfrm>
            <a:off x="8132443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Cryo_13993">
            <a:extLst>
              <a:ext uri="{FF2B5EF4-FFF2-40B4-BE49-F238E27FC236}">
                <a16:creationId xmlns:a16="http://schemas.microsoft.com/office/drawing/2014/main" id="{2A6C0AB3-4A27-487E-9688-36EFAF32307D}"/>
              </a:ext>
            </a:extLst>
          </p:cNvPr>
          <p:cNvSpPr>
            <a:spLocks noGrp="1"/>
          </p:cNvSpPr>
          <p:nvPr/>
        </p:nvSpPr>
        <p:spPr>
          <a:xfrm>
            <a:off x="822548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Cryo_13994">
            <a:extLst>
              <a:ext uri="{FF2B5EF4-FFF2-40B4-BE49-F238E27FC236}">
                <a16:creationId xmlns:a16="http://schemas.microsoft.com/office/drawing/2014/main" id="{F90E70F6-195A-4631-97E1-F3C10BC0CAF2}"/>
              </a:ext>
            </a:extLst>
          </p:cNvPr>
          <p:cNvSpPr>
            <a:spLocks noGrp="1"/>
          </p:cNvSpPr>
          <p:nvPr/>
        </p:nvSpPr>
        <p:spPr>
          <a:xfrm>
            <a:off x="82588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Cryo_13995">
            <a:extLst>
              <a:ext uri="{FF2B5EF4-FFF2-40B4-BE49-F238E27FC236}">
                <a16:creationId xmlns:a16="http://schemas.microsoft.com/office/drawing/2014/main" id="{17ED85EF-5166-4049-B228-4DE91A3A7B55}"/>
              </a:ext>
            </a:extLst>
          </p:cNvPr>
          <p:cNvSpPr>
            <a:spLocks noGrp="1"/>
          </p:cNvSpPr>
          <p:nvPr/>
        </p:nvSpPr>
        <p:spPr>
          <a:xfrm>
            <a:off x="82439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Cryo_13996">
            <a:extLst>
              <a:ext uri="{FF2B5EF4-FFF2-40B4-BE49-F238E27FC236}">
                <a16:creationId xmlns:a16="http://schemas.microsoft.com/office/drawing/2014/main" id="{E73CAAC0-BB92-4CD2-8C81-C9D40E147C97}"/>
              </a:ext>
            </a:extLst>
          </p:cNvPr>
          <p:cNvSpPr>
            <a:spLocks noGrp="1"/>
          </p:cNvSpPr>
          <p:nvPr/>
        </p:nvSpPr>
        <p:spPr>
          <a:xfrm>
            <a:off x="8161859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Cryo_13997">
            <a:extLst>
              <a:ext uri="{FF2B5EF4-FFF2-40B4-BE49-F238E27FC236}">
                <a16:creationId xmlns:a16="http://schemas.microsoft.com/office/drawing/2014/main" id="{1F4C87A4-A2FE-49EC-A0BB-D74C53DDDE21}"/>
              </a:ext>
            </a:extLst>
          </p:cNvPr>
          <p:cNvSpPr>
            <a:spLocks noGrp="1"/>
          </p:cNvSpPr>
          <p:nvPr/>
        </p:nvSpPr>
        <p:spPr>
          <a:xfrm>
            <a:off x="8144861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Cryo_13998">
            <a:extLst>
              <a:ext uri="{FF2B5EF4-FFF2-40B4-BE49-F238E27FC236}">
                <a16:creationId xmlns:a16="http://schemas.microsoft.com/office/drawing/2014/main" id="{A5C6D0ED-70B0-41EF-9430-CAFD1C00206F}"/>
              </a:ext>
            </a:extLst>
          </p:cNvPr>
          <p:cNvSpPr>
            <a:spLocks noGrp="1"/>
          </p:cNvSpPr>
          <p:nvPr/>
        </p:nvSpPr>
        <p:spPr>
          <a:xfrm>
            <a:off x="821348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Cryo_13999">
            <a:extLst>
              <a:ext uri="{FF2B5EF4-FFF2-40B4-BE49-F238E27FC236}">
                <a16:creationId xmlns:a16="http://schemas.microsoft.com/office/drawing/2014/main" id="{A50ADFB4-29C7-4ACF-A5C8-291854CBDE93}"/>
              </a:ext>
            </a:extLst>
          </p:cNvPr>
          <p:cNvSpPr>
            <a:spLocks noGrp="1"/>
          </p:cNvSpPr>
          <p:nvPr/>
        </p:nvSpPr>
        <p:spPr>
          <a:xfrm>
            <a:off x="81366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Cryo_14000">
            <a:extLst>
              <a:ext uri="{FF2B5EF4-FFF2-40B4-BE49-F238E27FC236}">
                <a16:creationId xmlns:a16="http://schemas.microsoft.com/office/drawing/2014/main" id="{492EBC18-3E49-4F44-A4CA-8B75929AA23F}"/>
              </a:ext>
            </a:extLst>
          </p:cNvPr>
          <p:cNvSpPr>
            <a:spLocks noGrp="1"/>
          </p:cNvSpPr>
          <p:nvPr/>
        </p:nvSpPr>
        <p:spPr>
          <a:xfrm>
            <a:off x="81458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Cryo_14001">
            <a:extLst>
              <a:ext uri="{FF2B5EF4-FFF2-40B4-BE49-F238E27FC236}">
                <a16:creationId xmlns:a16="http://schemas.microsoft.com/office/drawing/2014/main" id="{79386848-87F3-4A46-9477-5534C232C994}"/>
              </a:ext>
            </a:extLst>
          </p:cNvPr>
          <p:cNvSpPr>
            <a:spLocks noGrp="1"/>
          </p:cNvSpPr>
          <p:nvPr/>
        </p:nvSpPr>
        <p:spPr>
          <a:xfrm>
            <a:off x="8112526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Cryo_14002">
            <a:extLst>
              <a:ext uri="{FF2B5EF4-FFF2-40B4-BE49-F238E27FC236}">
                <a16:creationId xmlns:a16="http://schemas.microsoft.com/office/drawing/2014/main" id="{BFB13DAE-75D7-452A-BA66-FDC2A7BE6C2F}"/>
              </a:ext>
            </a:extLst>
          </p:cNvPr>
          <p:cNvSpPr>
            <a:spLocks noGrp="1"/>
          </p:cNvSpPr>
          <p:nvPr/>
        </p:nvSpPr>
        <p:spPr>
          <a:xfrm>
            <a:off x="8282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Cryo_14003">
            <a:extLst>
              <a:ext uri="{FF2B5EF4-FFF2-40B4-BE49-F238E27FC236}">
                <a16:creationId xmlns:a16="http://schemas.microsoft.com/office/drawing/2014/main" id="{0EFA8471-69B1-418F-A783-EB994120C884}"/>
              </a:ext>
            </a:extLst>
          </p:cNvPr>
          <p:cNvSpPr>
            <a:spLocks noGrp="1"/>
          </p:cNvSpPr>
          <p:nvPr/>
        </p:nvSpPr>
        <p:spPr>
          <a:xfrm>
            <a:off x="824808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Cryo_14004">
            <a:extLst>
              <a:ext uri="{FF2B5EF4-FFF2-40B4-BE49-F238E27FC236}">
                <a16:creationId xmlns:a16="http://schemas.microsoft.com/office/drawing/2014/main" id="{2998B262-CB73-41CB-892C-3775F0CA4F11}"/>
              </a:ext>
            </a:extLst>
          </p:cNvPr>
          <p:cNvSpPr>
            <a:spLocks noGrp="1"/>
          </p:cNvSpPr>
          <p:nvPr/>
        </p:nvSpPr>
        <p:spPr>
          <a:xfrm>
            <a:off x="819100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Cryo_14005">
            <a:extLst>
              <a:ext uri="{FF2B5EF4-FFF2-40B4-BE49-F238E27FC236}">
                <a16:creationId xmlns:a16="http://schemas.microsoft.com/office/drawing/2014/main" id="{E3DF42CA-A51D-407C-B032-CFA9E95B5CD3}"/>
              </a:ext>
            </a:extLst>
          </p:cNvPr>
          <p:cNvSpPr>
            <a:spLocks noGrp="1"/>
          </p:cNvSpPr>
          <p:nvPr/>
        </p:nvSpPr>
        <p:spPr>
          <a:xfrm>
            <a:off x="82166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Cryo_14006">
            <a:extLst>
              <a:ext uri="{FF2B5EF4-FFF2-40B4-BE49-F238E27FC236}">
                <a16:creationId xmlns:a16="http://schemas.microsoft.com/office/drawing/2014/main" id="{3FAFE27A-7F21-4D82-A030-8A71E6777B82}"/>
              </a:ext>
            </a:extLst>
          </p:cNvPr>
          <p:cNvSpPr>
            <a:spLocks noGrp="1"/>
          </p:cNvSpPr>
          <p:nvPr/>
        </p:nvSpPr>
        <p:spPr>
          <a:xfrm>
            <a:off x="829473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Cryo_14007">
            <a:extLst>
              <a:ext uri="{FF2B5EF4-FFF2-40B4-BE49-F238E27FC236}">
                <a16:creationId xmlns:a16="http://schemas.microsoft.com/office/drawing/2014/main" id="{E57602E5-9EEE-454B-B47D-EAA22B26DED4}"/>
              </a:ext>
            </a:extLst>
          </p:cNvPr>
          <p:cNvSpPr>
            <a:spLocks noGrp="1"/>
          </p:cNvSpPr>
          <p:nvPr/>
        </p:nvSpPr>
        <p:spPr>
          <a:xfrm>
            <a:off x="82080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Cryo_14008">
            <a:extLst>
              <a:ext uri="{FF2B5EF4-FFF2-40B4-BE49-F238E27FC236}">
                <a16:creationId xmlns:a16="http://schemas.microsoft.com/office/drawing/2014/main" id="{71637057-8F6A-45FB-AF31-7452AF4BB9DD}"/>
              </a:ext>
            </a:extLst>
          </p:cNvPr>
          <p:cNvSpPr>
            <a:spLocks noGrp="1"/>
          </p:cNvSpPr>
          <p:nvPr/>
        </p:nvSpPr>
        <p:spPr>
          <a:xfrm>
            <a:off x="8174169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Cryo_14009">
            <a:extLst>
              <a:ext uri="{FF2B5EF4-FFF2-40B4-BE49-F238E27FC236}">
                <a16:creationId xmlns:a16="http://schemas.microsoft.com/office/drawing/2014/main" id="{F304771B-A1B7-4809-896B-A0CC62582696}"/>
              </a:ext>
            </a:extLst>
          </p:cNvPr>
          <p:cNvSpPr>
            <a:spLocks noGrp="1"/>
          </p:cNvSpPr>
          <p:nvPr/>
        </p:nvSpPr>
        <p:spPr>
          <a:xfrm>
            <a:off x="81677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Cryo_14010">
            <a:extLst>
              <a:ext uri="{FF2B5EF4-FFF2-40B4-BE49-F238E27FC236}">
                <a16:creationId xmlns:a16="http://schemas.microsoft.com/office/drawing/2014/main" id="{E72AE3B7-F6CE-4329-B82B-CB098EBFB1E8}"/>
              </a:ext>
            </a:extLst>
          </p:cNvPr>
          <p:cNvSpPr>
            <a:spLocks noGrp="1"/>
          </p:cNvSpPr>
          <p:nvPr/>
        </p:nvSpPr>
        <p:spPr>
          <a:xfrm>
            <a:off x="80947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Cryo_14011">
            <a:extLst>
              <a:ext uri="{FF2B5EF4-FFF2-40B4-BE49-F238E27FC236}">
                <a16:creationId xmlns:a16="http://schemas.microsoft.com/office/drawing/2014/main" id="{09C4EB5B-4C15-461E-A9EC-78B3BD555F30}"/>
              </a:ext>
            </a:extLst>
          </p:cNvPr>
          <p:cNvSpPr>
            <a:spLocks noGrp="1"/>
          </p:cNvSpPr>
          <p:nvPr/>
        </p:nvSpPr>
        <p:spPr>
          <a:xfrm>
            <a:off x="8293172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Cryo_14012">
            <a:extLst>
              <a:ext uri="{FF2B5EF4-FFF2-40B4-BE49-F238E27FC236}">
                <a16:creationId xmlns:a16="http://schemas.microsoft.com/office/drawing/2014/main" id="{4E0698B7-CEC3-4795-B0C9-B4F3C5F719B3}"/>
              </a:ext>
            </a:extLst>
          </p:cNvPr>
          <p:cNvSpPr>
            <a:spLocks noGrp="1"/>
          </p:cNvSpPr>
          <p:nvPr/>
        </p:nvSpPr>
        <p:spPr>
          <a:xfrm>
            <a:off x="8183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Cryo_14013">
            <a:extLst>
              <a:ext uri="{FF2B5EF4-FFF2-40B4-BE49-F238E27FC236}">
                <a16:creationId xmlns:a16="http://schemas.microsoft.com/office/drawing/2014/main" id="{53FB6979-A4EB-4147-BC57-52D90749B130}"/>
              </a:ext>
            </a:extLst>
          </p:cNvPr>
          <p:cNvSpPr>
            <a:spLocks noGrp="1"/>
          </p:cNvSpPr>
          <p:nvPr/>
        </p:nvSpPr>
        <p:spPr>
          <a:xfrm>
            <a:off x="81834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Cryo_14014">
            <a:extLst>
              <a:ext uri="{FF2B5EF4-FFF2-40B4-BE49-F238E27FC236}">
                <a16:creationId xmlns:a16="http://schemas.microsoft.com/office/drawing/2014/main" id="{59889673-A259-4EFD-BF06-85139C2FABDB}"/>
              </a:ext>
            </a:extLst>
          </p:cNvPr>
          <p:cNvSpPr>
            <a:spLocks noGrp="1"/>
          </p:cNvSpPr>
          <p:nvPr/>
        </p:nvSpPr>
        <p:spPr>
          <a:xfrm>
            <a:off x="812704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Cryo_14015">
            <a:extLst>
              <a:ext uri="{FF2B5EF4-FFF2-40B4-BE49-F238E27FC236}">
                <a16:creationId xmlns:a16="http://schemas.microsoft.com/office/drawing/2014/main" id="{52C3AFB8-AA10-4615-8818-127CC8FB73A8}"/>
              </a:ext>
            </a:extLst>
          </p:cNvPr>
          <p:cNvSpPr>
            <a:spLocks noGrp="1"/>
          </p:cNvSpPr>
          <p:nvPr/>
        </p:nvSpPr>
        <p:spPr>
          <a:xfrm>
            <a:off x="82764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Cryo_14016">
            <a:extLst>
              <a:ext uri="{FF2B5EF4-FFF2-40B4-BE49-F238E27FC236}">
                <a16:creationId xmlns:a16="http://schemas.microsoft.com/office/drawing/2014/main" id="{E19F4065-BFE1-4022-9D50-7B00F1304BEC}"/>
              </a:ext>
            </a:extLst>
          </p:cNvPr>
          <p:cNvSpPr>
            <a:spLocks noGrp="1"/>
          </p:cNvSpPr>
          <p:nvPr/>
        </p:nvSpPr>
        <p:spPr>
          <a:xfrm>
            <a:off x="807329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Cryo_14017">
            <a:extLst>
              <a:ext uri="{FF2B5EF4-FFF2-40B4-BE49-F238E27FC236}">
                <a16:creationId xmlns:a16="http://schemas.microsoft.com/office/drawing/2014/main" id="{0B02625D-6977-491E-A803-45DDA1E56D15}"/>
              </a:ext>
            </a:extLst>
          </p:cNvPr>
          <p:cNvSpPr>
            <a:spLocks noGrp="1"/>
          </p:cNvSpPr>
          <p:nvPr/>
        </p:nvSpPr>
        <p:spPr>
          <a:xfrm>
            <a:off x="82207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Cryo_14018">
            <a:extLst>
              <a:ext uri="{FF2B5EF4-FFF2-40B4-BE49-F238E27FC236}">
                <a16:creationId xmlns:a16="http://schemas.microsoft.com/office/drawing/2014/main" id="{08DA3B8B-24A6-4D48-91C7-3EA141AF9732}"/>
              </a:ext>
            </a:extLst>
          </p:cNvPr>
          <p:cNvSpPr>
            <a:spLocks noGrp="1"/>
          </p:cNvSpPr>
          <p:nvPr/>
        </p:nvSpPr>
        <p:spPr>
          <a:xfrm>
            <a:off x="82167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Cryo_14019">
            <a:extLst>
              <a:ext uri="{FF2B5EF4-FFF2-40B4-BE49-F238E27FC236}">
                <a16:creationId xmlns:a16="http://schemas.microsoft.com/office/drawing/2014/main" id="{E76754DA-BDDA-4713-BFD9-F42A18A26394}"/>
              </a:ext>
            </a:extLst>
          </p:cNvPr>
          <p:cNvSpPr>
            <a:spLocks noGrp="1"/>
          </p:cNvSpPr>
          <p:nvPr/>
        </p:nvSpPr>
        <p:spPr>
          <a:xfrm>
            <a:off x="82581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Cryo_14020">
            <a:extLst>
              <a:ext uri="{FF2B5EF4-FFF2-40B4-BE49-F238E27FC236}">
                <a16:creationId xmlns:a16="http://schemas.microsoft.com/office/drawing/2014/main" id="{6FB499D6-4763-4C63-8AB6-4B4051586EFE}"/>
              </a:ext>
            </a:extLst>
          </p:cNvPr>
          <p:cNvSpPr>
            <a:spLocks noGrp="1"/>
          </p:cNvSpPr>
          <p:nvPr/>
        </p:nvSpPr>
        <p:spPr>
          <a:xfrm>
            <a:off x="816702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Cryo_14021">
            <a:extLst>
              <a:ext uri="{FF2B5EF4-FFF2-40B4-BE49-F238E27FC236}">
                <a16:creationId xmlns:a16="http://schemas.microsoft.com/office/drawing/2014/main" id="{3028E6B4-4A22-4727-9793-3EBB059F8229}"/>
              </a:ext>
            </a:extLst>
          </p:cNvPr>
          <p:cNvSpPr>
            <a:spLocks noGrp="1"/>
          </p:cNvSpPr>
          <p:nvPr/>
        </p:nvSpPr>
        <p:spPr>
          <a:xfrm>
            <a:off x="827997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Cryo_14022">
            <a:extLst>
              <a:ext uri="{FF2B5EF4-FFF2-40B4-BE49-F238E27FC236}">
                <a16:creationId xmlns:a16="http://schemas.microsoft.com/office/drawing/2014/main" id="{D46689C9-0B81-42DC-97E2-7671310F96B5}"/>
              </a:ext>
            </a:extLst>
          </p:cNvPr>
          <p:cNvSpPr>
            <a:spLocks noGrp="1"/>
          </p:cNvSpPr>
          <p:nvPr/>
        </p:nvSpPr>
        <p:spPr>
          <a:xfrm>
            <a:off x="816884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Cryo_14023">
            <a:extLst>
              <a:ext uri="{FF2B5EF4-FFF2-40B4-BE49-F238E27FC236}">
                <a16:creationId xmlns:a16="http://schemas.microsoft.com/office/drawing/2014/main" id="{5E65E9EA-CA7F-4C23-8B36-DB55FEA069AC}"/>
              </a:ext>
            </a:extLst>
          </p:cNvPr>
          <p:cNvSpPr>
            <a:spLocks noGrp="1"/>
          </p:cNvSpPr>
          <p:nvPr/>
        </p:nvSpPr>
        <p:spPr>
          <a:xfrm>
            <a:off x="811380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Cryo_14024">
            <a:extLst>
              <a:ext uri="{FF2B5EF4-FFF2-40B4-BE49-F238E27FC236}">
                <a16:creationId xmlns:a16="http://schemas.microsoft.com/office/drawing/2014/main" id="{2B36B3D1-1749-4776-BB0A-FD78977F69F4}"/>
              </a:ext>
            </a:extLst>
          </p:cNvPr>
          <p:cNvSpPr>
            <a:spLocks noGrp="1"/>
          </p:cNvSpPr>
          <p:nvPr/>
        </p:nvSpPr>
        <p:spPr>
          <a:xfrm>
            <a:off x="813297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Cryo_14025">
            <a:extLst>
              <a:ext uri="{FF2B5EF4-FFF2-40B4-BE49-F238E27FC236}">
                <a16:creationId xmlns:a16="http://schemas.microsoft.com/office/drawing/2014/main" id="{2BD0D5FF-1069-4F5A-AA2B-5F9ED043CFBE}"/>
              </a:ext>
            </a:extLst>
          </p:cNvPr>
          <p:cNvSpPr>
            <a:spLocks noGrp="1"/>
          </p:cNvSpPr>
          <p:nvPr/>
        </p:nvSpPr>
        <p:spPr>
          <a:xfrm>
            <a:off x="828889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Cryo_14026">
            <a:extLst>
              <a:ext uri="{FF2B5EF4-FFF2-40B4-BE49-F238E27FC236}">
                <a16:creationId xmlns:a16="http://schemas.microsoft.com/office/drawing/2014/main" id="{10EC8DF2-AB99-45C9-BA84-2D6ACC1B319E}"/>
              </a:ext>
            </a:extLst>
          </p:cNvPr>
          <p:cNvSpPr>
            <a:spLocks noGrp="1"/>
          </p:cNvSpPr>
          <p:nvPr/>
        </p:nvSpPr>
        <p:spPr>
          <a:xfrm>
            <a:off x="826142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Cryo_14027">
            <a:extLst>
              <a:ext uri="{FF2B5EF4-FFF2-40B4-BE49-F238E27FC236}">
                <a16:creationId xmlns:a16="http://schemas.microsoft.com/office/drawing/2014/main" id="{CFAA273A-6C23-40BE-A75A-51BDDAD213E4}"/>
              </a:ext>
            </a:extLst>
          </p:cNvPr>
          <p:cNvSpPr>
            <a:spLocks noGrp="1"/>
          </p:cNvSpPr>
          <p:nvPr/>
        </p:nvSpPr>
        <p:spPr>
          <a:xfrm>
            <a:off x="8200077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Cryo_14028">
            <a:extLst>
              <a:ext uri="{FF2B5EF4-FFF2-40B4-BE49-F238E27FC236}">
                <a16:creationId xmlns:a16="http://schemas.microsoft.com/office/drawing/2014/main" id="{6D998313-5D3C-48D4-AA17-04DB5E0A44B6}"/>
              </a:ext>
            </a:extLst>
          </p:cNvPr>
          <p:cNvSpPr>
            <a:spLocks noGrp="1"/>
          </p:cNvSpPr>
          <p:nvPr/>
        </p:nvSpPr>
        <p:spPr>
          <a:xfrm>
            <a:off x="810634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Cryo_14029">
            <a:extLst>
              <a:ext uri="{FF2B5EF4-FFF2-40B4-BE49-F238E27FC236}">
                <a16:creationId xmlns:a16="http://schemas.microsoft.com/office/drawing/2014/main" id="{BFD3D7E5-4377-4751-9406-CFBB01A30D9D}"/>
              </a:ext>
            </a:extLst>
          </p:cNvPr>
          <p:cNvSpPr>
            <a:spLocks noGrp="1"/>
          </p:cNvSpPr>
          <p:nvPr/>
        </p:nvSpPr>
        <p:spPr>
          <a:xfrm>
            <a:off x="8263402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Cryo_14030">
            <a:extLst>
              <a:ext uri="{FF2B5EF4-FFF2-40B4-BE49-F238E27FC236}">
                <a16:creationId xmlns:a16="http://schemas.microsoft.com/office/drawing/2014/main" id="{55D382DD-A61C-4CFD-A979-EA340AA97028}"/>
              </a:ext>
            </a:extLst>
          </p:cNvPr>
          <p:cNvSpPr>
            <a:spLocks noGrp="1"/>
          </p:cNvSpPr>
          <p:nvPr/>
        </p:nvSpPr>
        <p:spPr>
          <a:xfrm>
            <a:off x="827691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Cryo_14031">
            <a:extLst>
              <a:ext uri="{FF2B5EF4-FFF2-40B4-BE49-F238E27FC236}">
                <a16:creationId xmlns:a16="http://schemas.microsoft.com/office/drawing/2014/main" id="{F81D798F-D6BA-46D8-B804-933D8BEE2DEB}"/>
              </a:ext>
            </a:extLst>
          </p:cNvPr>
          <p:cNvSpPr>
            <a:spLocks noGrp="1"/>
          </p:cNvSpPr>
          <p:nvPr/>
        </p:nvSpPr>
        <p:spPr>
          <a:xfrm>
            <a:off x="8135172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Cryo_14032">
            <a:extLst>
              <a:ext uri="{FF2B5EF4-FFF2-40B4-BE49-F238E27FC236}">
                <a16:creationId xmlns:a16="http://schemas.microsoft.com/office/drawing/2014/main" id="{DC2864C7-5774-461D-95B3-CA7AFAE02B29}"/>
              </a:ext>
            </a:extLst>
          </p:cNvPr>
          <p:cNvSpPr>
            <a:spLocks noGrp="1"/>
          </p:cNvSpPr>
          <p:nvPr/>
        </p:nvSpPr>
        <p:spPr>
          <a:xfrm>
            <a:off x="82825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Cryo_14033">
            <a:extLst>
              <a:ext uri="{FF2B5EF4-FFF2-40B4-BE49-F238E27FC236}">
                <a16:creationId xmlns:a16="http://schemas.microsoft.com/office/drawing/2014/main" id="{56A80BD0-3090-4A43-AD18-9F10FB8F7C98}"/>
              </a:ext>
            </a:extLst>
          </p:cNvPr>
          <p:cNvSpPr>
            <a:spLocks noGrp="1"/>
          </p:cNvSpPr>
          <p:nvPr/>
        </p:nvSpPr>
        <p:spPr>
          <a:xfrm>
            <a:off x="8255004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Cryo_14034">
            <a:extLst>
              <a:ext uri="{FF2B5EF4-FFF2-40B4-BE49-F238E27FC236}">
                <a16:creationId xmlns:a16="http://schemas.microsoft.com/office/drawing/2014/main" id="{5FDFC3FB-7053-40E8-A547-3FD160C3744B}"/>
              </a:ext>
            </a:extLst>
          </p:cNvPr>
          <p:cNvSpPr>
            <a:spLocks noGrp="1"/>
          </p:cNvSpPr>
          <p:nvPr/>
        </p:nvSpPr>
        <p:spPr>
          <a:xfrm>
            <a:off x="818051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Cryo_14035">
            <a:extLst>
              <a:ext uri="{FF2B5EF4-FFF2-40B4-BE49-F238E27FC236}">
                <a16:creationId xmlns:a16="http://schemas.microsoft.com/office/drawing/2014/main" id="{6768F750-C9F2-47FE-8F92-D2A533F22083}"/>
              </a:ext>
            </a:extLst>
          </p:cNvPr>
          <p:cNvSpPr>
            <a:spLocks noGrp="1"/>
          </p:cNvSpPr>
          <p:nvPr/>
        </p:nvSpPr>
        <p:spPr>
          <a:xfrm>
            <a:off x="830863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Cryo_14036">
            <a:extLst>
              <a:ext uri="{FF2B5EF4-FFF2-40B4-BE49-F238E27FC236}">
                <a16:creationId xmlns:a16="http://schemas.microsoft.com/office/drawing/2014/main" id="{ABD13E5E-01B3-46EE-86A7-9BDF8C38A66A}"/>
              </a:ext>
            </a:extLst>
          </p:cNvPr>
          <p:cNvSpPr>
            <a:spLocks noGrp="1"/>
          </p:cNvSpPr>
          <p:nvPr/>
        </p:nvSpPr>
        <p:spPr>
          <a:xfrm>
            <a:off x="8296544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Cryo_14037">
            <a:extLst>
              <a:ext uri="{FF2B5EF4-FFF2-40B4-BE49-F238E27FC236}">
                <a16:creationId xmlns:a16="http://schemas.microsoft.com/office/drawing/2014/main" id="{E5C14F3C-F339-4A08-8634-A0C11DFAA31C}"/>
              </a:ext>
            </a:extLst>
          </p:cNvPr>
          <p:cNvSpPr>
            <a:spLocks noGrp="1"/>
          </p:cNvSpPr>
          <p:nvPr/>
        </p:nvSpPr>
        <p:spPr>
          <a:xfrm>
            <a:off x="812391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Cryo_14038">
            <a:extLst>
              <a:ext uri="{FF2B5EF4-FFF2-40B4-BE49-F238E27FC236}">
                <a16:creationId xmlns:a16="http://schemas.microsoft.com/office/drawing/2014/main" id="{E103C4B2-8FA4-4061-BE7B-3FCF65DC5F16}"/>
              </a:ext>
            </a:extLst>
          </p:cNvPr>
          <p:cNvSpPr>
            <a:spLocks noGrp="1"/>
          </p:cNvSpPr>
          <p:nvPr/>
        </p:nvSpPr>
        <p:spPr>
          <a:xfrm>
            <a:off x="831567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Cryo_14039">
            <a:extLst>
              <a:ext uri="{FF2B5EF4-FFF2-40B4-BE49-F238E27FC236}">
                <a16:creationId xmlns:a16="http://schemas.microsoft.com/office/drawing/2014/main" id="{89C62005-AA9D-43C0-941B-07F9A67AA923}"/>
              </a:ext>
            </a:extLst>
          </p:cNvPr>
          <p:cNvSpPr>
            <a:spLocks noGrp="1"/>
          </p:cNvSpPr>
          <p:nvPr/>
        </p:nvSpPr>
        <p:spPr>
          <a:xfrm>
            <a:off x="806541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Cryo_14040">
            <a:extLst>
              <a:ext uri="{FF2B5EF4-FFF2-40B4-BE49-F238E27FC236}">
                <a16:creationId xmlns:a16="http://schemas.microsoft.com/office/drawing/2014/main" id="{3539DF11-9CFF-4A1A-ACC8-E1428322A3C6}"/>
              </a:ext>
            </a:extLst>
          </p:cNvPr>
          <p:cNvSpPr>
            <a:spLocks noGrp="1"/>
          </p:cNvSpPr>
          <p:nvPr/>
        </p:nvSpPr>
        <p:spPr>
          <a:xfrm>
            <a:off x="8122629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Cryo_14041">
            <a:extLst>
              <a:ext uri="{FF2B5EF4-FFF2-40B4-BE49-F238E27FC236}">
                <a16:creationId xmlns:a16="http://schemas.microsoft.com/office/drawing/2014/main" id="{29ADFCE1-7CC7-4192-961E-B51C1C7117EB}"/>
              </a:ext>
            </a:extLst>
          </p:cNvPr>
          <p:cNvSpPr>
            <a:spLocks noGrp="1"/>
          </p:cNvSpPr>
          <p:nvPr/>
        </p:nvSpPr>
        <p:spPr>
          <a:xfrm>
            <a:off x="827991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Cryo_14042">
            <a:extLst>
              <a:ext uri="{FF2B5EF4-FFF2-40B4-BE49-F238E27FC236}">
                <a16:creationId xmlns:a16="http://schemas.microsoft.com/office/drawing/2014/main" id="{5B08A24B-EE04-4704-9139-9EBFE2A4218A}"/>
              </a:ext>
            </a:extLst>
          </p:cNvPr>
          <p:cNvSpPr>
            <a:spLocks noGrp="1"/>
          </p:cNvSpPr>
          <p:nvPr/>
        </p:nvSpPr>
        <p:spPr>
          <a:xfrm>
            <a:off x="8291400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Cryo_14043">
            <a:extLst>
              <a:ext uri="{FF2B5EF4-FFF2-40B4-BE49-F238E27FC236}">
                <a16:creationId xmlns:a16="http://schemas.microsoft.com/office/drawing/2014/main" id="{BCD6A117-3A5A-4BC4-86C2-5DD7CE375387}"/>
              </a:ext>
            </a:extLst>
          </p:cNvPr>
          <p:cNvSpPr>
            <a:spLocks noGrp="1"/>
          </p:cNvSpPr>
          <p:nvPr/>
        </p:nvSpPr>
        <p:spPr>
          <a:xfrm>
            <a:off x="8137741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Cryo_14044">
            <a:extLst>
              <a:ext uri="{FF2B5EF4-FFF2-40B4-BE49-F238E27FC236}">
                <a16:creationId xmlns:a16="http://schemas.microsoft.com/office/drawing/2014/main" id="{95BA9DCD-E06D-425F-80EB-592D971B56D9}"/>
              </a:ext>
            </a:extLst>
          </p:cNvPr>
          <p:cNvSpPr>
            <a:spLocks noGrp="1"/>
          </p:cNvSpPr>
          <p:nvPr/>
        </p:nvSpPr>
        <p:spPr>
          <a:xfrm>
            <a:off x="824871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Cryo_14045">
            <a:extLst>
              <a:ext uri="{FF2B5EF4-FFF2-40B4-BE49-F238E27FC236}">
                <a16:creationId xmlns:a16="http://schemas.microsoft.com/office/drawing/2014/main" id="{FE29E39E-3601-4976-BB40-F94C0455593D}"/>
              </a:ext>
            </a:extLst>
          </p:cNvPr>
          <p:cNvSpPr>
            <a:spLocks noGrp="1"/>
          </p:cNvSpPr>
          <p:nvPr/>
        </p:nvSpPr>
        <p:spPr>
          <a:xfrm>
            <a:off x="8195035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Cryo_14046">
            <a:extLst>
              <a:ext uri="{FF2B5EF4-FFF2-40B4-BE49-F238E27FC236}">
                <a16:creationId xmlns:a16="http://schemas.microsoft.com/office/drawing/2014/main" id="{E0230387-CB8C-4BCE-8E0B-D295CAA9C36C}"/>
              </a:ext>
            </a:extLst>
          </p:cNvPr>
          <p:cNvSpPr>
            <a:spLocks noGrp="1"/>
          </p:cNvSpPr>
          <p:nvPr/>
        </p:nvSpPr>
        <p:spPr>
          <a:xfrm>
            <a:off x="8093988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Cryo_14047">
            <a:extLst>
              <a:ext uri="{FF2B5EF4-FFF2-40B4-BE49-F238E27FC236}">
                <a16:creationId xmlns:a16="http://schemas.microsoft.com/office/drawing/2014/main" id="{2FDE38B8-B3DF-4ED6-B4B2-5C22B0EC5BFA}"/>
              </a:ext>
            </a:extLst>
          </p:cNvPr>
          <p:cNvSpPr>
            <a:spLocks noGrp="1"/>
          </p:cNvSpPr>
          <p:nvPr/>
        </p:nvSpPr>
        <p:spPr>
          <a:xfrm>
            <a:off x="80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Cryo_14048">
            <a:extLst>
              <a:ext uri="{FF2B5EF4-FFF2-40B4-BE49-F238E27FC236}">
                <a16:creationId xmlns:a16="http://schemas.microsoft.com/office/drawing/2014/main" id="{DD886425-5D45-408D-A3F5-EC2259A1BF65}"/>
              </a:ext>
            </a:extLst>
          </p:cNvPr>
          <p:cNvSpPr>
            <a:spLocks noGrp="1"/>
          </p:cNvSpPr>
          <p:nvPr/>
        </p:nvSpPr>
        <p:spPr>
          <a:xfrm>
            <a:off x="80864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Cryo_14049">
            <a:extLst>
              <a:ext uri="{FF2B5EF4-FFF2-40B4-BE49-F238E27FC236}">
                <a16:creationId xmlns:a16="http://schemas.microsoft.com/office/drawing/2014/main" id="{578A00F7-C286-4138-B985-B44C17CAC87A}"/>
              </a:ext>
            </a:extLst>
          </p:cNvPr>
          <p:cNvSpPr>
            <a:spLocks noGrp="1"/>
          </p:cNvSpPr>
          <p:nvPr/>
        </p:nvSpPr>
        <p:spPr>
          <a:xfrm>
            <a:off x="8079788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Cryo_14050">
            <a:extLst>
              <a:ext uri="{FF2B5EF4-FFF2-40B4-BE49-F238E27FC236}">
                <a16:creationId xmlns:a16="http://schemas.microsoft.com/office/drawing/2014/main" id="{B2E8FC83-7340-4B1D-A990-ECE2ECA1D27E}"/>
              </a:ext>
            </a:extLst>
          </p:cNvPr>
          <p:cNvSpPr>
            <a:spLocks noGrp="1"/>
          </p:cNvSpPr>
          <p:nvPr/>
        </p:nvSpPr>
        <p:spPr>
          <a:xfrm>
            <a:off x="831372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Cryo_14051">
            <a:extLst>
              <a:ext uri="{FF2B5EF4-FFF2-40B4-BE49-F238E27FC236}">
                <a16:creationId xmlns:a16="http://schemas.microsoft.com/office/drawing/2014/main" id="{5D691EFA-E83D-4E17-ACA0-E76BD2F082FC}"/>
              </a:ext>
            </a:extLst>
          </p:cNvPr>
          <p:cNvSpPr>
            <a:spLocks noGrp="1"/>
          </p:cNvSpPr>
          <p:nvPr/>
        </p:nvSpPr>
        <p:spPr>
          <a:xfrm>
            <a:off x="830436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Cryo_14052">
            <a:extLst>
              <a:ext uri="{FF2B5EF4-FFF2-40B4-BE49-F238E27FC236}">
                <a16:creationId xmlns:a16="http://schemas.microsoft.com/office/drawing/2014/main" id="{36BDA172-AD0D-4FE6-8C58-67F2A6551089}"/>
              </a:ext>
            </a:extLst>
          </p:cNvPr>
          <p:cNvSpPr>
            <a:spLocks noGrp="1"/>
          </p:cNvSpPr>
          <p:nvPr/>
        </p:nvSpPr>
        <p:spPr>
          <a:xfrm>
            <a:off x="810486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Cryo_14053">
            <a:extLst>
              <a:ext uri="{FF2B5EF4-FFF2-40B4-BE49-F238E27FC236}">
                <a16:creationId xmlns:a16="http://schemas.microsoft.com/office/drawing/2014/main" id="{12C19D99-D80B-48E5-8570-E97B5BE11C9E}"/>
              </a:ext>
            </a:extLst>
          </p:cNvPr>
          <p:cNvSpPr>
            <a:spLocks noGrp="1"/>
          </p:cNvSpPr>
          <p:nvPr/>
        </p:nvSpPr>
        <p:spPr>
          <a:xfrm>
            <a:off x="8139081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Cryo_14054">
            <a:extLst>
              <a:ext uri="{FF2B5EF4-FFF2-40B4-BE49-F238E27FC236}">
                <a16:creationId xmlns:a16="http://schemas.microsoft.com/office/drawing/2014/main" id="{24709885-918A-4A8C-AE74-583CBBEF99B9}"/>
              </a:ext>
            </a:extLst>
          </p:cNvPr>
          <p:cNvSpPr>
            <a:spLocks noGrp="1"/>
          </p:cNvSpPr>
          <p:nvPr/>
        </p:nvSpPr>
        <p:spPr>
          <a:xfrm>
            <a:off x="812424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Cryo_14055">
            <a:extLst>
              <a:ext uri="{FF2B5EF4-FFF2-40B4-BE49-F238E27FC236}">
                <a16:creationId xmlns:a16="http://schemas.microsoft.com/office/drawing/2014/main" id="{9DD776AA-EDE7-41D8-A53A-57C5DCEB6040}"/>
              </a:ext>
            </a:extLst>
          </p:cNvPr>
          <p:cNvSpPr>
            <a:spLocks noGrp="1"/>
          </p:cNvSpPr>
          <p:nvPr/>
        </p:nvSpPr>
        <p:spPr>
          <a:xfrm>
            <a:off x="81786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Cryo_14056">
            <a:extLst>
              <a:ext uri="{FF2B5EF4-FFF2-40B4-BE49-F238E27FC236}">
                <a16:creationId xmlns:a16="http://schemas.microsoft.com/office/drawing/2014/main" id="{A8783B30-CC8A-49DC-A2EE-A70B2C8F3FC5}"/>
              </a:ext>
            </a:extLst>
          </p:cNvPr>
          <p:cNvSpPr>
            <a:spLocks noGrp="1"/>
          </p:cNvSpPr>
          <p:nvPr/>
        </p:nvSpPr>
        <p:spPr>
          <a:xfrm>
            <a:off x="8066437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Cryo_14057">
            <a:extLst>
              <a:ext uri="{FF2B5EF4-FFF2-40B4-BE49-F238E27FC236}">
                <a16:creationId xmlns:a16="http://schemas.microsoft.com/office/drawing/2014/main" id="{BDE0A5F0-DE31-416F-AFD4-81887876622A}"/>
              </a:ext>
            </a:extLst>
          </p:cNvPr>
          <p:cNvSpPr>
            <a:spLocks noGrp="1"/>
          </p:cNvSpPr>
          <p:nvPr/>
        </p:nvSpPr>
        <p:spPr>
          <a:xfrm>
            <a:off x="81855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Cryo_14058">
            <a:extLst>
              <a:ext uri="{FF2B5EF4-FFF2-40B4-BE49-F238E27FC236}">
                <a16:creationId xmlns:a16="http://schemas.microsoft.com/office/drawing/2014/main" id="{8A911C38-1FA1-498A-A33A-82D71FF77698}"/>
              </a:ext>
            </a:extLst>
          </p:cNvPr>
          <p:cNvSpPr>
            <a:spLocks noGrp="1"/>
          </p:cNvSpPr>
          <p:nvPr/>
        </p:nvSpPr>
        <p:spPr>
          <a:xfrm>
            <a:off x="8078899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Cryo_14059">
            <a:extLst>
              <a:ext uri="{FF2B5EF4-FFF2-40B4-BE49-F238E27FC236}">
                <a16:creationId xmlns:a16="http://schemas.microsoft.com/office/drawing/2014/main" id="{D4263843-9B6E-4E26-AD4B-5BA54259E76C}"/>
              </a:ext>
            </a:extLst>
          </p:cNvPr>
          <p:cNvSpPr>
            <a:spLocks noGrp="1"/>
          </p:cNvSpPr>
          <p:nvPr/>
        </p:nvSpPr>
        <p:spPr>
          <a:xfrm>
            <a:off x="81275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Cryo_14060">
            <a:extLst>
              <a:ext uri="{FF2B5EF4-FFF2-40B4-BE49-F238E27FC236}">
                <a16:creationId xmlns:a16="http://schemas.microsoft.com/office/drawing/2014/main" id="{3EF68DDA-DBDA-4C10-90BC-CFF361F32208}"/>
              </a:ext>
            </a:extLst>
          </p:cNvPr>
          <p:cNvSpPr>
            <a:spLocks noGrp="1"/>
          </p:cNvSpPr>
          <p:nvPr/>
        </p:nvSpPr>
        <p:spPr>
          <a:xfrm>
            <a:off x="80895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Cryo_14061">
            <a:extLst>
              <a:ext uri="{FF2B5EF4-FFF2-40B4-BE49-F238E27FC236}">
                <a16:creationId xmlns:a16="http://schemas.microsoft.com/office/drawing/2014/main" id="{802226F2-4755-49A2-8648-97D7F3E38193}"/>
              </a:ext>
            </a:extLst>
          </p:cNvPr>
          <p:cNvSpPr>
            <a:spLocks noGrp="1"/>
          </p:cNvSpPr>
          <p:nvPr/>
        </p:nvSpPr>
        <p:spPr>
          <a:xfrm>
            <a:off x="8143838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Cryo_14062">
            <a:extLst>
              <a:ext uri="{FF2B5EF4-FFF2-40B4-BE49-F238E27FC236}">
                <a16:creationId xmlns:a16="http://schemas.microsoft.com/office/drawing/2014/main" id="{57FA28F3-F601-4689-BAB6-E16A58FD5DBB}"/>
              </a:ext>
            </a:extLst>
          </p:cNvPr>
          <p:cNvSpPr>
            <a:spLocks noGrp="1"/>
          </p:cNvSpPr>
          <p:nvPr/>
        </p:nvSpPr>
        <p:spPr>
          <a:xfrm>
            <a:off x="82289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Cryo_14063">
            <a:extLst>
              <a:ext uri="{FF2B5EF4-FFF2-40B4-BE49-F238E27FC236}">
                <a16:creationId xmlns:a16="http://schemas.microsoft.com/office/drawing/2014/main" id="{F029A4BC-8F72-4E50-ACE0-5A8F71E1E390}"/>
              </a:ext>
            </a:extLst>
          </p:cNvPr>
          <p:cNvSpPr>
            <a:spLocks noGrp="1"/>
          </p:cNvSpPr>
          <p:nvPr/>
        </p:nvSpPr>
        <p:spPr>
          <a:xfrm>
            <a:off x="82582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Cryo_14064">
            <a:extLst>
              <a:ext uri="{FF2B5EF4-FFF2-40B4-BE49-F238E27FC236}">
                <a16:creationId xmlns:a16="http://schemas.microsoft.com/office/drawing/2014/main" id="{270D4648-48EA-4684-9A0F-EA9F888A31EA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Cryo_14065">
            <a:extLst>
              <a:ext uri="{FF2B5EF4-FFF2-40B4-BE49-F238E27FC236}">
                <a16:creationId xmlns:a16="http://schemas.microsoft.com/office/drawing/2014/main" id="{B52AC1CD-409B-49D3-896C-F67EBAFD116F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Cryo_14066">
            <a:extLst>
              <a:ext uri="{FF2B5EF4-FFF2-40B4-BE49-F238E27FC236}">
                <a16:creationId xmlns:a16="http://schemas.microsoft.com/office/drawing/2014/main" id="{3C2DB52D-91C5-4383-A7E1-A128F69FC49E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Cryo_14067">
            <a:extLst>
              <a:ext uri="{FF2B5EF4-FFF2-40B4-BE49-F238E27FC236}">
                <a16:creationId xmlns:a16="http://schemas.microsoft.com/office/drawing/2014/main" id="{354E7614-03AF-40D9-A98A-0B126F97644C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Cryo_14068">
            <a:extLst>
              <a:ext uri="{FF2B5EF4-FFF2-40B4-BE49-F238E27FC236}">
                <a16:creationId xmlns:a16="http://schemas.microsoft.com/office/drawing/2014/main" id="{53D9C350-2679-4C01-AFD8-915670FABD21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Cryo_14069">
            <a:extLst>
              <a:ext uri="{FF2B5EF4-FFF2-40B4-BE49-F238E27FC236}">
                <a16:creationId xmlns:a16="http://schemas.microsoft.com/office/drawing/2014/main" id="{5845B580-111F-4CE5-80AA-7871FC7936CE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Cryo_14070">
            <a:extLst>
              <a:ext uri="{FF2B5EF4-FFF2-40B4-BE49-F238E27FC236}">
                <a16:creationId xmlns:a16="http://schemas.microsoft.com/office/drawing/2014/main" id="{3AB0EBED-3B1B-453C-8D77-AC8845AED5CA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Cryo_14071">
            <a:extLst>
              <a:ext uri="{FF2B5EF4-FFF2-40B4-BE49-F238E27FC236}">
                <a16:creationId xmlns:a16="http://schemas.microsoft.com/office/drawing/2014/main" id="{76E54C0B-4C49-4F29-A033-B6CF5FFAD035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Cryo_14072">
            <a:extLst>
              <a:ext uri="{FF2B5EF4-FFF2-40B4-BE49-F238E27FC236}">
                <a16:creationId xmlns:a16="http://schemas.microsoft.com/office/drawing/2014/main" id="{5975A9C4-7F1D-4FAA-AF35-4B1026EA7B04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Cryo_14073">
            <a:extLst>
              <a:ext uri="{FF2B5EF4-FFF2-40B4-BE49-F238E27FC236}">
                <a16:creationId xmlns:a16="http://schemas.microsoft.com/office/drawing/2014/main" id="{A0AA62E9-A420-4A91-B1F9-DD2E789E2141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Cryo_14074">
            <a:extLst>
              <a:ext uri="{FF2B5EF4-FFF2-40B4-BE49-F238E27FC236}">
                <a16:creationId xmlns:a16="http://schemas.microsoft.com/office/drawing/2014/main" id="{29F3EF63-F89A-4283-BACB-765C9B835F6D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Cryo_14075">
            <a:extLst>
              <a:ext uri="{FF2B5EF4-FFF2-40B4-BE49-F238E27FC236}">
                <a16:creationId xmlns:a16="http://schemas.microsoft.com/office/drawing/2014/main" id="{CA4A273C-1C83-4E0D-AF33-BD345AB01060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Cryo_14076">
            <a:extLst>
              <a:ext uri="{FF2B5EF4-FFF2-40B4-BE49-F238E27FC236}">
                <a16:creationId xmlns:a16="http://schemas.microsoft.com/office/drawing/2014/main" id="{A26138E3-1711-4F8A-8AA1-9A25F4F22F87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Cryo_14077">
            <a:extLst>
              <a:ext uri="{FF2B5EF4-FFF2-40B4-BE49-F238E27FC236}">
                <a16:creationId xmlns:a16="http://schemas.microsoft.com/office/drawing/2014/main" id="{757CE94F-9EA7-48BC-AC50-12F5CE764B34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Cryo_14078">
            <a:extLst>
              <a:ext uri="{FF2B5EF4-FFF2-40B4-BE49-F238E27FC236}">
                <a16:creationId xmlns:a16="http://schemas.microsoft.com/office/drawing/2014/main" id="{8CCC3C5D-FDFA-424C-B12E-FB4E8FBDAD26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Cryo_14079">
            <a:extLst>
              <a:ext uri="{FF2B5EF4-FFF2-40B4-BE49-F238E27FC236}">
                <a16:creationId xmlns:a16="http://schemas.microsoft.com/office/drawing/2014/main" id="{0E57EDC3-5B12-428E-BEBC-86FA2BAD858B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Cryo_14080">
            <a:extLst>
              <a:ext uri="{FF2B5EF4-FFF2-40B4-BE49-F238E27FC236}">
                <a16:creationId xmlns:a16="http://schemas.microsoft.com/office/drawing/2014/main" id="{3AAC7B46-940D-46A0-B6FB-79CC372E72C5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Cryo_14081">
            <a:extLst>
              <a:ext uri="{FF2B5EF4-FFF2-40B4-BE49-F238E27FC236}">
                <a16:creationId xmlns:a16="http://schemas.microsoft.com/office/drawing/2014/main" id="{7BCF2BD2-2F86-49B9-8A1F-C03E7BCCE582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Cryo_14082">
            <a:extLst>
              <a:ext uri="{FF2B5EF4-FFF2-40B4-BE49-F238E27FC236}">
                <a16:creationId xmlns:a16="http://schemas.microsoft.com/office/drawing/2014/main" id="{FC21D5CE-E53E-43C3-AC5B-3293E500E6B8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Cryo_14083">
            <a:extLst>
              <a:ext uri="{FF2B5EF4-FFF2-40B4-BE49-F238E27FC236}">
                <a16:creationId xmlns:a16="http://schemas.microsoft.com/office/drawing/2014/main" id="{FE58B3B7-403D-4ED0-92AB-A6F074AF8352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Cryo_14084">
            <a:extLst>
              <a:ext uri="{FF2B5EF4-FFF2-40B4-BE49-F238E27FC236}">
                <a16:creationId xmlns:a16="http://schemas.microsoft.com/office/drawing/2014/main" id="{1A8FE72C-EB54-4BB0-AB78-12A5AF47F6DA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Cryo_14085">
            <a:extLst>
              <a:ext uri="{FF2B5EF4-FFF2-40B4-BE49-F238E27FC236}">
                <a16:creationId xmlns:a16="http://schemas.microsoft.com/office/drawing/2014/main" id="{92AAD64D-78CB-4E60-B522-6C30B23649C6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Cryo_14086">
            <a:extLst>
              <a:ext uri="{FF2B5EF4-FFF2-40B4-BE49-F238E27FC236}">
                <a16:creationId xmlns:a16="http://schemas.microsoft.com/office/drawing/2014/main" id="{243315DC-D407-400C-A630-4FAF5E46F67E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Cryo_14087">
            <a:extLst>
              <a:ext uri="{FF2B5EF4-FFF2-40B4-BE49-F238E27FC236}">
                <a16:creationId xmlns:a16="http://schemas.microsoft.com/office/drawing/2014/main" id="{9244CF42-250A-459E-93B1-78733C26F255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Cryo_14088">
            <a:extLst>
              <a:ext uri="{FF2B5EF4-FFF2-40B4-BE49-F238E27FC236}">
                <a16:creationId xmlns:a16="http://schemas.microsoft.com/office/drawing/2014/main" id="{62DCB228-2128-475F-8CF7-357629405BA8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Cryo_14089">
            <a:extLst>
              <a:ext uri="{FF2B5EF4-FFF2-40B4-BE49-F238E27FC236}">
                <a16:creationId xmlns:a16="http://schemas.microsoft.com/office/drawing/2014/main" id="{969B5223-43CC-4C4C-8733-854B578B8C3F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Cryo_14090">
            <a:extLst>
              <a:ext uri="{FF2B5EF4-FFF2-40B4-BE49-F238E27FC236}">
                <a16:creationId xmlns:a16="http://schemas.microsoft.com/office/drawing/2014/main" id="{28D7809C-BA11-41B9-9EE1-648CAB50B5FD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Cryo_14091">
            <a:extLst>
              <a:ext uri="{FF2B5EF4-FFF2-40B4-BE49-F238E27FC236}">
                <a16:creationId xmlns:a16="http://schemas.microsoft.com/office/drawing/2014/main" id="{DCA72E30-2E5C-4156-86E7-7D0E50102807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Cryo_14092">
            <a:extLst>
              <a:ext uri="{FF2B5EF4-FFF2-40B4-BE49-F238E27FC236}">
                <a16:creationId xmlns:a16="http://schemas.microsoft.com/office/drawing/2014/main" id="{ABC6E737-1C37-488F-A3EE-8F93276B203A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Cryo_14093">
            <a:extLst>
              <a:ext uri="{FF2B5EF4-FFF2-40B4-BE49-F238E27FC236}">
                <a16:creationId xmlns:a16="http://schemas.microsoft.com/office/drawing/2014/main" id="{F40F7710-1D6C-44FA-9314-E2D7BEAF854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Cryo_14094">
            <a:extLst>
              <a:ext uri="{FF2B5EF4-FFF2-40B4-BE49-F238E27FC236}">
                <a16:creationId xmlns:a16="http://schemas.microsoft.com/office/drawing/2014/main" id="{0525F566-A143-4CED-A350-A4F1E012F8AB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Cryo_14095">
            <a:extLst>
              <a:ext uri="{FF2B5EF4-FFF2-40B4-BE49-F238E27FC236}">
                <a16:creationId xmlns:a16="http://schemas.microsoft.com/office/drawing/2014/main" id="{37A36E52-0BC4-4356-A6DE-91AF075A200F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Cryo_14096">
            <a:extLst>
              <a:ext uri="{FF2B5EF4-FFF2-40B4-BE49-F238E27FC236}">
                <a16:creationId xmlns:a16="http://schemas.microsoft.com/office/drawing/2014/main" id="{CD7DC98A-5649-48DF-8992-9C6FC1426BFF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Cryo_14097">
            <a:extLst>
              <a:ext uri="{FF2B5EF4-FFF2-40B4-BE49-F238E27FC236}">
                <a16:creationId xmlns:a16="http://schemas.microsoft.com/office/drawing/2014/main" id="{1C1A1539-7E67-46EC-A3C0-50DF4E26B639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Cryo_14098">
            <a:extLst>
              <a:ext uri="{FF2B5EF4-FFF2-40B4-BE49-F238E27FC236}">
                <a16:creationId xmlns:a16="http://schemas.microsoft.com/office/drawing/2014/main" id="{41F4A434-6388-4A36-B1E2-9ED11B907C8D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Cryo_14099">
            <a:extLst>
              <a:ext uri="{FF2B5EF4-FFF2-40B4-BE49-F238E27FC236}">
                <a16:creationId xmlns:a16="http://schemas.microsoft.com/office/drawing/2014/main" id="{B95BC46D-AA66-4514-B258-DCF0178FDEE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Cryo_14100">
            <a:extLst>
              <a:ext uri="{FF2B5EF4-FFF2-40B4-BE49-F238E27FC236}">
                <a16:creationId xmlns:a16="http://schemas.microsoft.com/office/drawing/2014/main" id="{0B9D06C4-519C-42C8-B11E-02958F55BB20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Cryo_14101">
            <a:extLst>
              <a:ext uri="{FF2B5EF4-FFF2-40B4-BE49-F238E27FC236}">
                <a16:creationId xmlns:a16="http://schemas.microsoft.com/office/drawing/2014/main" id="{017BDB57-D7A0-44E4-8A8D-BACAC500EA45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Cryo_14102">
            <a:extLst>
              <a:ext uri="{FF2B5EF4-FFF2-40B4-BE49-F238E27FC236}">
                <a16:creationId xmlns:a16="http://schemas.microsoft.com/office/drawing/2014/main" id="{E9A54C7E-871A-4EBE-9A82-4D16B26E8DFD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Cryo_14103">
            <a:extLst>
              <a:ext uri="{FF2B5EF4-FFF2-40B4-BE49-F238E27FC236}">
                <a16:creationId xmlns:a16="http://schemas.microsoft.com/office/drawing/2014/main" id="{FB2EAAD3-F7AD-4207-8463-FEF720B69250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Cryo_14104">
            <a:extLst>
              <a:ext uri="{FF2B5EF4-FFF2-40B4-BE49-F238E27FC236}">
                <a16:creationId xmlns:a16="http://schemas.microsoft.com/office/drawing/2014/main" id="{3B1404E6-ACC2-4018-BD5B-021CC15EB4D0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Cryo_14105">
            <a:extLst>
              <a:ext uri="{FF2B5EF4-FFF2-40B4-BE49-F238E27FC236}">
                <a16:creationId xmlns:a16="http://schemas.microsoft.com/office/drawing/2014/main" id="{FFCA3A6D-3EFC-4370-AC1E-CAD7AD5C88D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Cryo_14106">
            <a:extLst>
              <a:ext uri="{FF2B5EF4-FFF2-40B4-BE49-F238E27FC236}">
                <a16:creationId xmlns:a16="http://schemas.microsoft.com/office/drawing/2014/main" id="{186A838C-759C-4AB8-A634-70C3AC26FFD3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Cryo_14107">
            <a:extLst>
              <a:ext uri="{FF2B5EF4-FFF2-40B4-BE49-F238E27FC236}">
                <a16:creationId xmlns:a16="http://schemas.microsoft.com/office/drawing/2014/main" id="{672981C8-8B42-4F3C-8664-2A202832EAC1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Cryo_14108">
            <a:extLst>
              <a:ext uri="{FF2B5EF4-FFF2-40B4-BE49-F238E27FC236}">
                <a16:creationId xmlns:a16="http://schemas.microsoft.com/office/drawing/2014/main" id="{74F1128E-167F-4C60-9EE9-EADAF1592B7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Cryo_14109">
            <a:extLst>
              <a:ext uri="{FF2B5EF4-FFF2-40B4-BE49-F238E27FC236}">
                <a16:creationId xmlns:a16="http://schemas.microsoft.com/office/drawing/2014/main" id="{2B2B5282-A400-4648-A0D5-F631F2545693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Cryo_14110">
            <a:extLst>
              <a:ext uri="{FF2B5EF4-FFF2-40B4-BE49-F238E27FC236}">
                <a16:creationId xmlns:a16="http://schemas.microsoft.com/office/drawing/2014/main" id="{561F1A14-4653-49F3-BA84-A701B47E6164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Cryo_14111">
            <a:extLst>
              <a:ext uri="{FF2B5EF4-FFF2-40B4-BE49-F238E27FC236}">
                <a16:creationId xmlns:a16="http://schemas.microsoft.com/office/drawing/2014/main" id="{0307A84B-752B-4F3E-9924-330D30C76AF5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Cryo_14112">
            <a:extLst>
              <a:ext uri="{FF2B5EF4-FFF2-40B4-BE49-F238E27FC236}">
                <a16:creationId xmlns:a16="http://schemas.microsoft.com/office/drawing/2014/main" id="{409F822C-76DE-4760-90CA-DAB0ABC3AB64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Cryo_14113">
            <a:extLst>
              <a:ext uri="{FF2B5EF4-FFF2-40B4-BE49-F238E27FC236}">
                <a16:creationId xmlns:a16="http://schemas.microsoft.com/office/drawing/2014/main" id="{0039FBEE-B162-4443-B879-3755432A0061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Cryo_14114">
            <a:extLst>
              <a:ext uri="{FF2B5EF4-FFF2-40B4-BE49-F238E27FC236}">
                <a16:creationId xmlns:a16="http://schemas.microsoft.com/office/drawing/2014/main" id="{BF016A3E-EBCD-45A8-A918-5CF5EFB2D639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Cryo_14115">
            <a:extLst>
              <a:ext uri="{FF2B5EF4-FFF2-40B4-BE49-F238E27FC236}">
                <a16:creationId xmlns:a16="http://schemas.microsoft.com/office/drawing/2014/main" id="{B8ECCD22-5BD5-42A1-AC4C-DF0B224C8788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Cryo_14116">
            <a:extLst>
              <a:ext uri="{FF2B5EF4-FFF2-40B4-BE49-F238E27FC236}">
                <a16:creationId xmlns:a16="http://schemas.microsoft.com/office/drawing/2014/main" id="{ABAF48C6-10EB-446A-83B9-24B863D12F5D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Cryo_14117">
            <a:extLst>
              <a:ext uri="{FF2B5EF4-FFF2-40B4-BE49-F238E27FC236}">
                <a16:creationId xmlns:a16="http://schemas.microsoft.com/office/drawing/2014/main" id="{8DF6940E-4CB4-4679-B0DB-54B1147FF923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Cryo_14118">
            <a:extLst>
              <a:ext uri="{FF2B5EF4-FFF2-40B4-BE49-F238E27FC236}">
                <a16:creationId xmlns:a16="http://schemas.microsoft.com/office/drawing/2014/main" id="{52B45F90-66B5-4FB3-9601-BF0E1C3E7B24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Cryo_14119">
            <a:extLst>
              <a:ext uri="{FF2B5EF4-FFF2-40B4-BE49-F238E27FC236}">
                <a16:creationId xmlns:a16="http://schemas.microsoft.com/office/drawing/2014/main" id="{942A8FEC-AFB0-45DF-A236-FADB64A53D8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Cryo_14120">
            <a:extLst>
              <a:ext uri="{FF2B5EF4-FFF2-40B4-BE49-F238E27FC236}">
                <a16:creationId xmlns:a16="http://schemas.microsoft.com/office/drawing/2014/main" id="{BA915BFB-FEB8-4FB6-AB8F-FED7B6F10AB2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Cryo_14121">
            <a:extLst>
              <a:ext uri="{FF2B5EF4-FFF2-40B4-BE49-F238E27FC236}">
                <a16:creationId xmlns:a16="http://schemas.microsoft.com/office/drawing/2014/main" id="{41BEAD54-DCE7-43CC-8C77-3D0B55EDE5D5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Cryo_14122">
            <a:extLst>
              <a:ext uri="{FF2B5EF4-FFF2-40B4-BE49-F238E27FC236}">
                <a16:creationId xmlns:a16="http://schemas.microsoft.com/office/drawing/2014/main" id="{6AA94371-73C7-431F-B1B7-E3C9643DA68B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Cryo_14123">
            <a:extLst>
              <a:ext uri="{FF2B5EF4-FFF2-40B4-BE49-F238E27FC236}">
                <a16:creationId xmlns:a16="http://schemas.microsoft.com/office/drawing/2014/main" id="{E967519D-5565-4F51-ACEB-37824642B3EF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Cryo_14124">
            <a:extLst>
              <a:ext uri="{FF2B5EF4-FFF2-40B4-BE49-F238E27FC236}">
                <a16:creationId xmlns:a16="http://schemas.microsoft.com/office/drawing/2014/main" id="{9FB83541-1B6E-4625-9C5E-78CB0EE8AACA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Cryo_14125">
            <a:extLst>
              <a:ext uri="{FF2B5EF4-FFF2-40B4-BE49-F238E27FC236}">
                <a16:creationId xmlns:a16="http://schemas.microsoft.com/office/drawing/2014/main" id="{E9F058DB-2693-424A-A0E5-14D4197F6552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Cryo_14126">
            <a:extLst>
              <a:ext uri="{FF2B5EF4-FFF2-40B4-BE49-F238E27FC236}">
                <a16:creationId xmlns:a16="http://schemas.microsoft.com/office/drawing/2014/main" id="{824D79C0-81A6-438F-8F13-F4B7A8DC5D86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Cryo_14127">
            <a:extLst>
              <a:ext uri="{FF2B5EF4-FFF2-40B4-BE49-F238E27FC236}">
                <a16:creationId xmlns:a16="http://schemas.microsoft.com/office/drawing/2014/main" id="{05408A0E-56F0-4F49-8320-925E926A04B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Cryo_14128">
            <a:extLst>
              <a:ext uri="{FF2B5EF4-FFF2-40B4-BE49-F238E27FC236}">
                <a16:creationId xmlns:a16="http://schemas.microsoft.com/office/drawing/2014/main" id="{CBC2426E-CFF6-4955-AFDA-E1FBCD87FE3C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Cryo_14129">
            <a:extLst>
              <a:ext uri="{FF2B5EF4-FFF2-40B4-BE49-F238E27FC236}">
                <a16:creationId xmlns:a16="http://schemas.microsoft.com/office/drawing/2014/main" id="{F2C1CE4F-FE05-447D-BAB4-B77B864249C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Cryo_14130">
            <a:extLst>
              <a:ext uri="{FF2B5EF4-FFF2-40B4-BE49-F238E27FC236}">
                <a16:creationId xmlns:a16="http://schemas.microsoft.com/office/drawing/2014/main" id="{D984A727-0E6F-420B-B48E-9993D16F2250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Cryo_14131">
            <a:extLst>
              <a:ext uri="{FF2B5EF4-FFF2-40B4-BE49-F238E27FC236}">
                <a16:creationId xmlns:a16="http://schemas.microsoft.com/office/drawing/2014/main" id="{51DE187B-657C-4E45-9A05-55B837B8B8E5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Cryo_14132">
            <a:extLst>
              <a:ext uri="{FF2B5EF4-FFF2-40B4-BE49-F238E27FC236}">
                <a16:creationId xmlns:a16="http://schemas.microsoft.com/office/drawing/2014/main" id="{069B5327-E5E8-4D3B-92CF-8CD34BF8D947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Cryo_14133">
            <a:extLst>
              <a:ext uri="{FF2B5EF4-FFF2-40B4-BE49-F238E27FC236}">
                <a16:creationId xmlns:a16="http://schemas.microsoft.com/office/drawing/2014/main" id="{1A01E97F-8AA4-4B07-AD77-1FE867292EEA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Cryo_14134">
            <a:extLst>
              <a:ext uri="{FF2B5EF4-FFF2-40B4-BE49-F238E27FC236}">
                <a16:creationId xmlns:a16="http://schemas.microsoft.com/office/drawing/2014/main" id="{B654BAF3-156D-4CAD-A988-5E9EED958841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Cryo_14135">
            <a:extLst>
              <a:ext uri="{FF2B5EF4-FFF2-40B4-BE49-F238E27FC236}">
                <a16:creationId xmlns:a16="http://schemas.microsoft.com/office/drawing/2014/main" id="{76E57A17-0AC2-4771-A79A-F82BAF35CCE7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Cryo_14136">
            <a:extLst>
              <a:ext uri="{FF2B5EF4-FFF2-40B4-BE49-F238E27FC236}">
                <a16:creationId xmlns:a16="http://schemas.microsoft.com/office/drawing/2014/main" id="{57B444AD-5C59-4921-B527-3DC4118583AC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Cryo_14137">
            <a:extLst>
              <a:ext uri="{FF2B5EF4-FFF2-40B4-BE49-F238E27FC236}">
                <a16:creationId xmlns:a16="http://schemas.microsoft.com/office/drawing/2014/main" id="{274A6D20-DE73-4EFA-ADCA-B745F73A1D14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Cryo_14138">
            <a:extLst>
              <a:ext uri="{FF2B5EF4-FFF2-40B4-BE49-F238E27FC236}">
                <a16:creationId xmlns:a16="http://schemas.microsoft.com/office/drawing/2014/main" id="{5F788347-7AA4-49B8-A199-BDB8D6758D8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Cryo_14139">
            <a:extLst>
              <a:ext uri="{FF2B5EF4-FFF2-40B4-BE49-F238E27FC236}">
                <a16:creationId xmlns:a16="http://schemas.microsoft.com/office/drawing/2014/main" id="{17B7DEE6-E32F-42C2-887D-BDC732A0DFBC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Cryo_14140">
            <a:extLst>
              <a:ext uri="{FF2B5EF4-FFF2-40B4-BE49-F238E27FC236}">
                <a16:creationId xmlns:a16="http://schemas.microsoft.com/office/drawing/2014/main" id="{4E95117D-3BA1-448C-8DCD-5FC7281CBB82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Cryo_14141">
            <a:extLst>
              <a:ext uri="{FF2B5EF4-FFF2-40B4-BE49-F238E27FC236}">
                <a16:creationId xmlns:a16="http://schemas.microsoft.com/office/drawing/2014/main" id="{8882163F-D5F4-472E-AC0D-C016545F2431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Cryo_14142">
            <a:extLst>
              <a:ext uri="{FF2B5EF4-FFF2-40B4-BE49-F238E27FC236}">
                <a16:creationId xmlns:a16="http://schemas.microsoft.com/office/drawing/2014/main" id="{3142BA22-CC52-44A2-95C1-E09070B9CBED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Cryo_14143">
            <a:extLst>
              <a:ext uri="{FF2B5EF4-FFF2-40B4-BE49-F238E27FC236}">
                <a16:creationId xmlns:a16="http://schemas.microsoft.com/office/drawing/2014/main" id="{B1DED506-4FBE-46DF-83A6-2C0877FC08F2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Cryo_14144">
            <a:extLst>
              <a:ext uri="{FF2B5EF4-FFF2-40B4-BE49-F238E27FC236}">
                <a16:creationId xmlns:a16="http://schemas.microsoft.com/office/drawing/2014/main" id="{E33623FA-A207-46ED-821B-6D38A66540CC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Cryo_14145">
            <a:extLst>
              <a:ext uri="{FF2B5EF4-FFF2-40B4-BE49-F238E27FC236}">
                <a16:creationId xmlns:a16="http://schemas.microsoft.com/office/drawing/2014/main" id="{2810254A-BF75-4A56-91A8-E1B2D5C5ED5F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Cryo_14146">
            <a:extLst>
              <a:ext uri="{FF2B5EF4-FFF2-40B4-BE49-F238E27FC236}">
                <a16:creationId xmlns:a16="http://schemas.microsoft.com/office/drawing/2014/main" id="{E9ADE9DD-724D-47ED-BBC0-B04D2582000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Cryo_14147">
            <a:extLst>
              <a:ext uri="{FF2B5EF4-FFF2-40B4-BE49-F238E27FC236}">
                <a16:creationId xmlns:a16="http://schemas.microsoft.com/office/drawing/2014/main" id="{6E6CFA85-EC45-4C6B-8B38-70107D8EB61B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Cryo_14148">
            <a:extLst>
              <a:ext uri="{FF2B5EF4-FFF2-40B4-BE49-F238E27FC236}">
                <a16:creationId xmlns:a16="http://schemas.microsoft.com/office/drawing/2014/main" id="{0010CA7C-32B9-400D-B886-FBBCD9312A6F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Cryo_14149">
            <a:extLst>
              <a:ext uri="{FF2B5EF4-FFF2-40B4-BE49-F238E27FC236}">
                <a16:creationId xmlns:a16="http://schemas.microsoft.com/office/drawing/2014/main" id="{FFE55E3A-4E11-406E-BB62-9A4126C1DB73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Cryo_14150">
            <a:extLst>
              <a:ext uri="{FF2B5EF4-FFF2-40B4-BE49-F238E27FC236}">
                <a16:creationId xmlns:a16="http://schemas.microsoft.com/office/drawing/2014/main" id="{3A700A12-0287-4154-81A6-8C6179B68022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Cryo_14151">
            <a:extLst>
              <a:ext uri="{FF2B5EF4-FFF2-40B4-BE49-F238E27FC236}">
                <a16:creationId xmlns:a16="http://schemas.microsoft.com/office/drawing/2014/main" id="{D0E350E4-C5DA-4BEB-845F-F3DBB5CA905A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Cryo_14152">
            <a:extLst>
              <a:ext uri="{FF2B5EF4-FFF2-40B4-BE49-F238E27FC236}">
                <a16:creationId xmlns:a16="http://schemas.microsoft.com/office/drawing/2014/main" id="{CF89DF6C-3E6A-4889-A085-30FE722FE2AE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Cryo_14153">
            <a:extLst>
              <a:ext uri="{FF2B5EF4-FFF2-40B4-BE49-F238E27FC236}">
                <a16:creationId xmlns:a16="http://schemas.microsoft.com/office/drawing/2014/main" id="{8467FC0A-5C60-4465-B57C-2E998C1F4472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Cryo_14154">
            <a:extLst>
              <a:ext uri="{FF2B5EF4-FFF2-40B4-BE49-F238E27FC236}">
                <a16:creationId xmlns:a16="http://schemas.microsoft.com/office/drawing/2014/main" id="{959CB46B-FAB6-4A4A-B13C-3251944B3FD4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Cryo_14155">
            <a:extLst>
              <a:ext uri="{FF2B5EF4-FFF2-40B4-BE49-F238E27FC236}">
                <a16:creationId xmlns:a16="http://schemas.microsoft.com/office/drawing/2014/main" id="{6425A99F-872D-41C5-8D47-A14AAB5F7E14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Cryo_14156">
            <a:extLst>
              <a:ext uri="{FF2B5EF4-FFF2-40B4-BE49-F238E27FC236}">
                <a16:creationId xmlns:a16="http://schemas.microsoft.com/office/drawing/2014/main" id="{EDC07F44-9A8E-4F8F-956C-5AD8918802BF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Cryo_14157">
            <a:extLst>
              <a:ext uri="{FF2B5EF4-FFF2-40B4-BE49-F238E27FC236}">
                <a16:creationId xmlns:a16="http://schemas.microsoft.com/office/drawing/2014/main" id="{CABD9975-43FA-40B4-8326-9B2830924119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Cryo_14158">
            <a:extLst>
              <a:ext uri="{FF2B5EF4-FFF2-40B4-BE49-F238E27FC236}">
                <a16:creationId xmlns:a16="http://schemas.microsoft.com/office/drawing/2014/main" id="{D61D4723-F077-47CB-802D-60E03E9B070F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Cryo_14159">
            <a:extLst>
              <a:ext uri="{FF2B5EF4-FFF2-40B4-BE49-F238E27FC236}">
                <a16:creationId xmlns:a16="http://schemas.microsoft.com/office/drawing/2014/main" id="{76D812A2-58B3-4F9F-AE7A-F092BCEBDCFA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Cryo_14160">
            <a:extLst>
              <a:ext uri="{FF2B5EF4-FFF2-40B4-BE49-F238E27FC236}">
                <a16:creationId xmlns:a16="http://schemas.microsoft.com/office/drawing/2014/main" id="{81B314FF-09CB-419B-A998-8502BD3541E8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Cryo_14161">
            <a:extLst>
              <a:ext uri="{FF2B5EF4-FFF2-40B4-BE49-F238E27FC236}">
                <a16:creationId xmlns:a16="http://schemas.microsoft.com/office/drawing/2014/main" id="{F95D86E3-F05C-448B-9F7C-52AF49ECD51E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Cryo_14162">
            <a:extLst>
              <a:ext uri="{FF2B5EF4-FFF2-40B4-BE49-F238E27FC236}">
                <a16:creationId xmlns:a16="http://schemas.microsoft.com/office/drawing/2014/main" id="{2233680B-68BA-4DB1-AE38-34556FD4D556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Cryo_14163">
            <a:extLst>
              <a:ext uri="{FF2B5EF4-FFF2-40B4-BE49-F238E27FC236}">
                <a16:creationId xmlns:a16="http://schemas.microsoft.com/office/drawing/2014/main" id="{6041D431-E8A7-4D07-8AAE-D979FFA5C80E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Cryo_14164">
            <a:extLst>
              <a:ext uri="{FF2B5EF4-FFF2-40B4-BE49-F238E27FC236}">
                <a16:creationId xmlns:a16="http://schemas.microsoft.com/office/drawing/2014/main" id="{0B99474F-0094-4508-A56D-3618034E3883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Cryo_14165">
            <a:extLst>
              <a:ext uri="{FF2B5EF4-FFF2-40B4-BE49-F238E27FC236}">
                <a16:creationId xmlns:a16="http://schemas.microsoft.com/office/drawing/2014/main" id="{C641ACAB-58CB-4020-8337-7FC676BD27DD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Cryo_14166">
            <a:extLst>
              <a:ext uri="{FF2B5EF4-FFF2-40B4-BE49-F238E27FC236}">
                <a16:creationId xmlns:a16="http://schemas.microsoft.com/office/drawing/2014/main" id="{DE915B7E-B557-42BC-8A37-B67F38CFEADB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Cryo_14167">
            <a:extLst>
              <a:ext uri="{FF2B5EF4-FFF2-40B4-BE49-F238E27FC236}">
                <a16:creationId xmlns:a16="http://schemas.microsoft.com/office/drawing/2014/main" id="{9E5F1D23-40B8-4D69-85E1-4151F68D8ED7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Cryo_14168">
            <a:extLst>
              <a:ext uri="{FF2B5EF4-FFF2-40B4-BE49-F238E27FC236}">
                <a16:creationId xmlns:a16="http://schemas.microsoft.com/office/drawing/2014/main" id="{32DE53CF-BD65-4FBC-846A-5EAD57E0E724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Cryo_14169">
            <a:extLst>
              <a:ext uri="{FF2B5EF4-FFF2-40B4-BE49-F238E27FC236}">
                <a16:creationId xmlns:a16="http://schemas.microsoft.com/office/drawing/2014/main" id="{39D1CA28-3BFD-4DF9-AD3B-0FD9991F78E4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Cryo_14170">
            <a:extLst>
              <a:ext uri="{FF2B5EF4-FFF2-40B4-BE49-F238E27FC236}">
                <a16:creationId xmlns:a16="http://schemas.microsoft.com/office/drawing/2014/main" id="{7F6B7E7E-E032-41ED-8F07-334E8FE2B60B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Cryo_14171">
            <a:extLst>
              <a:ext uri="{FF2B5EF4-FFF2-40B4-BE49-F238E27FC236}">
                <a16:creationId xmlns:a16="http://schemas.microsoft.com/office/drawing/2014/main" id="{7B7A740F-C81D-4B30-97EF-641486953A62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Cryo_14172">
            <a:extLst>
              <a:ext uri="{FF2B5EF4-FFF2-40B4-BE49-F238E27FC236}">
                <a16:creationId xmlns:a16="http://schemas.microsoft.com/office/drawing/2014/main" id="{7A4F0A10-9A33-4A51-BFFD-0C65CCB417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Cryo_14173">
            <a:extLst>
              <a:ext uri="{FF2B5EF4-FFF2-40B4-BE49-F238E27FC236}">
                <a16:creationId xmlns:a16="http://schemas.microsoft.com/office/drawing/2014/main" id="{2B6DBEBC-8047-4CF3-8025-BC0D799A7949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Cryo_14174">
            <a:extLst>
              <a:ext uri="{FF2B5EF4-FFF2-40B4-BE49-F238E27FC236}">
                <a16:creationId xmlns:a16="http://schemas.microsoft.com/office/drawing/2014/main" id="{9EF25936-C4C9-44AA-A16E-6F7FECAC15EA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Cryo_14175">
            <a:extLst>
              <a:ext uri="{FF2B5EF4-FFF2-40B4-BE49-F238E27FC236}">
                <a16:creationId xmlns:a16="http://schemas.microsoft.com/office/drawing/2014/main" id="{E38BFE1D-FF6A-47AC-9794-36B6D7E22BD4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Cryo_14176">
            <a:extLst>
              <a:ext uri="{FF2B5EF4-FFF2-40B4-BE49-F238E27FC236}">
                <a16:creationId xmlns:a16="http://schemas.microsoft.com/office/drawing/2014/main" id="{F92FD536-DD5A-483B-91E7-BB79EEBB88E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Cryo_14177">
            <a:extLst>
              <a:ext uri="{FF2B5EF4-FFF2-40B4-BE49-F238E27FC236}">
                <a16:creationId xmlns:a16="http://schemas.microsoft.com/office/drawing/2014/main" id="{363F9265-077E-4E5B-BE1E-B9E3B6A621FD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Cryo_14178">
            <a:extLst>
              <a:ext uri="{FF2B5EF4-FFF2-40B4-BE49-F238E27FC236}">
                <a16:creationId xmlns:a16="http://schemas.microsoft.com/office/drawing/2014/main" id="{C1C439D5-8303-461C-A4D1-CC5F9D34A466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Cryo_14179">
            <a:extLst>
              <a:ext uri="{FF2B5EF4-FFF2-40B4-BE49-F238E27FC236}">
                <a16:creationId xmlns:a16="http://schemas.microsoft.com/office/drawing/2014/main" id="{2FAD9A1A-4C4E-42D4-9E2C-46CAECC1DF68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Cryo_14180">
            <a:extLst>
              <a:ext uri="{FF2B5EF4-FFF2-40B4-BE49-F238E27FC236}">
                <a16:creationId xmlns:a16="http://schemas.microsoft.com/office/drawing/2014/main" id="{6417B937-E781-4842-AFA6-9BF5AB05230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Cryo_14181">
            <a:extLst>
              <a:ext uri="{FF2B5EF4-FFF2-40B4-BE49-F238E27FC236}">
                <a16:creationId xmlns:a16="http://schemas.microsoft.com/office/drawing/2014/main" id="{8DCCFB97-4CC6-4D64-BCD0-28B08D3A7B49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Cryo_14182">
            <a:extLst>
              <a:ext uri="{FF2B5EF4-FFF2-40B4-BE49-F238E27FC236}">
                <a16:creationId xmlns:a16="http://schemas.microsoft.com/office/drawing/2014/main" id="{253CACDB-B54D-438E-9A0F-3198E377A15A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Cryo_14183">
            <a:extLst>
              <a:ext uri="{FF2B5EF4-FFF2-40B4-BE49-F238E27FC236}">
                <a16:creationId xmlns:a16="http://schemas.microsoft.com/office/drawing/2014/main" id="{FE1E3F54-96EF-4905-8A05-2471B377079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Cryo_14184">
            <a:extLst>
              <a:ext uri="{FF2B5EF4-FFF2-40B4-BE49-F238E27FC236}">
                <a16:creationId xmlns:a16="http://schemas.microsoft.com/office/drawing/2014/main" id="{2FF13644-5142-4492-8753-E3A20B9CD4D0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Cryo_14185">
            <a:extLst>
              <a:ext uri="{FF2B5EF4-FFF2-40B4-BE49-F238E27FC236}">
                <a16:creationId xmlns:a16="http://schemas.microsoft.com/office/drawing/2014/main" id="{FE0212F9-769A-4C19-A22C-8F5452B25EFB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Cryo_14186">
            <a:extLst>
              <a:ext uri="{FF2B5EF4-FFF2-40B4-BE49-F238E27FC236}">
                <a16:creationId xmlns:a16="http://schemas.microsoft.com/office/drawing/2014/main" id="{57B06BD5-549F-4E38-9592-F8445B88175A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Cryo_14187">
            <a:extLst>
              <a:ext uri="{FF2B5EF4-FFF2-40B4-BE49-F238E27FC236}">
                <a16:creationId xmlns:a16="http://schemas.microsoft.com/office/drawing/2014/main" id="{7EAEFAAD-F593-40E1-8121-67B9837EA240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Cryo_14188">
            <a:extLst>
              <a:ext uri="{FF2B5EF4-FFF2-40B4-BE49-F238E27FC236}">
                <a16:creationId xmlns:a16="http://schemas.microsoft.com/office/drawing/2014/main" id="{77C456CD-874F-48E1-BA86-9E81EFBDE005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Cryo_14189">
            <a:extLst>
              <a:ext uri="{FF2B5EF4-FFF2-40B4-BE49-F238E27FC236}">
                <a16:creationId xmlns:a16="http://schemas.microsoft.com/office/drawing/2014/main" id="{16BF9E90-DFA6-433B-A680-FAF0F3A64C37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Cryo_14190">
            <a:extLst>
              <a:ext uri="{FF2B5EF4-FFF2-40B4-BE49-F238E27FC236}">
                <a16:creationId xmlns:a16="http://schemas.microsoft.com/office/drawing/2014/main" id="{8A885728-79CD-4F4E-9852-A4E533975A1D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Cryo_14191">
            <a:extLst>
              <a:ext uri="{FF2B5EF4-FFF2-40B4-BE49-F238E27FC236}">
                <a16:creationId xmlns:a16="http://schemas.microsoft.com/office/drawing/2014/main" id="{D254DD75-273D-401C-8ABF-121705C82611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Cryo_14192">
            <a:extLst>
              <a:ext uri="{FF2B5EF4-FFF2-40B4-BE49-F238E27FC236}">
                <a16:creationId xmlns:a16="http://schemas.microsoft.com/office/drawing/2014/main" id="{177E3564-008C-4EEF-839C-2F7A6BA4FFF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Cryo_14193">
            <a:extLst>
              <a:ext uri="{FF2B5EF4-FFF2-40B4-BE49-F238E27FC236}">
                <a16:creationId xmlns:a16="http://schemas.microsoft.com/office/drawing/2014/main" id="{233B3FDB-7118-44E6-88E8-4854EE8A84B3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Cryo_14194">
            <a:extLst>
              <a:ext uri="{FF2B5EF4-FFF2-40B4-BE49-F238E27FC236}">
                <a16:creationId xmlns:a16="http://schemas.microsoft.com/office/drawing/2014/main" id="{A90416C0-5056-4B29-8C54-5C962FA88EDE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Cryo_14195">
            <a:extLst>
              <a:ext uri="{FF2B5EF4-FFF2-40B4-BE49-F238E27FC236}">
                <a16:creationId xmlns:a16="http://schemas.microsoft.com/office/drawing/2014/main" id="{C28E6E95-DEE6-47C4-938C-C2BB564FB34D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Cryo_14196">
            <a:extLst>
              <a:ext uri="{FF2B5EF4-FFF2-40B4-BE49-F238E27FC236}">
                <a16:creationId xmlns:a16="http://schemas.microsoft.com/office/drawing/2014/main" id="{A38DB492-48E6-47A6-99F7-03B2FB09A84F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Cryo_14197">
            <a:extLst>
              <a:ext uri="{FF2B5EF4-FFF2-40B4-BE49-F238E27FC236}">
                <a16:creationId xmlns:a16="http://schemas.microsoft.com/office/drawing/2014/main" id="{0D10FE9B-43DC-421F-A240-B51E3B824189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Cryo_14198">
            <a:extLst>
              <a:ext uri="{FF2B5EF4-FFF2-40B4-BE49-F238E27FC236}">
                <a16:creationId xmlns:a16="http://schemas.microsoft.com/office/drawing/2014/main" id="{E25AE05F-3CF1-4323-9A28-9253FECE3247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Cryo_14199">
            <a:extLst>
              <a:ext uri="{FF2B5EF4-FFF2-40B4-BE49-F238E27FC236}">
                <a16:creationId xmlns:a16="http://schemas.microsoft.com/office/drawing/2014/main" id="{D47BCB70-369E-41BB-9458-E65775836941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Cryo_14200">
            <a:extLst>
              <a:ext uri="{FF2B5EF4-FFF2-40B4-BE49-F238E27FC236}">
                <a16:creationId xmlns:a16="http://schemas.microsoft.com/office/drawing/2014/main" id="{FAB6BBE9-8670-4E37-B1EA-2091BC07C17F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Cryo_14201">
            <a:extLst>
              <a:ext uri="{FF2B5EF4-FFF2-40B4-BE49-F238E27FC236}">
                <a16:creationId xmlns:a16="http://schemas.microsoft.com/office/drawing/2014/main" id="{FD904C93-3603-432A-8553-A31C21EB5D56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Cryo_14202">
            <a:extLst>
              <a:ext uri="{FF2B5EF4-FFF2-40B4-BE49-F238E27FC236}">
                <a16:creationId xmlns:a16="http://schemas.microsoft.com/office/drawing/2014/main" id="{5606207E-6955-4FAE-A839-DA516CB11206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Cryo_14203">
            <a:extLst>
              <a:ext uri="{FF2B5EF4-FFF2-40B4-BE49-F238E27FC236}">
                <a16:creationId xmlns:a16="http://schemas.microsoft.com/office/drawing/2014/main" id="{26566D7B-3275-48FC-BAFA-DBED6B8A6F55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Cryo_14204">
            <a:extLst>
              <a:ext uri="{FF2B5EF4-FFF2-40B4-BE49-F238E27FC236}">
                <a16:creationId xmlns:a16="http://schemas.microsoft.com/office/drawing/2014/main" id="{F882E329-5653-4423-9747-A8FFEB790869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Cryo_14205">
            <a:extLst>
              <a:ext uri="{FF2B5EF4-FFF2-40B4-BE49-F238E27FC236}">
                <a16:creationId xmlns:a16="http://schemas.microsoft.com/office/drawing/2014/main" id="{BB612912-90F4-408F-A2BD-822C1D9CAD7A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Cryo_14206">
            <a:extLst>
              <a:ext uri="{FF2B5EF4-FFF2-40B4-BE49-F238E27FC236}">
                <a16:creationId xmlns:a16="http://schemas.microsoft.com/office/drawing/2014/main" id="{A4A01866-5A06-45BA-AD02-813AF8A29458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Cryo_14207">
            <a:extLst>
              <a:ext uri="{FF2B5EF4-FFF2-40B4-BE49-F238E27FC236}">
                <a16:creationId xmlns:a16="http://schemas.microsoft.com/office/drawing/2014/main" id="{5DB88D7E-591F-4F95-A15C-ABFC06625A0A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Cryo_14208">
            <a:extLst>
              <a:ext uri="{FF2B5EF4-FFF2-40B4-BE49-F238E27FC236}">
                <a16:creationId xmlns:a16="http://schemas.microsoft.com/office/drawing/2014/main" id="{7998A5BE-1110-4061-880B-21759EB1FBE2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Cryo_14209">
            <a:extLst>
              <a:ext uri="{FF2B5EF4-FFF2-40B4-BE49-F238E27FC236}">
                <a16:creationId xmlns:a16="http://schemas.microsoft.com/office/drawing/2014/main" id="{355B9E01-EF7F-478E-B95F-A85A8BCBAF20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Cryo_14210">
            <a:extLst>
              <a:ext uri="{FF2B5EF4-FFF2-40B4-BE49-F238E27FC236}">
                <a16:creationId xmlns:a16="http://schemas.microsoft.com/office/drawing/2014/main" id="{97A012C9-73F2-4792-9D14-1C46856B0F1D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Cryo_14211">
            <a:extLst>
              <a:ext uri="{FF2B5EF4-FFF2-40B4-BE49-F238E27FC236}">
                <a16:creationId xmlns:a16="http://schemas.microsoft.com/office/drawing/2014/main" id="{19FCBBBB-B6D3-474C-B16B-E549DC9397EA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Cryo_14212">
            <a:extLst>
              <a:ext uri="{FF2B5EF4-FFF2-40B4-BE49-F238E27FC236}">
                <a16:creationId xmlns:a16="http://schemas.microsoft.com/office/drawing/2014/main" id="{50B3EC2C-FCC0-4293-9C95-46F38EF2CBDC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Cryo_14213">
            <a:extLst>
              <a:ext uri="{FF2B5EF4-FFF2-40B4-BE49-F238E27FC236}">
                <a16:creationId xmlns:a16="http://schemas.microsoft.com/office/drawing/2014/main" id="{4FE7AC21-DFF4-4244-B3DF-935EDA4B70F4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Cryo_14214">
            <a:extLst>
              <a:ext uri="{FF2B5EF4-FFF2-40B4-BE49-F238E27FC236}">
                <a16:creationId xmlns:a16="http://schemas.microsoft.com/office/drawing/2014/main" id="{5A8888BD-C67A-4830-A4A2-702895A1C13B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Cryo_14215">
            <a:extLst>
              <a:ext uri="{FF2B5EF4-FFF2-40B4-BE49-F238E27FC236}">
                <a16:creationId xmlns:a16="http://schemas.microsoft.com/office/drawing/2014/main" id="{9412F935-0167-4D44-AD95-A10082A6764F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Cryo_14216">
            <a:extLst>
              <a:ext uri="{FF2B5EF4-FFF2-40B4-BE49-F238E27FC236}">
                <a16:creationId xmlns:a16="http://schemas.microsoft.com/office/drawing/2014/main" id="{AC38C26F-62E6-4BD6-9E80-0A8BCEE14F4C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Cryo_14217">
            <a:extLst>
              <a:ext uri="{FF2B5EF4-FFF2-40B4-BE49-F238E27FC236}">
                <a16:creationId xmlns:a16="http://schemas.microsoft.com/office/drawing/2014/main" id="{4604EA45-E358-43D0-83F9-B79B5ACAD9AB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Cryo_14218">
            <a:extLst>
              <a:ext uri="{FF2B5EF4-FFF2-40B4-BE49-F238E27FC236}">
                <a16:creationId xmlns:a16="http://schemas.microsoft.com/office/drawing/2014/main" id="{92456394-DC81-4ED1-937C-D2A2DC7FC6E6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Cryo_14219">
            <a:extLst>
              <a:ext uri="{FF2B5EF4-FFF2-40B4-BE49-F238E27FC236}">
                <a16:creationId xmlns:a16="http://schemas.microsoft.com/office/drawing/2014/main" id="{3FF4B433-8D99-459C-ABD1-4CD1977211B3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Cryo_14220">
            <a:extLst>
              <a:ext uri="{FF2B5EF4-FFF2-40B4-BE49-F238E27FC236}">
                <a16:creationId xmlns:a16="http://schemas.microsoft.com/office/drawing/2014/main" id="{9F1FA588-81BD-45C9-BB34-849DE5C6D041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Cryo_14221">
            <a:extLst>
              <a:ext uri="{FF2B5EF4-FFF2-40B4-BE49-F238E27FC236}">
                <a16:creationId xmlns:a16="http://schemas.microsoft.com/office/drawing/2014/main" id="{07CC9AFB-9867-40D4-B8D2-6FD2E3E38C19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Cryo_14222">
            <a:extLst>
              <a:ext uri="{FF2B5EF4-FFF2-40B4-BE49-F238E27FC236}">
                <a16:creationId xmlns:a16="http://schemas.microsoft.com/office/drawing/2014/main" id="{85C514EE-1205-4E4D-8A7F-CAC7C9B1A29B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Cryo_14223">
            <a:extLst>
              <a:ext uri="{FF2B5EF4-FFF2-40B4-BE49-F238E27FC236}">
                <a16:creationId xmlns:a16="http://schemas.microsoft.com/office/drawing/2014/main" id="{A586DBBA-B9BD-4AFE-8899-2F68D2BF0D9C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Cryo_14224">
            <a:extLst>
              <a:ext uri="{FF2B5EF4-FFF2-40B4-BE49-F238E27FC236}">
                <a16:creationId xmlns:a16="http://schemas.microsoft.com/office/drawing/2014/main" id="{6517CA13-B4FB-42E2-8D92-BF35BE1C861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Cryo_14225">
            <a:extLst>
              <a:ext uri="{FF2B5EF4-FFF2-40B4-BE49-F238E27FC236}">
                <a16:creationId xmlns:a16="http://schemas.microsoft.com/office/drawing/2014/main" id="{274B2D93-793F-4B2F-AF50-824EF986A644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Cryo_14226">
            <a:extLst>
              <a:ext uri="{FF2B5EF4-FFF2-40B4-BE49-F238E27FC236}">
                <a16:creationId xmlns:a16="http://schemas.microsoft.com/office/drawing/2014/main" id="{94CF65D7-D4AA-4E40-8BF3-AC57F7AA1334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Cryo_14227">
            <a:extLst>
              <a:ext uri="{FF2B5EF4-FFF2-40B4-BE49-F238E27FC236}">
                <a16:creationId xmlns:a16="http://schemas.microsoft.com/office/drawing/2014/main" id="{00AF9F29-1AB5-445E-B34E-FA454A14E0C7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Cryo_14228">
            <a:extLst>
              <a:ext uri="{FF2B5EF4-FFF2-40B4-BE49-F238E27FC236}">
                <a16:creationId xmlns:a16="http://schemas.microsoft.com/office/drawing/2014/main" id="{B3ECE069-207F-4882-A61B-41ADF88B37FC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Cryo_14229">
            <a:extLst>
              <a:ext uri="{FF2B5EF4-FFF2-40B4-BE49-F238E27FC236}">
                <a16:creationId xmlns:a16="http://schemas.microsoft.com/office/drawing/2014/main" id="{BF8525FB-B50B-4983-80C3-5B19D47DDC31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Cryo_14230">
            <a:extLst>
              <a:ext uri="{FF2B5EF4-FFF2-40B4-BE49-F238E27FC236}">
                <a16:creationId xmlns:a16="http://schemas.microsoft.com/office/drawing/2014/main" id="{BC6B089C-0C23-46AA-9A04-2A69ED2BEC8D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Cryo_14231">
            <a:extLst>
              <a:ext uri="{FF2B5EF4-FFF2-40B4-BE49-F238E27FC236}">
                <a16:creationId xmlns:a16="http://schemas.microsoft.com/office/drawing/2014/main" id="{E4B41BAA-4DB8-41A3-AEA5-6C26CBF670AD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Cryo_14232">
            <a:extLst>
              <a:ext uri="{FF2B5EF4-FFF2-40B4-BE49-F238E27FC236}">
                <a16:creationId xmlns:a16="http://schemas.microsoft.com/office/drawing/2014/main" id="{0FA38ADC-41BA-48A0-BFB9-43A154635BC5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Cryo_14233">
            <a:extLst>
              <a:ext uri="{FF2B5EF4-FFF2-40B4-BE49-F238E27FC236}">
                <a16:creationId xmlns:a16="http://schemas.microsoft.com/office/drawing/2014/main" id="{FBB20026-DC8F-4E62-95FA-ED8969AD3F17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Cryo_14234">
            <a:extLst>
              <a:ext uri="{FF2B5EF4-FFF2-40B4-BE49-F238E27FC236}">
                <a16:creationId xmlns:a16="http://schemas.microsoft.com/office/drawing/2014/main" id="{16FC794D-8C6E-49B6-939F-22886838DA5F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Cryo_14235">
            <a:extLst>
              <a:ext uri="{FF2B5EF4-FFF2-40B4-BE49-F238E27FC236}">
                <a16:creationId xmlns:a16="http://schemas.microsoft.com/office/drawing/2014/main" id="{A81D59DA-93B9-4C98-813D-29438BF7DEA7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Cryo_14236">
            <a:extLst>
              <a:ext uri="{FF2B5EF4-FFF2-40B4-BE49-F238E27FC236}">
                <a16:creationId xmlns:a16="http://schemas.microsoft.com/office/drawing/2014/main" id="{E6DEC166-2591-4151-8163-CEF6A41C7E66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Cryo_14237">
            <a:extLst>
              <a:ext uri="{FF2B5EF4-FFF2-40B4-BE49-F238E27FC236}">
                <a16:creationId xmlns:a16="http://schemas.microsoft.com/office/drawing/2014/main" id="{9C1623C4-3E9C-49CF-87E3-CA6D8324F484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Cryo_14238">
            <a:extLst>
              <a:ext uri="{FF2B5EF4-FFF2-40B4-BE49-F238E27FC236}">
                <a16:creationId xmlns:a16="http://schemas.microsoft.com/office/drawing/2014/main" id="{D5BF6282-3622-43B1-8713-FE13C3749966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Cryo_14239">
            <a:extLst>
              <a:ext uri="{FF2B5EF4-FFF2-40B4-BE49-F238E27FC236}">
                <a16:creationId xmlns:a16="http://schemas.microsoft.com/office/drawing/2014/main" id="{19367DF5-9A06-48A9-8CA5-73EFCE598C5B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Cryo_14240">
            <a:extLst>
              <a:ext uri="{FF2B5EF4-FFF2-40B4-BE49-F238E27FC236}">
                <a16:creationId xmlns:a16="http://schemas.microsoft.com/office/drawing/2014/main" id="{35D9D64E-0F14-460D-9628-F5F730DCB106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Cryo_14241">
            <a:extLst>
              <a:ext uri="{FF2B5EF4-FFF2-40B4-BE49-F238E27FC236}">
                <a16:creationId xmlns:a16="http://schemas.microsoft.com/office/drawing/2014/main" id="{F394E364-757F-494A-9667-FF85C22E0089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Cryo_14242">
            <a:extLst>
              <a:ext uri="{FF2B5EF4-FFF2-40B4-BE49-F238E27FC236}">
                <a16:creationId xmlns:a16="http://schemas.microsoft.com/office/drawing/2014/main" id="{DADBB475-546F-49F9-ADB7-6DD34A67DAC2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Cryo_14243">
            <a:extLst>
              <a:ext uri="{FF2B5EF4-FFF2-40B4-BE49-F238E27FC236}">
                <a16:creationId xmlns:a16="http://schemas.microsoft.com/office/drawing/2014/main" id="{6FF45FE6-D6C9-46EA-B533-E60F2C4C1FAC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Cryo_14244">
            <a:extLst>
              <a:ext uri="{FF2B5EF4-FFF2-40B4-BE49-F238E27FC236}">
                <a16:creationId xmlns:a16="http://schemas.microsoft.com/office/drawing/2014/main" id="{96311C1E-7C9A-4470-9C32-7A7FAE5E0266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Cryo_14245">
            <a:extLst>
              <a:ext uri="{FF2B5EF4-FFF2-40B4-BE49-F238E27FC236}">
                <a16:creationId xmlns:a16="http://schemas.microsoft.com/office/drawing/2014/main" id="{383A1363-4B47-40F3-81CE-3E3D77F91C6A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Cryo_14246">
            <a:extLst>
              <a:ext uri="{FF2B5EF4-FFF2-40B4-BE49-F238E27FC236}">
                <a16:creationId xmlns:a16="http://schemas.microsoft.com/office/drawing/2014/main" id="{E1A9C0DE-44FF-423D-A4A9-AE52C6E59E9A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Cryo_14247">
            <a:extLst>
              <a:ext uri="{FF2B5EF4-FFF2-40B4-BE49-F238E27FC236}">
                <a16:creationId xmlns:a16="http://schemas.microsoft.com/office/drawing/2014/main" id="{C9550E00-B028-41D6-A9D1-3F16C8722404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Cryo_14248">
            <a:extLst>
              <a:ext uri="{FF2B5EF4-FFF2-40B4-BE49-F238E27FC236}">
                <a16:creationId xmlns:a16="http://schemas.microsoft.com/office/drawing/2014/main" id="{15C08FEA-DF9F-4404-AD0C-B34C3CA63F90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Cryo_14249">
            <a:extLst>
              <a:ext uri="{FF2B5EF4-FFF2-40B4-BE49-F238E27FC236}">
                <a16:creationId xmlns:a16="http://schemas.microsoft.com/office/drawing/2014/main" id="{93334CD4-2CB7-4BE6-95A1-5BDC600DD063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Cryo_14250">
            <a:extLst>
              <a:ext uri="{FF2B5EF4-FFF2-40B4-BE49-F238E27FC236}">
                <a16:creationId xmlns:a16="http://schemas.microsoft.com/office/drawing/2014/main" id="{9E6D629A-BD51-4CE4-8480-B8FEF5EBDD00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Cryo_14251">
            <a:extLst>
              <a:ext uri="{FF2B5EF4-FFF2-40B4-BE49-F238E27FC236}">
                <a16:creationId xmlns:a16="http://schemas.microsoft.com/office/drawing/2014/main" id="{889D3657-790A-4649-B9FC-EA4444036B0C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Cryo_14252">
            <a:extLst>
              <a:ext uri="{FF2B5EF4-FFF2-40B4-BE49-F238E27FC236}">
                <a16:creationId xmlns:a16="http://schemas.microsoft.com/office/drawing/2014/main" id="{3C075A71-AACC-4036-842F-A173A705344D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Cryo_14253">
            <a:extLst>
              <a:ext uri="{FF2B5EF4-FFF2-40B4-BE49-F238E27FC236}">
                <a16:creationId xmlns:a16="http://schemas.microsoft.com/office/drawing/2014/main" id="{C694FBCA-55A3-4E3B-946B-75E81351734D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Cryo_14254">
            <a:extLst>
              <a:ext uri="{FF2B5EF4-FFF2-40B4-BE49-F238E27FC236}">
                <a16:creationId xmlns:a16="http://schemas.microsoft.com/office/drawing/2014/main" id="{233D5561-90CF-444D-96BE-8A2EDA749640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Cryo_14255">
            <a:extLst>
              <a:ext uri="{FF2B5EF4-FFF2-40B4-BE49-F238E27FC236}">
                <a16:creationId xmlns:a16="http://schemas.microsoft.com/office/drawing/2014/main" id="{9F6DC25A-11AA-4E9E-901B-88DA51C1FCF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Cryo_14256">
            <a:extLst>
              <a:ext uri="{FF2B5EF4-FFF2-40B4-BE49-F238E27FC236}">
                <a16:creationId xmlns:a16="http://schemas.microsoft.com/office/drawing/2014/main" id="{B0DD4C9C-2F0B-4071-BFAA-F65B7FADFA20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Cryo_14257">
            <a:extLst>
              <a:ext uri="{FF2B5EF4-FFF2-40B4-BE49-F238E27FC236}">
                <a16:creationId xmlns:a16="http://schemas.microsoft.com/office/drawing/2014/main" id="{D8DA45EE-C8B0-4865-9B00-3867BF56A859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Cryo_14258">
            <a:extLst>
              <a:ext uri="{FF2B5EF4-FFF2-40B4-BE49-F238E27FC236}">
                <a16:creationId xmlns:a16="http://schemas.microsoft.com/office/drawing/2014/main" id="{3E1F3E47-5F8F-43A6-A40F-3BA9BFE39A34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Cryo_14259">
            <a:extLst>
              <a:ext uri="{FF2B5EF4-FFF2-40B4-BE49-F238E27FC236}">
                <a16:creationId xmlns:a16="http://schemas.microsoft.com/office/drawing/2014/main" id="{74F3F128-9BDC-4F2D-ABFC-E239744CBD28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Cryo_14260">
            <a:extLst>
              <a:ext uri="{FF2B5EF4-FFF2-40B4-BE49-F238E27FC236}">
                <a16:creationId xmlns:a16="http://schemas.microsoft.com/office/drawing/2014/main" id="{2DCFC02C-FD04-4DFD-B929-2C9107B83D1A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Cryo_14261">
            <a:extLst>
              <a:ext uri="{FF2B5EF4-FFF2-40B4-BE49-F238E27FC236}">
                <a16:creationId xmlns:a16="http://schemas.microsoft.com/office/drawing/2014/main" id="{A14ADA0C-6560-40C5-919B-6BF43C1BBC0D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Cryo_14262">
            <a:extLst>
              <a:ext uri="{FF2B5EF4-FFF2-40B4-BE49-F238E27FC236}">
                <a16:creationId xmlns:a16="http://schemas.microsoft.com/office/drawing/2014/main" id="{1A71B423-95B1-4CAC-A9D2-0C18BDBB243D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Cryo_14263">
            <a:extLst>
              <a:ext uri="{FF2B5EF4-FFF2-40B4-BE49-F238E27FC236}">
                <a16:creationId xmlns:a16="http://schemas.microsoft.com/office/drawing/2014/main" id="{2E2FAA72-B1D9-4136-8649-50609467D8A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Cryo_14264">
            <a:extLst>
              <a:ext uri="{FF2B5EF4-FFF2-40B4-BE49-F238E27FC236}">
                <a16:creationId xmlns:a16="http://schemas.microsoft.com/office/drawing/2014/main" id="{2D7A6C7F-24BD-40F1-A5EB-619B368C48ED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Cryo_14265">
            <a:extLst>
              <a:ext uri="{FF2B5EF4-FFF2-40B4-BE49-F238E27FC236}">
                <a16:creationId xmlns:a16="http://schemas.microsoft.com/office/drawing/2014/main" id="{1FF29E58-6B47-4D5A-941F-AF4FFA59722D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Cryo_14266">
            <a:extLst>
              <a:ext uri="{FF2B5EF4-FFF2-40B4-BE49-F238E27FC236}">
                <a16:creationId xmlns:a16="http://schemas.microsoft.com/office/drawing/2014/main" id="{BDF465EB-7332-4299-9645-3C39F165420B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Cryo_14267">
            <a:extLst>
              <a:ext uri="{FF2B5EF4-FFF2-40B4-BE49-F238E27FC236}">
                <a16:creationId xmlns:a16="http://schemas.microsoft.com/office/drawing/2014/main" id="{C2187A09-F576-44D6-B7A2-38CDA78C30B1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Cryo_14268">
            <a:extLst>
              <a:ext uri="{FF2B5EF4-FFF2-40B4-BE49-F238E27FC236}">
                <a16:creationId xmlns:a16="http://schemas.microsoft.com/office/drawing/2014/main" id="{06DF0662-56F9-4AA0-832E-A0A92F70F09D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Cryo_14269">
            <a:extLst>
              <a:ext uri="{FF2B5EF4-FFF2-40B4-BE49-F238E27FC236}">
                <a16:creationId xmlns:a16="http://schemas.microsoft.com/office/drawing/2014/main" id="{88F691EB-BD7E-44E3-84F3-BCC171895D3A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Cryo_14270">
            <a:extLst>
              <a:ext uri="{FF2B5EF4-FFF2-40B4-BE49-F238E27FC236}">
                <a16:creationId xmlns:a16="http://schemas.microsoft.com/office/drawing/2014/main" id="{76C4F69E-532A-4B5D-A257-B9626ED3E3AA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Cryo_14271">
            <a:extLst>
              <a:ext uri="{FF2B5EF4-FFF2-40B4-BE49-F238E27FC236}">
                <a16:creationId xmlns:a16="http://schemas.microsoft.com/office/drawing/2014/main" id="{CF87B94F-B0D4-4E1A-9CBC-2D562FC4E7B6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Cryo_14272">
            <a:extLst>
              <a:ext uri="{FF2B5EF4-FFF2-40B4-BE49-F238E27FC236}">
                <a16:creationId xmlns:a16="http://schemas.microsoft.com/office/drawing/2014/main" id="{2856B248-81AC-462C-A4EF-1E1BAAAAD2D2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Cryo_14273">
            <a:extLst>
              <a:ext uri="{FF2B5EF4-FFF2-40B4-BE49-F238E27FC236}">
                <a16:creationId xmlns:a16="http://schemas.microsoft.com/office/drawing/2014/main" id="{D08030A7-1DE8-49A4-841F-A6B10D9F5715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Cryo_14274">
            <a:extLst>
              <a:ext uri="{FF2B5EF4-FFF2-40B4-BE49-F238E27FC236}">
                <a16:creationId xmlns:a16="http://schemas.microsoft.com/office/drawing/2014/main" id="{8EE4AF8A-0752-4BEB-82A1-5629962706E0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Cryo_14275">
            <a:extLst>
              <a:ext uri="{FF2B5EF4-FFF2-40B4-BE49-F238E27FC236}">
                <a16:creationId xmlns:a16="http://schemas.microsoft.com/office/drawing/2014/main" id="{F8B671FD-917A-4A17-B787-7E88564E25E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Cryo_14276">
            <a:extLst>
              <a:ext uri="{FF2B5EF4-FFF2-40B4-BE49-F238E27FC236}">
                <a16:creationId xmlns:a16="http://schemas.microsoft.com/office/drawing/2014/main" id="{D91D77D4-C80A-4800-863E-1A9A772CA59B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Cryo_14277">
            <a:extLst>
              <a:ext uri="{FF2B5EF4-FFF2-40B4-BE49-F238E27FC236}">
                <a16:creationId xmlns:a16="http://schemas.microsoft.com/office/drawing/2014/main" id="{886EE66A-2DB9-4218-ABC6-F7F58E8AC5AE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Cryo_14278">
            <a:extLst>
              <a:ext uri="{FF2B5EF4-FFF2-40B4-BE49-F238E27FC236}">
                <a16:creationId xmlns:a16="http://schemas.microsoft.com/office/drawing/2014/main" id="{F132BF3E-E5FE-48F2-9398-8845C04FEB26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Cryo_14279">
            <a:extLst>
              <a:ext uri="{FF2B5EF4-FFF2-40B4-BE49-F238E27FC236}">
                <a16:creationId xmlns:a16="http://schemas.microsoft.com/office/drawing/2014/main" id="{B1586D79-A885-4DF3-96E5-C08893213BB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Cryo_14280">
            <a:extLst>
              <a:ext uri="{FF2B5EF4-FFF2-40B4-BE49-F238E27FC236}">
                <a16:creationId xmlns:a16="http://schemas.microsoft.com/office/drawing/2014/main" id="{45E8E6F4-4FEB-4EB1-B948-FA1479BF7209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Cryo_14281">
            <a:extLst>
              <a:ext uri="{FF2B5EF4-FFF2-40B4-BE49-F238E27FC236}">
                <a16:creationId xmlns:a16="http://schemas.microsoft.com/office/drawing/2014/main" id="{CB51EE57-6EAD-4127-9A19-460AD26D2076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Cryo_14282">
            <a:extLst>
              <a:ext uri="{FF2B5EF4-FFF2-40B4-BE49-F238E27FC236}">
                <a16:creationId xmlns:a16="http://schemas.microsoft.com/office/drawing/2014/main" id="{DDDC135B-4DD1-4F9B-B38C-C21267917A7E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Cryo_14283">
            <a:extLst>
              <a:ext uri="{FF2B5EF4-FFF2-40B4-BE49-F238E27FC236}">
                <a16:creationId xmlns:a16="http://schemas.microsoft.com/office/drawing/2014/main" id="{EA6B4E41-2007-45AC-8FF2-68460D3F154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Cryo_14284">
            <a:extLst>
              <a:ext uri="{FF2B5EF4-FFF2-40B4-BE49-F238E27FC236}">
                <a16:creationId xmlns:a16="http://schemas.microsoft.com/office/drawing/2014/main" id="{7CE24AC7-3FCA-4AA2-A91F-97788D0B17F3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Cryo_14285">
            <a:extLst>
              <a:ext uri="{FF2B5EF4-FFF2-40B4-BE49-F238E27FC236}">
                <a16:creationId xmlns:a16="http://schemas.microsoft.com/office/drawing/2014/main" id="{10877C63-D6AD-4B6B-A355-275A1280388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Cryo_14286">
            <a:extLst>
              <a:ext uri="{FF2B5EF4-FFF2-40B4-BE49-F238E27FC236}">
                <a16:creationId xmlns:a16="http://schemas.microsoft.com/office/drawing/2014/main" id="{874037AE-A34E-4703-BFFF-DA6DE940B47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Cryo_14287">
            <a:extLst>
              <a:ext uri="{FF2B5EF4-FFF2-40B4-BE49-F238E27FC236}">
                <a16:creationId xmlns:a16="http://schemas.microsoft.com/office/drawing/2014/main" id="{5B9757B1-37F9-4F1D-80F4-13D94C4B5D24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Cryo_14288">
            <a:extLst>
              <a:ext uri="{FF2B5EF4-FFF2-40B4-BE49-F238E27FC236}">
                <a16:creationId xmlns:a16="http://schemas.microsoft.com/office/drawing/2014/main" id="{BFBFBA8E-6ED7-43DF-BCD0-B59EF9B23A3C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Cryo_14289">
            <a:extLst>
              <a:ext uri="{FF2B5EF4-FFF2-40B4-BE49-F238E27FC236}">
                <a16:creationId xmlns:a16="http://schemas.microsoft.com/office/drawing/2014/main" id="{D3A87657-5710-4869-8049-7344DECE925A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Cryo_14290">
            <a:extLst>
              <a:ext uri="{FF2B5EF4-FFF2-40B4-BE49-F238E27FC236}">
                <a16:creationId xmlns:a16="http://schemas.microsoft.com/office/drawing/2014/main" id="{B58715F8-08A8-45E6-9CCB-18C535054A37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Cryo_14291">
            <a:extLst>
              <a:ext uri="{FF2B5EF4-FFF2-40B4-BE49-F238E27FC236}">
                <a16:creationId xmlns:a16="http://schemas.microsoft.com/office/drawing/2014/main" id="{D5054D51-6AA6-4C86-970E-AD629A03743A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Cryo_14292">
            <a:extLst>
              <a:ext uri="{FF2B5EF4-FFF2-40B4-BE49-F238E27FC236}">
                <a16:creationId xmlns:a16="http://schemas.microsoft.com/office/drawing/2014/main" id="{3452A389-00A0-4322-9552-1023151E4CB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Cryo_14293">
            <a:extLst>
              <a:ext uri="{FF2B5EF4-FFF2-40B4-BE49-F238E27FC236}">
                <a16:creationId xmlns:a16="http://schemas.microsoft.com/office/drawing/2014/main" id="{5DC9C526-C64E-4855-9A74-647B95653A9C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Cryo_14294">
            <a:extLst>
              <a:ext uri="{FF2B5EF4-FFF2-40B4-BE49-F238E27FC236}">
                <a16:creationId xmlns:a16="http://schemas.microsoft.com/office/drawing/2014/main" id="{766DD6CA-F19A-40E9-A4AE-79D963795FE6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Cryo_14295">
            <a:extLst>
              <a:ext uri="{FF2B5EF4-FFF2-40B4-BE49-F238E27FC236}">
                <a16:creationId xmlns:a16="http://schemas.microsoft.com/office/drawing/2014/main" id="{8B8D15BB-0FE3-476B-AAA0-81015E99496E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Cryo_14296">
            <a:extLst>
              <a:ext uri="{FF2B5EF4-FFF2-40B4-BE49-F238E27FC236}">
                <a16:creationId xmlns:a16="http://schemas.microsoft.com/office/drawing/2014/main" id="{8702D280-FC9F-43CD-A379-2AEC8EED9BB8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Cryo_14297">
            <a:extLst>
              <a:ext uri="{FF2B5EF4-FFF2-40B4-BE49-F238E27FC236}">
                <a16:creationId xmlns:a16="http://schemas.microsoft.com/office/drawing/2014/main" id="{835607CD-B3BB-4539-BB0E-A2AC5AD3E53C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Cryo_14298">
            <a:extLst>
              <a:ext uri="{FF2B5EF4-FFF2-40B4-BE49-F238E27FC236}">
                <a16:creationId xmlns:a16="http://schemas.microsoft.com/office/drawing/2014/main" id="{4B3791B1-5837-4943-9017-9886B72369B2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Cryo_14299">
            <a:extLst>
              <a:ext uri="{FF2B5EF4-FFF2-40B4-BE49-F238E27FC236}">
                <a16:creationId xmlns:a16="http://schemas.microsoft.com/office/drawing/2014/main" id="{4A122BB6-6529-4F48-A215-84D775642AF1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Cryo_14300">
            <a:extLst>
              <a:ext uri="{FF2B5EF4-FFF2-40B4-BE49-F238E27FC236}">
                <a16:creationId xmlns:a16="http://schemas.microsoft.com/office/drawing/2014/main" id="{D42E7607-DDA9-498F-B65D-9DB565E8769E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Cryo_14301">
            <a:extLst>
              <a:ext uri="{FF2B5EF4-FFF2-40B4-BE49-F238E27FC236}">
                <a16:creationId xmlns:a16="http://schemas.microsoft.com/office/drawing/2014/main" id="{3B620C02-BB4E-4418-BBA9-DD7674D4D993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Cryo_14302">
            <a:extLst>
              <a:ext uri="{FF2B5EF4-FFF2-40B4-BE49-F238E27FC236}">
                <a16:creationId xmlns:a16="http://schemas.microsoft.com/office/drawing/2014/main" id="{4DD413BA-BE53-4CDA-8AD6-00ED5153F1C5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Cryo_14303">
            <a:extLst>
              <a:ext uri="{FF2B5EF4-FFF2-40B4-BE49-F238E27FC236}">
                <a16:creationId xmlns:a16="http://schemas.microsoft.com/office/drawing/2014/main" id="{A4993B7E-9D33-4733-BDE2-BC16324E294C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Cryo_14304">
            <a:extLst>
              <a:ext uri="{FF2B5EF4-FFF2-40B4-BE49-F238E27FC236}">
                <a16:creationId xmlns:a16="http://schemas.microsoft.com/office/drawing/2014/main" id="{F78A359E-EDB1-4FE0-87B9-A8133E779405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Cryo_14305">
            <a:extLst>
              <a:ext uri="{FF2B5EF4-FFF2-40B4-BE49-F238E27FC236}">
                <a16:creationId xmlns:a16="http://schemas.microsoft.com/office/drawing/2014/main" id="{8DB9DB5D-5749-49A2-90C5-7E3BD763C98B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Cryo_14306">
            <a:extLst>
              <a:ext uri="{FF2B5EF4-FFF2-40B4-BE49-F238E27FC236}">
                <a16:creationId xmlns:a16="http://schemas.microsoft.com/office/drawing/2014/main" id="{6154D0D2-C44B-4E79-8AF1-BB2050FBE1E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Cryo_14307">
            <a:extLst>
              <a:ext uri="{FF2B5EF4-FFF2-40B4-BE49-F238E27FC236}">
                <a16:creationId xmlns:a16="http://schemas.microsoft.com/office/drawing/2014/main" id="{3111D15D-CD55-41DC-B573-66B7F2939E57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Cryo_14308">
            <a:extLst>
              <a:ext uri="{FF2B5EF4-FFF2-40B4-BE49-F238E27FC236}">
                <a16:creationId xmlns:a16="http://schemas.microsoft.com/office/drawing/2014/main" id="{22DF5714-20F2-4E1E-BEC9-25CB6FA85693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Cryo_14309">
            <a:extLst>
              <a:ext uri="{FF2B5EF4-FFF2-40B4-BE49-F238E27FC236}">
                <a16:creationId xmlns:a16="http://schemas.microsoft.com/office/drawing/2014/main" id="{05151781-52CB-44D9-A5C6-4BC182BCF74E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Cryo_14310">
            <a:extLst>
              <a:ext uri="{FF2B5EF4-FFF2-40B4-BE49-F238E27FC236}">
                <a16:creationId xmlns:a16="http://schemas.microsoft.com/office/drawing/2014/main" id="{F5F9FCEE-AA03-4BFD-B5CB-1E0E824BF5FC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Cryo_14311">
            <a:extLst>
              <a:ext uri="{FF2B5EF4-FFF2-40B4-BE49-F238E27FC236}">
                <a16:creationId xmlns:a16="http://schemas.microsoft.com/office/drawing/2014/main" id="{95C192A2-D142-4474-8406-757EFAB0C66A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Cryo_14312">
            <a:extLst>
              <a:ext uri="{FF2B5EF4-FFF2-40B4-BE49-F238E27FC236}">
                <a16:creationId xmlns:a16="http://schemas.microsoft.com/office/drawing/2014/main" id="{8977DC97-CDA8-4947-A9DD-A2B28CC45E52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Cryo_14313">
            <a:extLst>
              <a:ext uri="{FF2B5EF4-FFF2-40B4-BE49-F238E27FC236}">
                <a16:creationId xmlns:a16="http://schemas.microsoft.com/office/drawing/2014/main" id="{68F95921-FEDF-4F43-8C43-BDA0A1876870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Cryo_14314">
            <a:extLst>
              <a:ext uri="{FF2B5EF4-FFF2-40B4-BE49-F238E27FC236}">
                <a16:creationId xmlns:a16="http://schemas.microsoft.com/office/drawing/2014/main" id="{FE98F736-603A-4412-A366-BF0DE872BFD8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Cryo_14315">
            <a:extLst>
              <a:ext uri="{FF2B5EF4-FFF2-40B4-BE49-F238E27FC236}">
                <a16:creationId xmlns:a16="http://schemas.microsoft.com/office/drawing/2014/main" id="{FB182345-1C01-4A6F-A389-459D71D1B9D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Cryo_14316">
            <a:extLst>
              <a:ext uri="{FF2B5EF4-FFF2-40B4-BE49-F238E27FC236}">
                <a16:creationId xmlns:a16="http://schemas.microsoft.com/office/drawing/2014/main" id="{82281143-6709-4095-91A2-7656DEF46725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Cryo_14317">
            <a:extLst>
              <a:ext uri="{FF2B5EF4-FFF2-40B4-BE49-F238E27FC236}">
                <a16:creationId xmlns:a16="http://schemas.microsoft.com/office/drawing/2014/main" id="{CB8A77A1-2F79-4B99-A5A9-2FA7865DC328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Cryo_14318">
            <a:extLst>
              <a:ext uri="{FF2B5EF4-FFF2-40B4-BE49-F238E27FC236}">
                <a16:creationId xmlns:a16="http://schemas.microsoft.com/office/drawing/2014/main" id="{07F8FD1F-F788-4B14-AF69-153B9B6FDCE9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Cryo_14319">
            <a:extLst>
              <a:ext uri="{FF2B5EF4-FFF2-40B4-BE49-F238E27FC236}">
                <a16:creationId xmlns:a16="http://schemas.microsoft.com/office/drawing/2014/main" id="{457788DB-42EA-403F-9996-6C1A986C6106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Cryo_14320">
            <a:extLst>
              <a:ext uri="{FF2B5EF4-FFF2-40B4-BE49-F238E27FC236}">
                <a16:creationId xmlns:a16="http://schemas.microsoft.com/office/drawing/2014/main" id="{9DDC30BD-B867-49A1-A593-A3FD58691378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Cryo_14321">
            <a:extLst>
              <a:ext uri="{FF2B5EF4-FFF2-40B4-BE49-F238E27FC236}">
                <a16:creationId xmlns:a16="http://schemas.microsoft.com/office/drawing/2014/main" id="{9CEB96CF-FE5C-4422-B41D-EE113807ADC8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Cryo_14322">
            <a:extLst>
              <a:ext uri="{FF2B5EF4-FFF2-40B4-BE49-F238E27FC236}">
                <a16:creationId xmlns:a16="http://schemas.microsoft.com/office/drawing/2014/main" id="{12FD3EDA-DDFA-4D55-9514-85C199467DB9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Cryo_14323">
            <a:extLst>
              <a:ext uri="{FF2B5EF4-FFF2-40B4-BE49-F238E27FC236}">
                <a16:creationId xmlns:a16="http://schemas.microsoft.com/office/drawing/2014/main" id="{E2A43155-FA07-4FED-B391-48A583D7CD05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Cryo_14324">
            <a:extLst>
              <a:ext uri="{FF2B5EF4-FFF2-40B4-BE49-F238E27FC236}">
                <a16:creationId xmlns:a16="http://schemas.microsoft.com/office/drawing/2014/main" id="{4982C4AC-D037-491E-84F0-548396662ADB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Cryo_14325">
            <a:extLst>
              <a:ext uri="{FF2B5EF4-FFF2-40B4-BE49-F238E27FC236}">
                <a16:creationId xmlns:a16="http://schemas.microsoft.com/office/drawing/2014/main" id="{AD2D78E6-90FA-4C2E-B0B8-2545BA47A47F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Cryo_14326">
            <a:extLst>
              <a:ext uri="{FF2B5EF4-FFF2-40B4-BE49-F238E27FC236}">
                <a16:creationId xmlns:a16="http://schemas.microsoft.com/office/drawing/2014/main" id="{50C39A8B-C56E-4DA9-8FA3-97B3EE1013F2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Cryo_14327">
            <a:extLst>
              <a:ext uri="{FF2B5EF4-FFF2-40B4-BE49-F238E27FC236}">
                <a16:creationId xmlns:a16="http://schemas.microsoft.com/office/drawing/2014/main" id="{AC380E7A-E80C-4558-9B20-01F177A8D18E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Cryo_14328">
            <a:extLst>
              <a:ext uri="{FF2B5EF4-FFF2-40B4-BE49-F238E27FC236}">
                <a16:creationId xmlns:a16="http://schemas.microsoft.com/office/drawing/2014/main" id="{F691D568-E99A-456C-8FEB-8B2A598D6F48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Cryo_14329">
            <a:extLst>
              <a:ext uri="{FF2B5EF4-FFF2-40B4-BE49-F238E27FC236}">
                <a16:creationId xmlns:a16="http://schemas.microsoft.com/office/drawing/2014/main" id="{B02A4A87-3C7F-45A8-B8C8-034514EE2C16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Cryo_14330">
            <a:extLst>
              <a:ext uri="{FF2B5EF4-FFF2-40B4-BE49-F238E27FC236}">
                <a16:creationId xmlns:a16="http://schemas.microsoft.com/office/drawing/2014/main" id="{7BB9B60B-EA10-4535-8370-293C321C4079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Cryo_14331">
            <a:extLst>
              <a:ext uri="{FF2B5EF4-FFF2-40B4-BE49-F238E27FC236}">
                <a16:creationId xmlns:a16="http://schemas.microsoft.com/office/drawing/2014/main" id="{6C3B28D2-D0EA-4238-A4E8-B294C910AE46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Cryo_14332">
            <a:extLst>
              <a:ext uri="{FF2B5EF4-FFF2-40B4-BE49-F238E27FC236}">
                <a16:creationId xmlns:a16="http://schemas.microsoft.com/office/drawing/2014/main" id="{DE64311C-CCAA-4650-BA32-CBA34625E3EE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Cryo_14333">
            <a:extLst>
              <a:ext uri="{FF2B5EF4-FFF2-40B4-BE49-F238E27FC236}">
                <a16:creationId xmlns:a16="http://schemas.microsoft.com/office/drawing/2014/main" id="{C41F7F45-5C7E-4BC1-8540-D0FBC2313C97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Cryo_14334">
            <a:extLst>
              <a:ext uri="{FF2B5EF4-FFF2-40B4-BE49-F238E27FC236}">
                <a16:creationId xmlns:a16="http://schemas.microsoft.com/office/drawing/2014/main" id="{0476D93C-81D9-4862-939B-38C9DD693579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Cryo_14335">
            <a:extLst>
              <a:ext uri="{FF2B5EF4-FFF2-40B4-BE49-F238E27FC236}">
                <a16:creationId xmlns:a16="http://schemas.microsoft.com/office/drawing/2014/main" id="{10FED8ED-C467-48B8-95B0-08FB249E5513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Cryo_14336">
            <a:extLst>
              <a:ext uri="{FF2B5EF4-FFF2-40B4-BE49-F238E27FC236}">
                <a16:creationId xmlns:a16="http://schemas.microsoft.com/office/drawing/2014/main" id="{F0AB204A-5D56-4B44-B15D-D1F7CCC56E3D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Cryo_14337">
            <a:extLst>
              <a:ext uri="{FF2B5EF4-FFF2-40B4-BE49-F238E27FC236}">
                <a16:creationId xmlns:a16="http://schemas.microsoft.com/office/drawing/2014/main" id="{4407E6FB-425C-47C0-B98A-1EE759ACF3AE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Cryo_14338">
            <a:extLst>
              <a:ext uri="{FF2B5EF4-FFF2-40B4-BE49-F238E27FC236}">
                <a16:creationId xmlns:a16="http://schemas.microsoft.com/office/drawing/2014/main" id="{0A479A9E-EF7B-4060-9189-486614DE9A62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Cryo_14339">
            <a:extLst>
              <a:ext uri="{FF2B5EF4-FFF2-40B4-BE49-F238E27FC236}">
                <a16:creationId xmlns:a16="http://schemas.microsoft.com/office/drawing/2014/main" id="{40D7BC06-2AD7-4741-9ED4-2A704885A45F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Cryo_14340">
            <a:extLst>
              <a:ext uri="{FF2B5EF4-FFF2-40B4-BE49-F238E27FC236}">
                <a16:creationId xmlns:a16="http://schemas.microsoft.com/office/drawing/2014/main" id="{8B275D7E-C3D6-4A8D-A354-36C50CA900B6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Cryo_14341">
            <a:extLst>
              <a:ext uri="{FF2B5EF4-FFF2-40B4-BE49-F238E27FC236}">
                <a16:creationId xmlns:a16="http://schemas.microsoft.com/office/drawing/2014/main" id="{F9219771-6EAC-4748-984B-59AB1DB695F3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Cryo_14342">
            <a:extLst>
              <a:ext uri="{FF2B5EF4-FFF2-40B4-BE49-F238E27FC236}">
                <a16:creationId xmlns:a16="http://schemas.microsoft.com/office/drawing/2014/main" id="{4BAD2792-79BA-4986-8B42-6ABCF53DB454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Cryo_14343">
            <a:extLst>
              <a:ext uri="{FF2B5EF4-FFF2-40B4-BE49-F238E27FC236}">
                <a16:creationId xmlns:a16="http://schemas.microsoft.com/office/drawing/2014/main" id="{21E56FBD-1D1B-405D-82BA-F445062CA95B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Cryo_14344">
            <a:extLst>
              <a:ext uri="{FF2B5EF4-FFF2-40B4-BE49-F238E27FC236}">
                <a16:creationId xmlns:a16="http://schemas.microsoft.com/office/drawing/2014/main" id="{22DB72A6-91CC-47BC-8109-1DA91F24640F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Cryo_14345">
            <a:extLst>
              <a:ext uri="{FF2B5EF4-FFF2-40B4-BE49-F238E27FC236}">
                <a16:creationId xmlns:a16="http://schemas.microsoft.com/office/drawing/2014/main" id="{C6854DB2-D442-456D-9AD4-8BD94C41799D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Cryo_14346">
            <a:extLst>
              <a:ext uri="{FF2B5EF4-FFF2-40B4-BE49-F238E27FC236}">
                <a16:creationId xmlns:a16="http://schemas.microsoft.com/office/drawing/2014/main" id="{92C98D4C-9F3D-4013-A1DA-346037EBD924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Cryo_14347">
            <a:extLst>
              <a:ext uri="{FF2B5EF4-FFF2-40B4-BE49-F238E27FC236}">
                <a16:creationId xmlns:a16="http://schemas.microsoft.com/office/drawing/2014/main" id="{C7287978-8F3E-4396-87E3-9418979E32E0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Cryo_14348">
            <a:extLst>
              <a:ext uri="{FF2B5EF4-FFF2-40B4-BE49-F238E27FC236}">
                <a16:creationId xmlns:a16="http://schemas.microsoft.com/office/drawing/2014/main" id="{706A5713-E1A6-45E8-AAB9-52B63CEEB052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Cryo_14349">
            <a:extLst>
              <a:ext uri="{FF2B5EF4-FFF2-40B4-BE49-F238E27FC236}">
                <a16:creationId xmlns:a16="http://schemas.microsoft.com/office/drawing/2014/main" id="{6BF44B4A-2BDE-4859-A88F-E54F827F9BAA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Cryo_14350">
            <a:extLst>
              <a:ext uri="{FF2B5EF4-FFF2-40B4-BE49-F238E27FC236}">
                <a16:creationId xmlns:a16="http://schemas.microsoft.com/office/drawing/2014/main" id="{49AA8615-DA75-4FE1-A9A4-445DA8384378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Cryo_14351">
            <a:extLst>
              <a:ext uri="{FF2B5EF4-FFF2-40B4-BE49-F238E27FC236}">
                <a16:creationId xmlns:a16="http://schemas.microsoft.com/office/drawing/2014/main" id="{59306CBB-C678-4ED6-A316-80BCAF6709A7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Cryo_14352">
            <a:extLst>
              <a:ext uri="{FF2B5EF4-FFF2-40B4-BE49-F238E27FC236}">
                <a16:creationId xmlns:a16="http://schemas.microsoft.com/office/drawing/2014/main" id="{E1CC25D4-6A0C-45B4-A08F-59F2B84CC16A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Cryo_14353">
            <a:extLst>
              <a:ext uri="{FF2B5EF4-FFF2-40B4-BE49-F238E27FC236}">
                <a16:creationId xmlns:a16="http://schemas.microsoft.com/office/drawing/2014/main" id="{2EC53A47-FC9C-4188-89F9-DEFE30A2318C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Cryo_14354">
            <a:extLst>
              <a:ext uri="{FF2B5EF4-FFF2-40B4-BE49-F238E27FC236}">
                <a16:creationId xmlns:a16="http://schemas.microsoft.com/office/drawing/2014/main" id="{6E0EC00A-6DF7-40C9-A88E-2F9B828F76DA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Cryo_14355">
            <a:extLst>
              <a:ext uri="{FF2B5EF4-FFF2-40B4-BE49-F238E27FC236}">
                <a16:creationId xmlns:a16="http://schemas.microsoft.com/office/drawing/2014/main" id="{21C8BAB1-1D42-4A5D-A4FC-DD9C7A9D904E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Cryo_14356">
            <a:extLst>
              <a:ext uri="{FF2B5EF4-FFF2-40B4-BE49-F238E27FC236}">
                <a16:creationId xmlns:a16="http://schemas.microsoft.com/office/drawing/2014/main" id="{3F1DF45E-CB45-41DC-994C-DAA2975C1E24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Cryo_14357">
            <a:extLst>
              <a:ext uri="{FF2B5EF4-FFF2-40B4-BE49-F238E27FC236}">
                <a16:creationId xmlns:a16="http://schemas.microsoft.com/office/drawing/2014/main" id="{F8F6A3F5-4D86-44F0-9869-0F0890215C53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Cryo_14358">
            <a:extLst>
              <a:ext uri="{FF2B5EF4-FFF2-40B4-BE49-F238E27FC236}">
                <a16:creationId xmlns:a16="http://schemas.microsoft.com/office/drawing/2014/main" id="{5C8A1D7A-E4A6-4B39-AB64-1904F83992A0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Cryo_14359">
            <a:extLst>
              <a:ext uri="{FF2B5EF4-FFF2-40B4-BE49-F238E27FC236}">
                <a16:creationId xmlns:a16="http://schemas.microsoft.com/office/drawing/2014/main" id="{B09316B9-74AA-4D62-87F6-9E72B4D0ABA5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Cryo_14360">
            <a:extLst>
              <a:ext uri="{FF2B5EF4-FFF2-40B4-BE49-F238E27FC236}">
                <a16:creationId xmlns:a16="http://schemas.microsoft.com/office/drawing/2014/main" id="{3C316852-2913-43A0-A70D-F479CEE7FC1B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Cryo_14361">
            <a:extLst>
              <a:ext uri="{FF2B5EF4-FFF2-40B4-BE49-F238E27FC236}">
                <a16:creationId xmlns:a16="http://schemas.microsoft.com/office/drawing/2014/main" id="{939377A2-3863-40D6-BD1E-734CF9733C4B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Cryo_14362">
            <a:extLst>
              <a:ext uri="{FF2B5EF4-FFF2-40B4-BE49-F238E27FC236}">
                <a16:creationId xmlns:a16="http://schemas.microsoft.com/office/drawing/2014/main" id="{5CB0C5FE-8201-4138-9A83-0B4B97A39237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Cryo_14363">
            <a:extLst>
              <a:ext uri="{FF2B5EF4-FFF2-40B4-BE49-F238E27FC236}">
                <a16:creationId xmlns:a16="http://schemas.microsoft.com/office/drawing/2014/main" id="{A885B2FF-6D27-423D-8D3C-69CA18DF9E24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Cryo_14364">
            <a:extLst>
              <a:ext uri="{FF2B5EF4-FFF2-40B4-BE49-F238E27FC236}">
                <a16:creationId xmlns:a16="http://schemas.microsoft.com/office/drawing/2014/main" id="{291FF92E-6A2C-41D4-A142-F696DF93B36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Cryo_14365">
            <a:extLst>
              <a:ext uri="{FF2B5EF4-FFF2-40B4-BE49-F238E27FC236}">
                <a16:creationId xmlns:a16="http://schemas.microsoft.com/office/drawing/2014/main" id="{78B685FB-839B-4C80-828B-DFD71530D864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Cryo_14366">
            <a:extLst>
              <a:ext uri="{FF2B5EF4-FFF2-40B4-BE49-F238E27FC236}">
                <a16:creationId xmlns:a16="http://schemas.microsoft.com/office/drawing/2014/main" id="{61451384-9FFC-4A80-AA4F-4B1252DDD297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Cryo_14367">
            <a:extLst>
              <a:ext uri="{FF2B5EF4-FFF2-40B4-BE49-F238E27FC236}">
                <a16:creationId xmlns:a16="http://schemas.microsoft.com/office/drawing/2014/main" id="{14E5E353-5B4E-4C8C-A540-B9497C29F87E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Cryo_14368">
            <a:extLst>
              <a:ext uri="{FF2B5EF4-FFF2-40B4-BE49-F238E27FC236}">
                <a16:creationId xmlns:a16="http://schemas.microsoft.com/office/drawing/2014/main" id="{DCD9CD3F-C3DB-4FD4-B360-DF8C6199E9A4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Cryo_14369">
            <a:extLst>
              <a:ext uri="{FF2B5EF4-FFF2-40B4-BE49-F238E27FC236}">
                <a16:creationId xmlns:a16="http://schemas.microsoft.com/office/drawing/2014/main" id="{0168F54C-808A-482F-9B19-DAF7AC8BD717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Cryo_14370">
            <a:extLst>
              <a:ext uri="{FF2B5EF4-FFF2-40B4-BE49-F238E27FC236}">
                <a16:creationId xmlns:a16="http://schemas.microsoft.com/office/drawing/2014/main" id="{F0F93A0F-ECFF-4832-A3E8-EFD562154DCD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Cryo_14371">
            <a:extLst>
              <a:ext uri="{FF2B5EF4-FFF2-40B4-BE49-F238E27FC236}">
                <a16:creationId xmlns:a16="http://schemas.microsoft.com/office/drawing/2014/main" id="{BE5A3DB2-C198-44C3-8883-ADD974D4EEB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Cryo_14372">
            <a:extLst>
              <a:ext uri="{FF2B5EF4-FFF2-40B4-BE49-F238E27FC236}">
                <a16:creationId xmlns:a16="http://schemas.microsoft.com/office/drawing/2014/main" id="{88306914-2C08-4C93-B629-936B0B3F2D31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Cryo_14373">
            <a:extLst>
              <a:ext uri="{FF2B5EF4-FFF2-40B4-BE49-F238E27FC236}">
                <a16:creationId xmlns:a16="http://schemas.microsoft.com/office/drawing/2014/main" id="{13ADB416-87C3-4E09-88A9-BC139D714C12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Cryo_14374">
            <a:extLst>
              <a:ext uri="{FF2B5EF4-FFF2-40B4-BE49-F238E27FC236}">
                <a16:creationId xmlns:a16="http://schemas.microsoft.com/office/drawing/2014/main" id="{E92ED57D-71B4-4009-8F9E-D78F35B9D3E8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Cryo_14375">
            <a:extLst>
              <a:ext uri="{FF2B5EF4-FFF2-40B4-BE49-F238E27FC236}">
                <a16:creationId xmlns:a16="http://schemas.microsoft.com/office/drawing/2014/main" id="{8E763FBA-77AC-45C5-82E2-D03A7D2245F4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Cryo_14376">
            <a:extLst>
              <a:ext uri="{FF2B5EF4-FFF2-40B4-BE49-F238E27FC236}">
                <a16:creationId xmlns:a16="http://schemas.microsoft.com/office/drawing/2014/main" id="{52DDF64B-126E-44BC-BC24-7637C280F29F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Cryo_14377">
            <a:extLst>
              <a:ext uri="{FF2B5EF4-FFF2-40B4-BE49-F238E27FC236}">
                <a16:creationId xmlns:a16="http://schemas.microsoft.com/office/drawing/2014/main" id="{4CBB05A7-561B-4BB1-9443-C52AADE75CAE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Cryo_14378">
            <a:extLst>
              <a:ext uri="{FF2B5EF4-FFF2-40B4-BE49-F238E27FC236}">
                <a16:creationId xmlns:a16="http://schemas.microsoft.com/office/drawing/2014/main" id="{42A845EB-7F66-400B-8DAF-A5D67BB1448A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Cryo_14379">
            <a:extLst>
              <a:ext uri="{FF2B5EF4-FFF2-40B4-BE49-F238E27FC236}">
                <a16:creationId xmlns:a16="http://schemas.microsoft.com/office/drawing/2014/main" id="{BC4A1DE3-AAB6-49CB-B8D3-3D8AD8551FA3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Cryo_14380">
            <a:extLst>
              <a:ext uri="{FF2B5EF4-FFF2-40B4-BE49-F238E27FC236}">
                <a16:creationId xmlns:a16="http://schemas.microsoft.com/office/drawing/2014/main" id="{67E7223D-FC4C-4DB2-8DF9-0702D5817BD8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Cryo_14381">
            <a:extLst>
              <a:ext uri="{FF2B5EF4-FFF2-40B4-BE49-F238E27FC236}">
                <a16:creationId xmlns:a16="http://schemas.microsoft.com/office/drawing/2014/main" id="{5658B020-C678-43B2-BDC0-FC20ED5FC619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Cryo_14382">
            <a:extLst>
              <a:ext uri="{FF2B5EF4-FFF2-40B4-BE49-F238E27FC236}">
                <a16:creationId xmlns:a16="http://schemas.microsoft.com/office/drawing/2014/main" id="{415357A9-8868-4153-865A-DAFAED6909D2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Cryo_14383">
            <a:extLst>
              <a:ext uri="{FF2B5EF4-FFF2-40B4-BE49-F238E27FC236}">
                <a16:creationId xmlns:a16="http://schemas.microsoft.com/office/drawing/2014/main" id="{8A3BDA1A-B911-4718-A9BB-7276C4871DF5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Cryo_14384">
            <a:extLst>
              <a:ext uri="{FF2B5EF4-FFF2-40B4-BE49-F238E27FC236}">
                <a16:creationId xmlns:a16="http://schemas.microsoft.com/office/drawing/2014/main" id="{B4D86B3C-E1CC-4521-9561-EBF58709C510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Cryo_14385">
            <a:extLst>
              <a:ext uri="{FF2B5EF4-FFF2-40B4-BE49-F238E27FC236}">
                <a16:creationId xmlns:a16="http://schemas.microsoft.com/office/drawing/2014/main" id="{83EF8C19-6402-4797-B037-8EC13F77503A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Cryo_14386">
            <a:extLst>
              <a:ext uri="{FF2B5EF4-FFF2-40B4-BE49-F238E27FC236}">
                <a16:creationId xmlns:a16="http://schemas.microsoft.com/office/drawing/2014/main" id="{487DA427-45EB-4826-A55F-0C7DF04307B3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Cryo_14387">
            <a:extLst>
              <a:ext uri="{FF2B5EF4-FFF2-40B4-BE49-F238E27FC236}">
                <a16:creationId xmlns:a16="http://schemas.microsoft.com/office/drawing/2014/main" id="{7B54676E-3A6F-43EF-85F0-6B21166054AA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Cryo_14388">
            <a:extLst>
              <a:ext uri="{FF2B5EF4-FFF2-40B4-BE49-F238E27FC236}">
                <a16:creationId xmlns:a16="http://schemas.microsoft.com/office/drawing/2014/main" id="{A30B7CA2-B688-4C19-9FF5-290051CF0D29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Cryo_14389">
            <a:extLst>
              <a:ext uri="{FF2B5EF4-FFF2-40B4-BE49-F238E27FC236}">
                <a16:creationId xmlns:a16="http://schemas.microsoft.com/office/drawing/2014/main" id="{E8032172-0C8A-4752-B2ED-3133BB0F5D44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Cryo_14390">
            <a:extLst>
              <a:ext uri="{FF2B5EF4-FFF2-40B4-BE49-F238E27FC236}">
                <a16:creationId xmlns:a16="http://schemas.microsoft.com/office/drawing/2014/main" id="{B4B24CD4-3C2A-44D9-B77D-29400E7878E9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Cryo_14391">
            <a:extLst>
              <a:ext uri="{FF2B5EF4-FFF2-40B4-BE49-F238E27FC236}">
                <a16:creationId xmlns:a16="http://schemas.microsoft.com/office/drawing/2014/main" id="{8BBCFE9B-EDF0-415B-8014-7CC80D68BA00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Cryo_14392">
            <a:extLst>
              <a:ext uri="{FF2B5EF4-FFF2-40B4-BE49-F238E27FC236}">
                <a16:creationId xmlns:a16="http://schemas.microsoft.com/office/drawing/2014/main" id="{CE3DC2E9-07D2-477D-836D-634B3AE78E0C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Cryo_14393">
            <a:extLst>
              <a:ext uri="{FF2B5EF4-FFF2-40B4-BE49-F238E27FC236}">
                <a16:creationId xmlns:a16="http://schemas.microsoft.com/office/drawing/2014/main" id="{CA4A4220-445D-4050-AE9C-2AF79E22A8EB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Cryo_14394">
            <a:extLst>
              <a:ext uri="{FF2B5EF4-FFF2-40B4-BE49-F238E27FC236}">
                <a16:creationId xmlns:a16="http://schemas.microsoft.com/office/drawing/2014/main" id="{A0B9C798-9E0F-4DAA-87F4-88AFA19C6A33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Cryo_14395">
            <a:extLst>
              <a:ext uri="{FF2B5EF4-FFF2-40B4-BE49-F238E27FC236}">
                <a16:creationId xmlns:a16="http://schemas.microsoft.com/office/drawing/2014/main" id="{70A1BD98-6EB3-4579-8B1F-AC3B2C528CC6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Cryo_14396">
            <a:extLst>
              <a:ext uri="{FF2B5EF4-FFF2-40B4-BE49-F238E27FC236}">
                <a16:creationId xmlns:a16="http://schemas.microsoft.com/office/drawing/2014/main" id="{D04DDE1C-239A-489F-A17B-0F433626DBBC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Cryo_14397">
            <a:extLst>
              <a:ext uri="{FF2B5EF4-FFF2-40B4-BE49-F238E27FC236}">
                <a16:creationId xmlns:a16="http://schemas.microsoft.com/office/drawing/2014/main" id="{80DD6349-7B7D-4CFD-A6B2-FA11CC663FC7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Cryo_14398">
            <a:extLst>
              <a:ext uri="{FF2B5EF4-FFF2-40B4-BE49-F238E27FC236}">
                <a16:creationId xmlns:a16="http://schemas.microsoft.com/office/drawing/2014/main" id="{7D7B41F1-97C8-4978-AFE1-494617C17CD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Cryo_14399">
            <a:extLst>
              <a:ext uri="{FF2B5EF4-FFF2-40B4-BE49-F238E27FC236}">
                <a16:creationId xmlns:a16="http://schemas.microsoft.com/office/drawing/2014/main" id="{707367EF-D18B-4EFF-A5CD-C8CBA08B46BE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Cryo_14400">
            <a:extLst>
              <a:ext uri="{FF2B5EF4-FFF2-40B4-BE49-F238E27FC236}">
                <a16:creationId xmlns:a16="http://schemas.microsoft.com/office/drawing/2014/main" id="{49B3E9E6-8D3F-47DA-AF7C-03DEC848D522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Cryo_14401">
            <a:extLst>
              <a:ext uri="{FF2B5EF4-FFF2-40B4-BE49-F238E27FC236}">
                <a16:creationId xmlns:a16="http://schemas.microsoft.com/office/drawing/2014/main" id="{B48007B3-3E34-4C1A-8807-27CC63DD29AB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Cryo_14402">
            <a:extLst>
              <a:ext uri="{FF2B5EF4-FFF2-40B4-BE49-F238E27FC236}">
                <a16:creationId xmlns:a16="http://schemas.microsoft.com/office/drawing/2014/main" id="{4D466CE2-6A46-4BE4-A8E7-81F0FC54C057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Cryo_14403">
            <a:extLst>
              <a:ext uri="{FF2B5EF4-FFF2-40B4-BE49-F238E27FC236}">
                <a16:creationId xmlns:a16="http://schemas.microsoft.com/office/drawing/2014/main" id="{25EB72EE-85A1-4377-A017-ADDF7215CB13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Cryo_14404">
            <a:extLst>
              <a:ext uri="{FF2B5EF4-FFF2-40B4-BE49-F238E27FC236}">
                <a16:creationId xmlns:a16="http://schemas.microsoft.com/office/drawing/2014/main" id="{9FCFD663-AC4B-4CCC-9BAC-5C2BDB97F581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Cryo_14405">
            <a:extLst>
              <a:ext uri="{FF2B5EF4-FFF2-40B4-BE49-F238E27FC236}">
                <a16:creationId xmlns:a16="http://schemas.microsoft.com/office/drawing/2014/main" id="{6AC8B695-0C3C-4E8C-BE33-9C7B58EF0D8A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Cryo_14406">
            <a:extLst>
              <a:ext uri="{FF2B5EF4-FFF2-40B4-BE49-F238E27FC236}">
                <a16:creationId xmlns:a16="http://schemas.microsoft.com/office/drawing/2014/main" id="{81EA3025-A467-4A7D-8345-DD7B69AD0A86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Cryo_14407">
            <a:extLst>
              <a:ext uri="{FF2B5EF4-FFF2-40B4-BE49-F238E27FC236}">
                <a16:creationId xmlns:a16="http://schemas.microsoft.com/office/drawing/2014/main" id="{55F749D8-A95D-4BB8-B4B7-7091A7ABD1CD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Cryo_14408">
            <a:extLst>
              <a:ext uri="{FF2B5EF4-FFF2-40B4-BE49-F238E27FC236}">
                <a16:creationId xmlns:a16="http://schemas.microsoft.com/office/drawing/2014/main" id="{97848701-498A-4FE0-A7D5-7378D9A21BCF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Cryo_14409">
            <a:extLst>
              <a:ext uri="{FF2B5EF4-FFF2-40B4-BE49-F238E27FC236}">
                <a16:creationId xmlns:a16="http://schemas.microsoft.com/office/drawing/2014/main" id="{DEA746AF-D11D-4D2C-874F-F8C98705EB14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Cryo_14410">
            <a:extLst>
              <a:ext uri="{FF2B5EF4-FFF2-40B4-BE49-F238E27FC236}">
                <a16:creationId xmlns:a16="http://schemas.microsoft.com/office/drawing/2014/main" id="{8BAE3414-3B11-45E3-87A3-50DB14EC865C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Cryo_14411">
            <a:extLst>
              <a:ext uri="{FF2B5EF4-FFF2-40B4-BE49-F238E27FC236}">
                <a16:creationId xmlns:a16="http://schemas.microsoft.com/office/drawing/2014/main" id="{2C2B7F2A-8723-4D26-A2E9-008B3C0E8EC6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Cryo_14412">
            <a:extLst>
              <a:ext uri="{FF2B5EF4-FFF2-40B4-BE49-F238E27FC236}">
                <a16:creationId xmlns:a16="http://schemas.microsoft.com/office/drawing/2014/main" id="{FBEE387C-F95B-4BDF-9FD8-D6D28DF69F3E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Cryo_14413">
            <a:extLst>
              <a:ext uri="{FF2B5EF4-FFF2-40B4-BE49-F238E27FC236}">
                <a16:creationId xmlns:a16="http://schemas.microsoft.com/office/drawing/2014/main" id="{526A9BC4-E8B5-4767-9635-173B8E90998F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Cryo_14414">
            <a:extLst>
              <a:ext uri="{FF2B5EF4-FFF2-40B4-BE49-F238E27FC236}">
                <a16:creationId xmlns:a16="http://schemas.microsoft.com/office/drawing/2014/main" id="{808E8D57-3306-4048-A7C1-A41FAE3474D7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Cryo_14415">
            <a:extLst>
              <a:ext uri="{FF2B5EF4-FFF2-40B4-BE49-F238E27FC236}">
                <a16:creationId xmlns:a16="http://schemas.microsoft.com/office/drawing/2014/main" id="{2E7DFCF2-DE49-410E-8EB0-72E75C14F2EC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Cryo_14416">
            <a:extLst>
              <a:ext uri="{FF2B5EF4-FFF2-40B4-BE49-F238E27FC236}">
                <a16:creationId xmlns:a16="http://schemas.microsoft.com/office/drawing/2014/main" id="{B5E27E41-BBE4-40DF-88AC-A04F2928D8C8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Cryo_14417">
            <a:extLst>
              <a:ext uri="{FF2B5EF4-FFF2-40B4-BE49-F238E27FC236}">
                <a16:creationId xmlns:a16="http://schemas.microsoft.com/office/drawing/2014/main" id="{7D6DFA79-1D6B-46FE-95DB-7BBB550F8359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Cryo_14418">
            <a:extLst>
              <a:ext uri="{FF2B5EF4-FFF2-40B4-BE49-F238E27FC236}">
                <a16:creationId xmlns:a16="http://schemas.microsoft.com/office/drawing/2014/main" id="{81EEAD4D-4F80-4691-932E-20282D82C624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Cryo_14419">
            <a:extLst>
              <a:ext uri="{FF2B5EF4-FFF2-40B4-BE49-F238E27FC236}">
                <a16:creationId xmlns:a16="http://schemas.microsoft.com/office/drawing/2014/main" id="{B50E70FA-D2D7-4B55-9E58-6E7DD013FE82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Cryo_14420">
            <a:extLst>
              <a:ext uri="{FF2B5EF4-FFF2-40B4-BE49-F238E27FC236}">
                <a16:creationId xmlns:a16="http://schemas.microsoft.com/office/drawing/2014/main" id="{784720A4-B9E3-481D-962B-23A8B62F88B0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Cryo_14421">
            <a:extLst>
              <a:ext uri="{FF2B5EF4-FFF2-40B4-BE49-F238E27FC236}">
                <a16:creationId xmlns:a16="http://schemas.microsoft.com/office/drawing/2014/main" id="{54126181-FE99-43D1-AC23-963AC4F5D0DD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Cryo_14422">
            <a:extLst>
              <a:ext uri="{FF2B5EF4-FFF2-40B4-BE49-F238E27FC236}">
                <a16:creationId xmlns:a16="http://schemas.microsoft.com/office/drawing/2014/main" id="{07451635-B58D-40E0-8D9B-95A8A859804E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Cryo_14423">
            <a:extLst>
              <a:ext uri="{FF2B5EF4-FFF2-40B4-BE49-F238E27FC236}">
                <a16:creationId xmlns:a16="http://schemas.microsoft.com/office/drawing/2014/main" id="{7884D879-DAE7-4ABF-86BB-5029B619A614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Cryo_14424">
            <a:extLst>
              <a:ext uri="{FF2B5EF4-FFF2-40B4-BE49-F238E27FC236}">
                <a16:creationId xmlns:a16="http://schemas.microsoft.com/office/drawing/2014/main" id="{5EFE2E77-13C0-4F99-AF3F-D64312C3B8C4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Cryo_14425">
            <a:extLst>
              <a:ext uri="{FF2B5EF4-FFF2-40B4-BE49-F238E27FC236}">
                <a16:creationId xmlns:a16="http://schemas.microsoft.com/office/drawing/2014/main" id="{E1F5B99B-B86F-477B-97BD-7DE0444D6475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Cryo_14426">
            <a:extLst>
              <a:ext uri="{FF2B5EF4-FFF2-40B4-BE49-F238E27FC236}">
                <a16:creationId xmlns:a16="http://schemas.microsoft.com/office/drawing/2014/main" id="{CF1C2AD1-C861-4B4F-BC1F-DFA969AD08EA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Cryo_14427">
            <a:extLst>
              <a:ext uri="{FF2B5EF4-FFF2-40B4-BE49-F238E27FC236}">
                <a16:creationId xmlns:a16="http://schemas.microsoft.com/office/drawing/2014/main" id="{D0E37DCE-6E30-4380-B880-98E1629DDD5C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Cryo_14428">
            <a:extLst>
              <a:ext uri="{FF2B5EF4-FFF2-40B4-BE49-F238E27FC236}">
                <a16:creationId xmlns:a16="http://schemas.microsoft.com/office/drawing/2014/main" id="{369CB05B-2A47-4E7B-A1F3-00FED9F4B163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Cryo_14429">
            <a:extLst>
              <a:ext uri="{FF2B5EF4-FFF2-40B4-BE49-F238E27FC236}">
                <a16:creationId xmlns:a16="http://schemas.microsoft.com/office/drawing/2014/main" id="{B3005BD8-C7D3-4AF3-A6D9-7D5D4ECA6616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Cryo_14430">
            <a:extLst>
              <a:ext uri="{FF2B5EF4-FFF2-40B4-BE49-F238E27FC236}">
                <a16:creationId xmlns:a16="http://schemas.microsoft.com/office/drawing/2014/main" id="{359F9875-1E97-4C2F-A977-7BFEB3CD195A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Cryo_14431">
            <a:extLst>
              <a:ext uri="{FF2B5EF4-FFF2-40B4-BE49-F238E27FC236}">
                <a16:creationId xmlns:a16="http://schemas.microsoft.com/office/drawing/2014/main" id="{C3D79608-513E-49F7-BE8A-4F0A390B0CD9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Cryo_14432">
            <a:extLst>
              <a:ext uri="{FF2B5EF4-FFF2-40B4-BE49-F238E27FC236}">
                <a16:creationId xmlns:a16="http://schemas.microsoft.com/office/drawing/2014/main" id="{E8D8F431-8071-4247-8522-EEFAEE7375AC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Cryo_14433">
            <a:extLst>
              <a:ext uri="{FF2B5EF4-FFF2-40B4-BE49-F238E27FC236}">
                <a16:creationId xmlns:a16="http://schemas.microsoft.com/office/drawing/2014/main" id="{CD0406EF-60A2-4B13-8C2D-F396FD5B66B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Cryo_14434">
            <a:extLst>
              <a:ext uri="{FF2B5EF4-FFF2-40B4-BE49-F238E27FC236}">
                <a16:creationId xmlns:a16="http://schemas.microsoft.com/office/drawing/2014/main" id="{0BA1C115-A237-4970-B220-6E42A568E35C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Cryo_14435">
            <a:extLst>
              <a:ext uri="{FF2B5EF4-FFF2-40B4-BE49-F238E27FC236}">
                <a16:creationId xmlns:a16="http://schemas.microsoft.com/office/drawing/2014/main" id="{6051DBF9-C015-4DAD-AAA0-E7309B73821B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Cryo_14436">
            <a:extLst>
              <a:ext uri="{FF2B5EF4-FFF2-40B4-BE49-F238E27FC236}">
                <a16:creationId xmlns:a16="http://schemas.microsoft.com/office/drawing/2014/main" id="{586EB6C0-53E4-436C-8A86-C7B17E917C00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Cryo_14437">
            <a:extLst>
              <a:ext uri="{FF2B5EF4-FFF2-40B4-BE49-F238E27FC236}">
                <a16:creationId xmlns:a16="http://schemas.microsoft.com/office/drawing/2014/main" id="{42899C3E-546B-4605-A317-A4F020213B54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Cryo_14438">
            <a:extLst>
              <a:ext uri="{FF2B5EF4-FFF2-40B4-BE49-F238E27FC236}">
                <a16:creationId xmlns:a16="http://schemas.microsoft.com/office/drawing/2014/main" id="{8E647BAE-5268-4A7A-9DCD-335BE3496783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Cryo_14439">
            <a:extLst>
              <a:ext uri="{FF2B5EF4-FFF2-40B4-BE49-F238E27FC236}">
                <a16:creationId xmlns:a16="http://schemas.microsoft.com/office/drawing/2014/main" id="{F626BEE7-FA0E-459C-8C78-4A0D78F41D32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Cryo_14440">
            <a:extLst>
              <a:ext uri="{FF2B5EF4-FFF2-40B4-BE49-F238E27FC236}">
                <a16:creationId xmlns:a16="http://schemas.microsoft.com/office/drawing/2014/main" id="{B87674D3-50FA-49CA-A9AD-D3BB6D002FB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Cryo_14441">
            <a:extLst>
              <a:ext uri="{FF2B5EF4-FFF2-40B4-BE49-F238E27FC236}">
                <a16:creationId xmlns:a16="http://schemas.microsoft.com/office/drawing/2014/main" id="{7719F204-A593-4B2E-94CB-42D7C84727E6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Cryo_14442">
            <a:extLst>
              <a:ext uri="{FF2B5EF4-FFF2-40B4-BE49-F238E27FC236}">
                <a16:creationId xmlns:a16="http://schemas.microsoft.com/office/drawing/2014/main" id="{159F0DDC-CBEB-4B18-8D4C-15B25BBA846B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Cryo_14443">
            <a:extLst>
              <a:ext uri="{FF2B5EF4-FFF2-40B4-BE49-F238E27FC236}">
                <a16:creationId xmlns:a16="http://schemas.microsoft.com/office/drawing/2014/main" id="{BF354BE4-442E-460F-859C-5989147BF8C0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Cryo_14444">
            <a:extLst>
              <a:ext uri="{FF2B5EF4-FFF2-40B4-BE49-F238E27FC236}">
                <a16:creationId xmlns:a16="http://schemas.microsoft.com/office/drawing/2014/main" id="{CD138FD8-D0E9-439C-9333-146ED460791B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Cryo_14445">
            <a:extLst>
              <a:ext uri="{FF2B5EF4-FFF2-40B4-BE49-F238E27FC236}">
                <a16:creationId xmlns:a16="http://schemas.microsoft.com/office/drawing/2014/main" id="{CE2E23FA-7C6B-493C-9C92-AE45354DD25F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Cryo_14446">
            <a:extLst>
              <a:ext uri="{FF2B5EF4-FFF2-40B4-BE49-F238E27FC236}">
                <a16:creationId xmlns:a16="http://schemas.microsoft.com/office/drawing/2014/main" id="{1458471F-1B78-40CF-8B07-A5D7E54AEDF7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Cryo_14447">
            <a:extLst>
              <a:ext uri="{FF2B5EF4-FFF2-40B4-BE49-F238E27FC236}">
                <a16:creationId xmlns:a16="http://schemas.microsoft.com/office/drawing/2014/main" id="{C5561247-ACF1-4197-A082-8BEC6381F0C6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Cryo_14448">
            <a:extLst>
              <a:ext uri="{FF2B5EF4-FFF2-40B4-BE49-F238E27FC236}">
                <a16:creationId xmlns:a16="http://schemas.microsoft.com/office/drawing/2014/main" id="{670FA463-8EB3-46C4-AB66-07AFC5AFDD04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Cryo_14449">
            <a:extLst>
              <a:ext uri="{FF2B5EF4-FFF2-40B4-BE49-F238E27FC236}">
                <a16:creationId xmlns:a16="http://schemas.microsoft.com/office/drawing/2014/main" id="{66ED5244-4D06-4353-89DE-8AA765DB14A6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Cryo_14450">
            <a:extLst>
              <a:ext uri="{FF2B5EF4-FFF2-40B4-BE49-F238E27FC236}">
                <a16:creationId xmlns:a16="http://schemas.microsoft.com/office/drawing/2014/main" id="{5103D5F6-83AF-4BB2-9CD1-5DFB0F5847A9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Cryo_14451">
            <a:extLst>
              <a:ext uri="{FF2B5EF4-FFF2-40B4-BE49-F238E27FC236}">
                <a16:creationId xmlns:a16="http://schemas.microsoft.com/office/drawing/2014/main" id="{3F23E37C-2D83-479C-B7E8-68C71806A540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Cryo_14452">
            <a:extLst>
              <a:ext uri="{FF2B5EF4-FFF2-40B4-BE49-F238E27FC236}">
                <a16:creationId xmlns:a16="http://schemas.microsoft.com/office/drawing/2014/main" id="{97D90CC7-7128-4D68-B6B8-27CB2971BBEE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Cryo_14453">
            <a:extLst>
              <a:ext uri="{FF2B5EF4-FFF2-40B4-BE49-F238E27FC236}">
                <a16:creationId xmlns:a16="http://schemas.microsoft.com/office/drawing/2014/main" id="{5E1A0A65-126D-4218-854D-DF792804214C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Cryo_14454">
            <a:extLst>
              <a:ext uri="{FF2B5EF4-FFF2-40B4-BE49-F238E27FC236}">
                <a16:creationId xmlns:a16="http://schemas.microsoft.com/office/drawing/2014/main" id="{54A399AB-944A-4A11-8FA6-5407D0CDB9DE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Cryo_14455">
            <a:extLst>
              <a:ext uri="{FF2B5EF4-FFF2-40B4-BE49-F238E27FC236}">
                <a16:creationId xmlns:a16="http://schemas.microsoft.com/office/drawing/2014/main" id="{E844FEDA-0452-44F7-89E6-8C5CB2106E2B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Cryo_14456">
            <a:extLst>
              <a:ext uri="{FF2B5EF4-FFF2-40B4-BE49-F238E27FC236}">
                <a16:creationId xmlns:a16="http://schemas.microsoft.com/office/drawing/2014/main" id="{88F294E4-15F8-4534-BCEE-7821B326BA8C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Cryo_14457">
            <a:extLst>
              <a:ext uri="{FF2B5EF4-FFF2-40B4-BE49-F238E27FC236}">
                <a16:creationId xmlns:a16="http://schemas.microsoft.com/office/drawing/2014/main" id="{03D2EDE0-05EB-478B-B29A-4263FEBF0C36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Cryo_14458">
            <a:extLst>
              <a:ext uri="{FF2B5EF4-FFF2-40B4-BE49-F238E27FC236}">
                <a16:creationId xmlns:a16="http://schemas.microsoft.com/office/drawing/2014/main" id="{D04B08E1-6339-4205-91EE-F52051CBC039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Cryo_14459">
            <a:extLst>
              <a:ext uri="{FF2B5EF4-FFF2-40B4-BE49-F238E27FC236}">
                <a16:creationId xmlns:a16="http://schemas.microsoft.com/office/drawing/2014/main" id="{E055D2DC-E77D-4E7A-AEA5-BF833CB8414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Cryo_14460">
            <a:extLst>
              <a:ext uri="{FF2B5EF4-FFF2-40B4-BE49-F238E27FC236}">
                <a16:creationId xmlns:a16="http://schemas.microsoft.com/office/drawing/2014/main" id="{4C5E401D-9415-4A03-8993-D570B74AD80C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Cryo_14461">
            <a:extLst>
              <a:ext uri="{FF2B5EF4-FFF2-40B4-BE49-F238E27FC236}">
                <a16:creationId xmlns:a16="http://schemas.microsoft.com/office/drawing/2014/main" id="{842597F9-1850-48B8-80FD-5628E3BDB0B2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Cryo_14462">
            <a:extLst>
              <a:ext uri="{FF2B5EF4-FFF2-40B4-BE49-F238E27FC236}">
                <a16:creationId xmlns:a16="http://schemas.microsoft.com/office/drawing/2014/main" id="{B5D19A61-F382-4F19-836B-AE41D66E266C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Cryo_14463">
            <a:extLst>
              <a:ext uri="{FF2B5EF4-FFF2-40B4-BE49-F238E27FC236}">
                <a16:creationId xmlns:a16="http://schemas.microsoft.com/office/drawing/2014/main" id="{F676858F-22EB-4459-9B9D-791D8F7CE75B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Cryo_14464">
            <a:extLst>
              <a:ext uri="{FF2B5EF4-FFF2-40B4-BE49-F238E27FC236}">
                <a16:creationId xmlns:a16="http://schemas.microsoft.com/office/drawing/2014/main" id="{FBCCC076-FB68-4098-8D9D-F68728F801B7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Cryo_14465">
            <a:extLst>
              <a:ext uri="{FF2B5EF4-FFF2-40B4-BE49-F238E27FC236}">
                <a16:creationId xmlns:a16="http://schemas.microsoft.com/office/drawing/2014/main" id="{9845D30C-A4E9-431D-B4AD-CA0210DBF741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Cryo_14466">
            <a:extLst>
              <a:ext uri="{FF2B5EF4-FFF2-40B4-BE49-F238E27FC236}">
                <a16:creationId xmlns:a16="http://schemas.microsoft.com/office/drawing/2014/main" id="{65A56DE7-7770-4F6A-B60F-DFBBB50B9BAE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Cryo_14467">
            <a:extLst>
              <a:ext uri="{FF2B5EF4-FFF2-40B4-BE49-F238E27FC236}">
                <a16:creationId xmlns:a16="http://schemas.microsoft.com/office/drawing/2014/main" id="{D0D350FB-ED3A-406D-91E3-8B099EDD4F55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Cryo_14468">
            <a:extLst>
              <a:ext uri="{FF2B5EF4-FFF2-40B4-BE49-F238E27FC236}">
                <a16:creationId xmlns:a16="http://schemas.microsoft.com/office/drawing/2014/main" id="{42D8E649-59BA-4101-B2E5-536F699F32E1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Cryo_14469">
            <a:extLst>
              <a:ext uri="{FF2B5EF4-FFF2-40B4-BE49-F238E27FC236}">
                <a16:creationId xmlns:a16="http://schemas.microsoft.com/office/drawing/2014/main" id="{E67B2F0B-5172-440C-8EB7-44FD8A683D96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Cryo_14470">
            <a:extLst>
              <a:ext uri="{FF2B5EF4-FFF2-40B4-BE49-F238E27FC236}">
                <a16:creationId xmlns:a16="http://schemas.microsoft.com/office/drawing/2014/main" id="{12B36AE3-6736-4B4C-9176-957B8D4304A0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Cryo_14471">
            <a:extLst>
              <a:ext uri="{FF2B5EF4-FFF2-40B4-BE49-F238E27FC236}">
                <a16:creationId xmlns:a16="http://schemas.microsoft.com/office/drawing/2014/main" id="{6E373217-0F25-454A-B64F-E0405A8FC426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Cryo_14472">
            <a:extLst>
              <a:ext uri="{FF2B5EF4-FFF2-40B4-BE49-F238E27FC236}">
                <a16:creationId xmlns:a16="http://schemas.microsoft.com/office/drawing/2014/main" id="{7BB1B976-C548-468F-9A96-3F2CCE5A48AC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Cryo_14473">
            <a:extLst>
              <a:ext uri="{FF2B5EF4-FFF2-40B4-BE49-F238E27FC236}">
                <a16:creationId xmlns:a16="http://schemas.microsoft.com/office/drawing/2014/main" id="{892A562C-2265-475A-BDF0-B1F04AA3665D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Cryo_14474">
            <a:extLst>
              <a:ext uri="{FF2B5EF4-FFF2-40B4-BE49-F238E27FC236}">
                <a16:creationId xmlns:a16="http://schemas.microsoft.com/office/drawing/2014/main" id="{73A85FE1-7E33-40D7-9205-CC16DDD8F715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Cryo_14475">
            <a:extLst>
              <a:ext uri="{FF2B5EF4-FFF2-40B4-BE49-F238E27FC236}">
                <a16:creationId xmlns:a16="http://schemas.microsoft.com/office/drawing/2014/main" id="{607B4857-E1B9-480B-B21F-BEBC6A54B3B0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Cryo_14476">
            <a:extLst>
              <a:ext uri="{FF2B5EF4-FFF2-40B4-BE49-F238E27FC236}">
                <a16:creationId xmlns:a16="http://schemas.microsoft.com/office/drawing/2014/main" id="{C42BE58C-DED6-4670-B931-CA2173D42666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Cryo_14477">
            <a:extLst>
              <a:ext uri="{FF2B5EF4-FFF2-40B4-BE49-F238E27FC236}">
                <a16:creationId xmlns:a16="http://schemas.microsoft.com/office/drawing/2014/main" id="{2011DC0E-588E-4361-BFC9-4D434BA933EB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Cryo_14478">
            <a:extLst>
              <a:ext uri="{FF2B5EF4-FFF2-40B4-BE49-F238E27FC236}">
                <a16:creationId xmlns:a16="http://schemas.microsoft.com/office/drawing/2014/main" id="{D9595E10-862D-407E-92EC-141116946956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Cryo_14479">
            <a:extLst>
              <a:ext uri="{FF2B5EF4-FFF2-40B4-BE49-F238E27FC236}">
                <a16:creationId xmlns:a16="http://schemas.microsoft.com/office/drawing/2014/main" id="{EBCB7636-71C7-4F56-82D6-E1DF1F636526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Cryo_14480">
            <a:extLst>
              <a:ext uri="{FF2B5EF4-FFF2-40B4-BE49-F238E27FC236}">
                <a16:creationId xmlns:a16="http://schemas.microsoft.com/office/drawing/2014/main" id="{D38E57A6-AC05-4DFC-8BC4-B06BEC1DADCF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Cryo_14481">
            <a:extLst>
              <a:ext uri="{FF2B5EF4-FFF2-40B4-BE49-F238E27FC236}">
                <a16:creationId xmlns:a16="http://schemas.microsoft.com/office/drawing/2014/main" id="{1EBEA0C8-30F8-4A76-A297-6ABAA22E6E07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Cryo_14482">
            <a:extLst>
              <a:ext uri="{FF2B5EF4-FFF2-40B4-BE49-F238E27FC236}">
                <a16:creationId xmlns:a16="http://schemas.microsoft.com/office/drawing/2014/main" id="{77ACB81C-CC11-4727-B255-D3F9D76EE52E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Cryo_14483">
            <a:extLst>
              <a:ext uri="{FF2B5EF4-FFF2-40B4-BE49-F238E27FC236}">
                <a16:creationId xmlns:a16="http://schemas.microsoft.com/office/drawing/2014/main" id="{BBCCEB93-E1E0-4D7D-9AD6-3B1B6022229B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Cryo_14484">
            <a:extLst>
              <a:ext uri="{FF2B5EF4-FFF2-40B4-BE49-F238E27FC236}">
                <a16:creationId xmlns:a16="http://schemas.microsoft.com/office/drawing/2014/main" id="{B20D9923-CA5F-4261-9B98-26F96237141D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Cryo_14485">
            <a:extLst>
              <a:ext uri="{FF2B5EF4-FFF2-40B4-BE49-F238E27FC236}">
                <a16:creationId xmlns:a16="http://schemas.microsoft.com/office/drawing/2014/main" id="{1D10AF53-EF37-4F34-B144-9564ABC4C73A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Cryo_14486">
            <a:extLst>
              <a:ext uri="{FF2B5EF4-FFF2-40B4-BE49-F238E27FC236}">
                <a16:creationId xmlns:a16="http://schemas.microsoft.com/office/drawing/2014/main" id="{6C5C95D8-AAE3-4E15-851C-423E032D5FAD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Cryo_14487">
            <a:extLst>
              <a:ext uri="{FF2B5EF4-FFF2-40B4-BE49-F238E27FC236}">
                <a16:creationId xmlns:a16="http://schemas.microsoft.com/office/drawing/2014/main" id="{C534E864-FD96-4807-B393-546D61373B7D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Cryo_14488">
            <a:extLst>
              <a:ext uri="{FF2B5EF4-FFF2-40B4-BE49-F238E27FC236}">
                <a16:creationId xmlns:a16="http://schemas.microsoft.com/office/drawing/2014/main" id="{C465358E-D008-4A18-80A3-5713C129B961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Cryo_14489">
            <a:extLst>
              <a:ext uri="{FF2B5EF4-FFF2-40B4-BE49-F238E27FC236}">
                <a16:creationId xmlns:a16="http://schemas.microsoft.com/office/drawing/2014/main" id="{DA9D3586-675E-45C3-82EA-DC2208411681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Cryo_14490">
            <a:extLst>
              <a:ext uri="{FF2B5EF4-FFF2-40B4-BE49-F238E27FC236}">
                <a16:creationId xmlns:a16="http://schemas.microsoft.com/office/drawing/2014/main" id="{92E18242-9A91-4219-8586-C5466C030144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Cryo_14491">
            <a:extLst>
              <a:ext uri="{FF2B5EF4-FFF2-40B4-BE49-F238E27FC236}">
                <a16:creationId xmlns:a16="http://schemas.microsoft.com/office/drawing/2014/main" id="{00FA8B85-8A47-4849-B3BC-A4E3C6A3986A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Cryo_14492">
            <a:extLst>
              <a:ext uri="{FF2B5EF4-FFF2-40B4-BE49-F238E27FC236}">
                <a16:creationId xmlns:a16="http://schemas.microsoft.com/office/drawing/2014/main" id="{F0601AB6-16F7-4A15-AD74-2CFDCA48081A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Cryo_14493">
            <a:extLst>
              <a:ext uri="{FF2B5EF4-FFF2-40B4-BE49-F238E27FC236}">
                <a16:creationId xmlns:a16="http://schemas.microsoft.com/office/drawing/2014/main" id="{87403DCF-F845-46D9-A156-6FEB3EDC6BBE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Cryo_14494">
            <a:extLst>
              <a:ext uri="{FF2B5EF4-FFF2-40B4-BE49-F238E27FC236}">
                <a16:creationId xmlns:a16="http://schemas.microsoft.com/office/drawing/2014/main" id="{728B7453-C12F-4AFE-832E-7D14D3C70DAE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Cryo_14495">
            <a:extLst>
              <a:ext uri="{FF2B5EF4-FFF2-40B4-BE49-F238E27FC236}">
                <a16:creationId xmlns:a16="http://schemas.microsoft.com/office/drawing/2014/main" id="{C4B937B7-BAA2-4CE5-93F8-80C5142A5F43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Cryo_14496">
            <a:extLst>
              <a:ext uri="{FF2B5EF4-FFF2-40B4-BE49-F238E27FC236}">
                <a16:creationId xmlns:a16="http://schemas.microsoft.com/office/drawing/2014/main" id="{5658F06B-F009-48D3-AAB0-ECE3CE3ABF7C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Cryo_14497">
            <a:extLst>
              <a:ext uri="{FF2B5EF4-FFF2-40B4-BE49-F238E27FC236}">
                <a16:creationId xmlns:a16="http://schemas.microsoft.com/office/drawing/2014/main" id="{D489DBE8-3012-4151-A0D1-30D83B945F15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Cryo_14498">
            <a:extLst>
              <a:ext uri="{FF2B5EF4-FFF2-40B4-BE49-F238E27FC236}">
                <a16:creationId xmlns:a16="http://schemas.microsoft.com/office/drawing/2014/main" id="{30DB5B6B-9893-4A8A-9783-2D078527D0A5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Cryo_14499">
            <a:extLst>
              <a:ext uri="{FF2B5EF4-FFF2-40B4-BE49-F238E27FC236}">
                <a16:creationId xmlns:a16="http://schemas.microsoft.com/office/drawing/2014/main" id="{F9D0CE89-93AF-46AF-99AA-120F61E5862F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Cryo_14500">
            <a:extLst>
              <a:ext uri="{FF2B5EF4-FFF2-40B4-BE49-F238E27FC236}">
                <a16:creationId xmlns:a16="http://schemas.microsoft.com/office/drawing/2014/main" id="{400CC249-EA2D-4E10-BB32-BCA9AEF4ECC4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Cryo_14501">
            <a:extLst>
              <a:ext uri="{FF2B5EF4-FFF2-40B4-BE49-F238E27FC236}">
                <a16:creationId xmlns:a16="http://schemas.microsoft.com/office/drawing/2014/main" id="{E1814119-3B4D-4CBE-9C67-56CDC768015E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Cryo_14502">
            <a:extLst>
              <a:ext uri="{FF2B5EF4-FFF2-40B4-BE49-F238E27FC236}">
                <a16:creationId xmlns:a16="http://schemas.microsoft.com/office/drawing/2014/main" id="{7A498CF1-D1AE-4CCE-8FB8-010335602690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Cryo_14503">
            <a:extLst>
              <a:ext uri="{FF2B5EF4-FFF2-40B4-BE49-F238E27FC236}">
                <a16:creationId xmlns:a16="http://schemas.microsoft.com/office/drawing/2014/main" id="{863D7336-4863-4970-A6DD-A0183D2AF105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Cryo_14504">
            <a:extLst>
              <a:ext uri="{FF2B5EF4-FFF2-40B4-BE49-F238E27FC236}">
                <a16:creationId xmlns:a16="http://schemas.microsoft.com/office/drawing/2014/main" id="{6B356FE4-7D74-4E86-B726-7DE6C25FF7EF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Cryo_14505">
            <a:extLst>
              <a:ext uri="{FF2B5EF4-FFF2-40B4-BE49-F238E27FC236}">
                <a16:creationId xmlns:a16="http://schemas.microsoft.com/office/drawing/2014/main" id="{E7E88883-C3A5-4156-B7A5-FEF4D124A525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Cryo_14506">
            <a:extLst>
              <a:ext uri="{FF2B5EF4-FFF2-40B4-BE49-F238E27FC236}">
                <a16:creationId xmlns:a16="http://schemas.microsoft.com/office/drawing/2014/main" id="{F5FE8258-338D-4686-A677-4C2F36790E33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Cryo_14507">
            <a:extLst>
              <a:ext uri="{FF2B5EF4-FFF2-40B4-BE49-F238E27FC236}">
                <a16:creationId xmlns:a16="http://schemas.microsoft.com/office/drawing/2014/main" id="{B95A3245-FDDF-46DB-98C4-E52298D88123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Cryo_14508">
            <a:extLst>
              <a:ext uri="{FF2B5EF4-FFF2-40B4-BE49-F238E27FC236}">
                <a16:creationId xmlns:a16="http://schemas.microsoft.com/office/drawing/2014/main" id="{EF374AB9-1C8B-4054-8E37-CB088BFA6905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Cryo_14509">
            <a:extLst>
              <a:ext uri="{FF2B5EF4-FFF2-40B4-BE49-F238E27FC236}">
                <a16:creationId xmlns:a16="http://schemas.microsoft.com/office/drawing/2014/main" id="{A3075036-4C6E-4006-8668-6817353B5D3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Cryo_14510">
            <a:extLst>
              <a:ext uri="{FF2B5EF4-FFF2-40B4-BE49-F238E27FC236}">
                <a16:creationId xmlns:a16="http://schemas.microsoft.com/office/drawing/2014/main" id="{30D3DF9B-7E21-436F-A388-B829C6EE0809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Cryo_14511">
            <a:extLst>
              <a:ext uri="{FF2B5EF4-FFF2-40B4-BE49-F238E27FC236}">
                <a16:creationId xmlns:a16="http://schemas.microsoft.com/office/drawing/2014/main" id="{101337A2-9C7D-41F4-AE38-BD40530AD289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Cryo_14512">
            <a:extLst>
              <a:ext uri="{FF2B5EF4-FFF2-40B4-BE49-F238E27FC236}">
                <a16:creationId xmlns:a16="http://schemas.microsoft.com/office/drawing/2014/main" id="{61E25764-0664-4488-AE8E-67556C34A562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Cryo_14513">
            <a:extLst>
              <a:ext uri="{FF2B5EF4-FFF2-40B4-BE49-F238E27FC236}">
                <a16:creationId xmlns:a16="http://schemas.microsoft.com/office/drawing/2014/main" id="{66C308A4-C770-43FC-8A31-0AB9D7900109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Cryo_14514">
            <a:extLst>
              <a:ext uri="{FF2B5EF4-FFF2-40B4-BE49-F238E27FC236}">
                <a16:creationId xmlns:a16="http://schemas.microsoft.com/office/drawing/2014/main" id="{3AD89EB9-1A65-47AE-844E-43A062C97FBD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Cryo_14515">
            <a:extLst>
              <a:ext uri="{FF2B5EF4-FFF2-40B4-BE49-F238E27FC236}">
                <a16:creationId xmlns:a16="http://schemas.microsoft.com/office/drawing/2014/main" id="{0B772E99-F650-48E8-A5EA-859F3E0783B5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Cryo_14516">
            <a:extLst>
              <a:ext uri="{FF2B5EF4-FFF2-40B4-BE49-F238E27FC236}">
                <a16:creationId xmlns:a16="http://schemas.microsoft.com/office/drawing/2014/main" id="{117705A5-E435-4040-8E87-C7B16C5FD7B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Cryo_14517">
            <a:extLst>
              <a:ext uri="{FF2B5EF4-FFF2-40B4-BE49-F238E27FC236}">
                <a16:creationId xmlns:a16="http://schemas.microsoft.com/office/drawing/2014/main" id="{217CE61E-CFF5-4D1C-84AA-2A7D103C2352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Cryo_14518">
            <a:extLst>
              <a:ext uri="{FF2B5EF4-FFF2-40B4-BE49-F238E27FC236}">
                <a16:creationId xmlns:a16="http://schemas.microsoft.com/office/drawing/2014/main" id="{FD6F7704-279B-4654-85EA-BA1291A08BE6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Cryo_14519">
            <a:extLst>
              <a:ext uri="{FF2B5EF4-FFF2-40B4-BE49-F238E27FC236}">
                <a16:creationId xmlns:a16="http://schemas.microsoft.com/office/drawing/2014/main" id="{E81D979A-D168-4EEB-A40D-0E8EDE08BCE9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Cryo_14520">
            <a:extLst>
              <a:ext uri="{FF2B5EF4-FFF2-40B4-BE49-F238E27FC236}">
                <a16:creationId xmlns:a16="http://schemas.microsoft.com/office/drawing/2014/main" id="{F2B71A13-55A1-44E5-98FA-943F7C1FDC1D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Cryo_14521">
            <a:extLst>
              <a:ext uri="{FF2B5EF4-FFF2-40B4-BE49-F238E27FC236}">
                <a16:creationId xmlns:a16="http://schemas.microsoft.com/office/drawing/2014/main" id="{4D2F2E69-FEEF-40DA-9E3D-34924B0CBD3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Cryo_14522">
            <a:extLst>
              <a:ext uri="{FF2B5EF4-FFF2-40B4-BE49-F238E27FC236}">
                <a16:creationId xmlns:a16="http://schemas.microsoft.com/office/drawing/2014/main" id="{BD831231-AC95-4B45-935F-54F0A4842041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Cryo_14523">
            <a:extLst>
              <a:ext uri="{FF2B5EF4-FFF2-40B4-BE49-F238E27FC236}">
                <a16:creationId xmlns:a16="http://schemas.microsoft.com/office/drawing/2014/main" id="{2CDE048B-59B3-4EDD-847F-A87B7430071B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Cryo_14524">
            <a:extLst>
              <a:ext uri="{FF2B5EF4-FFF2-40B4-BE49-F238E27FC236}">
                <a16:creationId xmlns:a16="http://schemas.microsoft.com/office/drawing/2014/main" id="{FF18C637-F38E-4D45-A43A-F531A43F1914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Cryo_14525">
            <a:extLst>
              <a:ext uri="{FF2B5EF4-FFF2-40B4-BE49-F238E27FC236}">
                <a16:creationId xmlns:a16="http://schemas.microsoft.com/office/drawing/2014/main" id="{3592D836-817C-4D1C-8A77-111F4D0B6A1D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Cryo_14526">
            <a:extLst>
              <a:ext uri="{FF2B5EF4-FFF2-40B4-BE49-F238E27FC236}">
                <a16:creationId xmlns:a16="http://schemas.microsoft.com/office/drawing/2014/main" id="{40E3C3A4-2291-4967-8E77-DE2B24B53D2D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Cryo_14527">
            <a:extLst>
              <a:ext uri="{FF2B5EF4-FFF2-40B4-BE49-F238E27FC236}">
                <a16:creationId xmlns:a16="http://schemas.microsoft.com/office/drawing/2014/main" id="{1342A063-EDCF-47A5-9353-68F7140B39B2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Cryo_14528">
            <a:extLst>
              <a:ext uri="{FF2B5EF4-FFF2-40B4-BE49-F238E27FC236}">
                <a16:creationId xmlns:a16="http://schemas.microsoft.com/office/drawing/2014/main" id="{C39CD5FD-1A2D-4CF9-9B98-EE21AC251825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Cryo_14529">
            <a:extLst>
              <a:ext uri="{FF2B5EF4-FFF2-40B4-BE49-F238E27FC236}">
                <a16:creationId xmlns:a16="http://schemas.microsoft.com/office/drawing/2014/main" id="{3FEB50BC-8DB6-4777-98C1-9CE438D4BAF4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Cryo_14530">
            <a:extLst>
              <a:ext uri="{FF2B5EF4-FFF2-40B4-BE49-F238E27FC236}">
                <a16:creationId xmlns:a16="http://schemas.microsoft.com/office/drawing/2014/main" id="{110A2F3A-8C24-4C05-BAE3-F7105B90B23E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Cryo_14531">
            <a:extLst>
              <a:ext uri="{FF2B5EF4-FFF2-40B4-BE49-F238E27FC236}">
                <a16:creationId xmlns:a16="http://schemas.microsoft.com/office/drawing/2014/main" id="{094CFA19-B2FC-4B44-8CF2-BC86276B4ACC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Cryo_14532">
            <a:extLst>
              <a:ext uri="{FF2B5EF4-FFF2-40B4-BE49-F238E27FC236}">
                <a16:creationId xmlns:a16="http://schemas.microsoft.com/office/drawing/2014/main" id="{63F9ECC0-EB96-42B9-A1C0-752FA431257E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Cryo_14533">
            <a:extLst>
              <a:ext uri="{FF2B5EF4-FFF2-40B4-BE49-F238E27FC236}">
                <a16:creationId xmlns:a16="http://schemas.microsoft.com/office/drawing/2014/main" id="{3155E222-53C8-4CEA-ADED-87BC59597963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Cryo_14534">
            <a:extLst>
              <a:ext uri="{FF2B5EF4-FFF2-40B4-BE49-F238E27FC236}">
                <a16:creationId xmlns:a16="http://schemas.microsoft.com/office/drawing/2014/main" id="{CE933202-1294-4EBD-BFAA-6774BC4D59EB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Cryo_14535">
            <a:extLst>
              <a:ext uri="{FF2B5EF4-FFF2-40B4-BE49-F238E27FC236}">
                <a16:creationId xmlns:a16="http://schemas.microsoft.com/office/drawing/2014/main" id="{13202473-7ADC-499D-B674-CE9F5E4AB105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Cryo_14536">
            <a:extLst>
              <a:ext uri="{FF2B5EF4-FFF2-40B4-BE49-F238E27FC236}">
                <a16:creationId xmlns:a16="http://schemas.microsoft.com/office/drawing/2014/main" id="{E0A2A00A-BE57-4C99-93A8-643EB026BB0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Cryo_14537">
            <a:extLst>
              <a:ext uri="{FF2B5EF4-FFF2-40B4-BE49-F238E27FC236}">
                <a16:creationId xmlns:a16="http://schemas.microsoft.com/office/drawing/2014/main" id="{8DC4E3DC-8C4D-4133-8EF4-B848B05DA6F8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Cryo_14538">
            <a:extLst>
              <a:ext uri="{FF2B5EF4-FFF2-40B4-BE49-F238E27FC236}">
                <a16:creationId xmlns:a16="http://schemas.microsoft.com/office/drawing/2014/main" id="{2E0F14E6-3B63-4A77-9716-1C3548F037A5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Cryo_14539">
            <a:extLst>
              <a:ext uri="{FF2B5EF4-FFF2-40B4-BE49-F238E27FC236}">
                <a16:creationId xmlns:a16="http://schemas.microsoft.com/office/drawing/2014/main" id="{8B59D503-10A4-447D-B7FF-1883DB17A654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Cryo_14540">
            <a:extLst>
              <a:ext uri="{FF2B5EF4-FFF2-40B4-BE49-F238E27FC236}">
                <a16:creationId xmlns:a16="http://schemas.microsoft.com/office/drawing/2014/main" id="{93CC6E9E-BE6B-43D9-B17C-B4E0DBF866D4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Cryo_14541">
            <a:extLst>
              <a:ext uri="{FF2B5EF4-FFF2-40B4-BE49-F238E27FC236}">
                <a16:creationId xmlns:a16="http://schemas.microsoft.com/office/drawing/2014/main" id="{F6A5CD8A-F745-4148-86E0-D32C264AC7E3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Cryo_14542">
            <a:extLst>
              <a:ext uri="{FF2B5EF4-FFF2-40B4-BE49-F238E27FC236}">
                <a16:creationId xmlns:a16="http://schemas.microsoft.com/office/drawing/2014/main" id="{0FEF9CA6-71BF-4D3B-932B-A86194699FAD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Cryo_14543">
            <a:extLst>
              <a:ext uri="{FF2B5EF4-FFF2-40B4-BE49-F238E27FC236}">
                <a16:creationId xmlns:a16="http://schemas.microsoft.com/office/drawing/2014/main" id="{E6565774-7D71-48E8-A47B-35E479CAA125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Cryo_14544">
            <a:extLst>
              <a:ext uri="{FF2B5EF4-FFF2-40B4-BE49-F238E27FC236}">
                <a16:creationId xmlns:a16="http://schemas.microsoft.com/office/drawing/2014/main" id="{24E96062-5100-4F7E-A906-D76A379857AD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Cryo_14545">
            <a:extLst>
              <a:ext uri="{FF2B5EF4-FFF2-40B4-BE49-F238E27FC236}">
                <a16:creationId xmlns:a16="http://schemas.microsoft.com/office/drawing/2014/main" id="{6B809CF6-1413-4B33-A3DA-F8822B245877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Cryo_14546">
            <a:extLst>
              <a:ext uri="{FF2B5EF4-FFF2-40B4-BE49-F238E27FC236}">
                <a16:creationId xmlns:a16="http://schemas.microsoft.com/office/drawing/2014/main" id="{DE615B0D-43BD-4CBF-A3CC-9313CEFEE5AE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Cryo_14547">
            <a:extLst>
              <a:ext uri="{FF2B5EF4-FFF2-40B4-BE49-F238E27FC236}">
                <a16:creationId xmlns:a16="http://schemas.microsoft.com/office/drawing/2014/main" id="{5507386B-BE55-4BAD-BEE5-EEE070ACCBED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Cryo_14548">
            <a:extLst>
              <a:ext uri="{FF2B5EF4-FFF2-40B4-BE49-F238E27FC236}">
                <a16:creationId xmlns:a16="http://schemas.microsoft.com/office/drawing/2014/main" id="{B70CCA62-DC98-4289-BC50-E8DF424F20C0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Cryo_14549">
            <a:extLst>
              <a:ext uri="{FF2B5EF4-FFF2-40B4-BE49-F238E27FC236}">
                <a16:creationId xmlns:a16="http://schemas.microsoft.com/office/drawing/2014/main" id="{C2FE6D6F-987E-4EC8-A2DE-E96186693663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Cryo_14550">
            <a:extLst>
              <a:ext uri="{FF2B5EF4-FFF2-40B4-BE49-F238E27FC236}">
                <a16:creationId xmlns:a16="http://schemas.microsoft.com/office/drawing/2014/main" id="{4B39A8B5-6F96-461D-B8CF-8C50C779E76C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Cryo_14551">
            <a:extLst>
              <a:ext uri="{FF2B5EF4-FFF2-40B4-BE49-F238E27FC236}">
                <a16:creationId xmlns:a16="http://schemas.microsoft.com/office/drawing/2014/main" id="{300C5291-7D08-4C20-BAA7-A1D560CCB929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Cryo_14552">
            <a:extLst>
              <a:ext uri="{FF2B5EF4-FFF2-40B4-BE49-F238E27FC236}">
                <a16:creationId xmlns:a16="http://schemas.microsoft.com/office/drawing/2014/main" id="{12DDCC31-B2BD-4B77-8257-8302B6DDEEFE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Cryo_14553">
            <a:extLst>
              <a:ext uri="{FF2B5EF4-FFF2-40B4-BE49-F238E27FC236}">
                <a16:creationId xmlns:a16="http://schemas.microsoft.com/office/drawing/2014/main" id="{3E1AF69C-7F0F-4CDF-9FA3-6C3E4FFA6787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Cryo_14554">
            <a:extLst>
              <a:ext uri="{FF2B5EF4-FFF2-40B4-BE49-F238E27FC236}">
                <a16:creationId xmlns:a16="http://schemas.microsoft.com/office/drawing/2014/main" id="{2AC9B375-597D-4D5A-8657-49909E4496BA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Cryo_14555">
            <a:extLst>
              <a:ext uri="{FF2B5EF4-FFF2-40B4-BE49-F238E27FC236}">
                <a16:creationId xmlns:a16="http://schemas.microsoft.com/office/drawing/2014/main" id="{7D996D77-C581-4D20-8339-70BBFAE20917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Cryo_14556">
            <a:extLst>
              <a:ext uri="{FF2B5EF4-FFF2-40B4-BE49-F238E27FC236}">
                <a16:creationId xmlns:a16="http://schemas.microsoft.com/office/drawing/2014/main" id="{127743EB-9C7A-4935-9D2E-316D509A8386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Cryo_14557">
            <a:extLst>
              <a:ext uri="{FF2B5EF4-FFF2-40B4-BE49-F238E27FC236}">
                <a16:creationId xmlns:a16="http://schemas.microsoft.com/office/drawing/2014/main" id="{8F9A858B-4551-4555-A9FB-E9AA62B87E6F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Cryo_14558">
            <a:extLst>
              <a:ext uri="{FF2B5EF4-FFF2-40B4-BE49-F238E27FC236}">
                <a16:creationId xmlns:a16="http://schemas.microsoft.com/office/drawing/2014/main" id="{A438C3F2-9C38-46DD-9508-3D7B7C8107F7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Cryo_14559">
            <a:extLst>
              <a:ext uri="{FF2B5EF4-FFF2-40B4-BE49-F238E27FC236}">
                <a16:creationId xmlns:a16="http://schemas.microsoft.com/office/drawing/2014/main" id="{9A561FFA-3221-49B5-B2FA-D4DEE187C4B3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Cryo_14560">
            <a:extLst>
              <a:ext uri="{FF2B5EF4-FFF2-40B4-BE49-F238E27FC236}">
                <a16:creationId xmlns:a16="http://schemas.microsoft.com/office/drawing/2014/main" id="{AD3C1700-17F9-4BA1-8007-E7B136078ACA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Cryo_14561">
            <a:extLst>
              <a:ext uri="{FF2B5EF4-FFF2-40B4-BE49-F238E27FC236}">
                <a16:creationId xmlns:a16="http://schemas.microsoft.com/office/drawing/2014/main" id="{73819B35-DC73-4A75-AFDD-824787871695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Cryo_14562">
            <a:extLst>
              <a:ext uri="{FF2B5EF4-FFF2-40B4-BE49-F238E27FC236}">
                <a16:creationId xmlns:a16="http://schemas.microsoft.com/office/drawing/2014/main" id="{7BB0FE35-5412-461A-A80B-E77E70AF9637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Cryo_14563">
            <a:extLst>
              <a:ext uri="{FF2B5EF4-FFF2-40B4-BE49-F238E27FC236}">
                <a16:creationId xmlns:a16="http://schemas.microsoft.com/office/drawing/2014/main" id="{8034D56F-34D4-42DA-81F1-A068119592D7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Cryo_14564">
            <a:extLst>
              <a:ext uri="{FF2B5EF4-FFF2-40B4-BE49-F238E27FC236}">
                <a16:creationId xmlns:a16="http://schemas.microsoft.com/office/drawing/2014/main" id="{9CF2C944-52B5-47FC-A88F-6F9EB0C7D50C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Cryo_14565">
            <a:extLst>
              <a:ext uri="{FF2B5EF4-FFF2-40B4-BE49-F238E27FC236}">
                <a16:creationId xmlns:a16="http://schemas.microsoft.com/office/drawing/2014/main" id="{3FA15AF7-F901-4096-9749-4D6BDE3D34B1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Cryo_14566">
            <a:extLst>
              <a:ext uri="{FF2B5EF4-FFF2-40B4-BE49-F238E27FC236}">
                <a16:creationId xmlns:a16="http://schemas.microsoft.com/office/drawing/2014/main" id="{650E8B01-A48F-492D-AC19-36F16802B5E9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Cryo_14567">
            <a:extLst>
              <a:ext uri="{FF2B5EF4-FFF2-40B4-BE49-F238E27FC236}">
                <a16:creationId xmlns:a16="http://schemas.microsoft.com/office/drawing/2014/main" id="{7A30CA23-7068-4B0B-BB8E-57D1EE01614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Cryo_14568">
            <a:extLst>
              <a:ext uri="{FF2B5EF4-FFF2-40B4-BE49-F238E27FC236}">
                <a16:creationId xmlns:a16="http://schemas.microsoft.com/office/drawing/2014/main" id="{47CD1771-D1B7-4325-ADB5-6F59AF69863F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Cryo_14569">
            <a:extLst>
              <a:ext uri="{FF2B5EF4-FFF2-40B4-BE49-F238E27FC236}">
                <a16:creationId xmlns:a16="http://schemas.microsoft.com/office/drawing/2014/main" id="{E3347B98-0371-4760-B24F-D4E8C5B1F3A8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Cryo_14570">
            <a:extLst>
              <a:ext uri="{FF2B5EF4-FFF2-40B4-BE49-F238E27FC236}">
                <a16:creationId xmlns:a16="http://schemas.microsoft.com/office/drawing/2014/main" id="{E06E993A-5A03-4A56-A184-381A57483FBA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Cryo_14571">
            <a:extLst>
              <a:ext uri="{FF2B5EF4-FFF2-40B4-BE49-F238E27FC236}">
                <a16:creationId xmlns:a16="http://schemas.microsoft.com/office/drawing/2014/main" id="{0C71BC03-4AB8-4B50-876B-A9DA639EB3B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Cryo_14572">
            <a:extLst>
              <a:ext uri="{FF2B5EF4-FFF2-40B4-BE49-F238E27FC236}">
                <a16:creationId xmlns:a16="http://schemas.microsoft.com/office/drawing/2014/main" id="{9514F419-D3AB-4486-8719-6BE4202D4738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Cryo_14573">
            <a:extLst>
              <a:ext uri="{FF2B5EF4-FFF2-40B4-BE49-F238E27FC236}">
                <a16:creationId xmlns:a16="http://schemas.microsoft.com/office/drawing/2014/main" id="{AFA91853-8092-4FAC-B14B-9A2F707AB9E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Cryo_14574">
            <a:extLst>
              <a:ext uri="{FF2B5EF4-FFF2-40B4-BE49-F238E27FC236}">
                <a16:creationId xmlns:a16="http://schemas.microsoft.com/office/drawing/2014/main" id="{91918D16-B1B6-4B5F-AF2F-4EE42E24615E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Cryo_14575">
            <a:extLst>
              <a:ext uri="{FF2B5EF4-FFF2-40B4-BE49-F238E27FC236}">
                <a16:creationId xmlns:a16="http://schemas.microsoft.com/office/drawing/2014/main" id="{953DE0D6-56B5-4934-B21C-9AACE777CBD0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Cryo_14576">
            <a:extLst>
              <a:ext uri="{FF2B5EF4-FFF2-40B4-BE49-F238E27FC236}">
                <a16:creationId xmlns:a16="http://schemas.microsoft.com/office/drawing/2014/main" id="{664ACE9A-6DC2-4F6C-89FD-F5246DDD2FE7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Cryo_14577">
            <a:extLst>
              <a:ext uri="{FF2B5EF4-FFF2-40B4-BE49-F238E27FC236}">
                <a16:creationId xmlns:a16="http://schemas.microsoft.com/office/drawing/2014/main" id="{8F156576-F87D-4EFF-A895-E1A4117B02CE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Cryo_14578">
            <a:extLst>
              <a:ext uri="{FF2B5EF4-FFF2-40B4-BE49-F238E27FC236}">
                <a16:creationId xmlns:a16="http://schemas.microsoft.com/office/drawing/2014/main" id="{B8979D86-9CAB-4DFF-9990-ED1B222E33A1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Cryo_14579">
            <a:extLst>
              <a:ext uri="{FF2B5EF4-FFF2-40B4-BE49-F238E27FC236}">
                <a16:creationId xmlns:a16="http://schemas.microsoft.com/office/drawing/2014/main" id="{77BFF990-41ED-4A20-9B6C-EACA414A0FCA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Cryo_14580">
            <a:extLst>
              <a:ext uri="{FF2B5EF4-FFF2-40B4-BE49-F238E27FC236}">
                <a16:creationId xmlns:a16="http://schemas.microsoft.com/office/drawing/2014/main" id="{DC131B51-880C-4BFA-9A0D-81CBD51E3E19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Cryo_14581">
            <a:extLst>
              <a:ext uri="{FF2B5EF4-FFF2-40B4-BE49-F238E27FC236}">
                <a16:creationId xmlns:a16="http://schemas.microsoft.com/office/drawing/2014/main" id="{5DEE2F35-ACE8-4D46-AD34-EC0D96F5363E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Cryo_14582">
            <a:extLst>
              <a:ext uri="{FF2B5EF4-FFF2-40B4-BE49-F238E27FC236}">
                <a16:creationId xmlns:a16="http://schemas.microsoft.com/office/drawing/2014/main" id="{E084C87D-E0B6-4E26-9558-75C672E58212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Cryo_14583">
            <a:extLst>
              <a:ext uri="{FF2B5EF4-FFF2-40B4-BE49-F238E27FC236}">
                <a16:creationId xmlns:a16="http://schemas.microsoft.com/office/drawing/2014/main" id="{731AFFC1-84C9-498E-8374-0AFDD4B21D4B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Cryo_14584">
            <a:extLst>
              <a:ext uri="{FF2B5EF4-FFF2-40B4-BE49-F238E27FC236}">
                <a16:creationId xmlns:a16="http://schemas.microsoft.com/office/drawing/2014/main" id="{296CC968-1D2A-4B6C-9E3A-E891F58E4DE2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Cryo_14585">
            <a:extLst>
              <a:ext uri="{FF2B5EF4-FFF2-40B4-BE49-F238E27FC236}">
                <a16:creationId xmlns:a16="http://schemas.microsoft.com/office/drawing/2014/main" id="{8AA49F7A-984B-4683-80C0-BFF95F80ED8C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Cryo_14586">
            <a:extLst>
              <a:ext uri="{FF2B5EF4-FFF2-40B4-BE49-F238E27FC236}">
                <a16:creationId xmlns:a16="http://schemas.microsoft.com/office/drawing/2014/main" id="{DD3785E4-98DF-4FAF-A518-6AC067485FC5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Cryo_14587">
            <a:extLst>
              <a:ext uri="{FF2B5EF4-FFF2-40B4-BE49-F238E27FC236}">
                <a16:creationId xmlns:a16="http://schemas.microsoft.com/office/drawing/2014/main" id="{2535CDF9-723A-474F-B1EC-18AD846544C7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Cryo_14588">
            <a:extLst>
              <a:ext uri="{FF2B5EF4-FFF2-40B4-BE49-F238E27FC236}">
                <a16:creationId xmlns:a16="http://schemas.microsoft.com/office/drawing/2014/main" id="{3C2FBC8E-90CC-438D-AF4C-BB416BE0328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Cryo_14589">
            <a:extLst>
              <a:ext uri="{FF2B5EF4-FFF2-40B4-BE49-F238E27FC236}">
                <a16:creationId xmlns:a16="http://schemas.microsoft.com/office/drawing/2014/main" id="{E75D8F03-B1F8-4C76-962D-64181B6F6E3F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Cryo_14590">
            <a:extLst>
              <a:ext uri="{FF2B5EF4-FFF2-40B4-BE49-F238E27FC236}">
                <a16:creationId xmlns:a16="http://schemas.microsoft.com/office/drawing/2014/main" id="{C90E99D9-38D4-459A-855A-487C4C8C6EA1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Cryo_14591">
            <a:extLst>
              <a:ext uri="{FF2B5EF4-FFF2-40B4-BE49-F238E27FC236}">
                <a16:creationId xmlns:a16="http://schemas.microsoft.com/office/drawing/2014/main" id="{6B07A36A-C104-4053-8675-3331ABE41EA0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Cryo_14592">
            <a:extLst>
              <a:ext uri="{FF2B5EF4-FFF2-40B4-BE49-F238E27FC236}">
                <a16:creationId xmlns:a16="http://schemas.microsoft.com/office/drawing/2014/main" id="{72F6A722-3D09-402A-8B67-1D595E4E0678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Cryo_14593">
            <a:extLst>
              <a:ext uri="{FF2B5EF4-FFF2-40B4-BE49-F238E27FC236}">
                <a16:creationId xmlns:a16="http://schemas.microsoft.com/office/drawing/2014/main" id="{4B226198-11CB-4074-BE34-91212AF10F08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Cryo_14594">
            <a:extLst>
              <a:ext uri="{FF2B5EF4-FFF2-40B4-BE49-F238E27FC236}">
                <a16:creationId xmlns:a16="http://schemas.microsoft.com/office/drawing/2014/main" id="{42879A7F-EA22-40F7-8D8E-DA73B9846F61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Cryo_14595">
            <a:extLst>
              <a:ext uri="{FF2B5EF4-FFF2-40B4-BE49-F238E27FC236}">
                <a16:creationId xmlns:a16="http://schemas.microsoft.com/office/drawing/2014/main" id="{DF7FE2F8-A82E-4EC9-B0CE-8A9669E93F6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Cryo_14596">
            <a:extLst>
              <a:ext uri="{FF2B5EF4-FFF2-40B4-BE49-F238E27FC236}">
                <a16:creationId xmlns:a16="http://schemas.microsoft.com/office/drawing/2014/main" id="{EF59066E-613C-453A-BCEB-04EBD498571B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Cryo_14597">
            <a:extLst>
              <a:ext uri="{FF2B5EF4-FFF2-40B4-BE49-F238E27FC236}">
                <a16:creationId xmlns:a16="http://schemas.microsoft.com/office/drawing/2014/main" id="{9CD11B62-9E3E-4676-8350-990E43B0F919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Cryo_14598">
            <a:extLst>
              <a:ext uri="{FF2B5EF4-FFF2-40B4-BE49-F238E27FC236}">
                <a16:creationId xmlns:a16="http://schemas.microsoft.com/office/drawing/2014/main" id="{CCDC1F36-6AC5-40D8-8131-95F2CE505B79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Cryo_14599">
            <a:extLst>
              <a:ext uri="{FF2B5EF4-FFF2-40B4-BE49-F238E27FC236}">
                <a16:creationId xmlns:a16="http://schemas.microsoft.com/office/drawing/2014/main" id="{BE5825A7-A44E-455A-9F77-CBE03DE68303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Cryo_14600">
            <a:extLst>
              <a:ext uri="{FF2B5EF4-FFF2-40B4-BE49-F238E27FC236}">
                <a16:creationId xmlns:a16="http://schemas.microsoft.com/office/drawing/2014/main" id="{4BC1E9CD-E14E-4671-A078-AC202AC9FCB1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Cryo_14601">
            <a:extLst>
              <a:ext uri="{FF2B5EF4-FFF2-40B4-BE49-F238E27FC236}">
                <a16:creationId xmlns:a16="http://schemas.microsoft.com/office/drawing/2014/main" id="{CF55DF5B-337A-4AA3-A940-19A23DF69434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Cryo_14602">
            <a:extLst>
              <a:ext uri="{FF2B5EF4-FFF2-40B4-BE49-F238E27FC236}">
                <a16:creationId xmlns:a16="http://schemas.microsoft.com/office/drawing/2014/main" id="{A95B63BE-8847-46C6-A6FD-4D200467E37D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Cryo_14603">
            <a:extLst>
              <a:ext uri="{FF2B5EF4-FFF2-40B4-BE49-F238E27FC236}">
                <a16:creationId xmlns:a16="http://schemas.microsoft.com/office/drawing/2014/main" id="{FED8DF5C-DFB5-41BC-BCC5-1AF89679DBCA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Cryo_14604">
            <a:extLst>
              <a:ext uri="{FF2B5EF4-FFF2-40B4-BE49-F238E27FC236}">
                <a16:creationId xmlns:a16="http://schemas.microsoft.com/office/drawing/2014/main" id="{2743F270-EC94-4DF6-BE8D-042EEB37C16E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Cryo_14605">
            <a:extLst>
              <a:ext uri="{FF2B5EF4-FFF2-40B4-BE49-F238E27FC236}">
                <a16:creationId xmlns:a16="http://schemas.microsoft.com/office/drawing/2014/main" id="{CCB065AE-6B19-47C7-820C-1D57BE01A651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Cryo_14606">
            <a:extLst>
              <a:ext uri="{FF2B5EF4-FFF2-40B4-BE49-F238E27FC236}">
                <a16:creationId xmlns:a16="http://schemas.microsoft.com/office/drawing/2014/main" id="{42141F31-252F-496E-A6CC-171B63EFC5F0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Cryo_14607">
            <a:extLst>
              <a:ext uri="{FF2B5EF4-FFF2-40B4-BE49-F238E27FC236}">
                <a16:creationId xmlns:a16="http://schemas.microsoft.com/office/drawing/2014/main" id="{FB9F141B-97A5-447D-9C72-A7A1D3B38BE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Cryo_14608">
            <a:extLst>
              <a:ext uri="{FF2B5EF4-FFF2-40B4-BE49-F238E27FC236}">
                <a16:creationId xmlns:a16="http://schemas.microsoft.com/office/drawing/2014/main" id="{51C7F702-7EC2-427F-A997-B173AB337471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Cryo_14609">
            <a:extLst>
              <a:ext uri="{FF2B5EF4-FFF2-40B4-BE49-F238E27FC236}">
                <a16:creationId xmlns:a16="http://schemas.microsoft.com/office/drawing/2014/main" id="{EF1EE8A1-4BA6-4F59-A794-0EEF41F9A045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Cryo_14610">
            <a:extLst>
              <a:ext uri="{FF2B5EF4-FFF2-40B4-BE49-F238E27FC236}">
                <a16:creationId xmlns:a16="http://schemas.microsoft.com/office/drawing/2014/main" id="{31245D2D-5D1B-4607-B906-6665961CA7DC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Cryo_14611">
            <a:extLst>
              <a:ext uri="{FF2B5EF4-FFF2-40B4-BE49-F238E27FC236}">
                <a16:creationId xmlns:a16="http://schemas.microsoft.com/office/drawing/2014/main" id="{593BCBDC-C46D-482A-9766-9343B0B19BF9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Cryo_14612">
            <a:extLst>
              <a:ext uri="{FF2B5EF4-FFF2-40B4-BE49-F238E27FC236}">
                <a16:creationId xmlns:a16="http://schemas.microsoft.com/office/drawing/2014/main" id="{C5E7B06B-C124-43C3-8647-14B09F01C7C2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Cryo_14613">
            <a:extLst>
              <a:ext uri="{FF2B5EF4-FFF2-40B4-BE49-F238E27FC236}">
                <a16:creationId xmlns:a16="http://schemas.microsoft.com/office/drawing/2014/main" id="{98616ABF-8D4D-4770-8862-7DEA1ACF5226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Cryo_14614">
            <a:extLst>
              <a:ext uri="{FF2B5EF4-FFF2-40B4-BE49-F238E27FC236}">
                <a16:creationId xmlns:a16="http://schemas.microsoft.com/office/drawing/2014/main" id="{BCB21045-1F5B-4AC3-BB92-709271D6F1E0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Cryo_14615">
            <a:extLst>
              <a:ext uri="{FF2B5EF4-FFF2-40B4-BE49-F238E27FC236}">
                <a16:creationId xmlns:a16="http://schemas.microsoft.com/office/drawing/2014/main" id="{77B25826-B0B1-4F8A-B717-23E9A7E78F1A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Cryo_14616">
            <a:extLst>
              <a:ext uri="{FF2B5EF4-FFF2-40B4-BE49-F238E27FC236}">
                <a16:creationId xmlns:a16="http://schemas.microsoft.com/office/drawing/2014/main" id="{FE29AEEF-0DA3-4B9A-B49E-ED288089B3B7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Cryo_14617">
            <a:extLst>
              <a:ext uri="{FF2B5EF4-FFF2-40B4-BE49-F238E27FC236}">
                <a16:creationId xmlns:a16="http://schemas.microsoft.com/office/drawing/2014/main" id="{2C95F1FD-83CE-4B76-8B74-56CB68732FDB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Cryo_14618">
            <a:extLst>
              <a:ext uri="{FF2B5EF4-FFF2-40B4-BE49-F238E27FC236}">
                <a16:creationId xmlns:a16="http://schemas.microsoft.com/office/drawing/2014/main" id="{7001D515-EE10-4CB8-9F5F-D7FB91870393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Cryo_14619">
            <a:extLst>
              <a:ext uri="{FF2B5EF4-FFF2-40B4-BE49-F238E27FC236}">
                <a16:creationId xmlns:a16="http://schemas.microsoft.com/office/drawing/2014/main" id="{6D6139FB-172C-4E12-A27F-5C66A712F303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Cryo_14620">
            <a:extLst>
              <a:ext uri="{FF2B5EF4-FFF2-40B4-BE49-F238E27FC236}">
                <a16:creationId xmlns:a16="http://schemas.microsoft.com/office/drawing/2014/main" id="{6E1D241B-1135-4890-9BDE-AA56DE0D3316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Cryo_14621">
            <a:extLst>
              <a:ext uri="{FF2B5EF4-FFF2-40B4-BE49-F238E27FC236}">
                <a16:creationId xmlns:a16="http://schemas.microsoft.com/office/drawing/2014/main" id="{0181D0FB-2BCE-4E81-9C7C-7225C0BDE80D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Cryo_14622">
            <a:extLst>
              <a:ext uri="{FF2B5EF4-FFF2-40B4-BE49-F238E27FC236}">
                <a16:creationId xmlns:a16="http://schemas.microsoft.com/office/drawing/2014/main" id="{08DA51D5-1CC9-401B-A6BA-188E3E07D9F4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Cryo_14623">
            <a:extLst>
              <a:ext uri="{FF2B5EF4-FFF2-40B4-BE49-F238E27FC236}">
                <a16:creationId xmlns:a16="http://schemas.microsoft.com/office/drawing/2014/main" id="{1243E57B-02E9-4313-97CC-9EC0ADB43DD2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Cryo_14624">
            <a:extLst>
              <a:ext uri="{FF2B5EF4-FFF2-40B4-BE49-F238E27FC236}">
                <a16:creationId xmlns:a16="http://schemas.microsoft.com/office/drawing/2014/main" id="{4308E97B-3614-4A19-8F86-8CE070E2F79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Cryo_14625">
            <a:extLst>
              <a:ext uri="{FF2B5EF4-FFF2-40B4-BE49-F238E27FC236}">
                <a16:creationId xmlns:a16="http://schemas.microsoft.com/office/drawing/2014/main" id="{214BD4F0-E3E5-4EDF-BBF7-A8B7BD5C1F66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Cryo_14626">
            <a:extLst>
              <a:ext uri="{FF2B5EF4-FFF2-40B4-BE49-F238E27FC236}">
                <a16:creationId xmlns:a16="http://schemas.microsoft.com/office/drawing/2014/main" id="{9EBAB873-5C8E-4823-8357-04C4C590FFA2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Cryo_14627">
            <a:extLst>
              <a:ext uri="{FF2B5EF4-FFF2-40B4-BE49-F238E27FC236}">
                <a16:creationId xmlns:a16="http://schemas.microsoft.com/office/drawing/2014/main" id="{B65EF665-695B-4C36-946D-583215FAF07B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Cryo_14628">
            <a:extLst>
              <a:ext uri="{FF2B5EF4-FFF2-40B4-BE49-F238E27FC236}">
                <a16:creationId xmlns:a16="http://schemas.microsoft.com/office/drawing/2014/main" id="{1D811466-33A2-4549-9461-A2EDFFF845B0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Cryo_14629">
            <a:extLst>
              <a:ext uri="{FF2B5EF4-FFF2-40B4-BE49-F238E27FC236}">
                <a16:creationId xmlns:a16="http://schemas.microsoft.com/office/drawing/2014/main" id="{834CF8BE-FD3E-4A0C-BA30-C2C7798A1A34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Cryo_14630">
            <a:extLst>
              <a:ext uri="{FF2B5EF4-FFF2-40B4-BE49-F238E27FC236}">
                <a16:creationId xmlns:a16="http://schemas.microsoft.com/office/drawing/2014/main" id="{0FEE8BCE-85B1-44DD-966E-606BDBBADF48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Cryo_14631">
            <a:extLst>
              <a:ext uri="{FF2B5EF4-FFF2-40B4-BE49-F238E27FC236}">
                <a16:creationId xmlns:a16="http://schemas.microsoft.com/office/drawing/2014/main" id="{9ED0782B-0F3F-4D03-97BF-9702013C48AF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Cryo_14632">
            <a:extLst>
              <a:ext uri="{FF2B5EF4-FFF2-40B4-BE49-F238E27FC236}">
                <a16:creationId xmlns:a16="http://schemas.microsoft.com/office/drawing/2014/main" id="{E7FB0ABE-EC7E-42B4-83D3-F29B8B8038B4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Cryo_14633">
            <a:extLst>
              <a:ext uri="{FF2B5EF4-FFF2-40B4-BE49-F238E27FC236}">
                <a16:creationId xmlns:a16="http://schemas.microsoft.com/office/drawing/2014/main" id="{B78053A1-FF10-423F-99F5-8D7A4349F649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Cryo_14634">
            <a:extLst>
              <a:ext uri="{FF2B5EF4-FFF2-40B4-BE49-F238E27FC236}">
                <a16:creationId xmlns:a16="http://schemas.microsoft.com/office/drawing/2014/main" id="{9C4908B0-18D2-4236-8E3A-D970EA92932E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Cryo_14635">
            <a:extLst>
              <a:ext uri="{FF2B5EF4-FFF2-40B4-BE49-F238E27FC236}">
                <a16:creationId xmlns:a16="http://schemas.microsoft.com/office/drawing/2014/main" id="{8ACDA0D1-636B-43CA-9DAC-A63CF513F62B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Cryo_14636">
            <a:extLst>
              <a:ext uri="{FF2B5EF4-FFF2-40B4-BE49-F238E27FC236}">
                <a16:creationId xmlns:a16="http://schemas.microsoft.com/office/drawing/2014/main" id="{1EAF5330-6681-4E7E-8E1B-AA74763E7A45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Cryo_14637">
            <a:extLst>
              <a:ext uri="{FF2B5EF4-FFF2-40B4-BE49-F238E27FC236}">
                <a16:creationId xmlns:a16="http://schemas.microsoft.com/office/drawing/2014/main" id="{77CF64CC-6445-46E7-8BA1-45087F74FDDB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Cryo_14638">
            <a:extLst>
              <a:ext uri="{FF2B5EF4-FFF2-40B4-BE49-F238E27FC236}">
                <a16:creationId xmlns:a16="http://schemas.microsoft.com/office/drawing/2014/main" id="{50C24759-657A-469C-862B-CB758CEF4973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Cryo_14639">
            <a:extLst>
              <a:ext uri="{FF2B5EF4-FFF2-40B4-BE49-F238E27FC236}">
                <a16:creationId xmlns:a16="http://schemas.microsoft.com/office/drawing/2014/main" id="{915D1E5C-264A-4827-9582-4EBB2EA8E9F5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Cryo_14640">
            <a:extLst>
              <a:ext uri="{FF2B5EF4-FFF2-40B4-BE49-F238E27FC236}">
                <a16:creationId xmlns:a16="http://schemas.microsoft.com/office/drawing/2014/main" id="{6264F551-96DF-4EBE-BE0C-661343551F01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Cryo_14641">
            <a:extLst>
              <a:ext uri="{FF2B5EF4-FFF2-40B4-BE49-F238E27FC236}">
                <a16:creationId xmlns:a16="http://schemas.microsoft.com/office/drawing/2014/main" id="{3C6E86EE-57DD-4F69-8923-362BDBA88C84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Cryo_14642">
            <a:extLst>
              <a:ext uri="{FF2B5EF4-FFF2-40B4-BE49-F238E27FC236}">
                <a16:creationId xmlns:a16="http://schemas.microsoft.com/office/drawing/2014/main" id="{C6C44F6A-EF40-4186-8948-7D1DB6D18584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Cryo_14643">
            <a:extLst>
              <a:ext uri="{FF2B5EF4-FFF2-40B4-BE49-F238E27FC236}">
                <a16:creationId xmlns:a16="http://schemas.microsoft.com/office/drawing/2014/main" id="{6DF25B4A-5CEE-4F5C-BB4C-8ACA6EFE7359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Cryo_14644">
            <a:extLst>
              <a:ext uri="{FF2B5EF4-FFF2-40B4-BE49-F238E27FC236}">
                <a16:creationId xmlns:a16="http://schemas.microsoft.com/office/drawing/2014/main" id="{EB02147E-38EF-4393-98B1-FCAE7DC5F8C9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Cryo_14645">
            <a:extLst>
              <a:ext uri="{FF2B5EF4-FFF2-40B4-BE49-F238E27FC236}">
                <a16:creationId xmlns:a16="http://schemas.microsoft.com/office/drawing/2014/main" id="{DF56B240-6820-42B3-92B1-89CA194CA00C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Cryo_14646">
            <a:extLst>
              <a:ext uri="{FF2B5EF4-FFF2-40B4-BE49-F238E27FC236}">
                <a16:creationId xmlns:a16="http://schemas.microsoft.com/office/drawing/2014/main" id="{068E3308-E7BF-4A0D-AAC5-728A911E8F43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Cryo_14647">
            <a:extLst>
              <a:ext uri="{FF2B5EF4-FFF2-40B4-BE49-F238E27FC236}">
                <a16:creationId xmlns:a16="http://schemas.microsoft.com/office/drawing/2014/main" id="{3FFDE97C-43E2-4218-9CE2-76EBA0D37735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Cryo_14648">
            <a:extLst>
              <a:ext uri="{FF2B5EF4-FFF2-40B4-BE49-F238E27FC236}">
                <a16:creationId xmlns:a16="http://schemas.microsoft.com/office/drawing/2014/main" id="{AA5139AC-93F0-4C29-A741-5C3158FAE646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Cryo_14649">
            <a:extLst>
              <a:ext uri="{FF2B5EF4-FFF2-40B4-BE49-F238E27FC236}">
                <a16:creationId xmlns:a16="http://schemas.microsoft.com/office/drawing/2014/main" id="{5AF2902E-FBF8-406F-9F04-E00B9CE0B07D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Cryo_14650">
            <a:extLst>
              <a:ext uri="{FF2B5EF4-FFF2-40B4-BE49-F238E27FC236}">
                <a16:creationId xmlns:a16="http://schemas.microsoft.com/office/drawing/2014/main" id="{0BE22879-E585-4908-B037-A283A0DEE155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Cryo_14651">
            <a:extLst>
              <a:ext uri="{FF2B5EF4-FFF2-40B4-BE49-F238E27FC236}">
                <a16:creationId xmlns:a16="http://schemas.microsoft.com/office/drawing/2014/main" id="{323088E1-3A6E-43ED-88DB-53720534679C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Cryo_14652">
            <a:extLst>
              <a:ext uri="{FF2B5EF4-FFF2-40B4-BE49-F238E27FC236}">
                <a16:creationId xmlns:a16="http://schemas.microsoft.com/office/drawing/2014/main" id="{582088A9-1C2F-4311-8BF5-02265BA316BD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Cryo_14653">
            <a:extLst>
              <a:ext uri="{FF2B5EF4-FFF2-40B4-BE49-F238E27FC236}">
                <a16:creationId xmlns:a16="http://schemas.microsoft.com/office/drawing/2014/main" id="{6156DC34-5077-47F6-BC36-21C0C60595AA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Cryo_14654">
            <a:extLst>
              <a:ext uri="{FF2B5EF4-FFF2-40B4-BE49-F238E27FC236}">
                <a16:creationId xmlns:a16="http://schemas.microsoft.com/office/drawing/2014/main" id="{4019F3F7-BC9A-4F18-81E8-1AEA2455D851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Cryo_14655">
            <a:extLst>
              <a:ext uri="{FF2B5EF4-FFF2-40B4-BE49-F238E27FC236}">
                <a16:creationId xmlns:a16="http://schemas.microsoft.com/office/drawing/2014/main" id="{C9D4F547-3164-45E9-B44F-4E5FFD2B14AE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Cryo_14656">
            <a:extLst>
              <a:ext uri="{FF2B5EF4-FFF2-40B4-BE49-F238E27FC236}">
                <a16:creationId xmlns:a16="http://schemas.microsoft.com/office/drawing/2014/main" id="{5E853A53-CED4-4E42-8D1E-C423067608A6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Cryo_14657">
            <a:extLst>
              <a:ext uri="{FF2B5EF4-FFF2-40B4-BE49-F238E27FC236}">
                <a16:creationId xmlns:a16="http://schemas.microsoft.com/office/drawing/2014/main" id="{5D94DF48-1487-4BAD-9D6D-C7657CD1BC39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Cryo_14658">
            <a:extLst>
              <a:ext uri="{FF2B5EF4-FFF2-40B4-BE49-F238E27FC236}">
                <a16:creationId xmlns:a16="http://schemas.microsoft.com/office/drawing/2014/main" id="{84A9B720-38AC-4DD9-9790-E18F0650B698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Cryo_14659">
            <a:extLst>
              <a:ext uri="{FF2B5EF4-FFF2-40B4-BE49-F238E27FC236}">
                <a16:creationId xmlns:a16="http://schemas.microsoft.com/office/drawing/2014/main" id="{FBA1515F-DC3C-4FFC-9FDD-004C07FB9DD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Cryo_14660">
            <a:extLst>
              <a:ext uri="{FF2B5EF4-FFF2-40B4-BE49-F238E27FC236}">
                <a16:creationId xmlns:a16="http://schemas.microsoft.com/office/drawing/2014/main" id="{3C5F341D-5FEB-41C7-847A-7A6FA8F4ADCA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Cryo_14661">
            <a:extLst>
              <a:ext uri="{FF2B5EF4-FFF2-40B4-BE49-F238E27FC236}">
                <a16:creationId xmlns:a16="http://schemas.microsoft.com/office/drawing/2014/main" id="{0007538D-3D04-4034-89C8-C508DCB7E8D5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Cryo_14662">
            <a:extLst>
              <a:ext uri="{FF2B5EF4-FFF2-40B4-BE49-F238E27FC236}">
                <a16:creationId xmlns:a16="http://schemas.microsoft.com/office/drawing/2014/main" id="{B50D6827-36D4-4B60-8EAC-060A0A279571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Cryo_14663">
            <a:extLst>
              <a:ext uri="{FF2B5EF4-FFF2-40B4-BE49-F238E27FC236}">
                <a16:creationId xmlns:a16="http://schemas.microsoft.com/office/drawing/2014/main" id="{E547E819-A6C9-4C4B-8459-CE94084F2314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Cryo_14664">
            <a:extLst>
              <a:ext uri="{FF2B5EF4-FFF2-40B4-BE49-F238E27FC236}">
                <a16:creationId xmlns:a16="http://schemas.microsoft.com/office/drawing/2014/main" id="{4CAE119E-4D5C-4C75-B78E-A548AADAC97B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Cryo_14665">
            <a:extLst>
              <a:ext uri="{FF2B5EF4-FFF2-40B4-BE49-F238E27FC236}">
                <a16:creationId xmlns:a16="http://schemas.microsoft.com/office/drawing/2014/main" id="{099BB833-C7D3-48B2-AD91-99AD8B92A16A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Cryo_14666">
            <a:extLst>
              <a:ext uri="{FF2B5EF4-FFF2-40B4-BE49-F238E27FC236}">
                <a16:creationId xmlns:a16="http://schemas.microsoft.com/office/drawing/2014/main" id="{3224165A-DC3D-4101-B705-64BC5DDD6F87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Cryo_14667">
            <a:extLst>
              <a:ext uri="{FF2B5EF4-FFF2-40B4-BE49-F238E27FC236}">
                <a16:creationId xmlns:a16="http://schemas.microsoft.com/office/drawing/2014/main" id="{35716EF2-FE22-4D9E-A115-3AC37CEADCA4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Cryo_14668">
            <a:extLst>
              <a:ext uri="{FF2B5EF4-FFF2-40B4-BE49-F238E27FC236}">
                <a16:creationId xmlns:a16="http://schemas.microsoft.com/office/drawing/2014/main" id="{9E15DC68-E75D-4B53-8208-BB5FF8375D00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Cryo_14669">
            <a:extLst>
              <a:ext uri="{FF2B5EF4-FFF2-40B4-BE49-F238E27FC236}">
                <a16:creationId xmlns:a16="http://schemas.microsoft.com/office/drawing/2014/main" id="{CAF85F82-2EB0-4B7B-8AA4-F35FE7D05E0F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Cryo_14670">
            <a:extLst>
              <a:ext uri="{FF2B5EF4-FFF2-40B4-BE49-F238E27FC236}">
                <a16:creationId xmlns:a16="http://schemas.microsoft.com/office/drawing/2014/main" id="{C14336C2-85B2-4ED9-B773-7982A4F1EB69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Cryo_14671">
            <a:extLst>
              <a:ext uri="{FF2B5EF4-FFF2-40B4-BE49-F238E27FC236}">
                <a16:creationId xmlns:a16="http://schemas.microsoft.com/office/drawing/2014/main" id="{9FD288E4-3366-48A4-B822-F9D2A5C2E16D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Cryo_14672">
            <a:extLst>
              <a:ext uri="{FF2B5EF4-FFF2-40B4-BE49-F238E27FC236}">
                <a16:creationId xmlns:a16="http://schemas.microsoft.com/office/drawing/2014/main" id="{1EB4F762-BCB4-4794-B5B7-70572A1122C0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Cryo_14673">
            <a:extLst>
              <a:ext uri="{FF2B5EF4-FFF2-40B4-BE49-F238E27FC236}">
                <a16:creationId xmlns:a16="http://schemas.microsoft.com/office/drawing/2014/main" id="{A6FF6FBA-46DB-4AD0-909C-07BE5CAD208A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Cryo_14674">
            <a:extLst>
              <a:ext uri="{FF2B5EF4-FFF2-40B4-BE49-F238E27FC236}">
                <a16:creationId xmlns:a16="http://schemas.microsoft.com/office/drawing/2014/main" id="{3422D60D-44D9-4275-99F7-D9A0412F4FB0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Cryo_14675">
            <a:extLst>
              <a:ext uri="{FF2B5EF4-FFF2-40B4-BE49-F238E27FC236}">
                <a16:creationId xmlns:a16="http://schemas.microsoft.com/office/drawing/2014/main" id="{B567F676-F275-45F3-9093-498EBDE7F8E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Cryo_14676">
            <a:extLst>
              <a:ext uri="{FF2B5EF4-FFF2-40B4-BE49-F238E27FC236}">
                <a16:creationId xmlns:a16="http://schemas.microsoft.com/office/drawing/2014/main" id="{B9851454-EE1C-412D-B4FA-487F492292A0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Cryo_14677">
            <a:extLst>
              <a:ext uri="{FF2B5EF4-FFF2-40B4-BE49-F238E27FC236}">
                <a16:creationId xmlns:a16="http://schemas.microsoft.com/office/drawing/2014/main" id="{FF110100-384D-4083-ACB0-704805306C46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Cryo_14678">
            <a:extLst>
              <a:ext uri="{FF2B5EF4-FFF2-40B4-BE49-F238E27FC236}">
                <a16:creationId xmlns:a16="http://schemas.microsoft.com/office/drawing/2014/main" id="{5C37C81A-FE41-4037-BD99-F8C8AA7C0834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Cryo_14679">
            <a:extLst>
              <a:ext uri="{FF2B5EF4-FFF2-40B4-BE49-F238E27FC236}">
                <a16:creationId xmlns:a16="http://schemas.microsoft.com/office/drawing/2014/main" id="{E1200827-C048-4F41-B2BB-A45474267137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Cryo_14680">
            <a:extLst>
              <a:ext uri="{FF2B5EF4-FFF2-40B4-BE49-F238E27FC236}">
                <a16:creationId xmlns:a16="http://schemas.microsoft.com/office/drawing/2014/main" id="{619D308D-DEA6-49C3-89EE-38EEC8E90A82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Cryo_14681">
            <a:extLst>
              <a:ext uri="{FF2B5EF4-FFF2-40B4-BE49-F238E27FC236}">
                <a16:creationId xmlns:a16="http://schemas.microsoft.com/office/drawing/2014/main" id="{4EFC716C-A81C-449A-A50E-B7C4076FC68E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Cryo_14682">
            <a:extLst>
              <a:ext uri="{FF2B5EF4-FFF2-40B4-BE49-F238E27FC236}">
                <a16:creationId xmlns:a16="http://schemas.microsoft.com/office/drawing/2014/main" id="{E3DC1804-6E55-4871-B93B-70C577C00269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Cryo_14683">
            <a:extLst>
              <a:ext uri="{FF2B5EF4-FFF2-40B4-BE49-F238E27FC236}">
                <a16:creationId xmlns:a16="http://schemas.microsoft.com/office/drawing/2014/main" id="{140B72AA-3EDA-40D0-8156-42EF5BE085CA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Cryo_14684">
            <a:extLst>
              <a:ext uri="{FF2B5EF4-FFF2-40B4-BE49-F238E27FC236}">
                <a16:creationId xmlns:a16="http://schemas.microsoft.com/office/drawing/2014/main" id="{754D2749-3668-4937-A2C8-ED2E293847FB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Cryo_14685">
            <a:extLst>
              <a:ext uri="{FF2B5EF4-FFF2-40B4-BE49-F238E27FC236}">
                <a16:creationId xmlns:a16="http://schemas.microsoft.com/office/drawing/2014/main" id="{ABE53171-B57B-4C28-8025-E529C336BD99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Cryo_14686">
            <a:extLst>
              <a:ext uri="{FF2B5EF4-FFF2-40B4-BE49-F238E27FC236}">
                <a16:creationId xmlns:a16="http://schemas.microsoft.com/office/drawing/2014/main" id="{ED01879D-5DE9-4860-8114-B316E1F40F4A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Cryo_14687">
            <a:extLst>
              <a:ext uri="{FF2B5EF4-FFF2-40B4-BE49-F238E27FC236}">
                <a16:creationId xmlns:a16="http://schemas.microsoft.com/office/drawing/2014/main" id="{A128797E-342B-4F28-A6A7-478265CAC698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Cryo_14688">
            <a:extLst>
              <a:ext uri="{FF2B5EF4-FFF2-40B4-BE49-F238E27FC236}">
                <a16:creationId xmlns:a16="http://schemas.microsoft.com/office/drawing/2014/main" id="{97D952C0-D933-4715-A5C9-0B1415BF6A00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Cryo_14689">
            <a:extLst>
              <a:ext uri="{FF2B5EF4-FFF2-40B4-BE49-F238E27FC236}">
                <a16:creationId xmlns:a16="http://schemas.microsoft.com/office/drawing/2014/main" id="{B3C7CED2-2DAC-4AE7-8E70-7A3E1337100A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Cryo_14690">
            <a:extLst>
              <a:ext uri="{FF2B5EF4-FFF2-40B4-BE49-F238E27FC236}">
                <a16:creationId xmlns:a16="http://schemas.microsoft.com/office/drawing/2014/main" id="{F5337D79-85DB-4606-A3E5-9A9674BF76D7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Cryo_14691">
            <a:extLst>
              <a:ext uri="{FF2B5EF4-FFF2-40B4-BE49-F238E27FC236}">
                <a16:creationId xmlns:a16="http://schemas.microsoft.com/office/drawing/2014/main" id="{7D24B252-E860-40E5-ACDB-1C6EC8626E09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Cryo_14692">
            <a:extLst>
              <a:ext uri="{FF2B5EF4-FFF2-40B4-BE49-F238E27FC236}">
                <a16:creationId xmlns:a16="http://schemas.microsoft.com/office/drawing/2014/main" id="{D31B24FD-B97D-434A-A8CC-74A99081B0D8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Cryo_14693">
            <a:extLst>
              <a:ext uri="{FF2B5EF4-FFF2-40B4-BE49-F238E27FC236}">
                <a16:creationId xmlns:a16="http://schemas.microsoft.com/office/drawing/2014/main" id="{4419919B-1245-4224-91AA-5BCA6E6FAEEF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Cryo_14694">
            <a:extLst>
              <a:ext uri="{FF2B5EF4-FFF2-40B4-BE49-F238E27FC236}">
                <a16:creationId xmlns:a16="http://schemas.microsoft.com/office/drawing/2014/main" id="{768C5C0C-E522-4CA0-84A2-06609F2F5C3F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Cryo_14695">
            <a:extLst>
              <a:ext uri="{FF2B5EF4-FFF2-40B4-BE49-F238E27FC236}">
                <a16:creationId xmlns:a16="http://schemas.microsoft.com/office/drawing/2014/main" id="{3C1705AF-CB35-4E22-A331-7540E94B73A8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Cryo_14696">
            <a:extLst>
              <a:ext uri="{FF2B5EF4-FFF2-40B4-BE49-F238E27FC236}">
                <a16:creationId xmlns:a16="http://schemas.microsoft.com/office/drawing/2014/main" id="{F2063B17-42E2-4CEC-A3F1-6D55B670F556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Cryo_14697">
            <a:extLst>
              <a:ext uri="{FF2B5EF4-FFF2-40B4-BE49-F238E27FC236}">
                <a16:creationId xmlns:a16="http://schemas.microsoft.com/office/drawing/2014/main" id="{3B095EE5-566C-433F-BF96-F0E8F85EED76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Cryo_14698">
            <a:extLst>
              <a:ext uri="{FF2B5EF4-FFF2-40B4-BE49-F238E27FC236}">
                <a16:creationId xmlns:a16="http://schemas.microsoft.com/office/drawing/2014/main" id="{1CE6787E-62C2-4AA9-A06D-04AC423565DA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Cryo_14699">
            <a:extLst>
              <a:ext uri="{FF2B5EF4-FFF2-40B4-BE49-F238E27FC236}">
                <a16:creationId xmlns:a16="http://schemas.microsoft.com/office/drawing/2014/main" id="{12F0BB37-D4FA-4CC1-A292-AA67ED8D37C5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Cryo_14700">
            <a:extLst>
              <a:ext uri="{FF2B5EF4-FFF2-40B4-BE49-F238E27FC236}">
                <a16:creationId xmlns:a16="http://schemas.microsoft.com/office/drawing/2014/main" id="{B94B39C3-BAED-4948-BAE0-0D625AEE9F04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Cryo_14701">
            <a:extLst>
              <a:ext uri="{FF2B5EF4-FFF2-40B4-BE49-F238E27FC236}">
                <a16:creationId xmlns:a16="http://schemas.microsoft.com/office/drawing/2014/main" id="{88E28FE1-57B5-49A1-ADEB-CC5106B50716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Cryo_14702">
            <a:extLst>
              <a:ext uri="{FF2B5EF4-FFF2-40B4-BE49-F238E27FC236}">
                <a16:creationId xmlns:a16="http://schemas.microsoft.com/office/drawing/2014/main" id="{633EECA4-AB12-4984-8DAC-D9144129B948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Cryo_14703">
            <a:extLst>
              <a:ext uri="{FF2B5EF4-FFF2-40B4-BE49-F238E27FC236}">
                <a16:creationId xmlns:a16="http://schemas.microsoft.com/office/drawing/2014/main" id="{8A3EEC14-746A-45BE-B0FC-07C98FBD9CE1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Cryo_14704">
            <a:extLst>
              <a:ext uri="{FF2B5EF4-FFF2-40B4-BE49-F238E27FC236}">
                <a16:creationId xmlns:a16="http://schemas.microsoft.com/office/drawing/2014/main" id="{B196708E-6D85-4B65-8307-2D5D65CD9F3B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Cryo_14705">
            <a:extLst>
              <a:ext uri="{FF2B5EF4-FFF2-40B4-BE49-F238E27FC236}">
                <a16:creationId xmlns:a16="http://schemas.microsoft.com/office/drawing/2014/main" id="{80F41754-5701-4688-8847-58AF736281EE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Cryo_14706">
            <a:extLst>
              <a:ext uri="{FF2B5EF4-FFF2-40B4-BE49-F238E27FC236}">
                <a16:creationId xmlns:a16="http://schemas.microsoft.com/office/drawing/2014/main" id="{DDCEDBC5-DDE6-4FAC-8DFF-F3CD53F46800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Cryo_14707">
            <a:extLst>
              <a:ext uri="{FF2B5EF4-FFF2-40B4-BE49-F238E27FC236}">
                <a16:creationId xmlns:a16="http://schemas.microsoft.com/office/drawing/2014/main" id="{D81AC366-02CE-46E4-AA98-3646EBB02B97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Cryo_14708">
            <a:extLst>
              <a:ext uri="{FF2B5EF4-FFF2-40B4-BE49-F238E27FC236}">
                <a16:creationId xmlns:a16="http://schemas.microsoft.com/office/drawing/2014/main" id="{D2A8FB5A-20C5-4753-AD6D-C54591120106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Cryo_14709">
            <a:extLst>
              <a:ext uri="{FF2B5EF4-FFF2-40B4-BE49-F238E27FC236}">
                <a16:creationId xmlns:a16="http://schemas.microsoft.com/office/drawing/2014/main" id="{8D698BF2-D796-47D8-822E-0F2E1DB293E7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Cryo_14710">
            <a:extLst>
              <a:ext uri="{FF2B5EF4-FFF2-40B4-BE49-F238E27FC236}">
                <a16:creationId xmlns:a16="http://schemas.microsoft.com/office/drawing/2014/main" id="{AF2D5913-8C7F-477C-B1EF-491F9E9870A6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Cryo_14711">
            <a:extLst>
              <a:ext uri="{FF2B5EF4-FFF2-40B4-BE49-F238E27FC236}">
                <a16:creationId xmlns:a16="http://schemas.microsoft.com/office/drawing/2014/main" id="{FFAC74F6-76C3-4885-B1A0-DC1C4C236ED6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Cryo_14712">
            <a:extLst>
              <a:ext uri="{FF2B5EF4-FFF2-40B4-BE49-F238E27FC236}">
                <a16:creationId xmlns:a16="http://schemas.microsoft.com/office/drawing/2014/main" id="{4E68E15F-3060-4F66-84F9-4DE68ADD6D8A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Cryo_14713">
            <a:extLst>
              <a:ext uri="{FF2B5EF4-FFF2-40B4-BE49-F238E27FC236}">
                <a16:creationId xmlns:a16="http://schemas.microsoft.com/office/drawing/2014/main" id="{50AE0E2E-3628-441C-9000-4FB4F5139CB5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Cryo_14714">
            <a:extLst>
              <a:ext uri="{FF2B5EF4-FFF2-40B4-BE49-F238E27FC236}">
                <a16:creationId xmlns:a16="http://schemas.microsoft.com/office/drawing/2014/main" id="{C40727CB-6A90-4B5E-88A4-C2BCB213998F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Cryo_14715">
            <a:extLst>
              <a:ext uri="{FF2B5EF4-FFF2-40B4-BE49-F238E27FC236}">
                <a16:creationId xmlns:a16="http://schemas.microsoft.com/office/drawing/2014/main" id="{FB71E9DC-9628-492C-B2E3-EF9EDD08E977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Cryo_14716">
            <a:extLst>
              <a:ext uri="{FF2B5EF4-FFF2-40B4-BE49-F238E27FC236}">
                <a16:creationId xmlns:a16="http://schemas.microsoft.com/office/drawing/2014/main" id="{34201897-F6EB-4D1C-B108-A6C67FC82312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Cryo_14717">
            <a:extLst>
              <a:ext uri="{FF2B5EF4-FFF2-40B4-BE49-F238E27FC236}">
                <a16:creationId xmlns:a16="http://schemas.microsoft.com/office/drawing/2014/main" id="{61C9221F-9C2A-47EE-8171-DE89F1E01149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Cryo_14718">
            <a:extLst>
              <a:ext uri="{FF2B5EF4-FFF2-40B4-BE49-F238E27FC236}">
                <a16:creationId xmlns:a16="http://schemas.microsoft.com/office/drawing/2014/main" id="{53DF0A73-D4C0-48E3-8150-25AF8B19BBF4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Cryo_14719">
            <a:extLst>
              <a:ext uri="{FF2B5EF4-FFF2-40B4-BE49-F238E27FC236}">
                <a16:creationId xmlns:a16="http://schemas.microsoft.com/office/drawing/2014/main" id="{D1FC5F71-9BAF-4283-90B0-DBA79BCADAA7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Cryo_14720">
            <a:extLst>
              <a:ext uri="{FF2B5EF4-FFF2-40B4-BE49-F238E27FC236}">
                <a16:creationId xmlns:a16="http://schemas.microsoft.com/office/drawing/2014/main" id="{F33578CC-8712-4B0B-82F1-75AE360609A2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Cryo_14721">
            <a:extLst>
              <a:ext uri="{FF2B5EF4-FFF2-40B4-BE49-F238E27FC236}">
                <a16:creationId xmlns:a16="http://schemas.microsoft.com/office/drawing/2014/main" id="{28627295-1210-4E08-8B36-5CD422F95509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Cryo_14722">
            <a:extLst>
              <a:ext uri="{FF2B5EF4-FFF2-40B4-BE49-F238E27FC236}">
                <a16:creationId xmlns:a16="http://schemas.microsoft.com/office/drawing/2014/main" id="{9EF226A4-7B50-462A-933B-C7675A602C06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Cryo_14723">
            <a:extLst>
              <a:ext uri="{FF2B5EF4-FFF2-40B4-BE49-F238E27FC236}">
                <a16:creationId xmlns:a16="http://schemas.microsoft.com/office/drawing/2014/main" id="{38D73B9B-6B52-47AA-B53A-8C2FACF81421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Cryo_14724">
            <a:extLst>
              <a:ext uri="{FF2B5EF4-FFF2-40B4-BE49-F238E27FC236}">
                <a16:creationId xmlns:a16="http://schemas.microsoft.com/office/drawing/2014/main" id="{126D655A-903D-46E2-A5C8-94BA67E05579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Cryo_14725">
            <a:extLst>
              <a:ext uri="{FF2B5EF4-FFF2-40B4-BE49-F238E27FC236}">
                <a16:creationId xmlns:a16="http://schemas.microsoft.com/office/drawing/2014/main" id="{86A4944B-9AE7-4376-888E-6516E9A9DE11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Cryo_14726">
            <a:extLst>
              <a:ext uri="{FF2B5EF4-FFF2-40B4-BE49-F238E27FC236}">
                <a16:creationId xmlns:a16="http://schemas.microsoft.com/office/drawing/2014/main" id="{5DB7C0BB-DA31-4E9E-866D-FBBDE2B6985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Cryo_14727">
            <a:extLst>
              <a:ext uri="{FF2B5EF4-FFF2-40B4-BE49-F238E27FC236}">
                <a16:creationId xmlns:a16="http://schemas.microsoft.com/office/drawing/2014/main" id="{0D4162D4-E173-448D-A046-659C2C6751A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Cryo_14728">
            <a:extLst>
              <a:ext uri="{FF2B5EF4-FFF2-40B4-BE49-F238E27FC236}">
                <a16:creationId xmlns:a16="http://schemas.microsoft.com/office/drawing/2014/main" id="{CB2F5C13-FFBD-4A9D-8BFF-ECB18E9AE97D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Cryo_14729">
            <a:extLst>
              <a:ext uri="{FF2B5EF4-FFF2-40B4-BE49-F238E27FC236}">
                <a16:creationId xmlns:a16="http://schemas.microsoft.com/office/drawing/2014/main" id="{5BC3A684-10E0-4589-9296-F2FFE7835478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Cryo_14730">
            <a:extLst>
              <a:ext uri="{FF2B5EF4-FFF2-40B4-BE49-F238E27FC236}">
                <a16:creationId xmlns:a16="http://schemas.microsoft.com/office/drawing/2014/main" id="{B7B3137B-96BE-4B43-B876-03EBCBBDDA36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Cryo_14731">
            <a:extLst>
              <a:ext uri="{FF2B5EF4-FFF2-40B4-BE49-F238E27FC236}">
                <a16:creationId xmlns:a16="http://schemas.microsoft.com/office/drawing/2014/main" id="{7091C706-6549-4FB7-B221-96A17EFA8EF5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Cryo_14732">
            <a:extLst>
              <a:ext uri="{FF2B5EF4-FFF2-40B4-BE49-F238E27FC236}">
                <a16:creationId xmlns:a16="http://schemas.microsoft.com/office/drawing/2014/main" id="{5D6A8EA4-4AA4-4B04-93F3-96E6C40074B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Cryo_14733">
            <a:extLst>
              <a:ext uri="{FF2B5EF4-FFF2-40B4-BE49-F238E27FC236}">
                <a16:creationId xmlns:a16="http://schemas.microsoft.com/office/drawing/2014/main" id="{9A6E5D73-DFDB-42E6-9EC2-99944739B27D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Cryo_14734">
            <a:extLst>
              <a:ext uri="{FF2B5EF4-FFF2-40B4-BE49-F238E27FC236}">
                <a16:creationId xmlns:a16="http://schemas.microsoft.com/office/drawing/2014/main" id="{42B1ECBB-68FF-4752-9E38-04390B176168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Cryo_14735">
            <a:extLst>
              <a:ext uri="{FF2B5EF4-FFF2-40B4-BE49-F238E27FC236}">
                <a16:creationId xmlns:a16="http://schemas.microsoft.com/office/drawing/2014/main" id="{74E16074-C1C0-4966-BD1E-E061AD1C87C8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Cryo_14736">
            <a:extLst>
              <a:ext uri="{FF2B5EF4-FFF2-40B4-BE49-F238E27FC236}">
                <a16:creationId xmlns:a16="http://schemas.microsoft.com/office/drawing/2014/main" id="{2C62EDC1-F282-4CD5-90DA-4ACF4DB96889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Cryo_14737">
            <a:extLst>
              <a:ext uri="{FF2B5EF4-FFF2-40B4-BE49-F238E27FC236}">
                <a16:creationId xmlns:a16="http://schemas.microsoft.com/office/drawing/2014/main" id="{87398409-B1BB-4431-BA49-E8C49584864A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Cryo_14738">
            <a:extLst>
              <a:ext uri="{FF2B5EF4-FFF2-40B4-BE49-F238E27FC236}">
                <a16:creationId xmlns:a16="http://schemas.microsoft.com/office/drawing/2014/main" id="{01737EF5-4AE3-4AEF-A3A4-8F1B264B3FA7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Cryo_14739">
            <a:extLst>
              <a:ext uri="{FF2B5EF4-FFF2-40B4-BE49-F238E27FC236}">
                <a16:creationId xmlns:a16="http://schemas.microsoft.com/office/drawing/2014/main" id="{8387DF21-AB43-4EF5-91C4-480CE8C3863D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Cryo_14740">
            <a:extLst>
              <a:ext uri="{FF2B5EF4-FFF2-40B4-BE49-F238E27FC236}">
                <a16:creationId xmlns:a16="http://schemas.microsoft.com/office/drawing/2014/main" id="{290296A3-56AE-4C0F-BF43-7326490E0F7D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Cryo_14741">
            <a:extLst>
              <a:ext uri="{FF2B5EF4-FFF2-40B4-BE49-F238E27FC236}">
                <a16:creationId xmlns:a16="http://schemas.microsoft.com/office/drawing/2014/main" id="{E5FFFF66-B5CA-4394-8FF6-336BEA720B51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Cryo_14742">
            <a:extLst>
              <a:ext uri="{FF2B5EF4-FFF2-40B4-BE49-F238E27FC236}">
                <a16:creationId xmlns:a16="http://schemas.microsoft.com/office/drawing/2014/main" id="{724C3A54-B0FB-48CE-B4A5-64F3F6C51DEE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Cryo_14743">
            <a:extLst>
              <a:ext uri="{FF2B5EF4-FFF2-40B4-BE49-F238E27FC236}">
                <a16:creationId xmlns:a16="http://schemas.microsoft.com/office/drawing/2014/main" id="{692EFE01-1E20-4191-BFAC-070D33B0AC3B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Cryo_14744">
            <a:extLst>
              <a:ext uri="{FF2B5EF4-FFF2-40B4-BE49-F238E27FC236}">
                <a16:creationId xmlns:a16="http://schemas.microsoft.com/office/drawing/2014/main" id="{61C16B41-B871-4AC5-94A5-98B55B25FE4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Cryo_14745">
            <a:extLst>
              <a:ext uri="{FF2B5EF4-FFF2-40B4-BE49-F238E27FC236}">
                <a16:creationId xmlns:a16="http://schemas.microsoft.com/office/drawing/2014/main" id="{6F3A6321-F04D-46A9-A8D5-CFBF3AC03CC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Cryo_14746">
            <a:extLst>
              <a:ext uri="{FF2B5EF4-FFF2-40B4-BE49-F238E27FC236}">
                <a16:creationId xmlns:a16="http://schemas.microsoft.com/office/drawing/2014/main" id="{067869FA-2730-48BF-9141-AB12B899BDA6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Cryo_14747">
            <a:extLst>
              <a:ext uri="{FF2B5EF4-FFF2-40B4-BE49-F238E27FC236}">
                <a16:creationId xmlns:a16="http://schemas.microsoft.com/office/drawing/2014/main" id="{554B13CB-E85B-4BE2-B1BB-50A2C31EF006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Cryo_14748">
            <a:extLst>
              <a:ext uri="{FF2B5EF4-FFF2-40B4-BE49-F238E27FC236}">
                <a16:creationId xmlns:a16="http://schemas.microsoft.com/office/drawing/2014/main" id="{900BBDD6-A7B9-41A9-A271-84CE5A6C1813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Cryo_14749">
            <a:extLst>
              <a:ext uri="{FF2B5EF4-FFF2-40B4-BE49-F238E27FC236}">
                <a16:creationId xmlns:a16="http://schemas.microsoft.com/office/drawing/2014/main" id="{462DC22A-0C53-44D0-9015-7006FBB2E758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Cryo_14750">
            <a:extLst>
              <a:ext uri="{FF2B5EF4-FFF2-40B4-BE49-F238E27FC236}">
                <a16:creationId xmlns:a16="http://schemas.microsoft.com/office/drawing/2014/main" id="{0F5272F7-39BD-4F1B-9393-6A82E48055B1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Cryo_14751">
            <a:extLst>
              <a:ext uri="{FF2B5EF4-FFF2-40B4-BE49-F238E27FC236}">
                <a16:creationId xmlns:a16="http://schemas.microsoft.com/office/drawing/2014/main" id="{3E5EBF81-EBE4-4B43-A1D6-C73BB6E28EED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Cryo_14752">
            <a:extLst>
              <a:ext uri="{FF2B5EF4-FFF2-40B4-BE49-F238E27FC236}">
                <a16:creationId xmlns:a16="http://schemas.microsoft.com/office/drawing/2014/main" id="{9524556D-BA96-414F-8AE3-30AA69A2BB66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Cryo_14753">
            <a:extLst>
              <a:ext uri="{FF2B5EF4-FFF2-40B4-BE49-F238E27FC236}">
                <a16:creationId xmlns:a16="http://schemas.microsoft.com/office/drawing/2014/main" id="{1EC6470D-50EF-42F0-A363-86D1693DDAFD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Cryo_14754">
            <a:extLst>
              <a:ext uri="{FF2B5EF4-FFF2-40B4-BE49-F238E27FC236}">
                <a16:creationId xmlns:a16="http://schemas.microsoft.com/office/drawing/2014/main" id="{B9E3DF32-D2C0-4BC7-BBCA-127C55ABBE4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Cryo_14755">
            <a:extLst>
              <a:ext uri="{FF2B5EF4-FFF2-40B4-BE49-F238E27FC236}">
                <a16:creationId xmlns:a16="http://schemas.microsoft.com/office/drawing/2014/main" id="{08BFB946-86A7-4B25-8FC1-74B86778DC3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Cryo_14756">
            <a:extLst>
              <a:ext uri="{FF2B5EF4-FFF2-40B4-BE49-F238E27FC236}">
                <a16:creationId xmlns:a16="http://schemas.microsoft.com/office/drawing/2014/main" id="{B475FEB2-F7A1-41DE-885C-065B7AD03DF6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Cryo_14757">
            <a:extLst>
              <a:ext uri="{FF2B5EF4-FFF2-40B4-BE49-F238E27FC236}">
                <a16:creationId xmlns:a16="http://schemas.microsoft.com/office/drawing/2014/main" id="{3B20C44E-8BDB-42F2-9F7C-71C5CD9CC9C1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Cryo_14758">
            <a:extLst>
              <a:ext uri="{FF2B5EF4-FFF2-40B4-BE49-F238E27FC236}">
                <a16:creationId xmlns:a16="http://schemas.microsoft.com/office/drawing/2014/main" id="{386EDFFC-E297-4C95-8CAE-757CEB24DC9B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Cryo_14759">
            <a:extLst>
              <a:ext uri="{FF2B5EF4-FFF2-40B4-BE49-F238E27FC236}">
                <a16:creationId xmlns:a16="http://schemas.microsoft.com/office/drawing/2014/main" id="{247644EF-5C04-4D54-9CDE-76AF75584E44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Cryo_14760">
            <a:extLst>
              <a:ext uri="{FF2B5EF4-FFF2-40B4-BE49-F238E27FC236}">
                <a16:creationId xmlns:a16="http://schemas.microsoft.com/office/drawing/2014/main" id="{AA7663C8-0E2E-400E-B755-0029B6338E55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Cryo_14761">
            <a:extLst>
              <a:ext uri="{FF2B5EF4-FFF2-40B4-BE49-F238E27FC236}">
                <a16:creationId xmlns:a16="http://schemas.microsoft.com/office/drawing/2014/main" id="{93BCF308-A096-4AE2-9CB6-C3247AC4911A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Cryo_14762">
            <a:extLst>
              <a:ext uri="{FF2B5EF4-FFF2-40B4-BE49-F238E27FC236}">
                <a16:creationId xmlns:a16="http://schemas.microsoft.com/office/drawing/2014/main" id="{12878761-D9E4-452F-8943-DC2473355F62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Cryo_14763">
            <a:extLst>
              <a:ext uri="{FF2B5EF4-FFF2-40B4-BE49-F238E27FC236}">
                <a16:creationId xmlns:a16="http://schemas.microsoft.com/office/drawing/2014/main" id="{1D90A2F6-F786-46C3-822D-0AF66FF282A7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Cryo_14764">
            <a:extLst>
              <a:ext uri="{FF2B5EF4-FFF2-40B4-BE49-F238E27FC236}">
                <a16:creationId xmlns:a16="http://schemas.microsoft.com/office/drawing/2014/main" id="{7F5B12D0-F41E-47DC-8EEA-54650434AE85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Cryo_14765">
            <a:extLst>
              <a:ext uri="{FF2B5EF4-FFF2-40B4-BE49-F238E27FC236}">
                <a16:creationId xmlns:a16="http://schemas.microsoft.com/office/drawing/2014/main" id="{DAE309FC-D111-4EBC-AC50-34F2D6744BC4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Cryo_14766">
            <a:extLst>
              <a:ext uri="{FF2B5EF4-FFF2-40B4-BE49-F238E27FC236}">
                <a16:creationId xmlns:a16="http://schemas.microsoft.com/office/drawing/2014/main" id="{0685D737-D959-4FE4-B495-CFC12FAB6392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Cryo_14767">
            <a:extLst>
              <a:ext uri="{FF2B5EF4-FFF2-40B4-BE49-F238E27FC236}">
                <a16:creationId xmlns:a16="http://schemas.microsoft.com/office/drawing/2014/main" id="{49E80182-2FFB-4897-89EB-6E6CD0A9BF5D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Cryo_14768">
            <a:extLst>
              <a:ext uri="{FF2B5EF4-FFF2-40B4-BE49-F238E27FC236}">
                <a16:creationId xmlns:a16="http://schemas.microsoft.com/office/drawing/2014/main" id="{1617BA44-7F3F-4EC3-B721-B1E6C630B5B3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Cryo_14769">
            <a:extLst>
              <a:ext uri="{FF2B5EF4-FFF2-40B4-BE49-F238E27FC236}">
                <a16:creationId xmlns:a16="http://schemas.microsoft.com/office/drawing/2014/main" id="{933B2981-ADF9-4E91-8575-A4DC1B4572D9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Cryo_14770">
            <a:extLst>
              <a:ext uri="{FF2B5EF4-FFF2-40B4-BE49-F238E27FC236}">
                <a16:creationId xmlns:a16="http://schemas.microsoft.com/office/drawing/2014/main" id="{CCACA4D7-68C5-4DD1-BF13-22B6822DEEB4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Cryo_14771">
            <a:extLst>
              <a:ext uri="{FF2B5EF4-FFF2-40B4-BE49-F238E27FC236}">
                <a16:creationId xmlns:a16="http://schemas.microsoft.com/office/drawing/2014/main" id="{675D368E-0EDF-4DC2-81D3-ABD2DF23C0A8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Cryo_14772">
            <a:extLst>
              <a:ext uri="{FF2B5EF4-FFF2-40B4-BE49-F238E27FC236}">
                <a16:creationId xmlns:a16="http://schemas.microsoft.com/office/drawing/2014/main" id="{B27021B5-E452-4DD9-9670-0EAF0D82E9A6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Cryo_14773">
            <a:extLst>
              <a:ext uri="{FF2B5EF4-FFF2-40B4-BE49-F238E27FC236}">
                <a16:creationId xmlns:a16="http://schemas.microsoft.com/office/drawing/2014/main" id="{63FF12AE-A2A7-4973-9E1B-94EAA15DEB4B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Cryo_14774">
            <a:extLst>
              <a:ext uri="{FF2B5EF4-FFF2-40B4-BE49-F238E27FC236}">
                <a16:creationId xmlns:a16="http://schemas.microsoft.com/office/drawing/2014/main" id="{B9807B63-AF9E-423E-94C8-DDBD72D77110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Cryo_14775">
            <a:extLst>
              <a:ext uri="{FF2B5EF4-FFF2-40B4-BE49-F238E27FC236}">
                <a16:creationId xmlns:a16="http://schemas.microsoft.com/office/drawing/2014/main" id="{8DC9A028-9B92-495C-BD88-AA34CDBD0AFE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Cryo_14776">
            <a:extLst>
              <a:ext uri="{FF2B5EF4-FFF2-40B4-BE49-F238E27FC236}">
                <a16:creationId xmlns:a16="http://schemas.microsoft.com/office/drawing/2014/main" id="{63E1D16A-D369-48FA-A6CF-5130EB15E053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Cryo_14777">
            <a:extLst>
              <a:ext uri="{FF2B5EF4-FFF2-40B4-BE49-F238E27FC236}">
                <a16:creationId xmlns:a16="http://schemas.microsoft.com/office/drawing/2014/main" id="{F1E845E5-39F2-4E99-8671-7447787B6AA0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Cryo_14778">
            <a:extLst>
              <a:ext uri="{FF2B5EF4-FFF2-40B4-BE49-F238E27FC236}">
                <a16:creationId xmlns:a16="http://schemas.microsoft.com/office/drawing/2014/main" id="{09A904A5-1ED6-4154-8BF4-5BA577AAF466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Cryo_14779">
            <a:extLst>
              <a:ext uri="{FF2B5EF4-FFF2-40B4-BE49-F238E27FC236}">
                <a16:creationId xmlns:a16="http://schemas.microsoft.com/office/drawing/2014/main" id="{6D9261F3-72BB-4CA7-A3F8-212D5251F3A6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Cryo_14780">
            <a:extLst>
              <a:ext uri="{FF2B5EF4-FFF2-40B4-BE49-F238E27FC236}">
                <a16:creationId xmlns:a16="http://schemas.microsoft.com/office/drawing/2014/main" id="{E477CC9C-72FB-4CBE-8204-FE098CCDD6EA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Cryo_14781">
            <a:extLst>
              <a:ext uri="{FF2B5EF4-FFF2-40B4-BE49-F238E27FC236}">
                <a16:creationId xmlns:a16="http://schemas.microsoft.com/office/drawing/2014/main" id="{869097DC-B498-4EFC-9AF3-E9BF1114D1F6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Cryo_14782">
            <a:extLst>
              <a:ext uri="{FF2B5EF4-FFF2-40B4-BE49-F238E27FC236}">
                <a16:creationId xmlns:a16="http://schemas.microsoft.com/office/drawing/2014/main" id="{6B9FE770-291B-459D-A072-391B9240432A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Cryo_14783">
            <a:extLst>
              <a:ext uri="{FF2B5EF4-FFF2-40B4-BE49-F238E27FC236}">
                <a16:creationId xmlns:a16="http://schemas.microsoft.com/office/drawing/2014/main" id="{8656A161-DA5C-4C13-A6F8-5C359FADD5B2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Cryo_14784">
            <a:extLst>
              <a:ext uri="{FF2B5EF4-FFF2-40B4-BE49-F238E27FC236}">
                <a16:creationId xmlns:a16="http://schemas.microsoft.com/office/drawing/2014/main" id="{9EB67631-5442-44B9-9514-FCEBF7D6C1A6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Cryo_14785">
            <a:extLst>
              <a:ext uri="{FF2B5EF4-FFF2-40B4-BE49-F238E27FC236}">
                <a16:creationId xmlns:a16="http://schemas.microsoft.com/office/drawing/2014/main" id="{9544F46D-77F8-4FDC-9121-35DB691330EE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Cryo_14786">
            <a:extLst>
              <a:ext uri="{FF2B5EF4-FFF2-40B4-BE49-F238E27FC236}">
                <a16:creationId xmlns:a16="http://schemas.microsoft.com/office/drawing/2014/main" id="{3124C6A1-0623-45D5-95E7-1E865996739F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Cryo_14787">
            <a:extLst>
              <a:ext uri="{FF2B5EF4-FFF2-40B4-BE49-F238E27FC236}">
                <a16:creationId xmlns:a16="http://schemas.microsoft.com/office/drawing/2014/main" id="{B585C32D-5517-4C87-8B60-B9E24100E905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Cryo_14788">
            <a:extLst>
              <a:ext uri="{FF2B5EF4-FFF2-40B4-BE49-F238E27FC236}">
                <a16:creationId xmlns:a16="http://schemas.microsoft.com/office/drawing/2014/main" id="{43DDBB0B-342D-46CE-8358-A7359771FAB7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Cryo_14789">
            <a:extLst>
              <a:ext uri="{FF2B5EF4-FFF2-40B4-BE49-F238E27FC236}">
                <a16:creationId xmlns:a16="http://schemas.microsoft.com/office/drawing/2014/main" id="{0ED92135-66A1-4C95-9C91-9698CBFD471F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Cryo_14790">
            <a:extLst>
              <a:ext uri="{FF2B5EF4-FFF2-40B4-BE49-F238E27FC236}">
                <a16:creationId xmlns:a16="http://schemas.microsoft.com/office/drawing/2014/main" id="{94813733-5A22-498C-B893-4697D63FF173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Cryo_14791">
            <a:extLst>
              <a:ext uri="{FF2B5EF4-FFF2-40B4-BE49-F238E27FC236}">
                <a16:creationId xmlns:a16="http://schemas.microsoft.com/office/drawing/2014/main" id="{CA066276-E6A4-4B95-8584-6945BC92C40B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Cryo_14792">
            <a:extLst>
              <a:ext uri="{FF2B5EF4-FFF2-40B4-BE49-F238E27FC236}">
                <a16:creationId xmlns:a16="http://schemas.microsoft.com/office/drawing/2014/main" id="{FF49CE23-E796-4A31-9311-6A54B1B61F0D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Cryo_14793">
            <a:extLst>
              <a:ext uri="{FF2B5EF4-FFF2-40B4-BE49-F238E27FC236}">
                <a16:creationId xmlns:a16="http://schemas.microsoft.com/office/drawing/2014/main" id="{56B6BCC9-79D2-457E-8639-8CACA0CBC005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Cryo_14794">
            <a:extLst>
              <a:ext uri="{FF2B5EF4-FFF2-40B4-BE49-F238E27FC236}">
                <a16:creationId xmlns:a16="http://schemas.microsoft.com/office/drawing/2014/main" id="{756A7FC0-CC5A-438A-B506-384DD159C88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Cryo_14795">
            <a:extLst>
              <a:ext uri="{FF2B5EF4-FFF2-40B4-BE49-F238E27FC236}">
                <a16:creationId xmlns:a16="http://schemas.microsoft.com/office/drawing/2014/main" id="{0EFAB6F2-4066-4404-8078-2E15212465C3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Cryo_14796">
            <a:extLst>
              <a:ext uri="{FF2B5EF4-FFF2-40B4-BE49-F238E27FC236}">
                <a16:creationId xmlns:a16="http://schemas.microsoft.com/office/drawing/2014/main" id="{465A5E98-F42E-4509-BD3D-009505C35FAB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Cryo_14797">
            <a:extLst>
              <a:ext uri="{FF2B5EF4-FFF2-40B4-BE49-F238E27FC236}">
                <a16:creationId xmlns:a16="http://schemas.microsoft.com/office/drawing/2014/main" id="{01E423ED-81A8-4EB0-8ED6-A1F51A36B836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Cryo_14798">
            <a:extLst>
              <a:ext uri="{FF2B5EF4-FFF2-40B4-BE49-F238E27FC236}">
                <a16:creationId xmlns:a16="http://schemas.microsoft.com/office/drawing/2014/main" id="{3ED4616F-6BBC-4B98-A4A0-06E8883960C9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Cryo_14799">
            <a:extLst>
              <a:ext uri="{FF2B5EF4-FFF2-40B4-BE49-F238E27FC236}">
                <a16:creationId xmlns:a16="http://schemas.microsoft.com/office/drawing/2014/main" id="{2DC926D6-FA76-47BE-8362-AA6355534F1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Cryo_14800">
            <a:extLst>
              <a:ext uri="{FF2B5EF4-FFF2-40B4-BE49-F238E27FC236}">
                <a16:creationId xmlns:a16="http://schemas.microsoft.com/office/drawing/2014/main" id="{9C3FDC0A-83E6-4CF6-885B-33DF9A37F522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Cryo_14801">
            <a:extLst>
              <a:ext uri="{FF2B5EF4-FFF2-40B4-BE49-F238E27FC236}">
                <a16:creationId xmlns:a16="http://schemas.microsoft.com/office/drawing/2014/main" id="{9363F196-BEA2-45EB-B2C1-AED86EFA6C8B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Cryo_14802">
            <a:extLst>
              <a:ext uri="{FF2B5EF4-FFF2-40B4-BE49-F238E27FC236}">
                <a16:creationId xmlns:a16="http://schemas.microsoft.com/office/drawing/2014/main" id="{A6EEFEA0-522C-49E2-BF8F-D6EF54D4606D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Cryo_14803">
            <a:extLst>
              <a:ext uri="{FF2B5EF4-FFF2-40B4-BE49-F238E27FC236}">
                <a16:creationId xmlns:a16="http://schemas.microsoft.com/office/drawing/2014/main" id="{CD0A79E2-E714-44A8-A941-1918248634DF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Cryo_14804">
            <a:extLst>
              <a:ext uri="{FF2B5EF4-FFF2-40B4-BE49-F238E27FC236}">
                <a16:creationId xmlns:a16="http://schemas.microsoft.com/office/drawing/2014/main" id="{D981EF5F-37DE-4FD6-A5FD-ADEFE6E4A461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Cryo_14805">
            <a:extLst>
              <a:ext uri="{FF2B5EF4-FFF2-40B4-BE49-F238E27FC236}">
                <a16:creationId xmlns:a16="http://schemas.microsoft.com/office/drawing/2014/main" id="{5A5E6970-BCE1-4128-BF95-8DD1AB6B1FFD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Cryo_14806">
            <a:extLst>
              <a:ext uri="{FF2B5EF4-FFF2-40B4-BE49-F238E27FC236}">
                <a16:creationId xmlns:a16="http://schemas.microsoft.com/office/drawing/2014/main" id="{D577AC93-0E37-42C3-B59E-C77CBD1CD297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Cryo_14807">
            <a:extLst>
              <a:ext uri="{FF2B5EF4-FFF2-40B4-BE49-F238E27FC236}">
                <a16:creationId xmlns:a16="http://schemas.microsoft.com/office/drawing/2014/main" id="{AC804002-CA02-4EB5-8702-9E9E7A468EDF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Cryo_14808">
            <a:extLst>
              <a:ext uri="{FF2B5EF4-FFF2-40B4-BE49-F238E27FC236}">
                <a16:creationId xmlns:a16="http://schemas.microsoft.com/office/drawing/2014/main" id="{1DED7A31-845D-4128-A445-827AB7F8AB9D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Cryo_14809">
            <a:extLst>
              <a:ext uri="{FF2B5EF4-FFF2-40B4-BE49-F238E27FC236}">
                <a16:creationId xmlns:a16="http://schemas.microsoft.com/office/drawing/2014/main" id="{9E13F43E-4267-47A5-ACA2-B3DD343BAFBC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Cryo_14810">
            <a:extLst>
              <a:ext uri="{FF2B5EF4-FFF2-40B4-BE49-F238E27FC236}">
                <a16:creationId xmlns:a16="http://schemas.microsoft.com/office/drawing/2014/main" id="{A2BFDF06-F4E3-4BF8-9A10-D7B565C5BCDB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Cryo_14811">
            <a:extLst>
              <a:ext uri="{FF2B5EF4-FFF2-40B4-BE49-F238E27FC236}">
                <a16:creationId xmlns:a16="http://schemas.microsoft.com/office/drawing/2014/main" id="{6501CE04-392D-4C7C-AC11-90208EF3228A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Cryo_14812">
            <a:extLst>
              <a:ext uri="{FF2B5EF4-FFF2-40B4-BE49-F238E27FC236}">
                <a16:creationId xmlns:a16="http://schemas.microsoft.com/office/drawing/2014/main" id="{8038107C-8885-4DF3-9DC2-6B2349505F63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Cryo_14813">
            <a:extLst>
              <a:ext uri="{FF2B5EF4-FFF2-40B4-BE49-F238E27FC236}">
                <a16:creationId xmlns:a16="http://schemas.microsoft.com/office/drawing/2014/main" id="{72FDC3DA-568C-4D17-B6AB-42E48F056B04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Cryo_14814">
            <a:extLst>
              <a:ext uri="{FF2B5EF4-FFF2-40B4-BE49-F238E27FC236}">
                <a16:creationId xmlns:a16="http://schemas.microsoft.com/office/drawing/2014/main" id="{F5CF9127-0C8C-4704-81D8-409C73A3F964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Cryo_14815">
            <a:extLst>
              <a:ext uri="{FF2B5EF4-FFF2-40B4-BE49-F238E27FC236}">
                <a16:creationId xmlns:a16="http://schemas.microsoft.com/office/drawing/2014/main" id="{C0FFA3C8-070A-4454-A3EF-1285905F5C14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Cryo_14816">
            <a:extLst>
              <a:ext uri="{FF2B5EF4-FFF2-40B4-BE49-F238E27FC236}">
                <a16:creationId xmlns:a16="http://schemas.microsoft.com/office/drawing/2014/main" id="{D10F7A1F-6B0F-42F8-9F2B-B4EF6DDF2C7F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Cryo_14817">
            <a:extLst>
              <a:ext uri="{FF2B5EF4-FFF2-40B4-BE49-F238E27FC236}">
                <a16:creationId xmlns:a16="http://schemas.microsoft.com/office/drawing/2014/main" id="{0348683F-0D41-4ADD-A853-AC19E334D0F0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Cryo_14818">
            <a:extLst>
              <a:ext uri="{FF2B5EF4-FFF2-40B4-BE49-F238E27FC236}">
                <a16:creationId xmlns:a16="http://schemas.microsoft.com/office/drawing/2014/main" id="{0FC245B1-267B-429A-969A-AB955E66E78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Cryo_14819">
            <a:extLst>
              <a:ext uri="{FF2B5EF4-FFF2-40B4-BE49-F238E27FC236}">
                <a16:creationId xmlns:a16="http://schemas.microsoft.com/office/drawing/2014/main" id="{4B9C51C5-6259-41D7-8AAB-401571690B19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Cryo_14820">
            <a:extLst>
              <a:ext uri="{FF2B5EF4-FFF2-40B4-BE49-F238E27FC236}">
                <a16:creationId xmlns:a16="http://schemas.microsoft.com/office/drawing/2014/main" id="{258C39A5-068A-4561-B238-6D614EB8F220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Cryo_14821">
            <a:extLst>
              <a:ext uri="{FF2B5EF4-FFF2-40B4-BE49-F238E27FC236}">
                <a16:creationId xmlns:a16="http://schemas.microsoft.com/office/drawing/2014/main" id="{2504BECD-A357-45C8-A3B0-CC3A0C5B0CAA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Cryo_14822">
            <a:extLst>
              <a:ext uri="{FF2B5EF4-FFF2-40B4-BE49-F238E27FC236}">
                <a16:creationId xmlns:a16="http://schemas.microsoft.com/office/drawing/2014/main" id="{E14E261B-C5B5-4396-8AAA-4007084471B4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Cryo_14823">
            <a:extLst>
              <a:ext uri="{FF2B5EF4-FFF2-40B4-BE49-F238E27FC236}">
                <a16:creationId xmlns:a16="http://schemas.microsoft.com/office/drawing/2014/main" id="{C406E2AE-926A-4271-8025-51743552EF90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Cryo_14824">
            <a:extLst>
              <a:ext uri="{FF2B5EF4-FFF2-40B4-BE49-F238E27FC236}">
                <a16:creationId xmlns:a16="http://schemas.microsoft.com/office/drawing/2014/main" id="{C01862D9-D31D-4856-90FF-A4E749983B00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Cryo_14825">
            <a:extLst>
              <a:ext uri="{FF2B5EF4-FFF2-40B4-BE49-F238E27FC236}">
                <a16:creationId xmlns:a16="http://schemas.microsoft.com/office/drawing/2014/main" id="{32174043-E0E1-412E-9616-E7ECF051516F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Cryo_14826">
            <a:extLst>
              <a:ext uri="{FF2B5EF4-FFF2-40B4-BE49-F238E27FC236}">
                <a16:creationId xmlns:a16="http://schemas.microsoft.com/office/drawing/2014/main" id="{97DA44E1-4A05-4897-8541-5A7673D2C8CF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Cryo_14827">
            <a:extLst>
              <a:ext uri="{FF2B5EF4-FFF2-40B4-BE49-F238E27FC236}">
                <a16:creationId xmlns:a16="http://schemas.microsoft.com/office/drawing/2014/main" id="{D7F71338-4E55-497F-85D4-EA32A76D3629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Cryo_14828">
            <a:extLst>
              <a:ext uri="{FF2B5EF4-FFF2-40B4-BE49-F238E27FC236}">
                <a16:creationId xmlns:a16="http://schemas.microsoft.com/office/drawing/2014/main" id="{CF3BF475-98B1-4EE0-9B35-91535110FE45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Cryo_14829">
            <a:extLst>
              <a:ext uri="{FF2B5EF4-FFF2-40B4-BE49-F238E27FC236}">
                <a16:creationId xmlns:a16="http://schemas.microsoft.com/office/drawing/2014/main" id="{D38DD180-E28A-4C56-9C28-D53918003D9D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Cryo_14830">
            <a:extLst>
              <a:ext uri="{FF2B5EF4-FFF2-40B4-BE49-F238E27FC236}">
                <a16:creationId xmlns:a16="http://schemas.microsoft.com/office/drawing/2014/main" id="{0F65640D-E833-4A4D-968A-CE49712C00FE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Cryo_14831">
            <a:extLst>
              <a:ext uri="{FF2B5EF4-FFF2-40B4-BE49-F238E27FC236}">
                <a16:creationId xmlns:a16="http://schemas.microsoft.com/office/drawing/2014/main" id="{16525DA7-C2F9-43DF-AEC2-12FCB8D1C26C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Cryo_14832">
            <a:extLst>
              <a:ext uri="{FF2B5EF4-FFF2-40B4-BE49-F238E27FC236}">
                <a16:creationId xmlns:a16="http://schemas.microsoft.com/office/drawing/2014/main" id="{CDA6AC9E-3154-4D53-B3EB-6173FB1F69B5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Cryo_14833">
            <a:extLst>
              <a:ext uri="{FF2B5EF4-FFF2-40B4-BE49-F238E27FC236}">
                <a16:creationId xmlns:a16="http://schemas.microsoft.com/office/drawing/2014/main" id="{0147A2DF-C6E5-4BBE-BB10-E5847B12FC68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Cryo_14834">
            <a:extLst>
              <a:ext uri="{FF2B5EF4-FFF2-40B4-BE49-F238E27FC236}">
                <a16:creationId xmlns:a16="http://schemas.microsoft.com/office/drawing/2014/main" id="{2B7EBDFC-BDED-490A-9A3B-ACE2DC9802D1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Cryo_14835">
            <a:extLst>
              <a:ext uri="{FF2B5EF4-FFF2-40B4-BE49-F238E27FC236}">
                <a16:creationId xmlns:a16="http://schemas.microsoft.com/office/drawing/2014/main" id="{F07B47C2-8F99-4FEF-9DA1-B1658968AD6B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Cryo_14836">
            <a:extLst>
              <a:ext uri="{FF2B5EF4-FFF2-40B4-BE49-F238E27FC236}">
                <a16:creationId xmlns:a16="http://schemas.microsoft.com/office/drawing/2014/main" id="{EA046359-3086-42CB-9B41-AEEBB7BEAD60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Cryo_14837">
            <a:extLst>
              <a:ext uri="{FF2B5EF4-FFF2-40B4-BE49-F238E27FC236}">
                <a16:creationId xmlns:a16="http://schemas.microsoft.com/office/drawing/2014/main" id="{11C820C8-2EB8-4A3E-BFEE-65F7054BB57E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Cryo_14838">
            <a:extLst>
              <a:ext uri="{FF2B5EF4-FFF2-40B4-BE49-F238E27FC236}">
                <a16:creationId xmlns:a16="http://schemas.microsoft.com/office/drawing/2014/main" id="{554DC8AF-A056-439C-8B65-6C1B4A77FC7A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Cryo_14839">
            <a:extLst>
              <a:ext uri="{FF2B5EF4-FFF2-40B4-BE49-F238E27FC236}">
                <a16:creationId xmlns:a16="http://schemas.microsoft.com/office/drawing/2014/main" id="{65AA652A-C483-47CF-A35B-9AF78AE457FB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Cryo_14840">
            <a:extLst>
              <a:ext uri="{FF2B5EF4-FFF2-40B4-BE49-F238E27FC236}">
                <a16:creationId xmlns:a16="http://schemas.microsoft.com/office/drawing/2014/main" id="{F50D40ED-E7B5-4AED-9DC7-7894B7C7C520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Cryo_14841">
            <a:extLst>
              <a:ext uri="{FF2B5EF4-FFF2-40B4-BE49-F238E27FC236}">
                <a16:creationId xmlns:a16="http://schemas.microsoft.com/office/drawing/2014/main" id="{970D41CB-8693-4F8C-A553-8755749F6F0A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Cryo_14842">
            <a:extLst>
              <a:ext uri="{FF2B5EF4-FFF2-40B4-BE49-F238E27FC236}">
                <a16:creationId xmlns:a16="http://schemas.microsoft.com/office/drawing/2014/main" id="{515EC101-BF20-4A59-B6B9-7436B8569D8D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Cryo_14843">
            <a:extLst>
              <a:ext uri="{FF2B5EF4-FFF2-40B4-BE49-F238E27FC236}">
                <a16:creationId xmlns:a16="http://schemas.microsoft.com/office/drawing/2014/main" id="{5AD93400-8189-425C-8359-9CFB2F966C22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Cryo_14844">
            <a:extLst>
              <a:ext uri="{FF2B5EF4-FFF2-40B4-BE49-F238E27FC236}">
                <a16:creationId xmlns:a16="http://schemas.microsoft.com/office/drawing/2014/main" id="{C4ADA0EF-DB17-4FAF-81A2-A77B0CB6CBDC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Cryo_14845">
            <a:extLst>
              <a:ext uri="{FF2B5EF4-FFF2-40B4-BE49-F238E27FC236}">
                <a16:creationId xmlns:a16="http://schemas.microsoft.com/office/drawing/2014/main" id="{217280A4-C71E-43E3-AD82-95C2DA3A1A20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Cryo_14846">
            <a:extLst>
              <a:ext uri="{FF2B5EF4-FFF2-40B4-BE49-F238E27FC236}">
                <a16:creationId xmlns:a16="http://schemas.microsoft.com/office/drawing/2014/main" id="{C59518EF-E54F-4AF9-93F3-E54B2C310CAF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Cryo_14847">
            <a:extLst>
              <a:ext uri="{FF2B5EF4-FFF2-40B4-BE49-F238E27FC236}">
                <a16:creationId xmlns:a16="http://schemas.microsoft.com/office/drawing/2014/main" id="{BECFFA6C-0BF7-409A-B79B-E221580BDEAE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Cryo_14848">
            <a:extLst>
              <a:ext uri="{FF2B5EF4-FFF2-40B4-BE49-F238E27FC236}">
                <a16:creationId xmlns:a16="http://schemas.microsoft.com/office/drawing/2014/main" id="{32F74B7B-E8AA-4F5A-AEA8-9C507F3D6C80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Cryo_14849">
            <a:extLst>
              <a:ext uri="{FF2B5EF4-FFF2-40B4-BE49-F238E27FC236}">
                <a16:creationId xmlns:a16="http://schemas.microsoft.com/office/drawing/2014/main" id="{AE5F4EDA-4BC0-4CC0-89F5-05CCA5ED02D2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Cryo_14850">
            <a:extLst>
              <a:ext uri="{FF2B5EF4-FFF2-40B4-BE49-F238E27FC236}">
                <a16:creationId xmlns:a16="http://schemas.microsoft.com/office/drawing/2014/main" id="{8FD4D7A3-0616-41B9-A19C-8AFD4F9E0838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Cryo_14851">
            <a:extLst>
              <a:ext uri="{FF2B5EF4-FFF2-40B4-BE49-F238E27FC236}">
                <a16:creationId xmlns:a16="http://schemas.microsoft.com/office/drawing/2014/main" id="{83093568-8A89-44EB-B320-32125DCE1C53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Cryo_14852">
            <a:extLst>
              <a:ext uri="{FF2B5EF4-FFF2-40B4-BE49-F238E27FC236}">
                <a16:creationId xmlns:a16="http://schemas.microsoft.com/office/drawing/2014/main" id="{8B30746E-BC4E-4734-BC98-E273D8A4606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Cryo_14853">
            <a:extLst>
              <a:ext uri="{FF2B5EF4-FFF2-40B4-BE49-F238E27FC236}">
                <a16:creationId xmlns:a16="http://schemas.microsoft.com/office/drawing/2014/main" id="{02A7FD72-90AE-4DD5-B484-71CA676811A3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Cryo_14854">
            <a:extLst>
              <a:ext uri="{FF2B5EF4-FFF2-40B4-BE49-F238E27FC236}">
                <a16:creationId xmlns:a16="http://schemas.microsoft.com/office/drawing/2014/main" id="{D04008D2-364B-424D-ACF3-2ED162ECA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Cryo_14855">
            <a:extLst>
              <a:ext uri="{FF2B5EF4-FFF2-40B4-BE49-F238E27FC236}">
                <a16:creationId xmlns:a16="http://schemas.microsoft.com/office/drawing/2014/main" id="{EB520BC3-91BE-4B7D-AC9B-E408D8116E03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Cryo_14856">
            <a:extLst>
              <a:ext uri="{FF2B5EF4-FFF2-40B4-BE49-F238E27FC236}">
                <a16:creationId xmlns:a16="http://schemas.microsoft.com/office/drawing/2014/main" id="{6D61A38F-A88F-4016-B4BD-DF8AD999509E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Cryo_14857">
            <a:extLst>
              <a:ext uri="{FF2B5EF4-FFF2-40B4-BE49-F238E27FC236}">
                <a16:creationId xmlns:a16="http://schemas.microsoft.com/office/drawing/2014/main" id="{0049EF57-0A15-4F43-8096-B74ADB5249C7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Cryo_14858">
            <a:extLst>
              <a:ext uri="{FF2B5EF4-FFF2-40B4-BE49-F238E27FC236}">
                <a16:creationId xmlns:a16="http://schemas.microsoft.com/office/drawing/2014/main" id="{3824A72A-EF3F-4AFE-92F8-85BABBB9EFA7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Cryo_14859">
            <a:extLst>
              <a:ext uri="{FF2B5EF4-FFF2-40B4-BE49-F238E27FC236}">
                <a16:creationId xmlns:a16="http://schemas.microsoft.com/office/drawing/2014/main" id="{950C3EF0-1B29-4CB3-9510-102283DC250C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Cryo_14860">
            <a:extLst>
              <a:ext uri="{FF2B5EF4-FFF2-40B4-BE49-F238E27FC236}">
                <a16:creationId xmlns:a16="http://schemas.microsoft.com/office/drawing/2014/main" id="{7AF74761-232B-4220-B637-0F45C7B976C9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Cryo_14861">
            <a:extLst>
              <a:ext uri="{FF2B5EF4-FFF2-40B4-BE49-F238E27FC236}">
                <a16:creationId xmlns:a16="http://schemas.microsoft.com/office/drawing/2014/main" id="{4A10A30B-F9F7-4FA3-96CC-CC2DEAD09386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Cryo_14862">
            <a:extLst>
              <a:ext uri="{FF2B5EF4-FFF2-40B4-BE49-F238E27FC236}">
                <a16:creationId xmlns:a16="http://schemas.microsoft.com/office/drawing/2014/main" id="{50F44B81-F4BC-4755-937E-88CC860BC2FA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Cryo_14863">
            <a:extLst>
              <a:ext uri="{FF2B5EF4-FFF2-40B4-BE49-F238E27FC236}">
                <a16:creationId xmlns:a16="http://schemas.microsoft.com/office/drawing/2014/main" id="{08B1087B-8AAD-4105-85A6-1130CD6D8EB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Cryo_14864">
            <a:extLst>
              <a:ext uri="{FF2B5EF4-FFF2-40B4-BE49-F238E27FC236}">
                <a16:creationId xmlns:a16="http://schemas.microsoft.com/office/drawing/2014/main" id="{A9E213E2-5811-4514-889B-4FA6DC950C9D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Cryo_14865">
            <a:extLst>
              <a:ext uri="{FF2B5EF4-FFF2-40B4-BE49-F238E27FC236}">
                <a16:creationId xmlns:a16="http://schemas.microsoft.com/office/drawing/2014/main" id="{A28DC109-1259-4153-9458-510DF8E19E61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Cryo_14866">
            <a:extLst>
              <a:ext uri="{FF2B5EF4-FFF2-40B4-BE49-F238E27FC236}">
                <a16:creationId xmlns:a16="http://schemas.microsoft.com/office/drawing/2014/main" id="{DEC55A7D-816C-4A37-B032-7155297C2E74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Cryo_14867">
            <a:extLst>
              <a:ext uri="{FF2B5EF4-FFF2-40B4-BE49-F238E27FC236}">
                <a16:creationId xmlns:a16="http://schemas.microsoft.com/office/drawing/2014/main" id="{A9DB1C5D-F98D-4404-AF27-090279289BD9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Cryo_14868">
            <a:extLst>
              <a:ext uri="{FF2B5EF4-FFF2-40B4-BE49-F238E27FC236}">
                <a16:creationId xmlns:a16="http://schemas.microsoft.com/office/drawing/2014/main" id="{0FF31FCA-DEA5-40FB-8455-DABF598DCBE7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Cryo_14869">
            <a:extLst>
              <a:ext uri="{FF2B5EF4-FFF2-40B4-BE49-F238E27FC236}">
                <a16:creationId xmlns:a16="http://schemas.microsoft.com/office/drawing/2014/main" id="{BE90384D-7CF3-4713-9A78-6B0FDBAADC2C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Cryo_14870">
            <a:extLst>
              <a:ext uri="{FF2B5EF4-FFF2-40B4-BE49-F238E27FC236}">
                <a16:creationId xmlns:a16="http://schemas.microsoft.com/office/drawing/2014/main" id="{520A66BC-34F0-4CC2-A37E-6DFC5B23F98E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Cryo_14871">
            <a:extLst>
              <a:ext uri="{FF2B5EF4-FFF2-40B4-BE49-F238E27FC236}">
                <a16:creationId xmlns:a16="http://schemas.microsoft.com/office/drawing/2014/main" id="{F0AAB754-078A-46FE-8226-5B19102AC221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Cryo_14872">
            <a:extLst>
              <a:ext uri="{FF2B5EF4-FFF2-40B4-BE49-F238E27FC236}">
                <a16:creationId xmlns:a16="http://schemas.microsoft.com/office/drawing/2014/main" id="{6B8AE92D-1BB0-449A-9207-C265721B05B2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Cryo_14873">
            <a:extLst>
              <a:ext uri="{FF2B5EF4-FFF2-40B4-BE49-F238E27FC236}">
                <a16:creationId xmlns:a16="http://schemas.microsoft.com/office/drawing/2014/main" id="{E8F13512-D021-468C-8A19-D27D8C524785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Cryo_14874">
            <a:extLst>
              <a:ext uri="{FF2B5EF4-FFF2-40B4-BE49-F238E27FC236}">
                <a16:creationId xmlns:a16="http://schemas.microsoft.com/office/drawing/2014/main" id="{0117B74A-DD3A-407B-B359-FC8F3CFDEE99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Cryo_14875">
            <a:extLst>
              <a:ext uri="{FF2B5EF4-FFF2-40B4-BE49-F238E27FC236}">
                <a16:creationId xmlns:a16="http://schemas.microsoft.com/office/drawing/2014/main" id="{C42A7621-1DCD-4C87-8564-C54353BB7D26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Cryo_14876">
            <a:extLst>
              <a:ext uri="{FF2B5EF4-FFF2-40B4-BE49-F238E27FC236}">
                <a16:creationId xmlns:a16="http://schemas.microsoft.com/office/drawing/2014/main" id="{704646D8-9E8A-4F6B-B644-F505C8CD06D3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Cryo_14877">
            <a:extLst>
              <a:ext uri="{FF2B5EF4-FFF2-40B4-BE49-F238E27FC236}">
                <a16:creationId xmlns:a16="http://schemas.microsoft.com/office/drawing/2014/main" id="{440E0C02-8050-4D32-AF0D-223D95E65F6F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Cryo_14878">
            <a:extLst>
              <a:ext uri="{FF2B5EF4-FFF2-40B4-BE49-F238E27FC236}">
                <a16:creationId xmlns:a16="http://schemas.microsoft.com/office/drawing/2014/main" id="{8710331B-9F5B-4AEF-BEDB-7D43C0D11933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Cryo_14879">
            <a:extLst>
              <a:ext uri="{FF2B5EF4-FFF2-40B4-BE49-F238E27FC236}">
                <a16:creationId xmlns:a16="http://schemas.microsoft.com/office/drawing/2014/main" id="{D36E06F6-3D18-4EEF-843D-5C8A1B7E1957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Cryo_14880">
            <a:extLst>
              <a:ext uri="{FF2B5EF4-FFF2-40B4-BE49-F238E27FC236}">
                <a16:creationId xmlns:a16="http://schemas.microsoft.com/office/drawing/2014/main" id="{DE6D641F-22D4-4953-9328-B5CFDBB38A80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Cryo_14881">
            <a:extLst>
              <a:ext uri="{FF2B5EF4-FFF2-40B4-BE49-F238E27FC236}">
                <a16:creationId xmlns:a16="http://schemas.microsoft.com/office/drawing/2014/main" id="{40B0874F-4BE4-40B2-8779-918B10EAF9E5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Cryo_14882">
            <a:extLst>
              <a:ext uri="{FF2B5EF4-FFF2-40B4-BE49-F238E27FC236}">
                <a16:creationId xmlns:a16="http://schemas.microsoft.com/office/drawing/2014/main" id="{B96DFE8D-60F4-45CB-B85D-6F0188E01A5C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Cryo_14883">
            <a:extLst>
              <a:ext uri="{FF2B5EF4-FFF2-40B4-BE49-F238E27FC236}">
                <a16:creationId xmlns:a16="http://schemas.microsoft.com/office/drawing/2014/main" id="{3C68648F-B6F0-48F3-BA28-457A254A16D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Cryo_14884">
            <a:extLst>
              <a:ext uri="{FF2B5EF4-FFF2-40B4-BE49-F238E27FC236}">
                <a16:creationId xmlns:a16="http://schemas.microsoft.com/office/drawing/2014/main" id="{CD8DD0D7-25AD-4C69-BD2E-FA2540CC8397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Cryo_14885">
            <a:extLst>
              <a:ext uri="{FF2B5EF4-FFF2-40B4-BE49-F238E27FC236}">
                <a16:creationId xmlns:a16="http://schemas.microsoft.com/office/drawing/2014/main" id="{5826955F-7E23-42D5-8BDA-E3B65095DB98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Cryo_14886">
            <a:extLst>
              <a:ext uri="{FF2B5EF4-FFF2-40B4-BE49-F238E27FC236}">
                <a16:creationId xmlns:a16="http://schemas.microsoft.com/office/drawing/2014/main" id="{78EA0018-44AB-4242-BA41-6F52565E62B6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Cryo_14887">
            <a:extLst>
              <a:ext uri="{FF2B5EF4-FFF2-40B4-BE49-F238E27FC236}">
                <a16:creationId xmlns:a16="http://schemas.microsoft.com/office/drawing/2014/main" id="{D3AABDC9-FB26-4F4F-9676-FD001F001815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Cryo_14888">
            <a:extLst>
              <a:ext uri="{FF2B5EF4-FFF2-40B4-BE49-F238E27FC236}">
                <a16:creationId xmlns:a16="http://schemas.microsoft.com/office/drawing/2014/main" id="{6315E41D-6835-40A8-8FDB-74B5E0038AB4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Cryo_14889">
            <a:extLst>
              <a:ext uri="{FF2B5EF4-FFF2-40B4-BE49-F238E27FC236}">
                <a16:creationId xmlns:a16="http://schemas.microsoft.com/office/drawing/2014/main" id="{8D2D3F5D-0186-4228-BB9B-01A4C8217BED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Cryo_14890">
            <a:extLst>
              <a:ext uri="{FF2B5EF4-FFF2-40B4-BE49-F238E27FC236}">
                <a16:creationId xmlns:a16="http://schemas.microsoft.com/office/drawing/2014/main" id="{5225F0C5-3935-4C30-AE96-195BAD516620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Cryo_14891">
            <a:extLst>
              <a:ext uri="{FF2B5EF4-FFF2-40B4-BE49-F238E27FC236}">
                <a16:creationId xmlns:a16="http://schemas.microsoft.com/office/drawing/2014/main" id="{1190CA57-385D-46AA-B18B-129802AA574C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Cryo_14892">
            <a:extLst>
              <a:ext uri="{FF2B5EF4-FFF2-40B4-BE49-F238E27FC236}">
                <a16:creationId xmlns:a16="http://schemas.microsoft.com/office/drawing/2014/main" id="{59D3DFD5-8D8C-49B9-93F8-EBBB48E00942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Cryo_14893">
            <a:extLst>
              <a:ext uri="{FF2B5EF4-FFF2-40B4-BE49-F238E27FC236}">
                <a16:creationId xmlns:a16="http://schemas.microsoft.com/office/drawing/2014/main" id="{F646A1A7-9FE4-4E1F-A3FF-1A8C2A2ADDF1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Cryo_14894">
            <a:extLst>
              <a:ext uri="{FF2B5EF4-FFF2-40B4-BE49-F238E27FC236}">
                <a16:creationId xmlns:a16="http://schemas.microsoft.com/office/drawing/2014/main" id="{4EEB46C9-FACB-46B8-BDA8-FE44B5E6B333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Cryo_14895">
            <a:extLst>
              <a:ext uri="{FF2B5EF4-FFF2-40B4-BE49-F238E27FC236}">
                <a16:creationId xmlns:a16="http://schemas.microsoft.com/office/drawing/2014/main" id="{A874C750-E57E-4034-90A0-0A24E700F74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Cryo_14896">
            <a:extLst>
              <a:ext uri="{FF2B5EF4-FFF2-40B4-BE49-F238E27FC236}">
                <a16:creationId xmlns:a16="http://schemas.microsoft.com/office/drawing/2014/main" id="{048168EC-FCBA-4EE9-AE0F-941E290EBCD5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Cryo_14897">
            <a:extLst>
              <a:ext uri="{FF2B5EF4-FFF2-40B4-BE49-F238E27FC236}">
                <a16:creationId xmlns:a16="http://schemas.microsoft.com/office/drawing/2014/main" id="{E60D02DF-D14E-4C7C-9D0F-E5A92E194CC4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Cryo_14898">
            <a:extLst>
              <a:ext uri="{FF2B5EF4-FFF2-40B4-BE49-F238E27FC236}">
                <a16:creationId xmlns:a16="http://schemas.microsoft.com/office/drawing/2014/main" id="{AB3312E1-A8D5-4C76-AEC1-7F0DD4A3EFF3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Cryo_14899">
            <a:extLst>
              <a:ext uri="{FF2B5EF4-FFF2-40B4-BE49-F238E27FC236}">
                <a16:creationId xmlns:a16="http://schemas.microsoft.com/office/drawing/2014/main" id="{371DD433-253E-4981-A715-FB8C9EF72BD6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Cryo_14900">
            <a:extLst>
              <a:ext uri="{FF2B5EF4-FFF2-40B4-BE49-F238E27FC236}">
                <a16:creationId xmlns:a16="http://schemas.microsoft.com/office/drawing/2014/main" id="{231E4652-7327-41CE-A71E-3B7BBD5FB220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Cryo_14901">
            <a:extLst>
              <a:ext uri="{FF2B5EF4-FFF2-40B4-BE49-F238E27FC236}">
                <a16:creationId xmlns:a16="http://schemas.microsoft.com/office/drawing/2014/main" id="{00EDBD20-A9EB-4D07-B3B0-E5FCD9E1882A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Cryo_14902">
            <a:extLst>
              <a:ext uri="{FF2B5EF4-FFF2-40B4-BE49-F238E27FC236}">
                <a16:creationId xmlns:a16="http://schemas.microsoft.com/office/drawing/2014/main" id="{C39136EA-85F6-49DE-AE4A-77A9CB180DB1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Cryo_14903">
            <a:extLst>
              <a:ext uri="{FF2B5EF4-FFF2-40B4-BE49-F238E27FC236}">
                <a16:creationId xmlns:a16="http://schemas.microsoft.com/office/drawing/2014/main" id="{2C535D63-C91A-4EE6-857F-4AAC0FC69911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Cryo_14904">
            <a:extLst>
              <a:ext uri="{FF2B5EF4-FFF2-40B4-BE49-F238E27FC236}">
                <a16:creationId xmlns:a16="http://schemas.microsoft.com/office/drawing/2014/main" id="{DC33CF2B-AFBF-4763-8EE9-96B643A147A1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Cryo_14905">
            <a:extLst>
              <a:ext uri="{FF2B5EF4-FFF2-40B4-BE49-F238E27FC236}">
                <a16:creationId xmlns:a16="http://schemas.microsoft.com/office/drawing/2014/main" id="{5E096583-BB6B-4551-8E5C-D8879E8C083C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Cryo_14906">
            <a:extLst>
              <a:ext uri="{FF2B5EF4-FFF2-40B4-BE49-F238E27FC236}">
                <a16:creationId xmlns:a16="http://schemas.microsoft.com/office/drawing/2014/main" id="{BC7160BD-BBAA-47D5-AA54-E30EE4C86532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Cryo_14907">
            <a:extLst>
              <a:ext uri="{FF2B5EF4-FFF2-40B4-BE49-F238E27FC236}">
                <a16:creationId xmlns:a16="http://schemas.microsoft.com/office/drawing/2014/main" id="{C8FD0A48-34DA-4105-A144-A540C82D6D41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Cryo_14908">
            <a:extLst>
              <a:ext uri="{FF2B5EF4-FFF2-40B4-BE49-F238E27FC236}">
                <a16:creationId xmlns:a16="http://schemas.microsoft.com/office/drawing/2014/main" id="{7136DF80-02B7-41BE-9D4A-276A54555177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Cryo_14909">
            <a:extLst>
              <a:ext uri="{FF2B5EF4-FFF2-40B4-BE49-F238E27FC236}">
                <a16:creationId xmlns:a16="http://schemas.microsoft.com/office/drawing/2014/main" id="{3DB70BFC-2B02-4D94-A9A7-09900EA9333A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Cryo_14910">
            <a:extLst>
              <a:ext uri="{FF2B5EF4-FFF2-40B4-BE49-F238E27FC236}">
                <a16:creationId xmlns:a16="http://schemas.microsoft.com/office/drawing/2014/main" id="{EA0A7DFD-BF5F-43F3-8CF4-21E5BB0F3180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Cryo_14911">
            <a:extLst>
              <a:ext uri="{FF2B5EF4-FFF2-40B4-BE49-F238E27FC236}">
                <a16:creationId xmlns:a16="http://schemas.microsoft.com/office/drawing/2014/main" id="{2D46C123-8C5B-458B-94A4-2EC3656D0F0B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Cryo_14912">
            <a:extLst>
              <a:ext uri="{FF2B5EF4-FFF2-40B4-BE49-F238E27FC236}">
                <a16:creationId xmlns:a16="http://schemas.microsoft.com/office/drawing/2014/main" id="{DD9F2CD8-10CF-4D2A-A162-4C254B6659CE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Cryo_14913">
            <a:extLst>
              <a:ext uri="{FF2B5EF4-FFF2-40B4-BE49-F238E27FC236}">
                <a16:creationId xmlns:a16="http://schemas.microsoft.com/office/drawing/2014/main" id="{63903B91-1505-408B-877A-3037535044E9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Cryo_14914">
            <a:extLst>
              <a:ext uri="{FF2B5EF4-FFF2-40B4-BE49-F238E27FC236}">
                <a16:creationId xmlns:a16="http://schemas.microsoft.com/office/drawing/2014/main" id="{48906211-8AF7-49C0-BC60-6D1FCCA1A394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Cryo_14915">
            <a:extLst>
              <a:ext uri="{FF2B5EF4-FFF2-40B4-BE49-F238E27FC236}">
                <a16:creationId xmlns:a16="http://schemas.microsoft.com/office/drawing/2014/main" id="{A8498292-BA06-467D-9A4A-B0A17D8D6FA9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Cryo_14916">
            <a:extLst>
              <a:ext uri="{FF2B5EF4-FFF2-40B4-BE49-F238E27FC236}">
                <a16:creationId xmlns:a16="http://schemas.microsoft.com/office/drawing/2014/main" id="{C003B28C-E71E-478C-9D9E-B2D4B566F8D2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Cryo_14917">
            <a:extLst>
              <a:ext uri="{FF2B5EF4-FFF2-40B4-BE49-F238E27FC236}">
                <a16:creationId xmlns:a16="http://schemas.microsoft.com/office/drawing/2014/main" id="{918ADDFD-BCBB-4186-847A-5A2EFBE81E9B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Cryo_14918">
            <a:extLst>
              <a:ext uri="{FF2B5EF4-FFF2-40B4-BE49-F238E27FC236}">
                <a16:creationId xmlns:a16="http://schemas.microsoft.com/office/drawing/2014/main" id="{6DDF026D-73E0-4AB8-B5A5-7741AA754C4B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Cryo_14919">
            <a:extLst>
              <a:ext uri="{FF2B5EF4-FFF2-40B4-BE49-F238E27FC236}">
                <a16:creationId xmlns:a16="http://schemas.microsoft.com/office/drawing/2014/main" id="{6AC811EB-8143-4DB2-A03C-0739964019F1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Cryo_14920">
            <a:extLst>
              <a:ext uri="{FF2B5EF4-FFF2-40B4-BE49-F238E27FC236}">
                <a16:creationId xmlns:a16="http://schemas.microsoft.com/office/drawing/2014/main" id="{836B243E-B130-4425-93F4-583EE0F0548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Cryo_14921">
            <a:extLst>
              <a:ext uri="{FF2B5EF4-FFF2-40B4-BE49-F238E27FC236}">
                <a16:creationId xmlns:a16="http://schemas.microsoft.com/office/drawing/2014/main" id="{B6B84601-5FE0-42F5-BA62-6D6660A3F3F7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Cryo_14922">
            <a:extLst>
              <a:ext uri="{FF2B5EF4-FFF2-40B4-BE49-F238E27FC236}">
                <a16:creationId xmlns:a16="http://schemas.microsoft.com/office/drawing/2014/main" id="{EAFEC458-6EDD-492A-9214-BD4FC6EDD36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Cryo_14923">
            <a:extLst>
              <a:ext uri="{FF2B5EF4-FFF2-40B4-BE49-F238E27FC236}">
                <a16:creationId xmlns:a16="http://schemas.microsoft.com/office/drawing/2014/main" id="{72E74920-DA67-4981-8DB2-28A1C3612EF4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Cryo_14924">
            <a:extLst>
              <a:ext uri="{FF2B5EF4-FFF2-40B4-BE49-F238E27FC236}">
                <a16:creationId xmlns:a16="http://schemas.microsoft.com/office/drawing/2014/main" id="{FCF62411-5E32-4F22-AC73-25A7B404D6E3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Cryo_14925">
            <a:extLst>
              <a:ext uri="{FF2B5EF4-FFF2-40B4-BE49-F238E27FC236}">
                <a16:creationId xmlns:a16="http://schemas.microsoft.com/office/drawing/2014/main" id="{042BE041-95BC-4DC8-99AB-7CEA1280BB80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Cryo_14926">
            <a:extLst>
              <a:ext uri="{FF2B5EF4-FFF2-40B4-BE49-F238E27FC236}">
                <a16:creationId xmlns:a16="http://schemas.microsoft.com/office/drawing/2014/main" id="{05E52BD8-9DBD-4377-9DDD-A17229AB407B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Cryo_14927">
            <a:extLst>
              <a:ext uri="{FF2B5EF4-FFF2-40B4-BE49-F238E27FC236}">
                <a16:creationId xmlns:a16="http://schemas.microsoft.com/office/drawing/2014/main" id="{D6D8A018-9FCB-4DF5-840F-0DC503D6F51D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Cryo_14928">
            <a:extLst>
              <a:ext uri="{FF2B5EF4-FFF2-40B4-BE49-F238E27FC236}">
                <a16:creationId xmlns:a16="http://schemas.microsoft.com/office/drawing/2014/main" id="{D29B2E9C-73DB-4009-B1C3-99C26BBEFE98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Cryo_14929">
            <a:extLst>
              <a:ext uri="{FF2B5EF4-FFF2-40B4-BE49-F238E27FC236}">
                <a16:creationId xmlns:a16="http://schemas.microsoft.com/office/drawing/2014/main" id="{0F6A6918-455C-4FA9-9643-0E673849CB88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Cryo_14930">
            <a:extLst>
              <a:ext uri="{FF2B5EF4-FFF2-40B4-BE49-F238E27FC236}">
                <a16:creationId xmlns:a16="http://schemas.microsoft.com/office/drawing/2014/main" id="{6119C037-C71F-4E8F-BD0C-27EB5FEB4A6E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Cryo_14931">
            <a:extLst>
              <a:ext uri="{FF2B5EF4-FFF2-40B4-BE49-F238E27FC236}">
                <a16:creationId xmlns:a16="http://schemas.microsoft.com/office/drawing/2014/main" id="{8F52F7C6-A1C7-4520-8696-E8F90659087B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Cryo_14932">
            <a:extLst>
              <a:ext uri="{FF2B5EF4-FFF2-40B4-BE49-F238E27FC236}">
                <a16:creationId xmlns:a16="http://schemas.microsoft.com/office/drawing/2014/main" id="{5BEEAB79-0300-491C-AC1E-9D28EAE9B836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Cryo_14933">
            <a:extLst>
              <a:ext uri="{FF2B5EF4-FFF2-40B4-BE49-F238E27FC236}">
                <a16:creationId xmlns:a16="http://schemas.microsoft.com/office/drawing/2014/main" id="{9D071342-2169-430A-BB19-2A8E0F9E6719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Cryo_14934">
            <a:extLst>
              <a:ext uri="{FF2B5EF4-FFF2-40B4-BE49-F238E27FC236}">
                <a16:creationId xmlns:a16="http://schemas.microsoft.com/office/drawing/2014/main" id="{F5F9DA04-3021-4906-B332-76B058510460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Cryo_14935">
            <a:extLst>
              <a:ext uri="{FF2B5EF4-FFF2-40B4-BE49-F238E27FC236}">
                <a16:creationId xmlns:a16="http://schemas.microsoft.com/office/drawing/2014/main" id="{160528C8-F2FE-4635-84F1-B9F990DD7664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Cryo_14936">
            <a:extLst>
              <a:ext uri="{FF2B5EF4-FFF2-40B4-BE49-F238E27FC236}">
                <a16:creationId xmlns:a16="http://schemas.microsoft.com/office/drawing/2014/main" id="{07EA2F2D-7937-41DC-A7E3-BF7E7FB999A5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Cryo_14937">
            <a:extLst>
              <a:ext uri="{FF2B5EF4-FFF2-40B4-BE49-F238E27FC236}">
                <a16:creationId xmlns:a16="http://schemas.microsoft.com/office/drawing/2014/main" id="{7EAA7BD1-DDE4-4A8A-9A0E-135BDEF5803B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Cryo_14938">
            <a:extLst>
              <a:ext uri="{FF2B5EF4-FFF2-40B4-BE49-F238E27FC236}">
                <a16:creationId xmlns:a16="http://schemas.microsoft.com/office/drawing/2014/main" id="{6B31920E-2719-4512-A751-D140B74A7DEF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Cryo_14939">
            <a:extLst>
              <a:ext uri="{FF2B5EF4-FFF2-40B4-BE49-F238E27FC236}">
                <a16:creationId xmlns:a16="http://schemas.microsoft.com/office/drawing/2014/main" id="{65E296FD-C850-4F30-9B6C-429444965F0D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Cryo_14940">
            <a:extLst>
              <a:ext uri="{FF2B5EF4-FFF2-40B4-BE49-F238E27FC236}">
                <a16:creationId xmlns:a16="http://schemas.microsoft.com/office/drawing/2014/main" id="{3315F807-B02F-41CE-B144-2842020FAA3D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Cryo_14941">
            <a:extLst>
              <a:ext uri="{FF2B5EF4-FFF2-40B4-BE49-F238E27FC236}">
                <a16:creationId xmlns:a16="http://schemas.microsoft.com/office/drawing/2014/main" id="{86063F4D-FAB0-4C4A-8874-43818B38AC54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Cryo_14942">
            <a:extLst>
              <a:ext uri="{FF2B5EF4-FFF2-40B4-BE49-F238E27FC236}">
                <a16:creationId xmlns:a16="http://schemas.microsoft.com/office/drawing/2014/main" id="{42311513-0BE5-411C-B498-3EB124478CCF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Cryo_14943">
            <a:extLst>
              <a:ext uri="{FF2B5EF4-FFF2-40B4-BE49-F238E27FC236}">
                <a16:creationId xmlns:a16="http://schemas.microsoft.com/office/drawing/2014/main" id="{F1FA1DF0-6E38-4645-8BE7-42B59F12FB99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Cryo_14944">
            <a:extLst>
              <a:ext uri="{FF2B5EF4-FFF2-40B4-BE49-F238E27FC236}">
                <a16:creationId xmlns:a16="http://schemas.microsoft.com/office/drawing/2014/main" id="{2B00F4CA-66A9-4B9D-A4B0-1F657DDBEB65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Cryo_14945">
            <a:extLst>
              <a:ext uri="{FF2B5EF4-FFF2-40B4-BE49-F238E27FC236}">
                <a16:creationId xmlns:a16="http://schemas.microsoft.com/office/drawing/2014/main" id="{D6B7CCE3-7658-4725-BF30-2642A1D0C183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Cryo_14946">
            <a:extLst>
              <a:ext uri="{FF2B5EF4-FFF2-40B4-BE49-F238E27FC236}">
                <a16:creationId xmlns:a16="http://schemas.microsoft.com/office/drawing/2014/main" id="{D90BFA2F-7E8D-476A-AA8A-509ABD9E6441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Cryo_14947">
            <a:extLst>
              <a:ext uri="{FF2B5EF4-FFF2-40B4-BE49-F238E27FC236}">
                <a16:creationId xmlns:a16="http://schemas.microsoft.com/office/drawing/2014/main" id="{0949ACA6-D2D7-48AD-8E7C-4F37D8DDB16F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Cryo_14948">
            <a:extLst>
              <a:ext uri="{FF2B5EF4-FFF2-40B4-BE49-F238E27FC236}">
                <a16:creationId xmlns:a16="http://schemas.microsoft.com/office/drawing/2014/main" id="{711A03BA-074D-43C8-B480-5AFBE8FECD47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Cryo_14949">
            <a:extLst>
              <a:ext uri="{FF2B5EF4-FFF2-40B4-BE49-F238E27FC236}">
                <a16:creationId xmlns:a16="http://schemas.microsoft.com/office/drawing/2014/main" id="{9336B09D-F581-4A4C-9C6F-6B3C02A427B6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Cryo_14950">
            <a:extLst>
              <a:ext uri="{FF2B5EF4-FFF2-40B4-BE49-F238E27FC236}">
                <a16:creationId xmlns:a16="http://schemas.microsoft.com/office/drawing/2014/main" id="{331366CB-40ED-4E1A-990F-90634433105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Cryo_14951">
            <a:extLst>
              <a:ext uri="{FF2B5EF4-FFF2-40B4-BE49-F238E27FC236}">
                <a16:creationId xmlns:a16="http://schemas.microsoft.com/office/drawing/2014/main" id="{C1AC24A9-0742-46AE-A9D8-2590C8FCFA2B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Cryo_14952">
            <a:extLst>
              <a:ext uri="{FF2B5EF4-FFF2-40B4-BE49-F238E27FC236}">
                <a16:creationId xmlns:a16="http://schemas.microsoft.com/office/drawing/2014/main" id="{1A2FE1BB-6F6F-4ABB-8776-57BE50B89179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Cryo_14953">
            <a:extLst>
              <a:ext uri="{FF2B5EF4-FFF2-40B4-BE49-F238E27FC236}">
                <a16:creationId xmlns:a16="http://schemas.microsoft.com/office/drawing/2014/main" id="{B21D4B34-CDE2-484B-A567-83A93A7ABE8D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Cryo_14954">
            <a:extLst>
              <a:ext uri="{FF2B5EF4-FFF2-40B4-BE49-F238E27FC236}">
                <a16:creationId xmlns:a16="http://schemas.microsoft.com/office/drawing/2014/main" id="{602453BF-0B0D-4FF4-B14F-C72BEC13C046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Cryo_14955">
            <a:extLst>
              <a:ext uri="{FF2B5EF4-FFF2-40B4-BE49-F238E27FC236}">
                <a16:creationId xmlns:a16="http://schemas.microsoft.com/office/drawing/2014/main" id="{A823182C-C37D-4485-BC2B-75752D5D82AC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Cryo_14956">
            <a:extLst>
              <a:ext uri="{FF2B5EF4-FFF2-40B4-BE49-F238E27FC236}">
                <a16:creationId xmlns:a16="http://schemas.microsoft.com/office/drawing/2014/main" id="{2DFD01DD-CB07-4133-B67E-02973ED0F1EB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Cryo_14957">
            <a:extLst>
              <a:ext uri="{FF2B5EF4-FFF2-40B4-BE49-F238E27FC236}">
                <a16:creationId xmlns:a16="http://schemas.microsoft.com/office/drawing/2014/main" id="{5936B8A0-8C6A-4B2A-AB48-31AB84856DE1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Cryo_14958">
            <a:extLst>
              <a:ext uri="{FF2B5EF4-FFF2-40B4-BE49-F238E27FC236}">
                <a16:creationId xmlns:a16="http://schemas.microsoft.com/office/drawing/2014/main" id="{0E332A9D-D171-4CB9-BD87-E338D912C8EA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Cryo_14959">
            <a:extLst>
              <a:ext uri="{FF2B5EF4-FFF2-40B4-BE49-F238E27FC236}">
                <a16:creationId xmlns:a16="http://schemas.microsoft.com/office/drawing/2014/main" id="{E839567C-C116-4AF9-92A4-86D412A61F61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Cryo_14960">
            <a:extLst>
              <a:ext uri="{FF2B5EF4-FFF2-40B4-BE49-F238E27FC236}">
                <a16:creationId xmlns:a16="http://schemas.microsoft.com/office/drawing/2014/main" id="{71BD82D0-B5BB-41AB-BE48-5A8B10EDB822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Cryo_14961">
            <a:extLst>
              <a:ext uri="{FF2B5EF4-FFF2-40B4-BE49-F238E27FC236}">
                <a16:creationId xmlns:a16="http://schemas.microsoft.com/office/drawing/2014/main" id="{942CAFE6-BD04-445A-AB0E-13ADD4912E0F}"/>
              </a:ext>
            </a:extLst>
          </p:cNvPr>
          <p:cNvSpPr>
            <a:spLocks noGrp="1"/>
          </p:cNvSpPr>
          <p:nvPr/>
        </p:nvSpPr>
        <p:spPr>
          <a:xfrm>
            <a:off x="1550055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39" name="A1_bar_Cryo_14962">
            <a:extLst>
              <a:ext uri="{FF2B5EF4-FFF2-40B4-BE49-F238E27FC236}">
                <a16:creationId xmlns:a16="http://schemas.microsoft.com/office/drawing/2014/main" id="{7E8A82B7-BC2F-4251-A2C2-2F4F264FB1B7}"/>
              </a:ext>
            </a:extLst>
          </p:cNvPr>
          <p:cNvSpPr>
            <a:spLocks noGrp="1"/>
          </p:cNvSpPr>
          <p:nvPr/>
        </p:nvSpPr>
        <p:spPr>
          <a:xfrm>
            <a:off x="1459560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0" name="A1_bar_Cryo_14963">
            <a:extLst>
              <a:ext uri="{FF2B5EF4-FFF2-40B4-BE49-F238E27FC236}">
                <a16:creationId xmlns:a16="http://schemas.microsoft.com/office/drawing/2014/main" id="{309BF795-7C65-45BD-9B6B-A61DB6465E2E}"/>
              </a:ext>
            </a:extLst>
          </p:cNvPr>
          <p:cNvSpPr>
            <a:spLocks noGrp="1"/>
          </p:cNvSpPr>
          <p:nvPr/>
        </p:nvSpPr>
        <p:spPr>
          <a:xfrm>
            <a:off x="1459560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1" name="A1_bar_Cryo_14964">
            <a:extLst>
              <a:ext uri="{FF2B5EF4-FFF2-40B4-BE49-F238E27FC236}">
                <a16:creationId xmlns:a16="http://schemas.microsoft.com/office/drawing/2014/main" id="{10CB8C10-7C97-4AF7-861A-989ECBC04CED}"/>
              </a:ext>
            </a:extLst>
          </p:cNvPr>
          <p:cNvSpPr>
            <a:spLocks noGrp="1"/>
          </p:cNvSpPr>
          <p:nvPr/>
        </p:nvSpPr>
        <p:spPr>
          <a:xfrm>
            <a:off x="3123878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2" name="A1_bar_Cryo_14965">
            <a:extLst>
              <a:ext uri="{FF2B5EF4-FFF2-40B4-BE49-F238E27FC236}">
                <a16:creationId xmlns:a16="http://schemas.microsoft.com/office/drawing/2014/main" id="{FFA92AE2-9B4E-4266-ADDF-DFC5A85415BB}"/>
              </a:ext>
            </a:extLst>
          </p:cNvPr>
          <p:cNvSpPr>
            <a:spLocks noGrp="1"/>
          </p:cNvSpPr>
          <p:nvPr/>
        </p:nvSpPr>
        <p:spPr>
          <a:xfrm>
            <a:off x="3033383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3" name="A1_bar_Cryo_14966">
            <a:extLst>
              <a:ext uri="{FF2B5EF4-FFF2-40B4-BE49-F238E27FC236}">
                <a16:creationId xmlns:a16="http://schemas.microsoft.com/office/drawing/2014/main" id="{B131C115-4179-43D6-AB9F-5907E465ED9B}"/>
              </a:ext>
            </a:extLst>
          </p:cNvPr>
          <p:cNvSpPr>
            <a:spLocks noGrp="1"/>
          </p:cNvSpPr>
          <p:nvPr/>
        </p:nvSpPr>
        <p:spPr>
          <a:xfrm>
            <a:off x="3033383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4" name="A1_bar_Cryo_14967">
            <a:extLst>
              <a:ext uri="{FF2B5EF4-FFF2-40B4-BE49-F238E27FC236}">
                <a16:creationId xmlns:a16="http://schemas.microsoft.com/office/drawing/2014/main" id="{F5CDE0C1-1058-4BAD-B598-2FE8DD7DA08A}"/>
              </a:ext>
            </a:extLst>
          </p:cNvPr>
          <p:cNvSpPr>
            <a:spLocks noGrp="1"/>
          </p:cNvSpPr>
          <p:nvPr/>
        </p:nvSpPr>
        <p:spPr>
          <a:xfrm>
            <a:off x="4697701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5" name="A1_bar_Cryo_14968">
            <a:extLst>
              <a:ext uri="{FF2B5EF4-FFF2-40B4-BE49-F238E27FC236}">
                <a16:creationId xmlns:a16="http://schemas.microsoft.com/office/drawing/2014/main" id="{CBF3D195-0276-4AAC-AE23-279177B7C681}"/>
              </a:ext>
            </a:extLst>
          </p:cNvPr>
          <p:cNvSpPr>
            <a:spLocks noGrp="1"/>
          </p:cNvSpPr>
          <p:nvPr/>
        </p:nvSpPr>
        <p:spPr>
          <a:xfrm>
            <a:off x="4607206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6" name="A1_bar_Cryo_14969">
            <a:extLst>
              <a:ext uri="{FF2B5EF4-FFF2-40B4-BE49-F238E27FC236}">
                <a16:creationId xmlns:a16="http://schemas.microsoft.com/office/drawing/2014/main" id="{F4D4A05F-FB42-471A-AD5A-DE812A141FFC}"/>
              </a:ext>
            </a:extLst>
          </p:cNvPr>
          <p:cNvSpPr>
            <a:spLocks noGrp="1"/>
          </p:cNvSpPr>
          <p:nvPr/>
        </p:nvSpPr>
        <p:spPr>
          <a:xfrm>
            <a:off x="4607206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7" name="A1_bar_Cryo_14970">
            <a:extLst>
              <a:ext uri="{FF2B5EF4-FFF2-40B4-BE49-F238E27FC236}">
                <a16:creationId xmlns:a16="http://schemas.microsoft.com/office/drawing/2014/main" id="{4F780803-C421-494A-9953-2B742840D8B8}"/>
              </a:ext>
            </a:extLst>
          </p:cNvPr>
          <p:cNvSpPr>
            <a:spLocks noGrp="1"/>
          </p:cNvSpPr>
          <p:nvPr/>
        </p:nvSpPr>
        <p:spPr>
          <a:xfrm>
            <a:off x="6271524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8" name="A1_bar_Cryo_14971">
            <a:extLst>
              <a:ext uri="{FF2B5EF4-FFF2-40B4-BE49-F238E27FC236}">
                <a16:creationId xmlns:a16="http://schemas.microsoft.com/office/drawing/2014/main" id="{EFA7A231-AD6C-43B0-A5A4-00C2A5B249DF}"/>
              </a:ext>
            </a:extLst>
          </p:cNvPr>
          <p:cNvSpPr>
            <a:spLocks noGrp="1"/>
          </p:cNvSpPr>
          <p:nvPr/>
        </p:nvSpPr>
        <p:spPr>
          <a:xfrm>
            <a:off x="6181029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9" name="A1_bar_Cryo_14972">
            <a:extLst>
              <a:ext uri="{FF2B5EF4-FFF2-40B4-BE49-F238E27FC236}">
                <a16:creationId xmlns:a16="http://schemas.microsoft.com/office/drawing/2014/main" id="{83C2FAA3-EA34-4176-B0EB-04D601D42644}"/>
              </a:ext>
            </a:extLst>
          </p:cNvPr>
          <p:cNvSpPr>
            <a:spLocks noGrp="1"/>
          </p:cNvSpPr>
          <p:nvPr/>
        </p:nvSpPr>
        <p:spPr>
          <a:xfrm>
            <a:off x="6181029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0" name="A1_bar_Cryo_14973">
            <a:extLst>
              <a:ext uri="{FF2B5EF4-FFF2-40B4-BE49-F238E27FC236}">
                <a16:creationId xmlns:a16="http://schemas.microsoft.com/office/drawing/2014/main" id="{B9DAB33C-11A3-48E6-A55F-7A351FA5ED98}"/>
              </a:ext>
            </a:extLst>
          </p:cNvPr>
          <p:cNvSpPr>
            <a:spLocks noGrp="1"/>
          </p:cNvSpPr>
          <p:nvPr/>
        </p:nvSpPr>
        <p:spPr>
          <a:xfrm>
            <a:off x="7845347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1" name="A1_bar_Cryo_14974">
            <a:extLst>
              <a:ext uri="{FF2B5EF4-FFF2-40B4-BE49-F238E27FC236}">
                <a16:creationId xmlns:a16="http://schemas.microsoft.com/office/drawing/2014/main" id="{8E83438C-4E4E-4D19-BF95-327D3F234DB0}"/>
              </a:ext>
            </a:extLst>
          </p:cNvPr>
          <p:cNvSpPr>
            <a:spLocks noGrp="1"/>
          </p:cNvSpPr>
          <p:nvPr/>
        </p:nvSpPr>
        <p:spPr>
          <a:xfrm>
            <a:off x="7754852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2" name="A1_bar_Cryo_14975">
            <a:extLst>
              <a:ext uri="{FF2B5EF4-FFF2-40B4-BE49-F238E27FC236}">
                <a16:creationId xmlns:a16="http://schemas.microsoft.com/office/drawing/2014/main" id="{86A03C3D-25F7-462C-8D99-821AF93E0FEF}"/>
              </a:ext>
            </a:extLst>
          </p:cNvPr>
          <p:cNvSpPr>
            <a:spLocks noGrp="1"/>
          </p:cNvSpPr>
          <p:nvPr/>
        </p:nvSpPr>
        <p:spPr>
          <a:xfrm>
            <a:off x="7754852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3" name="A1_bar_Cryo_14976">
            <a:extLst>
              <a:ext uri="{FF2B5EF4-FFF2-40B4-BE49-F238E27FC236}">
                <a16:creationId xmlns:a16="http://schemas.microsoft.com/office/drawing/2014/main" id="{6C19541A-2DBC-42A7-B7B8-B59781E77ED8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4" name="A1_bar_Cryo_14977">
            <a:extLst>
              <a:ext uri="{FF2B5EF4-FFF2-40B4-BE49-F238E27FC236}">
                <a16:creationId xmlns:a16="http://schemas.microsoft.com/office/drawing/2014/main" id="{D0C5DF4D-ED6B-48FE-BFD0-9D9D03CF9377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5" name="A1_bar_Cryo_14978">
            <a:extLst>
              <a:ext uri="{FF2B5EF4-FFF2-40B4-BE49-F238E27FC236}">
                <a16:creationId xmlns:a16="http://schemas.microsoft.com/office/drawing/2014/main" id="{9ACD350F-3FA2-4E08-BE7C-C63329483972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6" name="A1_bar_Cryo_14979">
            <a:extLst>
              <a:ext uri="{FF2B5EF4-FFF2-40B4-BE49-F238E27FC236}">
                <a16:creationId xmlns:a16="http://schemas.microsoft.com/office/drawing/2014/main" id="{8833DB5C-DB51-43D2-B9D9-C04ECB873F28}"/>
              </a:ext>
            </a:extLst>
          </p:cNvPr>
          <p:cNvSpPr>
            <a:spLocks noGrp="1"/>
          </p:cNvSpPr>
          <p:nvPr/>
        </p:nvSpPr>
        <p:spPr>
          <a:xfrm>
            <a:off x="3485857" y="4226423"/>
            <a:ext cx="191" cy="314085"/>
          </a:xfrm>
          <a:custGeom>
            <a:avLst/>
            <a:gdLst/>
            <a:ahLst/>
            <a:cxnLst/>
            <a:rect l="0" t="0" r="0" b="0"/>
            <a:pathLst>
              <a:path w="191" h="314085">
                <a:moveTo>
                  <a:pt x="0" y="31408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7" name="A1_bar_Cryo_14980">
            <a:extLst>
              <a:ext uri="{FF2B5EF4-FFF2-40B4-BE49-F238E27FC236}">
                <a16:creationId xmlns:a16="http://schemas.microsoft.com/office/drawing/2014/main" id="{84B18B94-F36F-4872-BDCF-2FF4C0BC5579}"/>
              </a:ext>
            </a:extLst>
          </p:cNvPr>
          <p:cNvSpPr>
            <a:spLocks noGrp="1"/>
          </p:cNvSpPr>
          <p:nvPr/>
        </p:nvSpPr>
        <p:spPr>
          <a:xfrm>
            <a:off x="3395362" y="454050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8" name="A1_bar_Cryo_14981">
            <a:extLst>
              <a:ext uri="{FF2B5EF4-FFF2-40B4-BE49-F238E27FC236}">
                <a16:creationId xmlns:a16="http://schemas.microsoft.com/office/drawing/2014/main" id="{213ED61B-C99F-4908-9956-8AE55CCE986A}"/>
              </a:ext>
            </a:extLst>
          </p:cNvPr>
          <p:cNvSpPr>
            <a:spLocks noGrp="1"/>
          </p:cNvSpPr>
          <p:nvPr/>
        </p:nvSpPr>
        <p:spPr>
          <a:xfrm>
            <a:off x="3395362" y="422642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9" name="A1_bar_Cryo_14982">
            <a:extLst>
              <a:ext uri="{FF2B5EF4-FFF2-40B4-BE49-F238E27FC236}">
                <a16:creationId xmlns:a16="http://schemas.microsoft.com/office/drawing/2014/main" id="{B42BF0D3-FD0D-4B38-ADF4-2436AF3F919E}"/>
              </a:ext>
            </a:extLst>
          </p:cNvPr>
          <p:cNvSpPr>
            <a:spLocks noGrp="1"/>
          </p:cNvSpPr>
          <p:nvPr/>
        </p:nvSpPr>
        <p:spPr>
          <a:xfrm>
            <a:off x="5059680" y="4271624"/>
            <a:ext cx="191" cy="312043"/>
          </a:xfrm>
          <a:custGeom>
            <a:avLst/>
            <a:gdLst/>
            <a:ahLst/>
            <a:cxnLst/>
            <a:rect l="0" t="0" r="0" b="0"/>
            <a:pathLst>
              <a:path w="191" h="312043">
                <a:moveTo>
                  <a:pt x="0" y="31204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0" name="A1_bar_Cryo_14983">
            <a:extLst>
              <a:ext uri="{FF2B5EF4-FFF2-40B4-BE49-F238E27FC236}">
                <a16:creationId xmlns:a16="http://schemas.microsoft.com/office/drawing/2014/main" id="{EE6E708F-DBAF-4D64-9D6D-B4965DB79D8D}"/>
              </a:ext>
            </a:extLst>
          </p:cNvPr>
          <p:cNvSpPr>
            <a:spLocks noGrp="1"/>
          </p:cNvSpPr>
          <p:nvPr/>
        </p:nvSpPr>
        <p:spPr>
          <a:xfrm>
            <a:off x="4969185" y="458366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1" name="A1_bar_Cryo_14984">
            <a:extLst>
              <a:ext uri="{FF2B5EF4-FFF2-40B4-BE49-F238E27FC236}">
                <a16:creationId xmlns:a16="http://schemas.microsoft.com/office/drawing/2014/main" id="{92C48B27-1543-454B-9FCE-421B42E4C00B}"/>
              </a:ext>
            </a:extLst>
          </p:cNvPr>
          <p:cNvSpPr>
            <a:spLocks noGrp="1"/>
          </p:cNvSpPr>
          <p:nvPr/>
        </p:nvSpPr>
        <p:spPr>
          <a:xfrm>
            <a:off x="4969185" y="427162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2" name="A1_bar_Cryo_14985">
            <a:extLst>
              <a:ext uri="{FF2B5EF4-FFF2-40B4-BE49-F238E27FC236}">
                <a16:creationId xmlns:a16="http://schemas.microsoft.com/office/drawing/2014/main" id="{5FA33741-8B27-462F-89ED-D3BB6CE4119D}"/>
              </a:ext>
            </a:extLst>
          </p:cNvPr>
          <p:cNvSpPr>
            <a:spLocks noGrp="1"/>
          </p:cNvSpPr>
          <p:nvPr/>
        </p:nvSpPr>
        <p:spPr>
          <a:xfrm>
            <a:off x="6633503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3" name="A1_bar_Cryo_14986">
            <a:extLst>
              <a:ext uri="{FF2B5EF4-FFF2-40B4-BE49-F238E27FC236}">
                <a16:creationId xmlns:a16="http://schemas.microsoft.com/office/drawing/2014/main" id="{195AB3B4-A9D4-417F-AD4D-9A2B3841F0B1}"/>
              </a:ext>
            </a:extLst>
          </p:cNvPr>
          <p:cNvSpPr>
            <a:spLocks noGrp="1"/>
          </p:cNvSpPr>
          <p:nvPr/>
        </p:nvSpPr>
        <p:spPr>
          <a:xfrm>
            <a:off x="6543008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4" name="A1_bar_Cryo_14987">
            <a:extLst>
              <a:ext uri="{FF2B5EF4-FFF2-40B4-BE49-F238E27FC236}">
                <a16:creationId xmlns:a16="http://schemas.microsoft.com/office/drawing/2014/main" id="{79F99F7E-4370-455A-885F-23D7BC0A81A4}"/>
              </a:ext>
            </a:extLst>
          </p:cNvPr>
          <p:cNvSpPr>
            <a:spLocks noGrp="1"/>
          </p:cNvSpPr>
          <p:nvPr/>
        </p:nvSpPr>
        <p:spPr>
          <a:xfrm>
            <a:off x="6543008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5" name="A1_bar_Cryo_14988">
            <a:extLst>
              <a:ext uri="{FF2B5EF4-FFF2-40B4-BE49-F238E27FC236}">
                <a16:creationId xmlns:a16="http://schemas.microsoft.com/office/drawing/2014/main" id="{ACC34FAB-926C-40DC-97B7-6C732A17EFF4}"/>
              </a:ext>
            </a:extLst>
          </p:cNvPr>
          <p:cNvSpPr>
            <a:spLocks noGrp="1"/>
          </p:cNvSpPr>
          <p:nvPr/>
        </p:nvSpPr>
        <p:spPr>
          <a:xfrm>
            <a:off x="8207326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6" name="A1_bar_Cryo_14989">
            <a:extLst>
              <a:ext uri="{FF2B5EF4-FFF2-40B4-BE49-F238E27FC236}">
                <a16:creationId xmlns:a16="http://schemas.microsoft.com/office/drawing/2014/main" id="{4E454993-149F-4803-B3C3-48A074C051F1}"/>
              </a:ext>
            </a:extLst>
          </p:cNvPr>
          <p:cNvSpPr>
            <a:spLocks noGrp="1"/>
          </p:cNvSpPr>
          <p:nvPr/>
        </p:nvSpPr>
        <p:spPr>
          <a:xfrm>
            <a:off x="8116831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7" name="A1_bar_Cryo_14990">
            <a:extLst>
              <a:ext uri="{FF2B5EF4-FFF2-40B4-BE49-F238E27FC236}">
                <a16:creationId xmlns:a16="http://schemas.microsoft.com/office/drawing/2014/main" id="{2454B5B2-C76E-46E7-AC96-83FF341AB609}"/>
              </a:ext>
            </a:extLst>
          </p:cNvPr>
          <p:cNvSpPr>
            <a:spLocks noGrp="1"/>
          </p:cNvSpPr>
          <p:nvPr/>
        </p:nvSpPr>
        <p:spPr>
          <a:xfrm>
            <a:off x="8116831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8" name="A1_bar_Cryo_14991">
            <a:extLst>
              <a:ext uri="{FF2B5EF4-FFF2-40B4-BE49-F238E27FC236}">
                <a16:creationId xmlns:a16="http://schemas.microsoft.com/office/drawing/2014/main" id="{91CD9401-55B9-4A04-8A6A-CB9DFBD6BF6F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Cryo_14992">
            <a:extLst>
              <a:ext uri="{FF2B5EF4-FFF2-40B4-BE49-F238E27FC236}">
                <a16:creationId xmlns:a16="http://schemas.microsoft.com/office/drawing/2014/main" id="{353CCF67-5117-415C-B563-E03803DD455E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Cryo_14993">
            <a:extLst>
              <a:ext uri="{FF2B5EF4-FFF2-40B4-BE49-F238E27FC236}">
                <a16:creationId xmlns:a16="http://schemas.microsoft.com/office/drawing/2014/main" id="{87D15754-CB43-4A2F-96FE-A26626D8664B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Cryo_14994">
            <a:extLst>
              <a:ext uri="{FF2B5EF4-FFF2-40B4-BE49-F238E27FC236}">
                <a16:creationId xmlns:a16="http://schemas.microsoft.com/office/drawing/2014/main" id="{53B3285C-2D94-435A-9D3C-2C26F6C5A132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Cryo_14995">
            <a:extLst>
              <a:ext uri="{FF2B5EF4-FFF2-40B4-BE49-F238E27FC236}">
                <a16:creationId xmlns:a16="http://schemas.microsoft.com/office/drawing/2014/main" id="{4F718DD9-2656-4FC3-B60C-046964E04B3D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Cryo_14996">
            <a:extLst>
              <a:ext uri="{FF2B5EF4-FFF2-40B4-BE49-F238E27FC236}">
                <a16:creationId xmlns:a16="http://schemas.microsoft.com/office/drawing/2014/main" id="{A600A7BE-EDD1-4E34-9BAB-8AD2DB5D3563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Cryo_14997">
            <a:extLst>
              <a:ext uri="{FF2B5EF4-FFF2-40B4-BE49-F238E27FC236}">
                <a16:creationId xmlns:a16="http://schemas.microsoft.com/office/drawing/2014/main" id="{B8AEE9CC-23AE-45CA-BC90-985A1061A14A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Cryo_14998">
            <a:extLst>
              <a:ext uri="{FF2B5EF4-FFF2-40B4-BE49-F238E27FC236}">
                <a16:creationId xmlns:a16="http://schemas.microsoft.com/office/drawing/2014/main" id="{E277CC32-F3F4-4D18-8E05-52285F42DCE7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Cryo_14999">
            <a:extLst>
              <a:ext uri="{FF2B5EF4-FFF2-40B4-BE49-F238E27FC236}">
                <a16:creationId xmlns:a16="http://schemas.microsoft.com/office/drawing/2014/main" id="{317DD9B8-8B48-4F78-AB2B-CCFC9D717E5E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Cryo_15000">
            <a:extLst>
              <a:ext uri="{FF2B5EF4-FFF2-40B4-BE49-F238E27FC236}">
                <a16:creationId xmlns:a16="http://schemas.microsoft.com/office/drawing/2014/main" id="{61897E44-B12B-4247-94E1-9C3422922A4F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Cryo_15001">
            <a:extLst>
              <a:ext uri="{FF2B5EF4-FFF2-40B4-BE49-F238E27FC236}">
                <a16:creationId xmlns:a16="http://schemas.microsoft.com/office/drawing/2014/main" id="{7D78138D-E98F-474E-847C-AFD9035E81F1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Cryo_15002">
            <a:extLst>
              <a:ext uri="{FF2B5EF4-FFF2-40B4-BE49-F238E27FC236}">
                <a16:creationId xmlns:a16="http://schemas.microsoft.com/office/drawing/2014/main" id="{FDB12236-F5E6-4461-8300-441445418CB4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Cryo_15003">
            <a:extLst>
              <a:ext uri="{FF2B5EF4-FFF2-40B4-BE49-F238E27FC236}">
                <a16:creationId xmlns:a16="http://schemas.microsoft.com/office/drawing/2014/main" id="{56D8B3B6-27F2-43B0-B268-BB28DE5FD7EE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Cryo_15004">
            <a:extLst>
              <a:ext uri="{FF2B5EF4-FFF2-40B4-BE49-F238E27FC236}">
                <a16:creationId xmlns:a16="http://schemas.microsoft.com/office/drawing/2014/main" id="{2E037010-0E8B-468B-AAB4-F295E0DAA5E5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Cryo_15005">
            <a:extLst>
              <a:ext uri="{FF2B5EF4-FFF2-40B4-BE49-F238E27FC236}">
                <a16:creationId xmlns:a16="http://schemas.microsoft.com/office/drawing/2014/main" id="{EB42F2C0-F46E-46E2-97D2-E39279B2731F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Cryo_15006">
            <a:extLst>
              <a:ext uri="{FF2B5EF4-FFF2-40B4-BE49-F238E27FC236}">
                <a16:creationId xmlns:a16="http://schemas.microsoft.com/office/drawing/2014/main" id="{F0E841C7-BCDB-4E3E-970D-3BA835454605}"/>
              </a:ext>
            </a:extLst>
          </p:cNvPr>
          <p:cNvSpPr>
            <a:spLocks noGrp="1"/>
          </p:cNvSpPr>
          <p:nvPr/>
        </p:nvSpPr>
        <p:spPr>
          <a:xfrm>
            <a:off x="1405263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4" name="A1_bar_Cryo_15007">
            <a:extLst>
              <a:ext uri="{FF2B5EF4-FFF2-40B4-BE49-F238E27FC236}">
                <a16:creationId xmlns:a16="http://schemas.microsoft.com/office/drawing/2014/main" id="{A7B088FD-C4C3-48CE-855C-CD2C29CEB95B}"/>
              </a:ext>
            </a:extLst>
          </p:cNvPr>
          <p:cNvSpPr>
            <a:spLocks noGrp="1"/>
          </p:cNvSpPr>
          <p:nvPr/>
        </p:nvSpPr>
        <p:spPr>
          <a:xfrm>
            <a:off x="2979086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5" name="A1_bar_Cryo_15008">
            <a:extLst>
              <a:ext uri="{FF2B5EF4-FFF2-40B4-BE49-F238E27FC236}">
                <a16:creationId xmlns:a16="http://schemas.microsoft.com/office/drawing/2014/main" id="{A140101B-5822-41AD-BDAF-255D8AF5EF0D}"/>
              </a:ext>
            </a:extLst>
          </p:cNvPr>
          <p:cNvSpPr>
            <a:spLocks noGrp="1"/>
          </p:cNvSpPr>
          <p:nvPr/>
        </p:nvSpPr>
        <p:spPr>
          <a:xfrm>
            <a:off x="4552909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6" name="A1_bar_Cryo_15009">
            <a:extLst>
              <a:ext uri="{FF2B5EF4-FFF2-40B4-BE49-F238E27FC236}">
                <a16:creationId xmlns:a16="http://schemas.microsoft.com/office/drawing/2014/main" id="{AB14ACAA-EAAD-401A-BA05-F347DC00F181}"/>
              </a:ext>
            </a:extLst>
          </p:cNvPr>
          <p:cNvSpPr>
            <a:spLocks noGrp="1"/>
          </p:cNvSpPr>
          <p:nvPr/>
        </p:nvSpPr>
        <p:spPr>
          <a:xfrm>
            <a:off x="6126732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7" name="A1_bar_Cryo_15010">
            <a:extLst>
              <a:ext uri="{FF2B5EF4-FFF2-40B4-BE49-F238E27FC236}">
                <a16:creationId xmlns:a16="http://schemas.microsoft.com/office/drawing/2014/main" id="{15270000-27EB-4E69-B1CB-19FF7D73B434}"/>
              </a:ext>
            </a:extLst>
          </p:cNvPr>
          <p:cNvSpPr>
            <a:spLocks noGrp="1"/>
          </p:cNvSpPr>
          <p:nvPr/>
        </p:nvSpPr>
        <p:spPr>
          <a:xfrm>
            <a:off x="7700555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8" name="A1_bar_Cryo_15011">
            <a:extLst>
              <a:ext uri="{FF2B5EF4-FFF2-40B4-BE49-F238E27FC236}">
                <a16:creationId xmlns:a16="http://schemas.microsoft.com/office/drawing/2014/main" id="{3BCF174D-9623-411B-8845-5844AF68A2E6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89" name="A1_bar_Cryo_15012">
            <a:extLst>
              <a:ext uri="{FF2B5EF4-FFF2-40B4-BE49-F238E27FC236}">
                <a16:creationId xmlns:a16="http://schemas.microsoft.com/office/drawing/2014/main" id="{17428788-559E-4F89-9C45-3C63DE5081A6}"/>
              </a:ext>
            </a:extLst>
          </p:cNvPr>
          <p:cNvSpPr>
            <a:spLocks noGrp="1"/>
          </p:cNvSpPr>
          <p:nvPr/>
        </p:nvSpPr>
        <p:spPr>
          <a:xfrm>
            <a:off x="3341065" y="438299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0" name="A1_bar_Cryo_15013">
            <a:extLst>
              <a:ext uri="{FF2B5EF4-FFF2-40B4-BE49-F238E27FC236}">
                <a16:creationId xmlns:a16="http://schemas.microsoft.com/office/drawing/2014/main" id="{CCFAFDBE-3E1E-43D8-A63C-1EDFE7344AA9}"/>
              </a:ext>
            </a:extLst>
          </p:cNvPr>
          <p:cNvSpPr>
            <a:spLocks noGrp="1"/>
          </p:cNvSpPr>
          <p:nvPr/>
        </p:nvSpPr>
        <p:spPr>
          <a:xfrm>
            <a:off x="4914888" y="442675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1" name="A1_bar_Cryo_15014">
            <a:extLst>
              <a:ext uri="{FF2B5EF4-FFF2-40B4-BE49-F238E27FC236}">
                <a16:creationId xmlns:a16="http://schemas.microsoft.com/office/drawing/2014/main" id="{4059AAEC-05C3-4E0A-B51E-6B36F77CF3BA}"/>
              </a:ext>
            </a:extLst>
          </p:cNvPr>
          <p:cNvSpPr>
            <a:spLocks noGrp="1"/>
          </p:cNvSpPr>
          <p:nvPr/>
        </p:nvSpPr>
        <p:spPr>
          <a:xfrm>
            <a:off x="6488711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2" name="A1_bar_Cryo_15015">
            <a:extLst>
              <a:ext uri="{FF2B5EF4-FFF2-40B4-BE49-F238E27FC236}">
                <a16:creationId xmlns:a16="http://schemas.microsoft.com/office/drawing/2014/main" id="{99656F07-7350-489B-9662-8BC9A9D4AEE9}"/>
              </a:ext>
            </a:extLst>
          </p:cNvPr>
          <p:cNvSpPr>
            <a:spLocks noGrp="1"/>
          </p:cNvSpPr>
          <p:nvPr/>
        </p:nvSpPr>
        <p:spPr>
          <a:xfrm>
            <a:off x="8062534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3" name="A1_bar_Cryo_15016">
            <a:extLst>
              <a:ext uri="{FF2B5EF4-FFF2-40B4-BE49-F238E27FC236}">
                <a16:creationId xmlns:a16="http://schemas.microsoft.com/office/drawing/2014/main" id="{33238BC1-5373-4126-800C-C86731088664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Cryo_15017">
            <a:extLst>
              <a:ext uri="{FF2B5EF4-FFF2-40B4-BE49-F238E27FC236}">
                <a16:creationId xmlns:a16="http://schemas.microsoft.com/office/drawing/2014/main" id="{3CF2190F-900E-4EBD-8704-BD7718382791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Cryo_15018">
            <a:extLst>
              <a:ext uri="{FF2B5EF4-FFF2-40B4-BE49-F238E27FC236}">
                <a16:creationId xmlns:a16="http://schemas.microsoft.com/office/drawing/2014/main" id="{6BE86C3D-0978-4EF9-A7C5-6BEDCDCD9037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Cryo_15019">
            <a:extLst>
              <a:ext uri="{FF2B5EF4-FFF2-40B4-BE49-F238E27FC236}">
                <a16:creationId xmlns:a16="http://schemas.microsoft.com/office/drawing/2014/main" id="{ABCD7C66-C83C-4A82-AC51-B62A3B0A3673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Cryo_15020">
            <a:extLst>
              <a:ext uri="{FF2B5EF4-FFF2-40B4-BE49-F238E27FC236}">
                <a16:creationId xmlns:a16="http://schemas.microsoft.com/office/drawing/2014/main" id="{62BAE02E-ED72-4DF8-B186-8B266F94ACA1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5021">
            <a:extLst>
              <a:ext uri="{FF2B5EF4-FFF2-40B4-BE49-F238E27FC236}">
                <a16:creationId xmlns:a16="http://schemas.microsoft.com/office/drawing/2014/main" id="{E9949D96-D55C-4D21-B5F8-7BC89222172E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899606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CryoAtom2 receptor</a:t>
            </a:r>
          </a:p>
        </p:txBody>
      </p:sp>
      <p:sp>
        <p:nvSpPr>
          <p:cNvPr id="2799" name="text_15022">
            <a:extLst>
              <a:ext uri="{FF2B5EF4-FFF2-40B4-BE49-F238E27FC236}">
                <a16:creationId xmlns:a16="http://schemas.microsoft.com/office/drawing/2014/main" id="{034C7DAA-B972-47BC-AAEF-EE002F900D6A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Cryo_15023">
            <a:extLst>
              <a:ext uri="{FF2B5EF4-FFF2-40B4-BE49-F238E27FC236}">
                <a16:creationId xmlns:a16="http://schemas.microsoft.com/office/drawing/2014/main" id="{6D749776-B087-4C7E-8EF7-28B4676796A4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5024">
            <a:extLst>
              <a:ext uri="{FF2B5EF4-FFF2-40B4-BE49-F238E27FC236}">
                <a16:creationId xmlns:a16="http://schemas.microsoft.com/office/drawing/2014/main" id="{AB25638E-EC29-48F3-BED1-0F2485736138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Cryo_15025">
            <a:extLst>
              <a:ext uri="{FF2B5EF4-FFF2-40B4-BE49-F238E27FC236}">
                <a16:creationId xmlns:a16="http://schemas.microsoft.com/office/drawing/2014/main" id="{60D86937-CF5F-4D53-AE36-807260AAD265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B876A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5026">
            <a:extLst>
              <a:ext uri="{FF2B5EF4-FFF2-40B4-BE49-F238E27FC236}">
                <a16:creationId xmlns:a16="http://schemas.microsoft.com/office/drawing/2014/main" id="{4A7E0B1E-8451-44C6-BA5E-200C7DB157A3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Cryo_15027">
            <a:extLst>
              <a:ext uri="{FF2B5EF4-FFF2-40B4-BE49-F238E27FC236}">
                <a16:creationId xmlns:a16="http://schemas.microsoft.com/office/drawing/2014/main" id="{EE42B6E7-9657-461B-B080-489E7B1E597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5028">
            <a:extLst>
              <a:ext uri="{FF2B5EF4-FFF2-40B4-BE49-F238E27FC236}">
                <a16:creationId xmlns:a16="http://schemas.microsoft.com/office/drawing/2014/main" id="{E65F6701-AF3B-4604-B47E-47E0C2D3AC86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6627973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Cryo_15029">
            <a:extLst>
              <a:ext uri="{FF2B5EF4-FFF2-40B4-BE49-F238E27FC236}">
                <a16:creationId xmlns:a16="http://schemas.microsoft.com/office/drawing/2014/main" id="{5E399D57-954C-4E92-8211-D1B93B7F0FE4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Cryo_15030">
            <a:extLst>
              <a:ext uri="{FF2B5EF4-FFF2-40B4-BE49-F238E27FC236}">
                <a16:creationId xmlns:a16="http://schemas.microsoft.com/office/drawing/2014/main" id="{9FDB9D6A-D98E-4922-9A93-A4FC3B7B3E8A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Cryo_15031">
            <a:extLst>
              <a:ext uri="{FF2B5EF4-FFF2-40B4-BE49-F238E27FC236}">
                <a16:creationId xmlns:a16="http://schemas.microsoft.com/office/drawing/2014/main" id="{2F1E7445-C9CD-4609-A8BA-26413E353B37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Cryo_15032">
            <a:extLst>
              <a:ext uri="{FF2B5EF4-FFF2-40B4-BE49-F238E27FC236}">
                <a16:creationId xmlns:a16="http://schemas.microsoft.com/office/drawing/2014/main" id="{99048578-3AE7-4269-A5C0-5D37C0F6243A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Cryo_15033">
            <a:extLst>
              <a:ext uri="{FF2B5EF4-FFF2-40B4-BE49-F238E27FC236}">
                <a16:creationId xmlns:a16="http://schemas.microsoft.com/office/drawing/2014/main" id="{F88B2C20-1353-4DCE-837B-F02AF9C1F148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Cryo_15034">
            <a:extLst>
              <a:ext uri="{FF2B5EF4-FFF2-40B4-BE49-F238E27FC236}">
                <a16:creationId xmlns:a16="http://schemas.microsoft.com/office/drawing/2014/main" id="{9FD3C3F4-5CE2-4BDC-B9C3-C316826E5F60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Cryo_15035">
            <a:extLst>
              <a:ext uri="{FF2B5EF4-FFF2-40B4-BE49-F238E27FC236}">
                <a16:creationId xmlns:a16="http://schemas.microsoft.com/office/drawing/2014/main" id="{ED43D711-5FDC-4439-A61A-37EDC33C27E3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Cryo_15036">
            <a:extLst>
              <a:ext uri="{FF2B5EF4-FFF2-40B4-BE49-F238E27FC236}">
                <a16:creationId xmlns:a16="http://schemas.microsoft.com/office/drawing/2014/main" id="{053C90F6-A616-4201-9B7C-2FE3E022F574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solidFill>
            <a:srgbClr val="566AB4">
              <a:alpha val="6000"/>
            </a:srgbClr>
          </a:solidFill>
          <a:ln w="22949">
            <a:solidFill>
              <a:srgbClr val="566AB4">
                <a:alpha val="6000"/>
              </a:srgbClr>
            </a:solidFill>
            <a:prstDash val="solid"/>
          </a:ln>
        </p:spPr>
      </p:sp>
      <p:sp>
        <p:nvSpPr>
          <p:cNvPr id="9" name="A2_polygon_Cryo_15037">
            <a:extLst>
              <a:ext uri="{FF2B5EF4-FFF2-40B4-BE49-F238E27FC236}">
                <a16:creationId xmlns:a16="http://schemas.microsoft.com/office/drawing/2014/main" id="{B8968043-C753-4E12-B011-616EAFD3408B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solidFill>
            <a:srgbClr val="B876A3">
              <a:alpha val="6000"/>
            </a:srgbClr>
          </a:solidFill>
          <a:ln w="22949">
            <a:solidFill>
              <a:srgbClr val="B876A3">
                <a:alpha val="6000"/>
              </a:srgbClr>
            </a:solidFill>
            <a:prstDash val="solid"/>
          </a:ln>
        </p:spPr>
      </p:sp>
      <p:sp>
        <p:nvSpPr>
          <p:cNvPr id="10" name="A2_polygon_Cryo_15038">
            <a:extLst>
              <a:ext uri="{FF2B5EF4-FFF2-40B4-BE49-F238E27FC236}">
                <a16:creationId xmlns:a16="http://schemas.microsoft.com/office/drawing/2014/main" id="{11A9E67F-75E2-4850-8F5F-5D18112CA45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Cryo_15039">
            <a:extLst>
              <a:ext uri="{FF2B5EF4-FFF2-40B4-BE49-F238E27FC236}">
                <a16:creationId xmlns:a16="http://schemas.microsoft.com/office/drawing/2014/main" id="{B293A3D7-0047-4E1B-AE14-D52E65C42CED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5040">
            <a:extLst>
              <a:ext uri="{FF2B5EF4-FFF2-40B4-BE49-F238E27FC236}">
                <a16:creationId xmlns:a16="http://schemas.microsoft.com/office/drawing/2014/main" id="{688E687A-EE49-4A3B-82AA-A47DECEE88BD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5041">
            <a:extLst>
              <a:ext uri="{FF2B5EF4-FFF2-40B4-BE49-F238E27FC236}">
                <a16:creationId xmlns:a16="http://schemas.microsoft.com/office/drawing/2014/main" id="{D4AB1523-1246-489C-8C85-E179440E8884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Cryo_15042">
            <a:extLst>
              <a:ext uri="{FF2B5EF4-FFF2-40B4-BE49-F238E27FC236}">
                <a16:creationId xmlns:a16="http://schemas.microsoft.com/office/drawing/2014/main" id="{68C05EC4-FF4C-47ED-8189-C1178F414821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5043">
            <a:extLst>
              <a:ext uri="{FF2B5EF4-FFF2-40B4-BE49-F238E27FC236}">
                <a16:creationId xmlns:a16="http://schemas.microsoft.com/office/drawing/2014/main" id="{6C2DACFB-85DF-4A8F-97CE-3C79ABD5AF94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5044">
            <a:extLst>
              <a:ext uri="{FF2B5EF4-FFF2-40B4-BE49-F238E27FC236}">
                <a16:creationId xmlns:a16="http://schemas.microsoft.com/office/drawing/2014/main" id="{17EB2DC2-E4FC-4A1D-AF14-BE7D13E7D376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Cryo_15045">
            <a:extLst>
              <a:ext uri="{FF2B5EF4-FFF2-40B4-BE49-F238E27FC236}">
                <a16:creationId xmlns:a16="http://schemas.microsoft.com/office/drawing/2014/main" id="{73788EAD-DD01-4B43-A405-C96B95605A4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5046">
            <a:extLst>
              <a:ext uri="{FF2B5EF4-FFF2-40B4-BE49-F238E27FC236}">
                <a16:creationId xmlns:a16="http://schemas.microsoft.com/office/drawing/2014/main" id="{F2C33EBD-B17C-4748-BA67-ABA8692BCF7D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5047">
            <a:extLst>
              <a:ext uri="{FF2B5EF4-FFF2-40B4-BE49-F238E27FC236}">
                <a16:creationId xmlns:a16="http://schemas.microsoft.com/office/drawing/2014/main" id="{673E3313-ECE1-4778-8051-6A2CA22CF460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Cryo_15048">
            <a:extLst>
              <a:ext uri="{FF2B5EF4-FFF2-40B4-BE49-F238E27FC236}">
                <a16:creationId xmlns:a16="http://schemas.microsoft.com/office/drawing/2014/main" id="{2B95D6FE-5301-4463-BB5D-91A4FA019543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5049">
            <a:extLst>
              <a:ext uri="{FF2B5EF4-FFF2-40B4-BE49-F238E27FC236}">
                <a16:creationId xmlns:a16="http://schemas.microsoft.com/office/drawing/2014/main" id="{A5F19303-4317-4BB9-9E48-DB98ECF69D39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5050">
            <a:extLst>
              <a:ext uri="{FF2B5EF4-FFF2-40B4-BE49-F238E27FC236}">
                <a16:creationId xmlns:a16="http://schemas.microsoft.com/office/drawing/2014/main" id="{C34435ED-D18F-420D-8217-541156B24407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Cryo_15051">
            <a:extLst>
              <a:ext uri="{FF2B5EF4-FFF2-40B4-BE49-F238E27FC236}">
                <a16:creationId xmlns:a16="http://schemas.microsoft.com/office/drawing/2014/main" id="{ACE30EB2-090F-4121-A6F6-CB28FDA38100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5052">
            <a:extLst>
              <a:ext uri="{FF2B5EF4-FFF2-40B4-BE49-F238E27FC236}">
                <a16:creationId xmlns:a16="http://schemas.microsoft.com/office/drawing/2014/main" id="{FD78690B-B32E-46CC-B960-BBA25CAEB334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5053">
            <a:extLst>
              <a:ext uri="{FF2B5EF4-FFF2-40B4-BE49-F238E27FC236}">
                <a16:creationId xmlns:a16="http://schemas.microsoft.com/office/drawing/2014/main" id="{A68EE7FF-4056-4E7D-B623-720488117311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5054">
            <a:extLst>
              <a:ext uri="{FF2B5EF4-FFF2-40B4-BE49-F238E27FC236}">
                <a16:creationId xmlns:a16="http://schemas.microsoft.com/office/drawing/2014/main" id="{28FDF810-58B1-46F9-9BE5-F23FA82A9E07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5055">
            <a:extLst>
              <a:ext uri="{FF2B5EF4-FFF2-40B4-BE49-F238E27FC236}">
                <a16:creationId xmlns:a16="http://schemas.microsoft.com/office/drawing/2014/main" id="{5F3E893D-214B-4DF4-B74C-3E9DAE6226A1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5056">
            <a:extLst>
              <a:ext uri="{FF2B5EF4-FFF2-40B4-BE49-F238E27FC236}">
                <a16:creationId xmlns:a16="http://schemas.microsoft.com/office/drawing/2014/main" id="{7DA3F353-4A0D-4260-9E9C-282146879376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5057">
            <a:extLst>
              <a:ext uri="{FF2B5EF4-FFF2-40B4-BE49-F238E27FC236}">
                <a16:creationId xmlns:a16="http://schemas.microsoft.com/office/drawing/2014/main" id="{E8301B75-0918-4F94-BF45-91408098024D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5058">
            <a:extLst>
              <a:ext uri="{FF2B5EF4-FFF2-40B4-BE49-F238E27FC236}">
                <a16:creationId xmlns:a16="http://schemas.microsoft.com/office/drawing/2014/main" id="{2A07A02B-838E-4876-9617-7F2C2CC37413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Cryo_15059">
            <a:extLst>
              <a:ext uri="{FF2B5EF4-FFF2-40B4-BE49-F238E27FC236}">
                <a16:creationId xmlns:a16="http://schemas.microsoft.com/office/drawing/2014/main" id="{8AC45C8A-B5AB-468C-BAED-80DC950820EA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32" name="A2_polygon_Cryo_15060">
            <a:extLst>
              <a:ext uri="{FF2B5EF4-FFF2-40B4-BE49-F238E27FC236}">
                <a16:creationId xmlns:a16="http://schemas.microsoft.com/office/drawing/2014/main" id="{CF4A7F01-E3B2-4F14-81A4-57937D407213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3" name="A2_polygon_Cryo_15061">
            <a:extLst>
              <a:ext uri="{FF2B5EF4-FFF2-40B4-BE49-F238E27FC236}">
                <a16:creationId xmlns:a16="http://schemas.microsoft.com/office/drawing/2014/main" id="{78073983-A45E-4D41-A134-7A8921D396D9}"/>
              </a:ext>
            </a:extLst>
          </p:cNvPr>
          <p:cNvSpPr>
            <a:spLocks noGrp="1"/>
          </p:cNvSpPr>
          <p:nvPr/>
        </p:nvSpPr>
        <p:spPr>
          <a:xfrm>
            <a:off x="5977516" y="37172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4" name="A2_polygon_Cryo_15062">
            <a:extLst>
              <a:ext uri="{FF2B5EF4-FFF2-40B4-BE49-F238E27FC236}">
                <a16:creationId xmlns:a16="http://schemas.microsoft.com/office/drawing/2014/main" id="{51D61C15-9EB0-4FF4-B49E-D3A0272A3775}"/>
              </a:ext>
            </a:extLst>
          </p:cNvPr>
          <p:cNvSpPr>
            <a:spLocks noGrp="1"/>
          </p:cNvSpPr>
          <p:nvPr/>
        </p:nvSpPr>
        <p:spPr>
          <a:xfrm>
            <a:off x="5264899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5" name="A2_polygon_Cryo_15063">
            <a:extLst>
              <a:ext uri="{FF2B5EF4-FFF2-40B4-BE49-F238E27FC236}">
                <a16:creationId xmlns:a16="http://schemas.microsoft.com/office/drawing/2014/main" id="{881DEBE1-361D-4B23-A09F-5F85421F9EB2}"/>
              </a:ext>
            </a:extLst>
          </p:cNvPr>
          <p:cNvSpPr>
            <a:spLocks noGrp="1"/>
          </p:cNvSpPr>
          <p:nvPr/>
        </p:nvSpPr>
        <p:spPr>
          <a:xfrm>
            <a:off x="4191255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6" name="A2_polygon_Cryo_15064">
            <a:extLst>
              <a:ext uri="{FF2B5EF4-FFF2-40B4-BE49-F238E27FC236}">
                <a16:creationId xmlns:a16="http://schemas.microsoft.com/office/drawing/2014/main" id="{9758B8E2-3295-4A13-9641-77EEFA7EB258}"/>
              </a:ext>
            </a:extLst>
          </p:cNvPr>
          <p:cNvSpPr>
            <a:spLocks noGrp="1"/>
          </p:cNvSpPr>
          <p:nvPr/>
        </p:nvSpPr>
        <p:spPr>
          <a:xfrm>
            <a:off x="3447224" y="3707065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7" name="A2_polygon_Cryo_15065">
            <a:extLst>
              <a:ext uri="{FF2B5EF4-FFF2-40B4-BE49-F238E27FC236}">
                <a16:creationId xmlns:a16="http://schemas.microsoft.com/office/drawing/2014/main" id="{97EE3E0A-6810-47E9-97F1-08031B9F1FE7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8" name="A2_polygon_Cryo_15066">
            <a:extLst>
              <a:ext uri="{FF2B5EF4-FFF2-40B4-BE49-F238E27FC236}">
                <a16:creationId xmlns:a16="http://schemas.microsoft.com/office/drawing/2014/main" id="{FA53533E-BBDC-4247-8305-8670677DC896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39" name="A2_polygon_Cryo_15067">
            <a:extLst>
              <a:ext uri="{FF2B5EF4-FFF2-40B4-BE49-F238E27FC236}">
                <a16:creationId xmlns:a16="http://schemas.microsoft.com/office/drawing/2014/main" id="{FBAF5469-D534-4B4C-A571-037456D3C0AF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0" name="A2_polygon_Cryo_15068">
            <a:extLst>
              <a:ext uri="{FF2B5EF4-FFF2-40B4-BE49-F238E27FC236}">
                <a16:creationId xmlns:a16="http://schemas.microsoft.com/office/drawing/2014/main" id="{F37953FD-8D91-4ECC-AEB4-6C282CBBB8BD}"/>
              </a:ext>
            </a:extLst>
          </p:cNvPr>
          <p:cNvSpPr>
            <a:spLocks noGrp="1"/>
          </p:cNvSpPr>
          <p:nvPr/>
        </p:nvSpPr>
        <p:spPr>
          <a:xfrm>
            <a:off x="5967183" y="372063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1" name="A2_polygon_Cryo_15069">
            <a:extLst>
              <a:ext uri="{FF2B5EF4-FFF2-40B4-BE49-F238E27FC236}">
                <a16:creationId xmlns:a16="http://schemas.microsoft.com/office/drawing/2014/main" id="{5B186D63-4A24-434A-81E5-649954DF6822}"/>
              </a:ext>
            </a:extLst>
          </p:cNvPr>
          <p:cNvSpPr>
            <a:spLocks noGrp="1"/>
          </p:cNvSpPr>
          <p:nvPr/>
        </p:nvSpPr>
        <p:spPr>
          <a:xfrm>
            <a:off x="5286930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2" name="A2_polygon_Cryo_15070">
            <a:extLst>
              <a:ext uri="{FF2B5EF4-FFF2-40B4-BE49-F238E27FC236}">
                <a16:creationId xmlns:a16="http://schemas.microsoft.com/office/drawing/2014/main" id="{D8CC9DBA-0BAB-4F16-8F48-97B6E94C3369}"/>
              </a:ext>
            </a:extLst>
          </p:cNvPr>
          <p:cNvSpPr>
            <a:spLocks noGrp="1"/>
          </p:cNvSpPr>
          <p:nvPr/>
        </p:nvSpPr>
        <p:spPr>
          <a:xfrm>
            <a:off x="4169224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3" name="A2_polygon_Cryo_15071">
            <a:extLst>
              <a:ext uri="{FF2B5EF4-FFF2-40B4-BE49-F238E27FC236}">
                <a16:creationId xmlns:a16="http://schemas.microsoft.com/office/drawing/2014/main" id="{0DF0D0AE-844E-452D-9380-6128AE08282D}"/>
              </a:ext>
            </a:extLst>
          </p:cNvPr>
          <p:cNvSpPr>
            <a:spLocks noGrp="1"/>
          </p:cNvSpPr>
          <p:nvPr/>
        </p:nvSpPr>
        <p:spPr>
          <a:xfrm>
            <a:off x="3456855" y="371019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4" name="A2_polygon_Cryo_15072">
            <a:extLst>
              <a:ext uri="{FF2B5EF4-FFF2-40B4-BE49-F238E27FC236}">
                <a16:creationId xmlns:a16="http://schemas.microsoft.com/office/drawing/2014/main" id="{12DB20CD-9B6C-4FEB-907C-B75A1F031125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5" name="A2_polygon_Cryo_15073">
            <a:extLst>
              <a:ext uri="{FF2B5EF4-FFF2-40B4-BE49-F238E27FC236}">
                <a16:creationId xmlns:a16="http://schemas.microsoft.com/office/drawing/2014/main" id="{B6FA5238-8553-482D-81A8-9FEEAD6D3504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Cryo_15074">
            <a:extLst>
              <a:ext uri="{FF2B5EF4-FFF2-40B4-BE49-F238E27FC236}">
                <a16:creationId xmlns:a16="http://schemas.microsoft.com/office/drawing/2014/main" id="{333E6881-0C1A-464F-B538-DC741DB65269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Cryo_15075">
            <a:extLst>
              <a:ext uri="{FF2B5EF4-FFF2-40B4-BE49-F238E27FC236}">
                <a16:creationId xmlns:a16="http://schemas.microsoft.com/office/drawing/2014/main" id="{7BB9823A-93DF-4808-886C-2ED772391BCA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Cryo_15076">
            <a:extLst>
              <a:ext uri="{FF2B5EF4-FFF2-40B4-BE49-F238E27FC236}">
                <a16:creationId xmlns:a16="http://schemas.microsoft.com/office/drawing/2014/main" id="{960B228D-6618-4666-BC73-B64F5DB1545C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Cryo_15077">
            <a:extLst>
              <a:ext uri="{FF2B5EF4-FFF2-40B4-BE49-F238E27FC236}">
                <a16:creationId xmlns:a16="http://schemas.microsoft.com/office/drawing/2014/main" id="{95238D35-5268-459A-9306-5AD66BC9AC19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Cryo_15078">
            <a:extLst>
              <a:ext uri="{FF2B5EF4-FFF2-40B4-BE49-F238E27FC236}">
                <a16:creationId xmlns:a16="http://schemas.microsoft.com/office/drawing/2014/main" id="{E694439D-A975-4822-BDFC-F071ABF625E9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Cryo_15079">
            <a:extLst>
              <a:ext uri="{FF2B5EF4-FFF2-40B4-BE49-F238E27FC236}">
                <a16:creationId xmlns:a16="http://schemas.microsoft.com/office/drawing/2014/main" id="{13C39956-9D89-43D5-8273-4250C3EB3701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5080">
            <a:extLst>
              <a:ext uri="{FF2B5EF4-FFF2-40B4-BE49-F238E27FC236}">
                <a16:creationId xmlns:a16="http://schemas.microsoft.com/office/drawing/2014/main" id="{6F2A8E0A-B344-4D8C-9150-1F850D21433D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4474050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CryoAtom2 receptor</a:t>
            </a:r>
          </a:p>
        </p:txBody>
      </p:sp>
      <p:sp>
        <p:nvSpPr>
          <p:cNvPr id="53" name="text_15081">
            <a:extLst>
              <a:ext uri="{FF2B5EF4-FFF2-40B4-BE49-F238E27FC236}">
                <a16:creationId xmlns:a16="http://schemas.microsoft.com/office/drawing/2014/main" id="{6542089F-EBF9-4244-AB91-9493AD24D1EE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Cryo_15082">
            <a:extLst>
              <a:ext uri="{FF2B5EF4-FFF2-40B4-BE49-F238E27FC236}">
                <a16:creationId xmlns:a16="http://schemas.microsoft.com/office/drawing/2014/main" id="{1FE61703-3E45-45A4-89B1-E97D04F843C1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55" name="A2_polygon_Cryo_15083">
            <a:extLst>
              <a:ext uri="{FF2B5EF4-FFF2-40B4-BE49-F238E27FC236}">
                <a16:creationId xmlns:a16="http://schemas.microsoft.com/office/drawing/2014/main" id="{A1802DC3-9ACA-4B15-A564-B8E701C2CBC9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56" name="text_15084">
            <a:extLst>
              <a:ext uri="{FF2B5EF4-FFF2-40B4-BE49-F238E27FC236}">
                <a16:creationId xmlns:a16="http://schemas.microsoft.com/office/drawing/2014/main" id="{6067D25F-8A45-4060-A376-2E08FB8633C2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Cryo_15085">
            <a:extLst>
              <a:ext uri="{FF2B5EF4-FFF2-40B4-BE49-F238E27FC236}">
                <a16:creationId xmlns:a16="http://schemas.microsoft.com/office/drawing/2014/main" id="{A0E9073E-4C79-435F-B10D-14B5A3B262AB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58" name="A2_polygon_Cryo_15086">
            <a:extLst>
              <a:ext uri="{FF2B5EF4-FFF2-40B4-BE49-F238E27FC236}">
                <a16:creationId xmlns:a16="http://schemas.microsoft.com/office/drawing/2014/main" id="{05B52B22-F985-42CD-8533-28AF1AB6046A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59" name="text_15087">
            <a:extLst>
              <a:ext uri="{FF2B5EF4-FFF2-40B4-BE49-F238E27FC236}">
                <a16:creationId xmlns:a16="http://schemas.microsoft.com/office/drawing/2014/main" id="{AAACB70B-2A15-41B6-B6BB-E1C9C80FB1D9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Cryo_15088">
            <a:extLst>
              <a:ext uri="{FF2B5EF4-FFF2-40B4-BE49-F238E27FC236}">
                <a16:creationId xmlns:a16="http://schemas.microsoft.com/office/drawing/2014/main" id="{053BC724-168D-457C-9B23-9C545316E0E0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Cryo_15089">
            <a:extLst>
              <a:ext uri="{FF2B5EF4-FFF2-40B4-BE49-F238E27FC236}">
                <a16:creationId xmlns:a16="http://schemas.microsoft.com/office/drawing/2014/main" id="{10E5D9B8-6C5D-4A7B-B6E4-BA3EC6166A90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5090">
            <a:extLst>
              <a:ext uri="{FF2B5EF4-FFF2-40B4-BE49-F238E27FC236}">
                <a16:creationId xmlns:a16="http://schemas.microsoft.com/office/drawing/2014/main" id="{6BD7B035-E364-46BE-9CF2-3CDE20697AF8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26609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2" name="Stage1_sixpanel_5172">
            <a:extLst>
              <a:ext uri="{FF2B5EF4-FFF2-40B4-BE49-F238E27FC236}">
                <a16:creationId xmlns:a16="http://schemas.microsoft.com/office/drawing/2014/main" id="{D641B9EC-6F25-43D9-B1AC-66640B7D5CA4}"/>
              </a:ext>
            </a:extLst>
          </p:cNvPr>
          <p:cNvSpPr>
            <a:spLocks noGrp="1"/>
          </p:cNvSpPr>
          <p:nvPr/>
        </p:nvSpPr>
        <p:spPr>
          <a:xfrm>
            <a:off x="887186" y="161925"/>
            <a:ext cx="7750629" cy="8477250"/>
          </a:xfrm>
          <a:custGeom>
            <a:avLst/>
            <a:gdLst/>
            <a:ahLst/>
            <a:cxnLst/>
            <a:rect l="0" t="0" r="0" b="0"/>
            <a:pathLst>
              <a:path w="7750629" h="8477250">
                <a:moveTo>
                  <a:pt x="0" y="8477250"/>
                </a:moveTo>
                <a:lnTo>
                  <a:pt x="7750629" y="8477250"/>
                </a:lnTo>
                <a:lnTo>
                  <a:pt x="7750629" y="0"/>
                </a:lnTo>
                <a:lnTo>
                  <a:pt x="0" y="0"/>
                </a:lnTo>
                <a:lnTo>
                  <a:pt x="0" y="8477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Stage1_sixpanel_5173">
            <a:extLst>
              <a:ext uri="{FF2B5EF4-FFF2-40B4-BE49-F238E27FC236}">
                <a16:creationId xmlns:a16="http://schemas.microsoft.com/office/drawing/2014/main" id="{971FCD36-B80E-4B66-887B-E9C668F5D737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text_5174">
            <a:extLst>
              <a:ext uri="{FF2B5EF4-FFF2-40B4-BE49-F238E27FC236}">
                <a16:creationId xmlns:a16="http://schemas.microsoft.com/office/drawing/2014/main" id="{D68902D5-0C6E-40DC-9204-400E0F23DD43}"/>
              </a:ext>
            </a:extLst>
          </p:cNvPr>
          <p:cNvSpPr>
            <a:spLocks noGrp="1"/>
          </p:cNvSpPr>
          <p:nvPr/>
        </p:nvSpPr>
        <p:spPr>
          <a:xfrm>
            <a:off x="1887137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4" name="text_5175">
            <a:extLst>
              <a:ext uri="{FF2B5EF4-FFF2-40B4-BE49-F238E27FC236}">
                <a16:creationId xmlns:a16="http://schemas.microsoft.com/office/drawing/2014/main" id="{5C7BA1D9-F9D9-45AC-B410-25C8B97CB71D}"/>
              </a:ext>
            </a:extLst>
          </p:cNvPr>
          <p:cNvSpPr>
            <a:spLocks noGrp="1"/>
          </p:cNvSpPr>
          <p:nvPr/>
        </p:nvSpPr>
        <p:spPr>
          <a:xfrm>
            <a:off x="2014756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5" name="text_5176">
            <a:extLst>
              <a:ext uri="{FF2B5EF4-FFF2-40B4-BE49-F238E27FC236}">
                <a16:creationId xmlns:a16="http://schemas.microsoft.com/office/drawing/2014/main" id="{FF1617FD-EDBA-449E-A2D4-9E20708E668C}"/>
              </a:ext>
            </a:extLst>
          </p:cNvPr>
          <p:cNvSpPr>
            <a:spLocks noGrp="1"/>
          </p:cNvSpPr>
          <p:nvPr/>
        </p:nvSpPr>
        <p:spPr>
          <a:xfrm>
            <a:off x="289522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6" name="text_5177">
            <a:extLst>
              <a:ext uri="{FF2B5EF4-FFF2-40B4-BE49-F238E27FC236}">
                <a16:creationId xmlns:a16="http://schemas.microsoft.com/office/drawing/2014/main" id="{E2DD36D8-4619-4683-BC6C-0CF1005C09AB}"/>
              </a:ext>
            </a:extLst>
          </p:cNvPr>
          <p:cNvSpPr>
            <a:spLocks noGrp="1"/>
          </p:cNvSpPr>
          <p:nvPr/>
        </p:nvSpPr>
        <p:spPr>
          <a:xfrm>
            <a:off x="278203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7" name="text_5178">
            <a:extLst>
              <a:ext uri="{FF2B5EF4-FFF2-40B4-BE49-F238E27FC236}">
                <a16:creationId xmlns:a16="http://schemas.microsoft.com/office/drawing/2014/main" id="{7D69784F-5291-483F-937C-31FF8F148B2F}"/>
              </a:ext>
            </a:extLst>
          </p:cNvPr>
          <p:cNvSpPr>
            <a:spLocks noGrp="1"/>
          </p:cNvSpPr>
          <p:nvPr/>
        </p:nvSpPr>
        <p:spPr>
          <a:xfrm>
            <a:off x="3955701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8" name="text_5179">
            <a:extLst>
              <a:ext uri="{FF2B5EF4-FFF2-40B4-BE49-F238E27FC236}">
                <a16:creationId xmlns:a16="http://schemas.microsoft.com/office/drawing/2014/main" id="{5F5008BB-660F-4A88-86C0-13ACA1618D3B}"/>
              </a:ext>
            </a:extLst>
          </p:cNvPr>
          <p:cNvSpPr>
            <a:spLocks noGrp="1"/>
          </p:cNvSpPr>
          <p:nvPr/>
        </p:nvSpPr>
        <p:spPr>
          <a:xfrm>
            <a:off x="3842506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Stage1_sixpanel_5180">
            <a:extLst>
              <a:ext uri="{FF2B5EF4-FFF2-40B4-BE49-F238E27FC236}">
                <a16:creationId xmlns:a16="http://schemas.microsoft.com/office/drawing/2014/main" id="{5EECA44C-ADDC-4130-AF7C-EAC40AF11227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0" name="Stage1_sixpanel_5181">
            <a:extLst>
              <a:ext uri="{FF2B5EF4-FFF2-40B4-BE49-F238E27FC236}">
                <a16:creationId xmlns:a16="http://schemas.microsoft.com/office/drawing/2014/main" id="{1D73E096-8F0D-47F2-B490-D604E21ADC7F}"/>
              </a:ext>
            </a:extLst>
          </p:cNvPr>
          <p:cNvSpPr>
            <a:spLocks noGrp="1"/>
          </p:cNvSpPr>
          <p:nvPr/>
        </p:nvSpPr>
        <p:spPr>
          <a:xfrm>
            <a:off x="1584810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1" name="text_5182">
            <a:extLst>
              <a:ext uri="{FF2B5EF4-FFF2-40B4-BE49-F238E27FC236}">
                <a16:creationId xmlns:a16="http://schemas.microsoft.com/office/drawing/2014/main" id="{4141B510-C5FB-4F52-8BC4-AB4ACE32A48B}"/>
              </a:ext>
            </a:extLst>
          </p:cNvPr>
          <p:cNvSpPr>
            <a:spLocks noGrp="1"/>
          </p:cNvSpPr>
          <p:nvPr/>
        </p:nvSpPr>
        <p:spPr>
          <a:xfrm>
            <a:off x="1362282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2" name="Stage1_sixpanel_5183">
            <a:extLst>
              <a:ext uri="{FF2B5EF4-FFF2-40B4-BE49-F238E27FC236}">
                <a16:creationId xmlns:a16="http://schemas.microsoft.com/office/drawing/2014/main" id="{E4575B44-D413-40BD-9CD3-D385EF404F0F}"/>
              </a:ext>
            </a:extLst>
          </p:cNvPr>
          <p:cNvSpPr>
            <a:spLocks noGrp="1"/>
          </p:cNvSpPr>
          <p:nvPr/>
        </p:nvSpPr>
        <p:spPr>
          <a:xfrm>
            <a:off x="1623495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3" name="Stage1_sixpanel_5184">
            <a:extLst>
              <a:ext uri="{FF2B5EF4-FFF2-40B4-BE49-F238E27FC236}">
                <a16:creationId xmlns:a16="http://schemas.microsoft.com/office/drawing/2014/main" id="{67EEF5BE-BA24-46E3-9C96-304BDE659441}"/>
              </a:ext>
            </a:extLst>
          </p:cNvPr>
          <p:cNvSpPr>
            <a:spLocks noGrp="1"/>
          </p:cNvSpPr>
          <p:nvPr/>
        </p:nvSpPr>
        <p:spPr>
          <a:xfrm>
            <a:off x="1584810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4" name="text_5185">
            <a:extLst>
              <a:ext uri="{FF2B5EF4-FFF2-40B4-BE49-F238E27FC236}">
                <a16:creationId xmlns:a16="http://schemas.microsoft.com/office/drawing/2014/main" id="{2DE53485-58AE-4752-8FE3-D0126E93A179}"/>
              </a:ext>
            </a:extLst>
          </p:cNvPr>
          <p:cNvSpPr>
            <a:spLocks noGrp="1"/>
          </p:cNvSpPr>
          <p:nvPr/>
        </p:nvSpPr>
        <p:spPr>
          <a:xfrm>
            <a:off x="1362282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" name="Stage1_sixpanel_5186">
            <a:extLst>
              <a:ext uri="{FF2B5EF4-FFF2-40B4-BE49-F238E27FC236}">
                <a16:creationId xmlns:a16="http://schemas.microsoft.com/office/drawing/2014/main" id="{678377DA-569F-465F-8472-EA081754DEC4}"/>
              </a:ext>
            </a:extLst>
          </p:cNvPr>
          <p:cNvSpPr>
            <a:spLocks noGrp="1"/>
          </p:cNvSpPr>
          <p:nvPr/>
        </p:nvSpPr>
        <p:spPr>
          <a:xfrm>
            <a:off x="1623495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16" name="Stage1_sixpanel_5187">
            <a:extLst>
              <a:ext uri="{FF2B5EF4-FFF2-40B4-BE49-F238E27FC236}">
                <a16:creationId xmlns:a16="http://schemas.microsoft.com/office/drawing/2014/main" id="{B4F74982-3DE2-4EF5-8D95-E69A12260C65}"/>
              </a:ext>
            </a:extLst>
          </p:cNvPr>
          <p:cNvSpPr>
            <a:spLocks noGrp="1"/>
          </p:cNvSpPr>
          <p:nvPr/>
        </p:nvSpPr>
        <p:spPr>
          <a:xfrm>
            <a:off x="1584810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7" name="text_5188">
            <a:extLst>
              <a:ext uri="{FF2B5EF4-FFF2-40B4-BE49-F238E27FC236}">
                <a16:creationId xmlns:a16="http://schemas.microsoft.com/office/drawing/2014/main" id="{2C0CC1CA-FE6F-4425-95F6-2DF1B7193B43}"/>
              </a:ext>
            </a:extLst>
          </p:cNvPr>
          <p:cNvSpPr>
            <a:spLocks noGrp="1"/>
          </p:cNvSpPr>
          <p:nvPr/>
        </p:nvSpPr>
        <p:spPr>
          <a:xfrm>
            <a:off x="1362282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" name="text_5189">
            <a:extLst>
              <a:ext uri="{FF2B5EF4-FFF2-40B4-BE49-F238E27FC236}">
                <a16:creationId xmlns:a16="http://schemas.microsoft.com/office/drawing/2014/main" id="{1A746CD3-9B98-4417-B4FA-FC1F01E867FB}"/>
              </a:ext>
            </a:extLst>
          </p:cNvPr>
          <p:cNvSpPr>
            <a:spLocks noGrp="1"/>
          </p:cNvSpPr>
          <p:nvPr/>
        </p:nvSpPr>
        <p:spPr>
          <a:xfrm rot="-5400000">
            <a:off x="1075938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9" name="Stage1_sixpanel_5190">
            <a:extLst>
              <a:ext uri="{FF2B5EF4-FFF2-40B4-BE49-F238E27FC236}">
                <a16:creationId xmlns:a16="http://schemas.microsoft.com/office/drawing/2014/main" id="{56DB3A75-B84D-40E6-B0E3-9F9E98DEC988}"/>
              </a:ext>
            </a:extLst>
          </p:cNvPr>
          <p:cNvSpPr>
            <a:spLocks noGrp="1"/>
          </p:cNvSpPr>
          <p:nvPr/>
        </p:nvSpPr>
        <p:spPr>
          <a:xfrm>
            <a:off x="1781294" y="1772961"/>
            <a:ext cx="214640" cy="847366"/>
          </a:xfrm>
          <a:custGeom>
            <a:avLst/>
            <a:gdLst/>
            <a:ahLst/>
            <a:cxnLst/>
            <a:rect l="0" t="0" r="0" b="0"/>
            <a:pathLst>
              <a:path w="214640" h="847366">
                <a:moveTo>
                  <a:pt x="0" y="847366"/>
                </a:moveTo>
                <a:lnTo>
                  <a:pt x="214640" y="847366"/>
                </a:lnTo>
                <a:lnTo>
                  <a:pt x="214640" y="0"/>
                </a:lnTo>
                <a:lnTo>
                  <a:pt x="0" y="0"/>
                </a:lnTo>
                <a:lnTo>
                  <a:pt x="0" y="847366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0" name="Stage1_sixpanel_5191">
            <a:extLst>
              <a:ext uri="{FF2B5EF4-FFF2-40B4-BE49-F238E27FC236}">
                <a16:creationId xmlns:a16="http://schemas.microsoft.com/office/drawing/2014/main" id="{20E5C1D6-A143-4AFE-878B-3147123FF7E1}"/>
              </a:ext>
            </a:extLst>
          </p:cNvPr>
          <p:cNvSpPr>
            <a:spLocks noGrp="1"/>
          </p:cNvSpPr>
          <p:nvPr/>
        </p:nvSpPr>
        <p:spPr>
          <a:xfrm>
            <a:off x="2841769" y="1658918"/>
            <a:ext cx="214640" cy="961410"/>
          </a:xfrm>
          <a:custGeom>
            <a:avLst/>
            <a:gdLst/>
            <a:ahLst/>
            <a:cxnLst/>
            <a:rect l="0" t="0" r="0" b="0"/>
            <a:pathLst>
              <a:path w="214640" h="961410">
                <a:moveTo>
                  <a:pt x="0" y="961410"/>
                </a:moveTo>
                <a:lnTo>
                  <a:pt x="214640" y="961410"/>
                </a:lnTo>
                <a:lnTo>
                  <a:pt x="214640" y="0"/>
                </a:lnTo>
                <a:lnTo>
                  <a:pt x="0" y="0"/>
                </a:lnTo>
                <a:lnTo>
                  <a:pt x="0" y="961410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" name="Stage1_sixpanel_5192">
            <a:extLst>
              <a:ext uri="{FF2B5EF4-FFF2-40B4-BE49-F238E27FC236}">
                <a16:creationId xmlns:a16="http://schemas.microsoft.com/office/drawing/2014/main" id="{A1893BE8-3DEE-4C5C-B336-325FD705DD6A}"/>
              </a:ext>
            </a:extLst>
          </p:cNvPr>
          <p:cNvSpPr>
            <a:spLocks noGrp="1"/>
          </p:cNvSpPr>
          <p:nvPr/>
        </p:nvSpPr>
        <p:spPr>
          <a:xfrm>
            <a:off x="3902243" y="1811998"/>
            <a:ext cx="214640" cy="808329"/>
          </a:xfrm>
          <a:custGeom>
            <a:avLst/>
            <a:gdLst/>
            <a:ahLst/>
            <a:cxnLst/>
            <a:rect l="0" t="0" r="0" b="0"/>
            <a:pathLst>
              <a:path w="214640" h="808329">
                <a:moveTo>
                  <a:pt x="0" y="808329"/>
                </a:moveTo>
                <a:lnTo>
                  <a:pt x="214640" y="808329"/>
                </a:lnTo>
                <a:lnTo>
                  <a:pt x="214640" y="0"/>
                </a:lnTo>
                <a:lnTo>
                  <a:pt x="0" y="0"/>
                </a:lnTo>
                <a:lnTo>
                  <a:pt x="0" y="808329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2" name="Stage1_sixpanel_5193">
            <a:extLst>
              <a:ext uri="{FF2B5EF4-FFF2-40B4-BE49-F238E27FC236}">
                <a16:creationId xmlns:a16="http://schemas.microsoft.com/office/drawing/2014/main" id="{E7A705B4-BF25-45FA-BC4B-B91C04AEF118}"/>
              </a:ext>
            </a:extLst>
          </p:cNvPr>
          <p:cNvSpPr>
            <a:spLocks noGrp="1"/>
          </p:cNvSpPr>
          <p:nvPr/>
        </p:nvSpPr>
        <p:spPr>
          <a:xfrm>
            <a:off x="2025203" y="1928984"/>
            <a:ext cx="214640" cy="691344"/>
          </a:xfrm>
          <a:custGeom>
            <a:avLst/>
            <a:gdLst/>
            <a:ahLst/>
            <a:cxnLst/>
            <a:rect l="0" t="0" r="0" b="0"/>
            <a:pathLst>
              <a:path w="214640" h="691344">
                <a:moveTo>
                  <a:pt x="0" y="691344"/>
                </a:moveTo>
                <a:lnTo>
                  <a:pt x="214640" y="691344"/>
                </a:lnTo>
                <a:lnTo>
                  <a:pt x="214640" y="0"/>
                </a:lnTo>
                <a:lnTo>
                  <a:pt x="0" y="0"/>
                </a:lnTo>
                <a:lnTo>
                  <a:pt x="0" y="691344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" name="Stage1_sixpanel_5194">
            <a:extLst>
              <a:ext uri="{FF2B5EF4-FFF2-40B4-BE49-F238E27FC236}">
                <a16:creationId xmlns:a16="http://schemas.microsoft.com/office/drawing/2014/main" id="{179F4994-63E0-4BEB-8B12-95EABCFA87AE}"/>
              </a:ext>
            </a:extLst>
          </p:cNvPr>
          <p:cNvSpPr>
            <a:spLocks noGrp="1"/>
          </p:cNvSpPr>
          <p:nvPr/>
        </p:nvSpPr>
        <p:spPr>
          <a:xfrm>
            <a:off x="3085678" y="1836192"/>
            <a:ext cx="214640" cy="784136"/>
          </a:xfrm>
          <a:custGeom>
            <a:avLst/>
            <a:gdLst/>
            <a:ahLst/>
            <a:cxnLst/>
            <a:rect l="0" t="0" r="0" b="0"/>
            <a:pathLst>
              <a:path w="214640" h="784136">
                <a:moveTo>
                  <a:pt x="0" y="784136"/>
                </a:moveTo>
                <a:lnTo>
                  <a:pt x="214640" y="784136"/>
                </a:lnTo>
                <a:lnTo>
                  <a:pt x="214640" y="0"/>
                </a:lnTo>
                <a:lnTo>
                  <a:pt x="0" y="0"/>
                </a:lnTo>
                <a:lnTo>
                  <a:pt x="0" y="784136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4" name="Stage1_sixpanel_5195">
            <a:extLst>
              <a:ext uri="{FF2B5EF4-FFF2-40B4-BE49-F238E27FC236}">
                <a16:creationId xmlns:a16="http://schemas.microsoft.com/office/drawing/2014/main" id="{D63222D0-510B-449A-87B4-22FF0E55D2D3}"/>
              </a:ext>
            </a:extLst>
          </p:cNvPr>
          <p:cNvSpPr>
            <a:spLocks noGrp="1"/>
          </p:cNvSpPr>
          <p:nvPr/>
        </p:nvSpPr>
        <p:spPr>
          <a:xfrm>
            <a:off x="4146152" y="1972279"/>
            <a:ext cx="214640" cy="648049"/>
          </a:xfrm>
          <a:custGeom>
            <a:avLst/>
            <a:gdLst/>
            <a:ahLst/>
            <a:cxnLst/>
            <a:rect l="0" t="0" r="0" b="0"/>
            <a:pathLst>
              <a:path w="214640" h="648049">
                <a:moveTo>
                  <a:pt x="0" y="648049"/>
                </a:moveTo>
                <a:lnTo>
                  <a:pt x="214640" y="648049"/>
                </a:lnTo>
                <a:lnTo>
                  <a:pt x="214640" y="0"/>
                </a:lnTo>
                <a:lnTo>
                  <a:pt x="0" y="0"/>
                </a:lnTo>
                <a:lnTo>
                  <a:pt x="0" y="64804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5" name="Stage1_sixpanel_5196">
            <a:extLst>
              <a:ext uri="{FF2B5EF4-FFF2-40B4-BE49-F238E27FC236}">
                <a16:creationId xmlns:a16="http://schemas.microsoft.com/office/drawing/2014/main" id="{E54D648D-B3D7-402C-845B-BEF5FA4253D1}"/>
              </a:ext>
            </a:extLst>
          </p:cNvPr>
          <p:cNvSpPr>
            <a:spLocks noGrp="1"/>
          </p:cNvSpPr>
          <p:nvPr/>
        </p:nvSpPr>
        <p:spPr>
          <a:xfrm>
            <a:off x="2269112" y="2548051"/>
            <a:ext cx="214640" cy="72277"/>
          </a:xfrm>
          <a:custGeom>
            <a:avLst/>
            <a:gdLst/>
            <a:ahLst/>
            <a:cxnLst/>
            <a:rect l="0" t="0" r="0" b="0"/>
            <a:pathLst>
              <a:path w="214640" h="72277">
                <a:moveTo>
                  <a:pt x="0" y="72277"/>
                </a:moveTo>
                <a:lnTo>
                  <a:pt x="214640" y="72277"/>
                </a:lnTo>
                <a:lnTo>
                  <a:pt x="214640" y="0"/>
                </a:lnTo>
                <a:lnTo>
                  <a:pt x="0" y="0"/>
                </a:lnTo>
                <a:lnTo>
                  <a:pt x="0" y="7227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6" name="Stage1_sixpanel_5197">
            <a:extLst>
              <a:ext uri="{FF2B5EF4-FFF2-40B4-BE49-F238E27FC236}">
                <a16:creationId xmlns:a16="http://schemas.microsoft.com/office/drawing/2014/main" id="{F21AF792-CA23-4C16-9415-4A4E7C1DD2D7}"/>
              </a:ext>
            </a:extLst>
          </p:cNvPr>
          <p:cNvSpPr>
            <a:spLocks noGrp="1"/>
          </p:cNvSpPr>
          <p:nvPr/>
        </p:nvSpPr>
        <p:spPr>
          <a:xfrm>
            <a:off x="3329587" y="2250332"/>
            <a:ext cx="214640" cy="369995"/>
          </a:xfrm>
          <a:custGeom>
            <a:avLst/>
            <a:gdLst/>
            <a:ahLst/>
            <a:cxnLst/>
            <a:rect l="0" t="0" r="0" b="0"/>
            <a:pathLst>
              <a:path w="214640" h="369995">
                <a:moveTo>
                  <a:pt x="0" y="369995"/>
                </a:moveTo>
                <a:lnTo>
                  <a:pt x="214640" y="369995"/>
                </a:lnTo>
                <a:lnTo>
                  <a:pt x="214640" y="0"/>
                </a:lnTo>
                <a:lnTo>
                  <a:pt x="0" y="0"/>
                </a:lnTo>
                <a:lnTo>
                  <a:pt x="0" y="36999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7" name="Stage1_sixpanel_5198">
            <a:extLst>
              <a:ext uri="{FF2B5EF4-FFF2-40B4-BE49-F238E27FC236}">
                <a16:creationId xmlns:a16="http://schemas.microsoft.com/office/drawing/2014/main" id="{3160181B-B18E-4716-938F-033305AEE776}"/>
              </a:ext>
            </a:extLst>
          </p:cNvPr>
          <p:cNvSpPr>
            <a:spLocks noGrp="1"/>
          </p:cNvSpPr>
          <p:nvPr/>
        </p:nvSpPr>
        <p:spPr>
          <a:xfrm>
            <a:off x="4390061" y="2437411"/>
            <a:ext cx="214640" cy="182916"/>
          </a:xfrm>
          <a:custGeom>
            <a:avLst/>
            <a:gdLst/>
            <a:ahLst/>
            <a:cxnLst/>
            <a:rect l="0" t="0" r="0" b="0"/>
            <a:pathLst>
              <a:path w="214640" h="182916">
                <a:moveTo>
                  <a:pt x="0" y="182916"/>
                </a:moveTo>
                <a:lnTo>
                  <a:pt x="214640" y="182916"/>
                </a:lnTo>
                <a:lnTo>
                  <a:pt x="214640" y="0"/>
                </a:lnTo>
                <a:lnTo>
                  <a:pt x="0" y="0"/>
                </a:lnTo>
                <a:lnTo>
                  <a:pt x="0" y="182916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8" name="Stage1_sixpanel_5199">
            <a:extLst>
              <a:ext uri="{FF2B5EF4-FFF2-40B4-BE49-F238E27FC236}">
                <a16:creationId xmlns:a16="http://schemas.microsoft.com/office/drawing/2014/main" id="{6E1DD40D-CA09-4B7E-B814-2957B5BEA482}"/>
              </a:ext>
            </a:extLst>
          </p:cNvPr>
          <p:cNvSpPr>
            <a:spLocks noGrp="1"/>
          </p:cNvSpPr>
          <p:nvPr/>
        </p:nvSpPr>
        <p:spPr>
          <a:xfrm>
            <a:off x="1825769" y="13864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" name="Stage1_sixpanel_5200">
            <a:extLst>
              <a:ext uri="{FF2B5EF4-FFF2-40B4-BE49-F238E27FC236}">
                <a16:creationId xmlns:a16="http://schemas.microsoft.com/office/drawing/2014/main" id="{D6830462-0DA6-43EE-B955-CB8D13AE8F31}"/>
              </a:ext>
            </a:extLst>
          </p:cNvPr>
          <p:cNvSpPr>
            <a:spLocks noGrp="1"/>
          </p:cNvSpPr>
          <p:nvPr/>
        </p:nvSpPr>
        <p:spPr>
          <a:xfrm>
            <a:off x="1801754" y="12985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" name="Stage1_sixpanel_5201">
            <a:extLst>
              <a:ext uri="{FF2B5EF4-FFF2-40B4-BE49-F238E27FC236}">
                <a16:creationId xmlns:a16="http://schemas.microsoft.com/office/drawing/2014/main" id="{A3E8A78C-28B5-4DBE-B9E7-ACAF0375F134}"/>
              </a:ext>
            </a:extLst>
          </p:cNvPr>
          <p:cNvSpPr>
            <a:spLocks noGrp="1"/>
          </p:cNvSpPr>
          <p:nvPr/>
        </p:nvSpPr>
        <p:spPr>
          <a:xfrm>
            <a:off x="191288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" name="Stage1_sixpanel_5202">
            <a:extLst>
              <a:ext uri="{FF2B5EF4-FFF2-40B4-BE49-F238E27FC236}">
                <a16:creationId xmlns:a16="http://schemas.microsoft.com/office/drawing/2014/main" id="{33A5792E-076B-4AF3-B06C-AAB61B3E79FF}"/>
              </a:ext>
            </a:extLst>
          </p:cNvPr>
          <p:cNvSpPr>
            <a:spLocks noGrp="1"/>
          </p:cNvSpPr>
          <p:nvPr/>
        </p:nvSpPr>
        <p:spPr>
          <a:xfrm>
            <a:off x="1836540" y="24131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" name="Stage1_sixpanel_5203">
            <a:extLst>
              <a:ext uri="{FF2B5EF4-FFF2-40B4-BE49-F238E27FC236}">
                <a16:creationId xmlns:a16="http://schemas.microsoft.com/office/drawing/2014/main" id="{C3A42566-F829-4BAD-AD90-D35B9A41CDA5}"/>
              </a:ext>
            </a:extLst>
          </p:cNvPr>
          <p:cNvSpPr>
            <a:spLocks noGrp="1"/>
          </p:cNvSpPr>
          <p:nvPr/>
        </p:nvSpPr>
        <p:spPr>
          <a:xfrm>
            <a:off x="1950101" y="1477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" name="Stage1_sixpanel_5204">
            <a:extLst>
              <a:ext uri="{FF2B5EF4-FFF2-40B4-BE49-F238E27FC236}">
                <a16:creationId xmlns:a16="http://schemas.microsoft.com/office/drawing/2014/main" id="{AF68E11A-8AAE-446E-AAE4-751FE54CAAF9}"/>
              </a:ext>
            </a:extLst>
          </p:cNvPr>
          <p:cNvSpPr>
            <a:spLocks noGrp="1"/>
          </p:cNvSpPr>
          <p:nvPr/>
        </p:nvSpPr>
        <p:spPr>
          <a:xfrm>
            <a:off x="1789719" y="1541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" name="Stage1_sixpanel_5205">
            <a:extLst>
              <a:ext uri="{FF2B5EF4-FFF2-40B4-BE49-F238E27FC236}">
                <a16:creationId xmlns:a16="http://schemas.microsoft.com/office/drawing/2014/main" id="{8884F4BE-AF0C-406D-BB4A-050237858321}"/>
              </a:ext>
            </a:extLst>
          </p:cNvPr>
          <p:cNvSpPr>
            <a:spLocks noGrp="1"/>
          </p:cNvSpPr>
          <p:nvPr/>
        </p:nvSpPr>
        <p:spPr>
          <a:xfrm>
            <a:off x="1947008" y="14026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" name="Stage1_sixpanel_5206">
            <a:extLst>
              <a:ext uri="{FF2B5EF4-FFF2-40B4-BE49-F238E27FC236}">
                <a16:creationId xmlns:a16="http://schemas.microsoft.com/office/drawing/2014/main" id="{EF0DDDA6-B890-43C2-8BE4-8722079AACC3}"/>
              </a:ext>
            </a:extLst>
          </p:cNvPr>
          <p:cNvSpPr>
            <a:spLocks noGrp="1"/>
          </p:cNvSpPr>
          <p:nvPr/>
        </p:nvSpPr>
        <p:spPr>
          <a:xfrm>
            <a:off x="1802188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" name="Stage1_sixpanel_5207">
            <a:extLst>
              <a:ext uri="{FF2B5EF4-FFF2-40B4-BE49-F238E27FC236}">
                <a16:creationId xmlns:a16="http://schemas.microsoft.com/office/drawing/2014/main" id="{2AB4E861-1FF1-4498-AA72-05054A8C71E4}"/>
              </a:ext>
            </a:extLst>
          </p:cNvPr>
          <p:cNvSpPr>
            <a:spLocks noGrp="1"/>
          </p:cNvSpPr>
          <p:nvPr/>
        </p:nvSpPr>
        <p:spPr>
          <a:xfrm>
            <a:off x="1810185" y="20512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" name="Stage1_sixpanel_5208">
            <a:extLst>
              <a:ext uri="{FF2B5EF4-FFF2-40B4-BE49-F238E27FC236}">
                <a16:creationId xmlns:a16="http://schemas.microsoft.com/office/drawing/2014/main" id="{84CFB208-DF0C-494B-9E07-3D5352FC6A99}"/>
              </a:ext>
            </a:extLst>
          </p:cNvPr>
          <p:cNvSpPr>
            <a:spLocks noGrp="1"/>
          </p:cNvSpPr>
          <p:nvPr/>
        </p:nvSpPr>
        <p:spPr>
          <a:xfrm>
            <a:off x="1887371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" name="Stage1_sixpanel_5209">
            <a:extLst>
              <a:ext uri="{FF2B5EF4-FFF2-40B4-BE49-F238E27FC236}">
                <a16:creationId xmlns:a16="http://schemas.microsoft.com/office/drawing/2014/main" id="{FC3F8E9E-2069-4863-BFB7-9FC0AFFB772B}"/>
              </a:ext>
            </a:extLst>
          </p:cNvPr>
          <p:cNvSpPr>
            <a:spLocks noGrp="1"/>
          </p:cNvSpPr>
          <p:nvPr/>
        </p:nvSpPr>
        <p:spPr>
          <a:xfrm>
            <a:off x="178780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" name="Stage1_sixpanel_5210">
            <a:extLst>
              <a:ext uri="{FF2B5EF4-FFF2-40B4-BE49-F238E27FC236}">
                <a16:creationId xmlns:a16="http://schemas.microsoft.com/office/drawing/2014/main" id="{448BBE8A-6131-4F12-964B-21F2058D94D5}"/>
              </a:ext>
            </a:extLst>
          </p:cNvPr>
          <p:cNvSpPr>
            <a:spLocks noGrp="1"/>
          </p:cNvSpPr>
          <p:nvPr/>
        </p:nvSpPr>
        <p:spPr>
          <a:xfrm>
            <a:off x="1842101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" name="Stage1_sixpanel_5211">
            <a:extLst>
              <a:ext uri="{FF2B5EF4-FFF2-40B4-BE49-F238E27FC236}">
                <a16:creationId xmlns:a16="http://schemas.microsoft.com/office/drawing/2014/main" id="{55CCA5D5-3489-4802-AEE6-7CC9C9374C7E}"/>
              </a:ext>
            </a:extLst>
          </p:cNvPr>
          <p:cNvSpPr>
            <a:spLocks noGrp="1"/>
          </p:cNvSpPr>
          <p:nvPr/>
        </p:nvSpPr>
        <p:spPr>
          <a:xfrm>
            <a:off x="1877810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" name="Stage1_sixpanel_5212">
            <a:extLst>
              <a:ext uri="{FF2B5EF4-FFF2-40B4-BE49-F238E27FC236}">
                <a16:creationId xmlns:a16="http://schemas.microsoft.com/office/drawing/2014/main" id="{106423A8-9319-4E29-86D0-51479C86DA5B}"/>
              </a:ext>
            </a:extLst>
          </p:cNvPr>
          <p:cNvSpPr>
            <a:spLocks noGrp="1"/>
          </p:cNvSpPr>
          <p:nvPr/>
        </p:nvSpPr>
        <p:spPr>
          <a:xfrm>
            <a:off x="1876126" y="18860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" name="Stage1_sixpanel_5213">
            <a:extLst>
              <a:ext uri="{FF2B5EF4-FFF2-40B4-BE49-F238E27FC236}">
                <a16:creationId xmlns:a16="http://schemas.microsoft.com/office/drawing/2014/main" id="{E1175DEC-0E44-475A-A4BE-6818ADD99128}"/>
              </a:ext>
            </a:extLst>
          </p:cNvPr>
          <p:cNvSpPr>
            <a:spLocks noGrp="1"/>
          </p:cNvSpPr>
          <p:nvPr/>
        </p:nvSpPr>
        <p:spPr>
          <a:xfrm>
            <a:off x="1901285" y="14488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" name="Stage1_sixpanel_5214">
            <a:extLst>
              <a:ext uri="{FF2B5EF4-FFF2-40B4-BE49-F238E27FC236}">
                <a16:creationId xmlns:a16="http://schemas.microsoft.com/office/drawing/2014/main" id="{BD667D8D-7954-4793-AB31-6BFDE5312666}"/>
              </a:ext>
            </a:extLst>
          </p:cNvPr>
          <p:cNvSpPr>
            <a:spLocks noGrp="1"/>
          </p:cNvSpPr>
          <p:nvPr/>
        </p:nvSpPr>
        <p:spPr>
          <a:xfrm>
            <a:off x="1788021" y="14534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" name="Stage1_sixpanel_5215">
            <a:extLst>
              <a:ext uri="{FF2B5EF4-FFF2-40B4-BE49-F238E27FC236}">
                <a16:creationId xmlns:a16="http://schemas.microsoft.com/office/drawing/2014/main" id="{F85FD8E7-E503-4120-AB46-878820197DB0}"/>
              </a:ext>
            </a:extLst>
          </p:cNvPr>
          <p:cNvSpPr>
            <a:spLocks noGrp="1"/>
          </p:cNvSpPr>
          <p:nvPr/>
        </p:nvSpPr>
        <p:spPr>
          <a:xfrm>
            <a:off x="1862755" y="21248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" name="Stage1_sixpanel_5216">
            <a:extLst>
              <a:ext uri="{FF2B5EF4-FFF2-40B4-BE49-F238E27FC236}">
                <a16:creationId xmlns:a16="http://schemas.microsoft.com/office/drawing/2014/main" id="{62D572AD-8170-4379-A28F-911649679C4C}"/>
              </a:ext>
            </a:extLst>
          </p:cNvPr>
          <p:cNvSpPr>
            <a:spLocks noGrp="1"/>
          </p:cNvSpPr>
          <p:nvPr/>
        </p:nvSpPr>
        <p:spPr>
          <a:xfrm>
            <a:off x="1803544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" name="Stage1_sixpanel_5217">
            <a:extLst>
              <a:ext uri="{FF2B5EF4-FFF2-40B4-BE49-F238E27FC236}">
                <a16:creationId xmlns:a16="http://schemas.microsoft.com/office/drawing/2014/main" id="{79496020-446E-40B6-8456-46CA743F84FF}"/>
              </a:ext>
            </a:extLst>
          </p:cNvPr>
          <p:cNvSpPr>
            <a:spLocks noGrp="1"/>
          </p:cNvSpPr>
          <p:nvPr/>
        </p:nvSpPr>
        <p:spPr>
          <a:xfrm>
            <a:off x="1801928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" name="Stage1_sixpanel_5218">
            <a:extLst>
              <a:ext uri="{FF2B5EF4-FFF2-40B4-BE49-F238E27FC236}">
                <a16:creationId xmlns:a16="http://schemas.microsoft.com/office/drawing/2014/main" id="{4F4ED2CB-092C-4F9E-98C2-4EFA3E99A57E}"/>
              </a:ext>
            </a:extLst>
          </p:cNvPr>
          <p:cNvSpPr>
            <a:spLocks noGrp="1"/>
          </p:cNvSpPr>
          <p:nvPr/>
        </p:nvSpPr>
        <p:spPr>
          <a:xfrm>
            <a:off x="1877131" y="160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" name="Stage1_sixpanel_5219">
            <a:extLst>
              <a:ext uri="{FF2B5EF4-FFF2-40B4-BE49-F238E27FC236}">
                <a16:creationId xmlns:a16="http://schemas.microsoft.com/office/drawing/2014/main" id="{D2007F63-B508-4CE9-A08B-1EE0D72BB8F6}"/>
              </a:ext>
            </a:extLst>
          </p:cNvPr>
          <p:cNvSpPr>
            <a:spLocks noGrp="1"/>
          </p:cNvSpPr>
          <p:nvPr/>
        </p:nvSpPr>
        <p:spPr>
          <a:xfrm>
            <a:off x="1807645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" name="Stage1_sixpanel_5220">
            <a:extLst>
              <a:ext uri="{FF2B5EF4-FFF2-40B4-BE49-F238E27FC236}">
                <a16:creationId xmlns:a16="http://schemas.microsoft.com/office/drawing/2014/main" id="{5DC77DE9-71AE-463D-93A6-8C670FD325A9}"/>
              </a:ext>
            </a:extLst>
          </p:cNvPr>
          <p:cNvSpPr>
            <a:spLocks noGrp="1"/>
          </p:cNvSpPr>
          <p:nvPr/>
        </p:nvSpPr>
        <p:spPr>
          <a:xfrm>
            <a:off x="1815650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" name="Stage1_sixpanel_5221">
            <a:extLst>
              <a:ext uri="{FF2B5EF4-FFF2-40B4-BE49-F238E27FC236}">
                <a16:creationId xmlns:a16="http://schemas.microsoft.com/office/drawing/2014/main" id="{66A1A573-235B-49CE-A5DB-4B9D8C804194}"/>
              </a:ext>
            </a:extLst>
          </p:cNvPr>
          <p:cNvSpPr>
            <a:spLocks noGrp="1"/>
          </p:cNvSpPr>
          <p:nvPr/>
        </p:nvSpPr>
        <p:spPr>
          <a:xfrm>
            <a:off x="1891884" y="174916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" name="Stage1_sixpanel_5222">
            <a:extLst>
              <a:ext uri="{FF2B5EF4-FFF2-40B4-BE49-F238E27FC236}">
                <a16:creationId xmlns:a16="http://schemas.microsoft.com/office/drawing/2014/main" id="{64D7DC05-A485-45A1-8623-EEE6321B4627}"/>
              </a:ext>
            </a:extLst>
          </p:cNvPr>
          <p:cNvSpPr>
            <a:spLocks noGrp="1"/>
          </p:cNvSpPr>
          <p:nvPr/>
        </p:nvSpPr>
        <p:spPr>
          <a:xfrm>
            <a:off x="1786527" y="13942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" name="Stage1_sixpanel_5223">
            <a:extLst>
              <a:ext uri="{FF2B5EF4-FFF2-40B4-BE49-F238E27FC236}">
                <a16:creationId xmlns:a16="http://schemas.microsoft.com/office/drawing/2014/main" id="{0226C5CC-DCB8-4EAA-A457-CE6B5C961FC7}"/>
              </a:ext>
            </a:extLst>
          </p:cNvPr>
          <p:cNvSpPr>
            <a:spLocks noGrp="1"/>
          </p:cNvSpPr>
          <p:nvPr/>
        </p:nvSpPr>
        <p:spPr>
          <a:xfrm>
            <a:off x="1873267" y="2260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" name="Stage1_sixpanel_5224">
            <a:extLst>
              <a:ext uri="{FF2B5EF4-FFF2-40B4-BE49-F238E27FC236}">
                <a16:creationId xmlns:a16="http://schemas.microsoft.com/office/drawing/2014/main" id="{70BC71BB-76DC-4EC3-834F-4778980459B9}"/>
              </a:ext>
            </a:extLst>
          </p:cNvPr>
          <p:cNvSpPr>
            <a:spLocks noGrp="1"/>
          </p:cNvSpPr>
          <p:nvPr/>
        </p:nvSpPr>
        <p:spPr>
          <a:xfrm>
            <a:off x="18926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" name="Stage1_sixpanel_5225">
            <a:extLst>
              <a:ext uri="{FF2B5EF4-FFF2-40B4-BE49-F238E27FC236}">
                <a16:creationId xmlns:a16="http://schemas.microsoft.com/office/drawing/2014/main" id="{3C87CB03-F454-47BF-A446-17F47474D70D}"/>
              </a:ext>
            </a:extLst>
          </p:cNvPr>
          <p:cNvSpPr>
            <a:spLocks noGrp="1"/>
          </p:cNvSpPr>
          <p:nvPr/>
        </p:nvSpPr>
        <p:spPr>
          <a:xfrm>
            <a:off x="1791768" y="21237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" name="Stage1_sixpanel_5226">
            <a:extLst>
              <a:ext uri="{FF2B5EF4-FFF2-40B4-BE49-F238E27FC236}">
                <a16:creationId xmlns:a16="http://schemas.microsoft.com/office/drawing/2014/main" id="{7BB9F48F-9A0A-466B-8B79-B29E3DBDF377}"/>
              </a:ext>
            </a:extLst>
          </p:cNvPr>
          <p:cNvSpPr>
            <a:spLocks noGrp="1"/>
          </p:cNvSpPr>
          <p:nvPr/>
        </p:nvSpPr>
        <p:spPr>
          <a:xfrm>
            <a:off x="1799852" y="2143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" name="Stage1_sixpanel_5227">
            <a:extLst>
              <a:ext uri="{FF2B5EF4-FFF2-40B4-BE49-F238E27FC236}">
                <a16:creationId xmlns:a16="http://schemas.microsoft.com/office/drawing/2014/main" id="{60BE4FD7-63CE-42E4-ABDA-F28E53596D7A}"/>
              </a:ext>
            </a:extLst>
          </p:cNvPr>
          <p:cNvSpPr>
            <a:spLocks noGrp="1"/>
          </p:cNvSpPr>
          <p:nvPr/>
        </p:nvSpPr>
        <p:spPr>
          <a:xfrm>
            <a:off x="1839800" y="13821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" name="Stage1_sixpanel_5228">
            <a:extLst>
              <a:ext uri="{FF2B5EF4-FFF2-40B4-BE49-F238E27FC236}">
                <a16:creationId xmlns:a16="http://schemas.microsoft.com/office/drawing/2014/main" id="{5101B7BC-4822-4B50-BF4F-7641889C0E77}"/>
              </a:ext>
            </a:extLst>
          </p:cNvPr>
          <p:cNvSpPr>
            <a:spLocks noGrp="1"/>
          </p:cNvSpPr>
          <p:nvPr/>
        </p:nvSpPr>
        <p:spPr>
          <a:xfrm>
            <a:off x="1827312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" name="Stage1_sixpanel_5229">
            <a:extLst>
              <a:ext uri="{FF2B5EF4-FFF2-40B4-BE49-F238E27FC236}">
                <a16:creationId xmlns:a16="http://schemas.microsoft.com/office/drawing/2014/main" id="{9E982E6E-B325-4845-A6D1-1F5AEE4996DF}"/>
              </a:ext>
            </a:extLst>
          </p:cNvPr>
          <p:cNvSpPr>
            <a:spLocks noGrp="1"/>
          </p:cNvSpPr>
          <p:nvPr/>
        </p:nvSpPr>
        <p:spPr>
          <a:xfrm>
            <a:off x="1857753" y="20459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" name="Stage1_sixpanel_5230">
            <a:extLst>
              <a:ext uri="{FF2B5EF4-FFF2-40B4-BE49-F238E27FC236}">
                <a16:creationId xmlns:a16="http://schemas.microsoft.com/office/drawing/2014/main" id="{67057015-3A3F-489D-B21E-6DA575CAC43F}"/>
              </a:ext>
            </a:extLst>
          </p:cNvPr>
          <p:cNvSpPr>
            <a:spLocks noGrp="1"/>
          </p:cNvSpPr>
          <p:nvPr/>
        </p:nvSpPr>
        <p:spPr>
          <a:xfrm>
            <a:off x="1827323" y="17389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" name="Stage1_sixpanel_5231">
            <a:extLst>
              <a:ext uri="{FF2B5EF4-FFF2-40B4-BE49-F238E27FC236}">
                <a16:creationId xmlns:a16="http://schemas.microsoft.com/office/drawing/2014/main" id="{1F954CB6-90ED-482A-8EFF-760B2137DB89}"/>
              </a:ext>
            </a:extLst>
          </p:cNvPr>
          <p:cNvSpPr>
            <a:spLocks noGrp="1"/>
          </p:cNvSpPr>
          <p:nvPr/>
        </p:nvSpPr>
        <p:spPr>
          <a:xfrm>
            <a:off x="192324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" name="Stage1_sixpanel_5232">
            <a:extLst>
              <a:ext uri="{FF2B5EF4-FFF2-40B4-BE49-F238E27FC236}">
                <a16:creationId xmlns:a16="http://schemas.microsoft.com/office/drawing/2014/main" id="{89F8E557-232C-46FD-A177-10F79BBFA064}"/>
              </a:ext>
            </a:extLst>
          </p:cNvPr>
          <p:cNvSpPr>
            <a:spLocks noGrp="1"/>
          </p:cNvSpPr>
          <p:nvPr/>
        </p:nvSpPr>
        <p:spPr>
          <a:xfrm>
            <a:off x="1831755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" name="Stage1_sixpanel_5233">
            <a:extLst>
              <a:ext uri="{FF2B5EF4-FFF2-40B4-BE49-F238E27FC236}">
                <a16:creationId xmlns:a16="http://schemas.microsoft.com/office/drawing/2014/main" id="{E3B52C7D-03C0-42B3-A599-2FEBE95AF928}"/>
              </a:ext>
            </a:extLst>
          </p:cNvPr>
          <p:cNvSpPr>
            <a:spLocks noGrp="1"/>
          </p:cNvSpPr>
          <p:nvPr/>
        </p:nvSpPr>
        <p:spPr>
          <a:xfrm>
            <a:off x="1787016" y="12585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" name="Stage1_sixpanel_5234">
            <a:extLst>
              <a:ext uri="{FF2B5EF4-FFF2-40B4-BE49-F238E27FC236}">
                <a16:creationId xmlns:a16="http://schemas.microsoft.com/office/drawing/2014/main" id="{9CD9F1FD-AB64-4811-BA02-18D838DF5D25}"/>
              </a:ext>
            </a:extLst>
          </p:cNvPr>
          <p:cNvSpPr>
            <a:spLocks noGrp="1"/>
          </p:cNvSpPr>
          <p:nvPr/>
        </p:nvSpPr>
        <p:spPr>
          <a:xfrm>
            <a:off x="191111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" name="Stage1_sixpanel_5235">
            <a:extLst>
              <a:ext uri="{FF2B5EF4-FFF2-40B4-BE49-F238E27FC236}">
                <a16:creationId xmlns:a16="http://schemas.microsoft.com/office/drawing/2014/main" id="{49B8A48A-4987-425B-9D71-4EAE7073F02F}"/>
              </a:ext>
            </a:extLst>
          </p:cNvPr>
          <p:cNvSpPr>
            <a:spLocks noGrp="1"/>
          </p:cNvSpPr>
          <p:nvPr/>
        </p:nvSpPr>
        <p:spPr>
          <a:xfrm>
            <a:off x="1819863" y="17220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" name="Stage1_sixpanel_5236">
            <a:extLst>
              <a:ext uri="{FF2B5EF4-FFF2-40B4-BE49-F238E27FC236}">
                <a16:creationId xmlns:a16="http://schemas.microsoft.com/office/drawing/2014/main" id="{C19D5718-2AC0-40D3-A826-75CCDDCD60B1}"/>
              </a:ext>
            </a:extLst>
          </p:cNvPr>
          <p:cNvSpPr>
            <a:spLocks noGrp="1"/>
          </p:cNvSpPr>
          <p:nvPr/>
        </p:nvSpPr>
        <p:spPr>
          <a:xfrm>
            <a:off x="1940872" y="1831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" name="Stage1_sixpanel_5237">
            <a:extLst>
              <a:ext uri="{FF2B5EF4-FFF2-40B4-BE49-F238E27FC236}">
                <a16:creationId xmlns:a16="http://schemas.microsoft.com/office/drawing/2014/main" id="{5035075E-C58B-43A7-8787-834EA330EC0B}"/>
              </a:ext>
            </a:extLst>
          </p:cNvPr>
          <p:cNvSpPr>
            <a:spLocks noGrp="1"/>
          </p:cNvSpPr>
          <p:nvPr/>
        </p:nvSpPr>
        <p:spPr>
          <a:xfrm>
            <a:off x="1810997" y="130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" name="Stage1_sixpanel_5238">
            <a:extLst>
              <a:ext uri="{FF2B5EF4-FFF2-40B4-BE49-F238E27FC236}">
                <a16:creationId xmlns:a16="http://schemas.microsoft.com/office/drawing/2014/main" id="{12C0FCEF-1B8F-4FBA-B103-C2D8AD3F218D}"/>
              </a:ext>
            </a:extLst>
          </p:cNvPr>
          <p:cNvSpPr>
            <a:spLocks noGrp="1"/>
          </p:cNvSpPr>
          <p:nvPr/>
        </p:nvSpPr>
        <p:spPr>
          <a:xfrm>
            <a:off x="1790482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" name="Stage1_sixpanel_5239">
            <a:extLst>
              <a:ext uri="{FF2B5EF4-FFF2-40B4-BE49-F238E27FC236}">
                <a16:creationId xmlns:a16="http://schemas.microsoft.com/office/drawing/2014/main" id="{EC6A15F9-A85D-4447-9F23-093872CCC49D}"/>
              </a:ext>
            </a:extLst>
          </p:cNvPr>
          <p:cNvSpPr>
            <a:spLocks noGrp="1"/>
          </p:cNvSpPr>
          <p:nvPr/>
        </p:nvSpPr>
        <p:spPr>
          <a:xfrm>
            <a:off x="1818975" y="1723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" name="Stage1_sixpanel_5240">
            <a:extLst>
              <a:ext uri="{FF2B5EF4-FFF2-40B4-BE49-F238E27FC236}">
                <a16:creationId xmlns:a16="http://schemas.microsoft.com/office/drawing/2014/main" id="{02B2CEF5-3874-4485-BB8B-06815202AD2E}"/>
              </a:ext>
            </a:extLst>
          </p:cNvPr>
          <p:cNvSpPr>
            <a:spLocks noGrp="1"/>
          </p:cNvSpPr>
          <p:nvPr/>
        </p:nvSpPr>
        <p:spPr>
          <a:xfrm>
            <a:off x="1911358" y="14296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" name="Stage1_sixpanel_5241">
            <a:extLst>
              <a:ext uri="{FF2B5EF4-FFF2-40B4-BE49-F238E27FC236}">
                <a16:creationId xmlns:a16="http://schemas.microsoft.com/office/drawing/2014/main" id="{D85B87F8-AE1E-4687-824D-7DD99D13DAB2}"/>
              </a:ext>
            </a:extLst>
          </p:cNvPr>
          <p:cNvSpPr>
            <a:spLocks noGrp="1"/>
          </p:cNvSpPr>
          <p:nvPr/>
        </p:nvSpPr>
        <p:spPr>
          <a:xfrm>
            <a:off x="1949608" y="1257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" name="Stage1_sixpanel_5242">
            <a:extLst>
              <a:ext uri="{FF2B5EF4-FFF2-40B4-BE49-F238E27FC236}">
                <a16:creationId xmlns:a16="http://schemas.microsoft.com/office/drawing/2014/main" id="{774E384C-BEC9-439D-A974-879687595DD1}"/>
              </a:ext>
            </a:extLst>
          </p:cNvPr>
          <p:cNvSpPr>
            <a:spLocks noGrp="1"/>
          </p:cNvSpPr>
          <p:nvPr/>
        </p:nvSpPr>
        <p:spPr>
          <a:xfrm>
            <a:off x="1926954" y="136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" name="Stage1_sixpanel_5243">
            <a:extLst>
              <a:ext uri="{FF2B5EF4-FFF2-40B4-BE49-F238E27FC236}">
                <a16:creationId xmlns:a16="http://schemas.microsoft.com/office/drawing/2014/main" id="{C3E45DBE-55BA-48BC-97D0-CC7FB094D7EE}"/>
              </a:ext>
            </a:extLst>
          </p:cNvPr>
          <p:cNvSpPr>
            <a:spLocks noGrp="1"/>
          </p:cNvSpPr>
          <p:nvPr/>
        </p:nvSpPr>
        <p:spPr>
          <a:xfrm>
            <a:off x="1788981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" name="Stage1_sixpanel_5244">
            <a:extLst>
              <a:ext uri="{FF2B5EF4-FFF2-40B4-BE49-F238E27FC236}">
                <a16:creationId xmlns:a16="http://schemas.microsoft.com/office/drawing/2014/main" id="{79AE24B9-058D-48B6-9CD1-80A152109CDF}"/>
              </a:ext>
            </a:extLst>
          </p:cNvPr>
          <p:cNvSpPr>
            <a:spLocks noGrp="1"/>
          </p:cNvSpPr>
          <p:nvPr/>
        </p:nvSpPr>
        <p:spPr>
          <a:xfrm>
            <a:off x="1838338" y="13299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" name="Stage1_sixpanel_5245">
            <a:extLst>
              <a:ext uri="{FF2B5EF4-FFF2-40B4-BE49-F238E27FC236}">
                <a16:creationId xmlns:a16="http://schemas.microsoft.com/office/drawing/2014/main" id="{EC5FA6BB-31B2-45C6-BBAA-FCA593E7EB2C}"/>
              </a:ext>
            </a:extLst>
          </p:cNvPr>
          <p:cNvSpPr>
            <a:spLocks noGrp="1"/>
          </p:cNvSpPr>
          <p:nvPr/>
        </p:nvSpPr>
        <p:spPr>
          <a:xfrm>
            <a:off x="1917913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" name="Stage1_sixpanel_5246">
            <a:extLst>
              <a:ext uri="{FF2B5EF4-FFF2-40B4-BE49-F238E27FC236}">
                <a16:creationId xmlns:a16="http://schemas.microsoft.com/office/drawing/2014/main" id="{95BB08E3-063D-4D31-899B-B56D755F4A98}"/>
              </a:ext>
            </a:extLst>
          </p:cNvPr>
          <p:cNvSpPr>
            <a:spLocks noGrp="1"/>
          </p:cNvSpPr>
          <p:nvPr/>
        </p:nvSpPr>
        <p:spPr>
          <a:xfrm>
            <a:off x="1877597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" name="Stage1_sixpanel_5247">
            <a:extLst>
              <a:ext uri="{FF2B5EF4-FFF2-40B4-BE49-F238E27FC236}">
                <a16:creationId xmlns:a16="http://schemas.microsoft.com/office/drawing/2014/main" id="{51204D2E-58A4-4FCA-92CF-851681B810E5}"/>
              </a:ext>
            </a:extLst>
          </p:cNvPr>
          <p:cNvSpPr>
            <a:spLocks noGrp="1"/>
          </p:cNvSpPr>
          <p:nvPr/>
        </p:nvSpPr>
        <p:spPr>
          <a:xfrm>
            <a:off x="1806475" y="17293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" name="Stage1_sixpanel_5248">
            <a:extLst>
              <a:ext uri="{FF2B5EF4-FFF2-40B4-BE49-F238E27FC236}">
                <a16:creationId xmlns:a16="http://schemas.microsoft.com/office/drawing/2014/main" id="{24C369DF-25ED-4D6D-812F-985A29A25098}"/>
              </a:ext>
            </a:extLst>
          </p:cNvPr>
          <p:cNvSpPr>
            <a:spLocks noGrp="1"/>
          </p:cNvSpPr>
          <p:nvPr/>
        </p:nvSpPr>
        <p:spPr>
          <a:xfrm>
            <a:off x="1938720" y="1424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" name="Stage1_sixpanel_5249">
            <a:extLst>
              <a:ext uri="{FF2B5EF4-FFF2-40B4-BE49-F238E27FC236}">
                <a16:creationId xmlns:a16="http://schemas.microsoft.com/office/drawing/2014/main" id="{33052610-60AC-48A4-A3DB-63300AFF4418}"/>
              </a:ext>
            </a:extLst>
          </p:cNvPr>
          <p:cNvSpPr>
            <a:spLocks noGrp="1"/>
          </p:cNvSpPr>
          <p:nvPr/>
        </p:nvSpPr>
        <p:spPr>
          <a:xfrm>
            <a:off x="1813664" y="15072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" name="Stage1_sixpanel_5250">
            <a:extLst>
              <a:ext uri="{FF2B5EF4-FFF2-40B4-BE49-F238E27FC236}">
                <a16:creationId xmlns:a16="http://schemas.microsoft.com/office/drawing/2014/main" id="{116BE510-6FA6-4F67-B84B-E687ED0C249A}"/>
              </a:ext>
            </a:extLst>
          </p:cNvPr>
          <p:cNvSpPr>
            <a:spLocks noGrp="1"/>
          </p:cNvSpPr>
          <p:nvPr/>
        </p:nvSpPr>
        <p:spPr>
          <a:xfrm>
            <a:off x="1844002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" name="Stage1_sixpanel_5251">
            <a:extLst>
              <a:ext uri="{FF2B5EF4-FFF2-40B4-BE49-F238E27FC236}">
                <a16:creationId xmlns:a16="http://schemas.microsoft.com/office/drawing/2014/main" id="{055024AB-EACB-4D4C-89AE-174E9C806633}"/>
              </a:ext>
            </a:extLst>
          </p:cNvPr>
          <p:cNvSpPr>
            <a:spLocks noGrp="1"/>
          </p:cNvSpPr>
          <p:nvPr/>
        </p:nvSpPr>
        <p:spPr>
          <a:xfrm>
            <a:off x="1920994" y="17714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" name="Stage1_sixpanel_5252">
            <a:extLst>
              <a:ext uri="{FF2B5EF4-FFF2-40B4-BE49-F238E27FC236}">
                <a16:creationId xmlns:a16="http://schemas.microsoft.com/office/drawing/2014/main" id="{A816D823-A048-470A-8347-3B9C99B43B35}"/>
              </a:ext>
            </a:extLst>
          </p:cNvPr>
          <p:cNvSpPr>
            <a:spLocks noGrp="1"/>
          </p:cNvSpPr>
          <p:nvPr/>
        </p:nvSpPr>
        <p:spPr>
          <a:xfrm>
            <a:off x="1859606" y="17886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" name="Stage1_sixpanel_5253">
            <a:extLst>
              <a:ext uri="{FF2B5EF4-FFF2-40B4-BE49-F238E27FC236}">
                <a16:creationId xmlns:a16="http://schemas.microsoft.com/office/drawing/2014/main" id="{B71F98B9-2631-4089-85C2-8A393350B9CE}"/>
              </a:ext>
            </a:extLst>
          </p:cNvPr>
          <p:cNvSpPr>
            <a:spLocks noGrp="1"/>
          </p:cNvSpPr>
          <p:nvPr/>
        </p:nvSpPr>
        <p:spPr>
          <a:xfrm>
            <a:off x="1855985" y="17891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" name="Stage1_sixpanel_5254">
            <a:extLst>
              <a:ext uri="{FF2B5EF4-FFF2-40B4-BE49-F238E27FC236}">
                <a16:creationId xmlns:a16="http://schemas.microsoft.com/office/drawing/2014/main" id="{39DFD6BF-878A-44F3-934A-079A6C0FF0E9}"/>
              </a:ext>
            </a:extLst>
          </p:cNvPr>
          <p:cNvSpPr>
            <a:spLocks noGrp="1"/>
          </p:cNvSpPr>
          <p:nvPr/>
        </p:nvSpPr>
        <p:spPr>
          <a:xfrm>
            <a:off x="1944113" y="178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" name="Stage1_sixpanel_5255">
            <a:extLst>
              <a:ext uri="{FF2B5EF4-FFF2-40B4-BE49-F238E27FC236}">
                <a16:creationId xmlns:a16="http://schemas.microsoft.com/office/drawing/2014/main" id="{38B0F583-9428-41C2-8EF5-12F9E2440C50}"/>
              </a:ext>
            </a:extLst>
          </p:cNvPr>
          <p:cNvSpPr>
            <a:spLocks noGrp="1"/>
          </p:cNvSpPr>
          <p:nvPr/>
        </p:nvSpPr>
        <p:spPr>
          <a:xfrm>
            <a:off x="1899320" y="21108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" name="Stage1_sixpanel_5256">
            <a:extLst>
              <a:ext uri="{FF2B5EF4-FFF2-40B4-BE49-F238E27FC236}">
                <a16:creationId xmlns:a16="http://schemas.microsoft.com/office/drawing/2014/main" id="{4AD553AD-1BCA-4712-B3BC-E06DBF52A3FB}"/>
              </a:ext>
            </a:extLst>
          </p:cNvPr>
          <p:cNvSpPr>
            <a:spLocks noGrp="1"/>
          </p:cNvSpPr>
          <p:nvPr/>
        </p:nvSpPr>
        <p:spPr>
          <a:xfrm>
            <a:off x="1956143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" name="Stage1_sixpanel_5257">
            <a:extLst>
              <a:ext uri="{FF2B5EF4-FFF2-40B4-BE49-F238E27FC236}">
                <a16:creationId xmlns:a16="http://schemas.microsoft.com/office/drawing/2014/main" id="{BB53CF54-DC37-460D-B6F6-C87090879777}"/>
              </a:ext>
            </a:extLst>
          </p:cNvPr>
          <p:cNvSpPr>
            <a:spLocks noGrp="1"/>
          </p:cNvSpPr>
          <p:nvPr/>
        </p:nvSpPr>
        <p:spPr>
          <a:xfrm>
            <a:off x="1887194" y="1513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" name="Stage1_sixpanel_5258">
            <a:extLst>
              <a:ext uri="{FF2B5EF4-FFF2-40B4-BE49-F238E27FC236}">
                <a16:creationId xmlns:a16="http://schemas.microsoft.com/office/drawing/2014/main" id="{A2B8945E-DB39-4A96-9D2C-CB603D5EBE86}"/>
              </a:ext>
            </a:extLst>
          </p:cNvPr>
          <p:cNvSpPr>
            <a:spLocks noGrp="1"/>
          </p:cNvSpPr>
          <p:nvPr/>
        </p:nvSpPr>
        <p:spPr>
          <a:xfrm>
            <a:off x="1888443" y="14218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" name="Stage1_sixpanel_5259">
            <a:extLst>
              <a:ext uri="{FF2B5EF4-FFF2-40B4-BE49-F238E27FC236}">
                <a16:creationId xmlns:a16="http://schemas.microsoft.com/office/drawing/2014/main" id="{C61C9084-1359-4B81-B587-73E3494F94A5}"/>
              </a:ext>
            </a:extLst>
          </p:cNvPr>
          <p:cNvSpPr>
            <a:spLocks noGrp="1"/>
          </p:cNvSpPr>
          <p:nvPr/>
        </p:nvSpPr>
        <p:spPr>
          <a:xfrm>
            <a:off x="1897092" y="1883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" name="Stage1_sixpanel_5260">
            <a:extLst>
              <a:ext uri="{FF2B5EF4-FFF2-40B4-BE49-F238E27FC236}">
                <a16:creationId xmlns:a16="http://schemas.microsoft.com/office/drawing/2014/main" id="{295FADF6-CAC6-4F04-B494-34528655322A}"/>
              </a:ext>
            </a:extLst>
          </p:cNvPr>
          <p:cNvSpPr>
            <a:spLocks noGrp="1"/>
          </p:cNvSpPr>
          <p:nvPr/>
        </p:nvSpPr>
        <p:spPr>
          <a:xfrm>
            <a:off x="1953586" y="12598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" name="Stage1_sixpanel_5261">
            <a:extLst>
              <a:ext uri="{FF2B5EF4-FFF2-40B4-BE49-F238E27FC236}">
                <a16:creationId xmlns:a16="http://schemas.microsoft.com/office/drawing/2014/main" id="{43210E9D-62CF-4E6D-B3AA-0177267CCD2A}"/>
              </a:ext>
            </a:extLst>
          </p:cNvPr>
          <p:cNvSpPr>
            <a:spLocks noGrp="1"/>
          </p:cNvSpPr>
          <p:nvPr/>
        </p:nvSpPr>
        <p:spPr>
          <a:xfrm>
            <a:off x="1910841" y="12328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" name="Stage1_sixpanel_5262">
            <a:extLst>
              <a:ext uri="{FF2B5EF4-FFF2-40B4-BE49-F238E27FC236}">
                <a16:creationId xmlns:a16="http://schemas.microsoft.com/office/drawing/2014/main" id="{4E6B52B7-2592-4FB8-ABEC-F5FC15825C1D}"/>
              </a:ext>
            </a:extLst>
          </p:cNvPr>
          <p:cNvSpPr>
            <a:spLocks noGrp="1"/>
          </p:cNvSpPr>
          <p:nvPr/>
        </p:nvSpPr>
        <p:spPr>
          <a:xfrm>
            <a:off x="1797300" y="13310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" name="Stage1_sixpanel_5263">
            <a:extLst>
              <a:ext uri="{FF2B5EF4-FFF2-40B4-BE49-F238E27FC236}">
                <a16:creationId xmlns:a16="http://schemas.microsoft.com/office/drawing/2014/main" id="{2C23852A-D335-4F13-8422-EE47B9E3A94D}"/>
              </a:ext>
            </a:extLst>
          </p:cNvPr>
          <p:cNvSpPr>
            <a:spLocks noGrp="1"/>
          </p:cNvSpPr>
          <p:nvPr/>
        </p:nvSpPr>
        <p:spPr>
          <a:xfrm>
            <a:off x="1921535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" name="Stage1_sixpanel_5264">
            <a:extLst>
              <a:ext uri="{FF2B5EF4-FFF2-40B4-BE49-F238E27FC236}">
                <a16:creationId xmlns:a16="http://schemas.microsoft.com/office/drawing/2014/main" id="{CB7F1CA3-6AE3-453C-8F85-57710435B3F8}"/>
              </a:ext>
            </a:extLst>
          </p:cNvPr>
          <p:cNvSpPr>
            <a:spLocks noGrp="1"/>
          </p:cNvSpPr>
          <p:nvPr/>
        </p:nvSpPr>
        <p:spPr>
          <a:xfrm>
            <a:off x="1953796" y="1792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" name="Stage1_sixpanel_5265">
            <a:extLst>
              <a:ext uri="{FF2B5EF4-FFF2-40B4-BE49-F238E27FC236}">
                <a16:creationId xmlns:a16="http://schemas.microsoft.com/office/drawing/2014/main" id="{8EF47F80-91EF-4514-9C8A-C0ADFA480F1A}"/>
              </a:ext>
            </a:extLst>
          </p:cNvPr>
          <p:cNvSpPr>
            <a:spLocks noGrp="1"/>
          </p:cNvSpPr>
          <p:nvPr/>
        </p:nvSpPr>
        <p:spPr>
          <a:xfrm>
            <a:off x="1935528" y="2080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" name="Stage1_sixpanel_5266">
            <a:extLst>
              <a:ext uri="{FF2B5EF4-FFF2-40B4-BE49-F238E27FC236}">
                <a16:creationId xmlns:a16="http://schemas.microsoft.com/office/drawing/2014/main" id="{E18A135B-B8C9-4AEE-91F6-9DDA56F96C7B}"/>
              </a:ext>
            </a:extLst>
          </p:cNvPr>
          <p:cNvSpPr>
            <a:spLocks noGrp="1"/>
          </p:cNvSpPr>
          <p:nvPr/>
        </p:nvSpPr>
        <p:spPr>
          <a:xfrm>
            <a:off x="1810102" y="17865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" name="Stage1_sixpanel_5267">
            <a:extLst>
              <a:ext uri="{FF2B5EF4-FFF2-40B4-BE49-F238E27FC236}">
                <a16:creationId xmlns:a16="http://schemas.microsoft.com/office/drawing/2014/main" id="{FC49F50A-9643-423B-A7F8-43AC17EA50C7}"/>
              </a:ext>
            </a:extLst>
          </p:cNvPr>
          <p:cNvSpPr>
            <a:spLocks noGrp="1"/>
          </p:cNvSpPr>
          <p:nvPr/>
        </p:nvSpPr>
        <p:spPr>
          <a:xfrm>
            <a:off x="1878316" y="16274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" name="Stage1_sixpanel_5268">
            <a:extLst>
              <a:ext uri="{FF2B5EF4-FFF2-40B4-BE49-F238E27FC236}">
                <a16:creationId xmlns:a16="http://schemas.microsoft.com/office/drawing/2014/main" id="{8535C2CC-F41B-4848-B2BF-D4EE11123181}"/>
              </a:ext>
            </a:extLst>
          </p:cNvPr>
          <p:cNvSpPr>
            <a:spLocks noGrp="1"/>
          </p:cNvSpPr>
          <p:nvPr/>
        </p:nvSpPr>
        <p:spPr>
          <a:xfrm>
            <a:off x="1952527" y="20513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" name="Stage1_sixpanel_5269">
            <a:extLst>
              <a:ext uri="{FF2B5EF4-FFF2-40B4-BE49-F238E27FC236}">
                <a16:creationId xmlns:a16="http://schemas.microsoft.com/office/drawing/2014/main" id="{FA2F75B0-C42A-4EE1-B61D-0498CDBB58A9}"/>
              </a:ext>
            </a:extLst>
          </p:cNvPr>
          <p:cNvSpPr>
            <a:spLocks noGrp="1"/>
          </p:cNvSpPr>
          <p:nvPr/>
        </p:nvSpPr>
        <p:spPr>
          <a:xfrm>
            <a:off x="1911403" y="13405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" name="Stage1_sixpanel_5270">
            <a:extLst>
              <a:ext uri="{FF2B5EF4-FFF2-40B4-BE49-F238E27FC236}">
                <a16:creationId xmlns:a16="http://schemas.microsoft.com/office/drawing/2014/main" id="{AB681460-3516-4D41-8BC2-7A721A3A5F7B}"/>
              </a:ext>
            </a:extLst>
          </p:cNvPr>
          <p:cNvSpPr>
            <a:spLocks noGrp="1"/>
          </p:cNvSpPr>
          <p:nvPr/>
        </p:nvSpPr>
        <p:spPr>
          <a:xfrm>
            <a:off x="1956396" y="18775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" name="Stage1_sixpanel_5271">
            <a:extLst>
              <a:ext uri="{FF2B5EF4-FFF2-40B4-BE49-F238E27FC236}">
                <a16:creationId xmlns:a16="http://schemas.microsoft.com/office/drawing/2014/main" id="{D1D16CD1-87A2-48A5-A971-27F56B9C03C2}"/>
              </a:ext>
            </a:extLst>
          </p:cNvPr>
          <p:cNvSpPr>
            <a:spLocks noGrp="1"/>
          </p:cNvSpPr>
          <p:nvPr/>
        </p:nvSpPr>
        <p:spPr>
          <a:xfrm>
            <a:off x="1924392" y="17302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" name="Stage1_sixpanel_5272">
            <a:extLst>
              <a:ext uri="{FF2B5EF4-FFF2-40B4-BE49-F238E27FC236}">
                <a16:creationId xmlns:a16="http://schemas.microsoft.com/office/drawing/2014/main" id="{4386F76B-CA91-4941-919F-2CF2547906F7}"/>
              </a:ext>
            </a:extLst>
          </p:cNvPr>
          <p:cNvSpPr>
            <a:spLocks noGrp="1"/>
          </p:cNvSpPr>
          <p:nvPr/>
        </p:nvSpPr>
        <p:spPr>
          <a:xfrm>
            <a:off x="1943150" y="13307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" name="Stage1_sixpanel_5273">
            <a:extLst>
              <a:ext uri="{FF2B5EF4-FFF2-40B4-BE49-F238E27FC236}">
                <a16:creationId xmlns:a16="http://schemas.microsoft.com/office/drawing/2014/main" id="{C29F1C9C-E7E2-4CC2-828D-29E8175F7022}"/>
              </a:ext>
            </a:extLst>
          </p:cNvPr>
          <p:cNvSpPr>
            <a:spLocks noGrp="1"/>
          </p:cNvSpPr>
          <p:nvPr/>
        </p:nvSpPr>
        <p:spPr>
          <a:xfrm>
            <a:off x="1814025" y="20416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" name="Stage1_sixpanel_5274">
            <a:extLst>
              <a:ext uri="{FF2B5EF4-FFF2-40B4-BE49-F238E27FC236}">
                <a16:creationId xmlns:a16="http://schemas.microsoft.com/office/drawing/2014/main" id="{C867306A-A644-42BE-A768-EB31C04C7B10}"/>
              </a:ext>
            </a:extLst>
          </p:cNvPr>
          <p:cNvSpPr>
            <a:spLocks noGrp="1"/>
          </p:cNvSpPr>
          <p:nvPr/>
        </p:nvSpPr>
        <p:spPr>
          <a:xfrm>
            <a:off x="1865426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" name="Stage1_sixpanel_5275">
            <a:extLst>
              <a:ext uri="{FF2B5EF4-FFF2-40B4-BE49-F238E27FC236}">
                <a16:creationId xmlns:a16="http://schemas.microsoft.com/office/drawing/2014/main" id="{04C61499-1E21-4D5C-8A65-B59AD1A5ED18}"/>
              </a:ext>
            </a:extLst>
          </p:cNvPr>
          <p:cNvSpPr>
            <a:spLocks noGrp="1"/>
          </p:cNvSpPr>
          <p:nvPr/>
        </p:nvSpPr>
        <p:spPr>
          <a:xfrm>
            <a:off x="18808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" name="Stage1_sixpanel_5276">
            <a:extLst>
              <a:ext uri="{FF2B5EF4-FFF2-40B4-BE49-F238E27FC236}">
                <a16:creationId xmlns:a16="http://schemas.microsoft.com/office/drawing/2014/main" id="{16EF7488-6CB6-48F4-8C6B-F475B0B29D68}"/>
              </a:ext>
            </a:extLst>
          </p:cNvPr>
          <p:cNvSpPr>
            <a:spLocks noGrp="1"/>
          </p:cNvSpPr>
          <p:nvPr/>
        </p:nvSpPr>
        <p:spPr>
          <a:xfrm>
            <a:off x="1857568" y="13260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" name="Stage1_sixpanel_5277">
            <a:extLst>
              <a:ext uri="{FF2B5EF4-FFF2-40B4-BE49-F238E27FC236}">
                <a16:creationId xmlns:a16="http://schemas.microsoft.com/office/drawing/2014/main" id="{74E2CF37-193B-4802-9E99-2E5AF6D80A47}"/>
              </a:ext>
            </a:extLst>
          </p:cNvPr>
          <p:cNvSpPr>
            <a:spLocks noGrp="1"/>
          </p:cNvSpPr>
          <p:nvPr/>
        </p:nvSpPr>
        <p:spPr>
          <a:xfrm>
            <a:off x="1951446" y="162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" name="Stage1_sixpanel_5278">
            <a:extLst>
              <a:ext uri="{FF2B5EF4-FFF2-40B4-BE49-F238E27FC236}">
                <a16:creationId xmlns:a16="http://schemas.microsoft.com/office/drawing/2014/main" id="{C35506F9-B937-4197-B38C-E83DAFAB891C}"/>
              </a:ext>
            </a:extLst>
          </p:cNvPr>
          <p:cNvSpPr>
            <a:spLocks noGrp="1"/>
          </p:cNvSpPr>
          <p:nvPr/>
        </p:nvSpPr>
        <p:spPr>
          <a:xfrm>
            <a:off x="1954905" y="1599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" name="Stage1_sixpanel_5279">
            <a:extLst>
              <a:ext uri="{FF2B5EF4-FFF2-40B4-BE49-F238E27FC236}">
                <a16:creationId xmlns:a16="http://schemas.microsoft.com/office/drawing/2014/main" id="{68076F69-45DF-4D62-88D3-D348A41492D6}"/>
              </a:ext>
            </a:extLst>
          </p:cNvPr>
          <p:cNvSpPr>
            <a:spLocks noGrp="1"/>
          </p:cNvSpPr>
          <p:nvPr/>
        </p:nvSpPr>
        <p:spPr>
          <a:xfrm>
            <a:off x="1943133" y="13950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" name="Stage1_sixpanel_5280">
            <a:extLst>
              <a:ext uri="{FF2B5EF4-FFF2-40B4-BE49-F238E27FC236}">
                <a16:creationId xmlns:a16="http://schemas.microsoft.com/office/drawing/2014/main" id="{A4804065-F444-475E-A721-EB7DC25A91BC}"/>
              </a:ext>
            </a:extLst>
          </p:cNvPr>
          <p:cNvSpPr>
            <a:spLocks noGrp="1"/>
          </p:cNvSpPr>
          <p:nvPr/>
        </p:nvSpPr>
        <p:spPr>
          <a:xfrm>
            <a:off x="1937514" y="18962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" name="Stage1_sixpanel_5281">
            <a:extLst>
              <a:ext uri="{FF2B5EF4-FFF2-40B4-BE49-F238E27FC236}">
                <a16:creationId xmlns:a16="http://schemas.microsoft.com/office/drawing/2014/main" id="{A55E59CE-110C-4229-B47B-B1CFD004D52A}"/>
              </a:ext>
            </a:extLst>
          </p:cNvPr>
          <p:cNvSpPr>
            <a:spLocks noGrp="1"/>
          </p:cNvSpPr>
          <p:nvPr/>
        </p:nvSpPr>
        <p:spPr>
          <a:xfrm>
            <a:off x="1821810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" name="Stage1_sixpanel_5282">
            <a:extLst>
              <a:ext uri="{FF2B5EF4-FFF2-40B4-BE49-F238E27FC236}">
                <a16:creationId xmlns:a16="http://schemas.microsoft.com/office/drawing/2014/main" id="{574771D0-B755-4E04-BFE3-6AFE7E10DDB7}"/>
              </a:ext>
            </a:extLst>
          </p:cNvPr>
          <p:cNvSpPr>
            <a:spLocks noGrp="1"/>
          </p:cNvSpPr>
          <p:nvPr/>
        </p:nvSpPr>
        <p:spPr>
          <a:xfrm>
            <a:off x="1905120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" name="Stage1_sixpanel_5283">
            <a:extLst>
              <a:ext uri="{FF2B5EF4-FFF2-40B4-BE49-F238E27FC236}">
                <a16:creationId xmlns:a16="http://schemas.microsoft.com/office/drawing/2014/main" id="{8050889E-DD07-46F6-B163-A3FDDA126FDF}"/>
              </a:ext>
            </a:extLst>
          </p:cNvPr>
          <p:cNvSpPr>
            <a:spLocks noGrp="1"/>
          </p:cNvSpPr>
          <p:nvPr/>
        </p:nvSpPr>
        <p:spPr>
          <a:xfrm>
            <a:off x="1922462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" name="Stage1_sixpanel_5284">
            <a:extLst>
              <a:ext uri="{FF2B5EF4-FFF2-40B4-BE49-F238E27FC236}">
                <a16:creationId xmlns:a16="http://schemas.microsoft.com/office/drawing/2014/main" id="{A64C0D36-1106-4EEA-9771-0E97C2367190}"/>
              </a:ext>
            </a:extLst>
          </p:cNvPr>
          <p:cNvSpPr>
            <a:spLocks noGrp="1"/>
          </p:cNvSpPr>
          <p:nvPr/>
        </p:nvSpPr>
        <p:spPr>
          <a:xfrm>
            <a:off x="1815774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" name="Stage1_sixpanel_5285">
            <a:extLst>
              <a:ext uri="{FF2B5EF4-FFF2-40B4-BE49-F238E27FC236}">
                <a16:creationId xmlns:a16="http://schemas.microsoft.com/office/drawing/2014/main" id="{180B9D7C-1F8D-4811-B981-C387DED372D7}"/>
              </a:ext>
            </a:extLst>
          </p:cNvPr>
          <p:cNvSpPr>
            <a:spLocks noGrp="1"/>
          </p:cNvSpPr>
          <p:nvPr/>
        </p:nvSpPr>
        <p:spPr>
          <a:xfrm>
            <a:off x="1850437" y="18762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" name="Stage1_sixpanel_5286">
            <a:extLst>
              <a:ext uri="{FF2B5EF4-FFF2-40B4-BE49-F238E27FC236}">
                <a16:creationId xmlns:a16="http://schemas.microsoft.com/office/drawing/2014/main" id="{D92EAF5F-366F-4742-944A-C32A6FED379A}"/>
              </a:ext>
            </a:extLst>
          </p:cNvPr>
          <p:cNvSpPr>
            <a:spLocks noGrp="1"/>
          </p:cNvSpPr>
          <p:nvPr/>
        </p:nvSpPr>
        <p:spPr>
          <a:xfrm>
            <a:off x="1818803" y="11882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" name="Stage1_sixpanel_5287">
            <a:extLst>
              <a:ext uri="{FF2B5EF4-FFF2-40B4-BE49-F238E27FC236}">
                <a16:creationId xmlns:a16="http://schemas.microsoft.com/office/drawing/2014/main" id="{0F942D26-7441-4006-A9AC-477F806B27F2}"/>
              </a:ext>
            </a:extLst>
          </p:cNvPr>
          <p:cNvSpPr>
            <a:spLocks noGrp="1"/>
          </p:cNvSpPr>
          <p:nvPr/>
        </p:nvSpPr>
        <p:spPr>
          <a:xfrm>
            <a:off x="19178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" name="Stage1_sixpanel_5288">
            <a:extLst>
              <a:ext uri="{FF2B5EF4-FFF2-40B4-BE49-F238E27FC236}">
                <a16:creationId xmlns:a16="http://schemas.microsoft.com/office/drawing/2014/main" id="{9D22E15C-D93F-4E8D-9129-4DAEFBCCEDC6}"/>
              </a:ext>
            </a:extLst>
          </p:cNvPr>
          <p:cNvSpPr>
            <a:spLocks noGrp="1"/>
          </p:cNvSpPr>
          <p:nvPr/>
        </p:nvSpPr>
        <p:spPr>
          <a:xfrm>
            <a:off x="1866727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" name="Stage1_sixpanel_5289">
            <a:extLst>
              <a:ext uri="{FF2B5EF4-FFF2-40B4-BE49-F238E27FC236}">
                <a16:creationId xmlns:a16="http://schemas.microsoft.com/office/drawing/2014/main" id="{1EBDF8F5-3237-4C41-87BA-07BA7219B643}"/>
              </a:ext>
            </a:extLst>
          </p:cNvPr>
          <p:cNvSpPr>
            <a:spLocks noGrp="1"/>
          </p:cNvSpPr>
          <p:nvPr/>
        </p:nvSpPr>
        <p:spPr>
          <a:xfrm>
            <a:off x="1932588" y="217767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" name="Stage1_sixpanel_5290">
            <a:extLst>
              <a:ext uri="{FF2B5EF4-FFF2-40B4-BE49-F238E27FC236}">
                <a16:creationId xmlns:a16="http://schemas.microsoft.com/office/drawing/2014/main" id="{D57F72C7-A72D-4367-89BC-CE8804C45B06}"/>
              </a:ext>
            </a:extLst>
          </p:cNvPr>
          <p:cNvSpPr>
            <a:spLocks noGrp="1"/>
          </p:cNvSpPr>
          <p:nvPr/>
        </p:nvSpPr>
        <p:spPr>
          <a:xfrm>
            <a:off x="1944881" y="2285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" name="Stage1_sixpanel_5291">
            <a:extLst>
              <a:ext uri="{FF2B5EF4-FFF2-40B4-BE49-F238E27FC236}">
                <a16:creationId xmlns:a16="http://schemas.microsoft.com/office/drawing/2014/main" id="{7546EF9F-434C-42B5-A0AC-9082402409AD}"/>
              </a:ext>
            </a:extLst>
          </p:cNvPr>
          <p:cNvSpPr>
            <a:spLocks noGrp="1"/>
          </p:cNvSpPr>
          <p:nvPr/>
        </p:nvSpPr>
        <p:spPr>
          <a:xfrm>
            <a:off x="1797861" y="12061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" name="Stage1_sixpanel_5292">
            <a:extLst>
              <a:ext uri="{FF2B5EF4-FFF2-40B4-BE49-F238E27FC236}">
                <a16:creationId xmlns:a16="http://schemas.microsoft.com/office/drawing/2014/main" id="{7017B35F-86CA-4C65-BBA8-C8CA6BDDCD6E}"/>
              </a:ext>
            </a:extLst>
          </p:cNvPr>
          <p:cNvSpPr>
            <a:spLocks noGrp="1"/>
          </p:cNvSpPr>
          <p:nvPr/>
        </p:nvSpPr>
        <p:spPr>
          <a:xfrm>
            <a:off x="1952153" y="13567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" name="Stage1_sixpanel_5293">
            <a:extLst>
              <a:ext uri="{FF2B5EF4-FFF2-40B4-BE49-F238E27FC236}">
                <a16:creationId xmlns:a16="http://schemas.microsoft.com/office/drawing/2014/main" id="{77D7096B-E197-4861-9E15-33B9ABC44FB8}"/>
              </a:ext>
            </a:extLst>
          </p:cNvPr>
          <p:cNvSpPr>
            <a:spLocks noGrp="1"/>
          </p:cNvSpPr>
          <p:nvPr/>
        </p:nvSpPr>
        <p:spPr>
          <a:xfrm>
            <a:off x="1824910" y="12520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" name="Stage1_sixpanel_5294">
            <a:extLst>
              <a:ext uri="{FF2B5EF4-FFF2-40B4-BE49-F238E27FC236}">
                <a16:creationId xmlns:a16="http://schemas.microsoft.com/office/drawing/2014/main" id="{74E9A814-64AE-4145-BF84-3B55F84F77FC}"/>
              </a:ext>
            </a:extLst>
          </p:cNvPr>
          <p:cNvSpPr>
            <a:spLocks noGrp="1"/>
          </p:cNvSpPr>
          <p:nvPr/>
        </p:nvSpPr>
        <p:spPr>
          <a:xfrm>
            <a:off x="18142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" name="Stage1_sixpanel_5295">
            <a:extLst>
              <a:ext uri="{FF2B5EF4-FFF2-40B4-BE49-F238E27FC236}">
                <a16:creationId xmlns:a16="http://schemas.microsoft.com/office/drawing/2014/main" id="{17A357AF-6E2A-4974-ABAA-1C784BE8D4B7}"/>
              </a:ext>
            </a:extLst>
          </p:cNvPr>
          <p:cNvSpPr>
            <a:spLocks noGrp="1"/>
          </p:cNvSpPr>
          <p:nvPr/>
        </p:nvSpPr>
        <p:spPr>
          <a:xfrm>
            <a:off x="1793821" y="19697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" name="Stage1_sixpanel_5296">
            <a:extLst>
              <a:ext uri="{FF2B5EF4-FFF2-40B4-BE49-F238E27FC236}">
                <a16:creationId xmlns:a16="http://schemas.microsoft.com/office/drawing/2014/main" id="{2E032AEB-27EC-4B57-8E85-C6E3CA23B645}"/>
              </a:ext>
            </a:extLst>
          </p:cNvPr>
          <p:cNvSpPr>
            <a:spLocks noGrp="1"/>
          </p:cNvSpPr>
          <p:nvPr/>
        </p:nvSpPr>
        <p:spPr>
          <a:xfrm>
            <a:off x="1869102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" name="Stage1_sixpanel_5297">
            <a:extLst>
              <a:ext uri="{FF2B5EF4-FFF2-40B4-BE49-F238E27FC236}">
                <a16:creationId xmlns:a16="http://schemas.microsoft.com/office/drawing/2014/main" id="{8C4FF3A4-F2EC-498E-BEF7-774B7BF039B2}"/>
              </a:ext>
            </a:extLst>
          </p:cNvPr>
          <p:cNvSpPr>
            <a:spLocks noGrp="1"/>
          </p:cNvSpPr>
          <p:nvPr/>
        </p:nvSpPr>
        <p:spPr>
          <a:xfrm>
            <a:off x="186689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" name="Stage1_sixpanel_5298">
            <a:extLst>
              <a:ext uri="{FF2B5EF4-FFF2-40B4-BE49-F238E27FC236}">
                <a16:creationId xmlns:a16="http://schemas.microsoft.com/office/drawing/2014/main" id="{C8CE75AE-8BCA-4548-9EDC-94AD5B013977}"/>
              </a:ext>
            </a:extLst>
          </p:cNvPr>
          <p:cNvSpPr>
            <a:spLocks noGrp="1"/>
          </p:cNvSpPr>
          <p:nvPr/>
        </p:nvSpPr>
        <p:spPr>
          <a:xfrm>
            <a:off x="1918180" y="16175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" name="Stage1_sixpanel_5299">
            <a:extLst>
              <a:ext uri="{FF2B5EF4-FFF2-40B4-BE49-F238E27FC236}">
                <a16:creationId xmlns:a16="http://schemas.microsoft.com/office/drawing/2014/main" id="{0AD1A021-B73D-48C0-B173-1DD53AD7501D}"/>
              </a:ext>
            </a:extLst>
          </p:cNvPr>
          <p:cNvSpPr>
            <a:spLocks noGrp="1"/>
          </p:cNvSpPr>
          <p:nvPr/>
        </p:nvSpPr>
        <p:spPr>
          <a:xfrm>
            <a:off x="1952771" y="1384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" name="Stage1_sixpanel_5300">
            <a:extLst>
              <a:ext uri="{FF2B5EF4-FFF2-40B4-BE49-F238E27FC236}">
                <a16:creationId xmlns:a16="http://schemas.microsoft.com/office/drawing/2014/main" id="{82446092-FD4A-48E3-9CDC-F6904081C77E}"/>
              </a:ext>
            </a:extLst>
          </p:cNvPr>
          <p:cNvSpPr>
            <a:spLocks noGrp="1"/>
          </p:cNvSpPr>
          <p:nvPr/>
        </p:nvSpPr>
        <p:spPr>
          <a:xfrm>
            <a:off x="1956796" y="1364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" name="Stage1_sixpanel_5301">
            <a:extLst>
              <a:ext uri="{FF2B5EF4-FFF2-40B4-BE49-F238E27FC236}">
                <a16:creationId xmlns:a16="http://schemas.microsoft.com/office/drawing/2014/main" id="{9D625824-A09E-423A-A9FB-5A3DD45AB263}"/>
              </a:ext>
            </a:extLst>
          </p:cNvPr>
          <p:cNvSpPr>
            <a:spLocks noGrp="1"/>
          </p:cNvSpPr>
          <p:nvPr/>
        </p:nvSpPr>
        <p:spPr>
          <a:xfrm>
            <a:off x="18256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" name="Stage1_sixpanel_5302">
            <a:extLst>
              <a:ext uri="{FF2B5EF4-FFF2-40B4-BE49-F238E27FC236}">
                <a16:creationId xmlns:a16="http://schemas.microsoft.com/office/drawing/2014/main" id="{08296FCB-ED8E-4849-B549-6087E29DB0D3}"/>
              </a:ext>
            </a:extLst>
          </p:cNvPr>
          <p:cNvSpPr>
            <a:spLocks noGrp="1"/>
          </p:cNvSpPr>
          <p:nvPr/>
        </p:nvSpPr>
        <p:spPr>
          <a:xfrm>
            <a:off x="1868271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" name="Stage1_sixpanel_5303">
            <a:extLst>
              <a:ext uri="{FF2B5EF4-FFF2-40B4-BE49-F238E27FC236}">
                <a16:creationId xmlns:a16="http://schemas.microsoft.com/office/drawing/2014/main" id="{E4ED2946-3282-48CB-B954-D9EB19D36835}"/>
              </a:ext>
            </a:extLst>
          </p:cNvPr>
          <p:cNvSpPr>
            <a:spLocks noGrp="1"/>
          </p:cNvSpPr>
          <p:nvPr/>
        </p:nvSpPr>
        <p:spPr>
          <a:xfrm>
            <a:off x="1896176" y="22556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" name="Stage1_sixpanel_5304">
            <a:extLst>
              <a:ext uri="{FF2B5EF4-FFF2-40B4-BE49-F238E27FC236}">
                <a16:creationId xmlns:a16="http://schemas.microsoft.com/office/drawing/2014/main" id="{FF9D815F-655F-4781-8F60-85798D018A73}"/>
              </a:ext>
            </a:extLst>
          </p:cNvPr>
          <p:cNvSpPr>
            <a:spLocks noGrp="1"/>
          </p:cNvSpPr>
          <p:nvPr/>
        </p:nvSpPr>
        <p:spPr>
          <a:xfrm>
            <a:off x="1860704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" name="Stage1_sixpanel_5305">
            <a:extLst>
              <a:ext uri="{FF2B5EF4-FFF2-40B4-BE49-F238E27FC236}">
                <a16:creationId xmlns:a16="http://schemas.microsoft.com/office/drawing/2014/main" id="{65999D2B-396C-4AE7-9B5C-CF3CD9919750}"/>
              </a:ext>
            </a:extLst>
          </p:cNvPr>
          <p:cNvSpPr>
            <a:spLocks noGrp="1"/>
          </p:cNvSpPr>
          <p:nvPr/>
        </p:nvSpPr>
        <p:spPr>
          <a:xfrm>
            <a:off x="1805277" y="13326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" name="Stage1_sixpanel_5306">
            <a:extLst>
              <a:ext uri="{FF2B5EF4-FFF2-40B4-BE49-F238E27FC236}">
                <a16:creationId xmlns:a16="http://schemas.microsoft.com/office/drawing/2014/main" id="{4F6616FD-41EC-4DA0-95F6-091989A732D6}"/>
              </a:ext>
            </a:extLst>
          </p:cNvPr>
          <p:cNvSpPr>
            <a:spLocks noGrp="1"/>
          </p:cNvSpPr>
          <p:nvPr/>
        </p:nvSpPr>
        <p:spPr>
          <a:xfrm>
            <a:off x="1956973" y="1477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" name="Stage1_sixpanel_5307">
            <a:extLst>
              <a:ext uri="{FF2B5EF4-FFF2-40B4-BE49-F238E27FC236}">
                <a16:creationId xmlns:a16="http://schemas.microsoft.com/office/drawing/2014/main" id="{8E21EF64-C051-4B45-A696-139F546119BC}"/>
              </a:ext>
            </a:extLst>
          </p:cNvPr>
          <p:cNvSpPr>
            <a:spLocks noGrp="1"/>
          </p:cNvSpPr>
          <p:nvPr/>
        </p:nvSpPr>
        <p:spPr>
          <a:xfrm>
            <a:off x="1931666" y="20898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" name="Stage1_sixpanel_5308">
            <a:extLst>
              <a:ext uri="{FF2B5EF4-FFF2-40B4-BE49-F238E27FC236}">
                <a16:creationId xmlns:a16="http://schemas.microsoft.com/office/drawing/2014/main" id="{641E08A2-9ADC-4626-8E7E-8E3AFF3065BE}"/>
              </a:ext>
            </a:extLst>
          </p:cNvPr>
          <p:cNvSpPr>
            <a:spLocks noGrp="1"/>
          </p:cNvSpPr>
          <p:nvPr/>
        </p:nvSpPr>
        <p:spPr>
          <a:xfrm>
            <a:off x="1936574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" name="Stage1_sixpanel_5309">
            <a:extLst>
              <a:ext uri="{FF2B5EF4-FFF2-40B4-BE49-F238E27FC236}">
                <a16:creationId xmlns:a16="http://schemas.microsoft.com/office/drawing/2014/main" id="{1BF0A01D-28D0-427B-95A2-C79AD4D4C311}"/>
              </a:ext>
            </a:extLst>
          </p:cNvPr>
          <p:cNvSpPr>
            <a:spLocks noGrp="1"/>
          </p:cNvSpPr>
          <p:nvPr/>
        </p:nvSpPr>
        <p:spPr>
          <a:xfrm>
            <a:off x="1947750" y="16818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" name="Stage1_sixpanel_5310">
            <a:extLst>
              <a:ext uri="{FF2B5EF4-FFF2-40B4-BE49-F238E27FC236}">
                <a16:creationId xmlns:a16="http://schemas.microsoft.com/office/drawing/2014/main" id="{8C16FB9F-C05D-4B7F-B38F-D6D3C3EC1656}"/>
              </a:ext>
            </a:extLst>
          </p:cNvPr>
          <p:cNvSpPr>
            <a:spLocks noGrp="1"/>
          </p:cNvSpPr>
          <p:nvPr/>
        </p:nvSpPr>
        <p:spPr>
          <a:xfrm>
            <a:off x="1824938" y="1891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" name="Stage1_sixpanel_5311">
            <a:extLst>
              <a:ext uri="{FF2B5EF4-FFF2-40B4-BE49-F238E27FC236}">
                <a16:creationId xmlns:a16="http://schemas.microsoft.com/office/drawing/2014/main" id="{B4EC1F1B-5C29-4BB5-9B3B-4AC171C32A32}"/>
              </a:ext>
            </a:extLst>
          </p:cNvPr>
          <p:cNvSpPr>
            <a:spLocks noGrp="1"/>
          </p:cNvSpPr>
          <p:nvPr/>
        </p:nvSpPr>
        <p:spPr>
          <a:xfrm>
            <a:off x="1807537" y="17018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" name="Stage1_sixpanel_5312">
            <a:extLst>
              <a:ext uri="{FF2B5EF4-FFF2-40B4-BE49-F238E27FC236}">
                <a16:creationId xmlns:a16="http://schemas.microsoft.com/office/drawing/2014/main" id="{1DD093F1-2068-4488-A40E-6F5BC7C441DA}"/>
              </a:ext>
            </a:extLst>
          </p:cNvPr>
          <p:cNvSpPr>
            <a:spLocks noGrp="1"/>
          </p:cNvSpPr>
          <p:nvPr/>
        </p:nvSpPr>
        <p:spPr>
          <a:xfrm>
            <a:off x="1956615" y="151840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" name="Stage1_sixpanel_5313">
            <a:extLst>
              <a:ext uri="{FF2B5EF4-FFF2-40B4-BE49-F238E27FC236}">
                <a16:creationId xmlns:a16="http://schemas.microsoft.com/office/drawing/2014/main" id="{25C7B23A-618D-4845-A1B2-BDF9F95A5F05}"/>
              </a:ext>
            </a:extLst>
          </p:cNvPr>
          <p:cNvSpPr>
            <a:spLocks noGrp="1"/>
          </p:cNvSpPr>
          <p:nvPr/>
        </p:nvSpPr>
        <p:spPr>
          <a:xfrm>
            <a:off x="1878700" y="1781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" name="Stage1_sixpanel_5314">
            <a:extLst>
              <a:ext uri="{FF2B5EF4-FFF2-40B4-BE49-F238E27FC236}">
                <a16:creationId xmlns:a16="http://schemas.microsoft.com/office/drawing/2014/main" id="{5CF4DCC9-2DFE-4919-9F93-6BF81740A761}"/>
              </a:ext>
            </a:extLst>
          </p:cNvPr>
          <p:cNvSpPr>
            <a:spLocks noGrp="1"/>
          </p:cNvSpPr>
          <p:nvPr/>
        </p:nvSpPr>
        <p:spPr>
          <a:xfrm>
            <a:off x="1817101" y="214674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" name="Stage1_sixpanel_5315">
            <a:extLst>
              <a:ext uri="{FF2B5EF4-FFF2-40B4-BE49-F238E27FC236}">
                <a16:creationId xmlns:a16="http://schemas.microsoft.com/office/drawing/2014/main" id="{FF2237E8-541C-40A2-857A-E83683585555}"/>
              </a:ext>
            </a:extLst>
          </p:cNvPr>
          <p:cNvSpPr>
            <a:spLocks noGrp="1"/>
          </p:cNvSpPr>
          <p:nvPr/>
        </p:nvSpPr>
        <p:spPr>
          <a:xfrm>
            <a:off x="1787029" y="2294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" name="Stage1_sixpanel_5316">
            <a:extLst>
              <a:ext uri="{FF2B5EF4-FFF2-40B4-BE49-F238E27FC236}">
                <a16:creationId xmlns:a16="http://schemas.microsoft.com/office/drawing/2014/main" id="{C63552C2-D668-4143-9B70-BB360E01FAE7}"/>
              </a:ext>
            </a:extLst>
          </p:cNvPr>
          <p:cNvSpPr>
            <a:spLocks noGrp="1"/>
          </p:cNvSpPr>
          <p:nvPr/>
        </p:nvSpPr>
        <p:spPr>
          <a:xfrm>
            <a:off x="1890670" y="14096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" name="Stage1_sixpanel_5317">
            <a:extLst>
              <a:ext uri="{FF2B5EF4-FFF2-40B4-BE49-F238E27FC236}">
                <a16:creationId xmlns:a16="http://schemas.microsoft.com/office/drawing/2014/main" id="{D1534DA4-786A-428B-8228-6F7A7CF33DC5}"/>
              </a:ext>
            </a:extLst>
          </p:cNvPr>
          <p:cNvSpPr>
            <a:spLocks noGrp="1"/>
          </p:cNvSpPr>
          <p:nvPr/>
        </p:nvSpPr>
        <p:spPr>
          <a:xfrm>
            <a:off x="187403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" name="Stage1_sixpanel_5318">
            <a:extLst>
              <a:ext uri="{FF2B5EF4-FFF2-40B4-BE49-F238E27FC236}">
                <a16:creationId xmlns:a16="http://schemas.microsoft.com/office/drawing/2014/main" id="{8854C46A-4D2B-4216-9BA2-8D37B7E25665}"/>
              </a:ext>
            </a:extLst>
          </p:cNvPr>
          <p:cNvSpPr>
            <a:spLocks noGrp="1"/>
          </p:cNvSpPr>
          <p:nvPr/>
        </p:nvSpPr>
        <p:spPr>
          <a:xfrm>
            <a:off x="1826945" y="14264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" name="Stage1_sixpanel_5319">
            <a:extLst>
              <a:ext uri="{FF2B5EF4-FFF2-40B4-BE49-F238E27FC236}">
                <a16:creationId xmlns:a16="http://schemas.microsoft.com/office/drawing/2014/main" id="{36D0FFEB-5870-4FFD-9774-5092C7B9490A}"/>
              </a:ext>
            </a:extLst>
          </p:cNvPr>
          <p:cNvSpPr>
            <a:spLocks noGrp="1"/>
          </p:cNvSpPr>
          <p:nvPr/>
        </p:nvSpPr>
        <p:spPr>
          <a:xfrm>
            <a:off x="19546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" name="Stage1_sixpanel_5320">
            <a:extLst>
              <a:ext uri="{FF2B5EF4-FFF2-40B4-BE49-F238E27FC236}">
                <a16:creationId xmlns:a16="http://schemas.microsoft.com/office/drawing/2014/main" id="{CCB1DBC5-62A4-4FC8-A9E2-C5DDBE1D83C4}"/>
              </a:ext>
            </a:extLst>
          </p:cNvPr>
          <p:cNvSpPr>
            <a:spLocks noGrp="1"/>
          </p:cNvSpPr>
          <p:nvPr/>
        </p:nvSpPr>
        <p:spPr>
          <a:xfrm>
            <a:off x="1823222" y="17111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" name="Stage1_sixpanel_5321">
            <a:extLst>
              <a:ext uri="{FF2B5EF4-FFF2-40B4-BE49-F238E27FC236}">
                <a16:creationId xmlns:a16="http://schemas.microsoft.com/office/drawing/2014/main" id="{C4CFE0D0-3C11-467C-8297-14ED56C48294}"/>
              </a:ext>
            </a:extLst>
          </p:cNvPr>
          <p:cNvSpPr>
            <a:spLocks noGrp="1"/>
          </p:cNvSpPr>
          <p:nvPr/>
        </p:nvSpPr>
        <p:spPr>
          <a:xfrm>
            <a:off x="1812325" y="19908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" name="Stage1_sixpanel_5322">
            <a:extLst>
              <a:ext uri="{FF2B5EF4-FFF2-40B4-BE49-F238E27FC236}">
                <a16:creationId xmlns:a16="http://schemas.microsoft.com/office/drawing/2014/main" id="{A51A1C4C-E792-4DAD-A836-E44D15DA4A31}"/>
              </a:ext>
            </a:extLst>
          </p:cNvPr>
          <p:cNvSpPr>
            <a:spLocks noGrp="1"/>
          </p:cNvSpPr>
          <p:nvPr/>
        </p:nvSpPr>
        <p:spPr>
          <a:xfrm>
            <a:off x="1822609" y="18022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" name="Stage1_sixpanel_5323">
            <a:extLst>
              <a:ext uri="{FF2B5EF4-FFF2-40B4-BE49-F238E27FC236}">
                <a16:creationId xmlns:a16="http://schemas.microsoft.com/office/drawing/2014/main" id="{68C3A675-5938-41F7-BE21-E0B1DE96F9AF}"/>
              </a:ext>
            </a:extLst>
          </p:cNvPr>
          <p:cNvSpPr>
            <a:spLocks noGrp="1"/>
          </p:cNvSpPr>
          <p:nvPr/>
        </p:nvSpPr>
        <p:spPr>
          <a:xfrm>
            <a:off x="1900106" y="18465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" name="Stage1_sixpanel_5324">
            <a:extLst>
              <a:ext uri="{FF2B5EF4-FFF2-40B4-BE49-F238E27FC236}">
                <a16:creationId xmlns:a16="http://schemas.microsoft.com/office/drawing/2014/main" id="{CB8D0D1C-B5CD-4BAD-ADEC-9AC58B50C63B}"/>
              </a:ext>
            </a:extLst>
          </p:cNvPr>
          <p:cNvSpPr>
            <a:spLocks noGrp="1"/>
          </p:cNvSpPr>
          <p:nvPr/>
        </p:nvSpPr>
        <p:spPr>
          <a:xfrm>
            <a:off x="1821919" y="13148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" name="Stage1_sixpanel_5325">
            <a:extLst>
              <a:ext uri="{FF2B5EF4-FFF2-40B4-BE49-F238E27FC236}">
                <a16:creationId xmlns:a16="http://schemas.microsoft.com/office/drawing/2014/main" id="{75F4FAB9-D8DA-43DB-9B6A-70319F2FBE57}"/>
              </a:ext>
            </a:extLst>
          </p:cNvPr>
          <p:cNvSpPr>
            <a:spLocks noGrp="1"/>
          </p:cNvSpPr>
          <p:nvPr/>
        </p:nvSpPr>
        <p:spPr>
          <a:xfrm>
            <a:off x="1830755" y="13117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" name="Stage1_sixpanel_5326">
            <a:extLst>
              <a:ext uri="{FF2B5EF4-FFF2-40B4-BE49-F238E27FC236}">
                <a16:creationId xmlns:a16="http://schemas.microsoft.com/office/drawing/2014/main" id="{EACBC9D8-3E8C-43FF-BCD3-AA6973F3261D}"/>
              </a:ext>
            </a:extLst>
          </p:cNvPr>
          <p:cNvSpPr>
            <a:spLocks noGrp="1"/>
          </p:cNvSpPr>
          <p:nvPr/>
        </p:nvSpPr>
        <p:spPr>
          <a:xfrm>
            <a:off x="18476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" name="Stage1_sixpanel_5327">
            <a:extLst>
              <a:ext uri="{FF2B5EF4-FFF2-40B4-BE49-F238E27FC236}">
                <a16:creationId xmlns:a16="http://schemas.microsoft.com/office/drawing/2014/main" id="{4EF49CA7-56CF-4DE6-9115-42E770CE32ED}"/>
              </a:ext>
            </a:extLst>
          </p:cNvPr>
          <p:cNvSpPr>
            <a:spLocks noGrp="1"/>
          </p:cNvSpPr>
          <p:nvPr/>
        </p:nvSpPr>
        <p:spPr>
          <a:xfrm>
            <a:off x="1886555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" name="Stage1_sixpanel_5328">
            <a:extLst>
              <a:ext uri="{FF2B5EF4-FFF2-40B4-BE49-F238E27FC236}">
                <a16:creationId xmlns:a16="http://schemas.microsoft.com/office/drawing/2014/main" id="{F27849C8-68A4-4F0B-AE51-DF85F591B93B}"/>
              </a:ext>
            </a:extLst>
          </p:cNvPr>
          <p:cNvSpPr>
            <a:spLocks noGrp="1"/>
          </p:cNvSpPr>
          <p:nvPr/>
        </p:nvSpPr>
        <p:spPr>
          <a:xfrm>
            <a:off x="1954379" y="13798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" name="Stage1_sixpanel_5329">
            <a:extLst>
              <a:ext uri="{FF2B5EF4-FFF2-40B4-BE49-F238E27FC236}">
                <a16:creationId xmlns:a16="http://schemas.microsoft.com/office/drawing/2014/main" id="{3308D474-5CB6-4C0B-BB86-632486E1A141}"/>
              </a:ext>
            </a:extLst>
          </p:cNvPr>
          <p:cNvSpPr>
            <a:spLocks noGrp="1"/>
          </p:cNvSpPr>
          <p:nvPr/>
        </p:nvSpPr>
        <p:spPr>
          <a:xfrm>
            <a:off x="1925885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" name="Stage1_sixpanel_5330">
            <a:extLst>
              <a:ext uri="{FF2B5EF4-FFF2-40B4-BE49-F238E27FC236}">
                <a16:creationId xmlns:a16="http://schemas.microsoft.com/office/drawing/2014/main" id="{80B71E6C-85ED-4CBC-8DF8-D797FDDAC20A}"/>
              </a:ext>
            </a:extLst>
          </p:cNvPr>
          <p:cNvSpPr>
            <a:spLocks noGrp="1"/>
          </p:cNvSpPr>
          <p:nvPr/>
        </p:nvSpPr>
        <p:spPr>
          <a:xfrm>
            <a:off x="1927034" y="17234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" name="Stage1_sixpanel_5331">
            <a:extLst>
              <a:ext uri="{FF2B5EF4-FFF2-40B4-BE49-F238E27FC236}">
                <a16:creationId xmlns:a16="http://schemas.microsoft.com/office/drawing/2014/main" id="{37DD9202-562D-4B95-8ECE-0D6F49388C73}"/>
              </a:ext>
            </a:extLst>
          </p:cNvPr>
          <p:cNvSpPr>
            <a:spLocks noGrp="1"/>
          </p:cNvSpPr>
          <p:nvPr/>
        </p:nvSpPr>
        <p:spPr>
          <a:xfrm>
            <a:off x="1916362" y="1426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" name="Stage1_sixpanel_5332">
            <a:extLst>
              <a:ext uri="{FF2B5EF4-FFF2-40B4-BE49-F238E27FC236}">
                <a16:creationId xmlns:a16="http://schemas.microsoft.com/office/drawing/2014/main" id="{8975EDA2-A651-4DD9-9A28-6A55978FB584}"/>
              </a:ext>
            </a:extLst>
          </p:cNvPr>
          <p:cNvSpPr>
            <a:spLocks noGrp="1"/>
          </p:cNvSpPr>
          <p:nvPr/>
        </p:nvSpPr>
        <p:spPr>
          <a:xfrm>
            <a:off x="1910617" y="14601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" name="Stage1_sixpanel_5333">
            <a:extLst>
              <a:ext uri="{FF2B5EF4-FFF2-40B4-BE49-F238E27FC236}">
                <a16:creationId xmlns:a16="http://schemas.microsoft.com/office/drawing/2014/main" id="{E8A724D6-934B-4334-97EA-01979F1DD9D8}"/>
              </a:ext>
            </a:extLst>
          </p:cNvPr>
          <p:cNvSpPr>
            <a:spLocks noGrp="1"/>
          </p:cNvSpPr>
          <p:nvPr/>
        </p:nvSpPr>
        <p:spPr>
          <a:xfrm>
            <a:off x="1936629" y="179073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" name="Stage1_sixpanel_5334">
            <a:extLst>
              <a:ext uri="{FF2B5EF4-FFF2-40B4-BE49-F238E27FC236}">
                <a16:creationId xmlns:a16="http://schemas.microsoft.com/office/drawing/2014/main" id="{627C365F-7D4F-4229-B4AE-725BF3D1DE23}"/>
              </a:ext>
            </a:extLst>
          </p:cNvPr>
          <p:cNvSpPr>
            <a:spLocks noGrp="1"/>
          </p:cNvSpPr>
          <p:nvPr/>
        </p:nvSpPr>
        <p:spPr>
          <a:xfrm>
            <a:off x="1939516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4" name="Stage1_sixpanel_5335">
            <a:extLst>
              <a:ext uri="{FF2B5EF4-FFF2-40B4-BE49-F238E27FC236}">
                <a16:creationId xmlns:a16="http://schemas.microsoft.com/office/drawing/2014/main" id="{05AFB345-5104-4DD3-8C46-1442F09ECBD0}"/>
              </a:ext>
            </a:extLst>
          </p:cNvPr>
          <p:cNvSpPr>
            <a:spLocks noGrp="1"/>
          </p:cNvSpPr>
          <p:nvPr/>
        </p:nvSpPr>
        <p:spPr>
          <a:xfrm>
            <a:off x="1787300" y="16598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5" name="Stage1_sixpanel_5336">
            <a:extLst>
              <a:ext uri="{FF2B5EF4-FFF2-40B4-BE49-F238E27FC236}">
                <a16:creationId xmlns:a16="http://schemas.microsoft.com/office/drawing/2014/main" id="{B13DCED7-684D-4F5C-BD7F-8450B6E2B16E}"/>
              </a:ext>
            </a:extLst>
          </p:cNvPr>
          <p:cNvSpPr>
            <a:spLocks noGrp="1"/>
          </p:cNvSpPr>
          <p:nvPr/>
        </p:nvSpPr>
        <p:spPr>
          <a:xfrm>
            <a:off x="18220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6" name="Stage1_sixpanel_5337">
            <a:extLst>
              <a:ext uri="{FF2B5EF4-FFF2-40B4-BE49-F238E27FC236}">
                <a16:creationId xmlns:a16="http://schemas.microsoft.com/office/drawing/2014/main" id="{9CAA7E44-02CA-4B5B-9701-4048B5E3D580}"/>
              </a:ext>
            </a:extLst>
          </p:cNvPr>
          <p:cNvSpPr>
            <a:spLocks noGrp="1"/>
          </p:cNvSpPr>
          <p:nvPr/>
        </p:nvSpPr>
        <p:spPr>
          <a:xfrm>
            <a:off x="1859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7" name="Stage1_sixpanel_5338">
            <a:extLst>
              <a:ext uri="{FF2B5EF4-FFF2-40B4-BE49-F238E27FC236}">
                <a16:creationId xmlns:a16="http://schemas.microsoft.com/office/drawing/2014/main" id="{122A3DD0-12E7-4396-BBED-B8D932C4B8A0}"/>
              </a:ext>
            </a:extLst>
          </p:cNvPr>
          <p:cNvSpPr>
            <a:spLocks noGrp="1"/>
          </p:cNvSpPr>
          <p:nvPr/>
        </p:nvSpPr>
        <p:spPr>
          <a:xfrm>
            <a:off x="1932098" y="1628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8" name="Stage1_sixpanel_5339">
            <a:extLst>
              <a:ext uri="{FF2B5EF4-FFF2-40B4-BE49-F238E27FC236}">
                <a16:creationId xmlns:a16="http://schemas.microsoft.com/office/drawing/2014/main" id="{259A6BAB-8FAE-405D-92B2-3F06D3D34541}"/>
              </a:ext>
            </a:extLst>
          </p:cNvPr>
          <p:cNvSpPr>
            <a:spLocks noGrp="1"/>
          </p:cNvSpPr>
          <p:nvPr/>
        </p:nvSpPr>
        <p:spPr>
          <a:xfrm>
            <a:off x="1806742" y="14376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9" name="Stage1_sixpanel_5340">
            <a:extLst>
              <a:ext uri="{FF2B5EF4-FFF2-40B4-BE49-F238E27FC236}">
                <a16:creationId xmlns:a16="http://schemas.microsoft.com/office/drawing/2014/main" id="{9B9D48BA-C71A-4328-9E3B-D30A5130E6DD}"/>
              </a:ext>
            </a:extLst>
          </p:cNvPr>
          <p:cNvSpPr>
            <a:spLocks noGrp="1"/>
          </p:cNvSpPr>
          <p:nvPr/>
        </p:nvSpPr>
        <p:spPr>
          <a:xfrm>
            <a:off x="1874097" y="122626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0" name="Stage1_sixpanel_5341">
            <a:extLst>
              <a:ext uri="{FF2B5EF4-FFF2-40B4-BE49-F238E27FC236}">
                <a16:creationId xmlns:a16="http://schemas.microsoft.com/office/drawing/2014/main" id="{5D87A563-47CF-4812-BCFB-D14D01310790}"/>
              </a:ext>
            </a:extLst>
          </p:cNvPr>
          <p:cNvSpPr>
            <a:spLocks noGrp="1"/>
          </p:cNvSpPr>
          <p:nvPr/>
        </p:nvSpPr>
        <p:spPr>
          <a:xfrm>
            <a:off x="1841527" y="1842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1" name="Stage1_sixpanel_5342">
            <a:extLst>
              <a:ext uri="{FF2B5EF4-FFF2-40B4-BE49-F238E27FC236}">
                <a16:creationId xmlns:a16="http://schemas.microsoft.com/office/drawing/2014/main" id="{914D0834-56FD-4ED2-A0DA-E435715E6B23}"/>
              </a:ext>
            </a:extLst>
          </p:cNvPr>
          <p:cNvSpPr>
            <a:spLocks noGrp="1"/>
          </p:cNvSpPr>
          <p:nvPr/>
        </p:nvSpPr>
        <p:spPr>
          <a:xfrm>
            <a:off x="182463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2" name="Stage1_sixpanel_5343">
            <a:extLst>
              <a:ext uri="{FF2B5EF4-FFF2-40B4-BE49-F238E27FC236}">
                <a16:creationId xmlns:a16="http://schemas.microsoft.com/office/drawing/2014/main" id="{11E53F38-23C4-4BCA-925D-7034C2A08AA9}"/>
              </a:ext>
            </a:extLst>
          </p:cNvPr>
          <p:cNvSpPr>
            <a:spLocks noGrp="1"/>
          </p:cNvSpPr>
          <p:nvPr/>
        </p:nvSpPr>
        <p:spPr>
          <a:xfrm>
            <a:off x="1809400" y="24893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3" name="Stage1_sixpanel_5344">
            <a:extLst>
              <a:ext uri="{FF2B5EF4-FFF2-40B4-BE49-F238E27FC236}">
                <a16:creationId xmlns:a16="http://schemas.microsoft.com/office/drawing/2014/main" id="{E8234DC4-8D86-49A8-A72A-0BC0F5C9B88C}"/>
              </a:ext>
            </a:extLst>
          </p:cNvPr>
          <p:cNvSpPr>
            <a:spLocks noGrp="1"/>
          </p:cNvSpPr>
          <p:nvPr/>
        </p:nvSpPr>
        <p:spPr>
          <a:xfrm>
            <a:off x="1859187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4" name="Stage1_sixpanel_5345">
            <a:extLst>
              <a:ext uri="{FF2B5EF4-FFF2-40B4-BE49-F238E27FC236}">
                <a16:creationId xmlns:a16="http://schemas.microsoft.com/office/drawing/2014/main" id="{18295A1A-9ECB-4349-9EF1-B0940623594C}"/>
              </a:ext>
            </a:extLst>
          </p:cNvPr>
          <p:cNvSpPr>
            <a:spLocks noGrp="1"/>
          </p:cNvSpPr>
          <p:nvPr/>
        </p:nvSpPr>
        <p:spPr>
          <a:xfrm>
            <a:off x="1863555" y="16368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5" name="Stage1_sixpanel_5346">
            <a:extLst>
              <a:ext uri="{FF2B5EF4-FFF2-40B4-BE49-F238E27FC236}">
                <a16:creationId xmlns:a16="http://schemas.microsoft.com/office/drawing/2014/main" id="{24C637EC-E5F3-421C-98F6-89D3317BCD99}"/>
              </a:ext>
            </a:extLst>
          </p:cNvPr>
          <p:cNvSpPr>
            <a:spLocks noGrp="1"/>
          </p:cNvSpPr>
          <p:nvPr/>
        </p:nvSpPr>
        <p:spPr>
          <a:xfrm>
            <a:off x="1867109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6" name="Stage1_sixpanel_5347">
            <a:extLst>
              <a:ext uri="{FF2B5EF4-FFF2-40B4-BE49-F238E27FC236}">
                <a16:creationId xmlns:a16="http://schemas.microsoft.com/office/drawing/2014/main" id="{0B1D8D91-7470-4EF1-8F63-CA532AB0ECB0}"/>
              </a:ext>
            </a:extLst>
          </p:cNvPr>
          <p:cNvSpPr>
            <a:spLocks noGrp="1"/>
          </p:cNvSpPr>
          <p:nvPr/>
        </p:nvSpPr>
        <p:spPr>
          <a:xfrm>
            <a:off x="1825267" y="15895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7" name="Stage1_sixpanel_5348">
            <a:extLst>
              <a:ext uri="{FF2B5EF4-FFF2-40B4-BE49-F238E27FC236}">
                <a16:creationId xmlns:a16="http://schemas.microsoft.com/office/drawing/2014/main" id="{777394E2-5D7F-4CA8-BD7F-E8DA86FAFC11}"/>
              </a:ext>
            </a:extLst>
          </p:cNvPr>
          <p:cNvSpPr>
            <a:spLocks noGrp="1"/>
          </p:cNvSpPr>
          <p:nvPr/>
        </p:nvSpPr>
        <p:spPr>
          <a:xfrm>
            <a:off x="1913332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8" name="Stage1_sixpanel_5349">
            <a:extLst>
              <a:ext uri="{FF2B5EF4-FFF2-40B4-BE49-F238E27FC236}">
                <a16:creationId xmlns:a16="http://schemas.microsoft.com/office/drawing/2014/main" id="{D8FDFE92-08AF-485D-9581-EFDEF1B60266}"/>
              </a:ext>
            </a:extLst>
          </p:cNvPr>
          <p:cNvSpPr>
            <a:spLocks noGrp="1"/>
          </p:cNvSpPr>
          <p:nvPr/>
        </p:nvSpPr>
        <p:spPr>
          <a:xfrm>
            <a:off x="1842935" y="13152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79" name="Stage1_sixpanel_5350">
            <a:extLst>
              <a:ext uri="{FF2B5EF4-FFF2-40B4-BE49-F238E27FC236}">
                <a16:creationId xmlns:a16="http://schemas.microsoft.com/office/drawing/2014/main" id="{0D1A0D33-D056-4648-A391-DD7E6E991C45}"/>
              </a:ext>
            </a:extLst>
          </p:cNvPr>
          <p:cNvSpPr>
            <a:spLocks noGrp="1"/>
          </p:cNvSpPr>
          <p:nvPr/>
        </p:nvSpPr>
        <p:spPr>
          <a:xfrm>
            <a:off x="1848880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0" name="Stage1_sixpanel_5351">
            <a:extLst>
              <a:ext uri="{FF2B5EF4-FFF2-40B4-BE49-F238E27FC236}">
                <a16:creationId xmlns:a16="http://schemas.microsoft.com/office/drawing/2014/main" id="{2BA116A9-F717-43ED-89C4-F80FE03706D1}"/>
              </a:ext>
            </a:extLst>
          </p:cNvPr>
          <p:cNvSpPr>
            <a:spLocks noGrp="1"/>
          </p:cNvSpPr>
          <p:nvPr/>
        </p:nvSpPr>
        <p:spPr>
          <a:xfrm>
            <a:off x="1791021" y="21778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1" name="Stage1_sixpanel_5352">
            <a:extLst>
              <a:ext uri="{FF2B5EF4-FFF2-40B4-BE49-F238E27FC236}">
                <a16:creationId xmlns:a16="http://schemas.microsoft.com/office/drawing/2014/main" id="{0C22D592-4502-4242-81D7-3D04B1CA7C65}"/>
              </a:ext>
            </a:extLst>
          </p:cNvPr>
          <p:cNvSpPr>
            <a:spLocks noGrp="1"/>
          </p:cNvSpPr>
          <p:nvPr/>
        </p:nvSpPr>
        <p:spPr>
          <a:xfrm>
            <a:off x="1878280" y="17236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2" name="Stage1_sixpanel_5353">
            <a:extLst>
              <a:ext uri="{FF2B5EF4-FFF2-40B4-BE49-F238E27FC236}">
                <a16:creationId xmlns:a16="http://schemas.microsoft.com/office/drawing/2014/main" id="{07892C92-178B-4131-8040-E69A89145F26}"/>
              </a:ext>
            </a:extLst>
          </p:cNvPr>
          <p:cNvSpPr>
            <a:spLocks noGrp="1"/>
          </p:cNvSpPr>
          <p:nvPr/>
        </p:nvSpPr>
        <p:spPr>
          <a:xfrm>
            <a:off x="193554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3" name="Stage1_sixpanel_5354">
            <a:extLst>
              <a:ext uri="{FF2B5EF4-FFF2-40B4-BE49-F238E27FC236}">
                <a16:creationId xmlns:a16="http://schemas.microsoft.com/office/drawing/2014/main" id="{3514D5EC-83EA-4F4E-AF7F-FDB54E6A28FE}"/>
              </a:ext>
            </a:extLst>
          </p:cNvPr>
          <p:cNvSpPr>
            <a:spLocks noGrp="1"/>
          </p:cNvSpPr>
          <p:nvPr/>
        </p:nvSpPr>
        <p:spPr>
          <a:xfrm>
            <a:off x="1807651" y="20153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4" name="Stage1_sixpanel_5355">
            <a:extLst>
              <a:ext uri="{FF2B5EF4-FFF2-40B4-BE49-F238E27FC236}">
                <a16:creationId xmlns:a16="http://schemas.microsoft.com/office/drawing/2014/main" id="{32C3369B-17CF-4749-A46B-4A6C34D5D8A2}"/>
              </a:ext>
            </a:extLst>
          </p:cNvPr>
          <p:cNvSpPr>
            <a:spLocks noGrp="1"/>
          </p:cNvSpPr>
          <p:nvPr/>
        </p:nvSpPr>
        <p:spPr>
          <a:xfrm>
            <a:off x="1848893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5" name="Stage1_sixpanel_5356">
            <a:extLst>
              <a:ext uri="{FF2B5EF4-FFF2-40B4-BE49-F238E27FC236}">
                <a16:creationId xmlns:a16="http://schemas.microsoft.com/office/drawing/2014/main" id="{015A86F8-6D2E-416A-A5AE-6FB69FF94CED}"/>
              </a:ext>
            </a:extLst>
          </p:cNvPr>
          <p:cNvSpPr>
            <a:spLocks noGrp="1"/>
          </p:cNvSpPr>
          <p:nvPr/>
        </p:nvSpPr>
        <p:spPr>
          <a:xfrm>
            <a:off x="1901877" y="139826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6" name="Stage1_sixpanel_5357">
            <a:extLst>
              <a:ext uri="{FF2B5EF4-FFF2-40B4-BE49-F238E27FC236}">
                <a16:creationId xmlns:a16="http://schemas.microsoft.com/office/drawing/2014/main" id="{78DA3A67-E731-4D64-ABB1-4C76ED787BEB}"/>
              </a:ext>
            </a:extLst>
          </p:cNvPr>
          <p:cNvSpPr>
            <a:spLocks noGrp="1"/>
          </p:cNvSpPr>
          <p:nvPr/>
        </p:nvSpPr>
        <p:spPr>
          <a:xfrm>
            <a:off x="1831275" y="18847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7" name="Stage1_sixpanel_5358">
            <a:extLst>
              <a:ext uri="{FF2B5EF4-FFF2-40B4-BE49-F238E27FC236}">
                <a16:creationId xmlns:a16="http://schemas.microsoft.com/office/drawing/2014/main" id="{A7C4BE6D-06D9-425E-A81A-D34E6B7848C2}"/>
              </a:ext>
            </a:extLst>
          </p:cNvPr>
          <p:cNvSpPr>
            <a:spLocks noGrp="1"/>
          </p:cNvSpPr>
          <p:nvPr/>
        </p:nvSpPr>
        <p:spPr>
          <a:xfrm>
            <a:off x="1894269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8" name="Stage1_sixpanel_5359">
            <a:extLst>
              <a:ext uri="{FF2B5EF4-FFF2-40B4-BE49-F238E27FC236}">
                <a16:creationId xmlns:a16="http://schemas.microsoft.com/office/drawing/2014/main" id="{230F26B2-7845-4A2F-83DC-924478179565}"/>
              </a:ext>
            </a:extLst>
          </p:cNvPr>
          <p:cNvSpPr>
            <a:spLocks noGrp="1"/>
          </p:cNvSpPr>
          <p:nvPr/>
        </p:nvSpPr>
        <p:spPr>
          <a:xfrm>
            <a:off x="1923567" y="23970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89" name="Stage1_sixpanel_5360">
            <a:extLst>
              <a:ext uri="{FF2B5EF4-FFF2-40B4-BE49-F238E27FC236}">
                <a16:creationId xmlns:a16="http://schemas.microsoft.com/office/drawing/2014/main" id="{4F77A4DF-7A1E-46A5-8031-0D739223F43F}"/>
              </a:ext>
            </a:extLst>
          </p:cNvPr>
          <p:cNvSpPr>
            <a:spLocks noGrp="1"/>
          </p:cNvSpPr>
          <p:nvPr/>
        </p:nvSpPr>
        <p:spPr>
          <a:xfrm>
            <a:off x="1868080" y="14103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0" name="Stage1_sixpanel_5361">
            <a:extLst>
              <a:ext uri="{FF2B5EF4-FFF2-40B4-BE49-F238E27FC236}">
                <a16:creationId xmlns:a16="http://schemas.microsoft.com/office/drawing/2014/main" id="{3E124885-0724-4C95-ACB6-42007510C3C7}"/>
              </a:ext>
            </a:extLst>
          </p:cNvPr>
          <p:cNvSpPr>
            <a:spLocks noGrp="1"/>
          </p:cNvSpPr>
          <p:nvPr/>
        </p:nvSpPr>
        <p:spPr>
          <a:xfrm>
            <a:off x="1800902" y="17240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1" name="Stage1_sixpanel_5362">
            <a:extLst>
              <a:ext uri="{FF2B5EF4-FFF2-40B4-BE49-F238E27FC236}">
                <a16:creationId xmlns:a16="http://schemas.microsoft.com/office/drawing/2014/main" id="{1E7BF19B-D18C-439F-BAEA-E570F6A8FC5F}"/>
              </a:ext>
            </a:extLst>
          </p:cNvPr>
          <p:cNvSpPr>
            <a:spLocks noGrp="1"/>
          </p:cNvSpPr>
          <p:nvPr/>
        </p:nvSpPr>
        <p:spPr>
          <a:xfrm>
            <a:off x="1929776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2" name="Stage1_sixpanel_5363">
            <a:extLst>
              <a:ext uri="{FF2B5EF4-FFF2-40B4-BE49-F238E27FC236}">
                <a16:creationId xmlns:a16="http://schemas.microsoft.com/office/drawing/2014/main" id="{B4582BC8-7785-450C-A442-A3F1833E4F1B}"/>
              </a:ext>
            </a:extLst>
          </p:cNvPr>
          <p:cNvSpPr>
            <a:spLocks noGrp="1"/>
          </p:cNvSpPr>
          <p:nvPr/>
        </p:nvSpPr>
        <p:spPr>
          <a:xfrm>
            <a:off x="1937846" y="17346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3" name="Stage1_sixpanel_5364">
            <a:extLst>
              <a:ext uri="{FF2B5EF4-FFF2-40B4-BE49-F238E27FC236}">
                <a16:creationId xmlns:a16="http://schemas.microsoft.com/office/drawing/2014/main" id="{0B6E33F0-116C-46CF-9F81-74728B7767C3}"/>
              </a:ext>
            </a:extLst>
          </p:cNvPr>
          <p:cNvSpPr>
            <a:spLocks noGrp="1"/>
          </p:cNvSpPr>
          <p:nvPr/>
        </p:nvSpPr>
        <p:spPr>
          <a:xfrm>
            <a:off x="1883214" y="16148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4" name="Stage1_sixpanel_5365">
            <a:extLst>
              <a:ext uri="{FF2B5EF4-FFF2-40B4-BE49-F238E27FC236}">
                <a16:creationId xmlns:a16="http://schemas.microsoft.com/office/drawing/2014/main" id="{649D9591-B492-43FE-8E31-313194CB493E}"/>
              </a:ext>
            </a:extLst>
          </p:cNvPr>
          <p:cNvSpPr>
            <a:spLocks noGrp="1"/>
          </p:cNvSpPr>
          <p:nvPr/>
        </p:nvSpPr>
        <p:spPr>
          <a:xfrm>
            <a:off x="1907440" y="19333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5" name="Stage1_sixpanel_5366">
            <a:extLst>
              <a:ext uri="{FF2B5EF4-FFF2-40B4-BE49-F238E27FC236}">
                <a16:creationId xmlns:a16="http://schemas.microsoft.com/office/drawing/2014/main" id="{9B456F77-6AFE-4231-AADF-04408463111D}"/>
              </a:ext>
            </a:extLst>
          </p:cNvPr>
          <p:cNvSpPr>
            <a:spLocks noGrp="1"/>
          </p:cNvSpPr>
          <p:nvPr/>
        </p:nvSpPr>
        <p:spPr>
          <a:xfrm>
            <a:off x="1819030" y="18833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6" name="Stage1_sixpanel_5367">
            <a:extLst>
              <a:ext uri="{FF2B5EF4-FFF2-40B4-BE49-F238E27FC236}">
                <a16:creationId xmlns:a16="http://schemas.microsoft.com/office/drawing/2014/main" id="{0D7FA50B-9BBC-4A9D-A69B-8345A9A6B3D2}"/>
              </a:ext>
            </a:extLst>
          </p:cNvPr>
          <p:cNvSpPr>
            <a:spLocks noGrp="1"/>
          </p:cNvSpPr>
          <p:nvPr/>
        </p:nvSpPr>
        <p:spPr>
          <a:xfrm>
            <a:off x="1847159" y="18234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7" name="Stage1_sixpanel_5368">
            <a:extLst>
              <a:ext uri="{FF2B5EF4-FFF2-40B4-BE49-F238E27FC236}">
                <a16:creationId xmlns:a16="http://schemas.microsoft.com/office/drawing/2014/main" id="{675359AD-F082-47A8-AF32-5FE172972ABF}"/>
              </a:ext>
            </a:extLst>
          </p:cNvPr>
          <p:cNvSpPr>
            <a:spLocks noGrp="1"/>
          </p:cNvSpPr>
          <p:nvPr/>
        </p:nvSpPr>
        <p:spPr>
          <a:xfrm>
            <a:off x="1954443" y="1603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8" name="Stage1_sixpanel_5369">
            <a:extLst>
              <a:ext uri="{FF2B5EF4-FFF2-40B4-BE49-F238E27FC236}">
                <a16:creationId xmlns:a16="http://schemas.microsoft.com/office/drawing/2014/main" id="{5CDFE9B0-8B7E-4482-B38A-1EE3ADCCECB9}"/>
              </a:ext>
            </a:extLst>
          </p:cNvPr>
          <p:cNvSpPr>
            <a:spLocks noGrp="1"/>
          </p:cNvSpPr>
          <p:nvPr/>
        </p:nvSpPr>
        <p:spPr>
          <a:xfrm>
            <a:off x="1902663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99" name="Stage1_sixpanel_5370">
            <a:extLst>
              <a:ext uri="{FF2B5EF4-FFF2-40B4-BE49-F238E27FC236}">
                <a16:creationId xmlns:a16="http://schemas.microsoft.com/office/drawing/2014/main" id="{16368902-8428-4A7A-AE88-EFFCF30E3F54}"/>
              </a:ext>
            </a:extLst>
          </p:cNvPr>
          <p:cNvSpPr>
            <a:spLocks noGrp="1"/>
          </p:cNvSpPr>
          <p:nvPr/>
        </p:nvSpPr>
        <p:spPr>
          <a:xfrm>
            <a:off x="1913900" y="24457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0" name="Stage1_sixpanel_5371">
            <a:extLst>
              <a:ext uri="{FF2B5EF4-FFF2-40B4-BE49-F238E27FC236}">
                <a16:creationId xmlns:a16="http://schemas.microsoft.com/office/drawing/2014/main" id="{D43D8EE7-85DF-4016-903A-B7722599A17D}"/>
              </a:ext>
            </a:extLst>
          </p:cNvPr>
          <p:cNvSpPr>
            <a:spLocks noGrp="1"/>
          </p:cNvSpPr>
          <p:nvPr/>
        </p:nvSpPr>
        <p:spPr>
          <a:xfrm>
            <a:off x="1905623" y="16079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1" name="Stage1_sixpanel_5372">
            <a:extLst>
              <a:ext uri="{FF2B5EF4-FFF2-40B4-BE49-F238E27FC236}">
                <a16:creationId xmlns:a16="http://schemas.microsoft.com/office/drawing/2014/main" id="{7325239C-47E0-4960-8C27-6D1B95D810B6}"/>
              </a:ext>
            </a:extLst>
          </p:cNvPr>
          <p:cNvSpPr>
            <a:spLocks noGrp="1"/>
          </p:cNvSpPr>
          <p:nvPr/>
        </p:nvSpPr>
        <p:spPr>
          <a:xfrm>
            <a:off x="1928057" y="16185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2" name="Stage1_sixpanel_5373">
            <a:extLst>
              <a:ext uri="{FF2B5EF4-FFF2-40B4-BE49-F238E27FC236}">
                <a16:creationId xmlns:a16="http://schemas.microsoft.com/office/drawing/2014/main" id="{42810122-9022-4188-9924-FF491BF104B0}"/>
              </a:ext>
            </a:extLst>
          </p:cNvPr>
          <p:cNvSpPr>
            <a:spLocks noGrp="1"/>
          </p:cNvSpPr>
          <p:nvPr/>
        </p:nvSpPr>
        <p:spPr>
          <a:xfrm>
            <a:off x="1806799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3" name="Stage1_sixpanel_5374">
            <a:extLst>
              <a:ext uri="{FF2B5EF4-FFF2-40B4-BE49-F238E27FC236}">
                <a16:creationId xmlns:a16="http://schemas.microsoft.com/office/drawing/2014/main" id="{2CEA8C67-08EA-4AE8-B338-E6EB2A2892EF}"/>
              </a:ext>
            </a:extLst>
          </p:cNvPr>
          <p:cNvSpPr>
            <a:spLocks noGrp="1"/>
          </p:cNvSpPr>
          <p:nvPr/>
        </p:nvSpPr>
        <p:spPr>
          <a:xfrm>
            <a:off x="1885389" y="1667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4" name="Stage1_sixpanel_5375">
            <a:extLst>
              <a:ext uri="{FF2B5EF4-FFF2-40B4-BE49-F238E27FC236}">
                <a16:creationId xmlns:a16="http://schemas.microsoft.com/office/drawing/2014/main" id="{9CE73C7A-1AC1-48B4-BA43-F2288F73E348}"/>
              </a:ext>
            </a:extLst>
          </p:cNvPr>
          <p:cNvSpPr>
            <a:spLocks noGrp="1"/>
          </p:cNvSpPr>
          <p:nvPr/>
        </p:nvSpPr>
        <p:spPr>
          <a:xfrm>
            <a:off x="1928970" y="25952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5" name="Stage1_sixpanel_5376">
            <a:extLst>
              <a:ext uri="{FF2B5EF4-FFF2-40B4-BE49-F238E27FC236}">
                <a16:creationId xmlns:a16="http://schemas.microsoft.com/office/drawing/2014/main" id="{ABCFC1FC-BFF1-4B1E-8558-1BFE04CE3413}"/>
              </a:ext>
            </a:extLst>
          </p:cNvPr>
          <p:cNvSpPr>
            <a:spLocks noGrp="1"/>
          </p:cNvSpPr>
          <p:nvPr/>
        </p:nvSpPr>
        <p:spPr>
          <a:xfrm>
            <a:off x="180295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6" name="Stage1_sixpanel_5377">
            <a:extLst>
              <a:ext uri="{FF2B5EF4-FFF2-40B4-BE49-F238E27FC236}">
                <a16:creationId xmlns:a16="http://schemas.microsoft.com/office/drawing/2014/main" id="{E3084292-BDDC-4081-A221-488815AAF071}"/>
              </a:ext>
            </a:extLst>
          </p:cNvPr>
          <p:cNvSpPr>
            <a:spLocks noGrp="1"/>
          </p:cNvSpPr>
          <p:nvPr/>
        </p:nvSpPr>
        <p:spPr>
          <a:xfrm>
            <a:off x="182969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7" name="Stage1_sixpanel_5378">
            <a:extLst>
              <a:ext uri="{FF2B5EF4-FFF2-40B4-BE49-F238E27FC236}">
                <a16:creationId xmlns:a16="http://schemas.microsoft.com/office/drawing/2014/main" id="{6A4E37CA-992C-4D87-8F61-FC662F741919}"/>
              </a:ext>
            </a:extLst>
          </p:cNvPr>
          <p:cNvSpPr>
            <a:spLocks noGrp="1"/>
          </p:cNvSpPr>
          <p:nvPr/>
        </p:nvSpPr>
        <p:spPr>
          <a:xfrm>
            <a:off x="293551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8" name="Stage1_sixpanel_5379">
            <a:extLst>
              <a:ext uri="{FF2B5EF4-FFF2-40B4-BE49-F238E27FC236}">
                <a16:creationId xmlns:a16="http://schemas.microsoft.com/office/drawing/2014/main" id="{F4F8F6EE-9F72-4E4A-AF94-2D5CEC78399D}"/>
              </a:ext>
            </a:extLst>
          </p:cNvPr>
          <p:cNvSpPr>
            <a:spLocks noGrp="1"/>
          </p:cNvSpPr>
          <p:nvPr/>
        </p:nvSpPr>
        <p:spPr>
          <a:xfrm>
            <a:off x="289920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09" name="Stage1_sixpanel_5380">
            <a:extLst>
              <a:ext uri="{FF2B5EF4-FFF2-40B4-BE49-F238E27FC236}">
                <a16:creationId xmlns:a16="http://schemas.microsoft.com/office/drawing/2014/main" id="{6C3F45F0-D399-460B-B4C2-A3C2A05F8C4D}"/>
              </a:ext>
            </a:extLst>
          </p:cNvPr>
          <p:cNvSpPr>
            <a:spLocks noGrp="1"/>
          </p:cNvSpPr>
          <p:nvPr/>
        </p:nvSpPr>
        <p:spPr>
          <a:xfrm>
            <a:off x="30062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0" name="Stage1_sixpanel_5381">
            <a:extLst>
              <a:ext uri="{FF2B5EF4-FFF2-40B4-BE49-F238E27FC236}">
                <a16:creationId xmlns:a16="http://schemas.microsoft.com/office/drawing/2014/main" id="{0992839A-6772-4C1E-950B-6AA9F23D82AF}"/>
              </a:ext>
            </a:extLst>
          </p:cNvPr>
          <p:cNvSpPr>
            <a:spLocks noGrp="1"/>
          </p:cNvSpPr>
          <p:nvPr/>
        </p:nvSpPr>
        <p:spPr>
          <a:xfrm>
            <a:off x="2981226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1" name="Stage1_sixpanel_5382">
            <a:extLst>
              <a:ext uri="{FF2B5EF4-FFF2-40B4-BE49-F238E27FC236}">
                <a16:creationId xmlns:a16="http://schemas.microsoft.com/office/drawing/2014/main" id="{EDBC1D3E-6183-490A-8E89-4EC0113D7B75}"/>
              </a:ext>
            </a:extLst>
          </p:cNvPr>
          <p:cNvSpPr>
            <a:spLocks noGrp="1"/>
          </p:cNvSpPr>
          <p:nvPr/>
        </p:nvSpPr>
        <p:spPr>
          <a:xfrm>
            <a:off x="287912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2" name="Stage1_sixpanel_5383">
            <a:extLst>
              <a:ext uri="{FF2B5EF4-FFF2-40B4-BE49-F238E27FC236}">
                <a16:creationId xmlns:a16="http://schemas.microsoft.com/office/drawing/2014/main" id="{C99C86A6-75D0-409A-A4DC-B542F4D22BD4}"/>
              </a:ext>
            </a:extLst>
          </p:cNvPr>
          <p:cNvSpPr>
            <a:spLocks noGrp="1"/>
          </p:cNvSpPr>
          <p:nvPr/>
        </p:nvSpPr>
        <p:spPr>
          <a:xfrm>
            <a:off x="28716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3" name="Stage1_sixpanel_5384">
            <a:extLst>
              <a:ext uri="{FF2B5EF4-FFF2-40B4-BE49-F238E27FC236}">
                <a16:creationId xmlns:a16="http://schemas.microsoft.com/office/drawing/2014/main" id="{9005DA2E-3EBE-4F1D-AFC5-ED946AAF7E77}"/>
              </a:ext>
            </a:extLst>
          </p:cNvPr>
          <p:cNvSpPr>
            <a:spLocks noGrp="1"/>
          </p:cNvSpPr>
          <p:nvPr/>
        </p:nvSpPr>
        <p:spPr>
          <a:xfrm>
            <a:off x="29209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4" name="Stage1_sixpanel_5385">
            <a:extLst>
              <a:ext uri="{FF2B5EF4-FFF2-40B4-BE49-F238E27FC236}">
                <a16:creationId xmlns:a16="http://schemas.microsoft.com/office/drawing/2014/main" id="{AE6A68FC-00DB-456B-9913-1C0CFD9CCFC3}"/>
              </a:ext>
            </a:extLst>
          </p:cNvPr>
          <p:cNvSpPr>
            <a:spLocks noGrp="1"/>
          </p:cNvSpPr>
          <p:nvPr/>
        </p:nvSpPr>
        <p:spPr>
          <a:xfrm>
            <a:off x="29405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5" name="Stage1_sixpanel_5386">
            <a:extLst>
              <a:ext uri="{FF2B5EF4-FFF2-40B4-BE49-F238E27FC236}">
                <a16:creationId xmlns:a16="http://schemas.microsoft.com/office/drawing/2014/main" id="{2D564875-0A2B-4F31-9080-1798CEBE55A4}"/>
              </a:ext>
            </a:extLst>
          </p:cNvPr>
          <p:cNvSpPr>
            <a:spLocks noGrp="1"/>
          </p:cNvSpPr>
          <p:nvPr/>
        </p:nvSpPr>
        <p:spPr>
          <a:xfrm>
            <a:off x="2965623" y="23409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6" name="Stage1_sixpanel_5387">
            <a:extLst>
              <a:ext uri="{FF2B5EF4-FFF2-40B4-BE49-F238E27FC236}">
                <a16:creationId xmlns:a16="http://schemas.microsoft.com/office/drawing/2014/main" id="{A8E27658-D84A-45BD-9487-4DAE6FC3B106}"/>
              </a:ext>
            </a:extLst>
          </p:cNvPr>
          <p:cNvSpPr>
            <a:spLocks noGrp="1"/>
          </p:cNvSpPr>
          <p:nvPr/>
        </p:nvSpPr>
        <p:spPr>
          <a:xfrm>
            <a:off x="28588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7" name="Stage1_sixpanel_5388">
            <a:extLst>
              <a:ext uri="{FF2B5EF4-FFF2-40B4-BE49-F238E27FC236}">
                <a16:creationId xmlns:a16="http://schemas.microsoft.com/office/drawing/2014/main" id="{BE3155B8-FC65-404C-A24E-427F2967557F}"/>
              </a:ext>
            </a:extLst>
          </p:cNvPr>
          <p:cNvSpPr>
            <a:spLocks noGrp="1"/>
          </p:cNvSpPr>
          <p:nvPr/>
        </p:nvSpPr>
        <p:spPr>
          <a:xfrm>
            <a:off x="285174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8" name="Stage1_sixpanel_5389">
            <a:extLst>
              <a:ext uri="{FF2B5EF4-FFF2-40B4-BE49-F238E27FC236}">
                <a16:creationId xmlns:a16="http://schemas.microsoft.com/office/drawing/2014/main" id="{B0CEF290-890E-466A-A255-D3642368DF76}"/>
              </a:ext>
            </a:extLst>
          </p:cNvPr>
          <p:cNvSpPr>
            <a:spLocks noGrp="1"/>
          </p:cNvSpPr>
          <p:nvPr/>
        </p:nvSpPr>
        <p:spPr>
          <a:xfrm>
            <a:off x="28604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19" name="Stage1_sixpanel_5390">
            <a:extLst>
              <a:ext uri="{FF2B5EF4-FFF2-40B4-BE49-F238E27FC236}">
                <a16:creationId xmlns:a16="http://schemas.microsoft.com/office/drawing/2014/main" id="{56E38A0D-32EA-45CC-903D-36AE9FA5B043}"/>
              </a:ext>
            </a:extLst>
          </p:cNvPr>
          <p:cNvSpPr>
            <a:spLocks noGrp="1"/>
          </p:cNvSpPr>
          <p:nvPr/>
        </p:nvSpPr>
        <p:spPr>
          <a:xfrm>
            <a:off x="2936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0" name="Stage1_sixpanel_5391">
            <a:extLst>
              <a:ext uri="{FF2B5EF4-FFF2-40B4-BE49-F238E27FC236}">
                <a16:creationId xmlns:a16="http://schemas.microsoft.com/office/drawing/2014/main" id="{DDBBADB3-B5A2-4374-B5C9-B9F59326B803}"/>
              </a:ext>
            </a:extLst>
          </p:cNvPr>
          <p:cNvSpPr>
            <a:spLocks noGrp="1"/>
          </p:cNvSpPr>
          <p:nvPr/>
        </p:nvSpPr>
        <p:spPr>
          <a:xfrm>
            <a:off x="2938420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1" name="Stage1_sixpanel_5392">
            <a:extLst>
              <a:ext uri="{FF2B5EF4-FFF2-40B4-BE49-F238E27FC236}">
                <a16:creationId xmlns:a16="http://schemas.microsoft.com/office/drawing/2014/main" id="{4AE53D63-BAB5-41BD-8B44-8112BBA1BD16}"/>
              </a:ext>
            </a:extLst>
          </p:cNvPr>
          <p:cNvSpPr>
            <a:spLocks noGrp="1"/>
          </p:cNvSpPr>
          <p:nvPr/>
        </p:nvSpPr>
        <p:spPr>
          <a:xfrm>
            <a:off x="290362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2" name="Stage1_sixpanel_5393">
            <a:extLst>
              <a:ext uri="{FF2B5EF4-FFF2-40B4-BE49-F238E27FC236}">
                <a16:creationId xmlns:a16="http://schemas.microsoft.com/office/drawing/2014/main" id="{E02BE1C0-3824-4698-A1C2-95D54BC6E913}"/>
              </a:ext>
            </a:extLst>
          </p:cNvPr>
          <p:cNvSpPr>
            <a:spLocks noGrp="1"/>
          </p:cNvSpPr>
          <p:nvPr/>
        </p:nvSpPr>
        <p:spPr>
          <a:xfrm>
            <a:off x="300817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3" name="Stage1_sixpanel_5394">
            <a:extLst>
              <a:ext uri="{FF2B5EF4-FFF2-40B4-BE49-F238E27FC236}">
                <a16:creationId xmlns:a16="http://schemas.microsoft.com/office/drawing/2014/main" id="{96232F7D-B823-4C9B-95B0-053B1C003906}"/>
              </a:ext>
            </a:extLst>
          </p:cNvPr>
          <p:cNvSpPr>
            <a:spLocks noGrp="1"/>
          </p:cNvSpPr>
          <p:nvPr/>
        </p:nvSpPr>
        <p:spPr>
          <a:xfrm>
            <a:off x="29764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4" name="Stage1_sixpanel_5395">
            <a:extLst>
              <a:ext uri="{FF2B5EF4-FFF2-40B4-BE49-F238E27FC236}">
                <a16:creationId xmlns:a16="http://schemas.microsoft.com/office/drawing/2014/main" id="{46B3F788-6BDE-477D-8B5D-9AE88F52C7ED}"/>
              </a:ext>
            </a:extLst>
          </p:cNvPr>
          <p:cNvSpPr>
            <a:spLocks noGrp="1"/>
          </p:cNvSpPr>
          <p:nvPr/>
        </p:nvSpPr>
        <p:spPr>
          <a:xfrm>
            <a:off x="299221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5" name="Stage1_sixpanel_5396">
            <a:extLst>
              <a:ext uri="{FF2B5EF4-FFF2-40B4-BE49-F238E27FC236}">
                <a16:creationId xmlns:a16="http://schemas.microsoft.com/office/drawing/2014/main" id="{6BF95303-FE1E-474F-B28D-99B31E6471CB}"/>
              </a:ext>
            </a:extLst>
          </p:cNvPr>
          <p:cNvSpPr>
            <a:spLocks noGrp="1"/>
          </p:cNvSpPr>
          <p:nvPr/>
        </p:nvSpPr>
        <p:spPr>
          <a:xfrm>
            <a:off x="28633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6" name="Stage1_sixpanel_5397">
            <a:extLst>
              <a:ext uri="{FF2B5EF4-FFF2-40B4-BE49-F238E27FC236}">
                <a16:creationId xmlns:a16="http://schemas.microsoft.com/office/drawing/2014/main" id="{9EA820B5-97AD-4520-A982-2D3B0B59393E}"/>
              </a:ext>
            </a:extLst>
          </p:cNvPr>
          <p:cNvSpPr>
            <a:spLocks noGrp="1"/>
          </p:cNvSpPr>
          <p:nvPr/>
        </p:nvSpPr>
        <p:spPr>
          <a:xfrm>
            <a:off x="286107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7" name="Stage1_sixpanel_5398">
            <a:extLst>
              <a:ext uri="{FF2B5EF4-FFF2-40B4-BE49-F238E27FC236}">
                <a16:creationId xmlns:a16="http://schemas.microsoft.com/office/drawing/2014/main" id="{4B9DAA40-BE3F-4CCA-BC94-4B8CA8BFAD2D}"/>
              </a:ext>
            </a:extLst>
          </p:cNvPr>
          <p:cNvSpPr>
            <a:spLocks noGrp="1"/>
          </p:cNvSpPr>
          <p:nvPr/>
        </p:nvSpPr>
        <p:spPr>
          <a:xfrm>
            <a:off x="2957947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8" name="Stage1_sixpanel_5399">
            <a:extLst>
              <a:ext uri="{FF2B5EF4-FFF2-40B4-BE49-F238E27FC236}">
                <a16:creationId xmlns:a16="http://schemas.microsoft.com/office/drawing/2014/main" id="{85D8FF3C-352D-4CDC-BA48-664836BD5DEB}"/>
              </a:ext>
            </a:extLst>
          </p:cNvPr>
          <p:cNvSpPr>
            <a:spLocks noGrp="1"/>
          </p:cNvSpPr>
          <p:nvPr/>
        </p:nvSpPr>
        <p:spPr>
          <a:xfrm>
            <a:off x="29462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29" name="Stage1_sixpanel_5400">
            <a:extLst>
              <a:ext uri="{FF2B5EF4-FFF2-40B4-BE49-F238E27FC236}">
                <a16:creationId xmlns:a16="http://schemas.microsoft.com/office/drawing/2014/main" id="{A7068DCD-CF42-45A8-9C6B-F16EBC65C985}"/>
              </a:ext>
            </a:extLst>
          </p:cNvPr>
          <p:cNvSpPr>
            <a:spLocks noGrp="1"/>
          </p:cNvSpPr>
          <p:nvPr/>
        </p:nvSpPr>
        <p:spPr>
          <a:xfrm>
            <a:off x="2928134" y="14437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0" name="Stage1_sixpanel_5401">
            <a:extLst>
              <a:ext uri="{FF2B5EF4-FFF2-40B4-BE49-F238E27FC236}">
                <a16:creationId xmlns:a16="http://schemas.microsoft.com/office/drawing/2014/main" id="{7BA3CCDD-D5D9-4F62-9AAA-85753A7BB7C4}"/>
              </a:ext>
            </a:extLst>
          </p:cNvPr>
          <p:cNvSpPr>
            <a:spLocks noGrp="1"/>
          </p:cNvSpPr>
          <p:nvPr/>
        </p:nvSpPr>
        <p:spPr>
          <a:xfrm>
            <a:off x="3012697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1" name="Stage1_sixpanel_5402">
            <a:extLst>
              <a:ext uri="{FF2B5EF4-FFF2-40B4-BE49-F238E27FC236}">
                <a16:creationId xmlns:a16="http://schemas.microsoft.com/office/drawing/2014/main" id="{77F88713-F913-48DC-88CB-4869D5A76E6D}"/>
              </a:ext>
            </a:extLst>
          </p:cNvPr>
          <p:cNvSpPr>
            <a:spLocks noGrp="1"/>
          </p:cNvSpPr>
          <p:nvPr/>
        </p:nvSpPr>
        <p:spPr>
          <a:xfrm>
            <a:off x="2983330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2" name="Stage1_sixpanel_5403">
            <a:extLst>
              <a:ext uri="{FF2B5EF4-FFF2-40B4-BE49-F238E27FC236}">
                <a16:creationId xmlns:a16="http://schemas.microsoft.com/office/drawing/2014/main" id="{80DAFD7A-4822-48B9-9538-32C12CF0CF50}"/>
              </a:ext>
            </a:extLst>
          </p:cNvPr>
          <p:cNvSpPr>
            <a:spLocks noGrp="1"/>
          </p:cNvSpPr>
          <p:nvPr/>
        </p:nvSpPr>
        <p:spPr>
          <a:xfrm>
            <a:off x="2897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3" name="Stage1_sixpanel_5404">
            <a:extLst>
              <a:ext uri="{FF2B5EF4-FFF2-40B4-BE49-F238E27FC236}">
                <a16:creationId xmlns:a16="http://schemas.microsoft.com/office/drawing/2014/main" id="{ECCB303C-8EF8-494B-B776-AA463128777A}"/>
              </a:ext>
            </a:extLst>
          </p:cNvPr>
          <p:cNvSpPr>
            <a:spLocks noGrp="1"/>
          </p:cNvSpPr>
          <p:nvPr/>
        </p:nvSpPr>
        <p:spPr>
          <a:xfrm>
            <a:off x="297445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4" name="Stage1_sixpanel_5405">
            <a:extLst>
              <a:ext uri="{FF2B5EF4-FFF2-40B4-BE49-F238E27FC236}">
                <a16:creationId xmlns:a16="http://schemas.microsoft.com/office/drawing/2014/main" id="{08933265-D826-46CA-A121-0F8BFFBD2D4F}"/>
              </a:ext>
            </a:extLst>
          </p:cNvPr>
          <p:cNvSpPr>
            <a:spLocks noGrp="1"/>
          </p:cNvSpPr>
          <p:nvPr/>
        </p:nvSpPr>
        <p:spPr>
          <a:xfrm>
            <a:off x="2883733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5" name="Stage1_sixpanel_5406">
            <a:extLst>
              <a:ext uri="{FF2B5EF4-FFF2-40B4-BE49-F238E27FC236}">
                <a16:creationId xmlns:a16="http://schemas.microsoft.com/office/drawing/2014/main" id="{99A864C6-EEC4-493B-9A3A-ADA7F0FC3572}"/>
              </a:ext>
            </a:extLst>
          </p:cNvPr>
          <p:cNvSpPr>
            <a:spLocks noGrp="1"/>
          </p:cNvSpPr>
          <p:nvPr/>
        </p:nvSpPr>
        <p:spPr>
          <a:xfrm>
            <a:off x="2987132" y="21892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6" name="Stage1_sixpanel_5407">
            <a:extLst>
              <a:ext uri="{FF2B5EF4-FFF2-40B4-BE49-F238E27FC236}">
                <a16:creationId xmlns:a16="http://schemas.microsoft.com/office/drawing/2014/main" id="{2C8CD4AE-813D-41F8-8CD9-AF9EEE09C834}"/>
              </a:ext>
            </a:extLst>
          </p:cNvPr>
          <p:cNvSpPr>
            <a:spLocks noGrp="1"/>
          </p:cNvSpPr>
          <p:nvPr/>
        </p:nvSpPr>
        <p:spPr>
          <a:xfrm>
            <a:off x="28538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7" name="Stage1_sixpanel_5408">
            <a:extLst>
              <a:ext uri="{FF2B5EF4-FFF2-40B4-BE49-F238E27FC236}">
                <a16:creationId xmlns:a16="http://schemas.microsoft.com/office/drawing/2014/main" id="{018EF44D-9BE5-486D-A071-9B637BA82B7F}"/>
              </a:ext>
            </a:extLst>
          </p:cNvPr>
          <p:cNvSpPr>
            <a:spLocks noGrp="1"/>
          </p:cNvSpPr>
          <p:nvPr/>
        </p:nvSpPr>
        <p:spPr>
          <a:xfrm>
            <a:off x="29948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8" name="Stage1_sixpanel_5409">
            <a:extLst>
              <a:ext uri="{FF2B5EF4-FFF2-40B4-BE49-F238E27FC236}">
                <a16:creationId xmlns:a16="http://schemas.microsoft.com/office/drawing/2014/main" id="{A466C1FF-A3EF-4F42-9593-3CFAC7545ADE}"/>
              </a:ext>
            </a:extLst>
          </p:cNvPr>
          <p:cNvSpPr>
            <a:spLocks noGrp="1"/>
          </p:cNvSpPr>
          <p:nvPr/>
        </p:nvSpPr>
        <p:spPr>
          <a:xfrm>
            <a:off x="2970211" y="20844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39" name="Stage1_sixpanel_5410">
            <a:extLst>
              <a:ext uri="{FF2B5EF4-FFF2-40B4-BE49-F238E27FC236}">
                <a16:creationId xmlns:a16="http://schemas.microsoft.com/office/drawing/2014/main" id="{499441B6-498F-4628-8EF1-B2DAAEF544CC}"/>
              </a:ext>
            </a:extLst>
          </p:cNvPr>
          <p:cNvSpPr>
            <a:spLocks noGrp="1"/>
          </p:cNvSpPr>
          <p:nvPr/>
        </p:nvSpPr>
        <p:spPr>
          <a:xfrm>
            <a:off x="2998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0" name="Stage1_sixpanel_5411">
            <a:extLst>
              <a:ext uri="{FF2B5EF4-FFF2-40B4-BE49-F238E27FC236}">
                <a16:creationId xmlns:a16="http://schemas.microsoft.com/office/drawing/2014/main" id="{BF50CC4F-4031-4688-AAA6-2A793275641D}"/>
              </a:ext>
            </a:extLst>
          </p:cNvPr>
          <p:cNvSpPr>
            <a:spLocks noGrp="1"/>
          </p:cNvSpPr>
          <p:nvPr/>
        </p:nvSpPr>
        <p:spPr>
          <a:xfrm>
            <a:off x="289314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1" name="Stage1_sixpanel_5412">
            <a:extLst>
              <a:ext uri="{FF2B5EF4-FFF2-40B4-BE49-F238E27FC236}">
                <a16:creationId xmlns:a16="http://schemas.microsoft.com/office/drawing/2014/main" id="{504B65D5-A4E0-4CA2-956C-371FFE60EA6D}"/>
              </a:ext>
            </a:extLst>
          </p:cNvPr>
          <p:cNvSpPr>
            <a:spLocks noGrp="1"/>
          </p:cNvSpPr>
          <p:nvPr/>
        </p:nvSpPr>
        <p:spPr>
          <a:xfrm>
            <a:off x="29373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2" name="Stage1_sixpanel_5413">
            <a:extLst>
              <a:ext uri="{FF2B5EF4-FFF2-40B4-BE49-F238E27FC236}">
                <a16:creationId xmlns:a16="http://schemas.microsoft.com/office/drawing/2014/main" id="{9E26AFDC-7610-4BB9-9903-142D490D1B87}"/>
              </a:ext>
            </a:extLst>
          </p:cNvPr>
          <p:cNvSpPr>
            <a:spLocks noGrp="1"/>
          </p:cNvSpPr>
          <p:nvPr/>
        </p:nvSpPr>
        <p:spPr>
          <a:xfrm>
            <a:off x="29818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3" name="Stage1_sixpanel_5414">
            <a:extLst>
              <a:ext uri="{FF2B5EF4-FFF2-40B4-BE49-F238E27FC236}">
                <a16:creationId xmlns:a16="http://schemas.microsoft.com/office/drawing/2014/main" id="{4E2AA529-F149-4F03-99E1-CC4EC669D1F7}"/>
              </a:ext>
            </a:extLst>
          </p:cNvPr>
          <p:cNvSpPr>
            <a:spLocks noGrp="1"/>
          </p:cNvSpPr>
          <p:nvPr/>
        </p:nvSpPr>
        <p:spPr>
          <a:xfrm>
            <a:off x="28474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4" name="Stage1_sixpanel_5415">
            <a:extLst>
              <a:ext uri="{FF2B5EF4-FFF2-40B4-BE49-F238E27FC236}">
                <a16:creationId xmlns:a16="http://schemas.microsoft.com/office/drawing/2014/main" id="{C502537C-13B1-4CF7-BF8E-01D25BAA43BE}"/>
              </a:ext>
            </a:extLst>
          </p:cNvPr>
          <p:cNvSpPr>
            <a:spLocks noGrp="1"/>
          </p:cNvSpPr>
          <p:nvPr/>
        </p:nvSpPr>
        <p:spPr>
          <a:xfrm>
            <a:off x="300726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5" name="Stage1_sixpanel_5416">
            <a:extLst>
              <a:ext uri="{FF2B5EF4-FFF2-40B4-BE49-F238E27FC236}">
                <a16:creationId xmlns:a16="http://schemas.microsoft.com/office/drawing/2014/main" id="{08EAFCEC-87AA-4E27-B093-A4A1F2721744}"/>
              </a:ext>
            </a:extLst>
          </p:cNvPr>
          <p:cNvSpPr>
            <a:spLocks noGrp="1"/>
          </p:cNvSpPr>
          <p:nvPr/>
        </p:nvSpPr>
        <p:spPr>
          <a:xfrm>
            <a:off x="29314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6" name="Stage1_sixpanel_5417">
            <a:extLst>
              <a:ext uri="{FF2B5EF4-FFF2-40B4-BE49-F238E27FC236}">
                <a16:creationId xmlns:a16="http://schemas.microsoft.com/office/drawing/2014/main" id="{836649DF-A302-4253-9F32-86F6034434C1}"/>
              </a:ext>
            </a:extLst>
          </p:cNvPr>
          <p:cNvSpPr>
            <a:spLocks noGrp="1"/>
          </p:cNvSpPr>
          <p:nvPr/>
        </p:nvSpPr>
        <p:spPr>
          <a:xfrm>
            <a:off x="290684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7" name="Stage1_sixpanel_5418">
            <a:extLst>
              <a:ext uri="{FF2B5EF4-FFF2-40B4-BE49-F238E27FC236}">
                <a16:creationId xmlns:a16="http://schemas.microsoft.com/office/drawing/2014/main" id="{C8EDBBC3-B694-43A6-AA4F-2E588894C492}"/>
              </a:ext>
            </a:extLst>
          </p:cNvPr>
          <p:cNvSpPr>
            <a:spLocks noGrp="1"/>
          </p:cNvSpPr>
          <p:nvPr/>
        </p:nvSpPr>
        <p:spPr>
          <a:xfrm>
            <a:off x="2862608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8" name="Stage1_sixpanel_5419">
            <a:extLst>
              <a:ext uri="{FF2B5EF4-FFF2-40B4-BE49-F238E27FC236}">
                <a16:creationId xmlns:a16="http://schemas.microsoft.com/office/drawing/2014/main" id="{ECEC80B1-D17B-4AC2-AF03-6C4BF045A6E4}"/>
              </a:ext>
            </a:extLst>
          </p:cNvPr>
          <p:cNvSpPr>
            <a:spLocks noGrp="1"/>
          </p:cNvSpPr>
          <p:nvPr/>
        </p:nvSpPr>
        <p:spPr>
          <a:xfrm>
            <a:off x="287772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49" name="Stage1_sixpanel_5420">
            <a:extLst>
              <a:ext uri="{FF2B5EF4-FFF2-40B4-BE49-F238E27FC236}">
                <a16:creationId xmlns:a16="http://schemas.microsoft.com/office/drawing/2014/main" id="{6A1D36D9-F2BF-4915-9538-7D2AF252AC94}"/>
              </a:ext>
            </a:extLst>
          </p:cNvPr>
          <p:cNvSpPr>
            <a:spLocks noGrp="1"/>
          </p:cNvSpPr>
          <p:nvPr/>
        </p:nvSpPr>
        <p:spPr>
          <a:xfrm>
            <a:off x="30176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0" name="Stage1_sixpanel_5421">
            <a:extLst>
              <a:ext uri="{FF2B5EF4-FFF2-40B4-BE49-F238E27FC236}">
                <a16:creationId xmlns:a16="http://schemas.microsoft.com/office/drawing/2014/main" id="{CEEA3ABB-B6FA-4794-93E8-B4E97033D39B}"/>
              </a:ext>
            </a:extLst>
          </p:cNvPr>
          <p:cNvSpPr>
            <a:spLocks noGrp="1"/>
          </p:cNvSpPr>
          <p:nvPr/>
        </p:nvSpPr>
        <p:spPr>
          <a:xfrm>
            <a:off x="29212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1" name="Stage1_sixpanel_5422">
            <a:extLst>
              <a:ext uri="{FF2B5EF4-FFF2-40B4-BE49-F238E27FC236}">
                <a16:creationId xmlns:a16="http://schemas.microsoft.com/office/drawing/2014/main" id="{38C0A95B-99CF-4DC7-8EEE-A9FB8D90DEE7}"/>
              </a:ext>
            </a:extLst>
          </p:cNvPr>
          <p:cNvSpPr>
            <a:spLocks noGrp="1"/>
          </p:cNvSpPr>
          <p:nvPr/>
        </p:nvSpPr>
        <p:spPr>
          <a:xfrm>
            <a:off x="28953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2" name="Stage1_sixpanel_5423">
            <a:extLst>
              <a:ext uri="{FF2B5EF4-FFF2-40B4-BE49-F238E27FC236}">
                <a16:creationId xmlns:a16="http://schemas.microsoft.com/office/drawing/2014/main" id="{EA9C7AC1-9E00-46EA-BEEA-DEBAA15CD0AC}"/>
              </a:ext>
            </a:extLst>
          </p:cNvPr>
          <p:cNvSpPr>
            <a:spLocks noGrp="1"/>
          </p:cNvSpPr>
          <p:nvPr/>
        </p:nvSpPr>
        <p:spPr>
          <a:xfrm>
            <a:off x="29143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3" name="Stage1_sixpanel_5424">
            <a:extLst>
              <a:ext uri="{FF2B5EF4-FFF2-40B4-BE49-F238E27FC236}">
                <a16:creationId xmlns:a16="http://schemas.microsoft.com/office/drawing/2014/main" id="{EE9F2FA0-4A87-47CA-834D-A52AC9089793}"/>
              </a:ext>
            </a:extLst>
          </p:cNvPr>
          <p:cNvSpPr>
            <a:spLocks noGrp="1"/>
          </p:cNvSpPr>
          <p:nvPr/>
        </p:nvSpPr>
        <p:spPr>
          <a:xfrm>
            <a:off x="2961373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4" name="Stage1_sixpanel_5425">
            <a:extLst>
              <a:ext uri="{FF2B5EF4-FFF2-40B4-BE49-F238E27FC236}">
                <a16:creationId xmlns:a16="http://schemas.microsoft.com/office/drawing/2014/main" id="{C39C732A-05DE-4570-BED1-8325C34636BF}"/>
              </a:ext>
            </a:extLst>
          </p:cNvPr>
          <p:cNvSpPr>
            <a:spLocks noGrp="1"/>
          </p:cNvSpPr>
          <p:nvPr/>
        </p:nvSpPr>
        <p:spPr>
          <a:xfrm>
            <a:off x="289423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5" name="Stage1_sixpanel_5426">
            <a:extLst>
              <a:ext uri="{FF2B5EF4-FFF2-40B4-BE49-F238E27FC236}">
                <a16:creationId xmlns:a16="http://schemas.microsoft.com/office/drawing/2014/main" id="{1B191D90-E8B8-49F3-91B1-4AAD58F47D1A}"/>
              </a:ext>
            </a:extLst>
          </p:cNvPr>
          <p:cNvSpPr>
            <a:spLocks noGrp="1"/>
          </p:cNvSpPr>
          <p:nvPr/>
        </p:nvSpPr>
        <p:spPr>
          <a:xfrm>
            <a:off x="29532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6" name="Stage1_sixpanel_5427">
            <a:extLst>
              <a:ext uri="{FF2B5EF4-FFF2-40B4-BE49-F238E27FC236}">
                <a16:creationId xmlns:a16="http://schemas.microsoft.com/office/drawing/2014/main" id="{60415E00-FE5D-4127-8DFB-30AC21B22B35}"/>
              </a:ext>
            </a:extLst>
          </p:cNvPr>
          <p:cNvSpPr>
            <a:spLocks noGrp="1"/>
          </p:cNvSpPr>
          <p:nvPr/>
        </p:nvSpPr>
        <p:spPr>
          <a:xfrm>
            <a:off x="300087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7" name="Stage1_sixpanel_5428">
            <a:extLst>
              <a:ext uri="{FF2B5EF4-FFF2-40B4-BE49-F238E27FC236}">
                <a16:creationId xmlns:a16="http://schemas.microsoft.com/office/drawing/2014/main" id="{78E2262C-A4E7-46D3-8281-340B4443427D}"/>
              </a:ext>
            </a:extLst>
          </p:cNvPr>
          <p:cNvSpPr>
            <a:spLocks noGrp="1"/>
          </p:cNvSpPr>
          <p:nvPr/>
        </p:nvSpPr>
        <p:spPr>
          <a:xfrm>
            <a:off x="287790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8" name="Stage1_sixpanel_5429">
            <a:extLst>
              <a:ext uri="{FF2B5EF4-FFF2-40B4-BE49-F238E27FC236}">
                <a16:creationId xmlns:a16="http://schemas.microsoft.com/office/drawing/2014/main" id="{03711138-795D-4199-894C-B811C1F34F49}"/>
              </a:ext>
            </a:extLst>
          </p:cNvPr>
          <p:cNvSpPr>
            <a:spLocks noGrp="1"/>
          </p:cNvSpPr>
          <p:nvPr/>
        </p:nvSpPr>
        <p:spPr>
          <a:xfrm>
            <a:off x="2888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59" name="Stage1_sixpanel_5430">
            <a:extLst>
              <a:ext uri="{FF2B5EF4-FFF2-40B4-BE49-F238E27FC236}">
                <a16:creationId xmlns:a16="http://schemas.microsoft.com/office/drawing/2014/main" id="{18DF5C0C-166C-44E2-BD73-0D0B145A6CA7}"/>
              </a:ext>
            </a:extLst>
          </p:cNvPr>
          <p:cNvSpPr>
            <a:spLocks noGrp="1"/>
          </p:cNvSpPr>
          <p:nvPr/>
        </p:nvSpPr>
        <p:spPr>
          <a:xfrm>
            <a:off x="2872642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0" name="Stage1_sixpanel_5431">
            <a:extLst>
              <a:ext uri="{FF2B5EF4-FFF2-40B4-BE49-F238E27FC236}">
                <a16:creationId xmlns:a16="http://schemas.microsoft.com/office/drawing/2014/main" id="{A3CB3EED-F908-43AB-B70A-D15E559E1968}"/>
              </a:ext>
            </a:extLst>
          </p:cNvPr>
          <p:cNvSpPr>
            <a:spLocks noGrp="1"/>
          </p:cNvSpPr>
          <p:nvPr/>
        </p:nvSpPr>
        <p:spPr>
          <a:xfrm>
            <a:off x="2936720" y="15606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1" name="Stage1_sixpanel_5432">
            <a:extLst>
              <a:ext uri="{FF2B5EF4-FFF2-40B4-BE49-F238E27FC236}">
                <a16:creationId xmlns:a16="http://schemas.microsoft.com/office/drawing/2014/main" id="{F2463A88-7AFD-43B5-850C-DBC8CC1F2B53}"/>
              </a:ext>
            </a:extLst>
          </p:cNvPr>
          <p:cNvSpPr>
            <a:spLocks noGrp="1"/>
          </p:cNvSpPr>
          <p:nvPr/>
        </p:nvSpPr>
        <p:spPr>
          <a:xfrm>
            <a:off x="2855754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2" name="Stage1_sixpanel_5433">
            <a:extLst>
              <a:ext uri="{FF2B5EF4-FFF2-40B4-BE49-F238E27FC236}">
                <a16:creationId xmlns:a16="http://schemas.microsoft.com/office/drawing/2014/main" id="{C41C1D82-16A8-4EC1-A3FF-8FDF99D0F56B}"/>
              </a:ext>
            </a:extLst>
          </p:cNvPr>
          <p:cNvSpPr>
            <a:spLocks noGrp="1"/>
          </p:cNvSpPr>
          <p:nvPr/>
        </p:nvSpPr>
        <p:spPr>
          <a:xfrm>
            <a:off x="2990743" y="17422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3" name="Stage1_sixpanel_5434">
            <a:extLst>
              <a:ext uri="{FF2B5EF4-FFF2-40B4-BE49-F238E27FC236}">
                <a16:creationId xmlns:a16="http://schemas.microsoft.com/office/drawing/2014/main" id="{852B7E6F-24A1-40FA-9FC7-35B29C6C9C11}"/>
              </a:ext>
            </a:extLst>
          </p:cNvPr>
          <p:cNvSpPr>
            <a:spLocks noGrp="1"/>
          </p:cNvSpPr>
          <p:nvPr/>
        </p:nvSpPr>
        <p:spPr>
          <a:xfrm>
            <a:off x="2858465" y="17750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4" name="Stage1_sixpanel_5435">
            <a:extLst>
              <a:ext uri="{FF2B5EF4-FFF2-40B4-BE49-F238E27FC236}">
                <a16:creationId xmlns:a16="http://schemas.microsoft.com/office/drawing/2014/main" id="{0AB6A674-C7E4-414A-AFC6-BF1574F5D1AD}"/>
              </a:ext>
            </a:extLst>
          </p:cNvPr>
          <p:cNvSpPr>
            <a:spLocks noGrp="1"/>
          </p:cNvSpPr>
          <p:nvPr/>
        </p:nvSpPr>
        <p:spPr>
          <a:xfrm>
            <a:off x="28912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5" name="Stage1_sixpanel_5436">
            <a:extLst>
              <a:ext uri="{FF2B5EF4-FFF2-40B4-BE49-F238E27FC236}">
                <a16:creationId xmlns:a16="http://schemas.microsoft.com/office/drawing/2014/main" id="{52A45E1B-4E2C-4B6B-8A2A-6D06AEA2A309}"/>
              </a:ext>
            </a:extLst>
          </p:cNvPr>
          <p:cNvSpPr>
            <a:spLocks noGrp="1"/>
          </p:cNvSpPr>
          <p:nvPr/>
        </p:nvSpPr>
        <p:spPr>
          <a:xfrm>
            <a:off x="3010585" y="25650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6" name="Stage1_sixpanel_5437">
            <a:extLst>
              <a:ext uri="{FF2B5EF4-FFF2-40B4-BE49-F238E27FC236}">
                <a16:creationId xmlns:a16="http://schemas.microsoft.com/office/drawing/2014/main" id="{5303C23D-6494-471A-B600-53792F1AA971}"/>
              </a:ext>
            </a:extLst>
          </p:cNvPr>
          <p:cNvSpPr>
            <a:spLocks noGrp="1"/>
          </p:cNvSpPr>
          <p:nvPr/>
        </p:nvSpPr>
        <p:spPr>
          <a:xfrm>
            <a:off x="289036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7" name="Stage1_sixpanel_5438">
            <a:extLst>
              <a:ext uri="{FF2B5EF4-FFF2-40B4-BE49-F238E27FC236}">
                <a16:creationId xmlns:a16="http://schemas.microsoft.com/office/drawing/2014/main" id="{C5CFD2C7-1893-4C76-838A-B6C8B9D448C3}"/>
              </a:ext>
            </a:extLst>
          </p:cNvPr>
          <p:cNvSpPr>
            <a:spLocks noGrp="1"/>
          </p:cNvSpPr>
          <p:nvPr/>
        </p:nvSpPr>
        <p:spPr>
          <a:xfrm>
            <a:off x="2935908" y="16672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8" name="Stage1_sixpanel_5439">
            <a:extLst>
              <a:ext uri="{FF2B5EF4-FFF2-40B4-BE49-F238E27FC236}">
                <a16:creationId xmlns:a16="http://schemas.microsoft.com/office/drawing/2014/main" id="{506AE472-4D5D-4439-AAF7-5B03F80ECFCB}"/>
              </a:ext>
            </a:extLst>
          </p:cNvPr>
          <p:cNvSpPr>
            <a:spLocks noGrp="1"/>
          </p:cNvSpPr>
          <p:nvPr/>
        </p:nvSpPr>
        <p:spPr>
          <a:xfrm>
            <a:off x="299216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69" name="Stage1_sixpanel_5440">
            <a:extLst>
              <a:ext uri="{FF2B5EF4-FFF2-40B4-BE49-F238E27FC236}">
                <a16:creationId xmlns:a16="http://schemas.microsoft.com/office/drawing/2014/main" id="{C19B19CC-AD42-465B-8E11-A1408B6C5CFB}"/>
              </a:ext>
            </a:extLst>
          </p:cNvPr>
          <p:cNvSpPr>
            <a:spLocks noGrp="1"/>
          </p:cNvSpPr>
          <p:nvPr/>
        </p:nvSpPr>
        <p:spPr>
          <a:xfrm>
            <a:off x="28654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0" name="Stage1_sixpanel_5441">
            <a:extLst>
              <a:ext uri="{FF2B5EF4-FFF2-40B4-BE49-F238E27FC236}">
                <a16:creationId xmlns:a16="http://schemas.microsoft.com/office/drawing/2014/main" id="{F4AACAA0-40F8-4469-80FE-234819DEC613}"/>
              </a:ext>
            </a:extLst>
          </p:cNvPr>
          <p:cNvSpPr>
            <a:spLocks noGrp="1"/>
          </p:cNvSpPr>
          <p:nvPr/>
        </p:nvSpPr>
        <p:spPr>
          <a:xfrm>
            <a:off x="29352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1" name="Stage1_sixpanel_5442">
            <a:extLst>
              <a:ext uri="{FF2B5EF4-FFF2-40B4-BE49-F238E27FC236}">
                <a16:creationId xmlns:a16="http://schemas.microsoft.com/office/drawing/2014/main" id="{9235BC60-D24A-463A-955E-A17C3A9B6360}"/>
              </a:ext>
            </a:extLst>
          </p:cNvPr>
          <p:cNvSpPr>
            <a:spLocks noGrp="1"/>
          </p:cNvSpPr>
          <p:nvPr/>
        </p:nvSpPr>
        <p:spPr>
          <a:xfrm>
            <a:off x="28677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2" name="Stage1_sixpanel_5443">
            <a:extLst>
              <a:ext uri="{FF2B5EF4-FFF2-40B4-BE49-F238E27FC236}">
                <a16:creationId xmlns:a16="http://schemas.microsoft.com/office/drawing/2014/main" id="{4030A447-6DB4-4926-A5F4-6CDF9CF656AB}"/>
              </a:ext>
            </a:extLst>
          </p:cNvPr>
          <p:cNvSpPr>
            <a:spLocks noGrp="1"/>
          </p:cNvSpPr>
          <p:nvPr/>
        </p:nvSpPr>
        <p:spPr>
          <a:xfrm>
            <a:off x="2852285" y="17457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3" name="Stage1_sixpanel_5444">
            <a:extLst>
              <a:ext uri="{FF2B5EF4-FFF2-40B4-BE49-F238E27FC236}">
                <a16:creationId xmlns:a16="http://schemas.microsoft.com/office/drawing/2014/main" id="{1B9A53D9-FC81-4F57-8C0C-2B8E4BE5EAAB}"/>
              </a:ext>
            </a:extLst>
          </p:cNvPr>
          <p:cNvSpPr>
            <a:spLocks noGrp="1"/>
          </p:cNvSpPr>
          <p:nvPr/>
        </p:nvSpPr>
        <p:spPr>
          <a:xfrm>
            <a:off x="2932325" y="18682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4" name="Stage1_sixpanel_5445">
            <a:extLst>
              <a:ext uri="{FF2B5EF4-FFF2-40B4-BE49-F238E27FC236}">
                <a16:creationId xmlns:a16="http://schemas.microsoft.com/office/drawing/2014/main" id="{366E2767-91E4-4321-9A7C-CA2571D24D42}"/>
              </a:ext>
            </a:extLst>
          </p:cNvPr>
          <p:cNvSpPr>
            <a:spLocks noGrp="1"/>
          </p:cNvSpPr>
          <p:nvPr/>
        </p:nvSpPr>
        <p:spPr>
          <a:xfrm>
            <a:off x="29419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5" name="Stage1_sixpanel_5446">
            <a:extLst>
              <a:ext uri="{FF2B5EF4-FFF2-40B4-BE49-F238E27FC236}">
                <a16:creationId xmlns:a16="http://schemas.microsoft.com/office/drawing/2014/main" id="{7D15522C-CD7B-4923-A5EA-62E895DADFE4}"/>
              </a:ext>
            </a:extLst>
          </p:cNvPr>
          <p:cNvSpPr>
            <a:spLocks noGrp="1"/>
          </p:cNvSpPr>
          <p:nvPr/>
        </p:nvSpPr>
        <p:spPr>
          <a:xfrm>
            <a:off x="28698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6" name="Stage1_sixpanel_5447">
            <a:extLst>
              <a:ext uri="{FF2B5EF4-FFF2-40B4-BE49-F238E27FC236}">
                <a16:creationId xmlns:a16="http://schemas.microsoft.com/office/drawing/2014/main" id="{45B5D456-B756-4573-BC8C-E5648EE58095}"/>
              </a:ext>
            </a:extLst>
          </p:cNvPr>
          <p:cNvSpPr>
            <a:spLocks noGrp="1"/>
          </p:cNvSpPr>
          <p:nvPr/>
        </p:nvSpPr>
        <p:spPr>
          <a:xfrm>
            <a:off x="2983501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7" name="Stage1_sixpanel_5448">
            <a:extLst>
              <a:ext uri="{FF2B5EF4-FFF2-40B4-BE49-F238E27FC236}">
                <a16:creationId xmlns:a16="http://schemas.microsoft.com/office/drawing/2014/main" id="{AEE8F2DB-3B41-4564-92B6-0F9374829ADC}"/>
              </a:ext>
            </a:extLst>
          </p:cNvPr>
          <p:cNvSpPr>
            <a:spLocks noGrp="1"/>
          </p:cNvSpPr>
          <p:nvPr/>
        </p:nvSpPr>
        <p:spPr>
          <a:xfrm>
            <a:off x="290558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8" name="Stage1_sixpanel_5449">
            <a:extLst>
              <a:ext uri="{FF2B5EF4-FFF2-40B4-BE49-F238E27FC236}">
                <a16:creationId xmlns:a16="http://schemas.microsoft.com/office/drawing/2014/main" id="{93417F5C-2701-47E8-A18B-211223234637}"/>
              </a:ext>
            </a:extLst>
          </p:cNvPr>
          <p:cNvSpPr>
            <a:spLocks noGrp="1"/>
          </p:cNvSpPr>
          <p:nvPr/>
        </p:nvSpPr>
        <p:spPr>
          <a:xfrm>
            <a:off x="2893728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79" name="Stage1_sixpanel_5450">
            <a:extLst>
              <a:ext uri="{FF2B5EF4-FFF2-40B4-BE49-F238E27FC236}">
                <a16:creationId xmlns:a16="http://schemas.microsoft.com/office/drawing/2014/main" id="{F96F2782-C355-42B7-8B38-FCF43A8B106A}"/>
              </a:ext>
            </a:extLst>
          </p:cNvPr>
          <p:cNvSpPr>
            <a:spLocks noGrp="1"/>
          </p:cNvSpPr>
          <p:nvPr/>
        </p:nvSpPr>
        <p:spPr>
          <a:xfrm>
            <a:off x="298882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0" name="Stage1_sixpanel_5451">
            <a:extLst>
              <a:ext uri="{FF2B5EF4-FFF2-40B4-BE49-F238E27FC236}">
                <a16:creationId xmlns:a16="http://schemas.microsoft.com/office/drawing/2014/main" id="{5D0DFCAE-9828-48B9-B2E4-3DB9B52999B2}"/>
              </a:ext>
            </a:extLst>
          </p:cNvPr>
          <p:cNvSpPr>
            <a:spLocks noGrp="1"/>
          </p:cNvSpPr>
          <p:nvPr/>
        </p:nvSpPr>
        <p:spPr>
          <a:xfrm>
            <a:off x="289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1" name="Stage1_sixpanel_5452">
            <a:extLst>
              <a:ext uri="{FF2B5EF4-FFF2-40B4-BE49-F238E27FC236}">
                <a16:creationId xmlns:a16="http://schemas.microsoft.com/office/drawing/2014/main" id="{9626FD8D-12FB-4F35-B297-05175A28A320}"/>
              </a:ext>
            </a:extLst>
          </p:cNvPr>
          <p:cNvSpPr>
            <a:spLocks noGrp="1"/>
          </p:cNvSpPr>
          <p:nvPr/>
        </p:nvSpPr>
        <p:spPr>
          <a:xfrm>
            <a:off x="2857177" y="2119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2" name="Stage1_sixpanel_5453">
            <a:extLst>
              <a:ext uri="{FF2B5EF4-FFF2-40B4-BE49-F238E27FC236}">
                <a16:creationId xmlns:a16="http://schemas.microsoft.com/office/drawing/2014/main" id="{FA56A857-A879-4EAB-95A0-6D4E8EFD204A}"/>
              </a:ext>
            </a:extLst>
          </p:cNvPr>
          <p:cNvSpPr>
            <a:spLocks noGrp="1"/>
          </p:cNvSpPr>
          <p:nvPr/>
        </p:nvSpPr>
        <p:spPr>
          <a:xfrm>
            <a:off x="29528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3" name="Stage1_sixpanel_5454">
            <a:extLst>
              <a:ext uri="{FF2B5EF4-FFF2-40B4-BE49-F238E27FC236}">
                <a16:creationId xmlns:a16="http://schemas.microsoft.com/office/drawing/2014/main" id="{25305AC9-2299-447D-A454-0F4B2659DFC1}"/>
              </a:ext>
            </a:extLst>
          </p:cNvPr>
          <p:cNvSpPr>
            <a:spLocks noGrp="1"/>
          </p:cNvSpPr>
          <p:nvPr/>
        </p:nvSpPr>
        <p:spPr>
          <a:xfrm>
            <a:off x="2880587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4" name="Stage1_sixpanel_5455">
            <a:extLst>
              <a:ext uri="{FF2B5EF4-FFF2-40B4-BE49-F238E27FC236}">
                <a16:creationId xmlns:a16="http://schemas.microsoft.com/office/drawing/2014/main" id="{4AC43CE2-6004-4F93-9818-DA1E3DCF97BA}"/>
              </a:ext>
            </a:extLst>
          </p:cNvPr>
          <p:cNvSpPr>
            <a:spLocks noGrp="1"/>
          </p:cNvSpPr>
          <p:nvPr/>
        </p:nvSpPr>
        <p:spPr>
          <a:xfrm>
            <a:off x="286281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5" name="Stage1_sixpanel_5456">
            <a:extLst>
              <a:ext uri="{FF2B5EF4-FFF2-40B4-BE49-F238E27FC236}">
                <a16:creationId xmlns:a16="http://schemas.microsoft.com/office/drawing/2014/main" id="{A8117D94-B729-4A84-A83D-D030600AE7B8}"/>
              </a:ext>
            </a:extLst>
          </p:cNvPr>
          <p:cNvSpPr>
            <a:spLocks noGrp="1"/>
          </p:cNvSpPr>
          <p:nvPr/>
        </p:nvSpPr>
        <p:spPr>
          <a:xfrm>
            <a:off x="285254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6" name="Stage1_sixpanel_5457">
            <a:extLst>
              <a:ext uri="{FF2B5EF4-FFF2-40B4-BE49-F238E27FC236}">
                <a16:creationId xmlns:a16="http://schemas.microsoft.com/office/drawing/2014/main" id="{42BEB114-53B8-4B0A-A965-FE7E195CC601}"/>
              </a:ext>
            </a:extLst>
          </p:cNvPr>
          <p:cNvSpPr>
            <a:spLocks noGrp="1"/>
          </p:cNvSpPr>
          <p:nvPr/>
        </p:nvSpPr>
        <p:spPr>
          <a:xfrm>
            <a:off x="2962551" y="15465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7" name="Stage1_sixpanel_5458">
            <a:extLst>
              <a:ext uri="{FF2B5EF4-FFF2-40B4-BE49-F238E27FC236}">
                <a16:creationId xmlns:a16="http://schemas.microsoft.com/office/drawing/2014/main" id="{E3DF760F-8C18-4416-8C51-62B040B5E973}"/>
              </a:ext>
            </a:extLst>
          </p:cNvPr>
          <p:cNvSpPr>
            <a:spLocks noGrp="1"/>
          </p:cNvSpPr>
          <p:nvPr/>
        </p:nvSpPr>
        <p:spPr>
          <a:xfrm>
            <a:off x="286400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8" name="Stage1_sixpanel_5459">
            <a:extLst>
              <a:ext uri="{FF2B5EF4-FFF2-40B4-BE49-F238E27FC236}">
                <a16:creationId xmlns:a16="http://schemas.microsoft.com/office/drawing/2014/main" id="{CFD5242E-D355-4F4A-BB9D-5D8FFC025EAF}"/>
              </a:ext>
            </a:extLst>
          </p:cNvPr>
          <p:cNvSpPr>
            <a:spLocks noGrp="1"/>
          </p:cNvSpPr>
          <p:nvPr/>
        </p:nvSpPr>
        <p:spPr>
          <a:xfrm>
            <a:off x="28926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89" name="Stage1_sixpanel_5460">
            <a:extLst>
              <a:ext uri="{FF2B5EF4-FFF2-40B4-BE49-F238E27FC236}">
                <a16:creationId xmlns:a16="http://schemas.microsoft.com/office/drawing/2014/main" id="{C327D9EA-1DF9-4C54-89E4-540D79D9F00D}"/>
              </a:ext>
            </a:extLst>
          </p:cNvPr>
          <p:cNvSpPr>
            <a:spLocks noGrp="1"/>
          </p:cNvSpPr>
          <p:nvPr/>
        </p:nvSpPr>
        <p:spPr>
          <a:xfrm>
            <a:off x="2903768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0" name="Stage1_sixpanel_5461">
            <a:extLst>
              <a:ext uri="{FF2B5EF4-FFF2-40B4-BE49-F238E27FC236}">
                <a16:creationId xmlns:a16="http://schemas.microsoft.com/office/drawing/2014/main" id="{BF647F90-689F-4722-B8C1-F3E018DFB471}"/>
              </a:ext>
            </a:extLst>
          </p:cNvPr>
          <p:cNvSpPr>
            <a:spLocks noGrp="1"/>
          </p:cNvSpPr>
          <p:nvPr/>
        </p:nvSpPr>
        <p:spPr>
          <a:xfrm>
            <a:off x="2903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1" name="Stage1_sixpanel_5462">
            <a:extLst>
              <a:ext uri="{FF2B5EF4-FFF2-40B4-BE49-F238E27FC236}">
                <a16:creationId xmlns:a16="http://schemas.microsoft.com/office/drawing/2014/main" id="{2C7B1DBB-1508-4105-AA29-F6F73BECD4A4}"/>
              </a:ext>
            </a:extLst>
          </p:cNvPr>
          <p:cNvSpPr>
            <a:spLocks noGrp="1"/>
          </p:cNvSpPr>
          <p:nvPr/>
        </p:nvSpPr>
        <p:spPr>
          <a:xfrm>
            <a:off x="28841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2" name="Stage1_sixpanel_5463">
            <a:extLst>
              <a:ext uri="{FF2B5EF4-FFF2-40B4-BE49-F238E27FC236}">
                <a16:creationId xmlns:a16="http://schemas.microsoft.com/office/drawing/2014/main" id="{D99B5FA3-6938-4FE6-BC13-0148987D6B1B}"/>
              </a:ext>
            </a:extLst>
          </p:cNvPr>
          <p:cNvSpPr>
            <a:spLocks noGrp="1"/>
          </p:cNvSpPr>
          <p:nvPr/>
        </p:nvSpPr>
        <p:spPr>
          <a:xfrm>
            <a:off x="2917677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3" name="Stage1_sixpanel_5464">
            <a:extLst>
              <a:ext uri="{FF2B5EF4-FFF2-40B4-BE49-F238E27FC236}">
                <a16:creationId xmlns:a16="http://schemas.microsoft.com/office/drawing/2014/main" id="{B8978156-E36F-43E8-8C44-2DEDFF021999}"/>
              </a:ext>
            </a:extLst>
          </p:cNvPr>
          <p:cNvSpPr>
            <a:spLocks noGrp="1"/>
          </p:cNvSpPr>
          <p:nvPr/>
        </p:nvSpPr>
        <p:spPr>
          <a:xfrm>
            <a:off x="292478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4" name="Stage1_sixpanel_5465">
            <a:extLst>
              <a:ext uri="{FF2B5EF4-FFF2-40B4-BE49-F238E27FC236}">
                <a16:creationId xmlns:a16="http://schemas.microsoft.com/office/drawing/2014/main" id="{13BAFD03-BD9D-4916-88B1-5385D0054638}"/>
              </a:ext>
            </a:extLst>
          </p:cNvPr>
          <p:cNvSpPr>
            <a:spLocks noGrp="1"/>
          </p:cNvSpPr>
          <p:nvPr/>
        </p:nvSpPr>
        <p:spPr>
          <a:xfrm>
            <a:off x="29147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5" name="Stage1_sixpanel_5466">
            <a:extLst>
              <a:ext uri="{FF2B5EF4-FFF2-40B4-BE49-F238E27FC236}">
                <a16:creationId xmlns:a16="http://schemas.microsoft.com/office/drawing/2014/main" id="{0B1F3B2A-C9BB-43F0-BBC5-F8F8709F258E}"/>
              </a:ext>
            </a:extLst>
          </p:cNvPr>
          <p:cNvSpPr>
            <a:spLocks noGrp="1"/>
          </p:cNvSpPr>
          <p:nvPr/>
        </p:nvSpPr>
        <p:spPr>
          <a:xfrm>
            <a:off x="285668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6" name="Stage1_sixpanel_5467">
            <a:extLst>
              <a:ext uri="{FF2B5EF4-FFF2-40B4-BE49-F238E27FC236}">
                <a16:creationId xmlns:a16="http://schemas.microsoft.com/office/drawing/2014/main" id="{56FED0FC-96C5-47CC-A951-1E341FFBB684}"/>
              </a:ext>
            </a:extLst>
          </p:cNvPr>
          <p:cNvSpPr>
            <a:spLocks noGrp="1"/>
          </p:cNvSpPr>
          <p:nvPr/>
        </p:nvSpPr>
        <p:spPr>
          <a:xfrm>
            <a:off x="28959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7" name="Stage1_sixpanel_5468">
            <a:extLst>
              <a:ext uri="{FF2B5EF4-FFF2-40B4-BE49-F238E27FC236}">
                <a16:creationId xmlns:a16="http://schemas.microsoft.com/office/drawing/2014/main" id="{9D13749B-E061-4D9D-BB64-3A98E9DF2C25}"/>
              </a:ext>
            </a:extLst>
          </p:cNvPr>
          <p:cNvSpPr>
            <a:spLocks noGrp="1"/>
          </p:cNvSpPr>
          <p:nvPr/>
        </p:nvSpPr>
        <p:spPr>
          <a:xfrm>
            <a:off x="2943220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8" name="Stage1_sixpanel_5469">
            <a:extLst>
              <a:ext uri="{FF2B5EF4-FFF2-40B4-BE49-F238E27FC236}">
                <a16:creationId xmlns:a16="http://schemas.microsoft.com/office/drawing/2014/main" id="{52020355-77D0-4D5B-8F94-08AD8E994444}"/>
              </a:ext>
            </a:extLst>
          </p:cNvPr>
          <p:cNvSpPr>
            <a:spLocks noGrp="1"/>
          </p:cNvSpPr>
          <p:nvPr/>
        </p:nvSpPr>
        <p:spPr>
          <a:xfrm>
            <a:off x="2944396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299" name="Stage1_sixpanel_5470">
            <a:extLst>
              <a:ext uri="{FF2B5EF4-FFF2-40B4-BE49-F238E27FC236}">
                <a16:creationId xmlns:a16="http://schemas.microsoft.com/office/drawing/2014/main" id="{F0864D14-4165-4752-BA12-B82D5FFB9D6E}"/>
              </a:ext>
            </a:extLst>
          </p:cNvPr>
          <p:cNvSpPr>
            <a:spLocks noGrp="1"/>
          </p:cNvSpPr>
          <p:nvPr/>
        </p:nvSpPr>
        <p:spPr>
          <a:xfrm>
            <a:off x="28859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0" name="Stage1_sixpanel_5471">
            <a:extLst>
              <a:ext uri="{FF2B5EF4-FFF2-40B4-BE49-F238E27FC236}">
                <a16:creationId xmlns:a16="http://schemas.microsoft.com/office/drawing/2014/main" id="{1A1C278E-C2E6-41D9-A8E7-9EF6165C6ED6}"/>
              </a:ext>
            </a:extLst>
          </p:cNvPr>
          <p:cNvSpPr>
            <a:spLocks noGrp="1"/>
          </p:cNvSpPr>
          <p:nvPr/>
        </p:nvSpPr>
        <p:spPr>
          <a:xfrm>
            <a:off x="28788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1" name="Stage1_sixpanel_5472">
            <a:extLst>
              <a:ext uri="{FF2B5EF4-FFF2-40B4-BE49-F238E27FC236}">
                <a16:creationId xmlns:a16="http://schemas.microsoft.com/office/drawing/2014/main" id="{E7C7FB19-ED23-4775-B63A-D6590D338420}"/>
              </a:ext>
            </a:extLst>
          </p:cNvPr>
          <p:cNvSpPr>
            <a:spLocks noGrp="1"/>
          </p:cNvSpPr>
          <p:nvPr/>
        </p:nvSpPr>
        <p:spPr>
          <a:xfrm>
            <a:off x="29816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2" name="Stage1_sixpanel_5473">
            <a:extLst>
              <a:ext uri="{FF2B5EF4-FFF2-40B4-BE49-F238E27FC236}">
                <a16:creationId xmlns:a16="http://schemas.microsoft.com/office/drawing/2014/main" id="{FFD77F76-B781-4C2E-ACEC-76C546D846EC}"/>
              </a:ext>
            </a:extLst>
          </p:cNvPr>
          <p:cNvSpPr>
            <a:spLocks noGrp="1"/>
          </p:cNvSpPr>
          <p:nvPr/>
        </p:nvSpPr>
        <p:spPr>
          <a:xfrm>
            <a:off x="2909201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3" name="Stage1_sixpanel_5474">
            <a:extLst>
              <a:ext uri="{FF2B5EF4-FFF2-40B4-BE49-F238E27FC236}">
                <a16:creationId xmlns:a16="http://schemas.microsoft.com/office/drawing/2014/main" id="{BFA65B80-35E1-4C73-A4DE-49C7DFD7775E}"/>
              </a:ext>
            </a:extLst>
          </p:cNvPr>
          <p:cNvSpPr>
            <a:spLocks noGrp="1"/>
          </p:cNvSpPr>
          <p:nvPr/>
        </p:nvSpPr>
        <p:spPr>
          <a:xfrm>
            <a:off x="28657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4" name="Stage1_sixpanel_5475">
            <a:extLst>
              <a:ext uri="{FF2B5EF4-FFF2-40B4-BE49-F238E27FC236}">
                <a16:creationId xmlns:a16="http://schemas.microsoft.com/office/drawing/2014/main" id="{8ABE8FBE-3B1C-470B-9F0A-26216B389D2D}"/>
              </a:ext>
            </a:extLst>
          </p:cNvPr>
          <p:cNvSpPr>
            <a:spLocks noGrp="1"/>
          </p:cNvSpPr>
          <p:nvPr/>
        </p:nvSpPr>
        <p:spPr>
          <a:xfrm>
            <a:off x="28841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5" name="Stage1_sixpanel_5476">
            <a:extLst>
              <a:ext uri="{FF2B5EF4-FFF2-40B4-BE49-F238E27FC236}">
                <a16:creationId xmlns:a16="http://schemas.microsoft.com/office/drawing/2014/main" id="{8AECAA1B-681D-4846-A2C1-912698C3A82E}"/>
              </a:ext>
            </a:extLst>
          </p:cNvPr>
          <p:cNvSpPr>
            <a:spLocks noGrp="1"/>
          </p:cNvSpPr>
          <p:nvPr/>
        </p:nvSpPr>
        <p:spPr>
          <a:xfrm>
            <a:off x="2927220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6" name="Stage1_sixpanel_5477">
            <a:extLst>
              <a:ext uri="{FF2B5EF4-FFF2-40B4-BE49-F238E27FC236}">
                <a16:creationId xmlns:a16="http://schemas.microsoft.com/office/drawing/2014/main" id="{070F7CAB-96FF-4BC1-9045-2F2FC06BD40B}"/>
              </a:ext>
            </a:extLst>
          </p:cNvPr>
          <p:cNvSpPr>
            <a:spLocks noGrp="1"/>
          </p:cNvSpPr>
          <p:nvPr/>
        </p:nvSpPr>
        <p:spPr>
          <a:xfrm>
            <a:off x="2927199" y="1645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7" name="Stage1_sixpanel_5478">
            <a:extLst>
              <a:ext uri="{FF2B5EF4-FFF2-40B4-BE49-F238E27FC236}">
                <a16:creationId xmlns:a16="http://schemas.microsoft.com/office/drawing/2014/main" id="{A4CED0AB-8CD5-49CF-932A-104B153AD223}"/>
              </a:ext>
            </a:extLst>
          </p:cNvPr>
          <p:cNvSpPr>
            <a:spLocks noGrp="1"/>
          </p:cNvSpPr>
          <p:nvPr/>
        </p:nvSpPr>
        <p:spPr>
          <a:xfrm>
            <a:off x="2883421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8" name="Stage1_sixpanel_5479">
            <a:extLst>
              <a:ext uri="{FF2B5EF4-FFF2-40B4-BE49-F238E27FC236}">
                <a16:creationId xmlns:a16="http://schemas.microsoft.com/office/drawing/2014/main" id="{B7C3C8B2-65D8-4F81-BEB7-BB34DCB5229C}"/>
              </a:ext>
            </a:extLst>
          </p:cNvPr>
          <p:cNvSpPr>
            <a:spLocks noGrp="1"/>
          </p:cNvSpPr>
          <p:nvPr/>
        </p:nvSpPr>
        <p:spPr>
          <a:xfrm>
            <a:off x="30051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09" name="Stage1_sixpanel_5480">
            <a:extLst>
              <a:ext uri="{FF2B5EF4-FFF2-40B4-BE49-F238E27FC236}">
                <a16:creationId xmlns:a16="http://schemas.microsoft.com/office/drawing/2014/main" id="{80BF2A59-93CD-431D-B6BF-85841BA5C6F1}"/>
              </a:ext>
            </a:extLst>
          </p:cNvPr>
          <p:cNvSpPr>
            <a:spLocks noGrp="1"/>
          </p:cNvSpPr>
          <p:nvPr/>
        </p:nvSpPr>
        <p:spPr>
          <a:xfrm>
            <a:off x="294008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0" name="Stage1_sixpanel_5481">
            <a:extLst>
              <a:ext uri="{FF2B5EF4-FFF2-40B4-BE49-F238E27FC236}">
                <a16:creationId xmlns:a16="http://schemas.microsoft.com/office/drawing/2014/main" id="{0C6BEDEB-E3D0-4C53-90EC-FEF8B4E99AEF}"/>
              </a:ext>
            </a:extLst>
          </p:cNvPr>
          <p:cNvSpPr>
            <a:spLocks noGrp="1"/>
          </p:cNvSpPr>
          <p:nvPr/>
        </p:nvSpPr>
        <p:spPr>
          <a:xfrm>
            <a:off x="3004113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1" name="Stage1_sixpanel_5482">
            <a:extLst>
              <a:ext uri="{FF2B5EF4-FFF2-40B4-BE49-F238E27FC236}">
                <a16:creationId xmlns:a16="http://schemas.microsoft.com/office/drawing/2014/main" id="{72970F5B-D81B-424E-9DB5-A46D68D7D2D9}"/>
              </a:ext>
            </a:extLst>
          </p:cNvPr>
          <p:cNvSpPr>
            <a:spLocks noGrp="1"/>
          </p:cNvSpPr>
          <p:nvPr/>
        </p:nvSpPr>
        <p:spPr>
          <a:xfrm>
            <a:off x="2922793" y="131500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2" name="Stage1_sixpanel_5483">
            <a:extLst>
              <a:ext uri="{FF2B5EF4-FFF2-40B4-BE49-F238E27FC236}">
                <a16:creationId xmlns:a16="http://schemas.microsoft.com/office/drawing/2014/main" id="{AB34F3C1-5166-449D-B8E1-858CF0B48699}"/>
              </a:ext>
            </a:extLst>
          </p:cNvPr>
          <p:cNvSpPr>
            <a:spLocks noGrp="1"/>
          </p:cNvSpPr>
          <p:nvPr/>
        </p:nvSpPr>
        <p:spPr>
          <a:xfrm>
            <a:off x="299952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3" name="Stage1_sixpanel_5484">
            <a:extLst>
              <a:ext uri="{FF2B5EF4-FFF2-40B4-BE49-F238E27FC236}">
                <a16:creationId xmlns:a16="http://schemas.microsoft.com/office/drawing/2014/main" id="{2F949B41-0AC9-46DB-AFB6-99B717949975}"/>
              </a:ext>
            </a:extLst>
          </p:cNvPr>
          <p:cNvSpPr>
            <a:spLocks noGrp="1"/>
          </p:cNvSpPr>
          <p:nvPr/>
        </p:nvSpPr>
        <p:spPr>
          <a:xfrm>
            <a:off x="2993674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4" name="Stage1_sixpanel_5485">
            <a:extLst>
              <a:ext uri="{FF2B5EF4-FFF2-40B4-BE49-F238E27FC236}">
                <a16:creationId xmlns:a16="http://schemas.microsoft.com/office/drawing/2014/main" id="{E973BD2C-DD4B-4DDF-9A8A-7813064BD493}"/>
              </a:ext>
            </a:extLst>
          </p:cNvPr>
          <p:cNvSpPr>
            <a:spLocks noGrp="1"/>
          </p:cNvSpPr>
          <p:nvPr/>
        </p:nvSpPr>
        <p:spPr>
          <a:xfrm>
            <a:off x="2895650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5" name="Stage1_sixpanel_5486">
            <a:extLst>
              <a:ext uri="{FF2B5EF4-FFF2-40B4-BE49-F238E27FC236}">
                <a16:creationId xmlns:a16="http://schemas.microsoft.com/office/drawing/2014/main" id="{A25B4DE0-E66C-4EAC-9431-E63E82D1ABC3}"/>
              </a:ext>
            </a:extLst>
          </p:cNvPr>
          <p:cNvSpPr>
            <a:spLocks noGrp="1"/>
          </p:cNvSpPr>
          <p:nvPr/>
        </p:nvSpPr>
        <p:spPr>
          <a:xfrm>
            <a:off x="2888352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6" name="Stage1_sixpanel_5487">
            <a:extLst>
              <a:ext uri="{FF2B5EF4-FFF2-40B4-BE49-F238E27FC236}">
                <a16:creationId xmlns:a16="http://schemas.microsoft.com/office/drawing/2014/main" id="{3FAC8C4C-6D9B-4B5E-BB2F-57A9DB4F93BF}"/>
              </a:ext>
            </a:extLst>
          </p:cNvPr>
          <p:cNvSpPr>
            <a:spLocks noGrp="1"/>
          </p:cNvSpPr>
          <p:nvPr/>
        </p:nvSpPr>
        <p:spPr>
          <a:xfrm>
            <a:off x="29649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7" name="Stage1_sixpanel_5488">
            <a:extLst>
              <a:ext uri="{FF2B5EF4-FFF2-40B4-BE49-F238E27FC236}">
                <a16:creationId xmlns:a16="http://schemas.microsoft.com/office/drawing/2014/main" id="{F36D58AB-87E4-49C5-80B1-7FBF195DB5A2}"/>
              </a:ext>
            </a:extLst>
          </p:cNvPr>
          <p:cNvSpPr>
            <a:spLocks noGrp="1"/>
          </p:cNvSpPr>
          <p:nvPr/>
        </p:nvSpPr>
        <p:spPr>
          <a:xfrm>
            <a:off x="29367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8" name="Stage1_sixpanel_5489">
            <a:extLst>
              <a:ext uri="{FF2B5EF4-FFF2-40B4-BE49-F238E27FC236}">
                <a16:creationId xmlns:a16="http://schemas.microsoft.com/office/drawing/2014/main" id="{5FB64D11-42FE-46CD-B03E-7FF313F27079}"/>
              </a:ext>
            </a:extLst>
          </p:cNvPr>
          <p:cNvSpPr>
            <a:spLocks noGrp="1"/>
          </p:cNvSpPr>
          <p:nvPr/>
        </p:nvSpPr>
        <p:spPr>
          <a:xfrm>
            <a:off x="28600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19" name="Stage1_sixpanel_5490">
            <a:extLst>
              <a:ext uri="{FF2B5EF4-FFF2-40B4-BE49-F238E27FC236}">
                <a16:creationId xmlns:a16="http://schemas.microsoft.com/office/drawing/2014/main" id="{ED2D928D-25D3-4494-AF1E-FD6EF11F4A39}"/>
              </a:ext>
            </a:extLst>
          </p:cNvPr>
          <p:cNvSpPr>
            <a:spLocks noGrp="1"/>
          </p:cNvSpPr>
          <p:nvPr/>
        </p:nvSpPr>
        <p:spPr>
          <a:xfrm>
            <a:off x="2928025" y="15192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0" name="Stage1_sixpanel_5491">
            <a:extLst>
              <a:ext uri="{FF2B5EF4-FFF2-40B4-BE49-F238E27FC236}">
                <a16:creationId xmlns:a16="http://schemas.microsoft.com/office/drawing/2014/main" id="{F9B429E4-5A8E-401C-B34C-04394198199E}"/>
              </a:ext>
            </a:extLst>
          </p:cNvPr>
          <p:cNvSpPr>
            <a:spLocks noGrp="1"/>
          </p:cNvSpPr>
          <p:nvPr/>
        </p:nvSpPr>
        <p:spPr>
          <a:xfrm>
            <a:off x="298707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1" name="Stage1_sixpanel_5492">
            <a:extLst>
              <a:ext uri="{FF2B5EF4-FFF2-40B4-BE49-F238E27FC236}">
                <a16:creationId xmlns:a16="http://schemas.microsoft.com/office/drawing/2014/main" id="{CDF96435-FBAE-4BDA-A9E7-0CC6F948772A}"/>
              </a:ext>
            </a:extLst>
          </p:cNvPr>
          <p:cNvSpPr>
            <a:spLocks noGrp="1"/>
          </p:cNvSpPr>
          <p:nvPr/>
        </p:nvSpPr>
        <p:spPr>
          <a:xfrm>
            <a:off x="294071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2" name="Stage1_sixpanel_5493">
            <a:extLst>
              <a:ext uri="{FF2B5EF4-FFF2-40B4-BE49-F238E27FC236}">
                <a16:creationId xmlns:a16="http://schemas.microsoft.com/office/drawing/2014/main" id="{5C660F13-E37F-4709-89B7-D265F8138851}"/>
              </a:ext>
            </a:extLst>
          </p:cNvPr>
          <p:cNvSpPr>
            <a:spLocks noGrp="1"/>
          </p:cNvSpPr>
          <p:nvPr/>
        </p:nvSpPr>
        <p:spPr>
          <a:xfrm>
            <a:off x="29208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3" name="Stage1_sixpanel_5494">
            <a:extLst>
              <a:ext uri="{FF2B5EF4-FFF2-40B4-BE49-F238E27FC236}">
                <a16:creationId xmlns:a16="http://schemas.microsoft.com/office/drawing/2014/main" id="{FCAFCDE2-5F54-4BC0-95EE-D8F4DE868D91}"/>
              </a:ext>
            </a:extLst>
          </p:cNvPr>
          <p:cNvSpPr>
            <a:spLocks noGrp="1"/>
          </p:cNvSpPr>
          <p:nvPr/>
        </p:nvSpPr>
        <p:spPr>
          <a:xfrm>
            <a:off x="2868546" y="16350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4" name="Stage1_sixpanel_5495">
            <a:extLst>
              <a:ext uri="{FF2B5EF4-FFF2-40B4-BE49-F238E27FC236}">
                <a16:creationId xmlns:a16="http://schemas.microsoft.com/office/drawing/2014/main" id="{DFDCF8D1-7934-4BC3-89C1-5A37215F2F40}"/>
              </a:ext>
            </a:extLst>
          </p:cNvPr>
          <p:cNvSpPr>
            <a:spLocks noGrp="1"/>
          </p:cNvSpPr>
          <p:nvPr/>
        </p:nvSpPr>
        <p:spPr>
          <a:xfrm>
            <a:off x="28836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5" name="Stage1_sixpanel_5496">
            <a:extLst>
              <a:ext uri="{FF2B5EF4-FFF2-40B4-BE49-F238E27FC236}">
                <a16:creationId xmlns:a16="http://schemas.microsoft.com/office/drawing/2014/main" id="{36C5566D-ED10-4964-B660-C40392D342C3}"/>
              </a:ext>
            </a:extLst>
          </p:cNvPr>
          <p:cNvSpPr>
            <a:spLocks noGrp="1"/>
          </p:cNvSpPr>
          <p:nvPr/>
        </p:nvSpPr>
        <p:spPr>
          <a:xfrm>
            <a:off x="299608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6" name="Stage1_sixpanel_5497">
            <a:extLst>
              <a:ext uri="{FF2B5EF4-FFF2-40B4-BE49-F238E27FC236}">
                <a16:creationId xmlns:a16="http://schemas.microsoft.com/office/drawing/2014/main" id="{E033CDE0-0F11-48F7-924B-B9E34E86D62E}"/>
              </a:ext>
            </a:extLst>
          </p:cNvPr>
          <p:cNvSpPr>
            <a:spLocks noGrp="1"/>
          </p:cNvSpPr>
          <p:nvPr/>
        </p:nvSpPr>
        <p:spPr>
          <a:xfrm>
            <a:off x="30117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" name="Stage1_sixpanel_5498">
            <a:extLst>
              <a:ext uri="{FF2B5EF4-FFF2-40B4-BE49-F238E27FC236}">
                <a16:creationId xmlns:a16="http://schemas.microsoft.com/office/drawing/2014/main" id="{CB0E4428-8F0A-438B-B5ED-F67516FEDEAE}"/>
              </a:ext>
            </a:extLst>
          </p:cNvPr>
          <p:cNvSpPr>
            <a:spLocks noGrp="1"/>
          </p:cNvSpPr>
          <p:nvPr/>
        </p:nvSpPr>
        <p:spPr>
          <a:xfrm>
            <a:off x="30099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" name="Stage1_sixpanel_5499">
            <a:extLst>
              <a:ext uri="{FF2B5EF4-FFF2-40B4-BE49-F238E27FC236}">
                <a16:creationId xmlns:a16="http://schemas.microsoft.com/office/drawing/2014/main" id="{733BE72C-8050-4469-8AD8-38141901FA2A}"/>
              </a:ext>
            </a:extLst>
          </p:cNvPr>
          <p:cNvSpPr>
            <a:spLocks noGrp="1"/>
          </p:cNvSpPr>
          <p:nvPr/>
        </p:nvSpPr>
        <p:spPr>
          <a:xfrm>
            <a:off x="2893578" y="177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" name="Stage1_sixpanel_5500">
            <a:extLst>
              <a:ext uri="{FF2B5EF4-FFF2-40B4-BE49-F238E27FC236}">
                <a16:creationId xmlns:a16="http://schemas.microsoft.com/office/drawing/2014/main" id="{C12FAB8C-EA97-4AE5-B4C5-C0D321FC62DE}"/>
              </a:ext>
            </a:extLst>
          </p:cNvPr>
          <p:cNvSpPr>
            <a:spLocks noGrp="1"/>
          </p:cNvSpPr>
          <p:nvPr/>
        </p:nvSpPr>
        <p:spPr>
          <a:xfrm>
            <a:off x="29254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" name="Stage1_sixpanel_5501">
            <a:extLst>
              <a:ext uri="{FF2B5EF4-FFF2-40B4-BE49-F238E27FC236}">
                <a16:creationId xmlns:a16="http://schemas.microsoft.com/office/drawing/2014/main" id="{527DF835-0F49-42FE-975F-E86D0CB8E221}"/>
              </a:ext>
            </a:extLst>
          </p:cNvPr>
          <p:cNvSpPr>
            <a:spLocks noGrp="1"/>
          </p:cNvSpPr>
          <p:nvPr/>
        </p:nvSpPr>
        <p:spPr>
          <a:xfrm>
            <a:off x="2961598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" name="Stage1_sixpanel_5502">
            <a:extLst>
              <a:ext uri="{FF2B5EF4-FFF2-40B4-BE49-F238E27FC236}">
                <a16:creationId xmlns:a16="http://schemas.microsoft.com/office/drawing/2014/main" id="{D4A2B4B9-2872-4ED6-81D1-4225E39C67D9}"/>
              </a:ext>
            </a:extLst>
          </p:cNvPr>
          <p:cNvSpPr>
            <a:spLocks noGrp="1"/>
          </p:cNvSpPr>
          <p:nvPr/>
        </p:nvSpPr>
        <p:spPr>
          <a:xfrm>
            <a:off x="30171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" name="Stage1_sixpanel_5503">
            <a:extLst>
              <a:ext uri="{FF2B5EF4-FFF2-40B4-BE49-F238E27FC236}">
                <a16:creationId xmlns:a16="http://schemas.microsoft.com/office/drawing/2014/main" id="{401BBDA3-DD71-4A9C-9FB4-B1BB3B5BFFB1}"/>
              </a:ext>
            </a:extLst>
          </p:cNvPr>
          <p:cNvSpPr>
            <a:spLocks noGrp="1"/>
          </p:cNvSpPr>
          <p:nvPr/>
        </p:nvSpPr>
        <p:spPr>
          <a:xfrm>
            <a:off x="29181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" name="Stage1_sixpanel_5504">
            <a:extLst>
              <a:ext uri="{FF2B5EF4-FFF2-40B4-BE49-F238E27FC236}">
                <a16:creationId xmlns:a16="http://schemas.microsoft.com/office/drawing/2014/main" id="{C99D22F8-7D72-4692-BD1D-F79016B055A6}"/>
              </a:ext>
            </a:extLst>
          </p:cNvPr>
          <p:cNvSpPr>
            <a:spLocks noGrp="1"/>
          </p:cNvSpPr>
          <p:nvPr/>
        </p:nvSpPr>
        <p:spPr>
          <a:xfrm>
            <a:off x="3011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" name="Stage1_sixpanel_5505">
            <a:extLst>
              <a:ext uri="{FF2B5EF4-FFF2-40B4-BE49-F238E27FC236}">
                <a16:creationId xmlns:a16="http://schemas.microsoft.com/office/drawing/2014/main" id="{6D121736-EF8C-4385-BA95-7198911FD416}"/>
              </a:ext>
            </a:extLst>
          </p:cNvPr>
          <p:cNvSpPr>
            <a:spLocks noGrp="1"/>
          </p:cNvSpPr>
          <p:nvPr/>
        </p:nvSpPr>
        <p:spPr>
          <a:xfrm>
            <a:off x="2926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" name="Stage1_sixpanel_5506">
            <a:extLst>
              <a:ext uri="{FF2B5EF4-FFF2-40B4-BE49-F238E27FC236}">
                <a16:creationId xmlns:a16="http://schemas.microsoft.com/office/drawing/2014/main" id="{A4386D2A-EF56-4331-9192-B1B7B0D6B7E8}"/>
              </a:ext>
            </a:extLst>
          </p:cNvPr>
          <p:cNvSpPr>
            <a:spLocks noGrp="1"/>
          </p:cNvSpPr>
          <p:nvPr/>
        </p:nvSpPr>
        <p:spPr>
          <a:xfrm>
            <a:off x="289266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" name="Stage1_sixpanel_5507">
            <a:extLst>
              <a:ext uri="{FF2B5EF4-FFF2-40B4-BE49-F238E27FC236}">
                <a16:creationId xmlns:a16="http://schemas.microsoft.com/office/drawing/2014/main" id="{B8BA7495-C562-454C-B7D7-2ABE1D32D355}"/>
              </a:ext>
            </a:extLst>
          </p:cNvPr>
          <p:cNvSpPr>
            <a:spLocks noGrp="1"/>
          </p:cNvSpPr>
          <p:nvPr/>
        </p:nvSpPr>
        <p:spPr>
          <a:xfrm>
            <a:off x="2915500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" name="Stage1_sixpanel_5508">
            <a:extLst>
              <a:ext uri="{FF2B5EF4-FFF2-40B4-BE49-F238E27FC236}">
                <a16:creationId xmlns:a16="http://schemas.microsoft.com/office/drawing/2014/main" id="{13BCF080-0DC7-4F24-BFDF-B1DBA3221EAF}"/>
              </a:ext>
            </a:extLst>
          </p:cNvPr>
          <p:cNvSpPr>
            <a:spLocks noGrp="1"/>
          </p:cNvSpPr>
          <p:nvPr/>
        </p:nvSpPr>
        <p:spPr>
          <a:xfrm>
            <a:off x="2894853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" name="Stage1_sixpanel_5509">
            <a:extLst>
              <a:ext uri="{FF2B5EF4-FFF2-40B4-BE49-F238E27FC236}">
                <a16:creationId xmlns:a16="http://schemas.microsoft.com/office/drawing/2014/main" id="{22EA5548-FDEF-4B8D-B74C-37239BF677F1}"/>
              </a:ext>
            </a:extLst>
          </p:cNvPr>
          <p:cNvSpPr>
            <a:spLocks noGrp="1"/>
          </p:cNvSpPr>
          <p:nvPr/>
        </p:nvSpPr>
        <p:spPr>
          <a:xfrm>
            <a:off x="292709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" name="Stage1_sixpanel_5510">
            <a:extLst>
              <a:ext uri="{FF2B5EF4-FFF2-40B4-BE49-F238E27FC236}">
                <a16:creationId xmlns:a16="http://schemas.microsoft.com/office/drawing/2014/main" id="{CF1974B2-0814-4E08-BD0B-48B537423B9E}"/>
              </a:ext>
            </a:extLst>
          </p:cNvPr>
          <p:cNvSpPr>
            <a:spLocks noGrp="1"/>
          </p:cNvSpPr>
          <p:nvPr/>
        </p:nvSpPr>
        <p:spPr>
          <a:xfrm>
            <a:off x="29238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" name="Stage1_sixpanel_5511">
            <a:extLst>
              <a:ext uri="{FF2B5EF4-FFF2-40B4-BE49-F238E27FC236}">
                <a16:creationId xmlns:a16="http://schemas.microsoft.com/office/drawing/2014/main" id="{1B998046-9EC1-4ABA-A4EE-747B5A90FDF9}"/>
              </a:ext>
            </a:extLst>
          </p:cNvPr>
          <p:cNvSpPr>
            <a:spLocks noGrp="1"/>
          </p:cNvSpPr>
          <p:nvPr/>
        </p:nvSpPr>
        <p:spPr>
          <a:xfrm>
            <a:off x="294549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" name="Stage1_sixpanel_5512">
            <a:extLst>
              <a:ext uri="{FF2B5EF4-FFF2-40B4-BE49-F238E27FC236}">
                <a16:creationId xmlns:a16="http://schemas.microsoft.com/office/drawing/2014/main" id="{94C4D793-2762-4EEE-A64B-96042B6AE03B}"/>
              </a:ext>
            </a:extLst>
          </p:cNvPr>
          <p:cNvSpPr>
            <a:spLocks noGrp="1"/>
          </p:cNvSpPr>
          <p:nvPr/>
        </p:nvSpPr>
        <p:spPr>
          <a:xfrm>
            <a:off x="2958919" y="20247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" name="Stage1_sixpanel_5513">
            <a:extLst>
              <a:ext uri="{FF2B5EF4-FFF2-40B4-BE49-F238E27FC236}">
                <a16:creationId xmlns:a16="http://schemas.microsoft.com/office/drawing/2014/main" id="{0FF1B873-416A-4CDE-B5EF-EC30D4D8563E}"/>
              </a:ext>
            </a:extLst>
          </p:cNvPr>
          <p:cNvSpPr>
            <a:spLocks noGrp="1"/>
          </p:cNvSpPr>
          <p:nvPr/>
        </p:nvSpPr>
        <p:spPr>
          <a:xfrm>
            <a:off x="29773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" name="Stage1_sixpanel_5514">
            <a:extLst>
              <a:ext uri="{FF2B5EF4-FFF2-40B4-BE49-F238E27FC236}">
                <a16:creationId xmlns:a16="http://schemas.microsoft.com/office/drawing/2014/main" id="{049A0631-F0B0-43B2-B98D-830997C9EA3D}"/>
              </a:ext>
            </a:extLst>
          </p:cNvPr>
          <p:cNvSpPr>
            <a:spLocks noGrp="1"/>
          </p:cNvSpPr>
          <p:nvPr/>
        </p:nvSpPr>
        <p:spPr>
          <a:xfrm>
            <a:off x="297679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" name="Stage1_sixpanel_5515">
            <a:extLst>
              <a:ext uri="{FF2B5EF4-FFF2-40B4-BE49-F238E27FC236}">
                <a16:creationId xmlns:a16="http://schemas.microsoft.com/office/drawing/2014/main" id="{795BE436-DA96-422A-B6CF-94F4C262B71F}"/>
              </a:ext>
            </a:extLst>
          </p:cNvPr>
          <p:cNvSpPr>
            <a:spLocks noGrp="1"/>
          </p:cNvSpPr>
          <p:nvPr/>
        </p:nvSpPr>
        <p:spPr>
          <a:xfrm>
            <a:off x="28863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" name="Stage1_sixpanel_5516">
            <a:extLst>
              <a:ext uri="{FF2B5EF4-FFF2-40B4-BE49-F238E27FC236}">
                <a16:creationId xmlns:a16="http://schemas.microsoft.com/office/drawing/2014/main" id="{37648034-9EB4-41FF-B59D-0B29DAF11D17}"/>
              </a:ext>
            </a:extLst>
          </p:cNvPr>
          <p:cNvSpPr>
            <a:spLocks noGrp="1"/>
          </p:cNvSpPr>
          <p:nvPr/>
        </p:nvSpPr>
        <p:spPr>
          <a:xfrm>
            <a:off x="299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" name="Stage1_sixpanel_5517">
            <a:extLst>
              <a:ext uri="{FF2B5EF4-FFF2-40B4-BE49-F238E27FC236}">
                <a16:creationId xmlns:a16="http://schemas.microsoft.com/office/drawing/2014/main" id="{1F51C4D4-0844-4457-9F41-EB476D19108C}"/>
              </a:ext>
            </a:extLst>
          </p:cNvPr>
          <p:cNvSpPr>
            <a:spLocks noGrp="1"/>
          </p:cNvSpPr>
          <p:nvPr/>
        </p:nvSpPr>
        <p:spPr>
          <a:xfrm>
            <a:off x="2906523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" name="Stage1_sixpanel_5518">
            <a:extLst>
              <a:ext uri="{FF2B5EF4-FFF2-40B4-BE49-F238E27FC236}">
                <a16:creationId xmlns:a16="http://schemas.microsoft.com/office/drawing/2014/main" id="{40D328D3-1972-4E1F-9F75-67D54E48B8AD}"/>
              </a:ext>
            </a:extLst>
          </p:cNvPr>
          <p:cNvSpPr>
            <a:spLocks noGrp="1"/>
          </p:cNvSpPr>
          <p:nvPr/>
        </p:nvSpPr>
        <p:spPr>
          <a:xfrm>
            <a:off x="2851999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" name="Stage1_sixpanel_5519">
            <a:extLst>
              <a:ext uri="{FF2B5EF4-FFF2-40B4-BE49-F238E27FC236}">
                <a16:creationId xmlns:a16="http://schemas.microsoft.com/office/drawing/2014/main" id="{06B0EBDC-58DC-49F6-A937-89221B02F2BB}"/>
              </a:ext>
            </a:extLst>
          </p:cNvPr>
          <p:cNvSpPr>
            <a:spLocks noGrp="1"/>
          </p:cNvSpPr>
          <p:nvPr/>
        </p:nvSpPr>
        <p:spPr>
          <a:xfrm>
            <a:off x="30006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" name="Stage1_sixpanel_5520">
            <a:extLst>
              <a:ext uri="{FF2B5EF4-FFF2-40B4-BE49-F238E27FC236}">
                <a16:creationId xmlns:a16="http://schemas.microsoft.com/office/drawing/2014/main" id="{0D979351-AE70-4824-B2C7-0E3F9C044771}"/>
              </a:ext>
            </a:extLst>
          </p:cNvPr>
          <p:cNvSpPr>
            <a:spLocks noGrp="1"/>
          </p:cNvSpPr>
          <p:nvPr/>
        </p:nvSpPr>
        <p:spPr>
          <a:xfrm>
            <a:off x="2913934" y="2233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" name="Stage1_sixpanel_5521">
            <a:extLst>
              <a:ext uri="{FF2B5EF4-FFF2-40B4-BE49-F238E27FC236}">
                <a16:creationId xmlns:a16="http://schemas.microsoft.com/office/drawing/2014/main" id="{4B0A0F14-48CB-4ECD-B1EB-971C4886FD8C}"/>
              </a:ext>
            </a:extLst>
          </p:cNvPr>
          <p:cNvSpPr>
            <a:spLocks noGrp="1"/>
          </p:cNvSpPr>
          <p:nvPr/>
        </p:nvSpPr>
        <p:spPr>
          <a:xfrm>
            <a:off x="292529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" name="Stage1_sixpanel_5522">
            <a:extLst>
              <a:ext uri="{FF2B5EF4-FFF2-40B4-BE49-F238E27FC236}">
                <a16:creationId xmlns:a16="http://schemas.microsoft.com/office/drawing/2014/main" id="{52A36566-408F-4A85-B953-313135DFCB37}"/>
              </a:ext>
            </a:extLst>
          </p:cNvPr>
          <p:cNvSpPr>
            <a:spLocks noGrp="1"/>
          </p:cNvSpPr>
          <p:nvPr/>
        </p:nvSpPr>
        <p:spPr>
          <a:xfrm>
            <a:off x="2919818" y="21543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" name="Stage1_sixpanel_5523">
            <a:extLst>
              <a:ext uri="{FF2B5EF4-FFF2-40B4-BE49-F238E27FC236}">
                <a16:creationId xmlns:a16="http://schemas.microsoft.com/office/drawing/2014/main" id="{9C987A27-6B80-4F72-897D-1C747D03E763}"/>
              </a:ext>
            </a:extLst>
          </p:cNvPr>
          <p:cNvSpPr>
            <a:spLocks noGrp="1"/>
          </p:cNvSpPr>
          <p:nvPr/>
        </p:nvSpPr>
        <p:spPr>
          <a:xfrm>
            <a:off x="2864527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" name="Stage1_sixpanel_5524">
            <a:extLst>
              <a:ext uri="{FF2B5EF4-FFF2-40B4-BE49-F238E27FC236}">
                <a16:creationId xmlns:a16="http://schemas.microsoft.com/office/drawing/2014/main" id="{9D7BBC3B-AAA9-4F90-8B69-E2AE6B20B926}"/>
              </a:ext>
            </a:extLst>
          </p:cNvPr>
          <p:cNvSpPr>
            <a:spLocks noGrp="1"/>
          </p:cNvSpPr>
          <p:nvPr/>
        </p:nvSpPr>
        <p:spPr>
          <a:xfrm>
            <a:off x="2923778" y="17969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" name="Stage1_sixpanel_5525">
            <a:extLst>
              <a:ext uri="{FF2B5EF4-FFF2-40B4-BE49-F238E27FC236}">
                <a16:creationId xmlns:a16="http://schemas.microsoft.com/office/drawing/2014/main" id="{06862269-AEA7-48B0-AA65-BD68CA2C30B7}"/>
              </a:ext>
            </a:extLst>
          </p:cNvPr>
          <p:cNvSpPr>
            <a:spLocks noGrp="1"/>
          </p:cNvSpPr>
          <p:nvPr/>
        </p:nvSpPr>
        <p:spPr>
          <a:xfrm>
            <a:off x="298561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" name="Stage1_sixpanel_5526">
            <a:extLst>
              <a:ext uri="{FF2B5EF4-FFF2-40B4-BE49-F238E27FC236}">
                <a16:creationId xmlns:a16="http://schemas.microsoft.com/office/drawing/2014/main" id="{95A5E6CB-4190-49BC-858D-EAB0F1226913}"/>
              </a:ext>
            </a:extLst>
          </p:cNvPr>
          <p:cNvSpPr>
            <a:spLocks noGrp="1"/>
          </p:cNvSpPr>
          <p:nvPr/>
        </p:nvSpPr>
        <p:spPr>
          <a:xfrm>
            <a:off x="3006776" y="11841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" name="Stage1_sixpanel_5527">
            <a:extLst>
              <a:ext uri="{FF2B5EF4-FFF2-40B4-BE49-F238E27FC236}">
                <a16:creationId xmlns:a16="http://schemas.microsoft.com/office/drawing/2014/main" id="{7F1FB6C9-AB02-4A5C-B41B-56A6BA31CD53}"/>
              </a:ext>
            </a:extLst>
          </p:cNvPr>
          <p:cNvSpPr>
            <a:spLocks noGrp="1"/>
          </p:cNvSpPr>
          <p:nvPr/>
        </p:nvSpPr>
        <p:spPr>
          <a:xfrm>
            <a:off x="2848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" name="Stage1_sixpanel_5528">
            <a:extLst>
              <a:ext uri="{FF2B5EF4-FFF2-40B4-BE49-F238E27FC236}">
                <a16:creationId xmlns:a16="http://schemas.microsoft.com/office/drawing/2014/main" id="{4320876F-CA2C-447D-AAB0-81E015E8D94A}"/>
              </a:ext>
            </a:extLst>
          </p:cNvPr>
          <p:cNvSpPr>
            <a:spLocks noGrp="1"/>
          </p:cNvSpPr>
          <p:nvPr/>
        </p:nvSpPr>
        <p:spPr>
          <a:xfrm>
            <a:off x="285780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" name="Stage1_sixpanel_5529">
            <a:extLst>
              <a:ext uri="{FF2B5EF4-FFF2-40B4-BE49-F238E27FC236}">
                <a16:creationId xmlns:a16="http://schemas.microsoft.com/office/drawing/2014/main" id="{0282F908-8A30-4DCB-A572-787748B3A2C4}"/>
              </a:ext>
            </a:extLst>
          </p:cNvPr>
          <p:cNvSpPr>
            <a:spLocks noGrp="1"/>
          </p:cNvSpPr>
          <p:nvPr/>
        </p:nvSpPr>
        <p:spPr>
          <a:xfrm>
            <a:off x="28575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" name="Stage1_sixpanel_5530">
            <a:extLst>
              <a:ext uri="{FF2B5EF4-FFF2-40B4-BE49-F238E27FC236}">
                <a16:creationId xmlns:a16="http://schemas.microsoft.com/office/drawing/2014/main" id="{739849EA-6C21-4092-B6CD-8FE3B7C3B5F0}"/>
              </a:ext>
            </a:extLst>
          </p:cNvPr>
          <p:cNvSpPr>
            <a:spLocks noGrp="1"/>
          </p:cNvSpPr>
          <p:nvPr/>
        </p:nvSpPr>
        <p:spPr>
          <a:xfrm>
            <a:off x="2853069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" name="Stage1_sixpanel_5531">
            <a:extLst>
              <a:ext uri="{FF2B5EF4-FFF2-40B4-BE49-F238E27FC236}">
                <a16:creationId xmlns:a16="http://schemas.microsoft.com/office/drawing/2014/main" id="{6BEA2DD9-AA33-4DDC-8617-C6A656076699}"/>
              </a:ext>
            </a:extLst>
          </p:cNvPr>
          <p:cNvSpPr>
            <a:spLocks noGrp="1"/>
          </p:cNvSpPr>
          <p:nvPr/>
        </p:nvSpPr>
        <p:spPr>
          <a:xfrm>
            <a:off x="3017056" y="15269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" name="Stage1_sixpanel_5532">
            <a:extLst>
              <a:ext uri="{FF2B5EF4-FFF2-40B4-BE49-F238E27FC236}">
                <a16:creationId xmlns:a16="http://schemas.microsoft.com/office/drawing/2014/main" id="{3A6D258E-C67A-4362-A9C1-12A637A06BFF}"/>
              </a:ext>
            </a:extLst>
          </p:cNvPr>
          <p:cNvSpPr>
            <a:spLocks noGrp="1"/>
          </p:cNvSpPr>
          <p:nvPr/>
        </p:nvSpPr>
        <p:spPr>
          <a:xfrm>
            <a:off x="2930895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" name="Stage1_sixpanel_5533">
            <a:extLst>
              <a:ext uri="{FF2B5EF4-FFF2-40B4-BE49-F238E27FC236}">
                <a16:creationId xmlns:a16="http://schemas.microsoft.com/office/drawing/2014/main" id="{FD1E2EF7-7824-4112-A721-3E2EE85D02DC}"/>
              </a:ext>
            </a:extLst>
          </p:cNvPr>
          <p:cNvSpPr>
            <a:spLocks noGrp="1"/>
          </p:cNvSpPr>
          <p:nvPr/>
        </p:nvSpPr>
        <p:spPr>
          <a:xfrm>
            <a:off x="2918584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" name="Stage1_sixpanel_5534">
            <a:extLst>
              <a:ext uri="{FF2B5EF4-FFF2-40B4-BE49-F238E27FC236}">
                <a16:creationId xmlns:a16="http://schemas.microsoft.com/office/drawing/2014/main" id="{1B6BB70F-902B-4CD6-BB11-85A1081D71B8}"/>
              </a:ext>
            </a:extLst>
          </p:cNvPr>
          <p:cNvSpPr>
            <a:spLocks noGrp="1"/>
          </p:cNvSpPr>
          <p:nvPr/>
        </p:nvSpPr>
        <p:spPr>
          <a:xfrm>
            <a:off x="29425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" name="Stage1_sixpanel_5535">
            <a:extLst>
              <a:ext uri="{FF2B5EF4-FFF2-40B4-BE49-F238E27FC236}">
                <a16:creationId xmlns:a16="http://schemas.microsoft.com/office/drawing/2014/main" id="{E27FA7EA-D632-4049-9C35-D0ACC3C91742}"/>
              </a:ext>
            </a:extLst>
          </p:cNvPr>
          <p:cNvSpPr>
            <a:spLocks noGrp="1"/>
          </p:cNvSpPr>
          <p:nvPr/>
        </p:nvSpPr>
        <p:spPr>
          <a:xfrm>
            <a:off x="2985613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" name="Stage1_sixpanel_5536">
            <a:extLst>
              <a:ext uri="{FF2B5EF4-FFF2-40B4-BE49-F238E27FC236}">
                <a16:creationId xmlns:a16="http://schemas.microsoft.com/office/drawing/2014/main" id="{40ACA227-896B-4777-AD61-A13FEC9B1D58}"/>
              </a:ext>
            </a:extLst>
          </p:cNvPr>
          <p:cNvSpPr>
            <a:spLocks noGrp="1"/>
          </p:cNvSpPr>
          <p:nvPr/>
        </p:nvSpPr>
        <p:spPr>
          <a:xfrm>
            <a:off x="290536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" name="Stage1_sixpanel_5537">
            <a:extLst>
              <a:ext uri="{FF2B5EF4-FFF2-40B4-BE49-F238E27FC236}">
                <a16:creationId xmlns:a16="http://schemas.microsoft.com/office/drawing/2014/main" id="{7A718A36-0DB8-4251-B266-DD9D954B758E}"/>
              </a:ext>
            </a:extLst>
          </p:cNvPr>
          <p:cNvSpPr>
            <a:spLocks noGrp="1"/>
          </p:cNvSpPr>
          <p:nvPr/>
        </p:nvSpPr>
        <p:spPr>
          <a:xfrm>
            <a:off x="299054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" name="Stage1_sixpanel_5538">
            <a:extLst>
              <a:ext uri="{FF2B5EF4-FFF2-40B4-BE49-F238E27FC236}">
                <a16:creationId xmlns:a16="http://schemas.microsoft.com/office/drawing/2014/main" id="{196AE296-9A2F-4A3E-99D7-06ED25D8F1FC}"/>
              </a:ext>
            </a:extLst>
          </p:cNvPr>
          <p:cNvSpPr>
            <a:spLocks noGrp="1"/>
          </p:cNvSpPr>
          <p:nvPr/>
        </p:nvSpPr>
        <p:spPr>
          <a:xfrm>
            <a:off x="3000759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" name="Stage1_sixpanel_5539">
            <a:extLst>
              <a:ext uri="{FF2B5EF4-FFF2-40B4-BE49-F238E27FC236}">
                <a16:creationId xmlns:a16="http://schemas.microsoft.com/office/drawing/2014/main" id="{F6ACEFCC-DB3F-42FF-992E-065BA52D36CD}"/>
              </a:ext>
            </a:extLst>
          </p:cNvPr>
          <p:cNvSpPr>
            <a:spLocks noGrp="1"/>
          </p:cNvSpPr>
          <p:nvPr/>
        </p:nvSpPr>
        <p:spPr>
          <a:xfrm>
            <a:off x="292290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" name="Stage1_sixpanel_5540">
            <a:extLst>
              <a:ext uri="{FF2B5EF4-FFF2-40B4-BE49-F238E27FC236}">
                <a16:creationId xmlns:a16="http://schemas.microsoft.com/office/drawing/2014/main" id="{28BFB8D8-68A2-44CD-83E7-4C4C4A54391C}"/>
              </a:ext>
            </a:extLst>
          </p:cNvPr>
          <p:cNvSpPr>
            <a:spLocks noGrp="1"/>
          </p:cNvSpPr>
          <p:nvPr/>
        </p:nvSpPr>
        <p:spPr>
          <a:xfrm>
            <a:off x="296026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" name="Stage1_sixpanel_5541">
            <a:extLst>
              <a:ext uri="{FF2B5EF4-FFF2-40B4-BE49-F238E27FC236}">
                <a16:creationId xmlns:a16="http://schemas.microsoft.com/office/drawing/2014/main" id="{ED2F3A4C-63BC-4756-B3D1-0930EBE72C5A}"/>
              </a:ext>
            </a:extLst>
          </p:cNvPr>
          <p:cNvSpPr>
            <a:spLocks noGrp="1"/>
          </p:cNvSpPr>
          <p:nvPr/>
        </p:nvSpPr>
        <p:spPr>
          <a:xfrm>
            <a:off x="29248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" name="Stage1_sixpanel_5542">
            <a:extLst>
              <a:ext uri="{FF2B5EF4-FFF2-40B4-BE49-F238E27FC236}">
                <a16:creationId xmlns:a16="http://schemas.microsoft.com/office/drawing/2014/main" id="{D660A998-B814-427A-8198-BC5592DA7E8E}"/>
              </a:ext>
            </a:extLst>
          </p:cNvPr>
          <p:cNvSpPr>
            <a:spLocks noGrp="1"/>
          </p:cNvSpPr>
          <p:nvPr/>
        </p:nvSpPr>
        <p:spPr>
          <a:xfrm>
            <a:off x="2902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" name="Stage1_sixpanel_5543">
            <a:extLst>
              <a:ext uri="{FF2B5EF4-FFF2-40B4-BE49-F238E27FC236}">
                <a16:creationId xmlns:a16="http://schemas.microsoft.com/office/drawing/2014/main" id="{42A8DE6B-13AC-4623-8B8F-4B246B837915}"/>
              </a:ext>
            </a:extLst>
          </p:cNvPr>
          <p:cNvSpPr>
            <a:spLocks noGrp="1"/>
          </p:cNvSpPr>
          <p:nvPr/>
        </p:nvSpPr>
        <p:spPr>
          <a:xfrm>
            <a:off x="2909118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" name="Stage1_sixpanel_5544">
            <a:extLst>
              <a:ext uri="{FF2B5EF4-FFF2-40B4-BE49-F238E27FC236}">
                <a16:creationId xmlns:a16="http://schemas.microsoft.com/office/drawing/2014/main" id="{DB8D3ECF-D93D-4CF0-99D3-AE815B687E10}"/>
              </a:ext>
            </a:extLst>
          </p:cNvPr>
          <p:cNvSpPr>
            <a:spLocks noGrp="1"/>
          </p:cNvSpPr>
          <p:nvPr/>
        </p:nvSpPr>
        <p:spPr>
          <a:xfrm>
            <a:off x="2937359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" name="Stage1_sixpanel_5545">
            <a:extLst>
              <a:ext uri="{FF2B5EF4-FFF2-40B4-BE49-F238E27FC236}">
                <a16:creationId xmlns:a16="http://schemas.microsoft.com/office/drawing/2014/main" id="{C3FA673A-8791-4926-B638-C34E9D346C14}"/>
              </a:ext>
            </a:extLst>
          </p:cNvPr>
          <p:cNvSpPr>
            <a:spLocks noGrp="1"/>
          </p:cNvSpPr>
          <p:nvPr/>
        </p:nvSpPr>
        <p:spPr>
          <a:xfrm>
            <a:off x="29332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" name="Stage1_sixpanel_5546">
            <a:extLst>
              <a:ext uri="{FF2B5EF4-FFF2-40B4-BE49-F238E27FC236}">
                <a16:creationId xmlns:a16="http://schemas.microsoft.com/office/drawing/2014/main" id="{04266C1F-8025-4F2D-A9BA-ACB228EBDCF4}"/>
              </a:ext>
            </a:extLst>
          </p:cNvPr>
          <p:cNvSpPr>
            <a:spLocks noGrp="1"/>
          </p:cNvSpPr>
          <p:nvPr/>
        </p:nvSpPr>
        <p:spPr>
          <a:xfrm>
            <a:off x="2882731" y="15967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" name="Stage1_sixpanel_5547">
            <a:extLst>
              <a:ext uri="{FF2B5EF4-FFF2-40B4-BE49-F238E27FC236}">
                <a16:creationId xmlns:a16="http://schemas.microsoft.com/office/drawing/2014/main" id="{BE885F80-336A-4CC7-9943-D3A3205BB025}"/>
              </a:ext>
            </a:extLst>
          </p:cNvPr>
          <p:cNvSpPr>
            <a:spLocks noGrp="1"/>
          </p:cNvSpPr>
          <p:nvPr/>
        </p:nvSpPr>
        <p:spPr>
          <a:xfrm>
            <a:off x="2893486" y="173366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" name="Stage1_sixpanel_5548">
            <a:extLst>
              <a:ext uri="{FF2B5EF4-FFF2-40B4-BE49-F238E27FC236}">
                <a16:creationId xmlns:a16="http://schemas.microsoft.com/office/drawing/2014/main" id="{5CC03CC8-6332-498D-AA08-96E3E56A4167}"/>
              </a:ext>
            </a:extLst>
          </p:cNvPr>
          <p:cNvSpPr>
            <a:spLocks noGrp="1"/>
          </p:cNvSpPr>
          <p:nvPr/>
        </p:nvSpPr>
        <p:spPr>
          <a:xfrm>
            <a:off x="28617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" name="Stage1_sixpanel_5549">
            <a:extLst>
              <a:ext uri="{FF2B5EF4-FFF2-40B4-BE49-F238E27FC236}">
                <a16:creationId xmlns:a16="http://schemas.microsoft.com/office/drawing/2014/main" id="{722204E3-B6A7-4C1B-91CA-D318A325513A}"/>
              </a:ext>
            </a:extLst>
          </p:cNvPr>
          <p:cNvSpPr>
            <a:spLocks noGrp="1"/>
          </p:cNvSpPr>
          <p:nvPr/>
        </p:nvSpPr>
        <p:spPr>
          <a:xfrm>
            <a:off x="2966229" y="229454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" name="Stage1_sixpanel_5550">
            <a:extLst>
              <a:ext uri="{FF2B5EF4-FFF2-40B4-BE49-F238E27FC236}">
                <a16:creationId xmlns:a16="http://schemas.microsoft.com/office/drawing/2014/main" id="{D4B64C60-7BA0-4C65-BAC2-67C6FE096503}"/>
              </a:ext>
            </a:extLst>
          </p:cNvPr>
          <p:cNvSpPr>
            <a:spLocks noGrp="1"/>
          </p:cNvSpPr>
          <p:nvPr/>
        </p:nvSpPr>
        <p:spPr>
          <a:xfrm>
            <a:off x="298079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" name="Stage1_sixpanel_5551">
            <a:extLst>
              <a:ext uri="{FF2B5EF4-FFF2-40B4-BE49-F238E27FC236}">
                <a16:creationId xmlns:a16="http://schemas.microsoft.com/office/drawing/2014/main" id="{1C520F41-45E7-4605-90B0-89BE08069662}"/>
              </a:ext>
            </a:extLst>
          </p:cNvPr>
          <p:cNvSpPr>
            <a:spLocks noGrp="1"/>
          </p:cNvSpPr>
          <p:nvPr/>
        </p:nvSpPr>
        <p:spPr>
          <a:xfrm>
            <a:off x="30079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" name="Stage1_sixpanel_5552">
            <a:extLst>
              <a:ext uri="{FF2B5EF4-FFF2-40B4-BE49-F238E27FC236}">
                <a16:creationId xmlns:a16="http://schemas.microsoft.com/office/drawing/2014/main" id="{3B53EAD5-1527-4BC5-B99E-588B4110F3FC}"/>
              </a:ext>
            </a:extLst>
          </p:cNvPr>
          <p:cNvSpPr>
            <a:spLocks noGrp="1"/>
          </p:cNvSpPr>
          <p:nvPr/>
        </p:nvSpPr>
        <p:spPr>
          <a:xfrm>
            <a:off x="29838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" name="Stage1_sixpanel_5553">
            <a:extLst>
              <a:ext uri="{FF2B5EF4-FFF2-40B4-BE49-F238E27FC236}">
                <a16:creationId xmlns:a16="http://schemas.microsoft.com/office/drawing/2014/main" id="{3AE9FA82-0DF3-4A77-844F-110E52D315C6}"/>
              </a:ext>
            </a:extLst>
          </p:cNvPr>
          <p:cNvSpPr>
            <a:spLocks noGrp="1"/>
          </p:cNvSpPr>
          <p:nvPr/>
        </p:nvSpPr>
        <p:spPr>
          <a:xfrm>
            <a:off x="2892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" name="Stage1_sixpanel_5554">
            <a:extLst>
              <a:ext uri="{FF2B5EF4-FFF2-40B4-BE49-F238E27FC236}">
                <a16:creationId xmlns:a16="http://schemas.microsoft.com/office/drawing/2014/main" id="{C250A379-7D47-4FBC-85A9-EBA26E2A2707}"/>
              </a:ext>
            </a:extLst>
          </p:cNvPr>
          <p:cNvSpPr>
            <a:spLocks noGrp="1"/>
          </p:cNvSpPr>
          <p:nvPr/>
        </p:nvSpPr>
        <p:spPr>
          <a:xfrm>
            <a:off x="2879236" y="22400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" name="Stage1_sixpanel_5555">
            <a:extLst>
              <a:ext uri="{FF2B5EF4-FFF2-40B4-BE49-F238E27FC236}">
                <a16:creationId xmlns:a16="http://schemas.microsoft.com/office/drawing/2014/main" id="{91B36EA9-6D83-4CD4-AD7B-2D4E3F591461}"/>
              </a:ext>
            </a:extLst>
          </p:cNvPr>
          <p:cNvSpPr>
            <a:spLocks noGrp="1"/>
          </p:cNvSpPr>
          <p:nvPr/>
        </p:nvSpPr>
        <p:spPr>
          <a:xfrm>
            <a:off x="294327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" name="Stage1_sixpanel_5556">
            <a:extLst>
              <a:ext uri="{FF2B5EF4-FFF2-40B4-BE49-F238E27FC236}">
                <a16:creationId xmlns:a16="http://schemas.microsoft.com/office/drawing/2014/main" id="{DFD08AB8-334A-4165-ACBB-9E1C5C72706C}"/>
              </a:ext>
            </a:extLst>
          </p:cNvPr>
          <p:cNvSpPr>
            <a:spLocks noGrp="1"/>
          </p:cNvSpPr>
          <p:nvPr/>
        </p:nvSpPr>
        <p:spPr>
          <a:xfrm>
            <a:off x="3011629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" name="Stage1_sixpanel_5557">
            <a:extLst>
              <a:ext uri="{FF2B5EF4-FFF2-40B4-BE49-F238E27FC236}">
                <a16:creationId xmlns:a16="http://schemas.microsoft.com/office/drawing/2014/main" id="{F8935C50-C9FB-4113-9E47-208BDF63407F}"/>
              </a:ext>
            </a:extLst>
          </p:cNvPr>
          <p:cNvSpPr>
            <a:spLocks noGrp="1"/>
          </p:cNvSpPr>
          <p:nvPr/>
        </p:nvSpPr>
        <p:spPr>
          <a:xfrm>
            <a:off x="39707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" name="Stage1_sixpanel_5558">
            <a:extLst>
              <a:ext uri="{FF2B5EF4-FFF2-40B4-BE49-F238E27FC236}">
                <a16:creationId xmlns:a16="http://schemas.microsoft.com/office/drawing/2014/main" id="{C9559A91-11B7-4447-B0D6-0CB603D7D2A6}"/>
              </a:ext>
            </a:extLst>
          </p:cNvPr>
          <p:cNvSpPr>
            <a:spLocks noGrp="1"/>
          </p:cNvSpPr>
          <p:nvPr/>
        </p:nvSpPr>
        <p:spPr>
          <a:xfrm>
            <a:off x="393000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" name="Stage1_sixpanel_5559">
            <a:extLst>
              <a:ext uri="{FF2B5EF4-FFF2-40B4-BE49-F238E27FC236}">
                <a16:creationId xmlns:a16="http://schemas.microsoft.com/office/drawing/2014/main" id="{529FDD8C-1DCA-47B6-BFF6-1296681E6045}"/>
              </a:ext>
            </a:extLst>
          </p:cNvPr>
          <p:cNvSpPr>
            <a:spLocks noGrp="1"/>
          </p:cNvSpPr>
          <p:nvPr/>
        </p:nvSpPr>
        <p:spPr>
          <a:xfrm>
            <a:off x="39576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" name="Stage1_sixpanel_5560">
            <a:extLst>
              <a:ext uri="{FF2B5EF4-FFF2-40B4-BE49-F238E27FC236}">
                <a16:creationId xmlns:a16="http://schemas.microsoft.com/office/drawing/2014/main" id="{1341C660-2615-4625-A189-3C823C8AE402}"/>
              </a:ext>
            </a:extLst>
          </p:cNvPr>
          <p:cNvSpPr>
            <a:spLocks noGrp="1"/>
          </p:cNvSpPr>
          <p:nvPr/>
        </p:nvSpPr>
        <p:spPr>
          <a:xfrm>
            <a:off x="4020602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" name="Stage1_sixpanel_5561">
            <a:extLst>
              <a:ext uri="{FF2B5EF4-FFF2-40B4-BE49-F238E27FC236}">
                <a16:creationId xmlns:a16="http://schemas.microsoft.com/office/drawing/2014/main" id="{60046C82-99EA-4032-9904-CE45AECACD60}"/>
              </a:ext>
            </a:extLst>
          </p:cNvPr>
          <p:cNvSpPr>
            <a:spLocks noGrp="1"/>
          </p:cNvSpPr>
          <p:nvPr/>
        </p:nvSpPr>
        <p:spPr>
          <a:xfrm>
            <a:off x="4013989" y="17705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" name="Stage1_sixpanel_5562">
            <a:extLst>
              <a:ext uri="{FF2B5EF4-FFF2-40B4-BE49-F238E27FC236}">
                <a16:creationId xmlns:a16="http://schemas.microsoft.com/office/drawing/2014/main" id="{FC2AEEED-3E12-43E0-9A4C-79A01C4C7200}"/>
              </a:ext>
            </a:extLst>
          </p:cNvPr>
          <p:cNvSpPr>
            <a:spLocks noGrp="1"/>
          </p:cNvSpPr>
          <p:nvPr/>
        </p:nvSpPr>
        <p:spPr>
          <a:xfrm>
            <a:off x="39401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" name="Stage1_sixpanel_5563">
            <a:extLst>
              <a:ext uri="{FF2B5EF4-FFF2-40B4-BE49-F238E27FC236}">
                <a16:creationId xmlns:a16="http://schemas.microsoft.com/office/drawing/2014/main" id="{33F57ACC-FD05-48AE-A436-15F07BABAAE8}"/>
              </a:ext>
            </a:extLst>
          </p:cNvPr>
          <p:cNvSpPr>
            <a:spLocks noGrp="1"/>
          </p:cNvSpPr>
          <p:nvPr/>
        </p:nvSpPr>
        <p:spPr>
          <a:xfrm>
            <a:off x="393557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" name="Stage1_sixpanel_5564">
            <a:extLst>
              <a:ext uri="{FF2B5EF4-FFF2-40B4-BE49-F238E27FC236}">
                <a16:creationId xmlns:a16="http://schemas.microsoft.com/office/drawing/2014/main" id="{2735570B-7F63-4602-B8AF-E6C0DA6A9A97}"/>
              </a:ext>
            </a:extLst>
          </p:cNvPr>
          <p:cNvSpPr>
            <a:spLocks noGrp="1"/>
          </p:cNvSpPr>
          <p:nvPr/>
        </p:nvSpPr>
        <p:spPr>
          <a:xfrm>
            <a:off x="39966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" name="Stage1_sixpanel_5565">
            <a:extLst>
              <a:ext uri="{FF2B5EF4-FFF2-40B4-BE49-F238E27FC236}">
                <a16:creationId xmlns:a16="http://schemas.microsoft.com/office/drawing/2014/main" id="{6DB7E4F1-4284-417A-9908-D45B1E271FD7}"/>
              </a:ext>
            </a:extLst>
          </p:cNvPr>
          <p:cNvSpPr>
            <a:spLocks noGrp="1"/>
          </p:cNvSpPr>
          <p:nvPr/>
        </p:nvSpPr>
        <p:spPr>
          <a:xfrm>
            <a:off x="3953794" y="2584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" name="Stage1_sixpanel_5566">
            <a:extLst>
              <a:ext uri="{FF2B5EF4-FFF2-40B4-BE49-F238E27FC236}">
                <a16:creationId xmlns:a16="http://schemas.microsoft.com/office/drawing/2014/main" id="{0BC14FDB-1BC1-4DEE-A84D-6CC820478192}"/>
              </a:ext>
            </a:extLst>
          </p:cNvPr>
          <p:cNvSpPr>
            <a:spLocks noGrp="1"/>
          </p:cNvSpPr>
          <p:nvPr/>
        </p:nvSpPr>
        <p:spPr>
          <a:xfrm>
            <a:off x="40615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" name="Stage1_sixpanel_5567">
            <a:extLst>
              <a:ext uri="{FF2B5EF4-FFF2-40B4-BE49-F238E27FC236}">
                <a16:creationId xmlns:a16="http://schemas.microsoft.com/office/drawing/2014/main" id="{695CD7D4-BCD2-4D23-8CC3-A248C88C58B7}"/>
              </a:ext>
            </a:extLst>
          </p:cNvPr>
          <p:cNvSpPr>
            <a:spLocks noGrp="1"/>
          </p:cNvSpPr>
          <p:nvPr/>
        </p:nvSpPr>
        <p:spPr>
          <a:xfrm>
            <a:off x="4011993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" name="Stage1_sixpanel_5568">
            <a:extLst>
              <a:ext uri="{FF2B5EF4-FFF2-40B4-BE49-F238E27FC236}">
                <a16:creationId xmlns:a16="http://schemas.microsoft.com/office/drawing/2014/main" id="{611ED066-C3C5-4AA0-B6BB-8C053F4C728E}"/>
              </a:ext>
            </a:extLst>
          </p:cNvPr>
          <p:cNvSpPr>
            <a:spLocks noGrp="1"/>
          </p:cNvSpPr>
          <p:nvPr/>
        </p:nvSpPr>
        <p:spPr>
          <a:xfrm>
            <a:off x="406477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" name="Stage1_sixpanel_5569">
            <a:extLst>
              <a:ext uri="{FF2B5EF4-FFF2-40B4-BE49-F238E27FC236}">
                <a16:creationId xmlns:a16="http://schemas.microsoft.com/office/drawing/2014/main" id="{B63D90BD-1B63-4BB5-9680-E5C37C0425E2}"/>
              </a:ext>
            </a:extLst>
          </p:cNvPr>
          <p:cNvSpPr>
            <a:spLocks noGrp="1"/>
          </p:cNvSpPr>
          <p:nvPr/>
        </p:nvSpPr>
        <p:spPr>
          <a:xfrm>
            <a:off x="3960556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" name="Stage1_sixpanel_5570">
            <a:extLst>
              <a:ext uri="{FF2B5EF4-FFF2-40B4-BE49-F238E27FC236}">
                <a16:creationId xmlns:a16="http://schemas.microsoft.com/office/drawing/2014/main" id="{3B8F4547-59CF-4383-A897-80346F70867C}"/>
              </a:ext>
            </a:extLst>
          </p:cNvPr>
          <p:cNvSpPr>
            <a:spLocks noGrp="1"/>
          </p:cNvSpPr>
          <p:nvPr/>
        </p:nvSpPr>
        <p:spPr>
          <a:xfrm>
            <a:off x="3954086" y="154209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" name="Stage1_sixpanel_5571">
            <a:extLst>
              <a:ext uri="{FF2B5EF4-FFF2-40B4-BE49-F238E27FC236}">
                <a16:creationId xmlns:a16="http://schemas.microsoft.com/office/drawing/2014/main" id="{689DF25D-5391-4651-953C-53B8E6B573D2}"/>
              </a:ext>
            </a:extLst>
          </p:cNvPr>
          <p:cNvSpPr>
            <a:spLocks noGrp="1"/>
          </p:cNvSpPr>
          <p:nvPr/>
        </p:nvSpPr>
        <p:spPr>
          <a:xfrm>
            <a:off x="3970367" y="24826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" name="Stage1_sixpanel_5572">
            <a:extLst>
              <a:ext uri="{FF2B5EF4-FFF2-40B4-BE49-F238E27FC236}">
                <a16:creationId xmlns:a16="http://schemas.microsoft.com/office/drawing/2014/main" id="{69B1B899-CA82-4D9F-9367-B9781434ED50}"/>
              </a:ext>
            </a:extLst>
          </p:cNvPr>
          <p:cNvSpPr>
            <a:spLocks noGrp="1"/>
          </p:cNvSpPr>
          <p:nvPr/>
        </p:nvSpPr>
        <p:spPr>
          <a:xfrm>
            <a:off x="392700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" name="Stage1_sixpanel_5573">
            <a:extLst>
              <a:ext uri="{FF2B5EF4-FFF2-40B4-BE49-F238E27FC236}">
                <a16:creationId xmlns:a16="http://schemas.microsoft.com/office/drawing/2014/main" id="{856B3A8A-04B5-4270-B2BC-A7BB3932D52D}"/>
              </a:ext>
            </a:extLst>
          </p:cNvPr>
          <p:cNvSpPr>
            <a:spLocks noGrp="1"/>
          </p:cNvSpPr>
          <p:nvPr/>
        </p:nvSpPr>
        <p:spPr>
          <a:xfrm>
            <a:off x="4041196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" name="Stage1_sixpanel_5574">
            <a:extLst>
              <a:ext uri="{FF2B5EF4-FFF2-40B4-BE49-F238E27FC236}">
                <a16:creationId xmlns:a16="http://schemas.microsoft.com/office/drawing/2014/main" id="{8BF67539-8B2F-494B-8F9C-B0BCB3DA1EE3}"/>
              </a:ext>
            </a:extLst>
          </p:cNvPr>
          <p:cNvSpPr>
            <a:spLocks noGrp="1"/>
          </p:cNvSpPr>
          <p:nvPr/>
        </p:nvSpPr>
        <p:spPr>
          <a:xfrm>
            <a:off x="397095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" name="Stage1_sixpanel_5575">
            <a:extLst>
              <a:ext uri="{FF2B5EF4-FFF2-40B4-BE49-F238E27FC236}">
                <a16:creationId xmlns:a16="http://schemas.microsoft.com/office/drawing/2014/main" id="{11790B0D-A6C8-4988-B62E-B6783AD5F130}"/>
              </a:ext>
            </a:extLst>
          </p:cNvPr>
          <p:cNvSpPr>
            <a:spLocks noGrp="1"/>
          </p:cNvSpPr>
          <p:nvPr/>
        </p:nvSpPr>
        <p:spPr>
          <a:xfrm>
            <a:off x="396942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" name="Stage1_sixpanel_5576">
            <a:extLst>
              <a:ext uri="{FF2B5EF4-FFF2-40B4-BE49-F238E27FC236}">
                <a16:creationId xmlns:a16="http://schemas.microsoft.com/office/drawing/2014/main" id="{B2DF7EC0-6D8D-46CD-B49B-65DC2F7CC361}"/>
              </a:ext>
            </a:extLst>
          </p:cNvPr>
          <p:cNvSpPr>
            <a:spLocks noGrp="1"/>
          </p:cNvSpPr>
          <p:nvPr/>
        </p:nvSpPr>
        <p:spPr>
          <a:xfrm>
            <a:off x="3950850" y="1495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" name="Stage1_sixpanel_5577">
            <a:extLst>
              <a:ext uri="{FF2B5EF4-FFF2-40B4-BE49-F238E27FC236}">
                <a16:creationId xmlns:a16="http://schemas.microsoft.com/office/drawing/2014/main" id="{38181DFA-70D8-4FA8-AF8C-B3266E4E0AF9}"/>
              </a:ext>
            </a:extLst>
          </p:cNvPr>
          <p:cNvSpPr>
            <a:spLocks noGrp="1"/>
          </p:cNvSpPr>
          <p:nvPr/>
        </p:nvSpPr>
        <p:spPr>
          <a:xfrm>
            <a:off x="39083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" name="Stage1_sixpanel_5578">
            <a:extLst>
              <a:ext uri="{FF2B5EF4-FFF2-40B4-BE49-F238E27FC236}">
                <a16:creationId xmlns:a16="http://schemas.microsoft.com/office/drawing/2014/main" id="{CBE93909-5F31-4523-8B31-B3D66C446C81}"/>
              </a:ext>
            </a:extLst>
          </p:cNvPr>
          <p:cNvSpPr>
            <a:spLocks noGrp="1"/>
          </p:cNvSpPr>
          <p:nvPr/>
        </p:nvSpPr>
        <p:spPr>
          <a:xfrm>
            <a:off x="39975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" name="Stage1_sixpanel_5579">
            <a:extLst>
              <a:ext uri="{FF2B5EF4-FFF2-40B4-BE49-F238E27FC236}">
                <a16:creationId xmlns:a16="http://schemas.microsoft.com/office/drawing/2014/main" id="{CED81783-CDA9-492F-9B2A-27B428D11288}"/>
              </a:ext>
            </a:extLst>
          </p:cNvPr>
          <p:cNvSpPr>
            <a:spLocks noGrp="1"/>
          </p:cNvSpPr>
          <p:nvPr/>
        </p:nvSpPr>
        <p:spPr>
          <a:xfrm>
            <a:off x="400313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" name="Stage1_sixpanel_5580">
            <a:extLst>
              <a:ext uri="{FF2B5EF4-FFF2-40B4-BE49-F238E27FC236}">
                <a16:creationId xmlns:a16="http://schemas.microsoft.com/office/drawing/2014/main" id="{D195E5FC-0B4E-403C-9048-2F4E4A89E9DC}"/>
              </a:ext>
            </a:extLst>
          </p:cNvPr>
          <p:cNvSpPr>
            <a:spLocks noGrp="1"/>
          </p:cNvSpPr>
          <p:nvPr/>
        </p:nvSpPr>
        <p:spPr>
          <a:xfrm>
            <a:off x="4049830" y="16974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" name="Stage1_sixpanel_5581">
            <a:extLst>
              <a:ext uri="{FF2B5EF4-FFF2-40B4-BE49-F238E27FC236}">
                <a16:creationId xmlns:a16="http://schemas.microsoft.com/office/drawing/2014/main" id="{4ACF1905-3CC7-4E3E-A202-59C6B72A4424}"/>
              </a:ext>
            </a:extLst>
          </p:cNvPr>
          <p:cNvSpPr>
            <a:spLocks noGrp="1"/>
          </p:cNvSpPr>
          <p:nvPr/>
        </p:nvSpPr>
        <p:spPr>
          <a:xfrm>
            <a:off x="3963154" y="20236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" name="Stage1_sixpanel_5582">
            <a:extLst>
              <a:ext uri="{FF2B5EF4-FFF2-40B4-BE49-F238E27FC236}">
                <a16:creationId xmlns:a16="http://schemas.microsoft.com/office/drawing/2014/main" id="{9690E61C-E856-49CE-85AD-06055E4CC711}"/>
              </a:ext>
            </a:extLst>
          </p:cNvPr>
          <p:cNvSpPr>
            <a:spLocks noGrp="1"/>
          </p:cNvSpPr>
          <p:nvPr/>
        </p:nvSpPr>
        <p:spPr>
          <a:xfrm>
            <a:off x="400116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2" name="Stage1_sixpanel_5583">
            <a:extLst>
              <a:ext uri="{FF2B5EF4-FFF2-40B4-BE49-F238E27FC236}">
                <a16:creationId xmlns:a16="http://schemas.microsoft.com/office/drawing/2014/main" id="{EB73DFC7-EC6D-43B1-BD81-27DA86C30D2C}"/>
              </a:ext>
            </a:extLst>
          </p:cNvPr>
          <p:cNvSpPr>
            <a:spLocks noGrp="1"/>
          </p:cNvSpPr>
          <p:nvPr/>
        </p:nvSpPr>
        <p:spPr>
          <a:xfrm>
            <a:off x="4001897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3" name="Stage1_sixpanel_5584">
            <a:extLst>
              <a:ext uri="{FF2B5EF4-FFF2-40B4-BE49-F238E27FC236}">
                <a16:creationId xmlns:a16="http://schemas.microsoft.com/office/drawing/2014/main" id="{A08B160C-B2CD-4DE2-94F0-DDDE1931C9B3}"/>
              </a:ext>
            </a:extLst>
          </p:cNvPr>
          <p:cNvSpPr>
            <a:spLocks noGrp="1"/>
          </p:cNvSpPr>
          <p:nvPr/>
        </p:nvSpPr>
        <p:spPr>
          <a:xfrm>
            <a:off x="4057705" y="227620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4" name="Stage1_sixpanel_5585">
            <a:extLst>
              <a:ext uri="{FF2B5EF4-FFF2-40B4-BE49-F238E27FC236}">
                <a16:creationId xmlns:a16="http://schemas.microsoft.com/office/drawing/2014/main" id="{336AF5AB-C7DE-4341-92F0-29AFD5E3D25E}"/>
              </a:ext>
            </a:extLst>
          </p:cNvPr>
          <p:cNvSpPr>
            <a:spLocks noGrp="1"/>
          </p:cNvSpPr>
          <p:nvPr/>
        </p:nvSpPr>
        <p:spPr>
          <a:xfrm>
            <a:off x="4063137" y="2527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5" name="Stage1_sixpanel_5586">
            <a:extLst>
              <a:ext uri="{FF2B5EF4-FFF2-40B4-BE49-F238E27FC236}">
                <a16:creationId xmlns:a16="http://schemas.microsoft.com/office/drawing/2014/main" id="{08B3A149-29C1-4E0C-889B-F214B766CF4F}"/>
              </a:ext>
            </a:extLst>
          </p:cNvPr>
          <p:cNvSpPr>
            <a:spLocks noGrp="1"/>
          </p:cNvSpPr>
          <p:nvPr/>
        </p:nvSpPr>
        <p:spPr>
          <a:xfrm>
            <a:off x="39845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6" name="Stage1_sixpanel_5587">
            <a:extLst>
              <a:ext uri="{FF2B5EF4-FFF2-40B4-BE49-F238E27FC236}">
                <a16:creationId xmlns:a16="http://schemas.microsoft.com/office/drawing/2014/main" id="{7FCE985D-FC77-4371-95E7-D7707933EDFF}"/>
              </a:ext>
            </a:extLst>
          </p:cNvPr>
          <p:cNvSpPr>
            <a:spLocks noGrp="1"/>
          </p:cNvSpPr>
          <p:nvPr/>
        </p:nvSpPr>
        <p:spPr>
          <a:xfrm>
            <a:off x="40683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7" name="Stage1_sixpanel_5588">
            <a:extLst>
              <a:ext uri="{FF2B5EF4-FFF2-40B4-BE49-F238E27FC236}">
                <a16:creationId xmlns:a16="http://schemas.microsoft.com/office/drawing/2014/main" id="{6732D7F9-34A2-4CF2-92E8-DC9ABF54BC18}"/>
              </a:ext>
            </a:extLst>
          </p:cNvPr>
          <p:cNvSpPr>
            <a:spLocks noGrp="1"/>
          </p:cNvSpPr>
          <p:nvPr/>
        </p:nvSpPr>
        <p:spPr>
          <a:xfrm>
            <a:off x="3983664" y="224185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8" name="Stage1_sixpanel_5589">
            <a:extLst>
              <a:ext uri="{FF2B5EF4-FFF2-40B4-BE49-F238E27FC236}">
                <a16:creationId xmlns:a16="http://schemas.microsoft.com/office/drawing/2014/main" id="{01DB1B3A-3691-4BCE-A10C-174C30FE2807}"/>
              </a:ext>
            </a:extLst>
          </p:cNvPr>
          <p:cNvSpPr>
            <a:spLocks noGrp="1"/>
          </p:cNvSpPr>
          <p:nvPr/>
        </p:nvSpPr>
        <p:spPr>
          <a:xfrm>
            <a:off x="391277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9" name="Stage1_sixpanel_5590">
            <a:extLst>
              <a:ext uri="{FF2B5EF4-FFF2-40B4-BE49-F238E27FC236}">
                <a16:creationId xmlns:a16="http://schemas.microsoft.com/office/drawing/2014/main" id="{9C6F357F-513C-455B-A156-DC2FF47FC6D9}"/>
              </a:ext>
            </a:extLst>
          </p:cNvPr>
          <p:cNvSpPr>
            <a:spLocks noGrp="1"/>
          </p:cNvSpPr>
          <p:nvPr/>
        </p:nvSpPr>
        <p:spPr>
          <a:xfrm>
            <a:off x="3932977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0" name="Stage1_sixpanel_5591">
            <a:extLst>
              <a:ext uri="{FF2B5EF4-FFF2-40B4-BE49-F238E27FC236}">
                <a16:creationId xmlns:a16="http://schemas.microsoft.com/office/drawing/2014/main" id="{E2B1E869-B767-464F-8F96-1EACAC1DDDF7}"/>
              </a:ext>
            </a:extLst>
          </p:cNvPr>
          <p:cNvSpPr>
            <a:spLocks noGrp="1"/>
          </p:cNvSpPr>
          <p:nvPr/>
        </p:nvSpPr>
        <p:spPr>
          <a:xfrm>
            <a:off x="403515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1" name="Stage1_sixpanel_5592">
            <a:extLst>
              <a:ext uri="{FF2B5EF4-FFF2-40B4-BE49-F238E27FC236}">
                <a16:creationId xmlns:a16="http://schemas.microsoft.com/office/drawing/2014/main" id="{C431022D-4C08-4103-8FE6-40E97D37E75F}"/>
              </a:ext>
            </a:extLst>
          </p:cNvPr>
          <p:cNvSpPr>
            <a:spLocks noGrp="1"/>
          </p:cNvSpPr>
          <p:nvPr/>
        </p:nvSpPr>
        <p:spPr>
          <a:xfrm>
            <a:off x="39885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2" name="Stage1_sixpanel_5593">
            <a:extLst>
              <a:ext uri="{FF2B5EF4-FFF2-40B4-BE49-F238E27FC236}">
                <a16:creationId xmlns:a16="http://schemas.microsoft.com/office/drawing/2014/main" id="{9138A629-9754-46D3-B995-800DD2190E0F}"/>
              </a:ext>
            </a:extLst>
          </p:cNvPr>
          <p:cNvSpPr>
            <a:spLocks noGrp="1"/>
          </p:cNvSpPr>
          <p:nvPr/>
        </p:nvSpPr>
        <p:spPr>
          <a:xfrm>
            <a:off x="39525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3" name="Stage1_sixpanel_5594">
            <a:extLst>
              <a:ext uri="{FF2B5EF4-FFF2-40B4-BE49-F238E27FC236}">
                <a16:creationId xmlns:a16="http://schemas.microsoft.com/office/drawing/2014/main" id="{ABF7FB72-2D8C-4321-9D77-CB8EA06F7C86}"/>
              </a:ext>
            </a:extLst>
          </p:cNvPr>
          <p:cNvSpPr>
            <a:spLocks noGrp="1"/>
          </p:cNvSpPr>
          <p:nvPr/>
        </p:nvSpPr>
        <p:spPr>
          <a:xfrm>
            <a:off x="40741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4" name="Stage1_sixpanel_5595">
            <a:extLst>
              <a:ext uri="{FF2B5EF4-FFF2-40B4-BE49-F238E27FC236}">
                <a16:creationId xmlns:a16="http://schemas.microsoft.com/office/drawing/2014/main" id="{F11F34D1-8795-4C3C-9BBE-1E0661CDA7CA}"/>
              </a:ext>
            </a:extLst>
          </p:cNvPr>
          <p:cNvSpPr>
            <a:spLocks noGrp="1"/>
          </p:cNvSpPr>
          <p:nvPr/>
        </p:nvSpPr>
        <p:spPr>
          <a:xfrm>
            <a:off x="39825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5" name="Stage1_sixpanel_5596">
            <a:extLst>
              <a:ext uri="{FF2B5EF4-FFF2-40B4-BE49-F238E27FC236}">
                <a16:creationId xmlns:a16="http://schemas.microsoft.com/office/drawing/2014/main" id="{93C8268D-BA03-4AE7-B7D2-6C350E130463}"/>
              </a:ext>
            </a:extLst>
          </p:cNvPr>
          <p:cNvSpPr>
            <a:spLocks noGrp="1"/>
          </p:cNvSpPr>
          <p:nvPr/>
        </p:nvSpPr>
        <p:spPr>
          <a:xfrm>
            <a:off x="3995896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6" name="Stage1_sixpanel_5597">
            <a:extLst>
              <a:ext uri="{FF2B5EF4-FFF2-40B4-BE49-F238E27FC236}">
                <a16:creationId xmlns:a16="http://schemas.microsoft.com/office/drawing/2014/main" id="{045F6AE4-CB3B-460C-83CE-0C498D598CE6}"/>
              </a:ext>
            </a:extLst>
          </p:cNvPr>
          <p:cNvSpPr>
            <a:spLocks noGrp="1"/>
          </p:cNvSpPr>
          <p:nvPr/>
        </p:nvSpPr>
        <p:spPr>
          <a:xfrm>
            <a:off x="3972815" y="17981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7" name="Stage1_sixpanel_5598">
            <a:extLst>
              <a:ext uri="{FF2B5EF4-FFF2-40B4-BE49-F238E27FC236}">
                <a16:creationId xmlns:a16="http://schemas.microsoft.com/office/drawing/2014/main" id="{C6C3B27C-FD25-4B03-B231-B8522DF6DBFF}"/>
              </a:ext>
            </a:extLst>
          </p:cNvPr>
          <p:cNvSpPr>
            <a:spLocks noGrp="1"/>
          </p:cNvSpPr>
          <p:nvPr/>
        </p:nvSpPr>
        <p:spPr>
          <a:xfrm>
            <a:off x="4050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8" name="Stage1_sixpanel_5599">
            <a:extLst>
              <a:ext uri="{FF2B5EF4-FFF2-40B4-BE49-F238E27FC236}">
                <a16:creationId xmlns:a16="http://schemas.microsoft.com/office/drawing/2014/main" id="{B5288845-ECC4-41F5-B3C7-14875BD1A639}"/>
              </a:ext>
            </a:extLst>
          </p:cNvPr>
          <p:cNvSpPr>
            <a:spLocks noGrp="1"/>
          </p:cNvSpPr>
          <p:nvPr/>
        </p:nvSpPr>
        <p:spPr>
          <a:xfrm>
            <a:off x="403714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29" name="Stage1_sixpanel_5600">
            <a:extLst>
              <a:ext uri="{FF2B5EF4-FFF2-40B4-BE49-F238E27FC236}">
                <a16:creationId xmlns:a16="http://schemas.microsoft.com/office/drawing/2014/main" id="{CBF07437-2968-438D-8DF5-F13F35E25C64}"/>
              </a:ext>
            </a:extLst>
          </p:cNvPr>
          <p:cNvSpPr>
            <a:spLocks noGrp="1"/>
          </p:cNvSpPr>
          <p:nvPr/>
        </p:nvSpPr>
        <p:spPr>
          <a:xfrm>
            <a:off x="40537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0" name="Stage1_sixpanel_5601">
            <a:extLst>
              <a:ext uri="{FF2B5EF4-FFF2-40B4-BE49-F238E27FC236}">
                <a16:creationId xmlns:a16="http://schemas.microsoft.com/office/drawing/2014/main" id="{17D3E36B-AF51-4027-9D12-8C5AC8540850}"/>
              </a:ext>
            </a:extLst>
          </p:cNvPr>
          <p:cNvSpPr>
            <a:spLocks noGrp="1"/>
          </p:cNvSpPr>
          <p:nvPr/>
        </p:nvSpPr>
        <p:spPr>
          <a:xfrm>
            <a:off x="40521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1" name="Stage1_sixpanel_5602">
            <a:extLst>
              <a:ext uri="{FF2B5EF4-FFF2-40B4-BE49-F238E27FC236}">
                <a16:creationId xmlns:a16="http://schemas.microsoft.com/office/drawing/2014/main" id="{5185036D-46AB-43E0-BAAF-A64C0375CDB9}"/>
              </a:ext>
            </a:extLst>
          </p:cNvPr>
          <p:cNvSpPr>
            <a:spLocks noGrp="1"/>
          </p:cNvSpPr>
          <p:nvPr/>
        </p:nvSpPr>
        <p:spPr>
          <a:xfrm>
            <a:off x="39098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2" name="Stage1_sixpanel_5603">
            <a:extLst>
              <a:ext uri="{FF2B5EF4-FFF2-40B4-BE49-F238E27FC236}">
                <a16:creationId xmlns:a16="http://schemas.microsoft.com/office/drawing/2014/main" id="{62D3F815-BB66-427B-8332-74B041178C0C}"/>
              </a:ext>
            </a:extLst>
          </p:cNvPr>
          <p:cNvSpPr>
            <a:spLocks noGrp="1"/>
          </p:cNvSpPr>
          <p:nvPr/>
        </p:nvSpPr>
        <p:spPr>
          <a:xfrm>
            <a:off x="3961216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3" name="Stage1_sixpanel_5604">
            <a:extLst>
              <a:ext uri="{FF2B5EF4-FFF2-40B4-BE49-F238E27FC236}">
                <a16:creationId xmlns:a16="http://schemas.microsoft.com/office/drawing/2014/main" id="{A43537EB-00D0-43A8-86EE-82BD031EC20E}"/>
              </a:ext>
            </a:extLst>
          </p:cNvPr>
          <p:cNvSpPr>
            <a:spLocks noGrp="1"/>
          </p:cNvSpPr>
          <p:nvPr/>
        </p:nvSpPr>
        <p:spPr>
          <a:xfrm>
            <a:off x="3936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4" name="Stage1_sixpanel_5605">
            <a:extLst>
              <a:ext uri="{FF2B5EF4-FFF2-40B4-BE49-F238E27FC236}">
                <a16:creationId xmlns:a16="http://schemas.microsoft.com/office/drawing/2014/main" id="{0C52B162-8263-4417-9572-C6C7B8841CEE}"/>
              </a:ext>
            </a:extLst>
          </p:cNvPr>
          <p:cNvSpPr>
            <a:spLocks noGrp="1"/>
          </p:cNvSpPr>
          <p:nvPr/>
        </p:nvSpPr>
        <p:spPr>
          <a:xfrm>
            <a:off x="40418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5" name="Stage1_sixpanel_5606">
            <a:extLst>
              <a:ext uri="{FF2B5EF4-FFF2-40B4-BE49-F238E27FC236}">
                <a16:creationId xmlns:a16="http://schemas.microsoft.com/office/drawing/2014/main" id="{A029017F-54AC-40A4-9A18-B886A51FC226}"/>
              </a:ext>
            </a:extLst>
          </p:cNvPr>
          <p:cNvSpPr>
            <a:spLocks noGrp="1"/>
          </p:cNvSpPr>
          <p:nvPr/>
        </p:nvSpPr>
        <p:spPr>
          <a:xfrm>
            <a:off x="3981935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6" name="Stage1_sixpanel_5607">
            <a:extLst>
              <a:ext uri="{FF2B5EF4-FFF2-40B4-BE49-F238E27FC236}">
                <a16:creationId xmlns:a16="http://schemas.microsoft.com/office/drawing/2014/main" id="{015728B5-FF8D-4BEA-9E20-D7A95FDB26FF}"/>
              </a:ext>
            </a:extLst>
          </p:cNvPr>
          <p:cNvSpPr>
            <a:spLocks noGrp="1"/>
          </p:cNvSpPr>
          <p:nvPr/>
        </p:nvSpPr>
        <p:spPr>
          <a:xfrm>
            <a:off x="39386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7" name="Stage1_sixpanel_5608">
            <a:extLst>
              <a:ext uri="{FF2B5EF4-FFF2-40B4-BE49-F238E27FC236}">
                <a16:creationId xmlns:a16="http://schemas.microsoft.com/office/drawing/2014/main" id="{DD3B4764-3277-459C-B64A-EE82E4321A21}"/>
              </a:ext>
            </a:extLst>
          </p:cNvPr>
          <p:cNvSpPr>
            <a:spLocks noGrp="1"/>
          </p:cNvSpPr>
          <p:nvPr/>
        </p:nvSpPr>
        <p:spPr>
          <a:xfrm>
            <a:off x="392433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8" name="Stage1_sixpanel_5609">
            <a:extLst>
              <a:ext uri="{FF2B5EF4-FFF2-40B4-BE49-F238E27FC236}">
                <a16:creationId xmlns:a16="http://schemas.microsoft.com/office/drawing/2014/main" id="{06273442-A681-4407-9CA6-2B22F5B133C3}"/>
              </a:ext>
            </a:extLst>
          </p:cNvPr>
          <p:cNvSpPr>
            <a:spLocks noGrp="1"/>
          </p:cNvSpPr>
          <p:nvPr/>
        </p:nvSpPr>
        <p:spPr>
          <a:xfrm>
            <a:off x="3999857" y="12673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39" name="Stage1_sixpanel_5610">
            <a:extLst>
              <a:ext uri="{FF2B5EF4-FFF2-40B4-BE49-F238E27FC236}">
                <a16:creationId xmlns:a16="http://schemas.microsoft.com/office/drawing/2014/main" id="{AF78BE62-9CE8-41A2-AE2A-3014FE69001A}"/>
              </a:ext>
            </a:extLst>
          </p:cNvPr>
          <p:cNvSpPr>
            <a:spLocks noGrp="1"/>
          </p:cNvSpPr>
          <p:nvPr/>
        </p:nvSpPr>
        <p:spPr>
          <a:xfrm>
            <a:off x="4003921" y="22740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0" name="Stage1_sixpanel_5611">
            <a:extLst>
              <a:ext uri="{FF2B5EF4-FFF2-40B4-BE49-F238E27FC236}">
                <a16:creationId xmlns:a16="http://schemas.microsoft.com/office/drawing/2014/main" id="{7D295D00-E043-4F9E-81A9-7BD6A229D470}"/>
              </a:ext>
            </a:extLst>
          </p:cNvPr>
          <p:cNvSpPr>
            <a:spLocks noGrp="1"/>
          </p:cNvSpPr>
          <p:nvPr/>
        </p:nvSpPr>
        <p:spPr>
          <a:xfrm>
            <a:off x="4067717" y="16638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1" name="Stage1_sixpanel_5612">
            <a:extLst>
              <a:ext uri="{FF2B5EF4-FFF2-40B4-BE49-F238E27FC236}">
                <a16:creationId xmlns:a16="http://schemas.microsoft.com/office/drawing/2014/main" id="{5C199DCD-B537-4F41-8CB7-0F2EF61C44E2}"/>
              </a:ext>
            </a:extLst>
          </p:cNvPr>
          <p:cNvSpPr>
            <a:spLocks noGrp="1"/>
          </p:cNvSpPr>
          <p:nvPr/>
        </p:nvSpPr>
        <p:spPr>
          <a:xfrm>
            <a:off x="3967260" y="25085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2" name="Stage1_sixpanel_5613">
            <a:extLst>
              <a:ext uri="{FF2B5EF4-FFF2-40B4-BE49-F238E27FC236}">
                <a16:creationId xmlns:a16="http://schemas.microsoft.com/office/drawing/2014/main" id="{87B708E8-D89B-4BDD-A2FA-36F7F6581EF7}"/>
              </a:ext>
            </a:extLst>
          </p:cNvPr>
          <p:cNvSpPr>
            <a:spLocks noGrp="1"/>
          </p:cNvSpPr>
          <p:nvPr/>
        </p:nvSpPr>
        <p:spPr>
          <a:xfrm>
            <a:off x="4066363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3" name="Stage1_sixpanel_5614">
            <a:extLst>
              <a:ext uri="{FF2B5EF4-FFF2-40B4-BE49-F238E27FC236}">
                <a16:creationId xmlns:a16="http://schemas.microsoft.com/office/drawing/2014/main" id="{9DFFB104-ABDD-49B3-B9D3-F981B1F6251E}"/>
              </a:ext>
            </a:extLst>
          </p:cNvPr>
          <p:cNvSpPr>
            <a:spLocks noGrp="1"/>
          </p:cNvSpPr>
          <p:nvPr/>
        </p:nvSpPr>
        <p:spPr>
          <a:xfrm>
            <a:off x="390957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4" name="Stage1_sixpanel_5615">
            <a:extLst>
              <a:ext uri="{FF2B5EF4-FFF2-40B4-BE49-F238E27FC236}">
                <a16:creationId xmlns:a16="http://schemas.microsoft.com/office/drawing/2014/main" id="{77AC51B9-3ADF-425E-8314-5263ED38C27B}"/>
              </a:ext>
            </a:extLst>
          </p:cNvPr>
          <p:cNvSpPr>
            <a:spLocks noGrp="1"/>
          </p:cNvSpPr>
          <p:nvPr/>
        </p:nvSpPr>
        <p:spPr>
          <a:xfrm>
            <a:off x="3924822" y="25781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5" name="Stage1_sixpanel_5616">
            <a:extLst>
              <a:ext uri="{FF2B5EF4-FFF2-40B4-BE49-F238E27FC236}">
                <a16:creationId xmlns:a16="http://schemas.microsoft.com/office/drawing/2014/main" id="{8BBF4B3A-1CFF-442F-8096-A95A028E4123}"/>
              </a:ext>
            </a:extLst>
          </p:cNvPr>
          <p:cNvSpPr>
            <a:spLocks noGrp="1"/>
          </p:cNvSpPr>
          <p:nvPr/>
        </p:nvSpPr>
        <p:spPr>
          <a:xfrm>
            <a:off x="4045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6" name="Stage1_sixpanel_5617">
            <a:extLst>
              <a:ext uri="{FF2B5EF4-FFF2-40B4-BE49-F238E27FC236}">
                <a16:creationId xmlns:a16="http://schemas.microsoft.com/office/drawing/2014/main" id="{01A922E1-BC04-4FB5-A4F1-ABE59E93B5AB}"/>
              </a:ext>
            </a:extLst>
          </p:cNvPr>
          <p:cNvSpPr>
            <a:spLocks noGrp="1"/>
          </p:cNvSpPr>
          <p:nvPr/>
        </p:nvSpPr>
        <p:spPr>
          <a:xfrm>
            <a:off x="3911953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7" name="Stage1_sixpanel_5618">
            <a:extLst>
              <a:ext uri="{FF2B5EF4-FFF2-40B4-BE49-F238E27FC236}">
                <a16:creationId xmlns:a16="http://schemas.microsoft.com/office/drawing/2014/main" id="{B3C7B771-86D7-4999-A3FE-1346B29B2ADD}"/>
              </a:ext>
            </a:extLst>
          </p:cNvPr>
          <p:cNvSpPr>
            <a:spLocks noGrp="1"/>
          </p:cNvSpPr>
          <p:nvPr/>
        </p:nvSpPr>
        <p:spPr>
          <a:xfrm>
            <a:off x="39614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8" name="Stage1_sixpanel_5619">
            <a:extLst>
              <a:ext uri="{FF2B5EF4-FFF2-40B4-BE49-F238E27FC236}">
                <a16:creationId xmlns:a16="http://schemas.microsoft.com/office/drawing/2014/main" id="{29FAAC15-5EDE-489A-B798-F71C9E483E53}"/>
              </a:ext>
            </a:extLst>
          </p:cNvPr>
          <p:cNvSpPr>
            <a:spLocks noGrp="1"/>
          </p:cNvSpPr>
          <p:nvPr/>
        </p:nvSpPr>
        <p:spPr>
          <a:xfrm>
            <a:off x="40651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49" name="Stage1_sixpanel_5620">
            <a:extLst>
              <a:ext uri="{FF2B5EF4-FFF2-40B4-BE49-F238E27FC236}">
                <a16:creationId xmlns:a16="http://schemas.microsoft.com/office/drawing/2014/main" id="{5BA7213E-B8BC-46F3-99A9-BCFC146230CB}"/>
              </a:ext>
            </a:extLst>
          </p:cNvPr>
          <p:cNvSpPr>
            <a:spLocks noGrp="1"/>
          </p:cNvSpPr>
          <p:nvPr/>
        </p:nvSpPr>
        <p:spPr>
          <a:xfrm>
            <a:off x="40058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0" name="Stage1_sixpanel_5621">
            <a:extLst>
              <a:ext uri="{FF2B5EF4-FFF2-40B4-BE49-F238E27FC236}">
                <a16:creationId xmlns:a16="http://schemas.microsoft.com/office/drawing/2014/main" id="{15BA3D60-0CED-4908-9C3F-D3D0ABC3DAE1}"/>
              </a:ext>
            </a:extLst>
          </p:cNvPr>
          <p:cNvSpPr>
            <a:spLocks noGrp="1"/>
          </p:cNvSpPr>
          <p:nvPr/>
        </p:nvSpPr>
        <p:spPr>
          <a:xfrm>
            <a:off x="39763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1" name="Stage1_sixpanel_5622">
            <a:extLst>
              <a:ext uri="{FF2B5EF4-FFF2-40B4-BE49-F238E27FC236}">
                <a16:creationId xmlns:a16="http://schemas.microsoft.com/office/drawing/2014/main" id="{264F3AFA-B889-4753-93F9-5698D42F0E35}"/>
              </a:ext>
            </a:extLst>
          </p:cNvPr>
          <p:cNvSpPr>
            <a:spLocks noGrp="1"/>
          </p:cNvSpPr>
          <p:nvPr/>
        </p:nvSpPr>
        <p:spPr>
          <a:xfrm>
            <a:off x="3962521" y="2015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2" name="Stage1_sixpanel_5623">
            <a:extLst>
              <a:ext uri="{FF2B5EF4-FFF2-40B4-BE49-F238E27FC236}">
                <a16:creationId xmlns:a16="http://schemas.microsoft.com/office/drawing/2014/main" id="{559829E0-7F26-49EB-AEFD-C190A19E1626}"/>
              </a:ext>
            </a:extLst>
          </p:cNvPr>
          <p:cNvSpPr>
            <a:spLocks noGrp="1"/>
          </p:cNvSpPr>
          <p:nvPr/>
        </p:nvSpPr>
        <p:spPr>
          <a:xfrm>
            <a:off x="3990394" y="246889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3" name="Stage1_sixpanel_5624">
            <a:extLst>
              <a:ext uri="{FF2B5EF4-FFF2-40B4-BE49-F238E27FC236}">
                <a16:creationId xmlns:a16="http://schemas.microsoft.com/office/drawing/2014/main" id="{8E5734BD-54F7-4631-A33E-5D9A4D3CEBDC}"/>
              </a:ext>
            </a:extLst>
          </p:cNvPr>
          <p:cNvSpPr>
            <a:spLocks noGrp="1"/>
          </p:cNvSpPr>
          <p:nvPr/>
        </p:nvSpPr>
        <p:spPr>
          <a:xfrm>
            <a:off x="404697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4" name="Stage1_sixpanel_5625">
            <a:extLst>
              <a:ext uri="{FF2B5EF4-FFF2-40B4-BE49-F238E27FC236}">
                <a16:creationId xmlns:a16="http://schemas.microsoft.com/office/drawing/2014/main" id="{AB7CB96E-F48B-40D5-BEE9-E5408C946C0E}"/>
              </a:ext>
            </a:extLst>
          </p:cNvPr>
          <p:cNvSpPr>
            <a:spLocks noGrp="1"/>
          </p:cNvSpPr>
          <p:nvPr/>
        </p:nvSpPr>
        <p:spPr>
          <a:xfrm>
            <a:off x="4031378" y="1492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5" name="Stage1_sixpanel_5626">
            <a:extLst>
              <a:ext uri="{FF2B5EF4-FFF2-40B4-BE49-F238E27FC236}">
                <a16:creationId xmlns:a16="http://schemas.microsoft.com/office/drawing/2014/main" id="{73D4687C-7D70-4A65-BFEC-BE1F76E868FB}"/>
              </a:ext>
            </a:extLst>
          </p:cNvPr>
          <p:cNvSpPr>
            <a:spLocks noGrp="1"/>
          </p:cNvSpPr>
          <p:nvPr/>
        </p:nvSpPr>
        <p:spPr>
          <a:xfrm>
            <a:off x="4072302" y="21403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6" name="Stage1_sixpanel_5627">
            <a:extLst>
              <a:ext uri="{FF2B5EF4-FFF2-40B4-BE49-F238E27FC236}">
                <a16:creationId xmlns:a16="http://schemas.microsoft.com/office/drawing/2014/main" id="{2DFE6FD3-D5C1-473E-8B13-9959628A246E}"/>
              </a:ext>
            </a:extLst>
          </p:cNvPr>
          <p:cNvSpPr>
            <a:spLocks noGrp="1"/>
          </p:cNvSpPr>
          <p:nvPr/>
        </p:nvSpPr>
        <p:spPr>
          <a:xfrm>
            <a:off x="393624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7" name="Stage1_sixpanel_5628">
            <a:extLst>
              <a:ext uri="{FF2B5EF4-FFF2-40B4-BE49-F238E27FC236}">
                <a16:creationId xmlns:a16="http://schemas.microsoft.com/office/drawing/2014/main" id="{BE380023-B64A-408E-8A73-1FC02990426D}"/>
              </a:ext>
            </a:extLst>
          </p:cNvPr>
          <p:cNvSpPr>
            <a:spLocks noGrp="1"/>
          </p:cNvSpPr>
          <p:nvPr/>
        </p:nvSpPr>
        <p:spPr>
          <a:xfrm>
            <a:off x="3939473" y="131687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8" name="Stage1_sixpanel_5629">
            <a:extLst>
              <a:ext uri="{FF2B5EF4-FFF2-40B4-BE49-F238E27FC236}">
                <a16:creationId xmlns:a16="http://schemas.microsoft.com/office/drawing/2014/main" id="{105660DE-9CAC-4762-801B-2B7147AB9D18}"/>
              </a:ext>
            </a:extLst>
          </p:cNvPr>
          <p:cNvSpPr>
            <a:spLocks noGrp="1"/>
          </p:cNvSpPr>
          <p:nvPr/>
        </p:nvSpPr>
        <p:spPr>
          <a:xfrm>
            <a:off x="40188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59" name="Stage1_sixpanel_5630">
            <a:extLst>
              <a:ext uri="{FF2B5EF4-FFF2-40B4-BE49-F238E27FC236}">
                <a16:creationId xmlns:a16="http://schemas.microsoft.com/office/drawing/2014/main" id="{BE8403F9-67FA-4B9D-9408-CBF338978E3B}"/>
              </a:ext>
            </a:extLst>
          </p:cNvPr>
          <p:cNvSpPr>
            <a:spLocks noGrp="1"/>
          </p:cNvSpPr>
          <p:nvPr/>
        </p:nvSpPr>
        <p:spPr>
          <a:xfrm>
            <a:off x="4031699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0" name="Stage1_sixpanel_5631">
            <a:extLst>
              <a:ext uri="{FF2B5EF4-FFF2-40B4-BE49-F238E27FC236}">
                <a16:creationId xmlns:a16="http://schemas.microsoft.com/office/drawing/2014/main" id="{A52DE5B3-8515-445E-BA4B-A2F2DA0F06F1}"/>
              </a:ext>
            </a:extLst>
          </p:cNvPr>
          <p:cNvSpPr>
            <a:spLocks noGrp="1"/>
          </p:cNvSpPr>
          <p:nvPr/>
        </p:nvSpPr>
        <p:spPr>
          <a:xfrm>
            <a:off x="4032843" y="2582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1" name="Stage1_sixpanel_5632">
            <a:extLst>
              <a:ext uri="{FF2B5EF4-FFF2-40B4-BE49-F238E27FC236}">
                <a16:creationId xmlns:a16="http://schemas.microsoft.com/office/drawing/2014/main" id="{6AF3994D-37C5-49C9-95A8-F7FBE118B8A9}"/>
              </a:ext>
            </a:extLst>
          </p:cNvPr>
          <p:cNvSpPr>
            <a:spLocks noGrp="1"/>
          </p:cNvSpPr>
          <p:nvPr/>
        </p:nvSpPr>
        <p:spPr>
          <a:xfrm>
            <a:off x="39427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2" name="Stage1_sixpanel_5633">
            <a:extLst>
              <a:ext uri="{FF2B5EF4-FFF2-40B4-BE49-F238E27FC236}">
                <a16:creationId xmlns:a16="http://schemas.microsoft.com/office/drawing/2014/main" id="{67B7CEEF-61C1-4145-9F0B-580DBB466EFE}"/>
              </a:ext>
            </a:extLst>
          </p:cNvPr>
          <p:cNvSpPr>
            <a:spLocks noGrp="1"/>
          </p:cNvSpPr>
          <p:nvPr/>
        </p:nvSpPr>
        <p:spPr>
          <a:xfrm>
            <a:off x="4065651" y="199945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3" name="Stage1_sixpanel_5634">
            <a:extLst>
              <a:ext uri="{FF2B5EF4-FFF2-40B4-BE49-F238E27FC236}">
                <a16:creationId xmlns:a16="http://schemas.microsoft.com/office/drawing/2014/main" id="{A944A3BA-A67C-44AC-B034-0A2EADB50889}"/>
              </a:ext>
            </a:extLst>
          </p:cNvPr>
          <p:cNvSpPr>
            <a:spLocks noGrp="1"/>
          </p:cNvSpPr>
          <p:nvPr/>
        </p:nvSpPr>
        <p:spPr>
          <a:xfrm>
            <a:off x="3952962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4" name="Stage1_sixpanel_5635">
            <a:extLst>
              <a:ext uri="{FF2B5EF4-FFF2-40B4-BE49-F238E27FC236}">
                <a16:creationId xmlns:a16="http://schemas.microsoft.com/office/drawing/2014/main" id="{ADB71A16-8EAC-4374-80D9-50B8EA50B188}"/>
              </a:ext>
            </a:extLst>
          </p:cNvPr>
          <p:cNvSpPr>
            <a:spLocks noGrp="1"/>
          </p:cNvSpPr>
          <p:nvPr/>
        </p:nvSpPr>
        <p:spPr>
          <a:xfrm>
            <a:off x="399400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5" name="Stage1_sixpanel_5636">
            <a:extLst>
              <a:ext uri="{FF2B5EF4-FFF2-40B4-BE49-F238E27FC236}">
                <a16:creationId xmlns:a16="http://schemas.microsoft.com/office/drawing/2014/main" id="{CD421D1E-F983-4C74-BEFA-B4025DCB5747}"/>
              </a:ext>
            </a:extLst>
          </p:cNvPr>
          <p:cNvSpPr>
            <a:spLocks noGrp="1"/>
          </p:cNvSpPr>
          <p:nvPr/>
        </p:nvSpPr>
        <p:spPr>
          <a:xfrm>
            <a:off x="3930184" y="16910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6" name="Stage1_sixpanel_5637">
            <a:extLst>
              <a:ext uri="{FF2B5EF4-FFF2-40B4-BE49-F238E27FC236}">
                <a16:creationId xmlns:a16="http://schemas.microsoft.com/office/drawing/2014/main" id="{3509EFB7-D4C2-47E6-B707-F3A6694A8966}"/>
              </a:ext>
            </a:extLst>
          </p:cNvPr>
          <p:cNvSpPr>
            <a:spLocks noGrp="1"/>
          </p:cNvSpPr>
          <p:nvPr/>
        </p:nvSpPr>
        <p:spPr>
          <a:xfrm>
            <a:off x="406473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7" name="Stage1_sixpanel_5638">
            <a:extLst>
              <a:ext uri="{FF2B5EF4-FFF2-40B4-BE49-F238E27FC236}">
                <a16:creationId xmlns:a16="http://schemas.microsoft.com/office/drawing/2014/main" id="{A56BDDD9-F797-4555-9FFA-9F179B578B9B}"/>
              </a:ext>
            </a:extLst>
          </p:cNvPr>
          <p:cNvSpPr>
            <a:spLocks noGrp="1"/>
          </p:cNvSpPr>
          <p:nvPr/>
        </p:nvSpPr>
        <p:spPr>
          <a:xfrm>
            <a:off x="3999825" y="16068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8" name="Stage1_sixpanel_5639">
            <a:extLst>
              <a:ext uri="{FF2B5EF4-FFF2-40B4-BE49-F238E27FC236}">
                <a16:creationId xmlns:a16="http://schemas.microsoft.com/office/drawing/2014/main" id="{5AF5214B-2226-473F-9285-6D8100E533DC}"/>
              </a:ext>
            </a:extLst>
          </p:cNvPr>
          <p:cNvSpPr>
            <a:spLocks noGrp="1"/>
          </p:cNvSpPr>
          <p:nvPr/>
        </p:nvSpPr>
        <p:spPr>
          <a:xfrm>
            <a:off x="3946985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69" name="Stage1_sixpanel_5640">
            <a:extLst>
              <a:ext uri="{FF2B5EF4-FFF2-40B4-BE49-F238E27FC236}">
                <a16:creationId xmlns:a16="http://schemas.microsoft.com/office/drawing/2014/main" id="{6A779F00-8ADD-4318-A1A9-E7E613A785CA}"/>
              </a:ext>
            </a:extLst>
          </p:cNvPr>
          <p:cNvSpPr>
            <a:spLocks noGrp="1"/>
          </p:cNvSpPr>
          <p:nvPr/>
        </p:nvSpPr>
        <p:spPr>
          <a:xfrm>
            <a:off x="39908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0" name="Stage1_sixpanel_5641">
            <a:extLst>
              <a:ext uri="{FF2B5EF4-FFF2-40B4-BE49-F238E27FC236}">
                <a16:creationId xmlns:a16="http://schemas.microsoft.com/office/drawing/2014/main" id="{113EE9CE-A114-4FA4-9147-50EC0990B6FB}"/>
              </a:ext>
            </a:extLst>
          </p:cNvPr>
          <p:cNvSpPr>
            <a:spLocks noGrp="1"/>
          </p:cNvSpPr>
          <p:nvPr/>
        </p:nvSpPr>
        <p:spPr>
          <a:xfrm>
            <a:off x="3943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1" name="Stage1_sixpanel_5642">
            <a:extLst>
              <a:ext uri="{FF2B5EF4-FFF2-40B4-BE49-F238E27FC236}">
                <a16:creationId xmlns:a16="http://schemas.microsoft.com/office/drawing/2014/main" id="{12F7448E-4144-4381-A5AE-94733C926CE5}"/>
              </a:ext>
            </a:extLst>
          </p:cNvPr>
          <p:cNvSpPr>
            <a:spLocks noGrp="1"/>
          </p:cNvSpPr>
          <p:nvPr/>
        </p:nvSpPr>
        <p:spPr>
          <a:xfrm>
            <a:off x="4076603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2" name="Stage1_sixpanel_5643">
            <a:extLst>
              <a:ext uri="{FF2B5EF4-FFF2-40B4-BE49-F238E27FC236}">
                <a16:creationId xmlns:a16="http://schemas.microsoft.com/office/drawing/2014/main" id="{446B4B37-7004-45B6-A577-E9B94532CFB0}"/>
              </a:ext>
            </a:extLst>
          </p:cNvPr>
          <p:cNvSpPr>
            <a:spLocks noGrp="1"/>
          </p:cNvSpPr>
          <p:nvPr/>
        </p:nvSpPr>
        <p:spPr>
          <a:xfrm>
            <a:off x="3958096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3" name="Stage1_sixpanel_5644">
            <a:extLst>
              <a:ext uri="{FF2B5EF4-FFF2-40B4-BE49-F238E27FC236}">
                <a16:creationId xmlns:a16="http://schemas.microsoft.com/office/drawing/2014/main" id="{6ACD9AB0-6F98-4616-8604-91D8C7265239}"/>
              </a:ext>
            </a:extLst>
          </p:cNvPr>
          <p:cNvSpPr>
            <a:spLocks noGrp="1"/>
          </p:cNvSpPr>
          <p:nvPr/>
        </p:nvSpPr>
        <p:spPr>
          <a:xfrm>
            <a:off x="394582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4" name="Stage1_sixpanel_5645">
            <a:extLst>
              <a:ext uri="{FF2B5EF4-FFF2-40B4-BE49-F238E27FC236}">
                <a16:creationId xmlns:a16="http://schemas.microsoft.com/office/drawing/2014/main" id="{372B43EC-547C-46A3-8FC5-38296E23FB26}"/>
              </a:ext>
            </a:extLst>
          </p:cNvPr>
          <p:cNvSpPr>
            <a:spLocks noGrp="1"/>
          </p:cNvSpPr>
          <p:nvPr/>
        </p:nvSpPr>
        <p:spPr>
          <a:xfrm>
            <a:off x="401200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5" name="Stage1_sixpanel_5646">
            <a:extLst>
              <a:ext uri="{FF2B5EF4-FFF2-40B4-BE49-F238E27FC236}">
                <a16:creationId xmlns:a16="http://schemas.microsoft.com/office/drawing/2014/main" id="{8F2CA66B-5FEE-4C2E-81CF-91B3E9F06ED0}"/>
              </a:ext>
            </a:extLst>
          </p:cNvPr>
          <p:cNvSpPr>
            <a:spLocks noGrp="1"/>
          </p:cNvSpPr>
          <p:nvPr/>
        </p:nvSpPr>
        <p:spPr>
          <a:xfrm>
            <a:off x="399523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6" name="Stage1_sixpanel_5647">
            <a:extLst>
              <a:ext uri="{FF2B5EF4-FFF2-40B4-BE49-F238E27FC236}">
                <a16:creationId xmlns:a16="http://schemas.microsoft.com/office/drawing/2014/main" id="{5B43A066-F803-4F59-8ACA-AFE8A2B7B3F4}"/>
              </a:ext>
            </a:extLst>
          </p:cNvPr>
          <p:cNvSpPr>
            <a:spLocks noGrp="1"/>
          </p:cNvSpPr>
          <p:nvPr/>
        </p:nvSpPr>
        <p:spPr>
          <a:xfrm>
            <a:off x="3957114" y="22475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7" name="Stage1_sixpanel_5648">
            <a:extLst>
              <a:ext uri="{FF2B5EF4-FFF2-40B4-BE49-F238E27FC236}">
                <a16:creationId xmlns:a16="http://schemas.microsoft.com/office/drawing/2014/main" id="{DD33BAA8-02D3-412A-96AD-BF34A9471627}"/>
              </a:ext>
            </a:extLst>
          </p:cNvPr>
          <p:cNvSpPr>
            <a:spLocks noGrp="1"/>
          </p:cNvSpPr>
          <p:nvPr/>
        </p:nvSpPr>
        <p:spPr>
          <a:xfrm>
            <a:off x="407538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8" name="Stage1_sixpanel_5649">
            <a:extLst>
              <a:ext uri="{FF2B5EF4-FFF2-40B4-BE49-F238E27FC236}">
                <a16:creationId xmlns:a16="http://schemas.microsoft.com/office/drawing/2014/main" id="{83428E60-797A-4193-B098-0059F00B949E}"/>
              </a:ext>
            </a:extLst>
          </p:cNvPr>
          <p:cNvSpPr>
            <a:spLocks noGrp="1"/>
          </p:cNvSpPr>
          <p:nvPr/>
        </p:nvSpPr>
        <p:spPr>
          <a:xfrm>
            <a:off x="39269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79" name="Stage1_sixpanel_5650">
            <a:extLst>
              <a:ext uri="{FF2B5EF4-FFF2-40B4-BE49-F238E27FC236}">
                <a16:creationId xmlns:a16="http://schemas.microsoft.com/office/drawing/2014/main" id="{8B59BA5C-EB47-4E7A-9319-6021A695F8DA}"/>
              </a:ext>
            </a:extLst>
          </p:cNvPr>
          <p:cNvSpPr>
            <a:spLocks noGrp="1"/>
          </p:cNvSpPr>
          <p:nvPr/>
        </p:nvSpPr>
        <p:spPr>
          <a:xfrm>
            <a:off x="39214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0" name="Stage1_sixpanel_5651">
            <a:extLst>
              <a:ext uri="{FF2B5EF4-FFF2-40B4-BE49-F238E27FC236}">
                <a16:creationId xmlns:a16="http://schemas.microsoft.com/office/drawing/2014/main" id="{8A135C91-31B1-464D-BD1B-C6A4379FD1B7}"/>
              </a:ext>
            </a:extLst>
          </p:cNvPr>
          <p:cNvSpPr>
            <a:spLocks noGrp="1"/>
          </p:cNvSpPr>
          <p:nvPr/>
        </p:nvSpPr>
        <p:spPr>
          <a:xfrm>
            <a:off x="39156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1" name="Stage1_sixpanel_5652">
            <a:extLst>
              <a:ext uri="{FF2B5EF4-FFF2-40B4-BE49-F238E27FC236}">
                <a16:creationId xmlns:a16="http://schemas.microsoft.com/office/drawing/2014/main" id="{955C4016-89B4-4A17-B68A-FFC977B483CD}"/>
              </a:ext>
            </a:extLst>
          </p:cNvPr>
          <p:cNvSpPr>
            <a:spLocks noGrp="1"/>
          </p:cNvSpPr>
          <p:nvPr/>
        </p:nvSpPr>
        <p:spPr>
          <a:xfrm>
            <a:off x="3931494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2" name="Stage1_sixpanel_5653">
            <a:extLst>
              <a:ext uri="{FF2B5EF4-FFF2-40B4-BE49-F238E27FC236}">
                <a16:creationId xmlns:a16="http://schemas.microsoft.com/office/drawing/2014/main" id="{462C68F1-C457-434B-84D6-8AE67D0EDD9E}"/>
              </a:ext>
            </a:extLst>
          </p:cNvPr>
          <p:cNvSpPr>
            <a:spLocks noGrp="1"/>
          </p:cNvSpPr>
          <p:nvPr/>
        </p:nvSpPr>
        <p:spPr>
          <a:xfrm>
            <a:off x="3936363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3" name="Stage1_sixpanel_5654">
            <a:extLst>
              <a:ext uri="{FF2B5EF4-FFF2-40B4-BE49-F238E27FC236}">
                <a16:creationId xmlns:a16="http://schemas.microsoft.com/office/drawing/2014/main" id="{F7E32D22-A847-434C-ADF5-92A4984778E6}"/>
              </a:ext>
            </a:extLst>
          </p:cNvPr>
          <p:cNvSpPr>
            <a:spLocks noGrp="1"/>
          </p:cNvSpPr>
          <p:nvPr/>
        </p:nvSpPr>
        <p:spPr>
          <a:xfrm>
            <a:off x="407279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4" name="Stage1_sixpanel_5655">
            <a:extLst>
              <a:ext uri="{FF2B5EF4-FFF2-40B4-BE49-F238E27FC236}">
                <a16:creationId xmlns:a16="http://schemas.microsoft.com/office/drawing/2014/main" id="{E810B1F8-7E9E-4FC4-AF0A-1FFA094326D0}"/>
              </a:ext>
            </a:extLst>
          </p:cNvPr>
          <p:cNvSpPr>
            <a:spLocks noGrp="1"/>
          </p:cNvSpPr>
          <p:nvPr/>
        </p:nvSpPr>
        <p:spPr>
          <a:xfrm>
            <a:off x="392233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5" name="Stage1_sixpanel_5656">
            <a:extLst>
              <a:ext uri="{FF2B5EF4-FFF2-40B4-BE49-F238E27FC236}">
                <a16:creationId xmlns:a16="http://schemas.microsoft.com/office/drawing/2014/main" id="{AF3CDED9-D539-4C98-AF5B-BDF5E6951DF9}"/>
              </a:ext>
            </a:extLst>
          </p:cNvPr>
          <p:cNvSpPr>
            <a:spLocks noGrp="1"/>
          </p:cNvSpPr>
          <p:nvPr/>
        </p:nvSpPr>
        <p:spPr>
          <a:xfrm>
            <a:off x="4003920" y="1920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6" name="Stage1_sixpanel_5657">
            <a:extLst>
              <a:ext uri="{FF2B5EF4-FFF2-40B4-BE49-F238E27FC236}">
                <a16:creationId xmlns:a16="http://schemas.microsoft.com/office/drawing/2014/main" id="{B0255242-7A61-4254-B3B9-F2BC20C5939C}"/>
              </a:ext>
            </a:extLst>
          </p:cNvPr>
          <p:cNvSpPr>
            <a:spLocks noGrp="1"/>
          </p:cNvSpPr>
          <p:nvPr/>
        </p:nvSpPr>
        <p:spPr>
          <a:xfrm>
            <a:off x="3997372" y="20316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7" name="Stage1_sixpanel_5658">
            <a:extLst>
              <a:ext uri="{FF2B5EF4-FFF2-40B4-BE49-F238E27FC236}">
                <a16:creationId xmlns:a16="http://schemas.microsoft.com/office/drawing/2014/main" id="{EFF42307-987C-4B20-BBCD-A1641F93683C}"/>
              </a:ext>
            </a:extLst>
          </p:cNvPr>
          <p:cNvSpPr>
            <a:spLocks noGrp="1"/>
          </p:cNvSpPr>
          <p:nvPr/>
        </p:nvSpPr>
        <p:spPr>
          <a:xfrm>
            <a:off x="39427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8" name="Stage1_sixpanel_5659">
            <a:extLst>
              <a:ext uri="{FF2B5EF4-FFF2-40B4-BE49-F238E27FC236}">
                <a16:creationId xmlns:a16="http://schemas.microsoft.com/office/drawing/2014/main" id="{B0ADB85D-0937-4EC5-94E9-E18D88FDE257}"/>
              </a:ext>
            </a:extLst>
          </p:cNvPr>
          <p:cNvSpPr>
            <a:spLocks noGrp="1"/>
          </p:cNvSpPr>
          <p:nvPr/>
        </p:nvSpPr>
        <p:spPr>
          <a:xfrm>
            <a:off x="40204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89" name="Stage1_sixpanel_5660">
            <a:extLst>
              <a:ext uri="{FF2B5EF4-FFF2-40B4-BE49-F238E27FC236}">
                <a16:creationId xmlns:a16="http://schemas.microsoft.com/office/drawing/2014/main" id="{4EF9AB22-0881-476F-9541-113DA20C9A57}"/>
              </a:ext>
            </a:extLst>
          </p:cNvPr>
          <p:cNvSpPr>
            <a:spLocks noGrp="1"/>
          </p:cNvSpPr>
          <p:nvPr/>
        </p:nvSpPr>
        <p:spPr>
          <a:xfrm>
            <a:off x="3934242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0" name="Stage1_sixpanel_5661">
            <a:extLst>
              <a:ext uri="{FF2B5EF4-FFF2-40B4-BE49-F238E27FC236}">
                <a16:creationId xmlns:a16="http://schemas.microsoft.com/office/drawing/2014/main" id="{54C94D30-8431-4218-9051-66669ECFD624}"/>
              </a:ext>
            </a:extLst>
          </p:cNvPr>
          <p:cNvSpPr>
            <a:spLocks noGrp="1"/>
          </p:cNvSpPr>
          <p:nvPr/>
        </p:nvSpPr>
        <p:spPr>
          <a:xfrm>
            <a:off x="392333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1" name="Stage1_sixpanel_5662">
            <a:extLst>
              <a:ext uri="{FF2B5EF4-FFF2-40B4-BE49-F238E27FC236}">
                <a16:creationId xmlns:a16="http://schemas.microsoft.com/office/drawing/2014/main" id="{E063F18A-C778-49F5-83EE-A975D94BA1BB}"/>
              </a:ext>
            </a:extLst>
          </p:cNvPr>
          <p:cNvSpPr>
            <a:spLocks noGrp="1"/>
          </p:cNvSpPr>
          <p:nvPr/>
        </p:nvSpPr>
        <p:spPr>
          <a:xfrm>
            <a:off x="3943221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2" name="Stage1_sixpanel_5663">
            <a:extLst>
              <a:ext uri="{FF2B5EF4-FFF2-40B4-BE49-F238E27FC236}">
                <a16:creationId xmlns:a16="http://schemas.microsoft.com/office/drawing/2014/main" id="{E954630C-CECC-4BB2-8737-201B8CAD02A1}"/>
              </a:ext>
            </a:extLst>
          </p:cNvPr>
          <p:cNvSpPr>
            <a:spLocks noGrp="1"/>
          </p:cNvSpPr>
          <p:nvPr/>
        </p:nvSpPr>
        <p:spPr>
          <a:xfrm>
            <a:off x="399864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3" name="Stage1_sixpanel_5664">
            <a:extLst>
              <a:ext uri="{FF2B5EF4-FFF2-40B4-BE49-F238E27FC236}">
                <a16:creationId xmlns:a16="http://schemas.microsoft.com/office/drawing/2014/main" id="{33FA9BC9-4FB5-4A7E-9D69-8C7FE7BA37C0}"/>
              </a:ext>
            </a:extLst>
          </p:cNvPr>
          <p:cNvSpPr>
            <a:spLocks noGrp="1"/>
          </p:cNvSpPr>
          <p:nvPr/>
        </p:nvSpPr>
        <p:spPr>
          <a:xfrm>
            <a:off x="3911871" y="183841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4" name="Stage1_sixpanel_5665">
            <a:extLst>
              <a:ext uri="{FF2B5EF4-FFF2-40B4-BE49-F238E27FC236}">
                <a16:creationId xmlns:a16="http://schemas.microsoft.com/office/drawing/2014/main" id="{7AA7EB23-7457-46D4-9E81-95F7478ECA55}"/>
              </a:ext>
            </a:extLst>
          </p:cNvPr>
          <p:cNvSpPr>
            <a:spLocks noGrp="1"/>
          </p:cNvSpPr>
          <p:nvPr/>
        </p:nvSpPr>
        <p:spPr>
          <a:xfrm>
            <a:off x="4052819" y="15886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5" name="Stage1_sixpanel_5666">
            <a:extLst>
              <a:ext uri="{FF2B5EF4-FFF2-40B4-BE49-F238E27FC236}">
                <a16:creationId xmlns:a16="http://schemas.microsoft.com/office/drawing/2014/main" id="{616CC5D2-AF0E-4D39-8670-31D6EE5E7073}"/>
              </a:ext>
            </a:extLst>
          </p:cNvPr>
          <p:cNvSpPr>
            <a:spLocks noGrp="1"/>
          </p:cNvSpPr>
          <p:nvPr/>
        </p:nvSpPr>
        <p:spPr>
          <a:xfrm>
            <a:off x="400419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6" name="Stage1_sixpanel_5667">
            <a:extLst>
              <a:ext uri="{FF2B5EF4-FFF2-40B4-BE49-F238E27FC236}">
                <a16:creationId xmlns:a16="http://schemas.microsoft.com/office/drawing/2014/main" id="{7736D19D-5562-4F14-9834-F9B4876DBA96}"/>
              </a:ext>
            </a:extLst>
          </p:cNvPr>
          <p:cNvSpPr>
            <a:spLocks noGrp="1"/>
          </p:cNvSpPr>
          <p:nvPr/>
        </p:nvSpPr>
        <p:spPr>
          <a:xfrm>
            <a:off x="39843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7" name="Stage1_sixpanel_5668">
            <a:extLst>
              <a:ext uri="{FF2B5EF4-FFF2-40B4-BE49-F238E27FC236}">
                <a16:creationId xmlns:a16="http://schemas.microsoft.com/office/drawing/2014/main" id="{4D1080CD-87B3-430E-A39F-D3DE38B31868}"/>
              </a:ext>
            </a:extLst>
          </p:cNvPr>
          <p:cNvSpPr>
            <a:spLocks noGrp="1"/>
          </p:cNvSpPr>
          <p:nvPr/>
        </p:nvSpPr>
        <p:spPr>
          <a:xfrm>
            <a:off x="40379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8" name="Stage1_sixpanel_5669">
            <a:extLst>
              <a:ext uri="{FF2B5EF4-FFF2-40B4-BE49-F238E27FC236}">
                <a16:creationId xmlns:a16="http://schemas.microsoft.com/office/drawing/2014/main" id="{2FE6F4F1-2F89-4173-BFEC-B8720E40C45A}"/>
              </a:ext>
            </a:extLst>
          </p:cNvPr>
          <p:cNvSpPr>
            <a:spLocks noGrp="1"/>
          </p:cNvSpPr>
          <p:nvPr/>
        </p:nvSpPr>
        <p:spPr>
          <a:xfrm>
            <a:off x="4015585" y="15676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99" name="Stage1_sixpanel_5670">
            <a:extLst>
              <a:ext uri="{FF2B5EF4-FFF2-40B4-BE49-F238E27FC236}">
                <a16:creationId xmlns:a16="http://schemas.microsoft.com/office/drawing/2014/main" id="{B8029145-BEEF-4AF0-9274-2B80ECD00DD7}"/>
              </a:ext>
            </a:extLst>
          </p:cNvPr>
          <p:cNvSpPr>
            <a:spLocks noGrp="1"/>
          </p:cNvSpPr>
          <p:nvPr/>
        </p:nvSpPr>
        <p:spPr>
          <a:xfrm>
            <a:off x="3991369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0" name="Stage1_sixpanel_5671">
            <a:extLst>
              <a:ext uri="{FF2B5EF4-FFF2-40B4-BE49-F238E27FC236}">
                <a16:creationId xmlns:a16="http://schemas.microsoft.com/office/drawing/2014/main" id="{B1BBD98B-5D1D-4989-91DA-251B3FF27C5E}"/>
              </a:ext>
            </a:extLst>
          </p:cNvPr>
          <p:cNvSpPr>
            <a:spLocks noGrp="1"/>
          </p:cNvSpPr>
          <p:nvPr/>
        </p:nvSpPr>
        <p:spPr>
          <a:xfrm>
            <a:off x="395930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1" name="Stage1_sixpanel_5672">
            <a:extLst>
              <a:ext uri="{FF2B5EF4-FFF2-40B4-BE49-F238E27FC236}">
                <a16:creationId xmlns:a16="http://schemas.microsoft.com/office/drawing/2014/main" id="{FF1BFCD6-19C8-4A29-89CD-26883C809E4B}"/>
              </a:ext>
            </a:extLst>
          </p:cNvPr>
          <p:cNvSpPr>
            <a:spLocks noGrp="1"/>
          </p:cNvSpPr>
          <p:nvPr/>
        </p:nvSpPr>
        <p:spPr>
          <a:xfrm>
            <a:off x="400023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2" name="Stage1_sixpanel_5673">
            <a:extLst>
              <a:ext uri="{FF2B5EF4-FFF2-40B4-BE49-F238E27FC236}">
                <a16:creationId xmlns:a16="http://schemas.microsoft.com/office/drawing/2014/main" id="{C0CFB5D2-EF9B-4F9F-98F5-5AFFFA1AC364}"/>
              </a:ext>
            </a:extLst>
          </p:cNvPr>
          <p:cNvSpPr>
            <a:spLocks noGrp="1"/>
          </p:cNvSpPr>
          <p:nvPr/>
        </p:nvSpPr>
        <p:spPr>
          <a:xfrm>
            <a:off x="3916342" y="17927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3" name="Stage1_sixpanel_5674">
            <a:extLst>
              <a:ext uri="{FF2B5EF4-FFF2-40B4-BE49-F238E27FC236}">
                <a16:creationId xmlns:a16="http://schemas.microsoft.com/office/drawing/2014/main" id="{59273C81-C004-43A2-99BE-52D29AF79E99}"/>
              </a:ext>
            </a:extLst>
          </p:cNvPr>
          <p:cNvSpPr>
            <a:spLocks noGrp="1"/>
          </p:cNvSpPr>
          <p:nvPr/>
        </p:nvSpPr>
        <p:spPr>
          <a:xfrm>
            <a:off x="39601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4" name="Stage1_sixpanel_5675">
            <a:extLst>
              <a:ext uri="{FF2B5EF4-FFF2-40B4-BE49-F238E27FC236}">
                <a16:creationId xmlns:a16="http://schemas.microsoft.com/office/drawing/2014/main" id="{787D025A-5990-4B79-95A2-F343A91B0A3D}"/>
              </a:ext>
            </a:extLst>
          </p:cNvPr>
          <p:cNvSpPr>
            <a:spLocks noGrp="1"/>
          </p:cNvSpPr>
          <p:nvPr/>
        </p:nvSpPr>
        <p:spPr>
          <a:xfrm>
            <a:off x="40061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5" name="Stage1_sixpanel_5676">
            <a:extLst>
              <a:ext uri="{FF2B5EF4-FFF2-40B4-BE49-F238E27FC236}">
                <a16:creationId xmlns:a16="http://schemas.microsoft.com/office/drawing/2014/main" id="{582FC8A2-0CAF-4A57-AE97-7E6822F37114}"/>
              </a:ext>
            </a:extLst>
          </p:cNvPr>
          <p:cNvSpPr>
            <a:spLocks noGrp="1"/>
          </p:cNvSpPr>
          <p:nvPr/>
        </p:nvSpPr>
        <p:spPr>
          <a:xfrm>
            <a:off x="4058765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6" name="Stage1_sixpanel_5677">
            <a:extLst>
              <a:ext uri="{FF2B5EF4-FFF2-40B4-BE49-F238E27FC236}">
                <a16:creationId xmlns:a16="http://schemas.microsoft.com/office/drawing/2014/main" id="{53ECCEF3-64A1-4D95-8518-4151D1ECA61F}"/>
              </a:ext>
            </a:extLst>
          </p:cNvPr>
          <p:cNvSpPr>
            <a:spLocks noGrp="1"/>
          </p:cNvSpPr>
          <p:nvPr/>
        </p:nvSpPr>
        <p:spPr>
          <a:xfrm>
            <a:off x="40490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7" name="Stage1_sixpanel_5678">
            <a:extLst>
              <a:ext uri="{FF2B5EF4-FFF2-40B4-BE49-F238E27FC236}">
                <a16:creationId xmlns:a16="http://schemas.microsoft.com/office/drawing/2014/main" id="{444FE915-4884-4348-9A62-AF405ED97D34}"/>
              </a:ext>
            </a:extLst>
          </p:cNvPr>
          <p:cNvSpPr>
            <a:spLocks noGrp="1"/>
          </p:cNvSpPr>
          <p:nvPr/>
        </p:nvSpPr>
        <p:spPr>
          <a:xfrm>
            <a:off x="4031518" y="199992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8" name="Stage1_sixpanel_5679">
            <a:extLst>
              <a:ext uri="{FF2B5EF4-FFF2-40B4-BE49-F238E27FC236}">
                <a16:creationId xmlns:a16="http://schemas.microsoft.com/office/drawing/2014/main" id="{BD2D60A4-FDB0-40B3-99AD-DE31E13622F3}"/>
              </a:ext>
            </a:extLst>
          </p:cNvPr>
          <p:cNvSpPr>
            <a:spLocks noGrp="1"/>
          </p:cNvSpPr>
          <p:nvPr/>
        </p:nvSpPr>
        <p:spPr>
          <a:xfrm>
            <a:off x="392902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09" name="Stage1_sixpanel_5680">
            <a:extLst>
              <a:ext uri="{FF2B5EF4-FFF2-40B4-BE49-F238E27FC236}">
                <a16:creationId xmlns:a16="http://schemas.microsoft.com/office/drawing/2014/main" id="{4E34EAF8-23E6-4154-AD0F-977DC63FEB5C}"/>
              </a:ext>
            </a:extLst>
          </p:cNvPr>
          <p:cNvSpPr>
            <a:spLocks noGrp="1"/>
          </p:cNvSpPr>
          <p:nvPr/>
        </p:nvSpPr>
        <p:spPr>
          <a:xfrm>
            <a:off x="4025431" y="23413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0" name="Stage1_sixpanel_5681">
            <a:extLst>
              <a:ext uri="{FF2B5EF4-FFF2-40B4-BE49-F238E27FC236}">
                <a16:creationId xmlns:a16="http://schemas.microsoft.com/office/drawing/2014/main" id="{EE577CF4-85AF-4B15-9F5B-E7F42766BBA2}"/>
              </a:ext>
            </a:extLst>
          </p:cNvPr>
          <p:cNvSpPr>
            <a:spLocks noGrp="1"/>
          </p:cNvSpPr>
          <p:nvPr/>
        </p:nvSpPr>
        <p:spPr>
          <a:xfrm>
            <a:off x="4028823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1" name="Stage1_sixpanel_5682">
            <a:extLst>
              <a:ext uri="{FF2B5EF4-FFF2-40B4-BE49-F238E27FC236}">
                <a16:creationId xmlns:a16="http://schemas.microsoft.com/office/drawing/2014/main" id="{88FD1080-DD2E-410E-A212-6512ECFB4F7C}"/>
              </a:ext>
            </a:extLst>
          </p:cNvPr>
          <p:cNvSpPr>
            <a:spLocks noGrp="1"/>
          </p:cNvSpPr>
          <p:nvPr/>
        </p:nvSpPr>
        <p:spPr>
          <a:xfrm>
            <a:off x="40499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2" name="Stage1_sixpanel_5683">
            <a:extLst>
              <a:ext uri="{FF2B5EF4-FFF2-40B4-BE49-F238E27FC236}">
                <a16:creationId xmlns:a16="http://schemas.microsoft.com/office/drawing/2014/main" id="{8A797B94-BB75-407C-8016-54957A715D7F}"/>
              </a:ext>
            </a:extLst>
          </p:cNvPr>
          <p:cNvSpPr>
            <a:spLocks noGrp="1"/>
          </p:cNvSpPr>
          <p:nvPr/>
        </p:nvSpPr>
        <p:spPr>
          <a:xfrm>
            <a:off x="402778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3" name="Stage1_sixpanel_5684">
            <a:extLst>
              <a:ext uri="{FF2B5EF4-FFF2-40B4-BE49-F238E27FC236}">
                <a16:creationId xmlns:a16="http://schemas.microsoft.com/office/drawing/2014/main" id="{B2BE9ADE-377E-4C54-ADD8-DCDDB980B40A}"/>
              </a:ext>
            </a:extLst>
          </p:cNvPr>
          <p:cNvSpPr>
            <a:spLocks noGrp="1"/>
          </p:cNvSpPr>
          <p:nvPr/>
        </p:nvSpPr>
        <p:spPr>
          <a:xfrm>
            <a:off x="402653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4" name="Stage1_sixpanel_5685">
            <a:extLst>
              <a:ext uri="{FF2B5EF4-FFF2-40B4-BE49-F238E27FC236}">
                <a16:creationId xmlns:a16="http://schemas.microsoft.com/office/drawing/2014/main" id="{682820C1-7380-4467-9293-7D34AD650A96}"/>
              </a:ext>
            </a:extLst>
          </p:cNvPr>
          <p:cNvSpPr>
            <a:spLocks noGrp="1"/>
          </p:cNvSpPr>
          <p:nvPr/>
        </p:nvSpPr>
        <p:spPr>
          <a:xfrm>
            <a:off x="39597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5" name="Stage1_sixpanel_5686">
            <a:extLst>
              <a:ext uri="{FF2B5EF4-FFF2-40B4-BE49-F238E27FC236}">
                <a16:creationId xmlns:a16="http://schemas.microsoft.com/office/drawing/2014/main" id="{38283420-19A5-4D07-9361-C15D9D885353}"/>
              </a:ext>
            </a:extLst>
          </p:cNvPr>
          <p:cNvSpPr>
            <a:spLocks noGrp="1"/>
          </p:cNvSpPr>
          <p:nvPr/>
        </p:nvSpPr>
        <p:spPr>
          <a:xfrm>
            <a:off x="3931237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6" name="Stage1_sixpanel_5687">
            <a:extLst>
              <a:ext uri="{FF2B5EF4-FFF2-40B4-BE49-F238E27FC236}">
                <a16:creationId xmlns:a16="http://schemas.microsoft.com/office/drawing/2014/main" id="{80710AE8-B7C9-4557-AEA2-DA9E59C9214C}"/>
              </a:ext>
            </a:extLst>
          </p:cNvPr>
          <p:cNvSpPr>
            <a:spLocks noGrp="1"/>
          </p:cNvSpPr>
          <p:nvPr/>
        </p:nvSpPr>
        <p:spPr>
          <a:xfrm>
            <a:off x="394358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7" name="Stage1_sixpanel_5688">
            <a:extLst>
              <a:ext uri="{FF2B5EF4-FFF2-40B4-BE49-F238E27FC236}">
                <a16:creationId xmlns:a16="http://schemas.microsoft.com/office/drawing/2014/main" id="{BCF3A660-05DD-47AA-8814-C21EB84D622C}"/>
              </a:ext>
            </a:extLst>
          </p:cNvPr>
          <p:cNvSpPr>
            <a:spLocks noGrp="1"/>
          </p:cNvSpPr>
          <p:nvPr/>
        </p:nvSpPr>
        <p:spPr>
          <a:xfrm>
            <a:off x="4036711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8" name="Stage1_sixpanel_5689">
            <a:extLst>
              <a:ext uri="{FF2B5EF4-FFF2-40B4-BE49-F238E27FC236}">
                <a16:creationId xmlns:a16="http://schemas.microsoft.com/office/drawing/2014/main" id="{E465AA4E-239D-45CA-8D28-D99169B2F5A7}"/>
              </a:ext>
            </a:extLst>
          </p:cNvPr>
          <p:cNvSpPr>
            <a:spLocks noGrp="1"/>
          </p:cNvSpPr>
          <p:nvPr/>
        </p:nvSpPr>
        <p:spPr>
          <a:xfrm>
            <a:off x="402891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19" name="Stage1_sixpanel_5690">
            <a:extLst>
              <a:ext uri="{FF2B5EF4-FFF2-40B4-BE49-F238E27FC236}">
                <a16:creationId xmlns:a16="http://schemas.microsoft.com/office/drawing/2014/main" id="{918DA587-F0B5-490F-8B74-2BCE62AECD09}"/>
              </a:ext>
            </a:extLst>
          </p:cNvPr>
          <p:cNvSpPr>
            <a:spLocks noGrp="1"/>
          </p:cNvSpPr>
          <p:nvPr/>
        </p:nvSpPr>
        <p:spPr>
          <a:xfrm>
            <a:off x="3975758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0" name="Stage1_sixpanel_5691">
            <a:extLst>
              <a:ext uri="{FF2B5EF4-FFF2-40B4-BE49-F238E27FC236}">
                <a16:creationId xmlns:a16="http://schemas.microsoft.com/office/drawing/2014/main" id="{1AC62FAD-41DF-4502-BD8A-E2AD6C98C3D8}"/>
              </a:ext>
            </a:extLst>
          </p:cNvPr>
          <p:cNvSpPr>
            <a:spLocks noGrp="1"/>
          </p:cNvSpPr>
          <p:nvPr/>
        </p:nvSpPr>
        <p:spPr>
          <a:xfrm>
            <a:off x="4027830" y="23902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1" name="Stage1_sixpanel_5692">
            <a:extLst>
              <a:ext uri="{FF2B5EF4-FFF2-40B4-BE49-F238E27FC236}">
                <a16:creationId xmlns:a16="http://schemas.microsoft.com/office/drawing/2014/main" id="{59C3B051-E421-4EA5-BD69-F75FBDD38E61}"/>
              </a:ext>
            </a:extLst>
          </p:cNvPr>
          <p:cNvSpPr>
            <a:spLocks noGrp="1"/>
          </p:cNvSpPr>
          <p:nvPr/>
        </p:nvSpPr>
        <p:spPr>
          <a:xfrm>
            <a:off x="397480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2" name="Stage1_sixpanel_5693">
            <a:extLst>
              <a:ext uri="{FF2B5EF4-FFF2-40B4-BE49-F238E27FC236}">
                <a16:creationId xmlns:a16="http://schemas.microsoft.com/office/drawing/2014/main" id="{0FA1F375-996C-4E74-8E69-9A78863D8271}"/>
              </a:ext>
            </a:extLst>
          </p:cNvPr>
          <p:cNvSpPr>
            <a:spLocks noGrp="1"/>
          </p:cNvSpPr>
          <p:nvPr/>
        </p:nvSpPr>
        <p:spPr>
          <a:xfrm>
            <a:off x="3943440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3" name="Stage1_sixpanel_5694">
            <a:extLst>
              <a:ext uri="{FF2B5EF4-FFF2-40B4-BE49-F238E27FC236}">
                <a16:creationId xmlns:a16="http://schemas.microsoft.com/office/drawing/2014/main" id="{482F4E29-8B94-4A7A-A3D8-890552AFE458}"/>
              </a:ext>
            </a:extLst>
          </p:cNvPr>
          <p:cNvSpPr>
            <a:spLocks noGrp="1"/>
          </p:cNvSpPr>
          <p:nvPr/>
        </p:nvSpPr>
        <p:spPr>
          <a:xfrm>
            <a:off x="3942237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4" name="Stage1_sixpanel_5695">
            <a:extLst>
              <a:ext uri="{FF2B5EF4-FFF2-40B4-BE49-F238E27FC236}">
                <a16:creationId xmlns:a16="http://schemas.microsoft.com/office/drawing/2014/main" id="{B31040C7-3A6F-4E72-A2FF-EBCFA11DE3FB}"/>
              </a:ext>
            </a:extLst>
          </p:cNvPr>
          <p:cNvSpPr>
            <a:spLocks noGrp="1"/>
          </p:cNvSpPr>
          <p:nvPr/>
        </p:nvSpPr>
        <p:spPr>
          <a:xfrm>
            <a:off x="3965729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5" name="Stage1_sixpanel_5696">
            <a:extLst>
              <a:ext uri="{FF2B5EF4-FFF2-40B4-BE49-F238E27FC236}">
                <a16:creationId xmlns:a16="http://schemas.microsoft.com/office/drawing/2014/main" id="{C9BF845C-BEA2-4309-9F18-64FE4A14C41C}"/>
              </a:ext>
            </a:extLst>
          </p:cNvPr>
          <p:cNvSpPr>
            <a:spLocks noGrp="1"/>
          </p:cNvSpPr>
          <p:nvPr/>
        </p:nvSpPr>
        <p:spPr>
          <a:xfrm>
            <a:off x="3929882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6" name="Stage1_sixpanel_5697">
            <a:extLst>
              <a:ext uri="{FF2B5EF4-FFF2-40B4-BE49-F238E27FC236}">
                <a16:creationId xmlns:a16="http://schemas.microsoft.com/office/drawing/2014/main" id="{3CBDA8D1-964A-4F15-BAA6-FE7C7C0BDFC7}"/>
              </a:ext>
            </a:extLst>
          </p:cNvPr>
          <p:cNvSpPr>
            <a:spLocks noGrp="1"/>
          </p:cNvSpPr>
          <p:nvPr/>
        </p:nvSpPr>
        <p:spPr>
          <a:xfrm>
            <a:off x="3980474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7" name="Stage1_sixpanel_5698">
            <a:extLst>
              <a:ext uri="{FF2B5EF4-FFF2-40B4-BE49-F238E27FC236}">
                <a16:creationId xmlns:a16="http://schemas.microsoft.com/office/drawing/2014/main" id="{16D9FD62-AFDE-46FB-9461-F7A97EDBD73F}"/>
              </a:ext>
            </a:extLst>
          </p:cNvPr>
          <p:cNvSpPr>
            <a:spLocks noGrp="1"/>
          </p:cNvSpPr>
          <p:nvPr/>
        </p:nvSpPr>
        <p:spPr>
          <a:xfrm>
            <a:off x="39217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8" name="Stage1_sixpanel_5699">
            <a:extLst>
              <a:ext uri="{FF2B5EF4-FFF2-40B4-BE49-F238E27FC236}">
                <a16:creationId xmlns:a16="http://schemas.microsoft.com/office/drawing/2014/main" id="{F38D4C73-F761-4358-BD78-5F93056DA46C}"/>
              </a:ext>
            </a:extLst>
          </p:cNvPr>
          <p:cNvSpPr>
            <a:spLocks noGrp="1"/>
          </p:cNvSpPr>
          <p:nvPr/>
        </p:nvSpPr>
        <p:spPr>
          <a:xfrm>
            <a:off x="3919824" y="25391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29" name="Stage1_sixpanel_5700">
            <a:extLst>
              <a:ext uri="{FF2B5EF4-FFF2-40B4-BE49-F238E27FC236}">
                <a16:creationId xmlns:a16="http://schemas.microsoft.com/office/drawing/2014/main" id="{958F963F-0FCA-4822-863D-2F9961B41FE6}"/>
              </a:ext>
            </a:extLst>
          </p:cNvPr>
          <p:cNvSpPr>
            <a:spLocks noGrp="1"/>
          </p:cNvSpPr>
          <p:nvPr/>
        </p:nvSpPr>
        <p:spPr>
          <a:xfrm>
            <a:off x="40035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0" name="Stage1_sixpanel_5701">
            <a:extLst>
              <a:ext uri="{FF2B5EF4-FFF2-40B4-BE49-F238E27FC236}">
                <a16:creationId xmlns:a16="http://schemas.microsoft.com/office/drawing/2014/main" id="{B246A46E-56C3-499C-BFDE-B9583BF0280E}"/>
              </a:ext>
            </a:extLst>
          </p:cNvPr>
          <p:cNvSpPr>
            <a:spLocks noGrp="1"/>
          </p:cNvSpPr>
          <p:nvPr/>
        </p:nvSpPr>
        <p:spPr>
          <a:xfrm>
            <a:off x="3946982" y="23558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1" name="Stage1_sixpanel_5702">
            <a:extLst>
              <a:ext uri="{FF2B5EF4-FFF2-40B4-BE49-F238E27FC236}">
                <a16:creationId xmlns:a16="http://schemas.microsoft.com/office/drawing/2014/main" id="{6F47EE38-C393-43F9-B7E5-E9BE3FB71C40}"/>
              </a:ext>
            </a:extLst>
          </p:cNvPr>
          <p:cNvSpPr>
            <a:spLocks noGrp="1"/>
          </p:cNvSpPr>
          <p:nvPr/>
        </p:nvSpPr>
        <p:spPr>
          <a:xfrm>
            <a:off x="3940390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2" name="Stage1_sixpanel_5703">
            <a:extLst>
              <a:ext uri="{FF2B5EF4-FFF2-40B4-BE49-F238E27FC236}">
                <a16:creationId xmlns:a16="http://schemas.microsoft.com/office/drawing/2014/main" id="{59425765-B9B2-4C80-81E4-65082E5BEBB6}"/>
              </a:ext>
            </a:extLst>
          </p:cNvPr>
          <p:cNvSpPr>
            <a:spLocks noGrp="1"/>
          </p:cNvSpPr>
          <p:nvPr/>
        </p:nvSpPr>
        <p:spPr>
          <a:xfrm>
            <a:off x="4073256" y="20467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3" name="Stage1_sixpanel_5704">
            <a:extLst>
              <a:ext uri="{FF2B5EF4-FFF2-40B4-BE49-F238E27FC236}">
                <a16:creationId xmlns:a16="http://schemas.microsoft.com/office/drawing/2014/main" id="{9BBE3D9C-FA11-4125-9223-2E6D402C2F97}"/>
              </a:ext>
            </a:extLst>
          </p:cNvPr>
          <p:cNvSpPr>
            <a:spLocks noGrp="1"/>
          </p:cNvSpPr>
          <p:nvPr/>
        </p:nvSpPr>
        <p:spPr>
          <a:xfrm>
            <a:off x="405302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4" name="Stage1_sixpanel_5705">
            <a:extLst>
              <a:ext uri="{FF2B5EF4-FFF2-40B4-BE49-F238E27FC236}">
                <a16:creationId xmlns:a16="http://schemas.microsoft.com/office/drawing/2014/main" id="{820D19B0-5555-48E6-B1F0-2E639A55BB59}"/>
              </a:ext>
            </a:extLst>
          </p:cNvPr>
          <p:cNvSpPr>
            <a:spLocks noGrp="1"/>
          </p:cNvSpPr>
          <p:nvPr/>
        </p:nvSpPr>
        <p:spPr>
          <a:xfrm>
            <a:off x="3940700" y="1313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5" name="Stage1_sixpanel_5706">
            <a:extLst>
              <a:ext uri="{FF2B5EF4-FFF2-40B4-BE49-F238E27FC236}">
                <a16:creationId xmlns:a16="http://schemas.microsoft.com/office/drawing/2014/main" id="{7DA654B8-BF2A-4FE7-82EA-23B13F89969D}"/>
              </a:ext>
            </a:extLst>
          </p:cNvPr>
          <p:cNvSpPr>
            <a:spLocks noGrp="1"/>
          </p:cNvSpPr>
          <p:nvPr/>
        </p:nvSpPr>
        <p:spPr>
          <a:xfrm>
            <a:off x="406604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6" name="Stage1_sixpanel_5707">
            <a:extLst>
              <a:ext uri="{FF2B5EF4-FFF2-40B4-BE49-F238E27FC236}">
                <a16:creationId xmlns:a16="http://schemas.microsoft.com/office/drawing/2014/main" id="{5928C162-0EE4-4DA5-BA7C-84469E836537}"/>
              </a:ext>
            </a:extLst>
          </p:cNvPr>
          <p:cNvSpPr>
            <a:spLocks noGrp="1"/>
          </p:cNvSpPr>
          <p:nvPr/>
        </p:nvSpPr>
        <p:spPr>
          <a:xfrm>
            <a:off x="405045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7" name="Stage1_sixpanel_5708">
            <a:extLst>
              <a:ext uri="{FF2B5EF4-FFF2-40B4-BE49-F238E27FC236}">
                <a16:creationId xmlns:a16="http://schemas.microsoft.com/office/drawing/2014/main" id="{F53F767D-395E-47F6-AE94-4315D0F0E8A8}"/>
              </a:ext>
            </a:extLst>
          </p:cNvPr>
          <p:cNvSpPr>
            <a:spLocks noGrp="1"/>
          </p:cNvSpPr>
          <p:nvPr/>
        </p:nvSpPr>
        <p:spPr>
          <a:xfrm>
            <a:off x="40142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8" name="Stage1_sixpanel_5709">
            <a:extLst>
              <a:ext uri="{FF2B5EF4-FFF2-40B4-BE49-F238E27FC236}">
                <a16:creationId xmlns:a16="http://schemas.microsoft.com/office/drawing/2014/main" id="{8DD949D9-2B79-4F17-8410-FB41E60A992D}"/>
              </a:ext>
            </a:extLst>
          </p:cNvPr>
          <p:cNvSpPr>
            <a:spLocks noGrp="1"/>
          </p:cNvSpPr>
          <p:nvPr/>
        </p:nvSpPr>
        <p:spPr>
          <a:xfrm>
            <a:off x="3946568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39" name="Stage1_sixpanel_5710">
            <a:extLst>
              <a:ext uri="{FF2B5EF4-FFF2-40B4-BE49-F238E27FC236}">
                <a16:creationId xmlns:a16="http://schemas.microsoft.com/office/drawing/2014/main" id="{37038DAC-98CD-4DAC-8974-C5C8956AEDB3}"/>
              </a:ext>
            </a:extLst>
          </p:cNvPr>
          <p:cNvSpPr>
            <a:spLocks noGrp="1"/>
          </p:cNvSpPr>
          <p:nvPr/>
        </p:nvSpPr>
        <p:spPr>
          <a:xfrm>
            <a:off x="3917502" y="191100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0" name="Stage1_sixpanel_5711">
            <a:extLst>
              <a:ext uri="{FF2B5EF4-FFF2-40B4-BE49-F238E27FC236}">
                <a16:creationId xmlns:a16="http://schemas.microsoft.com/office/drawing/2014/main" id="{05B50CF9-90EA-4C13-9274-FD24B0BADDFA}"/>
              </a:ext>
            </a:extLst>
          </p:cNvPr>
          <p:cNvSpPr>
            <a:spLocks noGrp="1"/>
          </p:cNvSpPr>
          <p:nvPr/>
        </p:nvSpPr>
        <p:spPr>
          <a:xfrm>
            <a:off x="405898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1" name="Stage1_sixpanel_5712">
            <a:extLst>
              <a:ext uri="{FF2B5EF4-FFF2-40B4-BE49-F238E27FC236}">
                <a16:creationId xmlns:a16="http://schemas.microsoft.com/office/drawing/2014/main" id="{3B9FC34C-2146-43F3-ACED-5AC06BBC3C4D}"/>
              </a:ext>
            </a:extLst>
          </p:cNvPr>
          <p:cNvSpPr>
            <a:spLocks noGrp="1"/>
          </p:cNvSpPr>
          <p:nvPr/>
        </p:nvSpPr>
        <p:spPr>
          <a:xfrm>
            <a:off x="4057541" y="16991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2" name="Stage1_sixpanel_5713">
            <a:extLst>
              <a:ext uri="{FF2B5EF4-FFF2-40B4-BE49-F238E27FC236}">
                <a16:creationId xmlns:a16="http://schemas.microsoft.com/office/drawing/2014/main" id="{F7757AC0-C5CF-4461-B1A1-668F075C4B05}"/>
              </a:ext>
            </a:extLst>
          </p:cNvPr>
          <p:cNvSpPr>
            <a:spLocks noGrp="1"/>
          </p:cNvSpPr>
          <p:nvPr/>
        </p:nvSpPr>
        <p:spPr>
          <a:xfrm>
            <a:off x="397918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3" name="Stage1_sixpanel_5714">
            <a:extLst>
              <a:ext uri="{FF2B5EF4-FFF2-40B4-BE49-F238E27FC236}">
                <a16:creationId xmlns:a16="http://schemas.microsoft.com/office/drawing/2014/main" id="{30E0743B-1567-4B9A-8DB1-E9FFB45A2C03}"/>
              </a:ext>
            </a:extLst>
          </p:cNvPr>
          <p:cNvSpPr>
            <a:spLocks noGrp="1"/>
          </p:cNvSpPr>
          <p:nvPr/>
        </p:nvSpPr>
        <p:spPr>
          <a:xfrm>
            <a:off x="4022654" y="24222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4" name="Stage1_sixpanel_5715">
            <a:extLst>
              <a:ext uri="{FF2B5EF4-FFF2-40B4-BE49-F238E27FC236}">
                <a16:creationId xmlns:a16="http://schemas.microsoft.com/office/drawing/2014/main" id="{BB63D83B-FD46-4FB9-B1C4-18802E046410}"/>
              </a:ext>
            </a:extLst>
          </p:cNvPr>
          <p:cNvSpPr>
            <a:spLocks noGrp="1"/>
          </p:cNvSpPr>
          <p:nvPr/>
        </p:nvSpPr>
        <p:spPr>
          <a:xfrm>
            <a:off x="401008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5" name="Stage1_sixpanel_5716">
            <a:extLst>
              <a:ext uri="{FF2B5EF4-FFF2-40B4-BE49-F238E27FC236}">
                <a16:creationId xmlns:a16="http://schemas.microsoft.com/office/drawing/2014/main" id="{07154EFC-D3D5-4EE0-9B4D-05A988AFFA5F}"/>
              </a:ext>
            </a:extLst>
          </p:cNvPr>
          <p:cNvSpPr>
            <a:spLocks noGrp="1"/>
          </p:cNvSpPr>
          <p:nvPr/>
        </p:nvSpPr>
        <p:spPr>
          <a:xfrm>
            <a:off x="4006145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6" name="Stage1_sixpanel_5717">
            <a:extLst>
              <a:ext uri="{FF2B5EF4-FFF2-40B4-BE49-F238E27FC236}">
                <a16:creationId xmlns:a16="http://schemas.microsoft.com/office/drawing/2014/main" id="{6840F984-5F23-477C-99B7-BFCE2F5CF230}"/>
              </a:ext>
            </a:extLst>
          </p:cNvPr>
          <p:cNvSpPr>
            <a:spLocks noGrp="1"/>
          </p:cNvSpPr>
          <p:nvPr/>
        </p:nvSpPr>
        <p:spPr>
          <a:xfrm>
            <a:off x="4026987" y="175783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7" name="Stage1_sixpanel_5718">
            <a:extLst>
              <a:ext uri="{FF2B5EF4-FFF2-40B4-BE49-F238E27FC236}">
                <a16:creationId xmlns:a16="http://schemas.microsoft.com/office/drawing/2014/main" id="{C6419836-C7D2-47F0-B522-1A8C41379DA1}"/>
              </a:ext>
            </a:extLst>
          </p:cNvPr>
          <p:cNvSpPr>
            <a:spLocks noGrp="1"/>
          </p:cNvSpPr>
          <p:nvPr/>
        </p:nvSpPr>
        <p:spPr>
          <a:xfrm>
            <a:off x="39597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8" name="Stage1_sixpanel_5719">
            <a:extLst>
              <a:ext uri="{FF2B5EF4-FFF2-40B4-BE49-F238E27FC236}">
                <a16:creationId xmlns:a16="http://schemas.microsoft.com/office/drawing/2014/main" id="{00F401B0-3590-4DF8-A4D9-D6BAE500388C}"/>
              </a:ext>
            </a:extLst>
          </p:cNvPr>
          <p:cNvSpPr>
            <a:spLocks noGrp="1"/>
          </p:cNvSpPr>
          <p:nvPr/>
        </p:nvSpPr>
        <p:spPr>
          <a:xfrm>
            <a:off x="3943620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49" name="Stage1_sixpanel_5720">
            <a:extLst>
              <a:ext uri="{FF2B5EF4-FFF2-40B4-BE49-F238E27FC236}">
                <a16:creationId xmlns:a16="http://schemas.microsoft.com/office/drawing/2014/main" id="{DCC6B66E-2B61-4180-9659-198A615D7BFE}"/>
              </a:ext>
            </a:extLst>
          </p:cNvPr>
          <p:cNvSpPr>
            <a:spLocks noGrp="1"/>
          </p:cNvSpPr>
          <p:nvPr/>
        </p:nvSpPr>
        <p:spPr>
          <a:xfrm>
            <a:off x="40291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0" name="Stage1_sixpanel_5721">
            <a:extLst>
              <a:ext uri="{FF2B5EF4-FFF2-40B4-BE49-F238E27FC236}">
                <a16:creationId xmlns:a16="http://schemas.microsoft.com/office/drawing/2014/main" id="{DFA551E6-45FC-4B33-A09B-267CF165C73E}"/>
              </a:ext>
            </a:extLst>
          </p:cNvPr>
          <p:cNvSpPr>
            <a:spLocks noGrp="1"/>
          </p:cNvSpPr>
          <p:nvPr/>
        </p:nvSpPr>
        <p:spPr>
          <a:xfrm>
            <a:off x="40193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1" name="Stage1_sixpanel_5722">
            <a:extLst>
              <a:ext uri="{FF2B5EF4-FFF2-40B4-BE49-F238E27FC236}">
                <a16:creationId xmlns:a16="http://schemas.microsoft.com/office/drawing/2014/main" id="{00A14E68-B116-430B-86D4-B2E13190964E}"/>
              </a:ext>
            </a:extLst>
          </p:cNvPr>
          <p:cNvSpPr>
            <a:spLocks noGrp="1"/>
          </p:cNvSpPr>
          <p:nvPr/>
        </p:nvSpPr>
        <p:spPr>
          <a:xfrm>
            <a:off x="3934636" y="20080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2" name="Stage1_sixpanel_5723">
            <a:extLst>
              <a:ext uri="{FF2B5EF4-FFF2-40B4-BE49-F238E27FC236}">
                <a16:creationId xmlns:a16="http://schemas.microsoft.com/office/drawing/2014/main" id="{03043CDE-DC91-40CA-840D-B39F516EF721}"/>
              </a:ext>
            </a:extLst>
          </p:cNvPr>
          <p:cNvSpPr>
            <a:spLocks noGrp="1"/>
          </p:cNvSpPr>
          <p:nvPr/>
        </p:nvSpPr>
        <p:spPr>
          <a:xfrm>
            <a:off x="3990091" y="17810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3" name="Stage1_sixpanel_5724">
            <a:extLst>
              <a:ext uri="{FF2B5EF4-FFF2-40B4-BE49-F238E27FC236}">
                <a16:creationId xmlns:a16="http://schemas.microsoft.com/office/drawing/2014/main" id="{3CABA320-9EAA-4D27-926D-6466D82CE30F}"/>
              </a:ext>
            </a:extLst>
          </p:cNvPr>
          <p:cNvSpPr>
            <a:spLocks noGrp="1"/>
          </p:cNvSpPr>
          <p:nvPr/>
        </p:nvSpPr>
        <p:spPr>
          <a:xfrm>
            <a:off x="397684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4" name="Stage1_sixpanel_5725">
            <a:extLst>
              <a:ext uri="{FF2B5EF4-FFF2-40B4-BE49-F238E27FC236}">
                <a16:creationId xmlns:a16="http://schemas.microsoft.com/office/drawing/2014/main" id="{405B7956-3753-4F5E-8CD3-3F1AA6A998D4}"/>
              </a:ext>
            </a:extLst>
          </p:cNvPr>
          <p:cNvSpPr>
            <a:spLocks noGrp="1"/>
          </p:cNvSpPr>
          <p:nvPr/>
        </p:nvSpPr>
        <p:spPr>
          <a:xfrm>
            <a:off x="3953238" y="18421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5" name="Stage1_sixpanel_5726">
            <a:extLst>
              <a:ext uri="{FF2B5EF4-FFF2-40B4-BE49-F238E27FC236}">
                <a16:creationId xmlns:a16="http://schemas.microsoft.com/office/drawing/2014/main" id="{D8D0D118-DD7F-4C9F-A867-D4616F6BDDB9}"/>
              </a:ext>
            </a:extLst>
          </p:cNvPr>
          <p:cNvSpPr>
            <a:spLocks noGrp="1"/>
          </p:cNvSpPr>
          <p:nvPr/>
        </p:nvSpPr>
        <p:spPr>
          <a:xfrm>
            <a:off x="3999168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6" name="Stage1_sixpanel_5727">
            <a:extLst>
              <a:ext uri="{FF2B5EF4-FFF2-40B4-BE49-F238E27FC236}">
                <a16:creationId xmlns:a16="http://schemas.microsoft.com/office/drawing/2014/main" id="{9A2C8CBB-ED92-4C74-88E0-93765F11C7D4}"/>
              </a:ext>
            </a:extLst>
          </p:cNvPr>
          <p:cNvSpPr>
            <a:spLocks noGrp="1"/>
          </p:cNvSpPr>
          <p:nvPr/>
        </p:nvSpPr>
        <p:spPr>
          <a:xfrm>
            <a:off x="392516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7" name="Stage1_sixpanel_5728">
            <a:extLst>
              <a:ext uri="{FF2B5EF4-FFF2-40B4-BE49-F238E27FC236}">
                <a16:creationId xmlns:a16="http://schemas.microsoft.com/office/drawing/2014/main" id="{B177F9BC-A008-486C-B919-B76CC03591CC}"/>
              </a:ext>
            </a:extLst>
          </p:cNvPr>
          <p:cNvSpPr>
            <a:spLocks noGrp="1"/>
          </p:cNvSpPr>
          <p:nvPr/>
        </p:nvSpPr>
        <p:spPr>
          <a:xfrm>
            <a:off x="3982667" y="244877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8" name="Stage1_sixpanel_5729">
            <a:extLst>
              <a:ext uri="{FF2B5EF4-FFF2-40B4-BE49-F238E27FC236}">
                <a16:creationId xmlns:a16="http://schemas.microsoft.com/office/drawing/2014/main" id="{7E21C8EE-D6E9-4EBF-940C-06AA4AF4D03A}"/>
              </a:ext>
            </a:extLst>
          </p:cNvPr>
          <p:cNvSpPr>
            <a:spLocks noGrp="1"/>
          </p:cNvSpPr>
          <p:nvPr/>
        </p:nvSpPr>
        <p:spPr>
          <a:xfrm>
            <a:off x="4026004" y="21202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59" name="Stage1_sixpanel_5730">
            <a:extLst>
              <a:ext uri="{FF2B5EF4-FFF2-40B4-BE49-F238E27FC236}">
                <a16:creationId xmlns:a16="http://schemas.microsoft.com/office/drawing/2014/main" id="{9DC81342-54C2-4CF3-8961-B892B73923B2}"/>
              </a:ext>
            </a:extLst>
          </p:cNvPr>
          <p:cNvSpPr>
            <a:spLocks noGrp="1"/>
          </p:cNvSpPr>
          <p:nvPr/>
        </p:nvSpPr>
        <p:spPr>
          <a:xfrm>
            <a:off x="396029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0" name="Stage1_sixpanel_5731">
            <a:extLst>
              <a:ext uri="{FF2B5EF4-FFF2-40B4-BE49-F238E27FC236}">
                <a16:creationId xmlns:a16="http://schemas.microsoft.com/office/drawing/2014/main" id="{CC8519E9-7F60-48A3-897A-4AF1AD1A7637}"/>
              </a:ext>
            </a:extLst>
          </p:cNvPr>
          <p:cNvSpPr>
            <a:spLocks noGrp="1"/>
          </p:cNvSpPr>
          <p:nvPr/>
        </p:nvSpPr>
        <p:spPr>
          <a:xfrm>
            <a:off x="405864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1" name="Stage1_sixpanel_5732">
            <a:extLst>
              <a:ext uri="{FF2B5EF4-FFF2-40B4-BE49-F238E27FC236}">
                <a16:creationId xmlns:a16="http://schemas.microsoft.com/office/drawing/2014/main" id="{FB793956-5EDB-41FD-A925-69C3F01AAE54}"/>
              </a:ext>
            </a:extLst>
          </p:cNvPr>
          <p:cNvSpPr>
            <a:spLocks noGrp="1"/>
          </p:cNvSpPr>
          <p:nvPr/>
        </p:nvSpPr>
        <p:spPr>
          <a:xfrm>
            <a:off x="39884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2" name="Stage1_sixpanel_5733">
            <a:extLst>
              <a:ext uri="{FF2B5EF4-FFF2-40B4-BE49-F238E27FC236}">
                <a16:creationId xmlns:a16="http://schemas.microsoft.com/office/drawing/2014/main" id="{42A5C408-0ECB-48D7-B4CB-874A4077633F}"/>
              </a:ext>
            </a:extLst>
          </p:cNvPr>
          <p:cNvSpPr>
            <a:spLocks noGrp="1"/>
          </p:cNvSpPr>
          <p:nvPr/>
        </p:nvSpPr>
        <p:spPr>
          <a:xfrm>
            <a:off x="4034944" y="23365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3" name="Stage1_sixpanel_5734">
            <a:extLst>
              <a:ext uri="{FF2B5EF4-FFF2-40B4-BE49-F238E27FC236}">
                <a16:creationId xmlns:a16="http://schemas.microsoft.com/office/drawing/2014/main" id="{DEB4D883-F3BB-4AAD-B55D-23CE8703738A}"/>
              </a:ext>
            </a:extLst>
          </p:cNvPr>
          <p:cNvSpPr>
            <a:spLocks noGrp="1"/>
          </p:cNvSpPr>
          <p:nvPr/>
        </p:nvSpPr>
        <p:spPr>
          <a:xfrm>
            <a:off x="398184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4" name="Stage1_sixpanel_5735">
            <a:extLst>
              <a:ext uri="{FF2B5EF4-FFF2-40B4-BE49-F238E27FC236}">
                <a16:creationId xmlns:a16="http://schemas.microsoft.com/office/drawing/2014/main" id="{C96F98FA-D3AD-4FAA-8903-42F371621DBE}"/>
              </a:ext>
            </a:extLst>
          </p:cNvPr>
          <p:cNvSpPr>
            <a:spLocks noGrp="1"/>
          </p:cNvSpPr>
          <p:nvPr/>
        </p:nvSpPr>
        <p:spPr>
          <a:xfrm>
            <a:off x="4007492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5" name="Stage1_sixpanel_5736">
            <a:extLst>
              <a:ext uri="{FF2B5EF4-FFF2-40B4-BE49-F238E27FC236}">
                <a16:creationId xmlns:a16="http://schemas.microsoft.com/office/drawing/2014/main" id="{4E1DAB20-56C3-40AC-B0CB-ED931A4D4EDD}"/>
              </a:ext>
            </a:extLst>
          </p:cNvPr>
          <p:cNvSpPr>
            <a:spLocks noGrp="1"/>
          </p:cNvSpPr>
          <p:nvPr/>
        </p:nvSpPr>
        <p:spPr>
          <a:xfrm>
            <a:off x="2075178" y="1596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6" name="Stage1_sixpanel_5737">
            <a:extLst>
              <a:ext uri="{FF2B5EF4-FFF2-40B4-BE49-F238E27FC236}">
                <a16:creationId xmlns:a16="http://schemas.microsoft.com/office/drawing/2014/main" id="{BD9B5296-758D-49BB-9736-F5175F101648}"/>
              </a:ext>
            </a:extLst>
          </p:cNvPr>
          <p:cNvSpPr>
            <a:spLocks noGrp="1"/>
          </p:cNvSpPr>
          <p:nvPr/>
        </p:nvSpPr>
        <p:spPr>
          <a:xfrm>
            <a:off x="2108010" y="13620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7" name="Stage1_sixpanel_5738">
            <a:extLst>
              <a:ext uri="{FF2B5EF4-FFF2-40B4-BE49-F238E27FC236}">
                <a16:creationId xmlns:a16="http://schemas.microsoft.com/office/drawing/2014/main" id="{AFE5115F-67A7-4F84-8B9D-683F88C66034}"/>
              </a:ext>
            </a:extLst>
          </p:cNvPr>
          <p:cNvSpPr>
            <a:spLocks noGrp="1"/>
          </p:cNvSpPr>
          <p:nvPr/>
        </p:nvSpPr>
        <p:spPr>
          <a:xfrm>
            <a:off x="2062556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8" name="Stage1_sixpanel_5739">
            <a:extLst>
              <a:ext uri="{FF2B5EF4-FFF2-40B4-BE49-F238E27FC236}">
                <a16:creationId xmlns:a16="http://schemas.microsoft.com/office/drawing/2014/main" id="{FF37F7D5-1170-42A0-B0BC-B4EEC2B3EC74}"/>
              </a:ext>
            </a:extLst>
          </p:cNvPr>
          <p:cNvSpPr>
            <a:spLocks noGrp="1"/>
          </p:cNvSpPr>
          <p:nvPr/>
        </p:nvSpPr>
        <p:spPr>
          <a:xfrm>
            <a:off x="2165068" y="245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69" name="Stage1_sixpanel_5740">
            <a:extLst>
              <a:ext uri="{FF2B5EF4-FFF2-40B4-BE49-F238E27FC236}">
                <a16:creationId xmlns:a16="http://schemas.microsoft.com/office/drawing/2014/main" id="{A1AB51BA-3F67-4BC5-9F1C-837A5DDD95B2}"/>
              </a:ext>
            </a:extLst>
          </p:cNvPr>
          <p:cNvSpPr>
            <a:spLocks noGrp="1"/>
          </p:cNvSpPr>
          <p:nvPr/>
        </p:nvSpPr>
        <p:spPr>
          <a:xfrm>
            <a:off x="2102483" y="15964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0" name="Stage1_sixpanel_5741">
            <a:extLst>
              <a:ext uri="{FF2B5EF4-FFF2-40B4-BE49-F238E27FC236}">
                <a16:creationId xmlns:a16="http://schemas.microsoft.com/office/drawing/2014/main" id="{D0960082-4A69-40EA-8C4F-37CC28994911}"/>
              </a:ext>
            </a:extLst>
          </p:cNvPr>
          <p:cNvSpPr>
            <a:spLocks noGrp="1"/>
          </p:cNvSpPr>
          <p:nvPr/>
        </p:nvSpPr>
        <p:spPr>
          <a:xfrm>
            <a:off x="2155297" y="17750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1" name="Stage1_sixpanel_5742">
            <a:extLst>
              <a:ext uri="{FF2B5EF4-FFF2-40B4-BE49-F238E27FC236}">
                <a16:creationId xmlns:a16="http://schemas.microsoft.com/office/drawing/2014/main" id="{9966B210-C1DD-45BF-B9C4-1CB960ADFF7C}"/>
              </a:ext>
            </a:extLst>
          </p:cNvPr>
          <p:cNvSpPr>
            <a:spLocks noGrp="1"/>
          </p:cNvSpPr>
          <p:nvPr/>
        </p:nvSpPr>
        <p:spPr>
          <a:xfrm>
            <a:off x="2168241" y="1421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2" name="Stage1_sixpanel_5743">
            <a:extLst>
              <a:ext uri="{FF2B5EF4-FFF2-40B4-BE49-F238E27FC236}">
                <a16:creationId xmlns:a16="http://schemas.microsoft.com/office/drawing/2014/main" id="{F6833524-606B-4264-9B25-09FEF684A442}"/>
              </a:ext>
            </a:extLst>
          </p:cNvPr>
          <p:cNvSpPr>
            <a:spLocks noGrp="1"/>
          </p:cNvSpPr>
          <p:nvPr/>
        </p:nvSpPr>
        <p:spPr>
          <a:xfrm>
            <a:off x="2045834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3" name="Stage1_sixpanel_5744">
            <a:extLst>
              <a:ext uri="{FF2B5EF4-FFF2-40B4-BE49-F238E27FC236}">
                <a16:creationId xmlns:a16="http://schemas.microsoft.com/office/drawing/2014/main" id="{B0FB56D1-C6CA-4D83-802A-16D56A02ED22}"/>
              </a:ext>
            </a:extLst>
          </p:cNvPr>
          <p:cNvSpPr>
            <a:spLocks noGrp="1"/>
          </p:cNvSpPr>
          <p:nvPr/>
        </p:nvSpPr>
        <p:spPr>
          <a:xfrm>
            <a:off x="2199091" y="1812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4" name="Stage1_sixpanel_5745">
            <a:extLst>
              <a:ext uri="{FF2B5EF4-FFF2-40B4-BE49-F238E27FC236}">
                <a16:creationId xmlns:a16="http://schemas.microsoft.com/office/drawing/2014/main" id="{8850CB36-9AF7-4A76-8734-31248ABAFAE2}"/>
              </a:ext>
            </a:extLst>
          </p:cNvPr>
          <p:cNvSpPr>
            <a:spLocks noGrp="1"/>
          </p:cNvSpPr>
          <p:nvPr/>
        </p:nvSpPr>
        <p:spPr>
          <a:xfrm>
            <a:off x="2110496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5" name="Stage1_sixpanel_5746">
            <a:extLst>
              <a:ext uri="{FF2B5EF4-FFF2-40B4-BE49-F238E27FC236}">
                <a16:creationId xmlns:a16="http://schemas.microsoft.com/office/drawing/2014/main" id="{4B557F8F-2EED-45B8-9E7D-27AE73E6CFFC}"/>
              </a:ext>
            </a:extLst>
          </p:cNvPr>
          <p:cNvSpPr>
            <a:spLocks noGrp="1"/>
          </p:cNvSpPr>
          <p:nvPr/>
        </p:nvSpPr>
        <p:spPr>
          <a:xfrm>
            <a:off x="2035437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6" name="Stage1_sixpanel_5747">
            <a:extLst>
              <a:ext uri="{FF2B5EF4-FFF2-40B4-BE49-F238E27FC236}">
                <a16:creationId xmlns:a16="http://schemas.microsoft.com/office/drawing/2014/main" id="{9BEA1DEF-354C-4830-B6CE-E4D3646CBD35}"/>
              </a:ext>
            </a:extLst>
          </p:cNvPr>
          <p:cNvSpPr>
            <a:spLocks noGrp="1"/>
          </p:cNvSpPr>
          <p:nvPr/>
        </p:nvSpPr>
        <p:spPr>
          <a:xfrm>
            <a:off x="2114589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7" name="Stage1_sixpanel_5748">
            <a:extLst>
              <a:ext uri="{FF2B5EF4-FFF2-40B4-BE49-F238E27FC236}">
                <a16:creationId xmlns:a16="http://schemas.microsoft.com/office/drawing/2014/main" id="{70303CD3-5170-4688-AE45-642B89C1272C}"/>
              </a:ext>
            </a:extLst>
          </p:cNvPr>
          <p:cNvSpPr>
            <a:spLocks noGrp="1"/>
          </p:cNvSpPr>
          <p:nvPr/>
        </p:nvSpPr>
        <p:spPr>
          <a:xfrm>
            <a:off x="2119835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8" name="Stage1_sixpanel_5749">
            <a:extLst>
              <a:ext uri="{FF2B5EF4-FFF2-40B4-BE49-F238E27FC236}">
                <a16:creationId xmlns:a16="http://schemas.microsoft.com/office/drawing/2014/main" id="{253FC45B-8E23-4723-9032-A82BFF58ABB6}"/>
              </a:ext>
            </a:extLst>
          </p:cNvPr>
          <p:cNvSpPr>
            <a:spLocks noGrp="1"/>
          </p:cNvSpPr>
          <p:nvPr/>
        </p:nvSpPr>
        <p:spPr>
          <a:xfrm>
            <a:off x="2048679" y="16596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79" name="Stage1_sixpanel_5750">
            <a:extLst>
              <a:ext uri="{FF2B5EF4-FFF2-40B4-BE49-F238E27FC236}">
                <a16:creationId xmlns:a16="http://schemas.microsoft.com/office/drawing/2014/main" id="{DA826BE5-90B7-48C9-92A2-2C6C3E714018}"/>
              </a:ext>
            </a:extLst>
          </p:cNvPr>
          <p:cNvSpPr>
            <a:spLocks noGrp="1"/>
          </p:cNvSpPr>
          <p:nvPr/>
        </p:nvSpPr>
        <p:spPr>
          <a:xfrm>
            <a:off x="2035407" y="14425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0" name="Stage1_sixpanel_5751">
            <a:extLst>
              <a:ext uri="{FF2B5EF4-FFF2-40B4-BE49-F238E27FC236}">
                <a16:creationId xmlns:a16="http://schemas.microsoft.com/office/drawing/2014/main" id="{B68A9D57-9304-4A8F-A6F2-B92E0E67E3CD}"/>
              </a:ext>
            </a:extLst>
          </p:cNvPr>
          <p:cNvSpPr>
            <a:spLocks noGrp="1"/>
          </p:cNvSpPr>
          <p:nvPr/>
        </p:nvSpPr>
        <p:spPr>
          <a:xfrm>
            <a:off x="2158972" y="14755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1" name="Stage1_sixpanel_5752">
            <a:extLst>
              <a:ext uri="{FF2B5EF4-FFF2-40B4-BE49-F238E27FC236}">
                <a16:creationId xmlns:a16="http://schemas.microsoft.com/office/drawing/2014/main" id="{B734CE39-168D-4AE4-9B3B-E3B860577546}"/>
              </a:ext>
            </a:extLst>
          </p:cNvPr>
          <p:cNvSpPr>
            <a:spLocks noGrp="1"/>
          </p:cNvSpPr>
          <p:nvPr/>
        </p:nvSpPr>
        <p:spPr>
          <a:xfrm>
            <a:off x="2156289" y="1873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2" name="Stage1_sixpanel_5753">
            <a:extLst>
              <a:ext uri="{FF2B5EF4-FFF2-40B4-BE49-F238E27FC236}">
                <a16:creationId xmlns:a16="http://schemas.microsoft.com/office/drawing/2014/main" id="{B7A081B4-A223-4314-A23E-5D68928C6C30}"/>
              </a:ext>
            </a:extLst>
          </p:cNvPr>
          <p:cNvSpPr>
            <a:spLocks noGrp="1"/>
          </p:cNvSpPr>
          <p:nvPr/>
        </p:nvSpPr>
        <p:spPr>
          <a:xfrm>
            <a:off x="2100001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3" name="Stage1_sixpanel_5754">
            <a:extLst>
              <a:ext uri="{FF2B5EF4-FFF2-40B4-BE49-F238E27FC236}">
                <a16:creationId xmlns:a16="http://schemas.microsoft.com/office/drawing/2014/main" id="{249202A4-F2C3-45ED-B94F-BCB5C6455029}"/>
              </a:ext>
            </a:extLst>
          </p:cNvPr>
          <p:cNvSpPr>
            <a:spLocks noGrp="1"/>
          </p:cNvSpPr>
          <p:nvPr/>
        </p:nvSpPr>
        <p:spPr>
          <a:xfrm>
            <a:off x="2102646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4" name="Stage1_sixpanel_5755">
            <a:extLst>
              <a:ext uri="{FF2B5EF4-FFF2-40B4-BE49-F238E27FC236}">
                <a16:creationId xmlns:a16="http://schemas.microsoft.com/office/drawing/2014/main" id="{D0FB938F-9BE7-4DAF-B0D3-E8C7C3C97182}"/>
              </a:ext>
            </a:extLst>
          </p:cNvPr>
          <p:cNvSpPr>
            <a:spLocks noGrp="1"/>
          </p:cNvSpPr>
          <p:nvPr/>
        </p:nvSpPr>
        <p:spPr>
          <a:xfrm>
            <a:off x="2195877" y="17331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5" name="Stage1_sixpanel_5756">
            <a:extLst>
              <a:ext uri="{FF2B5EF4-FFF2-40B4-BE49-F238E27FC236}">
                <a16:creationId xmlns:a16="http://schemas.microsoft.com/office/drawing/2014/main" id="{232EC489-9ADD-44F8-B27F-DE52393C5088}"/>
              </a:ext>
            </a:extLst>
          </p:cNvPr>
          <p:cNvSpPr>
            <a:spLocks noGrp="1"/>
          </p:cNvSpPr>
          <p:nvPr/>
        </p:nvSpPr>
        <p:spPr>
          <a:xfrm>
            <a:off x="2077238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6" name="Stage1_sixpanel_5757">
            <a:extLst>
              <a:ext uri="{FF2B5EF4-FFF2-40B4-BE49-F238E27FC236}">
                <a16:creationId xmlns:a16="http://schemas.microsoft.com/office/drawing/2014/main" id="{487676E9-C4A0-4E90-9305-623FD792EA22}"/>
              </a:ext>
            </a:extLst>
          </p:cNvPr>
          <p:cNvSpPr>
            <a:spLocks noGrp="1"/>
          </p:cNvSpPr>
          <p:nvPr/>
        </p:nvSpPr>
        <p:spPr>
          <a:xfrm>
            <a:off x="2146197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7" name="Stage1_sixpanel_5758">
            <a:extLst>
              <a:ext uri="{FF2B5EF4-FFF2-40B4-BE49-F238E27FC236}">
                <a16:creationId xmlns:a16="http://schemas.microsoft.com/office/drawing/2014/main" id="{5A8096BC-3BDA-4F77-A203-D8478F089505}"/>
              </a:ext>
            </a:extLst>
          </p:cNvPr>
          <p:cNvSpPr>
            <a:spLocks noGrp="1"/>
          </p:cNvSpPr>
          <p:nvPr/>
        </p:nvSpPr>
        <p:spPr>
          <a:xfrm>
            <a:off x="2192205" y="18022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8" name="Stage1_sixpanel_5759">
            <a:extLst>
              <a:ext uri="{FF2B5EF4-FFF2-40B4-BE49-F238E27FC236}">
                <a16:creationId xmlns:a16="http://schemas.microsoft.com/office/drawing/2014/main" id="{CAFD5686-B314-4995-BF47-7973E5A931D0}"/>
              </a:ext>
            </a:extLst>
          </p:cNvPr>
          <p:cNvSpPr>
            <a:spLocks noGrp="1"/>
          </p:cNvSpPr>
          <p:nvPr/>
        </p:nvSpPr>
        <p:spPr>
          <a:xfrm>
            <a:off x="2086316" y="13992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89" name="Stage1_sixpanel_5760">
            <a:extLst>
              <a:ext uri="{FF2B5EF4-FFF2-40B4-BE49-F238E27FC236}">
                <a16:creationId xmlns:a16="http://schemas.microsoft.com/office/drawing/2014/main" id="{6DD4584E-B905-46F2-A847-EB9E44833E6C}"/>
              </a:ext>
            </a:extLst>
          </p:cNvPr>
          <p:cNvSpPr>
            <a:spLocks noGrp="1"/>
          </p:cNvSpPr>
          <p:nvPr/>
        </p:nvSpPr>
        <p:spPr>
          <a:xfrm>
            <a:off x="2097476" y="24094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0" name="Stage1_sixpanel_5761">
            <a:extLst>
              <a:ext uri="{FF2B5EF4-FFF2-40B4-BE49-F238E27FC236}">
                <a16:creationId xmlns:a16="http://schemas.microsoft.com/office/drawing/2014/main" id="{E4E8431B-0F48-4BD9-8884-979AE1D5E6CF}"/>
              </a:ext>
            </a:extLst>
          </p:cNvPr>
          <p:cNvSpPr>
            <a:spLocks noGrp="1"/>
          </p:cNvSpPr>
          <p:nvPr/>
        </p:nvSpPr>
        <p:spPr>
          <a:xfrm>
            <a:off x="203670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1" name="Stage1_sixpanel_5762">
            <a:extLst>
              <a:ext uri="{FF2B5EF4-FFF2-40B4-BE49-F238E27FC236}">
                <a16:creationId xmlns:a16="http://schemas.microsoft.com/office/drawing/2014/main" id="{6BC7137C-8FD1-464E-AA8F-AEA75047C0A2}"/>
              </a:ext>
            </a:extLst>
          </p:cNvPr>
          <p:cNvSpPr>
            <a:spLocks noGrp="1"/>
          </p:cNvSpPr>
          <p:nvPr/>
        </p:nvSpPr>
        <p:spPr>
          <a:xfrm>
            <a:off x="2111030" y="21112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2" name="Stage1_sixpanel_5763">
            <a:extLst>
              <a:ext uri="{FF2B5EF4-FFF2-40B4-BE49-F238E27FC236}">
                <a16:creationId xmlns:a16="http://schemas.microsoft.com/office/drawing/2014/main" id="{9CD76437-E962-4081-B158-3D958EEA3575}"/>
              </a:ext>
            </a:extLst>
          </p:cNvPr>
          <p:cNvSpPr>
            <a:spLocks noGrp="1"/>
          </p:cNvSpPr>
          <p:nvPr/>
        </p:nvSpPr>
        <p:spPr>
          <a:xfrm>
            <a:off x="2189511" y="2203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3" name="Stage1_sixpanel_5764">
            <a:extLst>
              <a:ext uri="{FF2B5EF4-FFF2-40B4-BE49-F238E27FC236}">
                <a16:creationId xmlns:a16="http://schemas.microsoft.com/office/drawing/2014/main" id="{0E9A5C05-BC69-400A-916E-B0D63B55D248}"/>
              </a:ext>
            </a:extLst>
          </p:cNvPr>
          <p:cNvSpPr>
            <a:spLocks noGrp="1"/>
          </p:cNvSpPr>
          <p:nvPr/>
        </p:nvSpPr>
        <p:spPr>
          <a:xfrm>
            <a:off x="2031838" y="13799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4" name="Stage1_sixpanel_5765">
            <a:extLst>
              <a:ext uri="{FF2B5EF4-FFF2-40B4-BE49-F238E27FC236}">
                <a16:creationId xmlns:a16="http://schemas.microsoft.com/office/drawing/2014/main" id="{D87326D8-C32E-44FA-9E97-CFE6BDE8CA23}"/>
              </a:ext>
            </a:extLst>
          </p:cNvPr>
          <p:cNvSpPr>
            <a:spLocks noGrp="1"/>
          </p:cNvSpPr>
          <p:nvPr/>
        </p:nvSpPr>
        <p:spPr>
          <a:xfrm>
            <a:off x="2132273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5" name="Stage1_sixpanel_5766">
            <a:extLst>
              <a:ext uri="{FF2B5EF4-FFF2-40B4-BE49-F238E27FC236}">
                <a16:creationId xmlns:a16="http://schemas.microsoft.com/office/drawing/2014/main" id="{920F75E5-F9C7-43AF-8381-3396DBDA7ADD}"/>
              </a:ext>
            </a:extLst>
          </p:cNvPr>
          <p:cNvSpPr>
            <a:spLocks noGrp="1"/>
          </p:cNvSpPr>
          <p:nvPr/>
        </p:nvSpPr>
        <p:spPr>
          <a:xfrm>
            <a:off x="219787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6" name="Stage1_sixpanel_5767">
            <a:extLst>
              <a:ext uri="{FF2B5EF4-FFF2-40B4-BE49-F238E27FC236}">
                <a16:creationId xmlns:a16="http://schemas.microsoft.com/office/drawing/2014/main" id="{E8462690-1C8A-4F8A-9682-9015284E8654}"/>
              </a:ext>
            </a:extLst>
          </p:cNvPr>
          <p:cNvSpPr>
            <a:spLocks noGrp="1"/>
          </p:cNvSpPr>
          <p:nvPr/>
        </p:nvSpPr>
        <p:spPr>
          <a:xfrm>
            <a:off x="2184340" y="18859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7" name="Stage1_sixpanel_5768">
            <a:extLst>
              <a:ext uri="{FF2B5EF4-FFF2-40B4-BE49-F238E27FC236}">
                <a16:creationId xmlns:a16="http://schemas.microsoft.com/office/drawing/2014/main" id="{4D49D689-E7BC-4D37-9A64-E44B8BE12AD7}"/>
              </a:ext>
            </a:extLst>
          </p:cNvPr>
          <p:cNvSpPr>
            <a:spLocks noGrp="1"/>
          </p:cNvSpPr>
          <p:nvPr/>
        </p:nvSpPr>
        <p:spPr>
          <a:xfrm>
            <a:off x="216533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8" name="Stage1_sixpanel_5769">
            <a:extLst>
              <a:ext uri="{FF2B5EF4-FFF2-40B4-BE49-F238E27FC236}">
                <a16:creationId xmlns:a16="http://schemas.microsoft.com/office/drawing/2014/main" id="{31BB18E9-710C-488F-8925-B52E7F9FE9B8}"/>
              </a:ext>
            </a:extLst>
          </p:cNvPr>
          <p:cNvSpPr>
            <a:spLocks noGrp="1"/>
          </p:cNvSpPr>
          <p:nvPr/>
        </p:nvSpPr>
        <p:spPr>
          <a:xfrm>
            <a:off x="2071259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599" name="Stage1_sixpanel_5770">
            <a:extLst>
              <a:ext uri="{FF2B5EF4-FFF2-40B4-BE49-F238E27FC236}">
                <a16:creationId xmlns:a16="http://schemas.microsoft.com/office/drawing/2014/main" id="{FA95BA24-092E-4CB8-A9C1-65F834978A2B}"/>
              </a:ext>
            </a:extLst>
          </p:cNvPr>
          <p:cNvSpPr>
            <a:spLocks noGrp="1"/>
          </p:cNvSpPr>
          <p:nvPr/>
        </p:nvSpPr>
        <p:spPr>
          <a:xfrm>
            <a:off x="2190022" y="16728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0" name="Stage1_sixpanel_5771">
            <a:extLst>
              <a:ext uri="{FF2B5EF4-FFF2-40B4-BE49-F238E27FC236}">
                <a16:creationId xmlns:a16="http://schemas.microsoft.com/office/drawing/2014/main" id="{9A2AE5D5-D727-4862-A4C1-FEE9135A0A1F}"/>
              </a:ext>
            </a:extLst>
          </p:cNvPr>
          <p:cNvSpPr>
            <a:spLocks noGrp="1"/>
          </p:cNvSpPr>
          <p:nvPr/>
        </p:nvSpPr>
        <p:spPr>
          <a:xfrm>
            <a:off x="217031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1" name="Stage1_sixpanel_5772">
            <a:extLst>
              <a:ext uri="{FF2B5EF4-FFF2-40B4-BE49-F238E27FC236}">
                <a16:creationId xmlns:a16="http://schemas.microsoft.com/office/drawing/2014/main" id="{35FD6691-266F-4B99-ADC1-F7DF5C37D905}"/>
              </a:ext>
            </a:extLst>
          </p:cNvPr>
          <p:cNvSpPr>
            <a:spLocks noGrp="1"/>
          </p:cNvSpPr>
          <p:nvPr/>
        </p:nvSpPr>
        <p:spPr>
          <a:xfrm>
            <a:off x="216814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2" name="Stage1_sixpanel_5773">
            <a:extLst>
              <a:ext uri="{FF2B5EF4-FFF2-40B4-BE49-F238E27FC236}">
                <a16:creationId xmlns:a16="http://schemas.microsoft.com/office/drawing/2014/main" id="{7199ACD2-9B7F-435D-8946-09D612F23B18}"/>
              </a:ext>
            </a:extLst>
          </p:cNvPr>
          <p:cNvSpPr>
            <a:spLocks noGrp="1"/>
          </p:cNvSpPr>
          <p:nvPr/>
        </p:nvSpPr>
        <p:spPr>
          <a:xfrm>
            <a:off x="2058149" y="1889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3" name="Stage1_sixpanel_5774">
            <a:extLst>
              <a:ext uri="{FF2B5EF4-FFF2-40B4-BE49-F238E27FC236}">
                <a16:creationId xmlns:a16="http://schemas.microsoft.com/office/drawing/2014/main" id="{BB509CE2-6D72-46F1-8B1F-CAE358E1A15B}"/>
              </a:ext>
            </a:extLst>
          </p:cNvPr>
          <p:cNvSpPr>
            <a:spLocks noGrp="1"/>
          </p:cNvSpPr>
          <p:nvPr/>
        </p:nvSpPr>
        <p:spPr>
          <a:xfrm>
            <a:off x="2113289" y="1345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4" name="Stage1_sixpanel_5775">
            <a:extLst>
              <a:ext uri="{FF2B5EF4-FFF2-40B4-BE49-F238E27FC236}">
                <a16:creationId xmlns:a16="http://schemas.microsoft.com/office/drawing/2014/main" id="{517ED8CE-D679-4D54-A4DB-AA9AFDB20D41}"/>
              </a:ext>
            </a:extLst>
          </p:cNvPr>
          <p:cNvSpPr>
            <a:spLocks noGrp="1"/>
          </p:cNvSpPr>
          <p:nvPr/>
        </p:nvSpPr>
        <p:spPr>
          <a:xfrm>
            <a:off x="2178495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5" name="Stage1_sixpanel_5776">
            <a:extLst>
              <a:ext uri="{FF2B5EF4-FFF2-40B4-BE49-F238E27FC236}">
                <a16:creationId xmlns:a16="http://schemas.microsoft.com/office/drawing/2014/main" id="{934AEC24-375E-4770-8A16-8D4C108F8855}"/>
              </a:ext>
            </a:extLst>
          </p:cNvPr>
          <p:cNvSpPr>
            <a:spLocks noGrp="1"/>
          </p:cNvSpPr>
          <p:nvPr/>
        </p:nvSpPr>
        <p:spPr>
          <a:xfrm>
            <a:off x="205048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6" name="Stage1_sixpanel_5777">
            <a:extLst>
              <a:ext uri="{FF2B5EF4-FFF2-40B4-BE49-F238E27FC236}">
                <a16:creationId xmlns:a16="http://schemas.microsoft.com/office/drawing/2014/main" id="{D6C018A7-2CAB-4057-A274-2C70FFC9BEFD}"/>
              </a:ext>
            </a:extLst>
          </p:cNvPr>
          <p:cNvSpPr>
            <a:spLocks noGrp="1"/>
          </p:cNvSpPr>
          <p:nvPr/>
        </p:nvSpPr>
        <p:spPr>
          <a:xfrm>
            <a:off x="2057650" y="1418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7" name="Stage1_sixpanel_5778">
            <a:extLst>
              <a:ext uri="{FF2B5EF4-FFF2-40B4-BE49-F238E27FC236}">
                <a16:creationId xmlns:a16="http://schemas.microsoft.com/office/drawing/2014/main" id="{26C50AFC-BB9F-4777-A07C-53148B1F2197}"/>
              </a:ext>
            </a:extLst>
          </p:cNvPr>
          <p:cNvSpPr>
            <a:spLocks noGrp="1"/>
          </p:cNvSpPr>
          <p:nvPr/>
        </p:nvSpPr>
        <p:spPr>
          <a:xfrm>
            <a:off x="2085042" y="2026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8" name="Stage1_sixpanel_5779">
            <a:extLst>
              <a:ext uri="{FF2B5EF4-FFF2-40B4-BE49-F238E27FC236}">
                <a16:creationId xmlns:a16="http://schemas.microsoft.com/office/drawing/2014/main" id="{684CFC05-306D-4A2B-9CCB-D83B2A3C4F30}"/>
              </a:ext>
            </a:extLst>
          </p:cNvPr>
          <p:cNvSpPr>
            <a:spLocks noGrp="1"/>
          </p:cNvSpPr>
          <p:nvPr/>
        </p:nvSpPr>
        <p:spPr>
          <a:xfrm>
            <a:off x="2102984" y="1550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09" name="Stage1_sixpanel_5780">
            <a:extLst>
              <a:ext uri="{FF2B5EF4-FFF2-40B4-BE49-F238E27FC236}">
                <a16:creationId xmlns:a16="http://schemas.microsoft.com/office/drawing/2014/main" id="{213C5F16-89B4-4496-8562-C38C4A9B3A7F}"/>
              </a:ext>
            </a:extLst>
          </p:cNvPr>
          <p:cNvSpPr>
            <a:spLocks noGrp="1"/>
          </p:cNvSpPr>
          <p:nvPr/>
        </p:nvSpPr>
        <p:spPr>
          <a:xfrm>
            <a:off x="2101477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0" name="Stage1_sixpanel_5781">
            <a:extLst>
              <a:ext uri="{FF2B5EF4-FFF2-40B4-BE49-F238E27FC236}">
                <a16:creationId xmlns:a16="http://schemas.microsoft.com/office/drawing/2014/main" id="{AA2A2301-11DA-4A8A-B050-A40EC621B0D9}"/>
              </a:ext>
            </a:extLst>
          </p:cNvPr>
          <p:cNvSpPr>
            <a:spLocks noGrp="1"/>
          </p:cNvSpPr>
          <p:nvPr/>
        </p:nvSpPr>
        <p:spPr>
          <a:xfrm>
            <a:off x="2051559" y="20534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1" name="Stage1_sixpanel_5782">
            <a:extLst>
              <a:ext uri="{FF2B5EF4-FFF2-40B4-BE49-F238E27FC236}">
                <a16:creationId xmlns:a16="http://schemas.microsoft.com/office/drawing/2014/main" id="{94896B41-C4A3-429F-82C0-BB15279B9FF8}"/>
              </a:ext>
            </a:extLst>
          </p:cNvPr>
          <p:cNvSpPr>
            <a:spLocks noGrp="1"/>
          </p:cNvSpPr>
          <p:nvPr/>
        </p:nvSpPr>
        <p:spPr>
          <a:xfrm>
            <a:off x="2145065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2" name="Stage1_sixpanel_5783">
            <a:extLst>
              <a:ext uri="{FF2B5EF4-FFF2-40B4-BE49-F238E27FC236}">
                <a16:creationId xmlns:a16="http://schemas.microsoft.com/office/drawing/2014/main" id="{3466E617-5467-4765-BF39-51093214FF04}"/>
              </a:ext>
            </a:extLst>
          </p:cNvPr>
          <p:cNvSpPr>
            <a:spLocks noGrp="1"/>
          </p:cNvSpPr>
          <p:nvPr/>
        </p:nvSpPr>
        <p:spPr>
          <a:xfrm>
            <a:off x="2147920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3" name="Stage1_sixpanel_5784">
            <a:extLst>
              <a:ext uri="{FF2B5EF4-FFF2-40B4-BE49-F238E27FC236}">
                <a16:creationId xmlns:a16="http://schemas.microsoft.com/office/drawing/2014/main" id="{601211A6-97C0-44CA-9495-48E5C58EC70E}"/>
              </a:ext>
            </a:extLst>
          </p:cNvPr>
          <p:cNvSpPr>
            <a:spLocks noGrp="1"/>
          </p:cNvSpPr>
          <p:nvPr/>
        </p:nvSpPr>
        <p:spPr>
          <a:xfrm>
            <a:off x="2134979" y="19476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4" name="Stage1_sixpanel_5785">
            <a:extLst>
              <a:ext uri="{FF2B5EF4-FFF2-40B4-BE49-F238E27FC236}">
                <a16:creationId xmlns:a16="http://schemas.microsoft.com/office/drawing/2014/main" id="{03DAA8C4-34CD-4D42-BEDA-7145B88F9314}"/>
              </a:ext>
            </a:extLst>
          </p:cNvPr>
          <p:cNvSpPr>
            <a:spLocks noGrp="1"/>
          </p:cNvSpPr>
          <p:nvPr/>
        </p:nvSpPr>
        <p:spPr>
          <a:xfrm>
            <a:off x="2083786" y="142675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5" name="Stage1_sixpanel_5786">
            <a:extLst>
              <a:ext uri="{FF2B5EF4-FFF2-40B4-BE49-F238E27FC236}">
                <a16:creationId xmlns:a16="http://schemas.microsoft.com/office/drawing/2014/main" id="{9596AC2F-3170-453F-92C8-437960071E27}"/>
              </a:ext>
            </a:extLst>
          </p:cNvPr>
          <p:cNvSpPr>
            <a:spLocks noGrp="1"/>
          </p:cNvSpPr>
          <p:nvPr/>
        </p:nvSpPr>
        <p:spPr>
          <a:xfrm>
            <a:off x="2106869" y="17013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6" name="Stage1_sixpanel_5787">
            <a:extLst>
              <a:ext uri="{FF2B5EF4-FFF2-40B4-BE49-F238E27FC236}">
                <a16:creationId xmlns:a16="http://schemas.microsoft.com/office/drawing/2014/main" id="{7C1AD54D-A404-421E-A4F4-45532FAD12DF}"/>
              </a:ext>
            </a:extLst>
          </p:cNvPr>
          <p:cNvSpPr>
            <a:spLocks noGrp="1"/>
          </p:cNvSpPr>
          <p:nvPr/>
        </p:nvSpPr>
        <p:spPr>
          <a:xfrm>
            <a:off x="21171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7" name="Stage1_sixpanel_5788">
            <a:extLst>
              <a:ext uri="{FF2B5EF4-FFF2-40B4-BE49-F238E27FC236}">
                <a16:creationId xmlns:a16="http://schemas.microsoft.com/office/drawing/2014/main" id="{872ECF97-CD1D-4FDC-998A-DAF55C9EB25D}"/>
              </a:ext>
            </a:extLst>
          </p:cNvPr>
          <p:cNvSpPr>
            <a:spLocks noGrp="1"/>
          </p:cNvSpPr>
          <p:nvPr/>
        </p:nvSpPr>
        <p:spPr>
          <a:xfrm>
            <a:off x="2160880" y="182143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8" name="Stage1_sixpanel_5789">
            <a:extLst>
              <a:ext uri="{FF2B5EF4-FFF2-40B4-BE49-F238E27FC236}">
                <a16:creationId xmlns:a16="http://schemas.microsoft.com/office/drawing/2014/main" id="{667BE33A-F3D5-449B-ACB4-37E03F258704}"/>
              </a:ext>
            </a:extLst>
          </p:cNvPr>
          <p:cNvSpPr>
            <a:spLocks noGrp="1"/>
          </p:cNvSpPr>
          <p:nvPr/>
        </p:nvSpPr>
        <p:spPr>
          <a:xfrm>
            <a:off x="2145213" y="1846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19" name="Stage1_sixpanel_5790">
            <a:extLst>
              <a:ext uri="{FF2B5EF4-FFF2-40B4-BE49-F238E27FC236}">
                <a16:creationId xmlns:a16="http://schemas.microsoft.com/office/drawing/2014/main" id="{D4F0457D-BAD4-48DA-9651-828D7783AD19}"/>
              </a:ext>
            </a:extLst>
          </p:cNvPr>
          <p:cNvSpPr>
            <a:spLocks noGrp="1"/>
          </p:cNvSpPr>
          <p:nvPr/>
        </p:nvSpPr>
        <p:spPr>
          <a:xfrm>
            <a:off x="2125334" y="17096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0" name="Stage1_sixpanel_5791">
            <a:extLst>
              <a:ext uri="{FF2B5EF4-FFF2-40B4-BE49-F238E27FC236}">
                <a16:creationId xmlns:a16="http://schemas.microsoft.com/office/drawing/2014/main" id="{2CCD73ED-0321-42E7-A4BB-ABD69A459074}"/>
              </a:ext>
            </a:extLst>
          </p:cNvPr>
          <p:cNvSpPr>
            <a:spLocks noGrp="1"/>
          </p:cNvSpPr>
          <p:nvPr/>
        </p:nvSpPr>
        <p:spPr>
          <a:xfrm>
            <a:off x="2181903" y="17846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1" name="Stage1_sixpanel_5792">
            <a:extLst>
              <a:ext uri="{FF2B5EF4-FFF2-40B4-BE49-F238E27FC236}">
                <a16:creationId xmlns:a16="http://schemas.microsoft.com/office/drawing/2014/main" id="{C41FCBDA-B4D3-49EB-8621-63784E87C41A}"/>
              </a:ext>
            </a:extLst>
          </p:cNvPr>
          <p:cNvSpPr>
            <a:spLocks noGrp="1"/>
          </p:cNvSpPr>
          <p:nvPr/>
        </p:nvSpPr>
        <p:spPr>
          <a:xfrm>
            <a:off x="2048963" y="25166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2" name="Stage1_sixpanel_5793">
            <a:extLst>
              <a:ext uri="{FF2B5EF4-FFF2-40B4-BE49-F238E27FC236}">
                <a16:creationId xmlns:a16="http://schemas.microsoft.com/office/drawing/2014/main" id="{4237485F-9C46-44AE-8306-9673E7A45B73}"/>
              </a:ext>
            </a:extLst>
          </p:cNvPr>
          <p:cNvSpPr>
            <a:spLocks noGrp="1"/>
          </p:cNvSpPr>
          <p:nvPr/>
        </p:nvSpPr>
        <p:spPr>
          <a:xfrm>
            <a:off x="2141780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3" name="Stage1_sixpanel_5794">
            <a:extLst>
              <a:ext uri="{FF2B5EF4-FFF2-40B4-BE49-F238E27FC236}">
                <a16:creationId xmlns:a16="http://schemas.microsoft.com/office/drawing/2014/main" id="{882DA4D8-8F8E-4A41-A8B7-AF206FEA1E4A}"/>
              </a:ext>
            </a:extLst>
          </p:cNvPr>
          <p:cNvSpPr>
            <a:spLocks noGrp="1"/>
          </p:cNvSpPr>
          <p:nvPr/>
        </p:nvSpPr>
        <p:spPr>
          <a:xfrm>
            <a:off x="2100187" y="15543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4" name="Stage1_sixpanel_5795">
            <a:extLst>
              <a:ext uri="{FF2B5EF4-FFF2-40B4-BE49-F238E27FC236}">
                <a16:creationId xmlns:a16="http://schemas.microsoft.com/office/drawing/2014/main" id="{44B9372C-E27A-4143-9315-3D941A07B05D}"/>
              </a:ext>
            </a:extLst>
          </p:cNvPr>
          <p:cNvSpPr>
            <a:spLocks noGrp="1"/>
          </p:cNvSpPr>
          <p:nvPr/>
        </p:nvSpPr>
        <p:spPr>
          <a:xfrm>
            <a:off x="2047503" y="14610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5" name="Stage1_sixpanel_5796">
            <a:extLst>
              <a:ext uri="{FF2B5EF4-FFF2-40B4-BE49-F238E27FC236}">
                <a16:creationId xmlns:a16="http://schemas.microsoft.com/office/drawing/2014/main" id="{BDDB6812-3F56-4ADA-A3FF-F56938BF7FCF}"/>
              </a:ext>
            </a:extLst>
          </p:cNvPr>
          <p:cNvSpPr>
            <a:spLocks noGrp="1"/>
          </p:cNvSpPr>
          <p:nvPr/>
        </p:nvSpPr>
        <p:spPr>
          <a:xfrm>
            <a:off x="2163901" y="17821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6" name="Stage1_sixpanel_5797">
            <a:extLst>
              <a:ext uri="{FF2B5EF4-FFF2-40B4-BE49-F238E27FC236}">
                <a16:creationId xmlns:a16="http://schemas.microsoft.com/office/drawing/2014/main" id="{DA3A554B-5D2B-46B7-95B3-F5CE61B4084D}"/>
              </a:ext>
            </a:extLst>
          </p:cNvPr>
          <p:cNvSpPr>
            <a:spLocks noGrp="1"/>
          </p:cNvSpPr>
          <p:nvPr/>
        </p:nvSpPr>
        <p:spPr>
          <a:xfrm>
            <a:off x="2176549" y="1267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7" name="Stage1_sixpanel_5798">
            <a:extLst>
              <a:ext uri="{FF2B5EF4-FFF2-40B4-BE49-F238E27FC236}">
                <a16:creationId xmlns:a16="http://schemas.microsoft.com/office/drawing/2014/main" id="{C0C19F25-E357-4338-9E0C-074D230BAFE1}"/>
              </a:ext>
            </a:extLst>
          </p:cNvPr>
          <p:cNvSpPr>
            <a:spLocks noGrp="1"/>
          </p:cNvSpPr>
          <p:nvPr/>
        </p:nvSpPr>
        <p:spPr>
          <a:xfrm>
            <a:off x="2030643" y="17628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8" name="Stage1_sixpanel_5799">
            <a:extLst>
              <a:ext uri="{FF2B5EF4-FFF2-40B4-BE49-F238E27FC236}">
                <a16:creationId xmlns:a16="http://schemas.microsoft.com/office/drawing/2014/main" id="{433881BA-8832-4FC2-A86D-47FA3882B978}"/>
              </a:ext>
            </a:extLst>
          </p:cNvPr>
          <p:cNvSpPr>
            <a:spLocks noGrp="1"/>
          </p:cNvSpPr>
          <p:nvPr/>
        </p:nvSpPr>
        <p:spPr>
          <a:xfrm>
            <a:off x="2109021" y="23385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29" name="Stage1_sixpanel_5800">
            <a:extLst>
              <a:ext uri="{FF2B5EF4-FFF2-40B4-BE49-F238E27FC236}">
                <a16:creationId xmlns:a16="http://schemas.microsoft.com/office/drawing/2014/main" id="{808FD36D-6FA0-4D9D-9B2E-2218CA409D7B}"/>
              </a:ext>
            </a:extLst>
          </p:cNvPr>
          <p:cNvSpPr>
            <a:spLocks noGrp="1"/>
          </p:cNvSpPr>
          <p:nvPr/>
        </p:nvSpPr>
        <p:spPr>
          <a:xfrm>
            <a:off x="2056651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0" name="Stage1_sixpanel_5801">
            <a:extLst>
              <a:ext uri="{FF2B5EF4-FFF2-40B4-BE49-F238E27FC236}">
                <a16:creationId xmlns:a16="http://schemas.microsoft.com/office/drawing/2014/main" id="{4C4AEE4F-5CA5-4DDE-9FE7-3AC925FD647A}"/>
              </a:ext>
            </a:extLst>
          </p:cNvPr>
          <p:cNvSpPr>
            <a:spLocks noGrp="1"/>
          </p:cNvSpPr>
          <p:nvPr/>
        </p:nvSpPr>
        <p:spPr>
          <a:xfrm>
            <a:off x="2084837" y="19773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1" name="Stage1_sixpanel_5802">
            <a:extLst>
              <a:ext uri="{FF2B5EF4-FFF2-40B4-BE49-F238E27FC236}">
                <a16:creationId xmlns:a16="http://schemas.microsoft.com/office/drawing/2014/main" id="{C2DC6F0C-D9B4-4653-B701-047029E64C60}"/>
              </a:ext>
            </a:extLst>
          </p:cNvPr>
          <p:cNvSpPr>
            <a:spLocks noGrp="1"/>
          </p:cNvSpPr>
          <p:nvPr/>
        </p:nvSpPr>
        <p:spPr>
          <a:xfrm>
            <a:off x="2037876" y="21813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2" name="Stage1_sixpanel_5803">
            <a:extLst>
              <a:ext uri="{FF2B5EF4-FFF2-40B4-BE49-F238E27FC236}">
                <a16:creationId xmlns:a16="http://schemas.microsoft.com/office/drawing/2014/main" id="{65E591F2-AA75-4F63-8F6B-AA62B538C8E6}"/>
              </a:ext>
            </a:extLst>
          </p:cNvPr>
          <p:cNvSpPr>
            <a:spLocks noGrp="1"/>
          </p:cNvSpPr>
          <p:nvPr/>
        </p:nvSpPr>
        <p:spPr>
          <a:xfrm>
            <a:off x="21791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3" name="Stage1_sixpanel_5804">
            <a:extLst>
              <a:ext uri="{FF2B5EF4-FFF2-40B4-BE49-F238E27FC236}">
                <a16:creationId xmlns:a16="http://schemas.microsoft.com/office/drawing/2014/main" id="{66BFAFBA-BDDF-462B-8C03-D683976E7B2E}"/>
              </a:ext>
            </a:extLst>
          </p:cNvPr>
          <p:cNvSpPr>
            <a:spLocks noGrp="1"/>
          </p:cNvSpPr>
          <p:nvPr/>
        </p:nvSpPr>
        <p:spPr>
          <a:xfrm>
            <a:off x="2154794" y="16419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4" name="Stage1_sixpanel_5805">
            <a:extLst>
              <a:ext uri="{FF2B5EF4-FFF2-40B4-BE49-F238E27FC236}">
                <a16:creationId xmlns:a16="http://schemas.microsoft.com/office/drawing/2014/main" id="{EE2AC12E-EA1D-4FC5-B99C-F60C4EA51923}"/>
              </a:ext>
            </a:extLst>
          </p:cNvPr>
          <p:cNvSpPr>
            <a:spLocks noGrp="1"/>
          </p:cNvSpPr>
          <p:nvPr/>
        </p:nvSpPr>
        <p:spPr>
          <a:xfrm>
            <a:off x="2061108" y="2145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5" name="Stage1_sixpanel_5806">
            <a:extLst>
              <a:ext uri="{FF2B5EF4-FFF2-40B4-BE49-F238E27FC236}">
                <a16:creationId xmlns:a16="http://schemas.microsoft.com/office/drawing/2014/main" id="{026E497E-D256-45A3-87D4-611E0E163C8E}"/>
              </a:ext>
            </a:extLst>
          </p:cNvPr>
          <p:cNvSpPr>
            <a:spLocks noGrp="1"/>
          </p:cNvSpPr>
          <p:nvPr/>
        </p:nvSpPr>
        <p:spPr>
          <a:xfrm>
            <a:off x="2087752" y="13473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6" name="Stage1_sixpanel_5807">
            <a:extLst>
              <a:ext uri="{FF2B5EF4-FFF2-40B4-BE49-F238E27FC236}">
                <a16:creationId xmlns:a16="http://schemas.microsoft.com/office/drawing/2014/main" id="{580725B6-9ECE-48F3-9F6C-F31DFD031D27}"/>
              </a:ext>
            </a:extLst>
          </p:cNvPr>
          <p:cNvSpPr>
            <a:spLocks noGrp="1"/>
          </p:cNvSpPr>
          <p:nvPr/>
        </p:nvSpPr>
        <p:spPr>
          <a:xfrm>
            <a:off x="2033954" y="20389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7" name="Stage1_sixpanel_5808">
            <a:extLst>
              <a:ext uri="{FF2B5EF4-FFF2-40B4-BE49-F238E27FC236}">
                <a16:creationId xmlns:a16="http://schemas.microsoft.com/office/drawing/2014/main" id="{896CFE55-5116-4E6B-B0A5-0443ED372B46}"/>
              </a:ext>
            </a:extLst>
          </p:cNvPr>
          <p:cNvSpPr>
            <a:spLocks noGrp="1"/>
          </p:cNvSpPr>
          <p:nvPr/>
        </p:nvSpPr>
        <p:spPr>
          <a:xfrm>
            <a:off x="2126032" y="18373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8" name="Stage1_sixpanel_5809">
            <a:extLst>
              <a:ext uri="{FF2B5EF4-FFF2-40B4-BE49-F238E27FC236}">
                <a16:creationId xmlns:a16="http://schemas.microsoft.com/office/drawing/2014/main" id="{B535291A-D341-43D0-87B0-2B4B09D41D67}"/>
              </a:ext>
            </a:extLst>
          </p:cNvPr>
          <p:cNvSpPr>
            <a:spLocks noGrp="1"/>
          </p:cNvSpPr>
          <p:nvPr/>
        </p:nvSpPr>
        <p:spPr>
          <a:xfrm>
            <a:off x="2161293" y="15468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39" name="Stage1_sixpanel_5810">
            <a:extLst>
              <a:ext uri="{FF2B5EF4-FFF2-40B4-BE49-F238E27FC236}">
                <a16:creationId xmlns:a16="http://schemas.microsoft.com/office/drawing/2014/main" id="{E9C852AC-5FC1-4CB6-99EC-FF7FAA0CAE9F}"/>
              </a:ext>
            </a:extLst>
          </p:cNvPr>
          <p:cNvSpPr>
            <a:spLocks noGrp="1"/>
          </p:cNvSpPr>
          <p:nvPr/>
        </p:nvSpPr>
        <p:spPr>
          <a:xfrm>
            <a:off x="2055469" y="2164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0" name="Stage1_sixpanel_5811">
            <a:extLst>
              <a:ext uri="{FF2B5EF4-FFF2-40B4-BE49-F238E27FC236}">
                <a16:creationId xmlns:a16="http://schemas.microsoft.com/office/drawing/2014/main" id="{F2A20B03-062D-4AA8-ABA3-934B7E87283A}"/>
              </a:ext>
            </a:extLst>
          </p:cNvPr>
          <p:cNvSpPr>
            <a:spLocks noGrp="1"/>
          </p:cNvSpPr>
          <p:nvPr/>
        </p:nvSpPr>
        <p:spPr>
          <a:xfrm>
            <a:off x="21507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1" name="Stage1_sixpanel_5812">
            <a:extLst>
              <a:ext uri="{FF2B5EF4-FFF2-40B4-BE49-F238E27FC236}">
                <a16:creationId xmlns:a16="http://schemas.microsoft.com/office/drawing/2014/main" id="{D7C0DDD5-08E6-44D0-8003-EAE8557DA569}"/>
              </a:ext>
            </a:extLst>
          </p:cNvPr>
          <p:cNvSpPr>
            <a:spLocks noGrp="1"/>
          </p:cNvSpPr>
          <p:nvPr/>
        </p:nvSpPr>
        <p:spPr>
          <a:xfrm>
            <a:off x="204403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2" name="Stage1_sixpanel_5813">
            <a:extLst>
              <a:ext uri="{FF2B5EF4-FFF2-40B4-BE49-F238E27FC236}">
                <a16:creationId xmlns:a16="http://schemas.microsoft.com/office/drawing/2014/main" id="{79DA2960-CE1B-4D5B-A881-3DF417B95985}"/>
              </a:ext>
            </a:extLst>
          </p:cNvPr>
          <p:cNvSpPr>
            <a:spLocks noGrp="1"/>
          </p:cNvSpPr>
          <p:nvPr/>
        </p:nvSpPr>
        <p:spPr>
          <a:xfrm>
            <a:off x="2076586" y="145548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3" name="Stage1_sixpanel_5814">
            <a:extLst>
              <a:ext uri="{FF2B5EF4-FFF2-40B4-BE49-F238E27FC236}">
                <a16:creationId xmlns:a16="http://schemas.microsoft.com/office/drawing/2014/main" id="{10C1DBCE-2AC9-4212-AB4B-582B7E523187}"/>
              </a:ext>
            </a:extLst>
          </p:cNvPr>
          <p:cNvSpPr>
            <a:spLocks noGrp="1"/>
          </p:cNvSpPr>
          <p:nvPr/>
        </p:nvSpPr>
        <p:spPr>
          <a:xfrm>
            <a:off x="2078767" y="1612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4" name="Stage1_sixpanel_5815">
            <a:extLst>
              <a:ext uri="{FF2B5EF4-FFF2-40B4-BE49-F238E27FC236}">
                <a16:creationId xmlns:a16="http://schemas.microsoft.com/office/drawing/2014/main" id="{B12FEA6F-4038-47C7-BE9E-DC95CCD58615}"/>
              </a:ext>
            </a:extLst>
          </p:cNvPr>
          <p:cNvSpPr>
            <a:spLocks noGrp="1"/>
          </p:cNvSpPr>
          <p:nvPr/>
        </p:nvSpPr>
        <p:spPr>
          <a:xfrm>
            <a:off x="2133487" y="1503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5" name="Stage1_sixpanel_5816">
            <a:extLst>
              <a:ext uri="{FF2B5EF4-FFF2-40B4-BE49-F238E27FC236}">
                <a16:creationId xmlns:a16="http://schemas.microsoft.com/office/drawing/2014/main" id="{4656B86A-95B3-468B-B542-6391C108C850}"/>
              </a:ext>
            </a:extLst>
          </p:cNvPr>
          <p:cNvSpPr>
            <a:spLocks noGrp="1"/>
          </p:cNvSpPr>
          <p:nvPr/>
        </p:nvSpPr>
        <p:spPr>
          <a:xfrm>
            <a:off x="2140660" y="14040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6" name="Stage1_sixpanel_5817">
            <a:extLst>
              <a:ext uri="{FF2B5EF4-FFF2-40B4-BE49-F238E27FC236}">
                <a16:creationId xmlns:a16="http://schemas.microsoft.com/office/drawing/2014/main" id="{440FACE0-3A21-43C1-BB0A-51AFA83AFB85}"/>
              </a:ext>
            </a:extLst>
          </p:cNvPr>
          <p:cNvSpPr>
            <a:spLocks noGrp="1"/>
          </p:cNvSpPr>
          <p:nvPr/>
        </p:nvSpPr>
        <p:spPr>
          <a:xfrm>
            <a:off x="21000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7" name="Stage1_sixpanel_5818">
            <a:extLst>
              <a:ext uri="{FF2B5EF4-FFF2-40B4-BE49-F238E27FC236}">
                <a16:creationId xmlns:a16="http://schemas.microsoft.com/office/drawing/2014/main" id="{C2703FF9-4B98-4941-87E3-A3308BCD3EE7}"/>
              </a:ext>
            </a:extLst>
          </p:cNvPr>
          <p:cNvSpPr>
            <a:spLocks noGrp="1"/>
          </p:cNvSpPr>
          <p:nvPr/>
        </p:nvSpPr>
        <p:spPr>
          <a:xfrm>
            <a:off x="2120609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8" name="Stage1_sixpanel_5819">
            <a:extLst>
              <a:ext uri="{FF2B5EF4-FFF2-40B4-BE49-F238E27FC236}">
                <a16:creationId xmlns:a16="http://schemas.microsoft.com/office/drawing/2014/main" id="{92E92A8D-A93D-47BB-BFCA-B639BFA0BEE8}"/>
              </a:ext>
            </a:extLst>
          </p:cNvPr>
          <p:cNvSpPr>
            <a:spLocks noGrp="1"/>
          </p:cNvSpPr>
          <p:nvPr/>
        </p:nvSpPr>
        <p:spPr>
          <a:xfrm>
            <a:off x="2107881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49" name="Stage1_sixpanel_5820">
            <a:extLst>
              <a:ext uri="{FF2B5EF4-FFF2-40B4-BE49-F238E27FC236}">
                <a16:creationId xmlns:a16="http://schemas.microsoft.com/office/drawing/2014/main" id="{D39F60BE-AA84-4E1E-AD2C-57778F6810E2}"/>
              </a:ext>
            </a:extLst>
          </p:cNvPr>
          <p:cNvSpPr>
            <a:spLocks noGrp="1"/>
          </p:cNvSpPr>
          <p:nvPr/>
        </p:nvSpPr>
        <p:spPr>
          <a:xfrm>
            <a:off x="2098329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0" name="Stage1_sixpanel_5821">
            <a:extLst>
              <a:ext uri="{FF2B5EF4-FFF2-40B4-BE49-F238E27FC236}">
                <a16:creationId xmlns:a16="http://schemas.microsoft.com/office/drawing/2014/main" id="{6A939CF7-5ADF-4611-B75D-C624ED12E8EF}"/>
              </a:ext>
            </a:extLst>
          </p:cNvPr>
          <p:cNvSpPr>
            <a:spLocks noGrp="1"/>
          </p:cNvSpPr>
          <p:nvPr/>
        </p:nvSpPr>
        <p:spPr>
          <a:xfrm>
            <a:off x="2060341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1" name="Stage1_sixpanel_5822">
            <a:extLst>
              <a:ext uri="{FF2B5EF4-FFF2-40B4-BE49-F238E27FC236}">
                <a16:creationId xmlns:a16="http://schemas.microsoft.com/office/drawing/2014/main" id="{F352744E-8A81-47D2-A856-A71391E312A4}"/>
              </a:ext>
            </a:extLst>
          </p:cNvPr>
          <p:cNvSpPr>
            <a:spLocks noGrp="1"/>
          </p:cNvSpPr>
          <p:nvPr/>
        </p:nvSpPr>
        <p:spPr>
          <a:xfrm>
            <a:off x="2043115" y="1897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2" name="Stage1_sixpanel_5823">
            <a:extLst>
              <a:ext uri="{FF2B5EF4-FFF2-40B4-BE49-F238E27FC236}">
                <a16:creationId xmlns:a16="http://schemas.microsoft.com/office/drawing/2014/main" id="{39EB6DA7-CF60-4109-8D8C-607C2A89AD64}"/>
              </a:ext>
            </a:extLst>
          </p:cNvPr>
          <p:cNvSpPr>
            <a:spLocks noGrp="1"/>
          </p:cNvSpPr>
          <p:nvPr/>
        </p:nvSpPr>
        <p:spPr>
          <a:xfrm>
            <a:off x="2081012" y="12390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3" name="Stage1_sixpanel_5824">
            <a:extLst>
              <a:ext uri="{FF2B5EF4-FFF2-40B4-BE49-F238E27FC236}">
                <a16:creationId xmlns:a16="http://schemas.microsoft.com/office/drawing/2014/main" id="{9483EEA9-7308-4C4E-8E7D-08DB897BC39A}"/>
              </a:ext>
            </a:extLst>
          </p:cNvPr>
          <p:cNvSpPr>
            <a:spLocks noGrp="1"/>
          </p:cNvSpPr>
          <p:nvPr/>
        </p:nvSpPr>
        <p:spPr>
          <a:xfrm>
            <a:off x="2049150" y="240169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4" name="Stage1_sixpanel_5825">
            <a:extLst>
              <a:ext uri="{FF2B5EF4-FFF2-40B4-BE49-F238E27FC236}">
                <a16:creationId xmlns:a16="http://schemas.microsoft.com/office/drawing/2014/main" id="{94918E27-D981-46DB-BCFC-D0E073A5200D}"/>
              </a:ext>
            </a:extLst>
          </p:cNvPr>
          <p:cNvSpPr>
            <a:spLocks noGrp="1"/>
          </p:cNvSpPr>
          <p:nvPr/>
        </p:nvSpPr>
        <p:spPr>
          <a:xfrm>
            <a:off x="2094785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5" name="Stage1_sixpanel_5826">
            <a:extLst>
              <a:ext uri="{FF2B5EF4-FFF2-40B4-BE49-F238E27FC236}">
                <a16:creationId xmlns:a16="http://schemas.microsoft.com/office/drawing/2014/main" id="{E20E1DB0-F7BE-4A41-8988-448D274F2F42}"/>
              </a:ext>
            </a:extLst>
          </p:cNvPr>
          <p:cNvSpPr>
            <a:spLocks noGrp="1"/>
          </p:cNvSpPr>
          <p:nvPr/>
        </p:nvSpPr>
        <p:spPr>
          <a:xfrm>
            <a:off x="2073410" y="20830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6" name="Stage1_sixpanel_5827">
            <a:extLst>
              <a:ext uri="{FF2B5EF4-FFF2-40B4-BE49-F238E27FC236}">
                <a16:creationId xmlns:a16="http://schemas.microsoft.com/office/drawing/2014/main" id="{9CA5F6D5-9F06-4A55-9FBC-EBBFECBEC0B4}"/>
              </a:ext>
            </a:extLst>
          </p:cNvPr>
          <p:cNvSpPr>
            <a:spLocks noGrp="1"/>
          </p:cNvSpPr>
          <p:nvPr/>
        </p:nvSpPr>
        <p:spPr>
          <a:xfrm>
            <a:off x="2080529" y="23176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7" name="Stage1_sixpanel_5828">
            <a:extLst>
              <a:ext uri="{FF2B5EF4-FFF2-40B4-BE49-F238E27FC236}">
                <a16:creationId xmlns:a16="http://schemas.microsoft.com/office/drawing/2014/main" id="{04542734-2453-4E81-BCD0-0BC570A321C1}"/>
              </a:ext>
            </a:extLst>
          </p:cNvPr>
          <p:cNvSpPr>
            <a:spLocks noGrp="1"/>
          </p:cNvSpPr>
          <p:nvPr/>
        </p:nvSpPr>
        <p:spPr>
          <a:xfrm>
            <a:off x="2136822" y="12625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8" name="Stage1_sixpanel_5829">
            <a:extLst>
              <a:ext uri="{FF2B5EF4-FFF2-40B4-BE49-F238E27FC236}">
                <a16:creationId xmlns:a16="http://schemas.microsoft.com/office/drawing/2014/main" id="{C3B6C939-91BB-49E2-BAAF-A4934AA196A1}"/>
              </a:ext>
            </a:extLst>
          </p:cNvPr>
          <p:cNvSpPr>
            <a:spLocks noGrp="1"/>
          </p:cNvSpPr>
          <p:nvPr/>
        </p:nvSpPr>
        <p:spPr>
          <a:xfrm>
            <a:off x="2180448" y="14673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59" name="Stage1_sixpanel_5830">
            <a:extLst>
              <a:ext uri="{FF2B5EF4-FFF2-40B4-BE49-F238E27FC236}">
                <a16:creationId xmlns:a16="http://schemas.microsoft.com/office/drawing/2014/main" id="{133C61F8-07DC-4F71-A834-28D67DFA6879}"/>
              </a:ext>
            </a:extLst>
          </p:cNvPr>
          <p:cNvSpPr>
            <a:spLocks noGrp="1"/>
          </p:cNvSpPr>
          <p:nvPr/>
        </p:nvSpPr>
        <p:spPr>
          <a:xfrm>
            <a:off x="20354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0" name="Stage1_sixpanel_5831">
            <a:extLst>
              <a:ext uri="{FF2B5EF4-FFF2-40B4-BE49-F238E27FC236}">
                <a16:creationId xmlns:a16="http://schemas.microsoft.com/office/drawing/2014/main" id="{5162E920-CF76-4F61-B09E-54CBB7B7F613}"/>
              </a:ext>
            </a:extLst>
          </p:cNvPr>
          <p:cNvSpPr>
            <a:spLocks noGrp="1"/>
          </p:cNvSpPr>
          <p:nvPr/>
        </p:nvSpPr>
        <p:spPr>
          <a:xfrm>
            <a:off x="2163348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1" name="Stage1_sixpanel_5832">
            <a:extLst>
              <a:ext uri="{FF2B5EF4-FFF2-40B4-BE49-F238E27FC236}">
                <a16:creationId xmlns:a16="http://schemas.microsoft.com/office/drawing/2014/main" id="{1E832B02-A6E5-4F9D-BA45-799061717FBC}"/>
              </a:ext>
            </a:extLst>
          </p:cNvPr>
          <p:cNvSpPr>
            <a:spLocks noGrp="1"/>
          </p:cNvSpPr>
          <p:nvPr/>
        </p:nvSpPr>
        <p:spPr>
          <a:xfrm>
            <a:off x="2194332" y="197748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2" name="Stage1_sixpanel_5833">
            <a:extLst>
              <a:ext uri="{FF2B5EF4-FFF2-40B4-BE49-F238E27FC236}">
                <a16:creationId xmlns:a16="http://schemas.microsoft.com/office/drawing/2014/main" id="{B71AB198-BD20-411A-B18D-377125727ACA}"/>
              </a:ext>
            </a:extLst>
          </p:cNvPr>
          <p:cNvSpPr>
            <a:spLocks noGrp="1"/>
          </p:cNvSpPr>
          <p:nvPr/>
        </p:nvSpPr>
        <p:spPr>
          <a:xfrm>
            <a:off x="2147741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3" name="Stage1_sixpanel_5834">
            <a:extLst>
              <a:ext uri="{FF2B5EF4-FFF2-40B4-BE49-F238E27FC236}">
                <a16:creationId xmlns:a16="http://schemas.microsoft.com/office/drawing/2014/main" id="{1240CE98-0E7B-4D2A-9A2E-CABC3227BA27}"/>
              </a:ext>
            </a:extLst>
          </p:cNvPr>
          <p:cNvSpPr>
            <a:spLocks noGrp="1"/>
          </p:cNvSpPr>
          <p:nvPr/>
        </p:nvSpPr>
        <p:spPr>
          <a:xfrm>
            <a:off x="21131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4" name="Stage1_sixpanel_5835">
            <a:extLst>
              <a:ext uri="{FF2B5EF4-FFF2-40B4-BE49-F238E27FC236}">
                <a16:creationId xmlns:a16="http://schemas.microsoft.com/office/drawing/2014/main" id="{E3AC179D-2E3E-4B66-89CA-44016C91A9E0}"/>
              </a:ext>
            </a:extLst>
          </p:cNvPr>
          <p:cNvSpPr>
            <a:spLocks noGrp="1"/>
          </p:cNvSpPr>
          <p:nvPr/>
        </p:nvSpPr>
        <p:spPr>
          <a:xfrm>
            <a:off x="2194008" y="17770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5" name="Stage1_sixpanel_5836">
            <a:extLst>
              <a:ext uri="{FF2B5EF4-FFF2-40B4-BE49-F238E27FC236}">
                <a16:creationId xmlns:a16="http://schemas.microsoft.com/office/drawing/2014/main" id="{2DBEA279-2B6A-494B-A515-2D4E36760954}"/>
              </a:ext>
            </a:extLst>
          </p:cNvPr>
          <p:cNvSpPr>
            <a:spLocks noGrp="1"/>
          </p:cNvSpPr>
          <p:nvPr/>
        </p:nvSpPr>
        <p:spPr>
          <a:xfrm>
            <a:off x="2155944" y="139503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6" name="Stage1_sixpanel_5837">
            <a:extLst>
              <a:ext uri="{FF2B5EF4-FFF2-40B4-BE49-F238E27FC236}">
                <a16:creationId xmlns:a16="http://schemas.microsoft.com/office/drawing/2014/main" id="{F0E18F1D-B908-4594-9880-C28547C68F89}"/>
              </a:ext>
            </a:extLst>
          </p:cNvPr>
          <p:cNvSpPr>
            <a:spLocks noGrp="1"/>
          </p:cNvSpPr>
          <p:nvPr/>
        </p:nvSpPr>
        <p:spPr>
          <a:xfrm>
            <a:off x="2075003" y="23613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7" name="Stage1_sixpanel_5838">
            <a:extLst>
              <a:ext uri="{FF2B5EF4-FFF2-40B4-BE49-F238E27FC236}">
                <a16:creationId xmlns:a16="http://schemas.microsoft.com/office/drawing/2014/main" id="{F39BD1E9-5D3F-480A-ACFC-F6005441C70F}"/>
              </a:ext>
            </a:extLst>
          </p:cNvPr>
          <p:cNvSpPr>
            <a:spLocks noGrp="1"/>
          </p:cNvSpPr>
          <p:nvPr/>
        </p:nvSpPr>
        <p:spPr>
          <a:xfrm>
            <a:off x="211289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8" name="Stage1_sixpanel_5839">
            <a:extLst>
              <a:ext uri="{FF2B5EF4-FFF2-40B4-BE49-F238E27FC236}">
                <a16:creationId xmlns:a16="http://schemas.microsoft.com/office/drawing/2014/main" id="{C70001A1-FAAC-4C9F-BDCE-581CC11FBF0A}"/>
              </a:ext>
            </a:extLst>
          </p:cNvPr>
          <p:cNvSpPr>
            <a:spLocks noGrp="1"/>
          </p:cNvSpPr>
          <p:nvPr/>
        </p:nvSpPr>
        <p:spPr>
          <a:xfrm>
            <a:off x="2049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69" name="Stage1_sixpanel_5840">
            <a:extLst>
              <a:ext uri="{FF2B5EF4-FFF2-40B4-BE49-F238E27FC236}">
                <a16:creationId xmlns:a16="http://schemas.microsoft.com/office/drawing/2014/main" id="{3EE09814-7463-4B93-8674-C4160EB16B98}"/>
              </a:ext>
            </a:extLst>
          </p:cNvPr>
          <p:cNvSpPr>
            <a:spLocks noGrp="1"/>
          </p:cNvSpPr>
          <p:nvPr/>
        </p:nvSpPr>
        <p:spPr>
          <a:xfrm>
            <a:off x="2063924" y="2129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0" name="Stage1_sixpanel_5841">
            <a:extLst>
              <a:ext uri="{FF2B5EF4-FFF2-40B4-BE49-F238E27FC236}">
                <a16:creationId xmlns:a16="http://schemas.microsoft.com/office/drawing/2014/main" id="{2CAD88C7-66F4-4044-A460-7E66B8899B2A}"/>
              </a:ext>
            </a:extLst>
          </p:cNvPr>
          <p:cNvSpPr>
            <a:spLocks noGrp="1"/>
          </p:cNvSpPr>
          <p:nvPr/>
        </p:nvSpPr>
        <p:spPr>
          <a:xfrm>
            <a:off x="2172255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1" name="Stage1_sixpanel_5842">
            <a:extLst>
              <a:ext uri="{FF2B5EF4-FFF2-40B4-BE49-F238E27FC236}">
                <a16:creationId xmlns:a16="http://schemas.microsoft.com/office/drawing/2014/main" id="{F81F32E8-0CCD-4CEE-BEFE-5D4E9479795D}"/>
              </a:ext>
            </a:extLst>
          </p:cNvPr>
          <p:cNvSpPr>
            <a:spLocks noGrp="1"/>
          </p:cNvSpPr>
          <p:nvPr/>
        </p:nvSpPr>
        <p:spPr>
          <a:xfrm>
            <a:off x="2156892" y="134113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2" name="Stage1_sixpanel_5843">
            <a:extLst>
              <a:ext uri="{FF2B5EF4-FFF2-40B4-BE49-F238E27FC236}">
                <a16:creationId xmlns:a16="http://schemas.microsoft.com/office/drawing/2014/main" id="{FD02108B-4916-4D82-B529-52A0284B962F}"/>
              </a:ext>
            </a:extLst>
          </p:cNvPr>
          <p:cNvSpPr>
            <a:spLocks noGrp="1"/>
          </p:cNvSpPr>
          <p:nvPr/>
        </p:nvSpPr>
        <p:spPr>
          <a:xfrm>
            <a:off x="2179640" y="16301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3" name="Stage1_sixpanel_5844">
            <a:extLst>
              <a:ext uri="{FF2B5EF4-FFF2-40B4-BE49-F238E27FC236}">
                <a16:creationId xmlns:a16="http://schemas.microsoft.com/office/drawing/2014/main" id="{33BC9FD2-12B5-46A8-83FF-F07C7277580B}"/>
              </a:ext>
            </a:extLst>
          </p:cNvPr>
          <p:cNvSpPr>
            <a:spLocks noGrp="1"/>
          </p:cNvSpPr>
          <p:nvPr/>
        </p:nvSpPr>
        <p:spPr>
          <a:xfrm>
            <a:off x="2040803" y="204514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4" name="Stage1_sixpanel_5845">
            <a:extLst>
              <a:ext uri="{FF2B5EF4-FFF2-40B4-BE49-F238E27FC236}">
                <a16:creationId xmlns:a16="http://schemas.microsoft.com/office/drawing/2014/main" id="{10D76D18-41C9-4ADC-AF24-4DC8322D8B45}"/>
              </a:ext>
            </a:extLst>
          </p:cNvPr>
          <p:cNvSpPr>
            <a:spLocks noGrp="1"/>
          </p:cNvSpPr>
          <p:nvPr/>
        </p:nvSpPr>
        <p:spPr>
          <a:xfrm>
            <a:off x="2098062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5" name="Stage1_sixpanel_5846">
            <a:extLst>
              <a:ext uri="{FF2B5EF4-FFF2-40B4-BE49-F238E27FC236}">
                <a16:creationId xmlns:a16="http://schemas.microsoft.com/office/drawing/2014/main" id="{C636FF9B-427E-4219-8EEC-DB2D21F169CA}"/>
              </a:ext>
            </a:extLst>
          </p:cNvPr>
          <p:cNvSpPr>
            <a:spLocks noGrp="1"/>
          </p:cNvSpPr>
          <p:nvPr/>
        </p:nvSpPr>
        <p:spPr>
          <a:xfrm>
            <a:off x="2125702" y="21630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6" name="Stage1_sixpanel_5847">
            <a:extLst>
              <a:ext uri="{FF2B5EF4-FFF2-40B4-BE49-F238E27FC236}">
                <a16:creationId xmlns:a16="http://schemas.microsoft.com/office/drawing/2014/main" id="{5260D568-7B8F-4BFF-92E1-742CD6A6B7AA}"/>
              </a:ext>
            </a:extLst>
          </p:cNvPr>
          <p:cNvSpPr>
            <a:spLocks noGrp="1"/>
          </p:cNvSpPr>
          <p:nvPr/>
        </p:nvSpPr>
        <p:spPr>
          <a:xfrm>
            <a:off x="2119276" y="18443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7" name="Stage1_sixpanel_5848">
            <a:extLst>
              <a:ext uri="{FF2B5EF4-FFF2-40B4-BE49-F238E27FC236}">
                <a16:creationId xmlns:a16="http://schemas.microsoft.com/office/drawing/2014/main" id="{86CA8E45-D4A3-4BA3-B111-F0BEA362D103}"/>
              </a:ext>
            </a:extLst>
          </p:cNvPr>
          <p:cNvSpPr>
            <a:spLocks noGrp="1"/>
          </p:cNvSpPr>
          <p:nvPr/>
        </p:nvSpPr>
        <p:spPr>
          <a:xfrm>
            <a:off x="2046980" y="1744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8" name="Stage1_sixpanel_5849">
            <a:extLst>
              <a:ext uri="{FF2B5EF4-FFF2-40B4-BE49-F238E27FC236}">
                <a16:creationId xmlns:a16="http://schemas.microsoft.com/office/drawing/2014/main" id="{FFEA887A-6E51-4925-81DB-E68785917BF8}"/>
              </a:ext>
            </a:extLst>
          </p:cNvPr>
          <p:cNvSpPr>
            <a:spLocks noGrp="1"/>
          </p:cNvSpPr>
          <p:nvPr/>
        </p:nvSpPr>
        <p:spPr>
          <a:xfrm>
            <a:off x="2060818" y="15220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79" name="Stage1_sixpanel_5850">
            <a:extLst>
              <a:ext uri="{FF2B5EF4-FFF2-40B4-BE49-F238E27FC236}">
                <a16:creationId xmlns:a16="http://schemas.microsoft.com/office/drawing/2014/main" id="{C867463A-0F7C-4329-A013-75340944C23D}"/>
              </a:ext>
            </a:extLst>
          </p:cNvPr>
          <p:cNvSpPr>
            <a:spLocks noGrp="1"/>
          </p:cNvSpPr>
          <p:nvPr/>
        </p:nvSpPr>
        <p:spPr>
          <a:xfrm>
            <a:off x="2043654" y="17987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0" name="Stage1_sixpanel_5851">
            <a:extLst>
              <a:ext uri="{FF2B5EF4-FFF2-40B4-BE49-F238E27FC236}">
                <a16:creationId xmlns:a16="http://schemas.microsoft.com/office/drawing/2014/main" id="{234FD12F-9B96-47FA-9090-7C51BF0538C5}"/>
              </a:ext>
            </a:extLst>
          </p:cNvPr>
          <p:cNvSpPr>
            <a:spLocks noGrp="1"/>
          </p:cNvSpPr>
          <p:nvPr/>
        </p:nvSpPr>
        <p:spPr>
          <a:xfrm>
            <a:off x="2102320" y="21497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1" name="Stage1_sixpanel_5852">
            <a:extLst>
              <a:ext uri="{FF2B5EF4-FFF2-40B4-BE49-F238E27FC236}">
                <a16:creationId xmlns:a16="http://schemas.microsoft.com/office/drawing/2014/main" id="{087C93E6-7B02-49B1-9B2E-84E0676D1B97}"/>
              </a:ext>
            </a:extLst>
          </p:cNvPr>
          <p:cNvSpPr>
            <a:spLocks noGrp="1"/>
          </p:cNvSpPr>
          <p:nvPr/>
        </p:nvSpPr>
        <p:spPr>
          <a:xfrm>
            <a:off x="2186567" y="23491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2" name="Stage1_sixpanel_5853">
            <a:extLst>
              <a:ext uri="{FF2B5EF4-FFF2-40B4-BE49-F238E27FC236}">
                <a16:creationId xmlns:a16="http://schemas.microsoft.com/office/drawing/2014/main" id="{A1E238ED-68C8-4F08-A849-5C8455D418DC}"/>
              </a:ext>
            </a:extLst>
          </p:cNvPr>
          <p:cNvSpPr>
            <a:spLocks noGrp="1"/>
          </p:cNvSpPr>
          <p:nvPr/>
        </p:nvSpPr>
        <p:spPr>
          <a:xfrm>
            <a:off x="2069420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3" name="Stage1_sixpanel_5854">
            <a:extLst>
              <a:ext uri="{FF2B5EF4-FFF2-40B4-BE49-F238E27FC236}">
                <a16:creationId xmlns:a16="http://schemas.microsoft.com/office/drawing/2014/main" id="{0208C2D7-30E1-40BE-9CFE-264C7CF6D676}"/>
              </a:ext>
            </a:extLst>
          </p:cNvPr>
          <p:cNvSpPr>
            <a:spLocks noGrp="1"/>
          </p:cNvSpPr>
          <p:nvPr/>
        </p:nvSpPr>
        <p:spPr>
          <a:xfrm>
            <a:off x="21388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4" name="Stage1_sixpanel_5855">
            <a:extLst>
              <a:ext uri="{FF2B5EF4-FFF2-40B4-BE49-F238E27FC236}">
                <a16:creationId xmlns:a16="http://schemas.microsoft.com/office/drawing/2014/main" id="{C32DE3FD-A847-46CB-84AB-8C19FA4FD253}"/>
              </a:ext>
            </a:extLst>
          </p:cNvPr>
          <p:cNvSpPr>
            <a:spLocks noGrp="1"/>
          </p:cNvSpPr>
          <p:nvPr/>
        </p:nvSpPr>
        <p:spPr>
          <a:xfrm>
            <a:off x="2184273" y="14219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5" name="Stage1_sixpanel_5856">
            <a:extLst>
              <a:ext uri="{FF2B5EF4-FFF2-40B4-BE49-F238E27FC236}">
                <a16:creationId xmlns:a16="http://schemas.microsoft.com/office/drawing/2014/main" id="{C4E88BBB-B9D3-4770-8E25-15342D67406B}"/>
              </a:ext>
            </a:extLst>
          </p:cNvPr>
          <p:cNvSpPr>
            <a:spLocks noGrp="1"/>
          </p:cNvSpPr>
          <p:nvPr/>
        </p:nvSpPr>
        <p:spPr>
          <a:xfrm>
            <a:off x="20557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6" name="Stage1_sixpanel_5857">
            <a:extLst>
              <a:ext uri="{FF2B5EF4-FFF2-40B4-BE49-F238E27FC236}">
                <a16:creationId xmlns:a16="http://schemas.microsoft.com/office/drawing/2014/main" id="{3BD8A707-E7D2-442F-8AC4-C4D81E3F2CE7}"/>
              </a:ext>
            </a:extLst>
          </p:cNvPr>
          <p:cNvSpPr>
            <a:spLocks noGrp="1"/>
          </p:cNvSpPr>
          <p:nvPr/>
        </p:nvSpPr>
        <p:spPr>
          <a:xfrm>
            <a:off x="2030369" y="17281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7" name="Stage1_sixpanel_5858">
            <a:extLst>
              <a:ext uri="{FF2B5EF4-FFF2-40B4-BE49-F238E27FC236}">
                <a16:creationId xmlns:a16="http://schemas.microsoft.com/office/drawing/2014/main" id="{C5F14EC2-7894-492C-8806-7557078DDF58}"/>
              </a:ext>
            </a:extLst>
          </p:cNvPr>
          <p:cNvSpPr>
            <a:spLocks noGrp="1"/>
          </p:cNvSpPr>
          <p:nvPr/>
        </p:nvSpPr>
        <p:spPr>
          <a:xfrm>
            <a:off x="2031046" y="21907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8" name="Stage1_sixpanel_5859">
            <a:extLst>
              <a:ext uri="{FF2B5EF4-FFF2-40B4-BE49-F238E27FC236}">
                <a16:creationId xmlns:a16="http://schemas.microsoft.com/office/drawing/2014/main" id="{3F625E05-A900-4579-994E-F7E61874C984}"/>
              </a:ext>
            </a:extLst>
          </p:cNvPr>
          <p:cNvSpPr>
            <a:spLocks noGrp="1"/>
          </p:cNvSpPr>
          <p:nvPr/>
        </p:nvSpPr>
        <p:spPr>
          <a:xfrm>
            <a:off x="2040409" y="23031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89" name="Stage1_sixpanel_5860">
            <a:extLst>
              <a:ext uri="{FF2B5EF4-FFF2-40B4-BE49-F238E27FC236}">
                <a16:creationId xmlns:a16="http://schemas.microsoft.com/office/drawing/2014/main" id="{C4FD0F6B-082B-458C-8470-1CE298E613EE}"/>
              </a:ext>
            </a:extLst>
          </p:cNvPr>
          <p:cNvSpPr>
            <a:spLocks noGrp="1"/>
          </p:cNvSpPr>
          <p:nvPr/>
        </p:nvSpPr>
        <p:spPr>
          <a:xfrm>
            <a:off x="2186962" y="1462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0" name="Stage1_sixpanel_5861">
            <a:extLst>
              <a:ext uri="{FF2B5EF4-FFF2-40B4-BE49-F238E27FC236}">
                <a16:creationId xmlns:a16="http://schemas.microsoft.com/office/drawing/2014/main" id="{FF15A9BD-90C6-46FF-96D8-AF5A4CDF9FF6}"/>
              </a:ext>
            </a:extLst>
          </p:cNvPr>
          <p:cNvSpPr>
            <a:spLocks noGrp="1"/>
          </p:cNvSpPr>
          <p:nvPr/>
        </p:nvSpPr>
        <p:spPr>
          <a:xfrm>
            <a:off x="2055988" y="13290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1" name="Stage1_sixpanel_5862">
            <a:extLst>
              <a:ext uri="{FF2B5EF4-FFF2-40B4-BE49-F238E27FC236}">
                <a16:creationId xmlns:a16="http://schemas.microsoft.com/office/drawing/2014/main" id="{03DBA1E4-CA6A-4860-9446-79DCC2912113}"/>
              </a:ext>
            </a:extLst>
          </p:cNvPr>
          <p:cNvSpPr>
            <a:spLocks noGrp="1"/>
          </p:cNvSpPr>
          <p:nvPr/>
        </p:nvSpPr>
        <p:spPr>
          <a:xfrm>
            <a:off x="2148439" y="22403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2" name="Stage1_sixpanel_5863">
            <a:extLst>
              <a:ext uri="{FF2B5EF4-FFF2-40B4-BE49-F238E27FC236}">
                <a16:creationId xmlns:a16="http://schemas.microsoft.com/office/drawing/2014/main" id="{66E481BC-38E7-4947-A9D8-60D1F7E8B7D6}"/>
              </a:ext>
            </a:extLst>
          </p:cNvPr>
          <p:cNvSpPr>
            <a:spLocks noGrp="1"/>
          </p:cNvSpPr>
          <p:nvPr/>
        </p:nvSpPr>
        <p:spPr>
          <a:xfrm>
            <a:off x="21503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3" name="Stage1_sixpanel_5864">
            <a:extLst>
              <a:ext uri="{FF2B5EF4-FFF2-40B4-BE49-F238E27FC236}">
                <a16:creationId xmlns:a16="http://schemas.microsoft.com/office/drawing/2014/main" id="{1E010995-780B-4C9F-9824-7425C33B5B21}"/>
              </a:ext>
            </a:extLst>
          </p:cNvPr>
          <p:cNvSpPr>
            <a:spLocks noGrp="1"/>
          </p:cNvSpPr>
          <p:nvPr/>
        </p:nvSpPr>
        <p:spPr>
          <a:xfrm>
            <a:off x="2081074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4" name="Stage1_sixpanel_5865">
            <a:extLst>
              <a:ext uri="{FF2B5EF4-FFF2-40B4-BE49-F238E27FC236}">
                <a16:creationId xmlns:a16="http://schemas.microsoft.com/office/drawing/2014/main" id="{F952B309-1E1F-472D-8C76-BF89C370BE83}"/>
              </a:ext>
            </a:extLst>
          </p:cNvPr>
          <p:cNvSpPr>
            <a:spLocks noGrp="1"/>
          </p:cNvSpPr>
          <p:nvPr/>
        </p:nvSpPr>
        <p:spPr>
          <a:xfrm>
            <a:off x="2137708" y="13915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5" name="Stage1_sixpanel_5866">
            <a:extLst>
              <a:ext uri="{FF2B5EF4-FFF2-40B4-BE49-F238E27FC236}">
                <a16:creationId xmlns:a16="http://schemas.microsoft.com/office/drawing/2014/main" id="{3C56D0C9-2007-4260-9EC7-95EC95135D00}"/>
              </a:ext>
            </a:extLst>
          </p:cNvPr>
          <p:cNvSpPr>
            <a:spLocks noGrp="1"/>
          </p:cNvSpPr>
          <p:nvPr/>
        </p:nvSpPr>
        <p:spPr>
          <a:xfrm>
            <a:off x="2087022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6" name="Stage1_sixpanel_5867">
            <a:extLst>
              <a:ext uri="{FF2B5EF4-FFF2-40B4-BE49-F238E27FC236}">
                <a16:creationId xmlns:a16="http://schemas.microsoft.com/office/drawing/2014/main" id="{18583D9C-46FF-401E-9089-8C99563D6597}"/>
              </a:ext>
            </a:extLst>
          </p:cNvPr>
          <p:cNvSpPr>
            <a:spLocks noGrp="1"/>
          </p:cNvSpPr>
          <p:nvPr/>
        </p:nvSpPr>
        <p:spPr>
          <a:xfrm>
            <a:off x="2156148" y="17727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7" name="Stage1_sixpanel_5868">
            <a:extLst>
              <a:ext uri="{FF2B5EF4-FFF2-40B4-BE49-F238E27FC236}">
                <a16:creationId xmlns:a16="http://schemas.microsoft.com/office/drawing/2014/main" id="{BD30552E-418A-437A-8C7D-D4947529816E}"/>
              </a:ext>
            </a:extLst>
          </p:cNvPr>
          <p:cNvSpPr>
            <a:spLocks noGrp="1"/>
          </p:cNvSpPr>
          <p:nvPr/>
        </p:nvSpPr>
        <p:spPr>
          <a:xfrm>
            <a:off x="2074355" y="1433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8" name="Stage1_sixpanel_5869">
            <a:extLst>
              <a:ext uri="{FF2B5EF4-FFF2-40B4-BE49-F238E27FC236}">
                <a16:creationId xmlns:a16="http://schemas.microsoft.com/office/drawing/2014/main" id="{E9C2DC39-9265-46CE-A7CE-D8377BF6577E}"/>
              </a:ext>
            </a:extLst>
          </p:cNvPr>
          <p:cNvSpPr>
            <a:spLocks noGrp="1"/>
          </p:cNvSpPr>
          <p:nvPr/>
        </p:nvSpPr>
        <p:spPr>
          <a:xfrm>
            <a:off x="2040067" y="14558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699" name="Stage1_sixpanel_5870">
            <a:extLst>
              <a:ext uri="{FF2B5EF4-FFF2-40B4-BE49-F238E27FC236}">
                <a16:creationId xmlns:a16="http://schemas.microsoft.com/office/drawing/2014/main" id="{CA8C7803-B224-4415-8B3F-75B3F7590148}"/>
              </a:ext>
            </a:extLst>
          </p:cNvPr>
          <p:cNvSpPr>
            <a:spLocks noGrp="1"/>
          </p:cNvSpPr>
          <p:nvPr/>
        </p:nvSpPr>
        <p:spPr>
          <a:xfrm>
            <a:off x="2186163" y="1815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0" name="Stage1_sixpanel_5871">
            <a:extLst>
              <a:ext uri="{FF2B5EF4-FFF2-40B4-BE49-F238E27FC236}">
                <a16:creationId xmlns:a16="http://schemas.microsoft.com/office/drawing/2014/main" id="{AB6F2C8C-AC07-45BB-BC35-F361A67D022A}"/>
              </a:ext>
            </a:extLst>
          </p:cNvPr>
          <p:cNvSpPr>
            <a:spLocks noGrp="1"/>
          </p:cNvSpPr>
          <p:nvPr/>
        </p:nvSpPr>
        <p:spPr>
          <a:xfrm>
            <a:off x="2123129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1" name="Stage1_sixpanel_5872">
            <a:extLst>
              <a:ext uri="{FF2B5EF4-FFF2-40B4-BE49-F238E27FC236}">
                <a16:creationId xmlns:a16="http://schemas.microsoft.com/office/drawing/2014/main" id="{392A25B3-DB51-4D28-8F1C-9D7B0A7F0999}"/>
              </a:ext>
            </a:extLst>
          </p:cNvPr>
          <p:cNvSpPr>
            <a:spLocks noGrp="1"/>
          </p:cNvSpPr>
          <p:nvPr/>
        </p:nvSpPr>
        <p:spPr>
          <a:xfrm>
            <a:off x="2070250" y="19226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2" name="Stage1_sixpanel_5873">
            <a:extLst>
              <a:ext uri="{FF2B5EF4-FFF2-40B4-BE49-F238E27FC236}">
                <a16:creationId xmlns:a16="http://schemas.microsoft.com/office/drawing/2014/main" id="{80D6DBEA-7EA9-4CF2-87FC-2EDEA8FDE83E}"/>
              </a:ext>
            </a:extLst>
          </p:cNvPr>
          <p:cNvSpPr>
            <a:spLocks noGrp="1"/>
          </p:cNvSpPr>
          <p:nvPr/>
        </p:nvSpPr>
        <p:spPr>
          <a:xfrm>
            <a:off x="2122714" y="15251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3" name="Stage1_sixpanel_5874">
            <a:extLst>
              <a:ext uri="{FF2B5EF4-FFF2-40B4-BE49-F238E27FC236}">
                <a16:creationId xmlns:a16="http://schemas.microsoft.com/office/drawing/2014/main" id="{39952E55-D696-42CA-B2FE-BA480CAB6EA4}"/>
              </a:ext>
            </a:extLst>
          </p:cNvPr>
          <p:cNvSpPr>
            <a:spLocks noGrp="1"/>
          </p:cNvSpPr>
          <p:nvPr/>
        </p:nvSpPr>
        <p:spPr>
          <a:xfrm>
            <a:off x="21115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4" name="Stage1_sixpanel_5875">
            <a:extLst>
              <a:ext uri="{FF2B5EF4-FFF2-40B4-BE49-F238E27FC236}">
                <a16:creationId xmlns:a16="http://schemas.microsoft.com/office/drawing/2014/main" id="{0E79F2C6-479A-4599-B6A6-5E3F0393F347}"/>
              </a:ext>
            </a:extLst>
          </p:cNvPr>
          <p:cNvSpPr>
            <a:spLocks noGrp="1"/>
          </p:cNvSpPr>
          <p:nvPr/>
        </p:nvSpPr>
        <p:spPr>
          <a:xfrm>
            <a:off x="2193291" y="18010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5" name="Stage1_sixpanel_5876">
            <a:extLst>
              <a:ext uri="{FF2B5EF4-FFF2-40B4-BE49-F238E27FC236}">
                <a16:creationId xmlns:a16="http://schemas.microsoft.com/office/drawing/2014/main" id="{671E8153-BF15-4745-8996-CD48CE17E395}"/>
              </a:ext>
            </a:extLst>
          </p:cNvPr>
          <p:cNvSpPr>
            <a:spLocks noGrp="1"/>
          </p:cNvSpPr>
          <p:nvPr/>
        </p:nvSpPr>
        <p:spPr>
          <a:xfrm>
            <a:off x="2056342" y="146157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6" name="Stage1_sixpanel_5877">
            <a:extLst>
              <a:ext uri="{FF2B5EF4-FFF2-40B4-BE49-F238E27FC236}">
                <a16:creationId xmlns:a16="http://schemas.microsoft.com/office/drawing/2014/main" id="{A7B4B97D-FE1B-494D-B2C5-9DC27DB2C0AE}"/>
              </a:ext>
            </a:extLst>
          </p:cNvPr>
          <p:cNvSpPr>
            <a:spLocks noGrp="1"/>
          </p:cNvSpPr>
          <p:nvPr/>
        </p:nvSpPr>
        <p:spPr>
          <a:xfrm>
            <a:off x="20502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7" name="Stage1_sixpanel_5878">
            <a:extLst>
              <a:ext uri="{FF2B5EF4-FFF2-40B4-BE49-F238E27FC236}">
                <a16:creationId xmlns:a16="http://schemas.microsoft.com/office/drawing/2014/main" id="{EC4C25DC-9344-40E6-9C7B-6EE5F8A769B4}"/>
              </a:ext>
            </a:extLst>
          </p:cNvPr>
          <p:cNvSpPr>
            <a:spLocks noGrp="1"/>
          </p:cNvSpPr>
          <p:nvPr/>
        </p:nvSpPr>
        <p:spPr>
          <a:xfrm>
            <a:off x="2139856" y="17647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8" name="Stage1_sixpanel_5879">
            <a:extLst>
              <a:ext uri="{FF2B5EF4-FFF2-40B4-BE49-F238E27FC236}">
                <a16:creationId xmlns:a16="http://schemas.microsoft.com/office/drawing/2014/main" id="{12CA8BEB-468C-470B-8E3E-798A5C280A4C}"/>
              </a:ext>
            </a:extLst>
          </p:cNvPr>
          <p:cNvSpPr>
            <a:spLocks noGrp="1"/>
          </p:cNvSpPr>
          <p:nvPr/>
        </p:nvSpPr>
        <p:spPr>
          <a:xfrm>
            <a:off x="21127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09" name="Stage1_sixpanel_5880">
            <a:extLst>
              <a:ext uri="{FF2B5EF4-FFF2-40B4-BE49-F238E27FC236}">
                <a16:creationId xmlns:a16="http://schemas.microsoft.com/office/drawing/2014/main" id="{33447912-B523-4A60-AFEA-1D1EF54694A5}"/>
              </a:ext>
            </a:extLst>
          </p:cNvPr>
          <p:cNvSpPr>
            <a:spLocks noGrp="1"/>
          </p:cNvSpPr>
          <p:nvPr/>
        </p:nvSpPr>
        <p:spPr>
          <a:xfrm>
            <a:off x="211105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0" name="Stage1_sixpanel_5881">
            <a:extLst>
              <a:ext uri="{FF2B5EF4-FFF2-40B4-BE49-F238E27FC236}">
                <a16:creationId xmlns:a16="http://schemas.microsoft.com/office/drawing/2014/main" id="{7FE33F35-0E40-42C9-A1CA-7BF8D43C680C}"/>
              </a:ext>
            </a:extLst>
          </p:cNvPr>
          <p:cNvSpPr>
            <a:spLocks noGrp="1"/>
          </p:cNvSpPr>
          <p:nvPr/>
        </p:nvSpPr>
        <p:spPr>
          <a:xfrm>
            <a:off x="2138878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1" name="Stage1_sixpanel_5882">
            <a:extLst>
              <a:ext uri="{FF2B5EF4-FFF2-40B4-BE49-F238E27FC236}">
                <a16:creationId xmlns:a16="http://schemas.microsoft.com/office/drawing/2014/main" id="{C1604E32-CEC5-4BA9-8B54-373186A7F0D4}"/>
              </a:ext>
            </a:extLst>
          </p:cNvPr>
          <p:cNvSpPr>
            <a:spLocks noGrp="1"/>
          </p:cNvSpPr>
          <p:nvPr/>
        </p:nvSpPr>
        <p:spPr>
          <a:xfrm>
            <a:off x="2083452" y="18468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2" name="Stage1_sixpanel_5883">
            <a:extLst>
              <a:ext uri="{FF2B5EF4-FFF2-40B4-BE49-F238E27FC236}">
                <a16:creationId xmlns:a16="http://schemas.microsoft.com/office/drawing/2014/main" id="{03801FE7-91AA-4689-A5CF-26A516AAF662}"/>
              </a:ext>
            </a:extLst>
          </p:cNvPr>
          <p:cNvSpPr>
            <a:spLocks noGrp="1"/>
          </p:cNvSpPr>
          <p:nvPr/>
        </p:nvSpPr>
        <p:spPr>
          <a:xfrm>
            <a:off x="2199595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3" name="Stage1_sixpanel_5884">
            <a:extLst>
              <a:ext uri="{FF2B5EF4-FFF2-40B4-BE49-F238E27FC236}">
                <a16:creationId xmlns:a16="http://schemas.microsoft.com/office/drawing/2014/main" id="{A67D5A9B-C4C0-4ADA-88FF-7191E5E95B70}"/>
              </a:ext>
            </a:extLst>
          </p:cNvPr>
          <p:cNvSpPr>
            <a:spLocks noGrp="1"/>
          </p:cNvSpPr>
          <p:nvPr/>
        </p:nvSpPr>
        <p:spPr>
          <a:xfrm>
            <a:off x="2125641" y="16915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4" name="Stage1_sixpanel_5885">
            <a:extLst>
              <a:ext uri="{FF2B5EF4-FFF2-40B4-BE49-F238E27FC236}">
                <a16:creationId xmlns:a16="http://schemas.microsoft.com/office/drawing/2014/main" id="{093E6A60-5E79-4FAA-80CD-AAD302AE0A96}"/>
              </a:ext>
            </a:extLst>
          </p:cNvPr>
          <p:cNvSpPr>
            <a:spLocks noGrp="1"/>
          </p:cNvSpPr>
          <p:nvPr/>
        </p:nvSpPr>
        <p:spPr>
          <a:xfrm>
            <a:off x="2120418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5" name="Stage1_sixpanel_5886">
            <a:extLst>
              <a:ext uri="{FF2B5EF4-FFF2-40B4-BE49-F238E27FC236}">
                <a16:creationId xmlns:a16="http://schemas.microsoft.com/office/drawing/2014/main" id="{4C1D0870-2790-4FF0-8AB4-0F028AB5448E}"/>
              </a:ext>
            </a:extLst>
          </p:cNvPr>
          <p:cNvSpPr>
            <a:spLocks noGrp="1"/>
          </p:cNvSpPr>
          <p:nvPr/>
        </p:nvSpPr>
        <p:spPr>
          <a:xfrm>
            <a:off x="2112134" y="21368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6" name="Stage1_sixpanel_5887">
            <a:extLst>
              <a:ext uri="{FF2B5EF4-FFF2-40B4-BE49-F238E27FC236}">
                <a16:creationId xmlns:a16="http://schemas.microsoft.com/office/drawing/2014/main" id="{5A4CEBCA-FF83-4006-A2B5-B3501C2F5862}"/>
              </a:ext>
            </a:extLst>
          </p:cNvPr>
          <p:cNvSpPr>
            <a:spLocks noGrp="1"/>
          </p:cNvSpPr>
          <p:nvPr/>
        </p:nvSpPr>
        <p:spPr>
          <a:xfrm>
            <a:off x="2172351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7" name="Stage1_sixpanel_5888">
            <a:extLst>
              <a:ext uri="{FF2B5EF4-FFF2-40B4-BE49-F238E27FC236}">
                <a16:creationId xmlns:a16="http://schemas.microsoft.com/office/drawing/2014/main" id="{25A3D854-4278-4534-94DA-7D6A1F50CDA7}"/>
              </a:ext>
            </a:extLst>
          </p:cNvPr>
          <p:cNvSpPr>
            <a:spLocks noGrp="1"/>
          </p:cNvSpPr>
          <p:nvPr/>
        </p:nvSpPr>
        <p:spPr>
          <a:xfrm>
            <a:off x="2066682" y="2197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8" name="Stage1_sixpanel_5889">
            <a:extLst>
              <a:ext uri="{FF2B5EF4-FFF2-40B4-BE49-F238E27FC236}">
                <a16:creationId xmlns:a16="http://schemas.microsoft.com/office/drawing/2014/main" id="{5B7DF256-3A8F-491A-A7D3-478DF3163289}"/>
              </a:ext>
            </a:extLst>
          </p:cNvPr>
          <p:cNvSpPr>
            <a:spLocks noGrp="1"/>
          </p:cNvSpPr>
          <p:nvPr/>
        </p:nvSpPr>
        <p:spPr>
          <a:xfrm>
            <a:off x="2042882" y="17760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19" name="Stage1_sixpanel_5890">
            <a:extLst>
              <a:ext uri="{FF2B5EF4-FFF2-40B4-BE49-F238E27FC236}">
                <a16:creationId xmlns:a16="http://schemas.microsoft.com/office/drawing/2014/main" id="{03E6DE35-1F46-49BB-815A-63F297500CCE}"/>
              </a:ext>
            </a:extLst>
          </p:cNvPr>
          <p:cNvSpPr>
            <a:spLocks noGrp="1"/>
          </p:cNvSpPr>
          <p:nvPr/>
        </p:nvSpPr>
        <p:spPr>
          <a:xfrm>
            <a:off x="2035084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0" name="Stage1_sixpanel_5891">
            <a:extLst>
              <a:ext uri="{FF2B5EF4-FFF2-40B4-BE49-F238E27FC236}">
                <a16:creationId xmlns:a16="http://schemas.microsoft.com/office/drawing/2014/main" id="{E58EF869-8106-4654-B835-97630FCD0807}"/>
              </a:ext>
            </a:extLst>
          </p:cNvPr>
          <p:cNvSpPr>
            <a:spLocks noGrp="1"/>
          </p:cNvSpPr>
          <p:nvPr/>
        </p:nvSpPr>
        <p:spPr>
          <a:xfrm>
            <a:off x="2171485" y="19248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1" name="Stage1_sixpanel_5892">
            <a:extLst>
              <a:ext uri="{FF2B5EF4-FFF2-40B4-BE49-F238E27FC236}">
                <a16:creationId xmlns:a16="http://schemas.microsoft.com/office/drawing/2014/main" id="{3E1AAB13-48F8-4007-82D6-166DD25D49FB}"/>
              </a:ext>
            </a:extLst>
          </p:cNvPr>
          <p:cNvSpPr>
            <a:spLocks noGrp="1"/>
          </p:cNvSpPr>
          <p:nvPr/>
        </p:nvSpPr>
        <p:spPr>
          <a:xfrm>
            <a:off x="2194161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2" name="Stage1_sixpanel_5893">
            <a:extLst>
              <a:ext uri="{FF2B5EF4-FFF2-40B4-BE49-F238E27FC236}">
                <a16:creationId xmlns:a16="http://schemas.microsoft.com/office/drawing/2014/main" id="{97E1F7F7-9F79-4D65-896A-778A11C3CB68}"/>
              </a:ext>
            </a:extLst>
          </p:cNvPr>
          <p:cNvSpPr>
            <a:spLocks noGrp="1"/>
          </p:cNvSpPr>
          <p:nvPr/>
        </p:nvSpPr>
        <p:spPr>
          <a:xfrm>
            <a:off x="2183196" y="14799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3" name="Stage1_sixpanel_5894">
            <a:extLst>
              <a:ext uri="{FF2B5EF4-FFF2-40B4-BE49-F238E27FC236}">
                <a16:creationId xmlns:a16="http://schemas.microsoft.com/office/drawing/2014/main" id="{2164A757-A160-40D8-8C36-F2428E8654F1}"/>
              </a:ext>
            </a:extLst>
          </p:cNvPr>
          <p:cNvSpPr>
            <a:spLocks noGrp="1"/>
          </p:cNvSpPr>
          <p:nvPr/>
        </p:nvSpPr>
        <p:spPr>
          <a:xfrm>
            <a:off x="2198678" y="21689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4" name="Stage1_sixpanel_5895">
            <a:extLst>
              <a:ext uri="{FF2B5EF4-FFF2-40B4-BE49-F238E27FC236}">
                <a16:creationId xmlns:a16="http://schemas.microsoft.com/office/drawing/2014/main" id="{33285D82-4C96-4967-A615-BF98C27D533D}"/>
              </a:ext>
            </a:extLst>
          </p:cNvPr>
          <p:cNvSpPr>
            <a:spLocks noGrp="1"/>
          </p:cNvSpPr>
          <p:nvPr/>
        </p:nvSpPr>
        <p:spPr>
          <a:xfrm>
            <a:off x="2187032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5" name="Stage1_sixpanel_5896">
            <a:extLst>
              <a:ext uri="{FF2B5EF4-FFF2-40B4-BE49-F238E27FC236}">
                <a16:creationId xmlns:a16="http://schemas.microsoft.com/office/drawing/2014/main" id="{DC65898A-1CD9-47F6-8207-BEDF63DFC400}"/>
              </a:ext>
            </a:extLst>
          </p:cNvPr>
          <p:cNvSpPr>
            <a:spLocks noGrp="1"/>
          </p:cNvSpPr>
          <p:nvPr/>
        </p:nvSpPr>
        <p:spPr>
          <a:xfrm>
            <a:off x="2124473" y="23913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6" name="Stage1_sixpanel_5897">
            <a:extLst>
              <a:ext uri="{FF2B5EF4-FFF2-40B4-BE49-F238E27FC236}">
                <a16:creationId xmlns:a16="http://schemas.microsoft.com/office/drawing/2014/main" id="{0B5F67BA-0707-429D-8914-FA9B6F2A56BB}"/>
              </a:ext>
            </a:extLst>
          </p:cNvPr>
          <p:cNvSpPr>
            <a:spLocks noGrp="1"/>
          </p:cNvSpPr>
          <p:nvPr/>
        </p:nvSpPr>
        <p:spPr>
          <a:xfrm>
            <a:off x="2173534" y="144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7" name="Stage1_sixpanel_5898">
            <a:extLst>
              <a:ext uri="{FF2B5EF4-FFF2-40B4-BE49-F238E27FC236}">
                <a16:creationId xmlns:a16="http://schemas.microsoft.com/office/drawing/2014/main" id="{6EB45BFD-1733-45A8-B874-2A5C797185C6}"/>
              </a:ext>
            </a:extLst>
          </p:cNvPr>
          <p:cNvSpPr>
            <a:spLocks noGrp="1"/>
          </p:cNvSpPr>
          <p:nvPr/>
        </p:nvSpPr>
        <p:spPr>
          <a:xfrm>
            <a:off x="2084750" y="1702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8" name="Stage1_sixpanel_5899">
            <a:extLst>
              <a:ext uri="{FF2B5EF4-FFF2-40B4-BE49-F238E27FC236}">
                <a16:creationId xmlns:a16="http://schemas.microsoft.com/office/drawing/2014/main" id="{0315CB30-BBD1-4995-8F34-FEF1F4FE2593}"/>
              </a:ext>
            </a:extLst>
          </p:cNvPr>
          <p:cNvSpPr>
            <a:spLocks noGrp="1"/>
          </p:cNvSpPr>
          <p:nvPr/>
        </p:nvSpPr>
        <p:spPr>
          <a:xfrm>
            <a:off x="2180299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29" name="Stage1_sixpanel_5900">
            <a:extLst>
              <a:ext uri="{FF2B5EF4-FFF2-40B4-BE49-F238E27FC236}">
                <a16:creationId xmlns:a16="http://schemas.microsoft.com/office/drawing/2014/main" id="{07F44815-CC8F-4FED-B220-7B0366F285FA}"/>
              </a:ext>
            </a:extLst>
          </p:cNvPr>
          <p:cNvSpPr>
            <a:spLocks noGrp="1"/>
          </p:cNvSpPr>
          <p:nvPr/>
        </p:nvSpPr>
        <p:spPr>
          <a:xfrm>
            <a:off x="2081606" y="2250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0" name="Stage1_sixpanel_5901">
            <a:extLst>
              <a:ext uri="{FF2B5EF4-FFF2-40B4-BE49-F238E27FC236}">
                <a16:creationId xmlns:a16="http://schemas.microsoft.com/office/drawing/2014/main" id="{56B9CB9D-3A3A-4A4B-A2EB-8537DAFAF3DB}"/>
              </a:ext>
            </a:extLst>
          </p:cNvPr>
          <p:cNvSpPr>
            <a:spLocks noGrp="1"/>
          </p:cNvSpPr>
          <p:nvPr/>
        </p:nvSpPr>
        <p:spPr>
          <a:xfrm>
            <a:off x="2103089" y="162244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1" name="Stage1_sixpanel_5902">
            <a:extLst>
              <a:ext uri="{FF2B5EF4-FFF2-40B4-BE49-F238E27FC236}">
                <a16:creationId xmlns:a16="http://schemas.microsoft.com/office/drawing/2014/main" id="{E89876BF-B72A-4FBB-BDEC-D87AF98AC95C}"/>
              </a:ext>
            </a:extLst>
          </p:cNvPr>
          <p:cNvSpPr>
            <a:spLocks noGrp="1"/>
          </p:cNvSpPr>
          <p:nvPr/>
        </p:nvSpPr>
        <p:spPr>
          <a:xfrm>
            <a:off x="2092470" y="195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2" name="Stage1_sixpanel_5903">
            <a:extLst>
              <a:ext uri="{FF2B5EF4-FFF2-40B4-BE49-F238E27FC236}">
                <a16:creationId xmlns:a16="http://schemas.microsoft.com/office/drawing/2014/main" id="{26C1456D-FC3A-40A6-BAD1-BD86C2B39E1D}"/>
              </a:ext>
            </a:extLst>
          </p:cNvPr>
          <p:cNvSpPr>
            <a:spLocks noGrp="1"/>
          </p:cNvSpPr>
          <p:nvPr/>
        </p:nvSpPr>
        <p:spPr>
          <a:xfrm>
            <a:off x="2032687" y="19549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3" name="Stage1_sixpanel_5904">
            <a:extLst>
              <a:ext uri="{FF2B5EF4-FFF2-40B4-BE49-F238E27FC236}">
                <a16:creationId xmlns:a16="http://schemas.microsoft.com/office/drawing/2014/main" id="{6C3BAC59-F7A0-48C5-B2FC-58C7D7FE20E2}"/>
              </a:ext>
            </a:extLst>
          </p:cNvPr>
          <p:cNvSpPr>
            <a:spLocks noGrp="1"/>
          </p:cNvSpPr>
          <p:nvPr/>
        </p:nvSpPr>
        <p:spPr>
          <a:xfrm>
            <a:off x="2136146" y="19584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4" name="Stage1_sixpanel_5905">
            <a:extLst>
              <a:ext uri="{FF2B5EF4-FFF2-40B4-BE49-F238E27FC236}">
                <a16:creationId xmlns:a16="http://schemas.microsoft.com/office/drawing/2014/main" id="{F3F25DDE-CBD3-46C9-9DFC-5D1A4FBA61B9}"/>
              </a:ext>
            </a:extLst>
          </p:cNvPr>
          <p:cNvSpPr>
            <a:spLocks noGrp="1"/>
          </p:cNvSpPr>
          <p:nvPr/>
        </p:nvSpPr>
        <p:spPr>
          <a:xfrm>
            <a:off x="2079612" y="19278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5" name="Stage1_sixpanel_5906">
            <a:extLst>
              <a:ext uri="{FF2B5EF4-FFF2-40B4-BE49-F238E27FC236}">
                <a16:creationId xmlns:a16="http://schemas.microsoft.com/office/drawing/2014/main" id="{812BCBE2-5269-4338-ADF9-22F2247854C4}"/>
              </a:ext>
            </a:extLst>
          </p:cNvPr>
          <p:cNvSpPr>
            <a:spLocks noGrp="1"/>
          </p:cNvSpPr>
          <p:nvPr/>
        </p:nvSpPr>
        <p:spPr>
          <a:xfrm>
            <a:off x="2172107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6" name="Stage1_sixpanel_5907">
            <a:extLst>
              <a:ext uri="{FF2B5EF4-FFF2-40B4-BE49-F238E27FC236}">
                <a16:creationId xmlns:a16="http://schemas.microsoft.com/office/drawing/2014/main" id="{BFA68F1C-13A0-475B-8542-E4257756A5C6}"/>
              </a:ext>
            </a:extLst>
          </p:cNvPr>
          <p:cNvSpPr>
            <a:spLocks noGrp="1"/>
          </p:cNvSpPr>
          <p:nvPr/>
        </p:nvSpPr>
        <p:spPr>
          <a:xfrm>
            <a:off x="2076486" y="251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7" name="Stage1_sixpanel_5908">
            <a:extLst>
              <a:ext uri="{FF2B5EF4-FFF2-40B4-BE49-F238E27FC236}">
                <a16:creationId xmlns:a16="http://schemas.microsoft.com/office/drawing/2014/main" id="{F9BF8B39-76B0-4374-A8E2-7BD80F6C8B73}"/>
              </a:ext>
            </a:extLst>
          </p:cNvPr>
          <p:cNvSpPr>
            <a:spLocks noGrp="1"/>
          </p:cNvSpPr>
          <p:nvPr/>
        </p:nvSpPr>
        <p:spPr>
          <a:xfrm>
            <a:off x="2165557" y="20057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8" name="Stage1_sixpanel_5909">
            <a:extLst>
              <a:ext uri="{FF2B5EF4-FFF2-40B4-BE49-F238E27FC236}">
                <a16:creationId xmlns:a16="http://schemas.microsoft.com/office/drawing/2014/main" id="{F136B6F1-11A6-4058-AE58-AFF36FC64CD3}"/>
              </a:ext>
            </a:extLst>
          </p:cNvPr>
          <p:cNvSpPr>
            <a:spLocks noGrp="1"/>
          </p:cNvSpPr>
          <p:nvPr/>
        </p:nvSpPr>
        <p:spPr>
          <a:xfrm>
            <a:off x="2146765" y="1676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39" name="Stage1_sixpanel_5910">
            <a:extLst>
              <a:ext uri="{FF2B5EF4-FFF2-40B4-BE49-F238E27FC236}">
                <a16:creationId xmlns:a16="http://schemas.microsoft.com/office/drawing/2014/main" id="{3E4649A5-581A-408D-A39F-7ECF48228233}"/>
              </a:ext>
            </a:extLst>
          </p:cNvPr>
          <p:cNvSpPr>
            <a:spLocks noGrp="1"/>
          </p:cNvSpPr>
          <p:nvPr/>
        </p:nvSpPr>
        <p:spPr>
          <a:xfrm>
            <a:off x="2100061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0" name="Stage1_sixpanel_5911">
            <a:extLst>
              <a:ext uri="{FF2B5EF4-FFF2-40B4-BE49-F238E27FC236}">
                <a16:creationId xmlns:a16="http://schemas.microsoft.com/office/drawing/2014/main" id="{D9352AC0-5581-46EA-98CA-BEFD3C7E63F6}"/>
              </a:ext>
            </a:extLst>
          </p:cNvPr>
          <p:cNvSpPr>
            <a:spLocks noGrp="1"/>
          </p:cNvSpPr>
          <p:nvPr/>
        </p:nvSpPr>
        <p:spPr>
          <a:xfrm>
            <a:off x="211699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1" name="Stage1_sixpanel_5912">
            <a:extLst>
              <a:ext uri="{FF2B5EF4-FFF2-40B4-BE49-F238E27FC236}">
                <a16:creationId xmlns:a16="http://schemas.microsoft.com/office/drawing/2014/main" id="{A001E996-164A-4B49-AB4D-4CAD32EE462D}"/>
              </a:ext>
            </a:extLst>
          </p:cNvPr>
          <p:cNvSpPr>
            <a:spLocks noGrp="1"/>
          </p:cNvSpPr>
          <p:nvPr/>
        </p:nvSpPr>
        <p:spPr>
          <a:xfrm>
            <a:off x="2034629" y="23233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2" name="Stage1_sixpanel_5913">
            <a:extLst>
              <a:ext uri="{FF2B5EF4-FFF2-40B4-BE49-F238E27FC236}">
                <a16:creationId xmlns:a16="http://schemas.microsoft.com/office/drawing/2014/main" id="{0165344E-2E6C-4A0F-9F29-A103669E8DE7}"/>
              </a:ext>
            </a:extLst>
          </p:cNvPr>
          <p:cNvSpPr>
            <a:spLocks noGrp="1"/>
          </p:cNvSpPr>
          <p:nvPr/>
        </p:nvSpPr>
        <p:spPr>
          <a:xfrm>
            <a:off x="210815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3" name="Stage1_sixpanel_5914">
            <a:extLst>
              <a:ext uri="{FF2B5EF4-FFF2-40B4-BE49-F238E27FC236}">
                <a16:creationId xmlns:a16="http://schemas.microsoft.com/office/drawing/2014/main" id="{1F763DB0-4CCE-4564-AF00-3DD47C651021}"/>
              </a:ext>
            </a:extLst>
          </p:cNvPr>
          <p:cNvSpPr>
            <a:spLocks noGrp="1"/>
          </p:cNvSpPr>
          <p:nvPr/>
        </p:nvSpPr>
        <p:spPr>
          <a:xfrm>
            <a:off x="2040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4" name="Stage1_sixpanel_5915">
            <a:extLst>
              <a:ext uri="{FF2B5EF4-FFF2-40B4-BE49-F238E27FC236}">
                <a16:creationId xmlns:a16="http://schemas.microsoft.com/office/drawing/2014/main" id="{FF241A26-FAB2-44FF-8F62-C38AB138E66E}"/>
              </a:ext>
            </a:extLst>
          </p:cNvPr>
          <p:cNvSpPr>
            <a:spLocks noGrp="1"/>
          </p:cNvSpPr>
          <p:nvPr/>
        </p:nvSpPr>
        <p:spPr>
          <a:xfrm>
            <a:off x="31065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5" name="Stage1_sixpanel_5916">
            <a:extLst>
              <a:ext uri="{FF2B5EF4-FFF2-40B4-BE49-F238E27FC236}">
                <a16:creationId xmlns:a16="http://schemas.microsoft.com/office/drawing/2014/main" id="{C88BD829-5656-453B-94F4-152E606BFB37}"/>
              </a:ext>
            </a:extLst>
          </p:cNvPr>
          <p:cNvSpPr>
            <a:spLocks noGrp="1"/>
          </p:cNvSpPr>
          <p:nvPr/>
        </p:nvSpPr>
        <p:spPr>
          <a:xfrm>
            <a:off x="3240018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6" name="Stage1_sixpanel_5917">
            <a:extLst>
              <a:ext uri="{FF2B5EF4-FFF2-40B4-BE49-F238E27FC236}">
                <a16:creationId xmlns:a16="http://schemas.microsoft.com/office/drawing/2014/main" id="{6A9285A1-DA7C-441C-BEF6-A083D762E601}"/>
              </a:ext>
            </a:extLst>
          </p:cNvPr>
          <p:cNvSpPr>
            <a:spLocks noGrp="1"/>
          </p:cNvSpPr>
          <p:nvPr/>
        </p:nvSpPr>
        <p:spPr>
          <a:xfrm>
            <a:off x="32010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7" name="Stage1_sixpanel_5918">
            <a:extLst>
              <a:ext uri="{FF2B5EF4-FFF2-40B4-BE49-F238E27FC236}">
                <a16:creationId xmlns:a16="http://schemas.microsoft.com/office/drawing/2014/main" id="{C0D245BA-C886-495D-8925-5D6569A386DD}"/>
              </a:ext>
            </a:extLst>
          </p:cNvPr>
          <p:cNvSpPr>
            <a:spLocks noGrp="1"/>
          </p:cNvSpPr>
          <p:nvPr/>
        </p:nvSpPr>
        <p:spPr>
          <a:xfrm>
            <a:off x="31761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8" name="Stage1_sixpanel_5919">
            <a:extLst>
              <a:ext uri="{FF2B5EF4-FFF2-40B4-BE49-F238E27FC236}">
                <a16:creationId xmlns:a16="http://schemas.microsoft.com/office/drawing/2014/main" id="{AD8C9C8C-1A49-4F02-B14F-B784F257688D}"/>
              </a:ext>
            </a:extLst>
          </p:cNvPr>
          <p:cNvSpPr>
            <a:spLocks noGrp="1"/>
          </p:cNvSpPr>
          <p:nvPr/>
        </p:nvSpPr>
        <p:spPr>
          <a:xfrm>
            <a:off x="3241627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49" name="Stage1_sixpanel_5920">
            <a:extLst>
              <a:ext uri="{FF2B5EF4-FFF2-40B4-BE49-F238E27FC236}">
                <a16:creationId xmlns:a16="http://schemas.microsoft.com/office/drawing/2014/main" id="{35766AE5-5B8F-49E6-99A8-FA41523F1734}"/>
              </a:ext>
            </a:extLst>
          </p:cNvPr>
          <p:cNvSpPr>
            <a:spLocks noGrp="1"/>
          </p:cNvSpPr>
          <p:nvPr/>
        </p:nvSpPr>
        <p:spPr>
          <a:xfrm>
            <a:off x="311951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0" name="Stage1_sixpanel_5921">
            <a:extLst>
              <a:ext uri="{FF2B5EF4-FFF2-40B4-BE49-F238E27FC236}">
                <a16:creationId xmlns:a16="http://schemas.microsoft.com/office/drawing/2014/main" id="{71BEBAE4-58B7-4188-AE2D-E72DF0456BDB}"/>
              </a:ext>
            </a:extLst>
          </p:cNvPr>
          <p:cNvSpPr>
            <a:spLocks noGrp="1"/>
          </p:cNvSpPr>
          <p:nvPr/>
        </p:nvSpPr>
        <p:spPr>
          <a:xfrm>
            <a:off x="3185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1" name="Stage1_sixpanel_5922">
            <a:extLst>
              <a:ext uri="{FF2B5EF4-FFF2-40B4-BE49-F238E27FC236}">
                <a16:creationId xmlns:a16="http://schemas.microsoft.com/office/drawing/2014/main" id="{40D593AB-150F-4235-8781-66D43DDA17BD}"/>
              </a:ext>
            </a:extLst>
          </p:cNvPr>
          <p:cNvSpPr>
            <a:spLocks noGrp="1"/>
          </p:cNvSpPr>
          <p:nvPr/>
        </p:nvSpPr>
        <p:spPr>
          <a:xfrm>
            <a:off x="31062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2" name="Stage1_sixpanel_5923">
            <a:extLst>
              <a:ext uri="{FF2B5EF4-FFF2-40B4-BE49-F238E27FC236}">
                <a16:creationId xmlns:a16="http://schemas.microsoft.com/office/drawing/2014/main" id="{57D18C17-6760-446E-A655-10E27FFBF7FB}"/>
              </a:ext>
            </a:extLst>
          </p:cNvPr>
          <p:cNvSpPr>
            <a:spLocks noGrp="1"/>
          </p:cNvSpPr>
          <p:nvPr/>
        </p:nvSpPr>
        <p:spPr>
          <a:xfrm>
            <a:off x="3155052" y="22169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3" name="Stage1_sixpanel_5924">
            <a:extLst>
              <a:ext uri="{FF2B5EF4-FFF2-40B4-BE49-F238E27FC236}">
                <a16:creationId xmlns:a16="http://schemas.microsoft.com/office/drawing/2014/main" id="{CB3DC9B1-CAED-4925-B6F4-D446D2C28F61}"/>
              </a:ext>
            </a:extLst>
          </p:cNvPr>
          <p:cNvSpPr>
            <a:spLocks noGrp="1"/>
          </p:cNvSpPr>
          <p:nvPr/>
        </p:nvSpPr>
        <p:spPr>
          <a:xfrm>
            <a:off x="32575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4" name="Stage1_sixpanel_5925">
            <a:extLst>
              <a:ext uri="{FF2B5EF4-FFF2-40B4-BE49-F238E27FC236}">
                <a16:creationId xmlns:a16="http://schemas.microsoft.com/office/drawing/2014/main" id="{901F5643-A621-484D-9E9F-AE92E844D137}"/>
              </a:ext>
            </a:extLst>
          </p:cNvPr>
          <p:cNvSpPr>
            <a:spLocks noGrp="1"/>
          </p:cNvSpPr>
          <p:nvPr/>
        </p:nvSpPr>
        <p:spPr>
          <a:xfrm>
            <a:off x="3244092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5" name="Stage1_sixpanel_5926">
            <a:extLst>
              <a:ext uri="{FF2B5EF4-FFF2-40B4-BE49-F238E27FC236}">
                <a16:creationId xmlns:a16="http://schemas.microsoft.com/office/drawing/2014/main" id="{0DC155E7-2DDE-41CB-BBBD-37FE31ED1403}"/>
              </a:ext>
            </a:extLst>
          </p:cNvPr>
          <p:cNvSpPr>
            <a:spLocks noGrp="1"/>
          </p:cNvSpPr>
          <p:nvPr/>
        </p:nvSpPr>
        <p:spPr>
          <a:xfrm>
            <a:off x="3218967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6" name="Stage1_sixpanel_5927">
            <a:extLst>
              <a:ext uri="{FF2B5EF4-FFF2-40B4-BE49-F238E27FC236}">
                <a16:creationId xmlns:a16="http://schemas.microsoft.com/office/drawing/2014/main" id="{56000BF4-3630-4903-AB21-CED0D9A7924C}"/>
              </a:ext>
            </a:extLst>
          </p:cNvPr>
          <p:cNvSpPr>
            <a:spLocks noGrp="1"/>
          </p:cNvSpPr>
          <p:nvPr/>
        </p:nvSpPr>
        <p:spPr>
          <a:xfrm>
            <a:off x="309781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7" name="Stage1_sixpanel_5928">
            <a:extLst>
              <a:ext uri="{FF2B5EF4-FFF2-40B4-BE49-F238E27FC236}">
                <a16:creationId xmlns:a16="http://schemas.microsoft.com/office/drawing/2014/main" id="{EAE4C436-2D1F-411A-85D3-4CA51B89FDD2}"/>
              </a:ext>
            </a:extLst>
          </p:cNvPr>
          <p:cNvSpPr>
            <a:spLocks noGrp="1"/>
          </p:cNvSpPr>
          <p:nvPr/>
        </p:nvSpPr>
        <p:spPr>
          <a:xfrm>
            <a:off x="3095518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8" name="Stage1_sixpanel_5929">
            <a:extLst>
              <a:ext uri="{FF2B5EF4-FFF2-40B4-BE49-F238E27FC236}">
                <a16:creationId xmlns:a16="http://schemas.microsoft.com/office/drawing/2014/main" id="{DAEB88F1-3A39-4D3C-9C1A-43CEF6947698}"/>
              </a:ext>
            </a:extLst>
          </p:cNvPr>
          <p:cNvSpPr>
            <a:spLocks noGrp="1"/>
          </p:cNvSpPr>
          <p:nvPr/>
        </p:nvSpPr>
        <p:spPr>
          <a:xfrm>
            <a:off x="320706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59" name="Stage1_sixpanel_5930">
            <a:extLst>
              <a:ext uri="{FF2B5EF4-FFF2-40B4-BE49-F238E27FC236}">
                <a16:creationId xmlns:a16="http://schemas.microsoft.com/office/drawing/2014/main" id="{5F89E601-6975-41A3-A22A-54E618C5F8D9}"/>
              </a:ext>
            </a:extLst>
          </p:cNvPr>
          <p:cNvSpPr>
            <a:spLocks noGrp="1"/>
          </p:cNvSpPr>
          <p:nvPr/>
        </p:nvSpPr>
        <p:spPr>
          <a:xfrm>
            <a:off x="309486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0" name="Stage1_sixpanel_5931">
            <a:extLst>
              <a:ext uri="{FF2B5EF4-FFF2-40B4-BE49-F238E27FC236}">
                <a16:creationId xmlns:a16="http://schemas.microsoft.com/office/drawing/2014/main" id="{756EC754-D821-41EF-ADB7-DD80848AA14C}"/>
              </a:ext>
            </a:extLst>
          </p:cNvPr>
          <p:cNvSpPr>
            <a:spLocks noGrp="1"/>
          </p:cNvSpPr>
          <p:nvPr/>
        </p:nvSpPr>
        <p:spPr>
          <a:xfrm>
            <a:off x="32236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1" name="Stage1_sixpanel_5932">
            <a:extLst>
              <a:ext uri="{FF2B5EF4-FFF2-40B4-BE49-F238E27FC236}">
                <a16:creationId xmlns:a16="http://schemas.microsoft.com/office/drawing/2014/main" id="{895FC62C-6028-4407-9644-DE7D6107E6E8}"/>
              </a:ext>
            </a:extLst>
          </p:cNvPr>
          <p:cNvSpPr>
            <a:spLocks noGrp="1"/>
          </p:cNvSpPr>
          <p:nvPr/>
        </p:nvSpPr>
        <p:spPr>
          <a:xfrm>
            <a:off x="3261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2" name="Stage1_sixpanel_5933">
            <a:extLst>
              <a:ext uri="{FF2B5EF4-FFF2-40B4-BE49-F238E27FC236}">
                <a16:creationId xmlns:a16="http://schemas.microsoft.com/office/drawing/2014/main" id="{3C92A882-D683-43DF-B22E-E9CDB8FF806B}"/>
              </a:ext>
            </a:extLst>
          </p:cNvPr>
          <p:cNvSpPr>
            <a:spLocks noGrp="1"/>
          </p:cNvSpPr>
          <p:nvPr/>
        </p:nvSpPr>
        <p:spPr>
          <a:xfrm>
            <a:off x="3244818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3" name="Stage1_sixpanel_5934">
            <a:extLst>
              <a:ext uri="{FF2B5EF4-FFF2-40B4-BE49-F238E27FC236}">
                <a16:creationId xmlns:a16="http://schemas.microsoft.com/office/drawing/2014/main" id="{A4D49B3C-FACE-44F7-BFE3-1DCD6B7989FC}"/>
              </a:ext>
            </a:extLst>
          </p:cNvPr>
          <p:cNvSpPr>
            <a:spLocks noGrp="1"/>
          </p:cNvSpPr>
          <p:nvPr/>
        </p:nvSpPr>
        <p:spPr>
          <a:xfrm>
            <a:off x="321414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4" name="Stage1_sixpanel_5935">
            <a:extLst>
              <a:ext uri="{FF2B5EF4-FFF2-40B4-BE49-F238E27FC236}">
                <a16:creationId xmlns:a16="http://schemas.microsoft.com/office/drawing/2014/main" id="{13674F91-AB2B-4903-9EFC-33205D50670C}"/>
              </a:ext>
            </a:extLst>
          </p:cNvPr>
          <p:cNvSpPr>
            <a:spLocks noGrp="1"/>
          </p:cNvSpPr>
          <p:nvPr/>
        </p:nvSpPr>
        <p:spPr>
          <a:xfrm>
            <a:off x="3233567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5" name="Stage1_sixpanel_5936">
            <a:extLst>
              <a:ext uri="{FF2B5EF4-FFF2-40B4-BE49-F238E27FC236}">
                <a16:creationId xmlns:a16="http://schemas.microsoft.com/office/drawing/2014/main" id="{CE0FEE92-C0D6-4842-BA75-4E660472EDB2}"/>
              </a:ext>
            </a:extLst>
          </p:cNvPr>
          <p:cNvSpPr>
            <a:spLocks noGrp="1"/>
          </p:cNvSpPr>
          <p:nvPr/>
        </p:nvSpPr>
        <p:spPr>
          <a:xfrm>
            <a:off x="31132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6" name="Stage1_sixpanel_5937">
            <a:extLst>
              <a:ext uri="{FF2B5EF4-FFF2-40B4-BE49-F238E27FC236}">
                <a16:creationId xmlns:a16="http://schemas.microsoft.com/office/drawing/2014/main" id="{8938E562-B6EF-4A91-BA37-2D39B3AC0C42}"/>
              </a:ext>
            </a:extLst>
          </p:cNvPr>
          <p:cNvSpPr>
            <a:spLocks noGrp="1"/>
          </p:cNvSpPr>
          <p:nvPr/>
        </p:nvSpPr>
        <p:spPr>
          <a:xfrm>
            <a:off x="3239821" y="14437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7" name="Stage1_sixpanel_5938">
            <a:extLst>
              <a:ext uri="{FF2B5EF4-FFF2-40B4-BE49-F238E27FC236}">
                <a16:creationId xmlns:a16="http://schemas.microsoft.com/office/drawing/2014/main" id="{BA550AAA-6CDC-4CA7-AE25-FEDFA9B0CC40}"/>
              </a:ext>
            </a:extLst>
          </p:cNvPr>
          <p:cNvSpPr>
            <a:spLocks noGrp="1"/>
          </p:cNvSpPr>
          <p:nvPr/>
        </p:nvSpPr>
        <p:spPr>
          <a:xfrm>
            <a:off x="3216575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8" name="Stage1_sixpanel_5939">
            <a:extLst>
              <a:ext uri="{FF2B5EF4-FFF2-40B4-BE49-F238E27FC236}">
                <a16:creationId xmlns:a16="http://schemas.microsoft.com/office/drawing/2014/main" id="{AE6716DC-54D8-4FC8-B2FD-3472EA3C8C22}"/>
              </a:ext>
            </a:extLst>
          </p:cNvPr>
          <p:cNvSpPr>
            <a:spLocks noGrp="1"/>
          </p:cNvSpPr>
          <p:nvPr/>
        </p:nvSpPr>
        <p:spPr>
          <a:xfrm>
            <a:off x="3151913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69" name="Stage1_sixpanel_5940">
            <a:extLst>
              <a:ext uri="{FF2B5EF4-FFF2-40B4-BE49-F238E27FC236}">
                <a16:creationId xmlns:a16="http://schemas.microsoft.com/office/drawing/2014/main" id="{4DFBE7C4-A19D-4A3E-81BC-5B8EC1C21030}"/>
              </a:ext>
            </a:extLst>
          </p:cNvPr>
          <p:cNvSpPr>
            <a:spLocks noGrp="1"/>
          </p:cNvSpPr>
          <p:nvPr/>
        </p:nvSpPr>
        <p:spPr>
          <a:xfrm>
            <a:off x="311580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0" name="Stage1_sixpanel_5941">
            <a:extLst>
              <a:ext uri="{FF2B5EF4-FFF2-40B4-BE49-F238E27FC236}">
                <a16:creationId xmlns:a16="http://schemas.microsoft.com/office/drawing/2014/main" id="{DD1AEA75-AE31-4E9D-B6EE-7A5370B0DD7B}"/>
              </a:ext>
            </a:extLst>
          </p:cNvPr>
          <p:cNvSpPr>
            <a:spLocks noGrp="1"/>
          </p:cNvSpPr>
          <p:nvPr/>
        </p:nvSpPr>
        <p:spPr>
          <a:xfrm>
            <a:off x="3134701" y="19752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1" name="Stage1_sixpanel_5942">
            <a:extLst>
              <a:ext uri="{FF2B5EF4-FFF2-40B4-BE49-F238E27FC236}">
                <a16:creationId xmlns:a16="http://schemas.microsoft.com/office/drawing/2014/main" id="{F84C3422-0306-49EE-AE63-F2C4A128F02D}"/>
              </a:ext>
            </a:extLst>
          </p:cNvPr>
          <p:cNvSpPr>
            <a:spLocks noGrp="1"/>
          </p:cNvSpPr>
          <p:nvPr/>
        </p:nvSpPr>
        <p:spPr>
          <a:xfrm>
            <a:off x="3228903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2" name="Stage1_sixpanel_5943">
            <a:extLst>
              <a:ext uri="{FF2B5EF4-FFF2-40B4-BE49-F238E27FC236}">
                <a16:creationId xmlns:a16="http://schemas.microsoft.com/office/drawing/2014/main" id="{16CBEB5E-0B53-4CA1-AF56-8AAE6894EDA2}"/>
              </a:ext>
            </a:extLst>
          </p:cNvPr>
          <p:cNvSpPr>
            <a:spLocks noGrp="1"/>
          </p:cNvSpPr>
          <p:nvPr/>
        </p:nvSpPr>
        <p:spPr>
          <a:xfrm>
            <a:off x="3240907" y="2189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3" name="Stage1_sixpanel_5944">
            <a:extLst>
              <a:ext uri="{FF2B5EF4-FFF2-40B4-BE49-F238E27FC236}">
                <a16:creationId xmlns:a16="http://schemas.microsoft.com/office/drawing/2014/main" id="{BBA7340C-2F40-412F-A7B2-F29256DDC9DC}"/>
              </a:ext>
            </a:extLst>
          </p:cNvPr>
          <p:cNvSpPr>
            <a:spLocks noGrp="1"/>
          </p:cNvSpPr>
          <p:nvPr/>
        </p:nvSpPr>
        <p:spPr>
          <a:xfrm>
            <a:off x="31959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4" name="Stage1_sixpanel_5945">
            <a:extLst>
              <a:ext uri="{FF2B5EF4-FFF2-40B4-BE49-F238E27FC236}">
                <a16:creationId xmlns:a16="http://schemas.microsoft.com/office/drawing/2014/main" id="{67A656E7-E9D2-4198-8328-9DD2D0C34AD5}"/>
              </a:ext>
            </a:extLst>
          </p:cNvPr>
          <p:cNvSpPr>
            <a:spLocks noGrp="1"/>
          </p:cNvSpPr>
          <p:nvPr/>
        </p:nvSpPr>
        <p:spPr>
          <a:xfrm>
            <a:off x="321570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5" name="Stage1_sixpanel_5946">
            <a:extLst>
              <a:ext uri="{FF2B5EF4-FFF2-40B4-BE49-F238E27FC236}">
                <a16:creationId xmlns:a16="http://schemas.microsoft.com/office/drawing/2014/main" id="{96D3D45F-B519-4416-980B-31D28BDF22CA}"/>
              </a:ext>
            </a:extLst>
          </p:cNvPr>
          <p:cNvSpPr>
            <a:spLocks noGrp="1"/>
          </p:cNvSpPr>
          <p:nvPr/>
        </p:nvSpPr>
        <p:spPr>
          <a:xfrm>
            <a:off x="3180332" y="22418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6" name="Stage1_sixpanel_5947">
            <a:extLst>
              <a:ext uri="{FF2B5EF4-FFF2-40B4-BE49-F238E27FC236}">
                <a16:creationId xmlns:a16="http://schemas.microsoft.com/office/drawing/2014/main" id="{5F5C4548-3291-4622-983E-8B497767902F}"/>
              </a:ext>
            </a:extLst>
          </p:cNvPr>
          <p:cNvSpPr>
            <a:spLocks noGrp="1"/>
          </p:cNvSpPr>
          <p:nvPr/>
        </p:nvSpPr>
        <p:spPr>
          <a:xfrm>
            <a:off x="32210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7" name="Stage1_sixpanel_5948">
            <a:extLst>
              <a:ext uri="{FF2B5EF4-FFF2-40B4-BE49-F238E27FC236}">
                <a16:creationId xmlns:a16="http://schemas.microsoft.com/office/drawing/2014/main" id="{035FB014-8753-4511-8BFE-15E1F2F817E3}"/>
              </a:ext>
            </a:extLst>
          </p:cNvPr>
          <p:cNvSpPr>
            <a:spLocks noGrp="1"/>
          </p:cNvSpPr>
          <p:nvPr/>
        </p:nvSpPr>
        <p:spPr>
          <a:xfrm>
            <a:off x="324440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8" name="Stage1_sixpanel_5949">
            <a:extLst>
              <a:ext uri="{FF2B5EF4-FFF2-40B4-BE49-F238E27FC236}">
                <a16:creationId xmlns:a16="http://schemas.microsoft.com/office/drawing/2014/main" id="{FA4B8521-DC8D-4E29-8E15-E2A47DD0EC68}"/>
              </a:ext>
            </a:extLst>
          </p:cNvPr>
          <p:cNvSpPr>
            <a:spLocks noGrp="1"/>
          </p:cNvSpPr>
          <p:nvPr/>
        </p:nvSpPr>
        <p:spPr>
          <a:xfrm>
            <a:off x="32384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79" name="Stage1_sixpanel_5950">
            <a:extLst>
              <a:ext uri="{FF2B5EF4-FFF2-40B4-BE49-F238E27FC236}">
                <a16:creationId xmlns:a16="http://schemas.microsoft.com/office/drawing/2014/main" id="{07719E49-CCCD-4A72-92FA-789E9BB8E324}"/>
              </a:ext>
            </a:extLst>
          </p:cNvPr>
          <p:cNvSpPr>
            <a:spLocks noGrp="1"/>
          </p:cNvSpPr>
          <p:nvPr/>
        </p:nvSpPr>
        <p:spPr>
          <a:xfrm>
            <a:off x="32446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0" name="Stage1_sixpanel_5951">
            <a:extLst>
              <a:ext uri="{FF2B5EF4-FFF2-40B4-BE49-F238E27FC236}">
                <a16:creationId xmlns:a16="http://schemas.microsoft.com/office/drawing/2014/main" id="{288981FC-EAC2-4147-9179-B45C0B76D62F}"/>
              </a:ext>
            </a:extLst>
          </p:cNvPr>
          <p:cNvSpPr>
            <a:spLocks noGrp="1"/>
          </p:cNvSpPr>
          <p:nvPr/>
        </p:nvSpPr>
        <p:spPr>
          <a:xfrm>
            <a:off x="319400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1" name="Stage1_sixpanel_5952">
            <a:extLst>
              <a:ext uri="{FF2B5EF4-FFF2-40B4-BE49-F238E27FC236}">
                <a16:creationId xmlns:a16="http://schemas.microsoft.com/office/drawing/2014/main" id="{FC6637AA-A919-408A-9D85-40BC5D9D7A63}"/>
              </a:ext>
            </a:extLst>
          </p:cNvPr>
          <p:cNvSpPr>
            <a:spLocks noGrp="1"/>
          </p:cNvSpPr>
          <p:nvPr/>
        </p:nvSpPr>
        <p:spPr>
          <a:xfrm>
            <a:off x="3214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2" name="Stage1_sixpanel_5953">
            <a:extLst>
              <a:ext uri="{FF2B5EF4-FFF2-40B4-BE49-F238E27FC236}">
                <a16:creationId xmlns:a16="http://schemas.microsoft.com/office/drawing/2014/main" id="{25054DA6-E77E-473F-BC3B-4FB5BD85D8C9}"/>
              </a:ext>
            </a:extLst>
          </p:cNvPr>
          <p:cNvSpPr>
            <a:spLocks noGrp="1"/>
          </p:cNvSpPr>
          <p:nvPr/>
        </p:nvSpPr>
        <p:spPr>
          <a:xfrm>
            <a:off x="32296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3" name="Stage1_sixpanel_5954">
            <a:extLst>
              <a:ext uri="{FF2B5EF4-FFF2-40B4-BE49-F238E27FC236}">
                <a16:creationId xmlns:a16="http://schemas.microsoft.com/office/drawing/2014/main" id="{C78E1DF9-F9B0-4125-BF82-C4AD5834B84B}"/>
              </a:ext>
            </a:extLst>
          </p:cNvPr>
          <p:cNvSpPr>
            <a:spLocks noGrp="1"/>
          </p:cNvSpPr>
          <p:nvPr/>
        </p:nvSpPr>
        <p:spPr>
          <a:xfrm>
            <a:off x="3193965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4" name="Stage1_sixpanel_5955">
            <a:extLst>
              <a:ext uri="{FF2B5EF4-FFF2-40B4-BE49-F238E27FC236}">
                <a16:creationId xmlns:a16="http://schemas.microsoft.com/office/drawing/2014/main" id="{C712E574-FA3C-4BB6-86B2-AC497F3EC615}"/>
              </a:ext>
            </a:extLst>
          </p:cNvPr>
          <p:cNvSpPr>
            <a:spLocks noGrp="1"/>
          </p:cNvSpPr>
          <p:nvPr/>
        </p:nvSpPr>
        <p:spPr>
          <a:xfrm>
            <a:off x="3130799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5" name="Stage1_sixpanel_5956">
            <a:extLst>
              <a:ext uri="{FF2B5EF4-FFF2-40B4-BE49-F238E27FC236}">
                <a16:creationId xmlns:a16="http://schemas.microsoft.com/office/drawing/2014/main" id="{32EDC348-B357-4880-956C-784F5183565B}"/>
              </a:ext>
            </a:extLst>
          </p:cNvPr>
          <p:cNvSpPr>
            <a:spLocks noGrp="1"/>
          </p:cNvSpPr>
          <p:nvPr/>
        </p:nvSpPr>
        <p:spPr>
          <a:xfrm>
            <a:off x="31373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6" name="Stage1_sixpanel_5957">
            <a:extLst>
              <a:ext uri="{FF2B5EF4-FFF2-40B4-BE49-F238E27FC236}">
                <a16:creationId xmlns:a16="http://schemas.microsoft.com/office/drawing/2014/main" id="{0346EA1B-F950-46EC-904C-88CC9303678B}"/>
              </a:ext>
            </a:extLst>
          </p:cNvPr>
          <p:cNvSpPr>
            <a:spLocks noGrp="1"/>
          </p:cNvSpPr>
          <p:nvPr/>
        </p:nvSpPr>
        <p:spPr>
          <a:xfrm>
            <a:off x="310457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7" name="Stage1_sixpanel_5958">
            <a:extLst>
              <a:ext uri="{FF2B5EF4-FFF2-40B4-BE49-F238E27FC236}">
                <a16:creationId xmlns:a16="http://schemas.microsoft.com/office/drawing/2014/main" id="{E1635B85-77B0-42AF-A721-84A295E94D1B}"/>
              </a:ext>
            </a:extLst>
          </p:cNvPr>
          <p:cNvSpPr>
            <a:spLocks noGrp="1"/>
          </p:cNvSpPr>
          <p:nvPr/>
        </p:nvSpPr>
        <p:spPr>
          <a:xfrm>
            <a:off x="3097747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8" name="Stage1_sixpanel_5959">
            <a:extLst>
              <a:ext uri="{FF2B5EF4-FFF2-40B4-BE49-F238E27FC236}">
                <a16:creationId xmlns:a16="http://schemas.microsoft.com/office/drawing/2014/main" id="{7AF78524-5CAB-48D2-B7E4-5D88E7FBCBB7}"/>
              </a:ext>
            </a:extLst>
          </p:cNvPr>
          <p:cNvSpPr>
            <a:spLocks noGrp="1"/>
          </p:cNvSpPr>
          <p:nvPr/>
        </p:nvSpPr>
        <p:spPr>
          <a:xfrm>
            <a:off x="32394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89" name="Stage1_sixpanel_5960">
            <a:extLst>
              <a:ext uri="{FF2B5EF4-FFF2-40B4-BE49-F238E27FC236}">
                <a16:creationId xmlns:a16="http://schemas.microsoft.com/office/drawing/2014/main" id="{AD1D6094-5CBE-4A4A-B39E-6073D7F6E872}"/>
              </a:ext>
            </a:extLst>
          </p:cNvPr>
          <p:cNvSpPr>
            <a:spLocks noGrp="1"/>
          </p:cNvSpPr>
          <p:nvPr/>
        </p:nvSpPr>
        <p:spPr>
          <a:xfrm>
            <a:off x="31752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0" name="Stage1_sixpanel_5961">
            <a:extLst>
              <a:ext uri="{FF2B5EF4-FFF2-40B4-BE49-F238E27FC236}">
                <a16:creationId xmlns:a16="http://schemas.microsoft.com/office/drawing/2014/main" id="{88E2A6F2-571F-47EE-A2D8-FF020CD3C14C}"/>
              </a:ext>
            </a:extLst>
          </p:cNvPr>
          <p:cNvSpPr>
            <a:spLocks noGrp="1"/>
          </p:cNvSpPr>
          <p:nvPr/>
        </p:nvSpPr>
        <p:spPr>
          <a:xfrm>
            <a:off x="3187528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1" name="Stage1_sixpanel_5962">
            <a:extLst>
              <a:ext uri="{FF2B5EF4-FFF2-40B4-BE49-F238E27FC236}">
                <a16:creationId xmlns:a16="http://schemas.microsoft.com/office/drawing/2014/main" id="{8B257F9F-B1E6-4C24-9F59-22129799125F}"/>
              </a:ext>
            </a:extLst>
          </p:cNvPr>
          <p:cNvSpPr>
            <a:spLocks noGrp="1"/>
          </p:cNvSpPr>
          <p:nvPr/>
        </p:nvSpPr>
        <p:spPr>
          <a:xfrm>
            <a:off x="322301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2" name="Stage1_sixpanel_5963">
            <a:extLst>
              <a:ext uri="{FF2B5EF4-FFF2-40B4-BE49-F238E27FC236}">
                <a16:creationId xmlns:a16="http://schemas.microsoft.com/office/drawing/2014/main" id="{930DE6B4-F630-4E4C-BB9B-CE6E471B5647}"/>
              </a:ext>
            </a:extLst>
          </p:cNvPr>
          <p:cNvSpPr>
            <a:spLocks noGrp="1"/>
          </p:cNvSpPr>
          <p:nvPr/>
        </p:nvSpPr>
        <p:spPr>
          <a:xfrm>
            <a:off x="318648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3" name="Stage1_sixpanel_5964">
            <a:extLst>
              <a:ext uri="{FF2B5EF4-FFF2-40B4-BE49-F238E27FC236}">
                <a16:creationId xmlns:a16="http://schemas.microsoft.com/office/drawing/2014/main" id="{4A59C438-67C1-4982-933D-D8FEEEFA5E33}"/>
              </a:ext>
            </a:extLst>
          </p:cNvPr>
          <p:cNvSpPr>
            <a:spLocks noGrp="1"/>
          </p:cNvSpPr>
          <p:nvPr/>
        </p:nvSpPr>
        <p:spPr>
          <a:xfrm>
            <a:off x="315755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4" name="Stage1_sixpanel_5965">
            <a:extLst>
              <a:ext uri="{FF2B5EF4-FFF2-40B4-BE49-F238E27FC236}">
                <a16:creationId xmlns:a16="http://schemas.microsoft.com/office/drawing/2014/main" id="{62174D7A-DEDB-4B44-B93B-3FBB5B21900F}"/>
              </a:ext>
            </a:extLst>
          </p:cNvPr>
          <p:cNvSpPr>
            <a:spLocks noGrp="1"/>
          </p:cNvSpPr>
          <p:nvPr/>
        </p:nvSpPr>
        <p:spPr>
          <a:xfrm>
            <a:off x="3183950" y="22063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5" name="Stage1_sixpanel_5966">
            <a:extLst>
              <a:ext uri="{FF2B5EF4-FFF2-40B4-BE49-F238E27FC236}">
                <a16:creationId xmlns:a16="http://schemas.microsoft.com/office/drawing/2014/main" id="{4FE05FA0-C3E7-41C7-9711-6570F51AFCBC}"/>
              </a:ext>
            </a:extLst>
          </p:cNvPr>
          <p:cNvSpPr>
            <a:spLocks noGrp="1"/>
          </p:cNvSpPr>
          <p:nvPr/>
        </p:nvSpPr>
        <p:spPr>
          <a:xfrm>
            <a:off x="31079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6" name="Stage1_sixpanel_5967">
            <a:extLst>
              <a:ext uri="{FF2B5EF4-FFF2-40B4-BE49-F238E27FC236}">
                <a16:creationId xmlns:a16="http://schemas.microsoft.com/office/drawing/2014/main" id="{3EAD4A99-76D4-446C-B245-E33587A2C146}"/>
              </a:ext>
            </a:extLst>
          </p:cNvPr>
          <p:cNvSpPr>
            <a:spLocks noGrp="1"/>
          </p:cNvSpPr>
          <p:nvPr/>
        </p:nvSpPr>
        <p:spPr>
          <a:xfrm>
            <a:off x="3106759" y="15569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7" name="Stage1_sixpanel_5968">
            <a:extLst>
              <a:ext uri="{FF2B5EF4-FFF2-40B4-BE49-F238E27FC236}">
                <a16:creationId xmlns:a16="http://schemas.microsoft.com/office/drawing/2014/main" id="{485D5E19-7B62-4F03-A047-C66FBC8264FC}"/>
              </a:ext>
            </a:extLst>
          </p:cNvPr>
          <p:cNvSpPr>
            <a:spLocks noGrp="1"/>
          </p:cNvSpPr>
          <p:nvPr/>
        </p:nvSpPr>
        <p:spPr>
          <a:xfrm>
            <a:off x="3221351" y="1626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8" name="Stage1_sixpanel_5969">
            <a:extLst>
              <a:ext uri="{FF2B5EF4-FFF2-40B4-BE49-F238E27FC236}">
                <a16:creationId xmlns:a16="http://schemas.microsoft.com/office/drawing/2014/main" id="{6428071A-039F-482C-91D8-405E3BF6B96D}"/>
              </a:ext>
            </a:extLst>
          </p:cNvPr>
          <p:cNvSpPr>
            <a:spLocks noGrp="1"/>
          </p:cNvSpPr>
          <p:nvPr/>
        </p:nvSpPr>
        <p:spPr>
          <a:xfrm>
            <a:off x="312130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799" name="Stage1_sixpanel_5970">
            <a:extLst>
              <a:ext uri="{FF2B5EF4-FFF2-40B4-BE49-F238E27FC236}">
                <a16:creationId xmlns:a16="http://schemas.microsoft.com/office/drawing/2014/main" id="{3CAA7231-19B4-4F6A-B090-1162B2969DB4}"/>
              </a:ext>
            </a:extLst>
          </p:cNvPr>
          <p:cNvSpPr>
            <a:spLocks noGrp="1"/>
          </p:cNvSpPr>
          <p:nvPr/>
        </p:nvSpPr>
        <p:spPr>
          <a:xfrm>
            <a:off x="3121417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0" name="Stage1_sixpanel_5971">
            <a:extLst>
              <a:ext uri="{FF2B5EF4-FFF2-40B4-BE49-F238E27FC236}">
                <a16:creationId xmlns:a16="http://schemas.microsoft.com/office/drawing/2014/main" id="{F555F53B-B8A3-46A3-821D-3C5B576B57CB}"/>
              </a:ext>
            </a:extLst>
          </p:cNvPr>
          <p:cNvSpPr>
            <a:spLocks noGrp="1"/>
          </p:cNvSpPr>
          <p:nvPr/>
        </p:nvSpPr>
        <p:spPr>
          <a:xfrm>
            <a:off x="3137309" y="19821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1" name="Stage1_sixpanel_5972">
            <a:extLst>
              <a:ext uri="{FF2B5EF4-FFF2-40B4-BE49-F238E27FC236}">
                <a16:creationId xmlns:a16="http://schemas.microsoft.com/office/drawing/2014/main" id="{7993A625-A913-4D35-AEB7-F550C6A88E99}"/>
              </a:ext>
            </a:extLst>
          </p:cNvPr>
          <p:cNvSpPr>
            <a:spLocks noGrp="1"/>
          </p:cNvSpPr>
          <p:nvPr/>
        </p:nvSpPr>
        <p:spPr>
          <a:xfrm>
            <a:off x="32471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2" name="Stage1_sixpanel_5973">
            <a:extLst>
              <a:ext uri="{FF2B5EF4-FFF2-40B4-BE49-F238E27FC236}">
                <a16:creationId xmlns:a16="http://schemas.microsoft.com/office/drawing/2014/main" id="{DA83E867-E348-4A7D-8DAD-AE4F27CE878E}"/>
              </a:ext>
            </a:extLst>
          </p:cNvPr>
          <p:cNvSpPr>
            <a:spLocks noGrp="1"/>
          </p:cNvSpPr>
          <p:nvPr/>
        </p:nvSpPr>
        <p:spPr>
          <a:xfrm>
            <a:off x="3150050" y="25701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3" name="Stage1_sixpanel_5974">
            <a:extLst>
              <a:ext uri="{FF2B5EF4-FFF2-40B4-BE49-F238E27FC236}">
                <a16:creationId xmlns:a16="http://schemas.microsoft.com/office/drawing/2014/main" id="{3835C972-87AD-4613-8E0C-AAEFFC67BA65}"/>
              </a:ext>
            </a:extLst>
          </p:cNvPr>
          <p:cNvSpPr>
            <a:spLocks noGrp="1"/>
          </p:cNvSpPr>
          <p:nvPr/>
        </p:nvSpPr>
        <p:spPr>
          <a:xfrm>
            <a:off x="311006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4" name="Stage1_sixpanel_5975">
            <a:extLst>
              <a:ext uri="{FF2B5EF4-FFF2-40B4-BE49-F238E27FC236}">
                <a16:creationId xmlns:a16="http://schemas.microsoft.com/office/drawing/2014/main" id="{8D30464C-DE22-4896-87CD-CEDE8B774F1C}"/>
              </a:ext>
            </a:extLst>
          </p:cNvPr>
          <p:cNvSpPr>
            <a:spLocks noGrp="1"/>
          </p:cNvSpPr>
          <p:nvPr/>
        </p:nvSpPr>
        <p:spPr>
          <a:xfrm>
            <a:off x="3101282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5" name="Stage1_sixpanel_5976">
            <a:extLst>
              <a:ext uri="{FF2B5EF4-FFF2-40B4-BE49-F238E27FC236}">
                <a16:creationId xmlns:a16="http://schemas.microsoft.com/office/drawing/2014/main" id="{1EAA77B7-CA44-430C-81D0-4C64D77AFC37}"/>
              </a:ext>
            </a:extLst>
          </p:cNvPr>
          <p:cNvSpPr>
            <a:spLocks noGrp="1"/>
          </p:cNvSpPr>
          <p:nvPr/>
        </p:nvSpPr>
        <p:spPr>
          <a:xfrm>
            <a:off x="3109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6" name="Stage1_sixpanel_5977">
            <a:extLst>
              <a:ext uri="{FF2B5EF4-FFF2-40B4-BE49-F238E27FC236}">
                <a16:creationId xmlns:a16="http://schemas.microsoft.com/office/drawing/2014/main" id="{31F4BAEF-E326-4C72-B747-E66FB360684C}"/>
              </a:ext>
            </a:extLst>
          </p:cNvPr>
          <p:cNvSpPr>
            <a:spLocks noGrp="1"/>
          </p:cNvSpPr>
          <p:nvPr/>
        </p:nvSpPr>
        <p:spPr>
          <a:xfrm>
            <a:off x="324419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7" name="Stage1_sixpanel_5978">
            <a:extLst>
              <a:ext uri="{FF2B5EF4-FFF2-40B4-BE49-F238E27FC236}">
                <a16:creationId xmlns:a16="http://schemas.microsoft.com/office/drawing/2014/main" id="{6555942B-5FB9-4297-9EEE-4A60C3A6B973}"/>
              </a:ext>
            </a:extLst>
          </p:cNvPr>
          <p:cNvSpPr>
            <a:spLocks noGrp="1"/>
          </p:cNvSpPr>
          <p:nvPr/>
        </p:nvSpPr>
        <p:spPr>
          <a:xfrm>
            <a:off x="322548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8" name="Stage1_sixpanel_5979">
            <a:extLst>
              <a:ext uri="{FF2B5EF4-FFF2-40B4-BE49-F238E27FC236}">
                <a16:creationId xmlns:a16="http://schemas.microsoft.com/office/drawing/2014/main" id="{34670585-C722-46FC-BDE2-DCCF204E3471}"/>
              </a:ext>
            </a:extLst>
          </p:cNvPr>
          <p:cNvSpPr>
            <a:spLocks noGrp="1"/>
          </p:cNvSpPr>
          <p:nvPr/>
        </p:nvSpPr>
        <p:spPr>
          <a:xfrm>
            <a:off x="315384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09" name="Stage1_sixpanel_5980">
            <a:extLst>
              <a:ext uri="{FF2B5EF4-FFF2-40B4-BE49-F238E27FC236}">
                <a16:creationId xmlns:a16="http://schemas.microsoft.com/office/drawing/2014/main" id="{0FF5ABA6-273F-42A0-8856-3646AF2E7F35}"/>
              </a:ext>
            </a:extLst>
          </p:cNvPr>
          <p:cNvSpPr>
            <a:spLocks noGrp="1"/>
          </p:cNvSpPr>
          <p:nvPr/>
        </p:nvSpPr>
        <p:spPr>
          <a:xfrm>
            <a:off x="3228669" y="19361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0" name="Stage1_sixpanel_5981">
            <a:extLst>
              <a:ext uri="{FF2B5EF4-FFF2-40B4-BE49-F238E27FC236}">
                <a16:creationId xmlns:a16="http://schemas.microsoft.com/office/drawing/2014/main" id="{FA95B21C-132E-49BB-B9F5-7D34AE93E910}"/>
              </a:ext>
            </a:extLst>
          </p:cNvPr>
          <p:cNvSpPr>
            <a:spLocks noGrp="1"/>
          </p:cNvSpPr>
          <p:nvPr/>
        </p:nvSpPr>
        <p:spPr>
          <a:xfrm>
            <a:off x="3185042" y="16271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1" name="Stage1_sixpanel_5982">
            <a:extLst>
              <a:ext uri="{FF2B5EF4-FFF2-40B4-BE49-F238E27FC236}">
                <a16:creationId xmlns:a16="http://schemas.microsoft.com/office/drawing/2014/main" id="{D1625A2F-7B20-433D-AD74-68EE3046E318}"/>
              </a:ext>
            </a:extLst>
          </p:cNvPr>
          <p:cNvSpPr>
            <a:spLocks noGrp="1"/>
          </p:cNvSpPr>
          <p:nvPr/>
        </p:nvSpPr>
        <p:spPr>
          <a:xfrm>
            <a:off x="3094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2" name="Stage1_sixpanel_5983">
            <a:extLst>
              <a:ext uri="{FF2B5EF4-FFF2-40B4-BE49-F238E27FC236}">
                <a16:creationId xmlns:a16="http://schemas.microsoft.com/office/drawing/2014/main" id="{EF517F44-026F-4F4E-9772-4882BD0FBBD0}"/>
              </a:ext>
            </a:extLst>
          </p:cNvPr>
          <p:cNvSpPr>
            <a:spLocks noGrp="1"/>
          </p:cNvSpPr>
          <p:nvPr/>
        </p:nvSpPr>
        <p:spPr>
          <a:xfrm>
            <a:off x="316639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3" name="Stage1_sixpanel_5984">
            <a:extLst>
              <a:ext uri="{FF2B5EF4-FFF2-40B4-BE49-F238E27FC236}">
                <a16:creationId xmlns:a16="http://schemas.microsoft.com/office/drawing/2014/main" id="{6A9DE0D9-8934-4956-975B-8CE0670F7189}"/>
              </a:ext>
            </a:extLst>
          </p:cNvPr>
          <p:cNvSpPr>
            <a:spLocks noGrp="1"/>
          </p:cNvSpPr>
          <p:nvPr/>
        </p:nvSpPr>
        <p:spPr>
          <a:xfrm>
            <a:off x="3193097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4" name="Stage1_sixpanel_5985">
            <a:extLst>
              <a:ext uri="{FF2B5EF4-FFF2-40B4-BE49-F238E27FC236}">
                <a16:creationId xmlns:a16="http://schemas.microsoft.com/office/drawing/2014/main" id="{EA7A70E0-4063-43C0-BED5-7FEC266BDB93}"/>
              </a:ext>
            </a:extLst>
          </p:cNvPr>
          <p:cNvSpPr>
            <a:spLocks noGrp="1"/>
          </p:cNvSpPr>
          <p:nvPr/>
        </p:nvSpPr>
        <p:spPr>
          <a:xfrm>
            <a:off x="316581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5" name="Stage1_sixpanel_5986">
            <a:extLst>
              <a:ext uri="{FF2B5EF4-FFF2-40B4-BE49-F238E27FC236}">
                <a16:creationId xmlns:a16="http://schemas.microsoft.com/office/drawing/2014/main" id="{93C8EFE4-66EA-4044-A917-2C8BB343B029}"/>
              </a:ext>
            </a:extLst>
          </p:cNvPr>
          <p:cNvSpPr>
            <a:spLocks noGrp="1"/>
          </p:cNvSpPr>
          <p:nvPr/>
        </p:nvSpPr>
        <p:spPr>
          <a:xfrm>
            <a:off x="3119495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6" name="Stage1_sixpanel_5987">
            <a:extLst>
              <a:ext uri="{FF2B5EF4-FFF2-40B4-BE49-F238E27FC236}">
                <a16:creationId xmlns:a16="http://schemas.microsoft.com/office/drawing/2014/main" id="{480474D0-BB24-4C7A-95A5-A8CBFB6C02CA}"/>
              </a:ext>
            </a:extLst>
          </p:cNvPr>
          <p:cNvSpPr>
            <a:spLocks noGrp="1"/>
          </p:cNvSpPr>
          <p:nvPr/>
        </p:nvSpPr>
        <p:spPr>
          <a:xfrm>
            <a:off x="316838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7" name="Stage1_sixpanel_5988">
            <a:extLst>
              <a:ext uri="{FF2B5EF4-FFF2-40B4-BE49-F238E27FC236}">
                <a16:creationId xmlns:a16="http://schemas.microsoft.com/office/drawing/2014/main" id="{771254E4-C1A5-48CA-80B2-62E45DA3009B}"/>
              </a:ext>
            </a:extLst>
          </p:cNvPr>
          <p:cNvSpPr>
            <a:spLocks noGrp="1"/>
          </p:cNvSpPr>
          <p:nvPr/>
        </p:nvSpPr>
        <p:spPr>
          <a:xfrm>
            <a:off x="32057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8" name="Stage1_sixpanel_5989">
            <a:extLst>
              <a:ext uri="{FF2B5EF4-FFF2-40B4-BE49-F238E27FC236}">
                <a16:creationId xmlns:a16="http://schemas.microsoft.com/office/drawing/2014/main" id="{0CA42E00-15BD-450A-95C7-A6A44AEACC86}"/>
              </a:ext>
            </a:extLst>
          </p:cNvPr>
          <p:cNvSpPr>
            <a:spLocks noGrp="1"/>
          </p:cNvSpPr>
          <p:nvPr/>
        </p:nvSpPr>
        <p:spPr>
          <a:xfrm>
            <a:off x="3157513" y="24447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19" name="Stage1_sixpanel_5990">
            <a:extLst>
              <a:ext uri="{FF2B5EF4-FFF2-40B4-BE49-F238E27FC236}">
                <a16:creationId xmlns:a16="http://schemas.microsoft.com/office/drawing/2014/main" id="{325464CD-8DA8-4BB0-9F3A-6794A38DF7D7}"/>
              </a:ext>
            </a:extLst>
          </p:cNvPr>
          <p:cNvSpPr>
            <a:spLocks noGrp="1"/>
          </p:cNvSpPr>
          <p:nvPr/>
        </p:nvSpPr>
        <p:spPr>
          <a:xfrm>
            <a:off x="3104546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0" name="Stage1_sixpanel_5991">
            <a:extLst>
              <a:ext uri="{FF2B5EF4-FFF2-40B4-BE49-F238E27FC236}">
                <a16:creationId xmlns:a16="http://schemas.microsoft.com/office/drawing/2014/main" id="{3C0A26AD-ED10-48CD-A141-70691B3AB1EE}"/>
              </a:ext>
            </a:extLst>
          </p:cNvPr>
          <p:cNvSpPr>
            <a:spLocks noGrp="1"/>
          </p:cNvSpPr>
          <p:nvPr/>
        </p:nvSpPr>
        <p:spPr>
          <a:xfrm>
            <a:off x="309213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1" name="Stage1_sixpanel_5992">
            <a:extLst>
              <a:ext uri="{FF2B5EF4-FFF2-40B4-BE49-F238E27FC236}">
                <a16:creationId xmlns:a16="http://schemas.microsoft.com/office/drawing/2014/main" id="{2B165D95-E9C8-40B0-8674-88A9DF5FAE68}"/>
              </a:ext>
            </a:extLst>
          </p:cNvPr>
          <p:cNvSpPr>
            <a:spLocks noGrp="1"/>
          </p:cNvSpPr>
          <p:nvPr/>
        </p:nvSpPr>
        <p:spPr>
          <a:xfrm>
            <a:off x="310393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2" name="Stage1_sixpanel_5993">
            <a:extLst>
              <a:ext uri="{FF2B5EF4-FFF2-40B4-BE49-F238E27FC236}">
                <a16:creationId xmlns:a16="http://schemas.microsoft.com/office/drawing/2014/main" id="{21860940-71D9-4633-B63B-944E8563566C}"/>
              </a:ext>
            </a:extLst>
          </p:cNvPr>
          <p:cNvSpPr>
            <a:spLocks noGrp="1"/>
          </p:cNvSpPr>
          <p:nvPr/>
        </p:nvSpPr>
        <p:spPr>
          <a:xfrm>
            <a:off x="324598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3" name="Stage1_sixpanel_5994">
            <a:extLst>
              <a:ext uri="{FF2B5EF4-FFF2-40B4-BE49-F238E27FC236}">
                <a16:creationId xmlns:a16="http://schemas.microsoft.com/office/drawing/2014/main" id="{822E752C-15B7-45FE-AE02-AC727C317803}"/>
              </a:ext>
            </a:extLst>
          </p:cNvPr>
          <p:cNvSpPr>
            <a:spLocks noGrp="1"/>
          </p:cNvSpPr>
          <p:nvPr/>
        </p:nvSpPr>
        <p:spPr>
          <a:xfrm>
            <a:off x="3158478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4" name="Stage1_sixpanel_5995">
            <a:extLst>
              <a:ext uri="{FF2B5EF4-FFF2-40B4-BE49-F238E27FC236}">
                <a16:creationId xmlns:a16="http://schemas.microsoft.com/office/drawing/2014/main" id="{6F8DDDB3-3C66-4A7B-9237-88F625B75CB9}"/>
              </a:ext>
            </a:extLst>
          </p:cNvPr>
          <p:cNvSpPr>
            <a:spLocks noGrp="1"/>
          </p:cNvSpPr>
          <p:nvPr/>
        </p:nvSpPr>
        <p:spPr>
          <a:xfrm>
            <a:off x="309746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5" name="Stage1_sixpanel_5996">
            <a:extLst>
              <a:ext uri="{FF2B5EF4-FFF2-40B4-BE49-F238E27FC236}">
                <a16:creationId xmlns:a16="http://schemas.microsoft.com/office/drawing/2014/main" id="{83486929-805D-42CA-817D-E0BCFADD33EF}"/>
              </a:ext>
            </a:extLst>
          </p:cNvPr>
          <p:cNvSpPr>
            <a:spLocks noGrp="1"/>
          </p:cNvSpPr>
          <p:nvPr/>
        </p:nvSpPr>
        <p:spPr>
          <a:xfrm>
            <a:off x="315380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6" name="Stage1_sixpanel_5997">
            <a:extLst>
              <a:ext uri="{FF2B5EF4-FFF2-40B4-BE49-F238E27FC236}">
                <a16:creationId xmlns:a16="http://schemas.microsoft.com/office/drawing/2014/main" id="{B370E19F-25D6-4AE7-A975-B264421B7643}"/>
              </a:ext>
            </a:extLst>
          </p:cNvPr>
          <p:cNvSpPr>
            <a:spLocks noGrp="1"/>
          </p:cNvSpPr>
          <p:nvPr/>
        </p:nvSpPr>
        <p:spPr>
          <a:xfrm>
            <a:off x="325798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7" name="Stage1_sixpanel_5998">
            <a:extLst>
              <a:ext uri="{FF2B5EF4-FFF2-40B4-BE49-F238E27FC236}">
                <a16:creationId xmlns:a16="http://schemas.microsoft.com/office/drawing/2014/main" id="{0F8202D2-4447-4787-B80B-57A02C05A284}"/>
              </a:ext>
            </a:extLst>
          </p:cNvPr>
          <p:cNvSpPr>
            <a:spLocks noGrp="1"/>
          </p:cNvSpPr>
          <p:nvPr/>
        </p:nvSpPr>
        <p:spPr>
          <a:xfrm>
            <a:off x="31486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8" name="Stage1_sixpanel_5999">
            <a:extLst>
              <a:ext uri="{FF2B5EF4-FFF2-40B4-BE49-F238E27FC236}">
                <a16:creationId xmlns:a16="http://schemas.microsoft.com/office/drawing/2014/main" id="{155EC5D5-CC86-4C05-93DF-EBA92AE84DAC}"/>
              </a:ext>
            </a:extLst>
          </p:cNvPr>
          <p:cNvSpPr>
            <a:spLocks noGrp="1"/>
          </p:cNvSpPr>
          <p:nvPr/>
        </p:nvSpPr>
        <p:spPr>
          <a:xfrm>
            <a:off x="3123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29" name="Stage1_sixpanel_6000">
            <a:extLst>
              <a:ext uri="{FF2B5EF4-FFF2-40B4-BE49-F238E27FC236}">
                <a16:creationId xmlns:a16="http://schemas.microsoft.com/office/drawing/2014/main" id="{0E4C3F47-6D00-45FC-A5FC-A34677776F04}"/>
              </a:ext>
            </a:extLst>
          </p:cNvPr>
          <p:cNvSpPr>
            <a:spLocks noGrp="1"/>
          </p:cNvSpPr>
          <p:nvPr/>
        </p:nvSpPr>
        <p:spPr>
          <a:xfrm>
            <a:off x="3117486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0" name="Stage1_sixpanel_6001">
            <a:extLst>
              <a:ext uri="{FF2B5EF4-FFF2-40B4-BE49-F238E27FC236}">
                <a16:creationId xmlns:a16="http://schemas.microsoft.com/office/drawing/2014/main" id="{FC27B638-B72E-40D7-9800-C289EB8347A2}"/>
              </a:ext>
            </a:extLst>
          </p:cNvPr>
          <p:cNvSpPr>
            <a:spLocks noGrp="1"/>
          </p:cNvSpPr>
          <p:nvPr/>
        </p:nvSpPr>
        <p:spPr>
          <a:xfrm>
            <a:off x="3143902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1" name="Stage1_sixpanel_6002">
            <a:extLst>
              <a:ext uri="{FF2B5EF4-FFF2-40B4-BE49-F238E27FC236}">
                <a16:creationId xmlns:a16="http://schemas.microsoft.com/office/drawing/2014/main" id="{EB61ABE9-1E90-4B7B-9153-6833FA14176C}"/>
              </a:ext>
            </a:extLst>
          </p:cNvPr>
          <p:cNvSpPr>
            <a:spLocks noGrp="1"/>
          </p:cNvSpPr>
          <p:nvPr/>
        </p:nvSpPr>
        <p:spPr>
          <a:xfrm>
            <a:off x="313152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2" name="Stage1_sixpanel_6003">
            <a:extLst>
              <a:ext uri="{FF2B5EF4-FFF2-40B4-BE49-F238E27FC236}">
                <a16:creationId xmlns:a16="http://schemas.microsoft.com/office/drawing/2014/main" id="{CFF82AAA-999B-4208-975E-B287A961BAA1}"/>
              </a:ext>
            </a:extLst>
          </p:cNvPr>
          <p:cNvSpPr>
            <a:spLocks noGrp="1"/>
          </p:cNvSpPr>
          <p:nvPr/>
        </p:nvSpPr>
        <p:spPr>
          <a:xfrm>
            <a:off x="3214624" y="199549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3" name="Stage1_sixpanel_6004">
            <a:extLst>
              <a:ext uri="{FF2B5EF4-FFF2-40B4-BE49-F238E27FC236}">
                <a16:creationId xmlns:a16="http://schemas.microsoft.com/office/drawing/2014/main" id="{37CFD89E-6F2A-4040-BC7A-A1524D103DEB}"/>
              </a:ext>
            </a:extLst>
          </p:cNvPr>
          <p:cNvSpPr>
            <a:spLocks noGrp="1"/>
          </p:cNvSpPr>
          <p:nvPr/>
        </p:nvSpPr>
        <p:spPr>
          <a:xfrm>
            <a:off x="3213950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4" name="Stage1_sixpanel_6005">
            <a:extLst>
              <a:ext uri="{FF2B5EF4-FFF2-40B4-BE49-F238E27FC236}">
                <a16:creationId xmlns:a16="http://schemas.microsoft.com/office/drawing/2014/main" id="{8C36509E-42F1-4820-AF64-624436088017}"/>
              </a:ext>
            </a:extLst>
          </p:cNvPr>
          <p:cNvSpPr>
            <a:spLocks noGrp="1"/>
          </p:cNvSpPr>
          <p:nvPr/>
        </p:nvSpPr>
        <p:spPr>
          <a:xfrm>
            <a:off x="309793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5" name="Stage1_sixpanel_6006">
            <a:extLst>
              <a:ext uri="{FF2B5EF4-FFF2-40B4-BE49-F238E27FC236}">
                <a16:creationId xmlns:a16="http://schemas.microsoft.com/office/drawing/2014/main" id="{E84208E7-816A-4C0B-B82A-C3C82057406D}"/>
              </a:ext>
            </a:extLst>
          </p:cNvPr>
          <p:cNvSpPr>
            <a:spLocks noGrp="1"/>
          </p:cNvSpPr>
          <p:nvPr/>
        </p:nvSpPr>
        <p:spPr>
          <a:xfrm>
            <a:off x="3142661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6" name="Stage1_sixpanel_6007">
            <a:extLst>
              <a:ext uri="{FF2B5EF4-FFF2-40B4-BE49-F238E27FC236}">
                <a16:creationId xmlns:a16="http://schemas.microsoft.com/office/drawing/2014/main" id="{58137CB8-826A-4679-93BC-BA65A8810E7F}"/>
              </a:ext>
            </a:extLst>
          </p:cNvPr>
          <p:cNvSpPr>
            <a:spLocks noGrp="1"/>
          </p:cNvSpPr>
          <p:nvPr/>
        </p:nvSpPr>
        <p:spPr>
          <a:xfrm>
            <a:off x="31236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7" name="Stage1_sixpanel_6008">
            <a:extLst>
              <a:ext uri="{FF2B5EF4-FFF2-40B4-BE49-F238E27FC236}">
                <a16:creationId xmlns:a16="http://schemas.microsoft.com/office/drawing/2014/main" id="{C52EA2EE-4E74-4665-BA71-D6DB5BA46A23}"/>
              </a:ext>
            </a:extLst>
          </p:cNvPr>
          <p:cNvSpPr>
            <a:spLocks noGrp="1"/>
          </p:cNvSpPr>
          <p:nvPr/>
        </p:nvSpPr>
        <p:spPr>
          <a:xfrm>
            <a:off x="3237395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8" name="Stage1_sixpanel_6009">
            <a:extLst>
              <a:ext uri="{FF2B5EF4-FFF2-40B4-BE49-F238E27FC236}">
                <a16:creationId xmlns:a16="http://schemas.microsoft.com/office/drawing/2014/main" id="{8EF142BC-5889-4B21-B75B-9293F73A8F03}"/>
              </a:ext>
            </a:extLst>
          </p:cNvPr>
          <p:cNvSpPr>
            <a:spLocks noGrp="1"/>
          </p:cNvSpPr>
          <p:nvPr/>
        </p:nvSpPr>
        <p:spPr>
          <a:xfrm>
            <a:off x="322861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39" name="Stage1_sixpanel_6010">
            <a:extLst>
              <a:ext uri="{FF2B5EF4-FFF2-40B4-BE49-F238E27FC236}">
                <a16:creationId xmlns:a16="http://schemas.microsoft.com/office/drawing/2014/main" id="{A0D86147-C03E-47C2-A9D7-51C40124120D}"/>
              </a:ext>
            </a:extLst>
          </p:cNvPr>
          <p:cNvSpPr>
            <a:spLocks noGrp="1"/>
          </p:cNvSpPr>
          <p:nvPr/>
        </p:nvSpPr>
        <p:spPr>
          <a:xfrm>
            <a:off x="3206754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0" name="Stage1_sixpanel_6011">
            <a:extLst>
              <a:ext uri="{FF2B5EF4-FFF2-40B4-BE49-F238E27FC236}">
                <a16:creationId xmlns:a16="http://schemas.microsoft.com/office/drawing/2014/main" id="{FC39574D-0B4D-4A21-8F98-A0B829939205}"/>
              </a:ext>
            </a:extLst>
          </p:cNvPr>
          <p:cNvSpPr>
            <a:spLocks noGrp="1"/>
          </p:cNvSpPr>
          <p:nvPr/>
        </p:nvSpPr>
        <p:spPr>
          <a:xfrm>
            <a:off x="317352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1" name="Stage1_sixpanel_6012">
            <a:extLst>
              <a:ext uri="{FF2B5EF4-FFF2-40B4-BE49-F238E27FC236}">
                <a16:creationId xmlns:a16="http://schemas.microsoft.com/office/drawing/2014/main" id="{EC29FDA4-796D-434D-98C8-9C76AB2EBA2C}"/>
              </a:ext>
            </a:extLst>
          </p:cNvPr>
          <p:cNvSpPr>
            <a:spLocks noGrp="1"/>
          </p:cNvSpPr>
          <p:nvPr/>
        </p:nvSpPr>
        <p:spPr>
          <a:xfrm>
            <a:off x="312331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2" name="Stage1_sixpanel_6013">
            <a:extLst>
              <a:ext uri="{FF2B5EF4-FFF2-40B4-BE49-F238E27FC236}">
                <a16:creationId xmlns:a16="http://schemas.microsoft.com/office/drawing/2014/main" id="{0EEADE5A-1A9D-422C-84BB-E3BD88F2BE87}"/>
              </a:ext>
            </a:extLst>
          </p:cNvPr>
          <p:cNvSpPr>
            <a:spLocks noGrp="1"/>
          </p:cNvSpPr>
          <p:nvPr/>
        </p:nvSpPr>
        <p:spPr>
          <a:xfrm>
            <a:off x="318827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3" name="Stage1_sixpanel_6014">
            <a:extLst>
              <a:ext uri="{FF2B5EF4-FFF2-40B4-BE49-F238E27FC236}">
                <a16:creationId xmlns:a16="http://schemas.microsoft.com/office/drawing/2014/main" id="{403CDF0E-36D5-4A5A-BD04-9AFF7C40901C}"/>
              </a:ext>
            </a:extLst>
          </p:cNvPr>
          <p:cNvSpPr>
            <a:spLocks noGrp="1"/>
          </p:cNvSpPr>
          <p:nvPr/>
        </p:nvSpPr>
        <p:spPr>
          <a:xfrm>
            <a:off x="3240699" y="19097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4" name="Stage1_sixpanel_6015">
            <a:extLst>
              <a:ext uri="{FF2B5EF4-FFF2-40B4-BE49-F238E27FC236}">
                <a16:creationId xmlns:a16="http://schemas.microsoft.com/office/drawing/2014/main" id="{366F87F4-E355-46FB-B4E9-262474B5D8E0}"/>
              </a:ext>
            </a:extLst>
          </p:cNvPr>
          <p:cNvSpPr>
            <a:spLocks noGrp="1"/>
          </p:cNvSpPr>
          <p:nvPr/>
        </p:nvSpPr>
        <p:spPr>
          <a:xfrm>
            <a:off x="310615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5" name="Stage1_sixpanel_6016">
            <a:extLst>
              <a:ext uri="{FF2B5EF4-FFF2-40B4-BE49-F238E27FC236}">
                <a16:creationId xmlns:a16="http://schemas.microsoft.com/office/drawing/2014/main" id="{2318D369-FB1D-42FB-8716-BB4ECF6C4FA1}"/>
              </a:ext>
            </a:extLst>
          </p:cNvPr>
          <p:cNvSpPr>
            <a:spLocks noGrp="1"/>
          </p:cNvSpPr>
          <p:nvPr/>
        </p:nvSpPr>
        <p:spPr>
          <a:xfrm>
            <a:off x="323689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6" name="Stage1_sixpanel_6017">
            <a:extLst>
              <a:ext uri="{FF2B5EF4-FFF2-40B4-BE49-F238E27FC236}">
                <a16:creationId xmlns:a16="http://schemas.microsoft.com/office/drawing/2014/main" id="{F6A601CC-9324-4B68-882B-6B117A3AD620}"/>
              </a:ext>
            </a:extLst>
          </p:cNvPr>
          <p:cNvSpPr>
            <a:spLocks noGrp="1"/>
          </p:cNvSpPr>
          <p:nvPr/>
        </p:nvSpPr>
        <p:spPr>
          <a:xfrm>
            <a:off x="32219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7" name="Stage1_sixpanel_6018">
            <a:extLst>
              <a:ext uri="{FF2B5EF4-FFF2-40B4-BE49-F238E27FC236}">
                <a16:creationId xmlns:a16="http://schemas.microsoft.com/office/drawing/2014/main" id="{28D86AFF-C013-4AAC-B778-D4835A883E7D}"/>
              </a:ext>
            </a:extLst>
          </p:cNvPr>
          <p:cNvSpPr>
            <a:spLocks noGrp="1"/>
          </p:cNvSpPr>
          <p:nvPr/>
        </p:nvSpPr>
        <p:spPr>
          <a:xfrm>
            <a:off x="313294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8" name="Stage1_sixpanel_6019">
            <a:extLst>
              <a:ext uri="{FF2B5EF4-FFF2-40B4-BE49-F238E27FC236}">
                <a16:creationId xmlns:a16="http://schemas.microsoft.com/office/drawing/2014/main" id="{A97AAE6C-7314-48A6-9E86-2A8CE12B83EB}"/>
              </a:ext>
            </a:extLst>
          </p:cNvPr>
          <p:cNvSpPr>
            <a:spLocks noGrp="1"/>
          </p:cNvSpPr>
          <p:nvPr/>
        </p:nvSpPr>
        <p:spPr>
          <a:xfrm>
            <a:off x="3233062" y="150514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49" name="Stage1_sixpanel_6020">
            <a:extLst>
              <a:ext uri="{FF2B5EF4-FFF2-40B4-BE49-F238E27FC236}">
                <a16:creationId xmlns:a16="http://schemas.microsoft.com/office/drawing/2014/main" id="{07AA045E-ECB6-4C15-A52B-3F7221ED115A}"/>
              </a:ext>
            </a:extLst>
          </p:cNvPr>
          <p:cNvSpPr>
            <a:spLocks noGrp="1"/>
          </p:cNvSpPr>
          <p:nvPr/>
        </p:nvSpPr>
        <p:spPr>
          <a:xfrm>
            <a:off x="309295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0" name="Stage1_sixpanel_6021">
            <a:extLst>
              <a:ext uri="{FF2B5EF4-FFF2-40B4-BE49-F238E27FC236}">
                <a16:creationId xmlns:a16="http://schemas.microsoft.com/office/drawing/2014/main" id="{D2CC4682-E09F-4FE7-A838-A2B45C500D98}"/>
              </a:ext>
            </a:extLst>
          </p:cNvPr>
          <p:cNvSpPr>
            <a:spLocks noGrp="1"/>
          </p:cNvSpPr>
          <p:nvPr/>
        </p:nvSpPr>
        <p:spPr>
          <a:xfrm>
            <a:off x="312695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1" name="Stage1_sixpanel_6022">
            <a:extLst>
              <a:ext uri="{FF2B5EF4-FFF2-40B4-BE49-F238E27FC236}">
                <a16:creationId xmlns:a16="http://schemas.microsoft.com/office/drawing/2014/main" id="{A63EF397-704B-494D-8255-A18AD27315C3}"/>
              </a:ext>
            </a:extLst>
          </p:cNvPr>
          <p:cNvSpPr>
            <a:spLocks noGrp="1"/>
          </p:cNvSpPr>
          <p:nvPr/>
        </p:nvSpPr>
        <p:spPr>
          <a:xfrm>
            <a:off x="3157334" y="21702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2" name="Stage1_sixpanel_6023">
            <a:extLst>
              <a:ext uri="{FF2B5EF4-FFF2-40B4-BE49-F238E27FC236}">
                <a16:creationId xmlns:a16="http://schemas.microsoft.com/office/drawing/2014/main" id="{D5F59FA7-9FD8-4880-89C9-59E0436F8C9E}"/>
              </a:ext>
            </a:extLst>
          </p:cNvPr>
          <p:cNvSpPr>
            <a:spLocks noGrp="1"/>
          </p:cNvSpPr>
          <p:nvPr/>
        </p:nvSpPr>
        <p:spPr>
          <a:xfrm>
            <a:off x="3101057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3" name="Stage1_sixpanel_6024">
            <a:extLst>
              <a:ext uri="{FF2B5EF4-FFF2-40B4-BE49-F238E27FC236}">
                <a16:creationId xmlns:a16="http://schemas.microsoft.com/office/drawing/2014/main" id="{ADEF5BC4-78B7-4556-A9FF-6E50E0E0FCFB}"/>
              </a:ext>
            </a:extLst>
          </p:cNvPr>
          <p:cNvSpPr>
            <a:spLocks noGrp="1"/>
          </p:cNvSpPr>
          <p:nvPr/>
        </p:nvSpPr>
        <p:spPr>
          <a:xfrm>
            <a:off x="326111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4" name="Stage1_sixpanel_6025">
            <a:extLst>
              <a:ext uri="{FF2B5EF4-FFF2-40B4-BE49-F238E27FC236}">
                <a16:creationId xmlns:a16="http://schemas.microsoft.com/office/drawing/2014/main" id="{1FE62317-8856-442F-99E7-62D1C71878E8}"/>
              </a:ext>
            </a:extLst>
          </p:cNvPr>
          <p:cNvSpPr>
            <a:spLocks noGrp="1"/>
          </p:cNvSpPr>
          <p:nvPr/>
        </p:nvSpPr>
        <p:spPr>
          <a:xfrm>
            <a:off x="3243592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5" name="Stage1_sixpanel_6026">
            <a:extLst>
              <a:ext uri="{FF2B5EF4-FFF2-40B4-BE49-F238E27FC236}">
                <a16:creationId xmlns:a16="http://schemas.microsoft.com/office/drawing/2014/main" id="{77622F9D-FB9D-40E9-AA86-D1B1A391E65C}"/>
              </a:ext>
            </a:extLst>
          </p:cNvPr>
          <p:cNvSpPr>
            <a:spLocks noGrp="1"/>
          </p:cNvSpPr>
          <p:nvPr/>
        </p:nvSpPr>
        <p:spPr>
          <a:xfrm>
            <a:off x="31879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6" name="Stage1_sixpanel_6027">
            <a:extLst>
              <a:ext uri="{FF2B5EF4-FFF2-40B4-BE49-F238E27FC236}">
                <a16:creationId xmlns:a16="http://schemas.microsoft.com/office/drawing/2014/main" id="{B4C19DB0-18BE-4622-A0BB-70D3EB73439D}"/>
              </a:ext>
            </a:extLst>
          </p:cNvPr>
          <p:cNvSpPr>
            <a:spLocks noGrp="1"/>
          </p:cNvSpPr>
          <p:nvPr/>
        </p:nvSpPr>
        <p:spPr>
          <a:xfrm>
            <a:off x="3129119" y="15913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7" name="Stage1_sixpanel_6028">
            <a:extLst>
              <a:ext uri="{FF2B5EF4-FFF2-40B4-BE49-F238E27FC236}">
                <a16:creationId xmlns:a16="http://schemas.microsoft.com/office/drawing/2014/main" id="{D2FD9BBD-3746-4FD9-9515-F738133040EB}"/>
              </a:ext>
            </a:extLst>
          </p:cNvPr>
          <p:cNvSpPr>
            <a:spLocks noGrp="1"/>
          </p:cNvSpPr>
          <p:nvPr/>
        </p:nvSpPr>
        <p:spPr>
          <a:xfrm>
            <a:off x="318239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8" name="Stage1_sixpanel_6029">
            <a:extLst>
              <a:ext uri="{FF2B5EF4-FFF2-40B4-BE49-F238E27FC236}">
                <a16:creationId xmlns:a16="http://schemas.microsoft.com/office/drawing/2014/main" id="{478FE9F3-3FEF-4BB9-8A8B-9FCCCB42E095}"/>
              </a:ext>
            </a:extLst>
          </p:cNvPr>
          <p:cNvSpPr>
            <a:spLocks noGrp="1"/>
          </p:cNvSpPr>
          <p:nvPr/>
        </p:nvSpPr>
        <p:spPr>
          <a:xfrm>
            <a:off x="32493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59" name="Stage1_sixpanel_6030">
            <a:extLst>
              <a:ext uri="{FF2B5EF4-FFF2-40B4-BE49-F238E27FC236}">
                <a16:creationId xmlns:a16="http://schemas.microsoft.com/office/drawing/2014/main" id="{F6DD0B76-5218-42FA-903D-6018C9B1B772}"/>
              </a:ext>
            </a:extLst>
          </p:cNvPr>
          <p:cNvSpPr>
            <a:spLocks noGrp="1"/>
          </p:cNvSpPr>
          <p:nvPr/>
        </p:nvSpPr>
        <p:spPr>
          <a:xfrm>
            <a:off x="318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0" name="Stage1_sixpanel_6031">
            <a:extLst>
              <a:ext uri="{FF2B5EF4-FFF2-40B4-BE49-F238E27FC236}">
                <a16:creationId xmlns:a16="http://schemas.microsoft.com/office/drawing/2014/main" id="{63CCA560-6EF3-46DB-8DE7-4B327519AEF3}"/>
              </a:ext>
            </a:extLst>
          </p:cNvPr>
          <p:cNvSpPr>
            <a:spLocks noGrp="1"/>
          </p:cNvSpPr>
          <p:nvPr/>
        </p:nvSpPr>
        <p:spPr>
          <a:xfrm>
            <a:off x="3176564" y="20307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1" name="Stage1_sixpanel_6032">
            <a:extLst>
              <a:ext uri="{FF2B5EF4-FFF2-40B4-BE49-F238E27FC236}">
                <a16:creationId xmlns:a16="http://schemas.microsoft.com/office/drawing/2014/main" id="{667AA0EC-2E57-4645-B21C-B0907483E8FE}"/>
              </a:ext>
            </a:extLst>
          </p:cNvPr>
          <p:cNvSpPr>
            <a:spLocks noGrp="1"/>
          </p:cNvSpPr>
          <p:nvPr/>
        </p:nvSpPr>
        <p:spPr>
          <a:xfrm>
            <a:off x="314193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2" name="Stage1_sixpanel_6033">
            <a:extLst>
              <a:ext uri="{FF2B5EF4-FFF2-40B4-BE49-F238E27FC236}">
                <a16:creationId xmlns:a16="http://schemas.microsoft.com/office/drawing/2014/main" id="{85B6BE6C-3A3F-4997-8BE7-6EADA0F2A991}"/>
              </a:ext>
            </a:extLst>
          </p:cNvPr>
          <p:cNvSpPr>
            <a:spLocks noGrp="1"/>
          </p:cNvSpPr>
          <p:nvPr/>
        </p:nvSpPr>
        <p:spPr>
          <a:xfrm>
            <a:off x="32009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3" name="Stage1_sixpanel_6034">
            <a:extLst>
              <a:ext uri="{FF2B5EF4-FFF2-40B4-BE49-F238E27FC236}">
                <a16:creationId xmlns:a16="http://schemas.microsoft.com/office/drawing/2014/main" id="{9F24AE35-2C65-4A81-AF89-11D7A80672F6}"/>
              </a:ext>
            </a:extLst>
          </p:cNvPr>
          <p:cNvSpPr>
            <a:spLocks noGrp="1"/>
          </p:cNvSpPr>
          <p:nvPr/>
        </p:nvSpPr>
        <p:spPr>
          <a:xfrm>
            <a:off x="319819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4" name="Stage1_sixpanel_6035">
            <a:extLst>
              <a:ext uri="{FF2B5EF4-FFF2-40B4-BE49-F238E27FC236}">
                <a16:creationId xmlns:a16="http://schemas.microsoft.com/office/drawing/2014/main" id="{16D26458-5644-41DE-9CC7-2CDA4162BA44}"/>
              </a:ext>
            </a:extLst>
          </p:cNvPr>
          <p:cNvSpPr>
            <a:spLocks noGrp="1"/>
          </p:cNvSpPr>
          <p:nvPr/>
        </p:nvSpPr>
        <p:spPr>
          <a:xfrm>
            <a:off x="32610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5" name="Stage1_sixpanel_6036">
            <a:extLst>
              <a:ext uri="{FF2B5EF4-FFF2-40B4-BE49-F238E27FC236}">
                <a16:creationId xmlns:a16="http://schemas.microsoft.com/office/drawing/2014/main" id="{086B8642-9931-4EF3-B8A4-4E89D776406A}"/>
              </a:ext>
            </a:extLst>
          </p:cNvPr>
          <p:cNvSpPr>
            <a:spLocks noGrp="1"/>
          </p:cNvSpPr>
          <p:nvPr/>
        </p:nvSpPr>
        <p:spPr>
          <a:xfrm>
            <a:off x="3192806" y="17963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6" name="Stage1_sixpanel_6037">
            <a:extLst>
              <a:ext uri="{FF2B5EF4-FFF2-40B4-BE49-F238E27FC236}">
                <a16:creationId xmlns:a16="http://schemas.microsoft.com/office/drawing/2014/main" id="{A673EB75-596B-47B7-BEA2-917D4E2D9A42}"/>
              </a:ext>
            </a:extLst>
          </p:cNvPr>
          <p:cNvSpPr>
            <a:spLocks noGrp="1"/>
          </p:cNvSpPr>
          <p:nvPr/>
        </p:nvSpPr>
        <p:spPr>
          <a:xfrm>
            <a:off x="3103496" y="12285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7" name="Stage1_sixpanel_6038">
            <a:extLst>
              <a:ext uri="{FF2B5EF4-FFF2-40B4-BE49-F238E27FC236}">
                <a16:creationId xmlns:a16="http://schemas.microsoft.com/office/drawing/2014/main" id="{50161685-C77B-426C-949F-F0C6C08ECF13}"/>
              </a:ext>
            </a:extLst>
          </p:cNvPr>
          <p:cNvSpPr>
            <a:spLocks noGrp="1"/>
          </p:cNvSpPr>
          <p:nvPr/>
        </p:nvSpPr>
        <p:spPr>
          <a:xfrm>
            <a:off x="3217313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8" name="Stage1_sixpanel_6039">
            <a:extLst>
              <a:ext uri="{FF2B5EF4-FFF2-40B4-BE49-F238E27FC236}">
                <a16:creationId xmlns:a16="http://schemas.microsoft.com/office/drawing/2014/main" id="{DAFEA4F6-A327-4377-85E8-BED941E61ABC}"/>
              </a:ext>
            </a:extLst>
          </p:cNvPr>
          <p:cNvSpPr>
            <a:spLocks noGrp="1"/>
          </p:cNvSpPr>
          <p:nvPr/>
        </p:nvSpPr>
        <p:spPr>
          <a:xfrm>
            <a:off x="3213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69" name="Stage1_sixpanel_6040">
            <a:extLst>
              <a:ext uri="{FF2B5EF4-FFF2-40B4-BE49-F238E27FC236}">
                <a16:creationId xmlns:a16="http://schemas.microsoft.com/office/drawing/2014/main" id="{9A116A66-353D-4CDF-A864-25B94F04E944}"/>
              </a:ext>
            </a:extLst>
          </p:cNvPr>
          <p:cNvSpPr>
            <a:spLocks noGrp="1"/>
          </p:cNvSpPr>
          <p:nvPr/>
        </p:nvSpPr>
        <p:spPr>
          <a:xfrm>
            <a:off x="319717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0" name="Stage1_sixpanel_6041">
            <a:extLst>
              <a:ext uri="{FF2B5EF4-FFF2-40B4-BE49-F238E27FC236}">
                <a16:creationId xmlns:a16="http://schemas.microsoft.com/office/drawing/2014/main" id="{54D9F875-B5BD-419B-973C-6709B9648FFD}"/>
              </a:ext>
            </a:extLst>
          </p:cNvPr>
          <p:cNvSpPr>
            <a:spLocks noGrp="1"/>
          </p:cNvSpPr>
          <p:nvPr/>
        </p:nvSpPr>
        <p:spPr>
          <a:xfrm>
            <a:off x="3099370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1" name="Stage1_sixpanel_6042">
            <a:extLst>
              <a:ext uri="{FF2B5EF4-FFF2-40B4-BE49-F238E27FC236}">
                <a16:creationId xmlns:a16="http://schemas.microsoft.com/office/drawing/2014/main" id="{36BF0065-50A4-4087-BC7F-556C487B7731}"/>
              </a:ext>
            </a:extLst>
          </p:cNvPr>
          <p:cNvSpPr>
            <a:spLocks noGrp="1"/>
          </p:cNvSpPr>
          <p:nvPr/>
        </p:nvSpPr>
        <p:spPr>
          <a:xfrm>
            <a:off x="32279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2" name="Stage1_sixpanel_6043">
            <a:extLst>
              <a:ext uri="{FF2B5EF4-FFF2-40B4-BE49-F238E27FC236}">
                <a16:creationId xmlns:a16="http://schemas.microsoft.com/office/drawing/2014/main" id="{7AD5D2E5-4A30-49EF-893C-DDBDF350C494}"/>
              </a:ext>
            </a:extLst>
          </p:cNvPr>
          <p:cNvSpPr>
            <a:spLocks noGrp="1"/>
          </p:cNvSpPr>
          <p:nvPr/>
        </p:nvSpPr>
        <p:spPr>
          <a:xfrm>
            <a:off x="31590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3" name="Stage1_sixpanel_6044">
            <a:extLst>
              <a:ext uri="{FF2B5EF4-FFF2-40B4-BE49-F238E27FC236}">
                <a16:creationId xmlns:a16="http://schemas.microsoft.com/office/drawing/2014/main" id="{49A97858-3F19-411A-B393-88DDB285DB91}"/>
              </a:ext>
            </a:extLst>
          </p:cNvPr>
          <p:cNvSpPr>
            <a:spLocks noGrp="1"/>
          </p:cNvSpPr>
          <p:nvPr/>
        </p:nvSpPr>
        <p:spPr>
          <a:xfrm>
            <a:off x="31337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4" name="Stage1_sixpanel_6045">
            <a:extLst>
              <a:ext uri="{FF2B5EF4-FFF2-40B4-BE49-F238E27FC236}">
                <a16:creationId xmlns:a16="http://schemas.microsoft.com/office/drawing/2014/main" id="{0D7A83C4-3521-4B8E-BC51-A0CA13E082DC}"/>
              </a:ext>
            </a:extLst>
          </p:cNvPr>
          <p:cNvSpPr>
            <a:spLocks noGrp="1"/>
          </p:cNvSpPr>
          <p:nvPr/>
        </p:nvSpPr>
        <p:spPr>
          <a:xfrm>
            <a:off x="3180390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5" name="Stage1_sixpanel_6046">
            <a:extLst>
              <a:ext uri="{FF2B5EF4-FFF2-40B4-BE49-F238E27FC236}">
                <a16:creationId xmlns:a16="http://schemas.microsoft.com/office/drawing/2014/main" id="{858F6B90-3723-4F47-8BB4-9EAFA2B63D00}"/>
              </a:ext>
            </a:extLst>
          </p:cNvPr>
          <p:cNvSpPr>
            <a:spLocks noGrp="1"/>
          </p:cNvSpPr>
          <p:nvPr/>
        </p:nvSpPr>
        <p:spPr>
          <a:xfrm>
            <a:off x="32064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6" name="Stage1_sixpanel_6047">
            <a:extLst>
              <a:ext uri="{FF2B5EF4-FFF2-40B4-BE49-F238E27FC236}">
                <a16:creationId xmlns:a16="http://schemas.microsoft.com/office/drawing/2014/main" id="{18086B54-E777-49DA-BD62-8698FF53A3AF}"/>
              </a:ext>
            </a:extLst>
          </p:cNvPr>
          <p:cNvSpPr>
            <a:spLocks noGrp="1"/>
          </p:cNvSpPr>
          <p:nvPr/>
        </p:nvSpPr>
        <p:spPr>
          <a:xfrm>
            <a:off x="30928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7" name="Stage1_sixpanel_6048">
            <a:extLst>
              <a:ext uri="{FF2B5EF4-FFF2-40B4-BE49-F238E27FC236}">
                <a16:creationId xmlns:a16="http://schemas.microsoft.com/office/drawing/2014/main" id="{64FB4A9E-E10C-49B5-B0B3-4C61245D54FB}"/>
              </a:ext>
            </a:extLst>
          </p:cNvPr>
          <p:cNvSpPr>
            <a:spLocks noGrp="1"/>
          </p:cNvSpPr>
          <p:nvPr/>
        </p:nvSpPr>
        <p:spPr>
          <a:xfrm>
            <a:off x="323394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8" name="Stage1_sixpanel_6049">
            <a:extLst>
              <a:ext uri="{FF2B5EF4-FFF2-40B4-BE49-F238E27FC236}">
                <a16:creationId xmlns:a16="http://schemas.microsoft.com/office/drawing/2014/main" id="{89564C96-3D8C-416F-BB11-8A1E359EAE5B}"/>
              </a:ext>
            </a:extLst>
          </p:cNvPr>
          <p:cNvSpPr>
            <a:spLocks noGrp="1"/>
          </p:cNvSpPr>
          <p:nvPr/>
        </p:nvSpPr>
        <p:spPr>
          <a:xfrm>
            <a:off x="3165552" y="20011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79" name="Stage1_sixpanel_6050">
            <a:extLst>
              <a:ext uri="{FF2B5EF4-FFF2-40B4-BE49-F238E27FC236}">
                <a16:creationId xmlns:a16="http://schemas.microsoft.com/office/drawing/2014/main" id="{D8299F45-4398-4FE1-9312-80CC1F4B9279}"/>
              </a:ext>
            </a:extLst>
          </p:cNvPr>
          <p:cNvSpPr>
            <a:spLocks noGrp="1"/>
          </p:cNvSpPr>
          <p:nvPr/>
        </p:nvSpPr>
        <p:spPr>
          <a:xfrm>
            <a:off x="32418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0" name="Stage1_sixpanel_6051">
            <a:extLst>
              <a:ext uri="{FF2B5EF4-FFF2-40B4-BE49-F238E27FC236}">
                <a16:creationId xmlns:a16="http://schemas.microsoft.com/office/drawing/2014/main" id="{46379024-6ED9-4461-85D4-3E49729D1E60}"/>
              </a:ext>
            </a:extLst>
          </p:cNvPr>
          <p:cNvSpPr>
            <a:spLocks noGrp="1"/>
          </p:cNvSpPr>
          <p:nvPr/>
        </p:nvSpPr>
        <p:spPr>
          <a:xfrm>
            <a:off x="309482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1" name="Stage1_sixpanel_6052">
            <a:extLst>
              <a:ext uri="{FF2B5EF4-FFF2-40B4-BE49-F238E27FC236}">
                <a16:creationId xmlns:a16="http://schemas.microsoft.com/office/drawing/2014/main" id="{43EA597E-E53C-4ED7-9060-C27E92C321C9}"/>
              </a:ext>
            </a:extLst>
          </p:cNvPr>
          <p:cNvSpPr>
            <a:spLocks noGrp="1"/>
          </p:cNvSpPr>
          <p:nvPr/>
        </p:nvSpPr>
        <p:spPr>
          <a:xfrm>
            <a:off x="31689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2" name="Stage1_sixpanel_6053">
            <a:extLst>
              <a:ext uri="{FF2B5EF4-FFF2-40B4-BE49-F238E27FC236}">
                <a16:creationId xmlns:a16="http://schemas.microsoft.com/office/drawing/2014/main" id="{85E631FB-A81F-4401-8CF1-2C67FC2C421F}"/>
              </a:ext>
            </a:extLst>
          </p:cNvPr>
          <p:cNvSpPr>
            <a:spLocks noGrp="1"/>
          </p:cNvSpPr>
          <p:nvPr/>
        </p:nvSpPr>
        <p:spPr>
          <a:xfrm>
            <a:off x="31779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3" name="Stage1_sixpanel_6054">
            <a:extLst>
              <a:ext uri="{FF2B5EF4-FFF2-40B4-BE49-F238E27FC236}">
                <a16:creationId xmlns:a16="http://schemas.microsoft.com/office/drawing/2014/main" id="{381AB13E-78A7-42ED-8446-39FC29DC8162}"/>
              </a:ext>
            </a:extLst>
          </p:cNvPr>
          <p:cNvSpPr>
            <a:spLocks noGrp="1"/>
          </p:cNvSpPr>
          <p:nvPr/>
        </p:nvSpPr>
        <p:spPr>
          <a:xfrm>
            <a:off x="3226125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4" name="Stage1_sixpanel_6055">
            <a:extLst>
              <a:ext uri="{FF2B5EF4-FFF2-40B4-BE49-F238E27FC236}">
                <a16:creationId xmlns:a16="http://schemas.microsoft.com/office/drawing/2014/main" id="{EC0AE6CC-F108-433A-9002-01F971D71EFB}"/>
              </a:ext>
            </a:extLst>
          </p:cNvPr>
          <p:cNvSpPr>
            <a:spLocks noGrp="1"/>
          </p:cNvSpPr>
          <p:nvPr/>
        </p:nvSpPr>
        <p:spPr>
          <a:xfrm>
            <a:off x="31925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5" name="Stage1_sixpanel_6056">
            <a:extLst>
              <a:ext uri="{FF2B5EF4-FFF2-40B4-BE49-F238E27FC236}">
                <a16:creationId xmlns:a16="http://schemas.microsoft.com/office/drawing/2014/main" id="{CD9D8576-48AF-40A0-AFA3-D07B5CD35DD0}"/>
              </a:ext>
            </a:extLst>
          </p:cNvPr>
          <p:cNvSpPr>
            <a:spLocks noGrp="1"/>
          </p:cNvSpPr>
          <p:nvPr/>
        </p:nvSpPr>
        <p:spPr>
          <a:xfrm>
            <a:off x="320134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6" name="Stage1_sixpanel_6057">
            <a:extLst>
              <a:ext uri="{FF2B5EF4-FFF2-40B4-BE49-F238E27FC236}">
                <a16:creationId xmlns:a16="http://schemas.microsoft.com/office/drawing/2014/main" id="{56705C30-4988-4E3A-A74B-E40C4FC6B7EE}"/>
              </a:ext>
            </a:extLst>
          </p:cNvPr>
          <p:cNvSpPr>
            <a:spLocks noGrp="1"/>
          </p:cNvSpPr>
          <p:nvPr/>
        </p:nvSpPr>
        <p:spPr>
          <a:xfrm>
            <a:off x="3093218" y="21464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7" name="Stage1_sixpanel_6058">
            <a:extLst>
              <a:ext uri="{FF2B5EF4-FFF2-40B4-BE49-F238E27FC236}">
                <a16:creationId xmlns:a16="http://schemas.microsoft.com/office/drawing/2014/main" id="{D46AF6E3-5839-4212-B430-E3C55086CF1A}"/>
              </a:ext>
            </a:extLst>
          </p:cNvPr>
          <p:cNvSpPr>
            <a:spLocks noGrp="1"/>
          </p:cNvSpPr>
          <p:nvPr/>
        </p:nvSpPr>
        <p:spPr>
          <a:xfrm>
            <a:off x="31160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8" name="Stage1_sixpanel_6059">
            <a:extLst>
              <a:ext uri="{FF2B5EF4-FFF2-40B4-BE49-F238E27FC236}">
                <a16:creationId xmlns:a16="http://schemas.microsoft.com/office/drawing/2014/main" id="{778C9699-0805-4B7A-8AC2-A1AA5A24FDDD}"/>
              </a:ext>
            </a:extLst>
          </p:cNvPr>
          <p:cNvSpPr>
            <a:spLocks noGrp="1"/>
          </p:cNvSpPr>
          <p:nvPr/>
        </p:nvSpPr>
        <p:spPr>
          <a:xfrm>
            <a:off x="3157204" y="2152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89" name="Stage1_sixpanel_6060">
            <a:extLst>
              <a:ext uri="{FF2B5EF4-FFF2-40B4-BE49-F238E27FC236}">
                <a16:creationId xmlns:a16="http://schemas.microsoft.com/office/drawing/2014/main" id="{9C8C8143-5051-4F35-BB9F-2ABD9916D37A}"/>
              </a:ext>
            </a:extLst>
          </p:cNvPr>
          <p:cNvSpPr>
            <a:spLocks noGrp="1"/>
          </p:cNvSpPr>
          <p:nvPr/>
        </p:nvSpPr>
        <p:spPr>
          <a:xfrm>
            <a:off x="3209031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0" name="Stage1_sixpanel_6061">
            <a:extLst>
              <a:ext uri="{FF2B5EF4-FFF2-40B4-BE49-F238E27FC236}">
                <a16:creationId xmlns:a16="http://schemas.microsoft.com/office/drawing/2014/main" id="{E31A4BF3-46D8-4CB7-B81D-D898E0F175C8}"/>
              </a:ext>
            </a:extLst>
          </p:cNvPr>
          <p:cNvSpPr>
            <a:spLocks noGrp="1"/>
          </p:cNvSpPr>
          <p:nvPr/>
        </p:nvSpPr>
        <p:spPr>
          <a:xfrm>
            <a:off x="3191768" y="164432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1" name="Stage1_sixpanel_6062">
            <a:extLst>
              <a:ext uri="{FF2B5EF4-FFF2-40B4-BE49-F238E27FC236}">
                <a16:creationId xmlns:a16="http://schemas.microsoft.com/office/drawing/2014/main" id="{520D6000-8B45-4FF5-9F55-549EED061354}"/>
              </a:ext>
            </a:extLst>
          </p:cNvPr>
          <p:cNvSpPr>
            <a:spLocks noGrp="1"/>
          </p:cNvSpPr>
          <p:nvPr/>
        </p:nvSpPr>
        <p:spPr>
          <a:xfrm>
            <a:off x="317011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2" name="Stage1_sixpanel_6063">
            <a:extLst>
              <a:ext uri="{FF2B5EF4-FFF2-40B4-BE49-F238E27FC236}">
                <a16:creationId xmlns:a16="http://schemas.microsoft.com/office/drawing/2014/main" id="{0214B65D-DAB4-4DC5-9EED-738FFA23DEC7}"/>
              </a:ext>
            </a:extLst>
          </p:cNvPr>
          <p:cNvSpPr>
            <a:spLocks noGrp="1"/>
          </p:cNvSpPr>
          <p:nvPr/>
        </p:nvSpPr>
        <p:spPr>
          <a:xfrm>
            <a:off x="310803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3" name="Stage1_sixpanel_6064">
            <a:extLst>
              <a:ext uri="{FF2B5EF4-FFF2-40B4-BE49-F238E27FC236}">
                <a16:creationId xmlns:a16="http://schemas.microsoft.com/office/drawing/2014/main" id="{2AB48F40-84BC-4273-95BE-C5EF4FD370AD}"/>
              </a:ext>
            </a:extLst>
          </p:cNvPr>
          <p:cNvSpPr>
            <a:spLocks noGrp="1"/>
          </p:cNvSpPr>
          <p:nvPr/>
        </p:nvSpPr>
        <p:spPr>
          <a:xfrm>
            <a:off x="320426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4" name="Stage1_sixpanel_6065">
            <a:extLst>
              <a:ext uri="{FF2B5EF4-FFF2-40B4-BE49-F238E27FC236}">
                <a16:creationId xmlns:a16="http://schemas.microsoft.com/office/drawing/2014/main" id="{7F18A64F-215A-4A65-8537-F7F859568629}"/>
              </a:ext>
            </a:extLst>
          </p:cNvPr>
          <p:cNvSpPr>
            <a:spLocks noGrp="1"/>
          </p:cNvSpPr>
          <p:nvPr/>
        </p:nvSpPr>
        <p:spPr>
          <a:xfrm>
            <a:off x="321187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5" name="Stage1_sixpanel_6066">
            <a:extLst>
              <a:ext uri="{FF2B5EF4-FFF2-40B4-BE49-F238E27FC236}">
                <a16:creationId xmlns:a16="http://schemas.microsoft.com/office/drawing/2014/main" id="{C6A3E64A-3193-413D-A236-9515C52CEE7F}"/>
              </a:ext>
            </a:extLst>
          </p:cNvPr>
          <p:cNvSpPr>
            <a:spLocks noGrp="1"/>
          </p:cNvSpPr>
          <p:nvPr/>
        </p:nvSpPr>
        <p:spPr>
          <a:xfrm>
            <a:off x="317865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6" name="Stage1_sixpanel_6067">
            <a:extLst>
              <a:ext uri="{FF2B5EF4-FFF2-40B4-BE49-F238E27FC236}">
                <a16:creationId xmlns:a16="http://schemas.microsoft.com/office/drawing/2014/main" id="{F8525051-E41C-441A-AE27-586DC98EDA7B}"/>
              </a:ext>
            </a:extLst>
          </p:cNvPr>
          <p:cNvSpPr>
            <a:spLocks noGrp="1"/>
          </p:cNvSpPr>
          <p:nvPr/>
        </p:nvSpPr>
        <p:spPr>
          <a:xfrm>
            <a:off x="32035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7" name="Stage1_sixpanel_6068">
            <a:extLst>
              <a:ext uri="{FF2B5EF4-FFF2-40B4-BE49-F238E27FC236}">
                <a16:creationId xmlns:a16="http://schemas.microsoft.com/office/drawing/2014/main" id="{847E0E3A-57FD-492C-B4F0-04A40E1BE44C}"/>
              </a:ext>
            </a:extLst>
          </p:cNvPr>
          <p:cNvSpPr>
            <a:spLocks noGrp="1"/>
          </p:cNvSpPr>
          <p:nvPr/>
        </p:nvSpPr>
        <p:spPr>
          <a:xfrm>
            <a:off x="3186794" y="159516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8" name="Stage1_sixpanel_6069">
            <a:extLst>
              <a:ext uri="{FF2B5EF4-FFF2-40B4-BE49-F238E27FC236}">
                <a16:creationId xmlns:a16="http://schemas.microsoft.com/office/drawing/2014/main" id="{455F0EF6-FE9B-4223-BB25-FFD80D9C8D74}"/>
              </a:ext>
            </a:extLst>
          </p:cNvPr>
          <p:cNvSpPr>
            <a:spLocks noGrp="1"/>
          </p:cNvSpPr>
          <p:nvPr/>
        </p:nvSpPr>
        <p:spPr>
          <a:xfrm>
            <a:off x="3165527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899" name="Stage1_sixpanel_6070">
            <a:extLst>
              <a:ext uri="{FF2B5EF4-FFF2-40B4-BE49-F238E27FC236}">
                <a16:creationId xmlns:a16="http://schemas.microsoft.com/office/drawing/2014/main" id="{9458B52A-2634-4B05-A589-6B2791E6A18F}"/>
              </a:ext>
            </a:extLst>
          </p:cNvPr>
          <p:cNvSpPr>
            <a:spLocks noGrp="1"/>
          </p:cNvSpPr>
          <p:nvPr/>
        </p:nvSpPr>
        <p:spPr>
          <a:xfrm>
            <a:off x="3117840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0" name="Stage1_sixpanel_6071">
            <a:extLst>
              <a:ext uri="{FF2B5EF4-FFF2-40B4-BE49-F238E27FC236}">
                <a16:creationId xmlns:a16="http://schemas.microsoft.com/office/drawing/2014/main" id="{F1068FCD-F7EC-499E-9FF5-448483A9AD0B}"/>
              </a:ext>
            </a:extLst>
          </p:cNvPr>
          <p:cNvSpPr>
            <a:spLocks noGrp="1"/>
          </p:cNvSpPr>
          <p:nvPr/>
        </p:nvSpPr>
        <p:spPr>
          <a:xfrm>
            <a:off x="320190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1" name="Stage1_sixpanel_6072">
            <a:extLst>
              <a:ext uri="{FF2B5EF4-FFF2-40B4-BE49-F238E27FC236}">
                <a16:creationId xmlns:a16="http://schemas.microsoft.com/office/drawing/2014/main" id="{25E9E38B-76BE-45CA-9882-5E316A365906}"/>
              </a:ext>
            </a:extLst>
          </p:cNvPr>
          <p:cNvSpPr>
            <a:spLocks noGrp="1"/>
          </p:cNvSpPr>
          <p:nvPr/>
        </p:nvSpPr>
        <p:spPr>
          <a:xfrm>
            <a:off x="318068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2" name="Stage1_sixpanel_6073">
            <a:extLst>
              <a:ext uri="{FF2B5EF4-FFF2-40B4-BE49-F238E27FC236}">
                <a16:creationId xmlns:a16="http://schemas.microsoft.com/office/drawing/2014/main" id="{2D043186-326B-4EF0-9975-B7257186AB92}"/>
              </a:ext>
            </a:extLst>
          </p:cNvPr>
          <p:cNvSpPr>
            <a:spLocks noGrp="1"/>
          </p:cNvSpPr>
          <p:nvPr/>
        </p:nvSpPr>
        <p:spPr>
          <a:xfrm>
            <a:off x="3254852" y="21685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3" name="Stage1_sixpanel_6074">
            <a:extLst>
              <a:ext uri="{FF2B5EF4-FFF2-40B4-BE49-F238E27FC236}">
                <a16:creationId xmlns:a16="http://schemas.microsoft.com/office/drawing/2014/main" id="{799701C4-1945-45C9-8E8D-FCF6CFC0FA72}"/>
              </a:ext>
            </a:extLst>
          </p:cNvPr>
          <p:cNvSpPr>
            <a:spLocks noGrp="1"/>
          </p:cNvSpPr>
          <p:nvPr/>
        </p:nvSpPr>
        <p:spPr>
          <a:xfrm>
            <a:off x="323102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4" name="Stage1_sixpanel_6075">
            <a:extLst>
              <a:ext uri="{FF2B5EF4-FFF2-40B4-BE49-F238E27FC236}">
                <a16:creationId xmlns:a16="http://schemas.microsoft.com/office/drawing/2014/main" id="{C54B2508-8788-4A93-AEE2-75C49CD03A34}"/>
              </a:ext>
            </a:extLst>
          </p:cNvPr>
          <p:cNvSpPr>
            <a:spLocks noGrp="1"/>
          </p:cNvSpPr>
          <p:nvPr/>
        </p:nvSpPr>
        <p:spPr>
          <a:xfrm>
            <a:off x="31254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5" name="Stage1_sixpanel_6076">
            <a:extLst>
              <a:ext uri="{FF2B5EF4-FFF2-40B4-BE49-F238E27FC236}">
                <a16:creationId xmlns:a16="http://schemas.microsoft.com/office/drawing/2014/main" id="{9BF040C2-0EF3-4F54-AA4D-610D4EC96B6C}"/>
              </a:ext>
            </a:extLst>
          </p:cNvPr>
          <p:cNvSpPr>
            <a:spLocks noGrp="1"/>
          </p:cNvSpPr>
          <p:nvPr/>
        </p:nvSpPr>
        <p:spPr>
          <a:xfrm>
            <a:off x="319838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6" name="Stage1_sixpanel_6077">
            <a:extLst>
              <a:ext uri="{FF2B5EF4-FFF2-40B4-BE49-F238E27FC236}">
                <a16:creationId xmlns:a16="http://schemas.microsoft.com/office/drawing/2014/main" id="{2A741CC4-018B-477D-9C8D-9C372598DF61}"/>
              </a:ext>
            </a:extLst>
          </p:cNvPr>
          <p:cNvSpPr>
            <a:spLocks noGrp="1"/>
          </p:cNvSpPr>
          <p:nvPr/>
        </p:nvSpPr>
        <p:spPr>
          <a:xfrm>
            <a:off x="3100288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7" name="Stage1_sixpanel_6078">
            <a:extLst>
              <a:ext uri="{FF2B5EF4-FFF2-40B4-BE49-F238E27FC236}">
                <a16:creationId xmlns:a16="http://schemas.microsoft.com/office/drawing/2014/main" id="{B88CEBEB-FD03-48C4-B1B3-41FFAC24C51A}"/>
              </a:ext>
            </a:extLst>
          </p:cNvPr>
          <p:cNvSpPr>
            <a:spLocks noGrp="1"/>
          </p:cNvSpPr>
          <p:nvPr/>
        </p:nvSpPr>
        <p:spPr>
          <a:xfrm>
            <a:off x="315251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8" name="Stage1_sixpanel_6079">
            <a:extLst>
              <a:ext uri="{FF2B5EF4-FFF2-40B4-BE49-F238E27FC236}">
                <a16:creationId xmlns:a16="http://schemas.microsoft.com/office/drawing/2014/main" id="{31E94FD0-76F3-4A61-A60A-4A25CF72D32A}"/>
              </a:ext>
            </a:extLst>
          </p:cNvPr>
          <p:cNvSpPr>
            <a:spLocks noGrp="1"/>
          </p:cNvSpPr>
          <p:nvPr/>
        </p:nvSpPr>
        <p:spPr>
          <a:xfrm>
            <a:off x="3224726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09" name="Stage1_sixpanel_6080">
            <a:extLst>
              <a:ext uri="{FF2B5EF4-FFF2-40B4-BE49-F238E27FC236}">
                <a16:creationId xmlns:a16="http://schemas.microsoft.com/office/drawing/2014/main" id="{7A726287-3405-4F01-82F1-7332AD3866BB}"/>
              </a:ext>
            </a:extLst>
          </p:cNvPr>
          <p:cNvSpPr>
            <a:spLocks noGrp="1"/>
          </p:cNvSpPr>
          <p:nvPr/>
        </p:nvSpPr>
        <p:spPr>
          <a:xfrm>
            <a:off x="3095807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0" name="Stage1_sixpanel_6081">
            <a:extLst>
              <a:ext uri="{FF2B5EF4-FFF2-40B4-BE49-F238E27FC236}">
                <a16:creationId xmlns:a16="http://schemas.microsoft.com/office/drawing/2014/main" id="{7F896BAB-5D60-4D95-AB70-95AE64FC102D}"/>
              </a:ext>
            </a:extLst>
          </p:cNvPr>
          <p:cNvSpPr>
            <a:spLocks noGrp="1"/>
          </p:cNvSpPr>
          <p:nvPr/>
        </p:nvSpPr>
        <p:spPr>
          <a:xfrm>
            <a:off x="3107215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1" name="Stage1_sixpanel_6082">
            <a:extLst>
              <a:ext uri="{FF2B5EF4-FFF2-40B4-BE49-F238E27FC236}">
                <a16:creationId xmlns:a16="http://schemas.microsoft.com/office/drawing/2014/main" id="{BBA91CB3-2391-41D7-A056-7A10810372F0}"/>
              </a:ext>
            </a:extLst>
          </p:cNvPr>
          <p:cNvSpPr>
            <a:spLocks noGrp="1"/>
          </p:cNvSpPr>
          <p:nvPr/>
        </p:nvSpPr>
        <p:spPr>
          <a:xfrm>
            <a:off x="3237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2" name="Stage1_sixpanel_6083">
            <a:extLst>
              <a:ext uri="{FF2B5EF4-FFF2-40B4-BE49-F238E27FC236}">
                <a16:creationId xmlns:a16="http://schemas.microsoft.com/office/drawing/2014/main" id="{2E96082F-1174-414C-8C8A-2389398DEFF9}"/>
              </a:ext>
            </a:extLst>
          </p:cNvPr>
          <p:cNvSpPr>
            <a:spLocks noGrp="1"/>
          </p:cNvSpPr>
          <p:nvPr/>
        </p:nvSpPr>
        <p:spPr>
          <a:xfrm>
            <a:off x="3251537" y="193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3" name="Stage1_sixpanel_6084">
            <a:extLst>
              <a:ext uri="{FF2B5EF4-FFF2-40B4-BE49-F238E27FC236}">
                <a16:creationId xmlns:a16="http://schemas.microsoft.com/office/drawing/2014/main" id="{B3E6C75F-94E3-4369-8AF6-15A1896E5FE3}"/>
              </a:ext>
            </a:extLst>
          </p:cNvPr>
          <p:cNvSpPr>
            <a:spLocks noGrp="1"/>
          </p:cNvSpPr>
          <p:nvPr/>
        </p:nvSpPr>
        <p:spPr>
          <a:xfrm>
            <a:off x="3126395" y="20236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4" name="Stage1_sixpanel_6085">
            <a:extLst>
              <a:ext uri="{FF2B5EF4-FFF2-40B4-BE49-F238E27FC236}">
                <a16:creationId xmlns:a16="http://schemas.microsoft.com/office/drawing/2014/main" id="{3B06DCD6-00AE-4EC5-802D-48A90F6AD07C}"/>
              </a:ext>
            </a:extLst>
          </p:cNvPr>
          <p:cNvSpPr>
            <a:spLocks noGrp="1"/>
          </p:cNvSpPr>
          <p:nvPr/>
        </p:nvSpPr>
        <p:spPr>
          <a:xfrm>
            <a:off x="32227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5" name="Stage1_sixpanel_6086">
            <a:extLst>
              <a:ext uri="{FF2B5EF4-FFF2-40B4-BE49-F238E27FC236}">
                <a16:creationId xmlns:a16="http://schemas.microsoft.com/office/drawing/2014/main" id="{19CF9546-1BE7-4A67-9AE8-852E4FD19EB2}"/>
              </a:ext>
            </a:extLst>
          </p:cNvPr>
          <p:cNvSpPr>
            <a:spLocks noGrp="1"/>
          </p:cNvSpPr>
          <p:nvPr/>
        </p:nvSpPr>
        <p:spPr>
          <a:xfrm>
            <a:off x="3201226" y="22945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6" name="Stage1_sixpanel_6087">
            <a:extLst>
              <a:ext uri="{FF2B5EF4-FFF2-40B4-BE49-F238E27FC236}">
                <a16:creationId xmlns:a16="http://schemas.microsoft.com/office/drawing/2014/main" id="{70298383-7005-43FC-ABBD-076461220787}"/>
              </a:ext>
            </a:extLst>
          </p:cNvPr>
          <p:cNvSpPr>
            <a:spLocks noGrp="1"/>
          </p:cNvSpPr>
          <p:nvPr/>
        </p:nvSpPr>
        <p:spPr>
          <a:xfrm>
            <a:off x="3237266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7" name="Stage1_sixpanel_6088">
            <a:extLst>
              <a:ext uri="{FF2B5EF4-FFF2-40B4-BE49-F238E27FC236}">
                <a16:creationId xmlns:a16="http://schemas.microsoft.com/office/drawing/2014/main" id="{1E02C645-A123-4EC9-A99F-0AFB54839E79}"/>
              </a:ext>
            </a:extLst>
          </p:cNvPr>
          <p:cNvSpPr>
            <a:spLocks noGrp="1"/>
          </p:cNvSpPr>
          <p:nvPr/>
        </p:nvSpPr>
        <p:spPr>
          <a:xfrm>
            <a:off x="312027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8" name="Stage1_sixpanel_6089">
            <a:extLst>
              <a:ext uri="{FF2B5EF4-FFF2-40B4-BE49-F238E27FC236}">
                <a16:creationId xmlns:a16="http://schemas.microsoft.com/office/drawing/2014/main" id="{5E4D630B-7F1B-47EC-8E59-E495BB7223D3}"/>
              </a:ext>
            </a:extLst>
          </p:cNvPr>
          <p:cNvSpPr>
            <a:spLocks noGrp="1"/>
          </p:cNvSpPr>
          <p:nvPr/>
        </p:nvSpPr>
        <p:spPr>
          <a:xfrm>
            <a:off x="3139816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19" name="Stage1_sixpanel_6090">
            <a:extLst>
              <a:ext uri="{FF2B5EF4-FFF2-40B4-BE49-F238E27FC236}">
                <a16:creationId xmlns:a16="http://schemas.microsoft.com/office/drawing/2014/main" id="{5368D24B-4B6F-4030-8AB0-45B5CCF44859}"/>
              </a:ext>
            </a:extLst>
          </p:cNvPr>
          <p:cNvSpPr>
            <a:spLocks noGrp="1"/>
          </p:cNvSpPr>
          <p:nvPr/>
        </p:nvSpPr>
        <p:spPr>
          <a:xfrm>
            <a:off x="318481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0" name="Stage1_sixpanel_6091">
            <a:extLst>
              <a:ext uri="{FF2B5EF4-FFF2-40B4-BE49-F238E27FC236}">
                <a16:creationId xmlns:a16="http://schemas.microsoft.com/office/drawing/2014/main" id="{603EE6EB-B10F-4C02-9270-E01FCDFB6C1A}"/>
              </a:ext>
            </a:extLst>
          </p:cNvPr>
          <p:cNvSpPr>
            <a:spLocks noGrp="1"/>
          </p:cNvSpPr>
          <p:nvPr/>
        </p:nvSpPr>
        <p:spPr>
          <a:xfrm>
            <a:off x="3144319" y="20375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1" name="Stage1_sixpanel_6092">
            <a:extLst>
              <a:ext uri="{FF2B5EF4-FFF2-40B4-BE49-F238E27FC236}">
                <a16:creationId xmlns:a16="http://schemas.microsoft.com/office/drawing/2014/main" id="{CC0C081D-1F9E-42C6-9385-058E5BDD2558}"/>
              </a:ext>
            </a:extLst>
          </p:cNvPr>
          <p:cNvSpPr>
            <a:spLocks noGrp="1"/>
          </p:cNvSpPr>
          <p:nvPr/>
        </p:nvSpPr>
        <p:spPr>
          <a:xfrm>
            <a:off x="320186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2" name="Stage1_sixpanel_6093">
            <a:extLst>
              <a:ext uri="{FF2B5EF4-FFF2-40B4-BE49-F238E27FC236}">
                <a16:creationId xmlns:a16="http://schemas.microsoft.com/office/drawing/2014/main" id="{F0BE8F9B-11C7-4B86-8770-140D602E491F}"/>
              </a:ext>
            </a:extLst>
          </p:cNvPr>
          <p:cNvSpPr>
            <a:spLocks noGrp="1"/>
          </p:cNvSpPr>
          <p:nvPr/>
        </p:nvSpPr>
        <p:spPr>
          <a:xfrm>
            <a:off x="319654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3" name="Stage1_sixpanel_6094">
            <a:extLst>
              <a:ext uri="{FF2B5EF4-FFF2-40B4-BE49-F238E27FC236}">
                <a16:creationId xmlns:a16="http://schemas.microsoft.com/office/drawing/2014/main" id="{4482D7CA-AB3A-4535-89FE-04BC39E7E8C4}"/>
              </a:ext>
            </a:extLst>
          </p:cNvPr>
          <p:cNvSpPr>
            <a:spLocks noGrp="1"/>
          </p:cNvSpPr>
          <p:nvPr/>
        </p:nvSpPr>
        <p:spPr>
          <a:xfrm>
            <a:off x="424863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4" name="Stage1_sixpanel_6095">
            <a:extLst>
              <a:ext uri="{FF2B5EF4-FFF2-40B4-BE49-F238E27FC236}">
                <a16:creationId xmlns:a16="http://schemas.microsoft.com/office/drawing/2014/main" id="{06FA9619-2EDD-4764-9F76-3FFC8EE9B276}"/>
              </a:ext>
            </a:extLst>
          </p:cNvPr>
          <p:cNvSpPr>
            <a:spLocks noGrp="1"/>
          </p:cNvSpPr>
          <p:nvPr/>
        </p:nvSpPr>
        <p:spPr>
          <a:xfrm>
            <a:off x="4299736" y="153864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5" name="Stage1_sixpanel_6096">
            <a:extLst>
              <a:ext uri="{FF2B5EF4-FFF2-40B4-BE49-F238E27FC236}">
                <a16:creationId xmlns:a16="http://schemas.microsoft.com/office/drawing/2014/main" id="{D10D6480-3780-4373-BB0A-8F0A1070D6B3}"/>
              </a:ext>
            </a:extLst>
          </p:cNvPr>
          <p:cNvSpPr>
            <a:spLocks noGrp="1"/>
          </p:cNvSpPr>
          <p:nvPr/>
        </p:nvSpPr>
        <p:spPr>
          <a:xfrm>
            <a:off x="41830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6" name="Stage1_sixpanel_6097">
            <a:extLst>
              <a:ext uri="{FF2B5EF4-FFF2-40B4-BE49-F238E27FC236}">
                <a16:creationId xmlns:a16="http://schemas.microsoft.com/office/drawing/2014/main" id="{1CB6EA76-2E27-4CCC-93A2-CF8662E3D345}"/>
              </a:ext>
            </a:extLst>
          </p:cNvPr>
          <p:cNvSpPr>
            <a:spLocks noGrp="1"/>
          </p:cNvSpPr>
          <p:nvPr/>
        </p:nvSpPr>
        <p:spPr>
          <a:xfrm>
            <a:off x="42959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7" name="Stage1_sixpanel_6098">
            <a:extLst>
              <a:ext uri="{FF2B5EF4-FFF2-40B4-BE49-F238E27FC236}">
                <a16:creationId xmlns:a16="http://schemas.microsoft.com/office/drawing/2014/main" id="{64923EEB-7068-4B8B-829B-E00C77C14EC3}"/>
              </a:ext>
            </a:extLst>
          </p:cNvPr>
          <p:cNvSpPr>
            <a:spLocks noGrp="1"/>
          </p:cNvSpPr>
          <p:nvPr/>
        </p:nvSpPr>
        <p:spPr>
          <a:xfrm>
            <a:off x="4234011" y="17774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8" name="Stage1_sixpanel_6099">
            <a:extLst>
              <a:ext uri="{FF2B5EF4-FFF2-40B4-BE49-F238E27FC236}">
                <a16:creationId xmlns:a16="http://schemas.microsoft.com/office/drawing/2014/main" id="{4DEF6657-0064-4D3C-9A2D-32A90203B5B1}"/>
              </a:ext>
            </a:extLst>
          </p:cNvPr>
          <p:cNvSpPr>
            <a:spLocks noGrp="1"/>
          </p:cNvSpPr>
          <p:nvPr/>
        </p:nvSpPr>
        <p:spPr>
          <a:xfrm>
            <a:off x="42910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29" name="Stage1_sixpanel_6100">
            <a:extLst>
              <a:ext uri="{FF2B5EF4-FFF2-40B4-BE49-F238E27FC236}">
                <a16:creationId xmlns:a16="http://schemas.microsoft.com/office/drawing/2014/main" id="{327CC02B-E7A6-4CE4-AA06-9536CF67AD01}"/>
              </a:ext>
            </a:extLst>
          </p:cNvPr>
          <p:cNvSpPr>
            <a:spLocks noGrp="1"/>
          </p:cNvSpPr>
          <p:nvPr/>
        </p:nvSpPr>
        <p:spPr>
          <a:xfrm>
            <a:off x="42620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0" name="Stage1_sixpanel_6101">
            <a:extLst>
              <a:ext uri="{FF2B5EF4-FFF2-40B4-BE49-F238E27FC236}">
                <a16:creationId xmlns:a16="http://schemas.microsoft.com/office/drawing/2014/main" id="{D6E48C2B-43E0-4822-A65C-CBD58257E4AB}"/>
              </a:ext>
            </a:extLst>
          </p:cNvPr>
          <p:cNvSpPr>
            <a:spLocks noGrp="1"/>
          </p:cNvSpPr>
          <p:nvPr/>
        </p:nvSpPr>
        <p:spPr>
          <a:xfrm>
            <a:off x="426977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1" name="Stage1_sixpanel_6102">
            <a:extLst>
              <a:ext uri="{FF2B5EF4-FFF2-40B4-BE49-F238E27FC236}">
                <a16:creationId xmlns:a16="http://schemas.microsoft.com/office/drawing/2014/main" id="{870A24AE-50FA-4530-B3CF-75C73678F1AB}"/>
              </a:ext>
            </a:extLst>
          </p:cNvPr>
          <p:cNvSpPr>
            <a:spLocks noGrp="1"/>
          </p:cNvSpPr>
          <p:nvPr/>
        </p:nvSpPr>
        <p:spPr>
          <a:xfrm>
            <a:off x="4244879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2" name="Stage1_sixpanel_6103">
            <a:extLst>
              <a:ext uri="{FF2B5EF4-FFF2-40B4-BE49-F238E27FC236}">
                <a16:creationId xmlns:a16="http://schemas.microsoft.com/office/drawing/2014/main" id="{32F11289-4033-4025-9815-FBA23A189CEC}"/>
              </a:ext>
            </a:extLst>
          </p:cNvPr>
          <p:cNvSpPr>
            <a:spLocks noGrp="1"/>
          </p:cNvSpPr>
          <p:nvPr/>
        </p:nvSpPr>
        <p:spPr>
          <a:xfrm>
            <a:off x="428725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3" name="Stage1_sixpanel_6104">
            <a:extLst>
              <a:ext uri="{FF2B5EF4-FFF2-40B4-BE49-F238E27FC236}">
                <a16:creationId xmlns:a16="http://schemas.microsoft.com/office/drawing/2014/main" id="{10496631-A3A3-4EBE-8BEE-527AF3A7837D}"/>
              </a:ext>
            </a:extLst>
          </p:cNvPr>
          <p:cNvSpPr>
            <a:spLocks noGrp="1"/>
          </p:cNvSpPr>
          <p:nvPr/>
        </p:nvSpPr>
        <p:spPr>
          <a:xfrm>
            <a:off x="4297190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4" name="Stage1_sixpanel_6105">
            <a:extLst>
              <a:ext uri="{FF2B5EF4-FFF2-40B4-BE49-F238E27FC236}">
                <a16:creationId xmlns:a16="http://schemas.microsoft.com/office/drawing/2014/main" id="{5AF1A297-BA4A-444B-BABD-E9814B04DB8F}"/>
              </a:ext>
            </a:extLst>
          </p:cNvPr>
          <p:cNvSpPr>
            <a:spLocks noGrp="1"/>
          </p:cNvSpPr>
          <p:nvPr/>
        </p:nvSpPr>
        <p:spPr>
          <a:xfrm>
            <a:off x="424792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5" name="Stage1_sixpanel_6106">
            <a:extLst>
              <a:ext uri="{FF2B5EF4-FFF2-40B4-BE49-F238E27FC236}">
                <a16:creationId xmlns:a16="http://schemas.microsoft.com/office/drawing/2014/main" id="{CF513D23-C9B2-4E9C-8EFE-000B8943FD99}"/>
              </a:ext>
            </a:extLst>
          </p:cNvPr>
          <p:cNvSpPr>
            <a:spLocks noGrp="1"/>
          </p:cNvSpPr>
          <p:nvPr/>
        </p:nvSpPr>
        <p:spPr>
          <a:xfrm>
            <a:off x="4305825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6" name="Stage1_sixpanel_6107">
            <a:extLst>
              <a:ext uri="{FF2B5EF4-FFF2-40B4-BE49-F238E27FC236}">
                <a16:creationId xmlns:a16="http://schemas.microsoft.com/office/drawing/2014/main" id="{4D24FF2A-CECE-4963-BFB7-498FDE526940}"/>
              </a:ext>
            </a:extLst>
          </p:cNvPr>
          <p:cNvSpPr>
            <a:spLocks noGrp="1"/>
          </p:cNvSpPr>
          <p:nvPr/>
        </p:nvSpPr>
        <p:spPr>
          <a:xfrm>
            <a:off x="4179433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7" name="Stage1_sixpanel_6108">
            <a:extLst>
              <a:ext uri="{FF2B5EF4-FFF2-40B4-BE49-F238E27FC236}">
                <a16:creationId xmlns:a16="http://schemas.microsoft.com/office/drawing/2014/main" id="{57DF86CC-A609-4CCB-A190-2D0C13E90DC6}"/>
              </a:ext>
            </a:extLst>
          </p:cNvPr>
          <p:cNvSpPr>
            <a:spLocks noGrp="1"/>
          </p:cNvSpPr>
          <p:nvPr/>
        </p:nvSpPr>
        <p:spPr>
          <a:xfrm>
            <a:off x="426232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8" name="Stage1_sixpanel_6109">
            <a:extLst>
              <a:ext uri="{FF2B5EF4-FFF2-40B4-BE49-F238E27FC236}">
                <a16:creationId xmlns:a16="http://schemas.microsoft.com/office/drawing/2014/main" id="{04470925-6F6D-44A2-BA50-B9DA4B39D9F1}"/>
              </a:ext>
            </a:extLst>
          </p:cNvPr>
          <p:cNvSpPr>
            <a:spLocks noGrp="1"/>
          </p:cNvSpPr>
          <p:nvPr/>
        </p:nvSpPr>
        <p:spPr>
          <a:xfrm>
            <a:off x="424485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39" name="Stage1_sixpanel_6110">
            <a:extLst>
              <a:ext uri="{FF2B5EF4-FFF2-40B4-BE49-F238E27FC236}">
                <a16:creationId xmlns:a16="http://schemas.microsoft.com/office/drawing/2014/main" id="{BE3598FC-A524-44E6-A89A-068F920F8FE7}"/>
              </a:ext>
            </a:extLst>
          </p:cNvPr>
          <p:cNvSpPr>
            <a:spLocks noGrp="1"/>
          </p:cNvSpPr>
          <p:nvPr/>
        </p:nvSpPr>
        <p:spPr>
          <a:xfrm>
            <a:off x="421868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0" name="Stage1_sixpanel_6111">
            <a:extLst>
              <a:ext uri="{FF2B5EF4-FFF2-40B4-BE49-F238E27FC236}">
                <a16:creationId xmlns:a16="http://schemas.microsoft.com/office/drawing/2014/main" id="{70D305EA-C510-4D87-A9A2-AA80D223523A}"/>
              </a:ext>
            </a:extLst>
          </p:cNvPr>
          <p:cNvSpPr>
            <a:spLocks noGrp="1"/>
          </p:cNvSpPr>
          <p:nvPr/>
        </p:nvSpPr>
        <p:spPr>
          <a:xfrm>
            <a:off x="425106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1" name="Stage1_sixpanel_6112">
            <a:extLst>
              <a:ext uri="{FF2B5EF4-FFF2-40B4-BE49-F238E27FC236}">
                <a16:creationId xmlns:a16="http://schemas.microsoft.com/office/drawing/2014/main" id="{D3759853-FBBE-4E39-A98A-23785AE03737}"/>
              </a:ext>
            </a:extLst>
          </p:cNvPr>
          <p:cNvSpPr>
            <a:spLocks noGrp="1"/>
          </p:cNvSpPr>
          <p:nvPr/>
        </p:nvSpPr>
        <p:spPr>
          <a:xfrm>
            <a:off x="418500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2" name="Stage1_sixpanel_6113">
            <a:extLst>
              <a:ext uri="{FF2B5EF4-FFF2-40B4-BE49-F238E27FC236}">
                <a16:creationId xmlns:a16="http://schemas.microsoft.com/office/drawing/2014/main" id="{E74EA15A-8EE8-4313-B866-3F1456BAA471}"/>
              </a:ext>
            </a:extLst>
          </p:cNvPr>
          <p:cNvSpPr>
            <a:spLocks noGrp="1"/>
          </p:cNvSpPr>
          <p:nvPr/>
        </p:nvSpPr>
        <p:spPr>
          <a:xfrm>
            <a:off x="4298059" y="17638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3" name="Stage1_sixpanel_6114">
            <a:extLst>
              <a:ext uri="{FF2B5EF4-FFF2-40B4-BE49-F238E27FC236}">
                <a16:creationId xmlns:a16="http://schemas.microsoft.com/office/drawing/2014/main" id="{B8E751FC-576A-4DAB-B835-BAE57186D17A}"/>
              </a:ext>
            </a:extLst>
          </p:cNvPr>
          <p:cNvSpPr>
            <a:spLocks noGrp="1"/>
          </p:cNvSpPr>
          <p:nvPr/>
        </p:nvSpPr>
        <p:spPr>
          <a:xfrm>
            <a:off x="429547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4" name="Stage1_sixpanel_6115">
            <a:extLst>
              <a:ext uri="{FF2B5EF4-FFF2-40B4-BE49-F238E27FC236}">
                <a16:creationId xmlns:a16="http://schemas.microsoft.com/office/drawing/2014/main" id="{77BDA392-E5A0-48A9-8D1A-6B51662760E4}"/>
              </a:ext>
            </a:extLst>
          </p:cNvPr>
          <p:cNvSpPr>
            <a:spLocks noGrp="1"/>
          </p:cNvSpPr>
          <p:nvPr/>
        </p:nvSpPr>
        <p:spPr>
          <a:xfrm>
            <a:off x="41738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5" name="Stage1_sixpanel_6116">
            <a:extLst>
              <a:ext uri="{FF2B5EF4-FFF2-40B4-BE49-F238E27FC236}">
                <a16:creationId xmlns:a16="http://schemas.microsoft.com/office/drawing/2014/main" id="{DD88C1A5-9D3C-41BB-8B3F-DC51F1CF521E}"/>
              </a:ext>
            </a:extLst>
          </p:cNvPr>
          <p:cNvSpPr>
            <a:spLocks noGrp="1"/>
          </p:cNvSpPr>
          <p:nvPr/>
        </p:nvSpPr>
        <p:spPr>
          <a:xfrm>
            <a:off x="431674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6" name="Stage1_sixpanel_6117">
            <a:extLst>
              <a:ext uri="{FF2B5EF4-FFF2-40B4-BE49-F238E27FC236}">
                <a16:creationId xmlns:a16="http://schemas.microsoft.com/office/drawing/2014/main" id="{79D73DF6-97D2-4F7C-9F0C-DF08ED7CB954}"/>
              </a:ext>
            </a:extLst>
          </p:cNvPr>
          <p:cNvSpPr>
            <a:spLocks noGrp="1"/>
          </p:cNvSpPr>
          <p:nvPr/>
        </p:nvSpPr>
        <p:spPr>
          <a:xfrm>
            <a:off x="4298224" y="16974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7" name="Stage1_sixpanel_6118">
            <a:extLst>
              <a:ext uri="{FF2B5EF4-FFF2-40B4-BE49-F238E27FC236}">
                <a16:creationId xmlns:a16="http://schemas.microsoft.com/office/drawing/2014/main" id="{E3B82BD6-6CF5-47F2-A7DF-A10DEE580A21}"/>
              </a:ext>
            </a:extLst>
          </p:cNvPr>
          <p:cNvSpPr>
            <a:spLocks noGrp="1"/>
          </p:cNvSpPr>
          <p:nvPr/>
        </p:nvSpPr>
        <p:spPr>
          <a:xfrm>
            <a:off x="430598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8" name="Stage1_sixpanel_6119">
            <a:extLst>
              <a:ext uri="{FF2B5EF4-FFF2-40B4-BE49-F238E27FC236}">
                <a16:creationId xmlns:a16="http://schemas.microsoft.com/office/drawing/2014/main" id="{92AA0C1A-62E3-49CB-A937-D2426AE8E5DC}"/>
              </a:ext>
            </a:extLst>
          </p:cNvPr>
          <p:cNvSpPr>
            <a:spLocks noGrp="1"/>
          </p:cNvSpPr>
          <p:nvPr/>
        </p:nvSpPr>
        <p:spPr>
          <a:xfrm>
            <a:off x="41723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49" name="Stage1_sixpanel_6120">
            <a:extLst>
              <a:ext uri="{FF2B5EF4-FFF2-40B4-BE49-F238E27FC236}">
                <a16:creationId xmlns:a16="http://schemas.microsoft.com/office/drawing/2014/main" id="{D4689A66-D274-4A8C-9979-62A4C34EBE52}"/>
              </a:ext>
            </a:extLst>
          </p:cNvPr>
          <p:cNvSpPr>
            <a:spLocks noGrp="1"/>
          </p:cNvSpPr>
          <p:nvPr/>
        </p:nvSpPr>
        <p:spPr>
          <a:xfrm>
            <a:off x="4205549" y="25551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0" name="Stage1_sixpanel_6121">
            <a:extLst>
              <a:ext uri="{FF2B5EF4-FFF2-40B4-BE49-F238E27FC236}">
                <a16:creationId xmlns:a16="http://schemas.microsoft.com/office/drawing/2014/main" id="{953B4B9E-BFF5-44C5-8D25-CC4BEC188C82}"/>
              </a:ext>
            </a:extLst>
          </p:cNvPr>
          <p:cNvSpPr>
            <a:spLocks noGrp="1"/>
          </p:cNvSpPr>
          <p:nvPr/>
        </p:nvSpPr>
        <p:spPr>
          <a:xfrm>
            <a:off x="4193934" y="22990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1" name="Stage1_sixpanel_6122">
            <a:extLst>
              <a:ext uri="{FF2B5EF4-FFF2-40B4-BE49-F238E27FC236}">
                <a16:creationId xmlns:a16="http://schemas.microsoft.com/office/drawing/2014/main" id="{441376F9-6808-4011-ADA0-9885E8B15890}"/>
              </a:ext>
            </a:extLst>
          </p:cNvPr>
          <p:cNvSpPr>
            <a:spLocks noGrp="1"/>
          </p:cNvSpPr>
          <p:nvPr/>
        </p:nvSpPr>
        <p:spPr>
          <a:xfrm>
            <a:off x="4174758" y="25278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2" name="Stage1_sixpanel_6123">
            <a:extLst>
              <a:ext uri="{FF2B5EF4-FFF2-40B4-BE49-F238E27FC236}">
                <a16:creationId xmlns:a16="http://schemas.microsoft.com/office/drawing/2014/main" id="{FE5F19B1-2FEF-44B6-88A7-4A30974CBDC4}"/>
              </a:ext>
            </a:extLst>
          </p:cNvPr>
          <p:cNvSpPr>
            <a:spLocks noGrp="1"/>
          </p:cNvSpPr>
          <p:nvPr/>
        </p:nvSpPr>
        <p:spPr>
          <a:xfrm>
            <a:off x="41962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3" name="Stage1_sixpanel_6124">
            <a:extLst>
              <a:ext uri="{FF2B5EF4-FFF2-40B4-BE49-F238E27FC236}">
                <a16:creationId xmlns:a16="http://schemas.microsoft.com/office/drawing/2014/main" id="{FEF45AEE-AA8A-43B6-A0BF-EB1FA86D352A}"/>
              </a:ext>
            </a:extLst>
          </p:cNvPr>
          <p:cNvSpPr>
            <a:spLocks noGrp="1"/>
          </p:cNvSpPr>
          <p:nvPr/>
        </p:nvSpPr>
        <p:spPr>
          <a:xfrm>
            <a:off x="42340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4" name="Stage1_sixpanel_6125">
            <a:extLst>
              <a:ext uri="{FF2B5EF4-FFF2-40B4-BE49-F238E27FC236}">
                <a16:creationId xmlns:a16="http://schemas.microsoft.com/office/drawing/2014/main" id="{4F9A4D11-A462-44C1-899B-AFA5A0E1929D}"/>
              </a:ext>
            </a:extLst>
          </p:cNvPr>
          <p:cNvSpPr>
            <a:spLocks noGrp="1"/>
          </p:cNvSpPr>
          <p:nvPr/>
        </p:nvSpPr>
        <p:spPr>
          <a:xfrm>
            <a:off x="4302772" y="234192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5" name="Stage1_sixpanel_6126">
            <a:extLst>
              <a:ext uri="{FF2B5EF4-FFF2-40B4-BE49-F238E27FC236}">
                <a16:creationId xmlns:a16="http://schemas.microsoft.com/office/drawing/2014/main" id="{ED0EDCAD-569B-4988-9006-F03C0396C803}"/>
              </a:ext>
            </a:extLst>
          </p:cNvPr>
          <p:cNvSpPr>
            <a:spLocks noGrp="1"/>
          </p:cNvSpPr>
          <p:nvPr/>
        </p:nvSpPr>
        <p:spPr>
          <a:xfrm>
            <a:off x="41988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6" name="Stage1_sixpanel_6127">
            <a:extLst>
              <a:ext uri="{FF2B5EF4-FFF2-40B4-BE49-F238E27FC236}">
                <a16:creationId xmlns:a16="http://schemas.microsoft.com/office/drawing/2014/main" id="{34FADCDB-C4EE-49BE-B4C0-313DBE6E2A48}"/>
              </a:ext>
            </a:extLst>
          </p:cNvPr>
          <p:cNvSpPr>
            <a:spLocks noGrp="1"/>
          </p:cNvSpPr>
          <p:nvPr/>
        </p:nvSpPr>
        <p:spPr>
          <a:xfrm>
            <a:off x="4282259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7" name="Stage1_sixpanel_6128">
            <a:extLst>
              <a:ext uri="{FF2B5EF4-FFF2-40B4-BE49-F238E27FC236}">
                <a16:creationId xmlns:a16="http://schemas.microsoft.com/office/drawing/2014/main" id="{F78006AA-99C3-4F7F-815B-6738A4D95DB1}"/>
              </a:ext>
            </a:extLst>
          </p:cNvPr>
          <p:cNvSpPr>
            <a:spLocks noGrp="1"/>
          </p:cNvSpPr>
          <p:nvPr/>
        </p:nvSpPr>
        <p:spPr>
          <a:xfrm>
            <a:off x="4258161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8" name="Stage1_sixpanel_6129">
            <a:extLst>
              <a:ext uri="{FF2B5EF4-FFF2-40B4-BE49-F238E27FC236}">
                <a16:creationId xmlns:a16="http://schemas.microsoft.com/office/drawing/2014/main" id="{38CDD4FA-C20D-42E9-97FB-4EAAA6812B26}"/>
              </a:ext>
            </a:extLst>
          </p:cNvPr>
          <p:cNvSpPr>
            <a:spLocks noGrp="1"/>
          </p:cNvSpPr>
          <p:nvPr/>
        </p:nvSpPr>
        <p:spPr>
          <a:xfrm>
            <a:off x="41815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59" name="Stage1_sixpanel_6130">
            <a:extLst>
              <a:ext uri="{FF2B5EF4-FFF2-40B4-BE49-F238E27FC236}">
                <a16:creationId xmlns:a16="http://schemas.microsoft.com/office/drawing/2014/main" id="{B992EA83-DD30-441D-A2DD-9D1715CF07E1}"/>
              </a:ext>
            </a:extLst>
          </p:cNvPr>
          <p:cNvSpPr>
            <a:spLocks noGrp="1"/>
          </p:cNvSpPr>
          <p:nvPr/>
        </p:nvSpPr>
        <p:spPr>
          <a:xfrm>
            <a:off x="42503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0" name="Stage1_sixpanel_6131">
            <a:extLst>
              <a:ext uri="{FF2B5EF4-FFF2-40B4-BE49-F238E27FC236}">
                <a16:creationId xmlns:a16="http://schemas.microsoft.com/office/drawing/2014/main" id="{7C98CBCE-4D7C-450D-941B-A021D3269814}"/>
              </a:ext>
            </a:extLst>
          </p:cNvPr>
          <p:cNvSpPr>
            <a:spLocks noGrp="1"/>
          </p:cNvSpPr>
          <p:nvPr/>
        </p:nvSpPr>
        <p:spPr>
          <a:xfrm>
            <a:off x="42216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1" name="Stage1_sixpanel_6132">
            <a:extLst>
              <a:ext uri="{FF2B5EF4-FFF2-40B4-BE49-F238E27FC236}">
                <a16:creationId xmlns:a16="http://schemas.microsoft.com/office/drawing/2014/main" id="{1D81A6F1-4C31-4360-8CAE-BC50AB9C8CC2}"/>
              </a:ext>
            </a:extLst>
          </p:cNvPr>
          <p:cNvSpPr>
            <a:spLocks noGrp="1"/>
          </p:cNvSpPr>
          <p:nvPr/>
        </p:nvSpPr>
        <p:spPr>
          <a:xfrm>
            <a:off x="423676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2" name="Stage1_sixpanel_6133">
            <a:extLst>
              <a:ext uri="{FF2B5EF4-FFF2-40B4-BE49-F238E27FC236}">
                <a16:creationId xmlns:a16="http://schemas.microsoft.com/office/drawing/2014/main" id="{93D434A0-EAF9-4B33-9B95-D657C2D7A7DB}"/>
              </a:ext>
            </a:extLst>
          </p:cNvPr>
          <p:cNvSpPr>
            <a:spLocks noGrp="1"/>
          </p:cNvSpPr>
          <p:nvPr/>
        </p:nvSpPr>
        <p:spPr>
          <a:xfrm>
            <a:off x="4203803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3" name="Stage1_sixpanel_6134">
            <a:extLst>
              <a:ext uri="{FF2B5EF4-FFF2-40B4-BE49-F238E27FC236}">
                <a16:creationId xmlns:a16="http://schemas.microsoft.com/office/drawing/2014/main" id="{4385CDD4-C8E8-4689-B744-A740C0233D4C}"/>
              </a:ext>
            </a:extLst>
          </p:cNvPr>
          <p:cNvSpPr>
            <a:spLocks noGrp="1"/>
          </p:cNvSpPr>
          <p:nvPr/>
        </p:nvSpPr>
        <p:spPr>
          <a:xfrm>
            <a:off x="4301403" y="24424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4" name="Stage1_sixpanel_6135">
            <a:extLst>
              <a:ext uri="{FF2B5EF4-FFF2-40B4-BE49-F238E27FC236}">
                <a16:creationId xmlns:a16="http://schemas.microsoft.com/office/drawing/2014/main" id="{6BD94ABE-B1F3-4051-BDA9-0633B0BCDE5A}"/>
              </a:ext>
            </a:extLst>
          </p:cNvPr>
          <p:cNvSpPr>
            <a:spLocks noGrp="1"/>
          </p:cNvSpPr>
          <p:nvPr/>
        </p:nvSpPr>
        <p:spPr>
          <a:xfrm>
            <a:off x="42248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5" name="Stage1_sixpanel_6136">
            <a:extLst>
              <a:ext uri="{FF2B5EF4-FFF2-40B4-BE49-F238E27FC236}">
                <a16:creationId xmlns:a16="http://schemas.microsoft.com/office/drawing/2014/main" id="{A8B74795-E173-4C2E-A1F1-9DC4B77116B2}"/>
              </a:ext>
            </a:extLst>
          </p:cNvPr>
          <p:cNvSpPr>
            <a:spLocks noGrp="1"/>
          </p:cNvSpPr>
          <p:nvPr/>
        </p:nvSpPr>
        <p:spPr>
          <a:xfrm>
            <a:off x="417605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6" name="Stage1_sixpanel_6137">
            <a:extLst>
              <a:ext uri="{FF2B5EF4-FFF2-40B4-BE49-F238E27FC236}">
                <a16:creationId xmlns:a16="http://schemas.microsoft.com/office/drawing/2014/main" id="{D12ACC38-2FEA-4333-9028-95D22DF8CC8C}"/>
              </a:ext>
            </a:extLst>
          </p:cNvPr>
          <p:cNvSpPr>
            <a:spLocks noGrp="1"/>
          </p:cNvSpPr>
          <p:nvPr/>
        </p:nvSpPr>
        <p:spPr>
          <a:xfrm>
            <a:off x="4216066" y="146928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7" name="Stage1_sixpanel_6138">
            <a:extLst>
              <a:ext uri="{FF2B5EF4-FFF2-40B4-BE49-F238E27FC236}">
                <a16:creationId xmlns:a16="http://schemas.microsoft.com/office/drawing/2014/main" id="{33CAB030-5C18-43F1-A9D0-8563D9C5EE08}"/>
              </a:ext>
            </a:extLst>
          </p:cNvPr>
          <p:cNvSpPr>
            <a:spLocks noGrp="1"/>
          </p:cNvSpPr>
          <p:nvPr/>
        </p:nvSpPr>
        <p:spPr>
          <a:xfrm>
            <a:off x="421647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8" name="Stage1_sixpanel_6139">
            <a:extLst>
              <a:ext uri="{FF2B5EF4-FFF2-40B4-BE49-F238E27FC236}">
                <a16:creationId xmlns:a16="http://schemas.microsoft.com/office/drawing/2014/main" id="{60E6B0C1-74A9-433E-AAA4-1484DB756BC8}"/>
              </a:ext>
            </a:extLst>
          </p:cNvPr>
          <p:cNvSpPr>
            <a:spLocks noGrp="1"/>
          </p:cNvSpPr>
          <p:nvPr/>
        </p:nvSpPr>
        <p:spPr>
          <a:xfrm>
            <a:off x="41858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69" name="Stage1_sixpanel_6140">
            <a:extLst>
              <a:ext uri="{FF2B5EF4-FFF2-40B4-BE49-F238E27FC236}">
                <a16:creationId xmlns:a16="http://schemas.microsoft.com/office/drawing/2014/main" id="{C76F15EC-F43B-40A4-B3EF-95F7B9D9F0A3}"/>
              </a:ext>
            </a:extLst>
          </p:cNvPr>
          <p:cNvSpPr>
            <a:spLocks noGrp="1"/>
          </p:cNvSpPr>
          <p:nvPr/>
        </p:nvSpPr>
        <p:spPr>
          <a:xfrm>
            <a:off x="4316450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0" name="Stage1_sixpanel_6141">
            <a:extLst>
              <a:ext uri="{FF2B5EF4-FFF2-40B4-BE49-F238E27FC236}">
                <a16:creationId xmlns:a16="http://schemas.microsoft.com/office/drawing/2014/main" id="{B3FC947D-96C8-408F-9198-B1EC5B8004FC}"/>
              </a:ext>
            </a:extLst>
          </p:cNvPr>
          <p:cNvSpPr>
            <a:spLocks noGrp="1"/>
          </p:cNvSpPr>
          <p:nvPr/>
        </p:nvSpPr>
        <p:spPr>
          <a:xfrm>
            <a:off x="4256827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1" name="Stage1_sixpanel_6142">
            <a:extLst>
              <a:ext uri="{FF2B5EF4-FFF2-40B4-BE49-F238E27FC236}">
                <a16:creationId xmlns:a16="http://schemas.microsoft.com/office/drawing/2014/main" id="{2A53448A-54F1-4A96-80C3-089A5521987A}"/>
              </a:ext>
            </a:extLst>
          </p:cNvPr>
          <p:cNvSpPr>
            <a:spLocks noGrp="1"/>
          </p:cNvSpPr>
          <p:nvPr/>
        </p:nvSpPr>
        <p:spPr>
          <a:xfrm>
            <a:off x="416863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2" name="Stage1_sixpanel_6143">
            <a:extLst>
              <a:ext uri="{FF2B5EF4-FFF2-40B4-BE49-F238E27FC236}">
                <a16:creationId xmlns:a16="http://schemas.microsoft.com/office/drawing/2014/main" id="{BA8BD6AE-F488-4291-99DA-8CC15630C228}"/>
              </a:ext>
            </a:extLst>
          </p:cNvPr>
          <p:cNvSpPr>
            <a:spLocks noGrp="1"/>
          </p:cNvSpPr>
          <p:nvPr/>
        </p:nvSpPr>
        <p:spPr>
          <a:xfrm>
            <a:off x="4321207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3" name="Stage1_sixpanel_6144">
            <a:extLst>
              <a:ext uri="{FF2B5EF4-FFF2-40B4-BE49-F238E27FC236}">
                <a16:creationId xmlns:a16="http://schemas.microsoft.com/office/drawing/2014/main" id="{EA8185B3-A8A1-48F3-A8EA-50C49981A457}"/>
              </a:ext>
            </a:extLst>
          </p:cNvPr>
          <p:cNvSpPr>
            <a:spLocks noGrp="1"/>
          </p:cNvSpPr>
          <p:nvPr/>
        </p:nvSpPr>
        <p:spPr>
          <a:xfrm>
            <a:off x="416383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4" name="Stage1_sixpanel_6145">
            <a:extLst>
              <a:ext uri="{FF2B5EF4-FFF2-40B4-BE49-F238E27FC236}">
                <a16:creationId xmlns:a16="http://schemas.microsoft.com/office/drawing/2014/main" id="{ACF47197-D75C-462C-B0D6-AEEB0C3CE70A}"/>
              </a:ext>
            </a:extLst>
          </p:cNvPr>
          <p:cNvSpPr>
            <a:spLocks noGrp="1"/>
          </p:cNvSpPr>
          <p:nvPr/>
        </p:nvSpPr>
        <p:spPr>
          <a:xfrm>
            <a:off x="429203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5" name="Stage1_sixpanel_6146">
            <a:extLst>
              <a:ext uri="{FF2B5EF4-FFF2-40B4-BE49-F238E27FC236}">
                <a16:creationId xmlns:a16="http://schemas.microsoft.com/office/drawing/2014/main" id="{AAC06366-47E8-4037-BD5A-7F11D1623DCD}"/>
              </a:ext>
            </a:extLst>
          </p:cNvPr>
          <p:cNvSpPr>
            <a:spLocks noGrp="1"/>
          </p:cNvSpPr>
          <p:nvPr/>
        </p:nvSpPr>
        <p:spPr>
          <a:xfrm>
            <a:off x="4203272" y="1784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6" name="Stage1_sixpanel_6147">
            <a:extLst>
              <a:ext uri="{FF2B5EF4-FFF2-40B4-BE49-F238E27FC236}">
                <a16:creationId xmlns:a16="http://schemas.microsoft.com/office/drawing/2014/main" id="{9F8B7885-A44D-4330-8B2F-88ED1D483AEB}"/>
              </a:ext>
            </a:extLst>
          </p:cNvPr>
          <p:cNvSpPr>
            <a:spLocks noGrp="1"/>
          </p:cNvSpPr>
          <p:nvPr/>
        </p:nvSpPr>
        <p:spPr>
          <a:xfrm>
            <a:off x="4204015" y="233846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7" name="Stage1_sixpanel_6148">
            <a:extLst>
              <a:ext uri="{FF2B5EF4-FFF2-40B4-BE49-F238E27FC236}">
                <a16:creationId xmlns:a16="http://schemas.microsoft.com/office/drawing/2014/main" id="{F96F488B-7E26-46C9-ADD7-38781205E280}"/>
              </a:ext>
            </a:extLst>
          </p:cNvPr>
          <p:cNvSpPr>
            <a:spLocks noGrp="1"/>
          </p:cNvSpPr>
          <p:nvPr/>
        </p:nvSpPr>
        <p:spPr>
          <a:xfrm>
            <a:off x="4297789" y="17162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8" name="Stage1_sixpanel_6149">
            <a:extLst>
              <a:ext uri="{FF2B5EF4-FFF2-40B4-BE49-F238E27FC236}">
                <a16:creationId xmlns:a16="http://schemas.microsoft.com/office/drawing/2014/main" id="{13C803E4-EDD1-4929-A4D1-795637F56A5E}"/>
              </a:ext>
            </a:extLst>
          </p:cNvPr>
          <p:cNvSpPr>
            <a:spLocks noGrp="1"/>
          </p:cNvSpPr>
          <p:nvPr/>
        </p:nvSpPr>
        <p:spPr>
          <a:xfrm>
            <a:off x="4182595" y="24942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79" name="Stage1_sixpanel_6150">
            <a:extLst>
              <a:ext uri="{FF2B5EF4-FFF2-40B4-BE49-F238E27FC236}">
                <a16:creationId xmlns:a16="http://schemas.microsoft.com/office/drawing/2014/main" id="{E9CD9E7D-9336-44CE-9360-83596C233D9F}"/>
              </a:ext>
            </a:extLst>
          </p:cNvPr>
          <p:cNvSpPr>
            <a:spLocks noGrp="1"/>
          </p:cNvSpPr>
          <p:nvPr/>
        </p:nvSpPr>
        <p:spPr>
          <a:xfrm>
            <a:off x="42854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0" name="Stage1_sixpanel_6151">
            <a:extLst>
              <a:ext uri="{FF2B5EF4-FFF2-40B4-BE49-F238E27FC236}">
                <a16:creationId xmlns:a16="http://schemas.microsoft.com/office/drawing/2014/main" id="{913407E0-2A2F-4FA8-A9E8-B7CC929A04E6}"/>
              </a:ext>
            </a:extLst>
          </p:cNvPr>
          <p:cNvSpPr>
            <a:spLocks noGrp="1"/>
          </p:cNvSpPr>
          <p:nvPr/>
        </p:nvSpPr>
        <p:spPr>
          <a:xfrm>
            <a:off x="42838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1" name="Stage1_sixpanel_6152">
            <a:extLst>
              <a:ext uri="{FF2B5EF4-FFF2-40B4-BE49-F238E27FC236}">
                <a16:creationId xmlns:a16="http://schemas.microsoft.com/office/drawing/2014/main" id="{513B2EF2-0DE8-4E66-AF2F-3507455714CF}"/>
              </a:ext>
            </a:extLst>
          </p:cNvPr>
          <p:cNvSpPr>
            <a:spLocks noGrp="1"/>
          </p:cNvSpPr>
          <p:nvPr/>
        </p:nvSpPr>
        <p:spPr>
          <a:xfrm>
            <a:off x="4288978" y="25826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2" name="Stage1_sixpanel_6153">
            <a:extLst>
              <a:ext uri="{FF2B5EF4-FFF2-40B4-BE49-F238E27FC236}">
                <a16:creationId xmlns:a16="http://schemas.microsoft.com/office/drawing/2014/main" id="{E441FFDA-AC91-4B3A-8D49-664640472EA8}"/>
              </a:ext>
            </a:extLst>
          </p:cNvPr>
          <p:cNvSpPr>
            <a:spLocks noGrp="1"/>
          </p:cNvSpPr>
          <p:nvPr/>
        </p:nvSpPr>
        <p:spPr>
          <a:xfrm>
            <a:off x="417102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3" name="Stage1_sixpanel_6154">
            <a:extLst>
              <a:ext uri="{FF2B5EF4-FFF2-40B4-BE49-F238E27FC236}">
                <a16:creationId xmlns:a16="http://schemas.microsoft.com/office/drawing/2014/main" id="{B2B0A6B7-88C9-418B-97DB-4BCCCE438FE1}"/>
              </a:ext>
            </a:extLst>
          </p:cNvPr>
          <p:cNvSpPr>
            <a:spLocks noGrp="1"/>
          </p:cNvSpPr>
          <p:nvPr/>
        </p:nvSpPr>
        <p:spPr>
          <a:xfrm>
            <a:off x="4198341" y="2180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4" name="Stage1_sixpanel_6155">
            <a:extLst>
              <a:ext uri="{FF2B5EF4-FFF2-40B4-BE49-F238E27FC236}">
                <a16:creationId xmlns:a16="http://schemas.microsoft.com/office/drawing/2014/main" id="{B4415E86-FEDE-4749-92AA-90BFC32360E6}"/>
              </a:ext>
            </a:extLst>
          </p:cNvPr>
          <p:cNvSpPr>
            <a:spLocks noGrp="1"/>
          </p:cNvSpPr>
          <p:nvPr/>
        </p:nvSpPr>
        <p:spPr>
          <a:xfrm>
            <a:off x="422173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5" name="Stage1_sixpanel_6156">
            <a:extLst>
              <a:ext uri="{FF2B5EF4-FFF2-40B4-BE49-F238E27FC236}">
                <a16:creationId xmlns:a16="http://schemas.microsoft.com/office/drawing/2014/main" id="{3C986311-B7D5-4BDA-8BDC-A51B8229F0AA}"/>
              </a:ext>
            </a:extLst>
          </p:cNvPr>
          <p:cNvSpPr>
            <a:spLocks noGrp="1"/>
          </p:cNvSpPr>
          <p:nvPr/>
        </p:nvSpPr>
        <p:spPr>
          <a:xfrm>
            <a:off x="42987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6" name="Stage1_sixpanel_6157">
            <a:extLst>
              <a:ext uri="{FF2B5EF4-FFF2-40B4-BE49-F238E27FC236}">
                <a16:creationId xmlns:a16="http://schemas.microsoft.com/office/drawing/2014/main" id="{922DEE6A-E9A4-4699-855A-53DD0DDE6D58}"/>
              </a:ext>
            </a:extLst>
          </p:cNvPr>
          <p:cNvSpPr>
            <a:spLocks noGrp="1"/>
          </p:cNvSpPr>
          <p:nvPr/>
        </p:nvSpPr>
        <p:spPr>
          <a:xfrm>
            <a:off x="427851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7" name="Stage1_sixpanel_6158">
            <a:extLst>
              <a:ext uri="{FF2B5EF4-FFF2-40B4-BE49-F238E27FC236}">
                <a16:creationId xmlns:a16="http://schemas.microsoft.com/office/drawing/2014/main" id="{81FE9339-5D61-4682-9545-212C116F4F33}"/>
              </a:ext>
            </a:extLst>
          </p:cNvPr>
          <p:cNvSpPr>
            <a:spLocks noGrp="1"/>
          </p:cNvSpPr>
          <p:nvPr/>
        </p:nvSpPr>
        <p:spPr>
          <a:xfrm>
            <a:off x="425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8" name="Stage1_sixpanel_6159">
            <a:extLst>
              <a:ext uri="{FF2B5EF4-FFF2-40B4-BE49-F238E27FC236}">
                <a16:creationId xmlns:a16="http://schemas.microsoft.com/office/drawing/2014/main" id="{11147633-A18C-462A-AA10-C9C7FBA133EA}"/>
              </a:ext>
            </a:extLst>
          </p:cNvPr>
          <p:cNvSpPr>
            <a:spLocks noGrp="1"/>
          </p:cNvSpPr>
          <p:nvPr/>
        </p:nvSpPr>
        <p:spPr>
          <a:xfrm>
            <a:off x="4312371" y="20569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89" name="Stage1_sixpanel_6160">
            <a:extLst>
              <a:ext uri="{FF2B5EF4-FFF2-40B4-BE49-F238E27FC236}">
                <a16:creationId xmlns:a16="http://schemas.microsoft.com/office/drawing/2014/main" id="{4BF853E3-03D6-40A6-BAA9-168DB70FE348}"/>
              </a:ext>
            </a:extLst>
          </p:cNvPr>
          <p:cNvSpPr>
            <a:spLocks noGrp="1"/>
          </p:cNvSpPr>
          <p:nvPr/>
        </p:nvSpPr>
        <p:spPr>
          <a:xfrm>
            <a:off x="4257848" y="208821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0" name="Stage1_sixpanel_6161">
            <a:extLst>
              <a:ext uri="{FF2B5EF4-FFF2-40B4-BE49-F238E27FC236}">
                <a16:creationId xmlns:a16="http://schemas.microsoft.com/office/drawing/2014/main" id="{92F2BF3F-92A3-444F-A3EC-4E62542CB772}"/>
              </a:ext>
            </a:extLst>
          </p:cNvPr>
          <p:cNvSpPr>
            <a:spLocks noGrp="1"/>
          </p:cNvSpPr>
          <p:nvPr/>
        </p:nvSpPr>
        <p:spPr>
          <a:xfrm>
            <a:off x="422159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1" name="Stage1_sixpanel_6162">
            <a:extLst>
              <a:ext uri="{FF2B5EF4-FFF2-40B4-BE49-F238E27FC236}">
                <a16:creationId xmlns:a16="http://schemas.microsoft.com/office/drawing/2014/main" id="{09116DDA-095F-4CFA-8DDB-CB06EF7BF21B}"/>
              </a:ext>
            </a:extLst>
          </p:cNvPr>
          <p:cNvSpPr>
            <a:spLocks noGrp="1"/>
          </p:cNvSpPr>
          <p:nvPr/>
        </p:nvSpPr>
        <p:spPr>
          <a:xfrm>
            <a:off x="4316781" y="163772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2" name="Stage1_sixpanel_6163">
            <a:extLst>
              <a:ext uri="{FF2B5EF4-FFF2-40B4-BE49-F238E27FC236}">
                <a16:creationId xmlns:a16="http://schemas.microsoft.com/office/drawing/2014/main" id="{905AFCC5-31A6-4338-85E9-8283DF30E915}"/>
              </a:ext>
            </a:extLst>
          </p:cNvPr>
          <p:cNvSpPr>
            <a:spLocks noGrp="1"/>
          </p:cNvSpPr>
          <p:nvPr/>
        </p:nvSpPr>
        <p:spPr>
          <a:xfrm>
            <a:off x="4221531" y="17655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3" name="Stage1_sixpanel_6164">
            <a:extLst>
              <a:ext uri="{FF2B5EF4-FFF2-40B4-BE49-F238E27FC236}">
                <a16:creationId xmlns:a16="http://schemas.microsoft.com/office/drawing/2014/main" id="{2D4CBFDF-1FB1-4828-B662-F38996D43D89}"/>
              </a:ext>
            </a:extLst>
          </p:cNvPr>
          <p:cNvSpPr>
            <a:spLocks noGrp="1"/>
          </p:cNvSpPr>
          <p:nvPr/>
        </p:nvSpPr>
        <p:spPr>
          <a:xfrm>
            <a:off x="42480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4" name="Stage1_sixpanel_6165">
            <a:extLst>
              <a:ext uri="{FF2B5EF4-FFF2-40B4-BE49-F238E27FC236}">
                <a16:creationId xmlns:a16="http://schemas.microsoft.com/office/drawing/2014/main" id="{AFD519A6-4FD9-4CE7-BC53-952914EAEEB7}"/>
              </a:ext>
            </a:extLst>
          </p:cNvPr>
          <p:cNvSpPr>
            <a:spLocks noGrp="1"/>
          </p:cNvSpPr>
          <p:nvPr/>
        </p:nvSpPr>
        <p:spPr>
          <a:xfrm>
            <a:off x="4305552" y="12262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5" name="Stage1_sixpanel_6166">
            <a:extLst>
              <a:ext uri="{FF2B5EF4-FFF2-40B4-BE49-F238E27FC236}">
                <a16:creationId xmlns:a16="http://schemas.microsoft.com/office/drawing/2014/main" id="{3165F20D-F356-4F21-A749-8961AAEF0214}"/>
              </a:ext>
            </a:extLst>
          </p:cNvPr>
          <p:cNvSpPr>
            <a:spLocks noGrp="1"/>
          </p:cNvSpPr>
          <p:nvPr/>
        </p:nvSpPr>
        <p:spPr>
          <a:xfrm>
            <a:off x="4244799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6" name="Stage1_sixpanel_6167">
            <a:extLst>
              <a:ext uri="{FF2B5EF4-FFF2-40B4-BE49-F238E27FC236}">
                <a16:creationId xmlns:a16="http://schemas.microsoft.com/office/drawing/2014/main" id="{C96BD027-5AAE-4050-94B9-FD1219A31A5D}"/>
              </a:ext>
            </a:extLst>
          </p:cNvPr>
          <p:cNvSpPr>
            <a:spLocks noGrp="1"/>
          </p:cNvSpPr>
          <p:nvPr/>
        </p:nvSpPr>
        <p:spPr>
          <a:xfrm>
            <a:off x="427492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7" name="Stage1_sixpanel_6168">
            <a:extLst>
              <a:ext uri="{FF2B5EF4-FFF2-40B4-BE49-F238E27FC236}">
                <a16:creationId xmlns:a16="http://schemas.microsoft.com/office/drawing/2014/main" id="{DFBF065F-49D1-4997-93C8-848861010A4F}"/>
              </a:ext>
            </a:extLst>
          </p:cNvPr>
          <p:cNvSpPr>
            <a:spLocks noGrp="1"/>
          </p:cNvSpPr>
          <p:nvPr/>
        </p:nvSpPr>
        <p:spPr>
          <a:xfrm>
            <a:off x="415205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8" name="Stage1_sixpanel_6169">
            <a:extLst>
              <a:ext uri="{FF2B5EF4-FFF2-40B4-BE49-F238E27FC236}">
                <a16:creationId xmlns:a16="http://schemas.microsoft.com/office/drawing/2014/main" id="{04F6AC71-09D0-42E9-946F-E53223E757EE}"/>
              </a:ext>
            </a:extLst>
          </p:cNvPr>
          <p:cNvSpPr>
            <a:spLocks noGrp="1"/>
          </p:cNvSpPr>
          <p:nvPr/>
        </p:nvSpPr>
        <p:spPr>
          <a:xfrm>
            <a:off x="4313075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999" name="Stage1_sixpanel_6170">
            <a:extLst>
              <a:ext uri="{FF2B5EF4-FFF2-40B4-BE49-F238E27FC236}">
                <a16:creationId xmlns:a16="http://schemas.microsoft.com/office/drawing/2014/main" id="{8F8D8EAE-CC7D-4E41-8B29-3806BB8AD015}"/>
              </a:ext>
            </a:extLst>
          </p:cNvPr>
          <p:cNvSpPr>
            <a:spLocks noGrp="1"/>
          </p:cNvSpPr>
          <p:nvPr/>
        </p:nvSpPr>
        <p:spPr>
          <a:xfrm>
            <a:off x="420127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0" name="Stage1_sixpanel_6171">
            <a:extLst>
              <a:ext uri="{FF2B5EF4-FFF2-40B4-BE49-F238E27FC236}">
                <a16:creationId xmlns:a16="http://schemas.microsoft.com/office/drawing/2014/main" id="{09427195-BE44-49D1-A9C2-7CA52C942CB9}"/>
              </a:ext>
            </a:extLst>
          </p:cNvPr>
          <p:cNvSpPr>
            <a:spLocks noGrp="1"/>
          </p:cNvSpPr>
          <p:nvPr/>
        </p:nvSpPr>
        <p:spPr>
          <a:xfrm>
            <a:off x="4189197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1" name="Stage1_sixpanel_6172">
            <a:extLst>
              <a:ext uri="{FF2B5EF4-FFF2-40B4-BE49-F238E27FC236}">
                <a16:creationId xmlns:a16="http://schemas.microsoft.com/office/drawing/2014/main" id="{34B057C5-3946-43CD-BCAC-CA0B02EB9C0E}"/>
              </a:ext>
            </a:extLst>
          </p:cNvPr>
          <p:cNvSpPr>
            <a:spLocks noGrp="1"/>
          </p:cNvSpPr>
          <p:nvPr/>
        </p:nvSpPr>
        <p:spPr>
          <a:xfrm>
            <a:off x="4287382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2" name="Stage1_sixpanel_6173">
            <a:extLst>
              <a:ext uri="{FF2B5EF4-FFF2-40B4-BE49-F238E27FC236}">
                <a16:creationId xmlns:a16="http://schemas.microsoft.com/office/drawing/2014/main" id="{3ED07CFE-21CF-4C7C-ADB9-37191BA6F6F9}"/>
              </a:ext>
            </a:extLst>
          </p:cNvPr>
          <p:cNvSpPr>
            <a:spLocks noGrp="1"/>
          </p:cNvSpPr>
          <p:nvPr/>
        </p:nvSpPr>
        <p:spPr>
          <a:xfrm>
            <a:off x="4304822" y="1344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3" name="Stage1_sixpanel_6174">
            <a:extLst>
              <a:ext uri="{FF2B5EF4-FFF2-40B4-BE49-F238E27FC236}">
                <a16:creationId xmlns:a16="http://schemas.microsoft.com/office/drawing/2014/main" id="{C6FEE7FE-4DBB-4108-B652-F1B7E59D535D}"/>
              </a:ext>
            </a:extLst>
          </p:cNvPr>
          <p:cNvSpPr>
            <a:spLocks noGrp="1"/>
          </p:cNvSpPr>
          <p:nvPr/>
        </p:nvSpPr>
        <p:spPr>
          <a:xfrm>
            <a:off x="430850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4" name="Stage1_sixpanel_6175">
            <a:extLst>
              <a:ext uri="{FF2B5EF4-FFF2-40B4-BE49-F238E27FC236}">
                <a16:creationId xmlns:a16="http://schemas.microsoft.com/office/drawing/2014/main" id="{CE52461D-5C50-4B79-89F9-32A5D5D883E9}"/>
              </a:ext>
            </a:extLst>
          </p:cNvPr>
          <p:cNvSpPr>
            <a:spLocks noGrp="1"/>
          </p:cNvSpPr>
          <p:nvPr/>
        </p:nvSpPr>
        <p:spPr>
          <a:xfrm>
            <a:off x="424299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5" name="Stage1_sixpanel_6176">
            <a:extLst>
              <a:ext uri="{FF2B5EF4-FFF2-40B4-BE49-F238E27FC236}">
                <a16:creationId xmlns:a16="http://schemas.microsoft.com/office/drawing/2014/main" id="{41AB1778-AC26-4962-9797-6FE5639E5D37}"/>
              </a:ext>
            </a:extLst>
          </p:cNvPr>
          <p:cNvSpPr>
            <a:spLocks noGrp="1"/>
          </p:cNvSpPr>
          <p:nvPr/>
        </p:nvSpPr>
        <p:spPr>
          <a:xfrm>
            <a:off x="423117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6" name="Stage1_sixpanel_6177">
            <a:extLst>
              <a:ext uri="{FF2B5EF4-FFF2-40B4-BE49-F238E27FC236}">
                <a16:creationId xmlns:a16="http://schemas.microsoft.com/office/drawing/2014/main" id="{01716EB0-2025-4A97-A73B-B8387ECBD00D}"/>
              </a:ext>
            </a:extLst>
          </p:cNvPr>
          <p:cNvSpPr>
            <a:spLocks noGrp="1"/>
          </p:cNvSpPr>
          <p:nvPr/>
        </p:nvSpPr>
        <p:spPr>
          <a:xfrm>
            <a:off x="415958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7" name="Stage1_sixpanel_6178">
            <a:extLst>
              <a:ext uri="{FF2B5EF4-FFF2-40B4-BE49-F238E27FC236}">
                <a16:creationId xmlns:a16="http://schemas.microsoft.com/office/drawing/2014/main" id="{C60CB8C7-FE75-4F65-84A9-BC48F4801C4E}"/>
              </a:ext>
            </a:extLst>
          </p:cNvPr>
          <p:cNvSpPr>
            <a:spLocks noGrp="1"/>
          </p:cNvSpPr>
          <p:nvPr/>
        </p:nvSpPr>
        <p:spPr>
          <a:xfrm>
            <a:off x="4278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8" name="Stage1_sixpanel_6179">
            <a:extLst>
              <a:ext uri="{FF2B5EF4-FFF2-40B4-BE49-F238E27FC236}">
                <a16:creationId xmlns:a16="http://schemas.microsoft.com/office/drawing/2014/main" id="{FDADFEFA-0B4A-4E85-837E-94187FF4599F}"/>
              </a:ext>
            </a:extLst>
          </p:cNvPr>
          <p:cNvSpPr>
            <a:spLocks noGrp="1"/>
          </p:cNvSpPr>
          <p:nvPr/>
        </p:nvSpPr>
        <p:spPr>
          <a:xfrm>
            <a:off x="4217926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09" name="Stage1_sixpanel_6180">
            <a:extLst>
              <a:ext uri="{FF2B5EF4-FFF2-40B4-BE49-F238E27FC236}">
                <a16:creationId xmlns:a16="http://schemas.microsoft.com/office/drawing/2014/main" id="{9B94FB39-0A68-4B58-8225-22A57ACC5594}"/>
              </a:ext>
            </a:extLst>
          </p:cNvPr>
          <p:cNvSpPr>
            <a:spLocks noGrp="1"/>
          </p:cNvSpPr>
          <p:nvPr/>
        </p:nvSpPr>
        <p:spPr>
          <a:xfrm>
            <a:off x="4212001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0" name="Stage1_sixpanel_6181">
            <a:extLst>
              <a:ext uri="{FF2B5EF4-FFF2-40B4-BE49-F238E27FC236}">
                <a16:creationId xmlns:a16="http://schemas.microsoft.com/office/drawing/2014/main" id="{B668CDDF-1A4F-4857-9E72-35BFAFA9F150}"/>
              </a:ext>
            </a:extLst>
          </p:cNvPr>
          <p:cNvSpPr>
            <a:spLocks noGrp="1"/>
          </p:cNvSpPr>
          <p:nvPr/>
        </p:nvSpPr>
        <p:spPr>
          <a:xfrm>
            <a:off x="42179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1" name="Stage1_sixpanel_6182">
            <a:extLst>
              <a:ext uri="{FF2B5EF4-FFF2-40B4-BE49-F238E27FC236}">
                <a16:creationId xmlns:a16="http://schemas.microsoft.com/office/drawing/2014/main" id="{39D65B10-00AD-4634-9345-2BC83F1AA14C}"/>
              </a:ext>
            </a:extLst>
          </p:cNvPr>
          <p:cNvSpPr>
            <a:spLocks noGrp="1"/>
          </p:cNvSpPr>
          <p:nvPr/>
        </p:nvSpPr>
        <p:spPr>
          <a:xfrm>
            <a:off x="4293666" y="226121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2" name="Stage1_sixpanel_6183">
            <a:extLst>
              <a:ext uri="{FF2B5EF4-FFF2-40B4-BE49-F238E27FC236}">
                <a16:creationId xmlns:a16="http://schemas.microsoft.com/office/drawing/2014/main" id="{CC61B559-92B8-4437-BDB8-149D365129A5}"/>
              </a:ext>
            </a:extLst>
          </p:cNvPr>
          <p:cNvSpPr>
            <a:spLocks noGrp="1"/>
          </p:cNvSpPr>
          <p:nvPr/>
        </p:nvSpPr>
        <p:spPr>
          <a:xfrm>
            <a:off x="4165175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3" name="Stage1_sixpanel_6184">
            <a:extLst>
              <a:ext uri="{FF2B5EF4-FFF2-40B4-BE49-F238E27FC236}">
                <a16:creationId xmlns:a16="http://schemas.microsoft.com/office/drawing/2014/main" id="{74B339B6-DCB7-4837-A17A-12B8D47272C4}"/>
              </a:ext>
            </a:extLst>
          </p:cNvPr>
          <p:cNvSpPr>
            <a:spLocks noGrp="1"/>
          </p:cNvSpPr>
          <p:nvPr/>
        </p:nvSpPr>
        <p:spPr>
          <a:xfrm>
            <a:off x="423030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4" name="Stage1_sixpanel_6185">
            <a:extLst>
              <a:ext uri="{FF2B5EF4-FFF2-40B4-BE49-F238E27FC236}">
                <a16:creationId xmlns:a16="http://schemas.microsoft.com/office/drawing/2014/main" id="{52F2701B-D13E-49B8-9619-142F48A05FCE}"/>
              </a:ext>
            </a:extLst>
          </p:cNvPr>
          <p:cNvSpPr>
            <a:spLocks noGrp="1"/>
          </p:cNvSpPr>
          <p:nvPr/>
        </p:nvSpPr>
        <p:spPr>
          <a:xfrm>
            <a:off x="4295270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5" name="Stage1_sixpanel_6186">
            <a:extLst>
              <a:ext uri="{FF2B5EF4-FFF2-40B4-BE49-F238E27FC236}">
                <a16:creationId xmlns:a16="http://schemas.microsoft.com/office/drawing/2014/main" id="{8F10DF31-975F-46C9-BCE6-BC94A50BCFD9}"/>
              </a:ext>
            </a:extLst>
          </p:cNvPr>
          <p:cNvSpPr>
            <a:spLocks noGrp="1"/>
          </p:cNvSpPr>
          <p:nvPr/>
        </p:nvSpPr>
        <p:spPr>
          <a:xfrm>
            <a:off x="416850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6" name="Stage1_sixpanel_6187">
            <a:extLst>
              <a:ext uri="{FF2B5EF4-FFF2-40B4-BE49-F238E27FC236}">
                <a16:creationId xmlns:a16="http://schemas.microsoft.com/office/drawing/2014/main" id="{78894489-5669-4692-83E1-3562620B75D9}"/>
              </a:ext>
            </a:extLst>
          </p:cNvPr>
          <p:cNvSpPr>
            <a:spLocks noGrp="1"/>
          </p:cNvSpPr>
          <p:nvPr/>
        </p:nvSpPr>
        <p:spPr>
          <a:xfrm>
            <a:off x="4271777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7" name="Stage1_sixpanel_6188">
            <a:extLst>
              <a:ext uri="{FF2B5EF4-FFF2-40B4-BE49-F238E27FC236}">
                <a16:creationId xmlns:a16="http://schemas.microsoft.com/office/drawing/2014/main" id="{22CF49C9-294B-4246-B800-B43176027C6F}"/>
              </a:ext>
            </a:extLst>
          </p:cNvPr>
          <p:cNvSpPr>
            <a:spLocks noGrp="1"/>
          </p:cNvSpPr>
          <p:nvPr/>
        </p:nvSpPr>
        <p:spPr>
          <a:xfrm>
            <a:off x="41560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8" name="Stage1_sixpanel_6189">
            <a:extLst>
              <a:ext uri="{FF2B5EF4-FFF2-40B4-BE49-F238E27FC236}">
                <a16:creationId xmlns:a16="http://schemas.microsoft.com/office/drawing/2014/main" id="{3A4C57F6-67B5-4E41-92DF-BDE6BC1CA5E6}"/>
              </a:ext>
            </a:extLst>
          </p:cNvPr>
          <p:cNvSpPr>
            <a:spLocks noGrp="1"/>
          </p:cNvSpPr>
          <p:nvPr/>
        </p:nvSpPr>
        <p:spPr>
          <a:xfrm>
            <a:off x="4166272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19" name="Stage1_sixpanel_6190">
            <a:extLst>
              <a:ext uri="{FF2B5EF4-FFF2-40B4-BE49-F238E27FC236}">
                <a16:creationId xmlns:a16="http://schemas.microsoft.com/office/drawing/2014/main" id="{B4401FBA-7528-4C19-90B8-00ABC30CFBFE}"/>
              </a:ext>
            </a:extLst>
          </p:cNvPr>
          <p:cNvSpPr>
            <a:spLocks noGrp="1"/>
          </p:cNvSpPr>
          <p:nvPr/>
        </p:nvSpPr>
        <p:spPr>
          <a:xfrm>
            <a:off x="426474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0" name="Stage1_sixpanel_6191">
            <a:extLst>
              <a:ext uri="{FF2B5EF4-FFF2-40B4-BE49-F238E27FC236}">
                <a16:creationId xmlns:a16="http://schemas.microsoft.com/office/drawing/2014/main" id="{FB366010-61FD-4064-80CA-239826730C32}"/>
              </a:ext>
            </a:extLst>
          </p:cNvPr>
          <p:cNvSpPr>
            <a:spLocks noGrp="1"/>
          </p:cNvSpPr>
          <p:nvPr/>
        </p:nvSpPr>
        <p:spPr>
          <a:xfrm>
            <a:off x="4158290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1" name="Stage1_sixpanel_6192">
            <a:extLst>
              <a:ext uri="{FF2B5EF4-FFF2-40B4-BE49-F238E27FC236}">
                <a16:creationId xmlns:a16="http://schemas.microsoft.com/office/drawing/2014/main" id="{611024FF-74C4-4D25-B6BD-C8F4AADC0639}"/>
              </a:ext>
            </a:extLst>
          </p:cNvPr>
          <p:cNvSpPr>
            <a:spLocks noGrp="1"/>
          </p:cNvSpPr>
          <p:nvPr/>
        </p:nvSpPr>
        <p:spPr>
          <a:xfrm>
            <a:off x="4190319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2" name="Stage1_sixpanel_6193">
            <a:extLst>
              <a:ext uri="{FF2B5EF4-FFF2-40B4-BE49-F238E27FC236}">
                <a16:creationId xmlns:a16="http://schemas.microsoft.com/office/drawing/2014/main" id="{07F50509-B26C-443D-BA37-559A0E50252B}"/>
              </a:ext>
            </a:extLst>
          </p:cNvPr>
          <p:cNvSpPr>
            <a:spLocks noGrp="1"/>
          </p:cNvSpPr>
          <p:nvPr/>
        </p:nvSpPr>
        <p:spPr>
          <a:xfrm>
            <a:off x="4259118" y="21034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3" name="Stage1_sixpanel_6194">
            <a:extLst>
              <a:ext uri="{FF2B5EF4-FFF2-40B4-BE49-F238E27FC236}">
                <a16:creationId xmlns:a16="http://schemas.microsoft.com/office/drawing/2014/main" id="{6D58C5F8-642E-42D1-AC51-4C02BD34B895}"/>
              </a:ext>
            </a:extLst>
          </p:cNvPr>
          <p:cNvSpPr>
            <a:spLocks noGrp="1"/>
          </p:cNvSpPr>
          <p:nvPr/>
        </p:nvSpPr>
        <p:spPr>
          <a:xfrm>
            <a:off x="4257572" y="20316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4" name="Stage1_sixpanel_6195">
            <a:extLst>
              <a:ext uri="{FF2B5EF4-FFF2-40B4-BE49-F238E27FC236}">
                <a16:creationId xmlns:a16="http://schemas.microsoft.com/office/drawing/2014/main" id="{DAE78CDE-8FC1-437F-A237-2DADE388F6EF}"/>
              </a:ext>
            </a:extLst>
          </p:cNvPr>
          <p:cNvSpPr>
            <a:spLocks noGrp="1"/>
          </p:cNvSpPr>
          <p:nvPr/>
        </p:nvSpPr>
        <p:spPr>
          <a:xfrm>
            <a:off x="4254829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5" name="Stage1_sixpanel_6196">
            <a:extLst>
              <a:ext uri="{FF2B5EF4-FFF2-40B4-BE49-F238E27FC236}">
                <a16:creationId xmlns:a16="http://schemas.microsoft.com/office/drawing/2014/main" id="{3ACEAC67-FB83-4BFA-A5A0-967E84A6A3E8}"/>
              </a:ext>
            </a:extLst>
          </p:cNvPr>
          <p:cNvSpPr>
            <a:spLocks noGrp="1"/>
          </p:cNvSpPr>
          <p:nvPr/>
        </p:nvSpPr>
        <p:spPr>
          <a:xfrm>
            <a:off x="41660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6" name="Stage1_sixpanel_6197">
            <a:extLst>
              <a:ext uri="{FF2B5EF4-FFF2-40B4-BE49-F238E27FC236}">
                <a16:creationId xmlns:a16="http://schemas.microsoft.com/office/drawing/2014/main" id="{98484EBE-E817-43D0-9FCD-6DBD9455EF9F}"/>
              </a:ext>
            </a:extLst>
          </p:cNvPr>
          <p:cNvSpPr>
            <a:spLocks noGrp="1"/>
          </p:cNvSpPr>
          <p:nvPr/>
        </p:nvSpPr>
        <p:spPr>
          <a:xfrm>
            <a:off x="41814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7" name="Stage1_sixpanel_6198">
            <a:extLst>
              <a:ext uri="{FF2B5EF4-FFF2-40B4-BE49-F238E27FC236}">
                <a16:creationId xmlns:a16="http://schemas.microsoft.com/office/drawing/2014/main" id="{D3D79A26-981C-4991-86D8-FA4E09B0F426}"/>
              </a:ext>
            </a:extLst>
          </p:cNvPr>
          <p:cNvSpPr>
            <a:spLocks noGrp="1"/>
          </p:cNvSpPr>
          <p:nvPr/>
        </p:nvSpPr>
        <p:spPr>
          <a:xfrm>
            <a:off x="4234421" y="25979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8" name="Stage1_sixpanel_6199">
            <a:extLst>
              <a:ext uri="{FF2B5EF4-FFF2-40B4-BE49-F238E27FC236}">
                <a16:creationId xmlns:a16="http://schemas.microsoft.com/office/drawing/2014/main" id="{B5A06B9E-B1B1-4B21-8949-8BF2C35C24D8}"/>
              </a:ext>
            </a:extLst>
          </p:cNvPr>
          <p:cNvSpPr>
            <a:spLocks noGrp="1"/>
          </p:cNvSpPr>
          <p:nvPr/>
        </p:nvSpPr>
        <p:spPr>
          <a:xfrm>
            <a:off x="4315706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29" name="Stage1_sixpanel_6200">
            <a:extLst>
              <a:ext uri="{FF2B5EF4-FFF2-40B4-BE49-F238E27FC236}">
                <a16:creationId xmlns:a16="http://schemas.microsoft.com/office/drawing/2014/main" id="{AD1E66B8-E7A5-4A4C-B878-B338A06E8147}"/>
              </a:ext>
            </a:extLst>
          </p:cNvPr>
          <p:cNvSpPr>
            <a:spLocks noGrp="1"/>
          </p:cNvSpPr>
          <p:nvPr/>
        </p:nvSpPr>
        <p:spPr>
          <a:xfrm>
            <a:off x="422212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0" name="Stage1_sixpanel_6201">
            <a:extLst>
              <a:ext uri="{FF2B5EF4-FFF2-40B4-BE49-F238E27FC236}">
                <a16:creationId xmlns:a16="http://schemas.microsoft.com/office/drawing/2014/main" id="{DD6D1B22-DE41-4051-8479-670DD81020AD}"/>
              </a:ext>
            </a:extLst>
          </p:cNvPr>
          <p:cNvSpPr>
            <a:spLocks noGrp="1"/>
          </p:cNvSpPr>
          <p:nvPr/>
        </p:nvSpPr>
        <p:spPr>
          <a:xfrm>
            <a:off x="4288365" y="2222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1" name="Stage1_sixpanel_6202">
            <a:extLst>
              <a:ext uri="{FF2B5EF4-FFF2-40B4-BE49-F238E27FC236}">
                <a16:creationId xmlns:a16="http://schemas.microsoft.com/office/drawing/2014/main" id="{BF21E046-7015-426B-8336-FA00FA98C455}"/>
              </a:ext>
            </a:extLst>
          </p:cNvPr>
          <p:cNvSpPr>
            <a:spLocks noGrp="1"/>
          </p:cNvSpPr>
          <p:nvPr/>
        </p:nvSpPr>
        <p:spPr>
          <a:xfrm>
            <a:off x="4193233" y="1588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2" name="Stage1_sixpanel_6203">
            <a:extLst>
              <a:ext uri="{FF2B5EF4-FFF2-40B4-BE49-F238E27FC236}">
                <a16:creationId xmlns:a16="http://schemas.microsoft.com/office/drawing/2014/main" id="{D5C55A2C-3CA5-4AE3-AD91-604C329CC1E7}"/>
              </a:ext>
            </a:extLst>
          </p:cNvPr>
          <p:cNvSpPr>
            <a:spLocks noGrp="1"/>
          </p:cNvSpPr>
          <p:nvPr/>
        </p:nvSpPr>
        <p:spPr>
          <a:xfrm>
            <a:off x="42652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3" name="Stage1_sixpanel_6204">
            <a:extLst>
              <a:ext uri="{FF2B5EF4-FFF2-40B4-BE49-F238E27FC236}">
                <a16:creationId xmlns:a16="http://schemas.microsoft.com/office/drawing/2014/main" id="{FF3CDE15-7386-41E7-88D0-7E3EE0EF55E3}"/>
              </a:ext>
            </a:extLst>
          </p:cNvPr>
          <p:cNvSpPr>
            <a:spLocks noGrp="1"/>
          </p:cNvSpPr>
          <p:nvPr/>
        </p:nvSpPr>
        <p:spPr>
          <a:xfrm>
            <a:off x="4184090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4" name="Stage1_sixpanel_6205">
            <a:extLst>
              <a:ext uri="{FF2B5EF4-FFF2-40B4-BE49-F238E27FC236}">
                <a16:creationId xmlns:a16="http://schemas.microsoft.com/office/drawing/2014/main" id="{986F73CA-F70D-4EAF-84E9-1DB54138C4A7}"/>
              </a:ext>
            </a:extLst>
          </p:cNvPr>
          <p:cNvSpPr>
            <a:spLocks noGrp="1"/>
          </p:cNvSpPr>
          <p:nvPr/>
        </p:nvSpPr>
        <p:spPr>
          <a:xfrm>
            <a:off x="42264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5" name="Stage1_sixpanel_6206">
            <a:extLst>
              <a:ext uri="{FF2B5EF4-FFF2-40B4-BE49-F238E27FC236}">
                <a16:creationId xmlns:a16="http://schemas.microsoft.com/office/drawing/2014/main" id="{1EBFAD3E-D2E7-4FDA-BB37-98930EDB4CD6}"/>
              </a:ext>
            </a:extLst>
          </p:cNvPr>
          <p:cNvSpPr>
            <a:spLocks noGrp="1"/>
          </p:cNvSpPr>
          <p:nvPr/>
        </p:nvSpPr>
        <p:spPr>
          <a:xfrm>
            <a:off x="4236332" y="16419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6" name="Stage1_sixpanel_6207">
            <a:extLst>
              <a:ext uri="{FF2B5EF4-FFF2-40B4-BE49-F238E27FC236}">
                <a16:creationId xmlns:a16="http://schemas.microsoft.com/office/drawing/2014/main" id="{967D04B8-6CFA-4EB3-809A-E268469D0C86}"/>
              </a:ext>
            </a:extLst>
          </p:cNvPr>
          <p:cNvSpPr>
            <a:spLocks noGrp="1"/>
          </p:cNvSpPr>
          <p:nvPr/>
        </p:nvSpPr>
        <p:spPr>
          <a:xfrm>
            <a:off x="4179090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7" name="Stage1_sixpanel_6208">
            <a:extLst>
              <a:ext uri="{FF2B5EF4-FFF2-40B4-BE49-F238E27FC236}">
                <a16:creationId xmlns:a16="http://schemas.microsoft.com/office/drawing/2014/main" id="{06658395-9A29-401A-BCA2-42AE4C98AAAD}"/>
              </a:ext>
            </a:extLst>
          </p:cNvPr>
          <p:cNvSpPr>
            <a:spLocks noGrp="1"/>
          </p:cNvSpPr>
          <p:nvPr/>
        </p:nvSpPr>
        <p:spPr>
          <a:xfrm>
            <a:off x="4295890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8" name="Stage1_sixpanel_6209">
            <a:extLst>
              <a:ext uri="{FF2B5EF4-FFF2-40B4-BE49-F238E27FC236}">
                <a16:creationId xmlns:a16="http://schemas.microsoft.com/office/drawing/2014/main" id="{E8F1AA7B-4263-4194-8F3A-3BFC6C66CE49}"/>
              </a:ext>
            </a:extLst>
          </p:cNvPr>
          <p:cNvSpPr>
            <a:spLocks noGrp="1"/>
          </p:cNvSpPr>
          <p:nvPr/>
        </p:nvSpPr>
        <p:spPr>
          <a:xfrm>
            <a:off x="4233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39" name="Stage1_sixpanel_6210">
            <a:extLst>
              <a:ext uri="{FF2B5EF4-FFF2-40B4-BE49-F238E27FC236}">
                <a16:creationId xmlns:a16="http://schemas.microsoft.com/office/drawing/2014/main" id="{80339E7B-23B3-404A-AABF-AD8EF88CD0FC}"/>
              </a:ext>
            </a:extLst>
          </p:cNvPr>
          <p:cNvSpPr>
            <a:spLocks noGrp="1"/>
          </p:cNvSpPr>
          <p:nvPr/>
        </p:nvSpPr>
        <p:spPr>
          <a:xfrm>
            <a:off x="4265180" y="21391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0" name="Stage1_sixpanel_6211">
            <a:extLst>
              <a:ext uri="{FF2B5EF4-FFF2-40B4-BE49-F238E27FC236}">
                <a16:creationId xmlns:a16="http://schemas.microsoft.com/office/drawing/2014/main" id="{6AED66CC-6FF5-4910-BE8F-D6AE4E622FE4}"/>
              </a:ext>
            </a:extLst>
          </p:cNvPr>
          <p:cNvSpPr>
            <a:spLocks noGrp="1"/>
          </p:cNvSpPr>
          <p:nvPr/>
        </p:nvSpPr>
        <p:spPr>
          <a:xfrm>
            <a:off x="42396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1" name="Stage1_sixpanel_6212">
            <a:extLst>
              <a:ext uri="{FF2B5EF4-FFF2-40B4-BE49-F238E27FC236}">
                <a16:creationId xmlns:a16="http://schemas.microsoft.com/office/drawing/2014/main" id="{6860F336-8148-4325-B5F4-D53181B7C4F7}"/>
              </a:ext>
            </a:extLst>
          </p:cNvPr>
          <p:cNvSpPr>
            <a:spLocks noGrp="1"/>
          </p:cNvSpPr>
          <p:nvPr/>
        </p:nvSpPr>
        <p:spPr>
          <a:xfrm>
            <a:off x="431047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2" name="Stage1_sixpanel_6213">
            <a:extLst>
              <a:ext uri="{FF2B5EF4-FFF2-40B4-BE49-F238E27FC236}">
                <a16:creationId xmlns:a16="http://schemas.microsoft.com/office/drawing/2014/main" id="{D2C96D29-9F1C-463C-86D5-277D6DE95C99}"/>
              </a:ext>
            </a:extLst>
          </p:cNvPr>
          <p:cNvSpPr>
            <a:spLocks noGrp="1"/>
          </p:cNvSpPr>
          <p:nvPr/>
        </p:nvSpPr>
        <p:spPr>
          <a:xfrm>
            <a:off x="427826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3" name="Stage1_sixpanel_6214">
            <a:extLst>
              <a:ext uri="{FF2B5EF4-FFF2-40B4-BE49-F238E27FC236}">
                <a16:creationId xmlns:a16="http://schemas.microsoft.com/office/drawing/2014/main" id="{2BE7DB1B-7641-45B5-9B37-749EE91B9846}"/>
              </a:ext>
            </a:extLst>
          </p:cNvPr>
          <p:cNvSpPr>
            <a:spLocks noGrp="1"/>
          </p:cNvSpPr>
          <p:nvPr/>
        </p:nvSpPr>
        <p:spPr>
          <a:xfrm>
            <a:off x="427832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4" name="Stage1_sixpanel_6215">
            <a:extLst>
              <a:ext uri="{FF2B5EF4-FFF2-40B4-BE49-F238E27FC236}">
                <a16:creationId xmlns:a16="http://schemas.microsoft.com/office/drawing/2014/main" id="{E168A64F-7B91-44C9-B4AA-31D391EF6599}"/>
              </a:ext>
            </a:extLst>
          </p:cNvPr>
          <p:cNvSpPr>
            <a:spLocks noGrp="1"/>
          </p:cNvSpPr>
          <p:nvPr/>
        </p:nvSpPr>
        <p:spPr>
          <a:xfrm>
            <a:off x="4247678" y="2005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5" name="Stage1_sixpanel_6216">
            <a:extLst>
              <a:ext uri="{FF2B5EF4-FFF2-40B4-BE49-F238E27FC236}">
                <a16:creationId xmlns:a16="http://schemas.microsoft.com/office/drawing/2014/main" id="{A4464A8A-C120-4AA1-A18E-0566E9E70646}"/>
              </a:ext>
            </a:extLst>
          </p:cNvPr>
          <p:cNvSpPr>
            <a:spLocks noGrp="1"/>
          </p:cNvSpPr>
          <p:nvPr/>
        </p:nvSpPr>
        <p:spPr>
          <a:xfrm>
            <a:off x="41762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6" name="Stage1_sixpanel_6217">
            <a:extLst>
              <a:ext uri="{FF2B5EF4-FFF2-40B4-BE49-F238E27FC236}">
                <a16:creationId xmlns:a16="http://schemas.microsoft.com/office/drawing/2014/main" id="{35CAAA47-6080-47D8-980C-F85C3C8E2192}"/>
              </a:ext>
            </a:extLst>
          </p:cNvPr>
          <p:cNvSpPr>
            <a:spLocks noGrp="1"/>
          </p:cNvSpPr>
          <p:nvPr/>
        </p:nvSpPr>
        <p:spPr>
          <a:xfrm>
            <a:off x="4185442" y="23090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7" name="Stage1_sixpanel_6218">
            <a:extLst>
              <a:ext uri="{FF2B5EF4-FFF2-40B4-BE49-F238E27FC236}">
                <a16:creationId xmlns:a16="http://schemas.microsoft.com/office/drawing/2014/main" id="{6ECCC9EF-DC7D-4D1B-836C-FFC1E1B6E6E5}"/>
              </a:ext>
            </a:extLst>
          </p:cNvPr>
          <p:cNvSpPr>
            <a:spLocks noGrp="1"/>
          </p:cNvSpPr>
          <p:nvPr/>
        </p:nvSpPr>
        <p:spPr>
          <a:xfrm>
            <a:off x="41913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8" name="Stage1_sixpanel_6219">
            <a:extLst>
              <a:ext uri="{FF2B5EF4-FFF2-40B4-BE49-F238E27FC236}">
                <a16:creationId xmlns:a16="http://schemas.microsoft.com/office/drawing/2014/main" id="{67523DEA-8A0C-420F-A110-20FFA3B63767}"/>
              </a:ext>
            </a:extLst>
          </p:cNvPr>
          <p:cNvSpPr>
            <a:spLocks noGrp="1"/>
          </p:cNvSpPr>
          <p:nvPr/>
        </p:nvSpPr>
        <p:spPr>
          <a:xfrm>
            <a:off x="428473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49" name="Stage1_sixpanel_6220">
            <a:extLst>
              <a:ext uri="{FF2B5EF4-FFF2-40B4-BE49-F238E27FC236}">
                <a16:creationId xmlns:a16="http://schemas.microsoft.com/office/drawing/2014/main" id="{765B4E54-2D04-4A11-B70D-C15EC151351A}"/>
              </a:ext>
            </a:extLst>
          </p:cNvPr>
          <p:cNvSpPr>
            <a:spLocks noGrp="1"/>
          </p:cNvSpPr>
          <p:nvPr/>
        </p:nvSpPr>
        <p:spPr>
          <a:xfrm>
            <a:off x="4258457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0" name="Stage1_sixpanel_6221">
            <a:extLst>
              <a:ext uri="{FF2B5EF4-FFF2-40B4-BE49-F238E27FC236}">
                <a16:creationId xmlns:a16="http://schemas.microsoft.com/office/drawing/2014/main" id="{44A62D93-4FA7-4A66-BC6D-09EF353C65BF}"/>
              </a:ext>
            </a:extLst>
          </p:cNvPr>
          <p:cNvSpPr>
            <a:spLocks noGrp="1"/>
          </p:cNvSpPr>
          <p:nvPr/>
        </p:nvSpPr>
        <p:spPr>
          <a:xfrm>
            <a:off x="418012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1" name="Stage1_sixpanel_6222">
            <a:extLst>
              <a:ext uri="{FF2B5EF4-FFF2-40B4-BE49-F238E27FC236}">
                <a16:creationId xmlns:a16="http://schemas.microsoft.com/office/drawing/2014/main" id="{CE82F983-0D9B-4306-882C-2BB91CC9B74C}"/>
              </a:ext>
            </a:extLst>
          </p:cNvPr>
          <p:cNvSpPr>
            <a:spLocks noGrp="1"/>
          </p:cNvSpPr>
          <p:nvPr/>
        </p:nvSpPr>
        <p:spPr>
          <a:xfrm>
            <a:off x="422868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2" name="Stage1_sixpanel_6223">
            <a:extLst>
              <a:ext uri="{FF2B5EF4-FFF2-40B4-BE49-F238E27FC236}">
                <a16:creationId xmlns:a16="http://schemas.microsoft.com/office/drawing/2014/main" id="{C40F22EA-216F-4C41-A98D-6C5F50A7C854}"/>
              </a:ext>
            </a:extLst>
          </p:cNvPr>
          <p:cNvSpPr>
            <a:spLocks noGrp="1"/>
          </p:cNvSpPr>
          <p:nvPr/>
        </p:nvSpPr>
        <p:spPr>
          <a:xfrm>
            <a:off x="417867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3" name="Stage1_sixpanel_6224">
            <a:extLst>
              <a:ext uri="{FF2B5EF4-FFF2-40B4-BE49-F238E27FC236}">
                <a16:creationId xmlns:a16="http://schemas.microsoft.com/office/drawing/2014/main" id="{46C1CFAF-4B42-4899-B2AA-33CD2A80EF79}"/>
              </a:ext>
            </a:extLst>
          </p:cNvPr>
          <p:cNvSpPr>
            <a:spLocks noGrp="1"/>
          </p:cNvSpPr>
          <p:nvPr/>
        </p:nvSpPr>
        <p:spPr>
          <a:xfrm>
            <a:off x="4264097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4" name="Stage1_sixpanel_6225">
            <a:extLst>
              <a:ext uri="{FF2B5EF4-FFF2-40B4-BE49-F238E27FC236}">
                <a16:creationId xmlns:a16="http://schemas.microsoft.com/office/drawing/2014/main" id="{E61B8BA3-EDC2-4A92-87AE-DFCA7228C38A}"/>
              </a:ext>
            </a:extLst>
          </p:cNvPr>
          <p:cNvSpPr>
            <a:spLocks noGrp="1"/>
          </p:cNvSpPr>
          <p:nvPr/>
        </p:nvSpPr>
        <p:spPr>
          <a:xfrm>
            <a:off x="415384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5" name="Stage1_sixpanel_6226">
            <a:extLst>
              <a:ext uri="{FF2B5EF4-FFF2-40B4-BE49-F238E27FC236}">
                <a16:creationId xmlns:a16="http://schemas.microsoft.com/office/drawing/2014/main" id="{ED8E2DFB-8528-41FC-B9A5-E16FBCE1FFD0}"/>
              </a:ext>
            </a:extLst>
          </p:cNvPr>
          <p:cNvSpPr>
            <a:spLocks noGrp="1"/>
          </p:cNvSpPr>
          <p:nvPr/>
        </p:nvSpPr>
        <p:spPr>
          <a:xfrm>
            <a:off x="43049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6" name="Stage1_sixpanel_6227">
            <a:extLst>
              <a:ext uri="{FF2B5EF4-FFF2-40B4-BE49-F238E27FC236}">
                <a16:creationId xmlns:a16="http://schemas.microsoft.com/office/drawing/2014/main" id="{9F97E760-6807-448D-8AC1-279A063C3037}"/>
              </a:ext>
            </a:extLst>
          </p:cNvPr>
          <p:cNvSpPr>
            <a:spLocks noGrp="1"/>
          </p:cNvSpPr>
          <p:nvPr/>
        </p:nvSpPr>
        <p:spPr>
          <a:xfrm>
            <a:off x="425382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7" name="Stage1_sixpanel_6228">
            <a:extLst>
              <a:ext uri="{FF2B5EF4-FFF2-40B4-BE49-F238E27FC236}">
                <a16:creationId xmlns:a16="http://schemas.microsoft.com/office/drawing/2014/main" id="{B9CCC96C-C5A6-4821-A78E-E05C11173DE1}"/>
              </a:ext>
            </a:extLst>
          </p:cNvPr>
          <p:cNvSpPr>
            <a:spLocks noGrp="1"/>
          </p:cNvSpPr>
          <p:nvPr/>
        </p:nvSpPr>
        <p:spPr>
          <a:xfrm>
            <a:off x="4250991" y="238147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8" name="Stage1_sixpanel_6229">
            <a:extLst>
              <a:ext uri="{FF2B5EF4-FFF2-40B4-BE49-F238E27FC236}">
                <a16:creationId xmlns:a16="http://schemas.microsoft.com/office/drawing/2014/main" id="{7C730DAA-3908-448F-AB49-B2BD92F0D96A}"/>
              </a:ext>
            </a:extLst>
          </p:cNvPr>
          <p:cNvSpPr>
            <a:spLocks noGrp="1"/>
          </p:cNvSpPr>
          <p:nvPr/>
        </p:nvSpPr>
        <p:spPr>
          <a:xfrm>
            <a:off x="428145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59" name="Stage1_sixpanel_6230">
            <a:extLst>
              <a:ext uri="{FF2B5EF4-FFF2-40B4-BE49-F238E27FC236}">
                <a16:creationId xmlns:a16="http://schemas.microsoft.com/office/drawing/2014/main" id="{429B8BE1-477F-480A-8EB9-D376ADC77185}"/>
              </a:ext>
            </a:extLst>
          </p:cNvPr>
          <p:cNvSpPr>
            <a:spLocks noGrp="1"/>
          </p:cNvSpPr>
          <p:nvPr/>
        </p:nvSpPr>
        <p:spPr>
          <a:xfrm>
            <a:off x="4226682" y="1947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0" name="Stage1_sixpanel_6231">
            <a:extLst>
              <a:ext uri="{FF2B5EF4-FFF2-40B4-BE49-F238E27FC236}">
                <a16:creationId xmlns:a16="http://schemas.microsoft.com/office/drawing/2014/main" id="{C7E39AA7-9597-468C-A758-C1200D8DFE15}"/>
              </a:ext>
            </a:extLst>
          </p:cNvPr>
          <p:cNvSpPr>
            <a:spLocks noGrp="1"/>
          </p:cNvSpPr>
          <p:nvPr/>
        </p:nvSpPr>
        <p:spPr>
          <a:xfrm>
            <a:off x="420901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1" name="Stage1_sixpanel_6232">
            <a:extLst>
              <a:ext uri="{FF2B5EF4-FFF2-40B4-BE49-F238E27FC236}">
                <a16:creationId xmlns:a16="http://schemas.microsoft.com/office/drawing/2014/main" id="{287D7997-75B1-4953-A11F-12226B8B81FD}"/>
              </a:ext>
            </a:extLst>
          </p:cNvPr>
          <p:cNvSpPr>
            <a:spLocks noGrp="1"/>
          </p:cNvSpPr>
          <p:nvPr/>
        </p:nvSpPr>
        <p:spPr>
          <a:xfrm>
            <a:off x="423031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2" name="Stage1_sixpanel_6233">
            <a:extLst>
              <a:ext uri="{FF2B5EF4-FFF2-40B4-BE49-F238E27FC236}">
                <a16:creationId xmlns:a16="http://schemas.microsoft.com/office/drawing/2014/main" id="{BA3A760A-109A-4389-BE91-BF5E4C861CA9}"/>
              </a:ext>
            </a:extLst>
          </p:cNvPr>
          <p:cNvSpPr>
            <a:spLocks noGrp="1"/>
          </p:cNvSpPr>
          <p:nvPr/>
        </p:nvSpPr>
        <p:spPr>
          <a:xfrm>
            <a:off x="4189167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3" name="Stage1_sixpanel_6234">
            <a:extLst>
              <a:ext uri="{FF2B5EF4-FFF2-40B4-BE49-F238E27FC236}">
                <a16:creationId xmlns:a16="http://schemas.microsoft.com/office/drawing/2014/main" id="{C51F9CE8-9C93-4532-B97C-882FCF272C75}"/>
              </a:ext>
            </a:extLst>
          </p:cNvPr>
          <p:cNvSpPr>
            <a:spLocks noGrp="1"/>
          </p:cNvSpPr>
          <p:nvPr/>
        </p:nvSpPr>
        <p:spPr>
          <a:xfrm>
            <a:off x="427894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4" name="Stage1_sixpanel_6235">
            <a:extLst>
              <a:ext uri="{FF2B5EF4-FFF2-40B4-BE49-F238E27FC236}">
                <a16:creationId xmlns:a16="http://schemas.microsoft.com/office/drawing/2014/main" id="{7EBB4EB3-5123-4300-9842-80BFA5287DAC}"/>
              </a:ext>
            </a:extLst>
          </p:cNvPr>
          <p:cNvSpPr>
            <a:spLocks noGrp="1"/>
          </p:cNvSpPr>
          <p:nvPr/>
        </p:nvSpPr>
        <p:spPr>
          <a:xfrm>
            <a:off x="426893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5" name="Stage1_sixpanel_6236">
            <a:extLst>
              <a:ext uri="{FF2B5EF4-FFF2-40B4-BE49-F238E27FC236}">
                <a16:creationId xmlns:a16="http://schemas.microsoft.com/office/drawing/2014/main" id="{61721CF2-CF7C-445F-8A14-6734BEFD4D2E}"/>
              </a:ext>
            </a:extLst>
          </p:cNvPr>
          <p:cNvSpPr>
            <a:spLocks noGrp="1"/>
          </p:cNvSpPr>
          <p:nvPr/>
        </p:nvSpPr>
        <p:spPr>
          <a:xfrm>
            <a:off x="4171136" y="24994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6" name="Stage1_sixpanel_6237">
            <a:extLst>
              <a:ext uri="{FF2B5EF4-FFF2-40B4-BE49-F238E27FC236}">
                <a16:creationId xmlns:a16="http://schemas.microsoft.com/office/drawing/2014/main" id="{4F1B4C1E-709B-4092-9C55-F4ACDDA1CF90}"/>
              </a:ext>
            </a:extLst>
          </p:cNvPr>
          <p:cNvSpPr>
            <a:spLocks noGrp="1"/>
          </p:cNvSpPr>
          <p:nvPr/>
        </p:nvSpPr>
        <p:spPr>
          <a:xfrm>
            <a:off x="430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7" name="Stage1_sixpanel_6238">
            <a:extLst>
              <a:ext uri="{FF2B5EF4-FFF2-40B4-BE49-F238E27FC236}">
                <a16:creationId xmlns:a16="http://schemas.microsoft.com/office/drawing/2014/main" id="{033657F5-959D-4144-A623-6C933428A57B}"/>
              </a:ext>
            </a:extLst>
          </p:cNvPr>
          <p:cNvSpPr>
            <a:spLocks noGrp="1"/>
          </p:cNvSpPr>
          <p:nvPr/>
        </p:nvSpPr>
        <p:spPr>
          <a:xfrm>
            <a:off x="4221486" y="22682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8" name="Stage1_sixpanel_6239">
            <a:extLst>
              <a:ext uri="{FF2B5EF4-FFF2-40B4-BE49-F238E27FC236}">
                <a16:creationId xmlns:a16="http://schemas.microsoft.com/office/drawing/2014/main" id="{7E623BB2-592A-4C25-899B-158D2FE635B1}"/>
              </a:ext>
            </a:extLst>
          </p:cNvPr>
          <p:cNvSpPr>
            <a:spLocks noGrp="1"/>
          </p:cNvSpPr>
          <p:nvPr/>
        </p:nvSpPr>
        <p:spPr>
          <a:xfrm>
            <a:off x="419619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69" name="Stage1_sixpanel_6240">
            <a:extLst>
              <a:ext uri="{FF2B5EF4-FFF2-40B4-BE49-F238E27FC236}">
                <a16:creationId xmlns:a16="http://schemas.microsoft.com/office/drawing/2014/main" id="{E0B8F878-4029-43AD-B369-8E0147E7A041}"/>
              </a:ext>
            </a:extLst>
          </p:cNvPr>
          <p:cNvSpPr>
            <a:spLocks noGrp="1"/>
          </p:cNvSpPr>
          <p:nvPr/>
        </p:nvSpPr>
        <p:spPr>
          <a:xfrm>
            <a:off x="4203629" y="178837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0" name="Stage1_sixpanel_6241">
            <a:extLst>
              <a:ext uri="{FF2B5EF4-FFF2-40B4-BE49-F238E27FC236}">
                <a16:creationId xmlns:a16="http://schemas.microsoft.com/office/drawing/2014/main" id="{49B4ECCD-5089-4495-AF2D-3103FA04756D}"/>
              </a:ext>
            </a:extLst>
          </p:cNvPr>
          <p:cNvSpPr>
            <a:spLocks noGrp="1"/>
          </p:cNvSpPr>
          <p:nvPr/>
        </p:nvSpPr>
        <p:spPr>
          <a:xfrm>
            <a:off x="429423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1" name="Stage1_sixpanel_6242">
            <a:extLst>
              <a:ext uri="{FF2B5EF4-FFF2-40B4-BE49-F238E27FC236}">
                <a16:creationId xmlns:a16="http://schemas.microsoft.com/office/drawing/2014/main" id="{A7FE754C-870C-47D1-87CF-3E574389827A}"/>
              </a:ext>
            </a:extLst>
          </p:cNvPr>
          <p:cNvSpPr>
            <a:spLocks noGrp="1"/>
          </p:cNvSpPr>
          <p:nvPr/>
        </p:nvSpPr>
        <p:spPr>
          <a:xfrm>
            <a:off x="4243429" y="171090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2" name="Stage1_sixpanel_6243">
            <a:extLst>
              <a:ext uri="{FF2B5EF4-FFF2-40B4-BE49-F238E27FC236}">
                <a16:creationId xmlns:a16="http://schemas.microsoft.com/office/drawing/2014/main" id="{491FF18C-6497-4E56-864A-FD7D72ACDB85}"/>
              </a:ext>
            </a:extLst>
          </p:cNvPr>
          <p:cNvSpPr>
            <a:spLocks noGrp="1"/>
          </p:cNvSpPr>
          <p:nvPr/>
        </p:nvSpPr>
        <p:spPr>
          <a:xfrm>
            <a:off x="417361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3" name="Stage1_sixpanel_6244">
            <a:extLst>
              <a:ext uri="{FF2B5EF4-FFF2-40B4-BE49-F238E27FC236}">
                <a16:creationId xmlns:a16="http://schemas.microsoft.com/office/drawing/2014/main" id="{E3D2523A-59A4-4AF2-B65D-7E74A4FE1F4E}"/>
              </a:ext>
            </a:extLst>
          </p:cNvPr>
          <p:cNvSpPr>
            <a:spLocks noGrp="1"/>
          </p:cNvSpPr>
          <p:nvPr/>
        </p:nvSpPr>
        <p:spPr>
          <a:xfrm>
            <a:off x="4155178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4" name="Stage1_sixpanel_6245">
            <a:extLst>
              <a:ext uri="{FF2B5EF4-FFF2-40B4-BE49-F238E27FC236}">
                <a16:creationId xmlns:a16="http://schemas.microsoft.com/office/drawing/2014/main" id="{D6F9EA5D-3D4A-4517-BFD9-EBB323ECBAD4}"/>
              </a:ext>
            </a:extLst>
          </p:cNvPr>
          <p:cNvSpPr>
            <a:spLocks noGrp="1"/>
          </p:cNvSpPr>
          <p:nvPr/>
        </p:nvSpPr>
        <p:spPr>
          <a:xfrm>
            <a:off x="43169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5" name="Stage1_sixpanel_6246">
            <a:extLst>
              <a:ext uri="{FF2B5EF4-FFF2-40B4-BE49-F238E27FC236}">
                <a16:creationId xmlns:a16="http://schemas.microsoft.com/office/drawing/2014/main" id="{80DA84EA-8476-47A7-A677-DCC1E2BC29C4}"/>
              </a:ext>
            </a:extLst>
          </p:cNvPr>
          <p:cNvSpPr>
            <a:spLocks noGrp="1"/>
          </p:cNvSpPr>
          <p:nvPr/>
        </p:nvSpPr>
        <p:spPr>
          <a:xfrm>
            <a:off x="4301199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6" name="Stage1_sixpanel_6247">
            <a:extLst>
              <a:ext uri="{FF2B5EF4-FFF2-40B4-BE49-F238E27FC236}">
                <a16:creationId xmlns:a16="http://schemas.microsoft.com/office/drawing/2014/main" id="{9F9FB29C-7733-447B-826D-8B4FA764D665}"/>
              </a:ext>
            </a:extLst>
          </p:cNvPr>
          <p:cNvSpPr>
            <a:spLocks noGrp="1"/>
          </p:cNvSpPr>
          <p:nvPr/>
        </p:nvSpPr>
        <p:spPr>
          <a:xfrm>
            <a:off x="4214296" y="21362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7" name="Stage1_sixpanel_6248">
            <a:extLst>
              <a:ext uri="{FF2B5EF4-FFF2-40B4-BE49-F238E27FC236}">
                <a16:creationId xmlns:a16="http://schemas.microsoft.com/office/drawing/2014/main" id="{BC209058-088B-47B7-BB32-7390057F9BDB}"/>
              </a:ext>
            </a:extLst>
          </p:cNvPr>
          <p:cNvSpPr>
            <a:spLocks noGrp="1"/>
          </p:cNvSpPr>
          <p:nvPr/>
        </p:nvSpPr>
        <p:spPr>
          <a:xfrm>
            <a:off x="42755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8" name="Stage1_sixpanel_6249">
            <a:extLst>
              <a:ext uri="{FF2B5EF4-FFF2-40B4-BE49-F238E27FC236}">
                <a16:creationId xmlns:a16="http://schemas.microsoft.com/office/drawing/2014/main" id="{A35252BF-8BD1-480C-B954-89D111A5320C}"/>
              </a:ext>
            </a:extLst>
          </p:cNvPr>
          <p:cNvSpPr>
            <a:spLocks noGrp="1"/>
          </p:cNvSpPr>
          <p:nvPr/>
        </p:nvSpPr>
        <p:spPr>
          <a:xfrm>
            <a:off x="4274112" y="16219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79" name="Stage1_sixpanel_6250">
            <a:extLst>
              <a:ext uri="{FF2B5EF4-FFF2-40B4-BE49-F238E27FC236}">
                <a16:creationId xmlns:a16="http://schemas.microsoft.com/office/drawing/2014/main" id="{EE8ED753-BBC0-4D17-9C8B-265ADDDFEE08}"/>
              </a:ext>
            </a:extLst>
          </p:cNvPr>
          <p:cNvSpPr>
            <a:spLocks noGrp="1"/>
          </p:cNvSpPr>
          <p:nvPr/>
        </p:nvSpPr>
        <p:spPr>
          <a:xfrm>
            <a:off x="4321692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0" name="Stage1_sixpanel_6251">
            <a:extLst>
              <a:ext uri="{FF2B5EF4-FFF2-40B4-BE49-F238E27FC236}">
                <a16:creationId xmlns:a16="http://schemas.microsoft.com/office/drawing/2014/main" id="{52FEC910-B481-4A4C-A6E1-6E25E095AA98}"/>
              </a:ext>
            </a:extLst>
          </p:cNvPr>
          <p:cNvSpPr>
            <a:spLocks noGrp="1"/>
          </p:cNvSpPr>
          <p:nvPr/>
        </p:nvSpPr>
        <p:spPr>
          <a:xfrm>
            <a:off x="4152709" y="24222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1" name="Stage1_sixpanel_6252">
            <a:extLst>
              <a:ext uri="{FF2B5EF4-FFF2-40B4-BE49-F238E27FC236}">
                <a16:creationId xmlns:a16="http://schemas.microsoft.com/office/drawing/2014/main" id="{F65DB48E-CFB4-4990-B98B-4897A2453A9C}"/>
              </a:ext>
            </a:extLst>
          </p:cNvPr>
          <p:cNvSpPr>
            <a:spLocks noGrp="1"/>
          </p:cNvSpPr>
          <p:nvPr/>
        </p:nvSpPr>
        <p:spPr>
          <a:xfrm>
            <a:off x="4206425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2" name="Stage1_sixpanel_6253">
            <a:extLst>
              <a:ext uri="{FF2B5EF4-FFF2-40B4-BE49-F238E27FC236}">
                <a16:creationId xmlns:a16="http://schemas.microsoft.com/office/drawing/2014/main" id="{6017E12C-0C75-4071-B8D5-D2C6279039EA}"/>
              </a:ext>
            </a:extLst>
          </p:cNvPr>
          <p:cNvSpPr>
            <a:spLocks noGrp="1"/>
          </p:cNvSpPr>
          <p:nvPr/>
        </p:nvSpPr>
        <p:spPr>
          <a:xfrm>
            <a:off x="4180583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3" name="Stage1_sixpanel_6254">
            <a:extLst>
              <a:ext uri="{FF2B5EF4-FFF2-40B4-BE49-F238E27FC236}">
                <a16:creationId xmlns:a16="http://schemas.microsoft.com/office/drawing/2014/main" id="{9A18561A-7299-4E9D-9A49-439959BA04EF}"/>
              </a:ext>
            </a:extLst>
          </p:cNvPr>
          <p:cNvSpPr>
            <a:spLocks noGrp="1"/>
          </p:cNvSpPr>
          <p:nvPr/>
        </p:nvSpPr>
        <p:spPr>
          <a:xfrm>
            <a:off x="41513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4" name="Stage1_sixpanel_6255">
            <a:extLst>
              <a:ext uri="{FF2B5EF4-FFF2-40B4-BE49-F238E27FC236}">
                <a16:creationId xmlns:a16="http://schemas.microsoft.com/office/drawing/2014/main" id="{5F3A950D-EE11-4B37-AD14-2658BF15C196}"/>
              </a:ext>
            </a:extLst>
          </p:cNvPr>
          <p:cNvSpPr>
            <a:spLocks noGrp="1"/>
          </p:cNvSpPr>
          <p:nvPr/>
        </p:nvSpPr>
        <p:spPr>
          <a:xfrm>
            <a:off x="420530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5" name="Stage1_sixpanel_6256">
            <a:extLst>
              <a:ext uri="{FF2B5EF4-FFF2-40B4-BE49-F238E27FC236}">
                <a16:creationId xmlns:a16="http://schemas.microsoft.com/office/drawing/2014/main" id="{09933E82-2D28-444C-AA57-33848D37BD5F}"/>
              </a:ext>
            </a:extLst>
          </p:cNvPr>
          <p:cNvSpPr>
            <a:spLocks noGrp="1"/>
          </p:cNvSpPr>
          <p:nvPr/>
        </p:nvSpPr>
        <p:spPr>
          <a:xfrm>
            <a:off x="4255529" y="179810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6" name="Stage1_sixpanel_6257">
            <a:extLst>
              <a:ext uri="{FF2B5EF4-FFF2-40B4-BE49-F238E27FC236}">
                <a16:creationId xmlns:a16="http://schemas.microsoft.com/office/drawing/2014/main" id="{599F78CB-EBC2-48AD-BEC0-3A49B70ECFCE}"/>
              </a:ext>
            </a:extLst>
          </p:cNvPr>
          <p:cNvSpPr>
            <a:spLocks noGrp="1"/>
          </p:cNvSpPr>
          <p:nvPr/>
        </p:nvSpPr>
        <p:spPr>
          <a:xfrm>
            <a:off x="419668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7" name="Stage1_sixpanel_6258">
            <a:extLst>
              <a:ext uri="{FF2B5EF4-FFF2-40B4-BE49-F238E27FC236}">
                <a16:creationId xmlns:a16="http://schemas.microsoft.com/office/drawing/2014/main" id="{007FCD80-D0CA-451A-910C-956ADFD997F2}"/>
              </a:ext>
            </a:extLst>
          </p:cNvPr>
          <p:cNvSpPr>
            <a:spLocks noGrp="1"/>
          </p:cNvSpPr>
          <p:nvPr/>
        </p:nvSpPr>
        <p:spPr>
          <a:xfrm>
            <a:off x="4278417" y="13953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8" name="Stage1_sixpanel_6259">
            <a:extLst>
              <a:ext uri="{FF2B5EF4-FFF2-40B4-BE49-F238E27FC236}">
                <a16:creationId xmlns:a16="http://schemas.microsoft.com/office/drawing/2014/main" id="{E323D56A-A971-4596-B255-6D63BC72B9B0}"/>
              </a:ext>
            </a:extLst>
          </p:cNvPr>
          <p:cNvSpPr>
            <a:spLocks noGrp="1"/>
          </p:cNvSpPr>
          <p:nvPr/>
        </p:nvSpPr>
        <p:spPr>
          <a:xfrm>
            <a:off x="4259264" y="223441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89" name="Stage1_sixpanel_6260">
            <a:extLst>
              <a:ext uri="{FF2B5EF4-FFF2-40B4-BE49-F238E27FC236}">
                <a16:creationId xmlns:a16="http://schemas.microsoft.com/office/drawing/2014/main" id="{EA9907A4-180B-47C6-88FB-72F2A210E13E}"/>
              </a:ext>
            </a:extLst>
          </p:cNvPr>
          <p:cNvSpPr>
            <a:spLocks noGrp="1"/>
          </p:cNvSpPr>
          <p:nvPr/>
        </p:nvSpPr>
        <p:spPr>
          <a:xfrm>
            <a:off x="4309411" y="19833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0" name="Stage1_sixpanel_6261">
            <a:extLst>
              <a:ext uri="{FF2B5EF4-FFF2-40B4-BE49-F238E27FC236}">
                <a16:creationId xmlns:a16="http://schemas.microsoft.com/office/drawing/2014/main" id="{BCDC5B7D-DFC1-4FC1-A28B-215B13D22455}"/>
              </a:ext>
            </a:extLst>
          </p:cNvPr>
          <p:cNvSpPr>
            <a:spLocks noGrp="1"/>
          </p:cNvSpPr>
          <p:nvPr/>
        </p:nvSpPr>
        <p:spPr>
          <a:xfrm>
            <a:off x="417200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1" name="Stage1_sixpanel_6262">
            <a:extLst>
              <a:ext uri="{FF2B5EF4-FFF2-40B4-BE49-F238E27FC236}">
                <a16:creationId xmlns:a16="http://schemas.microsoft.com/office/drawing/2014/main" id="{E4C418DB-1534-4729-8000-74F960FCF58D}"/>
              </a:ext>
            </a:extLst>
          </p:cNvPr>
          <p:cNvSpPr>
            <a:spLocks noGrp="1"/>
          </p:cNvSpPr>
          <p:nvPr/>
        </p:nvSpPr>
        <p:spPr>
          <a:xfrm>
            <a:off x="4260489" y="20330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2" name="Stage1_sixpanel_6263">
            <a:extLst>
              <a:ext uri="{FF2B5EF4-FFF2-40B4-BE49-F238E27FC236}">
                <a16:creationId xmlns:a16="http://schemas.microsoft.com/office/drawing/2014/main" id="{14955877-3EF8-4413-809A-6C78780669AF}"/>
              </a:ext>
            </a:extLst>
          </p:cNvPr>
          <p:cNvSpPr>
            <a:spLocks noGrp="1"/>
          </p:cNvSpPr>
          <p:nvPr/>
        </p:nvSpPr>
        <p:spPr>
          <a:xfrm>
            <a:off x="4317311" y="231356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3" name="Stage1_sixpanel_6264">
            <a:extLst>
              <a:ext uri="{FF2B5EF4-FFF2-40B4-BE49-F238E27FC236}">
                <a16:creationId xmlns:a16="http://schemas.microsoft.com/office/drawing/2014/main" id="{0B9B7E85-F8D2-4DC1-B871-EC2693669F51}"/>
              </a:ext>
            </a:extLst>
          </p:cNvPr>
          <p:cNvSpPr>
            <a:spLocks noGrp="1"/>
          </p:cNvSpPr>
          <p:nvPr/>
        </p:nvSpPr>
        <p:spPr>
          <a:xfrm>
            <a:off x="42605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4" name="Stage1_sixpanel_6265">
            <a:extLst>
              <a:ext uri="{FF2B5EF4-FFF2-40B4-BE49-F238E27FC236}">
                <a16:creationId xmlns:a16="http://schemas.microsoft.com/office/drawing/2014/main" id="{65D65C3C-0F70-43CA-BE49-4D0FAEBB5285}"/>
              </a:ext>
            </a:extLst>
          </p:cNvPr>
          <p:cNvSpPr>
            <a:spLocks noGrp="1"/>
          </p:cNvSpPr>
          <p:nvPr/>
        </p:nvSpPr>
        <p:spPr>
          <a:xfrm>
            <a:off x="4239417" y="243961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5" name="Stage1_sixpanel_6266">
            <a:extLst>
              <a:ext uri="{FF2B5EF4-FFF2-40B4-BE49-F238E27FC236}">
                <a16:creationId xmlns:a16="http://schemas.microsoft.com/office/drawing/2014/main" id="{54D13F2C-BBF1-4E58-A31C-D5A2D33AFDEF}"/>
              </a:ext>
            </a:extLst>
          </p:cNvPr>
          <p:cNvSpPr>
            <a:spLocks noGrp="1"/>
          </p:cNvSpPr>
          <p:nvPr/>
        </p:nvSpPr>
        <p:spPr>
          <a:xfrm>
            <a:off x="4213882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6" name="Stage1_sixpanel_6267">
            <a:extLst>
              <a:ext uri="{FF2B5EF4-FFF2-40B4-BE49-F238E27FC236}">
                <a16:creationId xmlns:a16="http://schemas.microsoft.com/office/drawing/2014/main" id="{24656D21-C2BA-4196-A1B4-91E6D41AEF19}"/>
              </a:ext>
            </a:extLst>
          </p:cNvPr>
          <p:cNvSpPr>
            <a:spLocks noGrp="1"/>
          </p:cNvSpPr>
          <p:nvPr/>
        </p:nvSpPr>
        <p:spPr>
          <a:xfrm>
            <a:off x="416125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7" name="Stage1_sixpanel_6268">
            <a:extLst>
              <a:ext uri="{FF2B5EF4-FFF2-40B4-BE49-F238E27FC236}">
                <a16:creationId xmlns:a16="http://schemas.microsoft.com/office/drawing/2014/main" id="{980E9B79-6AB9-4078-B25F-90286659B5CB}"/>
              </a:ext>
            </a:extLst>
          </p:cNvPr>
          <p:cNvSpPr>
            <a:spLocks noGrp="1"/>
          </p:cNvSpPr>
          <p:nvPr/>
        </p:nvSpPr>
        <p:spPr>
          <a:xfrm>
            <a:off x="417374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8" name="Stage1_sixpanel_6269">
            <a:extLst>
              <a:ext uri="{FF2B5EF4-FFF2-40B4-BE49-F238E27FC236}">
                <a16:creationId xmlns:a16="http://schemas.microsoft.com/office/drawing/2014/main" id="{99C04873-98C5-47BC-8E78-2F9A58027742}"/>
              </a:ext>
            </a:extLst>
          </p:cNvPr>
          <p:cNvSpPr>
            <a:spLocks noGrp="1"/>
          </p:cNvSpPr>
          <p:nvPr/>
        </p:nvSpPr>
        <p:spPr>
          <a:xfrm>
            <a:off x="423886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099" name="Stage1_sixpanel_6270">
            <a:extLst>
              <a:ext uri="{FF2B5EF4-FFF2-40B4-BE49-F238E27FC236}">
                <a16:creationId xmlns:a16="http://schemas.microsoft.com/office/drawing/2014/main" id="{079E0D87-30D4-4D6E-A4E6-DDE8AE5043B7}"/>
              </a:ext>
            </a:extLst>
          </p:cNvPr>
          <p:cNvSpPr>
            <a:spLocks noGrp="1"/>
          </p:cNvSpPr>
          <p:nvPr/>
        </p:nvSpPr>
        <p:spPr>
          <a:xfrm>
            <a:off x="4275872" y="233331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0" name="Stage1_sixpanel_6271">
            <a:extLst>
              <a:ext uri="{FF2B5EF4-FFF2-40B4-BE49-F238E27FC236}">
                <a16:creationId xmlns:a16="http://schemas.microsoft.com/office/drawing/2014/main" id="{E294F580-04E8-409C-B27E-CBC53CF974D8}"/>
              </a:ext>
            </a:extLst>
          </p:cNvPr>
          <p:cNvSpPr>
            <a:spLocks noGrp="1"/>
          </p:cNvSpPr>
          <p:nvPr/>
        </p:nvSpPr>
        <p:spPr>
          <a:xfrm>
            <a:off x="42854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1" name="Stage1_sixpanel_6272">
            <a:extLst>
              <a:ext uri="{FF2B5EF4-FFF2-40B4-BE49-F238E27FC236}">
                <a16:creationId xmlns:a16="http://schemas.microsoft.com/office/drawing/2014/main" id="{E6236515-A023-4F53-BCE4-4B85CBADAFA9}"/>
              </a:ext>
            </a:extLst>
          </p:cNvPr>
          <p:cNvSpPr>
            <a:spLocks noGrp="1"/>
          </p:cNvSpPr>
          <p:nvPr/>
        </p:nvSpPr>
        <p:spPr>
          <a:xfrm>
            <a:off x="4179359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2" name="Stage1_sixpanel_6273">
            <a:extLst>
              <a:ext uri="{FF2B5EF4-FFF2-40B4-BE49-F238E27FC236}">
                <a16:creationId xmlns:a16="http://schemas.microsoft.com/office/drawing/2014/main" id="{5E0152AA-F8F9-446B-BFDA-BA0E009DDD6D}"/>
              </a:ext>
            </a:extLst>
          </p:cNvPr>
          <p:cNvSpPr>
            <a:spLocks noGrp="1"/>
          </p:cNvSpPr>
          <p:nvPr/>
        </p:nvSpPr>
        <p:spPr>
          <a:xfrm>
            <a:off x="2389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3" name="Stage1_sixpanel_6274">
            <a:extLst>
              <a:ext uri="{FF2B5EF4-FFF2-40B4-BE49-F238E27FC236}">
                <a16:creationId xmlns:a16="http://schemas.microsoft.com/office/drawing/2014/main" id="{513CBD59-0D9E-46D0-9318-17A5346AABA2}"/>
              </a:ext>
            </a:extLst>
          </p:cNvPr>
          <p:cNvSpPr>
            <a:spLocks noGrp="1"/>
          </p:cNvSpPr>
          <p:nvPr/>
        </p:nvSpPr>
        <p:spPr>
          <a:xfrm>
            <a:off x="23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4" name="Stage1_sixpanel_6275">
            <a:extLst>
              <a:ext uri="{FF2B5EF4-FFF2-40B4-BE49-F238E27FC236}">
                <a16:creationId xmlns:a16="http://schemas.microsoft.com/office/drawing/2014/main" id="{F3EE7179-82C6-45F4-86C4-D1B7E1C9FDD4}"/>
              </a:ext>
            </a:extLst>
          </p:cNvPr>
          <p:cNvSpPr>
            <a:spLocks noGrp="1"/>
          </p:cNvSpPr>
          <p:nvPr/>
        </p:nvSpPr>
        <p:spPr>
          <a:xfrm>
            <a:off x="2380100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5" name="Stage1_sixpanel_6276">
            <a:extLst>
              <a:ext uri="{FF2B5EF4-FFF2-40B4-BE49-F238E27FC236}">
                <a16:creationId xmlns:a16="http://schemas.microsoft.com/office/drawing/2014/main" id="{92BB4A67-1188-4BCE-9532-D2F819D754A8}"/>
              </a:ext>
            </a:extLst>
          </p:cNvPr>
          <p:cNvSpPr>
            <a:spLocks noGrp="1"/>
          </p:cNvSpPr>
          <p:nvPr/>
        </p:nvSpPr>
        <p:spPr>
          <a:xfrm>
            <a:off x="2423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6" name="Stage1_sixpanel_6277">
            <a:extLst>
              <a:ext uri="{FF2B5EF4-FFF2-40B4-BE49-F238E27FC236}">
                <a16:creationId xmlns:a16="http://schemas.microsoft.com/office/drawing/2014/main" id="{A72306A8-77BF-4678-BAC5-19878A2AF76A}"/>
              </a:ext>
            </a:extLst>
          </p:cNvPr>
          <p:cNvSpPr>
            <a:spLocks noGrp="1"/>
          </p:cNvSpPr>
          <p:nvPr/>
        </p:nvSpPr>
        <p:spPr>
          <a:xfrm>
            <a:off x="2345894" y="2562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7" name="Stage1_sixpanel_6278">
            <a:extLst>
              <a:ext uri="{FF2B5EF4-FFF2-40B4-BE49-F238E27FC236}">
                <a16:creationId xmlns:a16="http://schemas.microsoft.com/office/drawing/2014/main" id="{89138B17-CDA1-4EA7-9337-B0F40F44CBCA}"/>
              </a:ext>
            </a:extLst>
          </p:cNvPr>
          <p:cNvSpPr>
            <a:spLocks noGrp="1"/>
          </p:cNvSpPr>
          <p:nvPr/>
        </p:nvSpPr>
        <p:spPr>
          <a:xfrm>
            <a:off x="23469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8" name="Stage1_sixpanel_6279">
            <a:extLst>
              <a:ext uri="{FF2B5EF4-FFF2-40B4-BE49-F238E27FC236}">
                <a16:creationId xmlns:a16="http://schemas.microsoft.com/office/drawing/2014/main" id="{6566D9EC-B7C9-4244-B2E0-61AEE3830661}"/>
              </a:ext>
            </a:extLst>
          </p:cNvPr>
          <p:cNvSpPr>
            <a:spLocks noGrp="1"/>
          </p:cNvSpPr>
          <p:nvPr/>
        </p:nvSpPr>
        <p:spPr>
          <a:xfrm>
            <a:off x="23320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09" name="Stage1_sixpanel_6280">
            <a:extLst>
              <a:ext uri="{FF2B5EF4-FFF2-40B4-BE49-F238E27FC236}">
                <a16:creationId xmlns:a16="http://schemas.microsoft.com/office/drawing/2014/main" id="{F1CC6388-AD45-4FD2-A1DC-2CB137AF32DC}"/>
              </a:ext>
            </a:extLst>
          </p:cNvPr>
          <p:cNvSpPr>
            <a:spLocks noGrp="1"/>
          </p:cNvSpPr>
          <p:nvPr/>
        </p:nvSpPr>
        <p:spPr>
          <a:xfrm>
            <a:off x="2290125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0" name="Stage1_sixpanel_6281">
            <a:extLst>
              <a:ext uri="{FF2B5EF4-FFF2-40B4-BE49-F238E27FC236}">
                <a16:creationId xmlns:a16="http://schemas.microsoft.com/office/drawing/2014/main" id="{BE16E910-E225-46AE-AE24-AA9B91D35AA5}"/>
              </a:ext>
            </a:extLst>
          </p:cNvPr>
          <p:cNvSpPr>
            <a:spLocks noGrp="1"/>
          </p:cNvSpPr>
          <p:nvPr/>
        </p:nvSpPr>
        <p:spPr>
          <a:xfrm>
            <a:off x="23998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1" name="Stage1_sixpanel_6282">
            <a:extLst>
              <a:ext uri="{FF2B5EF4-FFF2-40B4-BE49-F238E27FC236}">
                <a16:creationId xmlns:a16="http://schemas.microsoft.com/office/drawing/2014/main" id="{24147B27-7504-4F99-B2FD-DCA77DD2F908}"/>
              </a:ext>
            </a:extLst>
          </p:cNvPr>
          <p:cNvSpPr>
            <a:spLocks noGrp="1"/>
          </p:cNvSpPr>
          <p:nvPr/>
        </p:nvSpPr>
        <p:spPr>
          <a:xfrm>
            <a:off x="237020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2" name="Stage1_sixpanel_6283">
            <a:extLst>
              <a:ext uri="{FF2B5EF4-FFF2-40B4-BE49-F238E27FC236}">
                <a16:creationId xmlns:a16="http://schemas.microsoft.com/office/drawing/2014/main" id="{8D4047C4-BF51-41DD-B7B4-C76131EAD646}"/>
              </a:ext>
            </a:extLst>
          </p:cNvPr>
          <p:cNvSpPr>
            <a:spLocks noGrp="1"/>
          </p:cNvSpPr>
          <p:nvPr/>
        </p:nvSpPr>
        <p:spPr>
          <a:xfrm>
            <a:off x="2358318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3" name="Stage1_sixpanel_6284">
            <a:extLst>
              <a:ext uri="{FF2B5EF4-FFF2-40B4-BE49-F238E27FC236}">
                <a16:creationId xmlns:a16="http://schemas.microsoft.com/office/drawing/2014/main" id="{835E5497-D5E6-4466-AFC8-0005270232C0}"/>
              </a:ext>
            </a:extLst>
          </p:cNvPr>
          <p:cNvSpPr>
            <a:spLocks noGrp="1"/>
          </p:cNvSpPr>
          <p:nvPr/>
        </p:nvSpPr>
        <p:spPr>
          <a:xfrm>
            <a:off x="2286463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4" name="Stage1_sixpanel_6285">
            <a:extLst>
              <a:ext uri="{FF2B5EF4-FFF2-40B4-BE49-F238E27FC236}">
                <a16:creationId xmlns:a16="http://schemas.microsoft.com/office/drawing/2014/main" id="{B00A99AD-3B1E-4EEE-8D80-2921714A7B33}"/>
              </a:ext>
            </a:extLst>
          </p:cNvPr>
          <p:cNvSpPr>
            <a:spLocks noGrp="1"/>
          </p:cNvSpPr>
          <p:nvPr/>
        </p:nvSpPr>
        <p:spPr>
          <a:xfrm>
            <a:off x="2427486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5" name="Stage1_sixpanel_6286">
            <a:extLst>
              <a:ext uri="{FF2B5EF4-FFF2-40B4-BE49-F238E27FC236}">
                <a16:creationId xmlns:a16="http://schemas.microsoft.com/office/drawing/2014/main" id="{18FB9E2B-9624-4122-A860-138231BE740C}"/>
              </a:ext>
            </a:extLst>
          </p:cNvPr>
          <p:cNvSpPr>
            <a:spLocks noGrp="1"/>
          </p:cNvSpPr>
          <p:nvPr/>
        </p:nvSpPr>
        <p:spPr>
          <a:xfrm>
            <a:off x="24420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6" name="Stage1_sixpanel_6287">
            <a:extLst>
              <a:ext uri="{FF2B5EF4-FFF2-40B4-BE49-F238E27FC236}">
                <a16:creationId xmlns:a16="http://schemas.microsoft.com/office/drawing/2014/main" id="{83ABCE69-BC5F-48BD-AAC9-C3A6CE95BE37}"/>
              </a:ext>
            </a:extLst>
          </p:cNvPr>
          <p:cNvSpPr>
            <a:spLocks noGrp="1"/>
          </p:cNvSpPr>
          <p:nvPr/>
        </p:nvSpPr>
        <p:spPr>
          <a:xfrm>
            <a:off x="2300023" y="230086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7" name="Stage1_sixpanel_6288">
            <a:extLst>
              <a:ext uri="{FF2B5EF4-FFF2-40B4-BE49-F238E27FC236}">
                <a16:creationId xmlns:a16="http://schemas.microsoft.com/office/drawing/2014/main" id="{CB78836B-166A-40E6-8011-C816DEB45A74}"/>
              </a:ext>
            </a:extLst>
          </p:cNvPr>
          <p:cNvSpPr>
            <a:spLocks noGrp="1"/>
          </p:cNvSpPr>
          <p:nvPr/>
        </p:nvSpPr>
        <p:spPr>
          <a:xfrm>
            <a:off x="2277083" y="25887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8" name="Stage1_sixpanel_6289">
            <a:extLst>
              <a:ext uri="{FF2B5EF4-FFF2-40B4-BE49-F238E27FC236}">
                <a16:creationId xmlns:a16="http://schemas.microsoft.com/office/drawing/2014/main" id="{D650DF34-00F4-44C0-8339-0243648B9A24}"/>
              </a:ext>
            </a:extLst>
          </p:cNvPr>
          <p:cNvSpPr>
            <a:spLocks noGrp="1"/>
          </p:cNvSpPr>
          <p:nvPr/>
        </p:nvSpPr>
        <p:spPr>
          <a:xfrm>
            <a:off x="24279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19" name="Stage1_sixpanel_6290">
            <a:extLst>
              <a:ext uri="{FF2B5EF4-FFF2-40B4-BE49-F238E27FC236}">
                <a16:creationId xmlns:a16="http://schemas.microsoft.com/office/drawing/2014/main" id="{B689D70D-F693-4D5F-A8A6-7DDDF5FA9BF3}"/>
              </a:ext>
            </a:extLst>
          </p:cNvPr>
          <p:cNvSpPr>
            <a:spLocks noGrp="1"/>
          </p:cNvSpPr>
          <p:nvPr/>
        </p:nvSpPr>
        <p:spPr>
          <a:xfrm>
            <a:off x="2318330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0" name="Stage1_sixpanel_6291">
            <a:extLst>
              <a:ext uri="{FF2B5EF4-FFF2-40B4-BE49-F238E27FC236}">
                <a16:creationId xmlns:a16="http://schemas.microsoft.com/office/drawing/2014/main" id="{1D21D132-C533-4FBC-93E9-55043A596E32}"/>
              </a:ext>
            </a:extLst>
          </p:cNvPr>
          <p:cNvSpPr>
            <a:spLocks noGrp="1"/>
          </p:cNvSpPr>
          <p:nvPr/>
        </p:nvSpPr>
        <p:spPr>
          <a:xfrm>
            <a:off x="2317096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1" name="Stage1_sixpanel_6292">
            <a:extLst>
              <a:ext uri="{FF2B5EF4-FFF2-40B4-BE49-F238E27FC236}">
                <a16:creationId xmlns:a16="http://schemas.microsoft.com/office/drawing/2014/main" id="{7B7C27DD-F5F5-447A-BF1D-276ACE040EAA}"/>
              </a:ext>
            </a:extLst>
          </p:cNvPr>
          <p:cNvSpPr>
            <a:spLocks noGrp="1"/>
          </p:cNvSpPr>
          <p:nvPr/>
        </p:nvSpPr>
        <p:spPr>
          <a:xfrm>
            <a:off x="2374936" y="25826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2" name="Stage1_sixpanel_6293">
            <a:extLst>
              <a:ext uri="{FF2B5EF4-FFF2-40B4-BE49-F238E27FC236}">
                <a16:creationId xmlns:a16="http://schemas.microsoft.com/office/drawing/2014/main" id="{E2A1553B-76C2-4490-B20E-CF5CFF11A030}"/>
              </a:ext>
            </a:extLst>
          </p:cNvPr>
          <p:cNvSpPr>
            <a:spLocks noGrp="1"/>
          </p:cNvSpPr>
          <p:nvPr/>
        </p:nvSpPr>
        <p:spPr>
          <a:xfrm>
            <a:off x="2385557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3" name="Stage1_sixpanel_6294">
            <a:extLst>
              <a:ext uri="{FF2B5EF4-FFF2-40B4-BE49-F238E27FC236}">
                <a16:creationId xmlns:a16="http://schemas.microsoft.com/office/drawing/2014/main" id="{9FD3E0F4-94B6-4FF0-8BEA-420AA393AB97}"/>
              </a:ext>
            </a:extLst>
          </p:cNvPr>
          <p:cNvSpPr>
            <a:spLocks noGrp="1"/>
          </p:cNvSpPr>
          <p:nvPr/>
        </p:nvSpPr>
        <p:spPr>
          <a:xfrm>
            <a:off x="24447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4" name="Stage1_sixpanel_6295">
            <a:extLst>
              <a:ext uri="{FF2B5EF4-FFF2-40B4-BE49-F238E27FC236}">
                <a16:creationId xmlns:a16="http://schemas.microsoft.com/office/drawing/2014/main" id="{65A8A435-07B3-44D7-9A41-742D800189A8}"/>
              </a:ext>
            </a:extLst>
          </p:cNvPr>
          <p:cNvSpPr>
            <a:spLocks noGrp="1"/>
          </p:cNvSpPr>
          <p:nvPr/>
        </p:nvSpPr>
        <p:spPr>
          <a:xfrm>
            <a:off x="2359762" y="23255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5" name="Stage1_sixpanel_6296">
            <a:extLst>
              <a:ext uri="{FF2B5EF4-FFF2-40B4-BE49-F238E27FC236}">
                <a16:creationId xmlns:a16="http://schemas.microsoft.com/office/drawing/2014/main" id="{748B51B0-F481-4DEE-8007-3D38EEA182E4}"/>
              </a:ext>
            </a:extLst>
          </p:cNvPr>
          <p:cNvSpPr>
            <a:spLocks noGrp="1"/>
          </p:cNvSpPr>
          <p:nvPr/>
        </p:nvSpPr>
        <p:spPr>
          <a:xfrm>
            <a:off x="2378698" y="211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6" name="Stage1_sixpanel_6297">
            <a:extLst>
              <a:ext uri="{FF2B5EF4-FFF2-40B4-BE49-F238E27FC236}">
                <a16:creationId xmlns:a16="http://schemas.microsoft.com/office/drawing/2014/main" id="{29602121-5A40-4DC6-9AD0-DCF47A97C9C5}"/>
              </a:ext>
            </a:extLst>
          </p:cNvPr>
          <p:cNvSpPr>
            <a:spLocks noGrp="1"/>
          </p:cNvSpPr>
          <p:nvPr/>
        </p:nvSpPr>
        <p:spPr>
          <a:xfrm>
            <a:off x="23481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7" name="Stage1_sixpanel_6298">
            <a:extLst>
              <a:ext uri="{FF2B5EF4-FFF2-40B4-BE49-F238E27FC236}">
                <a16:creationId xmlns:a16="http://schemas.microsoft.com/office/drawing/2014/main" id="{43F1EF2A-7F14-4B5B-AE4E-A36828E9EBE2}"/>
              </a:ext>
            </a:extLst>
          </p:cNvPr>
          <p:cNvSpPr>
            <a:spLocks noGrp="1"/>
          </p:cNvSpPr>
          <p:nvPr/>
        </p:nvSpPr>
        <p:spPr>
          <a:xfrm>
            <a:off x="22913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8" name="Stage1_sixpanel_6299">
            <a:extLst>
              <a:ext uri="{FF2B5EF4-FFF2-40B4-BE49-F238E27FC236}">
                <a16:creationId xmlns:a16="http://schemas.microsoft.com/office/drawing/2014/main" id="{8EA3218D-3196-44C8-BB74-0352CADAB278}"/>
              </a:ext>
            </a:extLst>
          </p:cNvPr>
          <p:cNvSpPr>
            <a:spLocks noGrp="1"/>
          </p:cNvSpPr>
          <p:nvPr/>
        </p:nvSpPr>
        <p:spPr>
          <a:xfrm>
            <a:off x="2292006" y="25958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29" name="Stage1_sixpanel_6300">
            <a:extLst>
              <a:ext uri="{FF2B5EF4-FFF2-40B4-BE49-F238E27FC236}">
                <a16:creationId xmlns:a16="http://schemas.microsoft.com/office/drawing/2014/main" id="{6C7BE632-2EA8-4D09-9927-96E79E0D6B4F}"/>
              </a:ext>
            </a:extLst>
          </p:cNvPr>
          <p:cNvSpPr>
            <a:spLocks noGrp="1"/>
          </p:cNvSpPr>
          <p:nvPr/>
        </p:nvSpPr>
        <p:spPr>
          <a:xfrm>
            <a:off x="23317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0" name="Stage1_sixpanel_6301">
            <a:extLst>
              <a:ext uri="{FF2B5EF4-FFF2-40B4-BE49-F238E27FC236}">
                <a16:creationId xmlns:a16="http://schemas.microsoft.com/office/drawing/2014/main" id="{B6499D15-5E06-4815-8841-A8B0FF67EBD1}"/>
              </a:ext>
            </a:extLst>
          </p:cNvPr>
          <p:cNvSpPr>
            <a:spLocks noGrp="1"/>
          </p:cNvSpPr>
          <p:nvPr/>
        </p:nvSpPr>
        <p:spPr>
          <a:xfrm>
            <a:off x="2287860" y="25642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1" name="Stage1_sixpanel_6302">
            <a:extLst>
              <a:ext uri="{FF2B5EF4-FFF2-40B4-BE49-F238E27FC236}">
                <a16:creationId xmlns:a16="http://schemas.microsoft.com/office/drawing/2014/main" id="{1CBBF6E9-2FFA-4C0A-BF6D-DE53DF7852E9}"/>
              </a:ext>
            </a:extLst>
          </p:cNvPr>
          <p:cNvSpPr>
            <a:spLocks noGrp="1"/>
          </p:cNvSpPr>
          <p:nvPr/>
        </p:nvSpPr>
        <p:spPr>
          <a:xfrm>
            <a:off x="2313512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2" name="Stage1_sixpanel_6303">
            <a:extLst>
              <a:ext uri="{FF2B5EF4-FFF2-40B4-BE49-F238E27FC236}">
                <a16:creationId xmlns:a16="http://schemas.microsoft.com/office/drawing/2014/main" id="{ED06BB7F-3A85-4876-9F04-69C00E996A1C}"/>
              </a:ext>
            </a:extLst>
          </p:cNvPr>
          <p:cNvSpPr>
            <a:spLocks noGrp="1"/>
          </p:cNvSpPr>
          <p:nvPr/>
        </p:nvSpPr>
        <p:spPr>
          <a:xfrm>
            <a:off x="2413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3" name="Stage1_sixpanel_6304">
            <a:extLst>
              <a:ext uri="{FF2B5EF4-FFF2-40B4-BE49-F238E27FC236}">
                <a16:creationId xmlns:a16="http://schemas.microsoft.com/office/drawing/2014/main" id="{210943D9-F04D-47A2-A9BE-27E7BA163E01}"/>
              </a:ext>
            </a:extLst>
          </p:cNvPr>
          <p:cNvSpPr>
            <a:spLocks noGrp="1"/>
          </p:cNvSpPr>
          <p:nvPr/>
        </p:nvSpPr>
        <p:spPr>
          <a:xfrm>
            <a:off x="2353729" y="22124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4" name="Stage1_sixpanel_6305">
            <a:extLst>
              <a:ext uri="{FF2B5EF4-FFF2-40B4-BE49-F238E27FC236}">
                <a16:creationId xmlns:a16="http://schemas.microsoft.com/office/drawing/2014/main" id="{B024CBD9-55DD-43CA-AA30-6DDAFD13B92C}"/>
              </a:ext>
            </a:extLst>
          </p:cNvPr>
          <p:cNvSpPr>
            <a:spLocks noGrp="1"/>
          </p:cNvSpPr>
          <p:nvPr/>
        </p:nvSpPr>
        <p:spPr>
          <a:xfrm>
            <a:off x="23745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5" name="Stage1_sixpanel_6306">
            <a:extLst>
              <a:ext uri="{FF2B5EF4-FFF2-40B4-BE49-F238E27FC236}">
                <a16:creationId xmlns:a16="http://schemas.microsoft.com/office/drawing/2014/main" id="{CA580107-7F92-4AC5-BBA2-B00C9F82BAAC}"/>
              </a:ext>
            </a:extLst>
          </p:cNvPr>
          <p:cNvSpPr>
            <a:spLocks noGrp="1"/>
          </p:cNvSpPr>
          <p:nvPr/>
        </p:nvSpPr>
        <p:spPr>
          <a:xfrm>
            <a:off x="2404936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6" name="Stage1_sixpanel_6307">
            <a:extLst>
              <a:ext uri="{FF2B5EF4-FFF2-40B4-BE49-F238E27FC236}">
                <a16:creationId xmlns:a16="http://schemas.microsoft.com/office/drawing/2014/main" id="{08FCCFF1-D1D5-4599-A58F-B4730CB80C77}"/>
              </a:ext>
            </a:extLst>
          </p:cNvPr>
          <p:cNvSpPr>
            <a:spLocks noGrp="1"/>
          </p:cNvSpPr>
          <p:nvPr/>
        </p:nvSpPr>
        <p:spPr>
          <a:xfrm>
            <a:off x="23358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7" name="Stage1_sixpanel_6308">
            <a:extLst>
              <a:ext uri="{FF2B5EF4-FFF2-40B4-BE49-F238E27FC236}">
                <a16:creationId xmlns:a16="http://schemas.microsoft.com/office/drawing/2014/main" id="{5E30F712-CF9D-44F8-8397-13A64A43E488}"/>
              </a:ext>
            </a:extLst>
          </p:cNvPr>
          <p:cNvSpPr>
            <a:spLocks noGrp="1"/>
          </p:cNvSpPr>
          <p:nvPr/>
        </p:nvSpPr>
        <p:spPr>
          <a:xfrm>
            <a:off x="23906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8" name="Stage1_sixpanel_6309">
            <a:extLst>
              <a:ext uri="{FF2B5EF4-FFF2-40B4-BE49-F238E27FC236}">
                <a16:creationId xmlns:a16="http://schemas.microsoft.com/office/drawing/2014/main" id="{11F92F62-552F-4284-AD18-5F5FF7BB8BA2}"/>
              </a:ext>
            </a:extLst>
          </p:cNvPr>
          <p:cNvSpPr>
            <a:spLocks noGrp="1"/>
          </p:cNvSpPr>
          <p:nvPr/>
        </p:nvSpPr>
        <p:spPr>
          <a:xfrm>
            <a:off x="23906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39" name="Stage1_sixpanel_6310">
            <a:extLst>
              <a:ext uri="{FF2B5EF4-FFF2-40B4-BE49-F238E27FC236}">
                <a16:creationId xmlns:a16="http://schemas.microsoft.com/office/drawing/2014/main" id="{7CD1F17F-E7AA-45CC-B5EE-7C8480793664}"/>
              </a:ext>
            </a:extLst>
          </p:cNvPr>
          <p:cNvSpPr>
            <a:spLocks noGrp="1"/>
          </p:cNvSpPr>
          <p:nvPr/>
        </p:nvSpPr>
        <p:spPr>
          <a:xfrm>
            <a:off x="2329468" y="260104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0" name="Stage1_sixpanel_6311">
            <a:extLst>
              <a:ext uri="{FF2B5EF4-FFF2-40B4-BE49-F238E27FC236}">
                <a16:creationId xmlns:a16="http://schemas.microsoft.com/office/drawing/2014/main" id="{B176F2A4-D8C8-42A7-A169-37FD639433E9}"/>
              </a:ext>
            </a:extLst>
          </p:cNvPr>
          <p:cNvSpPr>
            <a:spLocks noGrp="1"/>
          </p:cNvSpPr>
          <p:nvPr/>
        </p:nvSpPr>
        <p:spPr>
          <a:xfrm>
            <a:off x="22821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1" name="Stage1_sixpanel_6312">
            <a:extLst>
              <a:ext uri="{FF2B5EF4-FFF2-40B4-BE49-F238E27FC236}">
                <a16:creationId xmlns:a16="http://schemas.microsoft.com/office/drawing/2014/main" id="{BBE0170E-6E09-4E5B-B32D-D9850FD0AFEE}"/>
              </a:ext>
            </a:extLst>
          </p:cNvPr>
          <p:cNvSpPr>
            <a:spLocks noGrp="1"/>
          </p:cNvSpPr>
          <p:nvPr/>
        </p:nvSpPr>
        <p:spPr>
          <a:xfrm>
            <a:off x="241574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2" name="Stage1_sixpanel_6313">
            <a:extLst>
              <a:ext uri="{FF2B5EF4-FFF2-40B4-BE49-F238E27FC236}">
                <a16:creationId xmlns:a16="http://schemas.microsoft.com/office/drawing/2014/main" id="{FAACA67E-6C08-4FFE-97A4-1A653225C7A2}"/>
              </a:ext>
            </a:extLst>
          </p:cNvPr>
          <p:cNvSpPr>
            <a:spLocks noGrp="1"/>
          </p:cNvSpPr>
          <p:nvPr/>
        </p:nvSpPr>
        <p:spPr>
          <a:xfrm>
            <a:off x="23095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3" name="Stage1_sixpanel_6314">
            <a:extLst>
              <a:ext uri="{FF2B5EF4-FFF2-40B4-BE49-F238E27FC236}">
                <a16:creationId xmlns:a16="http://schemas.microsoft.com/office/drawing/2014/main" id="{C3AE8A4D-07E6-4541-A7E9-85D65F0CB7A3}"/>
              </a:ext>
            </a:extLst>
          </p:cNvPr>
          <p:cNvSpPr>
            <a:spLocks noGrp="1"/>
          </p:cNvSpPr>
          <p:nvPr/>
        </p:nvSpPr>
        <p:spPr>
          <a:xfrm>
            <a:off x="2362186" y="1689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4" name="Stage1_sixpanel_6315">
            <a:extLst>
              <a:ext uri="{FF2B5EF4-FFF2-40B4-BE49-F238E27FC236}">
                <a16:creationId xmlns:a16="http://schemas.microsoft.com/office/drawing/2014/main" id="{8A867807-378C-4FEF-9AB0-667C5DC5497A}"/>
              </a:ext>
            </a:extLst>
          </p:cNvPr>
          <p:cNvSpPr>
            <a:spLocks noGrp="1"/>
          </p:cNvSpPr>
          <p:nvPr/>
        </p:nvSpPr>
        <p:spPr>
          <a:xfrm>
            <a:off x="2294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5" name="Stage1_sixpanel_6316">
            <a:extLst>
              <a:ext uri="{FF2B5EF4-FFF2-40B4-BE49-F238E27FC236}">
                <a16:creationId xmlns:a16="http://schemas.microsoft.com/office/drawing/2014/main" id="{E0B3DF64-5DB4-422E-9E71-5E35863920C4}"/>
              </a:ext>
            </a:extLst>
          </p:cNvPr>
          <p:cNvSpPr>
            <a:spLocks noGrp="1"/>
          </p:cNvSpPr>
          <p:nvPr/>
        </p:nvSpPr>
        <p:spPr>
          <a:xfrm>
            <a:off x="23013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6" name="Stage1_sixpanel_6317">
            <a:extLst>
              <a:ext uri="{FF2B5EF4-FFF2-40B4-BE49-F238E27FC236}">
                <a16:creationId xmlns:a16="http://schemas.microsoft.com/office/drawing/2014/main" id="{50191998-D4E7-478A-81A9-D977BB1C7774}"/>
              </a:ext>
            </a:extLst>
          </p:cNvPr>
          <p:cNvSpPr>
            <a:spLocks noGrp="1"/>
          </p:cNvSpPr>
          <p:nvPr/>
        </p:nvSpPr>
        <p:spPr>
          <a:xfrm>
            <a:off x="23114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7" name="Stage1_sixpanel_6318">
            <a:extLst>
              <a:ext uri="{FF2B5EF4-FFF2-40B4-BE49-F238E27FC236}">
                <a16:creationId xmlns:a16="http://schemas.microsoft.com/office/drawing/2014/main" id="{E76675DE-364A-4567-8302-1792D3E2C742}"/>
              </a:ext>
            </a:extLst>
          </p:cNvPr>
          <p:cNvSpPr>
            <a:spLocks noGrp="1"/>
          </p:cNvSpPr>
          <p:nvPr/>
        </p:nvSpPr>
        <p:spPr>
          <a:xfrm>
            <a:off x="22783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8" name="Stage1_sixpanel_6319">
            <a:extLst>
              <a:ext uri="{FF2B5EF4-FFF2-40B4-BE49-F238E27FC236}">
                <a16:creationId xmlns:a16="http://schemas.microsoft.com/office/drawing/2014/main" id="{AA78F4E6-7845-4384-A376-5D47754A0F6A}"/>
              </a:ext>
            </a:extLst>
          </p:cNvPr>
          <p:cNvSpPr>
            <a:spLocks noGrp="1"/>
          </p:cNvSpPr>
          <p:nvPr/>
        </p:nvSpPr>
        <p:spPr>
          <a:xfrm>
            <a:off x="2432149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49" name="Stage1_sixpanel_6320">
            <a:extLst>
              <a:ext uri="{FF2B5EF4-FFF2-40B4-BE49-F238E27FC236}">
                <a16:creationId xmlns:a16="http://schemas.microsoft.com/office/drawing/2014/main" id="{59F939CD-4899-475A-9201-540D013691FF}"/>
              </a:ext>
            </a:extLst>
          </p:cNvPr>
          <p:cNvSpPr>
            <a:spLocks noGrp="1"/>
          </p:cNvSpPr>
          <p:nvPr/>
        </p:nvSpPr>
        <p:spPr>
          <a:xfrm>
            <a:off x="228707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0" name="Stage1_sixpanel_6321">
            <a:extLst>
              <a:ext uri="{FF2B5EF4-FFF2-40B4-BE49-F238E27FC236}">
                <a16:creationId xmlns:a16="http://schemas.microsoft.com/office/drawing/2014/main" id="{A865E954-766B-440C-94B7-18EE1232D7C9}"/>
              </a:ext>
            </a:extLst>
          </p:cNvPr>
          <p:cNvSpPr>
            <a:spLocks noGrp="1"/>
          </p:cNvSpPr>
          <p:nvPr/>
        </p:nvSpPr>
        <p:spPr>
          <a:xfrm>
            <a:off x="2290977" y="25947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1" name="Stage1_sixpanel_6322">
            <a:extLst>
              <a:ext uri="{FF2B5EF4-FFF2-40B4-BE49-F238E27FC236}">
                <a16:creationId xmlns:a16="http://schemas.microsoft.com/office/drawing/2014/main" id="{3EE20F20-34CF-44DD-8FDA-30E82DF07445}"/>
              </a:ext>
            </a:extLst>
          </p:cNvPr>
          <p:cNvSpPr>
            <a:spLocks noGrp="1"/>
          </p:cNvSpPr>
          <p:nvPr/>
        </p:nvSpPr>
        <p:spPr>
          <a:xfrm>
            <a:off x="2430134" y="1802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2" name="Stage1_sixpanel_6323">
            <a:extLst>
              <a:ext uri="{FF2B5EF4-FFF2-40B4-BE49-F238E27FC236}">
                <a16:creationId xmlns:a16="http://schemas.microsoft.com/office/drawing/2014/main" id="{CEEE6E8C-B085-40E3-A1FB-D3A9662FEB85}"/>
              </a:ext>
            </a:extLst>
          </p:cNvPr>
          <p:cNvSpPr>
            <a:spLocks noGrp="1"/>
          </p:cNvSpPr>
          <p:nvPr/>
        </p:nvSpPr>
        <p:spPr>
          <a:xfrm>
            <a:off x="2367939" y="26011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3" name="Stage1_sixpanel_6324">
            <a:extLst>
              <a:ext uri="{FF2B5EF4-FFF2-40B4-BE49-F238E27FC236}">
                <a16:creationId xmlns:a16="http://schemas.microsoft.com/office/drawing/2014/main" id="{2E10A872-E1CC-4086-AC28-4608886E94BC}"/>
              </a:ext>
            </a:extLst>
          </p:cNvPr>
          <p:cNvSpPr>
            <a:spLocks noGrp="1"/>
          </p:cNvSpPr>
          <p:nvPr/>
        </p:nvSpPr>
        <p:spPr>
          <a:xfrm>
            <a:off x="2377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4" name="Stage1_sixpanel_6325">
            <a:extLst>
              <a:ext uri="{FF2B5EF4-FFF2-40B4-BE49-F238E27FC236}">
                <a16:creationId xmlns:a16="http://schemas.microsoft.com/office/drawing/2014/main" id="{FA0E5581-85B8-48B4-8E33-75FE4A604A48}"/>
              </a:ext>
            </a:extLst>
          </p:cNvPr>
          <p:cNvSpPr>
            <a:spLocks noGrp="1"/>
          </p:cNvSpPr>
          <p:nvPr/>
        </p:nvSpPr>
        <p:spPr>
          <a:xfrm>
            <a:off x="2348735" y="2518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5" name="Stage1_sixpanel_6326">
            <a:extLst>
              <a:ext uri="{FF2B5EF4-FFF2-40B4-BE49-F238E27FC236}">
                <a16:creationId xmlns:a16="http://schemas.microsoft.com/office/drawing/2014/main" id="{D78B9D37-C491-471E-9CDC-FA9D57ACF195}"/>
              </a:ext>
            </a:extLst>
          </p:cNvPr>
          <p:cNvSpPr>
            <a:spLocks noGrp="1"/>
          </p:cNvSpPr>
          <p:nvPr/>
        </p:nvSpPr>
        <p:spPr>
          <a:xfrm>
            <a:off x="2335106" y="18432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6" name="Stage1_sixpanel_6327">
            <a:extLst>
              <a:ext uri="{FF2B5EF4-FFF2-40B4-BE49-F238E27FC236}">
                <a16:creationId xmlns:a16="http://schemas.microsoft.com/office/drawing/2014/main" id="{7CE68751-44DC-4238-AF4B-4860E77D06D1}"/>
              </a:ext>
            </a:extLst>
          </p:cNvPr>
          <p:cNvSpPr>
            <a:spLocks noGrp="1"/>
          </p:cNvSpPr>
          <p:nvPr/>
        </p:nvSpPr>
        <p:spPr>
          <a:xfrm>
            <a:off x="23041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7" name="Stage1_sixpanel_6328">
            <a:extLst>
              <a:ext uri="{FF2B5EF4-FFF2-40B4-BE49-F238E27FC236}">
                <a16:creationId xmlns:a16="http://schemas.microsoft.com/office/drawing/2014/main" id="{19FD2D8C-9992-4042-B8B8-20D8056CABC2}"/>
              </a:ext>
            </a:extLst>
          </p:cNvPr>
          <p:cNvSpPr>
            <a:spLocks noGrp="1"/>
          </p:cNvSpPr>
          <p:nvPr/>
        </p:nvSpPr>
        <p:spPr>
          <a:xfrm>
            <a:off x="2334088" y="25934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8" name="Stage1_sixpanel_6329">
            <a:extLst>
              <a:ext uri="{FF2B5EF4-FFF2-40B4-BE49-F238E27FC236}">
                <a16:creationId xmlns:a16="http://schemas.microsoft.com/office/drawing/2014/main" id="{8337C194-C0CB-468E-BD33-2ED6D4BD12EF}"/>
              </a:ext>
            </a:extLst>
          </p:cNvPr>
          <p:cNvSpPr>
            <a:spLocks noGrp="1"/>
          </p:cNvSpPr>
          <p:nvPr/>
        </p:nvSpPr>
        <p:spPr>
          <a:xfrm>
            <a:off x="2366659" y="24894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59" name="Stage1_sixpanel_6330">
            <a:extLst>
              <a:ext uri="{FF2B5EF4-FFF2-40B4-BE49-F238E27FC236}">
                <a16:creationId xmlns:a16="http://schemas.microsoft.com/office/drawing/2014/main" id="{3BE6523D-9970-4F1D-93B1-14AEDDD694E9}"/>
              </a:ext>
            </a:extLst>
          </p:cNvPr>
          <p:cNvSpPr>
            <a:spLocks noGrp="1"/>
          </p:cNvSpPr>
          <p:nvPr/>
        </p:nvSpPr>
        <p:spPr>
          <a:xfrm>
            <a:off x="2386438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0" name="Stage1_sixpanel_6331">
            <a:extLst>
              <a:ext uri="{FF2B5EF4-FFF2-40B4-BE49-F238E27FC236}">
                <a16:creationId xmlns:a16="http://schemas.microsoft.com/office/drawing/2014/main" id="{08FBAAAA-0560-4084-93AF-544A79A3F162}"/>
              </a:ext>
            </a:extLst>
          </p:cNvPr>
          <p:cNvSpPr>
            <a:spLocks noGrp="1"/>
          </p:cNvSpPr>
          <p:nvPr/>
        </p:nvSpPr>
        <p:spPr>
          <a:xfrm>
            <a:off x="2300282" y="1688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1" name="Stage1_sixpanel_6332">
            <a:extLst>
              <a:ext uri="{FF2B5EF4-FFF2-40B4-BE49-F238E27FC236}">
                <a16:creationId xmlns:a16="http://schemas.microsoft.com/office/drawing/2014/main" id="{304B8B43-EC85-47C4-8AF1-2F0829E9EE32}"/>
              </a:ext>
            </a:extLst>
          </p:cNvPr>
          <p:cNvSpPr>
            <a:spLocks noGrp="1"/>
          </p:cNvSpPr>
          <p:nvPr/>
        </p:nvSpPr>
        <p:spPr>
          <a:xfrm>
            <a:off x="2418991" y="2596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2" name="Stage1_sixpanel_6333">
            <a:extLst>
              <a:ext uri="{FF2B5EF4-FFF2-40B4-BE49-F238E27FC236}">
                <a16:creationId xmlns:a16="http://schemas.microsoft.com/office/drawing/2014/main" id="{94D436AB-D161-4550-A165-DA65FE71BC5D}"/>
              </a:ext>
            </a:extLst>
          </p:cNvPr>
          <p:cNvSpPr>
            <a:spLocks noGrp="1"/>
          </p:cNvSpPr>
          <p:nvPr/>
        </p:nvSpPr>
        <p:spPr>
          <a:xfrm>
            <a:off x="2393414" y="25636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3" name="Stage1_sixpanel_6334">
            <a:extLst>
              <a:ext uri="{FF2B5EF4-FFF2-40B4-BE49-F238E27FC236}">
                <a16:creationId xmlns:a16="http://schemas.microsoft.com/office/drawing/2014/main" id="{797BB3B6-F9A7-4239-8C16-ED613C25ECFA}"/>
              </a:ext>
            </a:extLst>
          </p:cNvPr>
          <p:cNvSpPr>
            <a:spLocks noGrp="1"/>
          </p:cNvSpPr>
          <p:nvPr/>
        </p:nvSpPr>
        <p:spPr>
          <a:xfrm>
            <a:off x="23746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4" name="Stage1_sixpanel_6335">
            <a:extLst>
              <a:ext uri="{FF2B5EF4-FFF2-40B4-BE49-F238E27FC236}">
                <a16:creationId xmlns:a16="http://schemas.microsoft.com/office/drawing/2014/main" id="{CDB8D67B-610C-4FBA-BEB6-53B0B13E1186}"/>
              </a:ext>
            </a:extLst>
          </p:cNvPr>
          <p:cNvSpPr>
            <a:spLocks noGrp="1"/>
          </p:cNvSpPr>
          <p:nvPr/>
        </p:nvSpPr>
        <p:spPr>
          <a:xfrm>
            <a:off x="23453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5" name="Stage1_sixpanel_6336">
            <a:extLst>
              <a:ext uri="{FF2B5EF4-FFF2-40B4-BE49-F238E27FC236}">
                <a16:creationId xmlns:a16="http://schemas.microsoft.com/office/drawing/2014/main" id="{2EB0077C-05B6-4424-A757-4E3AC5E1DF54}"/>
              </a:ext>
            </a:extLst>
          </p:cNvPr>
          <p:cNvSpPr>
            <a:spLocks noGrp="1"/>
          </p:cNvSpPr>
          <p:nvPr/>
        </p:nvSpPr>
        <p:spPr>
          <a:xfrm>
            <a:off x="23539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6" name="Stage1_sixpanel_6337">
            <a:extLst>
              <a:ext uri="{FF2B5EF4-FFF2-40B4-BE49-F238E27FC236}">
                <a16:creationId xmlns:a16="http://schemas.microsoft.com/office/drawing/2014/main" id="{F71B521B-3005-4B3B-9980-42BC7A7F734D}"/>
              </a:ext>
            </a:extLst>
          </p:cNvPr>
          <p:cNvSpPr>
            <a:spLocks noGrp="1"/>
          </p:cNvSpPr>
          <p:nvPr/>
        </p:nvSpPr>
        <p:spPr>
          <a:xfrm>
            <a:off x="2409591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7" name="Stage1_sixpanel_6338">
            <a:extLst>
              <a:ext uri="{FF2B5EF4-FFF2-40B4-BE49-F238E27FC236}">
                <a16:creationId xmlns:a16="http://schemas.microsoft.com/office/drawing/2014/main" id="{A8A47B5A-0307-481D-8C44-2C01C323B4BA}"/>
              </a:ext>
            </a:extLst>
          </p:cNvPr>
          <p:cNvSpPr>
            <a:spLocks noGrp="1"/>
          </p:cNvSpPr>
          <p:nvPr/>
        </p:nvSpPr>
        <p:spPr>
          <a:xfrm>
            <a:off x="23651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8" name="Stage1_sixpanel_6339">
            <a:extLst>
              <a:ext uri="{FF2B5EF4-FFF2-40B4-BE49-F238E27FC236}">
                <a16:creationId xmlns:a16="http://schemas.microsoft.com/office/drawing/2014/main" id="{B80B000D-C977-4F31-8B35-9C0730AC19BE}"/>
              </a:ext>
            </a:extLst>
          </p:cNvPr>
          <p:cNvSpPr>
            <a:spLocks noGrp="1"/>
          </p:cNvSpPr>
          <p:nvPr/>
        </p:nvSpPr>
        <p:spPr>
          <a:xfrm>
            <a:off x="22821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69" name="Stage1_sixpanel_6340">
            <a:extLst>
              <a:ext uri="{FF2B5EF4-FFF2-40B4-BE49-F238E27FC236}">
                <a16:creationId xmlns:a16="http://schemas.microsoft.com/office/drawing/2014/main" id="{6D55D09A-B665-4441-8579-E0FB15678E33}"/>
              </a:ext>
            </a:extLst>
          </p:cNvPr>
          <p:cNvSpPr>
            <a:spLocks noGrp="1"/>
          </p:cNvSpPr>
          <p:nvPr/>
        </p:nvSpPr>
        <p:spPr>
          <a:xfrm>
            <a:off x="23684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0" name="Stage1_sixpanel_6341">
            <a:extLst>
              <a:ext uri="{FF2B5EF4-FFF2-40B4-BE49-F238E27FC236}">
                <a16:creationId xmlns:a16="http://schemas.microsoft.com/office/drawing/2014/main" id="{12BA9099-FC5F-430E-85D2-60EE430A6C96}"/>
              </a:ext>
            </a:extLst>
          </p:cNvPr>
          <p:cNvSpPr>
            <a:spLocks noGrp="1"/>
          </p:cNvSpPr>
          <p:nvPr/>
        </p:nvSpPr>
        <p:spPr>
          <a:xfrm>
            <a:off x="2418385" y="25336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1" name="Stage1_sixpanel_6342">
            <a:extLst>
              <a:ext uri="{FF2B5EF4-FFF2-40B4-BE49-F238E27FC236}">
                <a16:creationId xmlns:a16="http://schemas.microsoft.com/office/drawing/2014/main" id="{D61A8EEF-9A0A-4E02-910D-064496214A53}"/>
              </a:ext>
            </a:extLst>
          </p:cNvPr>
          <p:cNvSpPr>
            <a:spLocks noGrp="1"/>
          </p:cNvSpPr>
          <p:nvPr/>
        </p:nvSpPr>
        <p:spPr>
          <a:xfrm>
            <a:off x="22846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2" name="Stage1_sixpanel_6343">
            <a:extLst>
              <a:ext uri="{FF2B5EF4-FFF2-40B4-BE49-F238E27FC236}">
                <a16:creationId xmlns:a16="http://schemas.microsoft.com/office/drawing/2014/main" id="{0A53D8B3-E75E-4415-BC60-05DEDB956ABD}"/>
              </a:ext>
            </a:extLst>
          </p:cNvPr>
          <p:cNvSpPr>
            <a:spLocks noGrp="1"/>
          </p:cNvSpPr>
          <p:nvPr/>
        </p:nvSpPr>
        <p:spPr>
          <a:xfrm>
            <a:off x="2389297" y="26003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3" name="Stage1_sixpanel_6344">
            <a:extLst>
              <a:ext uri="{FF2B5EF4-FFF2-40B4-BE49-F238E27FC236}">
                <a16:creationId xmlns:a16="http://schemas.microsoft.com/office/drawing/2014/main" id="{CDF02163-C7AF-4225-8F41-4ADDF26A74D9}"/>
              </a:ext>
            </a:extLst>
          </p:cNvPr>
          <p:cNvSpPr>
            <a:spLocks noGrp="1"/>
          </p:cNvSpPr>
          <p:nvPr/>
        </p:nvSpPr>
        <p:spPr>
          <a:xfrm>
            <a:off x="2327641" y="25872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4" name="Stage1_sixpanel_6345">
            <a:extLst>
              <a:ext uri="{FF2B5EF4-FFF2-40B4-BE49-F238E27FC236}">
                <a16:creationId xmlns:a16="http://schemas.microsoft.com/office/drawing/2014/main" id="{E5FE1A02-13CE-47F9-9F43-E00574941E4E}"/>
              </a:ext>
            </a:extLst>
          </p:cNvPr>
          <p:cNvSpPr>
            <a:spLocks noGrp="1"/>
          </p:cNvSpPr>
          <p:nvPr/>
        </p:nvSpPr>
        <p:spPr>
          <a:xfrm>
            <a:off x="2406039" y="25980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5" name="Stage1_sixpanel_6346">
            <a:extLst>
              <a:ext uri="{FF2B5EF4-FFF2-40B4-BE49-F238E27FC236}">
                <a16:creationId xmlns:a16="http://schemas.microsoft.com/office/drawing/2014/main" id="{571147CD-9F8C-459E-9956-127AD6100348}"/>
              </a:ext>
            </a:extLst>
          </p:cNvPr>
          <p:cNvSpPr>
            <a:spLocks noGrp="1"/>
          </p:cNvSpPr>
          <p:nvPr/>
        </p:nvSpPr>
        <p:spPr>
          <a:xfrm>
            <a:off x="2396344" y="26003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6" name="Stage1_sixpanel_6347">
            <a:extLst>
              <a:ext uri="{FF2B5EF4-FFF2-40B4-BE49-F238E27FC236}">
                <a16:creationId xmlns:a16="http://schemas.microsoft.com/office/drawing/2014/main" id="{262029C2-B638-4E62-BDD5-77CE10AE7062}"/>
              </a:ext>
            </a:extLst>
          </p:cNvPr>
          <p:cNvSpPr>
            <a:spLocks noGrp="1"/>
          </p:cNvSpPr>
          <p:nvPr/>
        </p:nvSpPr>
        <p:spPr>
          <a:xfrm>
            <a:off x="2298304" y="25951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7" name="Stage1_sixpanel_6348">
            <a:extLst>
              <a:ext uri="{FF2B5EF4-FFF2-40B4-BE49-F238E27FC236}">
                <a16:creationId xmlns:a16="http://schemas.microsoft.com/office/drawing/2014/main" id="{18C0336C-43CB-4909-BDC5-B6073FBF049C}"/>
              </a:ext>
            </a:extLst>
          </p:cNvPr>
          <p:cNvSpPr>
            <a:spLocks noGrp="1"/>
          </p:cNvSpPr>
          <p:nvPr/>
        </p:nvSpPr>
        <p:spPr>
          <a:xfrm>
            <a:off x="2396573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8" name="Stage1_sixpanel_6349">
            <a:extLst>
              <a:ext uri="{FF2B5EF4-FFF2-40B4-BE49-F238E27FC236}">
                <a16:creationId xmlns:a16="http://schemas.microsoft.com/office/drawing/2014/main" id="{F45A45A0-B436-4A70-924E-7E20B9D07C8F}"/>
              </a:ext>
            </a:extLst>
          </p:cNvPr>
          <p:cNvSpPr>
            <a:spLocks noGrp="1"/>
          </p:cNvSpPr>
          <p:nvPr/>
        </p:nvSpPr>
        <p:spPr>
          <a:xfrm>
            <a:off x="22765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79" name="Stage1_sixpanel_6350">
            <a:extLst>
              <a:ext uri="{FF2B5EF4-FFF2-40B4-BE49-F238E27FC236}">
                <a16:creationId xmlns:a16="http://schemas.microsoft.com/office/drawing/2014/main" id="{C51454C6-5586-432F-BDA2-7BF32D26EC61}"/>
              </a:ext>
            </a:extLst>
          </p:cNvPr>
          <p:cNvSpPr>
            <a:spLocks noGrp="1"/>
          </p:cNvSpPr>
          <p:nvPr/>
        </p:nvSpPr>
        <p:spPr>
          <a:xfrm>
            <a:off x="2312917" y="25617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0" name="Stage1_sixpanel_6351">
            <a:extLst>
              <a:ext uri="{FF2B5EF4-FFF2-40B4-BE49-F238E27FC236}">
                <a16:creationId xmlns:a16="http://schemas.microsoft.com/office/drawing/2014/main" id="{0F0758F0-8900-4802-9726-EDECD2411A9C}"/>
              </a:ext>
            </a:extLst>
          </p:cNvPr>
          <p:cNvSpPr>
            <a:spLocks noGrp="1"/>
          </p:cNvSpPr>
          <p:nvPr/>
        </p:nvSpPr>
        <p:spPr>
          <a:xfrm>
            <a:off x="2415210" y="26032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1" name="Stage1_sixpanel_6352">
            <a:extLst>
              <a:ext uri="{FF2B5EF4-FFF2-40B4-BE49-F238E27FC236}">
                <a16:creationId xmlns:a16="http://schemas.microsoft.com/office/drawing/2014/main" id="{51A3F4F1-32EE-47DB-98B4-4504C367C5BF}"/>
              </a:ext>
            </a:extLst>
          </p:cNvPr>
          <p:cNvSpPr>
            <a:spLocks noGrp="1"/>
          </p:cNvSpPr>
          <p:nvPr/>
        </p:nvSpPr>
        <p:spPr>
          <a:xfrm>
            <a:off x="2316289" y="2602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2" name="Stage1_sixpanel_6353">
            <a:extLst>
              <a:ext uri="{FF2B5EF4-FFF2-40B4-BE49-F238E27FC236}">
                <a16:creationId xmlns:a16="http://schemas.microsoft.com/office/drawing/2014/main" id="{67F2FBE7-0039-41FD-AE16-49EED2A7A626}"/>
              </a:ext>
            </a:extLst>
          </p:cNvPr>
          <p:cNvSpPr>
            <a:spLocks noGrp="1"/>
          </p:cNvSpPr>
          <p:nvPr/>
        </p:nvSpPr>
        <p:spPr>
          <a:xfrm>
            <a:off x="2300602" y="2539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3" name="Stage1_sixpanel_6354">
            <a:extLst>
              <a:ext uri="{FF2B5EF4-FFF2-40B4-BE49-F238E27FC236}">
                <a16:creationId xmlns:a16="http://schemas.microsoft.com/office/drawing/2014/main" id="{1A78C228-461D-4446-8BB7-28C5004FED62}"/>
              </a:ext>
            </a:extLst>
          </p:cNvPr>
          <p:cNvSpPr>
            <a:spLocks noGrp="1"/>
          </p:cNvSpPr>
          <p:nvPr/>
        </p:nvSpPr>
        <p:spPr>
          <a:xfrm>
            <a:off x="2429366" y="25903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4" name="Stage1_sixpanel_6355">
            <a:extLst>
              <a:ext uri="{FF2B5EF4-FFF2-40B4-BE49-F238E27FC236}">
                <a16:creationId xmlns:a16="http://schemas.microsoft.com/office/drawing/2014/main" id="{3A0D330A-47DB-40B4-B055-A885CD8DBD09}"/>
              </a:ext>
            </a:extLst>
          </p:cNvPr>
          <p:cNvSpPr>
            <a:spLocks noGrp="1"/>
          </p:cNvSpPr>
          <p:nvPr/>
        </p:nvSpPr>
        <p:spPr>
          <a:xfrm>
            <a:off x="2415564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5" name="Stage1_sixpanel_6356">
            <a:extLst>
              <a:ext uri="{FF2B5EF4-FFF2-40B4-BE49-F238E27FC236}">
                <a16:creationId xmlns:a16="http://schemas.microsoft.com/office/drawing/2014/main" id="{85FFACC2-0FFC-4F49-BF81-E0FB25B47392}"/>
              </a:ext>
            </a:extLst>
          </p:cNvPr>
          <p:cNvSpPr>
            <a:spLocks noGrp="1"/>
          </p:cNvSpPr>
          <p:nvPr/>
        </p:nvSpPr>
        <p:spPr>
          <a:xfrm>
            <a:off x="240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6" name="Stage1_sixpanel_6357">
            <a:extLst>
              <a:ext uri="{FF2B5EF4-FFF2-40B4-BE49-F238E27FC236}">
                <a16:creationId xmlns:a16="http://schemas.microsoft.com/office/drawing/2014/main" id="{4146A152-77B1-4F0D-B183-5BA98368EFCD}"/>
              </a:ext>
            </a:extLst>
          </p:cNvPr>
          <p:cNvSpPr>
            <a:spLocks noGrp="1"/>
          </p:cNvSpPr>
          <p:nvPr/>
        </p:nvSpPr>
        <p:spPr>
          <a:xfrm>
            <a:off x="2319795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7" name="Stage1_sixpanel_6358">
            <a:extLst>
              <a:ext uri="{FF2B5EF4-FFF2-40B4-BE49-F238E27FC236}">
                <a16:creationId xmlns:a16="http://schemas.microsoft.com/office/drawing/2014/main" id="{10745BE5-4AA0-4C5B-830A-7F9DDA241EB1}"/>
              </a:ext>
            </a:extLst>
          </p:cNvPr>
          <p:cNvSpPr>
            <a:spLocks noGrp="1"/>
          </p:cNvSpPr>
          <p:nvPr/>
        </p:nvSpPr>
        <p:spPr>
          <a:xfrm>
            <a:off x="2300669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8" name="Stage1_sixpanel_6359">
            <a:extLst>
              <a:ext uri="{FF2B5EF4-FFF2-40B4-BE49-F238E27FC236}">
                <a16:creationId xmlns:a16="http://schemas.microsoft.com/office/drawing/2014/main" id="{7405F551-E125-4B29-8E3A-52599F4C06D1}"/>
              </a:ext>
            </a:extLst>
          </p:cNvPr>
          <p:cNvSpPr>
            <a:spLocks noGrp="1"/>
          </p:cNvSpPr>
          <p:nvPr/>
        </p:nvSpPr>
        <p:spPr>
          <a:xfrm>
            <a:off x="2360272" y="25942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89" name="Stage1_sixpanel_6360">
            <a:extLst>
              <a:ext uri="{FF2B5EF4-FFF2-40B4-BE49-F238E27FC236}">
                <a16:creationId xmlns:a16="http://schemas.microsoft.com/office/drawing/2014/main" id="{82C8E87C-5AD9-47DA-9316-5199439A5F2F}"/>
              </a:ext>
            </a:extLst>
          </p:cNvPr>
          <p:cNvSpPr>
            <a:spLocks noGrp="1"/>
          </p:cNvSpPr>
          <p:nvPr/>
        </p:nvSpPr>
        <p:spPr>
          <a:xfrm>
            <a:off x="2408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0" name="Stage1_sixpanel_6361">
            <a:extLst>
              <a:ext uri="{FF2B5EF4-FFF2-40B4-BE49-F238E27FC236}">
                <a16:creationId xmlns:a16="http://schemas.microsoft.com/office/drawing/2014/main" id="{EC052B2F-F3C4-4ECC-ABD9-F64D6DC02BF2}"/>
              </a:ext>
            </a:extLst>
          </p:cNvPr>
          <p:cNvSpPr>
            <a:spLocks noGrp="1"/>
          </p:cNvSpPr>
          <p:nvPr/>
        </p:nvSpPr>
        <p:spPr>
          <a:xfrm>
            <a:off x="23968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1" name="Stage1_sixpanel_6362">
            <a:extLst>
              <a:ext uri="{FF2B5EF4-FFF2-40B4-BE49-F238E27FC236}">
                <a16:creationId xmlns:a16="http://schemas.microsoft.com/office/drawing/2014/main" id="{252ED7B1-0F59-48BA-86A0-CA4D8F25BBC6}"/>
              </a:ext>
            </a:extLst>
          </p:cNvPr>
          <p:cNvSpPr>
            <a:spLocks noGrp="1"/>
          </p:cNvSpPr>
          <p:nvPr/>
        </p:nvSpPr>
        <p:spPr>
          <a:xfrm>
            <a:off x="2405229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2" name="Stage1_sixpanel_6363">
            <a:extLst>
              <a:ext uri="{FF2B5EF4-FFF2-40B4-BE49-F238E27FC236}">
                <a16:creationId xmlns:a16="http://schemas.microsoft.com/office/drawing/2014/main" id="{5F643488-FCAF-4F4A-A70F-53CB5EDACED5}"/>
              </a:ext>
            </a:extLst>
          </p:cNvPr>
          <p:cNvSpPr>
            <a:spLocks noGrp="1"/>
          </p:cNvSpPr>
          <p:nvPr/>
        </p:nvSpPr>
        <p:spPr>
          <a:xfrm>
            <a:off x="23189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3" name="Stage1_sixpanel_6364">
            <a:extLst>
              <a:ext uri="{FF2B5EF4-FFF2-40B4-BE49-F238E27FC236}">
                <a16:creationId xmlns:a16="http://schemas.microsoft.com/office/drawing/2014/main" id="{36D7ADE2-D56A-445D-9DF7-41CF41F6365D}"/>
              </a:ext>
            </a:extLst>
          </p:cNvPr>
          <p:cNvSpPr>
            <a:spLocks noGrp="1"/>
          </p:cNvSpPr>
          <p:nvPr/>
        </p:nvSpPr>
        <p:spPr>
          <a:xfrm>
            <a:off x="2375240" y="25924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4" name="Stage1_sixpanel_6365">
            <a:extLst>
              <a:ext uri="{FF2B5EF4-FFF2-40B4-BE49-F238E27FC236}">
                <a16:creationId xmlns:a16="http://schemas.microsoft.com/office/drawing/2014/main" id="{946683AD-EB4D-4CCF-8C42-1CBE7533F400}"/>
              </a:ext>
            </a:extLst>
          </p:cNvPr>
          <p:cNvSpPr>
            <a:spLocks noGrp="1"/>
          </p:cNvSpPr>
          <p:nvPr/>
        </p:nvSpPr>
        <p:spPr>
          <a:xfrm>
            <a:off x="2331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5" name="Stage1_sixpanel_6366">
            <a:extLst>
              <a:ext uri="{FF2B5EF4-FFF2-40B4-BE49-F238E27FC236}">
                <a16:creationId xmlns:a16="http://schemas.microsoft.com/office/drawing/2014/main" id="{8980B7FF-6E87-4294-A087-3EC42A00A4E0}"/>
              </a:ext>
            </a:extLst>
          </p:cNvPr>
          <p:cNvSpPr>
            <a:spLocks noGrp="1"/>
          </p:cNvSpPr>
          <p:nvPr/>
        </p:nvSpPr>
        <p:spPr>
          <a:xfrm>
            <a:off x="2377798" y="26015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6" name="Stage1_sixpanel_6367">
            <a:extLst>
              <a:ext uri="{FF2B5EF4-FFF2-40B4-BE49-F238E27FC236}">
                <a16:creationId xmlns:a16="http://schemas.microsoft.com/office/drawing/2014/main" id="{25A58B44-88C3-4365-96E1-24963B566FD7}"/>
              </a:ext>
            </a:extLst>
          </p:cNvPr>
          <p:cNvSpPr>
            <a:spLocks noGrp="1"/>
          </p:cNvSpPr>
          <p:nvPr/>
        </p:nvSpPr>
        <p:spPr>
          <a:xfrm>
            <a:off x="23330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7" name="Stage1_sixpanel_6368">
            <a:extLst>
              <a:ext uri="{FF2B5EF4-FFF2-40B4-BE49-F238E27FC236}">
                <a16:creationId xmlns:a16="http://schemas.microsoft.com/office/drawing/2014/main" id="{16F565E7-849D-4684-A1EE-B9961E68CBE6}"/>
              </a:ext>
            </a:extLst>
          </p:cNvPr>
          <p:cNvSpPr>
            <a:spLocks noGrp="1"/>
          </p:cNvSpPr>
          <p:nvPr/>
        </p:nvSpPr>
        <p:spPr>
          <a:xfrm>
            <a:off x="2363687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8" name="Stage1_sixpanel_6369">
            <a:extLst>
              <a:ext uri="{FF2B5EF4-FFF2-40B4-BE49-F238E27FC236}">
                <a16:creationId xmlns:a16="http://schemas.microsoft.com/office/drawing/2014/main" id="{3FB0922C-9AA0-424F-994D-371C84E2FAE6}"/>
              </a:ext>
            </a:extLst>
          </p:cNvPr>
          <p:cNvSpPr>
            <a:spLocks noGrp="1"/>
          </p:cNvSpPr>
          <p:nvPr/>
        </p:nvSpPr>
        <p:spPr>
          <a:xfrm>
            <a:off x="23514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199" name="Stage1_sixpanel_6370">
            <a:extLst>
              <a:ext uri="{FF2B5EF4-FFF2-40B4-BE49-F238E27FC236}">
                <a16:creationId xmlns:a16="http://schemas.microsoft.com/office/drawing/2014/main" id="{868194C9-9FA9-4F47-9EB7-D7693421DE45}"/>
              </a:ext>
            </a:extLst>
          </p:cNvPr>
          <p:cNvSpPr>
            <a:spLocks noGrp="1"/>
          </p:cNvSpPr>
          <p:nvPr/>
        </p:nvSpPr>
        <p:spPr>
          <a:xfrm>
            <a:off x="2280502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0" name="Stage1_sixpanel_6371">
            <a:extLst>
              <a:ext uri="{FF2B5EF4-FFF2-40B4-BE49-F238E27FC236}">
                <a16:creationId xmlns:a16="http://schemas.microsoft.com/office/drawing/2014/main" id="{BDE51AC0-1290-4A3B-9458-0DBF453D0994}"/>
              </a:ext>
            </a:extLst>
          </p:cNvPr>
          <p:cNvSpPr>
            <a:spLocks noGrp="1"/>
          </p:cNvSpPr>
          <p:nvPr/>
        </p:nvSpPr>
        <p:spPr>
          <a:xfrm>
            <a:off x="2416156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1" name="Stage1_sixpanel_6372">
            <a:extLst>
              <a:ext uri="{FF2B5EF4-FFF2-40B4-BE49-F238E27FC236}">
                <a16:creationId xmlns:a16="http://schemas.microsoft.com/office/drawing/2014/main" id="{69D1AA6D-2FD1-4F70-93F5-64A1258C9DC4}"/>
              </a:ext>
            </a:extLst>
          </p:cNvPr>
          <p:cNvSpPr>
            <a:spLocks noGrp="1"/>
          </p:cNvSpPr>
          <p:nvPr/>
        </p:nvSpPr>
        <p:spPr>
          <a:xfrm>
            <a:off x="2410193" y="20830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2" name="Stage1_sixpanel_6373">
            <a:extLst>
              <a:ext uri="{FF2B5EF4-FFF2-40B4-BE49-F238E27FC236}">
                <a16:creationId xmlns:a16="http://schemas.microsoft.com/office/drawing/2014/main" id="{3715603F-777F-455A-917E-17779F8FC9A3}"/>
              </a:ext>
            </a:extLst>
          </p:cNvPr>
          <p:cNvSpPr>
            <a:spLocks noGrp="1"/>
          </p:cNvSpPr>
          <p:nvPr/>
        </p:nvSpPr>
        <p:spPr>
          <a:xfrm>
            <a:off x="2388986" y="237676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3" name="Stage1_sixpanel_6374">
            <a:extLst>
              <a:ext uri="{FF2B5EF4-FFF2-40B4-BE49-F238E27FC236}">
                <a16:creationId xmlns:a16="http://schemas.microsoft.com/office/drawing/2014/main" id="{131C6B53-2C9C-40B6-919A-8459181CEDCE}"/>
              </a:ext>
            </a:extLst>
          </p:cNvPr>
          <p:cNvSpPr>
            <a:spLocks noGrp="1"/>
          </p:cNvSpPr>
          <p:nvPr/>
        </p:nvSpPr>
        <p:spPr>
          <a:xfrm>
            <a:off x="2404124" y="26033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4" name="Stage1_sixpanel_6375">
            <a:extLst>
              <a:ext uri="{FF2B5EF4-FFF2-40B4-BE49-F238E27FC236}">
                <a16:creationId xmlns:a16="http://schemas.microsoft.com/office/drawing/2014/main" id="{F703C75F-F45A-4D99-AF18-8609D1CB4ABC}"/>
              </a:ext>
            </a:extLst>
          </p:cNvPr>
          <p:cNvSpPr>
            <a:spLocks noGrp="1"/>
          </p:cNvSpPr>
          <p:nvPr/>
        </p:nvSpPr>
        <p:spPr>
          <a:xfrm>
            <a:off x="24159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5" name="Stage1_sixpanel_6376">
            <a:extLst>
              <a:ext uri="{FF2B5EF4-FFF2-40B4-BE49-F238E27FC236}">
                <a16:creationId xmlns:a16="http://schemas.microsoft.com/office/drawing/2014/main" id="{57B83AF7-1A97-44DB-BA40-3C1D949C2A08}"/>
              </a:ext>
            </a:extLst>
          </p:cNvPr>
          <p:cNvSpPr>
            <a:spLocks noGrp="1"/>
          </p:cNvSpPr>
          <p:nvPr/>
        </p:nvSpPr>
        <p:spPr>
          <a:xfrm>
            <a:off x="2299649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6" name="Stage1_sixpanel_6377">
            <a:extLst>
              <a:ext uri="{FF2B5EF4-FFF2-40B4-BE49-F238E27FC236}">
                <a16:creationId xmlns:a16="http://schemas.microsoft.com/office/drawing/2014/main" id="{759B4F5D-FDE2-431F-A951-63DD8CCF2734}"/>
              </a:ext>
            </a:extLst>
          </p:cNvPr>
          <p:cNvSpPr>
            <a:spLocks noGrp="1"/>
          </p:cNvSpPr>
          <p:nvPr/>
        </p:nvSpPr>
        <p:spPr>
          <a:xfrm>
            <a:off x="2437141" y="24964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7" name="Stage1_sixpanel_6378">
            <a:extLst>
              <a:ext uri="{FF2B5EF4-FFF2-40B4-BE49-F238E27FC236}">
                <a16:creationId xmlns:a16="http://schemas.microsoft.com/office/drawing/2014/main" id="{53463F27-90C5-42B5-B579-6D2BCED09865}"/>
              </a:ext>
            </a:extLst>
          </p:cNvPr>
          <p:cNvSpPr>
            <a:spLocks noGrp="1"/>
          </p:cNvSpPr>
          <p:nvPr/>
        </p:nvSpPr>
        <p:spPr>
          <a:xfrm>
            <a:off x="2353507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8" name="Stage1_sixpanel_6379">
            <a:extLst>
              <a:ext uri="{FF2B5EF4-FFF2-40B4-BE49-F238E27FC236}">
                <a16:creationId xmlns:a16="http://schemas.microsoft.com/office/drawing/2014/main" id="{64766721-9811-466A-BE6A-B41CB01888FA}"/>
              </a:ext>
            </a:extLst>
          </p:cNvPr>
          <p:cNvSpPr>
            <a:spLocks noGrp="1"/>
          </p:cNvSpPr>
          <p:nvPr/>
        </p:nvSpPr>
        <p:spPr>
          <a:xfrm>
            <a:off x="2309292" y="25332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09" name="Stage1_sixpanel_6380">
            <a:extLst>
              <a:ext uri="{FF2B5EF4-FFF2-40B4-BE49-F238E27FC236}">
                <a16:creationId xmlns:a16="http://schemas.microsoft.com/office/drawing/2014/main" id="{B8D37DD9-A9EF-48B8-839B-D65EE353821C}"/>
              </a:ext>
            </a:extLst>
          </p:cNvPr>
          <p:cNvSpPr>
            <a:spLocks noGrp="1"/>
          </p:cNvSpPr>
          <p:nvPr/>
        </p:nvSpPr>
        <p:spPr>
          <a:xfrm>
            <a:off x="2315127" y="25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0" name="Stage1_sixpanel_6381">
            <a:extLst>
              <a:ext uri="{FF2B5EF4-FFF2-40B4-BE49-F238E27FC236}">
                <a16:creationId xmlns:a16="http://schemas.microsoft.com/office/drawing/2014/main" id="{313DD9EB-F1C5-452B-87C6-859087F45964}"/>
              </a:ext>
            </a:extLst>
          </p:cNvPr>
          <p:cNvSpPr>
            <a:spLocks noGrp="1"/>
          </p:cNvSpPr>
          <p:nvPr/>
        </p:nvSpPr>
        <p:spPr>
          <a:xfrm>
            <a:off x="24066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1" name="Stage1_sixpanel_6382">
            <a:extLst>
              <a:ext uri="{FF2B5EF4-FFF2-40B4-BE49-F238E27FC236}">
                <a16:creationId xmlns:a16="http://schemas.microsoft.com/office/drawing/2014/main" id="{7C395644-C39F-41B5-BA73-19E9EC398135}"/>
              </a:ext>
            </a:extLst>
          </p:cNvPr>
          <p:cNvSpPr>
            <a:spLocks noGrp="1"/>
          </p:cNvSpPr>
          <p:nvPr/>
        </p:nvSpPr>
        <p:spPr>
          <a:xfrm>
            <a:off x="2421715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2" name="Stage1_sixpanel_6383">
            <a:extLst>
              <a:ext uri="{FF2B5EF4-FFF2-40B4-BE49-F238E27FC236}">
                <a16:creationId xmlns:a16="http://schemas.microsoft.com/office/drawing/2014/main" id="{73690A0C-45D1-4607-AF62-1726EF651178}"/>
              </a:ext>
            </a:extLst>
          </p:cNvPr>
          <p:cNvSpPr>
            <a:spLocks noGrp="1"/>
          </p:cNvSpPr>
          <p:nvPr/>
        </p:nvSpPr>
        <p:spPr>
          <a:xfrm>
            <a:off x="2300043" y="257919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3" name="Stage1_sixpanel_6384">
            <a:extLst>
              <a:ext uri="{FF2B5EF4-FFF2-40B4-BE49-F238E27FC236}">
                <a16:creationId xmlns:a16="http://schemas.microsoft.com/office/drawing/2014/main" id="{1268D2F0-6807-43D1-BAA0-40FA8EF34098}"/>
              </a:ext>
            </a:extLst>
          </p:cNvPr>
          <p:cNvSpPr>
            <a:spLocks noGrp="1"/>
          </p:cNvSpPr>
          <p:nvPr/>
        </p:nvSpPr>
        <p:spPr>
          <a:xfrm>
            <a:off x="23926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4" name="Stage1_sixpanel_6385">
            <a:extLst>
              <a:ext uri="{FF2B5EF4-FFF2-40B4-BE49-F238E27FC236}">
                <a16:creationId xmlns:a16="http://schemas.microsoft.com/office/drawing/2014/main" id="{CAADB86C-7BCD-4BEE-826E-2E2B0CEEE79B}"/>
              </a:ext>
            </a:extLst>
          </p:cNvPr>
          <p:cNvSpPr>
            <a:spLocks noGrp="1"/>
          </p:cNvSpPr>
          <p:nvPr/>
        </p:nvSpPr>
        <p:spPr>
          <a:xfrm>
            <a:off x="23635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5" name="Stage1_sixpanel_6386">
            <a:extLst>
              <a:ext uri="{FF2B5EF4-FFF2-40B4-BE49-F238E27FC236}">
                <a16:creationId xmlns:a16="http://schemas.microsoft.com/office/drawing/2014/main" id="{C673EBC4-3AC4-4AD9-A8FE-D0C98C7264DC}"/>
              </a:ext>
            </a:extLst>
          </p:cNvPr>
          <p:cNvSpPr>
            <a:spLocks noGrp="1"/>
          </p:cNvSpPr>
          <p:nvPr/>
        </p:nvSpPr>
        <p:spPr>
          <a:xfrm>
            <a:off x="2384357" y="247391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6" name="Stage1_sixpanel_6387">
            <a:extLst>
              <a:ext uri="{FF2B5EF4-FFF2-40B4-BE49-F238E27FC236}">
                <a16:creationId xmlns:a16="http://schemas.microsoft.com/office/drawing/2014/main" id="{27FD38D9-190B-41E7-AB15-E1C0E12B45BE}"/>
              </a:ext>
            </a:extLst>
          </p:cNvPr>
          <p:cNvSpPr>
            <a:spLocks noGrp="1"/>
          </p:cNvSpPr>
          <p:nvPr/>
        </p:nvSpPr>
        <p:spPr>
          <a:xfrm>
            <a:off x="23495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7" name="Stage1_sixpanel_6388">
            <a:extLst>
              <a:ext uri="{FF2B5EF4-FFF2-40B4-BE49-F238E27FC236}">
                <a16:creationId xmlns:a16="http://schemas.microsoft.com/office/drawing/2014/main" id="{F98920FD-EBBD-4B41-918B-6EAD80410A04}"/>
              </a:ext>
            </a:extLst>
          </p:cNvPr>
          <p:cNvSpPr>
            <a:spLocks noGrp="1"/>
          </p:cNvSpPr>
          <p:nvPr/>
        </p:nvSpPr>
        <p:spPr>
          <a:xfrm>
            <a:off x="2413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8" name="Stage1_sixpanel_6389">
            <a:extLst>
              <a:ext uri="{FF2B5EF4-FFF2-40B4-BE49-F238E27FC236}">
                <a16:creationId xmlns:a16="http://schemas.microsoft.com/office/drawing/2014/main" id="{3079C01B-F550-440F-AEE0-66DE0D970210}"/>
              </a:ext>
            </a:extLst>
          </p:cNvPr>
          <p:cNvSpPr>
            <a:spLocks noGrp="1"/>
          </p:cNvSpPr>
          <p:nvPr/>
        </p:nvSpPr>
        <p:spPr>
          <a:xfrm>
            <a:off x="2375672" y="24000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19" name="Stage1_sixpanel_6390">
            <a:extLst>
              <a:ext uri="{FF2B5EF4-FFF2-40B4-BE49-F238E27FC236}">
                <a16:creationId xmlns:a16="http://schemas.microsoft.com/office/drawing/2014/main" id="{C673416D-0FA2-4D1B-9A6E-822FA782AB56}"/>
              </a:ext>
            </a:extLst>
          </p:cNvPr>
          <p:cNvSpPr>
            <a:spLocks noGrp="1"/>
          </p:cNvSpPr>
          <p:nvPr/>
        </p:nvSpPr>
        <p:spPr>
          <a:xfrm>
            <a:off x="23665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0" name="Stage1_sixpanel_6391">
            <a:extLst>
              <a:ext uri="{FF2B5EF4-FFF2-40B4-BE49-F238E27FC236}">
                <a16:creationId xmlns:a16="http://schemas.microsoft.com/office/drawing/2014/main" id="{00AADA35-BBDE-4A62-89BA-4C897FA236E9}"/>
              </a:ext>
            </a:extLst>
          </p:cNvPr>
          <p:cNvSpPr>
            <a:spLocks noGrp="1"/>
          </p:cNvSpPr>
          <p:nvPr/>
        </p:nvSpPr>
        <p:spPr>
          <a:xfrm>
            <a:off x="24194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1" name="Stage1_sixpanel_6392">
            <a:extLst>
              <a:ext uri="{FF2B5EF4-FFF2-40B4-BE49-F238E27FC236}">
                <a16:creationId xmlns:a16="http://schemas.microsoft.com/office/drawing/2014/main" id="{1EBBF411-6C3C-4A78-9DB9-D79FE43768A9}"/>
              </a:ext>
            </a:extLst>
          </p:cNvPr>
          <p:cNvSpPr>
            <a:spLocks noGrp="1"/>
          </p:cNvSpPr>
          <p:nvPr/>
        </p:nvSpPr>
        <p:spPr>
          <a:xfrm>
            <a:off x="2396106" y="25905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2" name="Stage1_sixpanel_6393">
            <a:extLst>
              <a:ext uri="{FF2B5EF4-FFF2-40B4-BE49-F238E27FC236}">
                <a16:creationId xmlns:a16="http://schemas.microsoft.com/office/drawing/2014/main" id="{1862DE64-20B7-45CF-9557-FC40A807C626}"/>
              </a:ext>
            </a:extLst>
          </p:cNvPr>
          <p:cNvSpPr>
            <a:spLocks noGrp="1"/>
          </p:cNvSpPr>
          <p:nvPr/>
        </p:nvSpPr>
        <p:spPr>
          <a:xfrm>
            <a:off x="2300276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3" name="Stage1_sixpanel_6394">
            <a:extLst>
              <a:ext uri="{FF2B5EF4-FFF2-40B4-BE49-F238E27FC236}">
                <a16:creationId xmlns:a16="http://schemas.microsoft.com/office/drawing/2014/main" id="{B4E4E2EA-E312-4C21-A2C0-43237ADA97C0}"/>
              </a:ext>
            </a:extLst>
          </p:cNvPr>
          <p:cNvSpPr>
            <a:spLocks noGrp="1"/>
          </p:cNvSpPr>
          <p:nvPr/>
        </p:nvSpPr>
        <p:spPr>
          <a:xfrm>
            <a:off x="2287263" y="26029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4" name="Stage1_sixpanel_6395">
            <a:extLst>
              <a:ext uri="{FF2B5EF4-FFF2-40B4-BE49-F238E27FC236}">
                <a16:creationId xmlns:a16="http://schemas.microsoft.com/office/drawing/2014/main" id="{47D2A025-1D4E-4F39-9083-D1F73F3B8058}"/>
              </a:ext>
            </a:extLst>
          </p:cNvPr>
          <p:cNvSpPr>
            <a:spLocks noGrp="1"/>
          </p:cNvSpPr>
          <p:nvPr/>
        </p:nvSpPr>
        <p:spPr>
          <a:xfrm>
            <a:off x="2324443" y="26013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5" name="Stage1_sixpanel_6396">
            <a:extLst>
              <a:ext uri="{FF2B5EF4-FFF2-40B4-BE49-F238E27FC236}">
                <a16:creationId xmlns:a16="http://schemas.microsoft.com/office/drawing/2014/main" id="{F655241D-7E2F-4D50-BD8B-FC05945E93D3}"/>
              </a:ext>
            </a:extLst>
          </p:cNvPr>
          <p:cNvSpPr>
            <a:spLocks noGrp="1"/>
          </p:cNvSpPr>
          <p:nvPr/>
        </p:nvSpPr>
        <p:spPr>
          <a:xfrm>
            <a:off x="2357676" y="25172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6" name="Stage1_sixpanel_6397">
            <a:extLst>
              <a:ext uri="{FF2B5EF4-FFF2-40B4-BE49-F238E27FC236}">
                <a16:creationId xmlns:a16="http://schemas.microsoft.com/office/drawing/2014/main" id="{D28BC6C6-80D5-449A-86BD-FE08C63459E9}"/>
              </a:ext>
            </a:extLst>
          </p:cNvPr>
          <p:cNvSpPr>
            <a:spLocks noGrp="1"/>
          </p:cNvSpPr>
          <p:nvPr/>
        </p:nvSpPr>
        <p:spPr>
          <a:xfrm>
            <a:off x="2355727" y="25915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7" name="Stage1_sixpanel_6398">
            <a:extLst>
              <a:ext uri="{FF2B5EF4-FFF2-40B4-BE49-F238E27FC236}">
                <a16:creationId xmlns:a16="http://schemas.microsoft.com/office/drawing/2014/main" id="{EAAFC1E3-3347-43F0-A88A-F07F62CC9345}"/>
              </a:ext>
            </a:extLst>
          </p:cNvPr>
          <p:cNvSpPr>
            <a:spLocks noGrp="1"/>
          </p:cNvSpPr>
          <p:nvPr/>
        </p:nvSpPr>
        <p:spPr>
          <a:xfrm>
            <a:off x="24146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8" name="Stage1_sixpanel_6399">
            <a:extLst>
              <a:ext uri="{FF2B5EF4-FFF2-40B4-BE49-F238E27FC236}">
                <a16:creationId xmlns:a16="http://schemas.microsoft.com/office/drawing/2014/main" id="{D1986412-25DD-46B0-837A-19A4F871D572}"/>
              </a:ext>
            </a:extLst>
          </p:cNvPr>
          <p:cNvSpPr>
            <a:spLocks noGrp="1"/>
          </p:cNvSpPr>
          <p:nvPr/>
        </p:nvSpPr>
        <p:spPr>
          <a:xfrm>
            <a:off x="24068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29" name="Stage1_sixpanel_6400">
            <a:extLst>
              <a:ext uri="{FF2B5EF4-FFF2-40B4-BE49-F238E27FC236}">
                <a16:creationId xmlns:a16="http://schemas.microsoft.com/office/drawing/2014/main" id="{463B2990-381B-41EF-A144-96DA1264B290}"/>
              </a:ext>
            </a:extLst>
          </p:cNvPr>
          <p:cNvSpPr>
            <a:spLocks noGrp="1"/>
          </p:cNvSpPr>
          <p:nvPr/>
        </p:nvSpPr>
        <p:spPr>
          <a:xfrm>
            <a:off x="23304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0" name="Stage1_sixpanel_6401">
            <a:extLst>
              <a:ext uri="{FF2B5EF4-FFF2-40B4-BE49-F238E27FC236}">
                <a16:creationId xmlns:a16="http://schemas.microsoft.com/office/drawing/2014/main" id="{4366FCB5-07D2-43AD-AE16-2C779FF498EC}"/>
              </a:ext>
            </a:extLst>
          </p:cNvPr>
          <p:cNvSpPr>
            <a:spLocks noGrp="1"/>
          </p:cNvSpPr>
          <p:nvPr/>
        </p:nvSpPr>
        <p:spPr>
          <a:xfrm>
            <a:off x="2359304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1" name="Stage1_sixpanel_6402">
            <a:extLst>
              <a:ext uri="{FF2B5EF4-FFF2-40B4-BE49-F238E27FC236}">
                <a16:creationId xmlns:a16="http://schemas.microsoft.com/office/drawing/2014/main" id="{7979B1B8-F75B-4690-8CEC-55A3606E9A87}"/>
              </a:ext>
            </a:extLst>
          </p:cNvPr>
          <p:cNvSpPr>
            <a:spLocks noGrp="1"/>
          </p:cNvSpPr>
          <p:nvPr/>
        </p:nvSpPr>
        <p:spPr>
          <a:xfrm>
            <a:off x="2278210" y="25978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2" name="Stage1_sixpanel_6403">
            <a:extLst>
              <a:ext uri="{FF2B5EF4-FFF2-40B4-BE49-F238E27FC236}">
                <a16:creationId xmlns:a16="http://schemas.microsoft.com/office/drawing/2014/main" id="{E46A166E-A422-407B-BD57-81C5E7CB879A}"/>
              </a:ext>
            </a:extLst>
          </p:cNvPr>
          <p:cNvSpPr>
            <a:spLocks noGrp="1"/>
          </p:cNvSpPr>
          <p:nvPr/>
        </p:nvSpPr>
        <p:spPr>
          <a:xfrm>
            <a:off x="2306657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3" name="Stage1_sixpanel_6404">
            <a:extLst>
              <a:ext uri="{FF2B5EF4-FFF2-40B4-BE49-F238E27FC236}">
                <a16:creationId xmlns:a16="http://schemas.microsoft.com/office/drawing/2014/main" id="{237FA87B-6C15-4730-91CC-33DE3061389D}"/>
              </a:ext>
            </a:extLst>
          </p:cNvPr>
          <p:cNvSpPr>
            <a:spLocks noGrp="1"/>
          </p:cNvSpPr>
          <p:nvPr/>
        </p:nvSpPr>
        <p:spPr>
          <a:xfrm>
            <a:off x="2393242" y="25952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4" name="Stage1_sixpanel_6405">
            <a:extLst>
              <a:ext uri="{FF2B5EF4-FFF2-40B4-BE49-F238E27FC236}">
                <a16:creationId xmlns:a16="http://schemas.microsoft.com/office/drawing/2014/main" id="{3054971B-A21B-4590-9D5C-4FB304BCDAA3}"/>
              </a:ext>
            </a:extLst>
          </p:cNvPr>
          <p:cNvSpPr>
            <a:spLocks noGrp="1"/>
          </p:cNvSpPr>
          <p:nvPr/>
        </p:nvSpPr>
        <p:spPr>
          <a:xfrm>
            <a:off x="23750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5" name="Stage1_sixpanel_6406">
            <a:extLst>
              <a:ext uri="{FF2B5EF4-FFF2-40B4-BE49-F238E27FC236}">
                <a16:creationId xmlns:a16="http://schemas.microsoft.com/office/drawing/2014/main" id="{9E1F32F3-4CA1-4A2A-B6B0-3D16286F9E12}"/>
              </a:ext>
            </a:extLst>
          </p:cNvPr>
          <p:cNvSpPr>
            <a:spLocks noGrp="1"/>
          </p:cNvSpPr>
          <p:nvPr/>
        </p:nvSpPr>
        <p:spPr>
          <a:xfrm>
            <a:off x="2326430" y="25649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6" name="Stage1_sixpanel_6407">
            <a:extLst>
              <a:ext uri="{FF2B5EF4-FFF2-40B4-BE49-F238E27FC236}">
                <a16:creationId xmlns:a16="http://schemas.microsoft.com/office/drawing/2014/main" id="{B9A0BFC4-138B-4866-A2B3-C40DADFA69D9}"/>
              </a:ext>
            </a:extLst>
          </p:cNvPr>
          <p:cNvSpPr>
            <a:spLocks noGrp="1"/>
          </p:cNvSpPr>
          <p:nvPr/>
        </p:nvSpPr>
        <p:spPr>
          <a:xfrm>
            <a:off x="2346012" y="25141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7" name="Stage1_sixpanel_6408">
            <a:extLst>
              <a:ext uri="{FF2B5EF4-FFF2-40B4-BE49-F238E27FC236}">
                <a16:creationId xmlns:a16="http://schemas.microsoft.com/office/drawing/2014/main" id="{424393CE-7EA1-40C1-8E12-66C615014C6F}"/>
              </a:ext>
            </a:extLst>
          </p:cNvPr>
          <p:cNvSpPr>
            <a:spLocks noGrp="1"/>
          </p:cNvSpPr>
          <p:nvPr/>
        </p:nvSpPr>
        <p:spPr>
          <a:xfrm>
            <a:off x="238888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8" name="Stage1_sixpanel_6409">
            <a:extLst>
              <a:ext uri="{FF2B5EF4-FFF2-40B4-BE49-F238E27FC236}">
                <a16:creationId xmlns:a16="http://schemas.microsoft.com/office/drawing/2014/main" id="{ECAC7A0F-619E-4FF8-8682-85C6293AE2DD}"/>
              </a:ext>
            </a:extLst>
          </p:cNvPr>
          <p:cNvSpPr>
            <a:spLocks noGrp="1"/>
          </p:cNvSpPr>
          <p:nvPr/>
        </p:nvSpPr>
        <p:spPr>
          <a:xfrm>
            <a:off x="2299093" y="25957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39" name="Stage1_sixpanel_6410">
            <a:extLst>
              <a:ext uri="{FF2B5EF4-FFF2-40B4-BE49-F238E27FC236}">
                <a16:creationId xmlns:a16="http://schemas.microsoft.com/office/drawing/2014/main" id="{FE6D356C-DEEE-4AF3-95E4-1D7A73073D48}"/>
              </a:ext>
            </a:extLst>
          </p:cNvPr>
          <p:cNvSpPr>
            <a:spLocks noGrp="1"/>
          </p:cNvSpPr>
          <p:nvPr/>
        </p:nvSpPr>
        <p:spPr>
          <a:xfrm>
            <a:off x="2383064" y="25977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0" name="Stage1_sixpanel_6411">
            <a:extLst>
              <a:ext uri="{FF2B5EF4-FFF2-40B4-BE49-F238E27FC236}">
                <a16:creationId xmlns:a16="http://schemas.microsoft.com/office/drawing/2014/main" id="{F82F3153-ADA3-45A9-90E9-1532CEF24C59}"/>
              </a:ext>
            </a:extLst>
          </p:cNvPr>
          <p:cNvSpPr>
            <a:spLocks noGrp="1"/>
          </p:cNvSpPr>
          <p:nvPr/>
        </p:nvSpPr>
        <p:spPr>
          <a:xfrm>
            <a:off x="232019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1" name="Stage1_sixpanel_6412">
            <a:extLst>
              <a:ext uri="{FF2B5EF4-FFF2-40B4-BE49-F238E27FC236}">
                <a16:creationId xmlns:a16="http://schemas.microsoft.com/office/drawing/2014/main" id="{25027FF7-E1F5-4D17-882D-770E8A6548C3}"/>
              </a:ext>
            </a:extLst>
          </p:cNvPr>
          <p:cNvSpPr>
            <a:spLocks noGrp="1"/>
          </p:cNvSpPr>
          <p:nvPr/>
        </p:nvSpPr>
        <p:spPr>
          <a:xfrm>
            <a:off x="23332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2" name="Stage1_sixpanel_6413">
            <a:extLst>
              <a:ext uri="{FF2B5EF4-FFF2-40B4-BE49-F238E27FC236}">
                <a16:creationId xmlns:a16="http://schemas.microsoft.com/office/drawing/2014/main" id="{3E0EF953-3B8B-4CAB-88F3-8B83C1C7B197}"/>
              </a:ext>
            </a:extLst>
          </p:cNvPr>
          <p:cNvSpPr>
            <a:spLocks noGrp="1"/>
          </p:cNvSpPr>
          <p:nvPr/>
        </p:nvSpPr>
        <p:spPr>
          <a:xfrm>
            <a:off x="2374251" y="24877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3" name="Stage1_sixpanel_6414">
            <a:extLst>
              <a:ext uri="{FF2B5EF4-FFF2-40B4-BE49-F238E27FC236}">
                <a16:creationId xmlns:a16="http://schemas.microsoft.com/office/drawing/2014/main" id="{30D09745-8443-48D4-A388-D36DB10380DB}"/>
              </a:ext>
            </a:extLst>
          </p:cNvPr>
          <p:cNvSpPr>
            <a:spLocks noGrp="1"/>
          </p:cNvSpPr>
          <p:nvPr/>
        </p:nvSpPr>
        <p:spPr>
          <a:xfrm>
            <a:off x="23248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4" name="Stage1_sixpanel_6415">
            <a:extLst>
              <a:ext uri="{FF2B5EF4-FFF2-40B4-BE49-F238E27FC236}">
                <a16:creationId xmlns:a16="http://schemas.microsoft.com/office/drawing/2014/main" id="{36B7AF79-0FA0-4826-9851-9A67B9F7DA6B}"/>
              </a:ext>
            </a:extLst>
          </p:cNvPr>
          <p:cNvSpPr>
            <a:spLocks noGrp="1"/>
          </p:cNvSpPr>
          <p:nvPr/>
        </p:nvSpPr>
        <p:spPr>
          <a:xfrm>
            <a:off x="2313587" y="25825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5" name="Stage1_sixpanel_6416">
            <a:extLst>
              <a:ext uri="{FF2B5EF4-FFF2-40B4-BE49-F238E27FC236}">
                <a16:creationId xmlns:a16="http://schemas.microsoft.com/office/drawing/2014/main" id="{BF68C004-214C-4657-B653-F2D2DA1F4132}"/>
              </a:ext>
            </a:extLst>
          </p:cNvPr>
          <p:cNvSpPr>
            <a:spLocks noGrp="1"/>
          </p:cNvSpPr>
          <p:nvPr/>
        </p:nvSpPr>
        <p:spPr>
          <a:xfrm>
            <a:off x="22894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6" name="Stage1_sixpanel_6417">
            <a:extLst>
              <a:ext uri="{FF2B5EF4-FFF2-40B4-BE49-F238E27FC236}">
                <a16:creationId xmlns:a16="http://schemas.microsoft.com/office/drawing/2014/main" id="{D3FC09DB-6B83-4F6C-8A9B-86A83BDCDD7C}"/>
              </a:ext>
            </a:extLst>
          </p:cNvPr>
          <p:cNvSpPr>
            <a:spLocks noGrp="1"/>
          </p:cNvSpPr>
          <p:nvPr/>
        </p:nvSpPr>
        <p:spPr>
          <a:xfrm>
            <a:off x="2308441" y="25663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7" name="Stage1_sixpanel_6418">
            <a:extLst>
              <a:ext uri="{FF2B5EF4-FFF2-40B4-BE49-F238E27FC236}">
                <a16:creationId xmlns:a16="http://schemas.microsoft.com/office/drawing/2014/main" id="{46D5A6F6-2D47-44A0-8356-F0A77A6E239A}"/>
              </a:ext>
            </a:extLst>
          </p:cNvPr>
          <p:cNvSpPr>
            <a:spLocks noGrp="1"/>
          </p:cNvSpPr>
          <p:nvPr/>
        </p:nvSpPr>
        <p:spPr>
          <a:xfrm>
            <a:off x="2426032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8" name="Stage1_sixpanel_6419">
            <a:extLst>
              <a:ext uri="{FF2B5EF4-FFF2-40B4-BE49-F238E27FC236}">
                <a16:creationId xmlns:a16="http://schemas.microsoft.com/office/drawing/2014/main" id="{82B6723F-6FE7-4529-B0A7-BD5F6F04AC43}"/>
              </a:ext>
            </a:extLst>
          </p:cNvPr>
          <p:cNvSpPr>
            <a:spLocks noGrp="1"/>
          </p:cNvSpPr>
          <p:nvPr/>
        </p:nvSpPr>
        <p:spPr>
          <a:xfrm>
            <a:off x="2379685" y="25385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49" name="Stage1_sixpanel_6420">
            <a:extLst>
              <a:ext uri="{FF2B5EF4-FFF2-40B4-BE49-F238E27FC236}">
                <a16:creationId xmlns:a16="http://schemas.microsoft.com/office/drawing/2014/main" id="{75AB100C-6950-41F3-AEE2-CC4756F564AD}"/>
              </a:ext>
            </a:extLst>
          </p:cNvPr>
          <p:cNvSpPr>
            <a:spLocks noGrp="1"/>
          </p:cNvSpPr>
          <p:nvPr/>
        </p:nvSpPr>
        <p:spPr>
          <a:xfrm>
            <a:off x="2433250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0" name="Stage1_sixpanel_6421">
            <a:extLst>
              <a:ext uri="{FF2B5EF4-FFF2-40B4-BE49-F238E27FC236}">
                <a16:creationId xmlns:a16="http://schemas.microsoft.com/office/drawing/2014/main" id="{0D9D4E3E-10AF-4540-A816-8C5CEBC0475C}"/>
              </a:ext>
            </a:extLst>
          </p:cNvPr>
          <p:cNvSpPr>
            <a:spLocks noGrp="1"/>
          </p:cNvSpPr>
          <p:nvPr/>
        </p:nvSpPr>
        <p:spPr>
          <a:xfrm>
            <a:off x="2380941" y="25997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1" name="Stage1_sixpanel_6422">
            <a:extLst>
              <a:ext uri="{FF2B5EF4-FFF2-40B4-BE49-F238E27FC236}">
                <a16:creationId xmlns:a16="http://schemas.microsoft.com/office/drawing/2014/main" id="{B2F4731D-8318-42D6-8BAE-6ABB3488029A}"/>
              </a:ext>
            </a:extLst>
          </p:cNvPr>
          <p:cNvSpPr>
            <a:spLocks noGrp="1"/>
          </p:cNvSpPr>
          <p:nvPr/>
        </p:nvSpPr>
        <p:spPr>
          <a:xfrm>
            <a:off x="236205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2" name="Stage1_sixpanel_6423">
            <a:extLst>
              <a:ext uri="{FF2B5EF4-FFF2-40B4-BE49-F238E27FC236}">
                <a16:creationId xmlns:a16="http://schemas.microsoft.com/office/drawing/2014/main" id="{3B821C93-ABD1-4CC4-8D1E-B15EA9F379FA}"/>
              </a:ext>
            </a:extLst>
          </p:cNvPr>
          <p:cNvSpPr>
            <a:spLocks noGrp="1"/>
          </p:cNvSpPr>
          <p:nvPr/>
        </p:nvSpPr>
        <p:spPr>
          <a:xfrm>
            <a:off x="2426201" y="2581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3" name="Stage1_sixpanel_6424">
            <a:extLst>
              <a:ext uri="{FF2B5EF4-FFF2-40B4-BE49-F238E27FC236}">
                <a16:creationId xmlns:a16="http://schemas.microsoft.com/office/drawing/2014/main" id="{7A0A26B1-FBDD-45D1-A537-AA4DD617EF5A}"/>
              </a:ext>
            </a:extLst>
          </p:cNvPr>
          <p:cNvSpPr>
            <a:spLocks noGrp="1"/>
          </p:cNvSpPr>
          <p:nvPr/>
        </p:nvSpPr>
        <p:spPr>
          <a:xfrm>
            <a:off x="2286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4" name="Stage1_sixpanel_6425">
            <a:extLst>
              <a:ext uri="{FF2B5EF4-FFF2-40B4-BE49-F238E27FC236}">
                <a16:creationId xmlns:a16="http://schemas.microsoft.com/office/drawing/2014/main" id="{8DEA65D3-BEBB-47FB-9028-F9E2C6179730}"/>
              </a:ext>
            </a:extLst>
          </p:cNvPr>
          <p:cNvSpPr>
            <a:spLocks noGrp="1"/>
          </p:cNvSpPr>
          <p:nvPr/>
        </p:nvSpPr>
        <p:spPr>
          <a:xfrm>
            <a:off x="23278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5" name="Stage1_sixpanel_6426">
            <a:extLst>
              <a:ext uri="{FF2B5EF4-FFF2-40B4-BE49-F238E27FC236}">
                <a16:creationId xmlns:a16="http://schemas.microsoft.com/office/drawing/2014/main" id="{E86FEE93-A247-44D1-89D2-97591AFE5656}"/>
              </a:ext>
            </a:extLst>
          </p:cNvPr>
          <p:cNvSpPr>
            <a:spLocks noGrp="1"/>
          </p:cNvSpPr>
          <p:nvPr/>
        </p:nvSpPr>
        <p:spPr>
          <a:xfrm>
            <a:off x="2437288" y="258416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6" name="Stage1_sixpanel_6427">
            <a:extLst>
              <a:ext uri="{FF2B5EF4-FFF2-40B4-BE49-F238E27FC236}">
                <a16:creationId xmlns:a16="http://schemas.microsoft.com/office/drawing/2014/main" id="{81CD146E-0DC2-4CB2-9CCF-6DF7675366EC}"/>
              </a:ext>
            </a:extLst>
          </p:cNvPr>
          <p:cNvSpPr>
            <a:spLocks noGrp="1"/>
          </p:cNvSpPr>
          <p:nvPr/>
        </p:nvSpPr>
        <p:spPr>
          <a:xfrm>
            <a:off x="2323338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7" name="Stage1_sixpanel_6428">
            <a:extLst>
              <a:ext uri="{FF2B5EF4-FFF2-40B4-BE49-F238E27FC236}">
                <a16:creationId xmlns:a16="http://schemas.microsoft.com/office/drawing/2014/main" id="{12F9955D-5628-46C1-BAFB-95F30A1FC360}"/>
              </a:ext>
            </a:extLst>
          </p:cNvPr>
          <p:cNvSpPr>
            <a:spLocks noGrp="1"/>
          </p:cNvSpPr>
          <p:nvPr/>
        </p:nvSpPr>
        <p:spPr>
          <a:xfrm>
            <a:off x="23642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8" name="Stage1_sixpanel_6429">
            <a:extLst>
              <a:ext uri="{FF2B5EF4-FFF2-40B4-BE49-F238E27FC236}">
                <a16:creationId xmlns:a16="http://schemas.microsoft.com/office/drawing/2014/main" id="{CDFBEA32-0559-4D1C-9D61-3DD6EE18A7AD}"/>
              </a:ext>
            </a:extLst>
          </p:cNvPr>
          <p:cNvSpPr>
            <a:spLocks noGrp="1"/>
          </p:cNvSpPr>
          <p:nvPr/>
        </p:nvSpPr>
        <p:spPr>
          <a:xfrm>
            <a:off x="2338845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59" name="Stage1_sixpanel_6430">
            <a:extLst>
              <a:ext uri="{FF2B5EF4-FFF2-40B4-BE49-F238E27FC236}">
                <a16:creationId xmlns:a16="http://schemas.microsoft.com/office/drawing/2014/main" id="{9D9455DD-6272-4BC8-9F82-AC173A8D819E}"/>
              </a:ext>
            </a:extLst>
          </p:cNvPr>
          <p:cNvSpPr>
            <a:spLocks noGrp="1"/>
          </p:cNvSpPr>
          <p:nvPr/>
        </p:nvSpPr>
        <p:spPr>
          <a:xfrm>
            <a:off x="2397949" y="25739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0" name="Stage1_sixpanel_6431">
            <a:extLst>
              <a:ext uri="{FF2B5EF4-FFF2-40B4-BE49-F238E27FC236}">
                <a16:creationId xmlns:a16="http://schemas.microsoft.com/office/drawing/2014/main" id="{EBF6D6DB-7ED2-4D47-B44F-D87492243830}"/>
              </a:ext>
            </a:extLst>
          </p:cNvPr>
          <p:cNvSpPr>
            <a:spLocks noGrp="1"/>
          </p:cNvSpPr>
          <p:nvPr/>
        </p:nvSpPr>
        <p:spPr>
          <a:xfrm>
            <a:off x="23314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1" name="Stage1_sixpanel_6432">
            <a:extLst>
              <a:ext uri="{FF2B5EF4-FFF2-40B4-BE49-F238E27FC236}">
                <a16:creationId xmlns:a16="http://schemas.microsoft.com/office/drawing/2014/main" id="{F106C52C-434B-4499-9E07-269655CD01F4}"/>
              </a:ext>
            </a:extLst>
          </p:cNvPr>
          <p:cNvSpPr>
            <a:spLocks noGrp="1"/>
          </p:cNvSpPr>
          <p:nvPr/>
        </p:nvSpPr>
        <p:spPr>
          <a:xfrm>
            <a:off x="2396715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2" name="Stage1_sixpanel_6433">
            <a:extLst>
              <a:ext uri="{FF2B5EF4-FFF2-40B4-BE49-F238E27FC236}">
                <a16:creationId xmlns:a16="http://schemas.microsoft.com/office/drawing/2014/main" id="{B0F6BF35-A5F8-425D-9888-00F590C7DF33}"/>
              </a:ext>
            </a:extLst>
          </p:cNvPr>
          <p:cNvSpPr>
            <a:spLocks noGrp="1"/>
          </p:cNvSpPr>
          <p:nvPr/>
        </p:nvSpPr>
        <p:spPr>
          <a:xfrm>
            <a:off x="2297934" y="2587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3" name="Stage1_sixpanel_6434">
            <a:extLst>
              <a:ext uri="{FF2B5EF4-FFF2-40B4-BE49-F238E27FC236}">
                <a16:creationId xmlns:a16="http://schemas.microsoft.com/office/drawing/2014/main" id="{9F55E732-65FC-4ED0-A91A-413EBFEB673D}"/>
              </a:ext>
            </a:extLst>
          </p:cNvPr>
          <p:cNvSpPr>
            <a:spLocks noGrp="1"/>
          </p:cNvSpPr>
          <p:nvPr/>
        </p:nvSpPr>
        <p:spPr>
          <a:xfrm>
            <a:off x="2274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4" name="Stage1_sixpanel_6435">
            <a:extLst>
              <a:ext uri="{FF2B5EF4-FFF2-40B4-BE49-F238E27FC236}">
                <a16:creationId xmlns:a16="http://schemas.microsoft.com/office/drawing/2014/main" id="{E06B018F-24BA-401C-9681-C9C93F444F12}"/>
              </a:ext>
            </a:extLst>
          </p:cNvPr>
          <p:cNvSpPr>
            <a:spLocks noGrp="1"/>
          </p:cNvSpPr>
          <p:nvPr/>
        </p:nvSpPr>
        <p:spPr>
          <a:xfrm>
            <a:off x="23391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5" name="Stage1_sixpanel_6436">
            <a:extLst>
              <a:ext uri="{FF2B5EF4-FFF2-40B4-BE49-F238E27FC236}">
                <a16:creationId xmlns:a16="http://schemas.microsoft.com/office/drawing/2014/main" id="{DD876AC9-76E7-4A06-AEF6-D1F217FCC982}"/>
              </a:ext>
            </a:extLst>
          </p:cNvPr>
          <p:cNvSpPr>
            <a:spLocks noGrp="1"/>
          </p:cNvSpPr>
          <p:nvPr/>
        </p:nvSpPr>
        <p:spPr>
          <a:xfrm>
            <a:off x="2371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6" name="Stage1_sixpanel_6437">
            <a:extLst>
              <a:ext uri="{FF2B5EF4-FFF2-40B4-BE49-F238E27FC236}">
                <a16:creationId xmlns:a16="http://schemas.microsoft.com/office/drawing/2014/main" id="{C6648EA9-1C3F-4A12-B0A5-A2F59E9E97B3}"/>
              </a:ext>
            </a:extLst>
          </p:cNvPr>
          <p:cNvSpPr>
            <a:spLocks noGrp="1"/>
          </p:cNvSpPr>
          <p:nvPr/>
        </p:nvSpPr>
        <p:spPr>
          <a:xfrm>
            <a:off x="24308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7" name="Stage1_sixpanel_6438">
            <a:extLst>
              <a:ext uri="{FF2B5EF4-FFF2-40B4-BE49-F238E27FC236}">
                <a16:creationId xmlns:a16="http://schemas.microsoft.com/office/drawing/2014/main" id="{4D55BC03-2C64-464F-B090-E2AFB8306E5C}"/>
              </a:ext>
            </a:extLst>
          </p:cNvPr>
          <p:cNvSpPr>
            <a:spLocks noGrp="1"/>
          </p:cNvSpPr>
          <p:nvPr/>
        </p:nvSpPr>
        <p:spPr>
          <a:xfrm>
            <a:off x="2434622" y="25700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8" name="Stage1_sixpanel_6439">
            <a:extLst>
              <a:ext uri="{FF2B5EF4-FFF2-40B4-BE49-F238E27FC236}">
                <a16:creationId xmlns:a16="http://schemas.microsoft.com/office/drawing/2014/main" id="{AF46B279-9702-4372-A103-5DB83E32711F}"/>
              </a:ext>
            </a:extLst>
          </p:cNvPr>
          <p:cNvSpPr>
            <a:spLocks noGrp="1"/>
          </p:cNvSpPr>
          <p:nvPr/>
        </p:nvSpPr>
        <p:spPr>
          <a:xfrm>
            <a:off x="2294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69" name="Stage1_sixpanel_6440">
            <a:extLst>
              <a:ext uri="{FF2B5EF4-FFF2-40B4-BE49-F238E27FC236}">
                <a16:creationId xmlns:a16="http://schemas.microsoft.com/office/drawing/2014/main" id="{3720319C-F550-4A77-AB29-80CB0A2ADA5C}"/>
              </a:ext>
            </a:extLst>
          </p:cNvPr>
          <p:cNvSpPr>
            <a:spLocks noGrp="1"/>
          </p:cNvSpPr>
          <p:nvPr/>
        </p:nvSpPr>
        <p:spPr>
          <a:xfrm>
            <a:off x="2443741" y="25501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0" name="Stage1_sixpanel_6441">
            <a:extLst>
              <a:ext uri="{FF2B5EF4-FFF2-40B4-BE49-F238E27FC236}">
                <a16:creationId xmlns:a16="http://schemas.microsoft.com/office/drawing/2014/main" id="{A5648B25-9B60-4ED5-B529-F51D2DB506F0}"/>
              </a:ext>
            </a:extLst>
          </p:cNvPr>
          <p:cNvSpPr>
            <a:spLocks noGrp="1"/>
          </p:cNvSpPr>
          <p:nvPr/>
        </p:nvSpPr>
        <p:spPr>
          <a:xfrm>
            <a:off x="2312868" y="25864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1" name="Stage1_sixpanel_6442">
            <a:extLst>
              <a:ext uri="{FF2B5EF4-FFF2-40B4-BE49-F238E27FC236}">
                <a16:creationId xmlns:a16="http://schemas.microsoft.com/office/drawing/2014/main" id="{5E4279F8-8897-464E-9C40-7968C71A7C35}"/>
              </a:ext>
            </a:extLst>
          </p:cNvPr>
          <p:cNvSpPr>
            <a:spLocks noGrp="1"/>
          </p:cNvSpPr>
          <p:nvPr/>
        </p:nvSpPr>
        <p:spPr>
          <a:xfrm>
            <a:off x="2358788" y="25594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2" name="Stage1_sixpanel_6443">
            <a:extLst>
              <a:ext uri="{FF2B5EF4-FFF2-40B4-BE49-F238E27FC236}">
                <a16:creationId xmlns:a16="http://schemas.microsoft.com/office/drawing/2014/main" id="{69513AFF-3444-44E2-B1A2-D0C02E7B26E6}"/>
              </a:ext>
            </a:extLst>
          </p:cNvPr>
          <p:cNvSpPr>
            <a:spLocks noGrp="1"/>
          </p:cNvSpPr>
          <p:nvPr/>
        </p:nvSpPr>
        <p:spPr>
          <a:xfrm>
            <a:off x="242146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3" name="Stage1_sixpanel_6444">
            <a:extLst>
              <a:ext uri="{FF2B5EF4-FFF2-40B4-BE49-F238E27FC236}">
                <a16:creationId xmlns:a16="http://schemas.microsoft.com/office/drawing/2014/main" id="{991CCBDC-64CF-482B-84B8-917F387F8099}"/>
              </a:ext>
            </a:extLst>
          </p:cNvPr>
          <p:cNvSpPr>
            <a:spLocks noGrp="1"/>
          </p:cNvSpPr>
          <p:nvPr/>
        </p:nvSpPr>
        <p:spPr>
          <a:xfrm>
            <a:off x="2313458" y="22354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4" name="Stage1_sixpanel_6445">
            <a:extLst>
              <a:ext uri="{FF2B5EF4-FFF2-40B4-BE49-F238E27FC236}">
                <a16:creationId xmlns:a16="http://schemas.microsoft.com/office/drawing/2014/main" id="{D1C1BEC8-3F30-48E2-8B1C-8560BCA181B3}"/>
              </a:ext>
            </a:extLst>
          </p:cNvPr>
          <p:cNvSpPr>
            <a:spLocks noGrp="1"/>
          </p:cNvSpPr>
          <p:nvPr/>
        </p:nvSpPr>
        <p:spPr>
          <a:xfrm>
            <a:off x="2341641" y="25909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5" name="Stage1_sixpanel_6446">
            <a:extLst>
              <a:ext uri="{FF2B5EF4-FFF2-40B4-BE49-F238E27FC236}">
                <a16:creationId xmlns:a16="http://schemas.microsoft.com/office/drawing/2014/main" id="{37529021-FDD2-40A1-A6C7-22D6A504E0C4}"/>
              </a:ext>
            </a:extLst>
          </p:cNvPr>
          <p:cNvSpPr>
            <a:spLocks noGrp="1"/>
          </p:cNvSpPr>
          <p:nvPr/>
        </p:nvSpPr>
        <p:spPr>
          <a:xfrm>
            <a:off x="23193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6" name="Stage1_sixpanel_6447">
            <a:extLst>
              <a:ext uri="{FF2B5EF4-FFF2-40B4-BE49-F238E27FC236}">
                <a16:creationId xmlns:a16="http://schemas.microsoft.com/office/drawing/2014/main" id="{0FDC93FA-BFAB-492E-B61A-44195E648F43}"/>
              </a:ext>
            </a:extLst>
          </p:cNvPr>
          <p:cNvSpPr>
            <a:spLocks noGrp="1"/>
          </p:cNvSpPr>
          <p:nvPr/>
        </p:nvSpPr>
        <p:spPr>
          <a:xfrm>
            <a:off x="2276062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7" name="Stage1_sixpanel_6448">
            <a:extLst>
              <a:ext uri="{FF2B5EF4-FFF2-40B4-BE49-F238E27FC236}">
                <a16:creationId xmlns:a16="http://schemas.microsoft.com/office/drawing/2014/main" id="{C23CF513-36D8-45DA-BFE3-9C425F2E1CFC}"/>
              </a:ext>
            </a:extLst>
          </p:cNvPr>
          <p:cNvSpPr>
            <a:spLocks noGrp="1"/>
          </p:cNvSpPr>
          <p:nvPr/>
        </p:nvSpPr>
        <p:spPr>
          <a:xfrm>
            <a:off x="2431486" y="26021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8" name="Stage1_sixpanel_6449">
            <a:extLst>
              <a:ext uri="{FF2B5EF4-FFF2-40B4-BE49-F238E27FC236}">
                <a16:creationId xmlns:a16="http://schemas.microsoft.com/office/drawing/2014/main" id="{2D7E9605-8D5C-4F2C-989A-3B737E421A71}"/>
              </a:ext>
            </a:extLst>
          </p:cNvPr>
          <p:cNvSpPr>
            <a:spLocks noGrp="1"/>
          </p:cNvSpPr>
          <p:nvPr/>
        </p:nvSpPr>
        <p:spPr>
          <a:xfrm>
            <a:off x="2333348" y="24474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79" name="Stage1_sixpanel_6450">
            <a:extLst>
              <a:ext uri="{FF2B5EF4-FFF2-40B4-BE49-F238E27FC236}">
                <a16:creationId xmlns:a16="http://schemas.microsoft.com/office/drawing/2014/main" id="{90D10A05-D681-4BD2-9E88-06DEE2933C9E}"/>
              </a:ext>
            </a:extLst>
          </p:cNvPr>
          <p:cNvSpPr>
            <a:spLocks noGrp="1"/>
          </p:cNvSpPr>
          <p:nvPr/>
        </p:nvSpPr>
        <p:spPr>
          <a:xfrm>
            <a:off x="23749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0" name="Stage1_sixpanel_6451">
            <a:extLst>
              <a:ext uri="{FF2B5EF4-FFF2-40B4-BE49-F238E27FC236}">
                <a16:creationId xmlns:a16="http://schemas.microsoft.com/office/drawing/2014/main" id="{B9833B10-F9CA-4E20-B60C-2FC4E5EF6D29}"/>
              </a:ext>
            </a:extLst>
          </p:cNvPr>
          <p:cNvSpPr>
            <a:spLocks noGrp="1"/>
          </p:cNvSpPr>
          <p:nvPr/>
        </p:nvSpPr>
        <p:spPr>
          <a:xfrm>
            <a:off x="2317681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1" name="Stage1_sixpanel_6452">
            <a:extLst>
              <a:ext uri="{FF2B5EF4-FFF2-40B4-BE49-F238E27FC236}">
                <a16:creationId xmlns:a16="http://schemas.microsoft.com/office/drawing/2014/main" id="{4CBB21DD-9F42-486B-A341-DBB066BF4BB7}"/>
              </a:ext>
            </a:extLst>
          </p:cNvPr>
          <p:cNvSpPr>
            <a:spLocks noGrp="1"/>
          </p:cNvSpPr>
          <p:nvPr/>
        </p:nvSpPr>
        <p:spPr>
          <a:xfrm>
            <a:off x="33973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2" name="Stage1_sixpanel_6453">
            <a:extLst>
              <a:ext uri="{FF2B5EF4-FFF2-40B4-BE49-F238E27FC236}">
                <a16:creationId xmlns:a16="http://schemas.microsoft.com/office/drawing/2014/main" id="{85371D50-92FD-4CF2-9E9F-9DFBCF6FBA50}"/>
              </a:ext>
            </a:extLst>
          </p:cNvPr>
          <p:cNvSpPr>
            <a:spLocks noGrp="1"/>
          </p:cNvSpPr>
          <p:nvPr/>
        </p:nvSpPr>
        <p:spPr>
          <a:xfrm>
            <a:off x="336066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3" name="Stage1_sixpanel_6454">
            <a:extLst>
              <a:ext uri="{FF2B5EF4-FFF2-40B4-BE49-F238E27FC236}">
                <a16:creationId xmlns:a16="http://schemas.microsoft.com/office/drawing/2014/main" id="{6D428F6A-9880-4DC4-9F90-7EA159F1C840}"/>
              </a:ext>
            </a:extLst>
          </p:cNvPr>
          <p:cNvSpPr>
            <a:spLocks noGrp="1"/>
          </p:cNvSpPr>
          <p:nvPr/>
        </p:nvSpPr>
        <p:spPr>
          <a:xfrm>
            <a:off x="34077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4" name="Stage1_sixpanel_6455">
            <a:extLst>
              <a:ext uri="{FF2B5EF4-FFF2-40B4-BE49-F238E27FC236}">
                <a16:creationId xmlns:a16="http://schemas.microsoft.com/office/drawing/2014/main" id="{8CC14122-A961-44EA-8564-3D565616DDE4}"/>
              </a:ext>
            </a:extLst>
          </p:cNvPr>
          <p:cNvSpPr>
            <a:spLocks noGrp="1"/>
          </p:cNvSpPr>
          <p:nvPr/>
        </p:nvSpPr>
        <p:spPr>
          <a:xfrm>
            <a:off x="3484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5" name="Stage1_sixpanel_6456">
            <a:extLst>
              <a:ext uri="{FF2B5EF4-FFF2-40B4-BE49-F238E27FC236}">
                <a16:creationId xmlns:a16="http://schemas.microsoft.com/office/drawing/2014/main" id="{2D61A305-63B8-450D-93EA-FBEAD4491FB6}"/>
              </a:ext>
            </a:extLst>
          </p:cNvPr>
          <p:cNvSpPr>
            <a:spLocks noGrp="1"/>
          </p:cNvSpPr>
          <p:nvPr/>
        </p:nvSpPr>
        <p:spPr>
          <a:xfrm>
            <a:off x="3396730" y="19185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6" name="Stage1_sixpanel_6457">
            <a:extLst>
              <a:ext uri="{FF2B5EF4-FFF2-40B4-BE49-F238E27FC236}">
                <a16:creationId xmlns:a16="http://schemas.microsoft.com/office/drawing/2014/main" id="{5285EB06-C6BE-42BD-A80A-D8D283CEFCA4}"/>
              </a:ext>
            </a:extLst>
          </p:cNvPr>
          <p:cNvSpPr>
            <a:spLocks noGrp="1"/>
          </p:cNvSpPr>
          <p:nvPr/>
        </p:nvSpPr>
        <p:spPr>
          <a:xfrm>
            <a:off x="34803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7" name="Stage1_sixpanel_6458">
            <a:extLst>
              <a:ext uri="{FF2B5EF4-FFF2-40B4-BE49-F238E27FC236}">
                <a16:creationId xmlns:a16="http://schemas.microsoft.com/office/drawing/2014/main" id="{118E186A-9E18-4592-8B8F-D8C4E6E92E97}"/>
              </a:ext>
            </a:extLst>
          </p:cNvPr>
          <p:cNvSpPr>
            <a:spLocks noGrp="1"/>
          </p:cNvSpPr>
          <p:nvPr/>
        </p:nvSpPr>
        <p:spPr>
          <a:xfrm>
            <a:off x="33641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8" name="Stage1_sixpanel_6459">
            <a:extLst>
              <a:ext uri="{FF2B5EF4-FFF2-40B4-BE49-F238E27FC236}">
                <a16:creationId xmlns:a16="http://schemas.microsoft.com/office/drawing/2014/main" id="{B6356BFA-CD47-4A1C-BDB2-BFB9FF1EFBAC}"/>
              </a:ext>
            </a:extLst>
          </p:cNvPr>
          <p:cNvSpPr>
            <a:spLocks noGrp="1"/>
          </p:cNvSpPr>
          <p:nvPr/>
        </p:nvSpPr>
        <p:spPr>
          <a:xfrm>
            <a:off x="337487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89" name="Stage1_sixpanel_6460">
            <a:extLst>
              <a:ext uri="{FF2B5EF4-FFF2-40B4-BE49-F238E27FC236}">
                <a16:creationId xmlns:a16="http://schemas.microsoft.com/office/drawing/2014/main" id="{088BD49D-0588-4D7C-A592-C6B69B26B309}"/>
              </a:ext>
            </a:extLst>
          </p:cNvPr>
          <p:cNvSpPr>
            <a:spLocks noGrp="1"/>
          </p:cNvSpPr>
          <p:nvPr/>
        </p:nvSpPr>
        <p:spPr>
          <a:xfrm>
            <a:off x="34670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0" name="Stage1_sixpanel_6461">
            <a:extLst>
              <a:ext uri="{FF2B5EF4-FFF2-40B4-BE49-F238E27FC236}">
                <a16:creationId xmlns:a16="http://schemas.microsoft.com/office/drawing/2014/main" id="{B0BC534F-69A5-48DD-84D1-66DE280DCC4B}"/>
              </a:ext>
            </a:extLst>
          </p:cNvPr>
          <p:cNvSpPr>
            <a:spLocks noGrp="1"/>
          </p:cNvSpPr>
          <p:nvPr/>
        </p:nvSpPr>
        <p:spPr>
          <a:xfrm>
            <a:off x="344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1" name="Stage1_sixpanel_6462">
            <a:extLst>
              <a:ext uri="{FF2B5EF4-FFF2-40B4-BE49-F238E27FC236}">
                <a16:creationId xmlns:a16="http://schemas.microsoft.com/office/drawing/2014/main" id="{C8A014D7-CA73-42A2-9F6C-0102C9749B0E}"/>
              </a:ext>
            </a:extLst>
          </p:cNvPr>
          <p:cNvSpPr>
            <a:spLocks noGrp="1"/>
          </p:cNvSpPr>
          <p:nvPr/>
        </p:nvSpPr>
        <p:spPr>
          <a:xfrm>
            <a:off x="342540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2" name="Stage1_sixpanel_6463">
            <a:extLst>
              <a:ext uri="{FF2B5EF4-FFF2-40B4-BE49-F238E27FC236}">
                <a16:creationId xmlns:a16="http://schemas.microsoft.com/office/drawing/2014/main" id="{E8BC8D6B-B241-4B46-93E9-D02C3B13F46B}"/>
              </a:ext>
            </a:extLst>
          </p:cNvPr>
          <p:cNvSpPr>
            <a:spLocks noGrp="1"/>
          </p:cNvSpPr>
          <p:nvPr/>
        </p:nvSpPr>
        <p:spPr>
          <a:xfrm>
            <a:off x="3404222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3" name="Stage1_sixpanel_6464">
            <a:extLst>
              <a:ext uri="{FF2B5EF4-FFF2-40B4-BE49-F238E27FC236}">
                <a16:creationId xmlns:a16="http://schemas.microsoft.com/office/drawing/2014/main" id="{6453A161-9BA2-40E9-94BB-CEC999C5D45B}"/>
              </a:ext>
            </a:extLst>
          </p:cNvPr>
          <p:cNvSpPr>
            <a:spLocks noGrp="1"/>
          </p:cNvSpPr>
          <p:nvPr/>
        </p:nvSpPr>
        <p:spPr>
          <a:xfrm>
            <a:off x="3441386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4" name="Stage1_sixpanel_6465">
            <a:extLst>
              <a:ext uri="{FF2B5EF4-FFF2-40B4-BE49-F238E27FC236}">
                <a16:creationId xmlns:a16="http://schemas.microsoft.com/office/drawing/2014/main" id="{C12EBE62-E929-44B5-937D-B874CB39A916}"/>
              </a:ext>
            </a:extLst>
          </p:cNvPr>
          <p:cNvSpPr>
            <a:spLocks noGrp="1"/>
          </p:cNvSpPr>
          <p:nvPr/>
        </p:nvSpPr>
        <p:spPr>
          <a:xfrm>
            <a:off x="34162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5" name="Stage1_sixpanel_6466">
            <a:extLst>
              <a:ext uri="{FF2B5EF4-FFF2-40B4-BE49-F238E27FC236}">
                <a16:creationId xmlns:a16="http://schemas.microsoft.com/office/drawing/2014/main" id="{4D65EC4D-6E97-427D-9926-7CB4B09B543A}"/>
              </a:ext>
            </a:extLst>
          </p:cNvPr>
          <p:cNvSpPr>
            <a:spLocks noGrp="1"/>
          </p:cNvSpPr>
          <p:nvPr/>
        </p:nvSpPr>
        <p:spPr>
          <a:xfrm>
            <a:off x="3409070" y="22813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6" name="Stage1_sixpanel_6467">
            <a:extLst>
              <a:ext uri="{FF2B5EF4-FFF2-40B4-BE49-F238E27FC236}">
                <a16:creationId xmlns:a16="http://schemas.microsoft.com/office/drawing/2014/main" id="{7DFC8F8E-8DAF-4246-B785-EAC80A62E111}"/>
              </a:ext>
            </a:extLst>
          </p:cNvPr>
          <p:cNvSpPr>
            <a:spLocks noGrp="1"/>
          </p:cNvSpPr>
          <p:nvPr/>
        </p:nvSpPr>
        <p:spPr>
          <a:xfrm>
            <a:off x="345231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7" name="Stage1_sixpanel_6468">
            <a:extLst>
              <a:ext uri="{FF2B5EF4-FFF2-40B4-BE49-F238E27FC236}">
                <a16:creationId xmlns:a16="http://schemas.microsoft.com/office/drawing/2014/main" id="{3FA998B7-1F48-420C-9108-DB4D530F685F}"/>
              </a:ext>
            </a:extLst>
          </p:cNvPr>
          <p:cNvSpPr>
            <a:spLocks noGrp="1"/>
          </p:cNvSpPr>
          <p:nvPr/>
        </p:nvSpPr>
        <p:spPr>
          <a:xfrm>
            <a:off x="341275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8" name="Stage1_sixpanel_6469">
            <a:extLst>
              <a:ext uri="{FF2B5EF4-FFF2-40B4-BE49-F238E27FC236}">
                <a16:creationId xmlns:a16="http://schemas.microsoft.com/office/drawing/2014/main" id="{8063939D-49D1-46F3-ADED-F2972E1DF020}"/>
              </a:ext>
            </a:extLst>
          </p:cNvPr>
          <p:cNvSpPr>
            <a:spLocks noGrp="1"/>
          </p:cNvSpPr>
          <p:nvPr/>
        </p:nvSpPr>
        <p:spPr>
          <a:xfrm>
            <a:off x="343284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299" name="Stage1_sixpanel_6470">
            <a:extLst>
              <a:ext uri="{FF2B5EF4-FFF2-40B4-BE49-F238E27FC236}">
                <a16:creationId xmlns:a16="http://schemas.microsoft.com/office/drawing/2014/main" id="{18F92602-9CE7-4EEB-A4AC-8842EC98B066}"/>
              </a:ext>
            </a:extLst>
          </p:cNvPr>
          <p:cNvSpPr>
            <a:spLocks noGrp="1"/>
          </p:cNvSpPr>
          <p:nvPr/>
        </p:nvSpPr>
        <p:spPr>
          <a:xfrm>
            <a:off x="3352181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0" name="Stage1_sixpanel_6471">
            <a:extLst>
              <a:ext uri="{FF2B5EF4-FFF2-40B4-BE49-F238E27FC236}">
                <a16:creationId xmlns:a16="http://schemas.microsoft.com/office/drawing/2014/main" id="{97B5E800-6CEB-465C-88BB-89C74E225CBD}"/>
              </a:ext>
            </a:extLst>
          </p:cNvPr>
          <p:cNvSpPr>
            <a:spLocks noGrp="1"/>
          </p:cNvSpPr>
          <p:nvPr/>
        </p:nvSpPr>
        <p:spPr>
          <a:xfrm>
            <a:off x="3483328" y="159508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1" name="Stage1_sixpanel_6472">
            <a:extLst>
              <a:ext uri="{FF2B5EF4-FFF2-40B4-BE49-F238E27FC236}">
                <a16:creationId xmlns:a16="http://schemas.microsoft.com/office/drawing/2014/main" id="{8257FEC4-93B5-4BE5-A1F2-CA044A633A4E}"/>
              </a:ext>
            </a:extLst>
          </p:cNvPr>
          <p:cNvSpPr>
            <a:spLocks noGrp="1"/>
          </p:cNvSpPr>
          <p:nvPr/>
        </p:nvSpPr>
        <p:spPr>
          <a:xfrm>
            <a:off x="3414133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2" name="Stage1_sixpanel_6473">
            <a:extLst>
              <a:ext uri="{FF2B5EF4-FFF2-40B4-BE49-F238E27FC236}">
                <a16:creationId xmlns:a16="http://schemas.microsoft.com/office/drawing/2014/main" id="{6365CF99-9178-42E8-9C2D-523D0033262A}"/>
              </a:ext>
            </a:extLst>
          </p:cNvPr>
          <p:cNvSpPr>
            <a:spLocks noGrp="1"/>
          </p:cNvSpPr>
          <p:nvPr/>
        </p:nvSpPr>
        <p:spPr>
          <a:xfrm>
            <a:off x="344006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3" name="Stage1_sixpanel_6474">
            <a:extLst>
              <a:ext uri="{FF2B5EF4-FFF2-40B4-BE49-F238E27FC236}">
                <a16:creationId xmlns:a16="http://schemas.microsoft.com/office/drawing/2014/main" id="{F3F777F7-04FF-49BA-8EEC-1B699916A85A}"/>
              </a:ext>
            </a:extLst>
          </p:cNvPr>
          <p:cNvSpPr>
            <a:spLocks noGrp="1"/>
          </p:cNvSpPr>
          <p:nvPr/>
        </p:nvSpPr>
        <p:spPr>
          <a:xfrm>
            <a:off x="3398884" y="16563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4" name="Stage1_sixpanel_6475">
            <a:extLst>
              <a:ext uri="{FF2B5EF4-FFF2-40B4-BE49-F238E27FC236}">
                <a16:creationId xmlns:a16="http://schemas.microsoft.com/office/drawing/2014/main" id="{3CB6B575-8263-4CDD-8F7A-600E24DA7F35}"/>
              </a:ext>
            </a:extLst>
          </p:cNvPr>
          <p:cNvSpPr>
            <a:spLocks noGrp="1"/>
          </p:cNvSpPr>
          <p:nvPr/>
        </p:nvSpPr>
        <p:spPr>
          <a:xfrm>
            <a:off x="3495021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5" name="Stage1_sixpanel_6476">
            <a:extLst>
              <a:ext uri="{FF2B5EF4-FFF2-40B4-BE49-F238E27FC236}">
                <a16:creationId xmlns:a16="http://schemas.microsoft.com/office/drawing/2014/main" id="{6955C9DB-DF08-4C0E-9BF0-599E1A99FA67}"/>
              </a:ext>
            </a:extLst>
          </p:cNvPr>
          <p:cNvSpPr>
            <a:spLocks noGrp="1"/>
          </p:cNvSpPr>
          <p:nvPr/>
        </p:nvSpPr>
        <p:spPr>
          <a:xfrm>
            <a:off x="33916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6" name="Stage1_sixpanel_6477">
            <a:extLst>
              <a:ext uri="{FF2B5EF4-FFF2-40B4-BE49-F238E27FC236}">
                <a16:creationId xmlns:a16="http://schemas.microsoft.com/office/drawing/2014/main" id="{29EEA6DE-C881-4033-9CFF-A3966DA18389}"/>
              </a:ext>
            </a:extLst>
          </p:cNvPr>
          <p:cNvSpPr>
            <a:spLocks noGrp="1"/>
          </p:cNvSpPr>
          <p:nvPr/>
        </p:nvSpPr>
        <p:spPr>
          <a:xfrm>
            <a:off x="33468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7" name="Stage1_sixpanel_6478">
            <a:extLst>
              <a:ext uri="{FF2B5EF4-FFF2-40B4-BE49-F238E27FC236}">
                <a16:creationId xmlns:a16="http://schemas.microsoft.com/office/drawing/2014/main" id="{4BC4A0F2-8770-4090-BD4D-D19486E8C96B}"/>
              </a:ext>
            </a:extLst>
          </p:cNvPr>
          <p:cNvSpPr>
            <a:spLocks noGrp="1"/>
          </p:cNvSpPr>
          <p:nvPr/>
        </p:nvSpPr>
        <p:spPr>
          <a:xfrm>
            <a:off x="3355994" y="23216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8" name="Stage1_sixpanel_6479">
            <a:extLst>
              <a:ext uri="{FF2B5EF4-FFF2-40B4-BE49-F238E27FC236}">
                <a16:creationId xmlns:a16="http://schemas.microsoft.com/office/drawing/2014/main" id="{674DF605-5C32-442F-A6B2-826FAE472F90}"/>
              </a:ext>
            </a:extLst>
          </p:cNvPr>
          <p:cNvSpPr>
            <a:spLocks noGrp="1"/>
          </p:cNvSpPr>
          <p:nvPr/>
        </p:nvSpPr>
        <p:spPr>
          <a:xfrm>
            <a:off x="34385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09" name="Stage1_sixpanel_6480">
            <a:extLst>
              <a:ext uri="{FF2B5EF4-FFF2-40B4-BE49-F238E27FC236}">
                <a16:creationId xmlns:a16="http://schemas.microsoft.com/office/drawing/2014/main" id="{5F028121-8241-47B9-9509-1439C46B551D}"/>
              </a:ext>
            </a:extLst>
          </p:cNvPr>
          <p:cNvSpPr>
            <a:spLocks noGrp="1"/>
          </p:cNvSpPr>
          <p:nvPr/>
        </p:nvSpPr>
        <p:spPr>
          <a:xfrm>
            <a:off x="3490258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0" name="Stage1_sixpanel_6481">
            <a:extLst>
              <a:ext uri="{FF2B5EF4-FFF2-40B4-BE49-F238E27FC236}">
                <a16:creationId xmlns:a16="http://schemas.microsoft.com/office/drawing/2014/main" id="{B8067591-2AAD-4F73-B790-D4CA0AF26C0F}"/>
              </a:ext>
            </a:extLst>
          </p:cNvPr>
          <p:cNvSpPr>
            <a:spLocks noGrp="1"/>
          </p:cNvSpPr>
          <p:nvPr/>
        </p:nvSpPr>
        <p:spPr>
          <a:xfrm>
            <a:off x="33770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1" name="Stage1_sixpanel_6482">
            <a:extLst>
              <a:ext uri="{FF2B5EF4-FFF2-40B4-BE49-F238E27FC236}">
                <a16:creationId xmlns:a16="http://schemas.microsoft.com/office/drawing/2014/main" id="{7E2A40B3-CEA8-46FB-B6B1-33EE3F12B7F1}"/>
              </a:ext>
            </a:extLst>
          </p:cNvPr>
          <p:cNvSpPr>
            <a:spLocks noGrp="1"/>
          </p:cNvSpPr>
          <p:nvPr/>
        </p:nvSpPr>
        <p:spPr>
          <a:xfrm>
            <a:off x="34212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2" name="Stage1_sixpanel_6483">
            <a:extLst>
              <a:ext uri="{FF2B5EF4-FFF2-40B4-BE49-F238E27FC236}">
                <a16:creationId xmlns:a16="http://schemas.microsoft.com/office/drawing/2014/main" id="{A0C5E00F-A2D1-4DD6-9243-8B489CA6B65E}"/>
              </a:ext>
            </a:extLst>
          </p:cNvPr>
          <p:cNvSpPr>
            <a:spLocks noGrp="1"/>
          </p:cNvSpPr>
          <p:nvPr/>
        </p:nvSpPr>
        <p:spPr>
          <a:xfrm>
            <a:off x="3368540" y="23990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3" name="Stage1_sixpanel_6484">
            <a:extLst>
              <a:ext uri="{FF2B5EF4-FFF2-40B4-BE49-F238E27FC236}">
                <a16:creationId xmlns:a16="http://schemas.microsoft.com/office/drawing/2014/main" id="{3C8A10ED-6007-49C9-ABA8-DB1E9E069676}"/>
              </a:ext>
            </a:extLst>
          </p:cNvPr>
          <p:cNvSpPr>
            <a:spLocks noGrp="1"/>
          </p:cNvSpPr>
          <p:nvPr/>
        </p:nvSpPr>
        <p:spPr>
          <a:xfrm>
            <a:off x="34117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4" name="Stage1_sixpanel_6485">
            <a:extLst>
              <a:ext uri="{FF2B5EF4-FFF2-40B4-BE49-F238E27FC236}">
                <a16:creationId xmlns:a16="http://schemas.microsoft.com/office/drawing/2014/main" id="{72F3C6BC-0B43-4285-9036-E730F476A120}"/>
              </a:ext>
            </a:extLst>
          </p:cNvPr>
          <p:cNvSpPr>
            <a:spLocks noGrp="1"/>
          </p:cNvSpPr>
          <p:nvPr/>
        </p:nvSpPr>
        <p:spPr>
          <a:xfrm>
            <a:off x="347393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5" name="Stage1_sixpanel_6486">
            <a:extLst>
              <a:ext uri="{FF2B5EF4-FFF2-40B4-BE49-F238E27FC236}">
                <a16:creationId xmlns:a16="http://schemas.microsoft.com/office/drawing/2014/main" id="{9D178C5D-D733-49C5-AB61-22B7362B2970}"/>
              </a:ext>
            </a:extLst>
          </p:cNvPr>
          <p:cNvSpPr>
            <a:spLocks noGrp="1"/>
          </p:cNvSpPr>
          <p:nvPr/>
        </p:nvSpPr>
        <p:spPr>
          <a:xfrm>
            <a:off x="3382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6" name="Stage1_sixpanel_6487">
            <a:extLst>
              <a:ext uri="{FF2B5EF4-FFF2-40B4-BE49-F238E27FC236}">
                <a16:creationId xmlns:a16="http://schemas.microsoft.com/office/drawing/2014/main" id="{E478AAF9-F42B-4948-9168-72C895889616}"/>
              </a:ext>
            </a:extLst>
          </p:cNvPr>
          <p:cNvSpPr>
            <a:spLocks noGrp="1"/>
          </p:cNvSpPr>
          <p:nvPr/>
        </p:nvSpPr>
        <p:spPr>
          <a:xfrm>
            <a:off x="3504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7" name="Stage1_sixpanel_6488">
            <a:extLst>
              <a:ext uri="{FF2B5EF4-FFF2-40B4-BE49-F238E27FC236}">
                <a16:creationId xmlns:a16="http://schemas.microsoft.com/office/drawing/2014/main" id="{1860005B-7754-4D48-AD19-AC351535590D}"/>
              </a:ext>
            </a:extLst>
          </p:cNvPr>
          <p:cNvSpPr>
            <a:spLocks noGrp="1"/>
          </p:cNvSpPr>
          <p:nvPr/>
        </p:nvSpPr>
        <p:spPr>
          <a:xfrm>
            <a:off x="3415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8" name="Stage1_sixpanel_6489">
            <a:extLst>
              <a:ext uri="{FF2B5EF4-FFF2-40B4-BE49-F238E27FC236}">
                <a16:creationId xmlns:a16="http://schemas.microsoft.com/office/drawing/2014/main" id="{0A092D7F-187A-47D8-BFB8-BB662C8DB8A5}"/>
              </a:ext>
            </a:extLst>
          </p:cNvPr>
          <p:cNvSpPr>
            <a:spLocks noGrp="1"/>
          </p:cNvSpPr>
          <p:nvPr/>
        </p:nvSpPr>
        <p:spPr>
          <a:xfrm>
            <a:off x="33730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19" name="Stage1_sixpanel_6490">
            <a:extLst>
              <a:ext uri="{FF2B5EF4-FFF2-40B4-BE49-F238E27FC236}">
                <a16:creationId xmlns:a16="http://schemas.microsoft.com/office/drawing/2014/main" id="{C65EB64B-AACE-4AF0-BCAE-A34E56787A95}"/>
              </a:ext>
            </a:extLst>
          </p:cNvPr>
          <p:cNvSpPr>
            <a:spLocks noGrp="1"/>
          </p:cNvSpPr>
          <p:nvPr/>
        </p:nvSpPr>
        <p:spPr>
          <a:xfrm>
            <a:off x="34303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0" name="Stage1_sixpanel_6491">
            <a:extLst>
              <a:ext uri="{FF2B5EF4-FFF2-40B4-BE49-F238E27FC236}">
                <a16:creationId xmlns:a16="http://schemas.microsoft.com/office/drawing/2014/main" id="{97E97FA2-7D9F-4013-ACC6-B46D1E50C667}"/>
              </a:ext>
            </a:extLst>
          </p:cNvPr>
          <p:cNvSpPr>
            <a:spLocks noGrp="1"/>
          </p:cNvSpPr>
          <p:nvPr/>
        </p:nvSpPr>
        <p:spPr>
          <a:xfrm>
            <a:off x="3353652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1" name="Stage1_sixpanel_6492">
            <a:extLst>
              <a:ext uri="{FF2B5EF4-FFF2-40B4-BE49-F238E27FC236}">
                <a16:creationId xmlns:a16="http://schemas.microsoft.com/office/drawing/2014/main" id="{90FF60F8-B6F4-42F5-BEF8-3A092E027993}"/>
              </a:ext>
            </a:extLst>
          </p:cNvPr>
          <p:cNvSpPr>
            <a:spLocks noGrp="1"/>
          </p:cNvSpPr>
          <p:nvPr/>
        </p:nvSpPr>
        <p:spPr>
          <a:xfrm>
            <a:off x="33409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2" name="Stage1_sixpanel_6493">
            <a:extLst>
              <a:ext uri="{FF2B5EF4-FFF2-40B4-BE49-F238E27FC236}">
                <a16:creationId xmlns:a16="http://schemas.microsoft.com/office/drawing/2014/main" id="{21975050-D3BE-44C9-8B81-10F2C624E42F}"/>
              </a:ext>
            </a:extLst>
          </p:cNvPr>
          <p:cNvSpPr>
            <a:spLocks noGrp="1"/>
          </p:cNvSpPr>
          <p:nvPr/>
        </p:nvSpPr>
        <p:spPr>
          <a:xfrm>
            <a:off x="33867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3" name="Stage1_sixpanel_6494">
            <a:extLst>
              <a:ext uri="{FF2B5EF4-FFF2-40B4-BE49-F238E27FC236}">
                <a16:creationId xmlns:a16="http://schemas.microsoft.com/office/drawing/2014/main" id="{DF8B22DB-DF1C-4518-ACC2-C7C31F157725}"/>
              </a:ext>
            </a:extLst>
          </p:cNvPr>
          <p:cNvSpPr>
            <a:spLocks noGrp="1"/>
          </p:cNvSpPr>
          <p:nvPr/>
        </p:nvSpPr>
        <p:spPr>
          <a:xfrm>
            <a:off x="339965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4" name="Stage1_sixpanel_6495">
            <a:extLst>
              <a:ext uri="{FF2B5EF4-FFF2-40B4-BE49-F238E27FC236}">
                <a16:creationId xmlns:a16="http://schemas.microsoft.com/office/drawing/2014/main" id="{CA2A8FFB-CC12-4166-9607-CC4FA44DDA4B}"/>
              </a:ext>
            </a:extLst>
          </p:cNvPr>
          <p:cNvSpPr>
            <a:spLocks noGrp="1"/>
          </p:cNvSpPr>
          <p:nvPr/>
        </p:nvSpPr>
        <p:spPr>
          <a:xfrm>
            <a:off x="33734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5" name="Stage1_sixpanel_6496">
            <a:extLst>
              <a:ext uri="{FF2B5EF4-FFF2-40B4-BE49-F238E27FC236}">
                <a16:creationId xmlns:a16="http://schemas.microsoft.com/office/drawing/2014/main" id="{44C00975-916F-4A2D-8D12-DE52CA410682}"/>
              </a:ext>
            </a:extLst>
          </p:cNvPr>
          <p:cNvSpPr>
            <a:spLocks noGrp="1"/>
          </p:cNvSpPr>
          <p:nvPr/>
        </p:nvSpPr>
        <p:spPr>
          <a:xfrm>
            <a:off x="3456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6" name="Stage1_sixpanel_6497">
            <a:extLst>
              <a:ext uri="{FF2B5EF4-FFF2-40B4-BE49-F238E27FC236}">
                <a16:creationId xmlns:a16="http://schemas.microsoft.com/office/drawing/2014/main" id="{6A60822F-FE63-430F-9B08-4264BD87BBFE}"/>
              </a:ext>
            </a:extLst>
          </p:cNvPr>
          <p:cNvSpPr>
            <a:spLocks noGrp="1"/>
          </p:cNvSpPr>
          <p:nvPr/>
        </p:nvSpPr>
        <p:spPr>
          <a:xfrm>
            <a:off x="345059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7" name="Stage1_sixpanel_6498">
            <a:extLst>
              <a:ext uri="{FF2B5EF4-FFF2-40B4-BE49-F238E27FC236}">
                <a16:creationId xmlns:a16="http://schemas.microsoft.com/office/drawing/2014/main" id="{47811CC5-97E4-4EFC-BF45-217AFB75C2D8}"/>
              </a:ext>
            </a:extLst>
          </p:cNvPr>
          <p:cNvSpPr>
            <a:spLocks noGrp="1"/>
          </p:cNvSpPr>
          <p:nvPr/>
        </p:nvSpPr>
        <p:spPr>
          <a:xfrm>
            <a:off x="344713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8" name="Stage1_sixpanel_6499">
            <a:extLst>
              <a:ext uri="{FF2B5EF4-FFF2-40B4-BE49-F238E27FC236}">
                <a16:creationId xmlns:a16="http://schemas.microsoft.com/office/drawing/2014/main" id="{317CA84C-2097-42DC-A9CF-2584014A0EEB}"/>
              </a:ext>
            </a:extLst>
          </p:cNvPr>
          <p:cNvSpPr>
            <a:spLocks noGrp="1"/>
          </p:cNvSpPr>
          <p:nvPr/>
        </p:nvSpPr>
        <p:spPr>
          <a:xfrm>
            <a:off x="34941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29" name="Stage1_sixpanel_6500">
            <a:extLst>
              <a:ext uri="{FF2B5EF4-FFF2-40B4-BE49-F238E27FC236}">
                <a16:creationId xmlns:a16="http://schemas.microsoft.com/office/drawing/2014/main" id="{71900189-75DD-4921-BEAE-DE43DD62DC4F}"/>
              </a:ext>
            </a:extLst>
          </p:cNvPr>
          <p:cNvSpPr>
            <a:spLocks noGrp="1"/>
          </p:cNvSpPr>
          <p:nvPr/>
        </p:nvSpPr>
        <p:spPr>
          <a:xfrm>
            <a:off x="3485368" y="17819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0" name="Stage1_sixpanel_6501">
            <a:extLst>
              <a:ext uri="{FF2B5EF4-FFF2-40B4-BE49-F238E27FC236}">
                <a16:creationId xmlns:a16="http://schemas.microsoft.com/office/drawing/2014/main" id="{A25F3809-6D63-4253-9C85-01ADB44E2683}"/>
              </a:ext>
            </a:extLst>
          </p:cNvPr>
          <p:cNvSpPr>
            <a:spLocks noGrp="1"/>
          </p:cNvSpPr>
          <p:nvPr/>
        </p:nvSpPr>
        <p:spPr>
          <a:xfrm>
            <a:off x="335879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1" name="Stage1_sixpanel_6502">
            <a:extLst>
              <a:ext uri="{FF2B5EF4-FFF2-40B4-BE49-F238E27FC236}">
                <a16:creationId xmlns:a16="http://schemas.microsoft.com/office/drawing/2014/main" id="{CF1E75A8-EED6-4475-8FAB-7BD94D2BBF76}"/>
              </a:ext>
            </a:extLst>
          </p:cNvPr>
          <p:cNvSpPr>
            <a:spLocks noGrp="1"/>
          </p:cNvSpPr>
          <p:nvPr/>
        </p:nvSpPr>
        <p:spPr>
          <a:xfrm>
            <a:off x="34476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2" name="Stage1_sixpanel_6503">
            <a:extLst>
              <a:ext uri="{FF2B5EF4-FFF2-40B4-BE49-F238E27FC236}">
                <a16:creationId xmlns:a16="http://schemas.microsoft.com/office/drawing/2014/main" id="{0DCE5350-69B7-4E88-A158-ED1AC7893203}"/>
              </a:ext>
            </a:extLst>
          </p:cNvPr>
          <p:cNvSpPr>
            <a:spLocks noGrp="1"/>
          </p:cNvSpPr>
          <p:nvPr/>
        </p:nvSpPr>
        <p:spPr>
          <a:xfrm>
            <a:off x="3365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3" name="Stage1_sixpanel_6504">
            <a:extLst>
              <a:ext uri="{FF2B5EF4-FFF2-40B4-BE49-F238E27FC236}">
                <a16:creationId xmlns:a16="http://schemas.microsoft.com/office/drawing/2014/main" id="{4C39285C-D300-453C-8B13-48857058FA42}"/>
              </a:ext>
            </a:extLst>
          </p:cNvPr>
          <p:cNvSpPr>
            <a:spLocks noGrp="1"/>
          </p:cNvSpPr>
          <p:nvPr/>
        </p:nvSpPr>
        <p:spPr>
          <a:xfrm>
            <a:off x="33790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4" name="Stage1_sixpanel_6505">
            <a:extLst>
              <a:ext uri="{FF2B5EF4-FFF2-40B4-BE49-F238E27FC236}">
                <a16:creationId xmlns:a16="http://schemas.microsoft.com/office/drawing/2014/main" id="{22D99D1A-C04C-46EB-80BB-704A6796E104}"/>
              </a:ext>
            </a:extLst>
          </p:cNvPr>
          <p:cNvSpPr>
            <a:spLocks noGrp="1"/>
          </p:cNvSpPr>
          <p:nvPr/>
        </p:nvSpPr>
        <p:spPr>
          <a:xfrm>
            <a:off x="3467728" y="1496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5" name="Stage1_sixpanel_6506">
            <a:extLst>
              <a:ext uri="{FF2B5EF4-FFF2-40B4-BE49-F238E27FC236}">
                <a16:creationId xmlns:a16="http://schemas.microsoft.com/office/drawing/2014/main" id="{D9964138-3093-4384-B96D-E4F59CF0942A}"/>
              </a:ext>
            </a:extLst>
          </p:cNvPr>
          <p:cNvSpPr>
            <a:spLocks noGrp="1"/>
          </p:cNvSpPr>
          <p:nvPr/>
        </p:nvSpPr>
        <p:spPr>
          <a:xfrm>
            <a:off x="34165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6" name="Stage1_sixpanel_6507">
            <a:extLst>
              <a:ext uri="{FF2B5EF4-FFF2-40B4-BE49-F238E27FC236}">
                <a16:creationId xmlns:a16="http://schemas.microsoft.com/office/drawing/2014/main" id="{D4F45363-C77D-4D3E-8FCA-BB01C059320A}"/>
              </a:ext>
            </a:extLst>
          </p:cNvPr>
          <p:cNvSpPr>
            <a:spLocks noGrp="1"/>
          </p:cNvSpPr>
          <p:nvPr/>
        </p:nvSpPr>
        <p:spPr>
          <a:xfrm>
            <a:off x="3398578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7" name="Stage1_sixpanel_6508">
            <a:extLst>
              <a:ext uri="{FF2B5EF4-FFF2-40B4-BE49-F238E27FC236}">
                <a16:creationId xmlns:a16="http://schemas.microsoft.com/office/drawing/2014/main" id="{32F0F09F-F075-4B4E-991F-50DB6187752E}"/>
              </a:ext>
            </a:extLst>
          </p:cNvPr>
          <p:cNvSpPr>
            <a:spLocks noGrp="1"/>
          </p:cNvSpPr>
          <p:nvPr/>
        </p:nvSpPr>
        <p:spPr>
          <a:xfrm>
            <a:off x="34348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8" name="Stage1_sixpanel_6509">
            <a:extLst>
              <a:ext uri="{FF2B5EF4-FFF2-40B4-BE49-F238E27FC236}">
                <a16:creationId xmlns:a16="http://schemas.microsoft.com/office/drawing/2014/main" id="{7D4B5E42-0A81-4EBA-AF4E-F62AFB52ADCF}"/>
              </a:ext>
            </a:extLst>
          </p:cNvPr>
          <p:cNvSpPr>
            <a:spLocks noGrp="1"/>
          </p:cNvSpPr>
          <p:nvPr/>
        </p:nvSpPr>
        <p:spPr>
          <a:xfrm>
            <a:off x="34489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39" name="Stage1_sixpanel_6510">
            <a:extLst>
              <a:ext uri="{FF2B5EF4-FFF2-40B4-BE49-F238E27FC236}">
                <a16:creationId xmlns:a16="http://schemas.microsoft.com/office/drawing/2014/main" id="{04A8CB65-7636-42FB-86FA-F262574601C2}"/>
              </a:ext>
            </a:extLst>
          </p:cNvPr>
          <p:cNvSpPr>
            <a:spLocks noGrp="1"/>
          </p:cNvSpPr>
          <p:nvPr/>
        </p:nvSpPr>
        <p:spPr>
          <a:xfrm>
            <a:off x="338814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0" name="Stage1_sixpanel_6511">
            <a:extLst>
              <a:ext uri="{FF2B5EF4-FFF2-40B4-BE49-F238E27FC236}">
                <a16:creationId xmlns:a16="http://schemas.microsoft.com/office/drawing/2014/main" id="{080388CD-301C-4C98-B776-810BD955228B}"/>
              </a:ext>
            </a:extLst>
          </p:cNvPr>
          <p:cNvSpPr>
            <a:spLocks noGrp="1"/>
          </p:cNvSpPr>
          <p:nvPr/>
        </p:nvSpPr>
        <p:spPr>
          <a:xfrm>
            <a:off x="3341345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1" name="Stage1_sixpanel_6512">
            <a:extLst>
              <a:ext uri="{FF2B5EF4-FFF2-40B4-BE49-F238E27FC236}">
                <a16:creationId xmlns:a16="http://schemas.microsoft.com/office/drawing/2014/main" id="{D2F09D92-B229-4227-9450-74251D35C875}"/>
              </a:ext>
            </a:extLst>
          </p:cNvPr>
          <p:cNvSpPr>
            <a:spLocks noGrp="1"/>
          </p:cNvSpPr>
          <p:nvPr/>
        </p:nvSpPr>
        <p:spPr>
          <a:xfrm>
            <a:off x="3454835" y="21806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2" name="Stage1_sixpanel_6513">
            <a:extLst>
              <a:ext uri="{FF2B5EF4-FFF2-40B4-BE49-F238E27FC236}">
                <a16:creationId xmlns:a16="http://schemas.microsoft.com/office/drawing/2014/main" id="{82F86F60-1FAC-412A-8458-0A8618BD736E}"/>
              </a:ext>
            </a:extLst>
          </p:cNvPr>
          <p:cNvSpPr>
            <a:spLocks noGrp="1"/>
          </p:cNvSpPr>
          <p:nvPr/>
        </p:nvSpPr>
        <p:spPr>
          <a:xfrm>
            <a:off x="33832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3" name="Stage1_sixpanel_6514">
            <a:extLst>
              <a:ext uri="{FF2B5EF4-FFF2-40B4-BE49-F238E27FC236}">
                <a16:creationId xmlns:a16="http://schemas.microsoft.com/office/drawing/2014/main" id="{F308287C-EFBD-46DD-B151-3427DA797100}"/>
              </a:ext>
            </a:extLst>
          </p:cNvPr>
          <p:cNvSpPr>
            <a:spLocks noGrp="1"/>
          </p:cNvSpPr>
          <p:nvPr/>
        </p:nvSpPr>
        <p:spPr>
          <a:xfrm>
            <a:off x="33362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4" name="Stage1_sixpanel_6515">
            <a:extLst>
              <a:ext uri="{FF2B5EF4-FFF2-40B4-BE49-F238E27FC236}">
                <a16:creationId xmlns:a16="http://schemas.microsoft.com/office/drawing/2014/main" id="{BB0847D8-153E-46E9-A429-5E1E0C6A6B2E}"/>
              </a:ext>
            </a:extLst>
          </p:cNvPr>
          <p:cNvSpPr>
            <a:spLocks noGrp="1"/>
          </p:cNvSpPr>
          <p:nvPr/>
        </p:nvSpPr>
        <p:spPr>
          <a:xfrm>
            <a:off x="34075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5" name="Stage1_sixpanel_6516">
            <a:extLst>
              <a:ext uri="{FF2B5EF4-FFF2-40B4-BE49-F238E27FC236}">
                <a16:creationId xmlns:a16="http://schemas.microsoft.com/office/drawing/2014/main" id="{B49EA86B-0A0A-41A8-8C18-9BF0323B9607}"/>
              </a:ext>
            </a:extLst>
          </p:cNvPr>
          <p:cNvSpPr>
            <a:spLocks noGrp="1"/>
          </p:cNvSpPr>
          <p:nvPr/>
        </p:nvSpPr>
        <p:spPr>
          <a:xfrm>
            <a:off x="337291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6" name="Stage1_sixpanel_6517">
            <a:extLst>
              <a:ext uri="{FF2B5EF4-FFF2-40B4-BE49-F238E27FC236}">
                <a16:creationId xmlns:a16="http://schemas.microsoft.com/office/drawing/2014/main" id="{8404B0FF-CF8B-4169-95FC-D1B79258910E}"/>
              </a:ext>
            </a:extLst>
          </p:cNvPr>
          <p:cNvSpPr>
            <a:spLocks noGrp="1"/>
          </p:cNvSpPr>
          <p:nvPr/>
        </p:nvSpPr>
        <p:spPr>
          <a:xfrm>
            <a:off x="33768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7" name="Stage1_sixpanel_6518">
            <a:extLst>
              <a:ext uri="{FF2B5EF4-FFF2-40B4-BE49-F238E27FC236}">
                <a16:creationId xmlns:a16="http://schemas.microsoft.com/office/drawing/2014/main" id="{BBF99223-CFBC-4515-9DA5-4E36A0962489}"/>
              </a:ext>
            </a:extLst>
          </p:cNvPr>
          <p:cNvSpPr>
            <a:spLocks noGrp="1"/>
          </p:cNvSpPr>
          <p:nvPr/>
        </p:nvSpPr>
        <p:spPr>
          <a:xfrm>
            <a:off x="33832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8" name="Stage1_sixpanel_6519">
            <a:extLst>
              <a:ext uri="{FF2B5EF4-FFF2-40B4-BE49-F238E27FC236}">
                <a16:creationId xmlns:a16="http://schemas.microsoft.com/office/drawing/2014/main" id="{0F01E9FA-630B-4605-9367-022777A2C49C}"/>
              </a:ext>
            </a:extLst>
          </p:cNvPr>
          <p:cNvSpPr>
            <a:spLocks noGrp="1"/>
          </p:cNvSpPr>
          <p:nvPr/>
        </p:nvSpPr>
        <p:spPr>
          <a:xfrm>
            <a:off x="33572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49" name="Stage1_sixpanel_6520">
            <a:extLst>
              <a:ext uri="{FF2B5EF4-FFF2-40B4-BE49-F238E27FC236}">
                <a16:creationId xmlns:a16="http://schemas.microsoft.com/office/drawing/2014/main" id="{23E1C391-8B89-40A4-BBD2-19F0F0A4C822}"/>
              </a:ext>
            </a:extLst>
          </p:cNvPr>
          <p:cNvSpPr>
            <a:spLocks noGrp="1"/>
          </p:cNvSpPr>
          <p:nvPr/>
        </p:nvSpPr>
        <p:spPr>
          <a:xfrm>
            <a:off x="3425591" y="20349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0" name="Stage1_sixpanel_6521">
            <a:extLst>
              <a:ext uri="{FF2B5EF4-FFF2-40B4-BE49-F238E27FC236}">
                <a16:creationId xmlns:a16="http://schemas.microsoft.com/office/drawing/2014/main" id="{CAE3F2C2-8D86-40D7-B766-A18D5D4171B1}"/>
              </a:ext>
            </a:extLst>
          </p:cNvPr>
          <p:cNvSpPr>
            <a:spLocks noGrp="1"/>
          </p:cNvSpPr>
          <p:nvPr/>
        </p:nvSpPr>
        <p:spPr>
          <a:xfrm>
            <a:off x="34236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1" name="Stage1_sixpanel_6522">
            <a:extLst>
              <a:ext uri="{FF2B5EF4-FFF2-40B4-BE49-F238E27FC236}">
                <a16:creationId xmlns:a16="http://schemas.microsoft.com/office/drawing/2014/main" id="{9A87FCBD-8FCD-4D25-B71D-D7AEAD1C2551}"/>
              </a:ext>
            </a:extLst>
          </p:cNvPr>
          <p:cNvSpPr>
            <a:spLocks noGrp="1"/>
          </p:cNvSpPr>
          <p:nvPr/>
        </p:nvSpPr>
        <p:spPr>
          <a:xfrm>
            <a:off x="343949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2" name="Stage1_sixpanel_6523">
            <a:extLst>
              <a:ext uri="{FF2B5EF4-FFF2-40B4-BE49-F238E27FC236}">
                <a16:creationId xmlns:a16="http://schemas.microsoft.com/office/drawing/2014/main" id="{96DD0BB0-A415-40A1-9C2D-FECEA149DF34}"/>
              </a:ext>
            </a:extLst>
          </p:cNvPr>
          <p:cNvSpPr>
            <a:spLocks noGrp="1"/>
          </p:cNvSpPr>
          <p:nvPr/>
        </p:nvSpPr>
        <p:spPr>
          <a:xfrm>
            <a:off x="3339636" y="172331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3" name="Stage1_sixpanel_6524">
            <a:extLst>
              <a:ext uri="{FF2B5EF4-FFF2-40B4-BE49-F238E27FC236}">
                <a16:creationId xmlns:a16="http://schemas.microsoft.com/office/drawing/2014/main" id="{792D5A75-7B6B-4920-943D-5141AD03383E}"/>
              </a:ext>
            </a:extLst>
          </p:cNvPr>
          <p:cNvSpPr>
            <a:spLocks noGrp="1"/>
          </p:cNvSpPr>
          <p:nvPr/>
        </p:nvSpPr>
        <p:spPr>
          <a:xfrm>
            <a:off x="3491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4" name="Stage1_sixpanel_6525">
            <a:extLst>
              <a:ext uri="{FF2B5EF4-FFF2-40B4-BE49-F238E27FC236}">
                <a16:creationId xmlns:a16="http://schemas.microsoft.com/office/drawing/2014/main" id="{B12003ED-443D-4365-81DC-EA09E2873DB8}"/>
              </a:ext>
            </a:extLst>
          </p:cNvPr>
          <p:cNvSpPr>
            <a:spLocks noGrp="1"/>
          </p:cNvSpPr>
          <p:nvPr/>
        </p:nvSpPr>
        <p:spPr>
          <a:xfrm>
            <a:off x="3440531" y="2432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5" name="Stage1_sixpanel_6526">
            <a:extLst>
              <a:ext uri="{FF2B5EF4-FFF2-40B4-BE49-F238E27FC236}">
                <a16:creationId xmlns:a16="http://schemas.microsoft.com/office/drawing/2014/main" id="{9E6811FC-AA8C-43EC-AA87-187028025DD7}"/>
              </a:ext>
            </a:extLst>
          </p:cNvPr>
          <p:cNvSpPr>
            <a:spLocks noGrp="1"/>
          </p:cNvSpPr>
          <p:nvPr/>
        </p:nvSpPr>
        <p:spPr>
          <a:xfrm>
            <a:off x="3355648" y="2156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6" name="Stage1_sixpanel_6527">
            <a:extLst>
              <a:ext uri="{FF2B5EF4-FFF2-40B4-BE49-F238E27FC236}">
                <a16:creationId xmlns:a16="http://schemas.microsoft.com/office/drawing/2014/main" id="{0172041A-6874-4458-B5F2-B7817C6DD815}"/>
              </a:ext>
            </a:extLst>
          </p:cNvPr>
          <p:cNvSpPr>
            <a:spLocks noGrp="1"/>
          </p:cNvSpPr>
          <p:nvPr/>
        </p:nvSpPr>
        <p:spPr>
          <a:xfrm>
            <a:off x="336177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7" name="Stage1_sixpanel_6528">
            <a:extLst>
              <a:ext uri="{FF2B5EF4-FFF2-40B4-BE49-F238E27FC236}">
                <a16:creationId xmlns:a16="http://schemas.microsoft.com/office/drawing/2014/main" id="{9E5DECD6-1C07-41EB-B3B4-362A79A85CE0}"/>
              </a:ext>
            </a:extLst>
          </p:cNvPr>
          <p:cNvSpPr>
            <a:spLocks noGrp="1"/>
          </p:cNvSpPr>
          <p:nvPr/>
        </p:nvSpPr>
        <p:spPr>
          <a:xfrm>
            <a:off x="35050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8" name="Stage1_sixpanel_6529">
            <a:extLst>
              <a:ext uri="{FF2B5EF4-FFF2-40B4-BE49-F238E27FC236}">
                <a16:creationId xmlns:a16="http://schemas.microsoft.com/office/drawing/2014/main" id="{1D4CD971-A6F2-4312-8DC7-E2B703138722}"/>
              </a:ext>
            </a:extLst>
          </p:cNvPr>
          <p:cNvSpPr>
            <a:spLocks noGrp="1"/>
          </p:cNvSpPr>
          <p:nvPr/>
        </p:nvSpPr>
        <p:spPr>
          <a:xfrm>
            <a:off x="339789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59" name="Stage1_sixpanel_6530">
            <a:extLst>
              <a:ext uri="{FF2B5EF4-FFF2-40B4-BE49-F238E27FC236}">
                <a16:creationId xmlns:a16="http://schemas.microsoft.com/office/drawing/2014/main" id="{A2074A63-674B-43BC-BF0D-B479A11DEC17}"/>
              </a:ext>
            </a:extLst>
          </p:cNvPr>
          <p:cNvSpPr>
            <a:spLocks noGrp="1"/>
          </p:cNvSpPr>
          <p:nvPr/>
        </p:nvSpPr>
        <p:spPr>
          <a:xfrm>
            <a:off x="34250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0" name="Stage1_sixpanel_6531">
            <a:extLst>
              <a:ext uri="{FF2B5EF4-FFF2-40B4-BE49-F238E27FC236}">
                <a16:creationId xmlns:a16="http://schemas.microsoft.com/office/drawing/2014/main" id="{FB3D4575-D080-44B7-9FC5-57CB23AF0C33}"/>
              </a:ext>
            </a:extLst>
          </p:cNvPr>
          <p:cNvSpPr>
            <a:spLocks noGrp="1"/>
          </p:cNvSpPr>
          <p:nvPr/>
        </p:nvSpPr>
        <p:spPr>
          <a:xfrm>
            <a:off x="34070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1" name="Stage1_sixpanel_6532">
            <a:extLst>
              <a:ext uri="{FF2B5EF4-FFF2-40B4-BE49-F238E27FC236}">
                <a16:creationId xmlns:a16="http://schemas.microsoft.com/office/drawing/2014/main" id="{2FAD0AD6-18B5-40F7-9E60-574ABD43821F}"/>
              </a:ext>
            </a:extLst>
          </p:cNvPr>
          <p:cNvSpPr>
            <a:spLocks noGrp="1"/>
          </p:cNvSpPr>
          <p:nvPr/>
        </p:nvSpPr>
        <p:spPr>
          <a:xfrm>
            <a:off x="334374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2" name="Stage1_sixpanel_6533">
            <a:extLst>
              <a:ext uri="{FF2B5EF4-FFF2-40B4-BE49-F238E27FC236}">
                <a16:creationId xmlns:a16="http://schemas.microsoft.com/office/drawing/2014/main" id="{0418BBC8-44E5-429B-B583-8FBF364466FB}"/>
              </a:ext>
            </a:extLst>
          </p:cNvPr>
          <p:cNvSpPr>
            <a:spLocks noGrp="1"/>
          </p:cNvSpPr>
          <p:nvPr/>
        </p:nvSpPr>
        <p:spPr>
          <a:xfrm>
            <a:off x="336296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3" name="Stage1_sixpanel_6534">
            <a:extLst>
              <a:ext uri="{FF2B5EF4-FFF2-40B4-BE49-F238E27FC236}">
                <a16:creationId xmlns:a16="http://schemas.microsoft.com/office/drawing/2014/main" id="{DFB60812-0A6B-473B-B72F-838F6B9AA226}"/>
              </a:ext>
            </a:extLst>
          </p:cNvPr>
          <p:cNvSpPr>
            <a:spLocks noGrp="1"/>
          </p:cNvSpPr>
          <p:nvPr/>
        </p:nvSpPr>
        <p:spPr>
          <a:xfrm>
            <a:off x="3413734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4" name="Stage1_sixpanel_6535">
            <a:extLst>
              <a:ext uri="{FF2B5EF4-FFF2-40B4-BE49-F238E27FC236}">
                <a16:creationId xmlns:a16="http://schemas.microsoft.com/office/drawing/2014/main" id="{4B6DCDCF-8BE8-4309-9AAA-236BAF7512F8}"/>
              </a:ext>
            </a:extLst>
          </p:cNvPr>
          <p:cNvSpPr>
            <a:spLocks noGrp="1"/>
          </p:cNvSpPr>
          <p:nvPr/>
        </p:nvSpPr>
        <p:spPr>
          <a:xfrm>
            <a:off x="334833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5" name="Stage1_sixpanel_6536">
            <a:extLst>
              <a:ext uri="{FF2B5EF4-FFF2-40B4-BE49-F238E27FC236}">
                <a16:creationId xmlns:a16="http://schemas.microsoft.com/office/drawing/2014/main" id="{47E616CA-3CA2-4316-8EF8-0776A4A415F1}"/>
              </a:ext>
            </a:extLst>
          </p:cNvPr>
          <p:cNvSpPr>
            <a:spLocks noGrp="1"/>
          </p:cNvSpPr>
          <p:nvPr/>
        </p:nvSpPr>
        <p:spPr>
          <a:xfrm>
            <a:off x="33532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6" name="Stage1_sixpanel_6537">
            <a:extLst>
              <a:ext uri="{FF2B5EF4-FFF2-40B4-BE49-F238E27FC236}">
                <a16:creationId xmlns:a16="http://schemas.microsoft.com/office/drawing/2014/main" id="{941FF916-B8F6-414F-AB67-9A9E55C628FC}"/>
              </a:ext>
            </a:extLst>
          </p:cNvPr>
          <p:cNvSpPr>
            <a:spLocks noGrp="1"/>
          </p:cNvSpPr>
          <p:nvPr/>
        </p:nvSpPr>
        <p:spPr>
          <a:xfrm>
            <a:off x="3398975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7" name="Stage1_sixpanel_6538">
            <a:extLst>
              <a:ext uri="{FF2B5EF4-FFF2-40B4-BE49-F238E27FC236}">
                <a16:creationId xmlns:a16="http://schemas.microsoft.com/office/drawing/2014/main" id="{908CFA85-2D14-4ED7-A7CB-9701FBF3F822}"/>
              </a:ext>
            </a:extLst>
          </p:cNvPr>
          <p:cNvSpPr>
            <a:spLocks noGrp="1"/>
          </p:cNvSpPr>
          <p:nvPr/>
        </p:nvSpPr>
        <p:spPr>
          <a:xfrm>
            <a:off x="3373704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8" name="Stage1_sixpanel_6539">
            <a:extLst>
              <a:ext uri="{FF2B5EF4-FFF2-40B4-BE49-F238E27FC236}">
                <a16:creationId xmlns:a16="http://schemas.microsoft.com/office/drawing/2014/main" id="{6015E73D-D46F-40D6-BE7D-078EE4C24A6A}"/>
              </a:ext>
            </a:extLst>
          </p:cNvPr>
          <p:cNvSpPr>
            <a:spLocks noGrp="1"/>
          </p:cNvSpPr>
          <p:nvPr/>
        </p:nvSpPr>
        <p:spPr>
          <a:xfrm>
            <a:off x="35032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69" name="Stage1_sixpanel_6540">
            <a:extLst>
              <a:ext uri="{FF2B5EF4-FFF2-40B4-BE49-F238E27FC236}">
                <a16:creationId xmlns:a16="http://schemas.microsoft.com/office/drawing/2014/main" id="{2207ABCE-5CFD-470C-A496-DDAF141FBCE5}"/>
              </a:ext>
            </a:extLst>
          </p:cNvPr>
          <p:cNvSpPr>
            <a:spLocks noGrp="1"/>
          </p:cNvSpPr>
          <p:nvPr/>
        </p:nvSpPr>
        <p:spPr>
          <a:xfrm>
            <a:off x="34811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0" name="Stage1_sixpanel_6541">
            <a:extLst>
              <a:ext uri="{FF2B5EF4-FFF2-40B4-BE49-F238E27FC236}">
                <a16:creationId xmlns:a16="http://schemas.microsoft.com/office/drawing/2014/main" id="{CE3907EF-DF55-4DBC-947A-2456831D4603}"/>
              </a:ext>
            </a:extLst>
          </p:cNvPr>
          <p:cNvSpPr>
            <a:spLocks noGrp="1"/>
          </p:cNvSpPr>
          <p:nvPr/>
        </p:nvSpPr>
        <p:spPr>
          <a:xfrm>
            <a:off x="3349885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1" name="Stage1_sixpanel_6542">
            <a:extLst>
              <a:ext uri="{FF2B5EF4-FFF2-40B4-BE49-F238E27FC236}">
                <a16:creationId xmlns:a16="http://schemas.microsoft.com/office/drawing/2014/main" id="{0849DE3E-38A8-4E71-BC85-482AF19A6CF9}"/>
              </a:ext>
            </a:extLst>
          </p:cNvPr>
          <p:cNvSpPr>
            <a:spLocks noGrp="1"/>
          </p:cNvSpPr>
          <p:nvPr/>
        </p:nvSpPr>
        <p:spPr>
          <a:xfrm>
            <a:off x="3496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2" name="Stage1_sixpanel_6543">
            <a:extLst>
              <a:ext uri="{FF2B5EF4-FFF2-40B4-BE49-F238E27FC236}">
                <a16:creationId xmlns:a16="http://schemas.microsoft.com/office/drawing/2014/main" id="{35721FAD-EB85-44AB-B52F-C5B7D44DF92C}"/>
              </a:ext>
            </a:extLst>
          </p:cNvPr>
          <p:cNvSpPr>
            <a:spLocks noGrp="1"/>
          </p:cNvSpPr>
          <p:nvPr/>
        </p:nvSpPr>
        <p:spPr>
          <a:xfrm>
            <a:off x="3343886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3" name="Stage1_sixpanel_6544">
            <a:extLst>
              <a:ext uri="{FF2B5EF4-FFF2-40B4-BE49-F238E27FC236}">
                <a16:creationId xmlns:a16="http://schemas.microsoft.com/office/drawing/2014/main" id="{580093E0-2AB8-4AE6-8106-AE54B54E5313}"/>
              </a:ext>
            </a:extLst>
          </p:cNvPr>
          <p:cNvSpPr>
            <a:spLocks noGrp="1"/>
          </p:cNvSpPr>
          <p:nvPr/>
        </p:nvSpPr>
        <p:spPr>
          <a:xfrm>
            <a:off x="34508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4" name="Stage1_sixpanel_6545">
            <a:extLst>
              <a:ext uri="{FF2B5EF4-FFF2-40B4-BE49-F238E27FC236}">
                <a16:creationId xmlns:a16="http://schemas.microsoft.com/office/drawing/2014/main" id="{ED6A225E-3BD1-430F-88EC-18E7FC8ECB31}"/>
              </a:ext>
            </a:extLst>
          </p:cNvPr>
          <p:cNvSpPr>
            <a:spLocks noGrp="1"/>
          </p:cNvSpPr>
          <p:nvPr/>
        </p:nvSpPr>
        <p:spPr>
          <a:xfrm>
            <a:off x="3338154" y="2414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5" name="Stage1_sixpanel_6546">
            <a:extLst>
              <a:ext uri="{FF2B5EF4-FFF2-40B4-BE49-F238E27FC236}">
                <a16:creationId xmlns:a16="http://schemas.microsoft.com/office/drawing/2014/main" id="{B04F2816-A9B6-4626-B023-FA22AE1EADF9}"/>
              </a:ext>
            </a:extLst>
          </p:cNvPr>
          <p:cNvSpPr>
            <a:spLocks noGrp="1"/>
          </p:cNvSpPr>
          <p:nvPr/>
        </p:nvSpPr>
        <p:spPr>
          <a:xfrm>
            <a:off x="33912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6" name="Stage1_sixpanel_6547">
            <a:extLst>
              <a:ext uri="{FF2B5EF4-FFF2-40B4-BE49-F238E27FC236}">
                <a16:creationId xmlns:a16="http://schemas.microsoft.com/office/drawing/2014/main" id="{A577D4C1-F740-4570-8051-7899DF747712}"/>
              </a:ext>
            </a:extLst>
          </p:cNvPr>
          <p:cNvSpPr>
            <a:spLocks noGrp="1"/>
          </p:cNvSpPr>
          <p:nvPr/>
        </p:nvSpPr>
        <p:spPr>
          <a:xfrm>
            <a:off x="34576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7" name="Stage1_sixpanel_6548">
            <a:extLst>
              <a:ext uri="{FF2B5EF4-FFF2-40B4-BE49-F238E27FC236}">
                <a16:creationId xmlns:a16="http://schemas.microsoft.com/office/drawing/2014/main" id="{8E381E45-F075-4224-AA2C-3E4C0ABC1BE6}"/>
              </a:ext>
            </a:extLst>
          </p:cNvPr>
          <p:cNvSpPr>
            <a:spLocks noGrp="1"/>
          </p:cNvSpPr>
          <p:nvPr/>
        </p:nvSpPr>
        <p:spPr>
          <a:xfrm>
            <a:off x="3355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8" name="Stage1_sixpanel_6549">
            <a:extLst>
              <a:ext uri="{FF2B5EF4-FFF2-40B4-BE49-F238E27FC236}">
                <a16:creationId xmlns:a16="http://schemas.microsoft.com/office/drawing/2014/main" id="{D8DC18A4-7E21-4245-BD05-EF9D0E84A94D}"/>
              </a:ext>
            </a:extLst>
          </p:cNvPr>
          <p:cNvSpPr>
            <a:spLocks noGrp="1"/>
          </p:cNvSpPr>
          <p:nvPr/>
        </p:nvSpPr>
        <p:spPr>
          <a:xfrm>
            <a:off x="345996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79" name="Stage1_sixpanel_6550">
            <a:extLst>
              <a:ext uri="{FF2B5EF4-FFF2-40B4-BE49-F238E27FC236}">
                <a16:creationId xmlns:a16="http://schemas.microsoft.com/office/drawing/2014/main" id="{47F75422-9578-4AA9-8C79-6E097A41DAED}"/>
              </a:ext>
            </a:extLst>
          </p:cNvPr>
          <p:cNvSpPr>
            <a:spLocks noGrp="1"/>
          </p:cNvSpPr>
          <p:nvPr/>
        </p:nvSpPr>
        <p:spPr>
          <a:xfrm>
            <a:off x="3403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0" name="Stage1_sixpanel_6551">
            <a:extLst>
              <a:ext uri="{FF2B5EF4-FFF2-40B4-BE49-F238E27FC236}">
                <a16:creationId xmlns:a16="http://schemas.microsoft.com/office/drawing/2014/main" id="{FB5BD61B-11A2-4129-A097-984154252A53}"/>
              </a:ext>
            </a:extLst>
          </p:cNvPr>
          <p:cNvSpPr>
            <a:spLocks noGrp="1"/>
          </p:cNvSpPr>
          <p:nvPr/>
        </p:nvSpPr>
        <p:spPr>
          <a:xfrm>
            <a:off x="3340908" y="196193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1" name="Stage1_sixpanel_6552">
            <a:extLst>
              <a:ext uri="{FF2B5EF4-FFF2-40B4-BE49-F238E27FC236}">
                <a16:creationId xmlns:a16="http://schemas.microsoft.com/office/drawing/2014/main" id="{0ED40A6D-24C2-483D-97CB-B9512D5C9E8D}"/>
              </a:ext>
            </a:extLst>
          </p:cNvPr>
          <p:cNvSpPr>
            <a:spLocks noGrp="1"/>
          </p:cNvSpPr>
          <p:nvPr/>
        </p:nvSpPr>
        <p:spPr>
          <a:xfrm>
            <a:off x="3404520" y="16370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2" name="Stage1_sixpanel_6553">
            <a:extLst>
              <a:ext uri="{FF2B5EF4-FFF2-40B4-BE49-F238E27FC236}">
                <a16:creationId xmlns:a16="http://schemas.microsoft.com/office/drawing/2014/main" id="{E9316B90-A896-4A08-85F8-D86A0E19E71E}"/>
              </a:ext>
            </a:extLst>
          </p:cNvPr>
          <p:cNvSpPr>
            <a:spLocks noGrp="1"/>
          </p:cNvSpPr>
          <p:nvPr/>
        </p:nvSpPr>
        <p:spPr>
          <a:xfrm>
            <a:off x="3395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3" name="Stage1_sixpanel_6554">
            <a:extLst>
              <a:ext uri="{FF2B5EF4-FFF2-40B4-BE49-F238E27FC236}">
                <a16:creationId xmlns:a16="http://schemas.microsoft.com/office/drawing/2014/main" id="{4FB9B4D0-3764-4395-8BCD-3D6618F2E5A0}"/>
              </a:ext>
            </a:extLst>
          </p:cNvPr>
          <p:cNvSpPr>
            <a:spLocks noGrp="1"/>
          </p:cNvSpPr>
          <p:nvPr/>
        </p:nvSpPr>
        <p:spPr>
          <a:xfrm>
            <a:off x="33894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4" name="Stage1_sixpanel_6555">
            <a:extLst>
              <a:ext uri="{FF2B5EF4-FFF2-40B4-BE49-F238E27FC236}">
                <a16:creationId xmlns:a16="http://schemas.microsoft.com/office/drawing/2014/main" id="{099E259D-6CEB-4986-826C-C8ED975BE45C}"/>
              </a:ext>
            </a:extLst>
          </p:cNvPr>
          <p:cNvSpPr>
            <a:spLocks noGrp="1"/>
          </p:cNvSpPr>
          <p:nvPr/>
        </p:nvSpPr>
        <p:spPr>
          <a:xfrm>
            <a:off x="333809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5" name="Stage1_sixpanel_6556">
            <a:extLst>
              <a:ext uri="{FF2B5EF4-FFF2-40B4-BE49-F238E27FC236}">
                <a16:creationId xmlns:a16="http://schemas.microsoft.com/office/drawing/2014/main" id="{E9CCE1D2-A97D-4637-8652-483052A95413}"/>
              </a:ext>
            </a:extLst>
          </p:cNvPr>
          <p:cNvSpPr>
            <a:spLocks noGrp="1"/>
          </p:cNvSpPr>
          <p:nvPr/>
        </p:nvSpPr>
        <p:spPr>
          <a:xfrm>
            <a:off x="3371612" y="14598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6" name="Stage1_sixpanel_6557">
            <a:extLst>
              <a:ext uri="{FF2B5EF4-FFF2-40B4-BE49-F238E27FC236}">
                <a16:creationId xmlns:a16="http://schemas.microsoft.com/office/drawing/2014/main" id="{188138E7-4CAB-4E3B-A7CE-56A79B905ECC}"/>
              </a:ext>
            </a:extLst>
          </p:cNvPr>
          <p:cNvSpPr>
            <a:spLocks noGrp="1"/>
          </p:cNvSpPr>
          <p:nvPr/>
        </p:nvSpPr>
        <p:spPr>
          <a:xfrm>
            <a:off x="333499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7" name="Stage1_sixpanel_6558">
            <a:extLst>
              <a:ext uri="{FF2B5EF4-FFF2-40B4-BE49-F238E27FC236}">
                <a16:creationId xmlns:a16="http://schemas.microsoft.com/office/drawing/2014/main" id="{5F0A6EA2-3901-4D37-AB97-C9565481580C}"/>
              </a:ext>
            </a:extLst>
          </p:cNvPr>
          <p:cNvSpPr>
            <a:spLocks noGrp="1"/>
          </p:cNvSpPr>
          <p:nvPr/>
        </p:nvSpPr>
        <p:spPr>
          <a:xfrm>
            <a:off x="3491962" y="19095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8" name="Stage1_sixpanel_6559">
            <a:extLst>
              <a:ext uri="{FF2B5EF4-FFF2-40B4-BE49-F238E27FC236}">
                <a16:creationId xmlns:a16="http://schemas.microsoft.com/office/drawing/2014/main" id="{D26495C9-92D8-44FF-BA27-CF88C9D8B41A}"/>
              </a:ext>
            </a:extLst>
          </p:cNvPr>
          <p:cNvSpPr>
            <a:spLocks noGrp="1"/>
          </p:cNvSpPr>
          <p:nvPr/>
        </p:nvSpPr>
        <p:spPr>
          <a:xfrm>
            <a:off x="3404844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89" name="Stage1_sixpanel_6560">
            <a:extLst>
              <a:ext uri="{FF2B5EF4-FFF2-40B4-BE49-F238E27FC236}">
                <a16:creationId xmlns:a16="http://schemas.microsoft.com/office/drawing/2014/main" id="{24B707BD-69CE-46E4-8C8A-29FDF00C209D}"/>
              </a:ext>
            </a:extLst>
          </p:cNvPr>
          <p:cNvSpPr>
            <a:spLocks noGrp="1"/>
          </p:cNvSpPr>
          <p:nvPr/>
        </p:nvSpPr>
        <p:spPr>
          <a:xfrm>
            <a:off x="33564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0" name="Stage1_sixpanel_6561">
            <a:extLst>
              <a:ext uri="{FF2B5EF4-FFF2-40B4-BE49-F238E27FC236}">
                <a16:creationId xmlns:a16="http://schemas.microsoft.com/office/drawing/2014/main" id="{1E0046A3-2ADC-47FE-B122-343FD13338BB}"/>
              </a:ext>
            </a:extLst>
          </p:cNvPr>
          <p:cNvSpPr>
            <a:spLocks noGrp="1"/>
          </p:cNvSpPr>
          <p:nvPr/>
        </p:nvSpPr>
        <p:spPr>
          <a:xfrm>
            <a:off x="34312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1" name="Stage1_sixpanel_6562">
            <a:extLst>
              <a:ext uri="{FF2B5EF4-FFF2-40B4-BE49-F238E27FC236}">
                <a16:creationId xmlns:a16="http://schemas.microsoft.com/office/drawing/2014/main" id="{247D2B64-4BAE-451E-9AB8-444955F049B3}"/>
              </a:ext>
            </a:extLst>
          </p:cNvPr>
          <p:cNvSpPr>
            <a:spLocks noGrp="1"/>
          </p:cNvSpPr>
          <p:nvPr/>
        </p:nvSpPr>
        <p:spPr>
          <a:xfrm>
            <a:off x="3487514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2" name="Stage1_sixpanel_6563">
            <a:extLst>
              <a:ext uri="{FF2B5EF4-FFF2-40B4-BE49-F238E27FC236}">
                <a16:creationId xmlns:a16="http://schemas.microsoft.com/office/drawing/2014/main" id="{D808ED27-7078-46DE-B869-BD594F7B4AC8}"/>
              </a:ext>
            </a:extLst>
          </p:cNvPr>
          <p:cNvSpPr>
            <a:spLocks noGrp="1"/>
          </p:cNvSpPr>
          <p:nvPr/>
        </p:nvSpPr>
        <p:spPr>
          <a:xfrm>
            <a:off x="33347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3" name="Stage1_sixpanel_6564">
            <a:extLst>
              <a:ext uri="{FF2B5EF4-FFF2-40B4-BE49-F238E27FC236}">
                <a16:creationId xmlns:a16="http://schemas.microsoft.com/office/drawing/2014/main" id="{995C3379-CF1D-4160-B993-C40E402B3E9A}"/>
              </a:ext>
            </a:extLst>
          </p:cNvPr>
          <p:cNvSpPr>
            <a:spLocks noGrp="1"/>
          </p:cNvSpPr>
          <p:nvPr/>
        </p:nvSpPr>
        <p:spPr>
          <a:xfrm>
            <a:off x="33367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4" name="Stage1_sixpanel_6565">
            <a:extLst>
              <a:ext uri="{FF2B5EF4-FFF2-40B4-BE49-F238E27FC236}">
                <a16:creationId xmlns:a16="http://schemas.microsoft.com/office/drawing/2014/main" id="{6F7EFE3F-447A-46BF-8CFA-EAEC9DDBA781}"/>
              </a:ext>
            </a:extLst>
          </p:cNvPr>
          <p:cNvSpPr>
            <a:spLocks noGrp="1"/>
          </p:cNvSpPr>
          <p:nvPr/>
        </p:nvSpPr>
        <p:spPr>
          <a:xfrm>
            <a:off x="3337784" y="20749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5" name="Stage1_sixpanel_6566">
            <a:extLst>
              <a:ext uri="{FF2B5EF4-FFF2-40B4-BE49-F238E27FC236}">
                <a16:creationId xmlns:a16="http://schemas.microsoft.com/office/drawing/2014/main" id="{F127CFCD-F427-4566-A27F-C0CFAD63F209}"/>
              </a:ext>
            </a:extLst>
          </p:cNvPr>
          <p:cNvSpPr>
            <a:spLocks noGrp="1"/>
          </p:cNvSpPr>
          <p:nvPr/>
        </p:nvSpPr>
        <p:spPr>
          <a:xfrm>
            <a:off x="34052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6" name="Stage1_sixpanel_6567">
            <a:extLst>
              <a:ext uri="{FF2B5EF4-FFF2-40B4-BE49-F238E27FC236}">
                <a16:creationId xmlns:a16="http://schemas.microsoft.com/office/drawing/2014/main" id="{924C7BDA-5EB3-4A8B-A0CA-288FB110ABBE}"/>
              </a:ext>
            </a:extLst>
          </p:cNvPr>
          <p:cNvSpPr>
            <a:spLocks noGrp="1"/>
          </p:cNvSpPr>
          <p:nvPr/>
        </p:nvSpPr>
        <p:spPr>
          <a:xfrm>
            <a:off x="33354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7" name="Stage1_sixpanel_6568">
            <a:extLst>
              <a:ext uri="{FF2B5EF4-FFF2-40B4-BE49-F238E27FC236}">
                <a16:creationId xmlns:a16="http://schemas.microsoft.com/office/drawing/2014/main" id="{9681909D-39E9-4925-8D1F-B8976D2FA443}"/>
              </a:ext>
            </a:extLst>
          </p:cNvPr>
          <p:cNvSpPr>
            <a:spLocks noGrp="1"/>
          </p:cNvSpPr>
          <p:nvPr/>
        </p:nvSpPr>
        <p:spPr>
          <a:xfrm>
            <a:off x="3494353" y="25448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8" name="Stage1_sixpanel_6569">
            <a:extLst>
              <a:ext uri="{FF2B5EF4-FFF2-40B4-BE49-F238E27FC236}">
                <a16:creationId xmlns:a16="http://schemas.microsoft.com/office/drawing/2014/main" id="{917BA6A5-3A18-4FC8-935F-A49F176C8A44}"/>
              </a:ext>
            </a:extLst>
          </p:cNvPr>
          <p:cNvSpPr>
            <a:spLocks noGrp="1"/>
          </p:cNvSpPr>
          <p:nvPr/>
        </p:nvSpPr>
        <p:spPr>
          <a:xfrm>
            <a:off x="346922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399" name="Stage1_sixpanel_6570">
            <a:extLst>
              <a:ext uri="{FF2B5EF4-FFF2-40B4-BE49-F238E27FC236}">
                <a16:creationId xmlns:a16="http://schemas.microsoft.com/office/drawing/2014/main" id="{6E8E5503-8B63-460A-BB91-83ABB2CBE7CE}"/>
              </a:ext>
            </a:extLst>
          </p:cNvPr>
          <p:cNvSpPr>
            <a:spLocks noGrp="1"/>
          </p:cNvSpPr>
          <p:nvPr/>
        </p:nvSpPr>
        <p:spPr>
          <a:xfrm>
            <a:off x="33623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0" name="Stage1_sixpanel_6571">
            <a:extLst>
              <a:ext uri="{FF2B5EF4-FFF2-40B4-BE49-F238E27FC236}">
                <a16:creationId xmlns:a16="http://schemas.microsoft.com/office/drawing/2014/main" id="{C1F1A1A3-CA0E-4136-9734-8A45BA810E1A}"/>
              </a:ext>
            </a:extLst>
          </p:cNvPr>
          <p:cNvSpPr>
            <a:spLocks noGrp="1"/>
          </p:cNvSpPr>
          <p:nvPr/>
        </p:nvSpPr>
        <p:spPr>
          <a:xfrm>
            <a:off x="345558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1" name="Stage1_sixpanel_6572">
            <a:extLst>
              <a:ext uri="{FF2B5EF4-FFF2-40B4-BE49-F238E27FC236}">
                <a16:creationId xmlns:a16="http://schemas.microsoft.com/office/drawing/2014/main" id="{D2F7CCA8-A095-49D5-B53C-C690B5DEB902}"/>
              </a:ext>
            </a:extLst>
          </p:cNvPr>
          <p:cNvSpPr>
            <a:spLocks noGrp="1"/>
          </p:cNvSpPr>
          <p:nvPr/>
        </p:nvSpPr>
        <p:spPr>
          <a:xfrm>
            <a:off x="33948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2" name="Stage1_sixpanel_6573">
            <a:extLst>
              <a:ext uri="{FF2B5EF4-FFF2-40B4-BE49-F238E27FC236}">
                <a16:creationId xmlns:a16="http://schemas.microsoft.com/office/drawing/2014/main" id="{FC325F13-2139-46F6-A93D-AAE3806C1628}"/>
              </a:ext>
            </a:extLst>
          </p:cNvPr>
          <p:cNvSpPr>
            <a:spLocks noGrp="1"/>
          </p:cNvSpPr>
          <p:nvPr/>
        </p:nvSpPr>
        <p:spPr>
          <a:xfrm>
            <a:off x="33928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3" name="Stage1_sixpanel_6574">
            <a:extLst>
              <a:ext uri="{FF2B5EF4-FFF2-40B4-BE49-F238E27FC236}">
                <a16:creationId xmlns:a16="http://schemas.microsoft.com/office/drawing/2014/main" id="{4FEFD867-FBC3-497A-81EE-D123444189E6}"/>
              </a:ext>
            </a:extLst>
          </p:cNvPr>
          <p:cNvSpPr>
            <a:spLocks noGrp="1"/>
          </p:cNvSpPr>
          <p:nvPr/>
        </p:nvSpPr>
        <p:spPr>
          <a:xfrm>
            <a:off x="33403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4" name="Stage1_sixpanel_6575">
            <a:extLst>
              <a:ext uri="{FF2B5EF4-FFF2-40B4-BE49-F238E27FC236}">
                <a16:creationId xmlns:a16="http://schemas.microsoft.com/office/drawing/2014/main" id="{D4401DC3-198A-4969-BEED-182E64A951FE}"/>
              </a:ext>
            </a:extLst>
          </p:cNvPr>
          <p:cNvSpPr>
            <a:spLocks noGrp="1"/>
          </p:cNvSpPr>
          <p:nvPr/>
        </p:nvSpPr>
        <p:spPr>
          <a:xfrm>
            <a:off x="3389893" y="2128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5" name="Stage1_sixpanel_6576">
            <a:extLst>
              <a:ext uri="{FF2B5EF4-FFF2-40B4-BE49-F238E27FC236}">
                <a16:creationId xmlns:a16="http://schemas.microsoft.com/office/drawing/2014/main" id="{1A02F79C-A1D7-47B4-B4F6-7829AAA920FA}"/>
              </a:ext>
            </a:extLst>
          </p:cNvPr>
          <p:cNvSpPr>
            <a:spLocks noGrp="1"/>
          </p:cNvSpPr>
          <p:nvPr/>
        </p:nvSpPr>
        <p:spPr>
          <a:xfrm>
            <a:off x="33400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6" name="Stage1_sixpanel_6577">
            <a:extLst>
              <a:ext uri="{FF2B5EF4-FFF2-40B4-BE49-F238E27FC236}">
                <a16:creationId xmlns:a16="http://schemas.microsoft.com/office/drawing/2014/main" id="{7D571BA0-59E7-4F38-9F35-90079FC78D80}"/>
              </a:ext>
            </a:extLst>
          </p:cNvPr>
          <p:cNvSpPr>
            <a:spLocks noGrp="1"/>
          </p:cNvSpPr>
          <p:nvPr/>
        </p:nvSpPr>
        <p:spPr>
          <a:xfrm>
            <a:off x="347585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7" name="Stage1_sixpanel_6578">
            <a:extLst>
              <a:ext uri="{FF2B5EF4-FFF2-40B4-BE49-F238E27FC236}">
                <a16:creationId xmlns:a16="http://schemas.microsoft.com/office/drawing/2014/main" id="{F88C8D42-8C37-4FB6-B7BC-140360CD329C}"/>
              </a:ext>
            </a:extLst>
          </p:cNvPr>
          <p:cNvSpPr>
            <a:spLocks noGrp="1"/>
          </p:cNvSpPr>
          <p:nvPr/>
        </p:nvSpPr>
        <p:spPr>
          <a:xfrm>
            <a:off x="34181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8" name="Stage1_sixpanel_6579">
            <a:extLst>
              <a:ext uri="{FF2B5EF4-FFF2-40B4-BE49-F238E27FC236}">
                <a16:creationId xmlns:a16="http://schemas.microsoft.com/office/drawing/2014/main" id="{78918B9D-8F11-4971-9C59-97E5277962A0}"/>
              </a:ext>
            </a:extLst>
          </p:cNvPr>
          <p:cNvSpPr>
            <a:spLocks noGrp="1"/>
          </p:cNvSpPr>
          <p:nvPr/>
        </p:nvSpPr>
        <p:spPr>
          <a:xfrm>
            <a:off x="3341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09" name="Stage1_sixpanel_6580">
            <a:extLst>
              <a:ext uri="{FF2B5EF4-FFF2-40B4-BE49-F238E27FC236}">
                <a16:creationId xmlns:a16="http://schemas.microsoft.com/office/drawing/2014/main" id="{20C26ED4-1867-4391-B55A-0A4DB4B245D1}"/>
              </a:ext>
            </a:extLst>
          </p:cNvPr>
          <p:cNvSpPr>
            <a:spLocks noGrp="1"/>
          </p:cNvSpPr>
          <p:nvPr/>
        </p:nvSpPr>
        <p:spPr>
          <a:xfrm>
            <a:off x="340964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0" name="Stage1_sixpanel_6581">
            <a:extLst>
              <a:ext uri="{FF2B5EF4-FFF2-40B4-BE49-F238E27FC236}">
                <a16:creationId xmlns:a16="http://schemas.microsoft.com/office/drawing/2014/main" id="{6FBF5FCC-5B0E-4E7E-8F57-4D79723E68A3}"/>
              </a:ext>
            </a:extLst>
          </p:cNvPr>
          <p:cNvSpPr>
            <a:spLocks noGrp="1"/>
          </p:cNvSpPr>
          <p:nvPr/>
        </p:nvSpPr>
        <p:spPr>
          <a:xfrm>
            <a:off x="337283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1" name="Stage1_sixpanel_6582">
            <a:extLst>
              <a:ext uri="{FF2B5EF4-FFF2-40B4-BE49-F238E27FC236}">
                <a16:creationId xmlns:a16="http://schemas.microsoft.com/office/drawing/2014/main" id="{A443840B-183F-40CB-BBEE-9CD15A8679D1}"/>
              </a:ext>
            </a:extLst>
          </p:cNvPr>
          <p:cNvSpPr>
            <a:spLocks noGrp="1"/>
          </p:cNvSpPr>
          <p:nvPr/>
        </p:nvSpPr>
        <p:spPr>
          <a:xfrm>
            <a:off x="341490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2" name="Stage1_sixpanel_6583">
            <a:extLst>
              <a:ext uri="{FF2B5EF4-FFF2-40B4-BE49-F238E27FC236}">
                <a16:creationId xmlns:a16="http://schemas.microsoft.com/office/drawing/2014/main" id="{629050C2-E761-40C9-8940-63240015B32F}"/>
              </a:ext>
            </a:extLst>
          </p:cNvPr>
          <p:cNvSpPr>
            <a:spLocks noGrp="1"/>
          </p:cNvSpPr>
          <p:nvPr/>
        </p:nvSpPr>
        <p:spPr>
          <a:xfrm>
            <a:off x="33619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3" name="Stage1_sixpanel_6584">
            <a:extLst>
              <a:ext uri="{FF2B5EF4-FFF2-40B4-BE49-F238E27FC236}">
                <a16:creationId xmlns:a16="http://schemas.microsoft.com/office/drawing/2014/main" id="{AB08BBD5-1ED2-415C-9157-C353D0CF52D5}"/>
              </a:ext>
            </a:extLst>
          </p:cNvPr>
          <p:cNvSpPr>
            <a:spLocks noGrp="1"/>
          </p:cNvSpPr>
          <p:nvPr/>
        </p:nvSpPr>
        <p:spPr>
          <a:xfrm>
            <a:off x="33926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4" name="Stage1_sixpanel_6585">
            <a:extLst>
              <a:ext uri="{FF2B5EF4-FFF2-40B4-BE49-F238E27FC236}">
                <a16:creationId xmlns:a16="http://schemas.microsoft.com/office/drawing/2014/main" id="{B00E156E-6E4A-4BDA-B8CF-E2E08BBC91FE}"/>
              </a:ext>
            </a:extLst>
          </p:cNvPr>
          <p:cNvSpPr>
            <a:spLocks noGrp="1"/>
          </p:cNvSpPr>
          <p:nvPr/>
        </p:nvSpPr>
        <p:spPr>
          <a:xfrm>
            <a:off x="3402496" y="18959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5" name="Stage1_sixpanel_6586">
            <a:extLst>
              <a:ext uri="{FF2B5EF4-FFF2-40B4-BE49-F238E27FC236}">
                <a16:creationId xmlns:a16="http://schemas.microsoft.com/office/drawing/2014/main" id="{BCAEB6AB-C826-493B-8988-D61000FD7150}"/>
              </a:ext>
            </a:extLst>
          </p:cNvPr>
          <p:cNvSpPr>
            <a:spLocks noGrp="1"/>
          </p:cNvSpPr>
          <p:nvPr/>
        </p:nvSpPr>
        <p:spPr>
          <a:xfrm>
            <a:off x="3405725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6" name="Stage1_sixpanel_6587">
            <a:extLst>
              <a:ext uri="{FF2B5EF4-FFF2-40B4-BE49-F238E27FC236}">
                <a16:creationId xmlns:a16="http://schemas.microsoft.com/office/drawing/2014/main" id="{F178A229-F6A8-42D3-BD69-267A4565964C}"/>
              </a:ext>
            </a:extLst>
          </p:cNvPr>
          <p:cNvSpPr>
            <a:spLocks noGrp="1"/>
          </p:cNvSpPr>
          <p:nvPr/>
        </p:nvSpPr>
        <p:spPr>
          <a:xfrm>
            <a:off x="347026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7" name="Stage1_sixpanel_6588">
            <a:extLst>
              <a:ext uri="{FF2B5EF4-FFF2-40B4-BE49-F238E27FC236}">
                <a16:creationId xmlns:a16="http://schemas.microsoft.com/office/drawing/2014/main" id="{38975CF6-2947-4245-9443-B008C3FEC3FB}"/>
              </a:ext>
            </a:extLst>
          </p:cNvPr>
          <p:cNvSpPr>
            <a:spLocks noGrp="1"/>
          </p:cNvSpPr>
          <p:nvPr/>
        </p:nvSpPr>
        <p:spPr>
          <a:xfrm>
            <a:off x="349675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8" name="Stage1_sixpanel_6589">
            <a:extLst>
              <a:ext uri="{FF2B5EF4-FFF2-40B4-BE49-F238E27FC236}">
                <a16:creationId xmlns:a16="http://schemas.microsoft.com/office/drawing/2014/main" id="{2CDDA224-D07E-441D-B741-7FE99480BDFC}"/>
              </a:ext>
            </a:extLst>
          </p:cNvPr>
          <p:cNvSpPr>
            <a:spLocks noGrp="1"/>
          </p:cNvSpPr>
          <p:nvPr/>
        </p:nvSpPr>
        <p:spPr>
          <a:xfrm>
            <a:off x="343665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19" name="Stage1_sixpanel_6590">
            <a:extLst>
              <a:ext uri="{FF2B5EF4-FFF2-40B4-BE49-F238E27FC236}">
                <a16:creationId xmlns:a16="http://schemas.microsoft.com/office/drawing/2014/main" id="{B1AAD7BF-5D73-47E6-9EC3-F80DB101DE79}"/>
              </a:ext>
            </a:extLst>
          </p:cNvPr>
          <p:cNvSpPr>
            <a:spLocks noGrp="1"/>
          </p:cNvSpPr>
          <p:nvPr/>
        </p:nvSpPr>
        <p:spPr>
          <a:xfrm>
            <a:off x="3428070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0" name="Stage1_sixpanel_6591">
            <a:extLst>
              <a:ext uri="{FF2B5EF4-FFF2-40B4-BE49-F238E27FC236}">
                <a16:creationId xmlns:a16="http://schemas.microsoft.com/office/drawing/2014/main" id="{273E2362-ABF6-42E4-8034-013268C8C1B6}"/>
              </a:ext>
            </a:extLst>
          </p:cNvPr>
          <p:cNvSpPr>
            <a:spLocks noGrp="1"/>
          </p:cNvSpPr>
          <p:nvPr/>
        </p:nvSpPr>
        <p:spPr>
          <a:xfrm>
            <a:off x="34737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1" name="Stage1_sixpanel_6592">
            <a:extLst>
              <a:ext uri="{FF2B5EF4-FFF2-40B4-BE49-F238E27FC236}">
                <a16:creationId xmlns:a16="http://schemas.microsoft.com/office/drawing/2014/main" id="{7A6EFF6D-E40E-44AF-A0F6-4E3917C66C6A}"/>
              </a:ext>
            </a:extLst>
          </p:cNvPr>
          <p:cNvSpPr>
            <a:spLocks noGrp="1"/>
          </p:cNvSpPr>
          <p:nvPr/>
        </p:nvSpPr>
        <p:spPr>
          <a:xfrm>
            <a:off x="3461563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2" name="Stage1_sixpanel_6593">
            <a:extLst>
              <a:ext uri="{FF2B5EF4-FFF2-40B4-BE49-F238E27FC236}">
                <a16:creationId xmlns:a16="http://schemas.microsoft.com/office/drawing/2014/main" id="{CCA508BC-10F2-4751-9EA7-5ED62BD22DCF}"/>
              </a:ext>
            </a:extLst>
          </p:cNvPr>
          <p:cNvSpPr>
            <a:spLocks noGrp="1"/>
          </p:cNvSpPr>
          <p:nvPr/>
        </p:nvSpPr>
        <p:spPr>
          <a:xfrm>
            <a:off x="33450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3" name="Stage1_sixpanel_6594">
            <a:extLst>
              <a:ext uri="{FF2B5EF4-FFF2-40B4-BE49-F238E27FC236}">
                <a16:creationId xmlns:a16="http://schemas.microsoft.com/office/drawing/2014/main" id="{58653BA3-2694-49FA-A82F-C19E5652773F}"/>
              </a:ext>
            </a:extLst>
          </p:cNvPr>
          <p:cNvSpPr>
            <a:spLocks noGrp="1"/>
          </p:cNvSpPr>
          <p:nvPr/>
        </p:nvSpPr>
        <p:spPr>
          <a:xfrm>
            <a:off x="34088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4" name="Stage1_sixpanel_6595">
            <a:extLst>
              <a:ext uri="{FF2B5EF4-FFF2-40B4-BE49-F238E27FC236}">
                <a16:creationId xmlns:a16="http://schemas.microsoft.com/office/drawing/2014/main" id="{31F7529C-7FB8-4324-95A9-D7E20FFBEFAB}"/>
              </a:ext>
            </a:extLst>
          </p:cNvPr>
          <p:cNvSpPr>
            <a:spLocks noGrp="1"/>
          </p:cNvSpPr>
          <p:nvPr/>
        </p:nvSpPr>
        <p:spPr>
          <a:xfrm>
            <a:off x="34844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5" name="Stage1_sixpanel_6596">
            <a:extLst>
              <a:ext uri="{FF2B5EF4-FFF2-40B4-BE49-F238E27FC236}">
                <a16:creationId xmlns:a16="http://schemas.microsoft.com/office/drawing/2014/main" id="{1CE17668-A3C3-4644-B7D0-A2A67F4FCBBD}"/>
              </a:ext>
            </a:extLst>
          </p:cNvPr>
          <p:cNvSpPr>
            <a:spLocks noGrp="1"/>
          </p:cNvSpPr>
          <p:nvPr/>
        </p:nvSpPr>
        <p:spPr>
          <a:xfrm>
            <a:off x="3471354" y="2294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6" name="Stage1_sixpanel_6597">
            <a:extLst>
              <a:ext uri="{FF2B5EF4-FFF2-40B4-BE49-F238E27FC236}">
                <a16:creationId xmlns:a16="http://schemas.microsoft.com/office/drawing/2014/main" id="{68575961-CE84-4F35-80E7-7DA5D7F9C066}"/>
              </a:ext>
            </a:extLst>
          </p:cNvPr>
          <p:cNvSpPr>
            <a:spLocks noGrp="1"/>
          </p:cNvSpPr>
          <p:nvPr/>
        </p:nvSpPr>
        <p:spPr>
          <a:xfrm>
            <a:off x="33612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7" name="Stage1_sixpanel_6598">
            <a:extLst>
              <a:ext uri="{FF2B5EF4-FFF2-40B4-BE49-F238E27FC236}">
                <a16:creationId xmlns:a16="http://schemas.microsoft.com/office/drawing/2014/main" id="{F95F0997-38FB-4D14-9378-D463A1178C3D}"/>
              </a:ext>
            </a:extLst>
          </p:cNvPr>
          <p:cNvSpPr>
            <a:spLocks noGrp="1"/>
          </p:cNvSpPr>
          <p:nvPr/>
        </p:nvSpPr>
        <p:spPr>
          <a:xfrm>
            <a:off x="3356388" y="1780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8" name="Stage1_sixpanel_6599">
            <a:extLst>
              <a:ext uri="{FF2B5EF4-FFF2-40B4-BE49-F238E27FC236}">
                <a16:creationId xmlns:a16="http://schemas.microsoft.com/office/drawing/2014/main" id="{49216028-92B7-4E48-A458-F0F51871A3D5}"/>
              </a:ext>
            </a:extLst>
          </p:cNvPr>
          <p:cNvSpPr>
            <a:spLocks noGrp="1"/>
          </p:cNvSpPr>
          <p:nvPr/>
        </p:nvSpPr>
        <p:spPr>
          <a:xfrm>
            <a:off x="3416812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29" name="Stage1_sixpanel_6600">
            <a:extLst>
              <a:ext uri="{FF2B5EF4-FFF2-40B4-BE49-F238E27FC236}">
                <a16:creationId xmlns:a16="http://schemas.microsoft.com/office/drawing/2014/main" id="{54976921-076B-4690-88B3-F32388BE314A}"/>
              </a:ext>
            </a:extLst>
          </p:cNvPr>
          <p:cNvSpPr>
            <a:spLocks noGrp="1"/>
          </p:cNvSpPr>
          <p:nvPr/>
        </p:nvSpPr>
        <p:spPr>
          <a:xfrm>
            <a:off x="3448534" y="18834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0" name="Stage1_sixpanel_6601">
            <a:extLst>
              <a:ext uri="{FF2B5EF4-FFF2-40B4-BE49-F238E27FC236}">
                <a16:creationId xmlns:a16="http://schemas.microsoft.com/office/drawing/2014/main" id="{994F5184-F3A9-4E69-94E0-B8475D316557}"/>
              </a:ext>
            </a:extLst>
          </p:cNvPr>
          <p:cNvSpPr>
            <a:spLocks noGrp="1"/>
          </p:cNvSpPr>
          <p:nvPr/>
        </p:nvSpPr>
        <p:spPr>
          <a:xfrm>
            <a:off x="3356077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1" name="Stage1_sixpanel_6602">
            <a:extLst>
              <a:ext uri="{FF2B5EF4-FFF2-40B4-BE49-F238E27FC236}">
                <a16:creationId xmlns:a16="http://schemas.microsoft.com/office/drawing/2014/main" id="{0543E9BD-6B92-47D5-8C82-6CC343C97D5F}"/>
              </a:ext>
            </a:extLst>
          </p:cNvPr>
          <p:cNvSpPr>
            <a:spLocks noGrp="1"/>
          </p:cNvSpPr>
          <p:nvPr/>
        </p:nvSpPr>
        <p:spPr>
          <a:xfrm>
            <a:off x="33829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2" name="Stage1_sixpanel_6603">
            <a:extLst>
              <a:ext uri="{FF2B5EF4-FFF2-40B4-BE49-F238E27FC236}">
                <a16:creationId xmlns:a16="http://schemas.microsoft.com/office/drawing/2014/main" id="{0B614047-0E70-4032-92A3-4C69EAC671ED}"/>
              </a:ext>
            </a:extLst>
          </p:cNvPr>
          <p:cNvSpPr>
            <a:spLocks noGrp="1"/>
          </p:cNvSpPr>
          <p:nvPr/>
        </p:nvSpPr>
        <p:spPr>
          <a:xfrm>
            <a:off x="34505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3" name="Stage1_sixpanel_6604">
            <a:extLst>
              <a:ext uri="{FF2B5EF4-FFF2-40B4-BE49-F238E27FC236}">
                <a16:creationId xmlns:a16="http://schemas.microsoft.com/office/drawing/2014/main" id="{79F6BCE7-8B68-4D0C-8AA1-791998900B3C}"/>
              </a:ext>
            </a:extLst>
          </p:cNvPr>
          <p:cNvSpPr>
            <a:spLocks noGrp="1"/>
          </p:cNvSpPr>
          <p:nvPr/>
        </p:nvSpPr>
        <p:spPr>
          <a:xfrm>
            <a:off x="3351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4" name="Stage1_sixpanel_6605">
            <a:extLst>
              <a:ext uri="{FF2B5EF4-FFF2-40B4-BE49-F238E27FC236}">
                <a16:creationId xmlns:a16="http://schemas.microsoft.com/office/drawing/2014/main" id="{87772351-CEB0-4EF6-A145-CBB4DCCE2933}"/>
              </a:ext>
            </a:extLst>
          </p:cNvPr>
          <p:cNvSpPr>
            <a:spLocks noGrp="1"/>
          </p:cNvSpPr>
          <p:nvPr/>
        </p:nvSpPr>
        <p:spPr>
          <a:xfrm>
            <a:off x="3344433" y="19796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5" name="Stage1_sixpanel_6606">
            <a:extLst>
              <a:ext uri="{FF2B5EF4-FFF2-40B4-BE49-F238E27FC236}">
                <a16:creationId xmlns:a16="http://schemas.microsoft.com/office/drawing/2014/main" id="{042AAAB5-5718-45FC-BACD-9E1B08D55442}"/>
              </a:ext>
            </a:extLst>
          </p:cNvPr>
          <p:cNvSpPr>
            <a:spLocks noGrp="1"/>
          </p:cNvSpPr>
          <p:nvPr/>
        </p:nvSpPr>
        <p:spPr>
          <a:xfrm>
            <a:off x="34354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6" name="Stage1_sixpanel_6607">
            <a:extLst>
              <a:ext uri="{FF2B5EF4-FFF2-40B4-BE49-F238E27FC236}">
                <a16:creationId xmlns:a16="http://schemas.microsoft.com/office/drawing/2014/main" id="{0D2AE5B7-732E-4B22-8F0D-0658451B2F16}"/>
              </a:ext>
            </a:extLst>
          </p:cNvPr>
          <p:cNvSpPr>
            <a:spLocks noGrp="1"/>
          </p:cNvSpPr>
          <p:nvPr/>
        </p:nvSpPr>
        <p:spPr>
          <a:xfrm>
            <a:off x="3443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7" name="Stage1_sixpanel_6608">
            <a:extLst>
              <a:ext uri="{FF2B5EF4-FFF2-40B4-BE49-F238E27FC236}">
                <a16:creationId xmlns:a16="http://schemas.microsoft.com/office/drawing/2014/main" id="{18A75342-1D7C-4FCF-87F7-14AC99A1203B}"/>
              </a:ext>
            </a:extLst>
          </p:cNvPr>
          <p:cNvSpPr>
            <a:spLocks noGrp="1"/>
          </p:cNvSpPr>
          <p:nvPr/>
        </p:nvSpPr>
        <p:spPr>
          <a:xfrm>
            <a:off x="338169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8" name="Stage1_sixpanel_6609">
            <a:extLst>
              <a:ext uri="{FF2B5EF4-FFF2-40B4-BE49-F238E27FC236}">
                <a16:creationId xmlns:a16="http://schemas.microsoft.com/office/drawing/2014/main" id="{350F9EB0-8F80-4B60-B3F1-1BAC63A0BC39}"/>
              </a:ext>
            </a:extLst>
          </p:cNvPr>
          <p:cNvSpPr>
            <a:spLocks noGrp="1"/>
          </p:cNvSpPr>
          <p:nvPr/>
        </p:nvSpPr>
        <p:spPr>
          <a:xfrm>
            <a:off x="3482433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39" name="Stage1_sixpanel_6610">
            <a:extLst>
              <a:ext uri="{FF2B5EF4-FFF2-40B4-BE49-F238E27FC236}">
                <a16:creationId xmlns:a16="http://schemas.microsoft.com/office/drawing/2014/main" id="{BC00425D-D937-4A93-950C-95A524B969AB}"/>
              </a:ext>
            </a:extLst>
          </p:cNvPr>
          <p:cNvSpPr>
            <a:spLocks noGrp="1"/>
          </p:cNvSpPr>
          <p:nvPr/>
        </p:nvSpPr>
        <p:spPr>
          <a:xfrm>
            <a:off x="3498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0" name="Stage1_sixpanel_6611">
            <a:extLst>
              <a:ext uri="{FF2B5EF4-FFF2-40B4-BE49-F238E27FC236}">
                <a16:creationId xmlns:a16="http://schemas.microsoft.com/office/drawing/2014/main" id="{5538352D-3914-4D56-A705-CA976C827EB5}"/>
              </a:ext>
            </a:extLst>
          </p:cNvPr>
          <p:cNvSpPr>
            <a:spLocks noGrp="1"/>
          </p:cNvSpPr>
          <p:nvPr/>
        </p:nvSpPr>
        <p:spPr>
          <a:xfrm>
            <a:off x="3450920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1" name="Stage1_sixpanel_6612">
            <a:extLst>
              <a:ext uri="{FF2B5EF4-FFF2-40B4-BE49-F238E27FC236}">
                <a16:creationId xmlns:a16="http://schemas.microsoft.com/office/drawing/2014/main" id="{2350257B-B50A-4C99-97C8-830F03D21AF6}"/>
              </a:ext>
            </a:extLst>
          </p:cNvPr>
          <p:cNvSpPr>
            <a:spLocks noGrp="1"/>
          </p:cNvSpPr>
          <p:nvPr/>
        </p:nvSpPr>
        <p:spPr>
          <a:xfrm>
            <a:off x="3470759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2" name="Stage1_sixpanel_6613">
            <a:extLst>
              <a:ext uri="{FF2B5EF4-FFF2-40B4-BE49-F238E27FC236}">
                <a16:creationId xmlns:a16="http://schemas.microsoft.com/office/drawing/2014/main" id="{9D9EB9CF-E45F-4886-BAE7-A072418DC4ED}"/>
              </a:ext>
            </a:extLst>
          </p:cNvPr>
          <p:cNvSpPr>
            <a:spLocks noGrp="1"/>
          </p:cNvSpPr>
          <p:nvPr/>
        </p:nvSpPr>
        <p:spPr>
          <a:xfrm>
            <a:off x="34701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3" name="Stage1_sixpanel_6614">
            <a:extLst>
              <a:ext uri="{FF2B5EF4-FFF2-40B4-BE49-F238E27FC236}">
                <a16:creationId xmlns:a16="http://schemas.microsoft.com/office/drawing/2014/main" id="{74463478-F348-4AD4-9A11-884DE9B503FA}"/>
              </a:ext>
            </a:extLst>
          </p:cNvPr>
          <p:cNvSpPr>
            <a:spLocks noGrp="1"/>
          </p:cNvSpPr>
          <p:nvPr/>
        </p:nvSpPr>
        <p:spPr>
          <a:xfrm>
            <a:off x="34097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4" name="Stage1_sixpanel_6615">
            <a:extLst>
              <a:ext uri="{FF2B5EF4-FFF2-40B4-BE49-F238E27FC236}">
                <a16:creationId xmlns:a16="http://schemas.microsoft.com/office/drawing/2014/main" id="{5AA111A8-6910-4948-80FC-996F09DADAA7}"/>
              </a:ext>
            </a:extLst>
          </p:cNvPr>
          <p:cNvSpPr>
            <a:spLocks noGrp="1"/>
          </p:cNvSpPr>
          <p:nvPr/>
        </p:nvSpPr>
        <p:spPr>
          <a:xfrm>
            <a:off x="34502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5" name="Stage1_sixpanel_6616">
            <a:extLst>
              <a:ext uri="{FF2B5EF4-FFF2-40B4-BE49-F238E27FC236}">
                <a16:creationId xmlns:a16="http://schemas.microsoft.com/office/drawing/2014/main" id="{50AB4699-5E37-4204-A0B7-F9D13EE67833}"/>
              </a:ext>
            </a:extLst>
          </p:cNvPr>
          <p:cNvSpPr>
            <a:spLocks noGrp="1"/>
          </p:cNvSpPr>
          <p:nvPr/>
        </p:nvSpPr>
        <p:spPr>
          <a:xfrm>
            <a:off x="3339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6" name="Stage1_sixpanel_6617">
            <a:extLst>
              <a:ext uri="{FF2B5EF4-FFF2-40B4-BE49-F238E27FC236}">
                <a16:creationId xmlns:a16="http://schemas.microsoft.com/office/drawing/2014/main" id="{04DD1D3E-BB80-4335-9925-B61BC8D1423C}"/>
              </a:ext>
            </a:extLst>
          </p:cNvPr>
          <p:cNvSpPr>
            <a:spLocks noGrp="1"/>
          </p:cNvSpPr>
          <p:nvPr/>
        </p:nvSpPr>
        <p:spPr>
          <a:xfrm>
            <a:off x="3393417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7" name="Stage1_sixpanel_6618">
            <a:extLst>
              <a:ext uri="{FF2B5EF4-FFF2-40B4-BE49-F238E27FC236}">
                <a16:creationId xmlns:a16="http://schemas.microsoft.com/office/drawing/2014/main" id="{ED45ECDC-2E06-40E9-BD8C-CBC975EC85B5}"/>
              </a:ext>
            </a:extLst>
          </p:cNvPr>
          <p:cNvSpPr>
            <a:spLocks noGrp="1"/>
          </p:cNvSpPr>
          <p:nvPr/>
        </p:nvSpPr>
        <p:spPr>
          <a:xfrm>
            <a:off x="341305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8" name="Stage1_sixpanel_6619">
            <a:extLst>
              <a:ext uri="{FF2B5EF4-FFF2-40B4-BE49-F238E27FC236}">
                <a16:creationId xmlns:a16="http://schemas.microsoft.com/office/drawing/2014/main" id="{4790CD23-DD1B-458B-A4ED-94EE2E01D025}"/>
              </a:ext>
            </a:extLst>
          </p:cNvPr>
          <p:cNvSpPr>
            <a:spLocks noGrp="1"/>
          </p:cNvSpPr>
          <p:nvPr/>
        </p:nvSpPr>
        <p:spPr>
          <a:xfrm>
            <a:off x="350155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49" name="Stage1_sixpanel_6620">
            <a:extLst>
              <a:ext uri="{FF2B5EF4-FFF2-40B4-BE49-F238E27FC236}">
                <a16:creationId xmlns:a16="http://schemas.microsoft.com/office/drawing/2014/main" id="{F399C3BA-8D35-4437-8DB9-AB091FDE69B6}"/>
              </a:ext>
            </a:extLst>
          </p:cNvPr>
          <p:cNvSpPr>
            <a:spLocks noGrp="1"/>
          </p:cNvSpPr>
          <p:nvPr/>
        </p:nvSpPr>
        <p:spPr>
          <a:xfrm>
            <a:off x="3338953" y="249471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0" name="Stage1_sixpanel_6621">
            <a:extLst>
              <a:ext uri="{FF2B5EF4-FFF2-40B4-BE49-F238E27FC236}">
                <a16:creationId xmlns:a16="http://schemas.microsoft.com/office/drawing/2014/main" id="{015F818B-EF46-4C56-8E6E-D27177F41950}"/>
              </a:ext>
            </a:extLst>
          </p:cNvPr>
          <p:cNvSpPr>
            <a:spLocks noGrp="1"/>
          </p:cNvSpPr>
          <p:nvPr/>
        </p:nvSpPr>
        <p:spPr>
          <a:xfrm>
            <a:off x="3469801" y="19960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1" name="Stage1_sixpanel_6622">
            <a:extLst>
              <a:ext uri="{FF2B5EF4-FFF2-40B4-BE49-F238E27FC236}">
                <a16:creationId xmlns:a16="http://schemas.microsoft.com/office/drawing/2014/main" id="{249A3997-77DC-43AD-B52E-B086081D74E8}"/>
              </a:ext>
            </a:extLst>
          </p:cNvPr>
          <p:cNvSpPr>
            <a:spLocks noGrp="1"/>
          </p:cNvSpPr>
          <p:nvPr/>
        </p:nvSpPr>
        <p:spPr>
          <a:xfrm>
            <a:off x="34583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2" name="Stage1_sixpanel_6623">
            <a:extLst>
              <a:ext uri="{FF2B5EF4-FFF2-40B4-BE49-F238E27FC236}">
                <a16:creationId xmlns:a16="http://schemas.microsoft.com/office/drawing/2014/main" id="{C0EA9D0F-44EF-4AD5-8323-022683B65B95}"/>
              </a:ext>
            </a:extLst>
          </p:cNvPr>
          <p:cNvSpPr>
            <a:spLocks noGrp="1"/>
          </p:cNvSpPr>
          <p:nvPr/>
        </p:nvSpPr>
        <p:spPr>
          <a:xfrm>
            <a:off x="3498586" y="25708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3" name="Stage1_sixpanel_6624">
            <a:extLst>
              <a:ext uri="{FF2B5EF4-FFF2-40B4-BE49-F238E27FC236}">
                <a16:creationId xmlns:a16="http://schemas.microsoft.com/office/drawing/2014/main" id="{58EC8504-E578-4986-A09A-B96CC8C398FB}"/>
              </a:ext>
            </a:extLst>
          </p:cNvPr>
          <p:cNvSpPr>
            <a:spLocks noGrp="1"/>
          </p:cNvSpPr>
          <p:nvPr/>
        </p:nvSpPr>
        <p:spPr>
          <a:xfrm>
            <a:off x="3462109" y="25997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4" name="Stage1_sixpanel_6625">
            <a:extLst>
              <a:ext uri="{FF2B5EF4-FFF2-40B4-BE49-F238E27FC236}">
                <a16:creationId xmlns:a16="http://schemas.microsoft.com/office/drawing/2014/main" id="{357C26CB-CBF4-49A6-A60F-4DC48C702D22}"/>
              </a:ext>
            </a:extLst>
          </p:cNvPr>
          <p:cNvSpPr>
            <a:spLocks noGrp="1"/>
          </p:cNvSpPr>
          <p:nvPr/>
        </p:nvSpPr>
        <p:spPr>
          <a:xfrm>
            <a:off x="34086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5" name="Stage1_sixpanel_6626">
            <a:extLst>
              <a:ext uri="{FF2B5EF4-FFF2-40B4-BE49-F238E27FC236}">
                <a16:creationId xmlns:a16="http://schemas.microsoft.com/office/drawing/2014/main" id="{593CCFCC-C4FF-4B67-B0B2-A9B0D5FD866E}"/>
              </a:ext>
            </a:extLst>
          </p:cNvPr>
          <p:cNvSpPr>
            <a:spLocks noGrp="1"/>
          </p:cNvSpPr>
          <p:nvPr/>
        </p:nvSpPr>
        <p:spPr>
          <a:xfrm>
            <a:off x="3440503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6" name="Stage1_sixpanel_6627">
            <a:extLst>
              <a:ext uri="{FF2B5EF4-FFF2-40B4-BE49-F238E27FC236}">
                <a16:creationId xmlns:a16="http://schemas.microsoft.com/office/drawing/2014/main" id="{FDE96548-2F75-4835-8CAD-93AA5E528122}"/>
              </a:ext>
            </a:extLst>
          </p:cNvPr>
          <p:cNvSpPr>
            <a:spLocks noGrp="1"/>
          </p:cNvSpPr>
          <p:nvPr/>
        </p:nvSpPr>
        <p:spPr>
          <a:xfrm>
            <a:off x="340232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7" name="Stage1_sixpanel_6628">
            <a:extLst>
              <a:ext uri="{FF2B5EF4-FFF2-40B4-BE49-F238E27FC236}">
                <a16:creationId xmlns:a16="http://schemas.microsoft.com/office/drawing/2014/main" id="{5AE72C56-6F60-4D18-A3FF-4DB564FA46A4}"/>
              </a:ext>
            </a:extLst>
          </p:cNvPr>
          <p:cNvSpPr>
            <a:spLocks noGrp="1"/>
          </p:cNvSpPr>
          <p:nvPr/>
        </p:nvSpPr>
        <p:spPr>
          <a:xfrm>
            <a:off x="3408317" y="20011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8" name="Stage1_sixpanel_6629">
            <a:extLst>
              <a:ext uri="{FF2B5EF4-FFF2-40B4-BE49-F238E27FC236}">
                <a16:creationId xmlns:a16="http://schemas.microsoft.com/office/drawing/2014/main" id="{67681B99-BF46-4D67-BF14-5707B4536DB3}"/>
              </a:ext>
            </a:extLst>
          </p:cNvPr>
          <p:cNvSpPr>
            <a:spLocks noGrp="1"/>
          </p:cNvSpPr>
          <p:nvPr/>
        </p:nvSpPr>
        <p:spPr>
          <a:xfrm>
            <a:off x="34261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59" name="Stage1_sixpanel_6630">
            <a:extLst>
              <a:ext uri="{FF2B5EF4-FFF2-40B4-BE49-F238E27FC236}">
                <a16:creationId xmlns:a16="http://schemas.microsoft.com/office/drawing/2014/main" id="{29EAC85E-5383-4BAE-BE74-9BBF40B0179C}"/>
              </a:ext>
            </a:extLst>
          </p:cNvPr>
          <p:cNvSpPr>
            <a:spLocks noGrp="1"/>
          </p:cNvSpPr>
          <p:nvPr/>
        </p:nvSpPr>
        <p:spPr>
          <a:xfrm>
            <a:off x="3494165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0" name="Stage1_sixpanel_6631">
            <a:extLst>
              <a:ext uri="{FF2B5EF4-FFF2-40B4-BE49-F238E27FC236}">
                <a16:creationId xmlns:a16="http://schemas.microsoft.com/office/drawing/2014/main" id="{51D98D56-CB13-4BF7-B629-F88B3A4DC22A}"/>
              </a:ext>
            </a:extLst>
          </p:cNvPr>
          <p:cNvSpPr>
            <a:spLocks noGrp="1"/>
          </p:cNvSpPr>
          <p:nvPr/>
        </p:nvSpPr>
        <p:spPr>
          <a:xfrm>
            <a:off x="45077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1" name="Stage1_sixpanel_6632">
            <a:extLst>
              <a:ext uri="{FF2B5EF4-FFF2-40B4-BE49-F238E27FC236}">
                <a16:creationId xmlns:a16="http://schemas.microsoft.com/office/drawing/2014/main" id="{F0292D3C-4A63-4B26-B615-43F3DF6E336C}"/>
              </a:ext>
            </a:extLst>
          </p:cNvPr>
          <p:cNvSpPr>
            <a:spLocks noGrp="1"/>
          </p:cNvSpPr>
          <p:nvPr/>
        </p:nvSpPr>
        <p:spPr>
          <a:xfrm>
            <a:off x="44964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2" name="Stage1_sixpanel_6633">
            <a:extLst>
              <a:ext uri="{FF2B5EF4-FFF2-40B4-BE49-F238E27FC236}">
                <a16:creationId xmlns:a16="http://schemas.microsoft.com/office/drawing/2014/main" id="{D1D717EC-7C8C-4DF0-881C-B1FD1686D01E}"/>
              </a:ext>
            </a:extLst>
          </p:cNvPr>
          <p:cNvSpPr>
            <a:spLocks noGrp="1"/>
          </p:cNvSpPr>
          <p:nvPr/>
        </p:nvSpPr>
        <p:spPr>
          <a:xfrm>
            <a:off x="45360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3" name="Stage1_sixpanel_6634">
            <a:extLst>
              <a:ext uri="{FF2B5EF4-FFF2-40B4-BE49-F238E27FC236}">
                <a16:creationId xmlns:a16="http://schemas.microsoft.com/office/drawing/2014/main" id="{F487F693-D205-48F4-8105-A5EED9919294}"/>
              </a:ext>
            </a:extLst>
          </p:cNvPr>
          <p:cNvSpPr>
            <a:spLocks noGrp="1"/>
          </p:cNvSpPr>
          <p:nvPr/>
        </p:nvSpPr>
        <p:spPr>
          <a:xfrm>
            <a:off x="45598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4" name="Stage1_sixpanel_6635">
            <a:extLst>
              <a:ext uri="{FF2B5EF4-FFF2-40B4-BE49-F238E27FC236}">
                <a16:creationId xmlns:a16="http://schemas.microsoft.com/office/drawing/2014/main" id="{86929E17-256E-472E-826C-2906C04D703F}"/>
              </a:ext>
            </a:extLst>
          </p:cNvPr>
          <p:cNvSpPr>
            <a:spLocks noGrp="1"/>
          </p:cNvSpPr>
          <p:nvPr/>
        </p:nvSpPr>
        <p:spPr>
          <a:xfrm>
            <a:off x="4407590" y="206939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5" name="Stage1_sixpanel_6636">
            <a:extLst>
              <a:ext uri="{FF2B5EF4-FFF2-40B4-BE49-F238E27FC236}">
                <a16:creationId xmlns:a16="http://schemas.microsoft.com/office/drawing/2014/main" id="{283C3513-9018-4F3E-91D4-21E5A8352939}"/>
              </a:ext>
            </a:extLst>
          </p:cNvPr>
          <p:cNvSpPr>
            <a:spLocks noGrp="1"/>
          </p:cNvSpPr>
          <p:nvPr/>
        </p:nvSpPr>
        <p:spPr>
          <a:xfrm>
            <a:off x="441320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6" name="Stage1_sixpanel_6637">
            <a:extLst>
              <a:ext uri="{FF2B5EF4-FFF2-40B4-BE49-F238E27FC236}">
                <a16:creationId xmlns:a16="http://schemas.microsoft.com/office/drawing/2014/main" id="{1DC8C903-7A69-4CD9-9B90-32A4DF02586D}"/>
              </a:ext>
            </a:extLst>
          </p:cNvPr>
          <p:cNvSpPr>
            <a:spLocks noGrp="1"/>
          </p:cNvSpPr>
          <p:nvPr/>
        </p:nvSpPr>
        <p:spPr>
          <a:xfrm>
            <a:off x="45375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7" name="Stage1_sixpanel_6638">
            <a:extLst>
              <a:ext uri="{FF2B5EF4-FFF2-40B4-BE49-F238E27FC236}">
                <a16:creationId xmlns:a16="http://schemas.microsoft.com/office/drawing/2014/main" id="{A04FA706-F8AD-4163-B639-C46D064E4B14}"/>
              </a:ext>
            </a:extLst>
          </p:cNvPr>
          <p:cNvSpPr>
            <a:spLocks noGrp="1"/>
          </p:cNvSpPr>
          <p:nvPr/>
        </p:nvSpPr>
        <p:spPr>
          <a:xfrm>
            <a:off x="456275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8" name="Stage1_sixpanel_6639">
            <a:extLst>
              <a:ext uri="{FF2B5EF4-FFF2-40B4-BE49-F238E27FC236}">
                <a16:creationId xmlns:a16="http://schemas.microsoft.com/office/drawing/2014/main" id="{4CEC458E-B39A-45E8-8C8E-BE100694773E}"/>
              </a:ext>
            </a:extLst>
          </p:cNvPr>
          <p:cNvSpPr>
            <a:spLocks noGrp="1"/>
          </p:cNvSpPr>
          <p:nvPr/>
        </p:nvSpPr>
        <p:spPr>
          <a:xfrm>
            <a:off x="45175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69" name="Stage1_sixpanel_6640">
            <a:extLst>
              <a:ext uri="{FF2B5EF4-FFF2-40B4-BE49-F238E27FC236}">
                <a16:creationId xmlns:a16="http://schemas.microsoft.com/office/drawing/2014/main" id="{2005CAF7-7BE7-404F-9F92-E43C0CBD4549}"/>
              </a:ext>
            </a:extLst>
          </p:cNvPr>
          <p:cNvSpPr>
            <a:spLocks noGrp="1"/>
          </p:cNvSpPr>
          <p:nvPr/>
        </p:nvSpPr>
        <p:spPr>
          <a:xfrm>
            <a:off x="454983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0" name="Stage1_sixpanel_6641">
            <a:extLst>
              <a:ext uri="{FF2B5EF4-FFF2-40B4-BE49-F238E27FC236}">
                <a16:creationId xmlns:a16="http://schemas.microsoft.com/office/drawing/2014/main" id="{ED56CA51-A059-4DD7-8D88-257A3FA217D6}"/>
              </a:ext>
            </a:extLst>
          </p:cNvPr>
          <p:cNvSpPr>
            <a:spLocks noGrp="1"/>
          </p:cNvSpPr>
          <p:nvPr/>
        </p:nvSpPr>
        <p:spPr>
          <a:xfrm>
            <a:off x="4545601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1" name="Stage1_sixpanel_6642">
            <a:extLst>
              <a:ext uri="{FF2B5EF4-FFF2-40B4-BE49-F238E27FC236}">
                <a16:creationId xmlns:a16="http://schemas.microsoft.com/office/drawing/2014/main" id="{678CF630-8833-421F-A555-62F2CA9CF6B1}"/>
              </a:ext>
            </a:extLst>
          </p:cNvPr>
          <p:cNvSpPr>
            <a:spLocks noGrp="1"/>
          </p:cNvSpPr>
          <p:nvPr/>
        </p:nvSpPr>
        <p:spPr>
          <a:xfrm>
            <a:off x="4515341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2" name="Stage1_sixpanel_6643">
            <a:extLst>
              <a:ext uri="{FF2B5EF4-FFF2-40B4-BE49-F238E27FC236}">
                <a16:creationId xmlns:a16="http://schemas.microsoft.com/office/drawing/2014/main" id="{53EE0418-2C8A-4937-8A38-60D7A4D9BA28}"/>
              </a:ext>
            </a:extLst>
          </p:cNvPr>
          <p:cNvSpPr>
            <a:spLocks noGrp="1"/>
          </p:cNvSpPr>
          <p:nvPr/>
        </p:nvSpPr>
        <p:spPr>
          <a:xfrm>
            <a:off x="4529840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3" name="Stage1_sixpanel_6644">
            <a:extLst>
              <a:ext uri="{FF2B5EF4-FFF2-40B4-BE49-F238E27FC236}">
                <a16:creationId xmlns:a16="http://schemas.microsoft.com/office/drawing/2014/main" id="{F53A6F89-D141-492C-9C5D-08338857DB68}"/>
              </a:ext>
            </a:extLst>
          </p:cNvPr>
          <p:cNvSpPr>
            <a:spLocks noGrp="1"/>
          </p:cNvSpPr>
          <p:nvPr/>
        </p:nvSpPr>
        <p:spPr>
          <a:xfrm>
            <a:off x="450651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4" name="Stage1_sixpanel_6645">
            <a:extLst>
              <a:ext uri="{FF2B5EF4-FFF2-40B4-BE49-F238E27FC236}">
                <a16:creationId xmlns:a16="http://schemas.microsoft.com/office/drawing/2014/main" id="{B7E398F6-B393-43C3-B820-D5DEE2F39001}"/>
              </a:ext>
            </a:extLst>
          </p:cNvPr>
          <p:cNvSpPr>
            <a:spLocks noGrp="1"/>
          </p:cNvSpPr>
          <p:nvPr/>
        </p:nvSpPr>
        <p:spPr>
          <a:xfrm>
            <a:off x="4472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5" name="Stage1_sixpanel_6646">
            <a:extLst>
              <a:ext uri="{FF2B5EF4-FFF2-40B4-BE49-F238E27FC236}">
                <a16:creationId xmlns:a16="http://schemas.microsoft.com/office/drawing/2014/main" id="{C54E2213-E3BE-40B4-89D5-1321C250B2D6}"/>
              </a:ext>
            </a:extLst>
          </p:cNvPr>
          <p:cNvSpPr>
            <a:spLocks noGrp="1"/>
          </p:cNvSpPr>
          <p:nvPr/>
        </p:nvSpPr>
        <p:spPr>
          <a:xfrm>
            <a:off x="456395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6" name="Stage1_sixpanel_6647">
            <a:extLst>
              <a:ext uri="{FF2B5EF4-FFF2-40B4-BE49-F238E27FC236}">
                <a16:creationId xmlns:a16="http://schemas.microsoft.com/office/drawing/2014/main" id="{781F12AD-7C1C-47FA-A760-02A43D92E1CD}"/>
              </a:ext>
            </a:extLst>
          </p:cNvPr>
          <p:cNvSpPr>
            <a:spLocks noGrp="1"/>
          </p:cNvSpPr>
          <p:nvPr/>
        </p:nvSpPr>
        <p:spPr>
          <a:xfrm>
            <a:off x="449960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7" name="Stage1_sixpanel_6648">
            <a:extLst>
              <a:ext uri="{FF2B5EF4-FFF2-40B4-BE49-F238E27FC236}">
                <a16:creationId xmlns:a16="http://schemas.microsoft.com/office/drawing/2014/main" id="{C1A239D3-E90D-4D65-9D85-BE8227A5F9C9}"/>
              </a:ext>
            </a:extLst>
          </p:cNvPr>
          <p:cNvSpPr>
            <a:spLocks noGrp="1"/>
          </p:cNvSpPr>
          <p:nvPr/>
        </p:nvSpPr>
        <p:spPr>
          <a:xfrm>
            <a:off x="4430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8" name="Stage1_sixpanel_6649">
            <a:extLst>
              <a:ext uri="{FF2B5EF4-FFF2-40B4-BE49-F238E27FC236}">
                <a16:creationId xmlns:a16="http://schemas.microsoft.com/office/drawing/2014/main" id="{3469DE26-02BB-429B-8ACB-B8A83ED320C2}"/>
              </a:ext>
            </a:extLst>
          </p:cNvPr>
          <p:cNvSpPr>
            <a:spLocks noGrp="1"/>
          </p:cNvSpPr>
          <p:nvPr/>
        </p:nvSpPr>
        <p:spPr>
          <a:xfrm>
            <a:off x="4464003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79" name="Stage1_sixpanel_6650">
            <a:extLst>
              <a:ext uri="{FF2B5EF4-FFF2-40B4-BE49-F238E27FC236}">
                <a16:creationId xmlns:a16="http://schemas.microsoft.com/office/drawing/2014/main" id="{DFEBCE60-9C4D-45AE-AABF-8E4E8D9184CD}"/>
              </a:ext>
            </a:extLst>
          </p:cNvPr>
          <p:cNvSpPr>
            <a:spLocks noGrp="1"/>
          </p:cNvSpPr>
          <p:nvPr/>
        </p:nvSpPr>
        <p:spPr>
          <a:xfrm>
            <a:off x="4504568" y="2049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0" name="Stage1_sixpanel_6651">
            <a:extLst>
              <a:ext uri="{FF2B5EF4-FFF2-40B4-BE49-F238E27FC236}">
                <a16:creationId xmlns:a16="http://schemas.microsoft.com/office/drawing/2014/main" id="{9851ADEB-972B-4247-8CAD-DE06228BE523}"/>
              </a:ext>
            </a:extLst>
          </p:cNvPr>
          <p:cNvSpPr>
            <a:spLocks noGrp="1"/>
          </p:cNvSpPr>
          <p:nvPr/>
        </p:nvSpPr>
        <p:spPr>
          <a:xfrm>
            <a:off x="45271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1" name="Stage1_sixpanel_6652">
            <a:extLst>
              <a:ext uri="{FF2B5EF4-FFF2-40B4-BE49-F238E27FC236}">
                <a16:creationId xmlns:a16="http://schemas.microsoft.com/office/drawing/2014/main" id="{6CB706B1-BA90-4313-802F-456448CC04D7}"/>
              </a:ext>
            </a:extLst>
          </p:cNvPr>
          <p:cNvSpPr>
            <a:spLocks noGrp="1"/>
          </p:cNvSpPr>
          <p:nvPr/>
        </p:nvSpPr>
        <p:spPr>
          <a:xfrm>
            <a:off x="43962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2" name="Stage1_sixpanel_6653">
            <a:extLst>
              <a:ext uri="{FF2B5EF4-FFF2-40B4-BE49-F238E27FC236}">
                <a16:creationId xmlns:a16="http://schemas.microsoft.com/office/drawing/2014/main" id="{84969318-BBC9-4697-A379-4DC80ABB9489}"/>
              </a:ext>
            </a:extLst>
          </p:cNvPr>
          <p:cNvSpPr>
            <a:spLocks noGrp="1"/>
          </p:cNvSpPr>
          <p:nvPr/>
        </p:nvSpPr>
        <p:spPr>
          <a:xfrm>
            <a:off x="4447644" y="23135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3" name="Stage1_sixpanel_6654">
            <a:extLst>
              <a:ext uri="{FF2B5EF4-FFF2-40B4-BE49-F238E27FC236}">
                <a16:creationId xmlns:a16="http://schemas.microsoft.com/office/drawing/2014/main" id="{9F553588-FA33-48F7-8661-322E236539E3}"/>
              </a:ext>
            </a:extLst>
          </p:cNvPr>
          <p:cNvSpPr>
            <a:spLocks noGrp="1"/>
          </p:cNvSpPr>
          <p:nvPr/>
        </p:nvSpPr>
        <p:spPr>
          <a:xfrm>
            <a:off x="4418487" y="16974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4" name="Stage1_sixpanel_6655">
            <a:extLst>
              <a:ext uri="{FF2B5EF4-FFF2-40B4-BE49-F238E27FC236}">
                <a16:creationId xmlns:a16="http://schemas.microsoft.com/office/drawing/2014/main" id="{6AE2B4B5-2B5A-4034-965B-04CFF65B2810}"/>
              </a:ext>
            </a:extLst>
          </p:cNvPr>
          <p:cNvSpPr>
            <a:spLocks noGrp="1"/>
          </p:cNvSpPr>
          <p:nvPr/>
        </p:nvSpPr>
        <p:spPr>
          <a:xfrm>
            <a:off x="449425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5" name="Stage1_sixpanel_6656">
            <a:extLst>
              <a:ext uri="{FF2B5EF4-FFF2-40B4-BE49-F238E27FC236}">
                <a16:creationId xmlns:a16="http://schemas.microsoft.com/office/drawing/2014/main" id="{F4F02629-C0F9-42C8-BB79-263B4849795A}"/>
              </a:ext>
            </a:extLst>
          </p:cNvPr>
          <p:cNvSpPr>
            <a:spLocks noGrp="1"/>
          </p:cNvSpPr>
          <p:nvPr/>
        </p:nvSpPr>
        <p:spPr>
          <a:xfrm>
            <a:off x="454836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6" name="Stage1_sixpanel_6657">
            <a:extLst>
              <a:ext uri="{FF2B5EF4-FFF2-40B4-BE49-F238E27FC236}">
                <a16:creationId xmlns:a16="http://schemas.microsoft.com/office/drawing/2014/main" id="{66DBE934-2EB9-4FAA-9DB0-26E52A697AA6}"/>
              </a:ext>
            </a:extLst>
          </p:cNvPr>
          <p:cNvSpPr>
            <a:spLocks noGrp="1"/>
          </p:cNvSpPr>
          <p:nvPr/>
        </p:nvSpPr>
        <p:spPr>
          <a:xfrm>
            <a:off x="45599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7" name="Stage1_sixpanel_6658">
            <a:extLst>
              <a:ext uri="{FF2B5EF4-FFF2-40B4-BE49-F238E27FC236}">
                <a16:creationId xmlns:a16="http://schemas.microsoft.com/office/drawing/2014/main" id="{D5BE6C75-E957-40AF-B61E-4871C623320E}"/>
              </a:ext>
            </a:extLst>
          </p:cNvPr>
          <p:cNvSpPr>
            <a:spLocks noGrp="1"/>
          </p:cNvSpPr>
          <p:nvPr/>
        </p:nvSpPr>
        <p:spPr>
          <a:xfrm>
            <a:off x="45265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8" name="Stage1_sixpanel_6659">
            <a:extLst>
              <a:ext uri="{FF2B5EF4-FFF2-40B4-BE49-F238E27FC236}">
                <a16:creationId xmlns:a16="http://schemas.microsoft.com/office/drawing/2014/main" id="{20EC891D-5739-4866-B9B2-7D7FC1A38CEE}"/>
              </a:ext>
            </a:extLst>
          </p:cNvPr>
          <p:cNvSpPr>
            <a:spLocks noGrp="1"/>
          </p:cNvSpPr>
          <p:nvPr/>
        </p:nvSpPr>
        <p:spPr>
          <a:xfrm>
            <a:off x="4535499" y="23964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89" name="Stage1_sixpanel_6660">
            <a:extLst>
              <a:ext uri="{FF2B5EF4-FFF2-40B4-BE49-F238E27FC236}">
                <a16:creationId xmlns:a16="http://schemas.microsoft.com/office/drawing/2014/main" id="{C2BA06F7-2AB4-4EE5-8EC7-084F9D87307A}"/>
              </a:ext>
            </a:extLst>
          </p:cNvPr>
          <p:cNvSpPr>
            <a:spLocks noGrp="1"/>
          </p:cNvSpPr>
          <p:nvPr/>
        </p:nvSpPr>
        <p:spPr>
          <a:xfrm>
            <a:off x="450308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0" name="Stage1_sixpanel_6661">
            <a:extLst>
              <a:ext uri="{FF2B5EF4-FFF2-40B4-BE49-F238E27FC236}">
                <a16:creationId xmlns:a16="http://schemas.microsoft.com/office/drawing/2014/main" id="{451A9E3B-F5FD-4AE2-B28B-783455FFC1F1}"/>
              </a:ext>
            </a:extLst>
          </p:cNvPr>
          <p:cNvSpPr>
            <a:spLocks noGrp="1"/>
          </p:cNvSpPr>
          <p:nvPr/>
        </p:nvSpPr>
        <p:spPr>
          <a:xfrm>
            <a:off x="45508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1" name="Stage1_sixpanel_6662">
            <a:extLst>
              <a:ext uri="{FF2B5EF4-FFF2-40B4-BE49-F238E27FC236}">
                <a16:creationId xmlns:a16="http://schemas.microsoft.com/office/drawing/2014/main" id="{2FFA40FB-D87E-4A4E-AC1F-E2F067A35F89}"/>
              </a:ext>
            </a:extLst>
          </p:cNvPr>
          <p:cNvSpPr>
            <a:spLocks noGrp="1"/>
          </p:cNvSpPr>
          <p:nvPr/>
        </p:nvSpPr>
        <p:spPr>
          <a:xfrm>
            <a:off x="4526419" y="25384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2" name="Stage1_sixpanel_6663">
            <a:extLst>
              <a:ext uri="{FF2B5EF4-FFF2-40B4-BE49-F238E27FC236}">
                <a16:creationId xmlns:a16="http://schemas.microsoft.com/office/drawing/2014/main" id="{5F428C4E-A2FA-4996-8EA1-DDCA846D555B}"/>
              </a:ext>
            </a:extLst>
          </p:cNvPr>
          <p:cNvSpPr>
            <a:spLocks noGrp="1"/>
          </p:cNvSpPr>
          <p:nvPr/>
        </p:nvSpPr>
        <p:spPr>
          <a:xfrm>
            <a:off x="44193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3" name="Stage1_sixpanel_6664">
            <a:extLst>
              <a:ext uri="{FF2B5EF4-FFF2-40B4-BE49-F238E27FC236}">
                <a16:creationId xmlns:a16="http://schemas.microsoft.com/office/drawing/2014/main" id="{451A6B4D-8F9A-443E-B869-AAA6ABCD89D5}"/>
              </a:ext>
            </a:extLst>
          </p:cNvPr>
          <p:cNvSpPr>
            <a:spLocks noGrp="1"/>
          </p:cNvSpPr>
          <p:nvPr/>
        </p:nvSpPr>
        <p:spPr>
          <a:xfrm>
            <a:off x="4445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4" name="Stage1_sixpanel_6665">
            <a:extLst>
              <a:ext uri="{FF2B5EF4-FFF2-40B4-BE49-F238E27FC236}">
                <a16:creationId xmlns:a16="http://schemas.microsoft.com/office/drawing/2014/main" id="{57961D06-11D3-4CCA-AE6B-EFF5B33DCD09}"/>
              </a:ext>
            </a:extLst>
          </p:cNvPr>
          <p:cNvSpPr>
            <a:spLocks noGrp="1"/>
          </p:cNvSpPr>
          <p:nvPr/>
        </p:nvSpPr>
        <p:spPr>
          <a:xfrm>
            <a:off x="45274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5" name="Stage1_sixpanel_6666">
            <a:extLst>
              <a:ext uri="{FF2B5EF4-FFF2-40B4-BE49-F238E27FC236}">
                <a16:creationId xmlns:a16="http://schemas.microsoft.com/office/drawing/2014/main" id="{7E08E099-1FA4-41B2-B05F-3681A7C28CC0}"/>
              </a:ext>
            </a:extLst>
          </p:cNvPr>
          <p:cNvSpPr>
            <a:spLocks noGrp="1"/>
          </p:cNvSpPr>
          <p:nvPr/>
        </p:nvSpPr>
        <p:spPr>
          <a:xfrm>
            <a:off x="440754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6" name="Stage1_sixpanel_6667">
            <a:extLst>
              <a:ext uri="{FF2B5EF4-FFF2-40B4-BE49-F238E27FC236}">
                <a16:creationId xmlns:a16="http://schemas.microsoft.com/office/drawing/2014/main" id="{59D242E4-243B-4D42-AB44-903DFBA08B24}"/>
              </a:ext>
            </a:extLst>
          </p:cNvPr>
          <p:cNvSpPr>
            <a:spLocks noGrp="1"/>
          </p:cNvSpPr>
          <p:nvPr/>
        </p:nvSpPr>
        <p:spPr>
          <a:xfrm>
            <a:off x="44295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7" name="Stage1_sixpanel_6668">
            <a:extLst>
              <a:ext uri="{FF2B5EF4-FFF2-40B4-BE49-F238E27FC236}">
                <a16:creationId xmlns:a16="http://schemas.microsoft.com/office/drawing/2014/main" id="{8D34CEFF-2D41-4356-BF98-8B849C130836}"/>
              </a:ext>
            </a:extLst>
          </p:cNvPr>
          <p:cNvSpPr>
            <a:spLocks noGrp="1"/>
          </p:cNvSpPr>
          <p:nvPr/>
        </p:nvSpPr>
        <p:spPr>
          <a:xfrm>
            <a:off x="440239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8" name="Stage1_sixpanel_6669">
            <a:extLst>
              <a:ext uri="{FF2B5EF4-FFF2-40B4-BE49-F238E27FC236}">
                <a16:creationId xmlns:a16="http://schemas.microsoft.com/office/drawing/2014/main" id="{80E3B0F6-DA45-4A23-94F4-91C4312FE4F6}"/>
              </a:ext>
            </a:extLst>
          </p:cNvPr>
          <p:cNvSpPr>
            <a:spLocks noGrp="1"/>
          </p:cNvSpPr>
          <p:nvPr/>
        </p:nvSpPr>
        <p:spPr>
          <a:xfrm>
            <a:off x="4502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499" name="Stage1_sixpanel_6670">
            <a:extLst>
              <a:ext uri="{FF2B5EF4-FFF2-40B4-BE49-F238E27FC236}">
                <a16:creationId xmlns:a16="http://schemas.microsoft.com/office/drawing/2014/main" id="{5720C5A2-3702-42CF-B86E-5033471569FC}"/>
              </a:ext>
            </a:extLst>
          </p:cNvPr>
          <p:cNvSpPr>
            <a:spLocks noGrp="1"/>
          </p:cNvSpPr>
          <p:nvPr/>
        </p:nvSpPr>
        <p:spPr>
          <a:xfrm>
            <a:off x="4408180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0" name="Stage1_sixpanel_6671">
            <a:extLst>
              <a:ext uri="{FF2B5EF4-FFF2-40B4-BE49-F238E27FC236}">
                <a16:creationId xmlns:a16="http://schemas.microsoft.com/office/drawing/2014/main" id="{B96ECAE4-141C-4237-995E-670D673DE801}"/>
              </a:ext>
            </a:extLst>
          </p:cNvPr>
          <p:cNvSpPr>
            <a:spLocks noGrp="1"/>
          </p:cNvSpPr>
          <p:nvPr/>
        </p:nvSpPr>
        <p:spPr>
          <a:xfrm>
            <a:off x="4439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1" name="Stage1_sixpanel_6672">
            <a:extLst>
              <a:ext uri="{FF2B5EF4-FFF2-40B4-BE49-F238E27FC236}">
                <a16:creationId xmlns:a16="http://schemas.microsoft.com/office/drawing/2014/main" id="{72C7E198-3BE3-4B58-93F1-AE96F797AE87}"/>
              </a:ext>
            </a:extLst>
          </p:cNvPr>
          <p:cNvSpPr>
            <a:spLocks noGrp="1"/>
          </p:cNvSpPr>
          <p:nvPr/>
        </p:nvSpPr>
        <p:spPr>
          <a:xfrm>
            <a:off x="446081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2" name="Stage1_sixpanel_6673">
            <a:extLst>
              <a:ext uri="{FF2B5EF4-FFF2-40B4-BE49-F238E27FC236}">
                <a16:creationId xmlns:a16="http://schemas.microsoft.com/office/drawing/2014/main" id="{D41DE51F-702D-4C97-9CAE-249361774691}"/>
              </a:ext>
            </a:extLst>
          </p:cNvPr>
          <p:cNvSpPr>
            <a:spLocks noGrp="1"/>
          </p:cNvSpPr>
          <p:nvPr/>
        </p:nvSpPr>
        <p:spPr>
          <a:xfrm>
            <a:off x="44485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3" name="Stage1_sixpanel_6674">
            <a:extLst>
              <a:ext uri="{FF2B5EF4-FFF2-40B4-BE49-F238E27FC236}">
                <a16:creationId xmlns:a16="http://schemas.microsoft.com/office/drawing/2014/main" id="{0A38D1E5-8235-4903-8865-489EF6CF164D}"/>
              </a:ext>
            </a:extLst>
          </p:cNvPr>
          <p:cNvSpPr>
            <a:spLocks noGrp="1"/>
          </p:cNvSpPr>
          <p:nvPr/>
        </p:nvSpPr>
        <p:spPr>
          <a:xfrm>
            <a:off x="44300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4" name="Stage1_sixpanel_6675">
            <a:extLst>
              <a:ext uri="{FF2B5EF4-FFF2-40B4-BE49-F238E27FC236}">
                <a16:creationId xmlns:a16="http://schemas.microsoft.com/office/drawing/2014/main" id="{EB9CEDFE-B788-487E-93A4-0A572DC072F7}"/>
              </a:ext>
            </a:extLst>
          </p:cNvPr>
          <p:cNvSpPr>
            <a:spLocks noGrp="1"/>
          </p:cNvSpPr>
          <p:nvPr/>
        </p:nvSpPr>
        <p:spPr>
          <a:xfrm>
            <a:off x="44738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5" name="Stage1_sixpanel_6676">
            <a:extLst>
              <a:ext uri="{FF2B5EF4-FFF2-40B4-BE49-F238E27FC236}">
                <a16:creationId xmlns:a16="http://schemas.microsoft.com/office/drawing/2014/main" id="{54449A9A-DD88-4FA2-AABE-531360A40C66}"/>
              </a:ext>
            </a:extLst>
          </p:cNvPr>
          <p:cNvSpPr>
            <a:spLocks noGrp="1"/>
          </p:cNvSpPr>
          <p:nvPr/>
        </p:nvSpPr>
        <p:spPr>
          <a:xfrm>
            <a:off x="45366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6" name="Stage1_sixpanel_6677">
            <a:extLst>
              <a:ext uri="{FF2B5EF4-FFF2-40B4-BE49-F238E27FC236}">
                <a16:creationId xmlns:a16="http://schemas.microsoft.com/office/drawing/2014/main" id="{CF248295-B4C0-4688-A01C-660D894315DE}"/>
              </a:ext>
            </a:extLst>
          </p:cNvPr>
          <p:cNvSpPr>
            <a:spLocks noGrp="1"/>
          </p:cNvSpPr>
          <p:nvPr/>
        </p:nvSpPr>
        <p:spPr>
          <a:xfrm>
            <a:off x="4532514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7" name="Stage1_sixpanel_6678">
            <a:extLst>
              <a:ext uri="{FF2B5EF4-FFF2-40B4-BE49-F238E27FC236}">
                <a16:creationId xmlns:a16="http://schemas.microsoft.com/office/drawing/2014/main" id="{0BA1B083-DEC6-4188-BD24-2E556250728B}"/>
              </a:ext>
            </a:extLst>
          </p:cNvPr>
          <p:cNvSpPr>
            <a:spLocks noGrp="1"/>
          </p:cNvSpPr>
          <p:nvPr/>
        </p:nvSpPr>
        <p:spPr>
          <a:xfrm>
            <a:off x="4514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8" name="Stage1_sixpanel_6679">
            <a:extLst>
              <a:ext uri="{FF2B5EF4-FFF2-40B4-BE49-F238E27FC236}">
                <a16:creationId xmlns:a16="http://schemas.microsoft.com/office/drawing/2014/main" id="{AD474543-7BFD-4E56-A3AA-EAA901DD55B4}"/>
              </a:ext>
            </a:extLst>
          </p:cNvPr>
          <p:cNvSpPr>
            <a:spLocks noGrp="1"/>
          </p:cNvSpPr>
          <p:nvPr/>
        </p:nvSpPr>
        <p:spPr>
          <a:xfrm>
            <a:off x="4548809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09" name="Stage1_sixpanel_6680">
            <a:extLst>
              <a:ext uri="{FF2B5EF4-FFF2-40B4-BE49-F238E27FC236}">
                <a16:creationId xmlns:a16="http://schemas.microsoft.com/office/drawing/2014/main" id="{0253592B-2FE2-4463-9368-12BF031CE390}"/>
              </a:ext>
            </a:extLst>
          </p:cNvPr>
          <p:cNvSpPr>
            <a:spLocks noGrp="1"/>
          </p:cNvSpPr>
          <p:nvPr/>
        </p:nvSpPr>
        <p:spPr>
          <a:xfrm>
            <a:off x="4407650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0" name="Stage1_sixpanel_6681">
            <a:extLst>
              <a:ext uri="{FF2B5EF4-FFF2-40B4-BE49-F238E27FC236}">
                <a16:creationId xmlns:a16="http://schemas.microsoft.com/office/drawing/2014/main" id="{518E7C80-B5E4-474B-951E-F960F1D809C2}"/>
              </a:ext>
            </a:extLst>
          </p:cNvPr>
          <p:cNvSpPr>
            <a:spLocks noGrp="1"/>
          </p:cNvSpPr>
          <p:nvPr/>
        </p:nvSpPr>
        <p:spPr>
          <a:xfrm>
            <a:off x="4482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1" name="Stage1_sixpanel_6682">
            <a:extLst>
              <a:ext uri="{FF2B5EF4-FFF2-40B4-BE49-F238E27FC236}">
                <a16:creationId xmlns:a16="http://schemas.microsoft.com/office/drawing/2014/main" id="{B674D99A-6A7A-4DB3-99BC-6B5D87BB3A32}"/>
              </a:ext>
            </a:extLst>
          </p:cNvPr>
          <p:cNvSpPr>
            <a:spLocks noGrp="1"/>
          </p:cNvSpPr>
          <p:nvPr/>
        </p:nvSpPr>
        <p:spPr>
          <a:xfrm>
            <a:off x="44693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2" name="Stage1_sixpanel_6683">
            <a:extLst>
              <a:ext uri="{FF2B5EF4-FFF2-40B4-BE49-F238E27FC236}">
                <a16:creationId xmlns:a16="http://schemas.microsoft.com/office/drawing/2014/main" id="{8BD94B95-3406-4A0D-ACDA-E2B9CE78C7B6}"/>
              </a:ext>
            </a:extLst>
          </p:cNvPr>
          <p:cNvSpPr>
            <a:spLocks noGrp="1"/>
          </p:cNvSpPr>
          <p:nvPr/>
        </p:nvSpPr>
        <p:spPr>
          <a:xfrm>
            <a:off x="45514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3" name="Stage1_sixpanel_6684">
            <a:extLst>
              <a:ext uri="{FF2B5EF4-FFF2-40B4-BE49-F238E27FC236}">
                <a16:creationId xmlns:a16="http://schemas.microsoft.com/office/drawing/2014/main" id="{6A3E71DE-1B7D-4327-9DE9-6C08B1C7DF24}"/>
              </a:ext>
            </a:extLst>
          </p:cNvPr>
          <p:cNvSpPr>
            <a:spLocks noGrp="1"/>
          </p:cNvSpPr>
          <p:nvPr/>
        </p:nvSpPr>
        <p:spPr>
          <a:xfrm>
            <a:off x="4397103" y="22617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4" name="Stage1_sixpanel_6685">
            <a:extLst>
              <a:ext uri="{FF2B5EF4-FFF2-40B4-BE49-F238E27FC236}">
                <a16:creationId xmlns:a16="http://schemas.microsoft.com/office/drawing/2014/main" id="{7B2A0218-21DC-4208-90D7-4E74ED3995A0}"/>
              </a:ext>
            </a:extLst>
          </p:cNvPr>
          <p:cNvSpPr>
            <a:spLocks noGrp="1"/>
          </p:cNvSpPr>
          <p:nvPr/>
        </p:nvSpPr>
        <p:spPr>
          <a:xfrm>
            <a:off x="449138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5" name="Stage1_sixpanel_6686">
            <a:extLst>
              <a:ext uri="{FF2B5EF4-FFF2-40B4-BE49-F238E27FC236}">
                <a16:creationId xmlns:a16="http://schemas.microsoft.com/office/drawing/2014/main" id="{BFC7E142-8ABE-4D3E-BA64-2CA662D58E1C}"/>
              </a:ext>
            </a:extLst>
          </p:cNvPr>
          <p:cNvSpPr>
            <a:spLocks noGrp="1"/>
          </p:cNvSpPr>
          <p:nvPr/>
        </p:nvSpPr>
        <p:spPr>
          <a:xfrm>
            <a:off x="4484053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6" name="Stage1_sixpanel_6687">
            <a:extLst>
              <a:ext uri="{FF2B5EF4-FFF2-40B4-BE49-F238E27FC236}">
                <a16:creationId xmlns:a16="http://schemas.microsoft.com/office/drawing/2014/main" id="{B13DD7E1-B06B-482E-99CA-92390F374065}"/>
              </a:ext>
            </a:extLst>
          </p:cNvPr>
          <p:cNvSpPr>
            <a:spLocks noGrp="1"/>
          </p:cNvSpPr>
          <p:nvPr/>
        </p:nvSpPr>
        <p:spPr>
          <a:xfrm>
            <a:off x="44785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7" name="Stage1_sixpanel_6688">
            <a:extLst>
              <a:ext uri="{FF2B5EF4-FFF2-40B4-BE49-F238E27FC236}">
                <a16:creationId xmlns:a16="http://schemas.microsoft.com/office/drawing/2014/main" id="{CD75A47B-79DA-48E3-B687-86068EAC82D0}"/>
              </a:ext>
            </a:extLst>
          </p:cNvPr>
          <p:cNvSpPr>
            <a:spLocks noGrp="1"/>
          </p:cNvSpPr>
          <p:nvPr/>
        </p:nvSpPr>
        <p:spPr>
          <a:xfrm>
            <a:off x="4485876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8" name="Stage1_sixpanel_6689">
            <a:extLst>
              <a:ext uri="{FF2B5EF4-FFF2-40B4-BE49-F238E27FC236}">
                <a16:creationId xmlns:a16="http://schemas.microsoft.com/office/drawing/2014/main" id="{52E571A1-5000-4ACB-9838-0C7C4B86ACDE}"/>
              </a:ext>
            </a:extLst>
          </p:cNvPr>
          <p:cNvSpPr>
            <a:spLocks noGrp="1"/>
          </p:cNvSpPr>
          <p:nvPr/>
        </p:nvSpPr>
        <p:spPr>
          <a:xfrm>
            <a:off x="4529637" y="25756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19" name="Stage1_sixpanel_6690">
            <a:extLst>
              <a:ext uri="{FF2B5EF4-FFF2-40B4-BE49-F238E27FC236}">
                <a16:creationId xmlns:a16="http://schemas.microsoft.com/office/drawing/2014/main" id="{B23E0606-BE3D-4048-B9A9-39430261BAF0}"/>
              </a:ext>
            </a:extLst>
          </p:cNvPr>
          <p:cNvSpPr>
            <a:spLocks noGrp="1"/>
          </p:cNvSpPr>
          <p:nvPr/>
        </p:nvSpPr>
        <p:spPr>
          <a:xfrm>
            <a:off x="45150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0" name="Stage1_sixpanel_6691">
            <a:extLst>
              <a:ext uri="{FF2B5EF4-FFF2-40B4-BE49-F238E27FC236}">
                <a16:creationId xmlns:a16="http://schemas.microsoft.com/office/drawing/2014/main" id="{2C034181-49D1-4FFC-B4B0-853454BBD280}"/>
              </a:ext>
            </a:extLst>
          </p:cNvPr>
          <p:cNvSpPr>
            <a:spLocks noGrp="1"/>
          </p:cNvSpPr>
          <p:nvPr/>
        </p:nvSpPr>
        <p:spPr>
          <a:xfrm>
            <a:off x="4427878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1" name="Stage1_sixpanel_6692">
            <a:extLst>
              <a:ext uri="{FF2B5EF4-FFF2-40B4-BE49-F238E27FC236}">
                <a16:creationId xmlns:a16="http://schemas.microsoft.com/office/drawing/2014/main" id="{48CF0354-F2DD-43A5-9ACA-89B0BDB3EBA7}"/>
              </a:ext>
            </a:extLst>
          </p:cNvPr>
          <p:cNvSpPr>
            <a:spLocks noGrp="1"/>
          </p:cNvSpPr>
          <p:nvPr/>
        </p:nvSpPr>
        <p:spPr>
          <a:xfrm>
            <a:off x="45189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2" name="Stage1_sixpanel_6693">
            <a:extLst>
              <a:ext uri="{FF2B5EF4-FFF2-40B4-BE49-F238E27FC236}">
                <a16:creationId xmlns:a16="http://schemas.microsoft.com/office/drawing/2014/main" id="{21822DD5-3B6C-45FB-871F-6E9684DBCB80}"/>
              </a:ext>
            </a:extLst>
          </p:cNvPr>
          <p:cNvSpPr>
            <a:spLocks noGrp="1"/>
          </p:cNvSpPr>
          <p:nvPr/>
        </p:nvSpPr>
        <p:spPr>
          <a:xfrm>
            <a:off x="44744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3" name="Stage1_sixpanel_6694">
            <a:extLst>
              <a:ext uri="{FF2B5EF4-FFF2-40B4-BE49-F238E27FC236}">
                <a16:creationId xmlns:a16="http://schemas.microsoft.com/office/drawing/2014/main" id="{79E94F1B-FF2D-4F1C-9FAB-1A6D317DA48E}"/>
              </a:ext>
            </a:extLst>
          </p:cNvPr>
          <p:cNvSpPr>
            <a:spLocks noGrp="1"/>
          </p:cNvSpPr>
          <p:nvPr/>
        </p:nvSpPr>
        <p:spPr>
          <a:xfrm>
            <a:off x="44467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4" name="Stage1_sixpanel_6695">
            <a:extLst>
              <a:ext uri="{FF2B5EF4-FFF2-40B4-BE49-F238E27FC236}">
                <a16:creationId xmlns:a16="http://schemas.microsoft.com/office/drawing/2014/main" id="{1CB6D3F9-C487-4066-9913-C7C3D7F33DA8}"/>
              </a:ext>
            </a:extLst>
          </p:cNvPr>
          <p:cNvSpPr>
            <a:spLocks noGrp="1"/>
          </p:cNvSpPr>
          <p:nvPr/>
        </p:nvSpPr>
        <p:spPr>
          <a:xfrm>
            <a:off x="448480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5" name="Stage1_sixpanel_6696">
            <a:extLst>
              <a:ext uri="{FF2B5EF4-FFF2-40B4-BE49-F238E27FC236}">
                <a16:creationId xmlns:a16="http://schemas.microsoft.com/office/drawing/2014/main" id="{67362091-ACCA-44C7-93DE-59E56D45A74A}"/>
              </a:ext>
            </a:extLst>
          </p:cNvPr>
          <p:cNvSpPr>
            <a:spLocks noGrp="1"/>
          </p:cNvSpPr>
          <p:nvPr/>
        </p:nvSpPr>
        <p:spPr>
          <a:xfrm>
            <a:off x="44286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6" name="Stage1_sixpanel_6697">
            <a:extLst>
              <a:ext uri="{FF2B5EF4-FFF2-40B4-BE49-F238E27FC236}">
                <a16:creationId xmlns:a16="http://schemas.microsoft.com/office/drawing/2014/main" id="{D1B6817C-E37A-4D09-8385-1C2FA8CE5E3D}"/>
              </a:ext>
            </a:extLst>
          </p:cNvPr>
          <p:cNvSpPr>
            <a:spLocks noGrp="1"/>
          </p:cNvSpPr>
          <p:nvPr/>
        </p:nvSpPr>
        <p:spPr>
          <a:xfrm>
            <a:off x="44426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7" name="Stage1_sixpanel_6698">
            <a:extLst>
              <a:ext uri="{FF2B5EF4-FFF2-40B4-BE49-F238E27FC236}">
                <a16:creationId xmlns:a16="http://schemas.microsoft.com/office/drawing/2014/main" id="{15EB2F01-EDB1-40C8-894F-A2F390724475}"/>
              </a:ext>
            </a:extLst>
          </p:cNvPr>
          <p:cNvSpPr>
            <a:spLocks noGrp="1"/>
          </p:cNvSpPr>
          <p:nvPr/>
        </p:nvSpPr>
        <p:spPr>
          <a:xfrm>
            <a:off x="45571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8" name="Stage1_sixpanel_6699">
            <a:extLst>
              <a:ext uri="{FF2B5EF4-FFF2-40B4-BE49-F238E27FC236}">
                <a16:creationId xmlns:a16="http://schemas.microsoft.com/office/drawing/2014/main" id="{4EF6BFAA-B415-4F9C-8579-1EACC6CB7213}"/>
              </a:ext>
            </a:extLst>
          </p:cNvPr>
          <p:cNvSpPr>
            <a:spLocks noGrp="1"/>
          </p:cNvSpPr>
          <p:nvPr/>
        </p:nvSpPr>
        <p:spPr>
          <a:xfrm>
            <a:off x="4466777" y="24309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29" name="Stage1_sixpanel_6700">
            <a:extLst>
              <a:ext uri="{FF2B5EF4-FFF2-40B4-BE49-F238E27FC236}">
                <a16:creationId xmlns:a16="http://schemas.microsoft.com/office/drawing/2014/main" id="{D31867D3-A27C-4709-A933-665DDB4707B7}"/>
              </a:ext>
            </a:extLst>
          </p:cNvPr>
          <p:cNvSpPr>
            <a:spLocks noGrp="1"/>
          </p:cNvSpPr>
          <p:nvPr/>
        </p:nvSpPr>
        <p:spPr>
          <a:xfrm>
            <a:off x="44605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0" name="Stage1_sixpanel_6701">
            <a:extLst>
              <a:ext uri="{FF2B5EF4-FFF2-40B4-BE49-F238E27FC236}">
                <a16:creationId xmlns:a16="http://schemas.microsoft.com/office/drawing/2014/main" id="{E722A1B6-7FB7-4514-86EE-81C0B41773F1}"/>
              </a:ext>
            </a:extLst>
          </p:cNvPr>
          <p:cNvSpPr>
            <a:spLocks noGrp="1"/>
          </p:cNvSpPr>
          <p:nvPr/>
        </p:nvSpPr>
        <p:spPr>
          <a:xfrm>
            <a:off x="4402117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1" name="Stage1_sixpanel_6702">
            <a:extLst>
              <a:ext uri="{FF2B5EF4-FFF2-40B4-BE49-F238E27FC236}">
                <a16:creationId xmlns:a16="http://schemas.microsoft.com/office/drawing/2014/main" id="{5474DAB3-58A1-4CE6-A102-417168AC2C5C}"/>
              </a:ext>
            </a:extLst>
          </p:cNvPr>
          <p:cNvSpPr>
            <a:spLocks noGrp="1"/>
          </p:cNvSpPr>
          <p:nvPr/>
        </p:nvSpPr>
        <p:spPr>
          <a:xfrm>
            <a:off x="4560597" y="255173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2" name="Stage1_sixpanel_6703">
            <a:extLst>
              <a:ext uri="{FF2B5EF4-FFF2-40B4-BE49-F238E27FC236}">
                <a16:creationId xmlns:a16="http://schemas.microsoft.com/office/drawing/2014/main" id="{197335C2-943C-4AC0-BE8D-FF97482325B3}"/>
              </a:ext>
            </a:extLst>
          </p:cNvPr>
          <p:cNvSpPr>
            <a:spLocks noGrp="1"/>
          </p:cNvSpPr>
          <p:nvPr/>
        </p:nvSpPr>
        <p:spPr>
          <a:xfrm>
            <a:off x="45322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3" name="Stage1_sixpanel_6704">
            <a:extLst>
              <a:ext uri="{FF2B5EF4-FFF2-40B4-BE49-F238E27FC236}">
                <a16:creationId xmlns:a16="http://schemas.microsoft.com/office/drawing/2014/main" id="{0E5E7EFB-D9A3-4427-AD93-803709A90EBB}"/>
              </a:ext>
            </a:extLst>
          </p:cNvPr>
          <p:cNvSpPr>
            <a:spLocks noGrp="1"/>
          </p:cNvSpPr>
          <p:nvPr/>
        </p:nvSpPr>
        <p:spPr>
          <a:xfrm>
            <a:off x="4562954" y="256323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4" name="Stage1_sixpanel_6705">
            <a:extLst>
              <a:ext uri="{FF2B5EF4-FFF2-40B4-BE49-F238E27FC236}">
                <a16:creationId xmlns:a16="http://schemas.microsoft.com/office/drawing/2014/main" id="{1AF664DC-2B28-4896-BF42-57A62A852C7C}"/>
              </a:ext>
            </a:extLst>
          </p:cNvPr>
          <p:cNvSpPr>
            <a:spLocks noGrp="1"/>
          </p:cNvSpPr>
          <p:nvPr/>
        </p:nvSpPr>
        <p:spPr>
          <a:xfrm>
            <a:off x="4526165" y="2410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5" name="Stage1_sixpanel_6706">
            <a:extLst>
              <a:ext uri="{FF2B5EF4-FFF2-40B4-BE49-F238E27FC236}">
                <a16:creationId xmlns:a16="http://schemas.microsoft.com/office/drawing/2014/main" id="{A73A815A-E9DE-4C1F-A314-FF40F739412D}"/>
              </a:ext>
            </a:extLst>
          </p:cNvPr>
          <p:cNvSpPr>
            <a:spLocks noGrp="1"/>
          </p:cNvSpPr>
          <p:nvPr/>
        </p:nvSpPr>
        <p:spPr>
          <a:xfrm>
            <a:off x="44049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6" name="Stage1_sixpanel_6707">
            <a:extLst>
              <a:ext uri="{FF2B5EF4-FFF2-40B4-BE49-F238E27FC236}">
                <a16:creationId xmlns:a16="http://schemas.microsoft.com/office/drawing/2014/main" id="{4FCBC8F6-C76E-46DC-92CE-42BACEA94759}"/>
              </a:ext>
            </a:extLst>
          </p:cNvPr>
          <p:cNvSpPr>
            <a:spLocks noGrp="1"/>
          </p:cNvSpPr>
          <p:nvPr/>
        </p:nvSpPr>
        <p:spPr>
          <a:xfrm>
            <a:off x="445247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7" name="Stage1_sixpanel_6708">
            <a:extLst>
              <a:ext uri="{FF2B5EF4-FFF2-40B4-BE49-F238E27FC236}">
                <a16:creationId xmlns:a16="http://schemas.microsoft.com/office/drawing/2014/main" id="{3B222210-C152-479A-BBD8-583CC58242F6}"/>
              </a:ext>
            </a:extLst>
          </p:cNvPr>
          <p:cNvSpPr>
            <a:spLocks noGrp="1"/>
          </p:cNvSpPr>
          <p:nvPr/>
        </p:nvSpPr>
        <p:spPr>
          <a:xfrm>
            <a:off x="4434315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8" name="Stage1_sixpanel_6709">
            <a:extLst>
              <a:ext uri="{FF2B5EF4-FFF2-40B4-BE49-F238E27FC236}">
                <a16:creationId xmlns:a16="http://schemas.microsoft.com/office/drawing/2014/main" id="{B6116570-C033-41A2-9AA6-B0D436BA5B90}"/>
              </a:ext>
            </a:extLst>
          </p:cNvPr>
          <p:cNvSpPr>
            <a:spLocks noGrp="1"/>
          </p:cNvSpPr>
          <p:nvPr/>
        </p:nvSpPr>
        <p:spPr>
          <a:xfrm>
            <a:off x="44783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39" name="Stage1_sixpanel_6710">
            <a:extLst>
              <a:ext uri="{FF2B5EF4-FFF2-40B4-BE49-F238E27FC236}">
                <a16:creationId xmlns:a16="http://schemas.microsoft.com/office/drawing/2014/main" id="{EACB6721-B95D-4620-AABC-D0408D209F1C}"/>
              </a:ext>
            </a:extLst>
          </p:cNvPr>
          <p:cNvSpPr>
            <a:spLocks noGrp="1"/>
          </p:cNvSpPr>
          <p:nvPr/>
        </p:nvSpPr>
        <p:spPr>
          <a:xfrm>
            <a:off x="45117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0" name="Stage1_sixpanel_6711">
            <a:extLst>
              <a:ext uri="{FF2B5EF4-FFF2-40B4-BE49-F238E27FC236}">
                <a16:creationId xmlns:a16="http://schemas.microsoft.com/office/drawing/2014/main" id="{F43688D8-AC07-44B5-877F-C116B4114E2F}"/>
              </a:ext>
            </a:extLst>
          </p:cNvPr>
          <p:cNvSpPr>
            <a:spLocks noGrp="1"/>
          </p:cNvSpPr>
          <p:nvPr/>
        </p:nvSpPr>
        <p:spPr>
          <a:xfrm>
            <a:off x="455078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1" name="Stage1_sixpanel_6712">
            <a:extLst>
              <a:ext uri="{FF2B5EF4-FFF2-40B4-BE49-F238E27FC236}">
                <a16:creationId xmlns:a16="http://schemas.microsoft.com/office/drawing/2014/main" id="{483C33B0-E646-4AE8-A7A9-5A5A0AB14C04}"/>
              </a:ext>
            </a:extLst>
          </p:cNvPr>
          <p:cNvSpPr>
            <a:spLocks noGrp="1"/>
          </p:cNvSpPr>
          <p:nvPr/>
        </p:nvSpPr>
        <p:spPr>
          <a:xfrm>
            <a:off x="4513601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2" name="Stage1_sixpanel_6713">
            <a:extLst>
              <a:ext uri="{FF2B5EF4-FFF2-40B4-BE49-F238E27FC236}">
                <a16:creationId xmlns:a16="http://schemas.microsoft.com/office/drawing/2014/main" id="{9C51FBA9-6310-4E93-A041-943DDB44C8A3}"/>
              </a:ext>
            </a:extLst>
          </p:cNvPr>
          <p:cNvSpPr>
            <a:spLocks noGrp="1"/>
          </p:cNvSpPr>
          <p:nvPr/>
        </p:nvSpPr>
        <p:spPr>
          <a:xfrm>
            <a:off x="45382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3" name="Stage1_sixpanel_6714">
            <a:extLst>
              <a:ext uri="{FF2B5EF4-FFF2-40B4-BE49-F238E27FC236}">
                <a16:creationId xmlns:a16="http://schemas.microsoft.com/office/drawing/2014/main" id="{BC37DB32-A208-4564-BE00-4634A7C5176A}"/>
              </a:ext>
            </a:extLst>
          </p:cNvPr>
          <p:cNvSpPr>
            <a:spLocks noGrp="1"/>
          </p:cNvSpPr>
          <p:nvPr/>
        </p:nvSpPr>
        <p:spPr>
          <a:xfrm>
            <a:off x="44327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4" name="Stage1_sixpanel_6715">
            <a:extLst>
              <a:ext uri="{FF2B5EF4-FFF2-40B4-BE49-F238E27FC236}">
                <a16:creationId xmlns:a16="http://schemas.microsoft.com/office/drawing/2014/main" id="{D76CDA23-ECC7-491F-99FE-6E3C95B9D0A7}"/>
              </a:ext>
            </a:extLst>
          </p:cNvPr>
          <p:cNvSpPr>
            <a:spLocks noGrp="1"/>
          </p:cNvSpPr>
          <p:nvPr/>
        </p:nvSpPr>
        <p:spPr>
          <a:xfrm>
            <a:off x="45543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5" name="Stage1_sixpanel_6716">
            <a:extLst>
              <a:ext uri="{FF2B5EF4-FFF2-40B4-BE49-F238E27FC236}">
                <a16:creationId xmlns:a16="http://schemas.microsoft.com/office/drawing/2014/main" id="{10A1416A-81D0-4D71-84C2-7F96AE17FBFE}"/>
              </a:ext>
            </a:extLst>
          </p:cNvPr>
          <p:cNvSpPr>
            <a:spLocks noGrp="1"/>
          </p:cNvSpPr>
          <p:nvPr/>
        </p:nvSpPr>
        <p:spPr>
          <a:xfrm>
            <a:off x="4461331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6" name="Stage1_sixpanel_6717">
            <a:extLst>
              <a:ext uri="{FF2B5EF4-FFF2-40B4-BE49-F238E27FC236}">
                <a16:creationId xmlns:a16="http://schemas.microsoft.com/office/drawing/2014/main" id="{48A38143-F843-4367-ABDB-2BC0EF1F1BD1}"/>
              </a:ext>
            </a:extLst>
          </p:cNvPr>
          <p:cNvSpPr>
            <a:spLocks noGrp="1"/>
          </p:cNvSpPr>
          <p:nvPr/>
        </p:nvSpPr>
        <p:spPr>
          <a:xfrm>
            <a:off x="4442773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7" name="Stage1_sixpanel_6718">
            <a:extLst>
              <a:ext uri="{FF2B5EF4-FFF2-40B4-BE49-F238E27FC236}">
                <a16:creationId xmlns:a16="http://schemas.microsoft.com/office/drawing/2014/main" id="{DC985A00-21FA-43E9-9E41-DA9BA835EE09}"/>
              </a:ext>
            </a:extLst>
          </p:cNvPr>
          <p:cNvSpPr>
            <a:spLocks noGrp="1"/>
          </p:cNvSpPr>
          <p:nvPr/>
        </p:nvSpPr>
        <p:spPr>
          <a:xfrm>
            <a:off x="45022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8" name="Stage1_sixpanel_6719">
            <a:extLst>
              <a:ext uri="{FF2B5EF4-FFF2-40B4-BE49-F238E27FC236}">
                <a16:creationId xmlns:a16="http://schemas.microsoft.com/office/drawing/2014/main" id="{C3ACD83B-0E6C-42BD-A963-C42FB8A43147}"/>
              </a:ext>
            </a:extLst>
          </p:cNvPr>
          <p:cNvSpPr>
            <a:spLocks noGrp="1"/>
          </p:cNvSpPr>
          <p:nvPr/>
        </p:nvSpPr>
        <p:spPr>
          <a:xfrm>
            <a:off x="45023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49" name="Stage1_sixpanel_6720">
            <a:extLst>
              <a:ext uri="{FF2B5EF4-FFF2-40B4-BE49-F238E27FC236}">
                <a16:creationId xmlns:a16="http://schemas.microsoft.com/office/drawing/2014/main" id="{85B47F6B-F6FD-433D-85F4-12D05F70B7AD}"/>
              </a:ext>
            </a:extLst>
          </p:cNvPr>
          <p:cNvSpPr>
            <a:spLocks noGrp="1"/>
          </p:cNvSpPr>
          <p:nvPr/>
        </p:nvSpPr>
        <p:spPr>
          <a:xfrm>
            <a:off x="4480802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0" name="Stage1_sixpanel_6721">
            <a:extLst>
              <a:ext uri="{FF2B5EF4-FFF2-40B4-BE49-F238E27FC236}">
                <a16:creationId xmlns:a16="http://schemas.microsoft.com/office/drawing/2014/main" id="{216DD501-8AA7-4912-A49B-551031AD3F75}"/>
              </a:ext>
            </a:extLst>
          </p:cNvPr>
          <p:cNvSpPr>
            <a:spLocks noGrp="1"/>
          </p:cNvSpPr>
          <p:nvPr/>
        </p:nvSpPr>
        <p:spPr>
          <a:xfrm>
            <a:off x="440351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1" name="Stage1_sixpanel_6722">
            <a:extLst>
              <a:ext uri="{FF2B5EF4-FFF2-40B4-BE49-F238E27FC236}">
                <a16:creationId xmlns:a16="http://schemas.microsoft.com/office/drawing/2014/main" id="{09254270-7BE3-4C5B-87AD-0616398A7F14}"/>
              </a:ext>
            </a:extLst>
          </p:cNvPr>
          <p:cNvSpPr>
            <a:spLocks noGrp="1"/>
          </p:cNvSpPr>
          <p:nvPr/>
        </p:nvSpPr>
        <p:spPr>
          <a:xfrm>
            <a:off x="4510552" y="260263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2" name="Stage1_sixpanel_6723">
            <a:extLst>
              <a:ext uri="{FF2B5EF4-FFF2-40B4-BE49-F238E27FC236}">
                <a16:creationId xmlns:a16="http://schemas.microsoft.com/office/drawing/2014/main" id="{0A5D2775-2066-4D4F-A7B4-59C11AEB8641}"/>
              </a:ext>
            </a:extLst>
          </p:cNvPr>
          <p:cNvSpPr>
            <a:spLocks noGrp="1"/>
          </p:cNvSpPr>
          <p:nvPr/>
        </p:nvSpPr>
        <p:spPr>
          <a:xfrm>
            <a:off x="44715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3" name="Stage1_sixpanel_6724">
            <a:extLst>
              <a:ext uri="{FF2B5EF4-FFF2-40B4-BE49-F238E27FC236}">
                <a16:creationId xmlns:a16="http://schemas.microsoft.com/office/drawing/2014/main" id="{08B9BED2-CD6A-4020-A5C3-FF7360A6F80B}"/>
              </a:ext>
            </a:extLst>
          </p:cNvPr>
          <p:cNvSpPr>
            <a:spLocks noGrp="1"/>
          </p:cNvSpPr>
          <p:nvPr/>
        </p:nvSpPr>
        <p:spPr>
          <a:xfrm>
            <a:off x="445939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4" name="Stage1_sixpanel_6725">
            <a:extLst>
              <a:ext uri="{FF2B5EF4-FFF2-40B4-BE49-F238E27FC236}">
                <a16:creationId xmlns:a16="http://schemas.microsoft.com/office/drawing/2014/main" id="{D4F2746C-57D5-4B83-BABC-16F8959519AD}"/>
              </a:ext>
            </a:extLst>
          </p:cNvPr>
          <p:cNvSpPr>
            <a:spLocks noGrp="1"/>
          </p:cNvSpPr>
          <p:nvPr/>
        </p:nvSpPr>
        <p:spPr>
          <a:xfrm>
            <a:off x="44779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5" name="Stage1_sixpanel_6726">
            <a:extLst>
              <a:ext uri="{FF2B5EF4-FFF2-40B4-BE49-F238E27FC236}">
                <a16:creationId xmlns:a16="http://schemas.microsoft.com/office/drawing/2014/main" id="{8F69B6F6-A33F-488B-AA2D-8620780A50E2}"/>
              </a:ext>
            </a:extLst>
          </p:cNvPr>
          <p:cNvSpPr>
            <a:spLocks noGrp="1"/>
          </p:cNvSpPr>
          <p:nvPr/>
        </p:nvSpPr>
        <p:spPr>
          <a:xfrm>
            <a:off x="4417599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6" name="Stage1_sixpanel_6727">
            <a:extLst>
              <a:ext uri="{FF2B5EF4-FFF2-40B4-BE49-F238E27FC236}">
                <a16:creationId xmlns:a16="http://schemas.microsoft.com/office/drawing/2014/main" id="{62AB516C-F7A4-4E33-A5E8-A721EEDC59DF}"/>
              </a:ext>
            </a:extLst>
          </p:cNvPr>
          <p:cNvSpPr>
            <a:spLocks noGrp="1"/>
          </p:cNvSpPr>
          <p:nvPr/>
        </p:nvSpPr>
        <p:spPr>
          <a:xfrm>
            <a:off x="45255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7" name="Stage1_sixpanel_6728">
            <a:extLst>
              <a:ext uri="{FF2B5EF4-FFF2-40B4-BE49-F238E27FC236}">
                <a16:creationId xmlns:a16="http://schemas.microsoft.com/office/drawing/2014/main" id="{554E83CE-9F79-434A-B232-9827F607DD13}"/>
              </a:ext>
            </a:extLst>
          </p:cNvPr>
          <p:cNvSpPr>
            <a:spLocks noGrp="1"/>
          </p:cNvSpPr>
          <p:nvPr/>
        </p:nvSpPr>
        <p:spPr>
          <a:xfrm>
            <a:off x="4481935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8" name="Stage1_sixpanel_6729">
            <a:extLst>
              <a:ext uri="{FF2B5EF4-FFF2-40B4-BE49-F238E27FC236}">
                <a16:creationId xmlns:a16="http://schemas.microsoft.com/office/drawing/2014/main" id="{9897DBC1-BD70-4845-8133-07ADECF81A45}"/>
              </a:ext>
            </a:extLst>
          </p:cNvPr>
          <p:cNvSpPr>
            <a:spLocks noGrp="1"/>
          </p:cNvSpPr>
          <p:nvPr/>
        </p:nvSpPr>
        <p:spPr>
          <a:xfrm>
            <a:off x="45483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59" name="Stage1_sixpanel_6730">
            <a:extLst>
              <a:ext uri="{FF2B5EF4-FFF2-40B4-BE49-F238E27FC236}">
                <a16:creationId xmlns:a16="http://schemas.microsoft.com/office/drawing/2014/main" id="{059F080E-E9D4-4D2A-8FBD-8D33562E20D6}"/>
              </a:ext>
            </a:extLst>
          </p:cNvPr>
          <p:cNvSpPr>
            <a:spLocks noGrp="1"/>
          </p:cNvSpPr>
          <p:nvPr/>
        </p:nvSpPr>
        <p:spPr>
          <a:xfrm>
            <a:off x="4561698" y="25888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0" name="Stage1_sixpanel_6731">
            <a:extLst>
              <a:ext uri="{FF2B5EF4-FFF2-40B4-BE49-F238E27FC236}">
                <a16:creationId xmlns:a16="http://schemas.microsoft.com/office/drawing/2014/main" id="{743CD45B-EDC9-41C0-8C39-B573AC142591}"/>
              </a:ext>
            </a:extLst>
          </p:cNvPr>
          <p:cNvSpPr>
            <a:spLocks noGrp="1"/>
          </p:cNvSpPr>
          <p:nvPr/>
        </p:nvSpPr>
        <p:spPr>
          <a:xfrm>
            <a:off x="4487868" y="18974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1" name="Stage1_sixpanel_6732">
            <a:extLst>
              <a:ext uri="{FF2B5EF4-FFF2-40B4-BE49-F238E27FC236}">
                <a16:creationId xmlns:a16="http://schemas.microsoft.com/office/drawing/2014/main" id="{A4DB249E-DECD-4AA7-92A0-1AA5EAEB7551}"/>
              </a:ext>
            </a:extLst>
          </p:cNvPr>
          <p:cNvSpPr>
            <a:spLocks noGrp="1"/>
          </p:cNvSpPr>
          <p:nvPr/>
        </p:nvSpPr>
        <p:spPr>
          <a:xfrm>
            <a:off x="44978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2" name="Stage1_sixpanel_6733">
            <a:extLst>
              <a:ext uri="{FF2B5EF4-FFF2-40B4-BE49-F238E27FC236}">
                <a16:creationId xmlns:a16="http://schemas.microsoft.com/office/drawing/2014/main" id="{1A7F8C15-BD89-4649-A92D-BFBF15013E74}"/>
              </a:ext>
            </a:extLst>
          </p:cNvPr>
          <p:cNvSpPr>
            <a:spLocks noGrp="1"/>
          </p:cNvSpPr>
          <p:nvPr/>
        </p:nvSpPr>
        <p:spPr>
          <a:xfrm>
            <a:off x="440618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3" name="Stage1_sixpanel_6734">
            <a:extLst>
              <a:ext uri="{FF2B5EF4-FFF2-40B4-BE49-F238E27FC236}">
                <a16:creationId xmlns:a16="http://schemas.microsoft.com/office/drawing/2014/main" id="{123020A3-18B7-45EF-B740-E0160D0B20C4}"/>
              </a:ext>
            </a:extLst>
          </p:cNvPr>
          <p:cNvSpPr>
            <a:spLocks noGrp="1"/>
          </p:cNvSpPr>
          <p:nvPr/>
        </p:nvSpPr>
        <p:spPr>
          <a:xfrm>
            <a:off x="454761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4" name="Stage1_sixpanel_6735">
            <a:extLst>
              <a:ext uri="{FF2B5EF4-FFF2-40B4-BE49-F238E27FC236}">
                <a16:creationId xmlns:a16="http://schemas.microsoft.com/office/drawing/2014/main" id="{57FC9CF8-8C4C-4E53-8B95-E59AC1F60017}"/>
              </a:ext>
            </a:extLst>
          </p:cNvPr>
          <p:cNvSpPr>
            <a:spLocks noGrp="1"/>
          </p:cNvSpPr>
          <p:nvPr/>
        </p:nvSpPr>
        <p:spPr>
          <a:xfrm>
            <a:off x="4453227" y="24831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5" name="Stage1_sixpanel_6736">
            <a:extLst>
              <a:ext uri="{FF2B5EF4-FFF2-40B4-BE49-F238E27FC236}">
                <a16:creationId xmlns:a16="http://schemas.microsoft.com/office/drawing/2014/main" id="{242DC5F1-6D81-4E7D-912B-94359A53EF61}"/>
              </a:ext>
            </a:extLst>
          </p:cNvPr>
          <p:cNvSpPr>
            <a:spLocks noGrp="1"/>
          </p:cNvSpPr>
          <p:nvPr/>
        </p:nvSpPr>
        <p:spPr>
          <a:xfrm>
            <a:off x="45285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6" name="Stage1_sixpanel_6737">
            <a:extLst>
              <a:ext uri="{FF2B5EF4-FFF2-40B4-BE49-F238E27FC236}">
                <a16:creationId xmlns:a16="http://schemas.microsoft.com/office/drawing/2014/main" id="{9B54D47C-D198-4B8C-BFF6-1A8CA69A50CE}"/>
              </a:ext>
            </a:extLst>
          </p:cNvPr>
          <p:cNvSpPr>
            <a:spLocks noGrp="1"/>
          </p:cNvSpPr>
          <p:nvPr/>
        </p:nvSpPr>
        <p:spPr>
          <a:xfrm>
            <a:off x="4413222" y="21671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7" name="Stage1_sixpanel_6738">
            <a:extLst>
              <a:ext uri="{FF2B5EF4-FFF2-40B4-BE49-F238E27FC236}">
                <a16:creationId xmlns:a16="http://schemas.microsoft.com/office/drawing/2014/main" id="{D3ACADA4-04A0-4E7B-A40A-20852BB55D2C}"/>
              </a:ext>
            </a:extLst>
          </p:cNvPr>
          <p:cNvSpPr>
            <a:spLocks noGrp="1"/>
          </p:cNvSpPr>
          <p:nvPr/>
        </p:nvSpPr>
        <p:spPr>
          <a:xfrm>
            <a:off x="4423439" y="209610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8" name="Stage1_sixpanel_6739">
            <a:extLst>
              <a:ext uri="{FF2B5EF4-FFF2-40B4-BE49-F238E27FC236}">
                <a16:creationId xmlns:a16="http://schemas.microsoft.com/office/drawing/2014/main" id="{9A8A22BD-F6B3-4916-A797-1C0BE8F52B7D}"/>
              </a:ext>
            </a:extLst>
          </p:cNvPr>
          <p:cNvSpPr>
            <a:spLocks noGrp="1"/>
          </p:cNvSpPr>
          <p:nvPr/>
        </p:nvSpPr>
        <p:spPr>
          <a:xfrm>
            <a:off x="45001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69" name="Stage1_sixpanel_6740">
            <a:extLst>
              <a:ext uri="{FF2B5EF4-FFF2-40B4-BE49-F238E27FC236}">
                <a16:creationId xmlns:a16="http://schemas.microsoft.com/office/drawing/2014/main" id="{FEC954E8-B87A-4253-9B66-B18470D39648}"/>
              </a:ext>
            </a:extLst>
          </p:cNvPr>
          <p:cNvSpPr>
            <a:spLocks noGrp="1"/>
          </p:cNvSpPr>
          <p:nvPr/>
        </p:nvSpPr>
        <p:spPr>
          <a:xfrm>
            <a:off x="455556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0" name="Stage1_sixpanel_6741">
            <a:extLst>
              <a:ext uri="{FF2B5EF4-FFF2-40B4-BE49-F238E27FC236}">
                <a16:creationId xmlns:a16="http://schemas.microsoft.com/office/drawing/2014/main" id="{181B5E13-170E-4A78-837B-E5473C231F5E}"/>
              </a:ext>
            </a:extLst>
          </p:cNvPr>
          <p:cNvSpPr>
            <a:spLocks noGrp="1"/>
          </p:cNvSpPr>
          <p:nvPr/>
        </p:nvSpPr>
        <p:spPr>
          <a:xfrm>
            <a:off x="440835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1" name="Stage1_sixpanel_6742">
            <a:extLst>
              <a:ext uri="{FF2B5EF4-FFF2-40B4-BE49-F238E27FC236}">
                <a16:creationId xmlns:a16="http://schemas.microsoft.com/office/drawing/2014/main" id="{ECA153DB-6085-476B-948E-FDE7BE609A70}"/>
              </a:ext>
            </a:extLst>
          </p:cNvPr>
          <p:cNvSpPr>
            <a:spLocks noGrp="1"/>
          </p:cNvSpPr>
          <p:nvPr/>
        </p:nvSpPr>
        <p:spPr>
          <a:xfrm>
            <a:off x="45633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2" name="Stage1_sixpanel_6743">
            <a:extLst>
              <a:ext uri="{FF2B5EF4-FFF2-40B4-BE49-F238E27FC236}">
                <a16:creationId xmlns:a16="http://schemas.microsoft.com/office/drawing/2014/main" id="{A193BF4B-5D5E-460E-8950-256713C7ED94}"/>
              </a:ext>
            </a:extLst>
          </p:cNvPr>
          <p:cNvSpPr>
            <a:spLocks noGrp="1"/>
          </p:cNvSpPr>
          <p:nvPr/>
        </p:nvSpPr>
        <p:spPr>
          <a:xfrm>
            <a:off x="44539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3" name="Stage1_sixpanel_6744">
            <a:extLst>
              <a:ext uri="{FF2B5EF4-FFF2-40B4-BE49-F238E27FC236}">
                <a16:creationId xmlns:a16="http://schemas.microsoft.com/office/drawing/2014/main" id="{36117A00-CABB-44E4-8478-7EA900942BF5}"/>
              </a:ext>
            </a:extLst>
          </p:cNvPr>
          <p:cNvSpPr>
            <a:spLocks noGrp="1"/>
          </p:cNvSpPr>
          <p:nvPr/>
        </p:nvSpPr>
        <p:spPr>
          <a:xfrm>
            <a:off x="4458664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4" name="Stage1_sixpanel_6745">
            <a:extLst>
              <a:ext uri="{FF2B5EF4-FFF2-40B4-BE49-F238E27FC236}">
                <a16:creationId xmlns:a16="http://schemas.microsoft.com/office/drawing/2014/main" id="{A6B235D6-B560-4896-8AD9-2AB672AE7ECA}"/>
              </a:ext>
            </a:extLst>
          </p:cNvPr>
          <p:cNvSpPr>
            <a:spLocks noGrp="1"/>
          </p:cNvSpPr>
          <p:nvPr/>
        </p:nvSpPr>
        <p:spPr>
          <a:xfrm>
            <a:off x="455552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5" name="Stage1_sixpanel_6746">
            <a:extLst>
              <a:ext uri="{FF2B5EF4-FFF2-40B4-BE49-F238E27FC236}">
                <a16:creationId xmlns:a16="http://schemas.microsoft.com/office/drawing/2014/main" id="{222F5255-F353-4C28-A647-2E738AB965E4}"/>
              </a:ext>
            </a:extLst>
          </p:cNvPr>
          <p:cNvSpPr>
            <a:spLocks noGrp="1"/>
          </p:cNvSpPr>
          <p:nvPr/>
        </p:nvSpPr>
        <p:spPr>
          <a:xfrm>
            <a:off x="440163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6" name="Stage1_sixpanel_6747">
            <a:extLst>
              <a:ext uri="{FF2B5EF4-FFF2-40B4-BE49-F238E27FC236}">
                <a16:creationId xmlns:a16="http://schemas.microsoft.com/office/drawing/2014/main" id="{79BB7018-F5B7-485B-B23B-E30BE4C08BA4}"/>
              </a:ext>
            </a:extLst>
          </p:cNvPr>
          <p:cNvSpPr>
            <a:spLocks noGrp="1"/>
          </p:cNvSpPr>
          <p:nvPr/>
        </p:nvSpPr>
        <p:spPr>
          <a:xfrm>
            <a:off x="4554531" y="25870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7" name="Stage1_sixpanel_6748">
            <a:extLst>
              <a:ext uri="{FF2B5EF4-FFF2-40B4-BE49-F238E27FC236}">
                <a16:creationId xmlns:a16="http://schemas.microsoft.com/office/drawing/2014/main" id="{2CDF9AEB-95E6-42B1-B06D-70A32C4DD7CE}"/>
              </a:ext>
            </a:extLst>
          </p:cNvPr>
          <p:cNvSpPr>
            <a:spLocks noGrp="1"/>
          </p:cNvSpPr>
          <p:nvPr/>
        </p:nvSpPr>
        <p:spPr>
          <a:xfrm>
            <a:off x="44523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8" name="Stage1_sixpanel_6749">
            <a:extLst>
              <a:ext uri="{FF2B5EF4-FFF2-40B4-BE49-F238E27FC236}">
                <a16:creationId xmlns:a16="http://schemas.microsoft.com/office/drawing/2014/main" id="{2621FADA-780E-4FAB-A590-2BC013074833}"/>
              </a:ext>
            </a:extLst>
          </p:cNvPr>
          <p:cNvSpPr>
            <a:spLocks noGrp="1"/>
          </p:cNvSpPr>
          <p:nvPr/>
        </p:nvSpPr>
        <p:spPr>
          <a:xfrm>
            <a:off x="442960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79" name="Stage1_sixpanel_6750">
            <a:extLst>
              <a:ext uri="{FF2B5EF4-FFF2-40B4-BE49-F238E27FC236}">
                <a16:creationId xmlns:a16="http://schemas.microsoft.com/office/drawing/2014/main" id="{866FC058-9004-4203-AA2E-ECE26B1F21BC}"/>
              </a:ext>
            </a:extLst>
          </p:cNvPr>
          <p:cNvSpPr>
            <a:spLocks noGrp="1"/>
          </p:cNvSpPr>
          <p:nvPr/>
        </p:nvSpPr>
        <p:spPr>
          <a:xfrm>
            <a:off x="446032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0" name="Stage1_sixpanel_6751">
            <a:extLst>
              <a:ext uri="{FF2B5EF4-FFF2-40B4-BE49-F238E27FC236}">
                <a16:creationId xmlns:a16="http://schemas.microsoft.com/office/drawing/2014/main" id="{37C01C1A-658C-4EE0-B37F-C6239D48DB14}"/>
              </a:ext>
            </a:extLst>
          </p:cNvPr>
          <p:cNvSpPr>
            <a:spLocks noGrp="1"/>
          </p:cNvSpPr>
          <p:nvPr/>
        </p:nvSpPr>
        <p:spPr>
          <a:xfrm>
            <a:off x="44552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1" name="Stage1_sixpanel_6752">
            <a:extLst>
              <a:ext uri="{FF2B5EF4-FFF2-40B4-BE49-F238E27FC236}">
                <a16:creationId xmlns:a16="http://schemas.microsoft.com/office/drawing/2014/main" id="{A5625C51-F40B-4A76-B32D-C7C7DE1073EB}"/>
              </a:ext>
            </a:extLst>
          </p:cNvPr>
          <p:cNvSpPr>
            <a:spLocks noGrp="1"/>
          </p:cNvSpPr>
          <p:nvPr/>
        </p:nvSpPr>
        <p:spPr>
          <a:xfrm>
            <a:off x="453995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2" name="Stage1_sixpanel_6753">
            <a:extLst>
              <a:ext uri="{FF2B5EF4-FFF2-40B4-BE49-F238E27FC236}">
                <a16:creationId xmlns:a16="http://schemas.microsoft.com/office/drawing/2014/main" id="{6EFEC387-A8D6-401E-87B5-0F231B8E251B}"/>
              </a:ext>
            </a:extLst>
          </p:cNvPr>
          <p:cNvSpPr>
            <a:spLocks noGrp="1"/>
          </p:cNvSpPr>
          <p:nvPr/>
        </p:nvSpPr>
        <p:spPr>
          <a:xfrm>
            <a:off x="45178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3" name="Stage1_sixpanel_6754">
            <a:extLst>
              <a:ext uri="{FF2B5EF4-FFF2-40B4-BE49-F238E27FC236}">
                <a16:creationId xmlns:a16="http://schemas.microsoft.com/office/drawing/2014/main" id="{6A0543C3-EE87-41FD-AAAA-DF7BD94B01E1}"/>
              </a:ext>
            </a:extLst>
          </p:cNvPr>
          <p:cNvSpPr>
            <a:spLocks noGrp="1"/>
          </p:cNvSpPr>
          <p:nvPr/>
        </p:nvSpPr>
        <p:spPr>
          <a:xfrm>
            <a:off x="4493559" y="241851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4" name="Stage1_sixpanel_6755">
            <a:extLst>
              <a:ext uri="{FF2B5EF4-FFF2-40B4-BE49-F238E27FC236}">
                <a16:creationId xmlns:a16="http://schemas.microsoft.com/office/drawing/2014/main" id="{FA3ED7D2-DAB9-4CCA-BA40-14593BCC6D0F}"/>
              </a:ext>
            </a:extLst>
          </p:cNvPr>
          <p:cNvSpPr>
            <a:spLocks noGrp="1"/>
          </p:cNvSpPr>
          <p:nvPr/>
        </p:nvSpPr>
        <p:spPr>
          <a:xfrm>
            <a:off x="45073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5" name="Stage1_sixpanel_6756">
            <a:extLst>
              <a:ext uri="{FF2B5EF4-FFF2-40B4-BE49-F238E27FC236}">
                <a16:creationId xmlns:a16="http://schemas.microsoft.com/office/drawing/2014/main" id="{4217F95B-6ACF-4ACE-B3DF-77A96485AB8D}"/>
              </a:ext>
            </a:extLst>
          </p:cNvPr>
          <p:cNvSpPr>
            <a:spLocks noGrp="1"/>
          </p:cNvSpPr>
          <p:nvPr/>
        </p:nvSpPr>
        <p:spPr>
          <a:xfrm>
            <a:off x="442290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6" name="Stage1_sixpanel_6757">
            <a:extLst>
              <a:ext uri="{FF2B5EF4-FFF2-40B4-BE49-F238E27FC236}">
                <a16:creationId xmlns:a16="http://schemas.microsoft.com/office/drawing/2014/main" id="{A43BA6D3-FA97-4713-B3AD-9CE6829A11DB}"/>
              </a:ext>
            </a:extLst>
          </p:cNvPr>
          <p:cNvSpPr>
            <a:spLocks noGrp="1"/>
          </p:cNvSpPr>
          <p:nvPr/>
        </p:nvSpPr>
        <p:spPr>
          <a:xfrm>
            <a:off x="44735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7" name="Stage1_sixpanel_6758">
            <a:extLst>
              <a:ext uri="{FF2B5EF4-FFF2-40B4-BE49-F238E27FC236}">
                <a16:creationId xmlns:a16="http://schemas.microsoft.com/office/drawing/2014/main" id="{C5F9F9D3-F9FA-4A12-9127-F1656FE23DE3}"/>
              </a:ext>
            </a:extLst>
          </p:cNvPr>
          <p:cNvSpPr>
            <a:spLocks noGrp="1"/>
          </p:cNvSpPr>
          <p:nvPr/>
        </p:nvSpPr>
        <p:spPr>
          <a:xfrm>
            <a:off x="45479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8" name="Stage1_sixpanel_6759">
            <a:extLst>
              <a:ext uri="{FF2B5EF4-FFF2-40B4-BE49-F238E27FC236}">
                <a16:creationId xmlns:a16="http://schemas.microsoft.com/office/drawing/2014/main" id="{2BDA2477-56CE-4917-A352-EC46F52E4FC4}"/>
              </a:ext>
            </a:extLst>
          </p:cNvPr>
          <p:cNvSpPr>
            <a:spLocks noGrp="1"/>
          </p:cNvSpPr>
          <p:nvPr/>
        </p:nvSpPr>
        <p:spPr>
          <a:xfrm>
            <a:off x="446122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89" name="Stage1_sixpanel_6760">
            <a:extLst>
              <a:ext uri="{FF2B5EF4-FFF2-40B4-BE49-F238E27FC236}">
                <a16:creationId xmlns:a16="http://schemas.microsoft.com/office/drawing/2014/main" id="{C1953746-316A-43C6-B272-F484E0778086}"/>
              </a:ext>
            </a:extLst>
          </p:cNvPr>
          <p:cNvSpPr>
            <a:spLocks noGrp="1"/>
          </p:cNvSpPr>
          <p:nvPr/>
        </p:nvSpPr>
        <p:spPr>
          <a:xfrm>
            <a:off x="4539195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0" name="Stage1_sixpanel_6761">
            <a:extLst>
              <a:ext uri="{FF2B5EF4-FFF2-40B4-BE49-F238E27FC236}">
                <a16:creationId xmlns:a16="http://schemas.microsoft.com/office/drawing/2014/main" id="{5F48BE22-D8BF-4A95-ABB2-7F6BF3A34529}"/>
              </a:ext>
            </a:extLst>
          </p:cNvPr>
          <p:cNvSpPr>
            <a:spLocks noGrp="1"/>
          </p:cNvSpPr>
          <p:nvPr/>
        </p:nvSpPr>
        <p:spPr>
          <a:xfrm>
            <a:off x="44030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1" name="Stage1_sixpanel_6762">
            <a:extLst>
              <a:ext uri="{FF2B5EF4-FFF2-40B4-BE49-F238E27FC236}">
                <a16:creationId xmlns:a16="http://schemas.microsoft.com/office/drawing/2014/main" id="{9A40274E-16AC-43F1-AA05-F178080C4B9C}"/>
              </a:ext>
            </a:extLst>
          </p:cNvPr>
          <p:cNvSpPr>
            <a:spLocks noGrp="1"/>
          </p:cNvSpPr>
          <p:nvPr/>
        </p:nvSpPr>
        <p:spPr>
          <a:xfrm>
            <a:off x="439981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2" name="Stage1_sixpanel_6763">
            <a:extLst>
              <a:ext uri="{FF2B5EF4-FFF2-40B4-BE49-F238E27FC236}">
                <a16:creationId xmlns:a16="http://schemas.microsoft.com/office/drawing/2014/main" id="{3890BCC9-6E68-4A15-8C81-5F47B6F957CC}"/>
              </a:ext>
            </a:extLst>
          </p:cNvPr>
          <p:cNvSpPr>
            <a:spLocks noGrp="1"/>
          </p:cNvSpPr>
          <p:nvPr/>
        </p:nvSpPr>
        <p:spPr>
          <a:xfrm>
            <a:off x="45013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3" name="Stage1_sixpanel_6764">
            <a:extLst>
              <a:ext uri="{FF2B5EF4-FFF2-40B4-BE49-F238E27FC236}">
                <a16:creationId xmlns:a16="http://schemas.microsoft.com/office/drawing/2014/main" id="{7BC57380-8172-4BD1-983B-15D0E7113277}"/>
              </a:ext>
            </a:extLst>
          </p:cNvPr>
          <p:cNvSpPr>
            <a:spLocks noGrp="1"/>
          </p:cNvSpPr>
          <p:nvPr/>
        </p:nvSpPr>
        <p:spPr>
          <a:xfrm>
            <a:off x="4504750" y="2088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4" name="Stage1_sixpanel_6765">
            <a:extLst>
              <a:ext uri="{FF2B5EF4-FFF2-40B4-BE49-F238E27FC236}">
                <a16:creationId xmlns:a16="http://schemas.microsoft.com/office/drawing/2014/main" id="{80F9F2C8-97E8-47BF-BBC1-C02A52E31556}"/>
              </a:ext>
            </a:extLst>
          </p:cNvPr>
          <p:cNvSpPr>
            <a:spLocks noGrp="1"/>
          </p:cNvSpPr>
          <p:nvPr/>
        </p:nvSpPr>
        <p:spPr>
          <a:xfrm>
            <a:off x="4435512" y="230148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5" name="Stage1_sixpanel_6766">
            <a:extLst>
              <a:ext uri="{FF2B5EF4-FFF2-40B4-BE49-F238E27FC236}">
                <a16:creationId xmlns:a16="http://schemas.microsoft.com/office/drawing/2014/main" id="{F66A5DB1-0A83-4552-951B-1D4164235E25}"/>
              </a:ext>
            </a:extLst>
          </p:cNvPr>
          <p:cNvSpPr>
            <a:spLocks noGrp="1"/>
          </p:cNvSpPr>
          <p:nvPr/>
        </p:nvSpPr>
        <p:spPr>
          <a:xfrm>
            <a:off x="447777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6" name="Stage1_sixpanel_6767">
            <a:extLst>
              <a:ext uri="{FF2B5EF4-FFF2-40B4-BE49-F238E27FC236}">
                <a16:creationId xmlns:a16="http://schemas.microsoft.com/office/drawing/2014/main" id="{ECF4C63B-9F29-4A07-9DE0-BE0DD0A6EB23}"/>
              </a:ext>
            </a:extLst>
          </p:cNvPr>
          <p:cNvSpPr>
            <a:spLocks noGrp="1"/>
          </p:cNvSpPr>
          <p:nvPr/>
        </p:nvSpPr>
        <p:spPr>
          <a:xfrm>
            <a:off x="4464918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7" name="Stage1_sixpanel_6768">
            <a:extLst>
              <a:ext uri="{FF2B5EF4-FFF2-40B4-BE49-F238E27FC236}">
                <a16:creationId xmlns:a16="http://schemas.microsoft.com/office/drawing/2014/main" id="{AB5C2FAC-4653-4CF6-939F-0125F13CFA72}"/>
              </a:ext>
            </a:extLst>
          </p:cNvPr>
          <p:cNvSpPr>
            <a:spLocks noGrp="1"/>
          </p:cNvSpPr>
          <p:nvPr/>
        </p:nvSpPr>
        <p:spPr>
          <a:xfrm>
            <a:off x="448140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8" name="Stage1_sixpanel_6769">
            <a:extLst>
              <a:ext uri="{FF2B5EF4-FFF2-40B4-BE49-F238E27FC236}">
                <a16:creationId xmlns:a16="http://schemas.microsoft.com/office/drawing/2014/main" id="{A732CF44-0242-4810-913E-81AF467BD8A6}"/>
              </a:ext>
            </a:extLst>
          </p:cNvPr>
          <p:cNvSpPr>
            <a:spLocks noGrp="1"/>
          </p:cNvSpPr>
          <p:nvPr/>
        </p:nvSpPr>
        <p:spPr>
          <a:xfrm>
            <a:off x="44773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599" name="Stage1_sixpanel_6770">
            <a:extLst>
              <a:ext uri="{FF2B5EF4-FFF2-40B4-BE49-F238E27FC236}">
                <a16:creationId xmlns:a16="http://schemas.microsoft.com/office/drawing/2014/main" id="{2AFAC0D7-FF0C-4F48-A40F-AD024E4F4A0B}"/>
              </a:ext>
            </a:extLst>
          </p:cNvPr>
          <p:cNvSpPr>
            <a:spLocks noGrp="1"/>
          </p:cNvSpPr>
          <p:nvPr/>
        </p:nvSpPr>
        <p:spPr>
          <a:xfrm>
            <a:off x="44217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0" name="Stage1_sixpanel_6771">
            <a:extLst>
              <a:ext uri="{FF2B5EF4-FFF2-40B4-BE49-F238E27FC236}">
                <a16:creationId xmlns:a16="http://schemas.microsoft.com/office/drawing/2014/main" id="{BC40B0C2-C534-4069-8B85-2205BE0C383F}"/>
              </a:ext>
            </a:extLst>
          </p:cNvPr>
          <p:cNvSpPr>
            <a:spLocks noGrp="1"/>
          </p:cNvSpPr>
          <p:nvPr/>
        </p:nvSpPr>
        <p:spPr>
          <a:xfrm>
            <a:off x="44751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1" name="Stage1_sixpanel_6772">
            <a:extLst>
              <a:ext uri="{FF2B5EF4-FFF2-40B4-BE49-F238E27FC236}">
                <a16:creationId xmlns:a16="http://schemas.microsoft.com/office/drawing/2014/main" id="{A66C4845-23AD-4E7F-A256-1C8AD6362413}"/>
              </a:ext>
            </a:extLst>
          </p:cNvPr>
          <p:cNvSpPr>
            <a:spLocks noGrp="1"/>
          </p:cNvSpPr>
          <p:nvPr/>
        </p:nvSpPr>
        <p:spPr>
          <a:xfrm>
            <a:off x="44916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2" name="Stage1_sixpanel_6773">
            <a:extLst>
              <a:ext uri="{FF2B5EF4-FFF2-40B4-BE49-F238E27FC236}">
                <a16:creationId xmlns:a16="http://schemas.microsoft.com/office/drawing/2014/main" id="{B4A873F4-210D-44A2-BF8A-8FE08F918B23}"/>
              </a:ext>
            </a:extLst>
          </p:cNvPr>
          <p:cNvSpPr>
            <a:spLocks noGrp="1"/>
          </p:cNvSpPr>
          <p:nvPr/>
        </p:nvSpPr>
        <p:spPr>
          <a:xfrm>
            <a:off x="442513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3" name="Stage1_sixpanel_6774">
            <a:extLst>
              <a:ext uri="{FF2B5EF4-FFF2-40B4-BE49-F238E27FC236}">
                <a16:creationId xmlns:a16="http://schemas.microsoft.com/office/drawing/2014/main" id="{C3E3F7C7-84D1-4D82-B5F6-09378A49F5B3}"/>
              </a:ext>
            </a:extLst>
          </p:cNvPr>
          <p:cNvSpPr>
            <a:spLocks noGrp="1"/>
          </p:cNvSpPr>
          <p:nvPr/>
        </p:nvSpPr>
        <p:spPr>
          <a:xfrm>
            <a:off x="454611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4" name="Stage1_sixpanel_6775">
            <a:extLst>
              <a:ext uri="{FF2B5EF4-FFF2-40B4-BE49-F238E27FC236}">
                <a16:creationId xmlns:a16="http://schemas.microsoft.com/office/drawing/2014/main" id="{F0E04FA8-69BA-4446-B809-4B163CAD7D6A}"/>
              </a:ext>
            </a:extLst>
          </p:cNvPr>
          <p:cNvSpPr>
            <a:spLocks noGrp="1"/>
          </p:cNvSpPr>
          <p:nvPr/>
        </p:nvSpPr>
        <p:spPr>
          <a:xfrm>
            <a:off x="4472355" y="25020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5" name="Stage1_sixpanel_6776">
            <a:extLst>
              <a:ext uri="{FF2B5EF4-FFF2-40B4-BE49-F238E27FC236}">
                <a16:creationId xmlns:a16="http://schemas.microsoft.com/office/drawing/2014/main" id="{6A8535E8-3073-41CB-9E65-8B5114144C3B}"/>
              </a:ext>
            </a:extLst>
          </p:cNvPr>
          <p:cNvSpPr>
            <a:spLocks noGrp="1"/>
          </p:cNvSpPr>
          <p:nvPr/>
        </p:nvSpPr>
        <p:spPr>
          <a:xfrm>
            <a:off x="44534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6" name="Stage1_sixpanel_6777">
            <a:extLst>
              <a:ext uri="{FF2B5EF4-FFF2-40B4-BE49-F238E27FC236}">
                <a16:creationId xmlns:a16="http://schemas.microsoft.com/office/drawing/2014/main" id="{C228AC2D-7F7A-4276-B4BE-1120BC5992C3}"/>
              </a:ext>
            </a:extLst>
          </p:cNvPr>
          <p:cNvSpPr>
            <a:spLocks noGrp="1"/>
          </p:cNvSpPr>
          <p:nvPr/>
        </p:nvSpPr>
        <p:spPr>
          <a:xfrm>
            <a:off x="4446216" y="2502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7" name="Stage1_sixpanel_6778">
            <a:extLst>
              <a:ext uri="{FF2B5EF4-FFF2-40B4-BE49-F238E27FC236}">
                <a16:creationId xmlns:a16="http://schemas.microsoft.com/office/drawing/2014/main" id="{BC002BA6-F47E-49DC-8E0B-94199FF59E69}"/>
              </a:ext>
            </a:extLst>
          </p:cNvPr>
          <p:cNvSpPr>
            <a:spLocks noGrp="1"/>
          </p:cNvSpPr>
          <p:nvPr/>
        </p:nvSpPr>
        <p:spPr>
          <a:xfrm>
            <a:off x="455842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8" name="Stage1_sixpanel_6779">
            <a:extLst>
              <a:ext uri="{FF2B5EF4-FFF2-40B4-BE49-F238E27FC236}">
                <a16:creationId xmlns:a16="http://schemas.microsoft.com/office/drawing/2014/main" id="{8B74A184-3BF1-43B7-B806-9631B7C90A73}"/>
              </a:ext>
            </a:extLst>
          </p:cNvPr>
          <p:cNvSpPr>
            <a:spLocks noGrp="1"/>
          </p:cNvSpPr>
          <p:nvPr/>
        </p:nvSpPr>
        <p:spPr>
          <a:xfrm>
            <a:off x="443118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09" name="Stage1_sixpanel_6780">
            <a:extLst>
              <a:ext uri="{FF2B5EF4-FFF2-40B4-BE49-F238E27FC236}">
                <a16:creationId xmlns:a16="http://schemas.microsoft.com/office/drawing/2014/main" id="{2586F53F-9D00-43FD-B4DF-92172650C2A0}"/>
              </a:ext>
            </a:extLst>
          </p:cNvPr>
          <p:cNvSpPr>
            <a:spLocks noGrp="1"/>
          </p:cNvSpPr>
          <p:nvPr/>
        </p:nvSpPr>
        <p:spPr>
          <a:xfrm>
            <a:off x="451894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0" name="Stage1_sixpanel_6781">
            <a:extLst>
              <a:ext uri="{FF2B5EF4-FFF2-40B4-BE49-F238E27FC236}">
                <a16:creationId xmlns:a16="http://schemas.microsoft.com/office/drawing/2014/main" id="{9DAEDC4B-DFA7-4123-B4F4-407B18D85D90}"/>
              </a:ext>
            </a:extLst>
          </p:cNvPr>
          <p:cNvSpPr>
            <a:spLocks noGrp="1"/>
          </p:cNvSpPr>
          <p:nvPr/>
        </p:nvSpPr>
        <p:spPr>
          <a:xfrm>
            <a:off x="451203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1" name="Stage1_sixpanel_6782">
            <a:extLst>
              <a:ext uri="{FF2B5EF4-FFF2-40B4-BE49-F238E27FC236}">
                <a16:creationId xmlns:a16="http://schemas.microsoft.com/office/drawing/2014/main" id="{D46AB35C-9DD6-4C68-A3AD-0FC69DE176AD}"/>
              </a:ext>
            </a:extLst>
          </p:cNvPr>
          <p:cNvSpPr>
            <a:spLocks noGrp="1"/>
          </p:cNvSpPr>
          <p:nvPr/>
        </p:nvSpPr>
        <p:spPr>
          <a:xfrm>
            <a:off x="440136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2" name="Stage1_sixpanel_6783">
            <a:extLst>
              <a:ext uri="{FF2B5EF4-FFF2-40B4-BE49-F238E27FC236}">
                <a16:creationId xmlns:a16="http://schemas.microsoft.com/office/drawing/2014/main" id="{56B61EB0-C306-4EFF-B5AC-E76ABF933B6D}"/>
              </a:ext>
            </a:extLst>
          </p:cNvPr>
          <p:cNvSpPr>
            <a:spLocks noGrp="1"/>
          </p:cNvSpPr>
          <p:nvPr/>
        </p:nvSpPr>
        <p:spPr>
          <a:xfrm>
            <a:off x="45443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3" name="Stage1_sixpanel_6784">
            <a:extLst>
              <a:ext uri="{FF2B5EF4-FFF2-40B4-BE49-F238E27FC236}">
                <a16:creationId xmlns:a16="http://schemas.microsoft.com/office/drawing/2014/main" id="{0A53B8F7-F75E-48BD-831B-906D0BB9D909}"/>
              </a:ext>
            </a:extLst>
          </p:cNvPr>
          <p:cNvSpPr>
            <a:spLocks noGrp="1"/>
          </p:cNvSpPr>
          <p:nvPr/>
        </p:nvSpPr>
        <p:spPr>
          <a:xfrm>
            <a:off x="4457159" y="257761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4" name="Stage1_sixpanel_6785">
            <a:extLst>
              <a:ext uri="{FF2B5EF4-FFF2-40B4-BE49-F238E27FC236}">
                <a16:creationId xmlns:a16="http://schemas.microsoft.com/office/drawing/2014/main" id="{9BCE3714-0783-4CBF-B0AD-EF678D4D7F89}"/>
              </a:ext>
            </a:extLst>
          </p:cNvPr>
          <p:cNvSpPr>
            <a:spLocks noGrp="1"/>
          </p:cNvSpPr>
          <p:nvPr/>
        </p:nvSpPr>
        <p:spPr>
          <a:xfrm>
            <a:off x="44746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5" name="Stage1_sixpanel_6786">
            <a:extLst>
              <a:ext uri="{FF2B5EF4-FFF2-40B4-BE49-F238E27FC236}">
                <a16:creationId xmlns:a16="http://schemas.microsoft.com/office/drawing/2014/main" id="{C7102832-CB6D-4AA8-8206-710EE78F6DC5}"/>
              </a:ext>
            </a:extLst>
          </p:cNvPr>
          <p:cNvSpPr>
            <a:spLocks noGrp="1"/>
          </p:cNvSpPr>
          <p:nvPr/>
        </p:nvSpPr>
        <p:spPr>
          <a:xfrm>
            <a:off x="44757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6" name="Stage1_sixpanel_6787">
            <a:extLst>
              <a:ext uri="{FF2B5EF4-FFF2-40B4-BE49-F238E27FC236}">
                <a16:creationId xmlns:a16="http://schemas.microsoft.com/office/drawing/2014/main" id="{E0F45FDC-E21C-4D6A-8A8C-A2D2E0A55CF1}"/>
              </a:ext>
            </a:extLst>
          </p:cNvPr>
          <p:cNvSpPr>
            <a:spLocks noGrp="1"/>
          </p:cNvSpPr>
          <p:nvPr/>
        </p:nvSpPr>
        <p:spPr>
          <a:xfrm>
            <a:off x="4546141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7" name="Stage1_sixpanel_6788">
            <a:extLst>
              <a:ext uri="{FF2B5EF4-FFF2-40B4-BE49-F238E27FC236}">
                <a16:creationId xmlns:a16="http://schemas.microsoft.com/office/drawing/2014/main" id="{67572918-962D-4A49-AEF2-D7254AA6DEDF}"/>
              </a:ext>
            </a:extLst>
          </p:cNvPr>
          <p:cNvSpPr>
            <a:spLocks noGrp="1"/>
          </p:cNvSpPr>
          <p:nvPr/>
        </p:nvSpPr>
        <p:spPr>
          <a:xfrm>
            <a:off x="4451534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8" name="Stage1_sixpanel_6789">
            <a:extLst>
              <a:ext uri="{FF2B5EF4-FFF2-40B4-BE49-F238E27FC236}">
                <a16:creationId xmlns:a16="http://schemas.microsoft.com/office/drawing/2014/main" id="{094DCB73-46B0-4A72-BEFF-9ED287DEC7E2}"/>
              </a:ext>
            </a:extLst>
          </p:cNvPr>
          <p:cNvSpPr>
            <a:spLocks noGrp="1"/>
          </p:cNvSpPr>
          <p:nvPr/>
        </p:nvSpPr>
        <p:spPr>
          <a:xfrm>
            <a:off x="455371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19" name="Stage1_sixpanel_6790">
            <a:extLst>
              <a:ext uri="{FF2B5EF4-FFF2-40B4-BE49-F238E27FC236}">
                <a16:creationId xmlns:a16="http://schemas.microsoft.com/office/drawing/2014/main" id="{13B6CB5D-A580-4D0F-AF69-CEB0378EF236}"/>
              </a:ext>
            </a:extLst>
          </p:cNvPr>
          <p:cNvSpPr>
            <a:spLocks noGrp="1"/>
          </p:cNvSpPr>
          <p:nvPr/>
        </p:nvSpPr>
        <p:spPr>
          <a:xfrm>
            <a:off x="4507441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0" name="Stage1_sixpanel_6791">
            <a:extLst>
              <a:ext uri="{FF2B5EF4-FFF2-40B4-BE49-F238E27FC236}">
                <a16:creationId xmlns:a16="http://schemas.microsoft.com/office/drawing/2014/main" id="{CAD41B0F-9B76-4AC8-A8C5-765C23AE1BB2}"/>
              </a:ext>
            </a:extLst>
          </p:cNvPr>
          <p:cNvSpPr>
            <a:spLocks noGrp="1"/>
          </p:cNvSpPr>
          <p:nvPr/>
        </p:nvSpPr>
        <p:spPr>
          <a:xfrm>
            <a:off x="4489450" y="139539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1" name="Stage1_sixpanel_6792">
            <a:extLst>
              <a:ext uri="{FF2B5EF4-FFF2-40B4-BE49-F238E27FC236}">
                <a16:creationId xmlns:a16="http://schemas.microsoft.com/office/drawing/2014/main" id="{18B157F7-A098-4D1B-91AE-513C1CEDABB9}"/>
              </a:ext>
            </a:extLst>
          </p:cNvPr>
          <p:cNvSpPr>
            <a:spLocks noGrp="1"/>
          </p:cNvSpPr>
          <p:nvPr/>
        </p:nvSpPr>
        <p:spPr>
          <a:xfrm>
            <a:off x="44012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2" name="Stage1_sixpanel_6793">
            <a:extLst>
              <a:ext uri="{FF2B5EF4-FFF2-40B4-BE49-F238E27FC236}">
                <a16:creationId xmlns:a16="http://schemas.microsoft.com/office/drawing/2014/main" id="{87634B91-B3FC-45FB-82B7-9841E38320C8}"/>
              </a:ext>
            </a:extLst>
          </p:cNvPr>
          <p:cNvSpPr>
            <a:spLocks noGrp="1"/>
          </p:cNvSpPr>
          <p:nvPr/>
        </p:nvSpPr>
        <p:spPr>
          <a:xfrm>
            <a:off x="453987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3" name="Stage1_sixpanel_6794">
            <a:extLst>
              <a:ext uri="{FF2B5EF4-FFF2-40B4-BE49-F238E27FC236}">
                <a16:creationId xmlns:a16="http://schemas.microsoft.com/office/drawing/2014/main" id="{855E9963-E695-4912-826C-452D10A07C3B}"/>
              </a:ext>
            </a:extLst>
          </p:cNvPr>
          <p:cNvSpPr>
            <a:spLocks noGrp="1"/>
          </p:cNvSpPr>
          <p:nvPr/>
        </p:nvSpPr>
        <p:spPr>
          <a:xfrm>
            <a:off x="44463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4" name="Stage1_sixpanel_6795">
            <a:extLst>
              <a:ext uri="{FF2B5EF4-FFF2-40B4-BE49-F238E27FC236}">
                <a16:creationId xmlns:a16="http://schemas.microsoft.com/office/drawing/2014/main" id="{0F7BFDA9-51C7-4F6E-BE80-A52E8A4B811A}"/>
              </a:ext>
            </a:extLst>
          </p:cNvPr>
          <p:cNvSpPr>
            <a:spLocks noGrp="1"/>
          </p:cNvSpPr>
          <p:nvPr/>
        </p:nvSpPr>
        <p:spPr>
          <a:xfrm>
            <a:off x="44791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5" name="Stage1_sixpanel_6796">
            <a:extLst>
              <a:ext uri="{FF2B5EF4-FFF2-40B4-BE49-F238E27FC236}">
                <a16:creationId xmlns:a16="http://schemas.microsoft.com/office/drawing/2014/main" id="{8AD711B2-D697-4190-9460-3920873D2793}"/>
              </a:ext>
            </a:extLst>
          </p:cNvPr>
          <p:cNvSpPr>
            <a:spLocks noGrp="1"/>
          </p:cNvSpPr>
          <p:nvPr/>
        </p:nvSpPr>
        <p:spPr>
          <a:xfrm>
            <a:off x="4538388" y="199698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6" name="Stage1_sixpanel_6797">
            <a:extLst>
              <a:ext uri="{FF2B5EF4-FFF2-40B4-BE49-F238E27FC236}">
                <a16:creationId xmlns:a16="http://schemas.microsoft.com/office/drawing/2014/main" id="{8CFCCCB5-49E6-4A46-A736-09CBEAEB5BB2}"/>
              </a:ext>
            </a:extLst>
          </p:cNvPr>
          <p:cNvSpPr>
            <a:spLocks noGrp="1"/>
          </p:cNvSpPr>
          <p:nvPr/>
        </p:nvSpPr>
        <p:spPr>
          <a:xfrm>
            <a:off x="4553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7" name="Stage1_sixpanel_6798">
            <a:extLst>
              <a:ext uri="{FF2B5EF4-FFF2-40B4-BE49-F238E27FC236}">
                <a16:creationId xmlns:a16="http://schemas.microsoft.com/office/drawing/2014/main" id="{18A22D55-70B9-438C-9B9B-B9EEB6F735C9}"/>
              </a:ext>
            </a:extLst>
          </p:cNvPr>
          <p:cNvSpPr>
            <a:spLocks noGrp="1"/>
          </p:cNvSpPr>
          <p:nvPr/>
        </p:nvSpPr>
        <p:spPr>
          <a:xfrm>
            <a:off x="45126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8" name="Stage1_sixpanel_6799">
            <a:extLst>
              <a:ext uri="{FF2B5EF4-FFF2-40B4-BE49-F238E27FC236}">
                <a16:creationId xmlns:a16="http://schemas.microsoft.com/office/drawing/2014/main" id="{45CC9931-8A7B-4563-9F5E-AFA0B4F37A6C}"/>
              </a:ext>
            </a:extLst>
          </p:cNvPr>
          <p:cNvSpPr>
            <a:spLocks noGrp="1"/>
          </p:cNvSpPr>
          <p:nvPr/>
        </p:nvSpPr>
        <p:spPr>
          <a:xfrm>
            <a:off x="44377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29" name="Stage1_sixpanel_6800">
            <a:extLst>
              <a:ext uri="{FF2B5EF4-FFF2-40B4-BE49-F238E27FC236}">
                <a16:creationId xmlns:a16="http://schemas.microsoft.com/office/drawing/2014/main" id="{A51FCABE-31CB-440C-AE7F-55E73A54A388}"/>
              </a:ext>
            </a:extLst>
          </p:cNvPr>
          <p:cNvSpPr>
            <a:spLocks noGrp="1"/>
          </p:cNvSpPr>
          <p:nvPr/>
        </p:nvSpPr>
        <p:spPr>
          <a:xfrm>
            <a:off x="4456510" y="242401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0" name="Stage1_sixpanel_6801">
            <a:extLst>
              <a:ext uri="{FF2B5EF4-FFF2-40B4-BE49-F238E27FC236}">
                <a16:creationId xmlns:a16="http://schemas.microsoft.com/office/drawing/2014/main" id="{E5F3173C-AE9B-40C0-BEEF-E9E39D737C38}"/>
              </a:ext>
            </a:extLst>
          </p:cNvPr>
          <p:cNvSpPr>
            <a:spLocks noGrp="1"/>
          </p:cNvSpPr>
          <p:nvPr/>
        </p:nvSpPr>
        <p:spPr>
          <a:xfrm>
            <a:off x="453589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1" name="Stage1_sixpanel_6802">
            <a:extLst>
              <a:ext uri="{FF2B5EF4-FFF2-40B4-BE49-F238E27FC236}">
                <a16:creationId xmlns:a16="http://schemas.microsoft.com/office/drawing/2014/main" id="{022DCFD4-9C66-4965-975F-899AE2BCE84D}"/>
              </a:ext>
            </a:extLst>
          </p:cNvPr>
          <p:cNvSpPr>
            <a:spLocks noGrp="1"/>
          </p:cNvSpPr>
          <p:nvPr/>
        </p:nvSpPr>
        <p:spPr>
          <a:xfrm>
            <a:off x="4407019" y="26025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2" name="Stage1_sixpanel_6803">
            <a:extLst>
              <a:ext uri="{FF2B5EF4-FFF2-40B4-BE49-F238E27FC236}">
                <a16:creationId xmlns:a16="http://schemas.microsoft.com/office/drawing/2014/main" id="{D6389D46-FA67-4A14-8570-CA7AFB9CA116}"/>
              </a:ext>
            </a:extLst>
          </p:cNvPr>
          <p:cNvSpPr>
            <a:spLocks noGrp="1"/>
          </p:cNvSpPr>
          <p:nvPr/>
        </p:nvSpPr>
        <p:spPr>
          <a:xfrm>
            <a:off x="4472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3" name="Stage1_sixpanel_6804">
            <a:extLst>
              <a:ext uri="{FF2B5EF4-FFF2-40B4-BE49-F238E27FC236}">
                <a16:creationId xmlns:a16="http://schemas.microsoft.com/office/drawing/2014/main" id="{8CBF957E-6A4D-487D-A215-9E53445FD682}"/>
              </a:ext>
            </a:extLst>
          </p:cNvPr>
          <p:cNvSpPr>
            <a:spLocks noGrp="1"/>
          </p:cNvSpPr>
          <p:nvPr/>
        </p:nvSpPr>
        <p:spPr>
          <a:xfrm>
            <a:off x="44226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4" name="Stage1_sixpanel_6805">
            <a:extLst>
              <a:ext uri="{FF2B5EF4-FFF2-40B4-BE49-F238E27FC236}">
                <a16:creationId xmlns:a16="http://schemas.microsoft.com/office/drawing/2014/main" id="{EA0FE302-21E7-4CC0-8068-62674764F365}"/>
              </a:ext>
            </a:extLst>
          </p:cNvPr>
          <p:cNvSpPr>
            <a:spLocks noGrp="1"/>
          </p:cNvSpPr>
          <p:nvPr/>
        </p:nvSpPr>
        <p:spPr>
          <a:xfrm>
            <a:off x="446062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5" name="Stage1_sixpanel_6806">
            <a:extLst>
              <a:ext uri="{FF2B5EF4-FFF2-40B4-BE49-F238E27FC236}">
                <a16:creationId xmlns:a16="http://schemas.microsoft.com/office/drawing/2014/main" id="{6A64713C-ACFB-4F45-BB00-E10D6DC34A00}"/>
              </a:ext>
            </a:extLst>
          </p:cNvPr>
          <p:cNvSpPr>
            <a:spLocks noGrp="1"/>
          </p:cNvSpPr>
          <p:nvPr/>
        </p:nvSpPr>
        <p:spPr>
          <a:xfrm>
            <a:off x="443330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6" name="Stage1_sixpanel_6807">
            <a:extLst>
              <a:ext uri="{FF2B5EF4-FFF2-40B4-BE49-F238E27FC236}">
                <a16:creationId xmlns:a16="http://schemas.microsoft.com/office/drawing/2014/main" id="{809DF0F6-77A5-4A76-9627-88E8716A2983}"/>
              </a:ext>
            </a:extLst>
          </p:cNvPr>
          <p:cNvSpPr>
            <a:spLocks noGrp="1"/>
          </p:cNvSpPr>
          <p:nvPr/>
        </p:nvSpPr>
        <p:spPr>
          <a:xfrm>
            <a:off x="4484232" y="25632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7" name="Stage1_sixpanel_6808">
            <a:extLst>
              <a:ext uri="{FF2B5EF4-FFF2-40B4-BE49-F238E27FC236}">
                <a16:creationId xmlns:a16="http://schemas.microsoft.com/office/drawing/2014/main" id="{93481398-CDA2-438D-8F6C-5509A752A3C1}"/>
              </a:ext>
            </a:extLst>
          </p:cNvPr>
          <p:cNvSpPr>
            <a:spLocks noGrp="1"/>
          </p:cNvSpPr>
          <p:nvPr/>
        </p:nvSpPr>
        <p:spPr>
          <a:xfrm>
            <a:off x="45392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8" name="Stage1_sixpanel_6809">
            <a:extLst>
              <a:ext uri="{FF2B5EF4-FFF2-40B4-BE49-F238E27FC236}">
                <a16:creationId xmlns:a16="http://schemas.microsoft.com/office/drawing/2014/main" id="{12B5FDA7-67CB-4540-846A-C4AC7980F3CA}"/>
              </a:ext>
            </a:extLst>
          </p:cNvPr>
          <p:cNvSpPr>
            <a:spLocks noGrp="1"/>
          </p:cNvSpPr>
          <p:nvPr/>
        </p:nvSpPr>
        <p:spPr>
          <a:xfrm>
            <a:off x="4486015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1639" name="Stage1_sixpanel_6810">
            <a:extLst>
              <a:ext uri="{FF2B5EF4-FFF2-40B4-BE49-F238E27FC236}">
                <a16:creationId xmlns:a16="http://schemas.microsoft.com/office/drawing/2014/main" id="{3D63ABC1-8C26-43EC-9BAB-DDE7B74B2FD0}"/>
              </a:ext>
            </a:extLst>
          </p:cNvPr>
          <p:cNvSpPr>
            <a:spLocks noGrp="1"/>
          </p:cNvSpPr>
          <p:nvPr/>
        </p:nvSpPr>
        <p:spPr>
          <a:xfrm>
            <a:off x="1623495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0" name="Stage1_sixpanel_6811">
            <a:extLst>
              <a:ext uri="{FF2B5EF4-FFF2-40B4-BE49-F238E27FC236}">
                <a16:creationId xmlns:a16="http://schemas.microsoft.com/office/drawing/2014/main" id="{43DCE975-61F7-4C35-A9FC-7516B25F0CAF}"/>
              </a:ext>
            </a:extLst>
          </p:cNvPr>
          <p:cNvSpPr>
            <a:spLocks noGrp="1"/>
          </p:cNvSpPr>
          <p:nvPr/>
        </p:nvSpPr>
        <p:spPr>
          <a:xfrm>
            <a:off x="1623495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641" name="Stage1_sixpanel_6812">
            <a:extLst>
              <a:ext uri="{FF2B5EF4-FFF2-40B4-BE49-F238E27FC236}">
                <a16:creationId xmlns:a16="http://schemas.microsoft.com/office/drawing/2014/main" id="{ED6DEDAF-81FD-4491-94DD-0673E33EB541}"/>
              </a:ext>
            </a:extLst>
          </p:cNvPr>
          <p:cNvSpPr>
            <a:spLocks noGrp="1"/>
          </p:cNvSpPr>
          <p:nvPr/>
        </p:nvSpPr>
        <p:spPr>
          <a:xfrm>
            <a:off x="1888614" y="1716433"/>
            <a:ext cx="191" cy="114145"/>
          </a:xfrm>
          <a:custGeom>
            <a:avLst/>
            <a:gdLst/>
            <a:ahLst/>
            <a:cxnLst/>
            <a:rect l="0" t="0" r="0" b="0"/>
            <a:pathLst>
              <a:path w="191" h="114145">
                <a:moveTo>
                  <a:pt x="0" y="11414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2" name="Stage1_sixpanel_6813">
            <a:extLst>
              <a:ext uri="{FF2B5EF4-FFF2-40B4-BE49-F238E27FC236}">
                <a16:creationId xmlns:a16="http://schemas.microsoft.com/office/drawing/2014/main" id="{A9923D59-9A83-4B52-858E-77CF3A359E16}"/>
              </a:ext>
            </a:extLst>
          </p:cNvPr>
          <p:cNvSpPr>
            <a:spLocks noGrp="1"/>
          </p:cNvSpPr>
          <p:nvPr/>
        </p:nvSpPr>
        <p:spPr>
          <a:xfrm>
            <a:off x="1830288" y="1830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3" name="Stage1_sixpanel_6814">
            <a:extLst>
              <a:ext uri="{FF2B5EF4-FFF2-40B4-BE49-F238E27FC236}">
                <a16:creationId xmlns:a16="http://schemas.microsoft.com/office/drawing/2014/main" id="{781244C9-50FC-41AD-8B13-8A7C6CD81226}"/>
              </a:ext>
            </a:extLst>
          </p:cNvPr>
          <p:cNvSpPr>
            <a:spLocks noGrp="1"/>
          </p:cNvSpPr>
          <p:nvPr/>
        </p:nvSpPr>
        <p:spPr>
          <a:xfrm>
            <a:off x="1830288" y="171643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4" name="Stage1_sixpanel_6815">
            <a:extLst>
              <a:ext uri="{FF2B5EF4-FFF2-40B4-BE49-F238E27FC236}">
                <a16:creationId xmlns:a16="http://schemas.microsoft.com/office/drawing/2014/main" id="{37B188D7-6217-4578-A5A0-DDBA05AD9007}"/>
              </a:ext>
            </a:extLst>
          </p:cNvPr>
          <p:cNvSpPr>
            <a:spLocks noGrp="1"/>
          </p:cNvSpPr>
          <p:nvPr/>
        </p:nvSpPr>
        <p:spPr>
          <a:xfrm>
            <a:off x="2949089" y="1591054"/>
            <a:ext cx="191" cy="137667"/>
          </a:xfrm>
          <a:custGeom>
            <a:avLst/>
            <a:gdLst/>
            <a:ahLst/>
            <a:cxnLst/>
            <a:rect l="0" t="0" r="0" b="0"/>
            <a:pathLst>
              <a:path w="191" h="137667">
                <a:moveTo>
                  <a:pt x="0" y="13766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5" name="Stage1_sixpanel_6816">
            <a:extLst>
              <a:ext uri="{FF2B5EF4-FFF2-40B4-BE49-F238E27FC236}">
                <a16:creationId xmlns:a16="http://schemas.microsoft.com/office/drawing/2014/main" id="{F5C0FE31-56AB-4117-85AE-CDA56C6D6021}"/>
              </a:ext>
            </a:extLst>
          </p:cNvPr>
          <p:cNvSpPr>
            <a:spLocks noGrp="1"/>
          </p:cNvSpPr>
          <p:nvPr/>
        </p:nvSpPr>
        <p:spPr>
          <a:xfrm>
            <a:off x="2890762" y="172872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6" name="Stage1_sixpanel_6817">
            <a:extLst>
              <a:ext uri="{FF2B5EF4-FFF2-40B4-BE49-F238E27FC236}">
                <a16:creationId xmlns:a16="http://schemas.microsoft.com/office/drawing/2014/main" id="{6091E855-7C17-4905-98ED-A958EF1E4F7F}"/>
              </a:ext>
            </a:extLst>
          </p:cNvPr>
          <p:cNvSpPr>
            <a:spLocks noGrp="1"/>
          </p:cNvSpPr>
          <p:nvPr/>
        </p:nvSpPr>
        <p:spPr>
          <a:xfrm>
            <a:off x="2890762" y="159105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7" name="Stage1_sixpanel_6818">
            <a:extLst>
              <a:ext uri="{FF2B5EF4-FFF2-40B4-BE49-F238E27FC236}">
                <a16:creationId xmlns:a16="http://schemas.microsoft.com/office/drawing/2014/main" id="{D7E2AE08-CB83-4BFB-ADB4-4A4E06138428}"/>
              </a:ext>
            </a:extLst>
          </p:cNvPr>
          <p:cNvSpPr>
            <a:spLocks noGrp="1"/>
          </p:cNvSpPr>
          <p:nvPr/>
        </p:nvSpPr>
        <p:spPr>
          <a:xfrm>
            <a:off x="4009563" y="1731222"/>
            <a:ext cx="191" cy="161563"/>
          </a:xfrm>
          <a:custGeom>
            <a:avLst/>
            <a:gdLst/>
            <a:ahLst/>
            <a:cxnLst/>
            <a:rect l="0" t="0" r="0" b="0"/>
            <a:pathLst>
              <a:path w="191" h="161563">
                <a:moveTo>
                  <a:pt x="0" y="161563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8" name="Stage1_sixpanel_6819">
            <a:extLst>
              <a:ext uri="{FF2B5EF4-FFF2-40B4-BE49-F238E27FC236}">
                <a16:creationId xmlns:a16="http://schemas.microsoft.com/office/drawing/2014/main" id="{770CE5C0-9BF4-4B68-B109-EEFA41D52EC4}"/>
              </a:ext>
            </a:extLst>
          </p:cNvPr>
          <p:cNvSpPr>
            <a:spLocks noGrp="1"/>
          </p:cNvSpPr>
          <p:nvPr/>
        </p:nvSpPr>
        <p:spPr>
          <a:xfrm>
            <a:off x="3951237" y="189278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49" name="Stage1_sixpanel_6820">
            <a:extLst>
              <a:ext uri="{FF2B5EF4-FFF2-40B4-BE49-F238E27FC236}">
                <a16:creationId xmlns:a16="http://schemas.microsoft.com/office/drawing/2014/main" id="{E3A102C0-4236-4749-A834-221AE3B95DFF}"/>
              </a:ext>
            </a:extLst>
          </p:cNvPr>
          <p:cNvSpPr>
            <a:spLocks noGrp="1"/>
          </p:cNvSpPr>
          <p:nvPr/>
        </p:nvSpPr>
        <p:spPr>
          <a:xfrm>
            <a:off x="3951237" y="173122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1650" name="Stage1_sixpanel_6821">
            <a:extLst>
              <a:ext uri="{FF2B5EF4-FFF2-40B4-BE49-F238E27FC236}">
                <a16:creationId xmlns:a16="http://schemas.microsoft.com/office/drawing/2014/main" id="{8EBC5242-37BD-4AB7-B2F5-01A3F567F03A}"/>
              </a:ext>
            </a:extLst>
          </p:cNvPr>
          <p:cNvSpPr>
            <a:spLocks noGrp="1"/>
          </p:cNvSpPr>
          <p:nvPr/>
        </p:nvSpPr>
        <p:spPr>
          <a:xfrm>
            <a:off x="2132523" y="1869803"/>
            <a:ext cx="191" cy="120039"/>
          </a:xfrm>
          <a:custGeom>
            <a:avLst/>
            <a:gdLst/>
            <a:ahLst/>
            <a:cxnLst/>
            <a:rect l="0" t="0" r="0" b="0"/>
            <a:pathLst>
              <a:path w="191" h="120039">
                <a:moveTo>
                  <a:pt x="0" y="120039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1" name="Stage1_sixpanel_6822">
            <a:extLst>
              <a:ext uri="{FF2B5EF4-FFF2-40B4-BE49-F238E27FC236}">
                <a16:creationId xmlns:a16="http://schemas.microsoft.com/office/drawing/2014/main" id="{54800F1F-B75C-4301-879C-CFE52DED31D7}"/>
              </a:ext>
            </a:extLst>
          </p:cNvPr>
          <p:cNvSpPr>
            <a:spLocks noGrp="1"/>
          </p:cNvSpPr>
          <p:nvPr/>
        </p:nvSpPr>
        <p:spPr>
          <a:xfrm>
            <a:off x="2074197" y="19898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2" name="Stage1_sixpanel_6823">
            <a:extLst>
              <a:ext uri="{FF2B5EF4-FFF2-40B4-BE49-F238E27FC236}">
                <a16:creationId xmlns:a16="http://schemas.microsoft.com/office/drawing/2014/main" id="{46CA879C-A1E5-4DE2-B445-C56FF75F534C}"/>
              </a:ext>
            </a:extLst>
          </p:cNvPr>
          <p:cNvSpPr>
            <a:spLocks noGrp="1"/>
          </p:cNvSpPr>
          <p:nvPr/>
        </p:nvSpPr>
        <p:spPr>
          <a:xfrm>
            <a:off x="2074197" y="186980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3" name="Stage1_sixpanel_6824">
            <a:extLst>
              <a:ext uri="{FF2B5EF4-FFF2-40B4-BE49-F238E27FC236}">
                <a16:creationId xmlns:a16="http://schemas.microsoft.com/office/drawing/2014/main" id="{E0EA5ECE-718A-45BF-934F-3D141A8B27A0}"/>
              </a:ext>
            </a:extLst>
          </p:cNvPr>
          <p:cNvSpPr>
            <a:spLocks noGrp="1"/>
          </p:cNvSpPr>
          <p:nvPr/>
        </p:nvSpPr>
        <p:spPr>
          <a:xfrm>
            <a:off x="3192998" y="1766395"/>
            <a:ext cx="191" cy="140656"/>
          </a:xfrm>
          <a:custGeom>
            <a:avLst/>
            <a:gdLst/>
            <a:ahLst/>
            <a:cxnLst/>
            <a:rect l="0" t="0" r="0" b="0"/>
            <a:pathLst>
              <a:path w="191" h="140656">
                <a:moveTo>
                  <a:pt x="0" y="14065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4" name="Stage1_sixpanel_6825">
            <a:extLst>
              <a:ext uri="{FF2B5EF4-FFF2-40B4-BE49-F238E27FC236}">
                <a16:creationId xmlns:a16="http://schemas.microsoft.com/office/drawing/2014/main" id="{F4455617-FCF6-4148-965E-1C4AE77EE88A}"/>
              </a:ext>
            </a:extLst>
          </p:cNvPr>
          <p:cNvSpPr>
            <a:spLocks noGrp="1"/>
          </p:cNvSpPr>
          <p:nvPr/>
        </p:nvSpPr>
        <p:spPr>
          <a:xfrm>
            <a:off x="3134672" y="190705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5" name="Stage1_sixpanel_6826">
            <a:extLst>
              <a:ext uri="{FF2B5EF4-FFF2-40B4-BE49-F238E27FC236}">
                <a16:creationId xmlns:a16="http://schemas.microsoft.com/office/drawing/2014/main" id="{68AEEBE3-0CC9-4C6E-A47F-DD58B9A1531C}"/>
              </a:ext>
            </a:extLst>
          </p:cNvPr>
          <p:cNvSpPr>
            <a:spLocks noGrp="1"/>
          </p:cNvSpPr>
          <p:nvPr/>
        </p:nvSpPr>
        <p:spPr>
          <a:xfrm>
            <a:off x="3134672" y="176639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6" name="Stage1_sixpanel_6827">
            <a:extLst>
              <a:ext uri="{FF2B5EF4-FFF2-40B4-BE49-F238E27FC236}">
                <a16:creationId xmlns:a16="http://schemas.microsoft.com/office/drawing/2014/main" id="{60E411DD-3634-47B2-895F-96B947F14EE5}"/>
              </a:ext>
            </a:extLst>
          </p:cNvPr>
          <p:cNvSpPr>
            <a:spLocks noGrp="1"/>
          </p:cNvSpPr>
          <p:nvPr/>
        </p:nvSpPr>
        <p:spPr>
          <a:xfrm>
            <a:off x="4253472" y="1895442"/>
            <a:ext cx="191" cy="152937"/>
          </a:xfrm>
          <a:custGeom>
            <a:avLst/>
            <a:gdLst/>
            <a:ahLst/>
            <a:cxnLst/>
            <a:rect l="0" t="0" r="0" b="0"/>
            <a:pathLst>
              <a:path w="191" h="152937">
                <a:moveTo>
                  <a:pt x="0" y="15293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7" name="Stage1_sixpanel_6828">
            <a:extLst>
              <a:ext uri="{FF2B5EF4-FFF2-40B4-BE49-F238E27FC236}">
                <a16:creationId xmlns:a16="http://schemas.microsoft.com/office/drawing/2014/main" id="{68152E82-1DEA-4060-AC05-398493A5E9F7}"/>
              </a:ext>
            </a:extLst>
          </p:cNvPr>
          <p:cNvSpPr>
            <a:spLocks noGrp="1"/>
          </p:cNvSpPr>
          <p:nvPr/>
        </p:nvSpPr>
        <p:spPr>
          <a:xfrm>
            <a:off x="4195146" y="20483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8" name="Stage1_sixpanel_6829">
            <a:extLst>
              <a:ext uri="{FF2B5EF4-FFF2-40B4-BE49-F238E27FC236}">
                <a16:creationId xmlns:a16="http://schemas.microsoft.com/office/drawing/2014/main" id="{9CA27E97-B3FD-43A1-8DAD-11DEDF7B29EE}"/>
              </a:ext>
            </a:extLst>
          </p:cNvPr>
          <p:cNvSpPr>
            <a:spLocks noGrp="1"/>
          </p:cNvSpPr>
          <p:nvPr/>
        </p:nvSpPr>
        <p:spPr>
          <a:xfrm>
            <a:off x="4195146" y="189544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1659" name="Stage1_sixpanel_6830">
            <a:extLst>
              <a:ext uri="{FF2B5EF4-FFF2-40B4-BE49-F238E27FC236}">
                <a16:creationId xmlns:a16="http://schemas.microsoft.com/office/drawing/2014/main" id="{43D300F4-DA42-4177-8CF7-70767956B19A}"/>
              </a:ext>
            </a:extLst>
          </p:cNvPr>
          <p:cNvSpPr>
            <a:spLocks noGrp="1"/>
          </p:cNvSpPr>
          <p:nvPr/>
        </p:nvSpPr>
        <p:spPr>
          <a:xfrm>
            <a:off x="2376432" y="2522875"/>
            <a:ext cx="191" cy="47385"/>
          </a:xfrm>
          <a:custGeom>
            <a:avLst/>
            <a:gdLst/>
            <a:ahLst/>
            <a:cxnLst/>
            <a:rect l="0" t="0" r="0" b="0"/>
            <a:pathLst>
              <a:path w="191" h="47385">
                <a:moveTo>
                  <a:pt x="0" y="47385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0" name="Stage1_sixpanel_6831">
            <a:extLst>
              <a:ext uri="{FF2B5EF4-FFF2-40B4-BE49-F238E27FC236}">
                <a16:creationId xmlns:a16="http://schemas.microsoft.com/office/drawing/2014/main" id="{05145F23-0B05-4181-9E85-99314B104A2F}"/>
              </a:ext>
            </a:extLst>
          </p:cNvPr>
          <p:cNvSpPr>
            <a:spLocks noGrp="1"/>
          </p:cNvSpPr>
          <p:nvPr/>
        </p:nvSpPr>
        <p:spPr>
          <a:xfrm>
            <a:off x="2318106" y="257026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1" name="Stage1_sixpanel_6832">
            <a:extLst>
              <a:ext uri="{FF2B5EF4-FFF2-40B4-BE49-F238E27FC236}">
                <a16:creationId xmlns:a16="http://schemas.microsoft.com/office/drawing/2014/main" id="{C4FB7896-0045-4522-AA72-C822E22BCBC7}"/>
              </a:ext>
            </a:extLst>
          </p:cNvPr>
          <p:cNvSpPr>
            <a:spLocks noGrp="1"/>
          </p:cNvSpPr>
          <p:nvPr/>
        </p:nvSpPr>
        <p:spPr>
          <a:xfrm>
            <a:off x="2318106" y="25228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2" name="Stage1_sixpanel_6833">
            <a:extLst>
              <a:ext uri="{FF2B5EF4-FFF2-40B4-BE49-F238E27FC236}">
                <a16:creationId xmlns:a16="http://schemas.microsoft.com/office/drawing/2014/main" id="{8C0513AE-66EE-4FC3-8618-1E1B439F59AC}"/>
              </a:ext>
            </a:extLst>
          </p:cNvPr>
          <p:cNvSpPr>
            <a:spLocks noGrp="1"/>
          </p:cNvSpPr>
          <p:nvPr/>
        </p:nvSpPr>
        <p:spPr>
          <a:xfrm>
            <a:off x="3436907" y="2179852"/>
            <a:ext cx="191" cy="137838"/>
          </a:xfrm>
          <a:custGeom>
            <a:avLst/>
            <a:gdLst/>
            <a:ahLst/>
            <a:cxnLst/>
            <a:rect l="0" t="0" r="0" b="0"/>
            <a:pathLst>
              <a:path w="191" h="137838">
                <a:moveTo>
                  <a:pt x="0" y="13783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3" name="Stage1_sixpanel_6834">
            <a:extLst>
              <a:ext uri="{FF2B5EF4-FFF2-40B4-BE49-F238E27FC236}">
                <a16:creationId xmlns:a16="http://schemas.microsoft.com/office/drawing/2014/main" id="{866FB088-5998-41CB-83B1-C11C8D4E6A0D}"/>
              </a:ext>
            </a:extLst>
          </p:cNvPr>
          <p:cNvSpPr>
            <a:spLocks noGrp="1"/>
          </p:cNvSpPr>
          <p:nvPr/>
        </p:nvSpPr>
        <p:spPr>
          <a:xfrm>
            <a:off x="3378581" y="231769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4" name="Stage1_sixpanel_6835">
            <a:extLst>
              <a:ext uri="{FF2B5EF4-FFF2-40B4-BE49-F238E27FC236}">
                <a16:creationId xmlns:a16="http://schemas.microsoft.com/office/drawing/2014/main" id="{28104D57-D3BF-4F7F-BBBA-1D7CF2EEBA66}"/>
              </a:ext>
            </a:extLst>
          </p:cNvPr>
          <p:cNvSpPr>
            <a:spLocks noGrp="1"/>
          </p:cNvSpPr>
          <p:nvPr/>
        </p:nvSpPr>
        <p:spPr>
          <a:xfrm>
            <a:off x="3378581" y="217985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5" name="Stage1_sixpanel_6836">
            <a:extLst>
              <a:ext uri="{FF2B5EF4-FFF2-40B4-BE49-F238E27FC236}">
                <a16:creationId xmlns:a16="http://schemas.microsoft.com/office/drawing/2014/main" id="{B35FB385-F5FA-4450-83C8-1B3DAA445AE5}"/>
              </a:ext>
            </a:extLst>
          </p:cNvPr>
          <p:cNvSpPr>
            <a:spLocks noGrp="1"/>
          </p:cNvSpPr>
          <p:nvPr/>
        </p:nvSpPr>
        <p:spPr>
          <a:xfrm>
            <a:off x="4497381" y="2386786"/>
            <a:ext cx="191" cy="97531"/>
          </a:xfrm>
          <a:custGeom>
            <a:avLst/>
            <a:gdLst/>
            <a:ahLst/>
            <a:cxnLst/>
            <a:rect l="0" t="0" r="0" b="0"/>
            <a:pathLst>
              <a:path w="191" h="97531">
                <a:moveTo>
                  <a:pt x="0" y="9753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6" name="Stage1_sixpanel_6837">
            <a:extLst>
              <a:ext uri="{FF2B5EF4-FFF2-40B4-BE49-F238E27FC236}">
                <a16:creationId xmlns:a16="http://schemas.microsoft.com/office/drawing/2014/main" id="{FB8C0130-7BD8-464E-8FEF-A83727C65090}"/>
              </a:ext>
            </a:extLst>
          </p:cNvPr>
          <p:cNvSpPr>
            <a:spLocks noGrp="1"/>
          </p:cNvSpPr>
          <p:nvPr/>
        </p:nvSpPr>
        <p:spPr>
          <a:xfrm>
            <a:off x="4439055" y="248431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7" name="Stage1_sixpanel_6838">
            <a:extLst>
              <a:ext uri="{FF2B5EF4-FFF2-40B4-BE49-F238E27FC236}">
                <a16:creationId xmlns:a16="http://schemas.microsoft.com/office/drawing/2014/main" id="{DC007ECB-0530-4BEA-B41B-6D62088021EE}"/>
              </a:ext>
            </a:extLst>
          </p:cNvPr>
          <p:cNvSpPr>
            <a:spLocks noGrp="1"/>
          </p:cNvSpPr>
          <p:nvPr/>
        </p:nvSpPr>
        <p:spPr>
          <a:xfrm>
            <a:off x="4439055" y="238678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1668" name="Stage1_sixpanel_6839">
            <a:extLst>
              <a:ext uri="{FF2B5EF4-FFF2-40B4-BE49-F238E27FC236}">
                <a16:creationId xmlns:a16="http://schemas.microsoft.com/office/drawing/2014/main" id="{FE2DC0B6-ED08-4A46-896B-F9C5F5D1C239}"/>
              </a:ext>
            </a:extLst>
          </p:cNvPr>
          <p:cNvSpPr>
            <a:spLocks noGrp="1"/>
          </p:cNvSpPr>
          <p:nvPr/>
        </p:nvSpPr>
        <p:spPr>
          <a:xfrm>
            <a:off x="1797413" y="177296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69" name="Stage1_sixpanel_6840">
            <a:extLst>
              <a:ext uri="{FF2B5EF4-FFF2-40B4-BE49-F238E27FC236}">
                <a16:creationId xmlns:a16="http://schemas.microsoft.com/office/drawing/2014/main" id="{9EF80C4B-32D5-4C56-853F-4018B5B9C08C}"/>
              </a:ext>
            </a:extLst>
          </p:cNvPr>
          <p:cNvSpPr>
            <a:spLocks noGrp="1"/>
          </p:cNvSpPr>
          <p:nvPr/>
        </p:nvSpPr>
        <p:spPr>
          <a:xfrm>
            <a:off x="2857888" y="165891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0" name="Stage1_sixpanel_6841">
            <a:extLst>
              <a:ext uri="{FF2B5EF4-FFF2-40B4-BE49-F238E27FC236}">
                <a16:creationId xmlns:a16="http://schemas.microsoft.com/office/drawing/2014/main" id="{4357C8E2-FD49-4DD0-BD93-4D30EEE6E657}"/>
              </a:ext>
            </a:extLst>
          </p:cNvPr>
          <p:cNvSpPr>
            <a:spLocks noGrp="1"/>
          </p:cNvSpPr>
          <p:nvPr/>
        </p:nvSpPr>
        <p:spPr>
          <a:xfrm>
            <a:off x="3918362" y="181199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1671" name="Stage1_sixpanel_6842">
            <a:extLst>
              <a:ext uri="{FF2B5EF4-FFF2-40B4-BE49-F238E27FC236}">
                <a16:creationId xmlns:a16="http://schemas.microsoft.com/office/drawing/2014/main" id="{A52088BD-A3BC-4B0D-9A87-8AC242B823C8}"/>
              </a:ext>
            </a:extLst>
          </p:cNvPr>
          <p:cNvSpPr>
            <a:spLocks noGrp="1"/>
          </p:cNvSpPr>
          <p:nvPr/>
        </p:nvSpPr>
        <p:spPr>
          <a:xfrm>
            <a:off x="2041322" y="1928984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2" name="Stage1_sixpanel_6843">
            <a:extLst>
              <a:ext uri="{FF2B5EF4-FFF2-40B4-BE49-F238E27FC236}">
                <a16:creationId xmlns:a16="http://schemas.microsoft.com/office/drawing/2014/main" id="{AF228E05-60A5-4F5D-B855-46D6C24738EA}"/>
              </a:ext>
            </a:extLst>
          </p:cNvPr>
          <p:cNvSpPr>
            <a:spLocks noGrp="1"/>
          </p:cNvSpPr>
          <p:nvPr/>
        </p:nvSpPr>
        <p:spPr>
          <a:xfrm>
            <a:off x="3101797" y="183619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3" name="Stage1_sixpanel_6844">
            <a:extLst>
              <a:ext uri="{FF2B5EF4-FFF2-40B4-BE49-F238E27FC236}">
                <a16:creationId xmlns:a16="http://schemas.microsoft.com/office/drawing/2014/main" id="{2E0592B8-12D2-42B9-B18A-D51BA980EC4A}"/>
              </a:ext>
            </a:extLst>
          </p:cNvPr>
          <p:cNvSpPr>
            <a:spLocks noGrp="1"/>
          </p:cNvSpPr>
          <p:nvPr/>
        </p:nvSpPr>
        <p:spPr>
          <a:xfrm>
            <a:off x="4162271" y="197227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1674" name="Stage1_sixpanel_6845">
            <a:extLst>
              <a:ext uri="{FF2B5EF4-FFF2-40B4-BE49-F238E27FC236}">
                <a16:creationId xmlns:a16="http://schemas.microsoft.com/office/drawing/2014/main" id="{4C23003A-B40E-4847-91CB-8AA9571EC11E}"/>
              </a:ext>
            </a:extLst>
          </p:cNvPr>
          <p:cNvSpPr>
            <a:spLocks noGrp="1"/>
          </p:cNvSpPr>
          <p:nvPr/>
        </p:nvSpPr>
        <p:spPr>
          <a:xfrm>
            <a:off x="2285232" y="254805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5" name="Stage1_sixpanel_6846">
            <a:extLst>
              <a:ext uri="{FF2B5EF4-FFF2-40B4-BE49-F238E27FC236}">
                <a16:creationId xmlns:a16="http://schemas.microsoft.com/office/drawing/2014/main" id="{8BC3B778-6F50-4C87-8B68-A5C0D2223DA7}"/>
              </a:ext>
            </a:extLst>
          </p:cNvPr>
          <p:cNvSpPr>
            <a:spLocks noGrp="1"/>
          </p:cNvSpPr>
          <p:nvPr/>
        </p:nvSpPr>
        <p:spPr>
          <a:xfrm>
            <a:off x="3345706" y="2250332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6" name="Stage1_sixpanel_6847">
            <a:extLst>
              <a:ext uri="{FF2B5EF4-FFF2-40B4-BE49-F238E27FC236}">
                <a16:creationId xmlns:a16="http://schemas.microsoft.com/office/drawing/2014/main" id="{0BB5A2B0-BBB4-4DD3-8A39-F2BBE708941B}"/>
              </a:ext>
            </a:extLst>
          </p:cNvPr>
          <p:cNvSpPr>
            <a:spLocks noGrp="1"/>
          </p:cNvSpPr>
          <p:nvPr/>
        </p:nvSpPr>
        <p:spPr>
          <a:xfrm>
            <a:off x="4406181" y="243741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1677" name="Stage1_sixpanel_6848">
            <a:extLst>
              <a:ext uri="{FF2B5EF4-FFF2-40B4-BE49-F238E27FC236}">
                <a16:creationId xmlns:a16="http://schemas.microsoft.com/office/drawing/2014/main" id="{B48ED9A0-00CC-457F-AE59-9EED6B4F82A3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8" name="Stage1_sixpanel_6849">
            <a:extLst>
              <a:ext uri="{FF2B5EF4-FFF2-40B4-BE49-F238E27FC236}">
                <a16:creationId xmlns:a16="http://schemas.microsoft.com/office/drawing/2014/main" id="{A33F7EBA-4014-4203-A63B-21F705C9C977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1679" name="Stage1_sixpanel_6850">
            <a:extLst>
              <a:ext uri="{FF2B5EF4-FFF2-40B4-BE49-F238E27FC236}">
                <a16:creationId xmlns:a16="http://schemas.microsoft.com/office/drawing/2014/main" id="{618AA630-EA4E-48B2-9AA6-07E38B16C1A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0" name="Stage1_sixpanel_6851">
            <a:extLst>
              <a:ext uri="{FF2B5EF4-FFF2-40B4-BE49-F238E27FC236}">
                <a16:creationId xmlns:a16="http://schemas.microsoft.com/office/drawing/2014/main" id="{FE487D9E-022B-4FB4-BE37-12CC29E63129}"/>
              </a:ext>
            </a:extLst>
          </p:cNvPr>
          <p:cNvSpPr>
            <a:spLocks noGrp="1"/>
          </p:cNvSpPr>
          <p:nvPr/>
        </p:nvSpPr>
        <p:spPr>
          <a:xfrm>
            <a:off x="1671869" y="415916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1" name="Stage1_sixpanel_6852">
            <a:extLst>
              <a:ext uri="{FF2B5EF4-FFF2-40B4-BE49-F238E27FC236}">
                <a16:creationId xmlns:a16="http://schemas.microsoft.com/office/drawing/2014/main" id="{A00DBB38-8B38-4801-8D59-5361406A18B0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2" name="Stage1_sixpanel_6853">
            <a:extLst>
              <a:ext uri="{FF2B5EF4-FFF2-40B4-BE49-F238E27FC236}">
                <a16:creationId xmlns:a16="http://schemas.microsoft.com/office/drawing/2014/main" id="{339C42B4-6F60-4E1B-B1A8-EC575A2DE6BA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3" name="Stage1_sixpanel_6854">
            <a:extLst>
              <a:ext uri="{FF2B5EF4-FFF2-40B4-BE49-F238E27FC236}">
                <a16:creationId xmlns:a16="http://schemas.microsoft.com/office/drawing/2014/main" id="{F8AEE426-182C-471C-8227-106181EDEBC3}"/>
              </a:ext>
            </a:extLst>
          </p:cNvPr>
          <p:cNvSpPr>
            <a:spLocks noGrp="1"/>
          </p:cNvSpPr>
          <p:nvPr/>
        </p:nvSpPr>
        <p:spPr>
          <a:xfrm>
            <a:off x="2697211" y="4516693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4" name="Stage1_sixpanel_6855">
            <a:extLst>
              <a:ext uri="{FF2B5EF4-FFF2-40B4-BE49-F238E27FC236}">
                <a16:creationId xmlns:a16="http://schemas.microsoft.com/office/drawing/2014/main" id="{C940EFD3-188B-45F2-8CA0-6DD4FD0EF767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67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5" name="Stage1_sixpanel_6856">
            <a:extLst>
              <a:ext uri="{FF2B5EF4-FFF2-40B4-BE49-F238E27FC236}">
                <a16:creationId xmlns:a16="http://schemas.microsoft.com/office/drawing/2014/main" id="{853F8C4D-5F38-457E-A704-43217BA4E0D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6" name="Stage1_sixpanel_6857">
            <a:extLst>
              <a:ext uri="{FF2B5EF4-FFF2-40B4-BE49-F238E27FC236}">
                <a16:creationId xmlns:a16="http://schemas.microsoft.com/office/drawing/2014/main" id="{5BB9B99A-0F01-40C8-9B09-FC8265ADDDD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7" name="Stage1_sixpanel_6858">
            <a:extLst>
              <a:ext uri="{FF2B5EF4-FFF2-40B4-BE49-F238E27FC236}">
                <a16:creationId xmlns:a16="http://schemas.microsoft.com/office/drawing/2014/main" id="{607FBC1A-1F1E-4230-A9EF-FA91F805AEC2}"/>
              </a:ext>
            </a:extLst>
          </p:cNvPr>
          <p:cNvSpPr>
            <a:spLocks noGrp="1"/>
          </p:cNvSpPr>
          <p:nvPr/>
        </p:nvSpPr>
        <p:spPr>
          <a:xfrm>
            <a:off x="1671869" y="5174495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8" name="Stage1_sixpanel_6859">
            <a:extLst>
              <a:ext uri="{FF2B5EF4-FFF2-40B4-BE49-F238E27FC236}">
                <a16:creationId xmlns:a16="http://schemas.microsoft.com/office/drawing/2014/main" id="{9F643063-BAA5-485C-B721-10746D5F634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89" name="Stage1_sixpanel_6860">
            <a:extLst>
              <a:ext uri="{FF2B5EF4-FFF2-40B4-BE49-F238E27FC236}">
                <a16:creationId xmlns:a16="http://schemas.microsoft.com/office/drawing/2014/main" id="{8BE790D2-06D8-4D74-AF86-FC70CE58DB66}"/>
              </a:ext>
            </a:extLst>
          </p:cNvPr>
          <p:cNvSpPr>
            <a:spLocks noGrp="1"/>
          </p:cNvSpPr>
          <p:nvPr/>
        </p:nvSpPr>
        <p:spPr>
          <a:xfrm>
            <a:off x="3381232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0" name="Stage1_sixpanel_6861">
            <a:extLst>
              <a:ext uri="{FF2B5EF4-FFF2-40B4-BE49-F238E27FC236}">
                <a16:creationId xmlns:a16="http://schemas.microsoft.com/office/drawing/2014/main" id="{B5F65B6F-1B1C-4966-BAED-C58462999C16}"/>
              </a:ext>
            </a:extLst>
          </p:cNvPr>
          <p:cNvSpPr>
            <a:spLocks noGrp="1"/>
          </p:cNvSpPr>
          <p:nvPr/>
        </p:nvSpPr>
        <p:spPr>
          <a:xfrm>
            <a:off x="3030812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1" name="Stage1_sixpanel_6862">
            <a:extLst>
              <a:ext uri="{FF2B5EF4-FFF2-40B4-BE49-F238E27FC236}">
                <a16:creationId xmlns:a16="http://schemas.microsoft.com/office/drawing/2014/main" id="{39816374-F230-40D5-9201-18E4C14D8FB9}"/>
              </a:ext>
            </a:extLst>
          </p:cNvPr>
          <p:cNvSpPr>
            <a:spLocks noGrp="1"/>
          </p:cNvSpPr>
          <p:nvPr/>
        </p:nvSpPr>
        <p:spPr>
          <a:xfrm>
            <a:off x="3395953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2" name="Stage1_sixpanel_6863">
            <a:extLst>
              <a:ext uri="{FF2B5EF4-FFF2-40B4-BE49-F238E27FC236}">
                <a16:creationId xmlns:a16="http://schemas.microsoft.com/office/drawing/2014/main" id="{28847AC6-169D-4CC7-9151-86DA07E4A05F}"/>
              </a:ext>
            </a:extLst>
          </p:cNvPr>
          <p:cNvSpPr>
            <a:spLocks noGrp="1"/>
          </p:cNvSpPr>
          <p:nvPr/>
        </p:nvSpPr>
        <p:spPr>
          <a:xfrm>
            <a:off x="1671869" y="4396849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3" name="Stage1_sixpanel_6864">
            <a:extLst>
              <a:ext uri="{FF2B5EF4-FFF2-40B4-BE49-F238E27FC236}">
                <a16:creationId xmlns:a16="http://schemas.microsoft.com/office/drawing/2014/main" id="{D80BE53E-46B8-4AC1-AC1E-FCE700D99BF1}"/>
              </a:ext>
            </a:extLst>
          </p:cNvPr>
          <p:cNvSpPr>
            <a:spLocks noGrp="1"/>
          </p:cNvSpPr>
          <p:nvPr/>
        </p:nvSpPr>
        <p:spPr>
          <a:xfrm>
            <a:off x="2154130" y="5029817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4" name="Stage1_sixpanel_6865">
            <a:extLst>
              <a:ext uri="{FF2B5EF4-FFF2-40B4-BE49-F238E27FC236}">
                <a16:creationId xmlns:a16="http://schemas.microsoft.com/office/drawing/2014/main" id="{23C992CE-7012-456F-BA51-8A5BFA60142D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5" name="Stage1_sixpanel_6866">
            <a:extLst>
              <a:ext uri="{FF2B5EF4-FFF2-40B4-BE49-F238E27FC236}">
                <a16:creationId xmlns:a16="http://schemas.microsoft.com/office/drawing/2014/main" id="{DFC69673-BA55-4A47-B49F-437490B79F9F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75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6" name="Stage1_sixpanel_6867">
            <a:extLst>
              <a:ext uri="{FF2B5EF4-FFF2-40B4-BE49-F238E27FC236}">
                <a16:creationId xmlns:a16="http://schemas.microsoft.com/office/drawing/2014/main" id="{C607B971-3C67-4563-9F2E-A59FB7E10468}"/>
              </a:ext>
            </a:extLst>
          </p:cNvPr>
          <p:cNvSpPr>
            <a:spLocks noGrp="1"/>
          </p:cNvSpPr>
          <p:nvPr/>
        </p:nvSpPr>
        <p:spPr>
          <a:xfrm>
            <a:off x="2214413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7" name="Stage1_sixpanel_6868">
            <a:extLst>
              <a:ext uri="{FF2B5EF4-FFF2-40B4-BE49-F238E27FC236}">
                <a16:creationId xmlns:a16="http://schemas.microsoft.com/office/drawing/2014/main" id="{095C6DA2-EDC7-4DD5-8107-05D20C309703}"/>
              </a:ext>
            </a:extLst>
          </p:cNvPr>
          <p:cNvSpPr>
            <a:spLocks noGrp="1"/>
          </p:cNvSpPr>
          <p:nvPr/>
        </p:nvSpPr>
        <p:spPr>
          <a:xfrm>
            <a:off x="3312198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8" name="Stage1_sixpanel_6869">
            <a:extLst>
              <a:ext uri="{FF2B5EF4-FFF2-40B4-BE49-F238E27FC236}">
                <a16:creationId xmlns:a16="http://schemas.microsoft.com/office/drawing/2014/main" id="{51151360-F7DE-44FB-9BEE-82D0DFE9192D}"/>
              </a:ext>
            </a:extLst>
          </p:cNvPr>
          <p:cNvSpPr>
            <a:spLocks noGrp="1"/>
          </p:cNvSpPr>
          <p:nvPr/>
        </p:nvSpPr>
        <p:spPr>
          <a:xfrm>
            <a:off x="3181420" y="4125577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699" name="Stage1_sixpanel_6870">
            <a:extLst>
              <a:ext uri="{FF2B5EF4-FFF2-40B4-BE49-F238E27FC236}">
                <a16:creationId xmlns:a16="http://schemas.microsoft.com/office/drawing/2014/main" id="{554B57C9-CBA7-404D-949F-0698420F2C31}"/>
              </a:ext>
            </a:extLst>
          </p:cNvPr>
          <p:cNvSpPr>
            <a:spLocks noGrp="1"/>
          </p:cNvSpPr>
          <p:nvPr/>
        </p:nvSpPr>
        <p:spPr>
          <a:xfrm>
            <a:off x="2162057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0" name="Stage1_sixpanel_6871">
            <a:extLst>
              <a:ext uri="{FF2B5EF4-FFF2-40B4-BE49-F238E27FC236}">
                <a16:creationId xmlns:a16="http://schemas.microsoft.com/office/drawing/2014/main" id="{31BA15A0-E86D-42CD-BC6E-FD74CD9A04BB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1" name="Stage1_sixpanel_6872">
            <a:extLst>
              <a:ext uri="{FF2B5EF4-FFF2-40B4-BE49-F238E27FC236}">
                <a16:creationId xmlns:a16="http://schemas.microsoft.com/office/drawing/2014/main" id="{1711EDF3-C71A-4304-86B5-F819DBC4ED5C}"/>
              </a:ext>
            </a:extLst>
          </p:cNvPr>
          <p:cNvSpPr>
            <a:spLocks noGrp="1"/>
          </p:cNvSpPr>
          <p:nvPr/>
        </p:nvSpPr>
        <p:spPr>
          <a:xfrm>
            <a:off x="3089717" y="4017068"/>
            <a:ext cx="58266" cy="58266"/>
          </a:xfrm>
          <a:prstGeom prst="ellipse">
            <a:avLst/>
          </a:prstGeom>
          <a:solidFill>
            <a:srgbClr val="4829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2" name="Stage1_sixpanel_6873">
            <a:extLst>
              <a:ext uri="{FF2B5EF4-FFF2-40B4-BE49-F238E27FC236}">
                <a16:creationId xmlns:a16="http://schemas.microsoft.com/office/drawing/2014/main" id="{B79F1D55-6B10-4AB3-882D-33A3E0D34102}"/>
              </a:ext>
            </a:extLst>
          </p:cNvPr>
          <p:cNvSpPr>
            <a:spLocks noGrp="1"/>
          </p:cNvSpPr>
          <p:nvPr/>
        </p:nvSpPr>
        <p:spPr>
          <a:xfrm>
            <a:off x="3028229" y="43968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3" name="Stage1_sixpanel_6874">
            <a:extLst>
              <a:ext uri="{FF2B5EF4-FFF2-40B4-BE49-F238E27FC236}">
                <a16:creationId xmlns:a16="http://schemas.microsoft.com/office/drawing/2014/main" id="{072B8872-271F-4A0C-A152-D85051CF4AF4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43B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4" name="Stage1_sixpanel_6875">
            <a:extLst>
              <a:ext uri="{FF2B5EF4-FFF2-40B4-BE49-F238E27FC236}">
                <a16:creationId xmlns:a16="http://schemas.microsoft.com/office/drawing/2014/main" id="{485F74DF-CAA3-446E-8255-4FF0D6790676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5" name="Stage1_sixpanel_6876">
            <a:extLst>
              <a:ext uri="{FF2B5EF4-FFF2-40B4-BE49-F238E27FC236}">
                <a16:creationId xmlns:a16="http://schemas.microsoft.com/office/drawing/2014/main" id="{28EE3448-F9E2-4DE1-9120-F399F532F2DA}"/>
              </a:ext>
            </a:extLst>
          </p:cNvPr>
          <p:cNvSpPr>
            <a:spLocks noGrp="1"/>
          </p:cNvSpPr>
          <p:nvPr/>
        </p:nvSpPr>
        <p:spPr>
          <a:xfrm>
            <a:off x="2093847" y="4812799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6" name="Stage1_sixpanel_6877">
            <a:extLst>
              <a:ext uri="{FF2B5EF4-FFF2-40B4-BE49-F238E27FC236}">
                <a16:creationId xmlns:a16="http://schemas.microsoft.com/office/drawing/2014/main" id="{753930A6-E392-4C08-BD7B-35D2D0F195E8}"/>
              </a:ext>
            </a:extLst>
          </p:cNvPr>
          <p:cNvSpPr>
            <a:spLocks noGrp="1"/>
          </p:cNvSpPr>
          <p:nvPr/>
        </p:nvSpPr>
        <p:spPr>
          <a:xfrm>
            <a:off x="1671869" y="5297437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7" name="Stage1_sixpanel_6878">
            <a:extLst>
              <a:ext uri="{FF2B5EF4-FFF2-40B4-BE49-F238E27FC236}">
                <a16:creationId xmlns:a16="http://schemas.microsoft.com/office/drawing/2014/main" id="{673625FC-0DBE-4A83-B749-5B29E25178E4}"/>
              </a:ext>
            </a:extLst>
          </p:cNvPr>
          <p:cNvSpPr>
            <a:spLocks noGrp="1"/>
          </p:cNvSpPr>
          <p:nvPr/>
        </p:nvSpPr>
        <p:spPr>
          <a:xfrm>
            <a:off x="1981894" y="5133158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8" name="Stage1_sixpanel_6879">
            <a:extLst>
              <a:ext uri="{FF2B5EF4-FFF2-40B4-BE49-F238E27FC236}">
                <a16:creationId xmlns:a16="http://schemas.microsoft.com/office/drawing/2014/main" id="{372A57EC-72F2-4D8F-BC0F-B0D27F31D61A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09" name="Stage1_sixpanel_6880">
            <a:extLst>
              <a:ext uri="{FF2B5EF4-FFF2-40B4-BE49-F238E27FC236}">
                <a16:creationId xmlns:a16="http://schemas.microsoft.com/office/drawing/2014/main" id="{984A79A9-7A08-4ABE-AEDA-1B2D769DFCC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0" name="Stage1_sixpanel_6881">
            <a:extLst>
              <a:ext uri="{FF2B5EF4-FFF2-40B4-BE49-F238E27FC236}">
                <a16:creationId xmlns:a16="http://schemas.microsoft.com/office/drawing/2014/main" id="{49091BB6-3EB6-45EC-AE27-BC2A51167282}"/>
              </a:ext>
            </a:extLst>
          </p:cNvPr>
          <p:cNvSpPr>
            <a:spLocks noGrp="1"/>
          </p:cNvSpPr>
          <p:nvPr/>
        </p:nvSpPr>
        <p:spPr>
          <a:xfrm>
            <a:off x="1977919" y="5211763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1" name="Stage1_sixpanel_6882">
            <a:extLst>
              <a:ext uri="{FF2B5EF4-FFF2-40B4-BE49-F238E27FC236}">
                <a16:creationId xmlns:a16="http://schemas.microsoft.com/office/drawing/2014/main" id="{CFECEB7D-231D-469B-8D37-3655F75BE0D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2" name="Stage1_sixpanel_6883">
            <a:extLst>
              <a:ext uri="{FF2B5EF4-FFF2-40B4-BE49-F238E27FC236}">
                <a16:creationId xmlns:a16="http://schemas.microsoft.com/office/drawing/2014/main" id="{6A700D2C-23E5-4B37-9B6C-A9684BD0CACD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3" name="Stage1_sixpanel_6884">
            <a:extLst>
              <a:ext uri="{FF2B5EF4-FFF2-40B4-BE49-F238E27FC236}">
                <a16:creationId xmlns:a16="http://schemas.microsoft.com/office/drawing/2014/main" id="{A6B01815-234F-4469-AA96-573CCB92F25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4" name="Stage1_sixpanel_6885">
            <a:extLst>
              <a:ext uri="{FF2B5EF4-FFF2-40B4-BE49-F238E27FC236}">
                <a16:creationId xmlns:a16="http://schemas.microsoft.com/office/drawing/2014/main" id="{F5B27888-C744-4220-874C-202ACA39EEF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5" name="Stage1_sixpanel_6886">
            <a:extLst>
              <a:ext uri="{FF2B5EF4-FFF2-40B4-BE49-F238E27FC236}">
                <a16:creationId xmlns:a16="http://schemas.microsoft.com/office/drawing/2014/main" id="{FC87E9BA-0D49-4D87-B5BE-7EE761EA14EE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6" name="Stage1_sixpanel_6887">
            <a:extLst>
              <a:ext uri="{FF2B5EF4-FFF2-40B4-BE49-F238E27FC236}">
                <a16:creationId xmlns:a16="http://schemas.microsoft.com/office/drawing/2014/main" id="{D1D86782-D71C-44FB-9E47-310852130BB3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7" name="Stage1_sixpanel_6888">
            <a:extLst>
              <a:ext uri="{FF2B5EF4-FFF2-40B4-BE49-F238E27FC236}">
                <a16:creationId xmlns:a16="http://schemas.microsoft.com/office/drawing/2014/main" id="{69900196-8476-4934-B392-EF471B1753D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E4C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8" name="Stage1_sixpanel_6889">
            <a:extLst>
              <a:ext uri="{FF2B5EF4-FFF2-40B4-BE49-F238E27FC236}">
                <a16:creationId xmlns:a16="http://schemas.microsoft.com/office/drawing/2014/main" id="{DD66BC8D-2D64-4C13-822B-BECCD21BCA3E}"/>
              </a:ext>
            </a:extLst>
          </p:cNvPr>
          <p:cNvSpPr>
            <a:spLocks noGrp="1"/>
          </p:cNvSpPr>
          <p:nvPr/>
        </p:nvSpPr>
        <p:spPr>
          <a:xfrm>
            <a:off x="2485685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19" name="Stage1_sixpanel_6890">
            <a:extLst>
              <a:ext uri="{FF2B5EF4-FFF2-40B4-BE49-F238E27FC236}">
                <a16:creationId xmlns:a16="http://schemas.microsoft.com/office/drawing/2014/main" id="{39BEFEF3-24DC-4398-A9AE-110F999F9409}"/>
              </a:ext>
            </a:extLst>
          </p:cNvPr>
          <p:cNvSpPr>
            <a:spLocks noGrp="1"/>
          </p:cNvSpPr>
          <p:nvPr/>
        </p:nvSpPr>
        <p:spPr>
          <a:xfrm>
            <a:off x="1671869" y="5512078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0" name="Stage1_sixpanel_6891">
            <a:extLst>
              <a:ext uri="{FF2B5EF4-FFF2-40B4-BE49-F238E27FC236}">
                <a16:creationId xmlns:a16="http://schemas.microsoft.com/office/drawing/2014/main" id="{6894482C-8C49-4D3A-AEF9-EF1B403BAB76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1" name="Stage1_sixpanel_6892">
            <a:extLst>
              <a:ext uri="{FF2B5EF4-FFF2-40B4-BE49-F238E27FC236}">
                <a16:creationId xmlns:a16="http://schemas.microsoft.com/office/drawing/2014/main" id="{00692E1B-4F3B-4A1E-9635-0B4C17F8F2C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2" name="Stage1_sixpanel_6893">
            <a:extLst>
              <a:ext uri="{FF2B5EF4-FFF2-40B4-BE49-F238E27FC236}">
                <a16:creationId xmlns:a16="http://schemas.microsoft.com/office/drawing/2014/main" id="{CE0BB377-92CD-49F8-88F0-C1535D22707B}"/>
              </a:ext>
            </a:extLst>
          </p:cNvPr>
          <p:cNvSpPr>
            <a:spLocks noGrp="1"/>
          </p:cNvSpPr>
          <p:nvPr/>
        </p:nvSpPr>
        <p:spPr>
          <a:xfrm>
            <a:off x="1671869" y="4055331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3" name="Stage1_sixpanel_6894">
            <a:extLst>
              <a:ext uri="{FF2B5EF4-FFF2-40B4-BE49-F238E27FC236}">
                <a16:creationId xmlns:a16="http://schemas.microsoft.com/office/drawing/2014/main" id="{C2C04E5A-C24A-41C2-B50D-4A9222AC406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4" name="Stage1_sixpanel_6895">
            <a:extLst>
              <a:ext uri="{FF2B5EF4-FFF2-40B4-BE49-F238E27FC236}">
                <a16:creationId xmlns:a16="http://schemas.microsoft.com/office/drawing/2014/main" id="{E33EBCD2-FE5C-4488-B3B9-8B75DACEFFE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A6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5" name="Stage1_sixpanel_6896">
            <a:extLst>
              <a:ext uri="{FF2B5EF4-FFF2-40B4-BE49-F238E27FC236}">
                <a16:creationId xmlns:a16="http://schemas.microsoft.com/office/drawing/2014/main" id="{31988FA3-20E6-4419-B507-ED3FBAEE468E}"/>
              </a:ext>
            </a:extLst>
          </p:cNvPr>
          <p:cNvSpPr>
            <a:spLocks noGrp="1"/>
          </p:cNvSpPr>
          <p:nvPr/>
        </p:nvSpPr>
        <p:spPr>
          <a:xfrm>
            <a:off x="2129391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6" name="Stage1_sixpanel_6897">
            <a:extLst>
              <a:ext uri="{FF2B5EF4-FFF2-40B4-BE49-F238E27FC236}">
                <a16:creationId xmlns:a16="http://schemas.microsoft.com/office/drawing/2014/main" id="{DC74FE49-D09E-4425-AC13-AF0CA732EE84}"/>
              </a:ext>
            </a:extLst>
          </p:cNvPr>
          <p:cNvSpPr>
            <a:spLocks noGrp="1"/>
          </p:cNvSpPr>
          <p:nvPr/>
        </p:nvSpPr>
        <p:spPr>
          <a:xfrm>
            <a:off x="1671869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7" name="Stage1_sixpanel_6898">
            <a:extLst>
              <a:ext uri="{FF2B5EF4-FFF2-40B4-BE49-F238E27FC236}">
                <a16:creationId xmlns:a16="http://schemas.microsoft.com/office/drawing/2014/main" id="{027F730B-7B56-44B4-B6DF-0B03A2F18078}"/>
              </a:ext>
            </a:extLst>
          </p:cNvPr>
          <p:cNvSpPr>
            <a:spLocks noGrp="1"/>
          </p:cNvSpPr>
          <p:nvPr/>
        </p:nvSpPr>
        <p:spPr>
          <a:xfrm>
            <a:off x="2901635" y="4668121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8" name="Stage1_sixpanel_6899">
            <a:extLst>
              <a:ext uri="{FF2B5EF4-FFF2-40B4-BE49-F238E27FC236}">
                <a16:creationId xmlns:a16="http://schemas.microsoft.com/office/drawing/2014/main" id="{83151C11-083E-4018-AA4E-8635F91A72F0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29" name="Stage1_sixpanel_6900">
            <a:extLst>
              <a:ext uri="{FF2B5EF4-FFF2-40B4-BE49-F238E27FC236}">
                <a16:creationId xmlns:a16="http://schemas.microsoft.com/office/drawing/2014/main" id="{F6A47004-6F94-4CF4-99D1-5B9489563D2B}"/>
              </a:ext>
            </a:extLst>
          </p:cNvPr>
          <p:cNvSpPr>
            <a:spLocks noGrp="1"/>
          </p:cNvSpPr>
          <p:nvPr/>
        </p:nvSpPr>
        <p:spPr>
          <a:xfrm>
            <a:off x="1671869" y="5158671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0" name="Stage1_sixpanel_6901">
            <a:extLst>
              <a:ext uri="{FF2B5EF4-FFF2-40B4-BE49-F238E27FC236}">
                <a16:creationId xmlns:a16="http://schemas.microsoft.com/office/drawing/2014/main" id="{408000D0-CA92-47DC-A235-8E3F97A3CDDB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1" name="Stage1_sixpanel_6902">
            <a:extLst>
              <a:ext uri="{FF2B5EF4-FFF2-40B4-BE49-F238E27FC236}">
                <a16:creationId xmlns:a16="http://schemas.microsoft.com/office/drawing/2014/main" id="{AC6A2E2B-4A8D-476A-AEAA-736057C2BBC1}"/>
              </a:ext>
            </a:extLst>
          </p:cNvPr>
          <p:cNvSpPr>
            <a:spLocks noGrp="1"/>
          </p:cNvSpPr>
          <p:nvPr/>
        </p:nvSpPr>
        <p:spPr>
          <a:xfrm>
            <a:off x="1671869" y="418653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2" name="Stage1_sixpanel_6903">
            <a:extLst>
              <a:ext uri="{FF2B5EF4-FFF2-40B4-BE49-F238E27FC236}">
                <a16:creationId xmlns:a16="http://schemas.microsoft.com/office/drawing/2014/main" id="{2001912F-B507-4911-8AAF-55DC95B72A50}"/>
              </a:ext>
            </a:extLst>
          </p:cNvPr>
          <p:cNvSpPr>
            <a:spLocks noGrp="1"/>
          </p:cNvSpPr>
          <p:nvPr/>
        </p:nvSpPr>
        <p:spPr>
          <a:xfrm>
            <a:off x="3329742" y="4291194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3" name="Stage1_sixpanel_6904">
            <a:extLst>
              <a:ext uri="{FF2B5EF4-FFF2-40B4-BE49-F238E27FC236}">
                <a16:creationId xmlns:a16="http://schemas.microsoft.com/office/drawing/2014/main" id="{4E7ECAAE-026E-414C-8653-E3FEA1EB122A}"/>
              </a:ext>
            </a:extLst>
          </p:cNvPr>
          <p:cNvSpPr>
            <a:spLocks noGrp="1"/>
          </p:cNvSpPr>
          <p:nvPr/>
        </p:nvSpPr>
        <p:spPr>
          <a:xfrm>
            <a:off x="1671869" y="4425097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4" name="Stage1_sixpanel_6905">
            <a:extLst>
              <a:ext uri="{FF2B5EF4-FFF2-40B4-BE49-F238E27FC236}">
                <a16:creationId xmlns:a16="http://schemas.microsoft.com/office/drawing/2014/main" id="{44FE2AEE-DA97-4769-9EF1-9AFB8883B727}"/>
              </a:ext>
            </a:extLst>
          </p:cNvPr>
          <p:cNvSpPr>
            <a:spLocks noGrp="1"/>
          </p:cNvSpPr>
          <p:nvPr/>
        </p:nvSpPr>
        <p:spPr>
          <a:xfrm>
            <a:off x="3118653" y="4464021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5" name="Stage1_sixpanel_6906">
            <a:extLst>
              <a:ext uri="{FF2B5EF4-FFF2-40B4-BE49-F238E27FC236}">
                <a16:creationId xmlns:a16="http://schemas.microsoft.com/office/drawing/2014/main" id="{29D572C5-6250-4FB4-9274-1E115EF4186A}"/>
              </a:ext>
            </a:extLst>
          </p:cNvPr>
          <p:cNvSpPr>
            <a:spLocks noGrp="1"/>
          </p:cNvSpPr>
          <p:nvPr/>
        </p:nvSpPr>
        <p:spPr>
          <a:xfrm>
            <a:off x="1671869" y="48231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6" name="Stage1_sixpanel_6907">
            <a:extLst>
              <a:ext uri="{FF2B5EF4-FFF2-40B4-BE49-F238E27FC236}">
                <a16:creationId xmlns:a16="http://schemas.microsoft.com/office/drawing/2014/main" id="{02402F87-D41E-4922-A4A0-99453F30840C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7" name="Stage1_sixpanel_6908">
            <a:extLst>
              <a:ext uri="{FF2B5EF4-FFF2-40B4-BE49-F238E27FC236}">
                <a16:creationId xmlns:a16="http://schemas.microsoft.com/office/drawing/2014/main" id="{430FACEE-B6CD-47B5-BD8C-D808244E0DFA}"/>
              </a:ext>
            </a:extLst>
          </p:cNvPr>
          <p:cNvSpPr>
            <a:spLocks noGrp="1"/>
          </p:cNvSpPr>
          <p:nvPr/>
        </p:nvSpPr>
        <p:spPr>
          <a:xfrm>
            <a:off x="1713635" y="5703223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8" name="Stage1_sixpanel_6909">
            <a:extLst>
              <a:ext uri="{FF2B5EF4-FFF2-40B4-BE49-F238E27FC236}">
                <a16:creationId xmlns:a16="http://schemas.microsoft.com/office/drawing/2014/main" id="{6160D14B-E620-45BF-A1C0-C99C38E6D84C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39" name="Stage1_sixpanel_6910">
            <a:extLst>
              <a:ext uri="{FF2B5EF4-FFF2-40B4-BE49-F238E27FC236}">
                <a16:creationId xmlns:a16="http://schemas.microsoft.com/office/drawing/2014/main" id="{DD615831-430F-42C7-8984-5AF0FBA62A07}"/>
              </a:ext>
            </a:extLst>
          </p:cNvPr>
          <p:cNvSpPr>
            <a:spLocks noGrp="1"/>
          </p:cNvSpPr>
          <p:nvPr/>
        </p:nvSpPr>
        <p:spPr>
          <a:xfrm>
            <a:off x="2304837" y="4279298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0" name="Stage1_sixpanel_6911">
            <a:extLst>
              <a:ext uri="{FF2B5EF4-FFF2-40B4-BE49-F238E27FC236}">
                <a16:creationId xmlns:a16="http://schemas.microsoft.com/office/drawing/2014/main" id="{9C0923ED-78D3-449D-8681-00C7A645E20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1" name="Stage1_sixpanel_6912">
            <a:extLst>
              <a:ext uri="{FF2B5EF4-FFF2-40B4-BE49-F238E27FC236}">
                <a16:creationId xmlns:a16="http://schemas.microsoft.com/office/drawing/2014/main" id="{DFA66350-9053-4BF2-B31E-55F9E4159BA4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2" name="Stage1_sixpanel_6913">
            <a:extLst>
              <a:ext uri="{FF2B5EF4-FFF2-40B4-BE49-F238E27FC236}">
                <a16:creationId xmlns:a16="http://schemas.microsoft.com/office/drawing/2014/main" id="{0D36E4B1-2B3C-4E03-AD28-0F4ABEB090F3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472C7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3" name="Stage1_sixpanel_6914">
            <a:extLst>
              <a:ext uri="{FF2B5EF4-FFF2-40B4-BE49-F238E27FC236}">
                <a16:creationId xmlns:a16="http://schemas.microsoft.com/office/drawing/2014/main" id="{3C254E73-D784-4CF7-8FEE-4C7F0ACD1211}"/>
              </a:ext>
            </a:extLst>
          </p:cNvPr>
          <p:cNvSpPr>
            <a:spLocks noGrp="1"/>
          </p:cNvSpPr>
          <p:nvPr/>
        </p:nvSpPr>
        <p:spPr>
          <a:xfrm>
            <a:off x="2395261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4" name="Stage1_sixpanel_6915">
            <a:extLst>
              <a:ext uri="{FF2B5EF4-FFF2-40B4-BE49-F238E27FC236}">
                <a16:creationId xmlns:a16="http://schemas.microsoft.com/office/drawing/2014/main" id="{A5CE6C8C-F714-415A-BA61-40BBB3D26173}"/>
              </a:ext>
            </a:extLst>
          </p:cNvPr>
          <p:cNvSpPr>
            <a:spLocks noGrp="1"/>
          </p:cNvSpPr>
          <p:nvPr/>
        </p:nvSpPr>
        <p:spPr>
          <a:xfrm>
            <a:off x="1671869" y="475423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5" name="Stage1_sixpanel_6916">
            <a:extLst>
              <a:ext uri="{FF2B5EF4-FFF2-40B4-BE49-F238E27FC236}">
                <a16:creationId xmlns:a16="http://schemas.microsoft.com/office/drawing/2014/main" id="{7721DAB7-8AC6-434D-BF83-D195A13735A3}"/>
              </a:ext>
            </a:extLst>
          </p:cNvPr>
          <p:cNvSpPr>
            <a:spLocks noGrp="1"/>
          </p:cNvSpPr>
          <p:nvPr/>
        </p:nvSpPr>
        <p:spPr>
          <a:xfrm>
            <a:off x="1671869" y="4291662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6" name="Stage1_sixpanel_6917">
            <a:extLst>
              <a:ext uri="{FF2B5EF4-FFF2-40B4-BE49-F238E27FC236}">
                <a16:creationId xmlns:a16="http://schemas.microsoft.com/office/drawing/2014/main" id="{BB6CFECA-FC49-4AF5-9AA5-3B73F4ECE2CD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7" name="Stage1_sixpanel_6918">
            <a:extLst>
              <a:ext uri="{FF2B5EF4-FFF2-40B4-BE49-F238E27FC236}">
                <a16:creationId xmlns:a16="http://schemas.microsoft.com/office/drawing/2014/main" id="{8943A8D9-57FD-4F03-AEAD-58020CB8A5D1}"/>
              </a:ext>
            </a:extLst>
          </p:cNvPr>
          <p:cNvSpPr>
            <a:spLocks noGrp="1"/>
          </p:cNvSpPr>
          <p:nvPr/>
        </p:nvSpPr>
        <p:spPr>
          <a:xfrm>
            <a:off x="2522962" y="358303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8" name="Stage1_sixpanel_6919">
            <a:extLst>
              <a:ext uri="{FF2B5EF4-FFF2-40B4-BE49-F238E27FC236}">
                <a16:creationId xmlns:a16="http://schemas.microsoft.com/office/drawing/2014/main" id="{72508D52-3EDE-41B3-A7EF-A4FA55E20117}"/>
              </a:ext>
            </a:extLst>
          </p:cNvPr>
          <p:cNvSpPr>
            <a:spLocks noGrp="1"/>
          </p:cNvSpPr>
          <p:nvPr/>
        </p:nvSpPr>
        <p:spPr>
          <a:xfrm>
            <a:off x="1671869" y="4498866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49" name="Stage1_sixpanel_6920">
            <a:extLst>
              <a:ext uri="{FF2B5EF4-FFF2-40B4-BE49-F238E27FC236}">
                <a16:creationId xmlns:a16="http://schemas.microsoft.com/office/drawing/2014/main" id="{18BA102A-2DB3-4B41-B786-F34A618EDFD1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0" name="Stage1_sixpanel_6921">
            <a:extLst>
              <a:ext uri="{FF2B5EF4-FFF2-40B4-BE49-F238E27FC236}">
                <a16:creationId xmlns:a16="http://schemas.microsoft.com/office/drawing/2014/main" id="{24BB9146-0597-4F26-9C3F-7B9B13940BA3}"/>
              </a:ext>
            </a:extLst>
          </p:cNvPr>
          <p:cNvSpPr>
            <a:spLocks noGrp="1"/>
          </p:cNvSpPr>
          <p:nvPr/>
        </p:nvSpPr>
        <p:spPr>
          <a:xfrm>
            <a:off x="2989476" y="3691542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1" name="Stage1_sixpanel_6922">
            <a:extLst>
              <a:ext uri="{FF2B5EF4-FFF2-40B4-BE49-F238E27FC236}">
                <a16:creationId xmlns:a16="http://schemas.microsoft.com/office/drawing/2014/main" id="{E2C95B63-3B9F-436C-8E48-78808853051D}"/>
              </a:ext>
            </a:extLst>
          </p:cNvPr>
          <p:cNvSpPr>
            <a:spLocks noGrp="1"/>
          </p:cNvSpPr>
          <p:nvPr/>
        </p:nvSpPr>
        <p:spPr>
          <a:xfrm>
            <a:off x="1671869" y="5029817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2" name="Stage1_sixpanel_6923">
            <a:extLst>
              <a:ext uri="{FF2B5EF4-FFF2-40B4-BE49-F238E27FC236}">
                <a16:creationId xmlns:a16="http://schemas.microsoft.com/office/drawing/2014/main" id="{23E3AA92-CDC1-410D-84CB-9759F599993E}"/>
              </a:ext>
            </a:extLst>
          </p:cNvPr>
          <p:cNvSpPr>
            <a:spLocks noGrp="1"/>
          </p:cNvSpPr>
          <p:nvPr/>
        </p:nvSpPr>
        <p:spPr>
          <a:xfrm>
            <a:off x="1928070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3" name="Stage1_sixpanel_6924">
            <a:extLst>
              <a:ext uri="{FF2B5EF4-FFF2-40B4-BE49-F238E27FC236}">
                <a16:creationId xmlns:a16="http://schemas.microsoft.com/office/drawing/2014/main" id="{A12BECC3-67E7-4FDF-8CF3-1707CD4B2A84}"/>
              </a:ext>
            </a:extLst>
          </p:cNvPr>
          <p:cNvSpPr>
            <a:spLocks noGrp="1"/>
          </p:cNvSpPr>
          <p:nvPr/>
        </p:nvSpPr>
        <p:spPr>
          <a:xfrm>
            <a:off x="2341006" y="5515523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4" name="Stage1_sixpanel_6925">
            <a:extLst>
              <a:ext uri="{FF2B5EF4-FFF2-40B4-BE49-F238E27FC236}">
                <a16:creationId xmlns:a16="http://schemas.microsoft.com/office/drawing/2014/main" id="{BF024816-E1B3-40B2-9E16-C45BF402086D}"/>
              </a:ext>
            </a:extLst>
          </p:cNvPr>
          <p:cNvSpPr>
            <a:spLocks noGrp="1"/>
          </p:cNvSpPr>
          <p:nvPr/>
        </p:nvSpPr>
        <p:spPr>
          <a:xfrm>
            <a:off x="1744208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5" name="Stage1_sixpanel_6926">
            <a:extLst>
              <a:ext uri="{FF2B5EF4-FFF2-40B4-BE49-F238E27FC236}">
                <a16:creationId xmlns:a16="http://schemas.microsoft.com/office/drawing/2014/main" id="{4DA3113F-F1CB-43F4-B63B-2A89B1E6B0B1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6" name="Stage1_sixpanel_6927">
            <a:extLst>
              <a:ext uri="{FF2B5EF4-FFF2-40B4-BE49-F238E27FC236}">
                <a16:creationId xmlns:a16="http://schemas.microsoft.com/office/drawing/2014/main" id="{C3E0B5F0-0EC6-4703-84B7-BB44980F95B6}"/>
              </a:ext>
            </a:extLst>
          </p:cNvPr>
          <p:cNvSpPr>
            <a:spLocks noGrp="1"/>
          </p:cNvSpPr>
          <p:nvPr/>
        </p:nvSpPr>
        <p:spPr>
          <a:xfrm>
            <a:off x="2395261" y="5029817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7" name="Stage1_sixpanel_6928">
            <a:extLst>
              <a:ext uri="{FF2B5EF4-FFF2-40B4-BE49-F238E27FC236}">
                <a16:creationId xmlns:a16="http://schemas.microsoft.com/office/drawing/2014/main" id="{77F5516B-0F9F-4C20-A2C3-B5A537AD4CFE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28C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8" name="Stage1_sixpanel_6929">
            <a:extLst>
              <a:ext uri="{FF2B5EF4-FFF2-40B4-BE49-F238E27FC236}">
                <a16:creationId xmlns:a16="http://schemas.microsoft.com/office/drawing/2014/main" id="{6E3DE795-C7C7-44AA-BF6D-151BEA232E9B}"/>
              </a:ext>
            </a:extLst>
          </p:cNvPr>
          <p:cNvSpPr>
            <a:spLocks noGrp="1"/>
          </p:cNvSpPr>
          <p:nvPr/>
        </p:nvSpPr>
        <p:spPr>
          <a:xfrm>
            <a:off x="1671869" y="3868393"/>
            <a:ext cx="58266" cy="58266"/>
          </a:xfrm>
          <a:prstGeom prst="ellipse">
            <a:avLst/>
          </a:prstGeom>
          <a:solidFill>
            <a:srgbClr val="218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59" name="Stage1_sixpanel_6930">
            <a:extLst>
              <a:ext uri="{FF2B5EF4-FFF2-40B4-BE49-F238E27FC236}">
                <a16:creationId xmlns:a16="http://schemas.microsoft.com/office/drawing/2014/main" id="{AAD073C3-831B-4E73-A87F-8DAE20C71940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0" name="Stage1_sixpanel_6931">
            <a:extLst>
              <a:ext uri="{FF2B5EF4-FFF2-40B4-BE49-F238E27FC236}">
                <a16:creationId xmlns:a16="http://schemas.microsoft.com/office/drawing/2014/main" id="{6BD050A5-93BF-4936-8175-E8FB3360FA54}"/>
              </a:ext>
            </a:extLst>
          </p:cNvPr>
          <p:cNvSpPr>
            <a:spLocks noGrp="1"/>
          </p:cNvSpPr>
          <p:nvPr/>
        </p:nvSpPr>
        <p:spPr>
          <a:xfrm>
            <a:off x="2756957" y="5210665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1" name="Stage1_sixpanel_6932">
            <a:extLst>
              <a:ext uri="{FF2B5EF4-FFF2-40B4-BE49-F238E27FC236}">
                <a16:creationId xmlns:a16="http://schemas.microsoft.com/office/drawing/2014/main" id="{84619625-14F1-410F-BE65-CA2B499DA8E5}"/>
              </a:ext>
            </a:extLst>
          </p:cNvPr>
          <p:cNvSpPr>
            <a:spLocks noGrp="1"/>
          </p:cNvSpPr>
          <p:nvPr/>
        </p:nvSpPr>
        <p:spPr>
          <a:xfrm>
            <a:off x="3221994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2" name="Stage1_sixpanel_6933">
            <a:extLst>
              <a:ext uri="{FF2B5EF4-FFF2-40B4-BE49-F238E27FC236}">
                <a16:creationId xmlns:a16="http://schemas.microsoft.com/office/drawing/2014/main" id="{3BCB406E-E511-4BE7-8F8F-1D7E60B7E71F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3" name="Stage1_sixpanel_6934">
            <a:extLst>
              <a:ext uri="{FF2B5EF4-FFF2-40B4-BE49-F238E27FC236}">
                <a16:creationId xmlns:a16="http://schemas.microsoft.com/office/drawing/2014/main" id="{24F6DC50-7666-4AED-B521-17A07522FC27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4" name="Stage1_sixpanel_6935">
            <a:extLst>
              <a:ext uri="{FF2B5EF4-FFF2-40B4-BE49-F238E27FC236}">
                <a16:creationId xmlns:a16="http://schemas.microsoft.com/office/drawing/2014/main" id="{7CFC6B85-896C-4133-AADD-B85CBDEB3D5B}"/>
              </a:ext>
            </a:extLst>
          </p:cNvPr>
          <p:cNvSpPr>
            <a:spLocks noGrp="1"/>
          </p:cNvSpPr>
          <p:nvPr/>
        </p:nvSpPr>
        <p:spPr>
          <a:xfrm>
            <a:off x="1994856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5" name="Stage1_sixpanel_6936">
            <a:extLst>
              <a:ext uri="{FF2B5EF4-FFF2-40B4-BE49-F238E27FC236}">
                <a16:creationId xmlns:a16="http://schemas.microsoft.com/office/drawing/2014/main" id="{C6E2393A-4028-47BB-8776-68F26D2A8BBC}"/>
              </a:ext>
            </a:extLst>
          </p:cNvPr>
          <p:cNvSpPr>
            <a:spLocks noGrp="1"/>
          </p:cNvSpPr>
          <p:nvPr/>
        </p:nvSpPr>
        <p:spPr>
          <a:xfrm>
            <a:off x="2033565" y="4547555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6" name="Stage1_sixpanel_6937">
            <a:extLst>
              <a:ext uri="{FF2B5EF4-FFF2-40B4-BE49-F238E27FC236}">
                <a16:creationId xmlns:a16="http://schemas.microsoft.com/office/drawing/2014/main" id="{2DF09A52-4DFD-4D08-878D-1FABEAC0FB7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7" name="Stage1_sixpanel_6938">
            <a:extLst>
              <a:ext uri="{FF2B5EF4-FFF2-40B4-BE49-F238E27FC236}">
                <a16:creationId xmlns:a16="http://schemas.microsoft.com/office/drawing/2014/main" id="{04D0D710-9C96-47CE-91C5-BBB18C0696F6}"/>
              </a:ext>
            </a:extLst>
          </p:cNvPr>
          <p:cNvSpPr>
            <a:spLocks noGrp="1"/>
          </p:cNvSpPr>
          <p:nvPr/>
        </p:nvSpPr>
        <p:spPr>
          <a:xfrm>
            <a:off x="1671869" y="4843046"/>
            <a:ext cx="58266" cy="58266"/>
          </a:xfrm>
          <a:prstGeom prst="ellipse">
            <a:avLst/>
          </a:prstGeom>
          <a:solidFill>
            <a:srgbClr val="22A884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8" name="Stage1_sixpanel_6939">
            <a:extLst>
              <a:ext uri="{FF2B5EF4-FFF2-40B4-BE49-F238E27FC236}">
                <a16:creationId xmlns:a16="http://schemas.microsoft.com/office/drawing/2014/main" id="{0A1914D0-FA2E-43FB-8451-B13F0D2CDE6C}"/>
              </a:ext>
            </a:extLst>
          </p:cNvPr>
          <p:cNvSpPr>
            <a:spLocks noGrp="1"/>
          </p:cNvSpPr>
          <p:nvPr/>
        </p:nvSpPr>
        <p:spPr>
          <a:xfrm>
            <a:off x="2996378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69" name="Stage1_sixpanel_6940">
            <a:extLst>
              <a:ext uri="{FF2B5EF4-FFF2-40B4-BE49-F238E27FC236}">
                <a16:creationId xmlns:a16="http://schemas.microsoft.com/office/drawing/2014/main" id="{22D36529-9687-4D69-8628-6E9A31F8A73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0" name="Stage1_sixpanel_6941">
            <a:extLst>
              <a:ext uri="{FF2B5EF4-FFF2-40B4-BE49-F238E27FC236}">
                <a16:creationId xmlns:a16="http://schemas.microsoft.com/office/drawing/2014/main" id="{BE848A69-27EA-45FE-B21B-83497E10CFE0}"/>
              </a:ext>
            </a:extLst>
          </p:cNvPr>
          <p:cNvSpPr>
            <a:spLocks noGrp="1"/>
          </p:cNvSpPr>
          <p:nvPr/>
        </p:nvSpPr>
        <p:spPr>
          <a:xfrm>
            <a:off x="1673179" y="5029817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1" name="Stage1_sixpanel_6942">
            <a:extLst>
              <a:ext uri="{FF2B5EF4-FFF2-40B4-BE49-F238E27FC236}">
                <a16:creationId xmlns:a16="http://schemas.microsoft.com/office/drawing/2014/main" id="{02E23110-2039-4FB9-8E02-AF9DA7B88BB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5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2" name="Stage1_sixpanel_6943">
            <a:extLst>
              <a:ext uri="{FF2B5EF4-FFF2-40B4-BE49-F238E27FC236}">
                <a16:creationId xmlns:a16="http://schemas.microsoft.com/office/drawing/2014/main" id="{777817A4-EAD1-4FB8-BD05-D0083379D959}"/>
              </a:ext>
            </a:extLst>
          </p:cNvPr>
          <p:cNvSpPr>
            <a:spLocks noGrp="1"/>
          </p:cNvSpPr>
          <p:nvPr/>
        </p:nvSpPr>
        <p:spPr>
          <a:xfrm>
            <a:off x="1954336" y="3763881"/>
            <a:ext cx="58266" cy="58266"/>
          </a:xfrm>
          <a:prstGeom prst="ellipse">
            <a:avLst/>
          </a:prstGeom>
          <a:solidFill>
            <a:srgbClr val="218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3" name="Stage1_sixpanel_6944">
            <a:extLst>
              <a:ext uri="{FF2B5EF4-FFF2-40B4-BE49-F238E27FC236}">
                <a16:creationId xmlns:a16="http://schemas.microsoft.com/office/drawing/2014/main" id="{DD9D449D-F5ED-4802-AB52-643AD162A34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4" name="Stage1_sixpanel_6945">
            <a:extLst>
              <a:ext uri="{FF2B5EF4-FFF2-40B4-BE49-F238E27FC236}">
                <a16:creationId xmlns:a16="http://schemas.microsoft.com/office/drawing/2014/main" id="{14260A6C-7BB3-4FE4-9212-E0FE02BF225B}"/>
              </a:ext>
            </a:extLst>
          </p:cNvPr>
          <p:cNvSpPr>
            <a:spLocks noGrp="1"/>
          </p:cNvSpPr>
          <p:nvPr/>
        </p:nvSpPr>
        <p:spPr>
          <a:xfrm>
            <a:off x="2033565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5" name="Stage1_sixpanel_6946">
            <a:extLst>
              <a:ext uri="{FF2B5EF4-FFF2-40B4-BE49-F238E27FC236}">
                <a16:creationId xmlns:a16="http://schemas.microsoft.com/office/drawing/2014/main" id="{EFB8ECA3-5445-441B-9803-3A943441CAE1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87D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6" name="Stage1_sixpanel_6947">
            <a:extLst>
              <a:ext uri="{FF2B5EF4-FFF2-40B4-BE49-F238E27FC236}">
                <a16:creationId xmlns:a16="http://schemas.microsoft.com/office/drawing/2014/main" id="{688AAEDF-9631-4968-B511-A8D6C18A61E7}"/>
              </a:ext>
            </a:extLst>
          </p:cNvPr>
          <p:cNvSpPr>
            <a:spLocks noGrp="1"/>
          </p:cNvSpPr>
          <p:nvPr/>
        </p:nvSpPr>
        <p:spPr>
          <a:xfrm>
            <a:off x="3299501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7" name="Stage1_sixpanel_6948">
            <a:extLst>
              <a:ext uri="{FF2B5EF4-FFF2-40B4-BE49-F238E27FC236}">
                <a16:creationId xmlns:a16="http://schemas.microsoft.com/office/drawing/2014/main" id="{CD037642-40C6-4A37-ADD5-9C3A9B1683A2}"/>
              </a:ext>
            </a:extLst>
          </p:cNvPr>
          <p:cNvSpPr>
            <a:spLocks noGrp="1"/>
          </p:cNvSpPr>
          <p:nvPr/>
        </p:nvSpPr>
        <p:spPr>
          <a:xfrm>
            <a:off x="1671869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8" name="Stage1_sixpanel_6949">
            <a:extLst>
              <a:ext uri="{FF2B5EF4-FFF2-40B4-BE49-F238E27FC236}">
                <a16:creationId xmlns:a16="http://schemas.microsoft.com/office/drawing/2014/main" id="{3AEE279D-E939-45B5-993D-C00218C1F746}"/>
              </a:ext>
            </a:extLst>
          </p:cNvPr>
          <p:cNvSpPr>
            <a:spLocks noGrp="1"/>
          </p:cNvSpPr>
          <p:nvPr/>
        </p:nvSpPr>
        <p:spPr>
          <a:xfrm>
            <a:off x="2632265" y="4714649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9" name="Stage1_sixpanel_6950">
            <a:extLst>
              <a:ext uri="{FF2B5EF4-FFF2-40B4-BE49-F238E27FC236}">
                <a16:creationId xmlns:a16="http://schemas.microsoft.com/office/drawing/2014/main" id="{4F487B73-B0D4-4D3B-9A21-7A1ED337A495}"/>
              </a:ext>
            </a:extLst>
          </p:cNvPr>
          <p:cNvSpPr>
            <a:spLocks noGrp="1"/>
          </p:cNvSpPr>
          <p:nvPr/>
        </p:nvSpPr>
        <p:spPr>
          <a:xfrm>
            <a:off x="3118653" y="4306425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0" name="Stage1_sixpanel_6951">
            <a:extLst>
              <a:ext uri="{FF2B5EF4-FFF2-40B4-BE49-F238E27FC236}">
                <a16:creationId xmlns:a16="http://schemas.microsoft.com/office/drawing/2014/main" id="{77EBFBA7-7CC8-4D11-BB8F-CB7017E8CF2D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1" name="Stage1_sixpanel_6952">
            <a:extLst>
              <a:ext uri="{FF2B5EF4-FFF2-40B4-BE49-F238E27FC236}">
                <a16:creationId xmlns:a16="http://schemas.microsoft.com/office/drawing/2014/main" id="{2F49CD3E-5500-4986-A31D-ABCF47CBE5F8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2" name="Stage1_sixpanel_6953">
            <a:extLst>
              <a:ext uri="{FF2B5EF4-FFF2-40B4-BE49-F238E27FC236}">
                <a16:creationId xmlns:a16="http://schemas.microsoft.com/office/drawing/2014/main" id="{034EA36A-3231-4232-A9D0-8B6F83B1AA18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3" name="Stage1_sixpanel_6954">
            <a:extLst>
              <a:ext uri="{FF2B5EF4-FFF2-40B4-BE49-F238E27FC236}">
                <a16:creationId xmlns:a16="http://schemas.microsoft.com/office/drawing/2014/main" id="{FBE49DD5-B3CE-4DF3-BF74-D9F70795B467}"/>
              </a:ext>
            </a:extLst>
          </p:cNvPr>
          <p:cNvSpPr>
            <a:spLocks noGrp="1"/>
          </p:cNvSpPr>
          <p:nvPr/>
        </p:nvSpPr>
        <p:spPr>
          <a:xfrm>
            <a:off x="3383895" y="4109019"/>
            <a:ext cx="58266" cy="58266"/>
          </a:xfrm>
          <a:prstGeom prst="ellipse">
            <a:avLst/>
          </a:prstGeom>
          <a:solidFill>
            <a:srgbClr val="28AE8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4" name="Stage1_sixpanel_6955">
            <a:extLst>
              <a:ext uri="{FF2B5EF4-FFF2-40B4-BE49-F238E27FC236}">
                <a16:creationId xmlns:a16="http://schemas.microsoft.com/office/drawing/2014/main" id="{D5556CC1-601F-4CB3-A289-7B8437A62C7B}"/>
              </a:ext>
            </a:extLst>
          </p:cNvPr>
          <p:cNvSpPr>
            <a:spLocks noGrp="1"/>
          </p:cNvSpPr>
          <p:nvPr/>
        </p:nvSpPr>
        <p:spPr>
          <a:xfrm>
            <a:off x="3842045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5" name="Stage1_sixpanel_6956">
            <a:extLst>
              <a:ext uri="{FF2B5EF4-FFF2-40B4-BE49-F238E27FC236}">
                <a16:creationId xmlns:a16="http://schemas.microsoft.com/office/drawing/2014/main" id="{774C52C6-3ACF-4E4A-A706-36F5A72D02C1}"/>
              </a:ext>
            </a:extLst>
          </p:cNvPr>
          <p:cNvSpPr>
            <a:spLocks noGrp="1"/>
          </p:cNvSpPr>
          <p:nvPr/>
        </p:nvSpPr>
        <p:spPr>
          <a:xfrm>
            <a:off x="2710621" y="4668121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6" name="Stage1_sixpanel_6957">
            <a:extLst>
              <a:ext uri="{FF2B5EF4-FFF2-40B4-BE49-F238E27FC236}">
                <a16:creationId xmlns:a16="http://schemas.microsoft.com/office/drawing/2014/main" id="{C76C23B7-FCC6-417C-9CB4-6D1113A99737}"/>
              </a:ext>
            </a:extLst>
          </p:cNvPr>
          <p:cNvSpPr>
            <a:spLocks noGrp="1"/>
          </p:cNvSpPr>
          <p:nvPr/>
        </p:nvSpPr>
        <p:spPr>
          <a:xfrm>
            <a:off x="2431430" y="510470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7" name="Stage1_sixpanel_6958">
            <a:extLst>
              <a:ext uri="{FF2B5EF4-FFF2-40B4-BE49-F238E27FC236}">
                <a16:creationId xmlns:a16="http://schemas.microsoft.com/office/drawing/2014/main" id="{FEC3A200-18EB-4600-A773-F7486567A525}"/>
              </a:ext>
            </a:extLst>
          </p:cNvPr>
          <p:cNvSpPr>
            <a:spLocks noGrp="1"/>
          </p:cNvSpPr>
          <p:nvPr/>
        </p:nvSpPr>
        <p:spPr>
          <a:xfrm>
            <a:off x="1671869" y="4234086"/>
            <a:ext cx="58266" cy="58266"/>
          </a:xfrm>
          <a:prstGeom prst="ellipse">
            <a:avLst/>
          </a:prstGeom>
          <a:solidFill>
            <a:srgbClr val="3859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8" name="Stage1_sixpanel_6959">
            <a:extLst>
              <a:ext uri="{FF2B5EF4-FFF2-40B4-BE49-F238E27FC236}">
                <a16:creationId xmlns:a16="http://schemas.microsoft.com/office/drawing/2014/main" id="{383CEAC1-D2FB-4981-9DA8-3801B125C6F8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9" name="Stage1_sixpanel_6960">
            <a:extLst>
              <a:ext uri="{FF2B5EF4-FFF2-40B4-BE49-F238E27FC236}">
                <a16:creationId xmlns:a16="http://schemas.microsoft.com/office/drawing/2014/main" id="{E806AB9D-924D-4019-A253-388C4AB9679C}"/>
              </a:ext>
            </a:extLst>
          </p:cNvPr>
          <p:cNvSpPr>
            <a:spLocks noGrp="1"/>
          </p:cNvSpPr>
          <p:nvPr/>
        </p:nvSpPr>
        <p:spPr>
          <a:xfrm>
            <a:off x="2214413" y="4125577"/>
            <a:ext cx="58266" cy="58266"/>
          </a:xfrm>
          <a:prstGeom prst="ellipse">
            <a:avLst/>
          </a:prstGeom>
          <a:solidFill>
            <a:srgbClr val="46085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0" name="Stage1_sixpanel_6961">
            <a:extLst>
              <a:ext uri="{FF2B5EF4-FFF2-40B4-BE49-F238E27FC236}">
                <a16:creationId xmlns:a16="http://schemas.microsoft.com/office/drawing/2014/main" id="{E3EF8DB5-DBBA-4954-AB0E-B8C3A850AC2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1" name="Stage1_sixpanel_6962">
            <a:extLst>
              <a:ext uri="{FF2B5EF4-FFF2-40B4-BE49-F238E27FC236}">
                <a16:creationId xmlns:a16="http://schemas.microsoft.com/office/drawing/2014/main" id="{8F82AE69-86E6-42E6-9E45-028AF04D6291}"/>
              </a:ext>
            </a:extLst>
          </p:cNvPr>
          <p:cNvSpPr>
            <a:spLocks noGrp="1"/>
          </p:cNvSpPr>
          <p:nvPr/>
        </p:nvSpPr>
        <p:spPr>
          <a:xfrm>
            <a:off x="1671869" y="4238025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2" name="Stage1_sixpanel_6963">
            <a:extLst>
              <a:ext uri="{FF2B5EF4-FFF2-40B4-BE49-F238E27FC236}">
                <a16:creationId xmlns:a16="http://schemas.microsoft.com/office/drawing/2014/main" id="{1B679C3F-8DE0-457F-A347-873F5637532D}"/>
              </a:ext>
            </a:extLst>
          </p:cNvPr>
          <p:cNvSpPr>
            <a:spLocks noGrp="1"/>
          </p:cNvSpPr>
          <p:nvPr/>
        </p:nvSpPr>
        <p:spPr>
          <a:xfrm>
            <a:off x="2463079" y="394472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3" name="Stage1_sixpanel_6964">
            <a:extLst>
              <a:ext uri="{FF2B5EF4-FFF2-40B4-BE49-F238E27FC236}">
                <a16:creationId xmlns:a16="http://schemas.microsoft.com/office/drawing/2014/main" id="{44687DCE-8661-49AD-B2E5-DA18BD80EAFC}"/>
              </a:ext>
            </a:extLst>
          </p:cNvPr>
          <p:cNvSpPr>
            <a:spLocks noGrp="1"/>
          </p:cNvSpPr>
          <p:nvPr/>
        </p:nvSpPr>
        <p:spPr>
          <a:xfrm>
            <a:off x="1671869" y="430642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4" name="Stage1_sixpanel_6965">
            <a:extLst>
              <a:ext uri="{FF2B5EF4-FFF2-40B4-BE49-F238E27FC236}">
                <a16:creationId xmlns:a16="http://schemas.microsoft.com/office/drawing/2014/main" id="{CBEEC196-B130-4319-9196-0637730DDCDA}"/>
              </a:ext>
            </a:extLst>
          </p:cNvPr>
          <p:cNvSpPr>
            <a:spLocks noGrp="1"/>
          </p:cNvSpPr>
          <p:nvPr/>
        </p:nvSpPr>
        <p:spPr>
          <a:xfrm>
            <a:off x="1671869" y="4668121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5" name="Stage1_sixpanel_6966">
            <a:extLst>
              <a:ext uri="{FF2B5EF4-FFF2-40B4-BE49-F238E27FC236}">
                <a16:creationId xmlns:a16="http://schemas.microsoft.com/office/drawing/2014/main" id="{0806D6F4-B832-427B-A5B8-4C963923A3C3}"/>
              </a:ext>
            </a:extLst>
          </p:cNvPr>
          <p:cNvSpPr>
            <a:spLocks noGrp="1"/>
          </p:cNvSpPr>
          <p:nvPr/>
        </p:nvSpPr>
        <p:spPr>
          <a:xfrm>
            <a:off x="1759610" y="4895756"/>
            <a:ext cx="58266" cy="58266"/>
          </a:xfrm>
          <a:prstGeom prst="ellipse">
            <a:avLst/>
          </a:prstGeom>
          <a:solidFill>
            <a:srgbClr val="3E49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6" name="Stage1_sixpanel_6967">
            <a:extLst>
              <a:ext uri="{FF2B5EF4-FFF2-40B4-BE49-F238E27FC236}">
                <a16:creationId xmlns:a16="http://schemas.microsoft.com/office/drawing/2014/main" id="{3731D14B-CED4-494E-B7D0-0C548FA5A9C9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1B6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7" name="Stage1_sixpanel_6968">
            <a:extLst>
              <a:ext uri="{FF2B5EF4-FFF2-40B4-BE49-F238E27FC236}">
                <a16:creationId xmlns:a16="http://schemas.microsoft.com/office/drawing/2014/main" id="{241EA1CA-C983-4C31-B0CE-52BC6077BFD2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8" name="Stage1_sixpanel_6969">
            <a:extLst>
              <a:ext uri="{FF2B5EF4-FFF2-40B4-BE49-F238E27FC236}">
                <a16:creationId xmlns:a16="http://schemas.microsoft.com/office/drawing/2014/main" id="{847D067E-6A3D-4B71-9E2E-E2E0C87ABDF3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9" name="Stage1_sixpanel_6970">
            <a:extLst>
              <a:ext uri="{FF2B5EF4-FFF2-40B4-BE49-F238E27FC236}">
                <a16:creationId xmlns:a16="http://schemas.microsoft.com/office/drawing/2014/main" id="{6BA1535E-507C-49A6-B05E-1C4E6B344943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0" name="Stage1_sixpanel_6971">
            <a:extLst>
              <a:ext uri="{FF2B5EF4-FFF2-40B4-BE49-F238E27FC236}">
                <a16:creationId xmlns:a16="http://schemas.microsoft.com/office/drawing/2014/main" id="{88CFCC04-1125-4CB1-B241-BFD14085EC48}"/>
              </a:ext>
            </a:extLst>
          </p:cNvPr>
          <p:cNvSpPr>
            <a:spLocks noGrp="1"/>
          </p:cNvSpPr>
          <p:nvPr/>
        </p:nvSpPr>
        <p:spPr>
          <a:xfrm>
            <a:off x="1671869" y="4544883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1" name="Stage1_sixpanel_6972">
            <a:extLst>
              <a:ext uri="{FF2B5EF4-FFF2-40B4-BE49-F238E27FC236}">
                <a16:creationId xmlns:a16="http://schemas.microsoft.com/office/drawing/2014/main" id="{AA86C3A9-B4B2-4B11-ADD7-2CD52280E6D3}"/>
              </a:ext>
            </a:extLst>
          </p:cNvPr>
          <p:cNvSpPr>
            <a:spLocks noGrp="1"/>
          </p:cNvSpPr>
          <p:nvPr/>
        </p:nvSpPr>
        <p:spPr>
          <a:xfrm>
            <a:off x="1671869" y="3694986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2" name="Stage1_sixpanel_6973">
            <a:extLst>
              <a:ext uri="{FF2B5EF4-FFF2-40B4-BE49-F238E27FC236}">
                <a16:creationId xmlns:a16="http://schemas.microsoft.com/office/drawing/2014/main" id="{31973483-1A3E-4ECB-BC1C-C7EA4E041E91}"/>
              </a:ext>
            </a:extLst>
          </p:cNvPr>
          <p:cNvSpPr>
            <a:spLocks noGrp="1"/>
          </p:cNvSpPr>
          <p:nvPr/>
        </p:nvSpPr>
        <p:spPr>
          <a:xfrm>
            <a:off x="2383018" y="5312392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3" name="Stage1_sixpanel_6974">
            <a:extLst>
              <a:ext uri="{FF2B5EF4-FFF2-40B4-BE49-F238E27FC236}">
                <a16:creationId xmlns:a16="http://schemas.microsoft.com/office/drawing/2014/main" id="{E50F989D-F8CA-4B68-B04A-F14E8E0EF5EB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4" name="Stage1_sixpanel_6975">
            <a:extLst>
              <a:ext uri="{FF2B5EF4-FFF2-40B4-BE49-F238E27FC236}">
                <a16:creationId xmlns:a16="http://schemas.microsoft.com/office/drawing/2014/main" id="{8AAC513E-9F6C-42C3-BE09-1DBCF442DD2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5" name="Stage1_sixpanel_6976">
            <a:extLst>
              <a:ext uri="{FF2B5EF4-FFF2-40B4-BE49-F238E27FC236}">
                <a16:creationId xmlns:a16="http://schemas.microsoft.com/office/drawing/2014/main" id="{15F50B15-7CBC-4742-805F-0D3D48B287CD}"/>
              </a:ext>
            </a:extLst>
          </p:cNvPr>
          <p:cNvSpPr>
            <a:spLocks noGrp="1"/>
          </p:cNvSpPr>
          <p:nvPr/>
        </p:nvSpPr>
        <p:spPr>
          <a:xfrm>
            <a:off x="1671869" y="477060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6" name="Stage1_sixpanel_6977">
            <a:extLst>
              <a:ext uri="{FF2B5EF4-FFF2-40B4-BE49-F238E27FC236}">
                <a16:creationId xmlns:a16="http://schemas.microsoft.com/office/drawing/2014/main" id="{691C8ECA-0817-4185-8CC5-A32C4BD702C4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7" name="Stage1_sixpanel_6978">
            <a:extLst>
              <a:ext uri="{FF2B5EF4-FFF2-40B4-BE49-F238E27FC236}">
                <a16:creationId xmlns:a16="http://schemas.microsoft.com/office/drawing/2014/main" id="{24E751F3-B4BB-419E-96F6-B23F605B30FA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8" name="Stage1_sixpanel_6979">
            <a:extLst>
              <a:ext uri="{FF2B5EF4-FFF2-40B4-BE49-F238E27FC236}">
                <a16:creationId xmlns:a16="http://schemas.microsoft.com/office/drawing/2014/main" id="{961F79CF-CFE3-4F72-85C1-1EFEB46210AF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9" name="Stage1_sixpanel_6980">
            <a:extLst>
              <a:ext uri="{FF2B5EF4-FFF2-40B4-BE49-F238E27FC236}">
                <a16:creationId xmlns:a16="http://schemas.microsoft.com/office/drawing/2014/main" id="{4175EE3E-B7CE-4807-95FE-C03D7D6458E2}"/>
              </a:ext>
            </a:extLst>
          </p:cNvPr>
          <p:cNvSpPr>
            <a:spLocks noGrp="1"/>
          </p:cNvSpPr>
          <p:nvPr/>
        </p:nvSpPr>
        <p:spPr>
          <a:xfrm>
            <a:off x="1671869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0" name="Stage1_sixpanel_6981">
            <a:extLst>
              <a:ext uri="{FF2B5EF4-FFF2-40B4-BE49-F238E27FC236}">
                <a16:creationId xmlns:a16="http://schemas.microsoft.com/office/drawing/2014/main" id="{75FC85C1-099E-45BB-A6C2-B344C6F4D684}"/>
              </a:ext>
            </a:extLst>
          </p:cNvPr>
          <p:cNvSpPr>
            <a:spLocks noGrp="1"/>
          </p:cNvSpPr>
          <p:nvPr/>
        </p:nvSpPr>
        <p:spPr>
          <a:xfrm>
            <a:off x="2756957" y="5391513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1" name="Stage1_sixpanel_6982">
            <a:extLst>
              <a:ext uri="{FF2B5EF4-FFF2-40B4-BE49-F238E27FC236}">
                <a16:creationId xmlns:a16="http://schemas.microsoft.com/office/drawing/2014/main" id="{69CCDEDF-C82D-467A-9B13-2E0FF4244E88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2" name="Stage1_sixpanel_6983">
            <a:extLst>
              <a:ext uri="{FF2B5EF4-FFF2-40B4-BE49-F238E27FC236}">
                <a16:creationId xmlns:a16="http://schemas.microsoft.com/office/drawing/2014/main" id="{AFCD3695-E8B1-46CF-A1B8-A72A8EE87FE0}"/>
              </a:ext>
            </a:extLst>
          </p:cNvPr>
          <p:cNvSpPr>
            <a:spLocks noGrp="1"/>
          </p:cNvSpPr>
          <p:nvPr/>
        </p:nvSpPr>
        <p:spPr>
          <a:xfrm>
            <a:off x="2731121" y="466812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3" name="Stage1_sixpanel_6984">
            <a:extLst>
              <a:ext uri="{FF2B5EF4-FFF2-40B4-BE49-F238E27FC236}">
                <a16:creationId xmlns:a16="http://schemas.microsoft.com/office/drawing/2014/main" id="{585801A0-B527-4950-A221-0198980062F9}"/>
              </a:ext>
            </a:extLst>
          </p:cNvPr>
          <p:cNvSpPr>
            <a:spLocks noGrp="1"/>
          </p:cNvSpPr>
          <p:nvPr/>
        </p:nvSpPr>
        <p:spPr>
          <a:xfrm>
            <a:off x="3299501" y="4851572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4" name="Stage1_sixpanel_6985">
            <a:extLst>
              <a:ext uri="{FF2B5EF4-FFF2-40B4-BE49-F238E27FC236}">
                <a16:creationId xmlns:a16="http://schemas.microsoft.com/office/drawing/2014/main" id="{6A755E4D-FD8B-46FB-88C3-12630D88EB41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5" name="Stage1_sixpanel_6986">
            <a:extLst>
              <a:ext uri="{FF2B5EF4-FFF2-40B4-BE49-F238E27FC236}">
                <a16:creationId xmlns:a16="http://schemas.microsoft.com/office/drawing/2014/main" id="{A9E9D49D-17E0-4310-909E-3F4F1A7A030A}"/>
              </a:ext>
            </a:extLst>
          </p:cNvPr>
          <p:cNvSpPr>
            <a:spLocks noGrp="1"/>
          </p:cNvSpPr>
          <p:nvPr/>
        </p:nvSpPr>
        <p:spPr>
          <a:xfrm>
            <a:off x="2756957" y="4770601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6" name="Stage1_sixpanel_6987">
            <a:extLst>
              <a:ext uri="{FF2B5EF4-FFF2-40B4-BE49-F238E27FC236}">
                <a16:creationId xmlns:a16="http://schemas.microsoft.com/office/drawing/2014/main" id="{27F2B861-82A7-4D03-96B4-34F39F89255C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7" name="Stage1_sixpanel_6988">
            <a:extLst>
              <a:ext uri="{FF2B5EF4-FFF2-40B4-BE49-F238E27FC236}">
                <a16:creationId xmlns:a16="http://schemas.microsoft.com/office/drawing/2014/main" id="{A468B3F5-8F2A-458B-B4A8-A25B6E39517A}"/>
              </a:ext>
            </a:extLst>
          </p:cNvPr>
          <p:cNvSpPr>
            <a:spLocks noGrp="1"/>
          </p:cNvSpPr>
          <p:nvPr/>
        </p:nvSpPr>
        <p:spPr>
          <a:xfrm>
            <a:off x="1705778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8" name="Stage1_sixpanel_6989">
            <a:extLst>
              <a:ext uri="{FF2B5EF4-FFF2-40B4-BE49-F238E27FC236}">
                <a16:creationId xmlns:a16="http://schemas.microsoft.com/office/drawing/2014/main" id="{82C5140C-8A84-49C9-B892-A7F7C226D0DB}"/>
              </a:ext>
            </a:extLst>
          </p:cNvPr>
          <p:cNvSpPr>
            <a:spLocks noGrp="1"/>
          </p:cNvSpPr>
          <p:nvPr/>
        </p:nvSpPr>
        <p:spPr>
          <a:xfrm>
            <a:off x="1671869" y="4848969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9" name="Stage1_sixpanel_6990">
            <a:extLst>
              <a:ext uri="{FF2B5EF4-FFF2-40B4-BE49-F238E27FC236}">
                <a16:creationId xmlns:a16="http://schemas.microsoft.com/office/drawing/2014/main" id="{ADBD27B3-B4C0-4F16-8F6A-B4ECC6196379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0" name="Stage1_sixpanel_6991">
            <a:extLst>
              <a:ext uri="{FF2B5EF4-FFF2-40B4-BE49-F238E27FC236}">
                <a16:creationId xmlns:a16="http://schemas.microsoft.com/office/drawing/2014/main" id="{7BB519C1-6EFA-4913-9C44-9B2BD4EF7E5C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1" name="Stage1_sixpanel_6992">
            <a:extLst>
              <a:ext uri="{FF2B5EF4-FFF2-40B4-BE49-F238E27FC236}">
                <a16:creationId xmlns:a16="http://schemas.microsoft.com/office/drawing/2014/main" id="{DA0F3EDF-93FE-494F-AF99-2CB94CF38A59}"/>
              </a:ext>
            </a:extLst>
          </p:cNvPr>
          <p:cNvSpPr>
            <a:spLocks noGrp="1"/>
          </p:cNvSpPr>
          <p:nvPr/>
        </p:nvSpPr>
        <p:spPr>
          <a:xfrm>
            <a:off x="1671869" y="506895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2" name="Stage1_sixpanel_6993">
            <a:extLst>
              <a:ext uri="{FF2B5EF4-FFF2-40B4-BE49-F238E27FC236}">
                <a16:creationId xmlns:a16="http://schemas.microsoft.com/office/drawing/2014/main" id="{7613137B-1576-4610-B305-4AA0547D8D9A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470E6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3" name="Stage1_sixpanel_6994">
            <a:extLst>
              <a:ext uri="{FF2B5EF4-FFF2-40B4-BE49-F238E27FC236}">
                <a16:creationId xmlns:a16="http://schemas.microsoft.com/office/drawing/2014/main" id="{8AB9BB28-8C3A-431D-A9F7-5BE72997E586}"/>
              </a:ext>
            </a:extLst>
          </p:cNvPr>
          <p:cNvSpPr>
            <a:spLocks noGrp="1"/>
          </p:cNvSpPr>
          <p:nvPr/>
        </p:nvSpPr>
        <p:spPr>
          <a:xfrm>
            <a:off x="2134581" y="5078317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4" name="Stage1_sixpanel_6995">
            <a:extLst>
              <a:ext uri="{FF2B5EF4-FFF2-40B4-BE49-F238E27FC236}">
                <a16:creationId xmlns:a16="http://schemas.microsoft.com/office/drawing/2014/main" id="{C3B7A73A-DA48-4FDB-B72A-D5AF5CFB4C94}"/>
              </a:ext>
            </a:extLst>
          </p:cNvPr>
          <p:cNvSpPr>
            <a:spLocks noGrp="1"/>
          </p:cNvSpPr>
          <p:nvPr/>
        </p:nvSpPr>
        <p:spPr>
          <a:xfrm>
            <a:off x="1671869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5" name="Stage1_sixpanel_6996">
            <a:extLst>
              <a:ext uri="{FF2B5EF4-FFF2-40B4-BE49-F238E27FC236}">
                <a16:creationId xmlns:a16="http://schemas.microsoft.com/office/drawing/2014/main" id="{5FFDCA20-C0D1-4742-A5DA-59CCA4218F8C}"/>
              </a:ext>
            </a:extLst>
          </p:cNvPr>
          <p:cNvSpPr>
            <a:spLocks noGrp="1"/>
          </p:cNvSpPr>
          <p:nvPr/>
        </p:nvSpPr>
        <p:spPr>
          <a:xfrm>
            <a:off x="2903134" y="4317354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6" name="Stage1_sixpanel_6997">
            <a:extLst>
              <a:ext uri="{FF2B5EF4-FFF2-40B4-BE49-F238E27FC236}">
                <a16:creationId xmlns:a16="http://schemas.microsoft.com/office/drawing/2014/main" id="{060415AB-6DFA-49C0-8C55-959AD1DC555C}"/>
              </a:ext>
            </a:extLst>
          </p:cNvPr>
          <p:cNvSpPr>
            <a:spLocks noGrp="1"/>
          </p:cNvSpPr>
          <p:nvPr/>
        </p:nvSpPr>
        <p:spPr>
          <a:xfrm>
            <a:off x="1744208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7" name="Stage1_sixpanel_6998">
            <a:extLst>
              <a:ext uri="{FF2B5EF4-FFF2-40B4-BE49-F238E27FC236}">
                <a16:creationId xmlns:a16="http://schemas.microsoft.com/office/drawing/2014/main" id="{086408EB-0C60-4E41-A68E-EBA5764B4E6E}"/>
              </a:ext>
            </a:extLst>
          </p:cNvPr>
          <p:cNvSpPr>
            <a:spLocks noGrp="1"/>
          </p:cNvSpPr>
          <p:nvPr/>
        </p:nvSpPr>
        <p:spPr>
          <a:xfrm>
            <a:off x="2749767" y="358303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8" name="Stage1_sixpanel_6999">
            <a:extLst>
              <a:ext uri="{FF2B5EF4-FFF2-40B4-BE49-F238E27FC236}">
                <a16:creationId xmlns:a16="http://schemas.microsoft.com/office/drawing/2014/main" id="{8A0EA39E-2E6B-4326-BB6C-92F665DFCE29}"/>
              </a:ext>
            </a:extLst>
          </p:cNvPr>
          <p:cNvSpPr>
            <a:spLocks noGrp="1"/>
          </p:cNvSpPr>
          <p:nvPr/>
        </p:nvSpPr>
        <p:spPr>
          <a:xfrm>
            <a:off x="2163480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9" name="Stage1_sixpanel_7000">
            <a:extLst>
              <a:ext uri="{FF2B5EF4-FFF2-40B4-BE49-F238E27FC236}">
                <a16:creationId xmlns:a16="http://schemas.microsoft.com/office/drawing/2014/main" id="{190A9544-7CAF-49A5-8C20-8BE255B7D647}"/>
              </a:ext>
            </a:extLst>
          </p:cNvPr>
          <p:cNvSpPr>
            <a:spLocks noGrp="1"/>
          </p:cNvSpPr>
          <p:nvPr/>
        </p:nvSpPr>
        <p:spPr>
          <a:xfrm>
            <a:off x="2395261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0" name="Stage1_sixpanel_7001">
            <a:extLst>
              <a:ext uri="{FF2B5EF4-FFF2-40B4-BE49-F238E27FC236}">
                <a16:creationId xmlns:a16="http://schemas.microsoft.com/office/drawing/2014/main" id="{47BB40B3-07C7-4C70-B1F7-A190DD57F291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1" name="Stage1_sixpanel_7002">
            <a:extLst>
              <a:ext uri="{FF2B5EF4-FFF2-40B4-BE49-F238E27FC236}">
                <a16:creationId xmlns:a16="http://schemas.microsoft.com/office/drawing/2014/main" id="{545010D5-EC7D-41DB-BB1C-973AEA94F29A}"/>
              </a:ext>
            </a:extLst>
          </p:cNvPr>
          <p:cNvSpPr>
            <a:spLocks noGrp="1"/>
          </p:cNvSpPr>
          <p:nvPr/>
        </p:nvSpPr>
        <p:spPr>
          <a:xfrm>
            <a:off x="1671869" y="5210665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2" name="Stage1_sixpanel_7003">
            <a:extLst>
              <a:ext uri="{FF2B5EF4-FFF2-40B4-BE49-F238E27FC236}">
                <a16:creationId xmlns:a16="http://schemas.microsoft.com/office/drawing/2014/main" id="{C6A30A95-B54A-47A0-BF7B-C00E842C67C4}"/>
              </a:ext>
            </a:extLst>
          </p:cNvPr>
          <p:cNvSpPr>
            <a:spLocks noGrp="1"/>
          </p:cNvSpPr>
          <p:nvPr/>
        </p:nvSpPr>
        <p:spPr>
          <a:xfrm>
            <a:off x="2605761" y="4243774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3" name="Stage1_sixpanel_7004">
            <a:extLst>
              <a:ext uri="{FF2B5EF4-FFF2-40B4-BE49-F238E27FC236}">
                <a16:creationId xmlns:a16="http://schemas.microsoft.com/office/drawing/2014/main" id="{87211A06-E728-49F7-80AE-D816CA9712C9}"/>
              </a:ext>
            </a:extLst>
          </p:cNvPr>
          <p:cNvSpPr>
            <a:spLocks noGrp="1"/>
          </p:cNvSpPr>
          <p:nvPr/>
        </p:nvSpPr>
        <p:spPr>
          <a:xfrm>
            <a:off x="1671869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4" name="Stage1_sixpanel_7005">
            <a:extLst>
              <a:ext uri="{FF2B5EF4-FFF2-40B4-BE49-F238E27FC236}">
                <a16:creationId xmlns:a16="http://schemas.microsoft.com/office/drawing/2014/main" id="{7446C107-C9EE-47E3-A790-96999C3A4217}"/>
              </a:ext>
            </a:extLst>
          </p:cNvPr>
          <p:cNvSpPr>
            <a:spLocks noGrp="1"/>
          </p:cNvSpPr>
          <p:nvPr/>
        </p:nvSpPr>
        <p:spPr>
          <a:xfrm>
            <a:off x="1671869" y="4283819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5" name="Stage1_sixpanel_7006">
            <a:extLst>
              <a:ext uri="{FF2B5EF4-FFF2-40B4-BE49-F238E27FC236}">
                <a16:creationId xmlns:a16="http://schemas.microsoft.com/office/drawing/2014/main" id="{560107AF-11B9-4399-B2AB-0427CF6676ED}"/>
              </a:ext>
            </a:extLst>
          </p:cNvPr>
          <p:cNvSpPr>
            <a:spLocks noGrp="1"/>
          </p:cNvSpPr>
          <p:nvPr/>
        </p:nvSpPr>
        <p:spPr>
          <a:xfrm>
            <a:off x="3842045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6" name="Stage1_sixpanel_7007">
            <a:extLst>
              <a:ext uri="{FF2B5EF4-FFF2-40B4-BE49-F238E27FC236}">
                <a16:creationId xmlns:a16="http://schemas.microsoft.com/office/drawing/2014/main" id="{719EF8DF-5379-4A04-A5C4-3CF2EA686990}"/>
              </a:ext>
            </a:extLst>
          </p:cNvPr>
          <p:cNvSpPr>
            <a:spLocks noGrp="1"/>
          </p:cNvSpPr>
          <p:nvPr/>
        </p:nvSpPr>
        <p:spPr>
          <a:xfrm>
            <a:off x="1943141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7" name="Stage1_sixpanel_7008">
            <a:extLst>
              <a:ext uri="{FF2B5EF4-FFF2-40B4-BE49-F238E27FC236}">
                <a16:creationId xmlns:a16="http://schemas.microsoft.com/office/drawing/2014/main" id="{3EDAA948-1727-47FB-B6E2-A8EFC4A7863A}"/>
              </a:ext>
            </a:extLst>
          </p:cNvPr>
          <p:cNvSpPr>
            <a:spLocks noGrp="1"/>
          </p:cNvSpPr>
          <p:nvPr/>
        </p:nvSpPr>
        <p:spPr>
          <a:xfrm>
            <a:off x="1671869" y="5102156"/>
            <a:ext cx="58266" cy="58266"/>
          </a:xfrm>
          <a:prstGeom prst="ellipse">
            <a:avLst/>
          </a:prstGeom>
          <a:solidFill>
            <a:srgbClr val="433E8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8" name="Stage1_sixpanel_7009">
            <a:extLst>
              <a:ext uri="{FF2B5EF4-FFF2-40B4-BE49-F238E27FC236}">
                <a16:creationId xmlns:a16="http://schemas.microsoft.com/office/drawing/2014/main" id="{01E1C5EC-8317-4394-8442-43CC18F3F1FC}"/>
              </a:ext>
            </a:extLst>
          </p:cNvPr>
          <p:cNvSpPr>
            <a:spLocks noGrp="1"/>
          </p:cNvSpPr>
          <p:nvPr/>
        </p:nvSpPr>
        <p:spPr>
          <a:xfrm>
            <a:off x="3040749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9" name="Stage1_sixpanel_7010">
            <a:extLst>
              <a:ext uri="{FF2B5EF4-FFF2-40B4-BE49-F238E27FC236}">
                <a16:creationId xmlns:a16="http://schemas.microsoft.com/office/drawing/2014/main" id="{C8B1B645-4E46-40B2-B872-876FACE341F1}"/>
              </a:ext>
            </a:extLst>
          </p:cNvPr>
          <p:cNvSpPr>
            <a:spLocks noGrp="1"/>
          </p:cNvSpPr>
          <p:nvPr/>
        </p:nvSpPr>
        <p:spPr>
          <a:xfrm>
            <a:off x="3480349" y="3583033"/>
            <a:ext cx="58266" cy="58266"/>
          </a:xfrm>
          <a:prstGeom prst="ellipse">
            <a:avLst/>
          </a:prstGeom>
          <a:solidFill>
            <a:srgbClr val="1F96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0" name="Stage1_sixpanel_7011">
            <a:extLst>
              <a:ext uri="{FF2B5EF4-FFF2-40B4-BE49-F238E27FC236}">
                <a16:creationId xmlns:a16="http://schemas.microsoft.com/office/drawing/2014/main" id="{D6914944-9489-41A9-B341-5E7D7F47F76D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1" name="Stage1_sixpanel_7012">
            <a:extLst>
              <a:ext uri="{FF2B5EF4-FFF2-40B4-BE49-F238E27FC236}">
                <a16:creationId xmlns:a16="http://schemas.microsoft.com/office/drawing/2014/main" id="{87E34683-00A4-4732-A750-B23250F43E76}"/>
              </a:ext>
            </a:extLst>
          </p:cNvPr>
          <p:cNvSpPr>
            <a:spLocks noGrp="1"/>
          </p:cNvSpPr>
          <p:nvPr/>
        </p:nvSpPr>
        <p:spPr>
          <a:xfrm>
            <a:off x="1671869" y="4547555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2" name="Stage1_sixpanel_7013">
            <a:extLst>
              <a:ext uri="{FF2B5EF4-FFF2-40B4-BE49-F238E27FC236}">
                <a16:creationId xmlns:a16="http://schemas.microsoft.com/office/drawing/2014/main" id="{BD8BFAA3-FD7B-495A-823D-A5AD0A1931BC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3" name="Stage1_sixpanel_7014">
            <a:extLst>
              <a:ext uri="{FF2B5EF4-FFF2-40B4-BE49-F238E27FC236}">
                <a16:creationId xmlns:a16="http://schemas.microsoft.com/office/drawing/2014/main" id="{1F827DE5-C19C-499D-A4CE-BAC1FC319D11}"/>
              </a:ext>
            </a:extLst>
          </p:cNvPr>
          <p:cNvSpPr>
            <a:spLocks noGrp="1"/>
          </p:cNvSpPr>
          <p:nvPr/>
        </p:nvSpPr>
        <p:spPr>
          <a:xfrm>
            <a:off x="1671869" y="3944729"/>
            <a:ext cx="58266" cy="58266"/>
          </a:xfrm>
          <a:prstGeom prst="ellipse">
            <a:avLst/>
          </a:prstGeom>
          <a:solidFill>
            <a:srgbClr val="258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4" name="Stage1_sixpanel_7015">
            <a:extLst>
              <a:ext uri="{FF2B5EF4-FFF2-40B4-BE49-F238E27FC236}">
                <a16:creationId xmlns:a16="http://schemas.microsoft.com/office/drawing/2014/main" id="{2FF2477B-6C14-4B5A-86CB-8799F39D1C59}"/>
              </a:ext>
            </a:extLst>
          </p:cNvPr>
          <p:cNvSpPr>
            <a:spLocks noGrp="1"/>
          </p:cNvSpPr>
          <p:nvPr/>
        </p:nvSpPr>
        <p:spPr>
          <a:xfrm>
            <a:off x="2579800" y="5200700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5" name="Stage1_sixpanel_7016">
            <a:extLst>
              <a:ext uri="{FF2B5EF4-FFF2-40B4-BE49-F238E27FC236}">
                <a16:creationId xmlns:a16="http://schemas.microsoft.com/office/drawing/2014/main" id="{58162780-C27C-4D10-9F48-11E0A7CCBD45}"/>
              </a:ext>
            </a:extLst>
          </p:cNvPr>
          <p:cNvSpPr>
            <a:spLocks noGrp="1"/>
          </p:cNvSpPr>
          <p:nvPr/>
        </p:nvSpPr>
        <p:spPr>
          <a:xfrm>
            <a:off x="1671869" y="4824923"/>
            <a:ext cx="58266" cy="58266"/>
          </a:xfrm>
          <a:prstGeom prst="ellipse">
            <a:avLst/>
          </a:prstGeom>
          <a:solidFill>
            <a:srgbClr val="1F9A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6" name="Stage1_sixpanel_7017">
            <a:extLst>
              <a:ext uri="{FF2B5EF4-FFF2-40B4-BE49-F238E27FC236}">
                <a16:creationId xmlns:a16="http://schemas.microsoft.com/office/drawing/2014/main" id="{BB5935BC-FA6A-4A09-B875-FBF0E6BE98B2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7" name="Stage1_sixpanel_7018">
            <a:extLst>
              <a:ext uri="{FF2B5EF4-FFF2-40B4-BE49-F238E27FC236}">
                <a16:creationId xmlns:a16="http://schemas.microsoft.com/office/drawing/2014/main" id="{BA58EC48-B096-4F88-BD70-4BBC11E3950B}"/>
              </a:ext>
            </a:extLst>
          </p:cNvPr>
          <p:cNvSpPr>
            <a:spLocks noGrp="1"/>
          </p:cNvSpPr>
          <p:nvPr/>
        </p:nvSpPr>
        <p:spPr>
          <a:xfrm>
            <a:off x="1834721" y="4752911"/>
            <a:ext cx="58266" cy="58266"/>
          </a:xfrm>
          <a:prstGeom prst="ellipse">
            <a:avLst/>
          </a:prstGeom>
          <a:solidFill>
            <a:srgbClr val="41448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8" name="Stage1_sixpanel_7019">
            <a:extLst>
              <a:ext uri="{FF2B5EF4-FFF2-40B4-BE49-F238E27FC236}">
                <a16:creationId xmlns:a16="http://schemas.microsoft.com/office/drawing/2014/main" id="{441D7E2E-1259-486B-877C-3422F975F3C5}"/>
              </a:ext>
            </a:extLst>
          </p:cNvPr>
          <p:cNvSpPr>
            <a:spLocks noGrp="1"/>
          </p:cNvSpPr>
          <p:nvPr/>
        </p:nvSpPr>
        <p:spPr>
          <a:xfrm>
            <a:off x="2581276" y="4885138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9" name="Stage1_sixpanel_7020">
            <a:extLst>
              <a:ext uri="{FF2B5EF4-FFF2-40B4-BE49-F238E27FC236}">
                <a16:creationId xmlns:a16="http://schemas.microsoft.com/office/drawing/2014/main" id="{EAB2BFE5-C92B-417C-A955-D9B7560B3BDD}"/>
              </a:ext>
            </a:extLst>
          </p:cNvPr>
          <p:cNvSpPr>
            <a:spLocks noGrp="1"/>
          </p:cNvSpPr>
          <p:nvPr/>
        </p:nvSpPr>
        <p:spPr>
          <a:xfrm>
            <a:off x="3842045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0" name="Stage1_sixpanel_7021">
            <a:extLst>
              <a:ext uri="{FF2B5EF4-FFF2-40B4-BE49-F238E27FC236}">
                <a16:creationId xmlns:a16="http://schemas.microsoft.com/office/drawing/2014/main" id="{4E4BC97F-4735-479A-918A-194DB5DC8797}"/>
              </a:ext>
            </a:extLst>
          </p:cNvPr>
          <p:cNvSpPr>
            <a:spLocks noGrp="1"/>
          </p:cNvSpPr>
          <p:nvPr/>
        </p:nvSpPr>
        <p:spPr>
          <a:xfrm>
            <a:off x="1720776" y="5290712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1" name="Stage1_sixpanel_7022">
            <a:extLst>
              <a:ext uri="{FF2B5EF4-FFF2-40B4-BE49-F238E27FC236}">
                <a16:creationId xmlns:a16="http://schemas.microsoft.com/office/drawing/2014/main" id="{D04116D1-F05D-4B7F-A384-DFFABA6542EA}"/>
              </a:ext>
            </a:extLst>
          </p:cNvPr>
          <p:cNvSpPr>
            <a:spLocks noGrp="1"/>
          </p:cNvSpPr>
          <p:nvPr/>
        </p:nvSpPr>
        <p:spPr>
          <a:xfrm>
            <a:off x="1677520" y="5572361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2" name="Stage1_sixpanel_7023">
            <a:extLst>
              <a:ext uri="{FF2B5EF4-FFF2-40B4-BE49-F238E27FC236}">
                <a16:creationId xmlns:a16="http://schemas.microsoft.com/office/drawing/2014/main" id="{87526D73-99D2-470E-8597-F151BF8B5E4E}"/>
              </a:ext>
            </a:extLst>
          </p:cNvPr>
          <p:cNvSpPr>
            <a:spLocks noGrp="1"/>
          </p:cNvSpPr>
          <p:nvPr/>
        </p:nvSpPr>
        <p:spPr>
          <a:xfrm>
            <a:off x="1671869" y="3583033"/>
            <a:ext cx="58266" cy="58266"/>
          </a:xfrm>
          <a:prstGeom prst="ellipse">
            <a:avLst/>
          </a:prstGeom>
          <a:solidFill>
            <a:srgbClr val="48287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3" name="Stage1_sixpanel_7024">
            <a:extLst>
              <a:ext uri="{FF2B5EF4-FFF2-40B4-BE49-F238E27FC236}">
                <a16:creationId xmlns:a16="http://schemas.microsoft.com/office/drawing/2014/main" id="{7C69A70B-A1A2-4441-9471-DEED2C6D8AB2}"/>
              </a:ext>
            </a:extLst>
          </p:cNvPr>
          <p:cNvSpPr>
            <a:spLocks noGrp="1"/>
          </p:cNvSpPr>
          <p:nvPr/>
        </p:nvSpPr>
        <p:spPr>
          <a:xfrm>
            <a:off x="2756957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4" name="Stage1_sixpanel_7025">
            <a:extLst>
              <a:ext uri="{FF2B5EF4-FFF2-40B4-BE49-F238E27FC236}">
                <a16:creationId xmlns:a16="http://schemas.microsoft.com/office/drawing/2014/main" id="{CFE0A1B0-3AC0-4C7B-88B6-331263F81EB8}"/>
              </a:ext>
            </a:extLst>
          </p:cNvPr>
          <p:cNvSpPr>
            <a:spLocks noGrp="1"/>
          </p:cNvSpPr>
          <p:nvPr/>
        </p:nvSpPr>
        <p:spPr>
          <a:xfrm>
            <a:off x="3842045" y="575320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5" name="Stage1_sixpanel_7026">
            <a:extLst>
              <a:ext uri="{FF2B5EF4-FFF2-40B4-BE49-F238E27FC236}">
                <a16:creationId xmlns:a16="http://schemas.microsoft.com/office/drawing/2014/main" id="{A156C86C-BC9D-4008-95A9-84701BE9C1A9}"/>
              </a:ext>
            </a:extLst>
          </p:cNvPr>
          <p:cNvSpPr>
            <a:spLocks noGrp="1"/>
          </p:cNvSpPr>
          <p:nvPr/>
        </p:nvSpPr>
        <p:spPr>
          <a:xfrm>
            <a:off x="2573569" y="490594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6" name="Stage1_sixpanel_7027">
            <a:extLst>
              <a:ext uri="{FF2B5EF4-FFF2-40B4-BE49-F238E27FC236}">
                <a16:creationId xmlns:a16="http://schemas.microsoft.com/office/drawing/2014/main" id="{DEF117D5-7B13-476B-A624-21EDE83EE675}"/>
              </a:ext>
            </a:extLst>
          </p:cNvPr>
          <p:cNvSpPr>
            <a:spLocks noGrp="1"/>
          </p:cNvSpPr>
          <p:nvPr/>
        </p:nvSpPr>
        <p:spPr>
          <a:xfrm>
            <a:off x="1671869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7" name="Stage1_sixpanel_7028">
            <a:extLst>
              <a:ext uri="{FF2B5EF4-FFF2-40B4-BE49-F238E27FC236}">
                <a16:creationId xmlns:a16="http://schemas.microsoft.com/office/drawing/2014/main" id="{2FD090F3-0E94-4A31-B860-CC1AC8343877}"/>
              </a:ext>
            </a:extLst>
          </p:cNvPr>
          <p:cNvSpPr>
            <a:spLocks noGrp="1"/>
          </p:cNvSpPr>
          <p:nvPr/>
        </p:nvSpPr>
        <p:spPr>
          <a:xfrm>
            <a:off x="1888886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8" name="Stage1_sixpanel_7029">
            <a:extLst>
              <a:ext uri="{FF2B5EF4-FFF2-40B4-BE49-F238E27FC236}">
                <a16:creationId xmlns:a16="http://schemas.microsoft.com/office/drawing/2014/main" id="{740FD342-6FA3-4584-BF43-174D743C90D0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59" name="text_7030">
            <a:extLst>
              <a:ext uri="{FF2B5EF4-FFF2-40B4-BE49-F238E27FC236}">
                <a16:creationId xmlns:a16="http://schemas.microsoft.com/office/drawing/2014/main" id="{A0E5491F-4A1E-495C-B037-D07183B36B90}"/>
              </a:ext>
            </a:extLst>
          </p:cNvPr>
          <p:cNvSpPr>
            <a:spLocks noGrp="1"/>
          </p:cNvSpPr>
          <p:nvPr/>
        </p:nvSpPr>
        <p:spPr>
          <a:xfrm>
            <a:off x="1619173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0" name="Stage1_sixpanel_7031">
            <a:extLst>
              <a:ext uri="{FF2B5EF4-FFF2-40B4-BE49-F238E27FC236}">
                <a16:creationId xmlns:a16="http://schemas.microsoft.com/office/drawing/2014/main" id="{D8E8D9D2-2123-436E-BA5D-7C20ABACDA3C}"/>
              </a:ext>
            </a:extLst>
          </p:cNvPr>
          <p:cNvSpPr>
            <a:spLocks noGrp="1"/>
          </p:cNvSpPr>
          <p:nvPr/>
        </p:nvSpPr>
        <p:spPr>
          <a:xfrm>
            <a:off x="2786090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1" name="text_7032">
            <a:extLst>
              <a:ext uri="{FF2B5EF4-FFF2-40B4-BE49-F238E27FC236}">
                <a16:creationId xmlns:a16="http://schemas.microsoft.com/office/drawing/2014/main" id="{1CF757EA-BAAA-452D-BF69-09C24942F484}"/>
              </a:ext>
            </a:extLst>
          </p:cNvPr>
          <p:cNvSpPr>
            <a:spLocks noGrp="1"/>
          </p:cNvSpPr>
          <p:nvPr/>
        </p:nvSpPr>
        <p:spPr>
          <a:xfrm>
            <a:off x="2704261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2" name="Stage1_sixpanel_7033">
            <a:extLst>
              <a:ext uri="{FF2B5EF4-FFF2-40B4-BE49-F238E27FC236}">
                <a16:creationId xmlns:a16="http://schemas.microsoft.com/office/drawing/2014/main" id="{F2C67265-E448-41D0-BBDA-24B9ADB5300D}"/>
              </a:ext>
            </a:extLst>
          </p:cNvPr>
          <p:cNvSpPr>
            <a:spLocks noGrp="1"/>
          </p:cNvSpPr>
          <p:nvPr/>
        </p:nvSpPr>
        <p:spPr>
          <a:xfrm>
            <a:off x="3871178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3" name="text_7034">
            <a:extLst>
              <a:ext uri="{FF2B5EF4-FFF2-40B4-BE49-F238E27FC236}">
                <a16:creationId xmlns:a16="http://schemas.microsoft.com/office/drawing/2014/main" id="{68C6A0D4-081E-4957-BF94-7AB84FE4882D}"/>
              </a:ext>
            </a:extLst>
          </p:cNvPr>
          <p:cNvSpPr>
            <a:spLocks noGrp="1"/>
          </p:cNvSpPr>
          <p:nvPr/>
        </p:nvSpPr>
        <p:spPr>
          <a:xfrm>
            <a:off x="3789349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64" name="text_7035">
            <a:extLst>
              <a:ext uri="{FF2B5EF4-FFF2-40B4-BE49-F238E27FC236}">
                <a16:creationId xmlns:a16="http://schemas.microsoft.com/office/drawing/2014/main" id="{80DFF5B5-C185-49F8-8E2D-37DB9394B397}"/>
              </a:ext>
            </a:extLst>
          </p:cNvPr>
          <p:cNvSpPr>
            <a:spLocks noGrp="1"/>
          </p:cNvSpPr>
          <p:nvPr/>
        </p:nvSpPr>
        <p:spPr>
          <a:xfrm>
            <a:off x="2512678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1865" name="Stage1_sixpanel_7036">
            <a:extLst>
              <a:ext uri="{FF2B5EF4-FFF2-40B4-BE49-F238E27FC236}">
                <a16:creationId xmlns:a16="http://schemas.microsoft.com/office/drawing/2014/main" id="{121A1405-F584-4BE3-83A5-05054D0CFE59}"/>
              </a:ext>
            </a:extLst>
          </p:cNvPr>
          <p:cNvSpPr>
            <a:spLocks noGrp="1"/>
          </p:cNvSpPr>
          <p:nvPr/>
        </p:nvSpPr>
        <p:spPr>
          <a:xfrm>
            <a:off x="1662316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6" name="text_7037">
            <a:extLst>
              <a:ext uri="{FF2B5EF4-FFF2-40B4-BE49-F238E27FC236}">
                <a16:creationId xmlns:a16="http://schemas.microsoft.com/office/drawing/2014/main" id="{0B44AE6C-9207-4E52-8D3B-54F1C17A1AF2}"/>
              </a:ext>
            </a:extLst>
          </p:cNvPr>
          <p:cNvSpPr>
            <a:spLocks noGrp="1"/>
          </p:cNvSpPr>
          <p:nvPr/>
        </p:nvSpPr>
        <p:spPr>
          <a:xfrm>
            <a:off x="1439788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67" name="Stage1_sixpanel_7038">
            <a:extLst>
              <a:ext uri="{FF2B5EF4-FFF2-40B4-BE49-F238E27FC236}">
                <a16:creationId xmlns:a16="http://schemas.microsoft.com/office/drawing/2014/main" id="{FFB507B3-472A-45BE-89FC-6D936FCE05CC}"/>
              </a:ext>
            </a:extLst>
          </p:cNvPr>
          <p:cNvSpPr>
            <a:spLocks noGrp="1"/>
          </p:cNvSpPr>
          <p:nvPr/>
        </p:nvSpPr>
        <p:spPr>
          <a:xfrm>
            <a:off x="1662316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68" name="text_7039">
            <a:extLst>
              <a:ext uri="{FF2B5EF4-FFF2-40B4-BE49-F238E27FC236}">
                <a16:creationId xmlns:a16="http://schemas.microsoft.com/office/drawing/2014/main" id="{8BBB970B-B666-498A-BDD4-9132F7A72AD6}"/>
              </a:ext>
            </a:extLst>
          </p:cNvPr>
          <p:cNvSpPr>
            <a:spLocks noGrp="1"/>
          </p:cNvSpPr>
          <p:nvPr/>
        </p:nvSpPr>
        <p:spPr>
          <a:xfrm>
            <a:off x="1439788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869" name="Stage1_sixpanel_7040">
            <a:extLst>
              <a:ext uri="{FF2B5EF4-FFF2-40B4-BE49-F238E27FC236}">
                <a16:creationId xmlns:a16="http://schemas.microsoft.com/office/drawing/2014/main" id="{55DD2A00-21E1-4CA6-ADF7-022C3BC1A076}"/>
              </a:ext>
            </a:extLst>
          </p:cNvPr>
          <p:cNvSpPr>
            <a:spLocks noGrp="1"/>
          </p:cNvSpPr>
          <p:nvPr/>
        </p:nvSpPr>
        <p:spPr>
          <a:xfrm>
            <a:off x="1662316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1870" name="text_7041">
            <a:extLst>
              <a:ext uri="{FF2B5EF4-FFF2-40B4-BE49-F238E27FC236}">
                <a16:creationId xmlns:a16="http://schemas.microsoft.com/office/drawing/2014/main" id="{D3ADF4C7-755E-4DB8-844B-51A921376C49}"/>
              </a:ext>
            </a:extLst>
          </p:cNvPr>
          <p:cNvSpPr>
            <a:spLocks noGrp="1"/>
          </p:cNvSpPr>
          <p:nvPr/>
        </p:nvSpPr>
        <p:spPr>
          <a:xfrm>
            <a:off x="1439788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871" name="text_7042">
            <a:extLst>
              <a:ext uri="{FF2B5EF4-FFF2-40B4-BE49-F238E27FC236}">
                <a16:creationId xmlns:a16="http://schemas.microsoft.com/office/drawing/2014/main" id="{C42F582B-056D-4A21-933B-50DD8DC30DE7}"/>
              </a:ext>
            </a:extLst>
          </p:cNvPr>
          <p:cNvSpPr>
            <a:spLocks noGrp="1"/>
          </p:cNvSpPr>
          <p:nvPr/>
        </p:nvSpPr>
        <p:spPr>
          <a:xfrm rot="-5400000">
            <a:off x="732737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1872" name="Stage1_sixpanel_7043">
            <a:extLst>
              <a:ext uri="{FF2B5EF4-FFF2-40B4-BE49-F238E27FC236}">
                <a16:creationId xmlns:a16="http://schemas.microsoft.com/office/drawing/2014/main" id="{0E29F0D3-5E24-4EAE-95BC-CD7FE62ED1DE}"/>
              </a:ext>
            </a:extLst>
          </p:cNvPr>
          <p:cNvSpPr>
            <a:spLocks noGrp="1"/>
          </p:cNvSpPr>
          <p:nvPr/>
        </p:nvSpPr>
        <p:spPr>
          <a:xfrm>
            <a:off x="1701002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3" name="Stage1_sixpanel_7044">
            <a:extLst>
              <a:ext uri="{FF2B5EF4-FFF2-40B4-BE49-F238E27FC236}">
                <a16:creationId xmlns:a16="http://schemas.microsoft.com/office/drawing/2014/main" id="{55672FE1-EBF1-44B7-8A4F-AA84F7775DE8}"/>
              </a:ext>
            </a:extLst>
          </p:cNvPr>
          <p:cNvSpPr>
            <a:spLocks noGrp="1"/>
          </p:cNvSpPr>
          <p:nvPr/>
        </p:nvSpPr>
        <p:spPr>
          <a:xfrm>
            <a:off x="1701002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1874" name="Stage1_sixpanel_7045">
            <a:extLst>
              <a:ext uri="{FF2B5EF4-FFF2-40B4-BE49-F238E27FC236}">
                <a16:creationId xmlns:a16="http://schemas.microsoft.com/office/drawing/2014/main" id="{26BFB547-6C88-4999-B7F9-BD1CCA6BF9FC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875" name="Stage1_sixpanel_7046">
            <a:extLst>
              <a:ext uri="{FF2B5EF4-FFF2-40B4-BE49-F238E27FC236}">
                <a16:creationId xmlns:a16="http://schemas.microsoft.com/office/drawing/2014/main" id="{286A4D60-FE56-49AC-ABCB-686CD78585D9}"/>
              </a:ext>
            </a:extLst>
          </p:cNvPr>
          <p:cNvSpPr>
            <a:spLocks noGrp="1"/>
          </p:cNvSpPr>
          <p:nvPr/>
        </p:nvSpPr>
        <p:spPr>
          <a:xfrm>
            <a:off x="4026190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1876" name="Stage1_sixpanel_7047">
            <a:extLst>
              <a:ext uri="{FF2B5EF4-FFF2-40B4-BE49-F238E27FC236}">
                <a16:creationId xmlns:a16="http://schemas.microsoft.com/office/drawing/2014/main" id="{68310FEF-32A2-4748-B83E-AC4EA6BDACC5}"/>
              </a:ext>
            </a:extLst>
          </p:cNvPr>
          <p:cNvSpPr>
            <a:spLocks noGrp="1"/>
          </p:cNvSpPr>
          <p:nvPr/>
        </p:nvSpPr>
        <p:spPr>
          <a:xfrm>
            <a:off x="4026190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1877" name="Stage1_sixpanel_7048">
            <a:extLst>
              <a:ext uri="{FF2B5EF4-FFF2-40B4-BE49-F238E27FC236}">
                <a16:creationId xmlns:a16="http://schemas.microsoft.com/office/drawing/2014/main" id="{3C4B095D-DDE3-430B-A659-AF9E6261E267}"/>
              </a:ext>
            </a:extLst>
          </p:cNvPr>
          <p:cNvSpPr>
            <a:spLocks noGrp="1"/>
          </p:cNvSpPr>
          <p:nvPr/>
        </p:nvSpPr>
        <p:spPr>
          <a:xfrm>
            <a:off x="4026190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1878" name="Stage1_sixpanel_7049">
            <a:extLst>
              <a:ext uri="{FF2B5EF4-FFF2-40B4-BE49-F238E27FC236}">
                <a16:creationId xmlns:a16="http://schemas.microsoft.com/office/drawing/2014/main" id="{224A8FCE-6436-45C7-89D5-EC0F6E343978}"/>
              </a:ext>
            </a:extLst>
          </p:cNvPr>
          <p:cNvSpPr>
            <a:spLocks noGrp="1"/>
          </p:cNvSpPr>
          <p:nvPr/>
        </p:nvSpPr>
        <p:spPr>
          <a:xfrm>
            <a:off x="4026190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1879" name="Stage1_sixpanel_7050">
            <a:extLst>
              <a:ext uri="{FF2B5EF4-FFF2-40B4-BE49-F238E27FC236}">
                <a16:creationId xmlns:a16="http://schemas.microsoft.com/office/drawing/2014/main" id="{2FD0B2E4-A237-4CAE-AB35-E6B8B30A4F61}"/>
              </a:ext>
            </a:extLst>
          </p:cNvPr>
          <p:cNvSpPr>
            <a:spLocks noGrp="1"/>
          </p:cNvSpPr>
          <p:nvPr/>
        </p:nvSpPr>
        <p:spPr>
          <a:xfrm>
            <a:off x="4026190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1880" name="Stage1_sixpanel_7051">
            <a:extLst>
              <a:ext uri="{FF2B5EF4-FFF2-40B4-BE49-F238E27FC236}">
                <a16:creationId xmlns:a16="http://schemas.microsoft.com/office/drawing/2014/main" id="{C2DF6E97-76E4-44E8-ACA7-12140B883108}"/>
              </a:ext>
            </a:extLst>
          </p:cNvPr>
          <p:cNvSpPr>
            <a:spLocks noGrp="1"/>
          </p:cNvSpPr>
          <p:nvPr/>
        </p:nvSpPr>
        <p:spPr>
          <a:xfrm>
            <a:off x="4026190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1881" name="Stage1_sixpanel_7052">
            <a:extLst>
              <a:ext uri="{FF2B5EF4-FFF2-40B4-BE49-F238E27FC236}">
                <a16:creationId xmlns:a16="http://schemas.microsoft.com/office/drawing/2014/main" id="{3CE3573F-9403-4023-9DF3-7871C1CACDB1}"/>
              </a:ext>
            </a:extLst>
          </p:cNvPr>
          <p:cNvSpPr>
            <a:spLocks noGrp="1"/>
          </p:cNvSpPr>
          <p:nvPr/>
        </p:nvSpPr>
        <p:spPr>
          <a:xfrm>
            <a:off x="4026190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1882" name="Stage1_sixpanel_7053">
            <a:extLst>
              <a:ext uri="{FF2B5EF4-FFF2-40B4-BE49-F238E27FC236}">
                <a16:creationId xmlns:a16="http://schemas.microsoft.com/office/drawing/2014/main" id="{22346C4B-A4B4-43B8-8485-C12B7C52BEC0}"/>
              </a:ext>
            </a:extLst>
          </p:cNvPr>
          <p:cNvSpPr>
            <a:spLocks noGrp="1"/>
          </p:cNvSpPr>
          <p:nvPr/>
        </p:nvSpPr>
        <p:spPr>
          <a:xfrm>
            <a:off x="4026190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1883" name="Stage1_sixpanel_7054">
            <a:extLst>
              <a:ext uri="{FF2B5EF4-FFF2-40B4-BE49-F238E27FC236}">
                <a16:creationId xmlns:a16="http://schemas.microsoft.com/office/drawing/2014/main" id="{A62CC46E-3F17-4675-847D-E889ACA985D7}"/>
              </a:ext>
            </a:extLst>
          </p:cNvPr>
          <p:cNvSpPr>
            <a:spLocks noGrp="1"/>
          </p:cNvSpPr>
          <p:nvPr/>
        </p:nvSpPr>
        <p:spPr>
          <a:xfrm>
            <a:off x="4026190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1884" name="Stage1_sixpanel_7055">
            <a:extLst>
              <a:ext uri="{FF2B5EF4-FFF2-40B4-BE49-F238E27FC236}">
                <a16:creationId xmlns:a16="http://schemas.microsoft.com/office/drawing/2014/main" id="{2C958E34-3F6C-4F7C-AE46-151A7A63631D}"/>
              </a:ext>
            </a:extLst>
          </p:cNvPr>
          <p:cNvSpPr>
            <a:spLocks noGrp="1"/>
          </p:cNvSpPr>
          <p:nvPr/>
        </p:nvSpPr>
        <p:spPr>
          <a:xfrm>
            <a:off x="4026190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1885" name="Stage1_sixpanel_7056">
            <a:extLst>
              <a:ext uri="{FF2B5EF4-FFF2-40B4-BE49-F238E27FC236}">
                <a16:creationId xmlns:a16="http://schemas.microsoft.com/office/drawing/2014/main" id="{848B226C-1F7F-4999-BC7F-44F9ABF9A087}"/>
              </a:ext>
            </a:extLst>
          </p:cNvPr>
          <p:cNvSpPr>
            <a:spLocks noGrp="1"/>
          </p:cNvSpPr>
          <p:nvPr/>
        </p:nvSpPr>
        <p:spPr>
          <a:xfrm>
            <a:off x="4026190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1886" name="Stage1_sixpanel_7057">
            <a:extLst>
              <a:ext uri="{FF2B5EF4-FFF2-40B4-BE49-F238E27FC236}">
                <a16:creationId xmlns:a16="http://schemas.microsoft.com/office/drawing/2014/main" id="{EED5ACA6-5F25-4793-8916-C61D15B4BDA0}"/>
              </a:ext>
            </a:extLst>
          </p:cNvPr>
          <p:cNvSpPr>
            <a:spLocks noGrp="1"/>
          </p:cNvSpPr>
          <p:nvPr/>
        </p:nvSpPr>
        <p:spPr>
          <a:xfrm>
            <a:off x="4026190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1887" name="Stage1_sixpanel_7058">
            <a:extLst>
              <a:ext uri="{FF2B5EF4-FFF2-40B4-BE49-F238E27FC236}">
                <a16:creationId xmlns:a16="http://schemas.microsoft.com/office/drawing/2014/main" id="{AF5EC3EB-B910-4167-96FC-299889F14B50}"/>
              </a:ext>
            </a:extLst>
          </p:cNvPr>
          <p:cNvSpPr>
            <a:spLocks noGrp="1"/>
          </p:cNvSpPr>
          <p:nvPr/>
        </p:nvSpPr>
        <p:spPr>
          <a:xfrm>
            <a:off x="4026190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1888" name="Stage1_sixpanel_7059">
            <a:extLst>
              <a:ext uri="{FF2B5EF4-FFF2-40B4-BE49-F238E27FC236}">
                <a16:creationId xmlns:a16="http://schemas.microsoft.com/office/drawing/2014/main" id="{AE5CC70B-75E8-4D79-B3F8-659E56CCF12B}"/>
              </a:ext>
            </a:extLst>
          </p:cNvPr>
          <p:cNvSpPr>
            <a:spLocks noGrp="1"/>
          </p:cNvSpPr>
          <p:nvPr/>
        </p:nvSpPr>
        <p:spPr>
          <a:xfrm>
            <a:off x="4026190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1889" name="Stage1_sixpanel_7060">
            <a:extLst>
              <a:ext uri="{FF2B5EF4-FFF2-40B4-BE49-F238E27FC236}">
                <a16:creationId xmlns:a16="http://schemas.microsoft.com/office/drawing/2014/main" id="{D8058887-7D69-462B-A853-6E661F07F541}"/>
              </a:ext>
            </a:extLst>
          </p:cNvPr>
          <p:cNvSpPr>
            <a:spLocks noGrp="1"/>
          </p:cNvSpPr>
          <p:nvPr/>
        </p:nvSpPr>
        <p:spPr>
          <a:xfrm>
            <a:off x="4026190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1890" name="Stage1_sixpanel_7061">
            <a:extLst>
              <a:ext uri="{FF2B5EF4-FFF2-40B4-BE49-F238E27FC236}">
                <a16:creationId xmlns:a16="http://schemas.microsoft.com/office/drawing/2014/main" id="{893CED95-C156-42C5-9F75-D0367D2A3324}"/>
              </a:ext>
            </a:extLst>
          </p:cNvPr>
          <p:cNvSpPr>
            <a:spLocks noGrp="1"/>
          </p:cNvSpPr>
          <p:nvPr/>
        </p:nvSpPr>
        <p:spPr>
          <a:xfrm>
            <a:off x="4026190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1891" name="Stage1_sixpanel_7062">
            <a:extLst>
              <a:ext uri="{FF2B5EF4-FFF2-40B4-BE49-F238E27FC236}">
                <a16:creationId xmlns:a16="http://schemas.microsoft.com/office/drawing/2014/main" id="{D131B65D-E457-4EC9-B849-36BBE2499A86}"/>
              </a:ext>
            </a:extLst>
          </p:cNvPr>
          <p:cNvSpPr>
            <a:spLocks noGrp="1"/>
          </p:cNvSpPr>
          <p:nvPr/>
        </p:nvSpPr>
        <p:spPr>
          <a:xfrm>
            <a:off x="4026190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1892" name="Stage1_sixpanel_7063">
            <a:extLst>
              <a:ext uri="{FF2B5EF4-FFF2-40B4-BE49-F238E27FC236}">
                <a16:creationId xmlns:a16="http://schemas.microsoft.com/office/drawing/2014/main" id="{D37E27F3-76B1-41B2-BA38-EEDAB1F7EF00}"/>
              </a:ext>
            </a:extLst>
          </p:cNvPr>
          <p:cNvSpPr>
            <a:spLocks noGrp="1"/>
          </p:cNvSpPr>
          <p:nvPr/>
        </p:nvSpPr>
        <p:spPr>
          <a:xfrm>
            <a:off x="4026190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1893" name="Stage1_sixpanel_7064">
            <a:extLst>
              <a:ext uri="{FF2B5EF4-FFF2-40B4-BE49-F238E27FC236}">
                <a16:creationId xmlns:a16="http://schemas.microsoft.com/office/drawing/2014/main" id="{966DA3E3-F607-4505-A48C-3722F53A8BC4}"/>
              </a:ext>
            </a:extLst>
          </p:cNvPr>
          <p:cNvSpPr>
            <a:spLocks noGrp="1"/>
          </p:cNvSpPr>
          <p:nvPr/>
        </p:nvSpPr>
        <p:spPr>
          <a:xfrm>
            <a:off x="4026190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1894" name="Stage1_sixpanel_7065">
            <a:extLst>
              <a:ext uri="{FF2B5EF4-FFF2-40B4-BE49-F238E27FC236}">
                <a16:creationId xmlns:a16="http://schemas.microsoft.com/office/drawing/2014/main" id="{8688C665-68DF-4C62-ADE5-A6858790551C}"/>
              </a:ext>
            </a:extLst>
          </p:cNvPr>
          <p:cNvSpPr>
            <a:spLocks noGrp="1"/>
          </p:cNvSpPr>
          <p:nvPr/>
        </p:nvSpPr>
        <p:spPr>
          <a:xfrm>
            <a:off x="4026190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1895" name="Stage1_sixpanel_7066">
            <a:extLst>
              <a:ext uri="{FF2B5EF4-FFF2-40B4-BE49-F238E27FC236}">
                <a16:creationId xmlns:a16="http://schemas.microsoft.com/office/drawing/2014/main" id="{8C4BEEB6-4739-4CE0-A3A0-22A76D8B206F}"/>
              </a:ext>
            </a:extLst>
          </p:cNvPr>
          <p:cNvSpPr>
            <a:spLocks noGrp="1"/>
          </p:cNvSpPr>
          <p:nvPr/>
        </p:nvSpPr>
        <p:spPr>
          <a:xfrm>
            <a:off x="4026190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1896" name="Stage1_sixpanel_7067">
            <a:extLst>
              <a:ext uri="{FF2B5EF4-FFF2-40B4-BE49-F238E27FC236}">
                <a16:creationId xmlns:a16="http://schemas.microsoft.com/office/drawing/2014/main" id="{4E32D173-78DD-4F24-82B5-48D379A1CADB}"/>
              </a:ext>
            </a:extLst>
          </p:cNvPr>
          <p:cNvSpPr>
            <a:spLocks noGrp="1"/>
          </p:cNvSpPr>
          <p:nvPr/>
        </p:nvSpPr>
        <p:spPr>
          <a:xfrm>
            <a:off x="4026190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1897" name="Stage1_sixpanel_7068">
            <a:extLst>
              <a:ext uri="{FF2B5EF4-FFF2-40B4-BE49-F238E27FC236}">
                <a16:creationId xmlns:a16="http://schemas.microsoft.com/office/drawing/2014/main" id="{0BCDE726-4233-4305-A6C0-097C5DFDBAAC}"/>
              </a:ext>
            </a:extLst>
          </p:cNvPr>
          <p:cNvSpPr>
            <a:spLocks noGrp="1"/>
          </p:cNvSpPr>
          <p:nvPr/>
        </p:nvSpPr>
        <p:spPr>
          <a:xfrm>
            <a:off x="4026190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1898" name="Stage1_sixpanel_7069">
            <a:extLst>
              <a:ext uri="{FF2B5EF4-FFF2-40B4-BE49-F238E27FC236}">
                <a16:creationId xmlns:a16="http://schemas.microsoft.com/office/drawing/2014/main" id="{6A8D1B23-6B86-4BBB-8330-1494E99A2EA0}"/>
              </a:ext>
            </a:extLst>
          </p:cNvPr>
          <p:cNvSpPr>
            <a:spLocks noGrp="1"/>
          </p:cNvSpPr>
          <p:nvPr/>
        </p:nvSpPr>
        <p:spPr>
          <a:xfrm>
            <a:off x="4026190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1899" name="Stage1_sixpanel_7070">
            <a:extLst>
              <a:ext uri="{FF2B5EF4-FFF2-40B4-BE49-F238E27FC236}">
                <a16:creationId xmlns:a16="http://schemas.microsoft.com/office/drawing/2014/main" id="{C07B649C-F610-4A50-8B98-7B1FD8015B84}"/>
              </a:ext>
            </a:extLst>
          </p:cNvPr>
          <p:cNvSpPr>
            <a:spLocks noGrp="1"/>
          </p:cNvSpPr>
          <p:nvPr/>
        </p:nvSpPr>
        <p:spPr>
          <a:xfrm>
            <a:off x="4026190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1900" name="Stage1_sixpanel_7071">
            <a:extLst>
              <a:ext uri="{FF2B5EF4-FFF2-40B4-BE49-F238E27FC236}">
                <a16:creationId xmlns:a16="http://schemas.microsoft.com/office/drawing/2014/main" id="{904178BB-CD95-4132-B0D2-A9E3E1F44FDD}"/>
              </a:ext>
            </a:extLst>
          </p:cNvPr>
          <p:cNvSpPr>
            <a:spLocks noGrp="1"/>
          </p:cNvSpPr>
          <p:nvPr/>
        </p:nvSpPr>
        <p:spPr>
          <a:xfrm>
            <a:off x="4026190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1901" name="Stage1_sixpanel_7072">
            <a:extLst>
              <a:ext uri="{FF2B5EF4-FFF2-40B4-BE49-F238E27FC236}">
                <a16:creationId xmlns:a16="http://schemas.microsoft.com/office/drawing/2014/main" id="{7B997EE0-DB39-4BA5-8768-2EEC0212F836}"/>
              </a:ext>
            </a:extLst>
          </p:cNvPr>
          <p:cNvSpPr>
            <a:spLocks noGrp="1"/>
          </p:cNvSpPr>
          <p:nvPr/>
        </p:nvSpPr>
        <p:spPr>
          <a:xfrm>
            <a:off x="4026190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1902" name="Stage1_sixpanel_7073">
            <a:extLst>
              <a:ext uri="{FF2B5EF4-FFF2-40B4-BE49-F238E27FC236}">
                <a16:creationId xmlns:a16="http://schemas.microsoft.com/office/drawing/2014/main" id="{F10EAD7B-EB14-4F0B-BE63-8126BE2E9A90}"/>
              </a:ext>
            </a:extLst>
          </p:cNvPr>
          <p:cNvSpPr>
            <a:spLocks noGrp="1"/>
          </p:cNvSpPr>
          <p:nvPr/>
        </p:nvSpPr>
        <p:spPr>
          <a:xfrm>
            <a:off x="4026190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1903" name="Stage1_sixpanel_7074">
            <a:extLst>
              <a:ext uri="{FF2B5EF4-FFF2-40B4-BE49-F238E27FC236}">
                <a16:creationId xmlns:a16="http://schemas.microsoft.com/office/drawing/2014/main" id="{88829596-A362-4FAD-A2BC-774E5C31129A}"/>
              </a:ext>
            </a:extLst>
          </p:cNvPr>
          <p:cNvSpPr>
            <a:spLocks noGrp="1"/>
          </p:cNvSpPr>
          <p:nvPr/>
        </p:nvSpPr>
        <p:spPr>
          <a:xfrm>
            <a:off x="4026190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1904" name="Stage1_sixpanel_7075">
            <a:extLst>
              <a:ext uri="{FF2B5EF4-FFF2-40B4-BE49-F238E27FC236}">
                <a16:creationId xmlns:a16="http://schemas.microsoft.com/office/drawing/2014/main" id="{5B97552E-8537-4A9C-A4DE-938E5E23236A}"/>
              </a:ext>
            </a:extLst>
          </p:cNvPr>
          <p:cNvSpPr>
            <a:spLocks noGrp="1"/>
          </p:cNvSpPr>
          <p:nvPr/>
        </p:nvSpPr>
        <p:spPr>
          <a:xfrm>
            <a:off x="4026190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1905" name="Stage1_sixpanel_7076">
            <a:extLst>
              <a:ext uri="{FF2B5EF4-FFF2-40B4-BE49-F238E27FC236}">
                <a16:creationId xmlns:a16="http://schemas.microsoft.com/office/drawing/2014/main" id="{B695EEF1-3778-433E-9F89-037FBCCC3CC5}"/>
              </a:ext>
            </a:extLst>
          </p:cNvPr>
          <p:cNvSpPr>
            <a:spLocks noGrp="1"/>
          </p:cNvSpPr>
          <p:nvPr/>
        </p:nvSpPr>
        <p:spPr>
          <a:xfrm>
            <a:off x="4026190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1906" name="Stage1_sixpanel_7077">
            <a:extLst>
              <a:ext uri="{FF2B5EF4-FFF2-40B4-BE49-F238E27FC236}">
                <a16:creationId xmlns:a16="http://schemas.microsoft.com/office/drawing/2014/main" id="{D8FADEB9-5D1E-4FBA-927D-20BD6EE3E0A8}"/>
              </a:ext>
            </a:extLst>
          </p:cNvPr>
          <p:cNvSpPr>
            <a:spLocks noGrp="1"/>
          </p:cNvSpPr>
          <p:nvPr/>
        </p:nvSpPr>
        <p:spPr>
          <a:xfrm>
            <a:off x="4026190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1907" name="Stage1_sixpanel_7078">
            <a:extLst>
              <a:ext uri="{FF2B5EF4-FFF2-40B4-BE49-F238E27FC236}">
                <a16:creationId xmlns:a16="http://schemas.microsoft.com/office/drawing/2014/main" id="{824D92F3-68EB-4BCB-8284-6B81166A6B59}"/>
              </a:ext>
            </a:extLst>
          </p:cNvPr>
          <p:cNvSpPr>
            <a:spLocks noGrp="1"/>
          </p:cNvSpPr>
          <p:nvPr/>
        </p:nvSpPr>
        <p:spPr>
          <a:xfrm>
            <a:off x="4026190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1908" name="Stage1_sixpanel_7079">
            <a:extLst>
              <a:ext uri="{FF2B5EF4-FFF2-40B4-BE49-F238E27FC236}">
                <a16:creationId xmlns:a16="http://schemas.microsoft.com/office/drawing/2014/main" id="{FF379CD3-DAE4-4B7A-B1FE-A064F1530F2E}"/>
              </a:ext>
            </a:extLst>
          </p:cNvPr>
          <p:cNvSpPr>
            <a:spLocks noGrp="1"/>
          </p:cNvSpPr>
          <p:nvPr/>
        </p:nvSpPr>
        <p:spPr>
          <a:xfrm>
            <a:off x="4026190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1909" name="Stage1_sixpanel_7080">
            <a:extLst>
              <a:ext uri="{FF2B5EF4-FFF2-40B4-BE49-F238E27FC236}">
                <a16:creationId xmlns:a16="http://schemas.microsoft.com/office/drawing/2014/main" id="{CC868EDF-BD68-411F-B955-DC9A02EC35CE}"/>
              </a:ext>
            </a:extLst>
          </p:cNvPr>
          <p:cNvSpPr>
            <a:spLocks noGrp="1"/>
          </p:cNvSpPr>
          <p:nvPr/>
        </p:nvSpPr>
        <p:spPr>
          <a:xfrm>
            <a:off x="4026190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1910" name="Stage1_sixpanel_7081">
            <a:extLst>
              <a:ext uri="{FF2B5EF4-FFF2-40B4-BE49-F238E27FC236}">
                <a16:creationId xmlns:a16="http://schemas.microsoft.com/office/drawing/2014/main" id="{D1D232A4-CD98-429D-BB34-DFE571B967C8}"/>
              </a:ext>
            </a:extLst>
          </p:cNvPr>
          <p:cNvSpPr>
            <a:spLocks noGrp="1"/>
          </p:cNvSpPr>
          <p:nvPr/>
        </p:nvSpPr>
        <p:spPr>
          <a:xfrm>
            <a:off x="4026190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1911" name="Stage1_sixpanel_7082">
            <a:extLst>
              <a:ext uri="{FF2B5EF4-FFF2-40B4-BE49-F238E27FC236}">
                <a16:creationId xmlns:a16="http://schemas.microsoft.com/office/drawing/2014/main" id="{14686748-2E62-4292-903E-1463B4BECC96}"/>
              </a:ext>
            </a:extLst>
          </p:cNvPr>
          <p:cNvSpPr>
            <a:spLocks noGrp="1"/>
          </p:cNvSpPr>
          <p:nvPr/>
        </p:nvSpPr>
        <p:spPr>
          <a:xfrm>
            <a:off x="4026190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1912" name="Stage1_sixpanel_7083">
            <a:extLst>
              <a:ext uri="{FF2B5EF4-FFF2-40B4-BE49-F238E27FC236}">
                <a16:creationId xmlns:a16="http://schemas.microsoft.com/office/drawing/2014/main" id="{FEACC7D1-96B9-40D8-BC18-5F5A96B8E556}"/>
              </a:ext>
            </a:extLst>
          </p:cNvPr>
          <p:cNvSpPr>
            <a:spLocks noGrp="1"/>
          </p:cNvSpPr>
          <p:nvPr/>
        </p:nvSpPr>
        <p:spPr>
          <a:xfrm>
            <a:off x="4026190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1913" name="Stage1_sixpanel_7084">
            <a:extLst>
              <a:ext uri="{FF2B5EF4-FFF2-40B4-BE49-F238E27FC236}">
                <a16:creationId xmlns:a16="http://schemas.microsoft.com/office/drawing/2014/main" id="{B28D8A88-87C1-4143-A8B0-B8E6D0FE8CE4}"/>
              </a:ext>
            </a:extLst>
          </p:cNvPr>
          <p:cNvSpPr>
            <a:spLocks noGrp="1"/>
          </p:cNvSpPr>
          <p:nvPr/>
        </p:nvSpPr>
        <p:spPr>
          <a:xfrm>
            <a:off x="4026190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1914" name="Stage1_sixpanel_7085">
            <a:extLst>
              <a:ext uri="{FF2B5EF4-FFF2-40B4-BE49-F238E27FC236}">
                <a16:creationId xmlns:a16="http://schemas.microsoft.com/office/drawing/2014/main" id="{DBC1D191-785A-4D1F-BED0-DBE2A6F44A8B}"/>
              </a:ext>
            </a:extLst>
          </p:cNvPr>
          <p:cNvSpPr>
            <a:spLocks noGrp="1"/>
          </p:cNvSpPr>
          <p:nvPr/>
        </p:nvSpPr>
        <p:spPr>
          <a:xfrm>
            <a:off x="4026190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1915" name="Stage1_sixpanel_7086">
            <a:extLst>
              <a:ext uri="{FF2B5EF4-FFF2-40B4-BE49-F238E27FC236}">
                <a16:creationId xmlns:a16="http://schemas.microsoft.com/office/drawing/2014/main" id="{214C0695-6B9D-4F13-8740-DB043E6F9513}"/>
              </a:ext>
            </a:extLst>
          </p:cNvPr>
          <p:cNvSpPr>
            <a:spLocks noGrp="1"/>
          </p:cNvSpPr>
          <p:nvPr/>
        </p:nvSpPr>
        <p:spPr>
          <a:xfrm>
            <a:off x="4026190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1916" name="Stage1_sixpanel_7087">
            <a:extLst>
              <a:ext uri="{FF2B5EF4-FFF2-40B4-BE49-F238E27FC236}">
                <a16:creationId xmlns:a16="http://schemas.microsoft.com/office/drawing/2014/main" id="{0AD51DF7-447E-4CD8-8657-7D49F6AB7BCC}"/>
              </a:ext>
            </a:extLst>
          </p:cNvPr>
          <p:cNvSpPr>
            <a:spLocks noGrp="1"/>
          </p:cNvSpPr>
          <p:nvPr/>
        </p:nvSpPr>
        <p:spPr>
          <a:xfrm>
            <a:off x="4026190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1917" name="Stage1_sixpanel_7088">
            <a:extLst>
              <a:ext uri="{FF2B5EF4-FFF2-40B4-BE49-F238E27FC236}">
                <a16:creationId xmlns:a16="http://schemas.microsoft.com/office/drawing/2014/main" id="{5A88AE48-8895-4B5D-93F9-25E8E9664C58}"/>
              </a:ext>
            </a:extLst>
          </p:cNvPr>
          <p:cNvSpPr>
            <a:spLocks noGrp="1"/>
          </p:cNvSpPr>
          <p:nvPr/>
        </p:nvSpPr>
        <p:spPr>
          <a:xfrm>
            <a:off x="4026190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1918" name="Stage1_sixpanel_7089">
            <a:extLst>
              <a:ext uri="{FF2B5EF4-FFF2-40B4-BE49-F238E27FC236}">
                <a16:creationId xmlns:a16="http://schemas.microsoft.com/office/drawing/2014/main" id="{CF51D258-461A-4114-9878-162D6CE8D5BF}"/>
              </a:ext>
            </a:extLst>
          </p:cNvPr>
          <p:cNvSpPr>
            <a:spLocks noGrp="1"/>
          </p:cNvSpPr>
          <p:nvPr/>
        </p:nvSpPr>
        <p:spPr>
          <a:xfrm>
            <a:off x="4026190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1919" name="Stage1_sixpanel_7090">
            <a:extLst>
              <a:ext uri="{FF2B5EF4-FFF2-40B4-BE49-F238E27FC236}">
                <a16:creationId xmlns:a16="http://schemas.microsoft.com/office/drawing/2014/main" id="{475D4C5F-A7F9-4995-8D22-1EECB5EE8104}"/>
              </a:ext>
            </a:extLst>
          </p:cNvPr>
          <p:cNvSpPr>
            <a:spLocks noGrp="1"/>
          </p:cNvSpPr>
          <p:nvPr/>
        </p:nvSpPr>
        <p:spPr>
          <a:xfrm>
            <a:off x="4026190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1920" name="Stage1_sixpanel_7091">
            <a:extLst>
              <a:ext uri="{FF2B5EF4-FFF2-40B4-BE49-F238E27FC236}">
                <a16:creationId xmlns:a16="http://schemas.microsoft.com/office/drawing/2014/main" id="{FE108681-E0BE-467E-98C7-D836CB278DB5}"/>
              </a:ext>
            </a:extLst>
          </p:cNvPr>
          <p:cNvSpPr>
            <a:spLocks noGrp="1"/>
          </p:cNvSpPr>
          <p:nvPr/>
        </p:nvSpPr>
        <p:spPr>
          <a:xfrm>
            <a:off x="4026190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1921" name="Stage1_sixpanel_7092">
            <a:extLst>
              <a:ext uri="{FF2B5EF4-FFF2-40B4-BE49-F238E27FC236}">
                <a16:creationId xmlns:a16="http://schemas.microsoft.com/office/drawing/2014/main" id="{6DDB073E-D307-4753-BF38-9DCAA5738F95}"/>
              </a:ext>
            </a:extLst>
          </p:cNvPr>
          <p:cNvSpPr>
            <a:spLocks noGrp="1"/>
          </p:cNvSpPr>
          <p:nvPr/>
        </p:nvSpPr>
        <p:spPr>
          <a:xfrm>
            <a:off x="4026190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1922" name="Stage1_sixpanel_7093">
            <a:extLst>
              <a:ext uri="{FF2B5EF4-FFF2-40B4-BE49-F238E27FC236}">
                <a16:creationId xmlns:a16="http://schemas.microsoft.com/office/drawing/2014/main" id="{977784B0-41FB-4C1C-8D60-9F2193A6C049}"/>
              </a:ext>
            </a:extLst>
          </p:cNvPr>
          <p:cNvSpPr>
            <a:spLocks noGrp="1"/>
          </p:cNvSpPr>
          <p:nvPr/>
        </p:nvSpPr>
        <p:spPr>
          <a:xfrm>
            <a:off x="4026190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1923" name="Stage1_sixpanel_7094">
            <a:extLst>
              <a:ext uri="{FF2B5EF4-FFF2-40B4-BE49-F238E27FC236}">
                <a16:creationId xmlns:a16="http://schemas.microsoft.com/office/drawing/2014/main" id="{A2457E05-9A7F-49E2-955F-C6146BDD720D}"/>
              </a:ext>
            </a:extLst>
          </p:cNvPr>
          <p:cNvSpPr>
            <a:spLocks noGrp="1"/>
          </p:cNvSpPr>
          <p:nvPr/>
        </p:nvSpPr>
        <p:spPr>
          <a:xfrm>
            <a:off x="4026190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1924" name="Stage1_sixpanel_7095">
            <a:extLst>
              <a:ext uri="{FF2B5EF4-FFF2-40B4-BE49-F238E27FC236}">
                <a16:creationId xmlns:a16="http://schemas.microsoft.com/office/drawing/2014/main" id="{A5B540D7-8E1B-4D7D-95D4-8540BF6FA096}"/>
              </a:ext>
            </a:extLst>
          </p:cNvPr>
          <p:cNvSpPr>
            <a:spLocks noGrp="1"/>
          </p:cNvSpPr>
          <p:nvPr/>
        </p:nvSpPr>
        <p:spPr>
          <a:xfrm>
            <a:off x="4026190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1925" name="Stage1_sixpanel_7096">
            <a:extLst>
              <a:ext uri="{FF2B5EF4-FFF2-40B4-BE49-F238E27FC236}">
                <a16:creationId xmlns:a16="http://schemas.microsoft.com/office/drawing/2014/main" id="{BE33BAB5-1E3E-4728-8009-E05E93FF0943}"/>
              </a:ext>
            </a:extLst>
          </p:cNvPr>
          <p:cNvSpPr>
            <a:spLocks noGrp="1"/>
          </p:cNvSpPr>
          <p:nvPr/>
        </p:nvSpPr>
        <p:spPr>
          <a:xfrm>
            <a:off x="4026190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1926" name="Stage1_sixpanel_7097">
            <a:extLst>
              <a:ext uri="{FF2B5EF4-FFF2-40B4-BE49-F238E27FC236}">
                <a16:creationId xmlns:a16="http://schemas.microsoft.com/office/drawing/2014/main" id="{959908AC-ED0D-4CDC-A075-1B20180D3706}"/>
              </a:ext>
            </a:extLst>
          </p:cNvPr>
          <p:cNvSpPr>
            <a:spLocks noGrp="1"/>
          </p:cNvSpPr>
          <p:nvPr/>
        </p:nvSpPr>
        <p:spPr>
          <a:xfrm>
            <a:off x="4026190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1927" name="Stage1_sixpanel_7098">
            <a:extLst>
              <a:ext uri="{FF2B5EF4-FFF2-40B4-BE49-F238E27FC236}">
                <a16:creationId xmlns:a16="http://schemas.microsoft.com/office/drawing/2014/main" id="{A2122E5F-2B14-4A28-8082-8F3DDD70FF87}"/>
              </a:ext>
            </a:extLst>
          </p:cNvPr>
          <p:cNvSpPr>
            <a:spLocks noGrp="1"/>
          </p:cNvSpPr>
          <p:nvPr/>
        </p:nvSpPr>
        <p:spPr>
          <a:xfrm>
            <a:off x="4026190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1928" name="Stage1_sixpanel_7099">
            <a:extLst>
              <a:ext uri="{FF2B5EF4-FFF2-40B4-BE49-F238E27FC236}">
                <a16:creationId xmlns:a16="http://schemas.microsoft.com/office/drawing/2014/main" id="{02E4DD74-365A-4EBC-B266-368217264997}"/>
              </a:ext>
            </a:extLst>
          </p:cNvPr>
          <p:cNvSpPr>
            <a:spLocks noGrp="1"/>
          </p:cNvSpPr>
          <p:nvPr/>
        </p:nvSpPr>
        <p:spPr>
          <a:xfrm>
            <a:off x="4026190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1929" name="Stage1_sixpanel_7100">
            <a:extLst>
              <a:ext uri="{FF2B5EF4-FFF2-40B4-BE49-F238E27FC236}">
                <a16:creationId xmlns:a16="http://schemas.microsoft.com/office/drawing/2014/main" id="{6AF903C4-61DE-4C51-8CF2-499E5FDD50A9}"/>
              </a:ext>
            </a:extLst>
          </p:cNvPr>
          <p:cNvSpPr>
            <a:spLocks noGrp="1"/>
          </p:cNvSpPr>
          <p:nvPr/>
        </p:nvSpPr>
        <p:spPr>
          <a:xfrm>
            <a:off x="4026190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1930" name="Stage1_sixpanel_7101">
            <a:extLst>
              <a:ext uri="{FF2B5EF4-FFF2-40B4-BE49-F238E27FC236}">
                <a16:creationId xmlns:a16="http://schemas.microsoft.com/office/drawing/2014/main" id="{5AB0E7F0-C31B-4D7D-86A6-139CD180D071}"/>
              </a:ext>
            </a:extLst>
          </p:cNvPr>
          <p:cNvSpPr>
            <a:spLocks noGrp="1"/>
          </p:cNvSpPr>
          <p:nvPr/>
        </p:nvSpPr>
        <p:spPr>
          <a:xfrm>
            <a:off x="4026190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1931" name="Stage1_sixpanel_7102">
            <a:extLst>
              <a:ext uri="{FF2B5EF4-FFF2-40B4-BE49-F238E27FC236}">
                <a16:creationId xmlns:a16="http://schemas.microsoft.com/office/drawing/2014/main" id="{C781DD46-8BAD-4FD1-877D-966ABC583521}"/>
              </a:ext>
            </a:extLst>
          </p:cNvPr>
          <p:cNvSpPr>
            <a:spLocks noGrp="1"/>
          </p:cNvSpPr>
          <p:nvPr/>
        </p:nvSpPr>
        <p:spPr>
          <a:xfrm>
            <a:off x="4026190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1932" name="Stage1_sixpanel_7103">
            <a:extLst>
              <a:ext uri="{FF2B5EF4-FFF2-40B4-BE49-F238E27FC236}">
                <a16:creationId xmlns:a16="http://schemas.microsoft.com/office/drawing/2014/main" id="{D7DA99F8-B1DD-497E-A362-1F8964345D6A}"/>
              </a:ext>
            </a:extLst>
          </p:cNvPr>
          <p:cNvSpPr>
            <a:spLocks noGrp="1"/>
          </p:cNvSpPr>
          <p:nvPr/>
        </p:nvSpPr>
        <p:spPr>
          <a:xfrm>
            <a:off x="4026190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1933" name="Stage1_sixpanel_7104">
            <a:extLst>
              <a:ext uri="{FF2B5EF4-FFF2-40B4-BE49-F238E27FC236}">
                <a16:creationId xmlns:a16="http://schemas.microsoft.com/office/drawing/2014/main" id="{8B42C808-AFE1-44CB-A543-2DDA0B659934}"/>
              </a:ext>
            </a:extLst>
          </p:cNvPr>
          <p:cNvSpPr>
            <a:spLocks noGrp="1"/>
          </p:cNvSpPr>
          <p:nvPr/>
        </p:nvSpPr>
        <p:spPr>
          <a:xfrm>
            <a:off x="4026190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1934" name="Stage1_sixpanel_7105">
            <a:extLst>
              <a:ext uri="{FF2B5EF4-FFF2-40B4-BE49-F238E27FC236}">
                <a16:creationId xmlns:a16="http://schemas.microsoft.com/office/drawing/2014/main" id="{9EA96ED8-AD7B-423B-8BB1-EDBC15087BF6}"/>
              </a:ext>
            </a:extLst>
          </p:cNvPr>
          <p:cNvSpPr>
            <a:spLocks noGrp="1"/>
          </p:cNvSpPr>
          <p:nvPr/>
        </p:nvSpPr>
        <p:spPr>
          <a:xfrm>
            <a:off x="4026190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1935" name="Stage1_sixpanel_7106">
            <a:extLst>
              <a:ext uri="{FF2B5EF4-FFF2-40B4-BE49-F238E27FC236}">
                <a16:creationId xmlns:a16="http://schemas.microsoft.com/office/drawing/2014/main" id="{1F4DE099-4994-4B60-96B4-834A6B3B5AA6}"/>
              </a:ext>
            </a:extLst>
          </p:cNvPr>
          <p:cNvSpPr>
            <a:spLocks noGrp="1"/>
          </p:cNvSpPr>
          <p:nvPr/>
        </p:nvSpPr>
        <p:spPr>
          <a:xfrm>
            <a:off x="4026190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1936" name="Stage1_sixpanel_7107">
            <a:extLst>
              <a:ext uri="{FF2B5EF4-FFF2-40B4-BE49-F238E27FC236}">
                <a16:creationId xmlns:a16="http://schemas.microsoft.com/office/drawing/2014/main" id="{0BB1A13F-69E7-4BC7-A415-FAA23BE60015}"/>
              </a:ext>
            </a:extLst>
          </p:cNvPr>
          <p:cNvSpPr>
            <a:spLocks noGrp="1"/>
          </p:cNvSpPr>
          <p:nvPr/>
        </p:nvSpPr>
        <p:spPr>
          <a:xfrm>
            <a:off x="4026190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1937" name="Stage1_sixpanel_7108">
            <a:extLst>
              <a:ext uri="{FF2B5EF4-FFF2-40B4-BE49-F238E27FC236}">
                <a16:creationId xmlns:a16="http://schemas.microsoft.com/office/drawing/2014/main" id="{4346622F-99E2-4CE7-A762-AEB5553FAF8E}"/>
              </a:ext>
            </a:extLst>
          </p:cNvPr>
          <p:cNvSpPr>
            <a:spLocks noGrp="1"/>
          </p:cNvSpPr>
          <p:nvPr/>
        </p:nvSpPr>
        <p:spPr>
          <a:xfrm>
            <a:off x="4026190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1938" name="Stage1_sixpanel_7109">
            <a:extLst>
              <a:ext uri="{FF2B5EF4-FFF2-40B4-BE49-F238E27FC236}">
                <a16:creationId xmlns:a16="http://schemas.microsoft.com/office/drawing/2014/main" id="{A4C99162-D894-45B6-B436-EDDB4D515FB0}"/>
              </a:ext>
            </a:extLst>
          </p:cNvPr>
          <p:cNvSpPr>
            <a:spLocks noGrp="1"/>
          </p:cNvSpPr>
          <p:nvPr/>
        </p:nvSpPr>
        <p:spPr>
          <a:xfrm>
            <a:off x="4026190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1939" name="Stage1_sixpanel_7110">
            <a:extLst>
              <a:ext uri="{FF2B5EF4-FFF2-40B4-BE49-F238E27FC236}">
                <a16:creationId xmlns:a16="http://schemas.microsoft.com/office/drawing/2014/main" id="{7E69430D-FA17-4C18-B755-BC033A618EEC}"/>
              </a:ext>
            </a:extLst>
          </p:cNvPr>
          <p:cNvSpPr>
            <a:spLocks noGrp="1"/>
          </p:cNvSpPr>
          <p:nvPr/>
        </p:nvSpPr>
        <p:spPr>
          <a:xfrm>
            <a:off x="4026190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1940" name="Stage1_sixpanel_7111">
            <a:extLst>
              <a:ext uri="{FF2B5EF4-FFF2-40B4-BE49-F238E27FC236}">
                <a16:creationId xmlns:a16="http://schemas.microsoft.com/office/drawing/2014/main" id="{BC47204E-7139-48A7-B3C2-A0040023FB8C}"/>
              </a:ext>
            </a:extLst>
          </p:cNvPr>
          <p:cNvSpPr>
            <a:spLocks noGrp="1"/>
          </p:cNvSpPr>
          <p:nvPr/>
        </p:nvSpPr>
        <p:spPr>
          <a:xfrm>
            <a:off x="4026190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1941" name="Stage1_sixpanel_7112">
            <a:extLst>
              <a:ext uri="{FF2B5EF4-FFF2-40B4-BE49-F238E27FC236}">
                <a16:creationId xmlns:a16="http://schemas.microsoft.com/office/drawing/2014/main" id="{486C8D46-AAF8-4A11-9424-5674ACB600F0}"/>
              </a:ext>
            </a:extLst>
          </p:cNvPr>
          <p:cNvSpPr>
            <a:spLocks noGrp="1"/>
          </p:cNvSpPr>
          <p:nvPr/>
        </p:nvSpPr>
        <p:spPr>
          <a:xfrm>
            <a:off x="4026190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1942" name="Stage1_sixpanel_7113">
            <a:extLst>
              <a:ext uri="{FF2B5EF4-FFF2-40B4-BE49-F238E27FC236}">
                <a16:creationId xmlns:a16="http://schemas.microsoft.com/office/drawing/2014/main" id="{43D668EA-6A11-4BF3-AE0E-5C5F28CC0A39}"/>
              </a:ext>
            </a:extLst>
          </p:cNvPr>
          <p:cNvSpPr>
            <a:spLocks noGrp="1"/>
          </p:cNvSpPr>
          <p:nvPr/>
        </p:nvSpPr>
        <p:spPr>
          <a:xfrm>
            <a:off x="4026190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1943" name="Stage1_sixpanel_7114">
            <a:extLst>
              <a:ext uri="{FF2B5EF4-FFF2-40B4-BE49-F238E27FC236}">
                <a16:creationId xmlns:a16="http://schemas.microsoft.com/office/drawing/2014/main" id="{265E32D0-917A-4B2D-A49B-2BFDF1740B06}"/>
              </a:ext>
            </a:extLst>
          </p:cNvPr>
          <p:cNvSpPr>
            <a:spLocks noGrp="1"/>
          </p:cNvSpPr>
          <p:nvPr/>
        </p:nvSpPr>
        <p:spPr>
          <a:xfrm>
            <a:off x="4026190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1944" name="Stage1_sixpanel_7115">
            <a:extLst>
              <a:ext uri="{FF2B5EF4-FFF2-40B4-BE49-F238E27FC236}">
                <a16:creationId xmlns:a16="http://schemas.microsoft.com/office/drawing/2014/main" id="{E5CAAC24-2C3D-4328-9D81-4A327E14D2B4}"/>
              </a:ext>
            </a:extLst>
          </p:cNvPr>
          <p:cNvSpPr>
            <a:spLocks noGrp="1"/>
          </p:cNvSpPr>
          <p:nvPr/>
        </p:nvSpPr>
        <p:spPr>
          <a:xfrm>
            <a:off x="4026190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1945" name="Stage1_sixpanel_7116">
            <a:extLst>
              <a:ext uri="{FF2B5EF4-FFF2-40B4-BE49-F238E27FC236}">
                <a16:creationId xmlns:a16="http://schemas.microsoft.com/office/drawing/2014/main" id="{F94D3468-9B98-4458-BBAF-56DC082B304D}"/>
              </a:ext>
            </a:extLst>
          </p:cNvPr>
          <p:cNvSpPr>
            <a:spLocks noGrp="1"/>
          </p:cNvSpPr>
          <p:nvPr/>
        </p:nvSpPr>
        <p:spPr>
          <a:xfrm>
            <a:off x="4026190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1946" name="Stage1_sixpanel_7117">
            <a:extLst>
              <a:ext uri="{FF2B5EF4-FFF2-40B4-BE49-F238E27FC236}">
                <a16:creationId xmlns:a16="http://schemas.microsoft.com/office/drawing/2014/main" id="{44BB9FE5-6118-4D12-8279-0A6ABF58FEB2}"/>
              </a:ext>
            </a:extLst>
          </p:cNvPr>
          <p:cNvSpPr>
            <a:spLocks noGrp="1"/>
          </p:cNvSpPr>
          <p:nvPr/>
        </p:nvSpPr>
        <p:spPr>
          <a:xfrm>
            <a:off x="4026190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1947" name="Stage1_sixpanel_7118">
            <a:extLst>
              <a:ext uri="{FF2B5EF4-FFF2-40B4-BE49-F238E27FC236}">
                <a16:creationId xmlns:a16="http://schemas.microsoft.com/office/drawing/2014/main" id="{078CF9CC-6F57-4B5E-B751-265BABD09624}"/>
              </a:ext>
            </a:extLst>
          </p:cNvPr>
          <p:cNvSpPr>
            <a:spLocks noGrp="1"/>
          </p:cNvSpPr>
          <p:nvPr/>
        </p:nvSpPr>
        <p:spPr>
          <a:xfrm>
            <a:off x="4026190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1948" name="Stage1_sixpanel_7119">
            <a:extLst>
              <a:ext uri="{FF2B5EF4-FFF2-40B4-BE49-F238E27FC236}">
                <a16:creationId xmlns:a16="http://schemas.microsoft.com/office/drawing/2014/main" id="{2B6A7713-2F69-4176-97B3-B7B3F5C82CBD}"/>
              </a:ext>
            </a:extLst>
          </p:cNvPr>
          <p:cNvSpPr>
            <a:spLocks noGrp="1"/>
          </p:cNvSpPr>
          <p:nvPr/>
        </p:nvSpPr>
        <p:spPr>
          <a:xfrm>
            <a:off x="4026190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1949" name="Stage1_sixpanel_7120">
            <a:extLst>
              <a:ext uri="{FF2B5EF4-FFF2-40B4-BE49-F238E27FC236}">
                <a16:creationId xmlns:a16="http://schemas.microsoft.com/office/drawing/2014/main" id="{DDC756E4-8D43-470C-B546-C6E2902B6B8A}"/>
              </a:ext>
            </a:extLst>
          </p:cNvPr>
          <p:cNvSpPr>
            <a:spLocks noGrp="1"/>
          </p:cNvSpPr>
          <p:nvPr/>
        </p:nvSpPr>
        <p:spPr>
          <a:xfrm>
            <a:off x="4026190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1950" name="Stage1_sixpanel_7121">
            <a:extLst>
              <a:ext uri="{FF2B5EF4-FFF2-40B4-BE49-F238E27FC236}">
                <a16:creationId xmlns:a16="http://schemas.microsoft.com/office/drawing/2014/main" id="{A13C2557-7608-4272-8992-FFE1F37EAC9D}"/>
              </a:ext>
            </a:extLst>
          </p:cNvPr>
          <p:cNvSpPr>
            <a:spLocks noGrp="1"/>
          </p:cNvSpPr>
          <p:nvPr/>
        </p:nvSpPr>
        <p:spPr>
          <a:xfrm>
            <a:off x="4026190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1951" name="Stage1_sixpanel_7122">
            <a:extLst>
              <a:ext uri="{FF2B5EF4-FFF2-40B4-BE49-F238E27FC236}">
                <a16:creationId xmlns:a16="http://schemas.microsoft.com/office/drawing/2014/main" id="{57AC83C1-F0F0-48EC-B38B-5753E3136652}"/>
              </a:ext>
            </a:extLst>
          </p:cNvPr>
          <p:cNvSpPr>
            <a:spLocks noGrp="1"/>
          </p:cNvSpPr>
          <p:nvPr/>
        </p:nvSpPr>
        <p:spPr>
          <a:xfrm>
            <a:off x="4026190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1952" name="Stage1_sixpanel_7123">
            <a:extLst>
              <a:ext uri="{FF2B5EF4-FFF2-40B4-BE49-F238E27FC236}">
                <a16:creationId xmlns:a16="http://schemas.microsoft.com/office/drawing/2014/main" id="{98680D60-064F-4678-9D05-3E5F7CCF7BDD}"/>
              </a:ext>
            </a:extLst>
          </p:cNvPr>
          <p:cNvSpPr>
            <a:spLocks noGrp="1"/>
          </p:cNvSpPr>
          <p:nvPr/>
        </p:nvSpPr>
        <p:spPr>
          <a:xfrm>
            <a:off x="4026190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1953" name="Stage1_sixpanel_7124">
            <a:extLst>
              <a:ext uri="{FF2B5EF4-FFF2-40B4-BE49-F238E27FC236}">
                <a16:creationId xmlns:a16="http://schemas.microsoft.com/office/drawing/2014/main" id="{F161475D-CEE1-4617-BDAC-83C04A009BEF}"/>
              </a:ext>
            </a:extLst>
          </p:cNvPr>
          <p:cNvSpPr>
            <a:spLocks noGrp="1"/>
          </p:cNvSpPr>
          <p:nvPr/>
        </p:nvSpPr>
        <p:spPr>
          <a:xfrm>
            <a:off x="4026190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1954" name="Stage1_sixpanel_7125">
            <a:extLst>
              <a:ext uri="{FF2B5EF4-FFF2-40B4-BE49-F238E27FC236}">
                <a16:creationId xmlns:a16="http://schemas.microsoft.com/office/drawing/2014/main" id="{8E52CC37-3128-4838-98CC-4AC939F760C9}"/>
              </a:ext>
            </a:extLst>
          </p:cNvPr>
          <p:cNvSpPr>
            <a:spLocks noGrp="1"/>
          </p:cNvSpPr>
          <p:nvPr/>
        </p:nvSpPr>
        <p:spPr>
          <a:xfrm>
            <a:off x="4026190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1955" name="Stage1_sixpanel_7126">
            <a:extLst>
              <a:ext uri="{FF2B5EF4-FFF2-40B4-BE49-F238E27FC236}">
                <a16:creationId xmlns:a16="http://schemas.microsoft.com/office/drawing/2014/main" id="{CC67C31E-FB6E-4F6A-A63D-E60B2AA4946C}"/>
              </a:ext>
            </a:extLst>
          </p:cNvPr>
          <p:cNvSpPr>
            <a:spLocks noGrp="1"/>
          </p:cNvSpPr>
          <p:nvPr/>
        </p:nvSpPr>
        <p:spPr>
          <a:xfrm>
            <a:off x="4026190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1956" name="Stage1_sixpanel_7127">
            <a:extLst>
              <a:ext uri="{FF2B5EF4-FFF2-40B4-BE49-F238E27FC236}">
                <a16:creationId xmlns:a16="http://schemas.microsoft.com/office/drawing/2014/main" id="{FC5029DD-0A3B-4590-B7CE-01B721EBF899}"/>
              </a:ext>
            </a:extLst>
          </p:cNvPr>
          <p:cNvSpPr>
            <a:spLocks noGrp="1"/>
          </p:cNvSpPr>
          <p:nvPr/>
        </p:nvSpPr>
        <p:spPr>
          <a:xfrm>
            <a:off x="4026190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1957" name="Stage1_sixpanel_7128">
            <a:extLst>
              <a:ext uri="{FF2B5EF4-FFF2-40B4-BE49-F238E27FC236}">
                <a16:creationId xmlns:a16="http://schemas.microsoft.com/office/drawing/2014/main" id="{AE87D9A8-7517-4C3F-BF9F-02DA13BD614C}"/>
              </a:ext>
            </a:extLst>
          </p:cNvPr>
          <p:cNvSpPr>
            <a:spLocks noGrp="1"/>
          </p:cNvSpPr>
          <p:nvPr/>
        </p:nvSpPr>
        <p:spPr>
          <a:xfrm>
            <a:off x="4026190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1958" name="Stage1_sixpanel_7129">
            <a:extLst>
              <a:ext uri="{FF2B5EF4-FFF2-40B4-BE49-F238E27FC236}">
                <a16:creationId xmlns:a16="http://schemas.microsoft.com/office/drawing/2014/main" id="{03C75512-56D5-4DCB-983F-454916A3E6ED}"/>
              </a:ext>
            </a:extLst>
          </p:cNvPr>
          <p:cNvSpPr>
            <a:spLocks noGrp="1"/>
          </p:cNvSpPr>
          <p:nvPr/>
        </p:nvSpPr>
        <p:spPr>
          <a:xfrm>
            <a:off x="4026190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1959" name="Stage1_sixpanel_7130">
            <a:extLst>
              <a:ext uri="{FF2B5EF4-FFF2-40B4-BE49-F238E27FC236}">
                <a16:creationId xmlns:a16="http://schemas.microsoft.com/office/drawing/2014/main" id="{DE484258-E985-422E-902A-CD462CECB8B1}"/>
              </a:ext>
            </a:extLst>
          </p:cNvPr>
          <p:cNvSpPr>
            <a:spLocks noGrp="1"/>
          </p:cNvSpPr>
          <p:nvPr/>
        </p:nvSpPr>
        <p:spPr>
          <a:xfrm>
            <a:off x="4026190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1960" name="Stage1_sixpanel_7131">
            <a:extLst>
              <a:ext uri="{FF2B5EF4-FFF2-40B4-BE49-F238E27FC236}">
                <a16:creationId xmlns:a16="http://schemas.microsoft.com/office/drawing/2014/main" id="{838C5D69-86D9-4ABE-84F7-515A8E34CF56}"/>
              </a:ext>
            </a:extLst>
          </p:cNvPr>
          <p:cNvSpPr>
            <a:spLocks noGrp="1"/>
          </p:cNvSpPr>
          <p:nvPr/>
        </p:nvSpPr>
        <p:spPr>
          <a:xfrm>
            <a:off x="4026190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1961" name="Stage1_sixpanel_7132">
            <a:extLst>
              <a:ext uri="{FF2B5EF4-FFF2-40B4-BE49-F238E27FC236}">
                <a16:creationId xmlns:a16="http://schemas.microsoft.com/office/drawing/2014/main" id="{7D0AFA91-68F0-4184-BB8C-78366DB4E883}"/>
              </a:ext>
            </a:extLst>
          </p:cNvPr>
          <p:cNvSpPr>
            <a:spLocks noGrp="1"/>
          </p:cNvSpPr>
          <p:nvPr/>
        </p:nvSpPr>
        <p:spPr>
          <a:xfrm>
            <a:off x="4026190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1962" name="Stage1_sixpanel_7133">
            <a:extLst>
              <a:ext uri="{FF2B5EF4-FFF2-40B4-BE49-F238E27FC236}">
                <a16:creationId xmlns:a16="http://schemas.microsoft.com/office/drawing/2014/main" id="{F4B399FD-1227-4909-86A5-02F83CF98972}"/>
              </a:ext>
            </a:extLst>
          </p:cNvPr>
          <p:cNvSpPr>
            <a:spLocks noGrp="1"/>
          </p:cNvSpPr>
          <p:nvPr/>
        </p:nvSpPr>
        <p:spPr>
          <a:xfrm>
            <a:off x="4026190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1963" name="Stage1_sixpanel_7134">
            <a:extLst>
              <a:ext uri="{FF2B5EF4-FFF2-40B4-BE49-F238E27FC236}">
                <a16:creationId xmlns:a16="http://schemas.microsoft.com/office/drawing/2014/main" id="{840F43B5-1BBB-4940-8EDE-CE5CFBBAB22B}"/>
              </a:ext>
            </a:extLst>
          </p:cNvPr>
          <p:cNvSpPr>
            <a:spLocks noGrp="1"/>
          </p:cNvSpPr>
          <p:nvPr/>
        </p:nvSpPr>
        <p:spPr>
          <a:xfrm>
            <a:off x="4026190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1964" name="Stage1_sixpanel_7135">
            <a:extLst>
              <a:ext uri="{FF2B5EF4-FFF2-40B4-BE49-F238E27FC236}">
                <a16:creationId xmlns:a16="http://schemas.microsoft.com/office/drawing/2014/main" id="{1BB0A23E-5548-4E5F-948D-C49F9C53C00F}"/>
              </a:ext>
            </a:extLst>
          </p:cNvPr>
          <p:cNvSpPr>
            <a:spLocks noGrp="1"/>
          </p:cNvSpPr>
          <p:nvPr/>
        </p:nvSpPr>
        <p:spPr>
          <a:xfrm>
            <a:off x="4026190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1965" name="Stage1_sixpanel_7136">
            <a:extLst>
              <a:ext uri="{FF2B5EF4-FFF2-40B4-BE49-F238E27FC236}">
                <a16:creationId xmlns:a16="http://schemas.microsoft.com/office/drawing/2014/main" id="{4EB66D1B-FB69-4EC4-A9A6-31155E8C27DF}"/>
              </a:ext>
            </a:extLst>
          </p:cNvPr>
          <p:cNvSpPr>
            <a:spLocks noGrp="1"/>
          </p:cNvSpPr>
          <p:nvPr/>
        </p:nvSpPr>
        <p:spPr>
          <a:xfrm>
            <a:off x="4026190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1966" name="Stage1_sixpanel_7137">
            <a:extLst>
              <a:ext uri="{FF2B5EF4-FFF2-40B4-BE49-F238E27FC236}">
                <a16:creationId xmlns:a16="http://schemas.microsoft.com/office/drawing/2014/main" id="{AEA5D9B3-5F7A-4241-B8DE-83563C02DE2C}"/>
              </a:ext>
            </a:extLst>
          </p:cNvPr>
          <p:cNvSpPr>
            <a:spLocks noGrp="1"/>
          </p:cNvSpPr>
          <p:nvPr/>
        </p:nvSpPr>
        <p:spPr>
          <a:xfrm>
            <a:off x="4026190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1967" name="Stage1_sixpanel_7138">
            <a:extLst>
              <a:ext uri="{FF2B5EF4-FFF2-40B4-BE49-F238E27FC236}">
                <a16:creationId xmlns:a16="http://schemas.microsoft.com/office/drawing/2014/main" id="{19F4CE0A-888F-4837-93F2-711FD69423BE}"/>
              </a:ext>
            </a:extLst>
          </p:cNvPr>
          <p:cNvSpPr>
            <a:spLocks noGrp="1"/>
          </p:cNvSpPr>
          <p:nvPr/>
        </p:nvSpPr>
        <p:spPr>
          <a:xfrm>
            <a:off x="4026190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1968" name="Stage1_sixpanel_7139">
            <a:extLst>
              <a:ext uri="{FF2B5EF4-FFF2-40B4-BE49-F238E27FC236}">
                <a16:creationId xmlns:a16="http://schemas.microsoft.com/office/drawing/2014/main" id="{A1724047-5159-4779-A5E6-E79491B73FAB}"/>
              </a:ext>
            </a:extLst>
          </p:cNvPr>
          <p:cNvSpPr>
            <a:spLocks noGrp="1"/>
          </p:cNvSpPr>
          <p:nvPr/>
        </p:nvSpPr>
        <p:spPr>
          <a:xfrm>
            <a:off x="4026190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1969" name="Stage1_sixpanel_7140">
            <a:extLst>
              <a:ext uri="{FF2B5EF4-FFF2-40B4-BE49-F238E27FC236}">
                <a16:creationId xmlns:a16="http://schemas.microsoft.com/office/drawing/2014/main" id="{8BD277B4-F549-432D-B79E-E374BADCB432}"/>
              </a:ext>
            </a:extLst>
          </p:cNvPr>
          <p:cNvSpPr>
            <a:spLocks noGrp="1"/>
          </p:cNvSpPr>
          <p:nvPr/>
        </p:nvSpPr>
        <p:spPr>
          <a:xfrm>
            <a:off x="4026190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1970" name="Stage1_sixpanel_7141">
            <a:extLst>
              <a:ext uri="{FF2B5EF4-FFF2-40B4-BE49-F238E27FC236}">
                <a16:creationId xmlns:a16="http://schemas.microsoft.com/office/drawing/2014/main" id="{78AE6833-D5CE-4387-951C-FEA0CF4EA9CE}"/>
              </a:ext>
            </a:extLst>
          </p:cNvPr>
          <p:cNvSpPr>
            <a:spLocks noGrp="1"/>
          </p:cNvSpPr>
          <p:nvPr/>
        </p:nvSpPr>
        <p:spPr>
          <a:xfrm>
            <a:off x="4026190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1971" name="Stage1_sixpanel_7142">
            <a:extLst>
              <a:ext uri="{FF2B5EF4-FFF2-40B4-BE49-F238E27FC236}">
                <a16:creationId xmlns:a16="http://schemas.microsoft.com/office/drawing/2014/main" id="{248654CE-A835-409F-932D-203A981B53DB}"/>
              </a:ext>
            </a:extLst>
          </p:cNvPr>
          <p:cNvSpPr>
            <a:spLocks noGrp="1"/>
          </p:cNvSpPr>
          <p:nvPr/>
        </p:nvSpPr>
        <p:spPr>
          <a:xfrm>
            <a:off x="4026190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1972" name="Stage1_sixpanel_7143">
            <a:extLst>
              <a:ext uri="{FF2B5EF4-FFF2-40B4-BE49-F238E27FC236}">
                <a16:creationId xmlns:a16="http://schemas.microsoft.com/office/drawing/2014/main" id="{C6474E8A-CB56-4E48-AC1F-57CBDB04EF65}"/>
              </a:ext>
            </a:extLst>
          </p:cNvPr>
          <p:cNvSpPr>
            <a:spLocks noGrp="1"/>
          </p:cNvSpPr>
          <p:nvPr/>
        </p:nvSpPr>
        <p:spPr>
          <a:xfrm>
            <a:off x="4026190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1973" name="Stage1_sixpanel_7144">
            <a:extLst>
              <a:ext uri="{FF2B5EF4-FFF2-40B4-BE49-F238E27FC236}">
                <a16:creationId xmlns:a16="http://schemas.microsoft.com/office/drawing/2014/main" id="{1A8297F3-62DE-4CC8-938A-DC9237F699BF}"/>
              </a:ext>
            </a:extLst>
          </p:cNvPr>
          <p:cNvSpPr>
            <a:spLocks noGrp="1"/>
          </p:cNvSpPr>
          <p:nvPr/>
        </p:nvSpPr>
        <p:spPr>
          <a:xfrm>
            <a:off x="4026190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1974" name="Stage1_sixpanel_7145">
            <a:extLst>
              <a:ext uri="{FF2B5EF4-FFF2-40B4-BE49-F238E27FC236}">
                <a16:creationId xmlns:a16="http://schemas.microsoft.com/office/drawing/2014/main" id="{DBBABE96-2E99-4EF5-91EE-AABC99368956}"/>
              </a:ext>
            </a:extLst>
          </p:cNvPr>
          <p:cNvSpPr>
            <a:spLocks noGrp="1"/>
          </p:cNvSpPr>
          <p:nvPr/>
        </p:nvSpPr>
        <p:spPr>
          <a:xfrm>
            <a:off x="4026190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1975" name="Stage1_sixpanel_7146">
            <a:extLst>
              <a:ext uri="{FF2B5EF4-FFF2-40B4-BE49-F238E27FC236}">
                <a16:creationId xmlns:a16="http://schemas.microsoft.com/office/drawing/2014/main" id="{CCC8ADB2-E015-4B9E-ACAA-62FF3EE298BE}"/>
              </a:ext>
            </a:extLst>
          </p:cNvPr>
          <p:cNvSpPr>
            <a:spLocks noGrp="1"/>
          </p:cNvSpPr>
          <p:nvPr/>
        </p:nvSpPr>
        <p:spPr>
          <a:xfrm>
            <a:off x="4026190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1976" name="Stage1_sixpanel_7147">
            <a:extLst>
              <a:ext uri="{FF2B5EF4-FFF2-40B4-BE49-F238E27FC236}">
                <a16:creationId xmlns:a16="http://schemas.microsoft.com/office/drawing/2014/main" id="{51C8A9A7-2EDD-4E3F-B737-A2EBE6DFA8A9}"/>
              </a:ext>
            </a:extLst>
          </p:cNvPr>
          <p:cNvSpPr>
            <a:spLocks noGrp="1"/>
          </p:cNvSpPr>
          <p:nvPr/>
        </p:nvSpPr>
        <p:spPr>
          <a:xfrm>
            <a:off x="4026190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1977" name="Stage1_sixpanel_7148">
            <a:extLst>
              <a:ext uri="{FF2B5EF4-FFF2-40B4-BE49-F238E27FC236}">
                <a16:creationId xmlns:a16="http://schemas.microsoft.com/office/drawing/2014/main" id="{81D25251-60AA-4099-83FD-AF133E47FDD0}"/>
              </a:ext>
            </a:extLst>
          </p:cNvPr>
          <p:cNvSpPr>
            <a:spLocks noGrp="1"/>
          </p:cNvSpPr>
          <p:nvPr/>
        </p:nvSpPr>
        <p:spPr>
          <a:xfrm>
            <a:off x="4026190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1978" name="Stage1_sixpanel_7149">
            <a:extLst>
              <a:ext uri="{FF2B5EF4-FFF2-40B4-BE49-F238E27FC236}">
                <a16:creationId xmlns:a16="http://schemas.microsoft.com/office/drawing/2014/main" id="{F283C731-A05A-43E9-836D-FBFEF33C5F8F}"/>
              </a:ext>
            </a:extLst>
          </p:cNvPr>
          <p:cNvSpPr>
            <a:spLocks noGrp="1"/>
          </p:cNvSpPr>
          <p:nvPr/>
        </p:nvSpPr>
        <p:spPr>
          <a:xfrm>
            <a:off x="4026190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1979" name="Stage1_sixpanel_7150">
            <a:extLst>
              <a:ext uri="{FF2B5EF4-FFF2-40B4-BE49-F238E27FC236}">
                <a16:creationId xmlns:a16="http://schemas.microsoft.com/office/drawing/2014/main" id="{34DA98E3-7E63-4FAB-B5C6-80E2A78F5D50}"/>
              </a:ext>
            </a:extLst>
          </p:cNvPr>
          <p:cNvSpPr>
            <a:spLocks noGrp="1"/>
          </p:cNvSpPr>
          <p:nvPr/>
        </p:nvSpPr>
        <p:spPr>
          <a:xfrm>
            <a:off x="4026190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1980" name="Stage1_sixpanel_7151">
            <a:extLst>
              <a:ext uri="{FF2B5EF4-FFF2-40B4-BE49-F238E27FC236}">
                <a16:creationId xmlns:a16="http://schemas.microsoft.com/office/drawing/2014/main" id="{CAD2B2ED-C2FC-434C-AD5B-18254756B65C}"/>
              </a:ext>
            </a:extLst>
          </p:cNvPr>
          <p:cNvSpPr>
            <a:spLocks noGrp="1"/>
          </p:cNvSpPr>
          <p:nvPr/>
        </p:nvSpPr>
        <p:spPr>
          <a:xfrm>
            <a:off x="4026190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1981" name="Stage1_sixpanel_7152">
            <a:extLst>
              <a:ext uri="{FF2B5EF4-FFF2-40B4-BE49-F238E27FC236}">
                <a16:creationId xmlns:a16="http://schemas.microsoft.com/office/drawing/2014/main" id="{89D417C3-D3A1-4DEC-B4F3-96F0590BD95A}"/>
              </a:ext>
            </a:extLst>
          </p:cNvPr>
          <p:cNvSpPr>
            <a:spLocks noGrp="1"/>
          </p:cNvSpPr>
          <p:nvPr/>
        </p:nvSpPr>
        <p:spPr>
          <a:xfrm>
            <a:off x="4026190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1982" name="Stage1_sixpanel_7153">
            <a:extLst>
              <a:ext uri="{FF2B5EF4-FFF2-40B4-BE49-F238E27FC236}">
                <a16:creationId xmlns:a16="http://schemas.microsoft.com/office/drawing/2014/main" id="{22725AE1-8B34-4CDC-8C8C-AF1F090FDEF5}"/>
              </a:ext>
            </a:extLst>
          </p:cNvPr>
          <p:cNvSpPr>
            <a:spLocks noGrp="1"/>
          </p:cNvSpPr>
          <p:nvPr/>
        </p:nvSpPr>
        <p:spPr>
          <a:xfrm>
            <a:off x="4026190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1983" name="Stage1_sixpanel_7154">
            <a:extLst>
              <a:ext uri="{FF2B5EF4-FFF2-40B4-BE49-F238E27FC236}">
                <a16:creationId xmlns:a16="http://schemas.microsoft.com/office/drawing/2014/main" id="{2BC0BBBF-0D3A-43C3-B9D7-123202DE5004}"/>
              </a:ext>
            </a:extLst>
          </p:cNvPr>
          <p:cNvSpPr>
            <a:spLocks noGrp="1"/>
          </p:cNvSpPr>
          <p:nvPr/>
        </p:nvSpPr>
        <p:spPr>
          <a:xfrm>
            <a:off x="4026190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1984" name="Stage1_sixpanel_7155">
            <a:extLst>
              <a:ext uri="{FF2B5EF4-FFF2-40B4-BE49-F238E27FC236}">
                <a16:creationId xmlns:a16="http://schemas.microsoft.com/office/drawing/2014/main" id="{D1419318-AB42-468E-9AF4-AF5400CD2B67}"/>
              </a:ext>
            </a:extLst>
          </p:cNvPr>
          <p:cNvSpPr>
            <a:spLocks noGrp="1"/>
          </p:cNvSpPr>
          <p:nvPr/>
        </p:nvSpPr>
        <p:spPr>
          <a:xfrm>
            <a:off x="4026190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1985" name="Stage1_sixpanel_7156">
            <a:extLst>
              <a:ext uri="{FF2B5EF4-FFF2-40B4-BE49-F238E27FC236}">
                <a16:creationId xmlns:a16="http://schemas.microsoft.com/office/drawing/2014/main" id="{9EC78F48-5690-46AA-A5B7-38FE7B8985F6}"/>
              </a:ext>
            </a:extLst>
          </p:cNvPr>
          <p:cNvSpPr>
            <a:spLocks noGrp="1"/>
          </p:cNvSpPr>
          <p:nvPr/>
        </p:nvSpPr>
        <p:spPr>
          <a:xfrm>
            <a:off x="4026190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1986" name="Stage1_sixpanel_7157">
            <a:extLst>
              <a:ext uri="{FF2B5EF4-FFF2-40B4-BE49-F238E27FC236}">
                <a16:creationId xmlns:a16="http://schemas.microsoft.com/office/drawing/2014/main" id="{0CC613C1-A0EF-4D98-BE6F-97791183A332}"/>
              </a:ext>
            </a:extLst>
          </p:cNvPr>
          <p:cNvSpPr>
            <a:spLocks noGrp="1"/>
          </p:cNvSpPr>
          <p:nvPr/>
        </p:nvSpPr>
        <p:spPr>
          <a:xfrm>
            <a:off x="4026190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1987" name="Stage1_sixpanel_7158">
            <a:extLst>
              <a:ext uri="{FF2B5EF4-FFF2-40B4-BE49-F238E27FC236}">
                <a16:creationId xmlns:a16="http://schemas.microsoft.com/office/drawing/2014/main" id="{41B1F08E-BD6A-40D5-8AE7-7C378B257944}"/>
              </a:ext>
            </a:extLst>
          </p:cNvPr>
          <p:cNvSpPr>
            <a:spLocks noGrp="1"/>
          </p:cNvSpPr>
          <p:nvPr/>
        </p:nvSpPr>
        <p:spPr>
          <a:xfrm>
            <a:off x="4026190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1988" name="Stage1_sixpanel_7159">
            <a:extLst>
              <a:ext uri="{FF2B5EF4-FFF2-40B4-BE49-F238E27FC236}">
                <a16:creationId xmlns:a16="http://schemas.microsoft.com/office/drawing/2014/main" id="{C25FFEA5-2050-4DDD-BB68-0645AAAC03CA}"/>
              </a:ext>
            </a:extLst>
          </p:cNvPr>
          <p:cNvSpPr>
            <a:spLocks noGrp="1"/>
          </p:cNvSpPr>
          <p:nvPr/>
        </p:nvSpPr>
        <p:spPr>
          <a:xfrm>
            <a:off x="4026190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1989" name="Stage1_sixpanel_7160">
            <a:extLst>
              <a:ext uri="{FF2B5EF4-FFF2-40B4-BE49-F238E27FC236}">
                <a16:creationId xmlns:a16="http://schemas.microsoft.com/office/drawing/2014/main" id="{F46782AC-8C48-4682-8C7D-2B78AF7081E7}"/>
              </a:ext>
            </a:extLst>
          </p:cNvPr>
          <p:cNvSpPr>
            <a:spLocks noGrp="1"/>
          </p:cNvSpPr>
          <p:nvPr/>
        </p:nvSpPr>
        <p:spPr>
          <a:xfrm>
            <a:off x="4026190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1990" name="Stage1_sixpanel_7161">
            <a:extLst>
              <a:ext uri="{FF2B5EF4-FFF2-40B4-BE49-F238E27FC236}">
                <a16:creationId xmlns:a16="http://schemas.microsoft.com/office/drawing/2014/main" id="{01590767-474F-4C11-81EC-7BEC4D4BA3C8}"/>
              </a:ext>
            </a:extLst>
          </p:cNvPr>
          <p:cNvSpPr>
            <a:spLocks noGrp="1"/>
          </p:cNvSpPr>
          <p:nvPr/>
        </p:nvSpPr>
        <p:spPr>
          <a:xfrm>
            <a:off x="4026190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1991" name="Stage1_sixpanel_7162">
            <a:extLst>
              <a:ext uri="{FF2B5EF4-FFF2-40B4-BE49-F238E27FC236}">
                <a16:creationId xmlns:a16="http://schemas.microsoft.com/office/drawing/2014/main" id="{D8922211-4079-4FD9-ADD3-43E18C6989FF}"/>
              </a:ext>
            </a:extLst>
          </p:cNvPr>
          <p:cNvSpPr>
            <a:spLocks noGrp="1"/>
          </p:cNvSpPr>
          <p:nvPr/>
        </p:nvSpPr>
        <p:spPr>
          <a:xfrm>
            <a:off x="4026190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1992" name="Stage1_sixpanel_7163">
            <a:extLst>
              <a:ext uri="{FF2B5EF4-FFF2-40B4-BE49-F238E27FC236}">
                <a16:creationId xmlns:a16="http://schemas.microsoft.com/office/drawing/2014/main" id="{62DA8B76-8E54-4EA1-8885-0503D6B6C6FF}"/>
              </a:ext>
            </a:extLst>
          </p:cNvPr>
          <p:cNvSpPr>
            <a:spLocks noGrp="1"/>
          </p:cNvSpPr>
          <p:nvPr/>
        </p:nvSpPr>
        <p:spPr>
          <a:xfrm>
            <a:off x="4026190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1993" name="Stage1_sixpanel_7164">
            <a:extLst>
              <a:ext uri="{FF2B5EF4-FFF2-40B4-BE49-F238E27FC236}">
                <a16:creationId xmlns:a16="http://schemas.microsoft.com/office/drawing/2014/main" id="{F41D08C7-1CBA-4EB9-94DD-9526F3278D19}"/>
              </a:ext>
            </a:extLst>
          </p:cNvPr>
          <p:cNvSpPr>
            <a:spLocks noGrp="1"/>
          </p:cNvSpPr>
          <p:nvPr/>
        </p:nvSpPr>
        <p:spPr>
          <a:xfrm>
            <a:off x="4026190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1994" name="Stage1_sixpanel_7165">
            <a:extLst>
              <a:ext uri="{FF2B5EF4-FFF2-40B4-BE49-F238E27FC236}">
                <a16:creationId xmlns:a16="http://schemas.microsoft.com/office/drawing/2014/main" id="{85821C52-55CB-4404-A7D8-15D76FC19407}"/>
              </a:ext>
            </a:extLst>
          </p:cNvPr>
          <p:cNvSpPr>
            <a:spLocks noGrp="1"/>
          </p:cNvSpPr>
          <p:nvPr/>
        </p:nvSpPr>
        <p:spPr>
          <a:xfrm>
            <a:off x="4026190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1995" name="Stage1_sixpanel_7166">
            <a:extLst>
              <a:ext uri="{FF2B5EF4-FFF2-40B4-BE49-F238E27FC236}">
                <a16:creationId xmlns:a16="http://schemas.microsoft.com/office/drawing/2014/main" id="{21CC7EE7-C827-4EFB-A94F-1DBE143C2CFE}"/>
              </a:ext>
            </a:extLst>
          </p:cNvPr>
          <p:cNvSpPr>
            <a:spLocks noGrp="1"/>
          </p:cNvSpPr>
          <p:nvPr/>
        </p:nvSpPr>
        <p:spPr>
          <a:xfrm>
            <a:off x="4026190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1996" name="Stage1_sixpanel_7167">
            <a:extLst>
              <a:ext uri="{FF2B5EF4-FFF2-40B4-BE49-F238E27FC236}">
                <a16:creationId xmlns:a16="http://schemas.microsoft.com/office/drawing/2014/main" id="{479D8AA1-2451-4ED9-B1F0-FFB120F9E3D3}"/>
              </a:ext>
            </a:extLst>
          </p:cNvPr>
          <p:cNvSpPr>
            <a:spLocks noGrp="1"/>
          </p:cNvSpPr>
          <p:nvPr/>
        </p:nvSpPr>
        <p:spPr>
          <a:xfrm>
            <a:off x="4026190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1997" name="Stage1_sixpanel_7168">
            <a:extLst>
              <a:ext uri="{FF2B5EF4-FFF2-40B4-BE49-F238E27FC236}">
                <a16:creationId xmlns:a16="http://schemas.microsoft.com/office/drawing/2014/main" id="{8319FA61-6F52-49CD-98E8-8DB2F66FDB3B}"/>
              </a:ext>
            </a:extLst>
          </p:cNvPr>
          <p:cNvSpPr>
            <a:spLocks noGrp="1"/>
          </p:cNvSpPr>
          <p:nvPr/>
        </p:nvSpPr>
        <p:spPr>
          <a:xfrm>
            <a:off x="4026190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1998" name="Stage1_sixpanel_7169">
            <a:extLst>
              <a:ext uri="{FF2B5EF4-FFF2-40B4-BE49-F238E27FC236}">
                <a16:creationId xmlns:a16="http://schemas.microsoft.com/office/drawing/2014/main" id="{DA22F157-D070-44AE-9280-B4082E1DDFDF}"/>
              </a:ext>
            </a:extLst>
          </p:cNvPr>
          <p:cNvSpPr>
            <a:spLocks noGrp="1"/>
          </p:cNvSpPr>
          <p:nvPr/>
        </p:nvSpPr>
        <p:spPr>
          <a:xfrm>
            <a:off x="4026190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1999" name="Stage1_sixpanel_7170">
            <a:extLst>
              <a:ext uri="{FF2B5EF4-FFF2-40B4-BE49-F238E27FC236}">
                <a16:creationId xmlns:a16="http://schemas.microsoft.com/office/drawing/2014/main" id="{5648E1D9-39AD-4028-9316-CCA08FF24E7E}"/>
              </a:ext>
            </a:extLst>
          </p:cNvPr>
          <p:cNvSpPr>
            <a:spLocks noGrp="1"/>
          </p:cNvSpPr>
          <p:nvPr/>
        </p:nvSpPr>
        <p:spPr>
          <a:xfrm>
            <a:off x="4026190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2000" name="Stage1_sixpanel_7171">
            <a:extLst>
              <a:ext uri="{FF2B5EF4-FFF2-40B4-BE49-F238E27FC236}">
                <a16:creationId xmlns:a16="http://schemas.microsoft.com/office/drawing/2014/main" id="{5ABC909E-5C37-4873-A85A-2180E4A15481}"/>
              </a:ext>
            </a:extLst>
          </p:cNvPr>
          <p:cNvSpPr>
            <a:spLocks noGrp="1"/>
          </p:cNvSpPr>
          <p:nvPr/>
        </p:nvSpPr>
        <p:spPr>
          <a:xfrm>
            <a:off x="4026190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1" name="Stage1_sixpanel_7172">
            <a:extLst>
              <a:ext uri="{FF2B5EF4-FFF2-40B4-BE49-F238E27FC236}">
                <a16:creationId xmlns:a16="http://schemas.microsoft.com/office/drawing/2014/main" id="{ADDF7CE4-A326-4E0D-B80E-1B8BED55BA0E}"/>
              </a:ext>
            </a:extLst>
          </p:cNvPr>
          <p:cNvSpPr>
            <a:spLocks noGrp="1"/>
          </p:cNvSpPr>
          <p:nvPr/>
        </p:nvSpPr>
        <p:spPr>
          <a:xfrm>
            <a:off x="4026190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2002" name="Stage1_sixpanel_7173">
            <a:extLst>
              <a:ext uri="{FF2B5EF4-FFF2-40B4-BE49-F238E27FC236}">
                <a16:creationId xmlns:a16="http://schemas.microsoft.com/office/drawing/2014/main" id="{B68EF8FE-C8FC-44F3-99AE-DD77C0FC0972}"/>
              </a:ext>
            </a:extLst>
          </p:cNvPr>
          <p:cNvSpPr>
            <a:spLocks noGrp="1"/>
          </p:cNvSpPr>
          <p:nvPr/>
        </p:nvSpPr>
        <p:spPr>
          <a:xfrm>
            <a:off x="4026190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2003" name="Stage1_sixpanel_7174">
            <a:extLst>
              <a:ext uri="{FF2B5EF4-FFF2-40B4-BE49-F238E27FC236}">
                <a16:creationId xmlns:a16="http://schemas.microsoft.com/office/drawing/2014/main" id="{168B2AF1-4C60-4FF2-AEE3-1A8083F673D4}"/>
              </a:ext>
            </a:extLst>
          </p:cNvPr>
          <p:cNvSpPr>
            <a:spLocks noGrp="1"/>
          </p:cNvSpPr>
          <p:nvPr/>
        </p:nvSpPr>
        <p:spPr>
          <a:xfrm>
            <a:off x="4026190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2004" name="Stage1_sixpanel_7175">
            <a:extLst>
              <a:ext uri="{FF2B5EF4-FFF2-40B4-BE49-F238E27FC236}">
                <a16:creationId xmlns:a16="http://schemas.microsoft.com/office/drawing/2014/main" id="{202F1533-78E2-4D65-8882-0B56CE74C682}"/>
              </a:ext>
            </a:extLst>
          </p:cNvPr>
          <p:cNvSpPr>
            <a:spLocks noGrp="1"/>
          </p:cNvSpPr>
          <p:nvPr/>
        </p:nvSpPr>
        <p:spPr>
          <a:xfrm>
            <a:off x="4026190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2005" name="Stage1_sixpanel_7176">
            <a:extLst>
              <a:ext uri="{FF2B5EF4-FFF2-40B4-BE49-F238E27FC236}">
                <a16:creationId xmlns:a16="http://schemas.microsoft.com/office/drawing/2014/main" id="{9B742BD8-FB8E-49E1-A668-C228D9F58A96}"/>
              </a:ext>
            </a:extLst>
          </p:cNvPr>
          <p:cNvSpPr>
            <a:spLocks noGrp="1"/>
          </p:cNvSpPr>
          <p:nvPr/>
        </p:nvSpPr>
        <p:spPr>
          <a:xfrm>
            <a:off x="4026190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2006" name="Stage1_sixpanel_7177">
            <a:extLst>
              <a:ext uri="{FF2B5EF4-FFF2-40B4-BE49-F238E27FC236}">
                <a16:creationId xmlns:a16="http://schemas.microsoft.com/office/drawing/2014/main" id="{3F06F0DF-44B6-4BC9-A703-B398CB63E8C4}"/>
              </a:ext>
            </a:extLst>
          </p:cNvPr>
          <p:cNvSpPr>
            <a:spLocks noGrp="1"/>
          </p:cNvSpPr>
          <p:nvPr/>
        </p:nvSpPr>
        <p:spPr>
          <a:xfrm>
            <a:off x="4026190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2007" name="Stage1_sixpanel_7178">
            <a:extLst>
              <a:ext uri="{FF2B5EF4-FFF2-40B4-BE49-F238E27FC236}">
                <a16:creationId xmlns:a16="http://schemas.microsoft.com/office/drawing/2014/main" id="{129D1138-7181-4362-8864-0B91CAB37B11}"/>
              </a:ext>
            </a:extLst>
          </p:cNvPr>
          <p:cNvSpPr>
            <a:spLocks noGrp="1"/>
          </p:cNvSpPr>
          <p:nvPr/>
        </p:nvSpPr>
        <p:spPr>
          <a:xfrm>
            <a:off x="4026190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2008" name="Stage1_sixpanel_7179">
            <a:extLst>
              <a:ext uri="{FF2B5EF4-FFF2-40B4-BE49-F238E27FC236}">
                <a16:creationId xmlns:a16="http://schemas.microsoft.com/office/drawing/2014/main" id="{B14974A6-00C6-427B-A9EC-FA27FFEAEA73}"/>
              </a:ext>
            </a:extLst>
          </p:cNvPr>
          <p:cNvSpPr>
            <a:spLocks noGrp="1"/>
          </p:cNvSpPr>
          <p:nvPr/>
        </p:nvSpPr>
        <p:spPr>
          <a:xfrm>
            <a:off x="4026190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2009" name="Stage1_sixpanel_7180">
            <a:extLst>
              <a:ext uri="{FF2B5EF4-FFF2-40B4-BE49-F238E27FC236}">
                <a16:creationId xmlns:a16="http://schemas.microsoft.com/office/drawing/2014/main" id="{6C202ACC-4D3A-4C86-8203-493E08879AA3}"/>
              </a:ext>
            </a:extLst>
          </p:cNvPr>
          <p:cNvSpPr>
            <a:spLocks noGrp="1"/>
          </p:cNvSpPr>
          <p:nvPr/>
        </p:nvSpPr>
        <p:spPr>
          <a:xfrm>
            <a:off x="4026190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2010" name="Stage1_sixpanel_7181">
            <a:extLst>
              <a:ext uri="{FF2B5EF4-FFF2-40B4-BE49-F238E27FC236}">
                <a16:creationId xmlns:a16="http://schemas.microsoft.com/office/drawing/2014/main" id="{3C64E353-1D5B-44F0-9D67-DFD3130105B6}"/>
              </a:ext>
            </a:extLst>
          </p:cNvPr>
          <p:cNvSpPr>
            <a:spLocks noGrp="1"/>
          </p:cNvSpPr>
          <p:nvPr/>
        </p:nvSpPr>
        <p:spPr>
          <a:xfrm>
            <a:off x="4026190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2011" name="Stage1_sixpanel_7182">
            <a:extLst>
              <a:ext uri="{FF2B5EF4-FFF2-40B4-BE49-F238E27FC236}">
                <a16:creationId xmlns:a16="http://schemas.microsoft.com/office/drawing/2014/main" id="{E200A954-3A3B-46CC-9E0C-9DDA7B7B4179}"/>
              </a:ext>
            </a:extLst>
          </p:cNvPr>
          <p:cNvSpPr>
            <a:spLocks noGrp="1"/>
          </p:cNvSpPr>
          <p:nvPr/>
        </p:nvSpPr>
        <p:spPr>
          <a:xfrm>
            <a:off x="4026190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2012" name="Stage1_sixpanel_7183">
            <a:extLst>
              <a:ext uri="{FF2B5EF4-FFF2-40B4-BE49-F238E27FC236}">
                <a16:creationId xmlns:a16="http://schemas.microsoft.com/office/drawing/2014/main" id="{4B015404-7F61-450B-8789-4FFA6626AEC2}"/>
              </a:ext>
            </a:extLst>
          </p:cNvPr>
          <p:cNvSpPr>
            <a:spLocks noGrp="1"/>
          </p:cNvSpPr>
          <p:nvPr/>
        </p:nvSpPr>
        <p:spPr>
          <a:xfrm>
            <a:off x="4026190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2013" name="Stage1_sixpanel_7184">
            <a:extLst>
              <a:ext uri="{FF2B5EF4-FFF2-40B4-BE49-F238E27FC236}">
                <a16:creationId xmlns:a16="http://schemas.microsoft.com/office/drawing/2014/main" id="{4DA9CE87-C311-4889-97C8-EA6A12024003}"/>
              </a:ext>
            </a:extLst>
          </p:cNvPr>
          <p:cNvSpPr>
            <a:spLocks noGrp="1"/>
          </p:cNvSpPr>
          <p:nvPr/>
        </p:nvSpPr>
        <p:spPr>
          <a:xfrm>
            <a:off x="4026190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2014" name="Stage1_sixpanel_7185">
            <a:extLst>
              <a:ext uri="{FF2B5EF4-FFF2-40B4-BE49-F238E27FC236}">
                <a16:creationId xmlns:a16="http://schemas.microsoft.com/office/drawing/2014/main" id="{A8019463-76DC-4AB0-A00C-997B924BE6AD}"/>
              </a:ext>
            </a:extLst>
          </p:cNvPr>
          <p:cNvSpPr>
            <a:spLocks noGrp="1"/>
          </p:cNvSpPr>
          <p:nvPr/>
        </p:nvSpPr>
        <p:spPr>
          <a:xfrm>
            <a:off x="4026190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2015" name="Stage1_sixpanel_7186">
            <a:extLst>
              <a:ext uri="{FF2B5EF4-FFF2-40B4-BE49-F238E27FC236}">
                <a16:creationId xmlns:a16="http://schemas.microsoft.com/office/drawing/2014/main" id="{32115A5A-E3BC-49E9-A056-AADDAC080CAE}"/>
              </a:ext>
            </a:extLst>
          </p:cNvPr>
          <p:cNvSpPr>
            <a:spLocks noGrp="1"/>
          </p:cNvSpPr>
          <p:nvPr/>
        </p:nvSpPr>
        <p:spPr>
          <a:xfrm>
            <a:off x="4026190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2016" name="Stage1_sixpanel_7187">
            <a:extLst>
              <a:ext uri="{FF2B5EF4-FFF2-40B4-BE49-F238E27FC236}">
                <a16:creationId xmlns:a16="http://schemas.microsoft.com/office/drawing/2014/main" id="{A6F90097-25B8-4A9C-948D-59F524DACD21}"/>
              </a:ext>
            </a:extLst>
          </p:cNvPr>
          <p:cNvSpPr>
            <a:spLocks noGrp="1"/>
          </p:cNvSpPr>
          <p:nvPr/>
        </p:nvSpPr>
        <p:spPr>
          <a:xfrm>
            <a:off x="4026190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2017" name="Stage1_sixpanel_7188">
            <a:extLst>
              <a:ext uri="{FF2B5EF4-FFF2-40B4-BE49-F238E27FC236}">
                <a16:creationId xmlns:a16="http://schemas.microsoft.com/office/drawing/2014/main" id="{5F8586CB-F3AF-4311-8BF5-541BB96D97AC}"/>
              </a:ext>
            </a:extLst>
          </p:cNvPr>
          <p:cNvSpPr>
            <a:spLocks noGrp="1"/>
          </p:cNvSpPr>
          <p:nvPr/>
        </p:nvSpPr>
        <p:spPr>
          <a:xfrm>
            <a:off x="4026190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8" name="Stage1_sixpanel_7189">
            <a:extLst>
              <a:ext uri="{FF2B5EF4-FFF2-40B4-BE49-F238E27FC236}">
                <a16:creationId xmlns:a16="http://schemas.microsoft.com/office/drawing/2014/main" id="{6B7748C4-3825-431F-B3A4-DA9B5A60AF15}"/>
              </a:ext>
            </a:extLst>
          </p:cNvPr>
          <p:cNvSpPr>
            <a:spLocks noGrp="1"/>
          </p:cNvSpPr>
          <p:nvPr/>
        </p:nvSpPr>
        <p:spPr>
          <a:xfrm>
            <a:off x="4026190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2019" name="Stage1_sixpanel_7190">
            <a:extLst>
              <a:ext uri="{FF2B5EF4-FFF2-40B4-BE49-F238E27FC236}">
                <a16:creationId xmlns:a16="http://schemas.microsoft.com/office/drawing/2014/main" id="{28431DAE-16CB-4DBF-AC69-34EB7D7E452B}"/>
              </a:ext>
            </a:extLst>
          </p:cNvPr>
          <p:cNvSpPr>
            <a:spLocks noGrp="1"/>
          </p:cNvSpPr>
          <p:nvPr/>
        </p:nvSpPr>
        <p:spPr>
          <a:xfrm>
            <a:off x="4026190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2020" name="Stage1_sixpanel_7191">
            <a:extLst>
              <a:ext uri="{FF2B5EF4-FFF2-40B4-BE49-F238E27FC236}">
                <a16:creationId xmlns:a16="http://schemas.microsoft.com/office/drawing/2014/main" id="{B4022C14-E265-4EA3-AA9F-82296C7CA600}"/>
              </a:ext>
            </a:extLst>
          </p:cNvPr>
          <p:cNvSpPr>
            <a:spLocks noGrp="1"/>
          </p:cNvSpPr>
          <p:nvPr/>
        </p:nvSpPr>
        <p:spPr>
          <a:xfrm>
            <a:off x="4026190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2021" name="Stage1_sixpanel_7192">
            <a:extLst>
              <a:ext uri="{FF2B5EF4-FFF2-40B4-BE49-F238E27FC236}">
                <a16:creationId xmlns:a16="http://schemas.microsoft.com/office/drawing/2014/main" id="{7B4E5619-7F79-4803-A24F-BA9F147AB6DB}"/>
              </a:ext>
            </a:extLst>
          </p:cNvPr>
          <p:cNvSpPr>
            <a:spLocks noGrp="1"/>
          </p:cNvSpPr>
          <p:nvPr/>
        </p:nvSpPr>
        <p:spPr>
          <a:xfrm>
            <a:off x="4026190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2022" name="Stage1_sixpanel_7193">
            <a:extLst>
              <a:ext uri="{FF2B5EF4-FFF2-40B4-BE49-F238E27FC236}">
                <a16:creationId xmlns:a16="http://schemas.microsoft.com/office/drawing/2014/main" id="{9CD7A05D-627A-4FC7-BA72-353C193E28BC}"/>
              </a:ext>
            </a:extLst>
          </p:cNvPr>
          <p:cNvSpPr>
            <a:spLocks noGrp="1"/>
          </p:cNvSpPr>
          <p:nvPr/>
        </p:nvSpPr>
        <p:spPr>
          <a:xfrm>
            <a:off x="4026190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2023" name="Stage1_sixpanel_7194">
            <a:extLst>
              <a:ext uri="{FF2B5EF4-FFF2-40B4-BE49-F238E27FC236}">
                <a16:creationId xmlns:a16="http://schemas.microsoft.com/office/drawing/2014/main" id="{FFC40E58-A56B-436B-AFEA-AF19E816515D}"/>
              </a:ext>
            </a:extLst>
          </p:cNvPr>
          <p:cNvSpPr>
            <a:spLocks noGrp="1"/>
          </p:cNvSpPr>
          <p:nvPr/>
        </p:nvSpPr>
        <p:spPr>
          <a:xfrm>
            <a:off x="4026190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2024" name="Stage1_sixpanel_7195">
            <a:extLst>
              <a:ext uri="{FF2B5EF4-FFF2-40B4-BE49-F238E27FC236}">
                <a16:creationId xmlns:a16="http://schemas.microsoft.com/office/drawing/2014/main" id="{2B37AA11-1880-4D23-BB3E-2AB5087B19C2}"/>
              </a:ext>
            </a:extLst>
          </p:cNvPr>
          <p:cNvSpPr>
            <a:spLocks noGrp="1"/>
          </p:cNvSpPr>
          <p:nvPr/>
        </p:nvSpPr>
        <p:spPr>
          <a:xfrm>
            <a:off x="4026190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2025" name="Stage1_sixpanel_7196">
            <a:extLst>
              <a:ext uri="{FF2B5EF4-FFF2-40B4-BE49-F238E27FC236}">
                <a16:creationId xmlns:a16="http://schemas.microsoft.com/office/drawing/2014/main" id="{254C57DC-E989-41E8-9F03-0627378E28F0}"/>
              </a:ext>
            </a:extLst>
          </p:cNvPr>
          <p:cNvSpPr>
            <a:spLocks noGrp="1"/>
          </p:cNvSpPr>
          <p:nvPr/>
        </p:nvSpPr>
        <p:spPr>
          <a:xfrm>
            <a:off x="4026190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2026" name="Stage1_sixpanel_7197">
            <a:extLst>
              <a:ext uri="{FF2B5EF4-FFF2-40B4-BE49-F238E27FC236}">
                <a16:creationId xmlns:a16="http://schemas.microsoft.com/office/drawing/2014/main" id="{0EB43385-50BD-4243-830F-70D0AD3302AE}"/>
              </a:ext>
            </a:extLst>
          </p:cNvPr>
          <p:cNvSpPr>
            <a:spLocks noGrp="1"/>
          </p:cNvSpPr>
          <p:nvPr/>
        </p:nvSpPr>
        <p:spPr>
          <a:xfrm>
            <a:off x="4026190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2027" name="Stage1_sixpanel_7198">
            <a:extLst>
              <a:ext uri="{FF2B5EF4-FFF2-40B4-BE49-F238E27FC236}">
                <a16:creationId xmlns:a16="http://schemas.microsoft.com/office/drawing/2014/main" id="{3CF8E067-D9E8-4D34-B7FE-89E2D6FC93D9}"/>
              </a:ext>
            </a:extLst>
          </p:cNvPr>
          <p:cNvSpPr>
            <a:spLocks noGrp="1"/>
          </p:cNvSpPr>
          <p:nvPr/>
        </p:nvSpPr>
        <p:spPr>
          <a:xfrm>
            <a:off x="4026190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2028" name="Stage1_sixpanel_7199">
            <a:extLst>
              <a:ext uri="{FF2B5EF4-FFF2-40B4-BE49-F238E27FC236}">
                <a16:creationId xmlns:a16="http://schemas.microsoft.com/office/drawing/2014/main" id="{C88D9969-CA73-4DCA-94BA-EC9B444ECDD5}"/>
              </a:ext>
            </a:extLst>
          </p:cNvPr>
          <p:cNvSpPr>
            <a:spLocks noGrp="1"/>
          </p:cNvSpPr>
          <p:nvPr/>
        </p:nvSpPr>
        <p:spPr>
          <a:xfrm>
            <a:off x="4026190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2029" name="Stage1_sixpanel_7200">
            <a:extLst>
              <a:ext uri="{FF2B5EF4-FFF2-40B4-BE49-F238E27FC236}">
                <a16:creationId xmlns:a16="http://schemas.microsoft.com/office/drawing/2014/main" id="{40754CE7-7CBE-4D17-B792-42B9C3519CED}"/>
              </a:ext>
            </a:extLst>
          </p:cNvPr>
          <p:cNvSpPr>
            <a:spLocks noGrp="1"/>
          </p:cNvSpPr>
          <p:nvPr/>
        </p:nvSpPr>
        <p:spPr>
          <a:xfrm>
            <a:off x="4026190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2030" name="Stage1_sixpanel_7201">
            <a:extLst>
              <a:ext uri="{FF2B5EF4-FFF2-40B4-BE49-F238E27FC236}">
                <a16:creationId xmlns:a16="http://schemas.microsoft.com/office/drawing/2014/main" id="{E2B2F958-8503-4951-B00E-8ABBF4C3E92D}"/>
              </a:ext>
            </a:extLst>
          </p:cNvPr>
          <p:cNvSpPr>
            <a:spLocks noGrp="1"/>
          </p:cNvSpPr>
          <p:nvPr/>
        </p:nvSpPr>
        <p:spPr>
          <a:xfrm>
            <a:off x="4026190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2031" name="Stage1_sixpanel_7202">
            <a:extLst>
              <a:ext uri="{FF2B5EF4-FFF2-40B4-BE49-F238E27FC236}">
                <a16:creationId xmlns:a16="http://schemas.microsoft.com/office/drawing/2014/main" id="{A4E2621B-82D3-4361-8876-AF37CF80E0CC}"/>
              </a:ext>
            </a:extLst>
          </p:cNvPr>
          <p:cNvSpPr>
            <a:spLocks noGrp="1"/>
          </p:cNvSpPr>
          <p:nvPr/>
        </p:nvSpPr>
        <p:spPr>
          <a:xfrm>
            <a:off x="4026190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2032" name="Stage1_sixpanel_7203">
            <a:extLst>
              <a:ext uri="{FF2B5EF4-FFF2-40B4-BE49-F238E27FC236}">
                <a16:creationId xmlns:a16="http://schemas.microsoft.com/office/drawing/2014/main" id="{CE64AE7D-825E-48E5-938D-601539970A08}"/>
              </a:ext>
            </a:extLst>
          </p:cNvPr>
          <p:cNvSpPr>
            <a:spLocks noGrp="1"/>
          </p:cNvSpPr>
          <p:nvPr/>
        </p:nvSpPr>
        <p:spPr>
          <a:xfrm>
            <a:off x="4026190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2033" name="Stage1_sixpanel_7204">
            <a:extLst>
              <a:ext uri="{FF2B5EF4-FFF2-40B4-BE49-F238E27FC236}">
                <a16:creationId xmlns:a16="http://schemas.microsoft.com/office/drawing/2014/main" id="{E41E4910-335A-4728-8D63-3EFACF4A3CD4}"/>
              </a:ext>
            </a:extLst>
          </p:cNvPr>
          <p:cNvSpPr>
            <a:spLocks noGrp="1"/>
          </p:cNvSpPr>
          <p:nvPr/>
        </p:nvSpPr>
        <p:spPr>
          <a:xfrm>
            <a:off x="4026190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2034" name="Stage1_sixpanel_7205">
            <a:extLst>
              <a:ext uri="{FF2B5EF4-FFF2-40B4-BE49-F238E27FC236}">
                <a16:creationId xmlns:a16="http://schemas.microsoft.com/office/drawing/2014/main" id="{B2823A08-E52F-4E43-9DE1-E4482924DEC3}"/>
              </a:ext>
            </a:extLst>
          </p:cNvPr>
          <p:cNvSpPr>
            <a:spLocks noGrp="1"/>
          </p:cNvSpPr>
          <p:nvPr/>
        </p:nvSpPr>
        <p:spPr>
          <a:xfrm>
            <a:off x="4026190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2035" name="Stage1_sixpanel_7206">
            <a:extLst>
              <a:ext uri="{FF2B5EF4-FFF2-40B4-BE49-F238E27FC236}">
                <a16:creationId xmlns:a16="http://schemas.microsoft.com/office/drawing/2014/main" id="{9CB8DEA5-D2E3-40E0-B7C9-7FED0D3BB8BB}"/>
              </a:ext>
            </a:extLst>
          </p:cNvPr>
          <p:cNvSpPr>
            <a:spLocks noGrp="1"/>
          </p:cNvSpPr>
          <p:nvPr/>
        </p:nvSpPr>
        <p:spPr>
          <a:xfrm>
            <a:off x="4026190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2036" name="Stage1_sixpanel_7207">
            <a:extLst>
              <a:ext uri="{FF2B5EF4-FFF2-40B4-BE49-F238E27FC236}">
                <a16:creationId xmlns:a16="http://schemas.microsoft.com/office/drawing/2014/main" id="{16FFEA7A-6654-41CF-8E05-724A7A330282}"/>
              </a:ext>
            </a:extLst>
          </p:cNvPr>
          <p:cNvSpPr>
            <a:spLocks noGrp="1"/>
          </p:cNvSpPr>
          <p:nvPr/>
        </p:nvSpPr>
        <p:spPr>
          <a:xfrm>
            <a:off x="4026190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2037" name="Stage1_sixpanel_7208">
            <a:extLst>
              <a:ext uri="{FF2B5EF4-FFF2-40B4-BE49-F238E27FC236}">
                <a16:creationId xmlns:a16="http://schemas.microsoft.com/office/drawing/2014/main" id="{A1615932-6D2E-47FF-B293-084DBB7587C2}"/>
              </a:ext>
            </a:extLst>
          </p:cNvPr>
          <p:cNvSpPr>
            <a:spLocks noGrp="1"/>
          </p:cNvSpPr>
          <p:nvPr/>
        </p:nvSpPr>
        <p:spPr>
          <a:xfrm>
            <a:off x="4026190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2038" name="Stage1_sixpanel_7209">
            <a:extLst>
              <a:ext uri="{FF2B5EF4-FFF2-40B4-BE49-F238E27FC236}">
                <a16:creationId xmlns:a16="http://schemas.microsoft.com/office/drawing/2014/main" id="{0D2B70D9-4A28-4B1F-A144-69D5A532E553}"/>
              </a:ext>
            </a:extLst>
          </p:cNvPr>
          <p:cNvSpPr>
            <a:spLocks noGrp="1"/>
          </p:cNvSpPr>
          <p:nvPr/>
        </p:nvSpPr>
        <p:spPr>
          <a:xfrm>
            <a:off x="4026190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2039" name="Stage1_sixpanel_7210">
            <a:extLst>
              <a:ext uri="{FF2B5EF4-FFF2-40B4-BE49-F238E27FC236}">
                <a16:creationId xmlns:a16="http://schemas.microsoft.com/office/drawing/2014/main" id="{2D1C9A0C-DFDA-4709-B0E1-182C4E6A0E9C}"/>
              </a:ext>
            </a:extLst>
          </p:cNvPr>
          <p:cNvSpPr>
            <a:spLocks noGrp="1"/>
          </p:cNvSpPr>
          <p:nvPr/>
        </p:nvSpPr>
        <p:spPr>
          <a:xfrm>
            <a:off x="4026190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2040" name="Stage1_sixpanel_7211">
            <a:extLst>
              <a:ext uri="{FF2B5EF4-FFF2-40B4-BE49-F238E27FC236}">
                <a16:creationId xmlns:a16="http://schemas.microsoft.com/office/drawing/2014/main" id="{E0C3F5A4-C42F-403B-B988-22F1C843D379}"/>
              </a:ext>
            </a:extLst>
          </p:cNvPr>
          <p:cNvSpPr>
            <a:spLocks noGrp="1"/>
          </p:cNvSpPr>
          <p:nvPr/>
        </p:nvSpPr>
        <p:spPr>
          <a:xfrm>
            <a:off x="4026190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2041" name="Stage1_sixpanel_7212">
            <a:extLst>
              <a:ext uri="{FF2B5EF4-FFF2-40B4-BE49-F238E27FC236}">
                <a16:creationId xmlns:a16="http://schemas.microsoft.com/office/drawing/2014/main" id="{AEF41213-FC27-43CD-8BC9-BDF4349D68B4}"/>
              </a:ext>
            </a:extLst>
          </p:cNvPr>
          <p:cNvSpPr>
            <a:spLocks noGrp="1"/>
          </p:cNvSpPr>
          <p:nvPr/>
        </p:nvSpPr>
        <p:spPr>
          <a:xfrm>
            <a:off x="4026190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2042" name="Stage1_sixpanel_7213">
            <a:extLst>
              <a:ext uri="{FF2B5EF4-FFF2-40B4-BE49-F238E27FC236}">
                <a16:creationId xmlns:a16="http://schemas.microsoft.com/office/drawing/2014/main" id="{45B90C79-6EFD-487C-A4DF-0388D6743EFA}"/>
              </a:ext>
            </a:extLst>
          </p:cNvPr>
          <p:cNvSpPr>
            <a:spLocks noGrp="1"/>
          </p:cNvSpPr>
          <p:nvPr/>
        </p:nvSpPr>
        <p:spPr>
          <a:xfrm>
            <a:off x="4026190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2043" name="Stage1_sixpanel_7214">
            <a:extLst>
              <a:ext uri="{FF2B5EF4-FFF2-40B4-BE49-F238E27FC236}">
                <a16:creationId xmlns:a16="http://schemas.microsoft.com/office/drawing/2014/main" id="{AC445232-52A6-47D1-9C07-9CF823D34D5B}"/>
              </a:ext>
            </a:extLst>
          </p:cNvPr>
          <p:cNvSpPr>
            <a:spLocks noGrp="1"/>
          </p:cNvSpPr>
          <p:nvPr/>
        </p:nvSpPr>
        <p:spPr>
          <a:xfrm>
            <a:off x="4026190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2044" name="Stage1_sixpanel_7215">
            <a:extLst>
              <a:ext uri="{FF2B5EF4-FFF2-40B4-BE49-F238E27FC236}">
                <a16:creationId xmlns:a16="http://schemas.microsoft.com/office/drawing/2014/main" id="{BA04B4B9-7B43-4510-91A1-7C3A8C48A37E}"/>
              </a:ext>
            </a:extLst>
          </p:cNvPr>
          <p:cNvSpPr>
            <a:spLocks noGrp="1"/>
          </p:cNvSpPr>
          <p:nvPr/>
        </p:nvSpPr>
        <p:spPr>
          <a:xfrm>
            <a:off x="4026190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2045" name="Stage1_sixpanel_7216">
            <a:extLst>
              <a:ext uri="{FF2B5EF4-FFF2-40B4-BE49-F238E27FC236}">
                <a16:creationId xmlns:a16="http://schemas.microsoft.com/office/drawing/2014/main" id="{4EA809A7-0240-4492-89E9-9E5FE333022E}"/>
              </a:ext>
            </a:extLst>
          </p:cNvPr>
          <p:cNvSpPr>
            <a:spLocks noGrp="1"/>
          </p:cNvSpPr>
          <p:nvPr/>
        </p:nvSpPr>
        <p:spPr>
          <a:xfrm>
            <a:off x="4026190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2046" name="Stage1_sixpanel_7217">
            <a:extLst>
              <a:ext uri="{FF2B5EF4-FFF2-40B4-BE49-F238E27FC236}">
                <a16:creationId xmlns:a16="http://schemas.microsoft.com/office/drawing/2014/main" id="{36523850-628C-4D28-8E4C-22706741130D}"/>
              </a:ext>
            </a:extLst>
          </p:cNvPr>
          <p:cNvSpPr>
            <a:spLocks noGrp="1"/>
          </p:cNvSpPr>
          <p:nvPr/>
        </p:nvSpPr>
        <p:spPr>
          <a:xfrm>
            <a:off x="4026190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2047" name="Stage1_sixpanel_7218">
            <a:extLst>
              <a:ext uri="{FF2B5EF4-FFF2-40B4-BE49-F238E27FC236}">
                <a16:creationId xmlns:a16="http://schemas.microsoft.com/office/drawing/2014/main" id="{733E653A-51F7-4EE8-B0C5-C0E65BC52838}"/>
              </a:ext>
            </a:extLst>
          </p:cNvPr>
          <p:cNvSpPr>
            <a:spLocks noGrp="1"/>
          </p:cNvSpPr>
          <p:nvPr/>
        </p:nvSpPr>
        <p:spPr>
          <a:xfrm>
            <a:off x="4026190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2048" name="Stage1_sixpanel_7219">
            <a:extLst>
              <a:ext uri="{FF2B5EF4-FFF2-40B4-BE49-F238E27FC236}">
                <a16:creationId xmlns:a16="http://schemas.microsoft.com/office/drawing/2014/main" id="{0C82D700-C2FC-494C-BC20-3E1EE37DA809}"/>
              </a:ext>
            </a:extLst>
          </p:cNvPr>
          <p:cNvSpPr>
            <a:spLocks noGrp="1"/>
          </p:cNvSpPr>
          <p:nvPr/>
        </p:nvSpPr>
        <p:spPr>
          <a:xfrm>
            <a:off x="4026190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2049" name="Stage1_sixpanel_7220">
            <a:extLst>
              <a:ext uri="{FF2B5EF4-FFF2-40B4-BE49-F238E27FC236}">
                <a16:creationId xmlns:a16="http://schemas.microsoft.com/office/drawing/2014/main" id="{11E1A7F4-D605-4788-8196-BF08389B2AFD}"/>
              </a:ext>
            </a:extLst>
          </p:cNvPr>
          <p:cNvSpPr>
            <a:spLocks noGrp="1"/>
          </p:cNvSpPr>
          <p:nvPr/>
        </p:nvSpPr>
        <p:spPr>
          <a:xfrm>
            <a:off x="4026190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2050" name="Stage1_sixpanel_7221">
            <a:extLst>
              <a:ext uri="{FF2B5EF4-FFF2-40B4-BE49-F238E27FC236}">
                <a16:creationId xmlns:a16="http://schemas.microsoft.com/office/drawing/2014/main" id="{63FC77BB-BAC4-4C78-8E93-3A636960BD08}"/>
              </a:ext>
            </a:extLst>
          </p:cNvPr>
          <p:cNvSpPr>
            <a:spLocks noGrp="1"/>
          </p:cNvSpPr>
          <p:nvPr/>
        </p:nvSpPr>
        <p:spPr>
          <a:xfrm>
            <a:off x="4026190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2051" name="Stage1_sixpanel_7222">
            <a:extLst>
              <a:ext uri="{FF2B5EF4-FFF2-40B4-BE49-F238E27FC236}">
                <a16:creationId xmlns:a16="http://schemas.microsoft.com/office/drawing/2014/main" id="{D2D62352-B918-4E11-8F2F-33D0DE6A195B}"/>
              </a:ext>
            </a:extLst>
          </p:cNvPr>
          <p:cNvSpPr>
            <a:spLocks noGrp="1"/>
          </p:cNvSpPr>
          <p:nvPr/>
        </p:nvSpPr>
        <p:spPr>
          <a:xfrm>
            <a:off x="4026190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2052" name="Stage1_sixpanel_7223">
            <a:extLst>
              <a:ext uri="{FF2B5EF4-FFF2-40B4-BE49-F238E27FC236}">
                <a16:creationId xmlns:a16="http://schemas.microsoft.com/office/drawing/2014/main" id="{776BCF5D-A5BA-4CF6-B8E2-07F872A3D255}"/>
              </a:ext>
            </a:extLst>
          </p:cNvPr>
          <p:cNvSpPr>
            <a:spLocks noGrp="1"/>
          </p:cNvSpPr>
          <p:nvPr/>
        </p:nvSpPr>
        <p:spPr>
          <a:xfrm>
            <a:off x="4026190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2053" name="Stage1_sixpanel_7224">
            <a:extLst>
              <a:ext uri="{FF2B5EF4-FFF2-40B4-BE49-F238E27FC236}">
                <a16:creationId xmlns:a16="http://schemas.microsoft.com/office/drawing/2014/main" id="{EDADF699-BB55-455B-B2E4-882388603A52}"/>
              </a:ext>
            </a:extLst>
          </p:cNvPr>
          <p:cNvSpPr>
            <a:spLocks noGrp="1"/>
          </p:cNvSpPr>
          <p:nvPr/>
        </p:nvSpPr>
        <p:spPr>
          <a:xfrm>
            <a:off x="4026190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2054" name="Stage1_sixpanel_7225">
            <a:extLst>
              <a:ext uri="{FF2B5EF4-FFF2-40B4-BE49-F238E27FC236}">
                <a16:creationId xmlns:a16="http://schemas.microsoft.com/office/drawing/2014/main" id="{CD2DE31D-9108-4F74-A49F-3D5BEE47311D}"/>
              </a:ext>
            </a:extLst>
          </p:cNvPr>
          <p:cNvSpPr>
            <a:spLocks noGrp="1"/>
          </p:cNvSpPr>
          <p:nvPr/>
        </p:nvSpPr>
        <p:spPr>
          <a:xfrm>
            <a:off x="4026190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2055" name="Stage1_sixpanel_7226">
            <a:extLst>
              <a:ext uri="{FF2B5EF4-FFF2-40B4-BE49-F238E27FC236}">
                <a16:creationId xmlns:a16="http://schemas.microsoft.com/office/drawing/2014/main" id="{471FCCA9-9FE8-47BC-A3C2-2A5504542AE9}"/>
              </a:ext>
            </a:extLst>
          </p:cNvPr>
          <p:cNvSpPr>
            <a:spLocks noGrp="1"/>
          </p:cNvSpPr>
          <p:nvPr/>
        </p:nvSpPr>
        <p:spPr>
          <a:xfrm>
            <a:off x="4026190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2056" name="Stage1_sixpanel_7227">
            <a:extLst>
              <a:ext uri="{FF2B5EF4-FFF2-40B4-BE49-F238E27FC236}">
                <a16:creationId xmlns:a16="http://schemas.microsoft.com/office/drawing/2014/main" id="{B8A51B51-382E-42A9-A345-417D199B3905}"/>
              </a:ext>
            </a:extLst>
          </p:cNvPr>
          <p:cNvSpPr>
            <a:spLocks noGrp="1"/>
          </p:cNvSpPr>
          <p:nvPr/>
        </p:nvSpPr>
        <p:spPr>
          <a:xfrm>
            <a:off x="4026190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2057" name="Stage1_sixpanel_7228">
            <a:extLst>
              <a:ext uri="{FF2B5EF4-FFF2-40B4-BE49-F238E27FC236}">
                <a16:creationId xmlns:a16="http://schemas.microsoft.com/office/drawing/2014/main" id="{2DBCE35F-2E4E-4EC1-BE9E-0A21610C54C5}"/>
              </a:ext>
            </a:extLst>
          </p:cNvPr>
          <p:cNvSpPr>
            <a:spLocks noGrp="1"/>
          </p:cNvSpPr>
          <p:nvPr/>
        </p:nvSpPr>
        <p:spPr>
          <a:xfrm>
            <a:off x="4026190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2058" name="Stage1_sixpanel_7229">
            <a:extLst>
              <a:ext uri="{FF2B5EF4-FFF2-40B4-BE49-F238E27FC236}">
                <a16:creationId xmlns:a16="http://schemas.microsoft.com/office/drawing/2014/main" id="{331036D4-A767-4DBF-8459-6D46F4B264AD}"/>
              </a:ext>
            </a:extLst>
          </p:cNvPr>
          <p:cNvSpPr>
            <a:spLocks noGrp="1"/>
          </p:cNvSpPr>
          <p:nvPr/>
        </p:nvSpPr>
        <p:spPr>
          <a:xfrm>
            <a:off x="4026190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2059" name="Stage1_sixpanel_7230">
            <a:extLst>
              <a:ext uri="{FF2B5EF4-FFF2-40B4-BE49-F238E27FC236}">
                <a16:creationId xmlns:a16="http://schemas.microsoft.com/office/drawing/2014/main" id="{AA1F9BD8-CA31-461E-ABF7-D24EA7DEDEDB}"/>
              </a:ext>
            </a:extLst>
          </p:cNvPr>
          <p:cNvSpPr>
            <a:spLocks noGrp="1"/>
          </p:cNvSpPr>
          <p:nvPr/>
        </p:nvSpPr>
        <p:spPr>
          <a:xfrm>
            <a:off x="4026190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2060" name="Stage1_sixpanel_7231">
            <a:extLst>
              <a:ext uri="{FF2B5EF4-FFF2-40B4-BE49-F238E27FC236}">
                <a16:creationId xmlns:a16="http://schemas.microsoft.com/office/drawing/2014/main" id="{182FC874-64E7-491D-9722-FBBF56A7D9B4}"/>
              </a:ext>
            </a:extLst>
          </p:cNvPr>
          <p:cNvSpPr>
            <a:spLocks noGrp="1"/>
          </p:cNvSpPr>
          <p:nvPr/>
        </p:nvSpPr>
        <p:spPr>
          <a:xfrm>
            <a:off x="4026190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2061" name="Stage1_sixpanel_7232">
            <a:extLst>
              <a:ext uri="{FF2B5EF4-FFF2-40B4-BE49-F238E27FC236}">
                <a16:creationId xmlns:a16="http://schemas.microsoft.com/office/drawing/2014/main" id="{509E4D96-85A7-4678-983F-59AEB8829F5A}"/>
              </a:ext>
            </a:extLst>
          </p:cNvPr>
          <p:cNvSpPr>
            <a:spLocks noGrp="1"/>
          </p:cNvSpPr>
          <p:nvPr/>
        </p:nvSpPr>
        <p:spPr>
          <a:xfrm>
            <a:off x="4026190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2062" name="Stage1_sixpanel_7233">
            <a:extLst>
              <a:ext uri="{FF2B5EF4-FFF2-40B4-BE49-F238E27FC236}">
                <a16:creationId xmlns:a16="http://schemas.microsoft.com/office/drawing/2014/main" id="{EA079A13-6BFE-4215-A2ED-81C727AE5CC2}"/>
              </a:ext>
            </a:extLst>
          </p:cNvPr>
          <p:cNvSpPr>
            <a:spLocks noGrp="1"/>
          </p:cNvSpPr>
          <p:nvPr/>
        </p:nvSpPr>
        <p:spPr>
          <a:xfrm>
            <a:off x="4026190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2063" name="Stage1_sixpanel_7234">
            <a:extLst>
              <a:ext uri="{FF2B5EF4-FFF2-40B4-BE49-F238E27FC236}">
                <a16:creationId xmlns:a16="http://schemas.microsoft.com/office/drawing/2014/main" id="{DDCA239A-3B96-45A6-A821-0A53294E088E}"/>
              </a:ext>
            </a:extLst>
          </p:cNvPr>
          <p:cNvSpPr>
            <a:spLocks noGrp="1"/>
          </p:cNvSpPr>
          <p:nvPr/>
        </p:nvSpPr>
        <p:spPr>
          <a:xfrm>
            <a:off x="4026190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2064" name="Stage1_sixpanel_7235">
            <a:extLst>
              <a:ext uri="{FF2B5EF4-FFF2-40B4-BE49-F238E27FC236}">
                <a16:creationId xmlns:a16="http://schemas.microsoft.com/office/drawing/2014/main" id="{5ACE70F4-3D84-417B-BF18-E3BF451F2190}"/>
              </a:ext>
            </a:extLst>
          </p:cNvPr>
          <p:cNvSpPr>
            <a:spLocks noGrp="1"/>
          </p:cNvSpPr>
          <p:nvPr/>
        </p:nvSpPr>
        <p:spPr>
          <a:xfrm>
            <a:off x="4026190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2065" name="Stage1_sixpanel_7236">
            <a:extLst>
              <a:ext uri="{FF2B5EF4-FFF2-40B4-BE49-F238E27FC236}">
                <a16:creationId xmlns:a16="http://schemas.microsoft.com/office/drawing/2014/main" id="{6CDA27D9-4815-4604-B383-33497EA9EE62}"/>
              </a:ext>
            </a:extLst>
          </p:cNvPr>
          <p:cNvSpPr>
            <a:spLocks noGrp="1"/>
          </p:cNvSpPr>
          <p:nvPr/>
        </p:nvSpPr>
        <p:spPr>
          <a:xfrm>
            <a:off x="4026190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2066" name="Stage1_sixpanel_7237">
            <a:extLst>
              <a:ext uri="{FF2B5EF4-FFF2-40B4-BE49-F238E27FC236}">
                <a16:creationId xmlns:a16="http://schemas.microsoft.com/office/drawing/2014/main" id="{44B1DDA4-6D4C-4414-8C86-0E794ECF8144}"/>
              </a:ext>
            </a:extLst>
          </p:cNvPr>
          <p:cNvSpPr>
            <a:spLocks noGrp="1"/>
          </p:cNvSpPr>
          <p:nvPr/>
        </p:nvSpPr>
        <p:spPr>
          <a:xfrm>
            <a:off x="4026190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2067" name="Stage1_sixpanel_7238">
            <a:extLst>
              <a:ext uri="{FF2B5EF4-FFF2-40B4-BE49-F238E27FC236}">
                <a16:creationId xmlns:a16="http://schemas.microsoft.com/office/drawing/2014/main" id="{4C7B0E50-432C-43E9-8816-C8E6CE9C5639}"/>
              </a:ext>
            </a:extLst>
          </p:cNvPr>
          <p:cNvSpPr>
            <a:spLocks noGrp="1"/>
          </p:cNvSpPr>
          <p:nvPr/>
        </p:nvSpPr>
        <p:spPr>
          <a:xfrm>
            <a:off x="4026190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2068" name="Stage1_sixpanel_7239">
            <a:extLst>
              <a:ext uri="{FF2B5EF4-FFF2-40B4-BE49-F238E27FC236}">
                <a16:creationId xmlns:a16="http://schemas.microsoft.com/office/drawing/2014/main" id="{E7811A32-6678-47B7-A0BC-63E88AE88EEC}"/>
              </a:ext>
            </a:extLst>
          </p:cNvPr>
          <p:cNvSpPr>
            <a:spLocks noGrp="1"/>
          </p:cNvSpPr>
          <p:nvPr/>
        </p:nvSpPr>
        <p:spPr>
          <a:xfrm>
            <a:off x="4026190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2069" name="Stage1_sixpanel_7240">
            <a:extLst>
              <a:ext uri="{FF2B5EF4-FFF2-40B4-BE49-F238E27FC236}">
                <a16:creationId xmlns:a16="http://schemas.microsoft.com/office/drawing/2014/main" id="{E98A54A8-386F-4757-AFF3-3C67615C3E3B}"/>
              </a:ext>
            </a:extLst>
          </p:cNvPr>
          <p:cNvSpPr>
            <a:spLocks noGrp="1"/>
          </p:cNvSpPr>
          <p:nvPr/>
        </p:nvSpPr>
        <p:spPr>
          <a:xfrm>
            <a:off x="4026190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2070" name="Stage1_sixpanel_7241">
            <a:extLst>
              <a:ext uri="{FF2B5EF4-FFF2-40B4-BE49-F238E27FC236}">
                <a16:creationId xmlns:a16="http://schemas.microsoft.com/office/drawing/2014/main" id="{8DADE495-C3F5-40A2-8F97-1722D5A6C1F0}"/>
              </a:ext>
            </a:extLst>
          </p:cNvPr>
          <p:cNvSpPr>
            <a:spLocks noGrp="1"/>
          </p:cNvSpPr>
          <p:nvPr/>
        </p:nvSpPr>
        <p:spPr>
          <a:xfrm>
            <a:off x="4026190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2071" name="Stage1_sixpanel_7242">
            <a:extLst>
              <a:ext uri="{FF2B5EF4-FFF2-40B4-BE49-F238E27FC236}">
                <a16:creationId xmlns:a16="http://schemas.microsoft.com/office/drawing/2014/main" id="{E8739B50-E659-45EB-BF6D-C999193C7CEA}"/>
              </a:ext>
            </a:extLst>
          </p:cNvPr>
          <p:cNvSpPr>
            <a:spLocks noGrp="1"/>
          </p:cNvSpPr>
          <p:nvPr/>
        </p:nvSpPr>
        <p:spPr>
          <a:xfrm>
            <a:off x="4026190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2072" name="Stage1_sixpanel_7243">
            <a:extLst>
              <a:ext uri="{FF2B5EF4-FFF2-40B4-BE49-F238E27FC236}">
                <a16:creationId xmlns:a16="http://schemas.microsoft.com/office/drawing/2014/main" id="{46030C62-F89C-4EDF-86FF-68C5807D0741}"/>
              </a:ext>
            </a:extLst>
          </p:cNvPr>
          <p:cNvSpPr>
            <a:spLocks noGrp="1"/>
          </p:cNvSpPr>
          <p:nvPr/>
        </p:nvSpPr>
        <p:spPr>
          <a:xfrm>
            <a:off x="4026190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2073" name="Stage1_sixpanel_7244">
            <a:extLst>
              <a:ext uri="{FF2B5EF4-FFF2-40B4-BE49-F238E27FC236}">
                <a16:creationId xmlns:a16="http://schemas.microsoft.com/office/drawing/2014/main" id="{A43F2FB6-21E2-409B-859C-22BE760BF4AC}"/>
              </a:ext>
            </a:extLst>
          </p:cNvPr>
          <p:cNvSpPr>
            <a:spLocks noGrp="1"/>
          </p:cNvSpPr>
          <p:nvPr/>
        </p:nvSpPr>
        <p:spPr>
          <a:xfrm>
            <a:off x="4026190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2074" name="Stage1_sixpanel_7245">
            <a:extLst>
              <a:ext uri="{FF2B5EF4-FFF2-40B4-BE49-F238E27FC236}">
                <a16:creationId xmlns:a16="http://schemas.microsoft.com/office/drawing/2014/main" id="{68EE3FEA-9317-49E9-8B64-012A66E00C1C}"/>
              </a:ext>
            </a:extLst>
          </p:cNvPr>
          <p:cNvSpPr>
            <a:spLocks noGrp="1"/>
          </p:cNvSpPr>
          <p:nvPr/>
        </p:nvSpPr>
        <p:spPr>
          <a:xfrm>
            <a:off x="4026190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2075" name="Stage1_sixpanel_7246">
            <a:extLst>
              <a:ext uri="{FF2B5EF4-FFF2-40B4-BE49-F238E27FC236}">
                <a16:creationId xmlns:a16="http://schemas.microsoft.com/office/drawing/2014/main" id="{E6EED9AD-BED7-4B8F-B073-E2B3FE8CCE21}"/>
              </a:ext>
            </a:extLst>
          </p:cNvPr>
          <p:cNvSpPr>
            <a:spLocks noGrp="1"/>
          </p:cNvSpPr>
          <p:nvPr/>
        </p:nvSpPr>
        <p:spPr>
          <a:xfrm>
            <a:off x="4026190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2076" name="Stage1_sixpanel_7247">
            <a:extLst>
              <a:ext uri="{FF2B5EF4-FFF2-40B4-BE49-F238E27FC236}">
                <a16:creationId xmlns:a16="http://schemas.microsoft.com/office/drawing/2014/main" id="{9CCD2D27-DD3F-47AD-9F5E-393EE1BE7BD0}"/>
              </a:ext>
            </a:extLst>
          </p:cNvPr>
          <p:cNvSpPr>
            <a:spLocks noGrp="1"/>
          </p:cNvSpPr>
          <p:nvPr/>
        </p:nvSpPr>
        <p:spPr>
          <a:xfrm>
            <a:off x="4026190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2077" name="Stage1_sixpanel_7248">
            <a:extLst>
              <a:ext uri="{FF2B5EF4-FFF2-40B4-BE49-F238E27FC236}">
                <a16:creationId xmlns:a16="http://schemas.microsoft.com/office/drawing/2014/main" id="{137032D4-0DA2-4D51-B802-E1BDE11B2B56}"/>
              </a:ext>
            </a:extLst>
          </p:cNvPr>
          <p:cNvSpPr>
            <a:spLocks noGrp="1"/>
          </p:cNvSpPr>
          <p:nvPr/>
        </p:nvSpPr>
        <p:spPr>
          <a:xfrm>
            <a:off x="4026190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2078" name="Stage1_sixpanel_7249">
            <a:extLst>
              <a:ext uri="{FF2B5EF4-FFF2-40B4-BE49-F238E27FC236}">
                <a16:creationId xmlns:a16="http://schemas.microsoft.com/office/drawing/2014/main" id="{3C357DB8-EA5A-4618-8712-302C1387C09B}"/>
              </a:ext>
            </a:extLst>
          </p:cNvPr>
          <p:cNvSpPr>
            <a:spLocks noGrp="1"/>
          </p:cNvSpPr>
          <p:nvPr/>
        </p:nvSpPr>
        <p:spPr>
          <a:xfrm>
            <a:off x="4026190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2079" name="Stage1_sixpanel_7250">
            <a:extLst>
              <a:ext uri="{FF2B5EF4-FFF2-40B4-BE49-F238E27FC236}">
                <a16:creationId xmlns:a16="http://schemas.microsoft.com/office/drawing/2014/main" id="{5EFC3576-9E92-4191-B304-983789806A9B}"/>
              </a:ext>
            </a:extLst>
          </p:cNvPr>
          <p:cNvSpPr>
            <a:spLocks noGrp="1"/>
          </p:cNvSpPr>
          <p:nvPr/>
        </p:nvSpPr>
        <p:spPr>
          <a:xfrm>
            <a:off x="4026190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2080" name="Stage1_sixpanel_7251">
            <a:extLst>
              <a:ext uri="{FF2B5EF4-FFF2-40B4-BE49-F238E27FC236}">
                <a16:creationId xmlns:a16="http://schemas.microsoft.com/office/drawing/2014/main" id="{521565E1-62F4-46AD-91E2-521495A7615F}"/>
              </a:ext>
            </a:extLst>
          </p:cNvPr>
          <p:cNvSpPr>
            <a:spLocks noGrp="1"/>
          </p:cNvSpPr>
          <p:nvPr/>
        </p:nvSpPr>
        <p:spPr>
          <a:xfrm>
            <a:off x="4026190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2081" name="Stage1_sixpanel_7252">
            <a:extLst>
              <a:ext uri="{FF2B5EF4-FFF2-40B4-BE49-F238E27FC236}">
                <a16:creationId xmlns:a16="http://schemas.microsoft.com/office/drawing/2014/main" id="{05D9D4EB-4983-4530-8BD2-108FB0CDF3D6}"/>
              </a:ext>
            </a:extLst>
          </p:cNvPr>
          <p:cNvSpPr>
            <a:spLocks noGrp="1"/>
          </p:cNvSpPr>
          <p:nvPr/>
        </p:nvSpPr>
        <p:spPr>
          <a:xfrm>
            <a:off x="4026190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2082" name="Stage1_sixpanel_7253">
            <a:extLst>
              <a:ext uri="{FF2B5EF4-FFF2-40B4-BE49-F238E27FC236}">
                <a16:creationId xmlns:a16="http://schemas.microsoft.com/office/drawing/2014/main" id="{95411003-3AE9-49E2-A906-8AB888F80CEA}"/>
              </a:ext>
            </a:extLst>
          </p:cNvPr>
          <p:cNvSpPr>
            <a:spLocks noGrp="1"/>
          </p:cNvSpPr>
          <p:nvPr/>
        </p:nvSpPr>
        <p:spPr>
          <a:xfrm>
            <a:off x="4026190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2083" name="Stage1_sixpanel_7254">
            <a:extLst>
              <a:ext uri="{FF2B5EF4-FFF2-40B4-BE49-F238E27FC236}">
                <a16:creationId xmlns:a16="http://schemas.microsoft.com/office/drawing/2014/main" id="{D285EEFA-8782-4D96-AF60-5C1C243B129A}"/>
              </a:ext>
            </a:extLst>
          </p:cNvPr>
          <p:cNvSpPr>
            <a:spLocks noGrp="1"/>
          </p:cNvSpPr>
          <p:nvPr/>
        </p:nvSpPr>
        <p:spPr>
          <a:xfrm>
            <a:off x="4026190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2084" name="Stage1_sixpanel_7255">
            <a:extLst>
              <a:ext uri="{FF2B5EF4-FFF2-40B4-BE49-F238E27FC236}">
                <a16:creationId xmlns:a16="http://schemas.microsoft.com/office/drawing/2014/main" id="{9708DF28-E255-4796-AEAE-E707C750031E}"/>
              </a:ext>
            </a:extLst>
          </p:cNvPr>
          <p:cNvSpPr>
            <a:spLocks noGrp="1"/>
          </p:cNvSpPr>
          <p:nvPr/>
        </p:nvSpPr>
        <p:spPr>
          <a:xfrm>
            <a:off x="4026190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2085" name="Stage1_sixpanel_7256">
            <a:extLst>
              <a:ext uri="{FF2B5EF4-FFF2-40B4-BE49-F238E27FC236}">
                <a16:creationId xmlns:a16="http://schemas.microsoft.com/office/drawing/2014/main" id="{C398DE29-9571-4139-8DCC-5D016AA101FE}"/>
              </a:ext>
            </a:extLst>
          </p:cNvPr>
          <p:cNvSpPr>
            <a:spLocks noGrp="1"/>
          </p:cNvSpPr>
          <p:nvPr/>
        </p:nvSpPr>
        <p:spPr>
          <a:xfrm>
            <a:off x="4026190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2086" name="Stage1_sixpanel_7257">
            <a:extLst>
              <a:ext uri="{FF2B5EF4-FFF2-40B4-BE49-F238E27FC236}">
                <a16:creationId xmlns:a16="http://schemas.microsoft.com/office/drawing/2014/main" id="{C2BA6215-10D9-4CE6-9F97-43ED0A4FA7EF}"/>
              </a:ext>
            </a:extLst>
          </p:cNvPr>
          <p:cNvSpPr>
            <a:spLocks noGrp="1"/>
          </p:cNvSpPr>
          <p:nvPr/>
        </p:nvSpPr>
        <p:spPr>
          <a:xfrm>
            <a:off x="4026190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2087" name="Stage1_sixpanel_7258">
            <a:extLst>
              <a:ext uri="{FF2B5EF4-FFF2-40B4-BE49-F238E27FC236}">
                <a16:creationId xmlns:a16="http://schemas.microsoft.com/office/drawing/2014/main" id="{91E72A05-CD80-4DED-A551-A82B44B286DA}"/>
              </a:ext>
            </a:extLst>
          </p:cNvPr>
          <p:cNvSpPr>
            <a:spLocks noGrp="1"/>
          </p:cNvSpPr>
          <p:nvPr/>
        </p:nvSpPr>
        <p:spPr>
          <a:xfrm>
            <a:off x="4026190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2088" name="Stage1_sixpanel_7259">
            <a:extLst>
              <a:ext uri="{FF2B5EF4-FFF2-40B4-BE49-F238E27FC236}">
                <a16:creationId xmlns:a16="http://schemas.microsoft.com/office/drawing/2014/main" id="{DEAD18A1-193C-4525-9BAF-99FA7E4AB349}"/>
              </a:ext>
            </a:extLst>
          </p:cNvPr>
          <p:cNvSpPr>
            <a:spLocks noGrp="1"/>
          </p:cNvSpPr>
          <p:nvPr/>
        </p:nvSpPr>
        <p:spPr>
          <a:xfrm>
            <a:off x="4026190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2089" name="Stage1_sixpanel_7260">
            <a:extLst>
              <a:ext uri="{FF2B5EF4-FFF2-40B4-BE49-F238E27FC236}">
                <a16:creationId xmlns:a16="http://schemas.microsoft.com/office/drawing/2014/main" id="{2021F0B2-C78A-428E-B502-5EEC61FE0944}"/>
              </a:ext>
            </a:extLst>
          </p:cNvPr>
          <p:cNvSpPr>
            <a:spLocks noGrp="1"/>
          </p:cNvSpPr>
          <p:nvPr/>
        </p:nvSpPr>
        <p:spPr>
          <a:xfrm>
            <a:off x="4026190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2090" name="Stage1_sixpanel_7261">
            <a:extLst>
              <a:ext uri="{FF2B5EF4-FFF2-40B4-BE49-F238E27FC236}">
                <a16:creationId xmlns:a16="http://schemas.microsoft.com/office/drawing/2014/main" id="{76B2C23E-38CB-40E7-BD05-7B7B5FC009B3}"/>
              </a:ext>
            </a:extLst>
          </p:cNvPr>
          <p:cNvSpPr>
            <a:spLocks noGrp="1"/>
          </p:cNvSpPr>
          <p:nvPr/>
        </p:nvSpPr>
        <p:spPr>
          <a:xfrm>
            <a:off x="4026190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2091" name="Stage1_sixpanel_7262">
            <a:extLst>
              <a:ext uri="{FF2B5EF4-FFF2-40B4-BE49-F238E27FC236}">
                <a16:creationId xmlns:a16="http://schemas.microsoft.com/office/drawing/2014/main" id="{55FBB6B1-D384-4D40-8793-71B0DCE9684B}"/>
              </a:ext>
            </a:extLst>
          </p:cNvPr>
          <p:cNvSpPr>
            <a:spLocks noGrp="1"/>
          </p:cNvSpPr>
          <p:nvPr/>
        </p:nvSpPr>
        <p:spPr>
          <a:xfrm>
            <a:off x="4026190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2092" name="Stage1_sixpanel_7263">
            <a:extLst>
              <a:ext uri="{FF2B5EF4-FFF2-40B4-BE49-F238E27FC236}">
                <a16:creationId xmlns:a16="http://schemas.microsoft.com/office/drawing/2014/main" id="{0FCEEAB0-3189-4289-92EE-B530C5FCC788}"/>
              </a:ext>
            </a:extLst>
          </p:cNvPr>
          <p:cNvSpPr>
            <a:spLocks noGrp="1"/>
          </p:cNvSpPr>
          <p:nvPr/>
        </p:nvSpPr>
        <p:spPr>
          <a:xfrm>
            <a:off x="4026190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2093" name="Stage1_sixpanel_7264">
            <a:extLst>
              <a:ext uri="{FF2B5EF4-FFF2-40B4-BE49-F238E27FC236}">
                <a16:creationId xmlns:a16="http://schemas.microsoft.com/office/drawing/2014/main" id="{5A20A558-89FA-4678-83CD-3F4C0165CB20}"/>
              </a:ext>
            </a:extLst>
          </p:cNvPr>
          <p:cNvSpPr>
            <a:spLocks noGrp="1"/>
          </p:cNvSpPr>
          <p:nvPr/>
        </p:nvSpPr>
        <p:spPr>
          <a:xfrm>
            <a:off x="4026190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2094" name="Stage1_sixpanel_7265">
            <a:extLst>
              <a:ext uri="{FF2B5EF4-FFF2-40B4-BE49-F238E27FC236}">
                <a16:creationId xmlns:a16="http://schemas.microsoft.com/office/drawing/2014/main" id="{EBB09AC2-DE9C-4AB4-9D26-F39BA1BAF4E6}"/>
              </a:ext>
            </a:extLst>
          </p:cNvPr>
          <p:cNvSpPr>
            <a:spLocks noGrp="1"/>
          </p:cNvSpPr>
          <p:nvPr/>
        </p:nvSpPr>
        <p:spPr>
          <a:xfrm>
            <a:off x="4026190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2095" name="Stage1_sixpanel_7266">
            <a:extLst>
              <a:ext uri="{FF2B5EF4-FFF2-40B4-BE49-F238E27FC236}">
                <a16:creationId xmlns:a16="http://schemas.microsoft.com/office/drawing/2014/main" id="{9346A905-4161-4101-B859-43CFA10BD845}"/>
              </a:ext>
            </a:extLst>
          </p:cNvPr>
          <p:cNvSpPr>
            <a:spLocks noGrp="1"/>
          </p:cNvSpPr>
          <p:nvPr/>
        </p:nvSpPr>
        <p:spPr>
          <a:xfrm>
            <a:off x="4026190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2096" name="Stage1_sixpanel_7267">
            <a:extLst>
              <a:ext uri="{FF2B5EF4-FFF2-40B4-BE49-F238E27FC236}">
                <a16:creationId xmlns:a16="http://schemas.microsoft.com/office/drawing/2014/main" id="{8669F32C-4E35-4654-B02E-9B3F86886E5D}"/>
              </a:ext>
            </a:extLst>
          </p:cNvPr>
          <p:cNvSpPr>
            <a:spLocks noGrp="1"/>
          </p:cNvSpPr>
          <p:nvPr/>
        </p:nvSpPr>
        <p:spPr>
          <a:xfrm>
            <a:off x="4026190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2097" name="Stage1_sixpanel_7268">
            <a:extLst>
              <a:ext uri="{FF2B5EF4-FFF2-40B4-BE49-F238E27FC236}">
                <a16:creationId xmlns:a16="http://schemas.microsoft.com/office/drawing/2014/main" id="{9112EE81-3780-44E7-BD45-7F3ECBF0B883}"/>
              </a:ext>
            </a:extLst>
          </p:cNvPr>
          <p:cNvSpPr>
            <a:spLocks noGrp="1"/>
          </p:cNvSpPr>
          <p:nvPr/>
        </p:nvSpPr>
        <p:spPr>
          <a:xfrm>
            <a:off x="4026190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2098" name="Stage1_sixpanel_7269">
            <a:extLst>
              <a:ext uri="{FF2B5EF4-FFF2-40B4-BE49-F238E27FC236}">
                <a16:creationId xmlns:a16="http://schemas.microsoft.com/office/drawing/2014/main" id="{77AB7B29-1BAF-45B0-904D-FB5CF47C8BAF}"/>
              </a:ext>
            </a:extLst>
          </p:cNvPr>
          <p:cNvSpPr>
            <a:spLocks noGrp="1"/>
          </p:cNvSpPr>
          <p:nvPr/>
        </p:nvSpPr>
        <p:spPr>
          <a:xfrm>
            <a:off x="4026190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2099" name="Stage1_sixpanel_7270">
            <a:extLst>
              <a:ext uri="{FF2B5EF4-FFF2-40B4-BE49-F238E27FC236}">
                <a16:creationId xmlns:a16="http://schemas.microsoft.com/office/drawing/2014/main" id="{6969E3E6-54DD-47F4-AFCE-DE853D1F4505}"/>
              </a:ext>
            </a:extLst>
          </p:cNvPr>
          <p:cNvSpPr>
            <a:spLocks noGrp="1"/>
          </p:cNvSpPr>
          <p:nvPr/>
        </p:nvSpPr>
        <p:spPr>
          <a:xfrm>
            <a:off x="4026190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2100" name="Stage1_sixpanel_7271">
            <a:extLst>
              <a:ext uri="{FF2B5EF4-FFF2-40B4-BE49-F238E27FC236}">
                <a16:creationId xmlns:a16="http://schemas.microsoft.com/office/drawing/2014/main" id="{A77C57D6-7946-4B32-96EC-011E6ED9D32C}"/>
              </a:ext>
            </a:extLst>
          </p:cNvPr>
          <p:cNvSpPr>
            <a:spLocks noGrp="1"/>
          </p:cNvSpPr>
          <p:nvPr/>
        </p:nvSpPr>
        <p:spPr>
          <a:xfrm>
            <a:off x="4026190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2101" name="Stage1_sixpanel_7272">
            <a:extLst>
              <a:ext uri="{FF2B5EF4-FFF2-40B4-BE49-F238E27FC236}">
                <a16:creationId xmlns:a16="http://schemas.microsoft.com/office/drawing/2014/main" id="{D85BCFE0-692D-489B-B9C5-F88DB5E13BEB}"/>
              </a:ext>
            </a:extLst>
          </p:cNvPr>
          <p:cNvSpPr>
            <a:spLocks noGrp="1"/>
          </p:cNvSpPr>
          <p:nvPr/>
        </p:nvSpPr>
        <p:spPr>
          <a:xfrm>
            <a:off x="4026190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2102" name="Stage1_sixpanel_7273">
            <a:extLst>
              <a:ext uri="{FF2B5EF4-FFF2-40B4-BE49-F238E27FC236}">
                <a16:creationId xmlns:a16="http://schemas.microsoft.com/office/drawing/2014/main" id="{14934D9E-AA10-4C8A-B09A-2BF29723C3E3}"/>
              </a:ext>
            </a:extLst>
          </p:cNvPr>
          <p:cNvSpPr>
            <a:spLocks noGrp="1"/>
          </p:cNvSpPr>
          <p:nvPr/>
        </p:nvSpPr>
        <p:spPr>
          <a:xfrm>
            <a:off x="4026190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2103" name="Stage1_sixpanel_7274">
            <a:extLst>
              <a:ext uri="{FF2B5EF4-FFF2-40B4-BE49-F238E27FC236}">
                <a16:creationId xmlns:a16="http://schemas.microsoft.com/office/drawing/2014/main" id="{A373D17B-BF56-427F-88E9-72886178DB1C}"/>
              </a:ext>
            </a:extLst>
          </p:cNvPr>
          <p:cNvSpPr>
            <a:spLocks noGrp="1"/>
          </p:cNvSpPr>
          <p:nvPr/>
        </p:nvSpPr>
        <p:spPr>
          <a:xfrm>
            <a:off x="4026190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2104" name="Stage1_sixpanel_7275">
            <a:extLst>
              <a:ext uri="{FF2B5EF4-FFF2-40B4-BE49-F238E27FC236}">
                <a16:creationId xmlns:a16="http://schemas.microsoft.com/office/drawing/2014/main" id="{0F658D74-EFF0-4DA1-8614-DF6B0C16BE34}"/>
              </a:ext>
            </a:extLst>
          </p:cNvPr>
          <p:cNvSpPr>
            <a:spLocks noGrp="1"/>
          </p:cNvSpPr>
          <p:nvPr/>
        </p:nvSpPr>
        <p:spPr>
          <a:xfrm>
            <a:off x="4026190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2105" name="Stage1_sixpanel_7276">
            <a:extLst>
              <a:ext uri="{FF2B5EF4-FFF2-40B4-BE49-F238E27FC236}">
                <a16:creationId xmlns:a16="http://schemas.microsoft.com/office/drawing/2014/main" id="{A8DE2971-E33E-49F4-BE3F-28B313F86425}"/>
              </a:ext>
            </a:extLst>
          </p:cNvPr>
          <p:cNvSpPr>
            <a:spLocks noGrp="1"/>
          </p:cNvSpPr>
          <p:nvPr/>
        </p:nvSpPr>
        <p:spPr>
          <a:xfrm>
            <a:off x="4026190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2106" name="Stage1_sixpanel_7277">
            <a:extLst>
              <a:ext uri="{FF2B5EF4-FFF2-40B4-BE49-F238E27FC236}">
                <a16:creationId xmlns:a16="http://schemas.microsoft.com/office/drawing/2014/main" id="{015078A4-2ABA-4197-8F67-C8E84E4D152E}"/>
              </a:ext>
            </a:extLst>
          </p:cNvPr>
          <p:cNvSpPr>
            <a:spLocks noGrp="1"/>
          </p:cNvSpPr>
          <p:nvPr/>
        </p:nvSpPr>
        <p:spPr>
          <a:xfrm>
            <a:off x="4026190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2107" name="Stage1_sixpanel_7278">
            <a:extLst>
              <a:ext uri="{FF2B5EF4-FFF2-40B4-BE49-F238E27FC236}">
                <a16:creationId xmlns:a16="http://schemas.microsoft.com/office/drawing/2014/main" id="{95035DD9-D63D-40EE-8A5D-E42B7B3D1F28}"/>
              </a:ext>
            </a:extLst>
          </p:cNvPr>
          <p:cNvSpPr>
            <a:spLocks noGrp="1"/>
          </p:cNvSpPr>
          <p:nvPr/>
        </p:nvSpPr>
        <p:spPr>
          <a:xfrm>
            <a:off x="4026190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2108" name="Stage1_sixpanel_7279">
            <a:extLst>
              <a:ext uri="{FF2B5EF4-FFF2-40B4-BE49-F238E27FC236}">
                <a16:creationId xmlns:a16="http://schemas.microsoft.com/office/drawing/2014/main" id="{8326FAA1-7C4D-4789-A247-977D7510FA42}"/>
              </a:ext>
            </a:extLst>
          </p:cNvPr>
          <p:cNvSpPr>
            <a:spLocks noGrp="1"/>
          </p:cNvSpPr>
          <p:nvPr/>
        </p:nvSpPr>
        <p:spPr>
          <a:xfrm>
            <a:off x="4026190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2109" name="Stage1_sixpanel_7280">
            <a:extLst>
              <a:ext uri="{FF2B5EF4-FFF2-40B4-BE49-F238E27FC236}">
                <a16:creationId xmlns:a16="http://schemas.microsoft.com/office/drawing/2014/main" id="{37386F23-1A59-4613-A99F-C6D211399D87}"/>
              </a:ext>
            </a:extLst>
          </p:cNvPr>
          <p:cNvSpPr>
            <a:spLocks noGrp="1"/>
          </p:cNvSpPr>
          <p:nvPr/>
        </p:nvSpPr>
        <p:spPr>
          <a:xfrm>
            <a:off x="4026190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2110" name="Stage1_sixpanel_7281">
            <a:extLst>
              <a:ext uri="{FF2B5EF4-FFF2-40B4-BE49-F238E27FC236}">
                <a16:creationId xmlns:a16="http://schemas.microsoft.com/office/drawing/2014/main" id="{541CD72A-E113-4875-9EE3-7E784EA7F00A}"/>
              </a:ext>
            </a:extLst>
          </p:cNvPr>
          <p:cNvSpPr>
            <a:spLocks noGrp="1"/>
          </p:cNvSpPr>
          <p:nvPr/>
        </p:nvSpPr>
        <p:spPr>
          <a:xfrm>
            <a:off x="4026190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2111" name="Stage1_sixpanel_7282">
            <a:extLst>
              <a:ext uri="{FF2B5EF4-FFF2-40B4-BE49-F238E27FC236}">
                <a16:creationId xmlns:a16="http://schemas.microsoft.com/office/drawing/2014/main" id="{38052307-1B56-4A7C-B9AF-07B5A93190C7}"/>
              </a:ext>
            </a:extLst>
          </p:cNvPr>
          <p:cNvSpPr>
            <a:spLocks noGrp="1"/>
          </p:cNvSpPr>
          <p:nvPr/>
        </p:nvSpPr>
        <p:spPr>
          <a:xfrm>
            <a:off x="4026190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2112" name="Stage1_sixpanel_7283">
            <a:extLst>
              <a:ext uri="{FF2B5EF4-FFF2-40B4-BE49-F238E27FC236}">
                <a16:creationId xmlns:a16="http://schemas.microsoft.com/office/drawing/2014/main" id="{D4D774D5-8B57-46AF-B881-BF69D936048B}"/>
              </a:ext>
            </a:extLst>
          </p:cNvPr>
          <p:cNvSpPr>
            <a:spLocks noGrp="1"/>
          </p:cNvSpPr>
          <p:nvPr/>
        </p:nvSpPr>
        <p:spPr>
          <a:xfrm>
            <a:off x="4026190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2113" name="Stage1_sixpanel_7284">
            <a:extLst>
              <a:ext uri="{FF2B5EF4-FFF2-40B4-BE49-F238E27FC236}">
                <a16:creationId xmlns:a16="http://schemas.microsoft.com/office/drawing/2014/main" id="{8D84FBD7-BC42-4E79-8D67-252B2782F919}"/>
              </a:ext>
            </a:extLst>
          </p:cNvPr>
          <p:cNvSpPr>
            <a:spLocks noGrp="1"/>
          </p:cNvSpPr>
          <p:nvPr/>
        </p:nvSpPr>
        <p:spPr>
          <a:xfrm>
            <a:off x="4026190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2114" name="Stage1_sixpanel_7285">
            <a:extLst>
              <a:ext uri="{FF2B5EF4-FFF2-40B4-BE49-F238E27FC236}">
                <a16:creationId xmlns:a16="http://schemas.microsoft.com/office/drawing/2014/main" id="{AEA78E4F-9DD1-4806-B709-8EED57E446B2}"/>
              </a:ext>
            </a:extLst>
          </p:cNvPr>
          <p:cNvSpPr>
            <a:spLocks noGrp="1"/>
          </p:cNvSpPr>
          <p:nvPr/>
        </p:nvSpPr>
        <p:spPr>
          <a:xfrm>
            <a:off x="4026190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2115" name="Stage1_sixpanel_7286">
            <a:extLst>
              <a:ext uri="{FF2B5EF4-FFF2-40B4-BE49-F238E27FC236}">
                <a16:creationId xmlns:a16="http://schemas.microsoft.com/office/drawing/2014/main" id="{F488CDA7-6F40-41D8-A59B-BE72490A5361}"/>
              </a:ext>
            </a:extLst>
          </p:cNvPr>
          <p:cNvSpPr>
            <a:spLocks noGrp="1"/>
          </p:cNvSpPr>
          <p:nvPr/>
        </p:nvSpPr>
        <p:spPr>
          <a:xfrm>
            <a:off x="4026190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2116" name="Stage1_sixpanel_7287">
            <a:extLst>
              <a:ext uri="{FF2B5EF4-FFF2-40B4-BE49-F238E27FC236}">
                <a16:creationId xmlns:a16="http://schemas.microsoft.com/office/drawing/2014/main" id="{A5FAEB35-2BEA-4634-92CC-66AFCB7A743C}"/>
              </a:ext>
            </a:extLst>
          </p:cNvPr>
          <p:cNvSpPr>
            <a:spLocks noGrp="1"/>
          </p:cNvSpPr>
          <p:nvPr/>
        </p:nvSpPr>
        <p:spPr>
          <a:xfrm>
            <a:off x="4026190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2117" name="Stage1_sixpanel_7288">
            <a:extLst>
              <a:ext uri="{FF2B5EF4-FFF2-40B4-BE49-F238E27FC236}">
                <a16:creationId xmlns:a16="http://schemas.microsoft.com/office/drawing/2014/main" id="{8BB2B2CC-595C-40DB-BE82-20B357056DEE}"/>
              </a:ext>
            </a:extLst>
          </p:cNvPr>
          <p:cNvSpPr>
            <a:spLocks noGrp="1"/>
          </p:cNvSpPr>
          <p:nvPr/>
        </p:nvSpPr>
        <p:spPr>
          <a:xfrm>
            <a:off x="4026190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2118" name="Stage1_sixpanel_7289">
            <a:extLst>
              <a:ext uri="{FF2B5EF4-FFF2-40B4-BE49-F238E27FC236}">
                <a16:creationId xmlns:a16="http://schemas.microsoft.com/office/drawing/2014/main" id="{00A0563C-EB6C-450C-9F7D-884DC13E7659}"/>
              </a:ext>
            </a:extLst>
          </p:cNvPr>
          <p:cNvSpPr>
            <a:spLocks noGrp="1"/>
          </p:cNvSpPr>
          <p:nvPr/>
        </p:nvSpPr>
        <p:spPr>
          <a:xfrm>
            <a:off x="4026190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2119" name="Stage1_sixpanel_7290">
            <a:extLst>
              <a:ext uri="{FF2B5EF4-FFF2-40B4-BE49-F238E27FC236}">
                <a16:creationId xmlns:a16="http://schemas.microsoft.com/office/drawing/2014/main" id="{3FE64D3F-FCC2-444C-91D7-599C08D9CD43}"/>
              </a:ext>
            </a:extLst>
          </p:cNvPr>
          <p:cNvSpPr>
            <a:spLocks noGrp="1"/>
          </p:cNvSpPr>
          <p:nvPr/>
        </p:nvSpPr>
        <p:spPr>
          <a:xfrm>
            <a:off x="4026190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2120" name="Stage1_sixpanel_7291">
            <a:extLst>
              <a:ext uri="{FF2B5EF4-FFF2-40B4-BE49-F238E27FC236}">
                <a16:creationId xmlns:a16="http://schemas.microsoft.com/office/drawing/2014/main" id="{4C96E5BD-B7B2-4A45-A90C-5E9BF8ADE7D8}"/>
              </a:ext>
            </a:extLst>
          </p:cNvPr>
          <p:cNvSpPr>
            <a:spLocks noGrp="1"/>
          </p:cNvSpPr>
          <p:nvPr/>
        </p:nvSpPr>
        <p:spPr>
          <a:xfrm>
            <a:off x="4026190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2121" name="Stage1_sixpanel_7292">
            <a:extLst>
              <a:ext uri="{FF2B5EF4-FFF2-40B4-BE49-F238E27FC236}">
                <a16:creationId xmlns:a16="http://schemas.microsoft.com/office/drawing/2014/main" id="{1B4B9891-677C-4D6F-8537-6E29575B50BA}"/>
              </a:ext>
            </a:extLst>
          </p:cNvPr>
          <p:cNvSpPr>
            <a:spLocks noGrp="1"/>
          </p:cNvSpPr>
          <p:nvPr/>
        </p:nvSpPr>
        <p:spPr>
          <a:xfrm>
            <a:off x="4026190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2122" name="Stage1_sixpanel_7293">
            <a:extLst>
              <a:ext uri="{FF2B5EF4-FFF2-40B4-BE49-F238E27FC236}">
                <a16:creationId xmlns:a16="http://schemas.microsoft.com/office/drawing/2014/main" id="{72A43A73-50FD-4D8D-8202-41FCB3B6AFAA}"/>
              </a:ext>
            </a:extLst>
          </p:cNvPr>
          <p:cNvSpPr>
            <a:spLocks noGrp="1"/>
          </p:cNvSpPr>
          <p:nvPr/>
        </p:nvSpPr>
        <p:spPr>
          <a:xfrm>
            <a:off x="4026190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2123" name="Stage1_sixpanel_7294">
            <a:extLst>
              <a:ext uri="{FF2B5EF4-FFF2-40B4-BE49-F238E27FC236}">
                <a16:creationId xmlns:a16="http://schemas.microsoft.com/office/drawing/2014/main" id="{AC65F59B-C95A-4221-90E8-13435744CCAC}"/>
              </a:ext>
            </a:extLst>
          </p:cNvPr>
          <p:cNvSpPr>
            <a:spLocks noGrp="1"/>
          </p:cNvSpPr>
          <p:nvPr/>
        </p:nvSpPr>
        <p:spPr>
          <a:xfrm>
            <a:off x="4026190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2124" name="Stage1_sixpanel_7295">
            <a:extLst>
              <a:ext uri="{FF2B5EF4-FFF2-40B4-BE49-F238E27FC236}">
                <a16:creationId xmlns:a16="http://schemas.microsoft.com/office/drawing/2014/main" id="{E1AEF320-1013-439B-91E2-33737D9AD28D}"/>
              </a:ext>
            </a:extLst>
          </p:cNvPr>
          <p:cNvSpPr>
            <a:spLocks noGrp="1"/>
          </p:cNvSpPr>
          <p:nvPr/>
        </p:nvSpPr>
        <p:spPr>
          <a:xfrm>
            <a:off x="4026190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2125" name="Stage1_sixpanel_7296">
            <a:extLst>
              <a:ext uri="{FF2B5EF4-FFF2-40B4-BE49-F238E27FC236}">
                <a16:creationId xmlns:a16="http://schemas.microsoft.com/office/drawing/2014/main" id="{4A5012D4-2814-4CDD-80BE-2D6E7D221CEC}"/>
              </a:ext>
            </a:extLst>
          </p:cNvPr>
          <p:cNvSpPr>
            <a:spLocks noGrp="1"/>
          </p:cNvSpPr>
          <p:nvPr/>
        </p:nvSpPr>
        <p:spPr>
          <a:xfrm>
            <a:off x="4026190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2126" name="Stage1_sixpanel_7297">
            <a:extLst>
              <a:ext uri="{FF2B5EF4-FFF2-40B4-BE49-F238E27FC236}">
                <a16:creationId xmlns:a16="http://schemas.microsoft.com/office/drawing/2014/main" id="{1F6A5F78-DAB3-413B-AF45-9D0E5F535AE2}"/>
              </a:ext>
            </a:extLst>
          </p:cNvPr>
          <p:cNvSpPr>
            <a:spLocks noGrp="1"/>
          </p:cNvSpPr>
          <p:nvPr/>
        </p:nvSpPr>
        <p:spPr>
          <a:xfrm>
            <a:off x="4026190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2127" name="Stage1_sixpanel_7298">
            <a:extLst>
              <a:ext uri="{FF2B5EF4-FFF2-40B4-BE49-F238E27FC236}">
                <a16:creationId xmlns:a16="http://schemas.microsoft.com/office/drawing/2014/main" id="{399D452A-2B7B-4C44-9BE6-077A2EBDE7B8}"/>
              </a:ext>
            </a:extLst>
          </p:cNvPr>
          <p:cNvSpPr>
            <a:spLocks noGrp="1"/>
          </p:cNvSpPr>
          <p:nvPr/>
        </p:nvSpPr>
        <p:spPr>
          <a:xfrm>
            <a:off x="4026190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2128" name="Stage1_sixpanel_7299">
            <a:extLst>
              <a:ext uri="{FF2B5EF4-FFF2-40B4-BE49-F238E27FC236}">
                <a16:creationId xmlns:a16="http://schemas.microsoft.com/office/drawing/2014/main" id="{F7C06F4C-6550-4D5A-AC59-01C8BE4893BB}"/>
              </a:ext>
            </a:extLst>
          </p:cNvPr>
          <p:cNvSpPr>
            <a:spLocks noGrp="1"/>
          </p:cNvSpPr>
          <p:nvPr/>
        </p:nvSpPr>
        <p:spPr>
          <a:xfrm>
            <a:off x="4026190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2129" name="Stage1_sixpanel_7300">
            <a:extLst>
              <a:ext uri="{FF2B5EF4-FFF2-40B4-BE49-F238E27FC236}">
                <a16:creationId xmlns:a16="http://schemas.microsoft.com/office/drawing/2014/main" id="{7521669C-9C6D-4671-B992-7D1B903AE3C3}"/>
              </a:ext>
            </a:extLst>
          </p:cNvPr>
          <p:cNvSpPr>
            <a:spLocks noGrp="1"/>
          </p:cNvSpPr>
          <p:nvPr/>
        </p:nvSpPr>
        <p:spPr>
          <a:xfrm>
            <a:off x="4026190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2130" name="Stage1_sixpanel_7301">
            <a:extLst>
              <a:ext uri="{FF2B5EF4-FFF2-40B4-BE49-F238E27FC236}">
                <a16:creationId xmlns:a16="http://schemas.microsoft.com/office/drawing/2014/main" id="{8082985A-0A70-470D-A715-D3218BD50FF2}"/>
              </a:ext>
            </a:extLst>
          </p:cNvPr>
          <p:cNvSpPr>
            <a:spLocks noGrp="1"/>
          </p:cNvSpPr>
          <p:nvPr/>
        </p:nvSpPr>
        <p:spPr>
          <a:xfrm>
            <a:off x="4026190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2131" name="Stage1_sixpanel_7302">
            <a:extLst>
              <a:ext uri="{FF2B5EF4-FFF2-40B4-BE49-F238E27FC236}">
                <a16:creationId xmlns:a16="http://schemas.microsoft.com/office/drawing/2014/main" id="{C542B665-6612-48B0-8F43-A84D6A7D2820}"/>
              </a:ext>
            </a:extLst>
          </p:cNvPr>
          <p:cNvSpPr>
            <a:spLocks noGrp="1"/>
          </p:cNvSpPr>
          <p:nvPr/>
        </p:nvSpPr>
        <p:spPr>
          <a:xfrm>
            <a:off x="4119198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2" name="text_7303">
            <a:extLst>
              <a:ext uri="{FF2B5EF4-FFF2-40B4-BE49-F238E27FC236}">
                <a16:creationId xmlns:a16="http://schemas.microsoft.com/office/drawing/2014/main" id="{5F4F5F4B-3FF9-4C4C-A5DB-072989B26A4A}"/>
              </a:ext>
            </a:extLst>
          </p:cNvPr>
          <p:cNvSpPr>
            <a:spLocks noGrp="1"/>
          </p:cNvSpPr>
          <p:nvPr/>
        </p:nvSpPr>
        <p:spPr>
          <a:xfrm>
            <a:off x="421675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33" name="Stage1_sixpanel_7304">
            <a:extLst>
              <a:ext uri="{FF2B5EF4-FFF2-40B4-BE49-F238E27FC236}">
                <a16:creationId xmlns:a16="http://schemas.microsoft.com/office/drawing/2014/main" id="{6782BF96-8395-45F7-9C7A-7159E806C332}"/>
              </a:ext>
            </a:extLst>
          </p:cNvPr>
          <p:cNvSpPr>
            <a:spLocks noGrp="1"/>
          </p:cNvSpPr>
          <p:nvPr/>
        </p:nvSpPr>
        <p:spPr>
          <a:xfrm>
            <a:off x="4119198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4" name="text_7305">
            <a:extLst>
              <a:ext uri="{FF2B5EF4-FFF2-40B4-BE49-F238E27FC236}">
                <a16:creationId xmlns:a16="http://schemas.microsoft.com/office/drawing/2014/main" id="{4EF22B9A-D996-4048-9076-2908AA65E458}"/>
              </a:ext>
            </a:extLst>
          </p:cNvPr>
          <p:cNvSpPr>
            <a:spLocks noGrp="1"/>
          </p:cNvSpPr>
          <p:nvPr/>
        </p:nvSpPr>
        <p:spPr>
          <a:xfrm>
            <a:off x="4216753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2135" name="Stage1_sixpanel_7306">
            <a:extLst>
              <a:ext uri="{FF2B5EF4-FFF2-40B4-BE49-F238E27FC236}">
                <a16:creationId xmlns:a16="http://schemas.microsoft.com/office/drawing/2014/main" id="{5DBF8AAC-8F6C-41A9-AB5E-6667475D262E}"/>
              </a:ext>
            </a:extLst>
          </p:cNvPr>
          <p:cNvSpPr>
            <a:spLocks noGrp="1"/>
          </p:cNvSpPr>
          <p:nvPr/>
        </p:nvSpPr>
        <p:spPr>
          <a:xfrm>
            <a:off x="4119198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6" name="text_7307">
            <a:extLst>
              <a:ext uri="{FF2B5EF4-FFF2-40B4-BE49-F238E27FC236}">
                <a16:creationId xmlns:a16="http://schemas.microsoft.com/office/drawing/2014/main" id="{7F623D6F-B4E4-499B-AC1C-0E28D7623BD7}"/>
              </a:ext>
            </a:extLst>
          </p:cNvPr>
          <p:cNvSpPr>
            <a:spLocks noGrp="1"/>
          </p:cNvSpPr>
          <p:nvPr/>
        </p:nvSpPr>
        <p:spPr>
          <a:xfrm>
            <a:off x="4216753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2137" name="Stage1_sixpanel_7308">
            <a:extLst>
              <a:ext uri="{FF2B5EF4-FFF2-40B4-BE49-F238E27FC236}">
                <a16:creationId xmlns:a16="http://schemas.microsoft.com/office/drawing/2014/main" id="{EB477FE8-B015-4D79-95A1-4C5D9CD093A7}"/>
              </a:ext>
            </a:extLst>
          </p:cNvPr>
          <p:cNvSpPr>
            <a:spLocks noGrp="1"/>
          </p:cNvSpPr>
          <p:nvPr/>
        </p:nvSpPr>
        <p:spPr>
          <a:xfrm>
            <a:off x="4119198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38" name="text_7309">
            <a:extLst>
              <a:ext uri="{FF2B5EF4-FFF2-40B4-BE49-F238E27FC236}">
                <a16:creationId xmlns:a16="http://schemas.microsoft.com/office/drawing/2014/main" id="{AA2CB58C-BDD4-4B44-839C-63D560C6AF0E}"/>
              </a:ext>
            </a:extLst>
          </p:cNvPr>
          <p:cNvSpPr>
            <a:spLocks noGrp="1"/>
          </p:cNvSpPr>
          <p:nvPr/>
        </p:nvSpPr>
        <p:spPr>
          <a:xfrm>
            <a:off x="421675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2139" name="text_7310">
            <a:extLst>
              <a:ext uri="{FF2B5EF4-FFF2-40B4-BE49-F238E27FC236}">
                <a16:creationId xmlns:a16="http://schemas.microsoft.com/office/drawing/2014/main" id="{59E13BD5-78F6-4824-931F-7E0680AE4EF2}"/>
              </a:ext>
            </a:extLst>
          </p:cNvPr>
          <p:cNvSpPr>
            <a:spLocks noGrp="1"/>
          </p:cNvSpPr>
          <p:nvPr/>
        </p:nvSpPr>
        <p:spPr>
          <a:xfrm rot="-5400000">
            <a:off x="4107700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2140" name="Stage1_sixpanel_7311">
            <a:extLst>
              <a:ext uri="{FF2B5EF4-FFF2-40B4-BE49-F238E27FC236}">
                <a16:creationId xmlns:a16="http://schemas.microsoft.com/office/drawing/2014/main" id="{B143EB44-9E61-438C-B293-674B86365570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41" name="text_7312">
            <a:extLst>
              <a:ext uri="{FF2B5EF4-FFF2-40B4-BE49-F238E27FC236}">
                <a16:creationId xmlns:a16="http://schemas.microsoft.com/office/drawing/2014/main" id="{8029C6C4-D877-44D0-A967-731C658715DC}"/>
              </a:ext>
            </a:extLst>
          </p:cNvPr>
          <p:cNvSpPr>
            <a:spLocks noGrp="1"/>
          </p:cNvSpPr>
          <p:nvPr/>
        </p:nvSpPr>
        <p:spPr>
          <a:xfrm>
            <a:off x="2081336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2142" name="text_7313">
            <a:extLst>
              <a:ext uri="{FF2B5EF4-FFF2-40B4-BE49-F238E27FC236}">
                <a16:creationId xmlns:a16="http://schemas.microsoft.com/office/drawing/2014/main" id="{936F7B1B-E023-499F-988F-F37FF309849A}"/>
              </a:ext>
            </a:extLst>
          </p:cNvPr>
          <p:cNvSpPr>
            <a:spLocks noGrp="1"/>
          </p:cNvSpPr>
          <p:nvPr/>
        </p:nvSpPr>
        <p:spPr>
          <a:xfrm>
            <a:off x="3899047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2143" name="Stage1_sixpanel_7314">
            <a:extLst>
              <a:ext uri="{FF2B5EF4-FFF2-40B4-BE49-F238E27FC236}">
                <a16:creationId xmlns:a16="http://schemas.microsoft.com/office/drawing/2014/main" id="{85966F3B-5DD7-4E12-9ADA-F625A3D186A0}"/>
              </a:ext>
            </a:extLst>
          </p:cNvPr>
          <p:cNvSpPr>
            <a:spLocks noGrp="1"/>
          </p:cNvSpPr>
          <p:nvPr/>
        </p:nvSpPr>
        <p:spPr>
          <a:xfrm>
            <a:off x="1623495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4" name="Stage1_sixpanel_7315">
            <a:extLst>
              <a:ext uri="{FF2B5EF4-FFF2-40B4-BE49-F238E27FC236}">
                <a16:creationId xmlns:a16="http://schemas.microsoft.com/office/drawing/2014/main" id="{6ECEEC3B-B3AE-4E7A-98D5-10BFFC3A1239}"/>
              </a:ext>
            </a:extLst>
          </p:cNvPr>
          <p:cNvSpPr>
            <a:spLocks noGrp="1"/>
          </p:cNvSpPr>
          <p:nvPr/>
        </p:nvSpPr>
        <p:spPr>
          <a:xfrm>
            <a:off x="1584810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5" name="text_7316">
            <a:extLst>
              <a:ext uri="{FF2B5EF4-FFF2-40B4-BE49-F238E27FC236}">
                <a16:creationId xmlns:a16="http://schemas.microsoft.com/office/drawing/2014/main" id="{7AA01C09-C19E-4DF5-ABB8-F75669A273F4}"/>
              </a:ext>
            </a:extLst>
          </p:cNvPr>
          <p:cNvSpPr>
            <a:spLocks noGrp="1"/>
          </p:cNvSpPr>
          <p:nvPr/>
        </p:nvSpPr>
        <p:spPr>
          <a:xfrm>
            <a:off x="1362282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146" name="Stage1_sixpanel_7317">
            <a:extLst>
              <a:ext uri="{FF2B5EF4-FFF2-40B4-BE49-F238E27FC236}">
                <a16:creationId xmlns:a16="http://schemas.microsoft.com/office/drawing/2014/main" id="{10D4231A-B1A4-4718-A492-982BB9AE4004}"/>
              </a:ext>
            </a:extLst>
          </p:cNvPr>
          <p:cNvSpPr>
            <a:spLocks noGrp="1"/>
          </p:cNvSpPr>
          <p:nvPr/>
        </p:nvSpPr>
        <p:spPr>
          <a:xfrm>
            <a:off x="1623495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47" name="Stage1_sixpanel_7318">
            <a:extLst>
              <a:ext uri="{FF2B5EF4-FFF2-40B4-BE49-F238E27FC236}">
                <a16:creationId xmlns:a16="http://schemas.microsoft.com/office/drawing/2014/main" id="{8ED17993-B9EF-4099-AA33-008815DE33A4}"/>
              </a:ext>
            </a:extLst>
          </p:cNvPr>
          <p:cNvSpPr>
            <a:spLocks noGrp="1"/>
          </p:cNvSpPr>
          <p:nvPr/>
        </p:nvSpPr>
        <p:spPr>
          <a:xfrm>
            <a:off x="1584810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48" name="text_7319">
            <a:extLst>
              <a:ext uri="{FF2B5EF4-FFF2-40B4-BE49-F238E27FC236}">
                <a16:creationId xmlns:a16="http://schemas.microsoft.com/office/drawing/2014/main" id="{9210518D-8931-4012-93CB-5E6567331523}"/>
              </a:ext>
            </a:extLst>
          </p:cNvPr>
          <p:cNvSpPr>
            <a:spLocks noGrp="1"/>
          </p:cNvSpPr>
          <p:nvPr/>
        </p:nvSpPr>
        <p:spPr>
          <a:xfrm>
            <a:off x="1362282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149" name="Stage1_sixpanel_7320">
            <a:extLst>
              <a:ext uri="{FF2B5EF4-FFF2-40B4-BE49-F238E27FC236}">
                <a16:creationId xmlns:a16="http://schemas.microsoft.com/office/drawing/2014/main" id="{2F91F605-3D49-4A7E-B6EE-BCE0D21EF459}"/>
              </a:ext>
            </a:extLst>
          </p:cNvPr>
          <p:cNvSpPr>
            <a:spLocks noGrp="1"/>
          </p:cNvSpPr>
          <p:nvPr/>
        </p:nvSpPr>
        <p:spPr>
          <a:xfrm>
            <a:off x="1623495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2150" name="Stage1_sixpanel_7321">
            <a:extLst>
              <a:ext uri="{FF2B5EF4-FFF2-40B4-BE49-F238E27FC236}">
                <a16:creationId xmlns:a16="http://schemas.microsoft.com/office/drawing/2014/main" id="{0B49F743-6412-40BC-BADE-6D4AFF7B3FBE}"/>
              </a:ext>
            </a:extLst>
          </p:cNvPr>
          <p:cNvSpPr>
            <a:spLocks noGrp="1"/>
          </p:cNvSpPr>
          <p:nvPr/>
        </p:nvSpPr>
        <p:spPr>
          <a:xfrm>
            <a:off x="1584810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2151" name="text_7322">
            <a:extLst>
              <a:ext uri="{FF2B5EF4-FFF2-40B4-BE49-F238E27FC236}">
                <a16:creationId xmlns:a16="http://schemas.microsoft.com/office/drawing/2014/main" id="{AC709960-A695-4467-8E5E-CCCA4B6186E2}"/>
              </a:ext>
            </a:extLst>
          </p:cNvPr>
          <p:cNvSpPr>
            <a:spLocks noGrp="1"/>
          </p:cNvSpPr>
          <p:nvPr/>
        </p:nvSpPr>
        <p:spPr>
          <a:xfrm>
            <a:off x="1362282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152" name="text_7323">
            <a:extLst>
              <a:ext uri="{FF2B5EF4-FFF2-40B4-BE49-F238E27FC236}">
                <a16:creationId xmlns:a16="http://schemas.microsoft.com/office/drawing/2014/main" id="{BB721829-7E5D-477C-9FFC-3FD0347E5051}"/>
              </a:ext>
            </a:extLst>
          </p:cNvPr>
          <p:cNvSpPr>
            <a:spLocks noGrp="1"/>
          </p:cNvSpPr>
          <p:nvPr/>
        </p:nvSpPr>
        <p:spPr>
          <a:xfrm rot="-5400000">
            <a:off x="1075938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2153" name="Stage1_sixpanel_7324">
            <a:extLst>
              <a:ext uri="{FF2B5EF4-FFF2-40B4-BE49-F238E27FC236}">
                <a16:creationId xmlns:a16="http://schemas.microsoft.com/office/drawing/2014/main" id="{272FED56-2BB6-4243-8214-E5D314751B98}"/>
              </a:ext>
            </a:extLst>
          </p:cNvPr>
          <p:cNvSpPr>
            <a:spLocks noGrp="1"/>
          </p:cNvSpPr>
          <p:nvPr/>
        </p:nvSpPr>
        <p:spPr>
          <a:xfrm>
            <a:off x="172954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197041" y="1237437"/>
                </a:moveTo>
                <a:lnTo>
                  <a:pt x="142311" y="1237437"/>
                </a:lnTo>
                <a:lnTo>
                  <a:pt x="142624" y="1229703"/>
                </a:lnTo>
                <a:lnTo>
                  <a:pt x="143542" y="1221969"/>
                </a:lnTo>
                <a:lnTo>
                  <a:pt x="145000" y="1214235"/>
                </a:lnTo>
                <a:lnTo>
                  <a:pt x="146902" y="1206502"/>
                </a:lnTo>
                <a:lnTo>
                  <a:pt x="149126" y="1198768"/>
                </a:lnTo>
                <a:lnTo>
                  <a:pt x="151539" y="1191034"/>
                </a:lnTo>
                <a:lnTo>
                  <a:pt x="154011" y="1183300"/>
                </a:lnTo>
                <a:lnTo>
                  <a:pt x="156420" y="1175566"/>
                </a:lnTo>
                <a:lnTo>
                  <a:pt x="158669" y="1167832"/>
                </a:lnTo>
                <a:lnTo>
                  <a:pt x="160685" y="1160098"/>
                </a:lnTo>
                <a:lnTo>
                  <a:pt x="162423" y="1152364"/>
                </a:lnTo>
                <a:lnTo>
                  <a:pt x="163865" y="1144630"/>
                </a:lnTo>
                <a:lnTo>
                  <a:pt x="165014" y="1136896"/>
                </a:lnTo>
                <a:lnTo>
                  <a:pt x="165894" y="1129162"/>
                </a:lnTo>
                <a:lnTo>
                  <a:pt x="166537" y="1121428"/>
                </a:lnTo>
                <a:lnTo>
                  <a:pt x="166986" y="1113694"/>
                </a:lnTo>
                <a:lnTo>
                  <a:pt x="167283" y="1105960"/>
                </a:lnTo>
                <a:lnTo>
                  <a:pt x="167470" y="1098226"/>
                </a:lnTo>
                <a:lnTo>
                  <a:pt x="167584" y="1090492"/>
                </a:lnTo>
                <a:lnTo>
                  <a:pt x="167656" y="1082758"/>
                </a:lnTo>
                <a:lnTo>
                  <a:pt x="167711" y="1075024"/>
                </a:lnTo>
                <a:lnTo>
                  <a:pt x="167764" y="1067290"/>
                </a:lnTo>
                <a:lnTo>
                  <a:pt x="167824" y="1059556"/>
                </a:lnTo>
                <a:lnTo>
                  <a:pt x="167896" y="1051822"/>
                </a:lnTo>
                <a:lnTo>
                  <a:pt x="167976" y="1044088"/>
                </a:lnTo>
                <a:lnTo>
                  <a:pt x="168056" y="1036354"/>
                </a:lnTo>
                <a:lnTo>
                  <a:pt x="168129" y="1028620"/>
                </a:lnTo>
                <a:lnTo>
                  <a:pt x="168182" y="1020886"/>
                </a:lnTo>
                <a:lnTo>
                  <a:pt x="168203" y="1013152"/>
                </a:lnTo>
                <a:lnTo>
                  <a:pt x="168182" y="1005418"/>
                </a:lnTo>
                <a:lnTo>
                  <a:pt x="168110" y="997684"/>
                </a:lnTo>
                <a:lnTo>
                  <a:pt x="167982" y="989950"/>
                </a:lnTo>
                <a:lnTo>
                  <a:pt x="167794" y="982216"/>
                </a:lnTo>
                <a:lnTo>
                  <a:pt x="167549" y="974482"/>
                </a:lnTo>
                <a:lnTo>
                  <a:pt x="167252" y="966748"/>
                </a:lnTo>
                <a:lnTo>
                  <a:pt x="166911" y="959014"/>
                </a:lnTo>
                <a:lnTo>
                  <a:pt x="166539" y="951280"/>
                </a:lnTo>
                <a:lnTo>
                  <a:pt x="166149" y="943546"/>
                </a:lnTo>
                <a:lnTo>
                  <a:pt x="165757" y="935812"/>
                </a:lnTo>
                <a:lnTo>
                  <a:pt x="165378" y="928078"/>
                </a:lnTo>
                <a:lnTo>
                  <a:pt x="165024" y="920344"/>
                </a:lnTo>
                <a:lnTo>
                  <a:pt x="164708" y="912610"/>
                </a:lnTo>
                <a:lnTo>
                  <a:pt x="164437" y="904876"/>
                </a:lnTo>
                <a:lnTo>
                  <a:pt x="164216" y="897142"/>
                </a:lnTo>
                <a:lnTo>
                  <a:pt x="164048" y="889408"/>
                </a:lnTo>
                <a:lnTo>
                  <a:pt x="163933" y="881674"/>
                </a:lnTo>
                <a:lnTo>
                  <a:pt x="163869" y="873940"/>
                </a:lnTo>
                <a:lnTo>
                  <a:pt x="163853" y="866206"/>
                </a:lnTo>
                <a:lnTo>
                  <a:pt x="163884" y="858472"/>
                </a:lnTo>
                <a:lnTo>
                  <a:pt x="163960" y="850738"/>
                </a:lnTo>
                <a:lnTo>
                  <a:pt x="164079" y="843004"/>
                </a:lnTo>
                <a:lnTo>
                  <a:pt x="164240" y="835270"/>
                </a:lnTo>
                <a:lnTo>
                  <a:pt x="164440" y="827536"/>
                </a:lnTo>
                <a:lnTo>
                  <a:pt x="164676" y="819802"/>
                </a:lnTo>
                <a:lnTo>
                  <a:pt x="164942" y="812068"/>
                </a:lnTo>
                <a:lnTo>
                  <a:pt x="165230" y="804334"/>
                </a:lnTo>
                <a:lnTo>
                  <a:pt x="165529" y="796600"/>
                </a:lnTo>
                <a:lnTo>
                  <a:pt x="165826" y="788866"/>
                </a:lnTo>
                <a:lnTo>
                  <a:pt x="166105" y="781132"/>
                </a:lnTo>
                <a:lnTo>
                  <a:pt x="166351" y="773398"/>
                </a:lnTo>
                <a:lnTo>
                  <a:pt x="166549" y="765664"/>
                </a:lnTo>
                <a:lnTo>
                  <a:pt x="166684" y="757930"/>
                </a:lnTo>
                <a:lnTo>
                  <a:pt x="166743" y="750196"/>
                </a:lnTo>
                <a:lnTo>
                  <a:pt x="166715" y="742462"/>
                </a:lnTo>
                <a:lnTo>
                  <a:pt x="166591" y="734728"/>
                </a:lnTo>
                <a:lnTo>
                  <a:pt x="166365" y="726994"/>
                </a:lnTo>
                <a:lnTo>
                  <a:pt x="166032" y="719261"/>
                </a:lnTo>
                <a:lnTo>
                  <a:pt x="165591" y="711527"/>
                </a:lnTo>
                <a:lnTo>
                  <a:pt x="165042" y="703793"/>
                </a:lnTo>
                <a:lnTo>
                  <a:pt x="164390" y="696059"/>
                </a:lnTo>
                <a:lnTo>
                  <a:pt x="163647" y="688325"/>
                </a:lnTo>
                <a:lnTo>
                  <a:pt x="162826" y="680591"/>
                </a:lnTo>
                <a:lnTo>
                  <a:pt x="161953" y="672857"/>
                </a:lnTo>
                <a:lnTo>
                  <a:pt x="161057" y="665123"/>
                </a:lnTo>
                <a:lnTo>
                  <a:pt x="160173" y="657389"/>
                </a:lnTo>
                <a:lnTo>
                  <a:pt x="159341" y="649655"/>
                </a:lnTo>
                <a:lnTo>
                  <a:pt x="158602" y="641921"/>
                </a:lnTo>
                <a:lnTo>
                  <a:pt x="157994" y="634187"/>
                </a:lnTo>
                <a:lnTo>
                  <a:pt x="157547" y="626453"/>
                </a:lnTo>
                <a:lnTo>
                  <a:pt x="157282" y="618719"/>
                </a:lnTo>
                <a:lnTo>
                  <a:pt x="157208" y="610985"/>
                </a:lnTo>
                <a:lnTo>
                  <a:pt x="157318" y="603251"/>
                </a:lnTo>
                <a:lnTo>
                  <a:pt x="157593" y="595517"/>
                </a:lnTo>
                <a:lnTo>
                  <a:pt x="158002" y="587783"/>
                </a:lnTo>
                <a:lnTo>
                  <a:pt x="158505" y="580049"/>
                </a:lnTo>
                <a:lnTo>
                  <a:pt x="159056" y="572315"/>
                </a:lnTo>
                <a:lnTo>
                  <a:pt x="159611" y="564581"/>
                </a:lnTo>
                <a:lnTo>
                  <a:pt x="160124" y="556847"/>
                </a:lnTo>
                <a:lnTo>
                  <a:pt x="160557" y="549113"/>
                </a:lnTo>
                <a:lnTo>
                  <a:pt x="160879" y="541379"/>
                </a:lnTo>
                <a:lnTo>
                  <a:pt x="161064" y="533645"/>
                </a:lnTo>
                <a:lnTo>
                  <a:pt x="161094" y="525911"/>
                </a:lnTo>
                <a:lnTo>
                  <a:pt x="160962" y="518177"/>
                </a:lnTo>
                <a:lnTo>
                  <a:pt x="160663" y="510443"/>
                </a:lnTo>
                <a:lnTo>
                  <a:pt x="160202" y="502709"/>
                </a:lnTo>
                <a:lnTo>
                  <a:pt x="159591" y="494975"/>
                </a:lnTo>
                <a:lnTo>
                  <a:pt x="158850" y="487241"/>
                </a:lnTo>
                <a:lnTo>
                  <a:pt x="158005" y="479507"/>
                </a:lnTo>
                <a:lnTo>
                  <a:pt x="157092" y="471773"/>
                </a:lnTo>
                <a:lnTo>
                  <a:pt x="156153" y="464039"/>
                </a:lnTo>
                <a:lnTo>
                  <a:pt x="155236" y="456305"/>
                </a:lnTo>
                <a:lnTo>
                  <a:pt x="154392" y="448571"/>
                </a:lnTo>
                <a:lnTo>
                  <a:pt x="153670" y="440837"/>
                </a:lnTo>
                <a:lnTo>
                  <a:pt x="153114" y="433103"/>
                </a:lnTo>
                <a:lnTo>
                  <a:pt x="152757" y="425369"/>
                </a:lnTo>
                <a:lnTo>
                  <a:pt x="152622" y="417635"/>
                </a:lnTo>
                <a:lnTo>
                  <a:pt x="152711" y="409901"/>
                </a:lnTo>
                <a:lnTo>
                  <a:pt x="153013" y="402167"/>
                </a:lnTo>
                <a:lnTo>
                  <a:pt x="153500" y="394433"/>
                </a:lnTo>
                <a:lnTo>
                  <a:pt x="154133" y="386699"/>
                </a:lnTo>
                <a:lnTo>
                  <a:pt x="154864" y="378965"/>
                </a:lnTo>
                <a:lnTo>
                  <a:pt x="155643" y="371231"/>
                </a:lnTo>
                <a:lnTo>
                  <a:pt x="156422" y="363497"/>
                </a:lnTo>
                <a:lnTo>
                  <a:pt x="157162" y="355763"/>
                </a:lnTo>
                <a:lnTo>
                  <a:pt x="157833" y="348029"/>
                </a:lnTo>
                <a:lnTo>
                  <a:pt x="158415" y="340295"/>
                </a:lnTo>
                <a:lnTo>
                  <a:pt x="158903" y="332561"/>
                </a:lnTo>
                <a:lnTo>
                  <a:pt x="159296" y="324827"/>
                </a:lnTo>
                <a:lnTo>
                  <a:pt x="159604" y="317093"/>
                </a:lnTo>
                <a:lnTo>
                  <a:pt x="159836" y="309359"/>
                </a:lnTo>
                <a:lnTo>
                  <a:pt x="160004" y="301625"/>
                </a:lnTo>
                <a:lnTo>
                  <a:pt x="160118" y="293891"/>
                </a:lnTo>
                <a:lnTo>
                  <a:pt x="160185" y="286157"/>
                </a:lnTo>
                <a:lnTo>
                  <a:pt x="160208" y="278423"/>
                </a:lnTo>
                <a:lnTo>
                  <a:pt x="160190" y="270689"/>
                </a:lnTo>
                <a:lnTo>
                  <a:pt x="160133" y="262955"/>
                </a:lnTo>
                <a:lnTo>
                  <a:pt x="160039" y="255221"/>
                </a:lnTo>
                <a:lnTo>
                  <a:pt x="159913" y="247487"/>
                </a:lnTo>
                <a:lnTo>
                  <a:pt x="159763" y="239754"/>
                </a:lnTo>
                <a:lnTo>
                  <a:pt x="159601" y="232020"/>
                </a:lnTo>
                <a:lnTo>
                  <a:pt x="159441" y="224286"/>
                </a:lnTo>
                <a:lnTo>
                  <a:pt x="159298" y="216552"/>
                </a:lnTo>
                <a:lnTo>
                  <a:pt x="159185" y="208818"/>
                </a:lnTo>
                <a:lnTo>
                  <a:pt x="159113" y="201084"/>
                </a:lnTo>
                <a:lnTo>
                  <a:pt x="159083" y="193350"/>
                </a:lnTo>
                <a:lnTo>
                  <a:pt x="159090" y="185616"/>
                </a:lnTo>
                <a:lnTo>
                  <a:pt x="159110" y="177882"/>
                </a:lnTo>
                <a:lnTo>
                  <a:pt x="159106" y="170148"/>
                </a:lnTo>
                <a:lnTo>
                  <a:pt x="159017" y="162414"/>
                </a:lnTo>
                <a:lnTo>
                  <a:pt x="158761" y="154680"/>
                </a:lnTo>
                <a:lnTo>
                  <a:pt x="158227" y="146946"/>
                </a:lnTo>
                <a:lnTo>
                  <a:pt x="157275" y="139212"/>
                </a:lnTo>
                <a:lnTo>
                  <a:pt x="155736" y="131478"/>
                </a:lnTo>
                <a:lnTo>
                  <a:pt x="153417" y="123744"/>
                </a:lnTo>
                <a:lnTo>
                  <a:pt x="150103" y="116010"/>
                </a:lnTo>
                <a:lnTo>
                  <a:pt x="145574" y="108276"/>
                </a:lnTo>
                <a:lnTo>
                  <a:pt x="139620" y="100542"/>
                </a:lnTo>
                <a:lnTo>
                  <a:pt x="132069" y="92808"/>
                </a:lnTo>
                <a:lnTo>
                  <a:pt x="122818" y="85074"/>
                </a:lnTo>
                <a:lnTo>
                  <a:pt x="111860" y="77340"/>
                </a:lnTo>
                <a:lnTo>
                  <a:pt x="99318" y="69606"/>
                </a:lnTo>
                <a:lnTo>
                  <a:pt x="85464" y="61872"/>
                </a:lnTo>
                <a:lnTo>
                  <a:pt x="70731" y="54138"/>
                </a:lnTo>
                <a:lnTo>
                  <a:pt x="55703" y="46404"/>
                </a:lnTo>
                <a:lnTo>
                  <a:pt x="41082" y="38670"/>
                </a:lnTo>
                <a:lnTo>
                  <a:pt x="27647" y="30936"/>
                </a:lnTo>
                <a:lnTo>
                  <a:pt x="16181" y="23202"/>
                </a:lnTo>
                <a:lnTo>
                  <a:pt x="7401" y="15468"/>
                </a:lnTo>
                <a:lnTo>
                  <a:pt x="1883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69" y="7734"/>
                </a:lnTo>
                <a:lnTo>
                  <a:pt x="331951" y="15468"/>
                </a:lnTo>
                <a:lnTo>
                  <a:pt x="323171" y="23202"/>
                </a:lnTo>
                <a:lnTo>
                  <a:pt x="311705" y="30936"/>
                </a:lnTo>
                <a:lnTo>
                  <a:pt x="298270" y="38670"/>
                </a:lnTo>
                <a:lnTo>
                  <a:pt x="283649" y="46404"/>
                </a:lnTo>
                <a:lnTo>
                  <a:pt x="268620" y="54138"/>
                </a:lnTo>
                <a:lnTo>
                  <a:pt x="253888" y="61872"/>
                </a:lnTo>
                <a:lnTo>
                  <a:pt x="240034" y="69606"/>
                </a:lnTo>
                <a:lnTo>
                  <a:pt x="227491" y="77340"/>
                </a:lnTo>
                <a:lnTo>
                  <a:pt x="216534" y="85074"/>
                </a:lnTo>
                <a:lnTo>
                  <a:pt x="207282" y="92808"/>
                </a:lnTo>
                <a:lnTo>
                  <a:pt x="199732" y="100542"/>
                </a:lnTo>
                <a:lnTo>
                  <a:pt x="193778" y="108276"/>
                </a:lnTo>
                <a:lnTo>
                  <a:pt x="189248" y="116010"/>
                </a:lnTo>
                <a:lnTo>
                  <a:pt x="185934" y="123744"/>
                </a:lnTo>
                <a:lnTo>
                  <a:pt x="183615" y="131478"/>
                </a:lnTo>
                <a:lnTo>
                  <a:pt x="182077" y="139212"/>
                </a:lnTo>
                <a:lnTo>
                  <a:pt x="181125" y="146946"/>
                </a:lnTo>
                <a:lnTo>
                  <a:pt x="180591" y="154680"/>
                </a:lnTo>
                <a:lnTo>
                  <a:pt x="180335" y="162414"/>
                </a:lnTo>
                <a:lnTo>
                  <a:pt x="180246" y="170148"/>
                </a:lnTo>
                <a:lnTo>
                  <a:pt x="180242" y="177882"/>
                </a:lnTo>
                <a:lnTo>
                  <a:pt x="180262" y="185616"/>
                </a:lnTo>
                <a:lnTo>
                  <a:pt x="180269" y="193350"/>
                </a:lnTo>
                <a:lnTo>
                  <a:pt x="180239" y="201084"/>
                </a:lnTo>
                <a:lnTo>
                  <a:pt x="180167" y="208818"/>
                </a:lnTo>
                <a:lnTo>
                  <a:pt x="180054" y="216552"/>
                </a:lnTo>
                <a:lnTo>
                  <a:pt x="179911" y="224286"/>
                </a:lnTo>
                <a:lnTo>
                  <a:pt x="179751" y="232020"/>
                </a:lnTo>
                <a:lnTo>
                  <a:pt x="179589" y="239754"/>
                </a:lnTo>
                <a:lnTo>
                  <a:pt x="179439" y="247487"/>
                </a:lnTo>
                <a:lnTo>
                  <a:pt x="179313" y="255221"/>
                </a:lnTo>
                <a:lnTo>
                  <a:pt x="179219" y="262955"/>
                </a:lnTo>
                <a:lnTo>
                  <a:pt x="179161" y="270689"/>
                </a:lnTo>
                <a:lnTo>
                  <a:pt x="179144" y="278423"/>
                </a:lnTo>
                <a:lnTo>
                  <a:pt x="179167" y="286157"/>
                </a:lnTo>
                <a:lnTo>
                  <a:pt x="179233" y="293891"/>
                </a:lnTo>
                <a:lnTo>
                  <a:pt x="179347" y="301625"/>
                </a:lnTo>
                <a:lnTo>
                  <a:pt x="179516" y="309359"/>
                </a:lnTo>
                <a:lnTo>
                  <a:pt x="179748" y="317093"/>
                </a:lnTo>
                <a:lnTo>
                  <a:pt x="180055" y="324827"/>
                </a:lnTo>
                <a:lnTo>
                  <a:pt x="180449" y="332561"/>
                </a:lnTo>
                <a:lnTo>
                  <a:pt x="180936" y="340295"/>
                </a:lnTo>
                <a:lnTo>
                  <a:pt x="181519" y="348029"/>
                </a:lnTo>
                <a:lnTo>
                  <a:pt x="182190" y="355763"/>
                </a:lnTo>
                <a:lnTo>
                  <a:pt x="182930" y="363497"/>
                </a:lnTo>
                <a:lnTo>
                  <a:pt x="183709" y="371231"/>
                </a:lnTo>
                <a:lnTo>
                  <a:pt x="184488" y="378965"/>
                </a:lnTo>
                <a:lnTo>
                  <a:pt x="185218" y="386699"/>
                </a:lnTo>
                <a:lnTo>
                  <a:pt x="185851" y="394433"/>
                </a:lnTo>
                <a:lnTo>
                  <a:pt x="186339" y="402167"/>
                </a:lnTo>
                <a:lnTo>
                  <a:pt x="186641" y="409901"/>
                </a:lnTo>
                <a:lnTo>
                  <a:pt x="186730" y="417635"/>
                </a:lnTo>
                <a:lnTo>
                  <a:pt x="186595" y="425369"/>
                </a:lnTo>
                <a:lnTo>
                  <a:pt x="186238" y="433103"/>
                </a:lnTo>
                <a:lnTo>
                  <a:pt x="185682" y="440837"/>
                </a:lnTo>
                <a:lnTo>
                  <a:pt x="184960" y="448571"/>
                </a:lnTo>
                <a:lnTo>
                  <a:pt x="184115" y="456305"/>
                </a:lnTo>
                <a:lnTo>
                  <a:pt x="183199" y="464039"/>
                </a:lnTo>
                <a:lnTo>
                  <a:pt x="182260" y="471773"/>
                </a:lnTo>
                <a:lnTo>
                  <a:pt x="181347" y="479507"/>
                </a:lnTo>
                <a:lnTo>
                  <a:pt x="180502" y="487241"/>
                </a:lnTo>
                <a:lnTo>
                  <a:pt x="179760" y="494975"/>
                </a:lnTo>
                <a:lnTo>
                  <a:pt x="179150" y="502709"/>
                </a:lnTo>
                <a:lnTo>
                  <a:pt x="178689" y="510443"/>
                </a:lnTo>
                <a:lnTo>
                  <a:pt x="178390" y="518177"/>
                </a:lnTo>
                <a:lnTo>
                  <a:pt x="178257" y="525911"/>
                </a:lnTo>
                <a:lnTo>
                  <a:pt x="178288" y="533645"/>
                </a:lnTo>
                <a:lnTo>
                  <a:pt x="178473" y="541379"/>
                </a:lnTo>
                <a:lnTo>
                  <a:pt x="178794" y="549113"/>
                </a:lnTo>
                <a:lnTo>
                  <a:pt x="179228" y="556847"/>
                </a:lnTo>
                <a:lnTo>
                  <a:pt x="179741" y="564581"/>
                </a:lnTo>
                <a:lnTo>
                  <a:pt x="180295" y="572315"/>
                </a:lnTo>
                <a:lnTo>
                  <a:pt x="180847" y="580049"/>
                </a:lnTo>
                <a:lnTo>
                  <a:pt x="181350" y="587783"/>
                </a:lnTo>
                <a:lnTo>
                  <a:pt x="181758" y="595517"/>
                </a:lnTo>
                <a:lnTo>
                  <a:pt x="182033" y="603251"/>
                </a:lnTo>
                <a:lnTo>
                  <a:pt x="182144" y="610985"/>
                </a:lnTo>
                <a:lnTo>
                  <a:pt x="182069" y="618719"/>
                </a:lnTo>
                <a:lnTo>
                  <a:pt x="181805" y="626453"/>
                </a:lnTo>
                <a:lnTo>
                  <a:pt x="181358" y="634187"/>
                </a:lnTo>
                <a:lnTo>
                  <a:pt x="180750" y="641921"/>
                </a:lnTo>
                <a:lnTo>
                  <a:pt x="180011" y="649655"/>
                </a:lnTo>
                <a:lnTo>
                  <a:pt x="179179" y="657389"/>
                </a:lnTo>
                <a:lnTo>
                  <a:pt x="178295" y="665123"/>
                </a:lnTo>
                <a:lnTo>
                  <a:pt x="177399" y="672857"/>
                </a:lnTo>
                <a:lnTo>
                  <a:pt x="176525" y="680591"/>
                </a:lnTo>
                <a:lnTo>
                  <a:pt x="175705" y="688325"/>
                </a:lnTo>
                <a:lnTo>
                  <a:pt x="174961" y="696059"/>
                </a:lnTo>
                <a:lnTo>
                  <a:pt x="174310" y="703793"/>
                </a:lnTo>
                <a:lnTo>
                  <a:pt x="173761" y="711527"/>
                </a:lnTo>
                <a:lnTo>
                  <a:pt x="173320" y="719261"/>
                </a:lnTo>
                <a:lnTo>
                  <a:pt x="172987" y="726994"/>
                </a:lnTo>
                <a:lnTo>
                  <a:pt x="172761" y="734728"/>
                </a:lnTo>
                <a:lnTo>
                  <a:pt x="172637" y="742462"/>
                </a:lnTo>
                <a:lnTo>
                  <a:pt x="172609" y="750196"/>
                </a:lnTo>
                <a:lnTo>
                  <a:pt x="172668" y="757930"/>
                </a:lnTo>
                <a:lnTo>
                  <a:pt x="172802" y="765664"/>
                </a:lnTo>
                <a:lnTo>
                  <a:pt x="173000" y="773398"/>
                </a:lnTo>
                <a:lnTo>
                  <a:pt x="173247" y="781132"/>
                </a:lnTo>
                <a:lnTo>
                  <a:pt x="173526" y="788866"/>
                </a:lnTo>
                <a:lnTo>
                  <a:pt x="173823" y="796600"/>
                </a:lnTo>
                <a:lnTo>
                  <a:pt x="174122" y="804334"/>
                </a:lnTo>
                <a:lnTo>
                  <a:pt x="174410" y="812068"/>
                </a:lnTo>
                <a:lnTo>
                  <a:pt x="174676" y="819802"/>
                </a:lnTo>
                <a:lnTo>
                  <a:pt x="174912" y="827536"/>
                </a:lnTo>
                <a:lnTo>
                  <a:pt x="175112" y="835270"/>
                </a:lnTo>
                <a:lnTo>
                  <a:pt x="175273" y="843004"/>
                </a:lnTo>
                <a:lnTo>
                  <a:pt x="175392" y="850738"/>
                </a:lnTo>
                <a:lnTo>
                  <a:pt x="175468" y="858472"/>
                </a:lnTo>
                <a:lnTo>
                  <a:pt x="175499" y="866206"/>
                </a:lnTo>
                <a:lnTo>
                  <a:pt x="175483" y="873940"/>
                </a:lnTo>
                <a:lnTo>
                  <a:pt x="175419" y="881674"/>
                </a:lnTo>
                <a:lnTo>
                  <a:pt x="175304" y="889408"/>
                </a:lnTo>
                <a:lnTo>
                  <a:pt x="175136" y="897142"/>
                </a:lnTo>
                <a:lnTo>
                  <a:pt x="174915" y="904876"/>
                </a:lnTo>
                <a:lnTo>
                  <a:pt x="174644" y="912610"/>
                </a:lnTo>
                <a:lnTo>
                  <a:pt x="174328" y="920344"/>
                </a:lnTo>
                <a:lnTo>
                  <a:pt x="173974" y="928078"/>
                </a:lnTo>
                <a:lnTo>
                  <a:pt x="173595" y="935812"/>
                </a:lnTo>
                <a:lnTo>
                  <a:pt x="173203" y="943546"/>
                </a:lnTo>
                <a:lnTo>
                  <a:pt x="172813" y="951280"/>
                </a:lnTo>
                <a:lnTo>
                  <a:pt x="172441" y="959014"/>
                </a:lnTo>
                <a:lnTo>
                  <a:pt x="172100" y="966748"/>
                </a:lnTo>
                <a:lnTo>
                  <a:pt x="171803" y="974482"/>
                </a:lnTo>
                <a:lnTo>
                  <a:pt x="171558" y="982216"/>
                </a:lnTo>
                <a:lnTo>
                  <a:pt x="171370" y="989950"/>
                </a:lnTo>
                <a:lnTo>
                  <a:pt x="171242" y="997684"/>
                </a:lnTo>
                <a:lnTo>
                  <a:pt x="171170" y="1005418"/>
                </a:lnTo>
                <a:lnTo>
                  <a:pt x="171149" y="1013152"/>
                </a:lnTo>
                <a:lnTo>
                  <a:pt x="171170" y="1020886"/>
                </a:lnTo>
                <a:lnTo>
                  <a:pt x="171223" y="1028620"/>
                </a:lnTo>
                <a:lnTo>
                  <a:pt x="171295" y="1036354"/>
                </a:lnTo>
                <a:lnTo>
                  <a:pt x="171376" y="1044088"/>
                </a:lnTo>
                <a:lnTo>
                  <a:pt x="171456" y="1051822"/>
                </a:lnTo>
                <a:lnTo>
                  <a:pt x="171527" y="1059556"/>
                </a:lnTo>
                <a:lnTo>
                  <a:pt x="171588" y="1067290"/>
                </a:lnTo>
                <a:lnTo>
                  <a:pt x="171641" y="1075024"/>
                </a:lnTo>
                <a:lnTo>
                  <a:pt x="171696" y="1082758"/>
                </a:lnTo>
                <a:lnTo>
                  <a:pt x="171768" y="1090492"/>
                </a:lnTo>
                <a:lnTo>
                  <a:pt x="171882" y="1098226"/>
                </a:lnTo>
                <a:lnTo>
                  <a:pt x="172069" y="1105960"/>
                </a:lnTo>
                <a:lnTo>
                  <a:pt x="172366" y="1113694"/>
                </a:lnTo>
                <a:lnTo>
                  <a:pt x="172815" y="1121428"/>
                </a:lnTo>
                <a:lnTo>
                  <a:pt x="173458" y="1129162"/>
                </a:lnTo>
                <a:lnTo>
                  <a:pt x="174337" y="1136896"/>
                </a:lnTo>
                <a:lnTo>
                  <a:pt x="175487" y="1144630"/>
                </a:lnTo>
                <a:lnTo>
                  <a:pt x="176929" y="1152364"/>
                </a:lnTo>
                <a:lnTo>
                  <a:pt x="178667" y="1160098"/>
                </a:lnTo>
                <a:lnTo>
                  <a:pt x="180683" y="1167832"/>
                </a:lnTo>
                <a:lnTo>
                  <a:pt x="182932" y="1175566"/>
                </a:lnTo>
                <a:lnTo>
                  <a:pt x="185341" y="1183300"/>
                </a:lnTo>
                <a:lnTo>
                  <a:pt x="187812" y="1191034"/>
                </a:lnTo>
                <a:lnTo>
                  <a:pt x="190226" y="1198768"/>
                </a:lnTo>
                <a:lnTo>
                  <a:pt x="192450" y="1206502"/>
                </a:lnTo>
                <a:lnTo>
                  <a:pt x="194352" y="1214235"/>
                </a:lnTo>
                <a:lnTo>
                  <a:pt x="195810" y="1221969"/>
                </a:lnTo>
                <a:lnTo>
                  <a:pt x="196728" y="1229703"/>
                </a:lnTo>
                <a:lnTo>
                  <a:pt x="197041" y="1237437"/>
                </a:lnTo>
                <a:lnTo>
                  <a:pt x="197041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154" name="Stage1_sixpanel_7325">
            <a:extLst>
              <a:ext uri="{FF2B5EF4-FFF2-40B4-BE49-F238E27FC236}">
                <a16:creationId xmlns:a16="http://schemas.microsoft.com/office/drawing/2014/main" id="{80CC559A-90D4-4704-9086-D10B9725FD1A}"/>
              </a:ext>
            </a:extLst>
          </p:cNvPr>
          <p:cNvSpPr>
            <a:spLocks noGrp="1"/>
          </p:cNvSpPr>
          <p:nvPr/>
        </p:nvSpPr>
        <p:spPr>
          <a:xfrm>
            <a:off x="19811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5" name="Stage1_sixpanel_7326">
            <a:extLst>
              <a:ext uri="{FF2B5EF4-FFF2-40B4-BE49-F238E27FC236}">
                <a16:creationId xmlns:a16="http://schemas.microsoft.com/office/drawing/2014/main" id="{1C49334F-1ACA-4BAC-AEAA-B23DAB826EE9}"/>
              </a:ext>
            </a:extLst>
          </p:cNvPr>
          <p:cNvSpPr>
            <a:spLocks noGrp="1"/>
          </p:cNvSpPr>
          <p:nvPr/>
        </p:nvSpPr>
        <p:spPr>
          <a:xfrm>
            <a:off x="19217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6" name="Stage1_sixpanel_7327">
            <a:extLst>
              <a:ext uri="{FF2B5EF4-FFF2-40B4-BE49-F238E27FC236}">
                <a16:creationId xmlns:a16="http://schemas.microsoft.com/office/drawing/2014/main" id="{CD389F6D-46E2-41CA-A3E7-85A0F9901AB7}"/>
              </a:ext>
            </a:extLst>
          </p:cNvPr>
          <p:cNvSpPr>
            <a:spLocks noGrp="1"/>
          </p:cNvSpPr>
          <p:nvPr/>
        </p:nvSpPr>
        <p:spPr>
          <a:xfrm>
            <a:off x="17804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7" name="Stage1_sixpanel_7328">
            <a:extLst>
              <a:ext uri="{FF2B5EF4-FFF2-40B4-BE49-F238E27FC236}">
                <a16:creationId xmlns:a16="http://schemas.microsoft.com/office/drawing/2014/main" id="{61070D7A-1716-4825-990C-F8E9DEC2F7A6}"/>
              </a:ext>
            </a:extLst>
          </p:cNvPr>
          <p:cNvSpPr>
            <a:spLocks noGrp="1"/>
          </p:cNvSpPr>
          <p:nvPr/>
        </p:nvSpPr>
        <p:spPr>
          <a:xfrm>
            <a:off x="1843910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8" name="Stage1_sixpanel_7329">
            <a:extLst>
              <a:ext uri="{FF2B5EF4-FFF2-40B4-BE49-F238E27FC236}">
                <a16:creationId xmlns:a16="http://schemas.microsoft.com/office/drawing/2014/main" id="{972D02F1-FA69-4F2E-9F1B-0290271B8286}"/>
              </a:ext>
            </a:extLst>
          </p:cNvPr>
          <p:cNvSpPr>
            <a:spLocks noGrp="1"/>
          </p:cNvSpPr>
          <p:nvPr/>
        </p:nvSpPr>
        <p:spPr>
          <a:xfrm>
            <a:off x="1829765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59" name="Stage1_sixpanel_7330">
            <a:extLst>
              <a:ext uri="{FF2B5EF4-FFF2-40B4-BE49-F238E27FC236}">
                <a16:creationId xmlns:a16="http://schemas.microsoft.com/office/drawing/2014/main" id="{ED79D249-67C2-4617-A506-C837D05D1AFE}"/>
              </a:ext>
            </a:extLst>
          </p:cNvPr>
          <p:cNvSpPr>
            <a:spLocks noGrp="1"/>
          </p:cNvSpPr>
          <p:nvPr/>
        </p:nvSpPr>
        <p:spPr>
          <a:xfrm>
            <a:off x="1817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0" name="Stage1_sixpanel_7331">
            <a:extLst>
              <a:ext uri="{FF2B5EF4-FFF2-40B4-BE49-F238E27FC236}">
                <a16:creationId xmlns:a16="http://schemas.microsoft.com/office/drawing/2014/main" id="{C1C938E8-7FBA-4DDA-AB25-554AD17A61AF}"/>
              </a:ext>
            </a:extLst>
          </p:cNvPr>
          <p:cNvSpPr>
            <a:spLocks noGrp="1"/>
          </p:cNvSpPr>
          <p:nvPr/>
        </p:nvSpPr>
        <p:spPr>
          <a:xfrm>
            <a:off x="19001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1" name="Stage1_sixpanel_7332">
            <a:extLst>
              <a:ext uri="{FF2B5EF4-FFF2-40B4-BE49-F238E27FC236}">
                <a16:creationId xmlns:a16="http://schemas.microsoft.com/office/drawing/2014/main" id="{4F6F225E-1C0C-42CD-B0FC-132550B944CF}"/>
              </a:ext>
            </a:extLst>
          </p:cNvPr>
          <p:cNvSpPr>
            <a:spLocks noGrp="1"/>
          </p:cNvSpPr>
          <p:nvPr/>
        </p:nvSpPr>
        <p:spPr>
          <a:xfrm>
            <a:off x="18341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2" name="Stage1_sixpanel_7333">
            <a:extLst>
              <a:ext uri="{FF2B5EF4-FFF2-40B4-BE49-F238E27FC236}">
                <a16:creationId xmlns:a16="http://schemas.microsoft.com/office/drawing/2014/main" id="{4BC29DB9-AC8E-44CF-BBB9-897E17A5188E}"/>
              </a:ext>
            </a:extLst>
          </p:cNvPr>
          <p:cNvSpPr>
            <a:spLocks noGrp="1"/>
          </p:cNvSpPr>
          <p:nvPr/>
        </p:nvSpPr>
        <p:spPr>
          <a:xfrm>
            <a:off x="1959503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3" name="Stage1_sixpanel_7334">
            <a:extLst>
              <a:ext uri="{FF2B5EF4-FFF2-40B4-BE49-F238E27FC236}">
                <a16:creationId xmlns:a16="http://schemas.microsoft.com/office/drawing/2014/main" id="{AF72A0AF-AC1A-4397-8BD6-1259927B33D7}"/>
              </a:ext>
            </a:extLst>
          </p:cNvPr>
          <p:cNvSpPr>
            <a:spLocks noGrp="1"/>
          </p:cNvSpPr>
          <p:nvPr/>
        </p:nvSpPr>
        <p:spPr>
          <a:xfrm>
            <a:off x="187128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4" name="Stage1_sixpanel_7335">
            <a:extLst>
              <a:ext uri="{FF2B5EF4-FFF2-40B4-BE49-F238E27FC236}">
                <a16:creationId xmlns:a16="http://schemas.microsoft.com/office/drawing/2014/main" id="{A2AAB9A7-BD40-4B95-B449-A7F770E279B6}"/>
              </a:ext>
            </a:extLst>
          </p:cNvPr>
          <p:cNvSpPr>
            <a:spLocks noGrp="1"/>
          </p:cNvSpPr>
          <p:nvPr/>
        </p:nvSpPr>
        <p:spPr>
          <a:xfrm>
            <a:off x="1833757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5" name="Stage1_sixpanel_7336">
            <a:extLst>
              <a:ext uri="{FF2B5EF4-FFF2-40B4-BE49-F238E27FC236}">
                <a16:creationId xmlns:a16="http://schemas.microsoft.com/office/drawing/2014/main" id="{CEB2B6AB-5201-42CD-8D3A-1A4173770A8D}"/>
              </a:ext>
            </a:extLst>
          </p:cNvPr>
          <p:cNvSpPr>
            <a:spLocks noGrp="1"/>
          </p:cNvSpPr>
          <p:nvPr/>
        </p:nvSpPr>
        <p:spPr>
          <a:xfrm>
            <a:off x="19662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6" name="Stage1_sixpanel_7337">
            <a:extLst>
              <a:ext uri="{FF2B5EF4-FFF2-40B4-BE49-F238E27FC236}">
                <a16:creationId xmlns:a16="http://schemas.microsoft.com/office/drawing/2014/main" id="{B6BB4B16-A60D-4822-A6F0-3A1AA20614B8}"/>
              </a:ext>
            </a:extLst>
          </p:cNvPr>
          <p:cNvSpPr>
            <a:spLocks noGrp="1"/>
          </p:cNvSpPr>
          <p:nvPr/>
        </p:nvSpPr>
        <p:spPr>
          <a:xfrm>
            <a:off x="1948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7" name="Stage1_sixpanel_7338">
            <a:extLst>
              <a:ext uri="{FF2B5EF4-FFF2-40B4-BE49-F238E27FC236}">
                <a16:creationId xmlns:a16="http://schemas.microsoft.com/office/drawing/2014/main" id="{C8E98D5A-022B-4125-A079-A47B0DA79E75}"/>
              </a:ext>
            </a:extLst>
          </p:cNvPr>
          <p:cNvSpPr>
            <a:spLocks noGrp="1"/>
          </p:cNvSpPr>
          <p:nvPr/>
        </p:nvSpPr>
        <p:spPr>
          <a:xfrm>
            <a:off x="1978262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8" name="Stage1_sixpanel_7339">
            <a:extLst>
              <a:ext uri="{FF2B5EF4-FFF2-40B4-BE49-F238E27FC236}">
                <a16:creationId xmlns:a16="http://schemas.microsoft.com/office/drawing/2014/main" id="{BC37AA37-75E5-4B14-977C-470DE2D683D6}"/>
              </a:ext>
            </a:extLst>
          </p:cNvPr>
          <p:cNvSpPr>
            <a:spLocks noGrp="1"/>
          </p:cNvSpPr>
          <p:nvPr/>
        </p:nvSpPr>
        <p:spPr>
          <a:xfrm>
            <a:off x="185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69" name="Stage1_sixpanel_7340">
            <a:extLst>
              <a:ext uri="{FF2B5EF4-FFF2-40B4-BE49-F238E27FC236}">
                <a16:creationId xmlns:a16="http://schemas.microsoft.com/office/drawing/2014/main" id="{1E8CE6DD-F72B-4253-A094-4F550AF11875}"/>
              </a:ext>
            </a:extLst>
          </p:cNvPr>
          <p:cNvSpPr>
            <a:spLocks noGrp="1"/>
          </p:cNvSpPr>
          <p:nvPr/>
        </p:nvSpPr>
        <p:spPr>
          <a:xfrm>
            <a:off x="19247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0" name="Stage1_sixpanel_7341">
            <a:extLst>
              <a:ext uri="{FF2B5EF4-FFF2-40B4-BE49-F238E27FC236}">
                <a16:creationId xmlns:a16="http://schemas.microsoft.com/office/drawing/2014/main" id="{5BDDE7E0-D0F3-454D-8073-2714D77689B0}"/>
              </a:ext>
            </a:extLst>
          </p:cNvPr>
          <p:cNvSpPr>
            <a:spLocks noGrp="1"/>
          </p:cNvSpPr>
          <p:nvPr/>
        </p:nvSpPr>
        <p:spPr>
          <a:xfrm>
            <a:off x="183467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1" name="Stage1_sixpanel_7342">
            <a:extLst>
              <a:ext uri="{FF2B5EF4-FFF2-40B4-BE49-F238E27FC236}">
                <a16:creationId xmlns:a16="http://schemas.microsoft.com/office/drawing/2014/main" id="{9E45FBEE-6B03-41DF-AB59-CB1D84ACE2B1}"/>
              </a:ext>
            </a:extLst>
          </p:cNvPr>
          <p:cNvSpPr>
            <a:spLocks noGrp="1"/>
          </p:cNvSpPr>
          <p:nvPr/>
        </p:nvSpPr>
        <p:spPr>
          <a:xfrm>
            <a:off x="19922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2" name="Stage1_sixpanel_7343">
            <a:extLst>
              <a:ext uri="{FF2B5EF4-FFF2-40B4-BE49-F238E27FC236}">
                <a16:creationId xmlns:a16="http://schemas.microsoft.com/office/drawing/2014/main" id="{6D3F6AA8-300E-4591-A80D-7DDF5EB882FB}"/>
              </a:ext>
            </a:extLst>
          </p:cNvPr>
          <p:cNvSpPr>
            <a:spLocks noGrp="1"/>
          </p:cNvSpPr>
          <p:nvPr/>
        </p:nvSpPr>
        <p:spPr>
          <a:xfrm>
            <a:off x="19335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3" name="Stage1_sixpanel_7344">
            <a:extLst>
              <a:ext uri="{FF2B5EF4-FFF2-40B4-BE49-F238E27FC236}">
                <a16:creationId xmlns:a16="http://schemas.microsoft.com/office/drawing/2014/main" id="{EF513005-0967-4359-BC7E-BD47A88796C6}"/>
              </a:ext>
            </a:extLst>
          </p:cNvPr>
          <p:cNvSpPr>
            <a:spLocks noGrp="1"/>
          </p:cNvSpPr>
          <p:nvPr/>
        </p:nvSpPr>
        <p:spPr>
          <a:xfrm>
            <a:off x="19921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4" name="Stage1_sixpanel_7345">
            <a:extLst>
              <a:ext uri="{FF2B5EF4-FFF2-40B4-BE49-F238E27FC236}">
                <a16:creationId xmlns:a16="http://schemas.microsoft.com/office/drawing/2014/main" id="{8A9B446A-9CD7-411C-9888-68BAC1511414}"/>
              </a:ext>
            </a:extLst>
          </p:cNvPr>
          <p:cNvSpPr>
            <a:spLocks noGrp="1"/>
          </p:cNvSpPr>
          <p:nvPr/>
        </p:nvSpPr>
        <p:spPr>
          <a:xfrm>
            <a:off x="1799798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5" name="Stage1_sixpanel_7346">
            <a:extLst>
              <a:ext uri="{FF2B5EF4-FFF2-40B4-BE49-F238E27FC236}">
                <a16:creationId xmlns:a16="http://schemas.microsoft.com/office/drawing/2014/main" id="{79068923-5953-435C-82B0-6E69BB4FCBE9}"/>
              </a:ext>
            </a:extLst>
          </p:cNvPr>
          <p:cNvSpPr>
            <a:spLocks noGrp="1"/>
          </p:cNvSpPr>
          <p:nvPr/>
        </p:nvSpPr>
        <p:spPr>
          <a:xfrm>
            <a:off x="182064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6" name="Stage1_sixpanel_7347">
            <a:extLst>
              <a:ext uri="{FF2B5EF4-FFF2-40B4-BE49-F238E27FC236}">
                <a16:creationId xmlns:a16="http://schemas.microsoft.com/office/drawing/2014/main" id="{AE8CC4A7-9BB2-454B-9C3C-3115F877C27A}"/>
              </a:ext>
            </a:extLst>
          </p:cNvPr>
          <p:cNvSpPr>
            <a:spLocks noGrp="1"/>
          </p:cNvSpPr>
          <p:nvPr/>
        </p:nvSpPr>
        <p:spPr>
          <a:xfrm>
            <a:off x="19236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7" name="Stage1_sixpanel_7348">
            <a:extLst>
              <a:ext uri="{FF2B5EF4-FFF2-40B4-BE49-F238E27FC236}">
                <a16:creationId xmlns:a16="http://schemas.microsoft.com/office/drawing/2014/main" id="{A1ABC25A-988A-4663-9DCE-71463643244D}"/>
              </a:ext>
            </a:extLst>
          </p:cNvPr>
          <p:cNvSpPr>
            <a:spLocks noGrp="1"/>
          </p:cNvSpPr>
          <p:nvPr/>
        </p:nvSpPr>
        <p:spPr>
          <a:xfrm>
            <a:off x="18503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8" name="Stage1_sixpanel_7349">
            <a:extLst>
              <a:ext uri="{FF2B5EF4-FFF2-40B4-BE49-F238E27FC236}">
                <a16:creationId xmlns:a16="http://schemas.microsoft.com/office/drawing/2014/main" id="{269DF6F0-E566-4D73-A17D-136AAC8AD146}"/>
              </a:ext>
            </a:extLst>
          </p:cNvPr>
          <p:cNvSpPr>
            <a:spLocks noGrp="1"/>
          </p:cNvSpPr>
          <p:nvPr/>
        </p:nvSpPr>
        <p:spPr>
          <a:xfrm>
            <a:off x="1942997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79" name="Stage1_sixpanel_7350">
            <a:extLst>
              <a:ext uri="{FF2B5EF4-FFF2-40B4-BE49-F238E27FC236}">
                <a16:creationId xmlns:a16="http://schemas.microsoft.com/office/drawing/2014/main" id="{86A68662-8664-4BD5-91D0-9AEB364144BF}"/>
              </a:ext>
            </a:extLst>
          </p:cNvPr>
          <p:cNvSpPr>
            <a:spLocks noGrp="1"/>
          </p:cNvSpPr>
          <p:nvPr/>
        </p:nvSpPr>
        <p:spPr>
          <a:xfrm>
            <a:off x="178088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0" name="Stage1_sixpanel_7351">
            <a:extLst>
              <a:ext uri="{FF2B5EF4-FFF2-40B4-BE49-F238E27FC236}">
                <a16:creationId xmlns:a16="http://schemas.microsoft.com/office/drawing/2014/main" id="{9B9594DD-F865-40BB-BBC0-DFBDB0E6499B}"/>
              </a:ext>
            </a:extLst>
          </p:cNvPr>
          <p:cNvSpPr>
            <a:spLocks noGrp="1"/>
          </p:cNvSpPr>
          <p:nvPr/>
        </p:nvSpPr>
        <p:spPr>
          <a:xfrm>
            <a:off x="1802487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1" name="Stage1_sixpanel_7352">
            <a:extLst>
              <a:ext uri="{FF2B5EF4-FFF2-40B4-BE49-F238E27FC236}">
                <a16:creationId xmlns:a16="http://schemas.microsoft.com/office/drawing/2014/main" id="{4CEA1479-A990-4C7E-B50A-569ECE43151A}"/>
              </a:ext>
            </a:extLst>
          </p:cNvPr>
          <p:cNvSpPr>
            <a:spLocks noGrp="1"/>
          </p:cNvSpPr>
          <p:nvPr/>
        </p:nvSpPr>
        <p:spPr>
          <a:xfrm>
            <a:off x="1849174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2" name="Stage1_sixpanel_7353">
            <a:extLst>
              <a:ext uri="{FF2B5EF4-FFF2-40B4-BE49-F238E27FC236}">
                <a16:creationId xmlns:a16="http://schemas.microsoft.com/office/drawing/2014/main" id="{3B27594E-3E39-4EE8-8B1B-A81991039412}"/>
              </a:ext>
            </a:extLst>
          </p:cNvPr>
          <p:cNvSpPr>
            <a:spLocks noGrp="1"/>
          </p:cNvSpPr>
          <p:nvPr/>
        </p:nvSpPr>
        <p:spPr>
          <a:xfrm>
            <a:off x="180063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3" name="Stage1_sixpanel_7354">
            <a:extLst>
              <a:ext uri="{FF2B5EF4-FFF2-40B4-BE49-F238E27FC236}">
                <a16:creationId xmlns:a16="http://schemas.microsoft.com/office/drawing/2014/main" id="{87B36E00-FA52-42FF-A069-FD10621F3BB1}"/>
              </a:ext>
            </a:extLst>
          </p:cNvPr>
          <p:cNvSpPr>
            <a:spLocks noGrp="1"/>
          </p:cNvSpPr>
          <p:nvPr/>
        </p:nvSpPr>
        <p:spPr>
          <a:xfrm>
            <a:off x="19815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4" name="Stage1_sixpanel_7355">
            <a:extLst>
              <a:ext uri="{FF2B5EF4-FFF2-40B4-BE49-F238E27FC236}">
                <a16:creationId xmlns:a16="http://schemas.microsoft.com/office/drawing/2014/main" id="{EE1CB2D2-79FF-484A-802C-7F876396B109}"/>
              </a:ext>
            </a:extLst>
          </p:cNvPr>
          <p:cNvSpPr>
            <a:spLocks noGrp="1"/>
          </p:cNvSpPr>
          <p:nvPr/>
        </p:nvSpPr>
        <p:spPr>
          <a:xfrm>
            <a:off x="19737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5" name="Stage1_sixpanel_7356">
            <a:extLst>
              <a:ext uri="{FF2B5EF4-FFF2-40B4-BE49-F238E27FC236}">
                <a16:creationId xmlns:a16="http://schemas.microsoft.com/office/drawing/2014/main" id="{3CAD0847-3A0A-4EC7-83A1-CC7DD4153D4C}"/>
              </a:ext>
            </a:extLst>
          </p:cNvPr>
          <p:cNvSpPr>
            <a:spLocks noGrp="1"/>
          </p:cNvSpPr>
          <p:nvPr/>
        </p:nvSpPr>
        <p:spPr>
          <a:xfrm>
            <a:off x="1924019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6" name="Stage1_sixpanel_7357">
            <a:extLst>
              <a:ext uri="{FF2B5EF4-FFF2-40B4-BE49-F238E27FC236}">
                <a16:creationId xmlns:a16="http://schemas.microsoft.com/office/drawing/2014/main" id="{B74436F0-B2F3-4F19-BAEE-7AC9449A9280}"/>
              </a:ext>
            </a:extLst>
          </p:cNvPr>
          <p:cNvSpPr>
            <a:spLocks noGrp="1"/>
          </p:cNvSpPr>
          <p:nvPr/>
        </p:nvSpPr>
        <p:spPr>
          <a:xfrm>
            <a:off x="19374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7" name="Stage1_sixpanel_7358">
            <a:extLst>
              <a:ext uri="{FF2B5EF4-FFF2-40B4-BE49-F238E27FC236}">
                <a16:creationId xmlns:a16="http://schemas.microsoft.com/office/drawing/2014/main" id="{50396AF2-9848-43C8-86E5-F7E25976EFD3}"/>
              </a:ext>
            </a:extLst>
          </p:cNvPr>
          <p:cNvSpPr>
            <a:spLocks noGrp="1"/>
          </p:cNvSpPr>
          <p:nvPr/>
        </p:nvSpPr>
        <p:spPr>
          <a:xfrm>
            <a:off x="1893426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8" name="Stage1_sixpanel_7359">
            <a:extLst>
              <a:ext uri="{FF2B5EF4-FFF2-40B4-BE49-F238E27FC236}">
                <a16:creationId xmlns:a16="http://schemas.microsoft.com/office/drawing/2014/main" id="{A12EDD3B-0871-4DE2-A411-A72895318D3B}"/>
              </a:ext>
            </a:extLst>
          </p:cNvPr>
          <p:cNvSpPr>
            <a:spLocks noGrp="1"/>
          </p:cNvSpPr>
          <p:nvPr/>
        </p:nvSpPr>
        <p:spPr>
          <a:xfrm>
            <a:off x="1828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89" name="Stage1_sixpanel_7360">
            <a:extLst>
              <a:ext uri="{FF2B5EF4-FFF2-40B4-BE49-F238E27FC236}">
                <a16:creationId xmlns:a16="http://schemas.microsoft.com/office/drawing/2014/main" id="{278A6B5B-2989-44E6-BB2B-C722D27D4ECA}"/>
              </a:ext>
            </a:extLst>
          </p:cNvPr>
          <p:cNvSpPr>
            <a:spLocks noGrp="1"/>
          </p:cNvSpPr>
          <p:nvPr/>
        </p:nvSpPr>
        <p:spPr>
          <a:xfrm>
            <a:off x="179460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0" name="Stage1_sixpanel_7361">
            <a:extLst>
              <a:ext uri="{FF2B5EF4-FFF2-40B4-BE49-F238E27FC236}">
                <a16:creationId xmlns:a16="http://schemas.microsoft.com/office/drawing/2014/main" id="{62189199-8513-4C14-8FCB-DCBDF5F89C6D}"/>
              </a:ext>
            </a:extLst>
          </p:cNvPr>
          <p:cNvSpPr>
            <a:spLocks noGrp="1"/>
          </p:cNvSpPr>
          <p:nvPr/>
        </p:nvSpPr>
        <p:spPr>
          <a:xfrm>
            <a:off x="19895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1" name="Stage1_sixpanel_7362">
            <a:extLst>
              <a:ext uri="{FF2B5EF4-FFF2-40B4-BE49-F238E27FC236}">
                <a16:creationId xmlns:a16="http://schemas.microsoft.com/office/drawing/2014/main" id="{6432EBF4-76C9-4237-918E-B0D02222580F}"/>
              </a:ext>
            </a:extLst>
          </p:cNvPr>
          <p:cNvSpPr>
            <a:spLocks noGrp="1"/>
          </p:cNvSpPr>
          <p:nvPr/>
        </p:nvSpPr>
        <p:spPr>
          <a:xfrm>
            <a:off x="182542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2" name="Stage1_sixpanel_7363">
            <a:extLst>
              <a:ext uri="{FF2B5EF4-FFF2-40B4-BE49-F238E27FC236}">
                <a16:creationId xmlns:a16="http://schemas.microsoft.com/office/drawing/2014/main" id="{B7DC8552-1D0B-4113-A3F0-B89D4731EEF4}"/>
              </a:ext>
            </a:extLst>
          </p:cNvPr>
          <p:cNvSpPr>
            <a:spLocks noGrp="1"/>
          </p:cNvSpPr>
          <p:nvPr/>
        </p:nvSpPr>
        <p:spPr>
          <a:xfrm>
            <a:off x="195101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3" name="Stage1_sixpanel_7364">
            <a:extLst>
              <a:ext uri="{FF2B5EF4-FFF2-40B4-BE49-F238E27FC236}">
                <a16:creationId xmlns:a16="http://schemas.microsoft.com/office/drawing/2014/main" id="{468B0F3A-3835-4006-B163-467AB9F570ED}"/>
              </a:ext>
            </a:extLst>
          </p:cNvPr>
          <p:cNvSpPr>
            <a:spLocks noGrp="1"/>
          </p:cNvSpPr>
          <p:nvPr/>
        </p:nvSpPr>
        <p:spPr>
          <a:xfrm>
            <a:off x="18163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4" name="Stage1_sixpanel_7365">
            <a:extLst>
              <a:ext uri="{FF2B5EF4-FFF2-40B4-BE49-F238E27FC236}">
                <a16:creationId xmlns:a16="http://schemas.microsoft.com/office/drawing/2014/main" id="{9357BCC7-9CC9-4A65-ADF8-58E108170EBD}"/>
              </a:ext>
            </a:extLst>
          </p:cNvPr>
          <p:cNvSpPr>
            <a:spLocks noGrp="1"/>
          </p:cNvSpPr>
          <p:nvPr/>
        </p:nvSpPr>
        <p:spPr>
          <a:xfrm>
            <a:off x="197488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5" name="Stage1_sixpanel_7366">
            <a:extLst>
              <a:ext uri="{FF2B5EF4-FFF2-40B4-BE49-F238E27FC236}">
                <a16:creationId xmlns:a16="http://schemas.microsoft.com/office/drawing/2014/main" id="{720F9D52-7712-41FD-B5F7-A686AC23BE55}"/>
              </a:ext>
            </a:extLst>
          </p:cNvPr>
          <p:cNvSpPr>
            <a:spLocks noGrp="1"/>
          </p:cNvSpPr>
          <p:nvPr/>
        </p:nvSpPr>
        <p:spPr>
          <a:xfrm>
            <a:off x="19368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6" name="Stage1_sixpanel_7367">
            <a:extLst>
              <a:ext uri="{FF2B5EF4-FFF2-40B4-BE49-F238E27FC236}">
                <a16:creationId xmlns:a16="http://schemas.microsoft.com/office/drawing/2014/main" id="{3AE54595-A62A-4B1A-8D32-A86132EA21EE}"/>
              </a:ext>
            </a:extLst>
          </p:cNvPr>
          <p:cNvSpPr>
            <a:spLocks noGrp="1"/>
          </p:cNvSpPr>
          <p:nvPr/>
        </p:nvSpPr>
        <p:spPr>
          <a:xfrm>
            <a:off x="19475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7" name="Stage1_sixpanel_7368">
            <a:extLst>
              <a:ext uri="{FF2B5EF4-FFF2-40B4-BE49-F238E27FC236}">
                <a16:creationId xmlns:a16="http://schemas.microsoft.com/office/drawing/2014/main" id="{BCE8B152-C95F-4987-A43F-CC4E7DE6F3CB}"/>
              </a:ext>
            </a:extLst>
          </p:cNvPr>
          <p:cNvSpPr>
            <a:spLocks noGrp="1"/>
          </p:cNvSpPr>
          <p:nvPr/>
        </p:nvSpPr>
        <p:spPr>
          <a:xfrm>
            <a:off x="19132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8" name="Stage1_sixpanel_7369">
            <a:extLst>
              <a:ext uri="{FF2B5EF4-FFF2-40B4-BE49-F238E27FC236}">
                <a16:creationId xmlns:a16="http://schemas.microsoft.com/office/drawing/2014/main" id="{0D2C42B8-1A66-4465-BB30-6246FC89FA82}"/>
              </a:ext>
            </a:extLst>
          </p:cNvPr>
          <p:cNvSpPr>
            <a:spLocks noGrp="1"/>
          </p:cNvSpPr>
          <p:nvPr/>
        </p:nvSpPr>
        <p:spPr>
          <a:xfrm>
            <a:off x="18359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199" name="Stage1_sixpanel_7370">
            <a:extLst>
              <a:ext uri="{FF2B5EF4-FFF2-40B4-BE49-F238E27FC236}">
                <a16:creationId xmlns:a16="http://schemas.microsoft.com/office/drawing/2014/main" id="{51FFAFEB-1915-4168-B1D3-A02691128AA6}"/>
              </a:ext>
            </a:extLst>
          </p:cNvPr>
          <p:cNvSpPr>
            <a:spLocks noGrp="1"/>
          </p:cNvSpPr>
          <p:nvPr/>
        </p:nvSpPr>
        <p:spPr>
          <a:xfrm>
            <a:off x="1861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0" name="Stage1_sixpanel_7371">
            <a:extLst>
              <a:ext uri="{FF2B5EF4-FFF2-40B4-BE49-F238E27FC236}">
                <a16:creationId xmlns:a16="http://schemas.microsoft.com/office/drawing/2014/main" id="{492DE6C9-D47B-45C3-8B97-EACEECEDADF8}"/>
              </a:ext>
            </a:extLst>
          </p:cNvPr>
          <p:cNvSpPr>
            <a:spLocks noGrp="1"/>
          </p:cNvSpPr>
          <p:nvPr/>
        </p:nvSpPr>
        <p:spPr>
          <a:xfrm>
            <a:off x="1908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1" name="Stage1_sixpanel_7372">
            <a:extLst>
              <a:ext uri="{FF2B5EF4-FFF2-40B4-BE49-F238E27FC236}">
                <a16:creationId xmlns:a16="http://schemas.microsoft.com/office/drawing/2014/main" id="{82212059-FD1B-4026-B10F-5DF199FDE544}"/>
              </a:ext>
            </a:extLst>
          </p:cNvPr>
          <p:cNvSpPr>
            <a:spLocks noGrp="1"/>
          </p:cNvSpPr>
          <p:nvPr/>
        </p:nvSpPr>
        <p:spPr>
          <a:xfrm>
            <a:off x="18410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2" name="Stage1_sixpanel_7373">
            <a:extLst>
              <a:ext uri="{FF2B5EF4-FFF2-40B4-BE49-F238E27FC236}">
                <a16:creationId xmlns:a16="http://schemas.microsoft.com/office/drawing/2014/main" id="{54403147-5C73-4B4E-802E-FA45946E3ECC}"/>
              </a:ext>
            </a:extLst>
          </p:cNvPr>
          <p:cNvSpPr>
            <a:spLocks noGrp="1"/>
          </p:cNvSpPr>
          <p:nvPr/>
        </p:nvSpPr>
        <p:spPr>
          <a:xfrm>
            <a:off x="196671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3" name="Stage1_sixpanel_7374">
            <a:extLst>
              <a:ext uri="{FF2B5EF4-FFF2-40B4-BE49-F238E27FC236}">
                <a16:creationId xmlns:a16="http://schemas.microsoft.com/office/drawing/2014/main" id="{A08E7B21-F7E2-4AF9-9DCB-4C415C2F96CC}"/>
              </a:ext>
            </a:extLst>
          </p:cNvPr>
          <p:cNvSpPr>
            <a:spLocks noGrp="1"/>
          </p:cNvSpPr>
          <p:nvPr/>
        </p:nvSpPr>
        <p:spPr>
          <a:xfrm>
            <a:off x="18758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4" name="Stage1_sixpanel_7375">
            <a:extLst>
              <a:ext uri="{FF2B5EF4-FFF2-40B4-BE49-F238E27FC236}">
                <a16:creationId xmlns:a16="http://schemas.microsoft.com/office/drawing/2014/main" id="{57547CD3-9848-48F7-9CCE-F630CF440481}"/>
              </a:ext>
            </a:extLst>
          </p:cNvPr>
          <p:cNvSpPr>
            <a:spLocks noGrp="1"/>
          </p:cNvSpPr>
          <p:nvPr/>
        </p:nvSpPr>
        <p:spPr>
          <a:xfrm>
            <a:off x="18960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5" name="Stage1_sixpanel_7376">
            <a:extLst>
              <a:ext uri="{FF2B5EF4-FFF2-40B4-BE49-F238E27FC236}">
                <a16:creationId xmlns:a16="http://schemas.microsoft.com/office/drawing/2014/main" id="{D9678AC1-8769-4F8F-A566-4FF1B2C7E0C0}"/>
              </a:ext>
            </a:extLst>
          </p:cNvPr>
          <p:cNvSpPr>
            <a:spLocks noGrp="1"/>
          </p:cNvSpPr>
          <p:nvPr/>
        </p:nvSpPr>
        <p:spPr>
          <a:xfrm>
            <a:off x="177456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6" name="Stage1_sixpanel_7377">
            <a:extLst>
              <a:ext uri="{FF2B5EF4-FFF2-40B4-BE49-F238E27FC236}">
                <a16:creationId xmlns:a16="http://schemas.microsoft.com/office/drawing/2014/main" id="{F6A23E41-0751-423E-8000-E4705E65C691}"/>
              </a:ext>
            </a:extLst>
          </p:cNvPr>
          <p:cNvSpPr>
            <a:spLocks noGrp="1"/>
          </p:cNvSpPr>
          <p:nvPr/>
        </p:nvSpPr>
        <p:spPr>
          <a:xfrm>
            <a:off x="184486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7" name="Stage1_sixpanel_7378">
            <a:extLst>
              <a:ext uri="{FF2B5EF4-FFF2-40B4-BE49-F238E27FC236}">
                <a16:creationId xmlns:a16="http://schemas.microsoft.com/office/drawing/2014/main" id="{847B1FD1-8673-4116-8FDC-2D00F1B7DA54}"/>
              </a:ext>
            </a:extLst>
          </p:cNvPr>
          <p:cNvSpPr>
            <a:spLocks noGrp="1"/>
          </p:cNvSpPr>
          <p:nvPr/>
        </p:nvSpPr>
        <p:spPr>
          <a:xfrm>
            <a:off x="1861048" y="68962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8" name="Stage1_sixpanel_7379">
            <a:extLst>
              <a:ext uri="{FF2B5EF4-FFF2-40B4-BE49-F238E27FC236}">
                <a16:creationId xmlns:a16="http://schemas.microsoft.com/office/drawing/2014/main" id="{81CA040F-DB22-4A41-BCC5-89495E66C7A6}"/>
              </a:ext>
            </a:extLst>
          </p:cNvPr>
          <p:cNvSpPr>
            <a:spLocks noGrp="1"/>
          </p:cNvSpPr>
          <p:nvPr/>
        </p:nvSpPr>
        <p:spPr>
          <a:xfrm>
            <a:off x="1817192" y="696909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09" name="Stage1_sixpanel_7380">
            <a:extLst>
              <a:ext uri="{FF2B5EF4-FFF2-40B4-BE49-F238E27FC236}">
                <a16:creationId xmlns:a16="http://schemas.microsoft.com/office/drawing/2014/main" id="{B9522513-705C-43BC-80A8-5727EA99B898}"/>
              </a:ext>
            </a:extLst>
          </p:cNvPr>
          <p:cNvSpPr>
            <a:spLocks noGrp="1"/>
          </p:cNvSpPr>
          <p:nvPr/>
        </p:nvSpPr>
        <p:spPr>
          <a:xfrm>
            <a:off x="1807016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0" name="Stage1_sixpanel_7381">
            <a:extLst>
              <a:ext uri="{FF2B5EF4-FFF2-40B4-BE49-F238E27FC236}">
                <a16:creationId xmlns:a16="http://schemas.microsoft.com/office/drawing/2014/main" id="{E69D16F8-84AF-4B2B-82A2-F897C696F684}"/>
              </a:ext>
            </a:extLst>
          </p:cNvPr>
          <p:cNvSpPr>
            <a:spLocks noGrp="1"/>
          </p:cNvSpPr>
          <p:nvPr/>
        </p:nvSpPr>
        <p:spPr>
          <a:xfrm>
            <a:off x="1987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1" name="Stage1_sixpanel_7382">
            <a:extLst>
              <a:ext uri="{FF2B5EF4-FFF2-40B4-BE49-F238E27FC236}">
                <a16:creationId xmlns:a16="http://schemas.microsoft.com/office/drawing/2014/main" id="{1867FA57-7CDD-48E0-8153-EF027AC45043}"/>
              </a:ext>
            </a:extLst>
          </p:cNvPr>
          <p:cNvSpPr>
            <a:spLocks noGrp="1"/>
          </p:cNvSpPr>
          <p:nvPr/>
        </p:nvSpPr>
        <p:spPr>
          <a:xfrm>
            <a:off x="17895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2" name="Stage1_sixpanel_7383">
            <a:extLst>
              <a:ext uri="{FF2B5EF4-FFF2-40B4-BE49-F238E27FC236}">
                <a16:creationId xmlns:a16="http://schemas.microsoft.com/office/drawing/2014/main" id="{47D9B60F-13FC-4D11-AFF8-03BC3E8692D7}"/>
              </a:ext>
            </a:extLst>
          </p:cNvPr>
          <p:cNvSpPr>
            <a:spLocks noGrp="1"/>
          </p:cNvSpPr>
          <p:nvPr/>
        </p:nvSpPr>
        <p:spPr>
          <a:xfrm>
            <a:off x="1791951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3" name="Stage1_sixpanel_7384">
            <a:extLst>
              <a:ext uri="{FF2B5EF4-FFF2-40B4-BE49-F238E27FC236}">
                <a16:creationId xmlns:a16="http://schemas.microsoft.com/office/drawing/2014/main" id="{D12FAEEB-14E1-4D2B-A676-76D3AFBE09B2}"/>
              </a:ext>
            </a:extLst>
          </p:cNvPr>
          <p:cNvSpPr>
            <a:spLocks noGrp="1"/>
          </p:cNvSpPr>
          <p:nvPr/>
        </p:nvSpPr>
        <p:spPr>
          <a:xfrm>
            <a:off x="19419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4" name="Stage1_sixpanel_7385">
            <a:extLst>
              <a:ext uri="{FF2B5EF4-FFF2-40B4-BE49-F238E27FC236}">
                <a16:creationId xmlns:a16="http://schemas.microsoft.com/office/drawing/2014/main" id="{04219BA6-8367-4F2E-BF10-F88C80EC3E5E}"/>
              </a:ext>
            </a:extLst>
          </p:cNvPr>
          <p:cNvSpPr>
            <a:spLocks noGrp="1"/>
          </p:cNvSpPr>
          <p:nvPr/>
        </p:nvSpPr>
        <p:spPr>
          <a:xfrm>
            <a:off x="1789072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5" name="Stage1_sixpanel_7386">
            <a:extLst>
              <a:ext uri="{FF2B5EF4-FFF2-40B4-BE49-F238E27FC236}">
                <a16:creationId xmlns:a16="http://schemas.microsoft.com/office/drawing/2014/main" id="{1D841203-E0B8-46BC-8ACF-B59B13E78969}"/>
              </a:ext>
            </a:extLst>
          </p:cNvPr>
          <p:cNvSpPr>
            <a:spLocks noGrp="1"/>
          </p:cNvSpPr>
          <p:nvPr/>
        </p:nvSpPr>
        <p:spPr>
          <a:xfrm>
            <a:off x="19236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6" name="Stage1_sixpanel_7387">
            <a:extLst>
              <a:ext uri="{FF2B5EF4-FFF2-40B4-BE49-F238E27FC236}">
                <a16:creationId xmlns:a16="http://schemas.microsoft.com/office/drawing/2014/main" id="{43041C42-0FDF-4301-891D-D1382FAC64AB}"/>
              </a:ext>
            </a:extLst>
          </p:cNvPr>
          <p:cNvSpPr>
            <a:spLocks noGrp="1"/>
          </p:cNvSpPr>
          <p:nvPr/>
        </p:nvSpPr>
        <p:spPr>
          <a:xfrm>
            <a:off x="17801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7" name="Stage1_sixpanel_7388">
            <a:extLst>
              <a:ext uri="{FF2B5EF4-FFF2-40B4-BE49-F238E27FC236}">
                <a16:creationId xmlns:a16="http://schemas.microsoft.com/office/drawing/2014/main" id="{734DBB74-F93E-4C52-9AC8-F9A607A98E7B}"/>
              </a:ext>
            </a:extLst>
          </p:cNvPr>
          <p:cNvSpPr>
            <a:spLocks noGrp="1"/>
          </p:cNvSpPr>
          <p:nvPr/>
        </p:nvSpPr>
        <p:spPr>
          <a:xfrm>
            <a:off x="19119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8" name="Stage1_sixpanel_7389">
            <a:extLst>
              <a:ext uri="{FF2B5EF4-FFF2-40B4-BE49-F238E27FC236}">
                <a16:creationId xmlns:a16="http://schemas.microsoft.com/office/drawing/2014/main" id="{EDA52F16-205B-42A5-BD88-4BCDC3EFD380}"/>
              </a:ext>
            </a:extLst>
          </p:cNvPr>
          <p:cNvSpPr>
            <a:spLocks noGrp="1"/>
          </p:cNvSpPr>
          <p:nvPr/>
        </p:nvSpPr>
        <p:spPr>
          <a:xfrm>
            <a:off x="19022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19" name="Stage1_sixpanel_7390">
            <a:extLst>
              <a:ext uri="{FF2B5EF4-FFF2-40B4-BE49-F238E27FC236}">
                <a16:creationId xmlns:a16="http://schemas.microsoft.com/office/drawing/2014/main" id="{47B8A3BE-2DD8-4F9C-BA9C-59720E35CF06}"/>
              </a:ext>
            </a:extLst>
          </p:cNvPr>
          <p:cNvSpPr>
            <a:spLocks noGrp="1"/>
          </p:cNvSpPr>
          <p:nvPr/>
        </p:nvSpPr>
        <p:spPr>
          <a:xfrm>
            <a:off x="1948188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0" name="Stage1_sixpanel_7391">
            <a:extLst>
              <a:ext uri="{FF2B5EF4-FFF2-40B4-BE49-F238E27FC236}">
                <a16:creationId xmlns:a16="http://schemas.microsoft.com/office/drawing/2014/main" id="{5042485D-2746-4F24-B26A-D2FAAAF812D6}"/>
              </a:ext>
            </a:extLst>
          </p:cNvPr>
          <p:cNvSpPr>
            <a:spLocks noGrp="1"/>
          </p:cNvSpPr>
          <p:nvPr/>
        </p:nvSpPr>
        <p:spPr>
          <a:xfrm>
            <a:off x="1880527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1" name="Stage1_sixpanel_7392">
            <a:extLst>
              <a:ext uri="{FF2B5EF4-FFF2-40B4-BE49-F238E27FC236}">
                <a16:creationId xmlns:a16="http://schemas.microsoft.com/office/drawing/2014/main" id="{13DDC9AE-29A8-43DC-B372-AFF3511E07AD}"/>
              </a:ext>
            </a:extLst>
          </p:cNvPr>
          <p:cNvSpPr>
            <a:spLocks noGrp="1"/>
          </p:cNvSpPr>
          <p:nvPr/>
        </p:nvSpPr>
        <p:spPr>
          <a:xfrm>
            <a:off x="1808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2" name="Stage1_sixpanel_7393">
            <a:extLst>
              <a:ext uri="{FF2B5EF4-FFF2-40B4-BE49-F238E27FC236}">
                <a16:creationId xmlns:a16="http://schemas.microsoft.com/office/drawing/2014/main" id="{DC5C58F7-5883-4349-943E-8CBB6A9686FB}"/>
              </a:ext>
            </a:extLst>
          </p:cNvPr>
          <p:cNvSpPr>
            <a:spLocks noGrp="1"/>
          </p:cNvSpPr>
          <p:nvPr/>
        </p:nvSpPr>
        <p:spPr>
          <a:xfrm>
            <a:off x="19765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3" name="Stage1_sixpanel_7394">
            <a:extLst>
              <a:ext uri="{FF2B5EF4-FFF2-40B4-BE49-F238E27FC236}">
                <a16:creationId xmlns:a16="http://schemas.microsoft.com/office/drawing/2014/main" id="{E7C8916E-F2E5-4E6F-8040-3116B3249B68}"/>
              </a:ext>
            </a:extLst>
          </p:cNvPr>
          <p:cNvSpPr>
            <a:spLocks noGrp="1"/>
          </p:cNvSpPr>
          <p:nvPr/>
        </p:nvSpPr>
        <p:spPr>
          <a:xfrm>
            <a:off x="1784932" y="775714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4" name="Stage1_sixpanel_7395">
            <a:extLst>
              <a:ext uri="{FF2B5EF4-FFF2-40B4-BE49-F238E27FC236}">
                <a16:creationId xmlns:a16="http://schemas.microsoft.com/office/drawing/2014/main" id="{4B9CE894-672E-48AD-85B4-6655BC8DF0ED}"/>
              </a:ext>
            </a:extLst>
          </p:cNvPr>
          <p:cNvSpPr>
            <a:spLocks noGrp="1"/>
          </p:cNvSpPr>
          <p:nvPr/>
        </p:nvSpPr>
        <p:spPr>
          <a:xfrm>
            <a:off x="19485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5" name="Stage1_sixpanel_7396">
            <a:extLst>
              <a:ext uri="{FF2B5EF4-FFF2-40B4-BE49-F238E27FC236}">
                <a16:creationId xmlns:a16="http://schemas.microsoft.com/office/drawing/2014/main" id="{B0DB5387-86F6-4E83-A94F-1CE4457665DB}"/>
              </a:ext>
            </a:extLst>
          </p:cNvPr>
          <p:cNvSpPr>
            <a:spLocks noGrp="1"/>
          </p:cNvSpPr>
          <p:nvPr/>
        </p:nvSpPr>
        <p:spPr>
          <a:xfrm>
            <a:off x="1777749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6" name="Stage1_sixpanel_7397">
            <a:extLst>
              <a:ext uri="{FF2B5EF4-FFF2-40B4-BE49-F238E27FC236}">
                <a16:creationId xmlns:a16="http://schemas.microsoft.com/office/drawing/2014/main" id="{427075D1-C7E3-4C13-B270-FD3B8D829B5C}"/>
              </a:ext>
            </a:extLst>
          </p:cNvPr>
          <p:cNvSpPr>
            <a:spLocks noGrp="1"/>
          </p:cNvSpPr>
          <p:nvPr/>
        </p:nvSpPr>
        <p:spPr>
          <a:xfrm>
            <a:off x="19008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7" name="Stage1_sixpanel_7398">
            <a:extLst>
              <a:ext uri="{FF2B5EF4-FFF2-40B4-BE49-F238E27FC236}">
                <a16:creationId xmlns:a16="http://schemas.microsoft.com/office/drawing/2014/main" id="{BC7D2977-4F21-4223-91A6-4C27A4D518DF}"/>
              </a:ext>
            </a:extLst>
          </p:cNvPr>
          <p:cNvSpPr>
            <a:spLocks noGrp="1"/>
          </p:cNvSpPr>
          <p:nvPr/>
        </p:nvSpPr>
        <p:spPr>
          <a:xfrm>
            <a:off x="178306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8" name="Stage1_sixpanel_7399">
            <a:extLst>
              <a:ext uri="{FF2B5EF4-FFF2-40B4-BE49-F238E27FC236}">
                <a16:creationId xmlns:a16="http://schemas.microsoft.com/office/drawing/2014/main" id="{427BB1E3-CD25-4EA3-8EBB-CBDAA9FA518F}"/>
              </a:ext>
            </a:extLst>
          </p:cNvPr>
          <p:cNvSpPr>
            <a:spLocks noGrp="1"/>
          </p:cNvSpPr>
          <p:nvPr/>
        </p:nvSpPr>
        <p:spPr>
          <a:xfrm>
            <a:off x="19493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29" name="Stage1_sixpanel_7400">
            <a:extLst>
              <a:ext uri="{FF2B5EF4-FFF2-40B4-BE49-F238E27FC236}">
                <a16:creationId xmlns:a16="http://schemas.microsoft.com/office/drawing/2014/main" id="{FA7E8248-D0FE-465F-97BD-5E06802A0FB3}"/>
              </a:ext>
            </a:extLst>
          </p:cNvPr>
          <p:cNvSpPr>
            <a:spLocks noGrp="1"/>
          </p:cNvSpPr>
          <p:nvPr/>
        </p:nvSpPr>
        <p:spPr>
          <a:xfrm>
            <a:off x="196078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0" name="Stage1_sixpanel_7401">
            <a:extLst>
              <a:ext uri="{FF2B5EF4-FFF2-40B4-BE49-F238E27FC236}">
                <a16:creationId xmlns:a16="http://schemas.microsoft.com/office/drawing/2014/main" id="{ABA15C44-F537-4CD3-B756-ABB002404B91}"/>
              </a:ext>
            </a:extLst>
          </p:cNvPr>
          <p:cNvSpPr>
            <a:spLocks noGrp="1"/>
          </p:cNvSpPr>
          <p:nvPr/>
        </p:nvSpPr>
        <p:spPr>
          <a:xfrm>
            <a:off x="19151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1" name="Stage1_sixpanel_7402">
            <a:extLst>
              <a:ext uri="{FF2B5EF4-FFF2-40B4-BE49-F238E27FC236}">
                <a16:creationId xmlns:a16="http://schemas.microsoft.com/office/drawing/2014/main" id="{1C397393-E749-44DE-B62D-AF0C682BB93D}"/>
              </a:ext>
            </a:extLst>
          </p:cNvPr>
          <p:cNvSpPr>
            <a:spLocks noGrp="1"/>
          </p:cNvSpPr>
          <p:nvPr/>
        </p:nvSpPr>
        <p:spPr>
          <a:xfrm>
            <a:off x="18304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2" name="Stage1_sixpanel_7403">
            <a:extLst>
              <a:ext uri="{FF2B5EF4-FFF2-40B4-BE49-F238E27FC236}">
                <a16:creationId xmlns:a16="http://schemas.microsoft.com/office/drawing/2014/main" id="{50145D6B-35F2-47C4-A076-FC3C51BBE644}"/>
              </a:ext>
            </a:extLst>
          </p:cNvPr>
          <p:cNvSpPr>
            <a:spLocks noGrp="1"/>
          </p:cNvSpPr>
          <p:nvPr/>
        </p:nvSpPr>
        <p:spPr>
          <a:xfrm>
            <a:off x="19856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3" name="Stage1_sixpanel_7404">
            <a:extLst>
              <a:ext uri="{FF2B5EF4-FFF2-40B4-BE49-F238E27FC236}">
                <a16:creationId xmlns:a16="http://schemas.microsoft.com/office/drawing/2014/main" id="{96CAC80D-AA7C-4330-9E72-2115B77A98F1}"/>
              </a:ext>
            </a:extLst>
          </p:cNvPr>
          <p:cNvSpPr>
            <a:spLocks noGrp="1"/>
          </p:cNvSpPr>
          <p:nvPr/>
        </p:nvSpPr>
        <p:spPr>
          <a:xfrm>
            <a:off x="1942294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4" name="Stage1_sixpanel_7405">
            <a:extLst>
              <a:ext uri="{FF2B5EF4-FFF2-40B4-BE49-F238E27FC236}">
                <a16:creationId xmlns:a16="http://schemas.microsoft.com/office/drawing/2014/main" id="{FD369A7C-4F90-464D-9AC4-86F12AD1130A}"/>
              </a:ext>
            </a:extLst>
          </p:cNvPr>
          <p:cNvSpPr>
            <a:spLocks noGrp="1"/>
          </p:cNvSpPr>
          <p:nvPr/>
        </p:nvSpPr>
        <p:spPr>
          <a:xfrm>
            <a:off x="1879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5" name="Stage1_sixpanel_7406">
            <a:extLst>
              <a:ext uri="{FF2B5EF4-FFF2-40B4-BE49-F238E27FC236}">
                <a16:creationId xmlns:a16="http://schemas.microsoft.com/office/drawing/2014/main" id="{AA4127FA-430B-45CC-AA1D-21DDD2EF6299}"/>
              </a:ext>
            </a:extLst>
          </p:cNvPr>
          <p:cNvSpPr>
            <a:spLocks noGrp="1"/>
          </p:cNvSpPr>
          <p:nvPr/>
        </p:nvSpPr>
        <p:spPr>
          <a:xfrm>
            <a:off x="19855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6" name="Stage1_sixpanel_7407">
            <a:extLst>
              <a:ext uri="{FF2B5EF4-FFF2-40B4-BE49-F238E27FC236}">
                <a16:creationId xmlns:a16="http://schemas.microsoft.com/office/drawing/2014/main" id="{F3143FA1-9B59-49AD-99CB-ADC5566FB91B}"/>
              </a:ext>
            </a:extLst>
          </p:cNvPr>
          <p:cNvSpPr>
            <a:spLocks noGrp="1"/>
          </p:cNvSpPr>
          <p:nvPr/>
        </p:nvSpPr>
        <p:spPr>
          <a:xfrm>
            <a:off x="18959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7" name="Stage1_sixpanel_7408">
            <a:extLst>
              <a:ext uri="{FF2B5EF4-FFF2-40B4-BE49-F238E27FC236}">
                <a16:creationId xmlns:a16="http://schemas.microsoft.com/office/drawing/2014/main" id="{37B07C39-F54E-4CFA-A09D-67EFDB84FFD0}"/>
              </a:ext>
            </a:extLst>
          </p:cNvPr>
          <p:cNvSpPr>
            <a:spLocks noGrp="1"/>
          </p:cNvSpPr>
          <p:nvPr/>
        </p:nvSpPr>
        <p:spPr>
          <a:xfrm>
            <a:off x="1857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8" name="Stage1_sixpanel_7409">
            <a:extLst>
              <a:ext uri="{FF2B5EF4-FFF2-40B4-BE49-F238E27FC236}">
                <a16:creationId xmlns:a16="http://schemas.microsoft.com/office/drawing/2014/main" id="{AAA0F430-0098-449D-9FBC-8FB79FDDFA19}"/>
              </a:ext>
            </a:extLst>
          </p:cNvPr>
          <p:cNvSpPr>
            <a:spLocks noGrp="1"/>
          </p:cNvSpPr>
          <p:nvPr/>
        </p:nvSpPr>
        <p:spPr>
          <a:xfrm>
            <a:off x="19020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39" name="Stage1_sixpanel_7410">
            <a:extLst>
              <a:ext uri="{FF2B5EF4-FFF2-40B4-BE49-F238E27FC236}">
                <a16:creationId xmlns:a16="http://schemas.microsoft.com/office/drawing/2014/main" id="{0F16E9F1-457B-4FF1-94B6-3A294EDBA77C}"/>
              </a:ext>
            </a:extLst>
          </p:cNvPr>
          <p:cNvSpPr>
            <a:spLocks noGrp="1"/>
          </p:cNvSpPr>
          <p:nvPr/>
        </p:nvSpPr>
        <p:spPr>
          <a:xfrm>
            <a:off x="17998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0" name="Stage1_sixpanel_7411">
            <a:extLst>
              <a:ext uri="{FF2B5EF4-FFF2-40B4-BE49-F238E27FC236}">
                <a16:creationId xmlns:a16="http://schemas.microsoft.com/office/drawing/2014/main" id="{292360BA-671A-4A88-91F6-D18630A5BA93}"/>
              </a:ext>
            </a:extLst>
          </p:cNvPr>
          <p:cNvSpPr>
            <a:spLocks noGrp="1"/>
          </p:cNvSpPr>
          <p:nvPr/>
        </p:nvSpPr>
        <p:spPr>
          <a:xfrm>
            <a:off x="18282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1" name="Stage1_sixpanel_7412">
            <a:extLst>
              <a:ext uri="{FF2B5EF4-FFF2-40B4-BE49-F238E27FC236}">
                <a16:creationId xmlns:a16="http://schemas.microsoft.com/office/drawing/2014/main" id="{B4B1341C-CD5C-481F-BDD8-008285059A11}"/>
              </a:ext>
            </a:extLst>
          </p:cNvPr>
          <p:cNvSpPr>
            <a:spLocks noGrp="1"/>
          </p:cNvSpPr>
          <p:nvPr/>
        </p:nvSpPr>
        <p:spPr>
          <a:xfrm>
            <a:off x="1985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2" name="Stage1_sixpanel_7413">
            <a:extLst>
              <a:ext uri="{FF2B5EF4-FFF2-40B4-BE49-F238E27FC236}">
                <a16:creationId xmlns:a16="http://schemas.microsoft.com/office/drawing/2014/main" id="{59B8ECB9-0413-4CE9-9823-160998118C64}"/>
              </a:ext>
            </a:extLst>
          </p:cNvPr>
          <p:cNvSpPr>
            <a:spLocks noGrp="1"/>
          </p:cNvSpPr>
          <p:nvPr/>
        </p:nvSpPr>
        <p:spPr>
          <a:xfrm>
            <a:off x="182560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3" name="Stage1_sixpanel_7414">
            <a:extLst>
              <a:ext uri="{FF2B5EF4-FFF2-40B4-BE49-F238E27FC236}">
                <a16:creationId xmlns:a16="http://schemas.microsoft.com/office/drawing/2014/main" id="{9EE5B7AB-993A-4DD2-A1CE-0EC3FC6A1066}"/>
              </a:ext>
            </a:extLst>
          </p:cNvPr>
          <p:cNvSpPr>
            <a:spLocks noGrp="1"/>
          </p:cNvSpPr>
          <p:nvPr/>
        </p:nvSpPr>
        <p:spPr>
          <a:xfrm>
            <a:off x="18864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4" name="Stage1_sixpanel_7415">
            <a:extLst>
              <a:ext uri="{FF2B5EF4-FFF2-40B4-BE49-F238E27FC236}">
                <a16:creationId xmlns:a16="http://schemas.microsoft.com/office/drawing/2014/main" id="{1501B921-7CD7-4167-B0A5-C5F9AFC0073C}"/>
              </a:ext>
            </a:extLst>
          </p:cNvPr>
          <p:cNvSpPr>
            <a:spLocks noGrp="1"/>
          </p:cNvSpPr>
          <p:nvPr/>
        </p:nvSpPr>
        <p:spPr>
          <a:xfrm>
            <a:off x="1934761" y="740781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5" name="Stage1_sixpanel_7416">
            <a:extLst>
              <a:ext uri="{FF2B5EF4-FFF2-40B4-BE49-F238E27FC236}">
                <a16:creationId xmlns:a16="http://schemas.microsoft.com/office/drawing/2014/main" id="{7AAFC042-8154-439C-A1CC-18E8E8A1A5CF}"/>
              </a:ext>
            </a:extLst>
          </p:cNvPr>
          <p:cNvSpPr>
            <a:spLocks noGrp="1"/>
          </p:cNvSpPr>
          <p:nvPr/>
        </p:nvSpPr>
        <p:spPr>
          <a:xfrm>
            <a:off x="186084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6" name="Stage1_sixpanel_7417">
            <a:extLst>
              <a:ext uri="{FF2B5EF4-FFF2-40B4-BE49-F238E27FC236}">
                <a16:creationId xmlns:a16="http://schemas.microsoft.com/office/drawing/2014/main" id="{4FF7D450-7385-46FA-AA50-89EAEABC7AC9}"/>
              </a:ext>
            </a:extLst>
          </p:cNvPr>
          <p:cNvSpPr>
            <a:spLocks noGrp="1"/>
          </p:cNvSpPr>
          <p:nvPr/>
        </p:nvSpPr>
        <p:spPr>
          <a:xfrm>
            <a:off x="18914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7" name="Stage1_sixpanel_7418">
            <a:extLst>
              <a:ext uri="{FF2B5EF4-FFF2-40B4-BE49-F238E27FC236}">
                <a16:creationId xmlns:a16="http://schemas.microsoft.com/office/drawing/2014/main" id="{D112575D-4FB9-47AC-AF87-DADA336D72FE}"/>
              </a:ext>
            </a:extLst>
          </p:cNvPr>
          <p:cNvSpPr>
            <a:spLocks noGrp="1"/>
          </p:cNvSpPr>
          <p:nvPr/>
        </p:nvSpPr>
        <p:spPr>
          <a:xfrm>
            <a:off x="19110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8" name="Stage1_sixpanel_7419">
            <a:extLst>
              <a:ext uri="{FF2B5EF4-FFF2-40B4-BE49-F238E27FC236}">
                <a16:creationId xmlns:a16="http://schemas.microsoft.com/office/drawing/2014/main" id="{FA27640B-E46B-4146-BF2A-340E7013AAB9}"/>
              </a:ext>
            </a:extLst>
          </p:cNvPr>
          <p:cNvSpPr>
            <a:spLocks noGrp="1"/>
          </p:cNvSpPr>
          <p:nvPr/>
        </p:nvSpPr>
        <p:spPr>
          <a:xfrm>
            <a:off x="1935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49" name="Stage1_sixpanel_7420">
            <a:extLst>
              <a:ext uri="{FF2B5EF4-FFF2-40B4-BE49-F238E27FC236}">
                <a16:creationId xmlns:a16="http://schemas.microsoft.com/office/drawing/2014/main" id="{32CF14F1-7594-4E36-BD2F-AD4C41A42DF1}"/>
              </a:ext>
            </a:extLst>
          </p:cNvPr>
          <p:cNvSpPr>
            <a:spLocks noGrp="1"/>
          </p:cNvSpPr>
          <p:nvPr/>
        </p:nvSpPr>
        <p:spPr>
          <a:xfrm>
            <a:off x="197721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0" name="Stage1_sixpanel_7421">
            <a:extLst>
              <a:ext uri="{FF2B5EF4-FFF2-40B4-BE49-F238E27FC236}">
                <a16:creationId xmlns:a16="http://schemas.microsoft.com/office/drawing/2014/main" id="{CF29A33F-3F0E-47D3-AC41-11692751E244}"/>
              </a:ext>
            </a:extLst>
          </p:cNvPr>
          <p:cNvSpPr>
            <a:spLocks noGrp="1"/>
          </p:cNvSpPr>
          <p:nvPr/>
        </p:nvSpPr>
        <p:spPr>
          <a:xfrm>
            <a:off x="193143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1" name="Stage1_sixpanel_7422">
            <a:extLst>
              <a:ext uri="{FF2B5EF4-FFF2-40B4-BE49-F238E27FC236}">
                <a16:creationId xmlns:a16="http://schemas.microsoft.com/office/drawing/2014/main" id="{B82DF15E-473D-4A0F-8513-C7E41C8F3E7B}"/>
              </a:ext>
            </a:extLst>
          </p:cNvPr>
          <p:cNvSpPr>
            <a:spLocks noGrp="1"/>
          </p:cNvSpPr>
          <p:nvPr/>
        </p:nvSpPr>
        <p:spPr>
          <a:xfrm>
            <a:off x="18563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2" name="Stage1_sixpanel_7423">
            <a:extLst>
              <a:ext uri="{FF2B5EF4-FFF2-40B4-BE49-F238E27FC236}">
                <a16:creationId xmlns:a16="http://schemas.microsoft.com/office/drawing/2014/main" id="{00082DBA-65D0-489E-8249-354FAEB63C9F}"/>
              </a:ext>
            </a:extLst>
          </p:cNvPr>
          <p:cNvSpPr>
            <a:spLocks noGrp="1"/>
          </p:cNvSpPr>
          <p:nvPr/>
        </p:nvSpPr>
        <p:spPr>
          <a:xfrm>
            <a:off x="187920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3" name="Stage1_sixpanel_7424">
            <a:extLst>
              <a:ext uri="{FF2B5EF4-FFF2-40B4-BE49-F238E27FC236}">
                <a16:creationId xmlns:a16="http://schemas.microsoft.com/office/drawing/2014/main" id="{624FDFAE-CAB0-43F8-8D60-AB58A0B82E92}"/>
              </a:ext>
            </a:extLst>
          </p:cNvPr>
          <p:cNvSpPr>
            <a:spLocks noGrp="1"/>
          </p:cNvSpPr>
          <p:nvPr/>
        </p:nvSpPr>
        <p:spPr>
          <a:xfrm>
            <a:off x="1961453" y="691047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4" name="Stage1_sixpanel_7425">
            <a:extLst>
              <a:ext uri="{FF2B5EF4-FFF2-40B4-BE49-F238E27FC236}">
                <a16:creationId xmlns:a16="http://schemas.microsoft.com/office/drawing/2014/main" id="{CECDF662-EC4B-45CC-9979-1C71E1AF64C2}"/>
              </a:ext>
            </a:extLst>
          </p:cNvPr>
          <p:cNvSpPr>
            <a:spLocks noGrp="1"/>
          </p:cNvSpPr>
          <p:nvPr/>
        </p:nvSpPr>
        <p:spPr>
          <a:xfrm>
            <a:off x="180141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5" name="Stage1_sixpanel_7426">
            <a:extLst>
              <a:ext uri="{FF2B5EF4-FFF2-40B4-BE49-F238E27FC236}">
                <a16:creationId xmlns:a16="http://schemas.microsoft.com/office/drawing/2014/main" id="{100A494F-275D-4609-BCA1-2518C5E40F29}"/>
              </a:ext>
            </a:extLst>
          </p:cNvPr>
          <p:cNvSpPr>
            <a:spLocks noGrp="1"/>
          </p:cNvSpPr>
          <p:nvPr/>
        </p:nvSpPr>
        <p:spPr>
          <a:xfrm>
            <a:off x="19782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6" name="Stage1_sixpanel_7427">
            <a:extLst>
              <a:ext uri="{FF2B5EF4-FFF2-40B4-BE49-F238E27FC236}">
                <a16:creationId xmlns:a16="http://schemas.microsoft.com/office/drawing/2014/main" id="{F6F96810-EBCD-4239-A739-E86B7BCE95C1}"/>
              </a:ext>
            </a:extLst>
          </p:cNvPr>
          <p:cNvSpPr>
            <a:spLocks noGrp="1"/>
          </p:cNvSpPr>
          <p:nvPr/>
        </p:nvSpPr>
        <p:spPr>
          <a:xfrm>
            <a:off x="186521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7" name="Stage1_sixpanel_7428">
            <a:extLst>
              <a:ext uri="{FF2B5EF4-FFF2-40B4-BE49-F238E27FC236}">
                <a16:creationId xmlns:a16="http://schemas.microsoft.com/office/drawing/2014/main" id="{54178ED5-7CDF-4C2B-8C51-B85676386AB3}"/>
              </a:ext>
            </a:extLst>
          </p:cNvPr>
          <p:cNvSpPr>
            <a:spLocks noGrp="1"/>
          </p:cNvSpPr>
          <p:nvPr/>
        </p:nvSpPr>
        <p:spPr>
          <a:xfrm>
            <a:off x="197218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8" name="Stage1_sixpanel_7429">
            <a:extLst>
              <a:ext uri="{FF2B5EF4-FFF2-40B4-BE49-F238E27FC236}">
                <a16:creationId xmlns:a16="http://schemas.microsoft.com/office/drawing/2014/main" id="{58FE8BD0-2933-4662-A9BD-CE5CD2A99F08}"/>
              </a:ext>
            </a:extLst>
          </p:cNvPr>
          <p:cNvSpPr>
            <a:spLocks noGrp="1"/>
          </p:cNvSpPr>
          <p:nvPr/>
        </p:nvSpPr>
        <p:spPr>
          <a:xfrm>
            <a:off x="1827448" y="68911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59" name="Stage1_sixpanel_7430">
            <a:extLst>
              <a:ext uri="{FF2B5EF4-FFF2-40B4-BE49-F238E27FC236}">
                <a16:creationId xmlns:a16="http://schemas.microsoft.com/office/drawing/2014/main" id="{C450256F-DFAD-4C11-ADB7-E87708FBEFC8}"/>
              </a:ext>
            </a:extLst>
          </p:cNvPr>
          <p:cNvSpPr>
            <a:spLocks noGrp="1"/>
          </p:cNvSpPr>
          <p:nvPr/>
        </p:nvSpPr>
        <p:spPr>
          <a:xfrm>
            <a:off x="18998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0" name="Stage1_sixpanel_7431">
            <a:extLst>
              <a:ext uri="{FF2B5EF4-FFF2-40B4-BE49-F238E27FC236}">
                <a16:creationId xmlns:a16="http://schemas.microsoft.com/office/drawing/2014/main" id="{1F354233-C7D0-4D43-940F-6B2A9478A949}"/>
              </a:ext>
            </a:extLst>
          </p:cNvPr>
          <p:cNvSpPr>
            <a:spLocks noGrp="1"/>
          </p:cNvSpPr>
          <p:nvPr/>
        </p:nvSpPr>
        <p:spPr>
          <a:xfrm>
            <a:off x="1879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1" name="Stage1_sixpanel_7432">
            <a:extLst>
              <a:ext uri="{FF2B5EF4-FFF2-40B4-BE49-F238E27FC236}">
                <a16:creationId xmlns:a16="http://schemas.microsoft.com/office/drawing/2014/main" id="{FDC362C6-5234-4165-BC40-27BD2C38B826}"/>
              </a:ext>
            </a:extLst>
          </p:cNvPr>
          <p:cNvSpPr>
            <a:spLocks noGrp="1"/>
          </p:cNvSpPr>
          <p:nvPr/>
        </p:nvSpPr>
        <p:spPr>
          <a:xfrm>
            <a:off x="1848446" y="72320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2" name="Stage1_sixpanel_7433">
            <a:extLst>
              <a:ext uri="{FF2B5EF4-FFF2-40B4-BE49-F238E27FC236}">
                <a16:creationId xmlns:a16="http://schemas.microsoft.com/office/drawing/2014/main" id="{1AA62B1E-7855-4CC0-B4FD-0D97090543E2}"/>
              </a:ext>
            </a:extLst>
          </p:cNvPr>
          <p:cNvSpPr>
            <a:spLocks noGrp="1"/>
          </p:cNvSpPr>
          <p:nvPr/>
        </p:nvSpPr>
        <p:spPr>
          <a:xfrm>
            <a:off x="1834843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3" name="Stage1_sixpanel_7434">
            <a:extLst>
              <a:ext uri="{FF2B5EF4-FFF2-40B4-BE49-F238E27FC236}">
                <a16:creationId xmlns:a16="http://schemas.microsoft.com/office/drawing/2014/main" id="{5385A526-02B0-4230-8D46-ABFC3598FB83}"/>
              </a:ext>
            </a:extLst>
          </p:cNvPr>
          <p:cNvSpPr>
            <a:spLocks noGrp="1"/>
          </p:cNvSpPr>
          <p:nvPr/>
        </p:nvSpPr>
        <p:spPr>
          <a:xfrm>
            <a:off x="188077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4" name="Stage1_sixpanel_7435">
            <a:extLst>
              <a:ext uri="{FF2B5EF4-FFF2-40B4-BE49-F238E27FC236}">
                <a16:creationId xmlns:a16="http://schemas.microsoft.com/office/drawing/2014/main" id="{7BE2BFD6-60E7-43B4-B1E0-8E3EA46B3ED5}"/>
              </a:ext>
            </a:extLst>
          </p:cNvPr>
          <p:cNvSpPr>
            <a:spLocks noGrp="1"/>
          </p:cNvSpPr>
          <p:nvPr/>
        </p:nvSpPr>
        <p:spPr>
          <a:xfrm>
            <a:off x="177493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5" name="Stage1_sixpanel_7436">
            <a:extLst>
              <a:ext uri="{FF2B5EF4-FFF2-40B4-BE49-F238E27FC236}">
                <a16:creationId xmlns:a16="http://schemas.microsoft.com/office/drawing/2014/main" id="{01AC889E-4C44-4BC7-95CA-EBEC9D0AF6DB}"/>
              </a:ext>
            </a:extLst>
          </p:cNvPr>
          <p:cNvSpPr>
            <a:spLocks noGrp="1"/>
          </p:cNvSpPr>
          <p:nvPr/>
        </p:nvSpPr>
        <p:spPr>
          <a:xfrm>
            <a:off x="19228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6" name="Stage1_sixpanel_7437">
            <a:extLst>
              <a:ext uri="{FF2B5EF4-FFF2-40B4-BE49-F238E27FC236}">
                <a16:creationId xmlns:a16="http://schemas.microsoft.com/office/drawing/2014/main" id="{AF06BB89-D481-43BE-8EDE-3D51C488E52E}"/>
              </a:ext>
            </a:extLst>
          </p:cNvPr>
          <p:cNvSpPr>
            <a:spLocks noGrp="1"/>
          </p:cNvSpPr>
          <p:nvPr/>
        </p:nvSpPr>
        <p:spPr>
          <a:xfrm>
            <a:off x="19335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7" name="Stage1_sixpanel_7438">
            <a:extLst>
              <a:ext uri="{FF2B5EF4-FFF2-40B4-BE49-F238E27FC236}">
                <a16:creationId xmlns:a16="http://schemas.microsoft.com/office/drawing/2014/main" id="{8AB12AB6-4FEA-4D75-95C1-1B0DBC9D9150}"/>
              </a:ext>
            </a:extLst>
          </p:cNvPr>
          <p:cNvSpPr>
            <a:spLocks noGrp="1"/>
          </p:cNvSpPr>
          <p:nvPr/>
        </p:nvSpPr>
        <p:spPr>
          <a:xfrm>
            <a:off x="19122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8" name="Stage1_sixpanel_7439">
            <a:extLst>
              <a:ext uri="{FF2B5EF4-FFF2-40B4-BE49-F238E27FC236}">
                <a16:creationId xmlns:a16="http://schemas.microsoft.com/office/drawing/2014/main" id="{8934497C-FB82-45E1-9A95-C115BEAD9A41}"/>
              </a:ext>
            </a:extLst>
          </p:cNvPr>
          <p:cNvSpPr>
            <a:spLocks noGrp="1"/>
          </p:cNvSpPr>
          <p:nvPr/>
        </p:nvSpPr>
        <p:spPr>
          <a:xfrm>
            <a:off x="1986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69" name="Stage1_sixpanel_7440">
            <a:extLst>
              <a:ext uri="{FF2B5EF4-FFF2-40B4-BE49-F238E27FC236}">
                <a16:creationId xmlns:a16="http://schemas.microsoft.com/office/drawing/2014/main" id="{A1B1254E-00DC-472F-8F3C-DA52907DE2AA}"/>
              </a:ext>
            </a:extLst>
          </p:cNvPr>
          <p:cNvSpPr>
            <a:spLocks noGrp="1"/>
          </p:cNvSpPr>
          <p:nvPr/>
        </p:nvSpPr>
        <p:spPr>
          <a:xfrm>
            <a:off x="18436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0" name="Stage1_sixpanel_7441">
            <a:extLst>
              <a:ext uri="{FF2B5EF4-FFF2-40B4-BE49-F238E27FC236}">
                <a16:creationId xmlns:a16="http://schemas.microsoft.com/office/drawing/2014/main" id="{3EEDBA97-E5C8-4EE6-A1BA-B1C935D66890}"/>
              </a:ext>
            </a:extLst>
          </p:cNvPr>
          <p:cNvSpPr>
            <a:spLocks noGrp="1"/>
          </p:cNvSpPr>
          <p:nvPr/>
        </p:nvSpPr>
        <p:spPr>
          <a:xfrm>
            <a:off x="1895474" y="728728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1" name="Stage1_sixpanel_7442">
            <a:extLst>
              <a:ext uri="{FF2B5EF4-FFF2-40B4-BE49-F238E27FC236}">
                <a16:creationId xmlns:a16="http://schemas.microsoft.com/office/drawing/2014/main" id="{8384AEF7-B30B-4CAF-AFD3-204F162C248C}"/>
              </a:ext>
            </a:extLst>
          </p:cNvPr>
          <p:cNvSpPr>
            <a:spLocks noGrp="1"/>
          </p:cNvSpPr>
          <p:nvPr/>
        </p:nvSpPr>
        <p:spPr>
          <a:xfrm>
            <a:off x="18776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2" name="Stage1_sixpanel_7443">
            <a:extLst>
              <a:ext uri="{FF2B5EF4-FFF2-40B4-BE49-F238E27FC236}">
                <a16:creationId xmlns:a16="http://schemas.microsoft.com/office/drawing/2014/main" id="{CE030D76-BD38-4A65-8E61-CDCD25394D31}"/>
              </a:ext>
            </a:extLst>
          </p:cNvPr>
          <p:cNvSpPr>
            <a:spLocks noGrp="1"/>
          </p:cNvSpPr>
          <p:nvPr/>
        </p:nvSpPr>
        <p:spPr>
          <a:xfrm>
            <a:off x="184107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3" name="Stage1_sixpanel_7444">
            <a:extLst>
              <a:ext uri="{FF2B5EF4-FFF2-40B4-BE49-F238E27FC236}">
                <a16:creationId xmlns:a16="http://schemas.microsoft.com/office/drawing/2014/main" id="{047A6B4B-4E57-4FC0-BB07-D0CCCBD452BC}"/>
              </a:ext>
            </a:extLst>
          </p:cNvPr>
          <p:cNvSpPr>
            <a:spLocks noGrp="1"/>
          </p:cNvSpPr>
          <p:nvPr/>
        </p:nvSpPr>
        <p:spPr>
          <a:xfrm>
            <a:off x="191194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4" name="Stage1_sixpanel_7445">
            <a:extLst>
              <a:ext uri="{FF2B5EF4-FFF2-40B4-BE49-F238E27FC236}">
                <a16:creationId xmlns:a16="http://schemas.microsoft.com/office/drawing/2014/main" id="{E76DE4CA-04FC-4473-A83F-335DF2EFB9B1}"/>
              </a:ext>
            </a:extLst>
          </p:cNvPr>
          <p:cNvSpPr>
            <a:spLocks noGrp="1"/>
          </p:cNvSpPr>
          <p:nvPr/>
        </p:nvSpPr>
        <p:spPr>
          <a:xfrm>
            <a:off x="1776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5" name="Stage1_sixpanel_7446">
            <a:extLst>
              <a:ext uri="{FF2B5EF4-FFF2-40B4-BE49-F238E27FC236}">
                <a16:creationId xmlns:a16="http://schemas.microsoft.com/office/drawing/2014/main" id="{5F7AFECD-E72B-47C3-8228-44A2AEB4BF59}"/>
              </a:ext>
            </a:extLst>
          </p:cNvPr>
          <p:cNvSpPr>
            <a:spLocks noGrp="1"/>
          </p:cNvSpPr>
          <p:nvPr/>
        </p:nvSpPr>
        <p:spPr>
          <a:xfrm>
            <a:off x="1808713" y="7133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6" name="Stage1_sixpanel_7447">
            <a:extLst>
              <a:ext uri="{FF2B5EF4-FFF2-40B4-BE49-F238E27FC236}">
                <a16:creationId xmlns:a16="http://schemas.microsoft.com/office/drawing/2014/main" id="{BCAB1EB6-155B-4ACC-80E5-93879B911952}"/>
              </a:ext>
            </a:extLst>
          </p:cNvPr>
          <p:cNvSpPr>
            <a:spLocks noGrp="1"/>
          </p:cNvSpPr>
          <p:nvPr/>
        </p:nvSpPr>
        <p:spPr>
          <a:xfrm>
            <a:off x="17735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7" name="Stage1_sixpanel_7448">
            <a:extLst>
              <a:ext uri="{FF2B5EF4-FFF2-40B4-BE49-F238E27FC236}">
                <a16:creationId xmlns:a16="http://schemas.microsoft.com/office/drawing/2014/main" id="{83F02D09-BE04-4B53-AA12-CF83D088B31A}"/>
              </a:ext>
            </a:extLst>
          </p:cNvPr>
          <p:cNvSpPr>
            <a:spLocks noGrp="1"/>
          </p:cNvSpPr>
          <p:nvPr/>
        </p:nvSpPr>
        <p:spPr>
          <a:xfrm>
            <a:off x="180880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8" name="Stage1_sixpanel_7449">
            <a:extLst>
              <a:ext uri="{FF2B5EF4-FFF2-40B4-BE49-F238E27FC236}">
                <a16:creationId xmlns:a16="http://schemas.microsoft.com/office/drawing/2014/main" id="{4D405916-D298-4D08-8E18-C978D18EF278}"/>
              </a:ext>
            </a:extLst>
          </p:cNvPr>
          <p:cNvSpPr>
            <a:spLocks noGrp="1"/>
          </p:cNvSpPr>
          <p:nvPr/>
        </p:nvSpPr>
        <p:spPr>
          <a:xfrm>
            <a:off x="18952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79" name="Stage1_sixpanel_7450">
            <a:extLst>
              <a:ext uri="{FF2B5EF4-FFF2-40B4-BE49-F238E27FC236}">
                <a16:creationId xmlns:a16="http://schemas.microsoft.com/office/drawing/2014/main" id="{B636568A-1AE9-42A9-AA90-5653E50032F0}"/>
              </a:ext>
            </a:extLst>
          </p:cNvPr>
          <p:cNvSpPr>
            <a:spLocks noGrp="1"/>
          </p:cNvSpPr>
          <p:nvPr/>
        </p:nvSpPr>
        <p:spPr>
          <a:xfrm>
            <a:off x="196988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0" name="Stage1_sixpanel_7451">
            <a:extLst>
              <a:ext uri="{FF2B5EF4-FFF2-40B4-BE49-F238E27FC236}">
                <a16:creationId xmlns:a16="http://schemas.microsoft.com/office/drawing/2014/main" id="{B73CCD81-5F82-4827-8DA6-7FBF7C67229A}"/>
              </a:ext>
            </a:extLst>
          </p:cNvPr>
          <p:cNvSpPr>
            <a:spLocks noGrp="1"/>
          </p:cNvSpPr>
          <p:nvPr/>
        </p:nvSpPr>
        <p:spPr>
          <a:xfrm>
            <a:off x="177741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1" name="Stage1_sixpanel_7452">
            <a:extLst>
              <a:ext uri="{FF2B5EF4-FFF2-40B4-BE49-F238E27FC236}">
                <a16:creationId xmlns:a16="http://schemas.microsoft.com/office/drawing/2014/main" id="{B63D7722-5240-427C-8CD8-9E5ABF402103}"/>
              </a:ext>
            </a:extLst>
          </p:cNvPr>
          <p:cNvSpPr>
            <a:spLocks noGrp="1"/>
          </p:cNvSpPr>
          <p:nvPr/>
        </p:nvSpPr>
        <p:spPr>
          <a:xfrm>
            <a:off x="19065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2" name="Stage1_sixpanel_7453">
            <a:extLst>
              <a:ext uri="{FF2B5EF4-FFF2-40B4-BE49-F238E27FC236}">
                <a16:creationId xmlns:a16="http://schemas.microsoft.com/office/drawing/2014/main" id="{A0D4F454-3D99-4D9C-8DBD-4082C1AE7CD6}"/>
              </a:ext>
            </a:extLst>
          </p:cNvPr>
          <p:cNvSpPr>
            <a:spLocks noGrp="1"/>
          </p:cNvSpPr>
          <p:nvPr/>
        </p:nvSpPr>
        <p:spPr>
          <a:xfrm>
            <a:off x="180692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3" name="Stage1_sixpanel_7454">
            <a:extLst>
              <a:ext uri="{FF2B5EF4-FFF2-40B4-BE49-F238E27FC236}">
                <a16:creationId xmlns:a16="http://schemas.microsoft.com/office/drawing/2014/main" id="{3931D1A9-49C9-4EF5-AA0B-C6B6ED339E6C}"/>
              </a:ext>
            </a:extLst>
          </p:cNvPr>
          <p:cNvSpPr>
            <a:spLocks noGrp="1"/>
          </p:cNvSpPr>
          <p:nvPr/>
        </p:nvSpPr>
        <p:spPr>
          <a:xfrm>
            <a:off x="19844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4" name="Stage1_sixpanel_7455">
            <a:extLst>
              <a:ext uri="{FF2B5EF4-FFF2-40B4-BE49-F238E27FC236}">
                <a16:creationId xmlns:a16="http://schemas.microsoft.com/office/drawing/2014/main" id="{126D8A45-0298-410A-BB91-3571F75C8142}"/>
              </a:ext>
            </a:extLst>
          </p:cNvPr>
          <p:cNvSpPr>
            <a:spLocks noGrp="1"/>
          </p:cNvSpPr>
          <p:nvPr/>
        </p:nvSpPr>
        <p:spPr>
          <a:xfrm>
            <a:off x="18539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5" name="Stage1_sixpanel_7456">
            <a:extLst>
              <a:ext uri="{FF2B5EF4-FFF2-40B4-BE49-F238E27FC236}">
                <a16:creationId xmlns:a16="http://schemas.microsoft.com/office/drawing/2014/main" id="{71D19B09-3D12-4656-9D80-0087ED88028F}"/>
              </a:ext>
            </a:extLst>
          </p:cNvPr>
          <p:cNvSpPr>
            <a:spLocks noGrp="1"/>
          </p:cNvSpPr>
          <p:nvPr/>
        </p:nvSpPr>
        <p:spPr>
          <a:xfrm>
            <a:off x="1837168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6" name="Stage1_sixpanel_7457">
            <a:extLst>
              <a:ext uri="{FF2B5EF4-FFF2-40B4-BE49-F238E27FC236}">
                <a16:creationId xmlns:a16="http://schemas.microsoft.com/office/drawing/2014/main" id="{558F5FF1-A389-4516-99B1-35320CA9EEB1}"/>
              </a:ext>
            </a:extLst>
          </p:cNvPr>
          <p:cNvSpPr>
            <a:spLocks noGrp="1"/>
          </p:cNvSpPr>
          <p:nvPr/>
        </p:nvSpPr>
        <p:spPr>
          <a:xfrm>
            <a:off x="17864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7" name="Stage1_sixpanel_7458">
            <a:extLst>
              <a:ext uri="{FF2B5EF4-FFF2-40B4-BE49-F238E27FC236}">
                <a16:creationId xmlns:a16="http://schemas.microsoft.com/office/drawing/2014/main" id="{B078D90F-B816-48B4-8D40-3EEF488386F9}"/>
              </a:ext>
            </a:extLst>
          </p:cNvPr>
          <p:cNvSpPr>
            <a:spLocks noGrp="1"/>
          </p:cNvSpPr>
          <p:nvPr/>
        </p:nvSpPr>
        <p:spPr>
          <a:xfrm>
            <a:off x="19742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8" name="Stage1_sixpanel_7459">
            <a:extLst>
              <a:ext uri="{FF2B5EF4-FFF2-40B4-BE49-F238E27FC236}">
                <a16:creationId xmlns:a16="http://schemas.microsoft.com/office/drawing/2014/main" id="{F55754B0-5DB5-4476-B863-4D492F106CF1}"/>
              </a:ext>
            </a:extLst>
          </p:cNvPr>
          <p:cNvSpPr>
            <a:spLocks noGrp="1"/>
          </p:cNvSpPr>
          <p:nvPr/>
        </p:nvSpPr>
        <p:spPr>
          <a:xfrm>
            <a:off x="1880981" y="718283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89" name="Stage1_sixpanel_7460">
            <a:extLst>
              <a:ext uri="{FF2B5EF4-FFF2-40B4-BE49-F238E27FC236}">
                <a16:creationId xmlns:a16="http://schemas.microsoft.com/office/drawing/2014/main" id="{53D6DBB5-8FB5-4996-BCBC-EA0BF2F36C46}"/>
              </a:ext>
            </a:extLst>
          </p:cNvPr>
          <p:cNvSpPr>
            <a:spLocks noGrp="1"/>
          </p:cNvSpPr>
          <p:nvPr/>
        </p:nvSpPr>
        <p:spPr>
          <a:xfrm>
            <a:off x="18362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0" name="Stage1_sixpanel_7461">
            <a:extLst>
              <a:ext uri="{FF2B5EF4-FFF2-40B4-BE49-F238E27FC236}">
                <a16:creationId xmlns:a16="http://schemas.microsoft.com/office/drawing/2014/main" id="{1F50935F-E6AE-43FF-A3E8-CF2B365977CE}"/>
              </a:ext>
            </a:extLst>
          </p:cNvPr>
          <p:cNvSpPr>
            <a:spLocks noGrp="1"/>
          </p:cNvSpPr>
          <p:nvPr/>
        </p:nvSpPr>
        <p:spPr>
          <a:xfrm>
            <a:off x="1925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1" name="Stage1_sixpanel_7462">
            <a:extLst>
              <a:ext uri="{FF2B5EF4-FFF2-40B4-BE49-F238E27FC236}">
                <a16:creationId xmlns:a16="http://schemas.microsoft.com/office/drawing/2014/main" id="{113B56FB-84A9-4741-8EEE-06F61919F603}"/>
              </a:ext>
            </a:extLst>
          </p:cNvPr>
          <p:cNvSpPr>
            <a:spLocks noGrp="1"/>
          </p:cNvSpPr>
          <p:nvPr/>
        </p:nvSpPr>
        <p:spPr>
          <a:xfrm>
            <a:off x="180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2" name="Stage1_sixpanel_7463">
            <a:extLst>
              <a:ext uri="{FF2B5EF4-FFF2-40B4-BE49-F238E27FC236}">
                <a16:creationId xmlns:a16="http://schemas.microsoft.com/office/drawing/2014/main" id="{D6D26378-D5CF-4A59-8C63-6A031E484ABB}"/>
              </a:ext>
            </a:extLst>
          </p:cNvPr>
          <p:cNvSpPr>
            <a:spLocks noGrp="1"/>
          </p:cNvSpPr>
          <p:nvPr/>
        </p:nvSpPr>
        <p:spPr>
          <a:xfrm>
            <a:off x="18995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3" name="Stage1_sixpanel_7464">
            <a:extLst>
              <a:ext uri="{FF2B5EF4-FFF2-40B4-BE49-F238E27FC236}">
                <a16:creationId xmlns:a16="http://schemas.microsoft.com/office/drawing/2014/main" id="{36ED5008-5296-4F89-B8CB-034E433989B7}"/>
              </a:ext>
            </a:extLst>
          </p:cNvPr>
          <p:cNvSpPr>
            <a:spLocks noGrp="1"/>
          </p:cNvSpPr>
          <p:nvPr/>
        </p:nvSpPr>
        <p:spPr>
          <a:xfrm>
            <a:off x="189525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4" name="Stage1_sixpanel_7465">
            <a:extLst>
              <a:ext uri="{FF2B5EF4-FFF2-40B4-BE49-F238E27FC236}">
                <a16:creationId xmlns:a16="http://schemas.microsoft.com/office/drawing/2014/main" id="{6EEA09DC-A1F6-4E23-BB7D-35D136BC6E9F}"/>
              </a:ext>
            </a:extLst>
          </p:cNvPr>
          <p:cNvSpPr>
            <a:spLocks noGrp="1"/>
          </p:cNvSpPr>
          <p:nvPr/>
        </p:nvSpPr>
        <p:spPr>
          <a:xfrm>
            <a:off x="18871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5" name="Stage1_sixpanel_7466">
            <a:extLst>
              <a:ext uri="{FF2B5EF4-FFF2-40B4-BE49-F238E27FC236}">
                <a16:creationId xmlns:a16="http://schemas.microsoft.com/office/drawing/2014/main" id="{836C1DE5-02D6-4437-A139-D033A4E1402D}"/>
              </a:ext>
            </a:extLst>
          </p:cNvPr>
          <p:cNvSpPr>
            <a:spLocks noGrp="1"/>
          </p:cNvSpPr>
          <p:nvPr/>
        </p:nvSpPr>
        <p:spPr>
          <a:xfrm>
            <a:off x="18717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6" name="Stage1_sixpanel_7467">
            <a:extLst>
              <a:ext uri="{FF2B5EF4-FFF2-40B4-BE49-F238E27FC236}">
                <a16:creationId xmlns:a16="http://schemas.microsoft.com/office/drawing/2014/main" id="{ED8F869A-A076-4710-ACFF-2C55E3BD09A7}"/>
              </a:ext>
            </a:extLst>
          </p:cNvPr>
          <p:cNvSpPr>
            <a:spLocks noGrp="1"/>
          </p:cNvSpPr>
          <p:nvPr/>
        </p:nvSpPr>
        <p:spPr>
          <a:xfrm>
            <a:off x="1891707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7" name="Stage1_sixpanel_7468">
            <a:extLst>
              <a:ext uri="{FF2B5EF4-FFF2-40B4-BE49-F238E27FC236}">
                <a16:creationId xmlns:a16="http://schemas.microsoft.com/office/drawing/2014/main" id="{C55E1342-ABED-4932-8C5E-9F8459A8C2AF}"/>
              </a:ext>
            </a:extLst>
          </p:cNvPr>
          <p:cNvSpPr>
            <a:spLocks noGrp="1"/>
          </p:cNvSpPr>
          <p:nvPr/>
        </p:nvSpPr>
        <p:spPr>
          <a:xfrm>
            <a:off x="192909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8" name="Stage1_sixpanel_7469">
            <a:extLst>
              <a:ext uri="{FF2B5EF4-FFF2-40B4-BE49-F238E27FC236}">
                <a16:creationId xmlns:a16="http://schemas.microsoft.com/office/drawing/2014/main" id="{ED15B143-A344-4A9B-BB52-54183188F62F}"/>
              </a:ext>
            </a:extLst>
          </p:cNvPr>
          <p:cNvSpPr>
            <a:spLocks noGrp="1"/>
          </p:cNvSpPr>
          <p:nvPr/>
        </p:nvSpPr>
        <p:spPr>
          <a:xfrm>
            <a:off x="1908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299" name="Stage1_sixpanel_7470">
            <a:extLst>
              <a:ext uri="{FF2B5EF4-FFF2-40B4-BE49-F238E27FC236}">
                <a16:creationId xmlns:a16="http://schemas.microsoft.com/office/drawing/2014/main" id="{6C863A8D-6B3F-4C5A-8AC2-AB936DDE27B7}"/>
              </a:ext>
            </a:extLst>
          </p:cNvPr>
          <p:cNvSpPr>
            <a:spLocks noGrp="1"/>
          </p:cNvSpPr>
          <p:nvPr/>
        </p:nvSpPr>
        <p:spPr>
          <a:xfrm>
            <a:off x="18479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0" name="Stage1_sixpanel_7471">
            <a:extLst>
              <a:ext uri="{FF2B5EF4-FFF2-40B4-BE49-F238E27FC236}">
                <a16:creationId xmlns:a16="http://schemas.microsoft.com/office/drawing/2014/main" id="{8CC54FCE-7BEC-4F46-AD00-26B309AE977E}"/>
              </a:ext>
            </a:extLst>
          </p:cNvPr>
          <p:cNvSpPr>
            <a:spLocks noGrp="1"/>
          </p:cNvSpPr>
          <p:nvPr/>
        </p:nvSpPr>
        <p:spPr>
          <a:xfrm>
            <a:off x="198399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1" name="Stage1_sixpanel_7472">
            <a:extLst>
              <a:ext uri="{FF2B5EF4-FFF2-40B4-BE49-F238E27FC236}">
                <a16:creationId xmlns:a16="http://schemas.microsoft.com/office/drawing/2014/main" id="{EAF54D50-A960-4030-BC5A-008690B24185}"/>
              </a:ext>
            </a:extLst>
          </p:cNvPr>
          <p:cNvSpPr>
            <a:spLocks noGrp="1"/>
          </p:cNvSpPr>
          <p:nvPr/>
        </p:nvSpPr>
        <p:spPr>
          <a:xfrm>
            <a:off x="19277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2" name="Stage1_sixpanel_7473">
            <a:extLst>
              <a:ext uri="{FF2B5EF4-FFF2-40B4-BE49-F238E27FC236}">
                <a16:creationId xmlns:a16="http://schemas.microsoft.com/office/drawing/2014/main" id="{2C745E1C-C2F9-46C1-91A2-70EDF788FA22}"/>
              </a:ext>
            </a:extLst>
          </p:cNvPr>
          <p:cNvSpPr>
            <a:spLocks noGrp="1"/>
          </p:cNvSpPr>
          <p:nvPr/>
        </p:nvSpPr>
        <p:spPr>
          <a:xfrm>
            <a:off x="1810309" y="69405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3" name="Stage1_sixpanel_7474">
            <a:extLst>
              <a:ext uri="{FF2B5EF4-FFF2-40B4-BE49-F238E27FC236}">
                <a16:creationId xmlns:a16="http://schemas.microsoft.com/office/drawing/2014/main" id="{32E8E224-2E5F-4FC0-B5AC-0A13E42905A3}"/>
              </a:ext>
            </a:extLst>
          </p:cNvPr>
          <p:cNvSpPr>
            <a:spLocks noGrp="1"/>
          </p:cNvSpPr>
          <p:nvPr/>
        </p:nvSpPr>
        <p:spPr>
          <a:xfrm>
            <a:off x="1796995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4" name="Stage1_sixpanel_7475">
            <a:extLst>
              <a:ext uri="{FF2B5EF4-FFF2-40B4-BE49-F238E27FC236}">
                <a16:creationId xmlns:a16="http://schemas.microsoft.com/office/drawing/2014/main" id="{220B4AA0-90D0-4B94-BAE6-C2DB603448C9}"/>
              </a:ext>
            </a:extLst>
          </p:cNvPr>
          <p:cNvSpPr>
            <a:spLocks noGrp="1"/>
          </p:cNvSpPr>
          <p:nvPr/>
        </p:nvSpPr>
        <p:spPr>
          <a:xfrm>
            <a:off x="193126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5" name="Stage1_sixpanel_7476">
            <a:extLst>
              <a:ext uri="{FF2B5EF4-FFF2-40B4-BE49-F238E27FC236}">
                <a16:creationId xmlns:a16="http://schemas.microsoft.com/office/drawing/2014/main" id="{7081BC1C-5544-414E-92BA-04A127CB09D4}"/>
              </a:ext>
            </a:extLst>
          </p:cNvPr>
          <p:cNvSpPr>
            <a:spLocks noGrp="1"/>
          </p:cNvSpPr>
          <p:nvPr/>
        </p:nvSpPr>
        <p:spPr>
          <a:xfrm>
            <a:off x="19782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6" name="Stage1_sixpanel_7477">
            <a:extLst>
              <a:ext uri="{FF2B5EF4-FFF2-40B4-BE49-F238E27FC236}">
                <a16:creationId xmlns:a16="http://schemas.microsoft.com/office/drawing/2014/main" id="{901AAA1A-3CBB-4286-ABEA-465B76A1030C}"/>
              </a:ext>
            </a:extLst>
          </p:cNvPr>
          <p:cNvSpPr>
            <a:spLocks noGrp="1"/>
          </p:cNvSpPr>
          <p:nvPr/>
        </p:nvSpPr>
        <p:spPr>
          <a:xfrm>
            <a:off x="1960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7" name="Stage1_sixpanel_7478">
            <a:extLst>
              <a:ext uri="{FF2B5EF4-FFF2-40B4-BE49-F238E27FC236}">
                <a16:creationId xmlns:a16="http://schemas.microsoft.com/office/drawing/2014/main" id="{6A60625F-E3A9-49F6-800E-C35AAEFA4D5E}"/>
              </a:ext>
            </a:extLst>
          </p:cNvPr>
          <p:cNvSpPr>
            <a:spLocks noGrp="1"/>
          </p:cNvSpPr>
          <p:nvPr/>
        </p:nvSpPr>
        <p:spPr>
          <a:xfrm>
            <a:off x="1942969" y="729532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8" name="Stage1_sixpanel_7479">
            <a:extLst>
              <a:ext uri="{FF2B5EF4-FFF2-40B4-BE49-F238E27FC236}">
                <a16:creationId xmlns:a16="http://schemas.microsoft.com/office/drawing/2014/main" id="{921B8633-6846-47F8-BBF0-818A746FDF7B}"/>
              </a:ext>
            </a:extLst>
          </p:cNvPr>
          <p:cNvSpPr>
            <a:spLocks noGrp="1"/>
          </p:cNvSpPr>
          <p:nvPr/>
        </p:nvSpPr>
        <p:spPr>
          <a:xfrm>
            <a:off x="19203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09" name="Stage1_sixpanel_7480">
            <a:extLst>
              <a:ext uri="{FF2B5EF4-FFF2-40B4-BE49-F238E27FC236}">
                <a16:creationId xmlns:a16="http://schemas.microsoft.com/office/drawing/2014/main" id="{E2E0A5A9-FDA1-4AF2-85C8-BD623F31B57B}"/>
              </a:ext>
            </a:extLst>
          </p:cNvPr>
          <p:cNvSpPr>
            <a:spLocks noGrp="1"/>
          </p:cNvSpPr>
          <p:nvPr/>
        </p:nvSpPr>
        <p:spPr>
          <a:xfrm>
            <a:off x="1905896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0" name="Stage1_sixpanel_7481">
            <a:extLst>
              <a:ext uri="{FF2B5EF4-FFF2-40B4-BE49-F238E27FC236}">
                <a16:creationId xmlns:a16="http://schemas.microsoft.com/office/drawing/2014/main" id="{FB7D5834-AF84-4E21-BCC2-C252EB2EE04D}"/>
              </a:ext>
            </a:extLst>
          </p:cNvPr>
          <p:cNvSpPr>
            <a:spLocks noGrp="1"/>
          </p:cNvSpPr>
          <p:nvPr/>
        </p:nvSpPr>
        <p:spPr>
          <a:xfrm>
            <a:off x="192533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1" name="Stage1_sixpanel_7482">
            <a:extLst>
              <a:ext uri="{FF2B5EF4-FFF2-40B4-BE49-F238E27FC236}">
                <a16:creationId xmlns:a16="http://schemas.microsoft.com/office/drawing/2014/main" id="{017B9984-2CCA-4B8B-B7C1-202E334243B0}"/>
              </a:ext>
            </a:extLst>
          </p:cNvPr>
          <p:cNvSpPr>
            <a:spLocks noGrp="1"/>
          </p:cNvSpPr>
          <p:nvPr/>
        </p:nvSpPr>
        <p:spPr>
          <a:xfrm>
            <a:off x="18592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2" name="Stage1_sixpanel_7483">
            <a:extLst>
              <a:ext uri="{FF2B5EF4-FFF2-40B4-BE49-F238E27FC236}">
                <a16:creationId xmlns:a16="http://schemas.microsoft.com/office/drawing/2014/main" id="{D0E59B66-238C-46FC-9CBB-F3F6AD3FF5E7}"/>
              </a:ext>
            </a:extLst>
          </p:cNvPr>
          <p:cNvSpPr>
            <a:spLocks noGrp="1"/>
          </p:cNvSpPr>
          <p:nvPr/>
        </p:nvSpPr>
        <p:spPr>
          <a:xfrm>
            <a:off x="1850424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3" name="Stage1_sixpanel_7484">
            <a:extLst>
              <a:ext uri="{FF2B5EF4-FFF2-40B4-BE49-F238E27FC236}">
                <a16:creationId xmlns:a16="http://schemas.microsoft.com/office/drawing/2014/main" id="{A4B846B6-645E-47C9-BC87-AF44B82A31D9}"/>
              </a:ext>
            </a:extLst>
          </p:cNvPr>
          <p:cNvSpPr>
            <a:spLocks noGrp="1"/>
          </p:cNvSpPr>
          <p:nvPr/>
        </p:nvSpPr>
        <p:spPr>
          <a:xfrm>
            <a:off x="1873029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4" name="Stage1_sixpanel_7485">
            <a:extLst>
              <a:ext uri="{FF2B5EF4-FFF2-40B4-BE49-F238E27FC236}">
                <a16:creationId xmlns:a16="http://schemas.microsoft.com/office/drawing/2014/main" id="{2A1EAAC6-6F83-448B-BB5E-6883A8EC2083}"/>
              </a:ext>
            </a:extLst>
          </p:cNvPr>
          <p:cNvSpPr>
            <a:spLocks noGrp="1"/>
          </p:cNvSpPr>
          <p:nvPr/>
        </p:nvSpPr>
        <p:spPr>
          <a:xfrm>
            <a:off x="1817374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5" name="Stage1_sixpanel_7486">
            <a:extLst>
              <a:ext uri="{FF2B5EF4-FFF2-40B4-BE49-F238E27FC236}">
                <a16:creationId xmlns:a16="http://schemas.microsoft.com/office/drawing/2014/main" id="{820CDA64-F3EA-4911-80D9-3AE615721429}"/>
              </a:ext>
            </a:extLst>
          </p:cNvPr>
          <p:cNvSpPr>
            <a:spLocks noGrp="1"/>
          </p:cNvSpPr>
          <p:nvPr/>
        </p:nvSpPr>
        <p:spPr>
          <a:xfrm>
            <a:off x="1816798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6" name="Stage1_sixpanel_7487">
            <a:extLst>
              <a:ext uri="{FF2B5EF4-FFF2-40B4-BE49-F238E27FC236}">
                <a16:creationId xmlns:a16="http://schemas.microsoft.com/office/drawing/2014/main" id="{5B2BFF9E-5C91-4054-ABB5-F288F81892AC}"/>
              </a:ext>
            </a:extLst>
          </p:cNvPr>
          <p:cNvSpPr>
            <a:spLocks noGrp="1"/>
          </p:cNvSpPr>
          <p:nvPr/>
        </p:nvSpPr>
        <p:spPr>
          <a:xfrm>
            <a:off x="188146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7" name="Stage1_sixpanel_7488">
            <a:extLst>
              <a:ext uri="{FF2B5EF4-FFF2-40B4-BE49-F238E27FC236}">
                <a16:creationId xmlns:a16="http://schemas.microsoft.com/office/drawing/2014/main" id="{D0B18B5D-E6F1-4ECF-AAF7-B420F2B3AA4B}"/>
              </a:ext>
            </a:extLst>
          </p:cNvPr>
          <p:cNvSpPr>
            <a:spLocks noGrp="1"/>
          </p:cNvSpPr>
          <p:nvPr/>
        </p:nvSpPr>
        <p:spPr>
          <a:xfrm>
            <a:off x="19098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8" name="Stage1_sixpanel_7489">
            <a:extLst>
              <a:ext uri="{FF2B5EF4-FFF2-40B4-BE49-F238E27FC236}">
                <a16:creationId xmlns:a16="http://schemas.microsoft.com/office/drawing/2014/main" id="{CE6A4DB1-A716-447D-AC38-D67B7D35C438}"/>
              </a:ext>
            </a:extLst>
          </p:cNvPr>
          <p:cNvSpPr>
            <a:spLocks noGrp="1"/>
          </p:cNvSpPr>
          <p:nvPr/>
        </p:nvSpPr>
        <p:spPr>
          <a:xfrm>
            <a:off x="18962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19" name="Stage1_sixpanel_7490">
            <a:extLst>
              <a:ext uri="{FF2B5EF4-FFF2-40B4-BE49-F238E27FC236}">
                <a16:creationId xmlns:a16="http://schemas.microsoft.com/office/drawing/2014/main" id="{1460B6D9-C71E-40E3-8721-003BFBC472E5}"/>
              </a:ext>
            </a:extLst>
          </p:cNvPr>
          <p:cNvSpPr>
            <a:spLocks noGrp="1"/>
          </p:cNvSpPr>
          <p:nvPr/>
        </p:nvSpPr>
        <p:spPr>
          <a:xfrm>
            <a:off x="193902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0" name="Stage1_sixpanel_7491">
            <a:extLst>
              <a:ext uri="{FF2B5EF4-FFF2-40B4-BE49-F238E27FC236}">
                <a16:creationId xmlns:a16="http://schemas.microsoft.com/office/drawing/2014/main" id="{304D2893-B185-48E7-B3F5-0FDB807EE6EE}"/>
              </a:ext>
            </a:extLst>
          </p:cNvPr>
          <p:cNvSpPr>
            <a:spLocks noGrp="1"/>
          </p:cNvSpPr>
          <p:nvPr/>
        </p:nvSpPr>
        <p:spPr>
          <a:xfrm>
            <a:off x="1808968" y="764968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1" name="Stage1_sixpanel_7492">
            <a:extLst>
              <a:ext uri="{FF2B5EF4-FFF2-40B4-BE49-F238E27FC236}">
                <a16:creationId xmlns:a16="http://schemas.microsoft.com/office/drawing/2014/main" id="{3AFB214B-0DA9-48D5-812B-472198DD6A66}"/>
              </a:ext>
            </a:extLst>
          </p:cNvPr>
          <p:cNvSpPr>
            <a:spLocks noGrp="1"/>
          </p:cNvSpPr>
          <p:nvPr/>
        </p:nvSpPr>
        <p:spPr>
          <a:xfrm>
            <a:off x="181721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2" name="Stage1_sixpanel_7493">
            <a:extLst>
              <a:ext uri="{FF2B5EF4-FFF2-40B4-BE49-F238E27FC236}">
                <a16:creationId xmlns:a16="http://schemas.microsoft.com/office/drawing/2014/main" id="{E38710AB-DDF4-48A1-99BB-1C0C0FC03F18}"/>
              </a:ext>
            </a:extLst>
          </p:cNvPr>
          <p:cNvSpPr>
            <a:spLocks noGrp="1"/>
          </p:cNvSpPr>
          <p:nvPr/>
        </p:nvSpPr>
        <p:spPr>
          <a:xfrm>
            <a:off x="177373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3" name="Stage1_sixpanel_7494">
            <a:extLst>
              <a:ext uri="{FF2B5EF4-FFF2-40B4-BE49-F238E27FC236}">
                <a16:creationId xmlns:a16="http://schemas.microsoft.com/office/drawing/2014/main" id="{5B34B869-51CC-4FC2-8BBE-CCC3C4118956}"/>
              </a:ext>
            </a:extLst>
          </p:cNvPr>
          <p:cNvSpPr>
            <a:spLocks noGrp="1"/>
          </p:cNvSpPr>
          <p:nvPr/>
        </p:nvSpPr>
        <p:spPr>
          <a:xfrm>
            <a:off x="18998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4" name="Stage1_sixpanel_7495">
            <a:extLst>
              <a:ext uri="{FF2B5EF4-FFF2-40B4-BE49-F238E27FC236}">
                <a16:creationId xmlns:a16="http://schemas.microsoft.com/office/drawing/2014/main" id="{2C11DAF2-B974-4E3F-A156-F452E2E475AD}"/>
              </a:ext>
            </a:extLst>
          </p:cNvPr>
          <p:cNvSpPr>
            <a:spLocks noGrp="1"/>
          </p:cNvSpPr>
          <p:nvPr/>
        </p:nvSpPr>
        <p:spPr>
          <a:xfrm>
            <a:off x="17985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5" name="Stage1_sixpanel_7496">
            <a:extLst>
              <a:ext uri="{FF2B5EF4-FFF2-40B4-BE49-F238E27FC236}">
                <a16:creationId xmlns:a16="http://schemas.microsoft.com/office/drawing/2014/main" id="{F4E6EB75-BC9D-45AD-8185-E8BE18BE9EDD}"/>
              </a:ext>
            </a:extLst>
          </p:cNvPr>
          <p:cNvSpPr>
            <a:spLocks noGrp="1"/>
          </p:cNvSpPr>
          <p:nvPr/>
        </p:nvSpPr>
        <p:spPr>
          <a:xfrm>
            <a:off x="195552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6" name="Stage1_sixpanel_7497">
            <a:extLst>
              <a:ext uri="{FF2B5EF4-FFF2-40B4-BE49-F238E27FC236}">
                <a16:creationId xmlns:a16="http://schemas.microsoft.com/office/drawing/2014/main" id="{A4579EF5-3E03-4378-AF0A-4B19ED395823}"/>
              </a:ext>
            </a:extLst>
          </p:cNvPr>
          <p:cNvSpPr>
            <a:spLocks noGrp="1"/>
          </p:cNvSpPr>
          <p:nvPr/>
        </p:nvSpPr>
        <p:spPr>
          <a:xfrm>
            <a:off x="18425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7" name="Stage1_sixpanel_7498">
            <a:extLst>
              <a:ext uri="{FF2B5EF4-FFF2-40B4-BE49-F238E27FC236}">
                <a16:creationId xmlns:a16="http://schemas.microsoft.com/office/drawing/2014/main" id="{FC2D7446-702C-4C19-8A32-B7C2488A900C}"/>
              </a:ext>
            </a:extLst>
          </p:cNvPr>
          <p:cNvSpPr>
            <a:spLocks noGrp="1"/>
          </p:cNvSpPr>
          <p:nvPr/>
        </p:nvSpPr>
        <p:spPr>
          <a:xfrm>
            <a:off x="1864684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8" name="Stage1_sixpanel_7499">
            <a:extLst>
              <a:ext uri="{FF2B5EF4-FFF2-40B4-BE49-F238E27FC236}">
                <a16:creationId xmlns:a16="http://schemas.microsoft.com/office/drawing/2014/main" id="{39391FE8-C6F8-4DA6-9E2F-9E9025317F71}"/>
              </a:ext>
            </a:extLst>
          </p:cNvPr>
          <p:cNvSpPr>
            <a:spLocks noGrp="1"/>
          </p:cNvSpPr>
          <p:nvPr/>
        </p:nvSpPr>
        <p:spPr>
          <a:xfrm>
            <a:off x="1798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29" name="Stage1_sixpanel_7500">
            <a:extLst>
              <a:ext uri="{FF2B5EF4-FFF2-40B4-BE49-F238E27FC236}">
                <a16:creationId xmlns:a16="http://schemas.microsoft.com/office/drawing/2014/main" id="{7A6A389F-E464-4E20-A6D2-E082EA897866}"/>
              </a:ext>
            </a:extLst>
          </p:cNvPr>
          <p:cNvSpPr>
            <a:spLocks noGrp="1"/>
          </p:cNvSpPr>
          <p:nvPr/>
        </p:nvSpPr>
        <p:spPr>
          <a:xfrm>
            <a:off x="18539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0" name="Stage1_sixpanel_7501">
            <a:extLst>
              <a:ext uri="{FF2B5EF4-FFF2-40B4-BE49-F238E27FC236}">
                <a16:creationId xmlns:a16="http://schemas.microsoft.com/office/drawing/2014/main" id="{D024940E-AE72-4034-ADC2-F195894F4F91}"/>
              </a:ext>
            </a:extLst>
          </p:cNvPr>
          <p:cNvSpPr>
            <a:spLocks noGrp="1"/>
          </p:cNvSpPr>
          <p:nvPr/>
        </p:nvSpPr>
        <p:spPr>
          <a:xfrm>
            <a:off x="19457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1" name="Stage1_sixpanel_7502">
            <a:extLst>
              <a:ext uri="{FF2B5EF4-FFF2-40B4-BE49-F238E27FC236}">
                <a16:creationId xmlns:a16="http://schemas.microsoft.com/office/drawing/2014/main" id="{72519AEC-1E66-4124-A914-61FFB1993EB4}"/>
              </a:ext>
            </a:extLst>
          </p:cNvPr>
          <p:cNvSpPr>
            <a:spLocks noGrp="1"/>
          </p:cNvSpPr>
          <p:nvPr/>
        </p:nvSpPr>
        <p:spPr>
          <a:xfrm>
            <a:off x="192518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2" name="Stage1_sixpanel_7503">
            <a:extLst>
              <a:ext uri="{FF2B5EF4-FFF2-40B4-BE49-F238E27FC236}">
                <a16:creationId xmlns:a16="http://schemas.microsoft.com/office/drawing/2014/main" id="{FD64A9B3-4FC7-4F66-BB6B-9B7AA21FBE5A}"/>
              </a:ext>
            </a:extLst>
          </p:cNvPr>
          <p:cNvSpPr>
            <a:spLocks noGrp="1"/>
          </p:cNvSpPr>
          <p:nvPr/>
        </p:nvSpPr>
        <p:spPr>
          <a:xfrm>
            <a:off x="181393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3" name="Stage1_sixpanel_7504">
            <a:extLst>
              <a:ext uri="{FF2B5EF4-FFF2-40B4-BE49-F238E27FC236}">
                <a16:creationId xmlns:a16="http://schemas.microsoft.com/office/drawing/2014/main" id="{319C7015-C21F-455E-8789-599A38987440}"/>
              </a:ext>
            </a:extLst>
          </p:cNvPr>
          <p:cNvSpPr>
            <a:spLocks noGrp="1"/>
          </p:cNvSpPr>
          <p:nvPr/>
        </p:nvSpPr>
        <p:spPr>
          <a:xfrm>
            <a:off x="2153733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41524" y="1237437"/>
                </a:moveTo>
                <a:lnTo>
                  <a:pt x="97827" y="1237437"/>
                </a:lnTo>
                <a:lnTo>
                  <a:pt x="98661" y="1229703"/>
                </a:lnTo>
                <a:lnTo>
                  <a:pt x="101103" y="1221969"/>
                </a:lnTo>
                <a:lnTo>
                  <a:pt x="104983" y="1214235"/>
                </a:lnTo>
                <a:lnTo>
                  <a:pt x="110041" y="1206502"/>
                </a:lnTo>
                <a:lnTo>
                  <a:pt x="115952" y="1198768"/>
                </a:lnTo>
                <a:lnTo>
                  <a:pt x="122364" y="1191034"/>
                </a:lnTo>
                <a:lnTo>
                  <a:pt x="128930" y="1183300"/>
                </a:lnTo>
                <a:lnTo>
                  <a:pt x="135339" y="1175566"/>
                </a:lnTo>
                <a:lnTo>
                  <a:pt x="141336" y="1167832"/>
                </a:lnTo>
                <a:lnTo>
                  <a:pt x="146739" y="1160098"/>
                </a:lnTo>
                <a:lnTo>
                  <a:pt x="151435" y="1152364"/>
                </a:lnTo>
                <a:lnTo>
                  <a:pt x="155382" y="1144630"/>
                </a:lnTo>
                <a:lnTo>
                  <a:pt x="158594" y="1136896"/>
                </a:lnTo>
                <a:lnTo>
                  <a:pt x="161126" y="1129162"/>
                </a:lnTo>
                <a:lnTo>
                  <a:pt x="163059" y="1121428"/>
                </a:lnTo>
                <a:lnTo>
                  <a:pt x="164488" y="1113694"/>
                </a:lnTo>
                <a:lnTo>
                  <a:pt x="165506" y="1105960"/>
                </a:lnTo>
                <a:lnTo>
                  <a:pt x="166202" y="1098226"/>
                </a:lnTo>
                <a:lnTo>
                  <a:pt x="166649" y="1090492"/>
                </a:lnTo>
                <a:lnTo>
                  <a:pt x="166910" y="1082758"/>
                </a:lnTo>
                <a:lnTo>
                  <a:pt x="167029" y="1075024"/>
                </a:lnTo>
                <a:lnTo>
                  <a:pt x="167042" y="1067290"/>
                </a:lnTo>
                <a:lnTo>
                  <a:pt x="166972" y="1059556"/>
                </a:lnTo>
                <a:lnTo>
                  <a:pt x="166835" y="1051822"/>
                </a:lnTo>
                <a:lnTo>
                  <a:pt x="166641" y="1044088"/>
                </a:lnTo>
                <a:lnTo>
                  <a:pt x="166394" y="1036354"/>
                </a:lnTo>
                <a:lnTo>
                  <a:pt x="166099" y="1028620"/>
                </a:lnTo>
                <a:lnTo>
                  <a:pt x="165757" y="1020886"/>
                </a:lnTo>
                <a:lnTo>
                  <a:pt x="165369" y="1013152"/>
                </a:lnTo>
                <a:lnTo>
                  <a:pt x="164938" y="1005418"/>
                </a:lnTo>
                <a:lnTo>
                  <a:pt x="164468" y="997684"/>
                </a:lnTo>
                <a:lnTo>
                  <a:pt x="163965" y="989950"/>
                </a:lnTo>
                <a:lnTo>
                  <a:pt x="163438" y="982216"/>
                </a:lnTo>
                <a:lnTo>
                  <a:pt x="162898" y="974482"/>
                </a:lnTo>
                <a:lnTo>
                  <a:pt x="162357" y="966748"/>
                </a:lnTo>
                <a:lnTo>
                  <a:pt x="161825" y="959014"/>
                </a:lnTo>
                <a:lnTo>
                  <a:pt x="161314" y="951280"/>
                </a:lnTo>
                <a:lnTo>
                  <a:pt x="160827" y="943546"/>
                </a:lnTo>
                <a:lnTo>
                  <a:pt x="160366" y="935812"/>
                </a:lnTo>
                <a:lnTo>
                  <a:pt x="159925" y="928078"/>
                </a:lnTo>
                <a:lnTo>
                  <a:pt x="159490" y="920344"/>
                </a:lnTo>
                <a:lnTo>
                  <a:pt x="159047" y="912610"/>
                </a:lnTo>
                <a:lnTo>
                  <a:pt x="158575" y="904876"/>
                </a:lnTo>
                <a:lnTo>
                  <a:pt x="158059" y="897142"/>
                </a:lnTo>
                <a:lnTo>
                  <a:pt x="157485" y="889408"/>
                </a:lnTo>
                <a:lnTo>
                  <a:pt x="156851" y="881674"/>
                </a:lnTo>
                <a:lnTo>
                  <a:pt x="156165" y="873940"/>
                </a:lnTo>
                <a:lnTo>
                  <a:pt x="155445" y="866206"/>
                </a:lnTo>
                <a:lnTo>
                  <a:pt x="154722" y="858472"/>
                </a:lnTo>
                <a:lnTo>
                  <a:pt x="154035" y="850738"/>
                </a:lnTo>
                <a:lnTo>
                  <a:pt x="153428" y="843004"/>
                </a:lnTo>
                <a:lnTo>
                  <a:pt x="152942" y="835270"/>
                </a:lnTo>
                <a:lnTo>
                  <a:pt x="152615" y="827536"/>
                </a:lnTo>
                <a:lnTo>
                  <a:pt x="152474" y="819802"/>
                </a:lnTo>
                <a:lnTo>
                  <a:pt x="152533" y="812068"/>
                </a:lnTo>
                <a:lnTo>
                  <a:pt x="152792" y="804334"/>
                </a:lnTo>
                <a:lnTo>
                  <a:pt x="153235" y="796600"/>
                </a:lnTo>
                <a:lnTo>
                  <a:pt x="153836" y="788866"/>
                </a:lnTo>
                <a:lnTo>
                  <a:pt x="154555" y="781132"/>
                </a:lnTo>
                <a:lnTo>
                  <a:pt x="155348" y="773398"/>
                </a:lnTo>
                <a:lnTo>
                  <a:pt x="156168" y="765664"/>
                </a:lnTo>
                <a:lnTo>
                  <a:pt x="156964" y="757930"/>
                </a:lnTo>
                <a:lnTo>
                  <a:pt x="157689" y="750196"/>
                </a:lnTo>
                <a:lnTo>
                  <a:pt x="158294" y="742462"/>
                </a:lnTo>
                <a:lnTo>
                  <a:pt x="158738" y="734728"/>
                </a:lnTo>
                <a:lnTo>
                  <a:pt x="158980" y="726994"/>
                </a:lnTo>
                <a:lnTo>
                  <a:pt x="158985" y="719261"/>
                </a:lnTo>
                <a:lnTo>
                  <a:pt x="158727" y="711527"/>
                </a:lnTo>
                <a:lnTo>
                  <a:pt x="158190" y="703793"/>
                </a:lnTo>
                <a:lnTo>
                  <a:pt x="157372" y="696059"/>
                </a:lnTo>
                <a:lnTo>
                  <a:pt x="156286" y="688325"/>
                </a:lnTo>
                <a:lnTo>
                  <a:pt x="154969" y="680591"/>
                </a:lnTo>
                <a:lnTo>
                  <a:pt x="153476" y="672857"/>
                </a:lnTo>
                <a:lnTo>
                  <a:pt x="151884" y="665123"/>
                </a:lnTo>
                <a:lnTo>
                  <a:pt x="150285" y="657389"/>
                </a:lnTo>
                <a:lnTo>
                  <a:pt x="148780" y="649655"/>
                </a:lnTo>
                <a:lnTo>
                  <a:pt x="147470" y="641921"/>
                </a:lnTo>
                <a:lnTo>
                  <a:pt x="146445" y="634187"/>
                </a:lnTo>
                <a:lnTo>
                  <a:pt x="145776" y="626453"/>
                </a:lnTo>
                <a:lnTo>
                  <a:pt x="145507" y="618719"/>
                </a:lnTo>
                <a:lnTo>
                  <a:pt x="145647" y="610985"/>
                </a:lnTo>
                <a:lnTo>
                  <a:pt x="146172" y="603251"/>
                </a:lnTo>
                <a:lnTo>
                  <a:pt x="147027" y="595517"/>
                </a:lnTo>
                <a:lnTo>
                  <a:pt x="148133" y="587783"/>
                </a:lnTo>
                <a:lnTo>
                  <a:pt x="149398" y="580049"/>
                </a:lnTo>
                <a:lnTo>
                  <a:pt x="150723" y="572315"/>
                </a:lnTo>
                <a:lnTo>
                  <a:pt x="152017" y="564581"/>
                </a:lnTo>
                <a:lnTo>
                  <a:pt x="153202" y="556847"/>
                </a:lnTo>
                <a:lnTo>
                  <a:pt x="154218" y="549113"/>
                </a:lnTo>
                <a:lnTo>
                  <a:pt x="155026" y="541379"/>
                </a:lnTo>
                <a:lnTo>
                  <a:pt x="155606" y="533645"/>
                </a:lnTo>
                <a:lnTo>
                  <a:pt x="155952" y="525911"/>
                </a:lnTo>
                <a:lnTo>
                  <a:pt x="156070" y="518177"/>
                </a:lnTo>
                <a:lnTo>
                  <a:pt x="155972" y="510443"/>
                </a:lnTo>
                <a:lnTo>
                  <a:pt x="155674" y="502709"/>
                </a:lnTo>
                <a:lnTo>
                  <a:pt x="155190" y="494975"/>
                </a:lnTo>
                <a:lnTo>
                  <a:pt x="154540" y="487241"/>
                </a:lnTo>
                <a:lnTo>
                  <a:pt x="153743" y="479507"/>
                </a:lnTo>
                <a:lnTo>
                  <a:pt x="152825" y="471773"/>
                </a:lnTo>
                <a:lnTo>
                  <a:pt x="151820" y="464039"/>
                </a:lnTo>
                <a:lnTo>
                  <a:pt x="150772" y="456305"/>
                </a:lnTo>
                <a:lnTo>
                  <a:pt x="149733" y="448571"/>
                </a:lnTo>
                <a:lnTo>
                  <a:pt x="148762" y="440837"/>
                </a:lnTo>
                <a:lnTo>
                  <a:pt x="147922" y="433103"/>
                </a:lnTo>
                <a:lnTo>
                  <a:pt x="147271" y="425369"/>
                </a:lnTo>
                <a:lnTo>
                  <a:pt x="146856" y="417635"/>
                </a:lnTo>
                <a:lnTo>
                  <a:pt x="146710" y="409901"/>
                </a:lnTo>
                <a:lnTo>
                  <a:pt x="146846" y="402167"/>
                </a:lnTo>
                <a:lnTo>
                  <a:pt x="147257" y="394433"/>
                </a:lnTo>
                <a:lnTo>
                  <a:pt x="147912" y="386699"/>
                </a:lnTo>
                <a:lnTo>
                  <a:pt x="148764" y="378965"/>
                </a:lnTo>
                <a:lnTo>
                  <a:pt x="149757" y="371231"/>
                </a:lnTo>
                <a:lnTo>
                  <a:pt x="150828" y="363497"/>
                </a:lnTo>
                <a:lnTo>
                  <a:pt x="151914" y="355763"/>
                </a:lnTo>
                <a:lnTo>
                  <a:pt x="152964" y="348029"/>
                </a:lnTo>
                <a:lnTo>
                  <a:pt x="153935" y="340295"/>
                </a:lnTo>
                <a:lnTo>
                  <a:pt x="154803" y="332561"/>
                </a:lnTo>
                <a:lnTo>
                  <a:pt x="155553" y="324827"/>
                </a:lnTo>
                <a:lnTo>
                  <a:pt x="156188" y="317093"/>
                </a:lnTo>
                <a:lnTo>
                  <a:pt x="156717" y="309359"/>
                </a:lnTo>
                <a:lnTo>
                  <a:pt x="157157" y="301625"/>
                </a:lnTo>
                <a:lnTo>
                  <a:pt x="157525" y="293891"/>
                </a:lnTo>
                <a:lnTo>
                  <a:pt x="157839" y="286157"/>
                </a:lnTo>
                <a:lnTo>
                  <a:pt x="158108" y="278423"/>
                </a:lnTo>
                <a:lnTo>
                  <a:pt x="158342" y="270689"/>
                </a:lnTo>
                <a:lnTo>
                  <a:pt x="158540" y="262955"/>
                </a:lnTo>
                <a:lnTo>
                  <a:pt x="158702" y="255221"/>
                </a:lnTo>
                <a:lnTo>
                  <a:pt x="158823" y="247487"/>
                </a:lnTo>
                <a:lnTo>
                  <a:pt x="158899" y="239754"/>
                </a:lnTo>
                <a:lnTo>
                  <a:pt x="158930" y="232020"/>
                </a:lnTo>
                <a:lnTo>
                  <a:pt x="158917" y="224286"/>
                </a:lnTo>
                <a:lnTo>
                  <a:pt x="158869" y="216552"/>
                </a:lnTo>
                <a:lnTo>
                  <a:pt x="158795" y="208818"/>
                </a:lnTo>
                <a:lnTo>
                  <a:pt x="158709" y="201084"/>
                </a:lnTo>
                <a:lnTo>
                  <a:pt x="158621" y="193350"/>
                </a:lnTo>
                <a:lnTo>
                  <a:pt x="158536" y="185616"/>
                </a:lnTo>
                <a:lnTo>
                  <a:pt x="158451" y="177882"/>
                </a:lnTo>
                <a:lnTo>
                  <a:pt x="158344" y="170148"/>
                </a:lnTo>
                <a:lnTo>
                  <a:pt x="158174" y="162414"/>
                </a:lnTo>
                <a:lnTo>
                  <a:pt x="157872" y="154680"/>
                </a:lnTo>
                <a:lnTo>
                  <a:pt x="157341" y="146946"/>
                </a:lnTo>
                <a:lnTo>
                  <a:pt x="156448" y="139212"/>
                </a:lnTo>
                <a:lnTo>
                  <a:pt x="155024" y="131478"/>
                </a:lnTo>
                <a:lnTo>
                  <a:pt x="152872" y="123744"/>
                </a:lnTo>
                <a:lnTo>
                  <a:pt x="149768" y="116010"/>
                </a:lnTo>
                <a:lnTo>
                  <a:pt x="145476" y="108276"/>
                </a:lnTo>
                <a:lnTo>
                  <a:pt x="139770" y="100542"/>
                </a:lnTo>
                <a:lnTo>
                  <a:pt x="132460" y="92808"/>
                </a:lnTo>
                <a:lnTo>
                  <a:pt x="123419" y="85074"/>
                </a:lnTo>
                <a:lnTo>
                  <a:pt x="112625" y="77340"/>
                </a:lnTo>
                <a:lnTo>
                  <a:pt x="100186" y="69606"/>
                </a:lnTo>
                <a:lnTo>
                  <a:pt x="86366" y="61872"/>
                </a:lnTo>
                <a:lnTo>
                  <a:pt x="71596" y="54138"/>
                </a:lnTo>
                <a:lnTo>
                  <a:pt x="56468" y="46404"/>
                </a:lnTo>
                <a:lnTo>
                  <a:pt x="41702" y="38670"/>
                </a:lnTo>
                <a:lnTo>
                  <a:pt x="28095" y="30936"/>
                </a:lnTo>
                <a:lnTo>
                  <a:pt x="16458" y="23202"/>
                </a:lnTo>
                <a:lnTo>
                  <a:pt x="7532" y="15468"/>
                </a:lnTo>
                <a:lnTo>
                  <a:pt x="191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35" y="7734"/>
                </a:lnTo>
                <a:lnTo>
                  <a:pt x="331820" y="15468"/>
                </a:lnTo>
                <a:lnTo>
                  <a:pt x="322894" y="23202"/>
                </a:lnTo>
                <a:lnTo>
                  <a:pt x="311257" y="30936"/>
                </a:lnTo>
                <a:lnTo>
                  <a:pt x="297650" y="38670"/>
                </a:lnTo>
                <a:lnTo>
                  <a:pt x="282884" y="46404"/>
                </a:lnTo>
                <a:lnTo>
                  <a:pt x="267756" y="54138"/>
                </a:lnTo>
                <a:lnTo>
                  <a:pt x="252986" y="61872"/>
                </a:lnTo>
                <a:lnTo>
                  <a:pt x="239166" y="69606"/>
                </a:lnTo>
                <a:lnTo>
                  <a:pt x="226727" y="77340"/>
                </a:lnTo>
                <a:lnTo>
                  <a:pt x="215933" y="85074"/>
                </a:lnTo>
                <a:lnTo>
                  <a:pt x="206892" y="92808"/>
                </a:lnTo>
                <a:lnTo>
                  <a:pt x="199582" y="100542"/>
                </a:lnTo>
                <a:lnTo>
                  <a:pt x="193876" y="108276"/>
                </a:lnTo>
                <a:lnTo>
                  <a:pt x="189584" y="116010"/>
                </a:lnTo>
                <a:lnTo>
                  <a:pt x="186479" y="123744"/>
                </a:lnTo>
                <a:lnTo>
                  <a:pt x="184327" y="131478"/>
                </a:lnTo>
                <a:lnTo>
                  <a:pt x="182904" y="139212"/>
                </a:lnTo>
                <a:lnTo>
                  <a:pt x="182011" y="146946"/>
                </a:lnTo>
                <a:lnTo>
                  <a:pt x="181480" y="154680"/>
                </a:lnTo>
                <a:lnTo>
                  <a:pt x="181178" y="162414"/>
                </a:lnTo>
                <a:lnTo>
                  <a:pt x="181008" y="170148"/>
                </a:lnTo>
                <a:lnTo>
                  <a:pt x="180901" y="177882"/>
                </a:lnTo>
                <a:lnTo>
                  <a:pt x="180816" y="185616"/>
                </a:lnTo>
                <a:lnTo>
                  <a:pt x="180731" y="193350"/>
                </a:lnTo>
                <a:lnTo>
                  <a:pt x="180643" y="201084"/>
                </a:lnTo>
                <a:lnTo>
                  <a:pt x="180557" y="208818"/>
                </a:lnTo>
                <a:lnTo>
                  <a:pt x="180483" y="216552"/>
                </a:lnTo>
                <a:lnTo>
                  <a:pt x="180435" y="224286"/>
                </a:lnTo>
                <a:lnTo>
                  <a:pt x="180422" y="232020"/>
                </a:lnTo>
                <a:lnTo>
                  <a:pt x="180453" y="239754"/>
                </a:lnTo>
                <a:lnTo>
                  <a:pt x="180529" y="247487"/>
                </a:lnTo>
                <a:lnTo>
                  <a:pt x="180650" y="255221"/>
                </a:lnTo>
                <a:lnTo>
                  <a:pt x="180812" y="262955"/>
                </a:lnTo>
                <a:lnTo>
                  <a:pt x="181010" y="270689"/>
                </a:lnTo>
                <a:lnTo>
                  <a:pt x="181243" y="278423"/>
                </a:lnTo>
                <a:lnTo>
                  <a:pt x="181513" y="286157"/>
                </a:lnTo>
                <a:lnTo>
                  <a:pt x="181826" y="293891"/>
                </a:lnTo>
                <a:lnTo>
                  <a:pt x="182195" y="301625"/>
                </a:lnTo>
                <a:lnTo>
                  <a:pt x="182635" y="309359"/>
                </a:lnTo>
                <a:lnTo>
                  <a:pt x="183164" y="317093"/>
                </a:lnTo>
                <a:lnTo>
                  <a:pt x="183799" y="324827"/>
                </a:lnTo>
                <a:lnTo>
                  <a:pt x="184549" y="332561"/>
                </a:lnTo>
                <a:lnTo>
                  <a:pt x="185416" y="340295"/>
                </a:lnTo>
                <a:lnTo>
                  <a:pt x="186388" y="348029"/>
                </a:lnTo>
                <a:lnTo>
                  <a:pt x="187438" y="355763"/>
                </a:lnTo>
                <a:lnTo>
                  <a:pt x="188524" y="363497"/>
                </a:lnTo>
                <a:lnTo>
                  <a:pt x="189594" y="371231"/>
                </a:lnTo>
                <a:lnTo>
                  <a:pt x="190587" y="378965"/>
                </a:lnTo>
                <a:lnTo>
                  <a:pt x="191440" y="386699"/>
                </a:lnTo>
                <a:lnTo>
                  <a:pt x="192095" y="394433"/>
                </a:lnTo>
                <a:lnTo>
                  <a:pt x="192505" y="402167"/>
                </a:lnTo>
                <a:lnTo>
                  <a:pt x="192642" y="409901"/>
                </a:lnTo>
                <a:lnTo>
                  <a:pt x="192496" y="417635"/>
                </a:lnTo>
                <a:lnTo>
                  <a:pt x="192081" y="425369"/>
                </a:lnTo>
                <a:lnTo>
                  <a:pt x="191430" y="433103"/>
                </a:lnTo>
                <a:lnTo>
                  <a:pt x="190590" y="440837"/>
                </a:lnTo>
                <a:lnTo>
                  <a:pt x="189619" y="448571"/>
                </a:lnTo>
                <a:lnTo>
                  <a:pt x="188580" y="456305"/>
                </a:lnTo>
                <a:lnTo>
                  <a:pt x="187532" y="464039"/>
                </a:lnTo>
                <a:lnTo>
                  <a:pt x="186527" y="471773"/>
                </a:lnTo>
                <a:lnTo>
                  <a:pt x="185609" y="479507"/>
                </a:lnTo>
                <a:lnTo>
                  <a:pt x="184812" y="487241"/>
                </a:lnTo>
                <a:lnTo>
                  <a:pt x="184161" y="494975"/>
                </a:lnTo>
                <a:lnTo>
                  <a:pt x="183678" y="502709"/>
                </a:lnTo>
                <a:lnTo>
                  <a:pt x="183380" y="510443"/>
                </a:lnTo>
                <a:lnTo>
                  <a:pt x="183282" y="518177"/>
                </a:lnTo>
                <a:lnTo>
                  <a:pt x="183400" y="525911"/>
                </a:lnTo>
                <a:lnTo>
                  <a:pt x="183746" y="533645"/>
                </a:lnTo>
                <a:lnTo>
                  <a:pt x="184326" y="541379"/>
                </a:lnTo>
                <a:lnTo>
                  <a:pt x="185134" y="549113"/>
                </a:lnTo>
                <a:lnTo>
                  <a:pt x="186150" y="556847"/>
                </a:lnTo>
                <a:lnTo>
                  <a:pt x="187335" y="564581"/>
                </a:lnTo>
                <a:lnTo>
                  <a:pt x="188629" y="572315"/>
                </a:lnTo>
                <a:lnTo>
                  <a:pt x="189954" y="580049"/>
                </a:lnTo>
                <a:lnTo>
                  <a:pt x="191219" y="587783"/>
                </a:lnTo>
                <a:lnTo>
                  <a:pt x="192325" y="595517"/>
                </a:lnTo>
                <a:lnTo>
                  <a:pt x="193180" y="603251"/>
                </a:lnTo>
                <a:lnTo>
                  <a:pt x="193705" y="610985"/>
                </a:lnTo>
                <a:lnTo>
                  <a:pt x="193845" y="618719"/>
                </a:lnTo>
                <a:lnTo>
                  <a:pt x="193576" y="626453"/>
                </a:lnTo>
                <a:lnTo>
                  <a:pt x="192907" y="634187"/>
                </a:lnTo>
                <a:lnTo>
                  <a:pt x="191882" y="641921"/>
                </a:lnTo>
                <a:lnTo>
                  <a:pt x="190572" y="649655"/>
                </a:lnTo>
                <a:lnTo>
                  <a:pt x="189067" y="657389"/>
                </a:lnTo>
                <a:lnTo>
                  <a:pt x="187468" y="665123"/>
                </a:lnTo>
                <a:lnTo>
                  <a:pt x="185876" y="672857"/>
                </a:lnTo>
                <a:lnTo>
                  <a:pt x="184383" y="680591"/>
                </a:lnTo>
                <a:lnTo>
                  <a:pt x="183066" y="688325"/>
                </a:lnTo>
                <a:lnTo>
                  <a:pt x="181980" y="696059"/>
                </a:lnTo>
                <a:lnTo>
                  <a:pt x="181161" y="703793"/>
                </a:lnTo>
                <a:lnTo>
                  <a:pt x="180624" y="711527"/>
                </a:lnTo>
                <a:lnTo>
                  <a:pt x="180367" y="719261"/>
                </a:lnTo>
                <a:lnTo>
                  <a:pt x="180372" y="726994"/>
                </a:lnTo>
                <a:lnTo>
                  <a:pt x="180614" y="734728"/>
                </a:lnTo>
                <a:lnTo>
                  <a:pt x="181057" y="742462"/>
                </a:lnTo>
                <a:lnTo>
                  <a:pt x="181663" y="750196"/>
                </a:lnTo>
                <a:lnTo>
                  <a:pt x="182388" y="757930"/>
                </a:lnTo>
                <a:lnTo>
                  <a:pt x="183184" y="765664"/>
                </a:lnTo>
                <a:lnTo>
                  <a:pt x="184004" y="773398"/>
                </a:lnTo>
                <a:lnTo>
                  <a:pt x="184797" y="781132"/>
                </a:lnTo>
                <a:lnTo>
                  <a:pt x="185516" y="788866"/>
                </a:lnTo>
                <a:lnTo>
                  <a:pt x="186116" y="796600"/>
                </a:lnTo>
                <a:lnTo>
                  <a:pt x="186560" y="804334"/>
                </a:lnTo>
                <a:lnTo>
                  <a:pt x="186818" y="812068"/>
                </a:lnTo>
                <a:lnTo>
                  <a:pt x="186878" y="819802"/>
                </a:lnTo>
                <a:lnTo>
                  <a:pt x="186737" y="827536"/>
                </a:lnTo>
                <a:lnTo>
                  <a:pt x="186410" y="835270"/>
                </a:lnTo>
                <a:lnTo>
                  <a:pt x="185924" y="843004"/>
                </a:lnTo>
                <a:lnTo>
                  <a:pt x="185316" y="850738"/>
                </a:lnTo>
                <a:lnTo>
                  <a:pt x="184630" y="858472"/>
                </a:lnTo>
                <a:lnTo>
                  <a:pt x="183907" y="866206"/>
                </a:lnTo>
                <a:lnTo>
                  <a:pt x="183187" y="873940"/>
                </a:lnTo>
                <a:lnTo>
                  <a:pt x="182501" y="881674"/>
                </a:lnTo>
                <a:lnTo>
                  <a:pt x="181867" y="889408"/>
                </a:lnTo>
                <a:lnTo>
                  <a:pt x="181293" y="897142"/>
                </a:lnTo>
                <a:lnTo>
                  <a:pt x="180777" y="904876"/>
                </a:lnTo>
                <a:lnTo>
                  <a:pt x="180305" y="912610"/>
                </a:lnTo>
                <a:lnTo>
                  <a:pt x="179861" y="920344"/>
                </a:lnTo>
                <a:lnTo>
                  <a:pt x="179427" y="928078"/>
                </a:lnTo>
                <a:lnTo>
                  <a:pt x="178985" y="935812"/>
                </a:lnTo>
                <a:lnTo>
                  <a:pt x="178525" y="943546"/>
                </a:lnTo>
                <a:lnTo>
                  <a:pt x="178038" y="951280"/>
                </a:lnTo>
                <a:lnTo>
                  <a:pt x="177527" y="959014"/>
                </a:lnTo>
                <a:lnTo>
                  <a:pt x="176995" y="966748"/>
                </a:lnTo>
                <a:lnTo>
                  <a:pt x="176454" y="974482"/>
                </a:lnTo>
                <a:lnTo>
                  <a:pt x="175913" y="982216"/>
                </a:lnTo>
                <a:lnTo>
                  <a:pt x="175387" y="989950"/>
                </a:lnTo>
                <a:lnTo>
                  <a:pt x="174884" y="997684"/>
                </a:lnTo>
                <a:lnTo>
                  <a:pt x="174414" y="1005418"/>
                </a:lnTo>
                <a:lnTo>
                  <a:pt x="173983" y="1013152"/>
                </a:lnTo>
                <a:lnTo>
                  <a:pt x="173595" y="1020886"/>
                </a:lnTo>
                <a:lnTo>
                  <a:pt x="173253" y="1028620"/>
                </a:lnTo>
                <a:lnTo>
                  <a:pt x="172957" y="1036354"/>
                </a:lnTo>
                <a:lnTo>
                  <a:pt x="172711" y="1044088"/>
                </a:lnTo>
                <a:lnTo>
                  <a:pt x="172517" y="1051822"/>
                </a:lnTo>
                <a:lnTo>
                  <a:pt x="172380" y="1059556"/>
                </a:lnTo>
                <a:lnTo>
                  <a:pt x="172310" y="1067290"/>
                </a:lnTo>
                <a:lnTo>
                  <a:pt x="172323" y="1075024"/>
                </a:lnTo>
                <a:lnTo>
                  <a:pt x="172442" y="1082758"/>
                </a:lnTo>
                <a:lnTo>
                  <a:pt x="172703" y="1090492"/>
                </a:lnTo>
                <a:lnTo>
                  <a:pt x="173150" y="1098226"/>
                </a:lnTo>
                <a:lnTo>
                  <a:pt x="173846" y="1105960"/>
                </a:lnTo>
                <a:lnTo>
                  <a:pt x="174864" y="1113694"/>
                </a:lnTo>
                <a:lnTo>
                  <a:pt x="176293" y="1121428"/>
                </a:lnTo>
                <a:lnTo>
                  <a:pt x="178226" y="1129162"/>
                </a:lnTo>
                <a:lnTo>
                  <a:pt x="180758" y="1136896"/>
                </a:lnTo>
                <a:lnTo>
                  <a:pt x="183970" y="1144630"/>
                </a:lnTo>
                <a:lnTo>
                  <a:pt x="187917" y="1152364"/>
                </a:lnTo>
                <a:lnTo>
                  <a:pt x="192613" y="1160098"/>
                </a:lnTo>
                <a:lnTo>
                  <a:pt x="198015" y="1167832"/>
                </a:lnTo>
                <a:lnTo>
                  <a:pt x="204013" y="1175566"/>
                </a:lnTo>
                <a:lnTo>
                  <a:pt x="210422" y="1183300"/>
                </a:lnTo>
                <a:lnTo>
                  <a:pt x="216988" y="1191034"/>
                </a:lnTo>
                <a:lnTo>
                  <a:pt x="223400" y="1198768"/>
                </a:lnTo>
                <a:lnTo>
                  <a:pt x="229311" y="1206502"/>
                </a:lnTo>
                <a:lnTo>
                  <a:pt x="234369" y="1214235"/>
                </a:lnTo>
                <a:lnTo>
                  <a:pt x="238249" y="1221969"/>
                </a:lnTo>
                <a:lnTo>
                  <a:pt x="240691" y="1229703"/>
                </a:lnTo>
                <a:lnTo>
                  <a:pt x="241524" y="1237437"/>
                </a:lnTo>
                <a:lnTo>
                  <a:pt x="24152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334" name="Stage1_sixpanel_7505">
            <a:extLst>
              <a:ext uri="{FF2B5EF4-FFF2-40B4-BE49-F238E27FC236}">
                <a16:creationId xmlns:a16="http://schemas.microsoft.com/office/drawing/2014/main" id="{91687F01-37A9-43D1-A2E4-E0C4016C6203}"/>
              </a:ext>
            </a:extLst>
          </p:cNvPr>
          <p:cNvSpPr>
            <a:spLocks noGrp="1"/>
          </p:cNvSpPr>
          <p:nvPr/>
        </p:nvSpPr>
        <p:spPr>
          <a:xfrm>
            <a:off x="2310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5" name="Stage1_sixpanel_7506">
            <a:extLst>
              <a:ext uri="{FF2B5EF4-FFF2-40B4-BE49-F238E27FC236}">
                <a16:creationId xmlns:a16="http://schemas.microsoft.com/office/drawing/2014/main" id="{95DDCAFE-5D53-4AD9-AF2E-B0B1D386494F}"/>
              </a:ext>
            </a:extLst>
          </p:cNvPr>
          <p:cNvSpPr>
            <a:spLocks noGrp="1"/>
          </p:cNvSpPr>
          <p:nvPr/>
        </p:nvSpPr>
        <p:spPr>
          <a:xfrm>
            <a:off x="2326149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6" name="Stage1_sixpanel_7507">
            <a:extLst>
              <a:ext uri="{FF2B5EF4-FFF2-40B4-BE49-F238E27FC236}">
                <a16:creationId xmlns:a16="http://schemas.microsoft.com/office/drawing/2014/main" id="{F4633443-B0B3-4DFC-ACE9-A4B06D3CD576}"/>
              </a:ext>
            </a:extLst>
          </p:cNvPr>
          <p:cNvSpPr>
            <a:spLocks noGrp="1"/>
          </p:cNvSpPr>
          <p:nvPr/>
        </p:nvSpPr>
        <p:spPr>
          <a:xfrm>
            <a:off x="2280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7" name="Stage1_sixpanel_7508">
            <a:extLst>
              <a:ext uri="{FF2B5EF4-FFF2-40B4-BE49-F238E27FC236}">
                <a16:creationId xmlns:a16="http://schemas.microsoft.com/office/drawing/2014/main" id="{2311CCA6-E12D-43E6-9EA0-FD919BCD3A5B}"/>
              </a:ext>
            </a:extLst>
          </p:cNvPr>
          <p:cNvSpPr>
            <a:spLocks noGrp="1"/>
          </p:cNvSpPr>
          <p:nvPr/>
        </p:nvSpPr>
        <p:spPr>
          <a:xfrm>
            <a:off x="2278275" y="79590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8" name="Stage1_sixpanel_7509">
            <a:extLst>
              <a:ext uri="{FF2B5EF4-FFF2-40B4-BE49-F238E27FC236}">
                <a16:creationId xmlns:a16="http://schemas.microsoft.com/office/drawing/2014/main" id="{29D414D0-350F-4E24-9847-0BA28EEA2F81}"/>
              </a:ext>
            </a:extLst>
          </p:cNvPr>
          <p:cNvSpPr>
            <a:spLocks noGrp="1"/>
          </p:cNvSpPr>
          <p:nvPr/>
        </p:nvSpPr>
        <p:spPr>
          <a:xfrm>
            <a:off x="2279441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39" name="Stage1_sixpanel_7510">
            <a:extLst>
              <a:ext uri="{FF2B5EF4-FFF2-40B4-BE49-F238E27FC236}">
                <a16:creationId xmlns:a16="http://schemas.microsoft.com/office/drawing/2014/main" id="{5E5A4191-D12A-4A22-ABFD-69652A89F142}"/>
              </a:ext>
            </a:extLst>
          </p:cNvPr>
          <p:cNvSpPr>
            <a:spLocks noGrp="1"/>
          </p:cNvSpPr>
          <p:nvPr/>
        </p:nvSpPr>
        <p:spPr>
          <a:xfrm>
            <a:off x="23636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0" name="Stage1_sixpanel_7511">
            <a:extLst>
              <a:ext uri="{FF2B5EF4-FFF2-40B4-BE49-F238E27FC236}">
                <a16:creationId xmlns:a16="http://schemas.microsoft.com/office/drawing/2014/main" id="{3A9BBB6B-976A-47F1-AFAA-02AD588FE79D}"/>
              </a:ext>
            </a:extLst>
          </p:cNvPr>
          <p:cNvSpPr>
            <a:spLocks noGrp="1"/>
          </p:cNvSpPr>
          <p:nvPr/>
        </p:nvSpPr>
        <p:spPr>
          <a:xfrm>
            <a:off x="230036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1" name="Stage1_sixpanel_7512">
            <a:extLst>
              <a:ext uri="{FF2B5EF4-FFF2-40B4-BE49-F238E27FC236}">
                <a16:creationId xmlns:a16="http://schemas.microsoft.com/office/drawing/2014/main" id="{29D92E12-7BC8-42AD-A1D0-05C630ED8152}"/>
              </a:ext>
            </a:extLst>
          </p:cNvPr>
          <p:cNvSpPr>
            <a:spLocks noGrp="1"/>
          </p:cNvSpPr>
          <p:nvPr/>
        </p:nvSpPr>
        <p:spPr>
          <a:xfrm>
            <a:off x="23191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2" name="Stage1_sixpanel_7513">
            <a:extLst>
              <a:ext uri="{FF2B5EF4-FFF2-40B4-BE49-F238E27FC236}">
                <a16:creationId xmlns:a16="http://schemas.microsoft.com/office/drawing/2014/main" id="{31145D48-25F5-439E-BE6F-6F245B359837}"/>
              </a:ext>
            </a:extLst>
          </p:cNvPr>
          <p:cNvSpPr>
            <a:spLocks noGrp="1"/>
          </p:cNvSpPr>
          <p:nvPr/>
        </p:nvSpPr>
        <p:spPr>
          <a:xfrm>
            <a:off x="22106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3" name="Stage1_sixpanel_7514">
            <a:extLst>
              <a:ext uri="{FF2B5EF4-FFF2-40B4-BE49-F238E27FC236}">
                <a16:creationId xmlns:a16="http://schemas.microsoft.com/office/drawing/2014/main" id="{0D4F0143-868F-4DD5-8228-D77C04F574DF}"/>
              </a:ext>
            </a:extLst>
          </p:cNvPr>
          <p:cNvSpPr>
            <a:spLocks noGrp="1"/>
          </p:cNvSpPr>
          <p:nvPr/>
        </p:nvSpPr>
        <p:spPr>
          <a:xfrm>
            <a:off x="24055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4" name="Stage1_sixpanel_7515">
            <a:extLst>
              <a:ext uri="{FF2B5EF4-FFF2-40B4-BE49-F238E27FC236}">
                <a16:creationId xmlns:a16="http://schemas.microsoft.com/office/drawing/2014/main" id="{EAD16094-5D93-49AE-8F1E-407E34AAFE93}"/>
              </a:ext>
            </a:extLst>
          </p:cNvPr>
          <p:cNvSpPr>
            <a:spLocks noGrp="1"/>
          </p:cNvSpPr>
          <p:nvPr/>
        </p:nvSpPr>
        <p:spPr>
          <a:xfrm>
            <a:off x="2377693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5" name="Stage1_sixpanel_7516">
            <a:extLst>
              <a:ext uri="{FF2B5EF4-FFF2-40B4-BE49-F238E27FC236}">
                <a16:creationId xmlns:a16="http://schemas.microsoft.com/office/drawing/2014/main" id="{42FE6AC6-FDB4-44D3-945A-B3D7E6860D97}"/>
              </a:ext>
            </a:extLst>
          </p:cNvPr>
          <p:cNvSpPr>
            <a:spLocks noGrp="1"/>
          </p:cNvSpPr>
          <p:nvPr/>
        </p:nvSpPr>
        <p:spPr>
          <a:xfrm>
            <a:off x="223410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6" name="Stage1_sixpanel_7517">
            <a:extLst>
              <a:ext uri="{FF2B5EF4-FFF2-40B4-BE49-F238E27FC236}">
                <a16:creationId xmlns:a16="http://schemas.microsoft.com/office/drawing/2014/main" id="{856AC67C-0C39-432F-BD72-E9F233E99213}"/>
              </a:ext>
            </a:extLst>
          </p:cNvPr>
          <p:cNvSpPr>
            <a:spLocks noGrp="1"/>
          </p:cNvSpPr>
          <p:nvPr/>
        </p:nvSpPr>
        <p:spPr>
          <a:xfrm>
            <a:off x="2284005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7" name="Stage1_sixpanel_7518">
            <a:extLst>
              <a:ext uri="{FF2B5EF4-FFF2-40B4-BE49-F238E27FC236}">
                <a16:creationId xmlns:a16="http://schemas.microsoft.com/office/drawing/2014/main" id="{6FFB5487-A9A2-4B1C-A1F7-6ADD20D1BC8A}"/>
              </a:ext>
            </a:extLst>
          </p:cNvPr>
          <p:cNvSpPr>
            <a:spLocks noGrp="1"/>
          </p:cNvSpPr>
          <p:nvPr/>
        </p:nvSpPr>
        <p:spPr>
          <a:xfrm>
            <a:off x="24129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8" name="Stage1_sixpanel_7519">
            <a:extLst>
              <a:ext uri="{FF2B5EF4-FFF2-40B4-BE49-F238E27FC236}">
                <a16:creationId xmlns:a16="http://schemas.microsoft.com/office/drawing/2014/main" id="{1794C4BC-8A18-4566-9B25-94540BC6140F}"/>
              </a:ext>
            </a:extLst>
          </p:cNvPr>
          <p:cNvSpPr>
            <a:spLocks noGrp="1"/>
          </p:cNvSpPr>
          <p:nvPr/>
        </p:nvSpPr>
        <p:spPr>
          <a:xfrm>
            <a:off x="22043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49" name="Stage1_sixpanel_7520">
            <a:extLst>
              <a:ext uri="{FF2B5EF4-FFF2-40B4-BE49-F238E27FC236}">
                <a16:creationId xmlns:a16="http://schemas.microsoft.com/office/drawing/2014/main" id="{458DE345-CFBE-40FF-B1BC-2E233BA0D2A0}"/>
              </a:ext>
            </a:extLst>
          </p:cNvPr>
          <p:cNvSpPr>
            <a:spLocks noGrp="1"/>
          </p:cNvSpPr>
          <p:nvPr/>
        </p:nvSpPr>
        <p:spPr>
          <a:xfrm>
            <a:off x="23086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0" name="Stage1_sixpanel_7521">
            <a:extLst>
              <a:ext uri="{FF2B5EF4-FFF2-40B4-BE49-F238E27FC236}">
                <a16:creationId xmlns:a16="http://schemas.microsoft.com/office/drawing/2014/main" id="{2326F651-256A-4B6E-AAE3-17758DEB0EC2}"/>
              </a:ext>
            </a:extLst>
          </p:cNvPr>
          <p:cNvSpPr>
            <a:spLocks noGrp="1"/>
          </p:cNvSpPr>
          <p:nvPr/>
        </p:nvSpPr>
        <p:spPr>
          <a:xfrm>
            <a:off x="23194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1" name="Stage1_sixpanel_7522">
            <a:extLst>
              <a:ext uri="{FF2B5EF4-FFF2-40B4-BE49-F238E27FC236}">
                <a16:creationId xmlns:a16="http://schemas.microsoft.com/office/drawing/2014/main" id="{55D973C3-AE33-4573-B0FB-DEC6A91E7C60}"/>
              </a:ext>
            </a:extLst>
          </p:cNvPr>
          <p:cNvSpPr>
            <a:spLocks noGrp="1"/>
          </p:cNvSpPr>
          <p:nvPr/>
        </p:nvSpPr>
        <p:spPr>
          <a:xfrm>
            <a:off x="230573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2" name="Stage1_sixpanel_7523">
            <a:extLst>
              <a:ext uri="{FF2B5EF4-FFF2-40B4-BE49-F238E27FC236}">
                <a16:creationId xmlns:a16="http://schemas.microsoft.com/office/drawing/2014/main" id="{B711E6F9-8B8B-4797-BCC6-5D8231581032}"/>
              </a:ext>
            </a:extLst>
          </p:cNvPr>
          <p:cNvSpPr>
            <a:spLocks noGrp="1"/>
          </p:cNvSpPr>
          <p:nvPr/>
        </p:nvSpPr>
        <p:spPr>
          <a:xfrm>
            <a:off x="2414275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3" name="Stage1_sixpanel_7524">
            <a:extLst>
              <a:ext uri="{FF2B5EF4-FFF2-40B4-BE49-F238E27FC236}">
                <a16:creationId xmlns:a16="http://schemas.microsoft.com/office/drawing/2014/main" id="{E1391BCD-B2EF-49BE-AF85-30DEC7E8751F}"/>
              </a:ext>
            </a:extLst>
          </p:cNvPr>
          <p:cNvSpPr>
            <a:spLocks noGrp="1"/>
          </p:cNvSpPr>
          <p:nvPr/>
        </p:nvSpPr>
        <p:spPr>
          <a:xfrm>
            <a:off x="23837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4" name="Stage1_sixpanel_7525">
            <a:extLst>
              <a:ext uri="{FF2B5EF4-FFF2-40B4-BE49-F238E27FC236}">
                <a16:creationId xmlns:a16="http://schemas.microsoft.com/office/drawing/2014/main" id="{4BF066A7-8C89-42DA-A780-A892EE2FE42F}"/>
              </a:ext>
            </a:extLst>
          </p:cNvPr>
          <p:cNvSpPr>
            <a:spLocks noGrp="1"/>
          </p:cNvSpPr>
          <p:nvPr/>
        </p:nvSpPr>
        <p:spPr>
          <a:xfrm>
            <a:off x="22201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5" name="Stage1_sixpanel_7526">
            <a:extLst>
              <a:ext uri="{FF2B5EF4-FFF2-40B4-BE49-F238E27FC236}">
                <a16:creationId xmlns:a16="http://schemas.microsoft.com/office/drawing/2014/main" id="{F3641942-034F-40D1-9E69-DD74F8DEC836}"/>
              </a:ext>
            </a:extLst>
          </p:cNvPr>
          <p:cNvSpPr>
            <a:spLocks noGrp="1"/>
          </p:cNvSpPr>
          <p:nvPr/>
        </p:nvSpPr>
        <p:spPr>
          <a:xfrm>
            <a:off x="224437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6" name="Stage1_sixpanel_7527">
            <a:extLst>
              <a:ext uri="{FF2B5EF4-FFF2-40B4-BE49-F238E27FC236}">
                <a16:creationId xmlns:a16="http://schemas.microsoft.com/office/drawing/2014/main" id="{19C47972-89CA-43DF-A29E-6D96742EF74A}"/>
              </a:ext>
            </a:extLst>
          </p:cNvPr>
          <p:cNvSpPr>
            <a:spLocks noGrp="1"/>
          </p:cNvSpPr>
          <p:nvPr/>
        </p:nvSpPr>
        <p:spPr>
          <a:xfrm>
            <a:off x="22689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7" name="Stage1_sixpanel_7528">
            <a:extLst>
              <a:ext uri="{FF2B5EF4-FFF2-40B4-BE49-F238E27FC236}">
                <a16:creationId xmlns:a16="http://schemas.microsoft.com/office/drawing/2014/main" id="{831CCD76-30E5-499B-B718-539DE6016FA5}"/>
              </a:ext>
            </a:extLst>
          </p:cNvPr>
          <p:cNvSpPr>
            <a:spLocks noGrp="1"/>
          </p:cNvSpPr>
          <p:nvPr/>
        </p:nvSpPr>
        <p:spPr>
          <a:xfrm>
            <a:off x="23085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8" name="Stage1_sixpanel_7529">
            <a:extLst>
              <a:ext uri="{FF2B5EF4-FFF2-40B4-BE49-F238E27FC236}">
                <a16:creationId xmlns:a16="http://schemas.microsoft.com/office/drawing/2014/main" id="{6892A8BE-6113-4B09-A5BF-01F8898DA4FD}"/>
              </a:ext>
            </a:extLst>
          </p:cNvPr>
          <p:cNvSpPr>
            <a:spLocks noGrp="1"/>
          </p:cNvSpPr>
          <p:nvPr/>
        </p:nvSpPr>
        <p:spPr>
          <a:xfrm>
            <a:off x="237389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59" name="Stage1_sixpanel_7530">
            <a:extLst>
              <a:ext uri="{FF2B5EF4-FFF2-40B4-BE49-F238E27FC236}">
                <a16:creationId xmlns:a16="http://schemas.microsoft.com/office/drawing/2014/main" id="{C9E31505-93AF-477D-9BF0-8D603532F027}"/>
              </a:ext>
            </a:extLst>
          </p:cNvPr>
          <p:cNvSpPr>
            <a:spLocks noGrp="1"/>
          </p:cNvSpPr>
          <p:nvPr/>
        </p:nvSpPr>
        <p:spPr>
          <a:xfrm>
            <a:off x="233491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0" name="Stage1_sixpanel_7531">
            <a:extLst>
              <a:ext uri="{FF2B5EF4-FFF2-40B4-BE49-F238E27FC236}">
                <a16:creationId xmlns:a16="http://schemas.microsoft.com/office/drawing/2014/main" id="{1BB63D60-746C-45B5-9F63-C88C8AE0A86A}"/>
              </a:ext>
            </a:extLst>
          </p:cNvPr>
          <p:cNvSpPr>
            <a:spLocks noGrp="1"/>
          </p:cNvSpPr>
          <p:nvPr/>
        </p:nvSpPr>
        <p:spPr>
          <a:xfrm>
            <a:off x="2386005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1" name="Stage1_sixpanel_7532">
            <a:extLst>
              <a:ext uri="{FF2B5EF4-FFF2-40B4-BE49-F238E27FC236}">
                <a16:creationId xmlns:a16="http://schemas.microsoft.com/office/drawing/2014/main" id="{AF1C0989-A89E-45A5-B024-06CDE5EC6FBA}"/>
              </a:ext>
            </a:extLst>
          </p:cNvPr>
          <p:cNvSpPr>
            <a:spLocks noGrp="1"/>
          </p:cNvSpPr>
          <p:nvPr/>
        </p:nvSpPr>
        <p:spPr>
          <a:xfrm>
            <a:off x="2248814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2" name="Stage1_sixpanel_7533">
            <a:extLst>
              <a:ext uri="{FF2B5EF4-FFF2-40B4-BE49-F238E27FC236}">
                <a16:creationId xmlns:a16="http://schemas.microsoft.com/office/drawing/2014/main" id="{13E21B0D-21D4-44AA-9A8D-6D8EABACC9EB}"/>
              </a:ext>
            </a:extLst>
          </p:cNvPr>
          <p:cNvSpPr>
            <a:spLocks noGrp="1"/>
          </p:cNvSpPr>
          <p:nvPr/>
        </p:nvSpPr>
        <p:spPr>
          <a:xfrm>
            <a:off x="23232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3" name="Stage1_sixpanel_7534">
            <a:extLst>
              <a:ext uri="{FF2B5EF4-FFF2-40B4-BE49-F238E27FC236}">
                <a16:creationId xmlns:a16="http://schemas.microsoft.com/office/drawing/2014/main" id="{AE6A132D-CEFD-4E5A-A9DF-B88A3597EE6D}"/>
              </a:ext>
            </a:extLst>
          </p:cNvPr>
          <p:cNvSpPr>
            <a:spLocks noGrp="1"/>
          </p:cNvSpPr>
          <p:nvPr/>
        </p:nvSpPr>
        <p:spPr>
          <a:xfrm>
            <a:off x="23244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4" name="Stage1_sixpanel_7535">
            <a:extLst>
              <a:ext uri="{FF2B5EF4-FFF2-40B4-BE49-F238E27FC236}">
                <a16:creationId xmlns:a16="http://schemas.microsoft.com/office/drawing/2014/main" id="{0A5D435B-7B95-4EB2-8978-C4D4955987CB}"/>
              </a:ext>
            </a:extLst>
          </p:cNvPr>
          <p:cNvSpPr>
            <a:spLocks noGrp="1"/>
          </p:cNvSpPr>
          <p:nvPr/>
        </p:nvSpPr>
        <p:spPr>
          <a:xfrm>
            <a:off x="22030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5" name="Stage1_sixpanel_7536">
            <a:extLst>
              <a:ext uri="{FF2B5EF4-FFF2-40B4-BE49-F238E27FC236}">
                <a16:creationId xmlns:a16="http://schemas.microsoft.com/office/drawing/2014/main" id="{08308586-3EC3-4847-918D-DF910D81B830}"/>
              </a:ext>
            </a:extLst>
          </p:cNvPr>
          <p:cNvSpPr>
            <a:spLocks noGrp="1"/>
          </p:cNvSpPr>
          <p:nvPr/>
        </p:nvSpPr>
        <p:spPr>
          <a:xfrm>
            <a:off x="220952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6" name="Stage1_sixpanel_7537">
            <a:extLst>
              <a:ext uri="{FF2B5EF4-FFF2-40B4-BE49-F238E27FC236}">
                <a16:creationId xmlns:a16="http://schemas.microsoft.com/office/drawing/2014/main" id="{65AA9C8D-F5FF-43C3-9E05-F7F05F4AD5A7}"/>
              </a:ext>
            </a:extLst>
          </p:cNvPr>
          <p:cNvSpPr>
            <a:spLocks noGrp="1"/>
          </p:cNvSpPr>
          <p:nvPr/>
        </p:nvSpPr>
        <p:spPr>
          <a:xfrm>
            <a:off x="22655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7" name="Stage1_sixpanel_7538">
            <a:extLst>
              <a:ext uri="{FF2B5EF4-FFF2-40B4-BE49-F238E27FC236}">
                <a16:creationId xmlns:a16="http://schemas.microsoft.com/office/drawing/2014/main" id="{694F7E6E-676D-4DDE-ABFD-285B3D6E0D25}"/>
              </a:ext>
            </a:extLst>
          </p:cNvPr>
          <p:cNvSpPr>
            <a:spLocks noGrp="1"/>
          </p:cNvSpPr>
          <p:nvPr/>
        </p:nvSpPr>
        <p:spPr>
          <a:xfrm>
            <a:off x="2241366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8" name="Stage1_sixpanel_7539">
            <a:extLst>
              <a:ext uri="{FF2B5EF4-FFF2-40B4-BE49-F238E27FC236}">
                <a16:creationId xmlns:a16="http://schemas.microsoft.com/office/drawing/2014/main" id="{52805F6A-80E4-4CBC-BEFD-7900B561C642}"/>
              </a:ext>
            </a:extLst>
          </p:cNvPr>
          <p:cNvSpPr>
            <a:spLocks noGrp="1"/>
          </p:cNvSpPr>
          <p:nvPr/>
        </p:nvSpPr>
        <p:spPr>
          <a:xfrm>
            <a:off x="22942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69" name="Stage1_sixpanel_7540">
            <a:extLst>
              <a:ext uri="{FF2B5EF4-FFF2-40B4-BE49-F238E27FC236}">
                <a16:creationId xmlns:a16="http://schemas.microsoft.com/office/drawing/2014/main" id="{A78B3522-8ED7-4EDA-8D8A-C1AD6FA54433}"/>
              </a:ext>
            </a:extLst>
          </p:cNvPr>
          <p:cNvSpPr>
            <a:spLocks noGrp="1"/>
          </p:cNvSpPr>
          <p:nvPr/>
        </p:nvSpPr>
        <p:spPr>
          <a:xfrm>
            <a:off x="22653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0" name="Stage1_sixpanel_7541">
            <a:extLst>
              <a:ext uri="{FF2B5EF4-FFF2-40B4-BE49-F238E27FC236}">
                <a16:creationId xmlns:a16="http://schemas.microsoft.com/office/drawing/2014/main" id="{096943A6-7AF3-4C6C-8679-7B1FB0E06F94}"/>
              </a:ext>
            </a:extLst>
          </p:cNvPr>
          <p:cNvSpPr>
            <a:spLocks noGrp="1"/>
          </p:cNvSpPr>
          <p:nvPr/>
        </p:nvSpPr>
        <p:spPr>
          <a:xfrm>
            <a:off x="236143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1" name="Stage1_sixpanel_7542">
            <a:extLst>
              <a:ext uri="{FF2B5EF4-FFF2-40B4-BE49-F238E27FC236}">
                <a16:creationId xmlns:a16="http://schemas.microsoft.com/office/drawing/2014/main" id="{51236C37-425A-4036-8ECC-435E0D0C76E6}"/>
              </a:ext>
            </a:extLst>
          </p:cNvPr>
          <p:cNvSpPr>
            <a:spLocks noGrp="1"/>
          </p:cNvSpPr>
          <p:nvPr/>
        </p:nvSpPr>
        <p:spPr>
          <a:xfrm>
            <a:off x="235573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2" name="Stage1_sixpanel_7543">
            <a:extLst>
              <a:ext uri="{FF2B5EF4-FFF2-40B4-BE49-F238E27FC236}">
                <a16:creationId xmlns:a16="http://schemas.microsoft.com/office/drawing/2014/main" id="{E8B47C0A-382F-4418-B8B8-F3CD9E599EE5}"/>
              </a:ext>
            </a:extLst>
          </p:cNvPr>
          <p:cNvSpPr>
            <a:spLocks noGrp="1"/>
          </p:cNvSpPr>
          <p:nvPr/>
        </p:nvSpPr>
        <p:spPr>
          <a:xfrm>
            <a:off x="21983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3" name="Stage1_sixpanel_7544">
            <a:extLst>
              <a:ext uri="{FF2B5EF4-FFF2-40B4-BE49-F238E27FC236}">
                <a16:creationId xmlns:a16="http://schemas.microsoft.com/office/drawing/2014/main" id="{5717896C-84EF-45FF-980D-594D710DFD22}"/>
              </a:ext>
            </a:extLst>
          </p:cNvPr>
          <p:cNvSpPr>
            <a:spLocks noGrp="1"/>
          </p:cNvSpPr>
          <p:nvPr/>
        </p:nvSpPr>
        <p:spPr>
          <a:xfrm>
            <a:off x="228490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4" name="Stage1_sixpanel_7545">
            <a:extLst>
              <a:ext uri="{FF2B5EF4-FFF2-40B4-BE49-F238E27FC236}">
                <a16:creationId xmlns:a16="http://schemas.microsoft.com/office/drawing/2014/main" id="{A5BECFAD-F512-4ACC-B961-9F9B731B9D5B}"/>
              </a:ext>
            </a:extLst>
          </p:cNvPr>
          <p:cNvSpPr>
            <a:spLocks noGrp="1"/>
          </p:cNvSpPr>
          <p:nvPr/>
        </p:nvSpPr>
        <p:spPr>
          <a:xfrm>
            <a:off x="2308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5" name="Stage1_sixpanel_7546">
            <a:extLst>
              <a:ext uri="{FF2B5EF4-FFF2-40B4-BE49-F238E27FC236}">
                <a16:creationId xmlns:a16="http://schemas.microsoft.com/office/drawing/2014/main" id="{4EA2F26C-9808-49B0-B465-46AB7C018860}"/>
              </a:ext>
            </a:extLst>
          </p:cNvPr>
          <p:cNvSpPr>
            <a:spLocks noGrp="1"/>
          </p:cNvSpPr>
          <p:nvPr/>
        </p:nvSpPr>
        <p:spPr>
          <a:xfrm>
            <a:off x="23127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6" name="Stage1_sixpanel_7547">
            <a:extLst>
              <a:ext uri="{FF2B5EF4-FFF2-40B4-BE49-F238E27FC236}">
                <a16:creationId xmlns:a16="http://schemas.microsoft.com/office/drawing/2014/main" id="{C74B3B7C-AC14-455E-AED1-621B19BE0117}"/>
              </a:ext>
            </a:extLst>
          </p:cNvPr>
          <p:cNvSpPr>
            <a:spLocks noGrp="1"/>
          </p:cNvSpPr>
          <p:nvPr/>
        </p:nvSpPr>
        <p:spPr>
          <a:xfrm>
            <a:off x="230352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7" name="Stage1_sixpanel_7548">
            <a:extLst>
              <a:ext uri="{FF2B5EF4-FFF2-40B4-BE49-F238E27FC236}">
                <a16:creationId xmlns:a16="http://schemas.microsoft.com/office/drawing/2014/main" id="{C638730B-5DEC-4E31-B8C7-97FE1392DC16}"/>
              </a:ext>
            </a:extLst>
          </p:cNvPr>
          <p:cNvSpPr>
            <a:spLocks noGrp="1"/>
          </p:cNvSpPr>
          <p:nvPr/>
        </p:nvSpPr>
        <p:spPr>
          <a:xfrm>
            <a:off x="2373513" y="720929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8" name="Stage1_sixpanel_7549">
            <a:extLst>
              <a:ext uri="{FF2B5EF4-FFF2-40B4-BE49-F238E27FC236}">
                <a16:creationId xmlns:a16="http://schemas.microsoft.com/office/drawing/2014/main" id="{66624387-B6C2-4D13-9F68-7DA0CF693498}"/>
              </a:ext>
            </a:extLst>
          </p:cNvPr>
          <p:cNvSpPr>
            <a:spLocks noGrp="1"/>
          </p:cNvSpPr>
          <p:nvPr/>
        </p:nvSpPr>
        <p:spPr>
          <a:xfrm>
            <a:off x="221776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79" name="Stage1_sixpanel_7550">
            <a:extLst>
              <a:ext uri="{FF2B5EF4-FFF2-40B4-BE49-F238E27FC236}">
                <a16:creationId xmlns:a16="http://schemas.microsoft.com/office/drawing/2014/main" id="{DD032B71-2368-4159-B9A0-2B4616E72E33}"/>
              </a:ext>
            </a:extLst>
          </p:cNvPr>
          <p:cNvSpPr>
            <a:spLocks noGrp="1"/>
          </p:cNvSpPr>
          <p:nvPr/>
        </p:nvSpPr>
        <p:spPr>
          <a:xfrm>
            <a:off x="2216257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0" name="Stage1_sixpanel_7551">
            <a:extLst>
              <a:ext uri="{FF2B5EF4-FFF2-40B4-BE49-F238E27FC236}">
                <a16:creationId xmlns:a16="http://schemas.microsoft.com/office/drawing/2014/main" id="{E4BA0CDA-7C08-4E3A-9F32-1C7C91EA1FC4}"/>
              </a:ext>
            </a:extLst>
          </p:cNvPr>
          <p:cNvSpPr>
            <a:spLocks noGrp="1"/>
          </p:cNvSpPr>
          <p:nvPr/>
        </p:nvSpPr>
        <p:spPr>
          <a:xfrm>
            <a:off x="224500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1" name="Stage1_sixpanel_7552">
            <a:extLst>
              <a:ext uri="{FF2B5EF4-FFF2-40B4-BE49-F238E27FC236}">
                <a16:creationId xmlns:a16="http://schemas.microsoft.com/office/drawing/2014/main" id="{0602E401-D257-4E69-BA84-3FDCF78DA039}"/>
              </a:ext>
            </a:extLst>
          </p:cNvPr>
          <p:cNvSpPr>
            <a:spLocks noGrp="1"/>
          </p:cNvSpPr>
          <p:nvPr/>
        </p:nvSpPr>
        <p:spPr>
          <a:xfrm>
            <a:off x="232656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2" name="Stage1_sixpanel_7553">
            <a:extLst>
              <a:ext uri="{FF2B5EF4-FFF2-40B4-BE49-F238E27FC236}">
                <a16:creationId xmlns:a16="http://schemas.microsoft.com/office/drawing/2014/main" id="{E13037B5-F4FB-4BF0-9C16-154DC0DEA465}"/>
              </a:ext>
            </a:extLst>
          </p:cNvPr>
          <p:cNvSpPr>
            <a:spLocks noGrp="1"/>
          </p:cNvSpPr>
          <p:nvPr/>
        </p:nvSpPr>
        <p:spPr>
          <a:xfrm>
            <a:off x="228826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3" name="Stage1_sixpanel_7554">
            <a:extLst>
              <a:ext uri="{FF2B5EF4-FFF2-40B4-BE49-F238E27FC236}">
                <a16:creationId xmlns:a16="http://schemas.microsoft.com/office/drawing/2014/main" id="{DF53BA49-9288-4526-8464-9B593BA24674}"/>
              </a:ext>
            </a:extLst>
          </p:cNvPr>
          <p:cNvSpPr>
            <a:spLocks noGrp="1"/>
          </p:cNvSpPr>
          <p:nvPr/>
        </p:nvSpPr>
        <p:spPr>
          <a:xfrm>
            <a:off x="23769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4" name="Stage1_sixpanel_7555">
            <a:extLst>
              <a:ext uri="{FF2B5EF4-FFF2-40B4-BE49-F238E27FC236}">
                <a16:creationId xmlns:a16="http://schemas.microsoft.com/office/drawing/2014/main" id="{3D3B87C5-C50E-43EF-95D4-E005302D1C9D}"/>
              </a:ext>
            </a:extLst>
          </p:cNvPr>
          <p:cNvSpPr>
            <a:spLocks noGrp="1"/>
          </p:cNvSpPr>
          <p:nvPr/>
        </p:nvSpPr>
        <p:spPr>
          <a:xfrm>
            <a:off x="2381704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5" name="Stage1_sixpanel_7556">
            <a:extLst>
              <a:ext uri="{FF2B5EF4-FFF2-40B4-BE49-F238E27FC236}">
                <a16:creationId xmlns:a16="http://schemas.microsoft.com/office/drawing/2014/main" id="{FCF07659-BF06-4087-A9D8-563DF966DEE9}"/>
              </a:ext>
            </a:extLst>
          </p:cNvPr>
          <p:cNvSpPr>
            <a:spLocks noGrp="1"/>
          </p:cNvSpPr>
          <p:nvPr/>
        </p:nvSpPr>
        <p:spPr>
          <a:xfrm>
            <a:off x="22617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6" name="Stage1_sixpanel_7557">
            <a:extLst>
              <a:ext uri="{FF2B5EF4-FFF2-40B4-BE49-F238E27FC236}">
                <a16:creationId xmlns:a16="http://schemas.microsoft.com/office/drawing/2014/main" id="{FB5EC19F-B3AB-44BB-A7D3-472FAAFFD5D5}"/>
              </a:ext>
            </a:extLst>
          </p:cNvPr>
          <p:cNvSpPr>
            <a:spLocks noGrp="1"/>
          </p:cNvSpPr>
          <p:nvPr/>
        </p:nvSpPr>
        <p:spPr>
          <a:xfrm>
            <a:off x="2272543" y="72757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7" name="Stage1_sixpanel_7558">
            <a:extLst>
              <a:ext uri="{FF2B5EF4-FFF2-40B4-BE49-F238E27FC236}">
                <a16:creationId xmlns:a16="http://schemas.microsoft.com/office/drawing/2014/main" id="{38058FFC-01E0-4631-AF4A-88F6F7283945}"/>
              </a:ext>
            </a:extLst>
          </p:cNvPr>
          <p:cNvSpPr>
            <a:spLocks noGrp="1"/>
          </p:cNvSpPr>
          <p:nvPr/>
        </p:nvSpPr>
        <p:spPr>
          <a:xfrm>
            <a:off x="2249702" y="6986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8" name="Stage1_sixpanel_7559">
            <a:extLst>
              <a:ext uri="{FF2B5EF4-FFF2-40B4-BE49-F238E27FC236}">
                <a16:creationId xmlns:a16="http://schemas.microsoft.com/office/drawing/2014/main" id="{B30A1788-5C73-401F-84EA-07746F9E7018}"/>
              </a:ext>
            </a:extLst>
          </p:cNvPr>
          <p:cNvSpPr>
            <a:spLocks noGrp="1"/>
          </p:cNvSpPr>
          <p:nvPr/>
        </p:nvSpPr>
        <p:spPr>
          <a:xfrm>
            <a:off x="23200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89" name="Stage1_sixpanel_7560">
            <a:extLst>
              <a:ext uri="{FF2B5EF4-FFF2-40B4-BE49-F238E27FC236}">
                <a16:creationId xmlns:a16="http://schemas.microsoft.com/office/drawing/2014/main" id="{526C32CC-FEA5-4003-9286-EB58EC76F8D5}"/>
              </a:ext>
            </a:extLst>
          </p:cNvPr>
          <p:cNvSpPr>
            <a:spLocks noGrp="1"/>
          </p:cNvSpPr>
          <p:nvPr/>
        </p:nvSpPr>
        <p:spPr>
          <a:xfrm>
            <a:off x="235100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0" name="Stage1_sixpanel_7561">
            <a:extLst>
              <a:ext uri="{FF2B5EF4-FFF2-40B4-BE49-F238E27FC236}">
                <a16:creationId xmlns:a16="http://schemas.microsoft.com/office/drawing/2014/main" id="{D8969132-7311-48A6-97FE-3937A2E82A6E}"/>
              </a:ext>
            </a:extLst>
          </p:cNvPr>
          <p:cNvSpPr>
            <a:spLocks noGrp="1"/>
          </p:cNvSpPr>
          <p:nvPr/>
        </p:nvSpPr>
        <p:spPr>
          <a:xfrm>
            <a:off x="231067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1" name="Stage1_sixpanel_7562">
            <a:extLst>
              <a:ext uri="{FF2B5EF4-FFF2-40B4-BE49-F238E27FC236}">
                <a16:creationId xmlns:a16="http://schemas.microsoft.com/office/drawing/2014/main" id="{DF952C08-7E86-46E0-83FC-3E75E2E3FED8}"/>
              </a:ext>
            </a:extLst>
          </p:cNvPr>
          <p:cNvSpPr>
            <a:spLocks noGrp="1"/>
          </p:cNvSpPr>
          <p:nvPr/>
        </p:nvSpPr>
        <p:spPr>
          <a:xfrm>
            <a:off x="240112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2" name="Stage1_sixpanel_7563">
            <a:extLst>
              <a:ext uri="{FF2B5EF4-FFF2-40B4-BE49-F238E27FC236}">
                <a16:creationId xmlns:a16="http://schemas.microsoft.com/office/drawing/2014/main" id="{C8852C59-A96A-4D0D-AA3F-A7C5E6F45E34}"/>
              </a:ext>
            </a:extLst>
          </p:cNvPr>
          <p:cNvSpPr>
            <a:spLocks noGrp="1"/>
          </p:cNvSpPr>
          <p:nvPr/>
        </p:nvSpPr>
        <p:spPr>
          <a:xfrm>
            <a:off x="241059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3" name="Stage1_sixpanel_7564">
            <a:extLst>
              <a:ext uri="{FF2B5EF4-FFF2-40B4-BE49-F238E27FC236}">
                <a16:creationId xmlns:a16="http://schemas.microsoft.com/office/drawing/2014/main" id="{B0244FC5-BC82-4E7F-87AF-8D77B602003D}"/>
              </a:ext>
            </a:extLst>
          </p:cNvPr>
          <p:cNvSpPr>
            <a:spLocks noGrp="1"/>
          </p:cNvSpPr>
          <p:nvPr/>
        </p:nvSpPr>
        <p:spPr>
          <a:xfrm>
            <a:off x="2324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4" name="Stage1_sixpanel_7565">
            <a:extLst>
              <a:ext uri="{FF2B5EF4-FFF2-40B4-BE49-F238E27FC236}">
                <a16:creationId xmlns:a16="http://schemas.microsoft.com/office/drawing/2014/main" id="{BB60C12F-1ECB-4FC6-A2C0-A98F63545955}"/>
              </a:ext>
            </a:extLst>
          </p:cNvPr>
          <p:cNvSpPr>
            <a:spLocks noGrp="1"/>
          </p:cNvSpPr>
          <p:nvPr/>
        </p:nvSpPr>
        <p:spPr>
          <a:xfrm>
            <a:off x="2301751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5" name="Stage1_sixpanel_7566">
            <a:extLst>
              <a:ext uri="{FF2B5EF4-FFF2-40B4-BE49-F238E27FC236}">
                <a16:creationId xmlns:a16="http://schemas.microsoft.com/office/drawing/2014/main" id="{F4642A8A-B2B0-41A1-91EF-A57110A8FE31}"/>
              </a:ext>
            </a:extLst>
          </p:cNvPr>
          <p:cNvSpPr>
            <a:spLocks noGrp="1"/>
          </p:cNvSpPr>
          <p:nvPr/>
        </p:nvSpPr>
        <p:spPr>
          <a:xfrm>
            <a:off x="232718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6" name="Stage1_sixpanel_7567">
            <a:extLst>
              <a:ext uri="{FF2B5EF4-FFF2-40B4-BE49-F238E27FC236}">
                <a16:creationId xmlns:a16="http://schemas.microsoft.com/office/drawing/2014/main" id="{26EC3303-898E-4F5A-89BD-353F79DCA2B5}"/>
              </a:ext>
            </a:extLst>
          </p:cNvPr>
          <p:cNvSpPr>
            <a:spLocks noGrp="1"/>
          </p:cNvSpPr>
          <p:nvPr/>
        </p:nvSpPr>
        <p:spPr>
          <a:xfrm>
            <a:off x="233490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7" name="Stage1_sixpanel_7568">
            <a:extLst>
              <a:ext uri="{FF2B5EF4-FFF2-40B4-BE49-F238E27FC236}">
                <a16:creationId xmlns:a16="http://schemas.microsoft.com/office/drawing/2014/main" id="{4004E461-9895-4172-B8B5-647556EE585C}"/>
              </a:ext>
            </a:extLst>
          </p:cNvPr>
          <p:cNvSpPr>
            <a:spLocks noGrp="1"/>
          </p:cNvSpPr>
          <p:nvPr/>
        </p:nvSpPr>
        <p:spPr>
          <a:xfrm>
            <a:off x="224280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8" name="Stage1_sixpanel_7569">
            <a:extLst>
              <a:ext uri="{FF2B5EF4-FFF2-40B4-BE49-F238E27FC236}">
                <a16:creationId xmlns:a16="http://schemas.microsoft.com/office/drawing/2014/main" id="{10223517-1C3B-4AF8-84A0-B877E5C3D3EE}"/>
              </a:ext>
            </a:extLst>
          </p:cNvPr>
          <p:cNvSpPr>
            <a:spLocks noGrp="1"/>
          </p:cNvSpPr>
          <p:nvPr/>
        </p:nvSpPr>
        <p:spPr>
          <a:xfrm>
            <a:off x="23498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399" name="Stage1_sixpanel_7570">
            <a:extLst>
              <a:ext uri="{FF2B5EF4-FFF2-40B4-BE49-F238E27FC236}">
                <a16:creationId xmlns:a16="http://schemas.microsoft.com/office/drawing/2014/main" id="{B4F235DF-E63F-4211-B57D-C2EAD95C0FA2}"/>
              </a:ext>
            </a:extLst>
          </p:cNvPr>
          <p:cNvSpPr>
            <a:spLocks noGrp="1"/>
          </p:cNvSpPr>
          <p:nvPr/>
        </p:nvSpPr>
        <p:spPr>
          <a:xfrm>
            <a:off x="2390832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0" name="Stage1_sixpanel_7571">
            <a:extLst>
              <a:ext uri="{FF2B5EF4-FFF2-40B4-BE49-F238E27FC236}">
                <a16:creationId xmlns:a16="http://schemas.microsoft.com/office/drawing/2014/main" id="{7FEE8C55-1AF4-4A27-BD33-FCE93B6107AD}"/>
              </a:ext>
            </a:extLst>
          </p:cNvPr>
          <p:cNvSpPr>
            <a:spLocks noGrp="1"/>
          </p:cNvSpPr>
          <p:nvPr/>
        </p:nvSpPr>
        <p:spPr>
          <a:xfrm>
            <a:off x="2250939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1" name="Stage1_sixpanel_7572">
            <a:extLst>
              <a:ext uri="{FF2B5EF4-FFF2-40B4-BE49-F238E27FC236}">
                <a16:creationId xmlns:a16="http://schemas.microsoft.com/office/drawing/2014/main" id="{EC9D2827-62D3-4D87-884F-EE1D7DB11B46}"/>
              </a:ext>
            </a:extLst>
          </p:cNvPr>
          <p:cNvSpPr>
            <a:spLocks noGrp="1"/>
          </p:cNvSpPr>
          <p:nvPr/>
        </p:nvSpPr>
        <p:spPr>
          <a:xfrm>
            <a:off x="22001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2" name="Stage1_sixpanel_7573">
            <a:extLst>
              <a:ext uri="{FF2B5EF4-FFF2-40B4-BE49-F238E27FC236}">
                <a16:creationId xmlns:a16="http://schemas.microsoft.com/office/drawing/2014/main" id="{96CF8C8E-F092-41F2-B9D2-5BFF027CE99C}"/>
              </a:ext>
            </a:extLst>
          </p:cNvPr>
          <p:cNvSpPr>
            <a:spLocks noGrp="1"/>
          </p:cNvSpPr>
          <p:nvPr/>
        </p:nvSpPr>
        <p:spPr>
          <a:xfrm>
            <a:off x="23572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3" name="Stage1_sixpanel_7574">
            <a:extLst>
              <a:ext uri="{FF2B5EF4-FFF2-40B4-BE49-F238E27FC236}">
                <a16:creationId xmlns:a16="http://schemas.microsoft.com/office/drawing/2014/main" id="{E69FF794-AC92-45CD-BD23-22308090A2E9}"/>
              </a:ext>
            </a:extLst>
          </p:cNvPr>
          <p:cNvSpPr>
            <a:spLocks noGrp="1"/>
          </p:cNvSpPr>
          <p:nvPr/>
        </p:nvSpPr>
        <p:spPr>
          <a:xfrm>
            <a:off x="2241763" y="77881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4" name="Stage1_sixpanel_7575">
            <a:extLst>
              <a:ext uri="{FF2B5EF4-FFF2-40B4-BE49-F238E27FC236}">
                <a16:creationId xmlns:a16="http://schemas.microsoft.com/office/drawing/2014/main" id="{0EB99726-550D-4A11-A545-FE56C866DC47}"/>
              </a:ext>
            </a:extLst>
          </p:cNvPr>
          <p:cNvSpPr>
            <a:spLocks noGrp="1"/>
          </p:cNvSpPr>
          <p:nvPr/>
        </p:nvSpPr>
        <p:spPr>
          <a:xfrm>
            <a:off x="22767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5" name="Stage1_sixpanel_7576">
            <a:extLst>
              <a:ext uri="{FF2B5EF4-FFF2-40B4-BE49-F238E27FC236}">
                <a16:creationId xmlns:a16="http://schemas.microsoft.com/office/drawing/2014/main" id="{4C061F28-A9CF-4E2C-B17D-F0FD7E65E519}"/>
              </a:ext>
            </a:extLst>
          </p:cNvPr>
          <p:cNvSpPr>
            <a:spLocks noGrp="1"/>
          </p:cNvSpPr>
          <p:nvPr/>
        </p:nvSpPr>
        <p:spPr>
          <a:xfrm>
            <a:off x="2248427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6" name="Stage1_sixpanel_7577">
            <a:extLst>
              <a:ext uri="{FF2B5EF4-FFF2-40B4-BE49-F238E27FC236}">
                <a16:creationId xmlns:a16="http://schemas.microsoft.com/office/drawing/2014/main" id="{CBBC67C4-4E4A-49A1-BD3F-47C39F8BC6CC}"/>
              </a:ext>
            </a:extLst>
          </p:cNvPr>
          <p:cNvSpPr>
            <a:spLocks noGrp="1"/>
          </p:cNvSpPr>
          <p:nvPr/>
        </p:nvSpPr>
        <p:spPr>
          <a:xfrm>
            <a:off x="22251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7" name="Stage1_sixpanel_7578">
            <a:extLst>
              <a:ext uri="{FF2B5EF4-FFF2-40B4-BE49-F238E27FC236}">
                <a16:creationId xmlns:a16="http://schemas.microsoft.com/office/drawing/2014/main" id="{799F7713-11C7-4537-AD96-05080B380B8E}"/>
              </a:ext>
            </a:extLst>
          </p:cNvPr>
          <p:cNvSpPr>
            <a:spLocks noGrp="1"/>
          </p:cNvSpPr>
          <p:nvPr/>
        </p:nvSpPr>
        <p:spPr>
          <a:xfrm>
            <a:off x="23327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8" name="Stage1_sixpanel_7579">
            <a:extLst>
              <a:ext uri="{FF2B5EF4-FFF2-40B4-BE49-F238E27FC236}">
                <a16:creationId xmlns:a16="http://schemas.microsoft.com/office/drawing/2014/main" id="{B1D46206-2BD2-405B-8682-A97ACA32AA49}"/>
              </a:ext>
            </a:extLst>
          </p:cNvPr>
          <p:cNvSpPr>
            <a:spLocks noGrp="1"/>
          </p:cNvSpPr>
          <p:nvPr/>
        </p:nvSpPr>
        <p:spPr>
          <a:xfrm>
            <a:off x="2370870" y="76187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09" name="Stage1_sixpanel_7580">
            <a:extLst>
              <a:ext uri="{FF2B5EF4-FFF2-40B4-BE49-F238E27FC236}">
                <a16:creationId xmlns:a16="http://schemas.microsoft.com/office/drawing/2014/main" id="{A7A36E2A-E996-4751-885F-FEB09F7C986C}"/>
              </a:ext>
            </a:extLst>
          </p:cNvPr>
          <p:cNvSpPr>
            <a:spLocks noGrp="1"/>
          </p:cNvSpPr>
          <p:nvPr/>
        </p:nvSpPr>
        <p:spPr>
          <a:xfrm>
            <a:off x="2225518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0" name="Stage1_sixpanel_7581">
            <a:extLst>
              <a:ext uri="{FF2B5EF4-FFF2-40B4-BE49-F238E27FC236}">
                <a16:creationId xmlns:a16="http://schemas.microsoft.com/office/drawing/2014/main" id="{93BD18F3-08C0-4556-AE04-C73B08BD65EE}"/>
              </a:ext>
            </a:extLst>
          </p:cNvPr>
          <p:cNvSpPr>
            <a:spLocks noGrp="1"/>
          </p:cNvSpPr>
          <p:nvPr/>
        </p:nvSpPr>
        <p:spPr>
          <a:xfrm>
            <a:off x="22603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1" name="Stage1_sixpanel_7582">
            <a:extLst>
              <a:ext uri="{FF2B5EF4-FFF2-40B4-BE49-F238E27FC236}">
                <a16:creationId xmlns:a16="http://schemas.microsoft.com/office/drawing/2014/main" id="{1F504D7E-9EAC-4566-855D-26A5DE159196}"/>
              </a:ext>
            </a:extLst>
          </p:cNvPr>
          <p:cNvSpPr>
            <a:spLocks noGrp="1"/>
          </p:cNvSpPr>
          <p:nvPr/>
        </p:nvSpPr>
        <p:spPr>
          <a:xfrm>
            <a:off x="23728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2" name="Stage1_sixpanel_7583">
            <a:extLst>
              <a:ext uri="{FF2B5EF4-FFF2-40B4-BE49-F238E27FC236}">
                <a16:creationId xmlns:a16="http://schemas.microsoft.com/office/drawing/2014/main" id="{686AF702-F517-43D0-A0CD-C13A2BB19C72}"/>
              </a:ext>
            </a:extLst>
          </p:cNvPr>
          <p:cNvSpPr>
            <a:spLocks noGrp="1"/>
          </p:cNvSpPr>
          <p:nvPr/>
        </p:nvSpPr>
        <p:spPr>
          <a:xfrm>
            <a:off x="22816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3" name="Stage1_sixpanel_7584">
            <a:extLst>
              <a:ext uri="{FF2B5EF4-FFF2-40B4-BE49-F238E27FC236}">
                <a16:creationId xmlns:a16="http://schemas.microsoft.com/office/drawing/2014/main" id="{ACD16F0B-9652-46D1-B9CD-B2A40162E933}"/>
              </a:ext>
            </a:extLst>
          </p:cNvPr>
          <p:cNvSpPr>
            <a:spLocks noGrp="1"/>
          </p:cNvSpPr>
          <p:nvPr/>
        </p:nvSpPr>
        <p:spPr>
          <a:xfrm>
            <a:off x="227683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4" name="Stage1_sixpanel_7585">
            <a:extLst>
              <a:ext uri="{FF2B5EF4-FFF2-40B4-BE49-F238E27FC236}">
                <a16:creationId xmlns:a16="http://schemas.microsoft.com/office/drawing/2014/main" id="{0A9C1358-5660-4E6F-99E9-7621636F99CD}"/>
              </a:ext>
            </a:extLst>
          </p:cNvPr>
          <p:cNvSpPr>
            <a:spLocks noGrp="1"/>
          </p:cNvSpPr>
          <p:nvPr/>
        </p:nvSpPr>
        <p:spPr>
          <a:xfrm>
            <a:off x="222795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5" name="Stage1_sixpanel_7586">
            <a:extLst>
              <a:ext uri="{FF2B5EF4-FFF2-40B4-BE49-F238E27FC236}">
                <a16:creationId xmlns:a16="http://schemas.microsoft.com/office/drawing/2014/main" id="{DBC50076-09E3-41E2-86F7-17DA5FA93A72}"/>
              </a:ext>
            </a:extLst>
          </p:cNvPr>
          <p:cNvSpPr>
            <a:spLocks noGrp="1"/>
          </p:cNvSpPr>
          <p:nvPr/>
        </p:nvSpPr>
        <p:spPr>
          <a:xfrm>
            <a:off x="24126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6" name="Stage1_sixpanel_7587">
            <a:extLst>
              <a:ext uri="{FF2B5EF4-FFF2-40B4-BE49-F238E27FC236}">
                <a16:creationId xmlns:a16="http://schemas.microsoft.com/office/drawing/2014/main" id="{28612EB8-B47F-4DB6-BD46-10EBF2547C6A}"/>
              </a:ext>
            </a:extLst>
          </p:cNvPr>
          <p:cNvSpPr>
            <a:spLocks noGrp="1"/>
          </p:cNvSpPr>
          <p:nvPr/>
        </p:nvSpPr>
        <p:spPr>
          <a:xfrm>
            <a:off x="23454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7" name="Stage1_sixpanel_7588">
            <a:extLst>
              <a:ext uri="{FF2B5EF4-FFF2-40B4-BE49-F238E27FC236}">
                <a16:creationId xmlns:a16="http://schemas.microsoft.com/office/drawing/2014/main" id="{8F240B05-AD0E-4750-A4DE-D671C1E2EE1D}"/>
              </a:ext>
            </a:extLst>
          </p:cNvPr>
          <p:cNvSpPr>
            <a:spLocks noGrp="1"/>
          </p:cNvSpPr>
          <p:nvPr/>
        </p:nvSpPr>
        <p:spPr>
          <a:xfrm>
            <a:off x="22809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8" name="Stage1_sixpanel_7589">
            <a:extLst>
              <a:ext uri="{FF2B5EF4-FFF2-40B4-BE49-F238E27FC236}">
                <a16:creationId xmlns:a16="http://schemas.microsoft.com/office/drawing/2014/main" id="{0C5588C9-DF4E-43B4-AE77-F853F58D254F}"/>
              </a:ext>
            </a:extLst>
          </p:cNvPr>
          <p:cNvSpPr>
            <a:spLocks noGrp="1"/>
          </p:cNvSpPr>
          <p:nvPr/>
        </p:nvSpPr>
        <p:spPr>
          <a:xfrm>
            <a:off x="2232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19" name="Stage1_sixpanel_7590">
            <a:extLst>
              <a:ext uri="{FF2B5EF4-FFF2-40B4-BE49-F238E27FC236}">
                <a16:creationId xmlns:a16="http://schemas.microsoft.com/office/drawing/2014/main" id="{66EEBB8E-AD42-4729-8702-6AABE86E5E43}"/>
              </a:ext>
            </a:extLst>
          </p:cNvPr>
          <p:cNvSpPr>
            <a:spLocks noGrp="1"/>
          </p:cNvSpPr>
          <p:nvPr/>
        </p:nvSpPr>
        <p:spPr>
          <a:xfrm>
            <a:off x="23424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0" name="Stage1_sixpanel_7591">
            <a:extLst>
              <a:ext uri="{FF2B5EF4-FFF2-40B4-BE49-F238E27FC236}">
                <a16:creationId xmlns:a16="http://schemas.microsoft.com/office/drawing/2014/main" id="{DE37AB58-3A2C-4F0A-B49B-DE5DAA445FC3}"/>
              </a:ext>
            </a:extLst>
          </p:cNvPr>
          <p:cNvSpPr>
            <a:spLocks noGrp="1"/>
          </p:cNvSpPr>
          <p:nvPr/>
        </p:nvSpPr>
        <p:spPr>
          <a:xfrm>
            <a:off x="228954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1" name="Stage1_sixpanel_7592">
            <a:extLst>
              <a:ext uri="{FF2B5EF4-FFF2-40B4-BE49-F238E27FC236}">
                <a16:creationId xmlns:a16="http://schemas.microsoft.com/office/drawing/2014/main" id="{7B47953D-0337-451D-9B81-B252BBA79ABC}"/>
              </a:ext>
            </a:extLst>
          </p:cNvPr>
          <p:cNvSpPr>
            <a:spLocks noGrp="1"/>
          </p:cNvSpPr>
          <p:nvPr/>
        </p:nvSpPr>
        <p:spPr>
          <a:xfrm>
            <a:off x="22840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2" name="Stage1_sixpanel_7593">
            <a:extLst>
              <a:ext uri="{FF2B5EF4-FFF2-40B4-BE49-F238E27FC236}">
                <a16:creationId xmlns:a16="http://schemas.microsoft.com/office/drawing/2014/main" id="{4C97429F-FDD8-493F-A2BD-C5ECC2573EDE}"/>
              </a:ext>
            </a:extLst>
          </p:cNvPr>
          <p:cNvSpPr>
            <a:spLocks noGrp="1"/>
          </p:cNvSpPr>
          <p:nvPr/>
        </p:nvSpPr>
        <p:spPr>
          <a:xfrm>
            <a:off x="2254763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3" name="Stage1_sixpanel_7594">
            <a:extLst>
              <a:ext uri="{FF2B5EF4-FFF2-40B4-BE49-F238E27FC236}">
                <a16:creationId xmlns:a16="http://schemas.microsoft.com/office/drawing/2014/main" id="{CD256184-423F-464B-934A-6EA065185068}"/>
              </a:ext>
            </a:extLst>
          </p:cNvPr>
          <p:cNvSpPr>
            <a:spLocks noGrp="1"/>
          </p:cNvSpPr>
          <p:nvPr/>
        </p:nvSpPr>
        <p:spPr>
          <a:xfrm>
            <a:off x="2297701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4" name="Stage1_sixpanel_7595">
            <a:extLst>
              <a:ext uri="{FF2B5EF4-FFF2-40B4-BE49-F238E27FC236}">
                <a16:creationId xmlns:a16="http://schemas.microsoft.com/office/drawing/2014/main" id="{541282B5-B94D-46AD-9D53-87D089809AAC}"/>
              </a:ext>
            </a:extLst>
          </p:cNvPr>
          <p:cNvSpPr>
            <a:spLocks noGrp="1"/>
          </p:cNvSpPr>
          <p:nvPr/>
        </p:nvSpPr>
        <p:spPr>
          <a:xfrm>
            <a:off x="2277660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5" name="Stage1_sixpanel_7596">
            <a:extLst>
              <a:ext uri="{FF2B5EF4-FFF2-40B4-BE49-F238E27FC236}">
                <a16:creationId xmlns:a16="http://schemas.microsoft.com/office/drawing/2014/main" id="{2B2F04E9-FFFE-4EE5-9F8D-76440BFF2A06}"/>
              </a:ext>
            </a:extLst>
          </p:cNvPr>
          <p:cNvSpPr>
            <a:spLocks noGrp="1"/>
          </p:cNvSpPr>
          <p:nvPr/>
        </p:nvSpPr>
        <p:spPr>
          <a:xfrm>
            <a:off x="2294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6" name="Stage1_sixpanel_7597">
            <a:extLst>
              <a:ext uri="{FF2B5EF4-FFF2-40B4-BE49-F238E27FC236}">
                <a16:creationId xmlns:a16="http://schemas.microsoft.com/office/drawing/2014/main" id="{B41938B5-FADD-4549-BE11-991AD9CE4CEA}"/>
              </a:ext>
            </a:extLst>
          </p:cNvPr>
          <p:cNvSpPr>
            <a:spLocks noGrp="1"/>
          </p:cNvSpPr>
          <p:nvPr/>
        </p:nvSpPr>
        <p:spPr>
          <a:xfrm>
            <a:off x="2403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7" name="Stage1_sixpanel_7598">
            <a:extLst>
              <a:ext uri="{FF2B5EF4-FFF2-40B4-BE49-F238E27FC236}">
                <a16:creationId xmlns:a16="http://schemas.microsoft.com/office/drawing/2014/main" id="{FFB68BDE-7E5D-407F-B5FB-3D8495885031}"/>
              </a:ext>
            </a:extLst>
          </p:cNvPr>
          <p:cNvSpPr>
            <a:spLocks noGrp="1"/>
          </p:cNvSpPr>
          <p:nvPr/>
        </p:nvSpPr>
        <p:spPr>
          <a:xfrm>
            <a:off x="2215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8" name="Stage1_sixpanel_7599">
            <a:extLst>
              <a:ext uri="{FF2B5EF4-FFF2-40B4-BE49-F238E27FC236}">
                <a16:creationId xmlns:a16="http://schemas.microsoft.com/office/drawing/2014/main" id="{17560D47-F428-468F-854C-27A324713B0D}"/>
              </a:ext>
            </a:extLst>
          </p:cNvPr>
          <p:cNvSpPr>
            <a:spLocks noGrp="1"/>
          </p:cNvSpPr>
          <p:nvPr/>
        </p:nvSpPr>
        <p:spPr>
          <a:xfrm>
            <a:off x="23649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29" name="Stage1_sixpanel_7600">
            <a:extLst>
              <a:ext uri="{FF2B5EF4-FFF2-40B4-BE49-F238E27FC236}">
                <a16:creationId xmlns:a16="http://schemas.microsoft.com/office/drawing/2014/main" id="{03945511-1F67-4D0B-8598-40B37C86D522}"/>
              </a:ext>
            </a:extLst>
          </p:cNvPr>
          <p:cNvSpPr>
            <a:spLocks noGrp="1"/>
          </p:cNvSpPr>
          <p:nvPr/>
        </p:nvSpPr>
        <p:spPr>
          <a:xfrm>
            <a:off x="238333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0" name="Stage1_sixpanel_7601">
            <a:extLst>
              <a:ext uri="{FF2B5EF4-FFF2-40B4-BE49-F238E27FC236}">
                <a16:creationId xmlns:a16="http://schemas.microsoft.com/office/drawing/2014/main" id="{560BEFD4-070A-43AF-9564-A35E05EBC17E}"/>
              </a:ext>
            </a:extLst>
          </p:cNvPr>
          <p:cNvSpPr>
            <a:spLocks noGrp="1"/>
          </p:cNvSpPr>
          <p:nvPr/>
        </p:nvSpPr>
        <p:spPr>
          <a:xfrm>
            <a:off x="2296894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1" name="Stage1_sixpanel_7602">
            <a:extLst>
              <a:ext uri="{FF2B5EF4-FFF2-40B4-BE49-F238E27FC236}">
                <a16:creationId xmlns:a16="http://schemas.microsoft.com/office/drawing/2014/main" id="{A0543A9B-8520-4F53-A71E-9CA407F9028B}"/>
              </a:ext>
            </a:extLst>
          </p:cNvPr>
          <p:cNvSpPr>
            <a:spLocks noGrp="1"/>
          </p:cNvSpPr>
          <p:nvPr/>
        </p:nvSpPr>
        <p:spPr>
          <a:xfrm>
            <a:off x="23954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2" name="Stage1_sixpanel_7603">
            <a:extLst>
              <a:ext uri="{FF2B5EF4-FFF2-40B4-BE49-F238E27FC236}">
                <a16:creationId xmlns:a16="http://schemas.microsoft.com/office/drawing/2014/main" id="{165FE8F2-B8DB-43E3-8893-F79D85C5BDEF}"/>
              </a:ext>
            </a:extLst>
          </p:cNvPr>
          <p:cNvSpPr>
            <a:spLocks noGrp="1"/>
          </p:cNvSpPr>
          <p:nvPr/>
        </p:nvSpPr>
        <p:spPr>
          <a:xfrm>
            <a:off x="22166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3" name="Stage1_sixpanel_7604">
            <a:extLst>
              <a:ext uri="{FF2B5EF4-FFF2-40B4-BE49-F238E27FC236}">
                <a16:creationId xmlns:a16="http://schemas.microsoft.com/office/drawing/2014/main" id="{0FE065A5-3799-4C11-B425-9748987E98F6}"/>
              </a:ext>
            </a:extLst>
          </p:cNvPr>
          <p:cNvSpPr>
            <a:spLocks noGrp="1"/>
          </p:cNvSpPr>
          <p:nvPr/>
        </p:nvSpPr>
        <p:spPr>
          <a:xfrm>
            <a:off x="2285323" y="70151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4" name="Stage1_sixpanel_7605">
            <a:extLst>
              <a:ext uri="{FF2B5EF4-FFF2-40B4-BE49-F238E27FC236}">
                <a16:creationId xmlns:a16="http://schemas.microsoft.com/office/drawing/2014/main" id="{E251555C-300A-4942-A825-9A237BE997AA}"/>
              </a:ext>
            </a:extLst>
          </p:cNvPr>
          <p:cNvSpPr>
            <a:spLocks noGrp="1"/>
          </p:cNvSpPr>
          <p:nvPr/>
        </p:nvSpPr>
        <p:spPr>
          <a:xfrm>
            <a:off x="22517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5" name="Stage1_sixpanel_7606">
            <a:extLst>
              <a:ext uri="{FF2B5EF4-FFF2-40B4-BE49-F238E27FC236}">
                <a16:creationId xmlns:a16="http://schemas.microsoft.com/office/drawing/2014/main" id="{A59E84ED-5914-4573-988F-31C2D585179C}"/>
              </a:ext>
            </a:extLst>
          </p:cNvPr>
          <p:cNvSpPr>
            <a:spLocks noGrp="1"/>
          </p:cNvSpPr>
          <p:nvPr/>
        </p:nvSpPr>
        <p:spPr>
          <a:xfrm>
            <a:off x="2357721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6" name="Stage1_sixpanel_7607">
            <a:extLst>
              <a:ext uri="{FF2B5EF4-FFF2-40B4-BE49-F238E27FC236}">
                <a16:creationId xmlns:a16="http://schemas.microsoft.com/office/drawing/2014/main" id="{B67E9A62-E59F-4743-B50B-88786DEF1B59}"/>
              </a:ext>
            </a:extLst>
          </p:cNvPr>
          <p:cNvSpPr>
            <a:spLocks noGrp="1"/>
          </p:cNvSpPr>
          <p:nvPr/>
        </p:nvSpPr>
        <p:spPr>
          <a:xfrm>
            <a:off x="23250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7" name="Stage1_sixpanel_7608">
            <a:extLst>
              <a:ext uri="{FF2B5EF4-FFF2-40B4-BE49-F238E27FC236}">
                <a16:creationId xmlns:a16="http://schemas.microsoft.com/office/drawing/2014/main" id="{32ECBD5F-98B1-4267-B903-6B528E79552D}"/>
              </a:ext>
            </a:extLst>
          </p:cNvPr>
          <p:cNvSpPr>
            <a:spLocks noGrp="1"/>
          </p:cNvSpPr>
          <p:nvPr/>
        </p:nvSpPr>
        <p:spPr>
          <a:xfrm>
            <a:off x="23955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8" name="Stage1_sixpanel_7609">
            <a:extLst>
              <a:ext uri="{FF2B5EF4-FFF2-40B4-BE49-F238E27FC236}">
                <a16:creationId xmlns:a16="http://schemas.microsoft.com/office/drawing/2014/main" id="{BB98EFA6-A7BD-4DB4-8604-DFD01073C969}"/>
              </a:ext>
            </a:extLst>
          </p:cNvPr>
          <p:cNvSpPr>
            <a:spLocks noGrp="1"/>
          </p:cNvSpPr>
          <p:nvPr/>
        </p:nvSpPr>
        <p:spPr>
          <a:xfrm>
            <a:off x="2239702" y="701033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39" name="Stage1_sixpanel_7610">
            <a:extLst>
              <a:ext uri="{FF2B5EF4-FFF2-40B4-BE49-F238E27FC236}">
                <a16:creationId xmlns:a16="http://schemas.microsoft.com/office/drawing/2014/main" id="{0AF37B09-1B90-4DA4-8DB0-0F127667C437}"/>
              </a:ext>
            </a:extLst>
          </p:cNvPr>
          <p:cNvSpPr>
            <a:spLocks noGrp="1"/>
          </p:cNvSpPr>
          <p:nvPr/>
        </p:nvSpPr>
        <p:spPr>
          <a:xfrm>
            <a:off x="22668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0" name="Stage1_sixpanel_7611">
            <a:extLst>
              <a:ext uri="{FF2B5EF4-FFF2-40B4-BE49-F238E27FC236}">
                <a16:creationId xmlns:a16="http://schemas.microsoft.com/office/drawing/2014/main" id="{4B09FE9D-4686-4814-AFC5-B31F48F9AB34}"/>
              </a:ext>
            </a:extLst>
          </p:cNvPr>
          <p:cNvSpPr>
            <a:spLocks noGrp="1"/>
          </p:cNvSpPr>
          <p:nvPr/>
        </p:nvSpPr>
        <p:spPr>
          <a:xfrm>
            <a:off x="23818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1" name="Stage1_sixpanel_7612">
            <a:extLst>
              <a:ext uri="{FF2B5EF4-FFF2-40B4-BE49-F238E27FC236}">
                <a16:creationId xmlns:a16="http://schemas.microsoft.com/office/drawing/2014/main" id="{F2752A06-67B1-4BBD-9D65-4CF19F8B6620}"/>
              </a:ext>
            </a:extLst>
          </p:cNvPr>
          <p:cNvSpPr>
            <a:spLocks noGrp="1"/>
          </p:cNvSpPr>
          <p:nvPr/>
        </p:nvSpPr>
        <p:spPr>
          <a:xfrm>
            <a:off x="2400165" y="728208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2" name="Stage1_sixpanel_7613">
            <a:extLst>
              <a:ext uri="{FF2B5EF4-FFF2-40B4-BE49-F238E27FC236}">
                <a16:creationId xmlns:a16="http://schemas.microsoft.com/office/drawing/2014/main" id="{011AD184-263E-4F34-BC4D-7605C7826712}"/>
              </a:ext>
            </a:extLst>
          </p:cNvPr>
          <p:cNvSpPr>
            <a:spLocks noGrp="1"/>
          </p:cNvSpPr>
          <p:nvPr/>
        </p:nvSpPr>
        <p:spPr>
          <a:xfrm>
            <a:off x="2310038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3" name="Stage1_sixpanel_7614">
            <a:extLst>
              <a:ext uri="{FF2B5EF4-FFF2-40B4-BE49-F238E27FC236}">
                <a16:creationId xmlns:a16="http://schemas.microsoft.com/office/drawing/2014/main" id="{87839295-57F3-4AE5-B560-3F6ACCB5ED0B}"/>
              </a:ext>
            </a:extLst>
          </p:cNvPr>
          <p:cNvSpPr>
            <a:spLocks noGrp="1"/>
          </p:cNvSpPr>
          <p:nvPr/>
        </p:nvSpPr>
        <p:spPr>
          <a:xfrm>
            <a:off x="221601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4" name="Stage1_sixpanel_7615">
            <a:extLst>
              <a:ext uri="{FF2B5EF4-FFF2-40B4-BE49-F238E27FC236}">
                <a16:creationId xmlns:a16="http://schemas.microsoft.com/office/drawing/2014/main" id="{3C514D78-D347-49CA-9909-A0213CE0BCEA}"/>
              </a:ext>
            </a:extLst>
          </p:cNvPr>
          <p:cNvSpPr>
            <a:spLocks noGrp="1"/>
          </p:cNvSpPr>
          <p:nvPr/>
        </p:nvSpPr>
        <p:spPr>
          <a:xfrm>
            <a:off x="228952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5" name="Stage1_sixpanel_7616">
            <a:extLst>
              <a:ext uri="{FF2B5EF4-FFF2-40B4-BE49-F238E27FC236}">
                <a16:creationId xmlns:a16="http://schemas.microsoft.com/office/drawing/2014/main" id="{79A7E867-7A37-4FF9-8FF8-1BF9448118DF}"/>
              </a:ext>
            </a:extLst>
          </p:cNvPr>
          <p:cNvSpPr>
            <a:spLocks noGrp="1"/>
          </p:cNvSpPr>
          <p:nvPr/>
        </p:nvSpPr>
        <p:spPr>
          <a:xfrm>
            <a:off x="222523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6" name="Stage1_sixpanel_7617">
            <a:extLst>
              <a:ext uri="{FF2B5EF4-FFF2-40B4-BE49-F238E27FC236}">
                <a16:creationId xmlns:a16="http://schemas.microsoft.com/office/drawing/2014/main" id="{4DFE8D70-6B70-4C7A-A0B0-7AB78BB8F60F}"/>
              </a:ext>
            </a:extLst>
          </p:cNvPr>
          <p:cNvSpPr>
            <a:spLocks noGrp="1"/>
          </p:cNvSpPr>
          <p:nvPr/>
        </p:nvSpPr>
        <p:spPr>
          <a:xfrm>
            <a:off x="2399372" y="698284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7" name="Stage1_sixpanel_7618">
            <a:extLst>
              <a:ext uri="{FF2B5EF4-FFF2-40B4-BE49-F238E27FC236}">
                <a16:creationId xmlns:a16="http://schemas.microsoft.com/office/drawing/2014/main" id="{46D534B2-A4AC-4F1A-9B15-6409047625C2}"/>
              </a:ext>
            </a:extLst>
          </p:cNvPr>
          <p:cNvSpPr>
            <a:spLocks noGrp="1"/>
          </p:cNvSpPr>
          <p:nvPr/>
        </p:nvSpPr>
        <p:spPr>
          <a:xfrm>
            <a:off x="22055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8" name="Stage1_sixpanel_7619">
            <a:extLst>
              <a:ext uri="{FF2B5EF4-FFF2-40B4-BE49-F238E27FC236}">
                <a16:creationId xmlns:a16="http://schemas.microsoft.com/office/drawing/2014/main" id="{5BE318F9-C484-4276-88FE-D03A1C541182}"/>
              </a:ext>
            </a:extLst>
          </p:cNvPr>
          <p:cNvSpPr>
            <a:spLocks noGrp="1"/>
          </p:cNvSpPr>
          <p:nvPr/>
        </p:nvSpPr>
        <p:spPr>
          <a:xfrm>
            <a:off x="226596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49" name="Stage1_sixpanel_7620">
            <a:extLst>
              <a:ext uri="{FF2B5EF4-FFF2-40B4-BE49-F238E27FC236}">
                <a16:creationId xmlns:a16="http://schemas.microsoft.com/office/drawing/2014/main" id="{1199204F-7D33-4CE4-881A-4E288A75D754}"/>
              </a:ext>
            </a:extLst>
          </p:cNvPr>
          <p:cNvSpPr>
            <a:spLocks noGrp="1"/>
          </p:cNvSpPr>
          <p:nvPr/>
        </p:nvSpPr>
        <p:spPr>
          <a:xfrm>
            <a:off x="23538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0" name="Stage1_sixpanel_7621">
            <a:extLst>
              <a:ext uri="{FF2B5EF4-FFF2-40B4-BE49-F238E27FC236}">
                <a16:creationId xmlns:a16="http://schemas.microsoft.com/office/drawing/2014/main" id="{1CF7D874-0ADC-4E7C-A72D-1AEDCCD5D4B8}"/>
              </a:ext>
            </a:extLst>
          </p:cNvPr>
          <p:cNvSpPr>
            <a:spLocks noGrp="1"/>
          </p:cNvSpPr>
          <p:nvPr/>
        </p:nvSpPr>
        <p:spPr>
          <a:xfrm>
            <a:off x="224247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1" name="Stage1_sixpanel_7622">
            <a:extLst>
              <a:ext uri="{FF2B5EF4-FFF2-40B4-BE49-F238E27FC236}">
                <a16:creationId xmlns:a16="http://schemas.microsoft.com/office/drawing/2014/main" id="{55FB07B2-A0B7-469C-ADB7-A1642CCA78E4}"/>
              </a:ext>
            </a:extLst>
          </p:cNvPr>
          <p:cNvSpPr>
            <a:spLocks noGrp="1"/>
          </p:cNvSpPr>
          <p:nvPr/>
        </p:nvSpPr>
        <p:spPr>
          <a:xfrm>
            <a:off x="22006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2" name="Stage1_sixpanel_7623">
            <a:extLst>
              <a:ext uri="{FF2B5EF4-FFF2-40B4-BE49-F238E27FC236}">
                <a16:creationId xmlns:a16="http://schemas.microsoft.com/office/drawing/2014/main" id="{4FAF66BC-7413-4F51-80BD-D6936F5996BB}"/>
              </a:ext>
            </a:extLst>
          </p:cNvPr>
          <p:cNvSpPr>
            <a:spLocks noGrp="1"/>
          </p:cNvSpPr>
          <p:nvPr/>
        </p:nvSpPr>
        <p:spPr>
          <a:xfrm>
            <a:off x="232334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3" name="Stage1_sixpanel_7624">
            <a:extLst>
              <a:ext uri="{FF2B5EF4-FFF2-40B4-BE49-F238E27FC236}">
                <a16:creationId xmlns:a16="http://schemas.microsoft.com/office/drawing/2014/main" id="{D42D5AD0-385B-49E0-AACD-9C29F1EA9865}"/>
              </a:ext>
            </a:extLst>
          </p:cNvPr>
          <p:cNvSpPr>
            <a:spLocks noGrp="1"/>
          </p:cNvSpPr>
          <p:nvPr/>
        </p:nvSpPr>
        <p:spPr>
          <a:xfrm>
            <a:off x="236348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4" name="Stage1_sixpanel_7625">
            <a:extLst>
              <a:ext uri="{FF2B5EF4-FFF2-40B4-BE49-F238E27FC236}">
                <a16:creationId xmlns:a16="http://schemas.microsoft.com/office/drawing/2014/main" id="{DAEF510D-3364-43FF-A5A7-FA61FA68BAF3}"/>
              </a:ext>
            </a:extLst>
          </p:cNvPr>
          <p:cNvSpPr>
            <a:spLocks noGrp="1"/>
          </p:cNvSpPr>
          <p:nvPr/>
        </p:nvSpPr>
        <p:spPr>
          <a:xfrm>
            <a:off x="22701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5" name="Stage1_sixpanel_7626">
            <a:extLst>
              <a:ext uri="{FF2B5EF4-FFF2-40B4-BE49-F238E27FC236}">
                <a16:creationId xmlns:a16="http://schemas.microsoft.com/office/drawing/2014/main" id="{3D8A2A19-D240-4E6A-BCC3-2C9DBCD4BF18}"/>
              </a:ext>
            </a:extLst>
          </p:cNvPr>
          <p:cNvSpPr>
            <a:spLocks noGrp="1"/>
          </p:cNvSpPr>
          <p:nvPr/>
        </p:nvSpPr>
        <p:spPr>
          <a:xfrm>
            <a:off x="2295732" y="71337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6" name="Stage1_sixpanel_7627">
            <a:extLst>
              <a:ext uri="{FF2B5EF4-FFF2-40B4-BE49-F238E27FC236}">
                <a16:creationId xmlns:a16="http://schemas.microsoft.com/office/drawing/2014/main" id="{0776A7A6-A525-4BD7-A3B6-DDA7C7F570BD}"/>
              </a:ext>
            </a:extLst>
          </p:cNvPr>
          <p:cNvSpPr>
            <a:spLocks noGrp="1"/>
          </p:cNvSpPr>
          <p:nvPr/>
        </p:nvSpPr>
        <p:spPr>
          <a:xfrm>
            <a:off x="2220355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7" name="Stage1_sixpanel_7628">
            <a:extLst>
              <a:ext uri="{FF2B5EF4-FFF2-40B4-BE49-F238E27FC236}">
                <a16:creationId xmlns:a16="http://schemas.microsoft.com/office/drawing/2014/main" id="{181B40D3-4939-4063-A693-95375B393B8B}"/>
              </a:ext>
            </a:extLst>
          </p:cNvPr>
          <p:cNvSpPr>
            <a:spLocks noGrp="1"/>
          </p:cNvSpPr>
          <p:nvPr/>
        </p:nvSpPr>
        <p:spPr>
          <a:xfrm>
            <a:off x="2414492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8" name="Stage1_sixpanel_7629">
            <a:extLst>
              <a:ext uri="{FF2B5EF4-FFF2-40B4-BE49-F238E27FC236}">
                <a16:creationId xmlns:a16="http://schemas.microsoft.com/office/drawing/2014/main" id="{FF8D6351-FA47-42A4-AE22-AD713FBACB2C}"/>
              </a:ext>
            </a:extLst>
          </p:cNvPr>
          <p:cNvSpPr>
            <a:spLocks noGrp="1"/>
          </p:cNvSpPr>
          <p:nvPr/>
        </p:nvSpPr>
        <p:spPr>
          <a:xfrm>
            <a:off x="22582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59" name="Stage1_sixpanel_7630">
            <a:extLst>
              <a:ext uri="{FF2B5EF4-FFF2-40B4-BE49-F238E27FC236}">
                <a16:creationId xmlns:a16="http://schemas.microsoft.com/office/drawing/2014/main" id="{085B863F-E7B5-4397-879C-B47886184B93}"/>
              </a:ext>
            </a:extLst>
          </p:cNvPr>
          <p:cNvSpPr>
            <a:spLocks noGrp="1"/>
          </p:cNvSpPr>
          <p:nvPr/>
        </p:nvSpPr>
        <p:spPr>
          <a:xfrm>
            <a:off x="22198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0" name="Stage1_sixpanel_7631">
            <a:extLst>
              <a:ext uri="{FF2B5EF4-FFF2-40B4-BE49-F238E27FC236}">
                <a16:creationId xmlns:a16="http://schemas.microsoft.com/office/drawing/2014/main" id="{175E98AF-F395-424C-A26F-703DCDAFF781}"/>
              </a:ext>
            </a:extLst>
          </p:cNvPr>
          <p:cNvSpPr>
            <a:spLocks noGrp="1"/>
          </p:cNvSpPr>
          <p:nvPr/>
        </p:nvSpPr>
        <p:spPr>
          <a:xfrm>
            <a:off x="221338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1" name="Stage1_sixpanel_7632">
            <a:extLst>
              <a:ext uri="{FF2B5EF4-FFF2-40B4-BE49-F238E27FC236}">
                <a16:creationId xmlns:a16="http://schemas.microsoft.com/office/drawing/2014/main" id="{E55353AB-8333-40A7-9649-8DA7A41DD482}"/>
              </a:ext>
            </a:extLst>
          </p:cNvPr>
          <p:cNvSpPr>
            <a:spLocks noGrp="1"/>
          </p:cNvSpPr>
          <p:nvPr/>
        </p:nvSpPr>
        <p:spPr>
          <a:xfrm>
            <a:off x="2341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2" name="Stage1_sixpanel_7633">
            <a:extLst>
              <a:ext uri="{FF2B5EF4-FFF2-40B4-BE49-F238E27FC236}">
                <a16:creationId xmlns:a16="http://schemas.microsoft.com/office/drawing/2014/main" id="{266BCCEC-E719-4006-8FF9-5912BF9DA5B6}"/>
              </a:ext>
            </a:extLst>
          </p:cNvPr>
          <p:cNvSpPr>
            <a:spLocks noGrp="1"/>
          </p:cNvSpPr>
          <p:nvPr/>
        </p:nvSpPr>
        <p:spPr>
          <a:xfrm>
            <a:off x="236621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3" name="Stage1_sixpanel_7634">
            <a:extLst>
              <a:ext uri="{FF2B5EF4-FFF2-40B4-BE49-F238E27FC236}">
                <a16:creationId xmlns:a16="http://schemas.microsoft.com/office/drawing/2014/main" id="{2BDB9833-673F-4383-94CA-A7F4EAF23096}"/>
              </a:ext>
            </a:extLst>
          </p:cNvPr>
          <p:cNvSpPr>
            <a:spLocks noGrp="1"/>
          </p:cNvSpPr>
          <p:nvPr/>
        </p:nvSpPr>
        <p:spPr>
          <a:xfrm>
            <a:off x="2318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4" name="Stage1_sixpanel_7635">
            <a:extLst>
              <a:ext uri="{FF2B5EF4-FFF2-40B4-BE49-F238E27FC236}">
                <a16:creationId xmlns:a16="http://schemas.microsoft.com/office/drawing/2014/main" id="{5D8D1617-19CB-43EE-B2E6-87B12DDFA74F}"/>
              </a:ext>
            </a:extLst>
          </p:cNvPr>
          <p:cNvSpPr>
            <a:spLocks noGrp="1"/>
          </p:cNvSpPr>
          <p:nvPr/>
        </p:nvSpPr>
        <p:spPr>
          <a:xfrm>
            <a:off x="235692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5" name="Stage1_sixpanel_7636">
            <a:extLst>
              <a:ext uri="{FF2B5EF4-FFF2-40B4-BE49-F238E27FC236}">
                <a16:creationId xmlns:a16="http://schemas.microsoft.com/office/drawing/2014/main" id="{EA1A1EE6-BD7A-400B-AA43-7ACAD9928979}"/>
              </a:ext>
            </a:extLst>
          </p:cNvPr>
          <p:cNvSpPr>
            <a:spLocks noGrp="1"/>
          </p:cNvSpPr>
          <p:nvPr/>
        </p:nvSpPr>
        <p:spPr>
          <a:xfrm>
            <a:off x="22326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6" name="Stage1_sixpanel_7637">
            <a:extLst>
              <a:ext uri="{FF2B5EF4-FFF2-40B4-BE49-F238E27FC236}">
                <a16:creationId xmlns:a16="http://schemas.microsoft.com/office/drawing/2014/main" id="{3847585E-A56C-4F01-A040-8687FE55111F}"/>
              </a:ext>
            </a:extLst>
          </p:cNvPr>
          <p:cNvSpPr>
            <a:spLocks noGrp="1"/>
          </p:cNvSpPr>
          <p:nvPr/>
        </p:nvSpPr>
        <p:spPr>
          <a:xfrm>
            <a:off x="229433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7" name="Stage1_sixpanel_7638">
            <a:extLst>
              <a:ext uri="{FF2B5EF4-FFF2-40B4-BE49-F238E27FC236}">
                <a16:creationId xmlns:a16="http://schemas.microsoft.com/office/drawing/2014/main" id="{42A2AEEF-9C99-4B4E-9522-81C3F10BCE61}"/>
              </a:ext>
            </a:extLst>
          </p:cNvPr>
          <p:cNvSpPr>
            <a:spLocks noGrp="1"/>
          </p:cNvSpPr>
          <p:nvPr/>
        </p:nvSpPr>
        <p:spPr>
          <a:xfrm>
            <a:off x="22517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8" name="Stage1_sixpanel_7639">
            <a:extLst>
              <a:ext uri="{FF2B5EF4-FFF2-40B4-BE49-F238E27FC236}">
                <a16:creationId xmlns:a16="http://schemas.microsoft.com/office/drawing/2014/main" id="{F6F6E280-3817-44E1-ADC7-DAE95EE4A001}"/>
              </a:ext>
            </a:extLst>
          </p:cNvPr>
          <p:cNvSpPr>
            <a:spLocks noGrp="1"/>
          </p:cNvSpPr>
          <p:nvPr/>
        </p:nvSpPr>
        <p:spPr>
          <a:xfrm>
            <a:off x="2356843" y="718283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69" name="Stage1_sixpanel_7640">
            <a:extLst>
              <a:ext uri="{FF2B5EF4-FFF2-40B4-BE49-F238E27FC236}">
                <a16:creationId xmlns:a16="http://schemas.microsoft.com/office/drawing/2014/main" id="{1E1D5824-26FA-40E7-91C8-BAB3970A4C34}"/>
              </a:ext>
            </a:extLst>
          </p:cNvPr>
          <p:cNvSpPr>
            <a:spLocks noGrp="1"/>
          </p:cNvSpPr>
          <p:nvPr/>
        </p:nvSpPr>
        <p:spPr>
          <a:xfrm>
            <a:off x="236536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0" name="Stage1_sixpanel_7641">
            <a:extLst>
              <a:ext uri="{FF2B5EF4-FFF2-40B4-BE49-F238E27FC236}">
                <a16:creationId xmlns:a16="http://schemas.microsoft.com/office/drawing/2014/main" id="{688DC355-583E-44D9-93E9-5E1D759AEF25}"/>
              </a:ext>
            </a:extLst>
          </p:cNvPr>
          <p:cNvSpPr>
            <a:spLocks noGrp="1"/>
          </p:cNvSpPr>
          <p:nvPr/>
        </p:nvSpPr>
        <p:spPr>
          <a:xfrm>
            <a:off x="2261758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1" name="Stage1_sixpanel_7642">
            <a:extLst>
              <a:ext uri="{FF2B5EF4-FFF2-40B4-BE49-F238E27FC236}">
                <a16:creationId xmlns:a16="http://schemas.microsoft.com/office/drawing/2014/main" id="{0AD8400B-6102-4384-813D-0FE5BEF585B2}"/>
              </a:ext>
            </a:extLst>
          </p:cNvPr>
          <p:cNvSpPr>
            <a:spLocks noGrp="1"/>
          </p:cNvSpPr>
          <p:nvPr/>
        </p:nvSpPr>
        <p:spPr>
          <a:xfrm>
            <a:off x="21967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2" name="Stage1_sixpanel_7643">
            <a:extLst>
              <a:ext uri="{FF2B5EF4-FFF2-40B4-BE49-F238E27FC236}">
                <a16:creationId xmlns:a16="http://schemas.microsoft.com/office/drawing/2014/main" id="{25AF4F79-AC6A-451B-A102-5027C37F1F57}"/>
              </a:ext>
            </a:extLst>
          </p:cNvPr>
          <p:cNvSpPr>
            <a:spLocks noGrp="1"/>
          </p:cNvSpPr>
          <p:nvPr/>
        </p:nvSpPr>
        <p:spPr>
          <a:xfrm>
            <a:off x="22952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3" name="Stage1_sixpanel_7644">
            <a:extLst>
              <a:ext uri="{FF2B5EF4-FFF2-40B4-BE49-F238E27FC236}">
                <a16:creationId xmlns:a16="http://schemas.microsoft.com/office/drawing/2014/main" id="{CAC03C47-2716-42D4-8020-3A70B89EDCC4}"/>
              </a:ext>
            </a:extLst>
          </p:cNvPr>
          <p:cNvSpPr>
            <a:spLocks noGrp="1"/>
          </p:cNvSpPr>
          <p:nvPr/>
        </p:nvSpPr>
        <p:spPr>
          <a:xfrm>
            <a:off x="22193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4" name="Stage1_sixpanel_7645">
            <a:extLst>
              <a:ext uri="{FF2B5EF4-FFF2-40B4-BE49-F238E27FC236}">
                <a16:creationId xmlns:a16="http://schemas.microsoft.com/office/drawing/2014/main" id="{F2FF1606-920F-457D-A155-D61886E95736}"/>
              </a:ext>
            </a:extLst>
          </p:cNvPr>
          <p:cNvSpPr>
            <a:spLocks noGrp="1"/>
          </p:cNvSpPr>
          <p:nvPr/>
        </p:nvSpPr>
        <p:spPr>
          <a:xfrm>
            <a:off x="23460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5" name="Stage1_sixpanel_7646">
            <a:extLst>
              <a:ext uri="{FF2B5EF4-FFF2-40B4-BE49-F238E27FC236}">
                <a16:creationId xmlns:a16="http://schemas.microsoft.com/office/drawing/2014/main" id="{D4428612-F287-4206-B424-B54251704CA8}"/>
              </a:ext>
            </a:extLst>
          </p:cNvPr>
          <p:cNvSpPr>
            <a:spLocks noGrp="1"/>
          </p:cNvSpPr>
          <p:nvPr/>
        </p:nvSpPr>
        <p:spPr>
          <a:xfrm>
            <a:off x="233358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6" name="Stage1_sixpanel_7647">
            <a:extLst>
              <a:ext uri="{FF2B5EF4-FFF2-40B4-BE49-F238E27FC236}">
                <a16:creationId xmlns:a16="http://schemas.microsoft.com/office/drawing/2014/main" id="{C40C119C-C696-4763-9E32-CA3EBA06D049}"/>
              </a:ext>
            </a:extLst>
          </p:cNvPr>
          <p:cNvSpPr>
            <a:spLocks noGrp="1"/>
          </p:cNvSpPr>
          <p:nvPr/>
        </p:nvSpPr>
        <p:spPr>
          <a:xfrm>
            <a:off x="2279143" y="72165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7" name="Stage1_sixpanel_7648">
            <a:extLst>
              <a:ext uri="{FF2B5EF4-FFF2-40B4-BE49-F238E27FC236}">
                <a16:creationId xmlns:a16="http://schemas.microsoft.com/office/drawing/2014/main" id="{74EFFA56-3BD6-4BA9-BC81-78257DD6CF6D}"/>
              </a:ext>
            </a:extLst>
          </p:cNvPr>
          <p:cNvSpPr>
            <a:spLocks noGrp="1"/>
          </p:cNvSpPr>
          <p:nvPr/>
        </p:nvSpPr>
        <p:spPr>
          <a:xfrm>
            <a:off x="237037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8" name="Stage1_sixpanel_7649">
            <a:extLst>
              <a:ext uri="{FF2B5EF4-FFF2-40B4-BE49-F238E27FC236}">
                <a16:creationId xmlns:a16="http://schemas.microsoft.com/office/drawing/2014/main" id="{BA2962BF-2A51-41D8-8AD6-46C1DA1D679D}"/>
              </a:ext>
            </a:extLst>
          </p:cNvPr>
          <p:cNvSpPr>
            <a:spLocks noGrp="1"/>
          </p:cNvSpPr>
          <p:nvPr/>
        </p:nvSpPr>
        <p:spPr>
          <a:xfrm>
            <a:off x="22056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79" name="Stage1_sixpanel_7650">
            <a:extLst>
              <a:ext uri="{FF2B5EF4-FFF2-40B4-BE49-F238E27FC236}">
                <a16:creationId xmlns:a16="http://schemas.microsoft.com/office/drawing/2014/main" id="{78ECDA25-B501-449F-9C6B-5B2B0FD056D5}"/>
              </a:ext>
            </a:extLst>
          </p:cNvPr>
          <p:cNvSpPr>
            <a:spLocks noGrp="1"/>
          </p:cNvSpPr>
          <p:nvPr/>
        </p:nvSpPr>
        <p:spPr>
          <a:xfrm>
            <a:off x="226363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0" name="Stage1_sixpanel_7651">
            <a:extLst>
              <a:ext uri="{FF2B5EF4-FFF2-40B4-BE49-F238E27FC236}">
                <a16:creationId xmlns:a16="http://schemas.microsoft.com/office/drawing/2014/main" id="{036EBFBB-50FB-4B8D-8770-4D2A69E5E9D2}"/>
              </a:ext>
            </a:extLst>
          </p:cNvPr>
          <p:cNvSpPr>
            <a:spLocks noGrp="1"/>
          </p:cNvSpPr>
          <p:nvPr/>
        </p:nvSpPr>
        <p:spPr>
          <a:xfrm>
            <a:off x="2318360" y="738336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1" name="Stage1_sixpanel_7652">
            <a:extLst>
              <a:ext uri="{FF2B5EF4-FFF2-40B4-BE49-F238E27FC236}">
                <a16:creationId xmlns:a16="http://schemas.microsoft.com/office/drawing/2014/main" id="{FFF17232-D963-4405-95D1-22E706D3C7E8}"/>
              </a:ext>
            </a:extLst>
          </p:cNvPr>
          <p:cNvSpPr>
            <a:spLocks noGrp="1"/>
          </p:cNvSpPr>
          <p:nvPr/>
        </p:nvSpPr>
        <p:spPr>
          <a:xfrm>
            <a:off x="2278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2" name="Stage1_sixpanel_7653">
            <a:extLst>
              <a:ext uri="{FF2B5EF4-FFF2-40B4-BE49-F238E27FC236}">
                <a16:creationId xmlns:a16="http://schemas.microsoft.com/office/drawing/2014/main" id="{A59657A5-DE75-4F82-8873-4F562D8C451D}"/>
              </a:ext>
            </a:extLst>
          </p:cNvPr>
          <p:cNvSpPr>
            <a:spLocks noGrp="1"/>
          </p:cNvSpPr>
          <p:nvPr/>
        </p:nvSpPr>
        <p:spPr>
          <a:xfrm>
            <a:off x="24041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3" name="Stage1_sixpanel_7654">
            <a:extLst>
              <a:ext uri="{FF2B5EF4-FFF2-40B4-BE49-F238E27FC236}">
                <a16:creationId xmlns:a16="http://schemas.microsoft.com/office/drawing/2014/main" id="{21DF0AB0-191E-4715-920E-942B49961AA4}"/>
              </a:ext>
            </a:extLst>
          </p:cNvPr>
          <p:cNvSpPr>
            <a:spLocks noGrp="1"/>
          </p:cNvSpPr>
          <p:nvPr/>
        </p:nvSpPr>
        <p:spPr>
          <a:xfrm>
            <a:off x="2288788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4" name="Stage1_sixpanel_7655">
            <a:extLst>
              <a:ext uri="{FF2B5EF4-FFF2-40B4-BE49-F238E27FC236}">
                <a16:creationId xmlns:a16="http://schemas.microsoft.com/office/drawing/2014/main" id="{DE5DE205-97D7-4A3D-8E8F-57EC13651CA2}"/>
              </a:ext>
            </a:extLst>
          </p:cNvPr>
          <p:cNvSpPr>
            <a:spLocks noGrp="1"/>
          </p:cNvSpPr>
          <p:nvPr/>
        </p:nvSpPr>
        <p:spPr>
          <a:xfrm>
            <a:off x="223725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5" name="Stage1_sixpanel_7656">
            <a:extLst>
              <a:ext uri="{FF2B5EF4-FFF2-40B4-BE49-F238E27FC236}">
                <a16:creationId xmlns:a16="http://schemas.microsoft.com/office/drawing/2014/main" id="{BE3CB53F-E757-4BA8-B0B1-810C604EEE89}"/>
              </a:ext>
            </a:extLst>
          </p:cNvPr>
          <p:cNvSpPr>
            <a:spLocks noGrp="1"/>
          </p:cNvSpPr>
          <p:nvPr/>
        </p:nvSpPr>
        <p:spPr>
          <a:xfrm>
            <a:off x="23408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6" name="Stage1_sixpanel_7657">
            <a:extLst>
              <a:ext uri="{FF2B5EF4-FFF2-40B4-BE49-F238E27FC236}">
                <a16:creationId xmlns:a16="http://schemas.microsoft.com/office/drawing/2014/main" id="{CE192D21-8EA2-49F9-957B-0AEBDC5B793E}"/>
              </a:ext>
            </a:extLst>
          </p:cNvPr>
          <p:cNvSpPr>
            <a:spLocks noGrp="1"/>
          </p:cNvSpPr>
          <p:nvPr/>
        </p:nvSpPr>
        <p:spPr>
          <a:xfrm>
            <a:off x="23801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7" name="Stage1_sixpanel_7658">
            <a:extLst>
              <a:ext uri="{FF2B5EF4-FFF2-40B4-BE49-F238E27FC236}">
                <a16:creationId xmlns:a16="http://schemas.microsoft.com/office/drawing/2014/main" id="{EDB0B31C-F743-4E51-B70F-FBE3E0BDCBC2}"/>
              </a:ext>
            </a:extLst>
          </p:cNvPr>
          <p:cNvSpPr>
            <a:spLocks noGrp="1"/>
          </p:cNvSpPr>
          <p:nvPr/>
        </p:nvSpPr>
        <p:spPr>
          <a:xfrm>
            <a:off x="2298078" y="750531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8" name="Stage1_sixpanel_7659">
            <a:extLst>
              <a:ext uri="{FF2B5EF4-FFF2-40B4-BE49-F238E27FC236}">
                <a16:creationId xmlns:a16="http://schemas.microsoft.com/office/drawing/2014/main" id="{31D8C103-54D9-4C64-81A1-DFA867508B9E}"/>
              </a:ext>
            </a:extLst>
          </p:cNvPr>
          <p:cNvSpPr>
            <a:spLocks noGrp="1"/>
          </p:cNvSpPr>
          <p:nvPr/>
        </p:nvSpPr>
        <p:spPr>
          <a:xfrm>
            <a:off x="24005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89" name="Stage1_sixpanel_7660">
            <a:extLst>
              <a:ext uri="{FF2B5EF4-FFF2-40B4-BE49-F238E27FC236}">
                <a16:creationId xmlns:a16="http://schemas.microsoft.com/office/drawing/2014/main" id="{D5F44A9A-CFBA-4041-A340-C2D4D44139EB}"/>
              </a:ext>
            </a:extLst>
          </p:cNvPr>
          <p:cNvSpPr>
            <a:spLocks noGrp="1"/>
          </p:cNvSpPr>
          <p:nvPr/>
        </p:nvSpPr>
        <p:spPr>
          <a:xfrm>
            <a:off x="229207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0" name="Stage1_sixpanel_7661">
            <a:extLst>
              <a:ext uri="{FF2B5EF4-FFF2-40B4-BE49-F238E27FC236}">
                <a16:creationId xmlns:a16="http://schemas.microsoft.com/office/drawing/2014/main" id="{1CA38F56-E418-4627-8904-8EEB45969091}"/>
              </a:ext>
            </a:extLst>
          </p:cNvPr>
          <p:cNvSpPr>
            <a:spLocks noGrp="1"/>
          </p:cNvSpPr>
          <p:nvPr/>
        </p:nvSpPr>
        <p:spPr>
          <a:xfrm>
            <a:off x="226334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1" name="Stage1_sixpanel_7662">
            <a:extLst>
              <a:ext uri="{FF2B5EF4-FFF2-40B4-BE49-F238E27FC236}">
                <a16:creationId xmlns:a16="http://schemas.microsoft.com/office/drawing/2014/main" id="{CBE02366-585E-437E-9030-7B9745667648}"/>
              </a:ext>
            </a:extLst>
          </p:cNvPr>
          <p:cNvSpPr>
            <a:spLocks noGrp="1"/>
          </p:cNvSpPr>
          <p:nvPr/>
        </p:nvSpPr>
        <p:spPr>
          <a:xfrm>
            <a:off x="236175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2" name="Stage1_sixpanel_7663">
            <a:extLst>
              <a:ext uri="{FF2B5EF4-FFF2-40B4-BE49-F238E27FC236}">
                <a16:creationId xmlns:a16="http://schemas.microsoft.com/office/drawing/2014/main" id="{ED326370-7868-4BCE-8F50-3C3BA3EC8CB1}"/>
              </a:ext>
            </a:extLst>
          </p:cNvPr>
          <p:cNvSpPr>
            <a:spLocks noGrp="1"/>
          </p:cNvSpPr>
          <p:nvPr/>
        </p:nvSpPr>
        <p:spPr>
          <a:xfrm>
            <a:off x="22689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3" name="Stage1_sixpanel_7664">
            <a:extLst>
              <a:ext uri="{FF2B5EF4-FFF2-40B4-BE49-F238E27FC236}">
                <a16:creationId xmlns:a16="http://schemas.microsoft.com/office/drawing/2014/main" id="{FBCC660A-2A27-4EDF-8B3D-0DAE73F563EA}"/>
              </a:ext>
            </a:extLst>
          </p:cNvPr>
          <p:cNvSpPr>
            <a:spLocks noGrp="1"/>
          </p:cNvSpPr>
          <p:nvPr/>
        </p:nvSpPr>
        <p:spPr>
          <a:xfrm>
            <a:off x="22466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4" name="Stage1_sixpanel_7665">
            <a:extLst>
              <a:ext uri="{FF2B5EF4-FFF2-40B4-BE49-F238E27FC236}">
                <a16:creationId xmlns:a16="http://schemas.microsoft.com/office/drawing/2014/main" id="{5C5BB5AC-A5E0-411C-B0B4-3472A0C66E26}"/>
              </a:ext>
            </a:extLst>
          </p:cNvPr>
          <p:cNvSpPr>
            <a:spLocks noGrp="1"/>
          </p:cNvSpPr>
          <p:nvPr/>
        </p:nvSpPr>
        <p:spPr>
          <a:xfrm>
            <a:off x="2347103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5" name="Stage1_sixpanel_7666">
            <a:extLst>
              <a:ext uri="{FF2B5EF4-FFF2-40B4-BE49-F238E27FC236}">
                <a16:creationId xmlns:a16="http://schemas.microsoft.com/office/drawing/2014/main" id="{FD863AA5-82AD-435F-94D8-EE91079959B6}"/>
              </a:ext>
            </a:extLst>
          </p:cNvPr>
          <p:cNvSpPr>
            <a:spLocks noGrp="1"/>
          </p:cNvSpPr>
          <p:nvPr/>
        </p:nvSpPr>
        <p:spPr>
          <a:xfrm>
            <a:off x="2381180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6" name="Stage1_sixpanel_7667">
            <a:extLst>
              <a:ext uri="{FF2B5EF4-FFF2-40B4-BE49-F238E27FC236}">
                <a16:creationId xmlns:a16="http://schemas.microsoft.com/office/drawing/2014/main" id="{13BB3A22-A763-48A7-8A52-298A2465DBF9}"/>
              </a:ext>
            </a:extLst>
          </p:cNvPr>
          <p:cNvSpPr>
            <a:spLocks noGrp="1"/>
          </p:cNvSpPr>
          <p:nvPr/>
        </p:nvSpPr>
        <p:spPr>
          <a:xfrm>
            <a:off x="230102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7" name="Stage1_sixpanel_7668">
            <a:extLst>
              <a:ext uri="{FF2B5EF4-FFF2-40B4-BE49-F238E27FC236}">
                <a16:creationId xmlns:a16="http://schemas.microsoft.com/office/drawing/2014/main" id="{42147F03-8D77-4E79-9AF8-283386AB0A2D}"/>
              </a:ext>
            </a:extLst>
          </p:cNvPr>
          <p:cNvSpPr>
            <a:spLocks noGrp="1"/>
          </p:cNvSpPr>
          <p:nvPr/>
        </p:nvSpPr>
        <p:spPr>
          <a:xfrm>
            <a:off x="23481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8" name="Stage1_sixpanel_7669">
            <a:extLst>
              <a:ext uri="{FF2B5EF4-FFF2-40B4-BE49-F238E27FC236}">
                <a16:creationId xmlns:a16="http://schemas.microsoft.com/office/drawing/2014/main" id="{BF3C971F-22EF-4A31-B1EB-825B6A8EC7F5}"/>
              </a:ext>
            </a:extLst>
          </p:cNvPr>
          <p:cNvSpPr>
            <a:spLocks noGrp="1"/>
          </p:cNvSpPr>
          <p:nvPr/>
        </p:nvSpPr>
        <p:spPr>
          <a:xfrm>
            <a:off x="2282868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499" name="Stage1_sixpanel_7670">
            <a:extLst>
              <a:ext uri="{FF2B5EF4-FFF2-40B4-BE49-F238E27FC236}">
                <a16:creationId xmlns:a16="http://schemas.microsoft.com/office/drawing/2014/main" id="{EB846FC1-C617-41FC-9F42-D127A060CA60}"/>
              </a:ext>
            </a:extLst>
          </p:cNvPr>
          <p:cNvSpPr>
            <a:spLocks noGrp="1"/>
          </p:cNvSpPr>
          <p:nvPr/>
        </p:nvSpPr>
        <p:spPr>
          <a:xfrm>
            <a:off x="22498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0" name="Stage1_sixpanel_7671">
            <a:extLst>
              <a:ext uri="{FF2B5EF4-FFF2-40B4-BE49-F238E27FC236}">
                <a16:creationId xmlns:a16="http://schemas.microsoft.com/office/drawing/2014/main" id="{8A1F38C8-AA6E-458D-95FD-407129C37F58}"/>
              </a:ext>
            </a:extLst>
          </p:cNvPr>
          <p:cNvSpPr>
            <a:spLocks noGrp="1"/>
          </p:cNvSpPr>
          <p:nvPr/>
        </p:nvSpPr>
        <p:spPr>
          <a:xfrm>
            <a:off x="2308924" y="764604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1" name="Stage1_sixpanel_7672">
            <a:extLst>
              <a:ext uri="{FF2B5EF4-FFF2-40B4-BE49-F238E27FC236}">
                <a16:creationId xmlns:a16="http://schemas.microsoft.com/office/drawing/2014/main" id="{0E6CAB85-3830-4B9E-A49B-C52F355B587B}"/>
              </a:ext>
            </a:extLst>
          </p:cNvPr>
          <p:cNvSpPr>
            <a:spLocks noGrp="1"/>
          </p:cNvSpPr>
          <p:nvPr/>
        </p:nvSpPr>
        <p:spPr>
          <a:xfrm>
            <a:off x="221694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2" name="Stage1_sixpanel_7673">
            <a:extLst>
              <a:ext uri="{FF2B5EF4-FFF2-40B4-BE49-F238E27FC236}">
                <a16:creationId xmlns:a16="http://schemas.microsoft.com/office/drawing/2014/main" id="{28FE2CB4-9C07-4D9A-81CA-9B6FEF40C2E0}"/>
              </a:ext>
            </a:extLst>
          </p:cNvPr>
          <p:cNvSpPr>
            <a:spLocks noGrp="1"/>
          </p:cNvSpPr>
          <p:nvPr/>
        </p:nvSpPr>
        <p:spPr>
          <a:xfrm>
            <a:off x="2376309" y="713997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3" name="Stage1_sixpanel_7674">
            <a:extLst>
              <a:ext uri="{FF2B5EF4-FFF2-40B4-BE49-F238E27FC236}">
                <a16:creationId xmlns:a16="http://schemas.microsoft.com/office/drawing/2014/main" id="{631DC971-E7F5-4B89-879C-36EB0C4F9133}"/>
              </a:ext>
            </a:extLst>
          </p:cNvPr>
          <p:cNvSpPr>
            <a:spLocks noGrp="1"/>
          </p:cNvSpPr>
          <p:nvPr/>
        </p:nvSpPr>
        <p:spPr>
          <a:xfrm>
            <a:off x="232011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4" name="Stage1_sixpanel_7675">
            <a:extLst>
              <a:ext uri="{FF2B5EF4-FFF2-40B4-BE49-F238E27FC236}">
                <a16:creationId xmlns:a16="http://schemas.microsoft.com/office/drawing/2014/main" id="{141A7832-997C-4D6F-8727-02274D6D6626}"/>
              </a:ext>
            </a:extLst>
          </p:cNvPr>
          <p:cNvSpPr>
            <a:spLocks noGrp="1"/>
          </p:cNvSpPr>
          <p:nvPr/>
        </p:nvSpPr>
        <p:spPr>
          <a:xfrm>
            <a:off x="229568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5" name="Stage1_sixpanel_7676">
            <a:extLst>
              <a:ext uri="{FF2B5EF4-FFF2-40B4-BE49-F238E27FC236}">
                <a16:creationId xmlns:a16="http://schemas.microsoft.com/office/drawing/2014/main" id="{A4E53EA9-8AF6-4792-B0BC-5EBFD76330A5}"/>
              </a:ext>
            </a:extLst>
          </p:cNvPr>
          <p:cNvSpPr>
            <a:spLocks noGrp="1"/>
          </p:cNvSpPr>
          <p:nvPr/>
        </p:nvSpPr>
        <p:spPr>
          <a:xfrm>
            <a:off x="23726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6" name="Stage1_sixpanel_7677">
            <a:extLst>
              <a:ext uri="{FF2B5EF4-FFF2-40B4-BE49-F238E27FC236}">
                <a16:creationId xmlns:a16="http://schemas.microsoft.com/office/drawing/2014/main" id="{AAF9B7F2-BE2C-4622-8B2E-EDC98AD9E7A0}"/>
              </a:ext>
            </a:extLst>
          </p:cNvPr>
          <p:cNvSpPr>
            <a:spLocks noGrp="1"/>
          </p:cNvSpPr>
          <p:nvPr/>
        </p:nvSpPr>
        <p:spPr>
          <a:xfrm>
            <a:off x="2386209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7" name="Stage1_sixpanel_7678">
            <a:extLst>
              <a:ext uri="{FF2B5EF4-FFF2-40B4-BE49-F238E27FC236}">
                <a16:creationId xmlns:a16="http://schemas.microsoft.com/office/drawing/2014/main" id="{0C66E44A-4D57-457D-9488-465786E331FE}"/>
              </a:ext>
            </a:extLst>
          </p:cNvPr>
          <p:cNvSpPr>
            <a:spLocks noGrp="1"/>
          </p:cNvSpPr>
          <p:nvPr/>
        </p:nvSpPr>
        <p:spPr>
          <a:xfrm>
            <a:off x="2202841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8" name="Stage1_sixpanel_7679">
            <a:extLst>
              <a:ext uri="{FF2B5EF4-FFF2-40B4-BE49-F238E27FC236}">
                <a16:creationId xmlns:a16="http://schemas.microsoft.com/office/drawing/2014/main" id="{63B75334-53D7-4E68-99FC-A9C09A97F5A6}"/>
              </a:ext>
            </a:extLst>
          </p:cNvPr>
          <p:cNvSpPr>
            <a:spLocks noGrp="1"/>
          </p:cNvSpPr>
          <p:nvPr/>
        </p:nvSpPr>
        <p:spPr>
          <a:xfrm>
            <a:off x="238700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09" name="Stage1_sixpanel_7680">
            <a:extLst>
              <a:ext uri="{FF2B5EF4-FFF2-40B4-BE49-F238E27FC236}">
                <a16:creationId xmlns:a16="http://schemas.microsoft.com/office/drawing/2014/main" id="{E0290E83-35D2-4F48-B2AE-EFD6EB95CCF1}"/>
              </a:ext>
            </a:extLst>
          </p:cNvPr>
          <p:cNvSpPr>
            <a:spLocks noGrp="1"/>
          </p:cNvSpPr>
          <p:nvPr/>
        </p:nvSpPr>
        <p:spPr>
          <a:xfrm>
            <a:off x="23117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0" name="Stage1_sixpanel_7681">
            <a:extLst>
              <a:ext uri="{FF2B5EF4-FFF2-40B4-BE49-F238E27FC236}">
                <a16:creationId xmlns:a16="http://schemas.microsoft.com/office/drawing/2014/main" id="{990702D2-205D-42F0-BB99-217B571B7F0F}"/>
              </a:ext>
            </a:extLst>
          </p:cNvPr>
          <p:cNvSpPr>
            <a:spLocks noGrp="1"/>
          </p:cNvSpPr>
          <p:nvPr/>
        </p:nvSpPr>
        <p:spPr>
          <a:xfrm>
            <a:off x="231888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1" name="Stage1_sixpanel_7682">
            <a:extLst>
              <a:ext uri="{FF2B5EF4-FFF2-40B4-BE49-F238E27FC236}">
                <a16:creationId xmlns:a16="http://schemas.microsoft.com/office/drawing/2014/main" id="{B938DE00-5718-409E-B596-80B6EBD66AB5}"/>
              </a:ext>
            </a:extLst>
          </p:cNvPr>
          <p:cNvSpPr>
            <a:spLocks noGrp="1"/>
          </p:cNvSpPr>
          <p:nvPr/>
        </p:nvSpPr>
        <p:spPr>
          <a:xfrm>
            <a:off x="23515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2" name="Stage1_sixpanel_7683">
            <a:extLst>
              <a:ext uri="{FF2B5EF4-FFF2-40B4-BE49-F238E27FC236}">
                <a16:creationId xmlns:a16="http://schemas.microsoft.com/office/drawing/2014/main" id="{265B51F5-F2E4-4F99-B49C-20586BA9F222}"/>
              </a:ext>
            </a:extLst>
          </p:cNvPr>
          <p:cNvSpPr>
            <a:spLocks noGrp="1"/>
          </p:cNvSpPr>
          <p:nvPr/>
        </p:nvSpPr>
        <p:spPr>
          <a:xfrm>
            <a:off x="23231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3" name="Stage1_sixpanel_7684">
            <a:extLst>
              <a:ext uri="{FF2B5EF4-FFF2-40B4-BE49-F238E27FC236}">
                <a16:creationId xmlns:a16="http://schemas.microsoft.com/office/drawing/2014/main" id="{E4A3CC7F-C9A8-4BAE-B260-BF24ADFCBDDF}"/>
              </a:ext>
            </a:extLst>
          </p:cNvPr>
          <p:cNvSpPr>
            <a:spLocks noGrp="1"/>
          </p:cNvSpPr>
          <p:nvPr/>
        </p:nvSpPr>
        <p:spPr>
          <a:xfrm>
            <a:off x="2577922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74" y="1229703"/>
                </a:lnTo>
                <a:lnTo>
                  <a:pt x="6591" y="1221969"/>
                </a:lnTo>
                <a:lnTo>
                  <a:pt x="14452" y="1214235"/>
                </a:lnTo>
                <a:lnTo>
                  <a:pt x="24790" y="1206502"/>
                </a:lnTo>
                <a:lnTo>
                  <a:pt x="37020" y="1198768"/>
                </a:lnTo>
                <a:lnTo>
                  <a:pt x="50492" y="1191034"/>
                </a:lnTo>
                <a:lnTo>
                  <a:pt x="64551" y="1183300"/>
                </a:lnTo>
                <a:lnTo>
                  <a:pt x="78588" y="1175566"/>
                </a:lnTo>
                <a:lnTo>
                  <a:pt x="92080" y="1167832"/>
                </a:lnTo>
                <a:lnTo>
                  <a:pt x="104619" y="1160098"/>
                </a:lnTo>
                <a:lnTo>
                  <a:pt x="115922" y="1152364"/>
                </a:lnTo>
                <a:lnTo>
                  <a:pt x="125830" y="1144630"/>
                </a:lnTo>
                <a:lnTo>
                  <a:pt x="134294" y="1136896"/>
                </a:lnTo>
                <a:lnTo>
                  <a:pt x="141354" y="1129162"/>
                </a:lnTo>
                <a:lnTo>
                  <a:pt x="147115" y="1121428"/>
                </a:lnTo>
                <a:lnTo>
                  <a:pt x="151721" y="1113694"/>
                </a:lnTo>
                <a:lnTo>
                  <a:pt x="155339" y="1105960"/>
                </a:lnTo>
                <a:lnTo>
                  <a:pt x="158133" y="1098226"/>
                </a:lnTo>
                <a:lnTo>
                  <a:pt x="160263" y="1090492"/>
                </a:lnTo>
                <a:lnTo>
                  <a:pt x="161865" y="1082758"/>
                </a:lnTo>
                <a:lnTo>
                  <a:pt x="163061" y="1075024"/>
                </a:lnTo>
                <a:lnTo>
                  <a:pt x="163946" y="1067290"/>
                </a:lnTo>
                <a:lnTo>
                  <a:pt x="164599" y="1059556"/>
                </a:lnTo>
                <a:lnTo>
                  <a:pt x="165081" y="1051822"/>
                </a:lnTo>
                <a:lnTo>
                  <a:pt x="165439" y="1044088"/>
                </a:lnTo>
                <a:lnTo>
                  <a:pt x="165710" y="1036354"/>
                </a:lnTo>
                <a:lnTo>
                  <a:pt x="165921" y="1028620"/>
                </a:lnTo>
                <a:lnTo>
                  <a:pt x="166095" y="1020886"/>
                </a:lnTo>
                <a:lnTo>
                  <a:pt x="166247" y="1013152"/>
                </a:lnTo>
                <a:lnTo>
                  <a:pt x="166390" y="1005418"/>
                </a:lnTo>
                <a:lnTo>
                  <a:pt x="166534" y="997684"/>
                </a:lnTo>
                <a:lnTo>
                  <a:pt x="166685" y="989950"/>
                </a:lnTo>
                <a:lnTo>
                  <a:pt x="166848" y="982216"/>
                </a:lnTo>
                <a:lnTo>
                  <a:pt x="167023" y="974482"/>
                </a:lnTo>
                <a:lnTo>
                  <a:pt x="167211" y="966748"/>
                </a:lnTo>
                <a:lnTo>
                  <a:pt x="167408" y="959014"/>
                </a:lnTo>
                <a:lnTo>
                  <a:pt x="167611" y="951280"/>
                </a:lnTo>
                <a:lnTo>
                  <a:pt x="167814" y="943546"/>
                </a:lnTo>
                <a:lnTo>
                  <a:pt x="168011" y="935812"/>
                </a:lnTo>
                <a:lnTo>
                  <a:pt x="168197" y="928078"/>
                </a:lnTo>
                <a:lnTo>
                  <a:pt x="168367" y="920344"/>
                </a:lnTo>
                <a:lnTo>
                  <a:pt x="168517" y="912610"/>
                </a:lnTo>
                <a:lnTo>
                  <a:pt x="168644" y="904876"/>
                </a:lnTo>
                <a:lnTo>
                  <a:pt x="168749" y="897142"/>
                </a:lnTo>
                <a:lnTo>
                  <a:pt x="168831" y="889408"/>
                </a:lnTo>
                <a:lnTo>
                  <a:pt x="168893" y="881674"/>
                </a:lnTo>
                <a:lnTo>
                  <a:pt x="168940" y="873940"/>
                </a:lnTo>
                <a:lnTo>
                  <a:pt x="168974" y="866206"/>
                </a:lnTo>
                <a:lnTo>
                  <a:pt x="169001" y="858472"/>
                </a:lnTo>
                <a:lnTo>
                  <a:pt x="169025" y="850738"/>
                </a:lnTo>
                <a:lnTo>
                  <a:pt x="169049" y="843004"/>
                </a:lnTo>
                <a:lnTo>
                  <a:pt x="169076" y="835270"/>
                </a:lnTo>
                <a:lnTo>
                  <a:pt x="169109" y="827536"/>
                </a:lnTo>
                <a:lnTo>
                  <a:pt x="169147" y="819802"/>
                </a:lnTo>
                <a:lnTo>
                  <a:pt x="169190" y="812068"/>
                </a:lnTo>
                <a:lnTo>
                  <a:pt x="169238" y="804334"/>
                </a:lnTo>
                <a:lnTo>
                  <a:pt x="169289" y="796600"/>
                </a:lnTo>
                <a:lnTo>
                  <a:pt x="169340" y="788866"/>
                </a:lnTo>
                <a:lnTo>
                  <a:pt x="169391" y="781132"/>
                </a:lnTo>
                <a:lnTo>
                  <a:pt x="169439" y="773398"/>
                </a:lnTo>
                <a:lnTo>
                  <a:pt x="169483" y="765664"/>
                </a:lnTo>
                <a:lnTo>
                  <a:pt x="169522" y="757930"/>
                </a:lnTo>
                <a:lnTo>
                  <a:pt x="169555" y="750196"/>
                </a:lnTo>
                <a:lnTo>
                  <a:pt x="169582" y="742462"/>
                </a:lnTo>
                <a:lnTo>
                  <a:pt x="169604" y="734728"/>
                </a:lnTo>
                <a:lnTo>
                  <a:pt x="169619" y="726994"/>
                </a:lnTo>
                <a:lnTo>
                  <a:pt x="169630" y="719261"/>
                </a:lnTo>
                <a:lnTo>
                  <a:pt x="169635" y="711527"/>
                </a:lnTo>
                <a:lnTo>
                  <a:pt x="169635" y="703793"/>
                </a:lnTo>
                <a:lnTo>
                  <a:pt x="169630" y="696059"/>
                </a:lnTo>
                <a:lnTo>
                  <a:pt x="169621" y="688325"/>
                </a:lnTo>
                <a:lnTo>
                  <a:pt x="169605" y="680591"/>
                </a:lnTo>
                <a:lnTo>
                  <a:pt x="169584" y="672857"/>
                </a:lnTo>
                <a:lnTo>
                  <a:pt x="169558" y="665123"/>
                </a:lnTo>
                <a:lnTo>
                  <a:pt x="169525" y="657389"/>
                </a:lnTo>
                <a:lnTo>
                  <a:pt x="169487" y="649655"/>
                </a:lnTo>
                <a:lnTo>
                  <a:pt x="169444" y="641921"/>
                </a:lnTo>
                <a:lnTo>
                  <a:pt x="169398" y="634187"/>
                </a:lnTo>
                <a:lnTo>
                  <a:pt x="169348" y="626453"/>
                </a:lnTo>
                <a:lnTo>
                  <a:pt x="169299" y="618719"/>
                </a:lnTo>
                <a:lnTo>
                  <a:pt x="169251" y="610985"/>
                </a:lnTo>
                <a:lnTo>
                  <a:pt x="169208" y="603251"/>
                </a:lnTo>
                <a:lnTo>
                  <a:pt x="169172" y="595517"/>
                </a:lnTo>
                <a:lnTo>
                  <a:pt x="169145" y="587783"/>
                </a:lnTo>
                <a:lnTo>
                  <a:pt x="169128" y="580049"/>
                </a:lnTo>
                <a:lnTo>
                  <a:pt x="169123" y="572315"/>
                </a:lnTo>
                <a:lnTo>
                  <a:pt x="169130" y="564581"/>
                </a:lnTo>
                <a:lnTo>
                  <a:pt x="169149" y="556847"/>
                </a:lnTo>
                <a:lnTo>
                  <a:pt x="169178" y="549113"/>
                </a:lnTo>
                <a:lnTo>
                  <a:pt x="169216" y="541379"/>
                </a:lnTo>
                <a:lnTo>
                  <a:pt x="169259" y="533645"/>
                </a:lnTo>
                <a:lnTo>
                  <a:pt x="169306" y="525911"/>
                </a:lnTo>
                <a:lnTo>
                  <a:pt x="169353" y="518177"/>
                </a:lnTo>
                <a:lnTo>
                  <a:pt x="169399" y="510443"/>
                </a:lnTo>
                <a:lnTo>
                  <a:pt x="169441" y="502709"/>
                </a:lnTo>
                <a:lnTo>
                  <a:pt x="169477" y="494975"/>
                </a:lnTo>
                <a:lnTo>
                  <a:pt x="169505" y="487241"/>
                </a:lnTo>
                <a:lnTo>
                  <a:pt x="169525" y="479507"/>
                </a:lnTo>
                <a:lnTo>
                  <a:pt x="169536" y="471773"/>
                </a:lnTo>
                <a:lnTo>
                  <a:pt x="169538" y="464039"/>
                </a:lnTo>
                <a:lnTo>
                  <a:pt x="169530" y="456305"/>
                </a:lnTo>
                <a:lnTo>
                  <a:pt x="169512" y="448571"/>
                </a:lnTo>
                <a:lnTo>
                  <a:pt x="169486" y="440837"/>
                </a:lnTo>
                <a:lnTo>
                  <a:pt x="169452" y="433103"/>
                </a:lnTo>
                <a:lnTo>
                  <a:pt x="169412" y="425369"/>
                </a:lnTo>
                <a:lnTo>
                  <a:pt x="169367" y="417635"/>
                </a:lnTo>
                <a:lnTo>
                  <a:pt x="169320" y="409901"/>
                </a:lnTo>
                <a:lnTo>
                  <a:pt x="169272" y="402167"/>
                </a:lnTo>
                <a:lnTo>
                  <a:pt x="169228" y="394433"/>
                </a:lnTo>
                <a:lnTo>
                  <a:pt x="169188" y="386699"/>
                </a:lnTo>
                <a:lnTo>
                  <a:pt x="169157" y="378965"/>
                </a:lnTo>
                <a:lnTo>
                  <a:pt x="169135" y="371231"/>
                </a:lnTo>
                <a:lnTo>
                  <a:pt x="169124" y="363497"/>
                </a:lnTo>
                <a:lnTo>
                  <a:pt x="169125" y="355763"/>
                </a:lnTo>
                <a:lnTo>
                  <a:pt x="169139" y="348029"/>
                </a:lnTo>
                <a:lnTo>
                  <a:pt x="169163" y="340295"/>
                </a:lnTo>
                <a:lnTo>
                  <a:pt x="169197" y="332561"/>
                </a:lnTo>
                <a:lnTo>
                  <a:pt x="169238" y="324827"/>
                </a:lnTo>
                <a:lnTo>
                  <a:pt x="169285" y="317093"/>
                </a:lnTo>
                <a:lnTo>
                  <a:pt x="169334" y="309359"/>
                </a:lnTo>
                <a:lnTo>
                  <a:pt x="169383" y="301625"/>
                </a:lnTo>
                <a:lnTo>
                  <a:pt x="169431" y="293891"/>
                </a:lnTo>
                <a:lnTo>
                  <a:pt x="169476" y="286157"/>
                </a:lnTo>
                <a:lnTo>
                  <a:pt x="169516" y="278423"/>
                </a:lnTo>
                <a:lnTo>
                  <a:pt x="169550" y="270689"/>
                </a:lnTo>
                <a:lnTo>
                  <a:pt x="169580" y="262955"/>
                </a:lnTo>
                <a:lnTo>
                  <a:pt x="169604" y="255221"/>
                </a:lnTo>
                <a:lnTo>
                  <a:pt x="169623" y="247487"/>
                </a:lnTo>
                <a:lnTo>
                  <a:pt x="169638" y="239754"/>
                </a:lnTo>
                <a:lnTo>
                  <a:pt x="169649" y="232020"/>
                </a:lnTo>
                <a:lnTo>
                  <a:pt x="169658" y="224286"/>
                </a:lnTo>
                <a:lnTo>
                  <a:pt x="169663" y="216552"/>
                </a:lnTo>
                <a:lnTo>
                  <a:pt x="169667" y="208818"/>
                </a:lnTo>
                <a:lnTo>
                  <a:pt x="169669" y="201084"/>
                </a:lnTo>
                <a:lnTo>
                  <a:pt x="169670" y="193350"/>
                </a:lnTo>
                <a:lnTo>
                  <a:pt x="169670" y="185616"/>
                </a:lnTo>
                <a:lnTo>
                  <a:pt x="169668" y="177882"/>
                </a:lnTo>
                <a:lnTo>
                  <a:pt x="169665" y="170148"/>
                </a:lnTo>
                <a:lnTo>
                  <a:pt x="169658" y="162414"/>
                </a:lnTo>
                <a:lnTo>
                  <a:pt x="169649" y="154680"/>
                </a:lnTo>
                <a:lnTo>
                  <a:pt x="169634" y="146946"/>
                </a:lnTo>
                <a:lnTo>
                  <a:pt x="169614" y="139212"/>
                </a:lnTo>
                <a:lnTo>
                  <a:pt x="169584" y="131478"/>
                </a:lnTo>
                <a:lnTo>
                  <a:pt x="169544" y="123744"/>
                </a:lnTo>
                <a:lnTo>
                  <a:pt x="169491" y="116010"/>
                </a:lnTo>
                <a:lnTo>
                  <a:pt x="169421" y="108276"/>
                </a:lnTo>
                <a:lnTo>
                  <a:pt x="169332" y="100542"/>
                </a:lnTo>
                <a:lnTo>
                  <a:pt x="169223" y="92808"/>
                </a:lnTo>
                <a:lnTo>
                  <a:pt x="169093" y="85074"/>
                </a:lnTo>
                <a:lnTo>
                  <a:pt x="168941" y="77340"/>
                </a:lnTo>
                <a:lnTo>
                  <a:pt x="168770" y="69606"/>
                </a:lnTo>
                <a:lnTo>
                  <a:pt x="168584" y="61872"/>
                </a:lnTo>
                <a:lnTo>
                  <a:pt x="168387" y="54138"/>
                </a:lnTo>
                <a:lnTo>
                  <a:pt x="168189" y="46404"/>
                </a:lnTo>
                <a:lnTo>
                  <a:pt x="167997" y="38670"/>
                </a:lnTo>
                <a:lnTo>
                  <a:pt x="167822" y="30936"/>
                </a:lnTo>
                <a:lnTo>
                  <a:pt x="167674" y="23202"/>
                </a:lnTo>
                <a:lnTo>
                  <a:pt x="167560" y="15468"/>
                </a:lnTo>
                <a:lnTo>
                  <a:pt x="167489" y="7734"/>
                </a:lnTo>
                <a:lnTo>
                  <a:pt x="167465" y="0"/>
                </a:lnTo>
                <a:lnTo>
                  <a:pt x="171887" y="0"/>
                </a:lnTo>
                <a:lnTo>
                  <a:pt x="171887" y="0"/>
                </a:lnTo>
                <a:lnTo>
                  <a:pt x="171863" y="7734"/>
                </a:lnTo>
                <a:lnTo>
                  <a:pt x="171791" y="15468"/>
                </a:lnTo>
                <a:lnTo>
                  <a:pt x="171678" y="23202"/>
                </a:lnTo>
                <a:lnTo>
                  <a:pt x="171530" y="30936"/>
                </a:lnTo>
                <a:lnTo>
                  <a:pt x="171355" y="38670"/>
                </a:lnTo>
                <a:lnTo>
                  <a:pt x="171163" y="46404"/>
                </a:lnTo>
                <a:lnTo>
                  <a:pt x="170965" y="54138"/>
                </a:lnTo>
                <a:lnTo>
                  <a:pt x="170768" y="61872"/>
                </a:lnTo>
                <a:lnTo>
                  <a:pt x="170582" y="69606"/>
                </a:lnTo>
                <a:lnTo>
                  <a:pt x="170411" y="77340"/>
                </a:lnTo>
                <a:lnTo>
                  <a:pt x="170259" y="85074"/>
                </a:lnTo>
                <a:lnTo>
                  <a:pt x="170128" y="92808"/>
                </a:lnTo>
                <a:lnTo>
                  <a:pt x="170020" y="100542"/>
                </a:lnTo>
                <a:lnTo>
                  <a:pt x="169931" y="108276"/>
                </a:lnTo>
                <a:lnTo>
                  <a:pt x="169861" y="116010"/>
                </a:lnTo>
                <a:lnTo>
                  <a:pt x="169808" y="123744"/>
                </a:lnTo>
                <a:lnTo>
                  <a:pt x="169768" y="131478"/>
                </a:lnTo>
                <a:lnTo>
                  <a:pt x="169738" y="139212"/>
                </a:lnTo>
                <a:lnTo>
                  <a:pt x="169717" y="146946"/>
                </a:lnTo>
                <a:lnTo>
                  <a:pt x="169703" y="154680"/>
                </a:lnTo>
                <a:lnTo>
                  <a:pt x="169693" y="162414"/>
                </a:lnTo>
                <a:lnTo>
                  <a:pt x="169687" y="170148"/>
                </a:lnTo>
                <a:lnTo>
                  <a:pt x="169684" y="177882"/>
                </a:lnTo>
                <a:lnTo>
                  <a:pt x="169682" y="185616"/>
                </a:lnTo>
                <a:lnTo>
                  <a:pt x="169681" y="193350"/>
                </a:lnTo>
                <a:lnTo>
                  <a:pt x="169682" y="201084"/>
                </a:lnTo>
                <a:lnTo>
                  <a:pt x="169685" y="208818"/>
                </a:lnTo>
                <a:lnTo>
                  <a:pt x="169689" y="216552"/>
                </a:lnTo>
                <a:lnTo>
                  <a:pt x="169694" y="224286"/>
                </a:lnTo>
                <a:lnTo>
                  <a:pt x="169703" y="232020"/>
                </a:lnTo>
                <a:lnTo>
                  <a:pt x="169714" y="239754"/>
                </a:lnTo>
                <a:lnTo>
                  <a:pt x="169729" y="247487"/>
                </a:lnTo>
                <a:lnTo>
                  <a:pt x="169748" y="255221"/>
                </a:lnTo>
                <a:lnTo>
                  <a:pt x="169772" y="262955"/>
                </a:lnTo>
                <a:lnTo>
                  <a:pt x="169801" y="270689"/>
                </a:lnTo>
                <a:lnTo>
                  <a:pt x="169836" y="278423"/>
                </a:lnTo>
                <a:lnTo>
                  <a:pt x="169876" y="286157"/>
                </a:lnTo>
                <a:lnTo>
                  <a:pt x="169921" y="293891"/>
                </a:lnTo>
                <a:lnTo>
                  <a:pt x="169968" y="301625"/>
                </a:lnTo>
                <a:lnTo>
                  <a:pt x="170018" y="309359"/>
                </a:lnTo>
                <a:lnTo>
                  <a:pt x="170067" y="317093"/>
                </a:lnTo>
                <a:lnTo>
                  <a:pt x="170114" y="324827"/>
                </a:lnTo>
                <a:lnTo>
                  <a:pt x="170155" y="332561"/>
                </a:lnTo>
                <a:lnTo>
                  <a:pt x="170189" y="340295"/>
                </a:lnTo>
                <a:lnTo>
                  <a:pt x="170213" y="348029"/>
                </a:lnTo>
                <a:lnTo>
                  <a:pt x="170227" y="355763"/>
                </a:lnTo>
                <a:lnTo>
                  <a:pt x="170228" y="363497"/>
                </a:lnTo>
                <a:lnTo>
                  <a:pt x="170217" y="371231"/>
                </a:lnTo>
                <a:lnTo>
                  <a:pt x="170195" y="378965"/>
                </a:lnTo>
                <a:lnTo>
                  <a:pt x="170164" y="386699"/>
                </a:lnTo>
                <a:lnTo>
                  <a:pt x="170124" y="394433"/>
                </a:lnTo>
                <a:lnTo>
                  <a:pt x="170079" y="402167"/>
                </a:lnTo>
                <a:lnTo>
                  <a:pt x="170032" y="409901"/>
                </a:lnTo>
                <a:lnTo>
                  <a:pt x="169985" y="417635"/>
                </a:lnTo>
                <a:lnTo>
                  <a:pt x="169940" y="425369"/>
                </a:lnTo>
                <a:lnTo>
                  <a:pt x="169900" y="433103"/>
                </a:lnTo>
                <a:lnTo>
                  <a:pt x="169866" y="440837"/>
                </a:lnTo>
                <a:lnTo>
                  <a:pt x="169840" y="448571"/>
                </a:lnTo>
                <a:lnTo>
                  <a:pt x="169822" y="456305"/>
                </a:lnTo>
                <a:lnTo>
                  <a:pt x="169814" y="464039"/>
                </a:lnTo>
                <a:lnTo>
                  <a:pt x="169816" y="471773"/>
                </a:lnTo>
                <a:lnTo>
                  <a:pt x="169826" y="479507"/>
                </a:lnTo>
                <a:lnTo>
                  <a:pt x="169847" y="487241"/>
                </a:lnTo>
                <a:lnTo>
                  <a:pt x="169875" y="494975"/>
                </a:lnTo>
                <a:lnTo>
                  <a:pt x="169911" y="502709"/>
                </a:lnTo>
                <a:lnTo>
                  <a:pt x="169953" y="510443"/>
                </a:lnTo>
                <a:lnTo>
                  <a:pt x="169998" y="518177"/>
                </a:lnTo>
                <a:lnTo>
                  <a:pt x="170046" y="525911"/>
                </a:lnTo>
                <a:lnTo>
                  <a:pt x="170093" y="533645"/>
                </a:lnTo>
                <a:lnTo>
                  <a:pt x="170136" y="541379"/>
                </a:lnTo>
                <a:lnTo>
                  <a:pt x="170174" y="549113"/>
                </a:lnTo>
                <a:lnTo>
                  <a:pt x="170203" y="556847"/>
                </a:lnTo>
                <a:lnTo>
                  <a:pt x="170221" y="564581"/>
                </a:lnTo>
                <a:lnTo>
                  <a:pt x="170229" y="572315"/>
                </a:lnTo>
                <a:lnTo>
                  <a:pt x="170224" y="580049"/>
                </a:lnTo>
                <a:lnTo>
                  <a:pt x="170207" y="587783"/>
                </a:lnTo>
                <a:lnTo>
                  <a:pt x="170180" y="595517"/>
                </a:lnTo>
                <a:lnTo>
                  <a:pt x="170144" y="603251"/>
                </a:lnTo>
                <a:lnTo>
                  <a:pt x="170100" y="610985"/>
                </a:lnTo>
                <a:lnTo>
                  <a:pt x="170053" y="618719"/>
                </a:lnTo>
                <a:lnTo>
                  <a:pt x="170003" y="626453"/>
                </a:lnTo>
                <a:lnTo>
                  <a:pt x="169954" y="634187"/>
                </a:lnTo>
                <a:lnTo>
                  <a:pt x="169907" y="641921"/>
                </a:lnTo>
                <a:lnTo>
                  <a:pt x="169865" y="649655"/>
                </a:lnTo>
                <a:lnTo>
                  <a:pt x="169826" y="657389"/>
                </a:lnTo>
                <a:lnTo>
                  <a:pt x="169794" y="665123"/>
                </a:lnTo>
                <a:lnTo>
                  <a:pt x="169767" y="672857"/>
                </a:lnTo>
                <a:lnTo>
                  <a:pt x="169747" y="680591"/>
                </a:lnTo>
                <a:lnTo>
                  <a:pt x="169731" y="688325"/>
                </a:lnTo>
                <a:lnTo>
                  <a:pt x="169721" y="696059"/>
                </a:lnTo>
                <a:lnTo>
                  <a:pt x="169717" y="703793"/>
                </a:lnTo>
                <a:lnTo>
                  <a:pt x="169717" y="711527"/>
                </a:lnTo>
                <a:lnTo>
                  <a:pt x="169722" y="719261"/>
                </a:lnTo>
                <a:lnTo>
                  <a:pt x="169733" y="726994"/>
                </a:lnTo>
                <a:lnTo>
                  <a:pt x="169748" y="734728"/>
                </a:lnTo>
                <a:lnTo>
                  <a:pt x="169770" y="742462"/>
                </a:lnTo>
                <a:lnTo>
                  <a:pt x="169797" y="750196"/>
                </a:lnTo>
                <a:lnTo>
                  <a:pt x="169830" y="757930"/>
                </a:lnTo>
                <a:lnTo>
                  <a:pt x="169869" y="765664"/>
                </a:lnTo>
                <a:lnTo>
                  <a:pt x="169913" y="773398"/>
                </a:lnTo>
                <a:lnTo>
                  <a:pt x="169961" y="781132"/>
                </a:lnTo>
                <a:lnTo>
                  <a:pt x="170011" y="788866"/>
                </a:lnTo>
                <a:lnTo>
                  <a:pt x="170063" y="796600"/>
                </a:lnTo>
                <a:lnTo>
                  <a:pt x="170114" y="804334"/>
                </a:lnTo>
                <a:lnTo>
                  <a:pt x="170162" y="812068"/>
                </a:lnTo>
                <a:lnTo>
                  <a:pt x="170205" y="819802"/>
                </a:lnTo>
                <a:lnTo>
                  <a:pt x="170243" y="827536"/>
                </a:lnTo>
                <a:lnTo>
                  <a:pt x="170276" y="835270"/>
                </a:lnTo>
                <a:lnTo>
                  <a:pt x="170303" y="843004"/>
                </a:lnTo>
                <a:lnTo>
                  <a:pt x="170327" y="850738"/>
                </a:lnTo>
                <a:lnTo>
                  <a:pt x="170351" y="858472"/>
                </a:lnTo>
                <a:lnTo>
                  <a:pt x="170378" y="866206"/>
                </a:lnTo>
                <a:lnTo>
                  <a:pt x="170412" y="873940"/>
                </a:lnTo>
                <a:lnTo>
                  <a:pt x="170458" y="881674"/>
                </a:lnTo>
                <a:lnTo>
                  <a:pt x="170521" y="889408"/>
                </a:lnTo>
                <a:lnTo>
                  <a:pt x="170603" y="897142"/>
                </a:lnTo>
                <a:lnTo>
                  <a:pt x="170708" y="904876"/>
                </a:lnTo>
                <a:lnTo>
                  <a:pt x="170835" y="912610"/>
                </a:lnTo>
                <a:lnTo>
                  <a:pt x="170985" y="920344"/>
                </a:lnTo>
                <a:lnTo>
                  <a:pt x="171155" y="928078"/>
                </a:lnTo>
                <a:lnTo>
                  <a:pt x="171341" y="935812"/>
                </a:lnTo>
                <a:lnTo>
                  <a:pt x="171538" y="943546"/>
                </a:lnTo>
                <a:lnTo>
                  <a:pt x="171741" y="951280"/>
                </a:lnTo>
                <a:lnTo>
                  <a:pt x="171944" y="959014"/>
                </a:lnTo>
                <a:lnTo>
                  <a:pt x="172141" y="966748"/>
                </a:lnTo>
                <a:lnTo>
                  <a:pt x="172328" y="974482"/>
                </a:lnTo>
                <a:lnTo>
                  <a:pt x="172504" y="982216"/>
                </a:lnTo>
                <a:lnTo>
                  <a:pt x="172667" y="989950"/>
                </a:lnTo>
                <a:lnTo>
                  <a:pt x="172818" y="997684"/>
                </a:lnTo>
                <a:lnTo>
                  <a:pt x="172962" y="1005418"/>
                </a:lnTo>
                <a:lnTo>
                  <a:pt x="173105" y="1013152"/>
                </a:lnTo>
                <a:lnTo>
                  <a:pt x="173257" y="1020886"/>
                </a:lnTo>
                <a:lnTo>
                  <a:pt x="173430" y="1028620"/>
                </a:lnTo>
                <a:lnTo>
                  <a:pt x="173642" y="1036354"/>
                </a:lnTo>
                <a:lnTo>
                  <a:pt x="173913" y="1044088"/>
                </a:lnTo>
                <a:lnTo>
                  <a:pt x="174271" y="1051822"/>
                </a:lnTo>
                <a:lnTo>
                  <a:pt x="174753" y="1059556"/>
                </a:lnTo>
                <a:lnTo>
                  <a:pt x="175406" y="1067290"/>
                </a:lnTo>
                <a:lnTo>
                  <a:pt x="176291" y="1075024"/>
                </a:lnTo>
                <a:lnTo>
                  <a:pt x="177487" y="1082758"/>
                </a:lnTo>
                <a:lnTo>
                  <a:pt x="179089" y="1090492"/>
                </a:lnTo>
                <a:lnTo>
                  <a:pt x="181218" y="1098226"/>
                </a:lnTo>
                <a:lnTo>
                  <a:pt x="184013" y="1105960"/>
                </a:lnTo>
                <a:lnTo>
                  <a:pt x="187630" y="1113694"/>
                </a:lnTo>
                <a:lnTo>
                  <a:pt x="192237" y="1121428"/>
                </a:lnTo>
                <a:lnTo>
                  <a:pt x="197998" y="1129162"/>
                </a:lnTo>
                <a:lnTo>
                  <a:pt x="205058" y="1136896"/>
                </a:lnTo>
                <a:lnTo>
                  <a:pt x="213522" y="1144630"/>
                </a:lnTo>
                <a:lnTo>
                  <a:pt x="223430" y="1152364"/>
                </a:lnTo>
                <a:lnTo>
                  <a:pt x="234733" y="1160098"/>
                </a:lnTo>
                <a:lnTo>
                  <a:pt x="247272" y="1167832"/>
                </a:lnTo>
                <a:lnTo>
                  <a:pt x="260764" y="1175566"/>
                </a:lnTo>
                <a:lnTo>
                  <a:pt x="274801" y="1183300"/>
                </a:lnTo>
                <a:lnTo>
                  <a:pt x="288860" y="1191034"/>
                </a:lnTo>
                <a:lnTo>
                  <a:pt x="302332" y="1198768"/>
                </a:lnTo>
                <a:lnTo>
                  <a:pt x="314562" y="1206502"/>
                </a:lnTo>
                <a:lnTo>
                  <a:pt x="324900" y="1214235"/>
                </a:lnTo>
                <a:lnTo>
                  <a:pt x="332761" y="1221969"/>
                </a:lnTo>
                <a:lnTo>
                  <a:pt x="33767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2514" name="Stage1_sixpanel_7685">
            <a:extLst>
              <a:ext uri="{FF2B5EF4-FFF2-40B4-BE49-F238E27FC236}">
                <a16:creationId xmlns:a16="http://schemas.microsoft.com/office/drawing/2014/main" id="{A079F116-6717-4751-8661-20C9D8A4EB0C}"/>
              </a:ext>
            </a:extLst>
          </p:cNvPr>
          <p:cNvSpPr>
            <a:spLocks noGrp="1"/>
          </p:cNvSpPr>
          <p:nvPr/>
        </p:nvSpPr>
        <p:spPr>
          <a:xfrm>
            <a:off x="26609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5" name="Stage1_sixpanel_7686">
            <a:extLst>
              <a:ext uri="{FF2B5EF4-FFF2-40B4-BE49-F238E27FC236}">
                <a16:creationId xmlns:a16="http://schemas.microsoft.com/office/drawing/2014/main" id="{8158B950-2573-4204-8C63-69BE1AB8C93B}"/>
              </a:ext>
            </a:extLst>
          </p:cNvPr>
          <p:cNvSpPr>
            <a:spLocks noGrp="1"/>
          </p:cNvSpPr>
          <p:nvPr/>
        </p:nvSpPr>
        <p:spPr>
          <a:xfrm>
            <a:off x="27095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6" name="Stage1_sixpanel_7687">
            <a:extLst>
              <a:ext uri="{FF2B5EF4-FFF2-40B4-BE49-F238E27FC236}">
                <a16:creationId xmlns:a16="http://schemas.microsoft.com/office/drawing/2014/main" id="{D12C7341-8274-44E5-8D99-53B2BA77D854}"/>
              </a:ext>
            </a:extLst>
          </p:cNvPr>
          <p:cNvSpPr>
            <a:spLocks noGrp="1"/>
          </p:cNvSpPr>
          <p:nvPr/>
        </p:nvSpPr>
        <p:spPr>
          <a:xfrm>
            <a:off x="26651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7" name="Stage1_sixpanel_7688">
            <a:extLst>
              <a:ext uri="{FF2B5EF4-FFF2-40B4-BE49-F238E27FC236}">
                <a16:creationId xmlns:a16="http://schemas.microsoft.com/office/drawing/2014/main" id="{F6A00D2B-19AF-4568-9026-B9568C2F3B0B}"/>
              </a:ext>
            </a:extLst>
          </p:cNvPr>
          <p:cNvSpPr>
            <a:spLocks noGrp="1"/>
          </p:cNvSpPr>
          <p:nvPr/>
        </p:nvSpPr>
        <p:spPr>
          <a:xfrm>
            <a:off x="26865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8" name="Stage1_sixpanel_7689">
            <a:extLst>
              <a:ext uri="{FF2B5EF4-FFF2-40B4-BE49-F238E27FC236}">
                <a16:creationId xmlns:a16="http://schemas.microsoft.com/office/drawing/2014/main" id="{F7EC56BB-A567-450F-B996-9C79F76C2BF4}"/>
              </a:ext>
            </a:extLst>
          </p:cNvPr>
          <p:cNvSpPr>
            <a:spLocks noGrp="1"/>
          </p:cNvSpPr>
          <p:nvPr/>
        </p:nvSpPr>
        <p:spPr>
          <a:xfrm>
            <a:off x="2626453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19" name="Stage1_sixpanel_7690">
            <a:extLst>
              <a:ext uri="{FF2B5EF4-FFF2-40B4-BE49-F238E27FC236}">
                <a16:creationId xmlns:a16="http://schemas.microsoft.com/office/drawing/2014/main" id="{8561AE8F-E3A6-43E0-9932-E6B2A20D54F3}"/>
              </a:ext>
            </a:extLst>
          </p:cNvPr>
          <p:cNvSpPr>
            <a:spLocks noGrp="1"/>
          </p:cNvSpPr>
          <p:nvPr/>
        </p:nvSpPr>
        <p:spPr>
          <a:xfrm>
            <a:off x="2704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0" name="Stage1_sixpanel_7691">
            <a:extLst>
              <a:ext uri="{FF2B5EF4-FFF2-40B4-BE49-F238E27FC236}">
                <a16:creationId xmlns:a16="http://schemas.microsoft.com/office/drawing/2014/main" id="{7F44BE85-2F24-4403-8643-121D8F4A1990}"/>
              </a:ext>
            </a:extLst>
          </p:cNvPr>
          <p:cNvSpPr>
            <a:spLocks noGrp="1"/>
          </p:cNvSpPr>
          <p:nvPr/>
        </p:nvSpPr>
        <p:spPr>
          <a:xfrm>
            <a:off x="27127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1" name="Stage1_sixpanel_7692">
            <a:extLst>
              <a:ext uri="{FF2B5EF4-FFF2-40B4-BE49-F238E27FC236}">
                <a16:creationId xmlns:a16="http://schemas.microsoft.com/office/drawing/2014/main" id="{ED15D5E8-3809-48DF-81AB-77A8FA775BA6}"/>
              </a:ext>
            </a:extLst>
          </p:cNvPr>
          <p:cNvSpPr>
            <a:spLocks noGrp="1"/>
          </p:cNvSpPr>
          <p:nvPr/>
        </p:nvSpPr>
        <p:spPr>
          <a:xfrm>
            <a:off x="2754032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2" name="Stage1_sixpanel_7693">
            <a:extLst>
              <a:ext uri="{FF2B5EF4-FFF2-40B4-BE49-F238E27FC236}">
                <a16:creationId xmlns:a16="http://schemas.microsoft.com/office/drawing/2014/main" id="{726A4587-EA22-408E-980B-2A0BC5EB5E44}"/>
              </a:ext>
            </a:extLst>
          </p:cNvPr>
          <p:cNvSpPr>
            <a:spLocks noGrp="1"/>
          </p:cNvSpPr>
          <p:nvPr/>
        </p:nvSpPr>
        <p:spPr>
          <a:xfrm>
            <a:off x="26346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3" name="Stage1_sixpanel_7694">
            <a:extLst>
              <a:ext uri="{FF2B5EF4-FFF2-40B4-BE49-F238E27FC236}">
                <a16:creationId xmlns:a16="http://schemas.microsoft.com/office/drawing/2014/main" id="{E835D1B1-FA45-4EB4-A6E6-AD99E07EDFD8}"/>
              </a:ext>
            </a:extLst>
          </p:cNvPr>
          <p:cNvSpPr>
            <a:spLocks noGrp="1"/>
          </p:cNvSpPr>
          <p:nvPr/>
        </p:nvSpPr>
        <p:spPr>
          <a:xfrm>
            <a:off x="2748206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4" name="Stage1_sixpanel_7695">
            <a:extLst>
              <a:ext uri="{FF2B5EF4-FFF2-40B4-BE49-F238E27FC236}">
                <a16:creationId xmlns:a16="http://schemas.microsoft.com/office/drawing/2014/main" id="{B87A099B-EEAA-46BD-9908-374BF6845574}"/>
              </a:ext>
            </a:extLst>
          </p:cNvPr>
          <p:cNvSpPr>
            <a:spLocks noGrp="1"/>
          </p:cNvSpPr>
          <p:nvPr/>
        </p:nvSpPr>
        <p:spPr>
          <a:xfrm>
            <a:off x="2822368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5" name="Stage1_sixpanel_7696">
            <a:extLst>
              <a:ext uri="{FF2B5EF4-FFF2-40B4-BE49-F238E27FC236}">
                <a16:creationId xmlns:a16="http://schemas.microsoft.com/office/drawing/2014/main" id="{5996E611-5FD1-49C3-A016-A5BFBA86ADEE}"/>
              </a:ext>
            </a:extLst>
          </p:cNvPr>
          <p:cNvSpPr>
            <a:spLocks noGrp="1"/>
          </p:cNvSpPr>
          <p:nvPr/>
        </p:nvSpPr>
        <p:spPr>
          <a:xfrm>
            <a:off x="279927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6" name="Stage1_sixpanel_7697">
            <a:extLst>
              <a:ext uri="{FF2B5EF4-FFF2-40B4-BE49-F238E27FC236}">
                <a16:creationId xmlns:a16="http://schemas.microsoft.com/office/drawing/2014/main" id="{8CFAC96C-4386-430D-80B2-9CE3A58D47CF}"/>
              </a:ext>
            </a:extLst>
          </p:cNvPr>
          <p:cNvSpPr>
            <a:spLocks noGrp="1"/>
          </p:cNvSpPr>
          <p:nvPr/>
        </p:nvSpPr>
        <p:spPr>
          <a:xfrm>
            <a:off x="2727671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7" name="Stage1_sixpanel_7698">
            <a:extLst>
              <a:ext uri="{FF2B5EF4-FFF2-40B4-BE49-F238E27FC236}">
                <a16:creationId xmlns:a16="http://schemas.microsoft.com/office/drawing/2014/main" id="{58596774-141B-4F5E-9AC2-0B7491D41579}"/>
              </a:ext>
            </a:extLst>
          </p:cNvPr>
          <p:cNvSpPr>
            <a:spLocks noGrp="1"/>
          </p:cNvSpPr>
          <p:nvPr/>
        </p:nvSpPr>
        <p:spPr>
          <a:xfrm>
            <a:off x="26847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8" name="Stage1_sixpanel_7699">
            <a:extLst>
              <a:ext uri="{FF2B5EF4-FFF2-40B4-BE49-F238E27FC236}">
                <a16:creationId xmlns:a16="http://schemas.microsoft.com/office/drawing/2014/main" id="{6E3F92C9-9373-4536-ABE7-3B3E8935EB87}"/>
              </a:ext>
            </a:extLst>
          </p:cNvPr>
          <p:cNvSpPr>
            <a:spLocks noGrp="1"/>
          </p:cNvSpPr>
          <p:nvPr/>
        </p:nvSpPr>
        <p:spPr>
          <a:xfrm>
            <a:off x="2822458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29" name="Stage1_sixpanel_7700">
            <a:extLst>
              <a:ext uri="{FF2B5EF4-FFF2-40B4-BE49-F238E27FC236}">
                <a16:creationId xmlns:a16="http://schemas.microsoft.com/office/drawing/2014/main" id="{ACE85814-A5A6-43BB-AEBB-BD7E7CAB5542}"/>
              </a:ext>
            </a:extLst>
          </p:cNvPr>
          <p:cNvSpPr>
            <a:spLocks noGrp="1"/>
          </p:cNvSpPr>
          <p:nvPr/>
        </p:nvSpPr>
        <p:spPr>
          <a:xfrm>
            <a:off x="2803329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0" name="Stage1_sixpanel_7701">
            <a:extLst>
              <a:ext uri="{FF2B5EF4-FFF2-40B4-BE49-F238E27FC236}">
                <a16:creationId xmlns:a16="http://schemas.microsoft.com/office/drawing/2014/main" id="{613A2E39-77E6-4EC9-BC00-2BD2F5B397F7}"/>
              </a:ext>
            </a:extLst>
          </p:cNvPr>
          <p:cNvSpPr>
            <a:spLocks noGrp="1"/>
          </p:cNvSpPr>
          <p:nvPr/>
        </p:nvSpPr>
        <p:spPr>
          <a:xfrm>
            <a:off x="278630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1" name="Stage1_sixpanel_7702">
            <a:extLst>
              <a:ext uri="{FF2B5EF4-FFF2-40B4-BE49-F238E27FC236}">
                <a16:creationId xmlns:a16="http://schemas.microsoft.com/office/drawing/2014/main" id="{E9C85426-DC09-48B8-8977-B9C86329BAAB}"/>
              </a:ext>
            </a:extLst>
          </p:cNvPr>
          <p:cNvSpPr>
            <a:spLocks noGrp="1"/>
          </p:cNvSpPr>
          <p:nvPr/>
        </p:nvSpPr>
        <p:spPr>
          <a:xfrm>
            <a:off x="2697406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2" name="Stage1_sixpanel_7703">
            <a:extLst>
              <a:ext uri="{FF2B5EF4-FFF2-40B4-BE49-F238E27FC236}">
                <a16:creationId xmlns:a16="http://schemas.microsoft.com/office/drawing/2014/main" id="{15C00155-DDEC-4B44-9A55-E6ABA358AAFA}"/>
              </a:ext>
            </a:extLst>
          </p:cNvPr>
          <p:cNvSpPr>
            <a:spLocks noGrp="1"/>
          </p:cNvSpPr>
          <p:nvPr/>
        </p:nvSpPr>
        <p:spPr>
          <a:xfrm>
            <a:off x="2788527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3" name="Stage1_sixpanel_7704">
            <a:extLst>
              <a:ext uri="{FF2B5EF4-FFF2-40B4-BE49-F238E27FC236}">
                <a16:creationId xmlns:a16="http://schemas.microsoft.com/office/drawing/2014/main" id="{F294B48C-C0D6-4BE8-AAC9-6495308DDEBA}"/>
              </a:ext>
            </a:extLst>
          </p:cNvPr>
          <p:cNvSpPr>
            <a:spLocks noGrp="1"/>
          </p:cNvSpPr>
          <p:nvPr/>
        </p:nvSpPr>
        <p:spPr>
          <a:xfrm>
            <a:off x="2740490" y="806714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4" name="Stage1_sixpanel_7705">
            <a:extLst>
              <a:ext uri="{FF2B5EF4-FFF2-40B4-BE49-F238E27FC236}">
                <a16:creationId xmlns:a16="http://schemas.microsoft.com/office/drawing/2014/main" id="{EED35085-FB45-4245-98BB-AC88660D7DF1}"/>
              </a:ext>
            </a:extLst>
          </p:cNvPr>
          <p:cNvSpPr>
            <a:spLocks noGrp="1"/>
          </p:cNvSpPr>
          <p:nvPr/>
        </p:nvSpPr>
        <p:spPr>
          <a:xfrm>
            <a:off x="2765358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5" name="Stage1_sixpanel_7706">
            <a:extLst>
              <a:ext uri="{FF2B5EF4-FFF2-40B4-BE49-F238E27FC236}">
                <a16:creationId xmlns:a16="http://schemas.microsoft.com/office/drawing/2014/main" id="{BEAC45D5-51BE-4692-B6E1-454E48786C05}"/>
              </a:ext>
            </a:extLst>
          </p:cNvPr>
          <p:cNvSpPr>
            <a:spLocks noGrp="1"/>
          </p:cNvSpPr>
          <p:nvPr/>
        </p:nvSpPr>
        <p:spPr>
          <a:xfrm>
            <a:off x="28036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6" name="Stage1_sixpanel_7707">
            <a:extLst>
              <a:ext uri="{FF2B5EF4-FFF2-40B4-BE49-F238E27FC236}">
                <a16:creationId xmlns:a16="http://schemas.microsoft.com/office/drawing/2014/main" id="{F42466DE-AF2D-4844-9D25-D86F907C25C8}"/>
              </a:ext>
            </a:extLst>
          </p:cNvPr>
          <p:cNvSpPr>
            <a:spLocks noGrp="1"/>
          </p:cNvSpPr>
          <p:nvPr/>
        </p:nvSpPr>
        <p:spPr>
          <a:xfrm>
            <a:off x="2674123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7" name="Stage1_sixpanel_7708">
            <a:extLst>
              <a:ext uri="{FF2B5EF4-FFF2-40B4-BE49-F238E27FC236}">
                <a16:creationId xmlns:a16="http://schemas.microsoft.com/office/drawing/2014/main" id="{4308BE15-F0B9-405E-85A2-44D573CE85FA}"/>
              </a:ext>
            </a:extLst>
          </p:cNvPr>
          <p:cNvSpPr>
            <a:spLocks noGrp="1"/>
          </p:cNvSpPr>
          <p:nvPr/>
        </p:nvSpPr>
        <p:spPr>
          <a:xfrm>
            <a:off x="2684473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8" name="Stage1_sixpanel_7709">
            <a:extLst>
              <a:ext uri="{FF2B5EF4-FFF2-40B4-BE49-F238E27FC236}">
                <a16:creationId xmlns:a16="http://schemas.microsoft.com/office/drawing/2014/main" id="{4D6462F9-1139-4750-B754-32D090F73357}"/>
              </a:ext>
            </a:extLst>
          </p:cNvPr>
          <p:cNvSpPr>
            <a:spLocks noGrp="1"/>
          </p:cNvSpPr>
          <p:nvPr/>
        </p:nvSpPr>
        <p:spPr>
          <a:xfrm>
            <a:off x="28334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39" name="Stage1_sixpanel_7710">
            <a:extLst>
              <a:ext uri="{FF2B5EF4-FFF2-40B4-BE49-F238E27FC236}">
                <a16:creationId xmlns:a16="http://schemas.microsoft.com/office/drawing/2014/main" id="{1EC06162-6855-4CF7-AE02-66F013705FF9}"/>
              </a:ext>
            </a:extLst>
          </p:cNvPr>
          <p:cNvSpPr>
            <a:spLocks noGrp="1"/>
          </p:cNvSpPr>
          <p:nvPr/>
        </p:nvSpPr>
        <p:spPr>
          <a:xfrm>
            <a:off x="26910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0" name="Stage1_sixpanel_7711">
            <a:extLst>
              <a:ext uri="{FF2B5EF4-FFF2-40B4-BE49-F238E27FC236}">
                <a16:creationId xmlns:a16="http://schemas.microsoft.com/office/drawing/2014/main" id="{6A548EC3-F918-4989-BEE4-59220E31A98B}"/>
              </a:ext>
            </a:extLst>
          </p:cNvPr>
          <p:cNvSpPr>
            <a:spLocks noGrp="1"/>
          </p:cNvSpPr>
          <p:nvPr/>
        </p:nvSpPr>
        <p:spPr>
          <a:xfrm>
            <a:off x="2707881" y="80738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1" name="Stage1_sixpanel_7712">
            <a:extLst>
              <a:ext uri="{FF2B5EF4-FFF2-40B4-BE49-F238E27FC236}">
                <a16:creationId xmlns:a16="http://schemas.microsoft.com/office/drawing/2014/main" id="{F8EFA3F0-2F3D-4B54-B31D-87E0C94E417A}"/>
              </a:ext>
            </a:extLst>
          </p:cNvPr>
          <p:cNvSpPr>
            <a:spLocks noGrp="1"/>
          </p:cNvSpPr>
          <p:nvPr/>
        </p:nvSpPr>
        <p:spPr>
          <a:xfrm>
            <a:off x="2729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2" name="Stage1_sixpanel_7713">
            <a:extLst>
              <a:ext uri="{FF2B5EF4-FFF2-40B4-BE49-F238E27FC236}">
                <a16:creationId xmlns:a16="http://schemas.microsoft.com/office/drawing/2014/main" id="{1DA45887-67AD-4EC6-A250-F8C650B90C96}"/>
              </a:ext>
            </a:extLst>
          </p:cNvPr>
          <p:cNvSpPr>
            <a:spLocks noGrp="1"/>
          </p:cNvSpPr>
          <p:nvPr/>
        </p:nvSpPr>
        <p:spPr>
          <a:xfrm>
            <a:off x="2639958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3" name="Stage1_sixpanel_7714">
            <a:extLst>
              <a:ext uri="{FF2B5EF4-FFF2-40B4-BE49-F238E27FC236}">
                <a16:creationId xmlns:a16="http://schemas.microsoft.com/office/drawing/2014/main" id="{77B4C260-678E-4E93-B963-1B1ECD51102F}"/>
              </a:ext>
            </a:extLst>
          </p:cNvPr>
          <p:cNvSpPr>
            <a:spLocks noGrp="1"/>
          </p:cNvSpPr>
          <p:nvPr/>
        </p:nvSpPr>
        <p:spPr>
          <a:xfrm>
            <a:off x="2799399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4" name="Stage1_sixpanel_7715">
            <a:extLst>
              <a:ext uri="{FF2B5EF4-FFF2-40B4-BE49-F238E27FC236}">
                <a16:creationId xmlns:a16="http://schemas.microsoft.com/office/drawing/2014/main" id="{7F509935-EBEB-460C-9A05-288E05403D63}"/>
              </a:ext>
            </a:extLst>
          </p:cNvPr>
          <p:cNvSpPr>
            <a:spLocks noGrp="1"/>
          </p:cNvSpPr>
          <p:nvPr/>
        </p:nvSpPr>
        <p:spPr>
          <a:xfrm>
            <a:off x="282052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5" name="Stage1_sixpanel_7716">
            <a:extLst>
              <a:ext uri="{FF2B5EF4-FFF2-40B4-BE49-F238E27FC236}">
                <a16:creationId xmlns:a16="http://schemas.microsoft.com/office/drawing/2014/main" id="{C81CA760-68AF-4A17-A56E-546D26455F3C}"/>
              </a:ext>
            </a:extLst>
          </p:cNvPr>
          <p:cNvSpPr>
            <a:spLocks noGrp="1"/>
          </p:cNvSpPr>
          <p:nvPr/>
        </p:nvSpPr>
        <p:spPr>
          <a:xfrm>
            <a:off x="2637276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6" name="Stage1_sixpanel_7717">
            <a:extLst>
              <a:ext uri="{FF2B5EF4-FFF2-40B4-BE49-F238E27FC236}">
                <a16:creationId xmlns:a16="http://schemas.microsoft.com/office/drawing/2014/main" id="{CF169253-4B35-4109-A8A9-0B922371D115}"/>
              </a:ext>
            </a:extLst>
          </p:cNvPr>
          <p:cNvSpPr>
            <a:spLocks noGrp="1"/>
          </p:cNvSpPr>
          <p:nvPr/>
        </p:nvSpPr>
        <p:spPr>
          <a:xfrm>
            <a:off x="27338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7" name="Stage1_sixpanel_7718">
            <a:extLst>
              <a:ext uri="{FF2B5EF4-FFF2-40B4-BE49-F238E27FC236}">
                <a16:creationId xmlns:a16="http://schemas.microsoft.com/office/drawing/2014/main" id="{F7465894-1972-410D-AB1B-01A181F89D75}"/>
              </a:ext>
            </a:extLst>
          </p:cNvPr>
          <p:cNvSpPr>
            <a:spLocks noGrp="1"/>
          </p:cNvSpPr>
          <p:nvPr/>
        </p:nvSpPr>
        <p:spPr>
          <a:xfrm>
            <a:off x="2780318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8" name="Stage1_sixpanel_7719">
            <a:extLst>
              <a:ext uri="{FF2B5EF4-FFF2-40B4-BE49-F238E27FC236}">
                <a16:creationId xmlns:a16="http://schemas.microsoft.com/office/drawing/2014/main" id="{9C782107-950A-493A-966A-9A26DACAFD51}"/>
              </a:ext>
            </a:extLst>
          </p:cNvPr>
          <p:cNvSpPr>
            <a:spLocks noGrp="1"/>
          </p:cNvSpPr>
          <p:nvPr/>
        </p:nvSpPr>
        <p:spPr>
          <a:xfrm>
            <a:off x="28067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49" name="Stage1_sixpanel_7720">
            <a:extLst>
              <a:ext uri="{FF2B5EF4-FFF2-40B4-BE49-F238E27FC236}">
                <a16:creationId xmlns:a16="http://schemas.microsoft.com/office/drawing/2014/main" id="{13EA92B0-6331-4871-B958-9E81728AB76B}"/>
              </a:ext>
            </a:extLst>
          </p:cNvPr>
          <p:cNvSpPr>
            <a:spLocks noGrp="1"/>
          </p:cNvSpPr>
          <p:nvPr/>
        </p:nvSpPr>
        <p:spPr>
          <a:xfrm>
            <a:off x="27197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0" name="Stage1_sixpanel_7721">
            <a:extLst>
              <a:ext uri="{FF2B5EF4-FFF2-40B4-BE49-F238E27FC236}">
                <a16:creationId xmlns:a16="http://schemas.microsoft.com/office/drawing/2014/main" id="{8FB095A4-A366-4A9D-A2D4-CBDD7716A942}"/>
              </a:ext>
            </a:extLst>
          </p:cNvPr>
          <p:cNvSpPr>
            <a:spLocks noGrp="1"/>
          </p:cNvSpPr>
          <p:nvPr/>
        </p:nvSpPr>
        <p:spPr>
          <a:xfrm>
            <a:off x="2835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1" name="Stage1_sixpanel_7722">
            <a:extLst>
              <a:ext uri="{FF2B5EF4-FFF2-40B4-BE49-F238E27FC236}">
                <a16:creationId xmlns:a16="http://schemas.microsoft.com/office/drawing/2014/main" id="{381DC2BB-1AFA-4DA3-9B13-428EDC83BA5C}"/>
              </a:ext>
            </a:extLst>
          </p:cNvPr>
          <p:cNvSpPr>
            <a:spLocks noGrp="1"/>
          </p:cNvSpPr>
          <p:nvPr/>
        </p:nvSpPr>
        <p:spPr>
          <a:xfrm>
            <a:off x="2635889" y="80799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2" name="Stage1_sixpanel_7723">
            <a:extLst>
              <a:ext uri="{FF2B5EF4-FFF2-40B4-BE49-F238E27FC236}">
                <a16:creationId xmlns:a16="http://schemas.microsoft.com/office/drawing/2014/main" id="{DE72D713-CB25-407A-8B39-8EE50374B647}"/>
              </a:ext>
            </a:extLst>
          </p:cNvPr>
          <p:cNvSpPr>
            <a:spLocks noGrp="1"/>
          </p:cNvSpPr>
          <p:nvPr/>
        </p:nvSpPr>
        <p:spPr>
          <a:xfrm>
            <a:off x="2720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3" name="Stage1_sixpanel_7724">
            <a:extLst>
              <a:ext uri="{FF2B5EF4-FFF2-40B4-BE49-F238E27FC236}">
                <a16:creationId xmlns:a16="http://schemas.microsoft.com/office/drawing/2014/main" id="{D69054E4-60AC-4BDF-A001-4380BA59F2D9}"/>
              </a:ext>
            </a:extLst>
          </p:cNvPr>
          <p:cNvSpPr>
            <a:spLocks noGrp="1"/>
          </p:cNvSpPr>
          <p:nvPr/>
        </p:nvSpPr>
        <p:spPr>
          <a:xfrm>
            <a:off x="2770904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4" name="Stage1_sixpanel_7725">
            <a:extLst>
              <a:ext uri="{FF2B5EF4-FFF2-40B4-BE49-F238E27FC236}">
                <a16:creationId xmlns:a16="http://schemas.microsoft.com/office/drawing/2014/main" id="{02EABAC1-7AC9-4A9C-9899-E06CF81DB9E3}"/>
              </a:ext>
            </a:extLst>
          </p:cNvPr>
          <p:cNvSpPr>
            <a:spLocks noGrp="1"/>
          </p:cNvSpPr>
          <p:nvPr/>
        </p:nvSpPr>
        <p:spPr>
          <a:xfrm>
            <a:off x="26765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5" name="Stage1_sixpanel_7726">
            <a:extLst>
              <a:ext uri="{FF2B5EF4-FFF2-40B4-BE49-F238E27FC236}">
                <a16:creationId xmlns:a16="http://schemas.microsoft.com/office/drawing/2014/main" id="{0ACAA5CE-0B39-41C1-B127-165F55767E3B}"/>
              </a:ext>
            </a:extLst>
          </p:cNvPr>
          <p:cNvSpPr>
            <a:spLocks noGrp="1"/>
          </p:cNvSpPr>
          <p:nvPr/>
        </p:nvSpPr>
        <p:spPr>
          <a:xfrm>
            <a:off x="2728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6" name="Stage1_sixpanel_7727">
            <a:extLst>
              <a:ext uri="{FF2B5EF4-FFF2-40B4-BE49-F238E27FC236}">
                <a16:creationId xmlns:a16="http://schemas.microsoft.com/office/drawing/2014/main" id="{1922CC41-4642-4F18-8380-1F0E0ED2223C}"/>
              </a:ext>
            </a:extLst>
          </p:cNvPr>
          <p:cNvSpPr>
            <a:spLocks noGrp="1"/>
          </p:cNvSpPr>
          <p:nvPr/>
        </p:nvSpPr>
        <p:spPr>
          <a:xfrm>
            <a:off x="2793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7" name="Stage1_sixpanel_7728">
            <a:extLst>
              <a:ext uri="{FF2B5EF4-FFF2-40B4-BE49-F238E27FC236}">
                <a16:creationId xmlns:a16="http://schemas.microsoft.com/office/drawing/2014/main" id="{21030286-A87D-4F34-9F41-987B4E55B7EC}"/>
              </a:ext>
            </a:extLst>
          </p:cNvPr>
          <p:cNvSpPr>
            <a:spLocks noGrp="1"/>
          </p:cNvSpPr>
          <p:nvPr/>
        </p:nvSpPr>
        <p:spPr>
          <a:xfrm>
            <a:off x="28156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8" name="Stage1_sixpanel_7729">
            <a:extLst>
              <a:ext uri="{FF2B5EF4-FFF2-40B4-BE49-F238E27FC236}">
                <a16:creationId xmlns:a16="http://schemas.microsoft.com/office/drawing/2014/main" id="{46F2D9E6-39E2-46B3-9095-C45A2A959650}"/>
              </a:ext>
            </a:extLst>
          </p:cNvPr>
          <p:cNvSpPr>
            <a:spLocks noGrp="1"/>
          </p:cNvSpPr>
          <p:nvPr/>
        </p:nvSpPr>
        <p:spPr>
          <a:xfrm>
            <a:off x="26997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59" name="Stage1_sixpanel_7730">
            <a:extLst>
              <a:ext uri="{FF2B5EF4-FFF2-40B4-BE49-F238E27FC236}">
                <a16:creationId xmlns:a16="http://schemas.microsoft.com/office/drawing/2014/main" id="{C9C4D85B-F61F-467B-97C9-0CC48D37591A}"/>
              </a:ext>
            </a:extLst>
          </p:cNvPr>
          <p:cNvSpPr>
            <a:spLocks noGrp="1"/>
          </p:cNvSpPr>
          <p:nvPr/>
        </p:nvSpPr>
        <p:spPr>
          <a:xfrm>
            <a:off x="27014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0" name="Stage1_sixpanel_7731">
            <a:extLst>
              <a:ext uri="{FF2B5EF4-FFF2-40B4-BE49-F238E27FC236}">
                <a16:creationId xmlns:a16="http://schemas.microsoft.com/office/drawing/2014/main" id="{A56EA529-E8C6-4597-A515-26E989C4B850}"/>
              </a:ext>
            </a:extLst>
          </p:cNvPr>
          <p:cNvSpPr>
            <a:spLocks noGrp="1"/>
          </p:cNvSpPr>
          <p:nvPr/>
        </p:nvSpPr>
        <p:spPr>
          <a:xfrm>
            <a:off x="2794002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1" name="Stage1_sixpanel_7732">
            <a:extLst>
              <a:ext uri="{FF2B5EF4-FFF2-40B4-BE49-F238E27FC236}">
                <a16:creationId xmlns:a16="http://schemas.microsoft.com/office/drawing/2014/main" id="{8C48AD1C-D579-4DF6-B132-8BF8BCA8F405}"/>
              </a:ext>
            </a:extLst>
          </p:cNvPr>
          <p:cNvSpPr>
            <a:spLocks noGrp="1"/>
          </p:cNvSpPr>
          <p:nvPr/>
        </p:nvSpPr>
        <p:spPr>
          <a:xfrm>
            <a:off x="26676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2" name="Stage1_sixpanel_7733">
            <a:extLst>
              <a:ext uri="{FF2B5EF4-FFF2-40B4-BE49-F238E27FC236}">
                <a16:creationId xmlns:a16="http://schemas.microsoft.com/office/drawing/2014/main" id="{AD5CDF58-0CEB-4DEA-B2BF-E6DC2D60025B}"/>
              </a:ext>
            </a:extLst>
          </p:cNvPr>
          <p:cNvSpPr>
            <a:spLocks noGrp="1"/>
          </p:cNvSpPr>
          <p:nvPr/>
        </p:nvSpPr>
        <p:spPr>
          <a:xfrm>
            <a:off x="2663395" y="80640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3" name="Stage1_sixpanel_7734">
            <a:extLst>
              <a:ext uri="{FF2B5EF4-FFF2-40B4-BE49-F238E27FC236}">
                <a16:creationId xmlns:a16="http://schemas.microsoft.com/office/drawing/2014/main" id="{D0BC3EE3-8275-4E72-A33B-8996315E6749}"/>
              </a:ext>
            </a:extLst>
          </p:cNvPr>
          <p:cNvSpPr>
            <a:spLocks noGrp="1"/>
          </p:cNvSpPr>
          <p:nvPr/>
        </p:nvSpPr>
        <p:spPr>
          <a:xfrm>
            <a:off x="27944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4" name="Stage1_sixpanel_7735">
            <a:extLst>
              <a:ext uri="{FF2B5EF4-FFF2-40B4-BE49-F238E27FC236}">
                <a16:creationId xmlns:a16="http://schemas.microsoft.com/office/drawing/2014/main" id="{69028EED-316C-40F9-A217-527005294E3B}"/>
              </a:ext>
            </a:extLst>
          </p:cNvPr>
          <p:cNvSpPr>
            <a:spLocks noGrp="1"/>
          </p:cNvSpPr>
          <p:nvPr/>
        </p:nvSpPr>
        <p:spPr>
          <a:xfrm>
            <a:off x="2835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5" name="Stage1_sixpanel_7736">
            <a:extLst>
              <a:ext uri="{FF2B5EF4-FFF2-40B4-BE49-F238E27FC236}">
                <a16:creationId xmlns:a16="http://schemas.microsoft.com/office/drawing/2014/main" id="{211C3D72-FB47-4046-8DDD-3E68C3DB74F2}"/>
              </a:ext>
            </a:extLst>
          </p:cNvPr>
          <p:cNvSpPr>
            <a:spLocks noGrp="1"/>
          </p:cNvSpPr>
          <p:nvPr/>
        </p:nvSpPr>
        <p:spPr>
          <a:xfrm>
            <a:off x="27383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6" name="Stage1_sixpanel_7737">
            <a:extLst>
              <a:ext uri="{FF2B5EF4-FFF2-40B4-BE49-F238E27FC236}">
                <a16:creationId xmlns:a16="http://schemas.microsoft.com/office/drawing/2014/main" id="{39066615-750D-4E5D-9115-C5C7F557A998}"/>
              </a:ext>
            </a:extLst>
          </p:cNvPr>
          <p:cNvSpPr>
            <a:spLocks noGrp="1"/>
          </p:cNvSpPr>
          <p:nvPr/>
        </p:nvSpPr>
        <p:spPr>
          <a:xfrm>
            <a:off x="26345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7" name="Stage1_sixpanel_7738">
            <a:extLst>
              <a:ext uri="{FF2B5EF4-FFF2-40B4-BE49-F238E27FC236}">
                <a16:creationId xmlns:a16="http://schemas.microsoft.com/office/drawing/2014/main" id="{8F28ACF2-6430-4423-BEAE-4F5AA44314F3}"/>
              </a:ext>
            </a:extLst>
          </p:cNvPr>
          <p:cNvSpPr>
            <a:spLocks noGrp="1"/>
          </p:cNvSpPr>
          <p:nvPr/>
        </p:nvSpPr>
        <p:spPr>
          <a:xfrm>
            <a:off x="2651464" y="72057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8" name="Stage1_sixpanel_7739">
            <a:extLst>
              <a:ext uri="{FF2B5EF4-FFF2-40B4-BE49-F238E27FC236}">
                <a16:creationId xmlns:a16="http://schemas.microsoft.com/office/drawing/2014/main" id="{EB1BA5ED-E842-4973-9B4F-E96165085B57}"/>
              </a:ext>
            </a:extLst>
          </p:cNvPr>
          <p:cNvSpPr>
            <a:spLocks noGrp="1"/>
          </p:cNvSpPr>
          <p:nvPr/>
        </p:nvSpPr>
        <p:spPr>
          <a:xfrm>
            <a:off x="28229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69" name="Stage1_sixpanel_7740">
            <a:extLst>
              <a:ext uri="{FF2B5EF4-FFF2-40B4-BE49-F238E27FC236}">
                <a16:creationId xmlns:a16="http://schemas.microsoft.com/office/drawing/2014/main" id="{D7E99472-054B-4682-B5EC-C51E15CD1E5F}"/>
              </a:ext>
            </a:extLst>
          </p:cNvPr>
          <p:cNvSpPr>
            <a:spLocks noGrp="1"/>
          </p:cNvSpPr>
          <p:nvPr/>
        </p:nvSpPr>
        <p:spPr>
          <a:xfrm>
            <a:off x="2741787" y="80677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0" name="Stage1_sixpanel_7741">
            <a:extLst>
              <a:ext uri="{FF2B5EF4-FFF2-40B4-BE49-F238E27FC236}">
                <a16:creationId xmlns:a16="http://schemas.microsoft.com/office/drawing/2014/main" id="{4374FB74-F7D6-4885-8F56-3D276ACDE38B}"/>
              </a:ext>
            </a:extLst>
          </p:cNvPr>
          <p:cNvSpPr>
            <a:spLocks noGrp="1"/>
          </p:cNvSpPr>
          <p:nvPr/>
        </p:nvSpPr>
        <p:spPr>
          <a:xfrm>
            <a:off x="28195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1" name="Stage1_sixpanel_7742">
            <a:extLst>
              <a:ext uri="{FF2B5EF4-FFF2-40B4-BE49-F238E27FC236}">
                <a16:creationId xmlns:a16="http://schemas.microsoft.com/office/drawing/2014/main" id="{21B64DFC-6BD0-44CD-A06A-FF93F61B6AA0}"/>
              </a:ext>
            </a:extLst>
          </p:cNvPr>
          <p:cNvSpPr>
            <a:spLocks noGrp="1"/>
          </p:cNvSpPr>
          <p:nvPr/>
        </p:nvSpPr>
        <p:spPr>
          <a:xfrm>
            <a:off x="2785426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2" name="Stage1_sixpanel_7743">
            <a:extLst>
              <a:ext uri="{FF2B5EF4-FFF2-40B4-BE49-F238E27FC236}">
                <a16:creationId xmlns:a16="http://schemas.microsoft.com/office/drawing/2014/main" id="{1AD1466B-AD8B-4753-800C-FB3288EAB2A9}"/>
              </a:ext>
            </a:extLst>
          </p:cNvPr>
          <p:cNvSpPr>
            <a:spLocks noGrp="1"/>
          </p:cNvSpPr>
          <p:nvPr/>
        </p:nvSpPr>
        <p:spPr>
          <a:xfrm>
            <a:off x="2716359" y="800379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3" name="Stage1_sixpanel_7744">
            <a:extLst>
              <a:ext uri="{FF2B5EF4-FFF2-40B4-BE49-F238E27FC236}">
                <a16:creationId xmlns:a16="http://schemas.microsoft.com/office/drawing/2014/main" id="{51350AFD-12C1-4BA3-B09D-815449426AEE}"/>
              </a:ext>
            </a:extLst>
          </p:cNvPr>
          <p:cNvSpPr>
            <a:spLocks noGrp="1"/>
          </p:cNvSpPr>
          <p:nvPr/>
        </p:nvSpPr>
        <p:spPr>
          <a:xfrm>
            <a:off x="2696188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4" name="Stage1_sixpanel_7745">
            <a:extLst>
              <a:ext uri="{FF2B5EF4-FFF2-40B4-BE49-F238E27FC236}">
                <a16:creationId xmlns:a16="http://schemas.microsoft.com/office/drawing/2014/main" id="{8CF99FC3-8E6B-4AD0-9B3A-865806FC92E2}"/>
              </a:ext>
            </a:extLst>
          </p:cNvPr>
          <p:cNvSpPr>
            <a:spLocks noGrp="1"/>
          </p:cNvSpPr>
          <p:nvPr/>
        </p:nvSpPr>
        <p:spPr>
          <a:xfrm>
            <a:off x="2645474" y="80647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5" name="Stage1_sixpanel_7746">
            <a:extLst>
              <a:ext uri="{FF2B5EF4-FFF2-40B4-BE49-F238E27FC236}">
                <a16:creationId xmlns:a16="http://schemas.microsoft.com/office/drawing/2014/main" id="{FA1BFB82-C3C0-436C-B407-DB72F2188FFE}"/>
              </a:ext>
            </a:extLst>
          </p:cNvPr>
          <p:cNvSpPr>
            <a:spLocks noGrp="1"/>
          </p:cNvSpPr>
          <p:nvPr/>
        </p:nvSpPr>
        <p:spPr>
          <a:xfrm>
            <a:off x="26875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6" name="Stage1_sixpanel_7747">
            <a:extLst>
              <a:ext uri="{FF2B5EF4-FFF2-40B4-BE49-F238E27FC236}">
                <a16:creationId xmlns:a16="http://schemas.microsoft.com/office/drawing/2014/main" id="{698B9BEF-A8EA-4557-9055-6333DA35727C}"/>
              </a:ext>
            </a:extLst>
          </p:cNvPr>
          <p:cNvSpPr>
            <a:spLocks noGrp="1"/>
          </p:cNvSpPr>
          <p:nvPr/>
        </p:nvSpPr>
        <p:spPr>
          <a:xfrm>
            <a:off x="26474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7" name="Stage1_sixpanel_7748">
            <a:extLst>
              <a:ext uri="{FF2B5EF4-FFF2-40B4-BE49-F238E27FC236}">
                <a16:creationId xmlns:a16="http://schemas.microsoft.com/office/drawing/2014/main" id="{F31D8B7A-406D-4803-B529-B9D271F02E9C}"/>
              </a:ext>
            </a:extLst>
          </p:cNvPr>
          <p:cNvSpPr>
            <a:spLocks noGrp="1"/>
          </p:cNvSpPr>
          <p:nvPr/>
        </p:nvSpPr>
        <p:spPr>
          <a:xfrm>
            <a:off x="26995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8" name="Stage1_sixpanel_7749">
            <a:extLst>
              <a:ext uri="{FF2B5EF4-FFF2-40B4-BE49-F238E27FC236}">
                <a16:creationId xmlns:a16="http://schemas.microsoft.com/office/drawing/2014/main" id="{125CD92E-5F89-4705-93F3-489C899B94C6}"/>
              </a:ext>
            </a:extLst>
          </p:cNvPr>
          <p:cNvSpPr>
            <a:spLocks noGrp="1"/>
          </p:cNvSpPr>
          <p:nvPr/>
        </p:nvSpPr>
        <p:spPr>
          <a:xfrm>
            <a:off x="2650031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79" name="Stage1_sixpanel_7750">
            <a:extLst>
              <a:ext uri="{FF2B5EF4-FFF2-40B4-BE49-F238E27FC236}">
                <a16:creationId xmlns:a16="http://schemas.microsoft.com/office/drawing/2014/main" id="{8894F70B-E317-42E2-A4D2-FAC76CC75EDD}"/>
              </a:ext>
            </a:extLst>
          </p:cNvPr>
          <p:cNvSpPr>
            <a:spLocks noGrp="1"/>
          </p:cNvSpPr>
          <p:nvPr/>
        </p:nvSpPr>
        <p:spPr>
          <a:xfrm>
            <a:off x="2629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0" name="Stage1_sixpanel_7751">
            <a:extLst>
              <a:ext uri="{FF2B5EF4-FFF2-40B4-BE49-F238E27FC236}">
                <a16:creationId xmlns:a16="http://schemas.microsoft.com/office/drawing/2014/main" id="{22E0B964-D2E3-4CAB-AF32-82739885BB2E}"/>
              </a:ext>
            </a:extLst>
          </p:cNvPr>
          <p:cNvSpPr>
            <a:spLocks noGrp="1"/>
          </p:cNvSpPr>
          <p:nvPr/>
        </p:nvSpPr>
        <p:spPr>
          <a:xfrm>
            <a:off x="271630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1" name="Stage1_sixpanel_7752">
            <a:extLst>
              <a:ext uri="{FF2B5EF4-FFF2-40B4-BE49-F238E27FC236}">
                <a16:creationId xmlns:a16="http://schemas.microsoft.com/office/drawing/2014/main" id="{14094D52-A5C6-4E01-88FB-EA80166A8B4E}"/>
              </a:ext>
            </a:extLst>
          </p:cNvPr>
          <p:cNvSpPr>
            <a:spLocks noGrp="1"/>
          </p:cNvSpPr>
          <p:nvPr/>
        </p:nvSpPr>
        <p:spPr>
          <a:xfrm>
            <a:off x="279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2" name="Stage1_sixpanel_7753">
            <a:extLst>
              <a:ext uri="{FF2B5EF4-FFF2-40B4-BE49-F238E27FC236}">
                <a16:creationId xmlns:a16="http://schemas.microsoft.com/office/drawing/2014/main" id="{BCB74DB8-7FF4-4F54-B0F5-3DD5E51E9945}"/>
              </a:ext>
            </a:extLst>
          </p:cNvPr>
          <p:cNvSpPr>
            <a:spLocks noGrp="1"/>
          </p:cNvSpPr>
          <p:nvPr/>
        </p:nvSpPr>
        <p:spPr>
          <a:xfrm>
            <a:off x="2691123" y="8059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3" name="Stage1_sixpanel_7754">
            <a:extLst>
              <a:ext uri="{FF2B5EF4-FFF2-40B4-BE49-F238E27FC236}">
                <a16:creationId xmlns:a16="http://schemas.microsoft.com/office/drawing/2014/main" id="{37702B37-4331-4889-9F60-7306FDDA64C0}"/>
              </a:ext>
            </a:extLst>
          </p:cNvPr>
          <p:cNvSpPr>
            <a:spLocks noGrp="1"/>
          </p:cNvSpPr>
          <p:nvPr/>
        </p:nvSpPr>
        <p:spPr>
          <a:xfrm>
            <a:off x="2752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4" name="Stage1_sixpanel_7755">
            <a:extLst>
              <a:ext uri="{FF2B5EF4-FFF2-40B4-BE49-F238E27FC236}">
                <a16:creationId xmlns:a16="http://schemas.microsoft.com/office/drawing/2014/main" id="{AB41F4BE-C444-440F-B4AC-B11786A17C07}"/>
              </a:ext>
            </a:extLst>
          </p:cNvPr>
          <p:cNvSpPr>
            <a:spLocks noGrp="1"/>
          </p:cNvSpPr>
          <p:nvPr/>
        </p:nvSpPr>
        <p:spPr>
          <a:xfrm>
            <a:off x="2626643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5" name="Stage1_sixpanel_7756">
            <a:extLst>
              <a:ext uri="{FF2B5EF4-FFF2-40B4-BE49-F238E27FC236}">
                <a16:creationId xmlns:a16="http://schemas.microsoft.com/office/drawing/2014/main" id="{68C8D2B1-57C0-4530-9706-F719DCC1D80A}"/>
              </a:ext>
            </a:extLst>
          </p:cNvPr>
          <p:cNvSpPr>
            <a:spLocks noGrp="1"/>
          </p:cNvSpPr>
          <p:nvPr/>
        </p:nvSpPr>
        <p:spPr>
          <a:xfrm>
            <a:off x="2746047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6" name="Stage1_sixpanel_7757">
            <a:extLst>
              <a:ext uri="{FF2B5EF4-FFF2-40B4-BE49-F238E27FC236}">
                <a16:creationId xmlns:a16="http://schemas.microsoft.com/office/drawing/2014/main" id="{BE374151-2D68-4E66-B141-70A130C14BA4}"/>
              </a:ext>
            </a:extLst>
          </p:cNvPr>
          <p:cNvSpPr>
            <a:spLocks noGrp="1"/>
          </p:cNvSpPr>
          <p:nvPr/>
        </p:nvSpPr>
        <p:spPr>
          <a:xfrm>
            <a:off x="26660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7" name="Stage1_sixpanel_7758">
            <a:extLst>
              <a:ext uri="{FF2B5EF4-FFF2-40B4-BE49-F238E27FC236}">
                <a16:creationId xmlns:a16="http://schemas.microsoft.com/office/drawing/2014/main" id="{6977FB14-94B9-4019-9A06-129F17C1FDAC}"/>
              </a:ext>
            </a:extLst>
          </p:cNvPr>
          <p:cNvSpPr>
            <a:spLocks noGrp="1"/>
          </p:cNvSpPr>
          <p:nvPr/>
        </p:nvSpPr>
        <p:spPr>
          <a:xfrm>
            <a:off x="2819376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8" name="Stage1_sixpanel_7759">
            <a:extLst>
              <a:ext uri="{FF2B5EF4-FFF2-40B4-BE49-F238E27FC236}">
                <a16:creationId xmlns:a16="http://schemas.microsoft.com/office/drawing/2014/main" id="{88A602A0-ECE5-4415-9B54-A6E1341F3FC2}"/>
              </a:ext>
            </a:extLst>
          </p:cNvPr>
          <p:cNvSpPr>
            <a:spLocks noGrp="1"/>
          </p:cNvSpPr>
          <p:nvPr/>
        </p:nvSpPr>
        <p:spPr>
          <a:xfrm>
            <a:off x="2733322" y="80770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89" name="Stage1_sixpanel_7760">
            <a:extLst>
              <a:ext uri="{FF2B5EF4-FFF2-40B4-BE49-F238E27FC236}">
                <a16:creationId xmlns:a16="http://schemas.microsoft.com/office/drawing/2014/main" id="{6123A4A1-060F-450D-B79B-E1B92878C59C}"/>
              </a:ext>
            </a:extLst>
          </p:cNvPr>
          <p:cNvSpPr>
            <a:spLocks noGrp="1"/>
          </p:cNvSpPr>
          <p:nvPr/>
        </p:nvSpPr>
        <p:spPr>
          <a:xfrm>
            <a:off x="2670371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0" name="Stage1_sixpanel_7761">
            <a:extLst>
              <a:ext uri="{FF2B5EF4-FFF2-40B4-BE49-F238E27FC236}">
                <a16:creationId xmlns:a16="http://schemas.microsoft.com/office/drawing/2014/main" id="{4B222A76-8C1C-4FFE-BA61-EB7C9D9C50A7}"/>
              </a:ext>
            </a:extLst>
          </p:cNvPr>
          <p:cNvSpPr>
            <a:spLocks noGrp="1"/>
          </p:cNvSpPr>
          <p:nvPr/>
        </p:nvSpPr>
        <p:spPr>
          <a:xfrm>
            <a:off x="26893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1" name="Stage1_sixpanel_7762">
            <a:extLst>
              <a:ext uri="{FF2B5EF4-FFF2-40B4-BE49-F238E27FC236}">
                <a16:creationId xmlns:a16="http://schemas.microsoft.com/office/drawing/2014/main" id="{CB52239E-8DAD-4D75-9908-41A8BBB8BCAF}"/>
              </a:ext>
            </a:extLst>
          </p:cNvPr>
          <p:cNvSpPr>
            <a:spLocks noGrp="1"/>
          </p:cNvSpPr>
          <p:nvPr/>
        </p:nvSpPr>
        <p:spPr>
          <a:xfrm>
            <a:off x="280788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2" name="Stage1_sixpanel_7763">
            <a:extLst>
              <a:ext uri="{FF2B5EF4-FFF2-40B4-BE49-F238E27FC236}">
                <a16:creationId xmlns:a16="http://schemas.microsoft.com/office/drawing/2014/main" id="{FBBEC7B2-554A-4E8B-B6AC-B5D1FF919784}"/>
              </a:ext>
            </a:extLst>
          </p:cNvPr>
          <p:cNvSpPr>
            <a:spLocks noGrp="1"/>
          </p:cNvSpPr>
          <p:nvPr/>
        </p:nvSpPr>
        <p:spPr>
          <a:xfrm>
            <a:off x="27852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3" name="Stage1_sixpanel_7764">
            <a:extLst>
              <a:ext uri="{FF2B5EF4-FFF2-40B4-BE49-F238E27FC236}">
                <a16:creationId xmlns:a16="http://schemas.microsoft.com/office/drawing/2014/main" id="{B190CEA2-03B2-4A49-966E-2191205DA740}"/>
              </a:ext>
            </a:extLst>
          </p:cNvPr>
          <p:cNvSpPr>
            <a:spLocks noGrp="1"/>
          </p:cNvSpPr>
          <p:nvPr/>
        </p:nvSpPr>
        <p:spPr>
          <a:xfrm>
            <a:off x="27902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4" name="Stage1_sixpanel_7765">
            <a:extLst>
              <a:ext uri="{FF2B5EF4-FFF2-40B4-BE49-F238E27FC236}">
                <a16:creationId xmlns:a16="http://schemas.microsoft.com/office/drawing/2014/main" id="{1A069F13-E1E8-4858-BDE5-C868EE848583}"/>
              </a:ext>
            </a:extLst>
          </p:cNvPr>
          <p:cNvSpPr>
            <a:spLocks noGrp="1"/>
          </p:cNvSpPr>
          <p:nvPr/>
        </p:nvSpPr>
        <p:spPr>
          <a:xfrm>
            <a:off x="2677923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5" name="Stage1_sixpanel_7766">
            <a:extLst>
              <a:ext uri="{FF2B5EF4-FFF2-40B4-BE49-F238E27FC236}">
                <a16:creationId xmlns:a16="http://schemas.microsoft.com/office/drawing/2014/main" id="{62B7B3A4-E810-4B4F-BF7E-4793FAAF44BE}"/>
              </a:ext>
            </a:extLst>
          </p:cNvPr>
          <p:cNvSpPr>
            <a:spLocks noGrp="1"/>
          </p:cNvSpPr>
          <p:nvPr/>
        </p:nvSpPr>
        <p:spPr>
          <a:xfrm>
            <a:off x="2682595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6" name="Stage1_sixpanel_7767">
            <a:extLst>
              <a:ext uri="{FF2B5EF4-FFF2-40B4-BE49-F238E27FC236}">
                <a16:creationId xmlns:a16="http://schemas.microsoft.com/office/drawing/2014/main" id="{00C0363A-CEF3-4D66-A2B4-2818D92B4475}"/>
              </a:ext>
            </a:extLst>
          </p:cNvPr>
          <p:cNvSpPr>
            <a:spLocks noGrp="1"/>
          </p:cNvSpPr>
          <p:nvPr/>
        </p:nvSpPr>
        <p:spPr>
          <a:xfrm>
            <a:off x="27213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7" name="Stage1_sixpanel_7768">
            <a:extLst>
              <a:ext uri="{FF2B5EF4-FFF2-40B4-BE49-F238E27FC236}">
                <a16:creationId xmlns:a16="http://schemas.microsoft.com/office/drawing/2014/main" id="{3FCFAAEC-3B8E-47B3-A418-8607F45ECB5F}"/>
              </a:ext>
            </a:extLst>
          </p:cNvPr>
          <p:cNvSpPr>
            <a:spLocks noGrp="1"/>
          </p:cNvSpPr>
          <p:nvPr/>
        </p:nvSpPr>
        <p:spPr>
          <a:xfrm>
            <a:off x="27351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8" name="Stage1_sixpanel_7769">
            <a:extLst>
              <a:ext uri="{FF2B5EF4-FFF2-40B4-BE49-F238E27FC236}">
                <a16:creationId xmlns:a16="http://schemas.microsoft.com/office/drawing/2014/main" id="{0E032F22-1EE8-41D1-B637-185AF5F402FC}"/>
              </a:ext>
            </a:extLst>
          </p:cNvPr>
          <p:cNvSpPr>
            <a:spLocks noGrp="1"/>
          </p:cNvSpPr>
          <p:nvPr/>
        </p:nvSpPr>
        <p:spPr>
          <a:xfrm>
            <a:off x="2822541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599" name="Stage1_sixpanel_7770">
            <a:extLst>
              <a:ext uri="{FF2B5EF4-FFF2-40B4-BE49-F238E27FC236}">
                <a16:creationId xmlns:a16="http://schemas.microsoft.com/office/drawing/2014/main" id="{50739566-9EDB-43B9-B3AA-307474C4880F}"/>
              </a:ext>
            </a:extLst>
          </p:cNvPr>
          <p:cNvSpPr>
            <a:spLocks noGrp="1"/>
          </p:cNvSpPr>
          <p:nvPr/>
        </p:nvSpPr>
        <p:spPr>
          <a:xfrm>
            <a:off x="2687423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0" name="Stage1_sixpanel_7771">
            <a:extLst>
              <a:ext uri="{FF2B5EF4-FFF2-40B4-BE49-F238E27FC236}">
                <a16:creationId xmlns:a16="http://schemas.microsoft.com/office/drawing/2014/main" id="{A271B698-1ED1-4F54-8B22-F99D20D2FA8F}"/>
              </a:ext>
            </a:extLst>
          </p:cNvPr>
          <p:cNvSpPr>
            <a:spLocks noGrp="1"/>
          </p:cNvSpPr>
          <p:nvPr/>
        </p:nvSpPr>
        <p:spPr>
          <a:xfrm>
            <a:off x="2645801" y="800999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1" name="Stage1_sixpanel_7772">
            <a:extLst>
              <a:ext uri="{FF2B5EF4-FFF2-40B4-BE49-F238E27FC236}">
                <a16:creationId xmlns:a16="http://schemas.microsoft.com/office/drawing/2014/main" id="{2C1B93C0-4ED5-4A72-A355-FDCEDDEA784B}"/>
              </a:ext>
            </a:extLst>
          </p:cNvPr>
          <p:cNvSpPr>
            <a:spLocks noGrp="1"/>
          </p:cNvSpPr>
          <p:nvPr/>
        </p:nvSpPr>
        <p:spPr>
          <a:xfrm>
            <a:off x="263810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2" name="Stage1_sixpanel_7773">
            <a:extLst>
              <a:ext uri="{FF2B5EF4-FFF2-40B4-BE49-F238E27FC236}">
                <a16:creationId xmlns:a16="http://schemas.microsoft.com/office/drawing/2014/main" id="{836D62DA-3649-4B5A-BD3C-834EE7E17CF7}"/>
              </a:ext>
            </a:extLst>
          </p:cNvPr>
          <p:cNvSpPr>
            <a:spLocks noGrp="1"/>
          </p:cNvSpPr>
          <p:nvPr/>
        </p:nvSpPr>
        <p:spPr>
          <a:xfrm>
            <a:off x="27959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3" name="Stage1_sixpanel_7774">
            <a:extLst>
              <a:ext uri="{FF2B5EF4-FFF2-40B4-BE49-F238E27FC236}">
                <a16:creationId xmlns:a16="http://schemas.microsoft.com/office/drawing/2014/main" id="{8C2DB091-B012-4D5F-8B76-2ED30A567492}"/>
              </a:ext>
            </a:extLst>
          </p:cNvPr>
          <p:cNvSpPr>
            <a:spLocks noGrp="1"/>
          </p:cNvSpPr>
          <p:nvPr/>
        </p:nvSpPr>
        <p:spPr>
          <a:xfrm>
            <a:off x="265794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4" name="Stage1_sixpanel_7775">
            <a:extLst>
              <a:ext uri="{FF2B5EF4-FFF2-40B4-BE49-F238E27FC236}">
                <a16:creationId xmlns:a16="http://schemas.microsoft.com/office/drawing/2014/main" id="{2C5C0872-0D41-4569-8E45-A2BFFD2A5B77}"/>
              </a:ext>
            </a:extLst>
          </p:cNvPr>
          <p:cNvSpPr>
            <a:spLocks noGrp="1"/>
          </p:cNvSpPr>
          <p:nvPr/>
        </p:nvSpPr>
        <p:spPr>
          <a:xfrm>
            <a:off x="26796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5" name="Stage1_sixpanel_7776">
            <a:extLst>
              <a:ext uri="{FF2B5EF4-FFF2-40B4-BE49-F238E27FC236}">
                <a16:creationId xmlns:a16="http://schemas.microsoft.com/office/drawing/2014/main" id="{BEDE840A-4474-4553-8FB7-9D5A6F96D235}"/>
              </a:ext>
            </a:extLst>
          </p:cNvPr>
          <p:cNvSpPr>
            <a:spLocks noGrp="1"/>
          </p:cNvSpPr>
          <p:nvPr/>
        </p:nvSpPr>
        <p:spPr>
          <a:xfrm>
            <a:off x="2644707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6" name="Stage1_sixpanel_7777">
            <a:extLst>
              <a:ext uri="{FF2B5EF4-FFF2-40B4-BE49-F238E27FC236}">
                <a16:creationId xmlns:a16="http://schemas.microsoft.com/office/drawing/2014/main" id="{A018F5FA-6D03-417D-A7C5-2AFB0E89396E}"/>
              </a:ext>
            </a:extLst>
          </p:cNvPr>
          <p:cNvSpPr>
            <a:spLocks noGrp="1"/>
          </p:cNvSpPr>
          <p:nvPr/>
        </p:nvSpPr>
        <p:spPr>
          <a:xfrm>
            <a:off x="26305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7" name="Stage1_sixpanel_7778">
            <a:extLst>
              <a:ext uri="{FF2B5EF4-FFF2-40B4-BE49-F238E27FC236}">
                <a16:creationId xmlns:a16="http://schemas.microsoft.com/office/drawing/2014/main" id="{711EE893-C0AD-40D3-ACE6-ACC11CEA5E72}"/>
              </a:ext>
            </a:extLst>
          </p:cNvPr>
          <p:cNvSpPr>
            <a:spLocks noGrp="1"/>
          </p:cNvSpPr>
          <p:nvPr/>
        </p:nvSpPr>
        <p:spPr>
          <a:xfrm>
            <a:off x="2772243" y="80729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8" name="Stage1_sixpanel_7779">
            <a:extLst>
              <a:ext uri="{FF2B5EF4-FFF2-40B4-BE49-F238E27FC236}">
                <a16:creationId xmlns:a16="http://schemas.microsoft.com/office/drawing/2014/main" id="{F255CC9C-794E-45C4-8E07-9AF958609D8F}"/>
              </a:ext>
            </a:extLst>
          </p:cNvPr>
          <p:cNvSpPr>
            <a:spLocks noGrp="1"/>
          </p:cNvSpPr>
          <p:nvPr/>
        </p:nvSpPr>
        <p:spPr>
          <a:xfrm>
            <a:off x="26226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09" name="Stage1_sixpanel_7780">
            <a:extLst>
              <a:ext uri="{FF2B5EF4-FFF2-40B4-BE49-F238E27FC236}">
                <a16:creationId xmlns:a16="http://schemas.microsoft.com/office/drawing/2014/main" id="{B7C540F7-2047-40BE-A1A2-82A5AA887324}"/>
              </a:ext>
            </a:extLst>
          </p:cNvPr>
          <p:cNvSpPr>
            <a:spLocks noGrp="1"/>
          </p:cNvSpPr>
          <p:nvPr/>
        </p:nvSpPr>
        <p:spPr>
          <a:xfrm>
            <a:off x="280840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0" name="Stage1_sixpanel_7781">
            <a:extLst>
              <a:ext uri="{FF2B5EF4-FFF2-40B4-BE49-F238E27FC236}">
                <a16:creationId xmlns:a16="http://schemas.microsoft.com/office/drawing/2014/main" id="{35A97F40-7A3B-46BB-81F6-F0EF897B3F44}"/>
              </a:ext>
            </a:extLst>
          </p:cNvPr>
          <p:cNvSpPr>
            <a:spLocks noGrp="1"/>
          </p:cNvSpPr>
          <p:nvPr/>
        </p:nvSpPr>
        <p:spPr>
          <a:xfrm>
            <a:off x="2645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1" name="Stage1_sixpanel_7782">
            <a:extLst>
              <a:ext uri="{FF2B5EF4-FFF2-40B4-BE49-F238E27FC236}">
                <a16:creationId xmlns:a16="http://schemas.microsoft.com/office/drawing/2014/main" id="{E3875E51-108B-431B-A064-E83407EE1426}"/>
              </a:ext>
            </a:extLst>
          </p:cNvPr>
          <p:cNvSpPr>
            <a:spLocks noGrp="1"/>
          </p:cNvSpPr>
          <p:nvPr/>
        </p:nvSpPr>
        <p:spPr>
          <a:xfrm>
            <a:off x="277870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2" name="Stage1_sixpanel_7783">
            <a:extLst>
              <a:ext uri="{FF2B5EF4-FFF2-40B4-BE49-F238E27FC236}">
                <a16:creationId xmlns:a16="http://schemas.microsoft.com/office/drawing/2014/main" id="{C10DBFEB-DF92-4B99-8A83-BDDB3D531100}"/>
              </a:ext>
            </a:extLst>
          </p:cNvPr>
          <p:cNvSpPr>
            <a:spLocks noGrp="1"/>
          </p:cNvSpPr>
          <p:nvPr/>
        </p:nvSpPr>
        <p:spPr>
          <a:xfrm>
            <a:off x="26466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3" name="Stage1_sixpanel_7784">
            <a:extLst>
              <a:ext uri="{FF2B5EF4-FFF2-40B4-BE49-F238E27FC236}">
                <a16:creationId xmlns:a16="http://schemas.microsoft.com/office/drawing/2014/main" id="{988C72DA-B203-4ECE-A49E-FFBD787A1CF3}"/>
              </a:ext>
            </a:extLst>
          </p:cNvPr>
          <p:cNvSpPr>
            <a:spLocks noGrp="1"/>
          </p:cNvSpPr>
          <p:nvPr/>
        </p:nvSpPr>
        <p:spPr>
          <a:xfrm>
            <a:off x="2637843" y="76868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4" name="Stage1_sixpanel_7785">
            <a:extLst>
              <a:ext uri="{FF2B5EF4-FFF2-40B4-BE49-F238E27FC236}">
                <a16:creationId xmlns:a16="http://schemas.microsoft.com/office/drawing/2014/main" id="{B5E86D66-7C38-4F2B-A3E2-545E59627724}"/>
              </a:ext>
            </a:extLst>
          </p:cNvPr>
          <p:cNvSpPr>
            <a:spLocks noGrp="1"/>
          </p:cNvSpPr>
          <p:nvPr/>
        </p:nvSpPr>
        <p:spPr>
          <a:xfrm>
            <a:off x="2655407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5" name="Stage1_sixpanel_7786">
            <a:extLst>
              <a:ext uri="{FF2B5EF4-FFF2-40B4-BE49-F238E27FC236}">
                <a16:creationId xmlns:a16="http://schemas.microsoft.com/office/drawing/2014/main" id="{9D2C32EC-A0B7-40A7-A1D4-10E7B5AF839C}"/>
              </a:ext>
            </a:extLst>
          </p:cNvPr>
          <p:cNvSpPr>
            <a:spLocks noGrp="1"/>
          </p:cNvSpPr>
          <p:nvPr/>
        </p:nvSpPr>
        <p:spPr>
          <a:xfrm>
            <a:off x="27961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6" name="Stage1_sixpanel_7787">
            <a:extLst>
              <a:ext uri="{FF2B5EF4-FFF2-40B4-BE49-F238E27FC236}">
                <a16:creationId xmlns:a16="http://schemas.microsoft.com/office/drawing/2014/main" id="{A843BA08-5A5F-4473-A4E6-C60B5C1A85F4}"/>
              </a:ext>
            </a:extLst>
          </p:cNvPr>
          <p:cNvSpPr>
            <a:spLocks noGrp="1"/>
          </p:cNvSpPr>
          <p:nvPr/>
        </p:nvSpPr>
        <p:spPr>
          <a:xfrm>
            <a:off x="28073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7" name="Stage1_sixpanel_7788">
            <a:extLst>
              <a:ext uri="{FF2B5EF4-FFF2-40B4-BE49-F238E27FC236}">
                <a16:creationId xmlns:a16="http://schemas.microsoft.com/office/drawing/2014/main" id="{ABFF87F6-448B-4BF1-B1D1-C682A7D20A73}"/>
              </a:ext>
            </a:extLst>
          </p:cNvPr>
          <p:cNvSpPr>
            <a:spLocks noGrp="1"/>
          </p:cNvSpPr>
          <p:nvPr/>
        </p:nvSpPr>
        <p:spPr>
          <a:xfrm>
            <a:off x="2652754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8" name="Stage1_sixpanel_7789">
            <a:extLst>
              <a:ext uri="{FF2B5EF4-FFF2-40B4-BE49-F238E27FC236}">
                <a16:creationId xmlns:a16="http://schemas.microsoft.com/office/drawing/2014/main" id="{49768EDE-DACA-4746-8734-A405D4F87634}"/>
              </a:ext>
            </a:extLst>
          </p:cNvPr>
          <p:cNvSpPr>
            <a:spLocks noGrp="1"/>
          </p:cNvSpPr>
          <p:nvPr/>
        </p:nvSpPr>
        <p:spPr>
          <a:xfrm>
            <a:off x="2746084" y="7989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19" name="Stage1_sixpanel_7790">
            <a:extLst>
              <a:ext uri="{FF2B5EF4-FFF2-40B4-BE49-F238E27FC236}">
                <a16:creationId xmlns:a16="http://schemas.microsoft.com/office/drawing/2014/main" id="{BEEAA69C-E96F-414F-B9D6-E6F0EA4A6B20}"/>
              </a:ext>
            </a:extLst>
          </p:cNvPr>
          <p:cNvSpPr>
            <a:spLocks noGrp="1"/>
          </p:cNvSpPr>
          <p:nvPr/>
        </p:nvSpPr>
        <p:spPr>
          <a:xfrm>
            <a:off x="2649481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0" name="Stage1_sixpanel_7791">
            <a:extLst>
              <a:ext uri="{FF2B5EF4-FFF2-40B4-BE49-F238E27FC236}">
                <a16:creationId xmlns:a16="http://schemas.microsoft.com/office/drawing/2014/main" id="{E82A291B-8D86-4293-9861-A891DE57E155}"/>
              </a:ext>
            </a:extLst>
          </p:cNvPr>
          <p:cNvSpPr>
            <a:spLocks noGrp="1"/>
          </p:cNvSpPr>
          <p:nvPr/>
        </p:nvSpPr>
        <p:spPr>
          <a:xfrm>
            <a:off x="2653444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1" name="Stage1_sixpanel_7792">
            <a:extLst>
              <a:ext uri="{FF2B5EF4-FFF2-40B4-BE49-F238E27FC236}">
                <a16:creationId xmlns:a16="http://schemas.microsoft.com/office/drawing/2014/main" id="{7C2FFB2A-349D-48E7-88D1-037890D1C128}"/>
              </a:ext>
            </a:extLst>
          </p:cNvPr>
          <p:cNvSpPr>
            <a:spLocks noGrp="1"/>
          </p:cNvSpPr>
          <p:nvPr/>
        </p:nvSpPr>
        <p:spPr>
          <a:xfrm>
            <a:off x="2784512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2" name="Stage1_sixpanel_7793">
            <a:extLst>
              <a:ext uri="{FF2B5EF4-FFF2-40B4-BE49-F238E27FC236}">
                <a16:creationId xmlns:a16="http://schemas.microsoft.com/office/drawing/2014/main" id="{11DC387C-F8D4-4649-BF22-50C9CF50B46A}"/>
              </a:ext>
            </a:extLst>
          </p:cNvPr>
          <p:cNvSpPr>
            <a:spLocks noGrp="1"/>
          </p:cNvSpPr>
          <p:nvPr/>
        </p:nvSpPr>
        <p:spPr>
          <a:xfrm>
            <a:off x="27920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3" name="Stage1_sixpanel_7794">
            <a:extLst>
              <a:ext uri="{FF2B5EF4-FFF2-40B4-BE49-F238E27FC236}">
                <a16:creationId xmlns:a16="http://schemas.microsoft.com/office/drawing/2014/main" id="{AF1208FB-0F60-4907-B356-543A14795F0D}"/>
              </a:ext>
            </a:extLst>
          </p:cNvPr>
          <p:cNvSpPr>
            <a:spLocks noGrp="1"/>
          </p:cNvSpPr>
          <p:nvPr/>
        </p:nvSpPr>
        <p:spPr>
          <a:xfrm>
            <a:off x="2740204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4" name="Stage1_sixpanel_7795">
            <a:extLst>
              <a:ext uri="{FF2B5EF4-FFF2-40B4-BE49-F238E27FC236}">
                <a16:creationId xmlns:a16="http://schemas.microsoft.com/office/drawing/2014/main" id="{ABB19216-8F20-475C-8126-C940F9EECB99}"/>
              </a:ext>
            </a:extLst>
          </p:cNvPr>
          <p:cNvSpPr>
            <a:spLocks noGrp="1"/>
          </p:cNvSpPr>
          <p:nvPr/>
        </p:nvSpPr>
        <p:spPr>
          <a:xfrm>
            <a:off x="2621809" y="80714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5" name="Stage1_sixpanel_7796">
            <a:extLst>
              <a:ext uri="{FF2B5EF4-FFF2-40B4-BE49-F238E27FC236}">
                <a16:creationId xmlns:a16="http://schemas.microsoft.com/office/drawing/2014/main" id="{F8466CC3-97EA-4775-AA88-7F618ACD2AA5}"/>
              </a:ext>
            </a:extLst>
          </p:cNvPr>
          <p:cNvSpPr>
            <a:spLocks noGrp="1"/>
          </p:cNvSpPr>
          <p:nvPr/>
        </p:nvSpPr>
        <p:spPr>
          <a:xfrm>
            <a:off x="275036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6" name="Stage1_sixpanel_7797">
            <a:extLst>
              <a:ext uri="{FF2B5EF4-FFF2-40B4-BE49-F238E27FC236}">
                <a16:creationId xmlns:a16="http://schemas.microsoft.com/office/drawing/2014/main" id="{0671785B-06A9-42A8-B6AA-6808C62C23A9}"/>
              </a:ext>
            </a:extLst>
          </p:cNvPr>
          <p:cNvSpPr>
            <a:spLocks noGrp="1"/>
          </p:cNvSpPr>
          <p:nvPr/>
        </p:nvSpPr>
        <p:spPr>
          <a:xfrm>
            <a:off x="26517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7" name="Stage1_sixpanel_7798">
            <a:extLst>
              <a:ext uri="{FF2B5EF4-FFF2-40B4-BE49-F238E27FC236}">
                <a16:creationId xmlns:a16="http://schemas.microsoft.com/office/drawing/2014/main" id="{9FAFECE1-D6FB-4C2D-BF80-C19A745BF90B}"/>
              </a:ext>
            </a:extLst>
          </p:cNvPr>
          <p:cNvSpPr>
            <a:spLocks noGrp="1"/>
          </p:cNvSpPr>
          <p:nvPr/>
        </p:nvSpPr>
        <p:spPr>
          <a:xfrm>
            <a:off x="269028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8" name="Stage1_sixpanel_7799">
            <a:extLst>
              <a:ext uri="{FF2B5EF4-FFF2-40B4-BE49-F238E27FC236}">
                <a16:creationId xmlns:a16="http://schemas.microsoft.com/office/drawing/2014/main" id="{17AE920C-A026-419E-B9FA-000DB773C57C}"/>
              </a:ext>
            </a:extLst>
          </p:cNvPr>
          <p:cNvSpPr>
            <a:spLocks noGrp="1"/>
          </p:cNvSpPr>
          <p:nvPr/>
        </p:nvSpPr>
        <p:spPr>
          <a:xfrm>
            <a:off x="2840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29" name="Stage1_sixpanel_7800">
            <a:extLst>
              <a:ext uri="{FF2B5EF4-FFF2-40B4-BE49-F238E27FC236}">
                <a16:creationId xmlns:a16="http://schemas.microsoft.com/office/drawing/2014/main" id="{A739CBDD-CB4C-4D25-AE32-64377CE38E2A}"/>
              </a:ext>
            </a:extLst>
          </p:cNvPr>
          <p:cNvSpPr>
            <a:spLocks noGrp="1"/>
          </p:cNvSpPr>
          <p:nvPr/>
        </p:nvSpPr>
        <p:spPr>
          <a:xfrm>
            <a:off x="27707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0" name="Stage1_sixpanel_7801">
            <a:extLst>
              <a:ext uri="{FF2B5EF4-FFF2-40B4-BE49-F238E27FC236}">
                <a16:creationId xmlns:a16="http://schemas.microsoft.com/office/drawing/2014/main" id="{A6693722-5206-43C8-86BE-74602CC78CCB}"/>
              </a:ext>
            </a:extLst>
          </p:cNvPr>
          <p:cNvSpPr>
            <a:spLocks noGrp="1"/>
          </p:cNvSpPr>
          <p:nvPr/>
        </p:nvSpPr>
        <p:spPr>
          <a:xfrm>
            <a:off x="2779271" y="795252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1" name="Stage1_sixpanel_7802">
            <a:extLst>
              <a:ext uri="{FF2B5EF4-FFF2-40B4-BE49-F238E27FC236}">
                <a16:creationId xmlns:a16="http://schemas.microsoft.com/office/drawing/2014/main" id="{66D93885-64CB-43E2-9180-E0698E173A1D}"/>
              </a:ext>
            </a:extLst>
          </p:cNvPr>
          <p:cNvSpPr>
            <a:spLocks noGrp="1"/>
          </p:cNvSpPr>
          <p:nvPr/>
        </p:nvSpPr>
        <p:spPr>
          <a:xfrm>
            <a:off x="266772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2" name="Stage1_sixpanel_7803">
            <a:extLst>
              <a:ext uri="{FF2B5EF4-FFF2-40B4-BE49-F238E27FC236}">
                <a16:creationId xmlns:a16="http://schemas.microsoft.com/office/drawing/2014/main" id="{AB1DA08F-BBC4-415A-9FE0-707B7D11DBE0}"/>
              </a:ext>
            </a:extLst>
          </p:cNvPr>
          <p:cNvSpPr>
            <a:spLocks noGrp="1"/>
          </p:cNvSpPr>
          <p:nvPr/>
        </p:nvSpPr>
        <p:spPr>
          <a:xfrm>
            <a:off x="27921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3" name="Stage1_sixpanel_7804">
            <a:extLst>
              <a:ext uri="{FF2B5EF4-FFF2-40B4-BE49-F238E27FC236}">
                <a16:creationId xmlns:a16="http://schemas.microsoft.com/office/drawing/2014/main" id="{8B13931C-7CEC-43E2-9645-6DFEC0A9E1A0}"/>
              </a:ext>
            </a:extLst>
          </p:cNvPr>
          <p:cNvSpPr>
            <a:spLocks noGrp="1"/>
          </p:cNvSpPr>
          <p:nvPr/>
        </p:nvSpPr>
        <p:spPr>
          <a:xfrm>
            <a:off x="2830217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4" name="Stage1_sixpanel_7805">
            <a:extLst>
              <a:ext uri="{FF2B5EF4-FFF2-40B4-BE49-F238E27FC236}">
                <a16:creationId xmlns:a16="http://schemas.microsoft.com/office/drawing/2014/main" id="{668CD05C-204E-462D-8626-FA4CC19D2235}"/>
              </a:ext>
            </a:extLst>
          </p:cNvPr>
          <p:cNvSpPr>
            <a:spLocks noGrp="1"/>
          </p:cNvSpPr>
          <p:nvPr/>
        </p:nvSpPr>
        <p:spPr>
          <a:xfrm>
            <a:off x="26950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5" name="Stage1_sixpanel_7806">
            <a:extLst>
              <a:ext uri="{FF2B5EF4-FFF2-40B4-BE49-F238E27FC236}">
                <a16:creationId xmlns:a16="http://schemas.microsoft.com/office/drawing/2014/main" id="{0FCE46BB-8424-4AB1-BFEE-5B114240D0A9}"/>
              </a:ext>
            </a:extLst>
          </p:cNvPr>
          <p:cNvSpPr>
            <a:spLocks noGrp="1"/>
          </p:cNvSpPr>
          <p:nvPr/>
        </p:nvSpPr>
        <p:spPr>
          <a:xfrm>
            <a:off x="2779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6" name="Stage1_sixpanel_7807">
            <a:extLst>
              <a:ext uri="{FF2B5EF4-FFF2-40B4-BE49-F238E27FC236}">
                <a16:creationId xmlns:a16="http://schemas.microsoft.com/office/drawing/2014/main" id="{651FB44B-01D8-4C98-B1D1-0374ACEC10DD}"/>
              </a:ext>
            </a:extLst>
          </p:cNvPr>
          <p:cNvSpPr>
            <a:spLocks noGrp="1"/>
          </p:cNvSpPr>
          <p:nvPr/>
        </p:nvSpPr>
        <p:spPr>
          <a:xfrm>
            <a:off x="28400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7" name="Stage1_sixpanel_7808">
            <a:extLst>
              <a:ext uri="{FF2B5EF4-FFF2-40B4-BE49-F238E27FC236}">
                <a16:creationId xmlns:a16="http://schemas.microsoft.com/office/drawing/2014/main" id="{FFCBBBB7-BAAF-4692-8053-CEEEFD87642A}"/>
              </a:ext>
            </a:extLst>
          </p:cNvPr>
          <p:cNvSpPr>
            <a:spLocks noGrp="1"/>
          </p:cNvSpPr>
          <p:nvPr/>
        </p:nvSpPr>
        <p:spPr>
          <a:xfrm>
            <a:off x="2696579" y="80277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8" name="Stage1_sixpanel_7809">
            <a:extLst>
              <a:ext uri="{FF2B5EF4-FFF2-40B4-BE49-F238E27FC236}">
                <a16:creationId xmlns:a16="http://schemas.microsoft.com/office/drawing/2014/main" id="{3988C5E5-2680-4D0B-BEAC-D752314B9B14}"/>
              </a:ext>
            </a:extLst>
          </p:cNvPr>
          <p:cNvSpPr>
            <a:spLocks noGrp="1"/>
          </p:cNvSpPr>
          <p:nvPr/>
        </p:nvSpPr>
        <p:spPr>
          <a:xfrm>
            <a:off x="27919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39" name="Stage1_sixpanel_7810">
            <a:extLst>
              <a:ext uri="{FF2B5EF4-FFF2-40B4-BE49-F238E27FC236}">
                <a16:creationId xmlns:a16="http://schemas.microsoft.com/office/drawing/2014/main" id="{8C96CF17-BCE0-4D98-B5E3-C90304B9A644}"/>
              </a:ext>
            </a:extLst>
          </p:cNvPr>
          <p:cNvSpPr>
            <a:spLocks noGrp="1"/>
          </p:cNvSpPr>
          <p:nvPr/>
        </p:nvSpPr>
        <p:spPr>
          <a:xfrm>
            <a:off x="271429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0" name="Stage1_sixpanel_7811">
            <a:extLst>
              <a:ext uri="{FF2B5EF4-FFF2-40B4-BE49-F238E27FC236}">
                <a16:creationId xmlns:a16="http://schemas.microsoft.com/office/drawing/2014/main" id="{E61AC212-E02C-4652-88A5-47184D1B5F55}"/>
              </a:ext>
            </a:extLst>
          </p:cNvPr>
          <p:cNvSpPr>
            <a:spLocks noGrp="1"/>
          </p:cNvSpPr>
          <p:nvPr/>
        </p:nvSpPr>
        <p:spPr>
          <a:xfrm>
            <a:off x="26225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1" name="Stage1_sixpanel_7812">
            <a:extLst>
              <a:ext uri="{FF2B5EF4-FFF2-40B4-BE49-F238E27FC236}">
                <a16:creationId xmlns:a16="http://schemas.microsoft.com/office/drawing/2014/main" id="{5617E395-2E1B-4F4D-8C19-D7ED40AD66CD}"/>
              </a:ext>
            </a:extLst>
          </p:cNvPr>
          <p:cNvSpPr>
            <a:spLocks noGrp="1"/>
          </p:cNvSpPr>
          <p:nvPr/>
        </p:nvSpPr>
        <p:spPr>
          <a:xfrm>
            <a:off x="268082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2" name="Stage1_sixpanel_7813">
            <a:extLst>
              <a:ext uri="{FF2B5EF4-FFF2-40B4-BE49-F238E27FC236}">
                <a16:creationId xmlns:a16="http://schemas.microsoft.com/office/drawing/2014/main" id="{98C66554-700D-48C6-ABEA-82061218A068}"/>
              </a:ext>
            </a:extLst>
          </p:cNvPr>
          <p:cNvSpPr>
            <a:spLocks noGrp="1"/>
          </p:cNvSpPr>
          <p:nvPr/>
        </p:nvSpPr>
        <p:spPr>
          <a:xfrm>
            <a:off x="282103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3" name="Stage1_sixpanel_7814">
            <a:extLst>
              <a:ext uri="{FF2B5EF4-FFF2-40B4-BE49-F238E27FC236}">
                <a16:creationId xmlns:a16="http://schemas.microsoft.com/office/drawing/2014/main" id="{38BD30BF-50DC-4C9E-AA2D-B3FF5DBE7C95}"/>
              </a:ext>
            </a:extLst>
          </p:cNvPr>
          <p:cNvSpPr>
            <a:spLocks noGrp="1"/>
          </p:cNvSpPr>
          <p:nvPr/>
        </p:nvSpPr>
        <p:spPr>
          <a:xfrm>
            <a:off x="2666344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4" name="Stage1_sixpanel_7815">
            <a:extLst>
              <a:ext uri="{FF2B5EF4-FFF2-40B4-BE49-F238E27FC236}">
                <a16:creationId xmlns:a16="http://schemas.microsoft.com/office/drawing/2014/main" id="{D15DE70C-EA49-47E6-A48F-941DAB2C3319}"/>
              </a:ext>
            </a:extLst>
          </p:cNvPr>
          <p:cNvSpPr>
            <a:spLocks noGrp="1"/>
          </p:cNvSpPr>
          <p:nvPr/>
        </p:nvSpPr>
        <p:spPr>
          <a:xfrm>
            <a:off x="26843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5" name="Stage1_sixpanel_7816">
            <a:extLst>
              <a:ext uri="{FF2B5EF4-FFF2-40B4-BE49-F238E27FC236}">
                <a16:creationId xmlns:a16="http://schemas.microsoft.com/office/drawing/2014/main" id="{40DA5CFF-2F17-4F12-91F3-CF54FF373634}"/>
              </a:ext>
            </a:extLst>
          </p:cNvPr>
          <p:cNvSpPr>
            <a:spLocks noGrp="1"/>
          </p:cNvSpPr>
          <p:nvPr/>
        </p:nvSpPr>
        <p:spPr>
          <a:xfrm>
            <a:off x="2646145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6" name="Stage1_sixpanel_7817">
            <a:extLst>
              <a:ext uri="{FF2B5EF4-FFF2-40B4-BE49-F238E27FC236}">
                <a16:creationId xmlns:a16="http://schemas.microsoft.com/office/drawing/2014/main" id="{983DC1F1-C8DF-463E-A19E-AF125D286E6A}"/>
              </a:ext>
            </a:extLst>
          </p:cNvPr>
          <p:cNvSpPr>
            <a:spLocks noGrp="1"/>
          </p:cNvSpPr>
          <p:nvPr/>
        </p:nvSpPr>
        <p:spPr>
          <a:xfrm>
            <a:off x="27008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7" name="Stage1_sixpanel_7818">
            <a:extLst>
              <a:ext uri="{FF2B5EF4-FFF2-40B4-BE49-F238E27FC236}">
                <a16:creationId xmlns:a16="http://schemas.microsoft.com/office/drawing/2014/main" id="{70DCD8E5-6BDE-46EB-8776-C91B4026CB26}"/>
              </a:ext>
            </a:extLst>
          </p:cNvPr>
          <p:cNvSpPr>
            <a:spLocks noGrp="1"/>
          </p:cNvSpPr>
          <p:nvPr/>
        </p:nvSpPr>
        <p:spPr>
          <a:xfrm>
            <a:off x="2746497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8" name="Stage1_sixpanel_7819">
            <a:extLst>
              <a:ext uri="{FF2B5EF4-FFF2-40B4-BE49-F238E27FC236}">
                <a16:creationId xmlns:a16="http://schemas.microsoft.com/office/drawing/2014/main" id="{BEC85872-5D07-481C-BC1A-45CBA9574481}"/>
              </a:ext>
            </a:extLst>
          </p:cNvPr>
          <p:cNvSpPr>
            <a:spLocks noGrp="1"/>
          </p:cNvSpPr>
          <p:nvPr/>
        </p:nvSpPr>
        <p:spPr>
          <a:xfrm>
            <a:off x="2839813" y="80361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49" name="Stage1_sixpanel_7820">
            <a:extLst>
              <a:ext uri="{FF2B5EF4-FFF2-40B4-BE49-F238E27FC236}">
                <a16:creationId xmlns:a16="http://schemas.microsoft.com/office/drawing/2014/main" id="{D7F90FA5-9BE6-4C36-A4EF-F172E7AF6338}"/>
              </a:ext>
            </a:extLst>
          </p:cNvPr>
          <p:cNvSpPr>
            <a:spLocks noGrp="1"/>
          </p:cNvSpPr>
          <p:nvPr/>
        </p:nvSpPr>
        <p:spPr>
          <a:xfrm>
            <a:off x="2834477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0" name="Stage1_sixpanel_7821">
            <a:extLst>
              <a:ext uri="{FF2B5EF4-FFF2-40B4-BE49-F238E27FC236}">
                <a16:creationId xmlns:a16="http://schemas.microsoft.com/office/drawing/2014/main" id="{A645A532-CA3D-448D-9486-B6814611D593}"/>
              </a:ext>
            </a:extLst>
          </p:cNvPr>
          <p:cNvSpPr>
            <a:spLocks noGrp="1"/>
          </p:cNvSpPr>
          <p:nvPr/>
        </p:nvSpPr>
        <p:spPr>
          <a:xfrm>
            <a:off x="2732688" y="80758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1" name="Stage1_sixpanel_7822">
            <a:extLst>
              <a:ext uri="{FF2B5EF4-FFF2-40B4-BE49-F238E27FC236}">
                <a16:creationId xmlns:a16="http://schemas.microsoft.com/office/drawing/2014/main" id="{477FC316-3207-4B99-96A5-477812B9110F}"/>
              </a:ext>
            </a:extLst>
          </p:cNvPr>
          <p:cNvSpPr>
            <a:spLocks noGrp="1"/>
          </p:cNvSpPr>
          <p:nvPr/>
        </p:nvSpPr>
        <p:spPr>
          <a:xfrm>
            <a:off x="2838398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2" name="Stage1_sixpanel_7823">
            <a:extLst>
              <a:ext uri="{FF2B5EF4-FFF2-40B4-BE49-F238E27FC236}">
                <a16:creationId xmlns:a16="http://schemas.microsoft.com/office/drawing/2014/main" id="{5682B143-8858-48B5-B83A-F59D7DDA7506}"/>
              </a:ext>
            </a:extLst>
          </p:cNvPr>
          <p:cNvSpPr>
            <a:spLocks noGrp="1"/>
          </p:cNvSpPr>
          <p:nvPr/>
        </p:nvSpPr>
        <p:spPr>
          <a:xfrm>
            <a:off x="2734350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3" name="Stage1_sixpanel_7824">
            <a:extLst>
              <a:ext uri="{FF2B5EF4-FFF2-40B4-BE49-F238E27FC236}">
                <a16:creationId xmlns:a16="http://schemas.microsoft.com/office/drawing/2014/main" id="{7E46708A-FF89-4970-A2C2-81728D76EF19}"/>
              </a:ext>
            </a:extLst>
          </p:cNvPr>
          <p:cNvSpPr>
            <a:spLocks noGrp="1"/>
          </p:cNvSpPr>
          <p:nvPr/>
        </p:nvSpPr>
        <p:spPr>
          <a:xfrm>
            <a:off x="28199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4" name="Stage1_sixpanel_7825">
            <a:extLst>
              <a:ext uri="{FF2B5EF4-FFF2-40B4-BE49-F238E27FC236}">
                <a16:creationId xmlns:a16="http://schemas.microsoft.com/office/drawing/2014/main" id="{7E5BFA65-27B2-450E-B066-6DABA4CA68CB}"/>
              </a:ext>
            </a:extLst>
          </p:cNvPr>
          <p:cNvSpPr>
            <a:spLocks noGrp="1"/>
          </p:cNvSpPr>
          <p:nvPr/>
        </p:nvSpPr>
        <p:spPr>
          <a:xfrm>
            <a:off x="2638564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5" name="Stage1_sixpanel_7826">
            <a:extLst>
              <a:ext uri="{FF2B5EF4-FFF2-40B4-BE49-F238E27FC236}">
                <a16:creationId xmlns:a16="http://schemas.microsoft.com/office/drawing/2014/main" id="{75630EAB-A307-4BC0-A80C-5A003365005E}"/>
              </a:ext>
            </a:extLst>
          </p:cNvPr>
          <p:cNvSpPr>
            <a:spLocks noGrp="1"/>
          </p:cNvSpPr>
          <p:nvPr/>
        </p:nvSpPr>
        <p:spPr>
          <a:xfrm>
            <a:off x="26251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6" name="Stage1_sixpanel_7827">
            <a:extLst>
              <a:ext uri="{FF2B5EF4-FFF2-40B4-BE49-F238E27FC236}">
                <a16:creationId xmlns:a16="http://schemas.microsoft.com/office/drawing/2014/main" id="{2C17A916-C0C0-4121-B885-6C25F20AB798}"/>
              </a:ext>
            </a:extLst>
          </p:cNvPr>
          <p:cNvSpPr>
            <a:spLocks noGrp="1"/>
          </p:cNvSpPr>
          <p:nvPr/>
        </p:nvSpPr>
        <p:spPr>
          <a:xfrm>
            <a:off x="270856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7" name="Stage1_sixpanel_7828">
            <a:extLst>
              <a:ext uri="{FF2B5EF4-FFF2-40B4-BE49-F238E27FC236}">
                <a16:creationId xmlns:a16="http://schemas.microsoft.com/office/drawing/2014/main" id="{D1488C61-6BF7-42C7-A9BF-3273F50AF1E7}"/>
              </a:ext>
            </a:extLst>
          </p:cNvPr>
          <p:cNvSpPr>
            <a:spLocks noGrp="1"/>
          </p:cNvSpPr>
          <p:nvPr/>
        </p:nvSpPr>
        <p:spPr>
          <a:xfrm>
            <a:off x="266500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8" name="Stage1_sixpanel_7829">
            <a:extLst>
              <a:ext uri="{FF2B5EF4-FFF2-40B4-BE49-F238E27FC236}">
                <a16:creationId xmlns:a16="http://schemas.microsoft.com/office/drawing/2014/main" id="{E0C40961-79B9-4150-AC67-E17517569F65}"/>
              </a:ext>
            </a:extLst>
          </p:cNvPr>
          <p:cNvSpPr>
            <a:spLocks noGrp="1"/>
          </p:cNvSpPr>
          <p:nvPr/>
        </p:nvSpPr>
        <p:spPr>
          <a:xfrm>
            <a:off x="2690894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59" name="Stage1_sixpanel_7830">
            <a:extLst>
              <a:ext uri="{FF2B5EF4-FFF2-40B4-BE49-F238E27FC236}">
                <a16:creationId xmlns:a16="http://schemas.microsoft.com/office/drawing/2014/main" id="{6E6D5D1D-266C-470B-BBCA-C27AC0BF5208}"/>
              </a:ext>
            </a:extLst>
          </p:cNvPr>
          <p:cNvSpPr>
            <a:spLocks noGrp="1"/>
          </p:cNvSpPr>
          <p:nvPr/>
        </p:nvSpPr>
        <p:spPr>
          <a:xfrm>
            <a:off x="26627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0" name="Stage1_sixpanel_7831">
            <a:extLst>
              <a:ext uri="{FF2B5EF4-FFF2-40B4-BE49-F238E27FC236}">
                <a16:creationId xmlns:a16="http://schemas.microsoft.com/office/drawing/2014/main" id="{24E0ACAD-1D7E-4465-9E9E-6D5E029EE29B}"/>
              </a:ext>
            </a:extLst>
          </p:cNvPr>
          <p:cNvSpPr>
            <a:spLocks noGrp="1"/>
          </p:cNvSpPr>
          <p:nvPr/>
        </p:nvSpPr>
        <p:spPr>
          <a:xfrm>
            <a:off x="2706642" y="804806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1" name="Stage1_sixpanel_7832">
            <a:extLst>
              <a:ext uri="{FF2B5EF4-FFF2-40B4-BE49-F238E27FC236}">
                <a16:creationId xmlns:a16="http://schemas.microsoft.com/office/drawing/2014/main" id="{F72D97FD-12DC-4376-BE6F-69A0BFDD7C45}"/>
              </a:ext>
            </a:extLst>
          </p:cNvPr>
          <p:cNvSpPr>
            <a:spLocks noGrp="1"/>
          </p:cNvSpPr>
          <p:nvPr/>
        </p:nvSpPr>
        <p:spPr>
          <a:xfrm>
            <a:off x="2731984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2" name="Stage1_sixpanel_7833">
            <a:extLst>
              <a:ext uri="{FF2B5EF4-FFF2-40B4-BE49-F238E27FC236}">
                <a16:creationId xmlns:a16="http://schemas.microsoft.com/office/drawing/2014/main" id="{ABF1FF66-1E62-45EC-AFF0-3E44E67E427E}"/>
              </a:ext>
            </a:extLst>
          </p:cNvPr>
          <p:cNvSpPr>
            <a:spLocks noGrp="1"/>
          </p:cNvSpPr>
          <p:nvPr/>
        </p:nvSpPr>
        <p:spPr>
          <a:xfrm>
            <a:off x="2827666" y="80748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3" name="Stage1_sixpanel_7834">
            <a:extLst>
              <a:ext uri="{FF2B5EF4-FFF2-40B4-BE49-F238E27FC236}">
                <a16:creationId xmlns:a16="http://schemas.microsoft.com/office/drawing/2014/main" id="{9A0927BA-6F13-412C-BD58-5ABFB52DAD4B}"/>
              </a:ext>
            </a:extLst>
          </p:cNvPr>
          <p:cNvSpPr>
            <a:spLocks noGrp="1"/>
          </p:cNvSpPr>
          <p:nvPr/>
        </p:nvSpPr>
        <p:spPr>
          <a:xfrm>
            <a:off x="27798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4" name="Stage1_sixpanel_7835">
            <a:extLst>
              <a:ext uri="{FF2B5EF4-FFF2-40B4-BE49-F238E27FC236}">
                <a16:creationId xmlns:a16="http://schemas.microsoft.com/office/drawing/2014/main" id="{7C685D57-0886-4D1F-8237-FC65557D85B8}"/>
              </a:ext>
            </a:extLst>
          </p:cNvPr>
          <p:cNvSpPr>
            <a:spLocks noGrp="1"/>
          </p:cNvSpPr>
          <p:nvPr/>
        </p:nvSpPr>
        <p:spPr>
          <a:xfrm>
            <a:off x="2708595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5" name="Stage1_sixpanel_7836">
            <a:extLst>
              <a:ext uri="{FF2B5EF4-FFF2-40B4-BE49-F238E27FC236}">
                <a16:creationId xmlns:a16="http://schemas.microsoft.com/office/drawing/2014/main" id="{F58B78E3-4976-4819-98A6-68F580547B9E}"/>
              </a:ext>
            </a:extLst>
          </p:cNvPr>
          <p:cNvSpPr>
            <a:spLocks noGrp="1"/>
          </p:cNvSpPr>
          <p:nvPr/>
        </p:nvSpPr>
        <p:spPr>
          <a:xfrm>
            <a:off x="26746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6" name="Stage1_sixpanel_7837">
            <a:extLst>
              <a:ext uri="{FF2B5EF4-FFF2-40B4-BE49-F238E27FC236}">
                <a16:creationId xmlns:a16="http://schemas.microsoft.com/office/drawing/2014/main" id="{9BE6E303-7C7D-48D9-B374-E3A28BEF57EB}"/>
              </a:ext>
            </a:extLst>
          </p:cNvPr>
          <p:cNvSpPr>
            <a:spLocks noGrp="1"/>
          </p:cNvSpPr>
          <p:nvPr/>
        </p:nvSpPr>
        <p:spPr>
          <a:xfrm>
            <a:off x="2840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7" name="Stage1_sixpanel_7838">
            <a:extLst>
              <a:ext uri="{FF2B5EF4-FFF2-40B4-BE49-F238E27FC236}">
                <a16:creationId xmlns:a16="http://schemas.microsoft.com/office/drawing/2014/main" id="{F906B776-3BBB-42FD-A40C-EC5B8842C07B}"/>
              </a:ext>
            </a:extLst>
          </p:cNvPr>
          <p:cNvSpPr>
            <a:spLocks noGrp="1"/>
          </p:cNvSpPr>
          <p:nvPr/>
        </p:nvSpPr>
        <p:spPr>
          <a:xfrm>
            <a:off x="2661831" y="80695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8" name="Stage1_sixpanel_7839">
            <a:extLst>
              <a:ext uri="{FF2B5EF4-FFF2-40B4-BE49-F238E27FC236}">
                <a16:creationId xmlns:a16="http://schemas.microsoft.com/office/drawing/2014/main" id="{B3C08B29-0097-4F04-A5BA-264885856DC0}"/>
              </a:ext>
            </a:extLst>
          </p:cNvPr>
          <p:cNvSpPr>
            <a:spLocks noGrp="1"/>
          </p:cNvSpPr>
          <p:nvPr/>
        </p:nvSpPr>
        <p:spPr>
          <a:xfrm>
            <a:off x="26403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69" name="Stage1_sixpanel_7840">
            <a:extLst>
              <a:ext uri="{FF2B5EF4-FFF2-40B4-BE49-F238E27FC236}">
                <a16:creationId xmlns:a16="http://schemas.microsoft.com/office/drawing/2014/main" id="{D65524D4-8A1D-4848-BDE9-BECA620BC10E}"/>
              </a:ext>
            </a:extLst>
          </p:cNvPr>
          <p:cNvSpPr>
            <a:spLocks noGrp="1"/>
          </p:cNvSpPr>
          <p:nvPr/>
        </p:nvSpPr>
        <p:spPr>
          <a:xfrm>
            <a:off x="27407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0" name="Stage1_sixpanel_7841">
            <a:extLst>
              <a:ext uri="{FF2B5EF4-FFF2-40B4-BE49-F238E27FC236}">
                <a16:creationId xmlns:a16="http://schemas.microsoft.com/office/drawing/2014/main" id="{1CC83D18-A430-4731-8725-F8F84444E1B3}"/>
              </a:ext>
            </a:extLst>
          </p:cNvPr>
          <p:cNvSpPr>
            <a:spLocks noGrp="1"/>
          </p:cNvSpPr>
          <p:nvPr/>
        </p:nvSpPr>
        <p:spPr>
          <a:xfrm>
            <a:off x="2823050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1" name="Stage1_sixpanel_7842">
            <a:extLst>
              <a:ext uri="{FF2B5EF4-FFF2-40B4-BE49-F238E27FC236}">
                <a16:creationId xmlns:a16="http://schemas.microsoft.com/office/drawing/2014/main" id="{15C9D617-2E3B-45C7-A348-05E961DA693B}"/>
              </a:ext>
            </a:extLst>
          </p:cNvPr>
          <p:cNvSpPr>
            <a:spLocks noGrp="1"/>
          </p:cNvSpPr>
          <p:nvPr/>
        </p:nvSpPr>
        <p:spPr>
          <a:xfrm>
            <a:off x="2828887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2" name="Stage1_sixpanel_7843">
            <a:extLst>
              <a:ext uri="{FF2B5EF4-FFF2-40B4-BE49-F238E27FC236}">
                <a16:creationId xmlns:a16="http://schemas.microsoft.com/office/drawing/2014/main" id="{6FEED827-A70B-4E16-840F-B06A44486B6F}"/>
              </a:ext>
            </a:extLst>
          </p:cNvPr>
          <p:cNvSpPr>
            <a:spLocks noGrp="1"/>
          </p:cNvSpPr>
          <p:nvPr/>
        </p:nvSpPr>
        <p:spPr>
          <a:xfrm>
            <a:off x="266703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3" name="Stage1_sixpanel_7844">
            <a:extLst>
              <a:ext uri="{FF2B5EF4-FFF2-40B4-BE49-F238E27FC236}">
                <a16:creationId xmlns:a16="http://schemas.microsoft.com/office/drawing/2014/main" id="{ED56C359-AE68-496C-A620-FE17282ABF2E}"/>
              </a:ext>
            </a:extLst>
          </p:cNvPr>
          <p:cNvSpPr>
            <a:spLocks noGrp="1"/>
          </p:cNvSpPr>
          <p:nvPr/>
        </p:nvSpPr>
        <p:spPr>
          <a:xfrm>
            <a:off x="280604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4" name="Stage1_sixpanel_7845">
            <a:extLst>
              <a:ext uri="{FF2B5EF4-FFF2-40B4-BE49-F238E27FC236}">
                <a16:creationId xmlns:a16="http://schemas.microsoft.com/office/drawing/2014/main" id="{3C79AB2F-34A2-4995-BB88-8B33ED983CF2}"/>
              </a:ext>
            </a:extLst>
          </p:cNvPr>
          <p:cNvSpPr>
            <a:spLocks noGrp="1"/>
          </p:cNvSpPr>
          <p:nvPr/>
        </p:nvSpPr>
        <p:spPr>
          <a:xfrm>
            <a:off x="2791545" y="805875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5" name="Stage1_sixpanel_7846">
            <a:extLst>
              <a:ext uri="{FF2B5EF4-FFF2-40B4-BE49-F238E27FC236}">
                <a16:creationId xmlns:a16="http://schemas.microsoft.com/office/drawing/2014/main" id="{6135068D-BA0C-4FCE-949A-CA3952BAF436}"/>
              </a:ext>
            </a:extLst>
          </p:cNvPr>
          <p:cNvSpPr>
            <a:spLocks noGrp="1"/>
          </p:cNvSpPr>
          <p:nvPr/>
        </p:nvSpPr>
        <p:spPr>
          <a:xfrm>
            <a:off x="275906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6" name="Stage1_sixpanel_7847">
            <a:extLst>
              <a:ext uri="{FF2B5EF4-FFF2-40B4-BE49-F238E27FC236}">
                <a16:creationId xmlns:a16="http://schemas.microsoft.com/office/drawing/2014/main" id="{6DAE8136-9892-42D2-8CF8-1281CF7483E8}"/>
              </a:ext>
            </a:extLst>
          </p:cNvPr>
          <p:cNvSpPr>
            <a:spLocks noGrp="1"/>
          </p:cNvSpPr>
          <p:nvPr/>
        </p:nvSpPr>
        <p:spPr>
          <a:xfrm>
            <a:off x="2704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7" name="Stage1_sixpanel_7848">
            <a:extLst>
              <a:ext uri="{FF2B5EF4-FFF2-40B4-BE49-F238E27FC236}">
                <a16:creationId xmlns:a16="http://schemas.microsoft.com/office/drawing/2014/main" id="{21015FA2-89B5-47D2-BE0B-6010A444374A}"/>
              </a:ext>
            </a:extLst>
          </p:cNvPr>
          <p:cNvSpPr>
            <a:spLocks noGrp="1"/>
          </p:cNvSpPr>
          <p:nvPr/>
        </p:nvSpPr>
        <p:spPr>
          <a:xfrm>
            <a:off x="28054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8" name="Stage1_sixpanel_7849">
            <a:extLst>
              <a:ext uri="{FF2B5EF4-FFF2-40B4-BE49-F238E27FC236}">
                <a16:creationId xmlns:a16="http://schemas.microsoft.com/office/drawing/2014/main" id="{0531A9FA-B581-4E29-878C-66CF9C04C500}"/>
              </a:ext>
            </a:extLst>
          </p:cNvPr>
          <p:cNvSpPr>
            <a:spLocks noGrp="1"/>
          </p:cNvSpPr>
          <p:nvPr/>
        </p:nvSpPr>
        <p:spPr>
          <a:xfrm>
            <a:off x="266298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79" name="Stage1_sixpanel_7850">
            <a:extLst>
              <a:ext uri="{FF2B5EF4-FFF2-40B4-BE49-F238E27FC236}">
                <a16:creationId xmlns:a16="http://schemas.microsoft.com/office/drawing/2014/main" id="{1AEFB94A-F095-43F4-B615-C6FB8AE70AA4}"/>
              </a:ext>
            </a:extLst>
          </p:cNvPr>
          <p:cNvSpPr>
            <a:spLocks noGrp="1"/>
          </p:cNvSpPr>
          <p:nvPr/>
        </p:nvSpPr>
        <p:spPr>
          <a:xfrm>
            <a:off x="2654098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0" name="Stage1_sixpanel_7851">
            <a:extLst>
              <a:ext uri="{FF2B5EF4-FFF2-40B4-BE49-F238E27FC236}">
                <a16:creationId xmlns:a16="http://schemas.microsoft.com/office/drawing/2014/main" id="{FE8B7929-2200-4B2E-AA82-4A66634773B9}"/>
              </a:ext>
            </a:extLst>
          </p:cNvPr>
          <p:cNvSpPr>
            <a:spLocks noGrp="1"/>
          </p:cNvSpPr>
          <p:nvPr/>
        </p:nvSpPr>
        <p:spPr>
          <a:xfrm>
            <a:off x="27501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1" name="Stage1_sixpanel_7852">
            <a:extLst>
              <a:ext uri="{FF2B5EF4-FFF2-40B4-BE49-F238E27FC236}">
                <a16:creationId xmlns:a16="http://schemas.microsoft.com/office/drawing/2014/main" id="{BED41633-0CD0-4BBC-9324-2882479383D1}"/>
              </a:ext>
            </a:extLst>
          </p:cNvPr>
          <p:cNvSpPr>
            <a:spLocks noGrp="1"/>
          </p:cNvSpPr>
          <p:nvPr/>
        </p:nvSpPr>
        <p:spPr>
          <a:xfrm>
            <a:off x="2729066" y="80447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2" name="Stage1_sixpanel_7853">
            <a:extLst>
              <a:ext uri="{FF2B5EF4-FFF2-40B4-BE49-F238E27FC236}">
                <a16:creationId xmlns:a16="http://schemas.microsoft.com/office/drawing/2014/main" id="{E3CD69EA-8082-4B39-8B77-9CA9018F75CD}"/>
              </a:ext>
            </a:extLst>
          </p:cNvPr>
          <p:cNvSpPr>
            <a:spLocks noGrp="1"/>
          </p:cNvSpPr>
          <p:nvPr/>
        </p:nvSpPr>
        <p:spPr>
          <a:xfrm>
            <a:off x="2651448" y="80792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3" name="Stage1_sixpanel_7854">
            <a:extLst>
              <a:ext uri="{FF2B5EF4-FFF2-40B4-BE49-F238E27FC236}">
                <a16:creationId xmlns:a16="http://schemas.microsoft.com/office/drawing/2014/main" id="{3F0B501D-B421-410B-ACAD-D293BC410583}"/>
              </a:ext>
            </a:extLst>
          </p:cNvPr>
          <p:cNvSpPr>
            <a:spLocks noGrp="1"/>
          </p:cNvSpPr>
          <p:nvPr/>
        </p:nvSpPr>
        <p:spPr>
          <a:xfrm>
            <a:off x="2837235" y="80612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4" name="Stage1_sixpanel_7855">
            <a:extLst>
              <a:ext uri="{FF2B5EF4-FFF2-40B4-BE49-F238E27FC236}">
                <a16:creationId xmlns:a16="http://schemas.microsoft.com/office/drawing/2014/main" id="{BE590E7B-722A-469D-8F56-50C0D542718F}"/>
              </a:ext>
            </a:extLst>
          </p:cNvPr>
          <p:cNvSpPr>
            <a:spLocks noGrp="1"/>
          </p:cNvSpPr>
          <p:nvPr/>
        </p:nvSpPr>
        <p:spPr>
          <a:xfrm>
            <a:off x="2807172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5" name="Stage1_sixpanel_7856">
            <a:extLst>
              <a:ext uri="{FF2B5EF4-FFF2-40B4-BE49-F238E27FC236}">
                <a16:creationId xmlns:a16="http://schemas.microsoft.com/office/drawing/2014/main" id="{642823D8-EE50-4789-87B4-7455BE36179C}"/>
              </a:ext>
            </a:extLst>
          </p:cNvPr>
          <p:cNvSpPr>
            <a:spLocks noGrp="1"/>
          </p:cNvSpPr>
          <p:nvPr/>
        </p:nvSpPr>
        <p:spPr>
          <a:xfrm>
            <a:off x="2628003" y="798299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6" name="Stage1_sixpanel_7857">
            <a:extLst>
              <a:ext uri="{FF2B5EF4-FFF2-40B4-BE49-F238E27FC236}">
                <a16:creationId xmlns:a16="http://schemas.microsoft.com/office/drawing/2014/main" id="{8DACD839-5CB7-4D3F-A6DD-E8F14FF8946D}"/>
              </a:ext>
            </a:extLst>
          </p:cNvPr>
          <p:cNvSpPr>
            <a:spLocks noGrp="1"/>
          </p:cNvSpPr>
          <p:nvPr/>
        </p:nvSpPr>
        <p:spPr>
          <a:xfrm>
            <a:off x="283115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7" name="Stage1_sixpanel_7858">
            <a:extLst>
              <a:ext uri="{FF2B5EF4-FFF2-40B4-BE49-F238E27FC236}">
                <a16:creationId xmlns:a16="http://schemas.microsoft.com/office/drawing/2014/main" id="{467126D4-C541-4DD5-8800-4921BD883A0C}"/>
              </a:ext>
            </a:extLst>
          </p:cNvPr>
          <p:cNvSpPr>
            <a:spLocks noGrp="1"/>
          </p:cNvSpPr>
          <p:nvPr/>
        </p:nvSpPr>
        <p:spPr>
          <a:xfrm>
            <a:off x="27683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8" name="Stage1_sixpanel_7859">
            <a:extLst>
              <a:ext uri="{FF2B5EF4-FFF2-40B4-BE49-F238E27FC236}">
                <a16:creationId xmlns:a16="http://schemas.microsoft.com/office/drawing/2014/main" id="{6A2F6353-E6DA-4683-B94E-8D8B0D48EF7C}"/>
              </a:ext>
            </a:extLst>
          </p:cNvPr>
          <p:cNvSpPr>
            <a:spLocks noGrp="1"/>
          </p:cNvSpPr>
          <p:nvPr/>
        </p:nvSpPr>
        <p:spPr>
          <a:xfrm>
            <a:off x="2666711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89" name="Stage1_sixpanel_7860">
            <a:extLst>
              <a:ext uri="{FF2B5EF4-FFF2-40B4-BE49-F238E27FC236}">
                <a16:creationId xmlns:a16="http://schemas.microsoft.com/office/drawing/2014/main" id="{9F556EB4-716F-4D3E-A8C8-5FA27B695A41}"/>
              </a:ext>
            </a:extLst>
          </p:cNvPr>
          <p:cNvSpPr>
            <a:spLocks noGrp="1"/>
          </p:cNvSpPr>
          <p:nvPr/>
        </p:nvSpPr>
        <p:spPr>
          <a:xfrm>
            <a:off x="2748782" y="808201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0" name="Stage1_sixpanel_7861">
            <a:extLst>
              <a:ext uri="{FF2B5EF4-FFF2-40B4-BE49-F238E27FC236}">
                <a16:creationId xmlns:a16="http://schemas.microsoft.com/office/drawing/2014/main" id="{D34C5B95-DF6F-43E7-A47E-42AB08123A49}"/>
              </a:ext>
            </a:extLst>
          </p:cNvPr>
          <p:cNvSpPr>
            <a:spLocks noGrp="1"/>
          </p:cNvSpPr>
          <p:nvPr/>
        </p:nvSpPr>
        <p:spPr>
          <a:xfrm>
            <a:off x="2760884" y="789063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1" name="Stage1_sixpanel_7862">
            <a:extLst>
              <a:ext uri="{FF2B5EF4-FFF2-40B4-BE49-F238E27FC236}">
                <a16:creationId xmlns:a16="http://schemas.microsoft.com/office/drawing/2014/main" id="{3D18C308-DFB8-473F-9D80-64CE42CF1937}"/>
              </a:ext>
            </a:extLst>
          </p:cNvPr>
          <p:cNvSpPr>
            <a:spLocks noGrp="1"/>
          </p:cNvSpPr>
          <p:nvPr/>
        </p:nvSpPr>
        <p:spPr>
          <a:xfrm>
            <a:off x="28144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2" name="Stage1_sixpanel_7863">
            <a:extLst>
              <a:ext uri="{FF2B5EF4-FFF2-40B4-BE49-F238E27FC236}">
                <a16:creationId xmlns:a16="http://schemas.microsoft.com/office/drawing/2014/main" id="{51F0DA79-0C7B-44B0-A393-1F5D45B01AAF}"/>
              </a:ext>
            </a:extLst>
          </p:cNvPr>
          <p:cNvSpPr>
            <a:spLocks noGrp="1"/>
          </p:cNvSpPr>
          <p:nvPr/>
        </p:nvSpPr>
        <p:spPr>
          <a:xfrm>
            <a:off x="2645713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3" name="Stage1_sixpanel_7864">
            <a:extLst>
              <a:ext uri="{FF2B5EF4-FFF2-40B4-BE49-F238E27FC236}">
                <a16:creationId xmlns:a16="http://schemas.microsoft.com/office/drawing/2014/main" id="{24807D9E-C3C0-42DF-9801-DFE2FA1E5FA0}"/>
              </a:ext>
            </a:extLst>
          </p:cNvPr>
          <p:cNvSpPr>
            <a:spLocks noGrp="1"/>
          </p:cNvSpPr>
          <p:nvPr/>
        </p:nvSpPr>
        <p:spPr>
          <a:xfrm>
            <a:off x="346872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08227" y="1237437"/>
                </a:moveTo>
                <a:lnTo>
                  <a:pt x="131125" y="1237437"/>
                </a:lnTo>
                <a:lnTo>
                  <a:pt x="131510" y="1229703"/>
                </a:lnTo>
                <a:lnTo>
                  <a:pt x="132638" y="1221969"/>
                </a:lnTo>
                <a:lnTo>
                  <a:pt x="134434" y="1214235"/>
                </a:lnTo>
                <a:lnTo>
                  <a:pt x="136783" y="1206502"/>
                </a:lnTo>
                <a:lnTo>
                  <a:pt x="139541" y="1198768"/>
                </a:lnTo>
                <a:lnTo>
                  <a:pt x="142550" y="1191034"/>
                </a:lnTo>
                <a:lnTo>
                  <a:pt x="145654" y="1183300"/>
                </a:lnTo>
                <a:lnTo>
                  <a:pt x="148709" y="1175566"/>
                </a:lnTo>
                <a:lnTo>
                  <a:pt x="151599" y="1167832"/>
                </a:lnTo>
                <a:lnTo>
                  <a:pt x="154234" y="1160098"/>
                </a:lnTo>
                <a:lnTo>
                  <a:pt x="156559" y="1152364"/>
                </a:lnTo>
                <a:lnTo>
                  <a:pt x="158550" y="1144630"/>
                </a:lnTo>
                <a:lnTo>
                  <a:pt x="160208" y="1136896"/>
                </a:lnTo>
                <a:lnTo>
                  <a:pt x="161557" y="1129162"/>
                </a:lnTo>
                <a:lnTo>
                  <a:pt x="162632" y="1121428"/>
                </a:lnTo>
                <a:lnTo>
                  <a:pt x="163479" y="1113694"/>
                </a:lnTo>
                <a:lnTo>
                  <a:pt x="164143" y="1105960"/>
                </a:lnTo>
                <a:lnTo>
                  <a:pt x="164668" y="1098226"/>
                </a:lnTo>
                <a:lnTo>
                  <a:pt x="165090" y="1090492"/>
                </a:lnTo>
                <a:lnTo>
                  <a:pt x="165440" y="1082758"/>
                </a:lnTo>
                <a:lnTo>
                  <a:pt x="165736" y="1075024"/>
                </a:lnTo>
                <a:lnTo>
                  <a:pt x="165991" y="1067290"/>
                </a:lnTo>
                <a:lnTo>
                  <a:pt x="166207" y="1059556"/>
                </a:lnTo>
                <a:lnTo>
                  <a:pt x="166380" y="1051822"/>
                </a:lnTo>
                <a:lnTo>
                  <a:pt x="166502" y="1044088"/>
                </a:lnTo>
                <a:lnTo>
                  <a:pt x="166561" y="1036354"/>
                </a:lnTo>
                <a:lnTo>
                  <a:pt x="166545" y="1028620"/>
                </a:lnTo>
                <a:lnTo>
                  <a:pt x="166442" y="1020886"/>
                </a:lnTo>
                <a:lnTo>
                  <a:pt x="166246" y="1013152"/>
                </a:lnTo>
                <a:lnTo>
                  <a:pt x="165952" y="1005418"/>
                </a:lnTo>
                <a:lnTo>
                  <a:pt x="165562" y="997684"/>
                </a:lnTo>
                <a:lnTo>
                  <a:pt x="165085" y="989950"/>
                </a:lnTo>
                <a:lnTo>
                  <a:pt x="164534" y="982216"/>
                </a:lnTo>
                <a:lnTo>
                  <a:pt x="163930" y="974482"/>
                </a:lnTo>
                <a:lnTo>
                  <a:pt x="163294" y="966748"/>
                </a:lnTo>
                <a:lnTo>
                  <a:pt x="162651" y="959014"/>
                </a:lnTo>
                <a:lnTo>
                  <a:pt x="162028" y="951280"/>
                </a:lnTo>
                <a:lnTo>
                  <a:pt x="161447" y="943546"/>
                </a:lnTo>
                <a:lnTo>
                  <a:pt x="160927" y="935812"/>
                </a:lnTo>
                <a:lnTo>
                  <a:pt x="160481" y="928078"/>
                </a:lnTo>
                <a:lnTo>
                  <a:pt x="160118" y="920344"/>
                </a:lnTo>
                <a:lnTo>
                  <a:pt x="159839" y="912610"/>
                </a:lnTo>
                <a:lnTo>
                  <a:pt x="159641" y="904876"/>
                </a:lnTo>
                <a:lnTo>
                  <a:pt x="159514" y="897142"/>
                </a:lnTo>
                <a:lnTo>
                  <a:pt x="159450" y="889408"/>
                </a:lnTo>
                <a:lnTo>
                  <a:pt x="159440" y="881674"/>
                </a:lnTo>
                <a:lnTo>
                  <a:pt x="159476" y="873940"/>
                </a:lnTo>
                <a:lnTo>
                  <a:pt x="159555" y="866206"/>
                </a:lnTo>
                <a:lnTo>
                  <a:pt x="159675" y="858472"/>
                </a:lnTo>
                <a:lnTo>
                  <a:pt x="159839" y="850738"/>
                </a:lnTo>
                <a:lnTo>
                  <a:pt x="160052" y="843004"/>
                </a:lnTo>
                <a:lnTo>
                  <a:pt x="160317" y="835270"/>
                </a:lnTo>
                <a:lnTo>
                  <a:pt x="160637" y="827536"/>
                </a:lnTo>
                <a:lnTo>
                  <a:pt x="161009" y="819802"/>
                </a:lnTo>
                <a:lnTo>
                  <a:pt x="161425" y="812068"/>
                </a:lnTo>
                <a:lnTo>
                  <a:pt x="161872" y="804334"/>
                </a:lnTo>
                <a:lnTo>
                  <a:pt x="162331" y="796600"/>
                </a:lnTo>
                <a:lnTo>
                  <a:pt x="162779" y="788866"/>
                </a:lnTo>
                <a:lnTo>
                  <a:pt x="163191" y="781132"/>
                </a:lnTo>
                <a:lnTo>
                  <a:pt x="163543" y="773398"/>
                </a:lnTo>
                <a:lnTo>
                  <a:pt x="163811" y="765664"/>
                </a:lnTo>
                <a:lnTo>
                  <a:pt x="163971" y="757930"/>
                </a:lnTo>
                <a:lnTo>
                  <a:pt x="164005" y="750196"/>
                </a:lnTo>
                <a:lnTo>
                  <a:pt x="163895" y="742462"/>
                </a:lnTo>
                <a:lnTo>
                  <a:pt x="163626" y="734728"/>
                </a:lnTo>
                <a:lnTo>
                  <a:pt x="163184" y="726994"/>
                </a:lnTo>
                <a:lnTo>
                  <a:pt x="162558" y="719261"/>
                </a:lnTo>
                <a:lnTo>
                  <a:pt x="161739" y="711527"/>
                </a:lnTo>
                <a:lnTo>
                  <a:pt x="160725" y="703793"/>
                </a:lnTo>
                <a:lnTo>
                  <a:pt x="159522" y="696059"/>
                </a:lnTo>
                <a:lnTo>
                  <a:pt x="158146" y="688325"/>
                </a:lnTo>
                <a:lnTo>
                  <a:pt x="156628" y="680591"/>
                </a:lnTo>
                <a:lnTo>
                  <a:pt x="155016" y="672857"/>
                </a:lnTo>
                <a:lnTo>
                  <a:pt x="153373" y="665123"/>
                </a:lnTo>
                <a:lnTo>
                  <a:pt x="151773" y="657389"/>
                </a:lnTo>
                <a:lnTo>
                  <a:pt x="150299" y="649655"/>
                </a:lnTo>
                <a:lnTo>
                  <a:pt x="149036" y="641921"/>
                </a:lnTo>
                <a:lnTo>
                  <a:pt x="148058" y="634187"/>
                </a:lnTo>
                <a:lnTo>
                  <a:pt x="147426" y="626453"/>
                </a:lnTo>
                <a:lnTo>
                  <a:pt x="147176" y="618719"/>
                </a:lnTo>
                <a:lnTo>
                  <a:pt x="147317" y="610985"/>
                </a:lnTo>
                <a:lnTo>
                  <a:pt x="147829" y="603251"/>
                </a:lnTo>
                <a:lnTo>
                  <a:pt x="148666" y="595517"/>
                </a:lnTo>
                <a:lnTo>
                  <a:pt x="149758" y="587783"/>
                </a:lnTo>
                <a:lnTo>
                  <a:pt x="151024" y="580049"/>
                </a:lnTo>
                <a:lnTo>
                  <a:pt x="152376" y="572315"/>
                </a:lnTo>
                <a:lnTo>
                  <a:pt x="153728" y="564581"/>
                </a:lnTo>
                <a:lnTo>
                  <a:pt x="155007" y="556847"/>
                </a:lnTo>
                <a:lnTo>
                  <a:pt x="156150" y="549113"/>
                </a:lnTo>
                <a:lnTo>
                  <a:pt x="157117" y="541379"/>
                </a:lnTo>
                <a:lnTo>
                  <a:pt x="157878" y="533645"/>
                </a:lnTo>
                <a:lnTo>
                  <a:pt x="158425" y="525911"/>
                </a:lnTo>
                <a:lnTo>
                  <a:pt x="158755" y="518177"/>
                </a:lnTo>
                <a:lnTo>
                  <a:pt x="158879" y="510443"/>
                </a:lnTo>
                <a:lnTo>
                  <a:pt x="158811" y="502709"/>
                </a:lnTo>
                <a:lnTo>
                  <a:pt x="158571" y="494975"/>
                </a:lnTo>
                <a:lnTo>
                  <a:pt x="158182" y="487241"/>
                </a:lnTo>
                <a:lnTo>
                  <a:pt x="157669" y="479507"/>
                </a:lnTo>
                <a:lnTo>
                  <a:pt x="157063" y="471773"/>
                </a:lnTo>
                <a:lnTo>
                  <a:pt x="156399" y="464039"/>
                </a:lnTo>
                <a:lnTo>
                  <a:pt x="155717" y="456305"/>
                </a:lnTo>
                <a:lnTo>
                  <a:pt x="155058" y="448571"/>
                </a:lnTo>
                <a:lnTo>
                  <a:pt x="154466" y="440837"/>
                </a:lnTo>
                <a:lnTo>
                  <a:pt x="153979" y="433103"/>
                </a:lnTo>
                <a:lnTo>
                  <a:pt x="153632" y="425369"/>
                </a:lnTo>
                <a:lnTo>
                  <a:pt x="153446" y="417635"/>
                </a:lnTo>
                <a:lnTo>
                  <a:pt x="153431" y="409901"/>
                </a:lnTo>
                <a:lnTo>
                  <a:pt x="153581" y="402167"/>
                </a:lnTo>
                <a:lnTo>
                  <a:pt x="153876" y="394433"/>
                </a:lnTo>
                <a:lnTo>
                  <a:pt x="154286" y="386699"/>
                </a:lnTo>
                <a:lnTo>
                  <a:pt x="154769" y="378965"/>
                </a:lnTo>
                <a:lnTo>
                  <a:pt x="155282" y="371231"/>
                </a:lnTo>
                <a:lnTo>
                  <a:pt x="155786" y="363497"/>
                </a:lnTo>
                <a:lnTo>
                  <a:pt x="156245" y="355763"/>
                </a:lnTo>
                <a:lnTo>
                  <a:pt x="156635" y="348029"/>
                </a:lnTo>
                <a:lnTo>
                  <a:pt x="156944" y="340295"/>
                </a:lnTo>
                <a:lnTo>
                  <a:pt x="157171" y="332561"/>
                </a:lnTo>
                <a:lnTo>
                  <a:pt x="157326" y="324827"/>
                </a:lnTo>
                <a:lnTo>
                  <a:pt x="157423" y="317093"/>
                </a:lnTo>
                <a:lnTo>
                  <a:pt x="157483" y="309359"/>
                </a:lnTo>
                <a:lnTo>
                  <a:pt x="157525" y="301625"/>
                </a:lnTo>
                <a:lnTo>
                  <a:pt x="157566" y="293891"/>
                </a:lnTo>
                <a:lnTo>
                  <a:pt x="157619" y="286157"/>
                </a:lnTo>
                <a:lnTo>
                  <a:pt x="157692" y="278423"/>
                </a:lnTo>
                <a:lnTo>
                  <a:pt x="157791" y="270689"/>
                </a:lnTo>
                <a:lnTo>
                  <a:pt x="157916" y="262955"/>
                </a:lnTo>
                <a:lnTo>
                  <a:pt x="158069" y="255221"/>
                </a:lnTo>
                <a:lnTo>
                  <a:pt x="158250" y="247487"/>
                </a:lnTo>
                <a:lnTo>
                  <a:pt x="158461" y="239754"/>
                </a:lnTo>
                <a:lnTo>
                  <a:pt x="158707" y="232020"/>
                </a:lnTo>
                <a:lnTo>
                  <a:pt x="158992" y="224286"/>
                </a:lnTo>
                <a:lnTo>
                  <a:pt x="159319" y="216552"/>
                </a:lnTo>
                <a:lnTo>
                  <a:pt x="159692" y="208818"/>
                </a:lnTo>
                <a:lnTo>
                  <a:pt x="160108" y="201084"/>
                </a:lnTo>
                <a:lnTo>
                  <a:pt x="160560" y="193350"/>
                </a:lnTo>
                <a:lnTo>
                  <a:pt x="161030" y="185616"/>
                </a:lnTo>
                <a:lnTo>
                  <a:pt x="161489" y="177882"/>
                </a:lnTo>
                <a:lnTo>
                  <a:pt x="161895" y="170148"/>
                </a:lnTo>
                <a:lnTo>
                  <a:pt x="162186" y="162414"/>
                </a:lnTo>
                <a:lnTo>
                  <a:pt x="162277" y="154680"/>
                </a:lnTo>
                <a:lnTo>
                  <a:pt x="162060" y="146946"/>
                </a:lnTo>
                <a:lnTo>
                  <a:pt x="161395" y="139212"/>
                </a:lnTo>
                <a:lnTo>
                  <a:pt x="160113" y="131478"/>
                </a:lnTo>
                <a:lnTo>
                  <a:pt x="158016" y="123744"/>
                </a:lnTo>
                <a:lnTo>
                  <a:pt x="154882" y="116010"/>
                </a:lnTo>
                <a:lnTo>
                  <a:pt x="150479" y="108276"/>
                </a:lnTo>
                <a:lnTo>
                  <a:pt x="144583" y="100542"/>
                </a:lnTo>
                <a:lnTo>
                  <a:pt x="137008" y="92808"/>
                </a:lnTo>
                <a:lnTo>
                  <a:pt x="127634" y="85074"/>
                </a:lnTo>
                <a:lnTo>
                  <a:pt x="116444" y="77340"/>
                </a:lnTo>
                <a:lnTo>
                  <a:pt x="103554" y="69606"/>
                </a:lnTo>
                <a:lnTo>
                  <a:pt x="89244" y="61872"/>
                </a:lnTo>
                <a:lnTo>
                  <a:pt x="73962" y="54138"/>
                </a:lnTo>
                <a:lnTo>
                  <a:pt x="58319" y="46404"/>
                </a:lnTo>
                <a:lnTo>
                  <a:pt x="43058" y="38670"/>
                </a:lnTo>
                <a:lnTo>
                  <a:pt x="29003" y="30936"/>
                </a:lnTo>
                <a:lnTo>
                  <a:pt x="16986" y="23202"/>
                </a:lnTo>
                <a:lnTo>
                  <a:pt x="7773" y="15468"/>
                </a:lnTo>
                <a:lnTo>
                  <a:pt x="1978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74" y="7734"/>
                </a:lnTo>
                <a:lnTo>
                  <a:pt x="331579" y="15468"/>
                </a:lnTo>
                <a:lnTo>
                  <a:pt x="322365" y="23202"/>
                </a:lnTo>
                <a:lnTo>
                  <a:pt x="310349" y="30936"/>
                </a:lnTo>
                <a:lnTo>
                  <a:pt x="296294" y="38670"/>
                </a:lnTo>
                <a:lnTo>
                  <a:pt x="281033" y="46404"/>
                </a:lnTo>
                <a:lnTo>
                  <a:pt x="265390" y="54138"/>
                </a:lnTo>
                <a:lnTo>
                  <a:pt x="250108" y="61872"/>
                </a:lnTo>
                <a:lnTo>
                  <a:pt x="235798" y="69606"/>
                </a:lnTo>
                <a:lnTo>
                  <a:pt x="222908" y="77340"/>
                </a:lnTo>
                <a:lnTo>
                  <a:pt x="211717" y="85074"/>
                </a:lnTo>
                <a:lnTo>
                  <a:pt x="202343" y="92808"/>
                </a:lnTo>
                <a:lnTo>
                  <a:pt x="194769" y="100542"/>
                </a:lnTo>
                <a:lnTo>
                  <a:pt x="188873" y="108276"/>
                </a:lnTo>
                <a:lnTo>
                  <a:pt x="184470" y="116010"/>
                </a:lnTo>
                <a:lnTo>
                  <a:pt x="181336" y="123744"/>
                </a:lnTo>
                <a:lnTo>
                  <a:pt x="179238" y="131478"/>
                </a:lnTo>
                <a:lnTo>
                  <a:pt x="177957" y="139212"/>
                </a:lnTo>
                <a:lnTo>
                  <a:pt x="177292" y="146946"/>
                </a:lnTo>
                <a:lnTo>
                  <a:pt x="177075" y="154680"/>
                </a:lnTo>
                <a:lnTo>
                  <a:pt x="177166" y="162414"/>
                </a:lnTo>
                <a:lnTo>
                  <a:pt x="177457" y="170148"/>
                </a:lnTo>
                <a:lnTo>
                  <a:pt x="177862" y="177882"/>
                </a:lnTo>
                <a:lnTo>
                  <a:pt x="178322" y="185616"/>
                </a:lnTo>
                <a:lnTo>
                  <a:pt x="178792" y="193350"/>
                </a:lnTo>
                <a:lnTo>
                  <a:pt x="179243" y="201084"/>
                </a:lnTo>
                <a:lnTo>
                  <a:pt x="179660" y="208818"/>
                </a:lnTo>
                <a:lnTo>
                  <a:pt x="180032" y="216552"/>
                </a:lnTo>
                <a:lnTo>
                  <a:pt x="180360" y="224286"/>
                </a:lnTo>
                <a:lnTo>
                  <a:pt x="180645" y="232020"/>
                </a:lnTo>
                <a:lnTo>
                  <a:pt x="180891" y="239754"/>
                </a:lnTo>
                <a:lnTo>
                  <a:pt x="181102" y="247487"/>
                </a:lnTo>
                <a:lnTo>
                  <a:pt x="181283" y="255221"/>
                </a:lnTo>
                <a:lnTo>
                  <a:pt x="181436" y="262955"/>
                </a:lnTo>
                <a:lnTo>
                  <a:pt x="181561" y="270689"/>
                </a:lnTo>
                <a:lnTo>
                  <a:pt x="181659" y="278423"/>
                </a:lnTo>
                <a:lnTo>
                  <a:pt x="181733" y="286157"/>
                </a:lnTo>
                <a:lnTo>
                  <a:pt x="181786" y="293891"/>
                </a:lnTo>
                <a:lnTo>
                  <a:pt x="181827" y="301625"/>
                </a:lnTo>
                <a:lnTo>
                  <a:pt x="181869" y="309359"/>
                </a:lnTo>
                <a:lnTo>
                  <a:pt x="181929" y="317093"/>
                </a:lnTo>
                <a:lnTo>
                  <a:pt x="182026" y="324827"/>
                </a:lnTo>
                <a:lnTo>
                  <a:pt x="182180" y="332561"/>
                </a:lnTo>
                <a:lnTo>
                  <a:pt x="182408" y="340295"/>
                </a:lnTo>
                <a:lnTo>
                  <a:pt x="182717" y="348029"/>
                </a:lnTo>
                <a:lnTo>
                  <a:pt x="183107" y="355763"/>
                </a:lnTo>
                <a:lnTo>
                  <a:pt x="183566" y="363497"/>
                </a:lnTo>
                <a:lnTo>
                  <a:pt x="184070" y="371231"/>
                </a:lnTo>
                <a:lnTo>
                  <a:pt x="184583" y="378965"/>
                </a:lnTo>
                <a:lnTo>
                  <a:pt x="185066" y="386699"/>
                </a:lnTo>
                <a:lnTo>
                  <a:pt x="185476" y="394433"/>
                </a:lnTo>
                <a:lnTo>
                  <a:pt x="185771" y="402167"/>
                </a:lnTo>
                <a:lnTo>
                  <a:pt x="185921" y="409901"/>
                </a:lnTo>
                <a:lnTo>
                  <a:pt x="185906" y="417635"/>
                </a:lnTo>
                <a:lnTo>
                  <a:pt x="185720" y="425369"/>
                </a:lnTo>
                <a:lnTo>
                  <a:pt x="185372" y="433103"/>
                </a:lnTo>
                <a:lnTo>
                  <a:pt x="184886" y="440837"/>
                </a:lnTo>
                <a:lnTo>
                  <a:pt x="184293" y="448571"/>
                </a:lnTo>
                <a:lnTo>
                  <a:pt x="183635" y="456305"/>
                </a:lnTo>
                <a:lnTo>
                  <a:pt x="182953" y="464039"/>
                </a:lnTo>
                <a:lnTo>
                  <a:pt x="182289" y="471773"/>
                </a:lnTo>
                <a:lnTo>
                  <a:pt x="181683" y="479507"/>
                </a:lnTo>
                <a:lnTo>
                  <a:pt x="181170" y="487241"/>
                </a:lnTo>
                <a:lnTo>
                  <a:pt x="180780" y="494975"/>
                </a:lnTo>
                <a:lnTo>
                  <a:pt x="180540" y="502709"/>
                </a:lnTo>
                <a:lnTo>
                  <a:pt x="180473" y="510443"/>
                </a:lnTo>
                <a:lnTo>
                  <a:pt x="180597" y="518177"/>
                </a:lnTo>
                <a:lnTo>
                  <a:pt x="180927" y="525911"/>
                </a:lnTo>
                <a:lnTo>
                  <a:pt x="181473" y="533645"/>
                </a:lnTo>
                <a:lnTo>
                  <a:pt x="182235" y="541379"/>
                </a:lnTo>
                <a:lnTo>
                  <a:pt x="183201" y="549113"/>
                </a:lnTo>
                <a:lnTo>
                  <a:pt x="184345" y="556847"/>
                </a:lnTo>
                <a:lnTo>
                  <a:pt x="185623" y="564581"/>
                </a:lnTo>
                <a:lnTo>
                  <a:pt x="186976" y="572315"/>
                </a:lnTo>
                <a:lnTo>
                  <a:pt x="188327" y="580049"/>
                </a:lnTo>
                <a:lnTo>
                  <a:pt x="189593" y="587783"/>
                </a:lnTo>
                <a:lnTo>
                  <a:pt x="190686" y="595517"/>
                </a:lnTo>
                <a:lnTo>
                  <a:pt x="191523" y="603251"/>
                </a:lnTo>
                <a:lnTo>
                  <a:pt x="192035" y="610985"/>
                </a:lnTo>
                <a:lnTo>
                  <a:pt x="192176" y="618719"/>
                </a:lnTo>
                <a:lnTo>
                  <a:pt x="191926" y="626453"/>
                </a:lnTo>
                <a:lnTo>
                  <a:pt x="191294" y="634187"/>
                </a:lnTo>
                <a:lnTo>
                  <a:pt x="190316" y="641921"/>
                </a:lnTo>
                <a:lnTo>
                  <a:pt x="189053" y="649655"/>
                </a:lnTo>
                <a:lnTo>
                  <a:pt x="187579" y="657389"/>
                </a:lnTo>
                <a:lnTo>
                  <a:pt x="185979" y="665123"/>
                </a:lnTo>
                <a:lnTo>
                  <a:pt x="184336" y="672857"/>
                </a:lnTo>
                <a:lnTo>
                  <a:pt x="182724" y="680591"/>
                </a:lnTo>
                <a:lnTo>
                  <a:pt x="181206" y="688325"/>
                </a:lnTo>
                <a:lnTo>
                  <a:pt x="179830" y="696059"/>
                </a:lnTo>
                <a:lnTo>
                  <a:pt x="178626" y="703793"/>
                </a:lnTo>
                <a:lnTo>
                  <a:pt x="177612" y="711527"/>
                </a:lnTo>
                <a:lnTo>
                  <a:pt x="176794" y="719261"/>
                </a:lnTo>
                <a:lnTo>
                  <a:pt x="176167" y="726994"/>
                </a:lnTo>
                <a:lnTo>
                  <a:pt x="175726" y="734728"/>
                </a:lnTo>
                <a:lnTo>
                  <a:pt x="175456" y="742462"/>
                </a:lnTo>
                <a:lnTo>
                  <a:pt x="175347" y="750196"/>
                </a:lnTo>
                <a:lnTo>
                  <a:pt x="175381" y="757930"/>
                </a:lnTo>
                <a:lnTo>
                  <a:pt x="175541" y="765664"/>
                </a:lnTo>
                <a:lnTo>
                  <a:pt x="175808" y="773398"/>
                </a:lnTo>
                <a:lnTo>
                  <a:pt x="176160" y="781132"/>
                </a:lnTo>
                <a:lnTo>
                  <a:pt x="176573" y="788866"/>
                </a:lnTo>
                <a:lnTo>
                  <a:pt x="177021" y="796600"/>
                </a:lnTo>
                <a:lnTo>
                  <a:pt x="177480" y="804334"/>
                </a:lnTo>
                <a:lnTo>
                  <a:pt x="177927" y="812068"/>
                </a:lnTo>
                <a:lnTo>
                  <a:pt x="178343" y="819802"/>
                </a:lnTo>
                <a:lnTo>
                  <a:pt x="178714" y="827536"/>
                </a:lnTo>
                <a:lnTo>
                  <a:pt x="179034" y="835270"/>
                </a:lnTo>
                <a:lnTo>
                  <a:pt x="179300" y="843004"/>
                </a:lnTo>
                <a:lnTo>
                  <a:pt x="179513" y="850738"/>
                </a:lnTo>
                <a:lnTo>
                  <a:pt x="179677" y="858472"/>
                </a:lnTo>
                <a:lnTo>
                  <a:pt x="179797" y="866206"/>
                </a:lnTo>
                <a:lnTo>
                  <a:pt x="179876" y="873940"/>
                </a:lnTo>
                <a:lnTo>
                  <a:pt x="179912" y="881674"/>
                </a:lnTo>
                <a:lnTo>
                  <a:pt x="179901" y="889408"/>
                </a:lnTo>
                <a:lnTo>
                  <a:pt x="179838" y="897142"/>
                </a:lnTo>
                <a:lnTo>
                  <a:pt x="179711" y="904876"/>
                </a:lnTo>
                <a:lnTo>
                  <a:pt x="179512" y="912610"/>
                </a:lnTo>
                <a:lnTo>
                  <a:pt x="179233" y="920344"/>
                </a:lnTo>
                <a:lnTo>
                  <a:pt x="178871" y="928078"/>
                </a:lnTo>
                <a:lnTo>
                  <a:pt x="178425" y="935812"/>
                </a:lnTo>
                <a:lnTo>
                  <a:pt x="177905" y="943546"/>
                </a:lnTo>
                <a:lnTo>
                  <a:pt x="177324" y="951280"/>
                </a:lnTo>
                <a:lnTo>
                  <a:pt x="176700" y="959014"/>
                </a:lnTo>
                <a:lnTo>
                  <a:pt x="176058" y="966748"/>
                </a:lnTo>
                <a:lnTo>
                  <a:pt x="175422" y="974482"/>
                </a:lnTo>
                <a:lnTo>
                  <a:pt x="174817" y="982216"/>
                </a:lnTo>
                <a:lnTo>
                  <a:pt x="174267" y="989950"/>
                </a:lnTo>
                <a:lnTo>
                  <a:pt x="173790" y="997684"/>
                </a:lnTo>
                <a:lnTo>
                  <a:pt x="173400" y="1005418"/>
                </a:lnTo>
                <a:lnTo>
                  <a:pt x="173106" y="1013152"/>
                </a:lnTo>
                <a:lnTo>
                  <a:pt x="172909" y="1020886"/>
                </a:lnTo>
                <a:lnTo>
                  <a:pt x="172807" y="1028620"/>
                </a:lnTo>
                <a:lnTo>
                  <a:pt x="172791" y="1036354"/>
                </a:lnTo>
                <a:lnTo>
                  <a:pt x="172850" y="1044088"/>
                </a:lnTo>
                <a:lnTo>
                  <a:pt x="172972" y="1051822"/>
                </a:lnTo>
                <a:lnTo>
                  <a:pt x="173145" y="1059556"/>
                </a:lnTo>
                <a:lnTo>
                  <a:pt x="173361" y="1067290"/>
                </a:lnTo>
                <a:lnTo>
                  <a:pt x="173616" y="1075024"/>
                </a:lnTo>
                <a:lnTo>
                  <a:pt x="173912" y="1082758"/>
                </a:lnTo>
                <a:lnTo>
                  <a:pt x="174262" y="1090492"/>
                </a:lnTo>
                <a:lnTo>
                  <a:pt x="174684" y="1098226"/>
                </a:lnTo>
                <a:lnTo>
                  <a:pt x="175209" y="1105960"/>
                </a:lnTo>
                <a:lnTo>
                  <a:pt x="175873" y="1113694"/>
                </a:lnTo>
                <a:lnTo>
                  <a:pt x="176720" y="1121428"/>
                </a:lnTo>
                <a:lnTo>
                  <a:pt x="177795" y="1129162"/>
                </a:lnTo>
                <a:lnTo>
                  <a:pt x="179143" y="1136896"/>
                </a:lnTo>
                <a:lnTo>
                  <a:pt x="180802" y="1144630"/>
                </a:lnTo>
                <a:lnTo>
                  <a:pt x="182793" y="1152364"/>
                </a:lnTo>
                <a:lnTo>
                  <a:pt x="185118" y="1160098"/>
                </a:lnTo>
                <a:lnTo>
                  <a:pt x="187753" y="1167832"/>
                </a:lnTo>
                <a:lnTo>
                  <a:pt x="190642" y="1175566"/>
                </a:lnTo>
                <a:lnTo>
                  <a:pt x="193698" y="1183300"/>
                </a:lnTo>
                <a:lnTo>
                  <a:pt x="196802" y="1191034"/>
                </a:lnTo>
                <a:lnTo>
                  <a:pt x="199811" y="1198768"/>
                </a:lnTo>
                <a:lnTo>
                  <a:pt x="202569" y="1206502"/>
                </a:lnTo>
                <a:lnTo>
                  <a:pt x="204918" y="1214235"/>
                </a:lnTo>
                <a:lnTo>
                  <a:pt x="206714" y="1221969"/>
                </a:lnTo>
                <a:lnTo>
                  <a:pt x="207842" y="1229703"/>
                </a:lnTo>
                <a:lnTo>
                  <a:pt x="208227" y="1237437"/>
                </a:lnTo>
                <a:lnTo>
                  <a:pt x="208227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2694" name="Stage1_sixpanel_7865">
            <a:extLst>
              <a:ext uri="{FF2B5EF4-FFF2-40B4-BE49-F238E27FC236}">
                <a16:creationId xmlns:a16="http://schemas.microsoft.com/office/drawing/2014/main" id="{236AA287-D939-4415-9C18-E081F0A38BE7}"/>
              </a:ext>
            </a:extLst>
          </p:cNvPr>
          <p:cNvSpPr>
            <a:spLocks noGrp="1"/>
          </p:cNvSpPr>
          <p:nvPr/>
        </p:nvSpPr>
        <p:spPr>
          <a:xfrm>
            <a:off x="35336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5" name="Stage1_sixpanel_7866">
            <a:extLst>
              <a:ext uri="{FF2B5EF4-FFF2-40B4-BE49-F238E27FC236}">
                <a16:creationId xmlns:a16="http://schemas.microsoft.com/office/drawing/2014/main" id="{5D4E643E-4A93-42A0-A4C2-7742F5F2EB7E}"/>
              </a:ext>
            </a:extLst>
          </p:cNvPr>
          <p:cNvSpPr>
            <a:spLocks noGrp="1"/>
          </p:cNvSpPr>
          <p:nvPr/>
        </p:nvSpPr>
        <p:spPr>
          <a:xfrm>
            <a:off x="36531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6" name="Stage1_sixpanel_7867">
            <a:extLst>
              <a:ext uri="{FF2B5EF4-FFF2-40B4-BE49-F238E27FC236}">
                <a16:creationId xmlns:a16="http://schemas.microsoft.com/office/drawing/2014/main" id="{2B4648F8-A4A6-4093-A1BB-D2601BE675D9}"/>
              </a:ext>
            </a:extLst>
          </p:cNvPr>
          <p:cNvSpPr>
            <a:spLocks noGrp="1"/>
          </p:cNvSpPr>
          <p:nvPr/>
        </p:nvSpPr>
        <p:spPr>
          <a:xfrm>
            <a:off x="363645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7" name="Stage1_sixpanel_7868">
            <a:extLst>
              <a:ext uri="{FF2B5EF4-FFF2-40B4-BE49-F238E27FC236}">
                <a16:creationId xmlns:a16="http://schemas.microsoft.com/office/drawing/2014/main" id="{3FB7DCBA-CAB0-49FB-BC19-E93EE7BB4C42}"/>
              </a:ext>
            </a:extLst>
          </p:cNvPr>
          <p:cNvSpPr>
            <a:spLocks noGrp="1"/>
          </p:cNvSpPr>
          <p:nvPr/>
        </p:nvSpPr>
        <p:spPr>
          <a:xfrm>
            <a:off x="363920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8" name="Stage1_sixpanel_7869">
            <a:extLst>
              <a:ext uri="{FF2B5EF4-FFF2-40B4-BE49-F238E27FC236}">
                <a16:creationId xmlns:a16="http://schemas.microsoft.com/office/drawing/2014/main" id="{E319DC54-50FB-4FBA-B15A-B3629D7603E6}"/>
              </a:ext>
            </a:extLst>
          </p:cNvPr>
          <p:cNvSpPr>
            <a:spLocks noGrp="1"/>
          </p:cNvSpPr>
          <p:nvPr/>
        </p:nvSpPr>
        <p:spPr>
          <a:xfrm>
            <a:off x="3598218" y="736637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699" name="Stage1_sixpanel_7870">
            <a:extLst>
              <a:ext uri="{FF2B5EF4-FFF2-40B4-BE49-F238E27FC236}">
                <a16:creationId xmlns:a16="http://schemas.microsoft.com/office/drawing/2014/main" id="{18879377-C2A6-4C42-A529-637494B2650C}"/>
              </a:ext>
            </a:extLst>
          </p:cNvPr>
          <p:cNvSpPr>
            <a:spLocks noGrp="1"/>
          </p:cNvSpPr>
          <p:nvPr/>
        </p:nvSpPr>
        <p:spPr>
          <a:xfrm>
            <a:off x="36589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0" name="Stage1_sixpanel_7871">
            <a:extLst>
              <a:ext uri="{FF2B5EF4-FFF2-40B4-BE49-F238E27FC236}">
                <a16:creationId xmlns:a16="http://schemas.microsoft.com/office/drawing/2014/main" id="{D539CE3B-7086-4B97-AAE2-52088F330378}"/>
              </a:ext>
            </a:extLst>
          </p:cNvPr>
          <p:cNvSpPr>
            <a:spLocks noGrp="1"/>
          </p:cNvSpPr>
          <p:nvPr/>
        </p:nvSpPr>
        <p:spPr>
          <a:xfrm>
            <a:off x="3530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1" name="Stage1_sixpanel_7872">
            <a:extLst>
              <a:ext uri="{FF2B5EF4-FFF2-40B4-BE49-F238E27FC236}">
                <a16:creationId xmlns:a16="http://schemas.microsoft.com/office/drawing/2014/main" id="{DC4F65D2-82D0-4B3C-97EE-F660501349C2}"/>
              </a:ext>
            </a:extLst>
          </p:cNvPr>
          <p:cNvSpPr>
            <a:spLocks noGrp="1"/>
          </p:cNvSpPr>
          <p:nvPr/>
        </p:nvSpPr>
        <p:spPr>
          <a:xfrm>
            <a:off x="35967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2" name="Stage1_sixpanel_7873">
            <a:extLst>
              <a:ext uri="{FF2B5EF4-FFF2-40B4-BE49-F238E27FC236}">
                <a16:creationId xmlns:a16="http://schemas.microsoft.com/office/drawing/2014/main" id="{62A94535-AD1B-49F4-A867-391B4084C2F4}"/>
              </a:ext>
            </a:extLst>
          </p:cNvPr>
          <p:cNvSpPr>
            <a:spLocks noGrp="1"/>
          </p:cNvSpPr>
          <p:nvPr/>
        </p:nvSpPr>
        <p:spPr>
          <a:xfrm>
            <a:off x="3718901" y="775280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3" name="Stage1_sixpanel_7874">
            <a:extLst>
              <a:ext uri="{FF2B5EF4-FFF2-40B4-BE49-F238E27FC236}">
                <a16:creationId xmlns:a16="http://schemas.microsoft.com/office/drawing/2014/main" id="{36C58C4C-A509-4171-8969-34E6BD0B9805}"/>
              </a:ext>
            </a:extLst>
          </p:cNvPr>
          <p:cNvSpPr>
            <a:spLocks noGrp="1"/>
          </p:cNvSpPr>
          <p:nvPr/>
        </p:nvSpPr>
        <p:spPr>
          <a:xfrm>
            <a:off x="35959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4" name="Stage1_sixpanel_7875">
            <a:extLst>
              <a:ext uri="{FF2B5EF4-FFF2-40B4-BE49-F238E27FC236}">
                <a16:creationId xmlns:a16="http://schemas.microsoft.com/office/drawing/2014/main" id="{AAA1B8B4-F1BE-4BBB-B0CC-FDAA29EF0FC6}"/>
              </a:ext>
            </a:extLst>
          </p:cNvPr>
          <p:cNvSpPr>
            <a:spLocks noGrp="1"/>
          </p:cNvSpPr>
          <p:nvPr/>
        </p:nvSpPr>
        <p:spPr>
          <a:xfrm>
            <a:off x="361059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5" name="Stage1_sixpanel_7876">
            <a:extLst>
              <a:ext uri="{FF2B5EF4-FFF2-40B4-BE49-F238E27FC236}">
                <a16:creationId xmlns:a16="http://schemas.microsoft.com/office/drawing/2014/main" id="{3E5F2559-1BE1-411D-B4BB-AB719359752A}"/>
              </a:ext>
            </a:extLst>
          </p:cNvPr>
          <p:cNvSpPr>
            <a:spLocks noGrp="1"/>
          </p:cNvSpPr>
          <p:nvPr/>
        </p:nvSpPr>
        <p:spPr>
          <a:xfrm>
            <a:off x="352644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6" name="Stage1_sixpanel_7877">
            <a:extLst>
              <a:ext uri="{FF2B5EF4-FFF2-40B4-BE49-F238E27FC236}">
                <a16:creationId xmlns:a16="http://schemas.microsoft.com/office/drawing/2014/main" id="{44938D02-9B13-4378-897C-34617FDCCC41}"/>
              </a:ext>
            </a:extLst>
          </p:cNvPr>
          <p:cNvSpPr>
            <a:spLocks noGrp="1"/>
          </p:cNvSpPr>
          <p:nvPr/>
        </p:nvSpPr>
        <p:spPr>
          <a:xfrm>
            <a:off x="35547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7" name="Stage1_sixpanel_7878">
            <a:extLst>
              <a:ext uri="{FF2B5EF4-FFF2-40B4-BE49-F238E27FC236}">
                <a16:creationId xmlns:a16="http://schemas.microsoft.com/office/drawing/2014/main" id="{DCCE7EF3-51CB-4A4C-9BAD-8FF91564B53D}"/>
              </a:ext>
            </a:extLst>
          </p:cNvPr>
          <p:cNvSpPr>
            <a:spLocks noGrp="1"/>
          </p:cNvSpPr>
          <p:nvPr/>
        </p:nvSpPr>
        <p:spPr>
          <a:xfrm>
            <a:off x="3645513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8" name="Stage1_sixpanel_7879">
            <a:extLst>
              <a:ext uri="{FF2B5EF4-FFF2-40B4-BE49-F238E27FC236}">
                <a16:creationId xmlns:a16="http://schemas.microsoft.com/office/drawing/2014/main" id="{7FCEFEF0-70CC-4B51-8862-A9424BC09BDB}"/>
              </a:ext>
            </a:extLst>
          </p:cNvPr>
          <p:cNvSpPr>
            <a:spLocks noGrp="1"/>
          </p:cNvSpPr>
          <p:nvPr/>
        </p:nvSpPr>
        <p:spPr>
          <a:xfrm>
            <a:off x="3701677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09" name="Stage1_sixpanel_7880">
            <a:extLst>
              <a:ext uri="{FF2B5EF4-FFF2-40B4-BE49-F238E27FC236}">
                <a16:creationId xmlns:a16="http://schemas.microsoft.com/office/drawing/2014/main" id="{EFA0D0F9-E88B-4CEB-9770-E674BA10ADC6}"/>
              </a:ext>
            </a:extLst>
          </p:cNvPr>
          <p:cNvSpPr>
            <a:spLocks noGrp="1"/>
          </p:cNvSpPr>
          <p:nvPr/>
        </p:nvSpPr>
        <p:spPr>
          <a:xfrm>
            <a:off x="36820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0" name="Stage1_sixpanel_7881">
            <a:extLst>
              <a:ext uri="{FF2B5EF4-FFF2-40B4-BE49-F238E27FC236}">
                <a16:creationId xmlns:a16="http://schemas.microsoft.com/office/drawing/2014/main" id="{0ECC4D6D-F219-4489-9070-653A7B746330}"/>
              </a:ext>
            </a:extLst>
          </p:cNvPr>
          <p:cNvSpPr>
            <a:spLocks noGrp="1"/>
          </p:cNvSpPr>
          <p:nvPr/>
        </p:nvSpPr>
        <p:spPr>
          <a:xfrm>
            <a:off x="3633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1" name="Stage1_sixpanel_7882">
            <a:extLst>
              <a:ext uri="{FF2B5EF4-FFF2-40B4-BE49-F238E27FC236}">
                <a16:creationId xmlns:a16="http://schemas.microsoft.com/office/drawing/2014/main" id="{8BB589F5-259D-4CE4-96ED-F96899557F4E}"/>
              </a:ext>
            </a:extLst>
          </p:cNvPr>
          <p:cNvSpPr>
            <a:spLocks noGrp="1"/>
          </p:cNvSpPr>
          <p:nvPr/>
        </p:nvSpPr>
        <p:spPr>
          <a:xfrm>
            <a:off x="35601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2" name="Stage1_sixpanel_7883">
            <a:extLst>
              <a:ext uri="{FF2B5EF4-FFF2-40B4-BE49-F238E27FC236}">
                <a16:creationId xmlns:a16="http://schemas.microsoft.com/office/drawing/2014/main" id="{31216A70-1919-4161-9A4F-782A9CAED1B1}"/>
              </a:ext>
            </a:extLst>
          </p:cNvPr>
          <p:cNvSpPr>
            <a:spLocks noGrp="1"/>
          </p:cNvSpPr>
          <p:nvPr/>
        </p:nvSpPr>
        <p:spPr>
          <a:xfrm>
            <a:off x="36300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3" name="Stage1_sixpanel_7884">
            <a:extLst>
              <a:ext uri="{FF2B5EF4-FFF2-40B4-BE49-F238E27FC236}">
                <a16:creationId xmlns:a16="http://schemas.microsoft.com/office/drawing/2014/main" id="{15DC5AC4-33BF-412A-A80D-81757AAF54FF}"/>
              </a:ext>
            </a:extLst>
          </p:cNvPr>
          <p:cNvSpPr>
            <a:spLocks noGrp="1"/>
          </p:cNvSpPr>
          <p:nvPr/>
        </p:nvSpPr>
        <p:spPr>
          <a:xfrm>
            <a:off x="3646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4" name="Stage1_sixpanel_7885">
            <a:extLst>
              <a:ext uri="{FF2B5EF4-FFF2-40B4-BE49-F238E27FC236}">
                <a16:creationId xmlns:a16="http://schemas.microsoft.com/office/drawing/2014/main" id="{C0A19299-F38D-448D-8D10-F6D5852F16EB}"/>
              </a:ext>
            </a:extLst>
          </p:cNvPr>
          <p:cNvSpPr>
            <a:spLocks noGrp="1"/>
          </p:cNvSpPr>
          <p:nvPr/>
        </p:nvSpPr>
        <p:spPr>
          <a:xfrm>
            <a:off x="3563392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5" name="Stage1_sixpanel_7886">
            <a:extLst>
              <a:ext uri="{FF2B5EF4-FFF2-40B4-BE49-F238E27FC236}">
                <a16:creationId xmlns:a16="http://schemas.microsoft.com/office/drawing/2014/main" id="{1A84A4D0-49D7-4716-B0E9-B08EC4323B98}"/>
              </a:ext>
            </a:extLst>
          </p:cNvPr>
          <p:cNvSpPr>
            <a:spLocks noGrp="1"/>
          </p:cNvSpPr>
          <p:nvPr/>
        </p:nvSpPr>
        <p:spPr>
          <a:xfrm>
            <a:off x="3621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6" name="Stage1_sixpanel_7887">
            <a:extLst>
              <a:ext uri="{FF2B5EF4-FFF2-40B4-BE49-F238E27FC236}">
                <a16:creationId xmlns:a16="http://schemas.microsoft.com/office/drawing/2014/main" id="{3032B966-F6AE-443C-9960-890EE0E3175C}"/>
              </a:ext>
            </a:extLst>
          </p:cNvPr>
          <p:cNvSpPr>
            <a:spLocks noGrp="1"/>
          </p:cNvSpPr>
          <p:nvPr/>
        </p:nvSpPr>
        <p:spPr>
          <a:xfrm>
            <a:off x="3553466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7" name="Stage1_sixpanel_7888">
            <a:extLst>
              <a:ext uri="{FF2B5EF4-FFF2-40B4-BE49-F238E27FC236}">
                <a16:creationId xmlns:a16="http://schemas.microsoft.com/office/drawing/2014/main" id="{4EB6CDF3-9429-4830-8828-E2DF3A1B4DBF}"/>
              </a:ext>
            </a:extLst>
          </p:cNvPr>
          <p:cNvSpPr>
            <a:spLocks noGrp="1"/>
          </p:cNvSpPr>
          <p:nvPr/>
        </p:nvSpPr>
        <p:spPr>
          <a:xfrm>
            <a:off x="3636641" y="73093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8" name="Stage1_sixpanel_7889">
            <a:extLst>
              <a:ext uri="{FF2B5EF4-FFF2-40B4-BE49-F238E27FC236}">
                <a16:creationId xmlns:a16="http://schemas.microsoft.com/office/drawing/2014/main" id="{B5A6E6C3-5A0A-4FC1-AB96-92A8BEAC6C3D}"/>
              </a:ext>
            </a:extLst>
          </p:cNvPr>
          <p:cNvSpPr>
            <a:spLocks noGrp="1"/>
          </p:cNvSpPr>
          <p:nvPr/>
        </p:nvSpPr>
        <p:spPr>
          <a:xfrm>
            <a:off x="356527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19" name="Stage1_sixpanel_7890">
            <a:extLst>
              <a:ext uri="{FF2B5EF4-FFF2-40B4-BE49-F238E27FC236}">
                <a16:creationId xmlns:a16="http://schemas.microsoft.com/office/drawing/2014/main" id="{6955BC07-D7C3-4857-967A-F4EDEA08EFA7}"/>
              </a:ext>
            </a:extLst>
          </p:cNvPr>
          <p:cNvSpPr>
            <a:spLocks noGrp="1"/>
          </p:cNvSpPr>
          <p:nvPr/>
        </p:nvSpPr>
        <p:spPr>
          <a:xfrm>
            <a:off x="35295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0" name="Stage1_sixpanel_7891">
            <a:extLst>
              <a:ext uri="{FF2B5EF4-FFF2-40B4-BE49-F238E27FC236}">
                <a16:creationId xmlns:a16="http://schemas.microsoft.com/office/drawing/2014/main" id="{8335670F-ED74-4701-8368-8503E7FA2F24}"/>
              </a:ext>
            </a:extLst>
          </p:cNvPr>
          <p:cNvSpPr>
            <a:spLocks noGrp="1"/>
          </p:cNvSpPr>
          <p:nvPr/>
        </p:nvSpPr>
        <p:spPr>
          <a:xfrm>
            <a:off x="361772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1" name="Stage1_sixpanel_7892">
            <a:extLst>
              <a:ext uri="{FF2B5EF4-FFF2-40B4-BE49-F238E27FC236}">
                <a16:creationId xmlns:a16="http://schemas.microsoft.com/office/drawing/2014/main" id="{ED9B0F75-AFEF-41BB-986C-C2D7030CC7F7}"/>
              </a:ext>
            </a:extLst>
          </p:cNvPr>
          <p:cNvSpPr>
            <a:spLocks noGrp="1"/>
          </p:cNvSpPr>
          <p:nvPr/>
        </p:nvSpPr>
        <p:spPr>
          <a:xfrm>
            <a:off x="3635622" y="774962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2" name="Stage1_sixpanel_7893">
            <a:extLst>
              <a:ext uri="{FF2B5EF4-FFF2-40B4-BE49-F238E27FC236}">
                <a16:creationId xmlns:a16="http://schemas.microsoft.com/office/drawing/2014/main" id="{38055D6A-CA83-4B1C-A4C9-459643D11503}"/>
              </a:ext>
            </a:extLst>
          </p:cNvPr>
          <p:cNvSpPr>
            <a:spLocks noGrp="1"/>
          </p:cNvSpPr>
          <p:nvPr/>
        </p:nvSpPr>
        <p:spPr>
          <a:xfrm>
            <a:off x="3726238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3" name="Stage1_sixpanel_7894">
            <a:extLst>
              <a:ext uri="{FF2B5EF4-FFF2-40B4-BE49-F238E27FC236}">
                <a16:creationId xmlns:a16="http://schemas.microsoft.com/office/drawing/2014/main" id="{DECA37BB-8093-47EB-B340-3DAD74839DA3}"/>
              </a:ext>
            </a:extLst>
          </p:cNvPr>
          <p:cNvSpPr>
            <a:spLocks noGrp="1"/>
          </p:cNvSpPr>
          <p:nvPr/>
        </p:nvSpPr>
        <p:spPr>
          <a:xfrm>
            <a:off x="37095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4" name="Stage1_sixpanel_7895">
            <a:extLst>
              <a:ext uri="{FF2B5EF4-FFF2-40B4-BE49-F238E27FC236}">
                <a16:creationId xmlns:a16="http://schemas.microsoft.com/office/drawing/2014/main" id="{413BE862-95FB-4507-B681-2E56C9346BB3}"/>
              </a:ext>
            </a:extLst>
          </p:cNvPr>
          <p:cNvSpPr>
            <a:spLocks noGrp="1"/>
          </p:cNvSpPr>
          <p:nvPr/>
        </p:nvSpPr>
        <p:spPr>
          <a:xfrm>
            <a:off x="35970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5" name="Stage1_sixpanel_7896">
            <a:extLst>
              <a:ext uri="{FF2B5EF4-FFF2-40B4-BE49-F238E27FC236}">
                <a16:creationId xmlns:a16="http://schemas.microsoft.com/office/drawing/2014/main" id="{E85BCDAD-31B4-43F1-892B-564AAE700B2F}"/>
              </a:ext>
            </a:extLst>
          </p:cNvPr>
          <p:cNvSpPr>
            <a:spLocks noGrp="1"/>
          </p:cNvSpPr>
          <p:nvPr/>
        </p:nvSpPr>
        <p:spPr>
          <a:xfrm>
            <a:off x="3613211" y="751165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6" name="Stage1_sixpanel_7897">
            <a:extLst>
              <a:ext uri="{FF2B5EF4-FFF2-40B4-BE49-F238E27FC236}">
                <a16:creationId xmlns:a16="http://schemas.microsoft.com/office/drawing/2014/main" id="{B9509075-BBAB-4CF3-BD54-61D81CFB0298}"/>
              </a:ext>
            </a:extLst>
          </p:cNvPr>
          <p:cNvSpPr>
            <a:spLocks noGrp="1"/>
          </p:cNvSpPr>
          <p:nvPr/>
        </p:nvSpPr>
        <p:spPr>
          <a:xfrm>
            <a:off x="364614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7" name="Stage1_sixpanel_7898">
            <a:extLst>
              <a:ext uri="{FF2B5EF4-FFF2-40B4-BE49-F238E27FC236}">
                <a16:creationId xmlns:a16="http://schemas.microsoft.com/office/drawing/2014/main" id="{516BE05D-C63E-4CF2-B1DC-4AE269B0B4E3}"/>
              </a:ext>
            </a:extLst>
          </p:cNvPr>
          <p:cNvSpPr>
            <a:spLocks noGrp="1"/>
          </p:cNvSpPr>
          <p:nvPr/>
        </p:nvSpPr>
        <p:spPr>
          <a:xfrm>
            <a:off x="358054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8" name="Stage1_sixpanel_7899">
            <a:extLst>
              <a:ext uri="{FF2B5EF4-FFF2-40B4-BE49-F238E27FC236}">
                <a16:creationId xmlns:a16="http://schemas.microsoft.com/office/drawing/2014/main" id="{CB65AA5E-8963-4125-820E-762B0F924F5B}"/>
              </a:ext>
            </a:extLst>
          </p:cNvPr>
          <p:cNvSpPr>
            <a:spLocks noGrp="1"/>
          </p:cNvSpPr>
          <p:nvPr/>
        </p:nvSpPr>
        <p:spPr>
          <a:xfrm>
            <a:off x="35423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29" name="Stage1_sixpanel_7900">
            <a:extLst>
              <a:ext uri="{FF2B5EF4-FFF2-40B4-BE49-F238E27FC236}">
                <a16:creationId xmlns:a16="http://schemas.microsoft.com/office/drawing/2014/main" id="{21AB17F4-CDD8-44DE-B75E-874EAD3AF06E}"/>
              </a:ext>
            </a:extLst>
          </p:cNvPr>
          <p:cNvSpPr>
            <a:spLocks noGrp="1"/>
          </p:cNvSpPr>
          <p:nvPr/>
        </p:nvSpPr>
        <p:spPr>
          <a:xfrm>
            <a:off x="364780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0" name="Stage1_sixpanel_7901">
            <a:extLst>
              <a:ext uri="{FF2B5EF4-FFF2-40B4-BE49-F238E27FC236}">
                <a16:creationId xmlns:a16="http://schemas.microsoft.com/office/drawing/2014/main" id="{C300A744-35B8-4ABA-8B0D-1F969DD905C9}"/>
              </a:ext>
            </a:extLst>
          </p:cNvPr>
          <p:cNvSpPr>
            <a:spLocks noGrp="1"/>
          </p:cNvSpPr>
          <p:nvPr/>
        </p:nvSpPr>
        <p:spPr>
          <a:xfrm>
            <a:off x="36701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1" name="Stage1_sixpanel_7902">
            <a:extLst>
              <a:ext uri="{FF2B5EF4-FFF2-40B4-BE49-F238E27FC236}">
                <a16:creationId xmlns:a16="http://schemas.microsoft.com/office/drawing/2014/main" id="{77C0EFF3-D46E-4D47-BFAE-0331124C8811}"/>
              </a:ext>
            </a:extLst>
          </p:cNvPr>
          <p:cNvSpPr>
            <a:spLocks noGrp="1"/>
          </p:cNvSpPr>
          <p:nvPr/>
        </p:nvSpPr>
        <p:spPr>
          <a:xfrm>
            <a:off x="363639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2" name="Stage1_sixpanel_7903">
            <a:extLst>
              <a:ext uri="{FF2B5EF4-FFF2-40B4-BE49-F238E27FC236}">
                <a16:creationId xmlns:a16="http://schemas.microsoft.com/office/drawing/2014/main" id="{C878713A-1418-4DB4-BA49-739C05578399}"/>
              </a:ext>
            </a:extLst>
          </p:cNvPr>
          <p:cNvSpPr>
            <a:spLocks noGrp="1"/>
          </p:cNvSpPr>
          <p:nvPr/>
        </p:nvSpPr>
        <p:spPr>
          <a:xfrm>
            <a:off x="37316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3" name="Stage1_sixpanel_7904">
            <a:extLst>
              <a:ext uri="{FF2B5EF4-FFF2-40B4-BE49-F238E27FC236}">
                <a16:creationId xmlns:a16="http://schemas.microsoft.com/office/drawing/2014/main" id="{D4699284-E324-4197-8613-64E7A3C92D15}"/>
              </a:ext>
            </a:extLst>
          </p:cNvPr>
          <p:cNvSpPr>
            <a:spLocks noGrp="1"/>
          </p:cNvSpPr>
          <p:nvPr/>
        </p:nvSpPr>
        <p:spPr>
          <a:xfrm>
            <a:off x="3565710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4" name="Stage1_sixpanel_7905">
            <a:extLst>
              <a:ext uri="{FF2B5EF4-FFF2-40B4-BE49-F238E27FC236}">
                <a16:creationId xmlns:a16="http://schemas.microsoft.com/office/drawing/2014/main" id="{53C2CF94-61A5-48FA-8C1D-3FAD0A475AFE}"/>
              </a:ext>
            </a:extLst>
          </p:cNvPr>
          <p:cNvSpPr>
            <a:spLocks noGrp="1"/>
          </p:cNvSpPr>
          <p:nvPr/>
        </p:nvSpPr>
        <p:spPr>
          <a:xfrm>
            <a:off x="37067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5" name="Stage1_sixpanel_7906">
            <a:extLst>
              <a:ext uri="{FF2B5EF4-FFF2-40B4-BE49-F238E27FC236}">
                <a16:creationId xmlns:a16="http://schemas.microsoft.com/office/drawing/2014/main" id="{7A5C1235-EC5B-413B-AB33-70164A080591}"/>
              </a:ext>
            </a:extLst>
          </p:cNvPr>
          <p:cNvSpPr>
            <a:spLocks noGrp="1"/>
          </p:cNvSpPr>
          <p:nvPr/>
        </p:nvSpPr>
        <p:spPr>
          <a:xfrm>
            <a:off x="361468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6" name="Stage1_sixpanel_7907">
            <a:extLst>
              <a:ext uri="{FF2B5EF4-FFF2-40B4-BE49-F238E27FC236}">
                <a16:creationId xmlns:a16="http://schemas.microsoft.com/office/drawing/2014/main" id="{30A77E50-0C9A-42D4-B555-ECFFCDF8C322}"/>
              </a:ext>
            </a:extLst>
          </p:cNvPr>
          <p:cNvSpPr>
            <a:spLocks noGrp="1"/>
          </p:cNvSpPr>
          <p:nvPr/>
        </p:nvSpPr>
        <p:spPr>
          <a:xfrm>
            <a:off x="35489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7" name="Stage1_sixpanel_7908">
            <a:extLst>
              <a:ext uri="{FF2B5EF4-FFF2-40B4-BE49-F238E27FC236}">
                <a16:creationId xmlns:a16="http://schemas.microsoft.com/office/drawing/2014/main" id="{DD569E4B-BF38-4CE8-9AD0-8E29E27DBD57}"/>
              </a:ext>
            </a:extLst>
          </p:cNvPr>
          <p:cNvSpPr>
            <a:spLocks noGrp="1"/>
          </p:cNvSpPr>
          <p:nvPr/>
        </p:nvSpPr>
        <p:spPr>
          <a:xfrm>
            <a:off x="36276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8" name="Stage1_sixpanel_7909">
            <a:extLst>
              <a:ext uri="{FF2B5EF4-FFF2-40B4-BE49-F238E27FC236}">
                <a16:creationId xmlns:a16="http://schemas.microsoft.com/office/drawing/2014/main" id="{51924B04-0194-49EC-9775-F80D350B41B9}"/>
              </a:ext>
            </a:extLst>
          </p:cNvPr>
          <p:cNvSpPr>
            <a:spLocks noGrp="1"/>
          </p:cNvSpPr>
          <p:nvPr/>
        </p:nvSpPr>
        <p:spPr>
          <a:xfrm>
            <a:off x="36356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39" name="Stage1_sixpanel_7910">
            <a:extLst>
              <a:ext uri="{FF2B5EF4-FFF2-40B4-BE49-F238E27FC236}">
                <a16:creationId xmlns:a16="http://schemas.microsoft.com/office/drawing/2014/main" id="{30BACC97-A2AB-4015-85A9-D8AC6DA632BF}"/>
              </a:ext>
            </a:extLst>
          </p:cNvPr>
          <p:cNvSpPr>
            <a:spLocks noGrp="1"/>
          </p:cNvSpPr>
          <p:nvPr/>
        </p:nvSpPr>
        <p:spPr>
          <a:xfrm>
            <a:off x="354977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0" name="Stage1_sixpanel_7911">
            <a:extLst>
              <a:ext uri="{FF2B5EF4-FFF2-40B4-BE49-F238E27FC236}">
                <a16:creationId xmlns:a16="http://schemas.microsoft.com/office/drawing/2014/main" id="{1507BE3E-5585-42DF-ADED-67D5AB826B10}"/>
              </a:ext>
            </a:extLst>
          </p:cNvPr>
          <p:cNvSpPr>
            <a:spLocks noGrp="1"/>
          </p:cNvSpPr>
          <p:nvPr/>
        </p:nvSpPr>
        <p:spPr>
          <a:xfrm>
            <a:off x="358425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1" name="Stage1_sixpanel_7912">
            <a:extLst>
              <a:ext uri="{FF2B5EF4-FFF2-40B4-BE49-F238E27FC236}">
                <a16:creationId xmlns:a16="http://schemas.microsoft.com/office/drawing/2014/main" id="{45C8B2F8-8A90-4D10-86F8-C22BDC4A752C}"/>
              </a:ext>
            </a:extLst>
          </p:cNvPr>
          <p:cNvSpPr>
            <a:spLocks noGrp="1"/>
          </p:cNvSpPr>
          <p:nvPr/>
        </p:nvSpPr>
        <p:spPr>
          <a:xfrm>
            <a:off x="35349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2" name="Stage1_sixpanel_7913">
            <a:extLst>
              <a:ext uri="{FF2B5EF4-FFF2-40B4-BE49-F238E27FC236}">
                <a16:creationId xmlns:a16="http://schemas.microsoft.com/office/drawing/2014/main" id="{FE98804C-974B-4172-8BAF-BF2C5969E694}"/>
              </a:ext>
            </a:extLst>
          </p:cNvPr>
          <p:cNvSpPr>
            <a:spLocks noGrp="1"/>
          </p:cNvSpPr>
          <p:nvPr/>
        </p:nvSpPr>
        <p:spPr>
          <a:xfrm>
            <a:off x="3630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3" name="Stage1_sixpanel_7914">
            <a:extLst>
              <a:ext uri="{FF2B5EF4-FFF2-40B4-BE49-F238E27FC236}">
                <a16:creationId xmlns:a16="http://schemas.microsoft.com/office/drawing/2014/main" id="{E31C45AE-8886-44D9-BE22-3D8FDDE03DA8}"/>
              </a:ext>
            </a:extLst>
          </p:cNvPr>
          <p:cNvSpPr>
            <a:spLocks noGrp="1"/>
          </p:cNvSpPr>
          <p:nvPr/>
        </p:nvSpPr>
        <p:spPr>
          <a:xfrm>
            <a:off x="361597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4" name="Stage1_sixpanel_7915">
            <a:extLst>
              <a:ext uri="{FF2B5EF4-FFF2-40B4-BE49-F238E27FC236}">
                <a16:creationId xmlns:a16="http://schemas.microsoft.com/office/drawing/2014/main" id="{570267B4-19A2-4349-85B9-2A18E46C961B}"/>
              </a:ext>
            </a:extLst>
          </p:cNvPr>
          <p:cNvSpPr>
            <a:spLocks noGrp="1"/>
          </p:cNvSpPr>
          <p:nvPr/>
        </p:nvSpPr>
        <p:spPr>
          <a:xfrm>
            <a:off x="353527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5" name="Stage1_sixpanel_7916">
            <a:extLst>
              <a:ext uri="{FF2B5EF4-FFF2-40B4-BE49-F238E27FC236}">
                <a16:creationId xmlns:a16="http://schemas.microsoft.com/office/drawing/2014/main" id="{0E178C96-B8BE-4D59-ABBA-27B54D1184A0}"/>
              </a:ext>
            </a:extLst>
          </p:cNvPr>
          <p:cNvSpPr>
            <a:spLocks noGrp="1"/>
          </p:cNvSpPr>
          <p:nvPr/>
        </p:nvSpPr>
        <p:spPr>
          <a:xfrm>
            <a:off x="36626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6" name="Stage1_sixpanel_7917">
            <a:extLst>
              <a:ext uri="{FF2B5EF4-FFF2-40B4-BE49-F238E27FC236}">
                <a16:creationId xmlns:a16="http://schemas.microsoft.com/office/drawing/2014/main" id="{CA3EA9A9-28C9-40B0-8AED-C183E9755758}"/>
              </a:ext>
            </a:extLst>
          </p:cNvPr>
          <p:cNvSpPr>
            <a:spLocks noGrp="1"/>
          </p:cNvSpPr>
          <p:nvPr/>
        </p:nvSpPr>
        <p:spPr>
          <a:xfrm>
            <a:off x="36435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7" name="Stage1_sixpanel_7918">
            <a:extLst>
              <a:ext uri="{FF2B5EF4-FFF2-40B4-BE49-F238E27FC236}">
                <a16:creationId xmlns:a16="http://schemas.microsoft.com/office/drawing/2014/main" id="{5494E591-AE16-49E0-92DD-6B61FD9A2715}"/>
              </a:ext>
            </a:extLst>
          </p:cNvPr>
          <p:cNvSpPr>
            <a:spLocks noGrp="1"/>
          </p:cNvSpPr>
          <p:nvPr/>
        </p:nvSpPr>
        <p:spPr>
          <a:xfrm>
            <a:off x="3582920" y="715138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8" name="Stage1_sixpanel_7919">
            <a:extLst>
              <a:ext uri="{FF2B5EF4-FFF2-40B4-BE49-F238E27FC236}">
                <a16:creationId xmlns:a16="http://schemas.microsoft.com/office/drawing/2014/main" id="{9B520D63-951E-4141-83F6-5F856D267869}"/>
              </a:ext>
            </a:extLst>
          </p:cNvPr>
          <p:cNvSpPr>
            <a:spLocks noGrp="1"/>
          </p:cNvSpPr>
          <p:nvPr/>
        </p:nvSpPr>
        <p:spPr>
          <a:xfrm>
            <a:off x="3675692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49" name="Stage1_sixpanel_7920">
            <a:extLst>
              <a:ext uri="{FF2B5EF4-FFF2-40B4-BE49-F238E27FC236}">
                <a16:creationId xmlns:a16="http://schemas.microsoft.com/office/drawing/2014/main" id="{7B01BEE8-4311-455B-AFCC-953E9AF9EAA3}"/>
              </a:ext>
            </a:extLst>
          </p:cNvPr>
          <p:cNvSpPr>
            <a:spLocks noGrp="1"/>
          </p:cNvSpPr>
          <p:nvPr/>
        </p:nvSpPr>
        <p:spPr>
          <a:xfrm>
            <a:off x="36525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0" name="Stage1_sixpanel_7921">
            <a:extLst>
              <a:ext uri="{FF2B5EF4-FFF2-40B4-BE49-F238E27FC236}">
                <a16:creationId xmlns:a16="http://schemas.microsoft.com/office/drawing/2014/main" id="{217A5544-9321-4CAB-9324-7C66178CBC38}"/>
              </a:ext>
            </a:extLst>
          </p:cNvPr>
          <p:cNvSpPr>
            <a:spLocks noGrp="1"/>
          </p:cNvSpPr>
          <p:nvPr/>
        </p:nvSpPr>
        <p:spPr>
          <a:xfrm>
            <a:off x="3697101" y="772923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1" name="Stage1_sixpanel_7922">
            <a:extLst>
              <a:ext uri="{FF2B5EF4-FFF2-40B4-BE49-F238E27FC236}">
                <a16:creationId xmlns:a16="http://schemas.microsoft.com/office/drawing/2014/main" id="{49812621-B942-4E35-A943-441A4289FFBF}"/>
              </a:ext>
            </a:extLst>
          </p:cNvPr>
          <p:cNvSpPr>
            <a:spLocks noGrp="1"/>
          </p:cNvSpPr>
          <p:nvPr/>
        </p:nvSpPr>
        <p:spPr>
          <a:xfrm>
            <a:off x="361515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2" name="Stage1_sixpanel_7923">
            <a:extLst>
              <a:ext uri="{FF2B5EF4-FFF2-40B4-BE49-F238E27FC236}">
                <a16:creationId xmlns:a16="http://schemas.microsoft.com/office/drawing/2014/main" id="{C328E87A-C1A2-48AC-8E4C-237ADA06D5EB}"/>
              </a:ext>
            </a:extLst>
          </p:cNvPr>
          <p:cNvSpPr>
            <a:spLocks noGrp="1"/>
          </p:cNvSpPr>
          <p:nvPr/>
        </p:nvSpPr>
        <p:spPr>
          <a:xfrm>
            <a:off x="3588905" y="804286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3" name="Stage1_sixpanel_7924">
            <a:extLst>
              <a:ext uri="{FF2B5EF4-FFF2-40B4-BE49-F238E27FC236}">
                <a16:creationId xmlns:a16="http://schemas.microsoft.com/office/drawing/2014/main" id="{452FD72F-290B-4770-88FA-738F00E0941C}"/>
              </a:ext>
            </a:extLst>
          </p:cNvPr>
          <p:cNvSpPr>
            <a:spLocks noGrp="1"/>
          </p:cNvSpPr>
          <p:nvPr/>
        </p:nvSpPr>
        <p:spPr>
          <a:xfrm>
            <a:off x="359426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4" name="Stage1_sixpanel_7925">
            <a:extLst>
              <a:ext uri="{FF2B5EF4-FFF2-40B4-BE49-F238E27FC236}">
                <a16:creationId xmlns:a16="http://schemas.microsoft.com/office/drawing/2014/main" id="{3E097019-540A-4710-B4FE-AF4C33B06C46}"/>
              </a:ext>
            </a:extLst>
          </p:cNvPr>
          <p:cNvSpPr>
            <a:spLocks noGrp="1"/>
          </p:cNvSpPr>
          <p:nvPr/>
        </p:nvSpPr>
        <p:spPr>
          <a:xfrm>
            <a:off x="36060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5" name="Stage1_sixpanel_7926">
            <a:extLst>
              <a:ext uri="{FF2B5EF4-FFF2-40B4-BE49-F238E27FC236}">
                <a16:creationId xmlns:a16="http://schemas.microsoft.com/office/drawing/2014/main" id="{B5F0F406-91D6-42C6-90FE-92C0D3887199}"/>
              </a:ext>
            </a:extLst>
          </p:cNvPr>
          <p:cNvSpPr>
            <a:spLocks noGrp="1"/>
          </p:cNvSpPr>
          <p:nvPr/>
        </p:nvSpPr>
        <p:spPr>
          <a:xfrm>
            <a:off x="36476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6" name="Stage1_sixpanel_7927">
            <a:extLst>
              <a:ext uri="{FF2B5EF4-FFF2-40B4-BE49-F238E27FC236}">
                <a16:creationId xmlns:a16="http://schemas.microsoft.com/office/drawing/2014/main" id="{F3148572-C837-4730-85EE-62F9A303B7F7}"/>
              </a:ext>
            </a:extLst>
          </p:cNvPr>
          <p:cNvSpPr>
            <a:spLocks noGrp="1"/>
          </p:cNvSpPr>
          <p:nvPr/>
        </p:nvSpPr>
        <p:spPr>
          <a:xfrm>
            <a:off x="36681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7" name="Stage1_sixpanel_7928">
            <a:extLst>
              <a:ext uri="{FF2B5EF4-FFF2-40B4-BE49-F238E27FC236}">
                <a16:creationId xmlns:a16="http://schemas.microsoft.com/office/drawing/2014/main" id="{3ACC0A74-24B9-4052-A99E-5FB0EA8DF184}"/>
              </a:ext>
            </a:extLst>
          </p:cNvPr>
          <p:cNvSpPr>
            <a:spLocks noGrp="1"/>
          </p:cNvSpPr>
          <p:nvPr/>
        </p:nvSpPr>
        <p:spPr>
          <a:xfrm>
            <a:off x="36027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8" name="Stage1_sixpanel_7929">
            <a:extLst>
              <a:ext uri="{FF2B5EF4-FFF2-40B4-BE49-F238E27FC236}">
                <a16:creationId xmlns:a16="http://schemas.microsoft.com/office/drawing/2014/main" id="{38EF95D5-F03D-419C-A507-7E1AED038AF1}"/>
              </a:ext>
            </a:extLst>
          </p:cNvPr>
          <p:cNvSpPr>
            <a:spLocks noGrp="1"/>
          </p:cNvSpPr>
          <p:nvPr/>
        </p:nvSpPr>
        <p:spPr>
          <a:xfrm>
            <a:off x="370165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59" name="Stage1_sixpanel_7930">
            <a:extLst>
              <a:ext uri="{FF2B5EF4-FFF2-40B4-BE49-F238E27FC236}">
                <a16:creationId xmlns:a16="http://schemas.microsoft.com/office/drawing/2014/main" id="{8F9C8440-D669-40FB-8167-EFF9EF85067C}"/>
              </a:ext>
            </a:extLst>
          </p:cNvPr>
          <p:cNvSpPr>
            <a:spLocks noGrp="1"/>
          </p:cNvSpPr>
          <p:nvPr/>
        </p:nvSpPr>
        <p:spPr>
          <a:xfrm>
            <a:off x="3660892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0" name="Stage1_sixpanel_7931">
            <a:extLst>
              <a:ext uri="{FF2B5EF4-FFF2-40B4-BE49-F238E27FC236}">
                <a16:creationId xmlns:a16="http://schemas.microsoft.com/office/drawing/2014/main" id="{4DD59904-6148-463A-B7EB-1826A3AE8C28}"/>
              </a:ext>
            </a:extLst>
          </p:cNvPr>
          <p:cNvSpPr>
            <a:spLocks noGrp="1"/>
          </p:cNvSpPr>
          <p:nvPr/>
        </p:nvSpPr>
        <p:spPr>
          <a:xfrm>
            <a:off x="3715576" y="737567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1" name="Stage1_sixpanel_7932">
            <a:extLst>
              <a:ext uri="{FF2B5EF4-FFF2-40B4-BE49-F238E27FC236}">
                <a16:creationId xmlns:a16="http://schemas.microsoft.com/office/drawing/2014/main" id="{F4A27AF0-7DB0-4CDE-8C4C-6A66A1AF7E62}"/>
              </a:ext>
            </a:extLst>
          </p:cNvPr>
          <p:cNvSpPr>
            <a:spLocks noGrp="1"/>
          </p:cNvSpPr>
          <p:nvPr/>
        </p:nvSpPr>
        <p:spPr>
          <a:xfrm>
            <a:off x="370387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2" name="Stage1_sixpanel_7933">
            <a:extLst>
              <a:ext uri="{FF2B5EF4-FFF2-40B4-BE49-F238E27FC236}">
                <a16:creationId xmlns:a16="http://schemas.microsoft.com/office/drawing/2014/main" id="{5D539FE3-7EA7-4664-A17A-5F6AAD797FD4}"/>
              </a:ext>
            </a:extLst>
          </p:cNvPr>
          <p:cNvSpPr>
            <a:spLocks noGrp="1"/>
          </p:cNvSpPr>
          <p:nvPr/>
        </p:nvSpPr>
        <p:spPr>
          <a:xfrm>
            <a:off x="36944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3" name="Stage1_sixpanel_7934">
            <a:extLst>
              <a:ext uri="{FF2B5EF4-FFF2-40B4-BE49-F238E27FC236}">
                <a16:creationId xmlns:a16="http://schemas.microsoft.com/office/drawing/2014/main" id="{1FE68BB0-4B67-41AB-AD0C-C76F3C325077}"/>
              </a:ext>
            </a:extLst>
          </p:cNvPr>
          <p:cNvSpPr>
            <a:spLocks noGrp="1"/>
          </p:cNvSpPr>
          <p:nvPr/>
        </p:nvSpPr>
        <p:spPr>
          <a:xfrm>
            <a:off x="3521321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4" name="Stage1_sixpanel_7935">
            <a:extLst>
              <a:ext uri="{FF2B5EF4-FFF2-40B4-BE49-F238E27FC236}">
                <a16:creationId xmlns:a16="http://schemas.microsoft.com/office/drawing/2014/main" id="{4AE88BBC-E67C-4806-8DDC-58F1A4832384}"/>
              </a:ext>
            </a:extLst>
          </p:cNvPr>
          <p:cNvSpPr>
            <a:spLocks noGrp="1"/>
          </p:cNvSpPr>
          <p:nvPr/>
        </p:nvSpPr>
        <p:spPr>
          <a:xfrm>
            <a:off x="372968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5" name="Stage1_sixpanel_7936">
            <a:extLst>
              <a:ext uri="{FF2B5EF4-FFF2-40B4-BE49-F238E27FC236}">
                <a16:creationId xmlns:a16="http://schemas.microsoft.com/office/drawing/2014/main" id="{B4AC1D52-C09C-4932-96D5-DC6AA785F923}"/>
              </a:ext>
            </a:extLst>
          </p:cNvPr>
          <p:cNvSpPr>
            <a:spLocks noGrp="1"/>
          </p:cNvSpPr>
          <p:nvPr/>
        </p:nvSpPr>
        <p:spPr>
          <a:xfrm>
            <a:off x="362829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6" name="Stage1_sixpanel_7937">
            <a:extLst>
              <a:ext uri="{FF2B5EF4-FFF2-40B4-BE49-F238E27FC236}">
                <a16:creationId xmlns:a16="http://schemas.microsoft.com/office/drawing/2014/main" id="{D0DE9921-1CEC-4106-B22D-B689C3B12310}"/>
              </a:ext>
            </a:extLst>
          </p:cNvPr>
          <p:cNvSpPr>
            <a:spLocks noGrp="1"/>
          </p:cNvSpPr>
          <p:nvPr/>
        </p:nvSpPr>
        <p:spPr>
          <a:xfrm>
            <a:off x="3690186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7" name="Stage1_sixpanel_7938">
            <a:extLst>
              <a:ext uri="{FF2B5EF4-FFF2-40B4-BE49-F238E27FC236}">
                <a16:creationId xmlns:a16="http://schemas.microsoft.com/office/drawing/2014/main" id="{F8695319-B8E2-4E2D-8D9C-9481E8C8C47B}"/>
              </a:ext>
            </a:extLst>
          </p:cNvPr>
          <p:cNvSpPr>
            <a:spLocks noGrp="1"/>
          </p:cNvSpPr>
          <p:nvPr/>
        </p:nvSpPr>
        <p:spPr>
          <a:xfrm>
            <a:off x="360481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8" name="Stage1_sixpanel_7939">
            <a:extLst>
              <a:ext uri="{FF2B5EF4-FFF2-40B4-BE49-F238E27FC236}">
                <a16:creationId xmlns:a16="http://schemas.microsoft.com/office/drawing/2014/main" id="{0865C200-113A-4CD6-9AF0-F681AD9FF4D7}"/>
              </a:ext>
            </a:extLst>
          </p:cNvPr>
          <p:cNvSpPr>
            <a:spLocks noGrp="1"/>
          </p:cNvSpPr>
          <p:nvPr/>
        </p:nvSpPr>
        <p:spPr>
          <a:xfrm>
            <a:off x="35250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69" name="Stage1_sixpanel_7940">
            <a:extLst>
              <a:ext uri="{FF2B5EF4-FFF2-40B4-BE49-F238E27FC236}">
                <a16:creationId xmlns:a16="http://schemas.microsoft.com/office/drawing/2014/main" id="{A332C089-718D-4497-9BF7-BD637FC8E7DE}"/>
              </a:ext>
            </a:extLst>
          </p:cNvPr>
          <p:cNvSpPr>
            <a:spLocks noGrp="1"/>
          </p:cNvSpPr>
          <p:nvPr/>
        </p:nvSpPr>
        <p:spPr>
          <a:xfrm>
            <a:off x="36121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0" name="Stage1_sixpanel_7941">
            <a:extLst>
              <a:ext uri="{FF2B5EF4-FFF2-40B4-BE49-F238E27FC236}">
                <a16:creationId xmlns:a16="http://schemas.microsoft.com/office/drawing/2014/main" id="{00F54278-8656-439E-99C3-EF28730A4F0A}"/>
              </a:ext>
            </a:extLst>
          </p:cNvPr>
          <p:cNvSpPr>
            <a:spLocks noGrp="1"/>
          </p:cNvSpPr>
          <p:nvPr/>
        </p:nvSpPr>
        <p:spPr>
          <a:xfrm>
            <a:off x="354251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1" name="Stage1_sixpanel_7942">
            <a:extLst>
              <a:ext uri="{FF2B5EF4-FFF2-40B4-BE49-F238E27FC236}">
                <a16:creationId xmlns:a16="http://schemas.microsoft.com/office/drawing/2014/main" id="{01F2F51B-79F3-4C83-B8BB-249D686032DD}"/>
              </a:ext>
            </a:extLst>
          </p:cNvPr>
          <p:cNvSpPr>
            <a:spLocks noGrp="1"/>
          </p:cNvSpPr>
          <p:nvPr/>
        </p:nvSpPr>
        <p:spPr>
          <a:xfrm>
            <a:off x="35795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2" name="Stage1_sixpanel_7943">
            <a:extLst>
              <a:ext uri="{FF2B5EF4-FFF2-40B4-BE49-F238E27FC236}">
                <a16:creationId xmlns:a16="http://schemas.microsoft.com/office/drawing/2014/main" id="{DFB6DE8F-5FA7-47F8-93CF-6098DF993B1F}"/>
              </a:ext>
            </a:extLst>
          </p:cNvPr>
          <p:cNvSpPr>
            <a:spLocks noGrp="1"/>
          </p:cNvSpPr>
          <p:nvPr/>
        </p:nvSpPr>
        <p:spPr>
          <a:xfrm>
            <a:off x="36550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3" name="Stage1_sixpanel_7944">
            <a:extLst>
              <a:ext uri="{FF2B5EF4-FFF2-40B4-BE49-F238E27FC236}">
                <a16:creationId xmlns:a16="http://schemas.microsoft.com/office/drawing/2014/main" id="{C7C0F207-67BB-4F07-99F7-26592AF07C3E}"/>
              </a:ext>
            </a:extLst>
          </p:cNvPr>
          <p:cNvSpPr>
            <a:spLocks noGrp="1"/>
          </p:cNvSpPr>
          <p:nvPr/>
        </p:nvSpPr>
        <p:spPr>
          <a:xfrm>
            <a:off x="3587274" y="712033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4" name="Stage1_sixpanel_7945">
            <a:extLst>
              <a:ext uri="{FF2B5EF4-FFF2-40B4-BE49-F238E27FC236}">
                <a16:creationId xmlns:a16="http://schemas.microsoft.com/office/drawing/2014/main" id="{A9391C69-F812-4043-8849-32CFF6C298D9}"/>
              </a:ext>
            </a:extLst>
          </p:cNvPr>
          <p:cNvSpPr>
            <a:spLocks noGrp="1"/>
          </p:cNvSpPr>
          <p:nvPr/>
        </p:nvSpPr>
        <p:spPr>
          <a:xfrm>
            <a:off x="369670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5" name="Stage1_sixpanel_7946">
            <a:extLst>
              <a:ext uri="{FF2B5EF4-FFF2-40B4-BE49-F238E27FC236}">
                <a16:creationId xmlns:a16="http://schemas.microsoft.com/office/drawing/2014/main" id="{F63BDE0A-93E9-45EC-8543-AB712DED6CC5}"/>
              </a:ext>
            </a:extLst>
          </p:cNvPr>
          <p:cNvSpPr>
            <a:spLocks noGrp="1"/>
          </p:cNvSpPr>
          <p:nvPr/>
        </p:nvSpPr>
        <p:spPr>
          <a:xfrm>
            <a:off x="3723529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6" name="Stage1_sixpanel_7947">
            <a:extLst>
              <a:ext uri="{FF2B5EF4-FFF2-40B4-BE49-F238E27FC236}">
                <a16:creationId xmlns:a16="http://schemas.microsoft.com/office/drawing/2014/main" id="{E91A1993-F10C-4A35-8197-AF052A5531AC}"/>
              </a:ext>
            </a:extLst>
          </p:cNvPr>
          <p:cNvSpPr>
            <a:spLocks noGrp="1"/>
          </p:cNvSpPr>
          <p:nvPr/>
        </p:nvSpPr>
        <p:spPr>
          <a:xfrm>
            <a:off x="3628363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7" name="Stage1_sixpanel_7948">
            <a:extLst>
              <a:ext uri="{FF2B5EF4-FFF2-40B4-BE49-F238E27FC236}">
                <a16:creationId xmlns:a16="http://schemas.microsoft.com/office/drawing/2014/main" id="{315095EF-F714-4228-867C-95D10C8FA437}"/>
              </a:ext>
            </a:extLst>
          </p:cNvPr>
          <p:cNvSpPr>
            <a:spLocks noGrp="1"/>
          </p:cNvSpPr>
          <p:nvPr/>
        </p:nvSpPr>
        <p:spPr>
          <a:xfrm>
            <a:off x="359753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8" name="Stage1_sixpanel_7949">
            <a:extLst>
              <a:ext uri="{FF2B5EF4-FFF2-40B4-BE49-F238E27FC236}">
                <a16:creationId xmlns:a16="http://schemas.microsoft.com/office/drawing/2014/main" id="{8A323F02-7D16-47C2-A84D-34952146A3E8}"/>
              </a:ext>
            </a:extLst>
          </p:cNvPr>
          <p:cNvSpPr>
            <a:spLocks noGrp="1"/>
          </p:cNvSpPr>
          <p:nvPr/>
        </p:nvSpPr>
        <p:spPr>
          <a:xfrm>
            <a:off x="36030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79" name="Stage1_sixpanel_7950">
            <a:extLst>
              <a:ext uri="{FF2B5EF4-FFF2-40B4-BE49-F238E27FC236}">
                <a16:creationId xmlns:a16="http://schemas.microsoft.com/office/drawing/2014/main" id="{CA1C6199-6BF0-428C-A18A-6B382F074E42}"/>
              </a:ext>
            </a:extLst>
          </p:cNvPr>
          <p:cNvSpPr>
            <a:spLocks noGrp="1"/>
          </p:cNvSpPr>
          <p:nvPr/>
        </p:nvSpPr>
        <p:spPr>
          <a:xfrm>
            <a:off x="3591575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0" name="Stage1_sixpanel_7951">
            <a:extLst>
              <a:ext uri="{FF2B5EF4-FFF2-40B4-BE49-F238E27FC236}">
                <a16:creationId xmlns:a16="http://schemas.microsoft.com/office/drawing/2014/main" id="{7EF884C0-3702-42BC-8628-69778B46DF85}"/>
              </a:ext>
            </a:extLst>
          </p:cNvPr>
          <p:cNvSpPr>
            <a:spLocks noGrp="1"/>
          </p:cNvSpPr>
          <p:nvPr/>
        </p:nvSpPr>
        <p:spPr>
          <a:xfrm>
            <a:off x="371741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1" name="Stage1_sixpanel_7952">
            <a:extLst>
              <a:ext uri="{FF2B5EF4-FFF2-40B4-BE49-F238E27FC236}">
                <a16:creationId xmlns:a16="http://schemas.microsoft.com/office/drawing/2014/main" id="{E2987C9F-EC87-437C-A953-71B5EF2B4802}"/>
              </a:ext>
            </a:extLst>
          </p:cNvPr>
          <p:cNvSpPr>
            <a:spLocks noGrp="1"/>
          </p:cNvSpPr>
          <p:nvPr/>
        </p:nvSpPr>
        <p:spPr>
          <a:xfrm>
            <a:off x="35542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2" name="Stage1_sixpanel_7953">
            <a:extLst>
              <a:ext uri="{FF2B5EF4-FFF2-40B4-BE49-F238E27FC236}">
                <a16:creationId xmlns:a16="http://schemas.microsoft.com/office/drawing/2014/main" id="{58D0015C-05BC-46CD-ADF6-28E22C551559}"/>
              </a:ext>
            </a:extLst>
          </p:cNvPr>
          <p:cNvSpPr>
            <a:spLocks noGrp="1"/>
          </p:cNvSpPr>
          <p:nvPr/>
        </p:nvSpPr>
        <p:spPr>
          <a:xfrm>
            <a:off x="359016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3" name="Stage1_sixpanel_7954">
            <a:extLst>
              <a:ext uri="{FF2B5EF4-FFF2-40B4-BE49-F238E27FC236}">
                <a16:creationId xmlns:a16="http://schemas.microsoft.com/office/drawing/2014/main" id="{3556886D-07FC-4471-A414-4760DEBAB638}"/>
              </a:ext>
            </a:extLst>
          </p:cNvPr>
          <p:cNvSpPr>
            <a:spLocks noGrp="1"/>
          </p:cNvSpPr>
          <p:nvPr/>
        </p:nvSpPr>
        <p:spPr>
          <a:xfrm>
            <a:off x="36024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4" name="Stage1_sixpanel_7955">
            <a:extLst>
              <a:ext uri="{FF2B5EF4-FFF2-40B4-BE49-F238E27FC236}">
                <a16:creationId xmlns:a16="http://schemas.microsoft.com/office/drawing/2014/main" id="{E5135566-4F09-48E2-BB15-DE4932CEB4EE}"/>
              </a:ext>
            </a:extLst>
          </p:cNvPr>
          <p:cNvSpPr>
            <a:spLocks noGrp="1"/>
          </p:cNvSpPr>
          <p:nvPr/>
        </p:nvSpPr>
        <p:spPr>
          <a:xfrm>
            <a:off x="366988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5" name="Stage1_sixpanel_7956">
            <a:extLst>
              <a:ext uri="{FF2B5EF4-FFF2-40B4-BE49-F238E27FC236}">
                <a16:creationId xmlns:a16="http://schemas.microsoft.com/office/drawing/2014/main" id="{CB89BF06-FE53-4407-AA7E-912738CAC41E}"/>
              </a:ext>
            </a:extLst>
          </p:cNvPr>
          <p:cNvSpPr>
            <a:spLocks noGrp="1"/>
          </p:cNvSpPr>
          <p:nvPr/>
        </p:nvSpPr>
        <p:spPr>
          <a:xfrm>
            <a:off x="360831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6" name="Stage1_sixpanel_7957">
            <a:extLst>
              <a:ext uri="{FF2B5EF4-FFF2-40B4-BE49-F238E27FC236}">
                <a16:creationId xmlns:a16="http://schemas.microsoft.com/office/drawing/2014/main" id="{A1A7E96E-A856-4EF1-B5D6-B1467A5A22E3}"/>
              </a:ext>
            </a:extLst>
          </p:cNvPr>
          <p:cNvSpPr>
            <a:spLocks noGrp="1"/>
          </p:cNvSpPr>
          <p:nvPr/>
        </p:nvSpPr>
        <p:spPr>
          <a:xfrm>
            <a:off x="367658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7" name="Stage1_sixpanel_7958">
            <a:extLst>
              <a:ext uri="{FF2B5EF4-FFF2-40B4-BE49-F238E27FC236}">
                <a16:creationId xmlns:a16="http://schemas.microsoft.com/office/drawing/2014/main" id="{287092EB-685D-4C67-AC38-2E5176E5E414}"/>
              </a:ext>
            </a:extLst>
          </p:cNvPr>
          <p:cNvSpPr>
            <a:spLocks noGrp="1"/>
          </p:cNvSpPr>
          <p:nvPr/>
        </p:nvSpPr>
        <p:spPr>
          <a:xfrm>
            <a:off x="36476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8" name="Stage1_sixpanel_7959">
            <a:extLst>
              <a:ext uri="{FF2B5EF4-FFF2-40B4-BE49-F238E27FC236}">
                <a16:creationId xmlns:a16="http://schemas.microsoft.com/office/drawing/2014/main" id="{364DD426-5AD1-42B2-945E-7BFA6677372F}"/>
              </a:ext>
            </a:extLst>
          </p:cNvPr>
          <p:cNvSpPr>
            <a:spLocks noGrp="1"/>
          </p:cNvSpPr>
          <p:nvPr/>
        </p:nvSpPr>
        <p:spPr>
          <a:xfrm>
            <a:off x="36353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89" name="Stage1_sixpanel_7960">
            <a:extLst>
              <a:ext uri="{FF2B5EF4-FFF2-40B4-BE49-F238E27FC236}">
                <a16:creationId xmlns:a16="http://schemas.microsoft.com/office/drawing/2014/main" id="{FE6431FE-A03D-414D-B21C-483D7546BDBE}"/>
              </a:ext>
            </a:extLst>
          </p:cNvPr>
          <p:cNvSpPr>
            <a:spLocks noGrp="1"/>
          </p:cNvSpPr>
          <p:nvPr/>
        </p:nvSpPr>
        <p:spPr>
          <a:xfrm>
            <a:off x="358642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0" name="Stage1_sixpanel_7961">
            <a:extLst>
              <a:ext uri="{FF2B5EF4-FFF2-40B4-BE49-F238E27FC236}">
                <a16:creationId xmlns:a16="http://schemas.microsoft.com/office/drawing/2014/main" id="{CA93CACC-1070-4E97-98AF-D8EAF4FE2B05}"/>
              </a:ext>
            </a:extLst>
          </p:cNvPr>
          <p:cNvSpPr>
            <a:spLocks noGrp="1"/>
          </p:cNvSpPr>
          <p:nvPr/>
        </p:nvSpPr>
        <p:spPr>
          <a:xfrm>
            <a:off x="3558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1" name="Stage1_sixpanel_7962">
            <a:extLst>
              <a:ext uri="{FF2B5EF4-FFF2-40B4-BE49-F238E27FC236}">
                <a16:creationId xmlns:a16="http://schemas.microsoft.com/office/drawing/2014/main" id="{90D3084C-B25A-4C03-89BA-523F53DD14F1}"/>
              </a:ext>
            </a:extLst>
          </p:cNvPr>
          <p:cNvSpPr>
            <a:spLocks noGrp="1"/>
          </p:cNvSpPr>
          <p:nvPr/>
        </p:nvSpPr>
        <p:spPr>
          <a:xfrm>
            <a:off x="363436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2" name="Stage1_sixpanel_7963">
            <a:extLst>
              <a:ext uri="{FF2B5EF4-FFF2-40B4-BE49-F238E27FC236}">
                <a16:creationId xmlns:a16="http://schemas.microsoft.com/office/drawing/2014/main" id="{2D1A4218-E5CC-474E-BD43-CAC5A2D34F49}"/>
              </a:ext>
            </a:extLst>
          </p:cNvPr>
          <p:cNvSpPr>
            <a:spLocks noGrp="1"/>
          </p:cNvSpPr>
          <p:nvPr/>
        </p:nvSpPr>
        <p:spPr>
          <a:xfrm>
            <a:off x="3551532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3" name="Stage1_sixpanel_7964">
            <a:extLst>
              <a:ext uri="{FF2B5EF4-FFF2-40B4-BE49-F238E27FC236}">
                <a16:creationId xmlns:a16="http://schemas.microsoft.com/office/drawing/2014/main" id="{07A7BFF2-95B9-4E8D-AC88-0066B46044A7}"/>
              </a:ext>
            </a:extLst>
          </p:cNvPr>
          <p:cNvSpPr>
            <a:spLocks noGrp="1"/>
          </p:cNvSpPr>
          <p:nvPr/>
        </p:nvSpPr>
        <p:spPr>
          <a:xfrm>
            <a:off x="3563426" y="711435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4" name="Stage1_sixpanel_7965">
            <a:extLst>
              <a:ext uri="{FF2B5EF4-FFF2-40B4-BE49-F238E27FC236}">
                <a16:creationId xmlns:a16="http://schemas.microsoft.com/office/drawing/2014/main" id="{2A35F94D-8621-4A31-93C6-CE239ECCFA20}"/>
              </a:ext>
            </a:extLst>
          </p:cNvPr>
          <p:cNvSpPr>
            <a:spLocks noGrp="1"/>
          </p:cNvSpPr>
          <p:nvPr/>
        </p:nvSpPr>
        <p:spPr>
          <a:xfrm>
            <a:off x="356903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5" name="Stage1_sixpanel_7966">
            <a:extLst>
              <a:ext uri="{FF2B5EF4-FFF2-40B4-BE49-F238E27FC236}">
                <a16:creationId xmlns:a16="http://schemas.microsoft.com/office/drawing/2014/main" id="{8AD54E1B-C07A-4CA4-85C7-D93038E0A18B}"/>
              </a:ext>
            </a:extLst>
          </p:cNvPr>
          <p:cNvSpPr>
            <a:spLocks noGrp="1"/>
          </p:cNvSpPr>
          <p:nvPr/>
        </p:nvSpPr>
        <p:spPr>
          <a:xfrm>
            <a:off x="36466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6" name="Stage1_sixpanel_7967">
            <a:extLst>
              <a:ext uri="{FF2B5EF4-FFF2-40B4-BE49-F238E27FC236}">
                <a16:creationId xmlns:a16="http://schemas.microsoft.com/office/drawing/2014/main" id="{63550FE8-96A0-4035-AD13-9137BDD7D27A}"/>
              </a:ext>
            </a:extLst>
          </p:cNvPr>
          <p:cNvSpPr>
            <a:spLocks noGrp="1"/>
          </p:cNvSpPr>
          <p:nvPr/>
        </p:nvSpPr>
        <p:spPr>
          <a:xfrm>
            <a:off x="371025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7" name="Stage1_sixpanel_7968">
            <a:extLst>
              <a:ext uri="{FF2B5EF4-FFF2-40B4-BE49-F238E27FC236}">
                <a16:creationId xmlns:a16="http://schemas.microsoft.com/office/drawing/2014/main" id="{983281B1-9E41-49A5-B5B6-6408E6DDA7B8}"/>
              </a:ext>
            </a:extLst>
          </p:cNvPr>
          <p:cNvSpPr>
            <a:spLocks noGrp="1"/>
          </p:cNvSpPr>
          <p:nvPr/>
        </p:nvSpPr>
        <p:spPr>
          <a:xfrm>
            <a:off x="36653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8" name="Stage1_sixpanel_7969">
            <a:extLst>
              <a:ext uri="{FF2B5EF4-FFF2-40B4-BE49-F238E27FC236}">
                <a16:creationId xmlns:a16="http://schemas.microsoft.com/office/drawing/2014/main" id="{55B99313-9D1A-4CCA-BD79-8AAB5300BCB3}"/>
              </a:ext>
            </a:extLst>
          </p:cNvPr>
          <p:cNvSpPr>
            <a:spLocks noGrp="1"/>
          </p:cNvSpPr>
          <p:nvPr/>
        </p:nvSpPr>
        <p:spPr>
          <a:xfrm>
            <a:off x="36918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799" name="Stage1_sixpanel_7970">
            <a:extLst>
              <a:ext uri="{FF2B5EF4-FFF2-40B4-BE49-F238E27FC236}">
                <a16:creationId xmlns:a16="http://schemas.microsoft.com/office/drawing/2014/main" id="{3D43744F-1BDA-4F7D-B2A8-B998BAEA8218}"/>
              </a:ext>
            </a:extLst>
          </p:cNvPr>
          <p:cNvSpPr>
            <a:spLocks noGrp="1"/>
          </p:cNvSpPr>
          <p:nvPr/>
        </p:nvSpPr>
        <p:spPr>
          <a:xfrm>
            <a:off x="36118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0" name="Stage1_sixpanel_7971">
            <a:extLst>
              <a:ext uri="{FF2B5EF4-FFF2-40B4-BE49-F238E27FC236}">
                <a16:creationId xmlns:a16="http://schemas.microsoft.com/office/drawing/2014/main" id="{8C8C7A8F-A27A-4BD1-A42E-8A69F361FFFE}"/>
              </a:ext>
            </a:extLst>
          </p:cNvPr>
          <p:cNvSpPr>
            <a:spLocks noGrp="1"/>
          </p:cNvSpPr>
          <p:nvPr/>
        </p:nvSpPr>
        <p:spPr>
          <a:xfrm>
            <a:off x="369158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1" name="Stage1_sixpanel_7972">
            <a:extLst>
              <a:ext uri="{FF2B5EF4-FFF2-40B4-BE49-F238E27FC236}">
                <a16:creationId xmlns:a16="http://schemas.microsoft.com/office/drawing/2014/main" id="{3D0B0518-4A5B-43D4-9303-482A9791D089}"/>
              </a:ext>
            </a:extLst>
          </p:cNvPr>
          <p:cNvSpPr>
            <a:spLocks noGrp="1"/>
          </p:cNvSpPr>
          <p:nvPr/>
        </p:nvSpPr>
        <p:spPr>
          <a:xfrm>
            <a:off x="3677900" y="740219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2" name="Stage1_sixpanel_7973">
            <a:extLst>
              <a:ext uri="{FF2B5EF4-FFF2-40B4-BE49-F238E27FC236}">
                <a16:creationId xmlns:a16="http://schemas.microsoft.com/office/drawing/2014/main" id="{49480859-1863-403B-88FE-48E4C77143F3}"/>
              </a:ext>
            </a:extLst>
          </p:cNvPr>
          <p:cNvSpPr>
            <a:spLocks noGrp="1"/>
          </p:cNvSpPr>
          <p:nvPr/>
        </p:nvSpPr>
        <p:spPr>
          <a:xfrm>
            <a:off x="35867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3" name="Stage1_sixpanel_7974">
            <a:extLst>
              <a:ext uri="{FF2B5EF4-FFF2-40B4-BE49-F238E27FC236}">
                <a16:creationId xmlns:a16="http://schemas.microsoft.com/office/drawing/2014/main" id="{78BBA591-7D7A-4205-8315-820C6BAD9E18}"/>
              </a:ext>
            </a:extLst>
          </p:cNvPr>
          <p:cNvSpPr>
            <a:spLocks noGrp="1"/>
          </p:cNvSpPr>
          <p:nvPr/>
        </p:nvSpPr>
        <p:spPr>
          <a:xfrm>
            <a:off x="372637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4" name="Stage1_sixpanel_7975">
            <a:extLst>
              <a:ext uri="{FF2B5EF4-FFF2-40B4-BE49-F238E27FC236}">
                <a16:creationId xmlns:a16="http://schemas.microsoft.com/office/drawing/2014/main" id="{C16DA7B9-298D-47E5-88FF-FB97CD717FA5}"/>
              </a:ext>
            </a:extLst>
          </p:cNvPr>
          <p:cNvSpPr>
            <a:spLocks noGrp="1"/>
          </p:cNvSpPr>
          <p:nvPr/>
        </p:nvSpPr>
        <p:spPr>
          <a:xfrm>
            <a:off x="35183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5" name="Stage1_sixpanel_7976">
            <a:extLst>
              <a:ext uri="{FF2B5EF4-FFF2-40B4-BE49-F238E27FC236}">
                <a16:creationId xmlns:a16="http://schemas.microsoft.com/office/drawing/2014/main" id="{6684AE0D-5127-43B0-8689-05940F1C58AA}"/>
              </a:ext>
            </a:extLst>
          </p:cNvPr>
          <p:cNvSpPr>
            <a:spLocks noGrp="1"/>
          </p:cNvSpPr>
          <p:nvPr/>
        </p:nvSpPr>
        <p:spPr>
          <a:xfrm>
            <a:off x="36244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6" name="Stage1_sixpanel_7977">
            <a:extLst>
              <a:ext uri="{FF2B5EF4-FFF2-40B4-BE49-F238E27FC236}">
                <a16:creationId xmlns:a16="http://schemas.microsoft.com/office/drawing/2014/main" id="{A9537492-53F1-457C-B67B-9CB201CB2116}"/>
              </a:ext>
            </a:extLst>
          </p:cNvPr>
          <p:cNvSpPr>
            <a:spLocks noGrp="1"/>
          </p:cNvSpPr>
          <p:nvPr/>
        </p:nvSpPr>
        <p:spPr>
          <a:xfrm>
            <a:off x="3547525" y="736887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7" name="Stage1_sixpanel_7978">
            <a:extLst>
              <a:ext uri="{FF2B5EF4-FFF2-40B4-BE49-F238E27FC236}">
                <a16:creationId xmlns:a16="http://schemas.microsoft.com/office/drawing/2014/main" id="{6BD634CA-D6DF-4AD3-8E9C-C43AEA5CAAFF}"/>
              </a:ext>
            </a:extLst>
          </p:cNvPr>
          <p:cNvSpPr>
            <a:spLocks noGrp="1"/>
          </p:cNvSpPr>
          <p:nvPr/>
        </p:nvSpPr>
        <p:spPr>
          <a:xfrm>
            <a:off x="3709815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8" name="Stage1_sixpanel_7979">
            <a:extLst>
              <a:ext uri="{FF2B5EF4-FFF2-40B4-BE49-F238E27FC236}">
                <a16:creationId xmlns:a16="http://schemas.microsoft.com/office/drawing/2014/main" id="{78208AEA-59D3-41F8-8282-5194059B1206}"/>
              </a:ext>
            </a:extLst>
          </p:cNvPr>
          <p:cNvSpPr>
            <a:spLocks noGrp="1"/>
          </p:cNvSpPr>
          <p:nvPr/>
        </p:nvSpPr>
        <p:spPr>
          <a:xfrm>
            <a:off x="35767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09" name="Stage1_sixpanel_7980">
            <a:extLst>
              <a:ext uri="{FF2B5EF4-FFF2-40B4-BE49-F238E27FC236}">
                <a16:creationId xmlns:a16="http://schemas.microsoft.com/office/drawing/2014/main" id="{F1CE43B6-BE66-4839-AF0B-05BBC203B277}"/>
              </a:ext>
            </a:extLst>
          </p:cNvPr>
          <p:cNvSpPr>
            <a:spLocks noGrp="1"/>
          </p:cNvSpPr>
          <p:nvPr/>
        </p:nvSpPr>
        <p:spPr>
          <a:xfrm>
            <a:off x="356179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0" name="Stage1_sixpanel_7981">
            <a:extLst>
              <a:ext uri="{FF2B5EF4-FFF2-40B4-BE49-F238E27FC236}">
                <a16:creationId xmlns:a16="http://schemas.microsoft.com/office/drawing/2014/main" id="{21CBD046-187E-484F-B60D-378F097E27F2}"/>
              </a:ext>
            </a:extLst>
          </p:cNvPr>
          <p:cNvSpPr>
            <a:spLocks noGrp="1"/>
          </p:cNvSpPr>
          <p:nvPr/>
        </p:nvSpPr>
        <p:spPr>
          <a:xfrm>
            <a:off x="3661990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1" name="Stage1_sixpanel_7982">
            <a:extLst>
              <a:ext uri="{FF2B5EF4-FFF2-40B4-BE49-F238E27FC236}">
                <a16:creationId xmlns:a16="http://schemas.microsoft.com/office/drawing/2014/main" id="{9EDBB7FD-3410-45A8-8341-74484A1B1FE7}"/>
              </a:ext>
            </a:extLst>
          </p:cNvPr>
          <p:cNvSpPr>
            <a:spLocks noGrp="1"/>
          </p:cNvSpPr>
          <p:nvPr/>
        </p:nvSpPr>
        <p:spPr>
          <a:xfrm>
            <a:off x="361246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2" name="Stage1_sixpanel_7983">
            <a:extLst>
              <a:ext uri="{FF2B5EF4-FFF2-40B4-BE49-F238E27FC236}">
                <a16:creationId xmlns:a16="http://schemas.microsoft.com/office/drawing/2014/main" id="{E0F1131B-46A5-4995-BCB3-EB78AC09C5C4}"/>
              </a:ext>
            </a:extLst>
          </p:cNvPr>
          <p:cNvSpPr>
            <a:spLocks noGrp="1"/>
          </p:cNvSpPr>
          <p:nvPr/>
        </p:nvSpPr>
        <p:spPr>
          <a:xfrm>
            <a:off x="354528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3" name="Stage1_sixpanel_7984">
            <a:extLst>
              <a:ext uri="{FF2B5EF4-FFF2-40B4-BE49-F238E27FC236}">
                <a16:creationId xmlns:a16="http://schemas.microsoft.com/office/drawing/2014/main" id="{BE1792E7-D2A7-4B3F-A49B-136D092B2BCB}"/>
              </a:ext>
            </a:extLst>
          </p:cNvPr>
          <p:cNvSpPr>
            <a:spLocks noGrp="1"/>
          </p:cNvSpPr>
          <p:nvPr/>
        </p:nvSpPr>
        <p:spPr>
          <a:xfrm>
            <a:off x="3547224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4" name="Stage1_sixpanel_7985">
            <a:extLst>
              <a:ext uri="{FF2B5EF4-FFF2-40B4-BE49-F238E27FC236}">
                <a16:creationId xmlns:a16="http://schemas.microsoft.com/office/drawing/2014/main" id="{9A6F2823-F828-4460-B57E-271171D0ECF0}"/>
              </a:ext>
            </a:extLst>
          </p:cNvPr>
          <p:cNvSpPr>
            <a:spLocks noGrp="1"/>
          </p:cNvSpPr>
          <p:nvPr/>
        </p:nvSpPr>
        <p:spPr>
          <a:xfrm>
            <a:off x="35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5" name="Stage1_sixpanel_7986">
            <a:extLst>
              <a:ext uri="{FF2B5EF4-FFF2-40B4-BE49-F238E27FC236}">
                <a16:creationId xmlns:a16="http://schemas.microsoft.com/office/drawing/2014/main" id="{B6EEF7BB-809D-4AF1-BB77-ADF7162B9C5F}"/>
              </a:ext>
            </a:extLst>
          </p:cNvPr>
          <p:cNvSpPr>
            <a:spLocks noGrp="1"/>
          </p:cNvSpPr>
          <p:nvPr/>
        </p:nvSpPr>
        <p:spPr>
          <a:xfrm>
            <a:off x="3633375" y="730266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6" name="Stage1_sixpanel_7987">
            <a:extLst>
              <a:ext uri="{FF2B5EF4-FFF2-40B4-BE49-F238E27FC236}">
                <a16:creationId xmlns:a16="http://schemas.microsoft.com/office/drawing/2014/main" id="{464CA12E-F05F-4FEF-BAAF-96E21ABBF3EA}"/>
              </a:ext>
            </a:extLst>
          </p:cNvPr>
          <p:cNvSpPr>
            <a:spLocks noGrp="1"/>
          </p:cNvSpPr>
          <p:nvPr/>
        </p:nvSpPr>
        <p:spPr>
          <a:xfrm>
            <a:off x="356342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7" name="Stage1_sixpanel_7988">
            <a:extLst>
              <a:ext uri="{FF2B5EF4-FFF2-40B4-BE49-F238E27FC236}">
                <a16:creationId xmlns:a16="http://schemas.microsoft.com/office/drawing/2014/main" id="{524796CB-601F-4356-B14D-CBE8388A35A6}"/>
              </a:ext>
            </a:extLst>
          </p:cNvPr>
          <p:cNvSpPr>
            <a:spLocks noGrp="1"/>
          </p:cNvSpPr>
          <p:nvPr/>
        </p:nvSpPr>
        <p:spPr>
          <a:xfrm>
            <a:off x="3585692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8" name="Stage1_sixpanel_7989">
            <a:extLst>
              <a:ext uri="{FF2B5EF4-FFF2-40B4-BE49-F238E27FC236}">
                <a16:creationId xmlns:a16="http://schemas.microsoft.com/office/drawing/2014/main" id="{06F7EFBF-7478-49BE-AE86-3EA92A7C6BA7}"/>
              </a:ext>
            </a:extLst>
          </p:cNvPr>
          <p:cNvSpPr>
            <a:spLocks noGrp="1"/>
          </p:cNvSpPr>
          <p:nvPr/>
        </p:nvSpPr>
        <p:spPr>
          <a:xfrm>
            <a:off x="3542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19" name="Stage1_sixpanel_7990">
            <a:extLst>
              <a:ext uri="{FF2B5EF4-FFF2-40B4-BE49-F238E27FC236}">
                <a16:creationId xmlns:a16="http://schemas.microsoft.com/office/drawing/2014/main" id="{31F4917B-3104-4499-A430-6BD15A943944}"/>
              </a:ext>
            </a:extLst>
          </p:cNvPr>
          <p:cNvSpPr>
            <a:spLocks noGrp="1"/>
          </p:cNvSpPr>
          <p:nvPr/>
        </p:nvSpPr>
        <p:spPr>
          <a:xfrm>
            <a:off x="36418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0" name="Stage1_sixpanel_7991">
            <a:extLst>
              <a:ext uri="{FF2B5EF4-FFF2-40B4-BE49-F238E27FC236}">
                <a16:creationId xmlns:a16="http://schemas.microsoft.com/office/drawing/2014/main" id="{3F31BACC-B88F-4844-BC33-6CE9C2112120}"/>
              </a:ext>
            </a:extLst>
          </p:cNvPr>
          <p:cNvSpPr>
            <a:spLocks noGrp="1"/>
          </p:cNvSpPr>
          <p:nvPr/>
        </p:nvSpPr>
        <p:spPr>
          <a:xfrm>
            <a:off x="35400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1" name="Stage1_sixpanel_7992">
            <a:extLst>
              <a:ext uri="{FF2B5EF4-FFF2-40B4-BE49-F238E27FC236}">
                <a16:creationId xmlns:a16="http://schemas.microsoft.com/office/drawing/2014/main" id="{EA48CA4F-128D-42BB-AFF8-5077E26CC4FB}"/>
              </a:ext>
            </a:extLst>
          </p:cNvPr>
          <p:cNvSpPr>
            <a:spLocks noGrp="1"/>
          </p:cNvSpPr>
          <p:nvPr/>
        </p:nvSpPr>
        <p:spPr>
          <a:xfrm>
            <a:off x="369570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2" name="Stage1_sixpanel_7993">
            <a:extLst>
              <a:ext uri="{FF2B5EF4-FFF2-40B4-BE49-F238E27FC236}">
                <a16:creationId xmlns:a16="http://schemas.microsoft.com/office/drawing/2014/main" id="{256143F6-2A2E-4CFC-9A55-8D93F15B477C}"/>
              </a:ext>
            </a:extLst>
          </p:cNvPr>
          <p:cNvSpPr>
            <a:spLocks noGrp="1"/>
          </p:cNvSpPr>
          <p:nvPr/>
        </p:nvSpPr>
        <p:spPr>
          <a:xfrm>
            <a:off x="36199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3" name="Stage1_sixpanel_7994">
            <a:extLst>
              <a:ext uri="{FF2B5EF4-FFF2-40B4-BE49-F238E27FC236}">
                <a16:creationId xmlns:a16="http://schemas.microsoft.com/office/drawing/2014/main" id="{462147E7-E9D8-44D3-B612-3A038F1F038D}"/>
              </a:ext>
            </a:extLst>
          </p:cNvPr>
          <p:cNvSpPr>
            <a:spLocks noGrp="1"/>
          </p:cNvSpPr>
          <p:nvPr/>
        </p:nvSpPr>
        <p:spPr>
          <a:xfrm>
            <a:off x="367248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4" name="Stage1_sixpanel_7995">
            <a:extLst>
              <a:ext uri="{FF2B5EF4-FFF2-40B4-BE49-F238E27FC236}">
                <a16:creationId xmlns:a16="http://schemas.microsoft.com/office/drawing/2014/main" id="{182BB17B-A018-460B-828C-D38F0520E4FB}"/>
              </a:ext>
            </a:extLst>
          </p:cNvPr>
          <p:cNvSpPr>
            <a:spLocks noGrp="1"/>
          </p:cNvSpPr>
          <p:nvPr/>
        </p:nvSpPr>
        <p:spPr>
          <a:xfrm>
            <a:off x="3646558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5" name="Stage1_sixpanel_7996">
            <a:extLst>
              <a:ext uri="{FF2B5EF4-FFF2-40B4-BE49-F238E27FC236}">
                <a16:creationId xmlns:a16="http://schemas.microsoft.com/office/drawing/2014/main" id="{383F27A7-F831-455D-90DD-D12FE0535953}"/>
              </a:ext>
            </a:extLst>
          </p:cNvPr>
          <p:cNvSpPr>
            <a:spLocks noGrp="1"/>
          </p:cNvSpPr>
          <p:nvPr/>
        </p:nvSpPr>
        <p:spPr>
          <a:xfrm>
            <a:off x="3564612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6" name="Stage1_sixpanel_7997">
            <a:extLst>
              <a:ext uri="{FF2B5EF4-FFF2-40B4-BE49-F238E27FC236}">
                <a16:creationId xmlns:a16="http://schemas.microsoft.com/office/drawing/2014/main" id="{C773C2B5-D1E2-44A6-9788-5E84C4ED5568}"/>
              </a:ext>
            </a:extLst>
          </p:cNvPr>
          <p:cNvSpPr>
            <a:spLocks noGrp="1"/>
          </p:cNvSpPr>
          <p:nvPr/>
        </p:nvSpPr>
        <p:spPr>
          <a:xfrm>
            <a:off x="352112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7" name="Stage1_sixpanel_7998">
            <a:extLst>
              <a:ext uri="{FF2B5EF4-FFF2-40B4-BE49-F238E27FC236}">
                <a16:creationId xmlns:a16="http://schemas.microsoft.com/office/drawing/2014/main" id="{CCB71A87-82AE-4A4E-BE83-C53A7531F11D}"/>
              </a:ext>
            </a:extLst>
          </p:cNvPr>
          <p:cNvSpPr>
            <a:spLocks noGrp="1"/>
          </p:cNvSpPr>
          <p:nvPr/>
        </p:nvSpPr>
        <p:spPr>
          <a:xfrm>
            <a:off x="359579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8" name="Stage1_sixpanel_7999">
            <a:extLst>
              <a:ext uri="{FF2B5EF4-FFF2-40B4-BE49-F238E27FC236}">
                <a16:creationId xmlns:a16="http://schemas.microsoft.com/office/drawing/2014/main" id="{680C53F2-3E1C-4804-9D85-8B32467A8983}"/>
              </a:ext>
            </a:extLst>
          </p:cNvPr>
          <p:cNvSpPr>
            <a:spLocks noGrp="1"/>
          </p:cNvSpPr>
          <p:nvPr/>
        </p:nvSpPr>
        <p:spPr>
          <a:xfrm>
            <a:off x="370153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29" name="Stage1_sixpanel_8000">
            <a:extLst>
              <a:ext uri="{FF2B5EF4-FFF2-40B4-BE49-F238E27FC236}">
                <a16:creationId xmlns:a16="http://schemas.microsoft.com/office/drawing/2014/main" id="{6F4F0696-2808-4C7B-B526-A2F747B1DC06}"/>
              </a:ext>
            </a:extLst>
          </p:cNvPr>
          <p:cNvSpPr>
            <a:spLocks noGrp="1"/>
          </p:cNvSpPr>
          <p:nvPr/>
        </p:nvSpPr>
        <p:spPr>
          <a:xfrm>
            <a:off x="35184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0" name="Stage1_sixpanel_8001">
            <a:extLst>
              <a:ext uri="{FF2B5EF4-FFF2-40B4-BE49-F238E27FC236}">
                <a16:creationId xmlns:a16="http://schemas.microsoft.com/office/drawing/2014/main" id="{D3003E45-5D40-484C-A820-CF7D4FA82B25}"/>
              </a:ext>
            </a:extLst>
          </p:cNvPr>
          <p:cNvSpPr>
            <a:spLocks noGrp="1"/>
          </p:cNvSpPr>
          <p:nvPr/>
        </p:nvSpPr>
        <p:spPr>
          <a:xfrm>
            <a:off x="3716024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1" name="Stage1_sixpanel_8002">
            <a:extLst>
              <a:ext uri="{FF2B5EF4-FFF2-40B4-BE49-F238E27FC236}">
                <a16:creationId xmlns:a16="http://schemas.microsoft.com/office/drawing/2014/main" id="{9BC8C00A-3F6C-4067-A96B-F872C691BCAE}"/>
              </a:ext>
            </a:extLst>
          </p:cNvPr>
          <p:cNvSpPr>
            <a:spLocks noGrp="1"/>
          </p:cNvSpPr>
          <p:nvPr/>
        </p:nvSpPr>
        <p:spPr>
          <a:xfrm>
            <a:off x="3699693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2" name="Stage1_sixpanel_8003">
            <a:extLst>
              <a:ext uri="{FF2B5EF4-FFF2-40B4-BE49-F238E27FC236}">
                <a16:creationId xmlns:a16="http://schemas.microsoft.com/office/drawing/2014/main" id="{DB96F9CE-19AC-4DB9-B32F-530CB9736E42}"/>
              </a:ext>
            </a:extLst>
          </p:cNvPr>
          <p:cNvSpPr>
            <a:spLocks noGrp="1"/>
          </p:cNvSpPr>
          <p:nvPr/>
        </p:nvSpPr>
        <p:spPr>
          <a:xfrm>
            <a:off x="365018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3" name="Stage1_sixpanel_8004">
            <a:extLst>
              <a:ext uri="{FF2B5EF4-FFF2-40B4-BE49-F238E27FC236}">
                <a16:creationId xmlns:a16="http://schemas.microsoft.com/office/drawing/2014/main" id="{552E1AAA-5533-4EB9-9695-6D16297174E6}"/>
              </a:ext>
            </a:extLst>
          </p:cNvPr>
          <p:cNvSpPr>
            <a:spLocks noGrp="1"/>
          </p:cNvSpPr>
          <p:nvPr/>
        </p:nvSpPr>
        <p:spPr>
          <a:xfrm>
            <a:off x="36957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4" name="Stage1_sixpanel_8005">
            <a:extLst>
              <a:ext uri="{FF2B5EF4-FFF2-40B4-BE49-F238E27FC236}">
                <a16:creationId xmlns:a16="http://schemas.microsoft.com/office/drawing/2014/main" id="{E1FCABA7-CB61-41F3-AABE-ACF3DED2A4C9}"/>
              </a:ext>
            </a:extLst>
          </p:cNvPr>
          <p:cNvSpPr>
            <a:spLocks noGrp="1"/>
          </p:cNvSpPr>
          <p:nvPr/>
        </p:nvSpPr>
        <p:spPr>
          <a:xfrm>
            <a:off x="369613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5" name="Stage1_sixpanel_8006">
            <a:extLst>
              <a:ext uri="{FF2B5EF4-FFF2-40B4-BE49-F238E27FC236}">
                <a16:creationId xmlns:a16="http://schemas.microsoft.com/office/drawing/2014/main" id="{CB739A67-3ED0-46A8-A519-CBA815B33E31}"/>
              </a:ext>
            </a:extLst>
          </p:cNvPr>
          <p:cNvSpPr>
            <a:spLocks noGrp="1"/>
          </p:cNvSpPr>
          <p:nvPr/>
        </p:nvSpPr>
        <p:spPr>
          <a:xfrm>
            <a:off x="35910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6" name="Stage1_sixpanel_8007">
            <a:extLst>
              <a:ext uri="{FF2B5EF4-FFF2-40B4-BE49-F238E27FC236}">
                <a16:creationId xmlns:a16="http://schemas.microsoft.com/office/drawing/2014/main" id="{2BBFE1FA-8223-4CE2-8FE3-7FA04CDE5E65}"/>
              </a:ext>
            </a:extLst>
          </p:cNvPr>
          <p:cNvSpPr>
            <a:spLocks noGrp="1"/>
          </p:cNvSpPr>
          <p:nvPr/>
        </p:nvSpPr>
        <p:spPr>
          <a:xfrm>
            <a:off x="3610067" y="780779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7" name="Stage1_sixpanel_8008">
            <a:extLst>
              <a:ext uri="{FF2B5EF4-FFF2-40B4-BE49-F238E27FC236}">
                <a16:creationId xmlns:a16="http://schemas.microsoft.com/office/drawing/2014/main" id="{92ABA241-3651-4421-B513-73CA9F16A29F}"/>
              </a:ext>
            </a:extLst>
          </p:cNvPr>
          <p:cNvSpPr>
            <a:spLocks noGrp="1"/>
          </p:cNvSpPr>
          <p:nvPr/>
        </p:nvSpPr>
        <p:spPr>
          <a:xfrm>
            <a:off x="36265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8" name="Stage1_sixpanel_8009">
            <a:extLst>
              <a:ext uri="{FF2B5EF4-FFF2-40B4-BE49-F238E27FC236}">
                <a16:creationId xmlns:a16="http://schemas.microsoft.com/office/drawing/2014/main" id="{5531EC62-A40D-431F-96C3-785C0CF2EAD0}"/>
              </a:ext>
            </a:extLst>
          </p:cNvPr>
          <p:cNvSpPr>
            <a:spLocks noGrp="1"/>
          </p:cNvSpPr>
          <p:nvPr/>
        </p:nvSpPr>
        <p:spPr>
          <a:xfrm>
            <a:off x="3671345" y="80209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39" name="Stage1_sixpanel_8010">
            <a:extLst>
              <a:ext uri="{FF2B5EF4-FFF2-40B4-BE49-F238E27FC236}">
                <a16:creationId xmlns:a16="http://schemas.microsoft.com/office/drawing/2014/main" id="{DA539CBB-A846-4BB2-88E0-DA9CFEA4550E}"/>
              </a:ext>
            </a:extLst>
          </p:cNvPr>
          <p:cNvSpPr>
            <a:spLocks noGrp="1"/>
          </p:cNvSpPr>
          <p:nvPr/>
        </p:nvSpPr>
        <p:spPr>
          <a:xfrm>
            <a:off x="3725648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0" name="Stage1_sixpanel_8011">
            <a:extLst>
              <a:ext uri="{FF2B5EF4-FFF2-40B4-BE49-F238E27FC236}">
                <a16:creationId xmlns:a16="http://schemas.microsoft.com/office/drawing/2014/main" id="{15ED2EEE-C149-48ED-A5D8-FCABA26E6DEE}"/>
              </a:ext>
            </a:extLst>
          </p:cNvPr>
          <p:cNvSpPr>
            <a:spLocks noGrp="1"/>
          </p:cNvSpPr>
          <p:nvPr/>
        </p:nvSpPr>
        <p:spPr>
          <a:xfrm>
            <a:off x="3645080" y="705158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1" name="Stage1_sixpanel_8012">
            <a:extLst>
              <a:ext uri="{FF2B5EF4-FFF2-40B4-BE49-F238E27FC236}">
                <a16:creationId xmlns:a16="http://schemas.microsoft.com/office/drawing/2014/main" id="{7D3C5833-9C2B-4428-807E-D08D284F4DAF}"/>
              </a:ext>
            </a:extLst>
          </p:cNvPr>
          <p:cNvSpPr>
            <a:spLocks noGrp="1"/>
          </p:cNvSpPr>
          <p:nvPr/>
        </p:nvSpPr>
        <p:spPr>
          <a:xfrm>
            <a:off x="36423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2" name="Stage1_sixpanel_8013">
            <a:extLst>
              <a:ext uri="{FF2B5EF4-FFF2-40B4-BE49-F238E27FC236}">
                <a16:creationId xmlns:a16="http://schemas.microsoft.com/office/drawing/2014/main" id="{3313E726-4EC8-4DF7-934F-CDAE64B63D2F}"/>
              </a:ext>
            </a:extLst>
          </p:cNvPr>
          <p:cNvSpPr>
            <a:spLocks noGrp="1"/>
          </p:cNvSpPr>
          <p:nvPr/>
        </p:nvSpPr>
        <p:spPr>
          <a:xfrm>
            <a:off x="36711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3" name="Stage1_sixpanel_8014">
            <a:extLst>
              <a:ext uri="{FF2B5EF4-FFF2-40B4-BE49-F238E27FC236}">
                <a16:creationId xmlns:a16="http://schemas.microsoft.com/office/drawing/2014/main" id="{C4E13199-A106-4BDB-8C71-0D5BA468D3C0}"/>
              </a:ext>
            </a:extLst>
          </p:cNvPr>
          <p:cNvSpPr>
            <a:spLocks noGrp="1"/>
          </p:cNvSpPr>
          <p:nvPr/>
        </p:nvSpPr>
        <p:spPr>
          <a:xfrm>
            <a:off x="3618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4" name="Stage1_sixpanel_8015">
            <a:extLst>
              <a:ext uri="{FF2B5EF4-FFF2-40B4-BE49-F238E27FC236}">
                <a16:creationId xmlns:a16="http://schemas.microsoft.com/office/drawing/2014/main" id="{226DF7DE-71C3-4302-B9FA-BEF2E4C48760}"/>
              </a:ext>
            </a:extLst>
          </p:cNvPr>
          <p:cNvSpPr>
            <a:spLocks noGrp="1"/>
          </p:cNvSpPr>
          <p:nvPr/>
        </p:nvSpPr>
        <p:spPr>
          <a:xfrm>
            <a:off x="352173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5" name="Stage1_sixpanel_8016">
            <a:extLst>
              <a:ext uri="{FF2B5EF4-FFF2-40B4-BE49-F238E27FC236}">
                <a16:creationId xmlns:a16="http://schemas.microsoft.com/office/drawing/2014/main" id="{51F23CF5-1DFC-43DF-A07A-D9B083950989}"/>
              </a:ext>
            </a:extLst>
          </p:cNvPr>
          <p:cNvSpPr>
            <a:spLocks noGrp="1"/>
          </p:cNvSpPr>
          <p:nvPr/>
        </p:nvSpPr>
        <p:spPr>
          <a:xfrm>
            <a:off x="36996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6" name="Stage1_sixpanel_8017">
            <a:extLst>
              <a:ext uri="{FF2B5EF4-FFF2-40B4-BE49-F238E27FC236}">
                <a16:creationId xmlns:a16="http://schemas.microsoft.com/office/drawing/2014/main" id="{C48614A4-E76E-4EDF-841E-ED6C307CE31B}"/>
              </a:ext>
            </a:extLst>
          </p:cNvPr>
          <p:cNvSpPr>
            <a:spLocks noGrp="1"/>
          </p:cNvSpPr>
          <p:nvPr/>
        </p:nvSpPr>
        <p:spPr>
          <a:xfrm>
            <a:off x="3645600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7" name="Stage1_sixpanel_8018">
            <a:extLst>
              <a:ext uri="{FF2B5EF4-FFF2-40B4-BE49-F238E27FC236}">
                <a16:creationId xmlns:a16="http://schemas.microsoft.com/office/drawing/2014/main" id="{C4CAE4F0-C674-4900-86B3-CCDF3E0AE926}"/>
              </a:ext>
            </a:extLst>
          </p:cNvPr>
          <p:cNvSpPr>
            <a:spLocks noGrp="1"/>
          </p:cNvSpPr>
          <p:nvPr/>
        </p:nvSpPr>
        <p:spPr>
          <a:xfrm>
            <a:off x="3556687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8" name="Stage1_sixpanel_8019">
            <a:extLst>
              <a:ext uri="{FF2B5EF4-FFF2-40B4-BE49-F238E27FC236}">
                <a16:creationId xmlns:a16="http://schemas.microsoft.com/office/drawing/2014/main" id="{658605A3-F656-4870-A27C-C3A9474DE98A}"/>
              </a:ext>
            </a:extLst>
          </p:cNvPr>
          <p:cNvSpPr>
            <a:spLocks noGrp="1"/>
          </p:cNvSpPr>
          <p:nvPr/>
        </p:nvSpPr>
        <p:spPr>
          <a:xfrm>
            <a:off x="3730832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49" name="Stage1_sixpanel_8020">
            <a:extLst>
              <a:ext uri="{FF2B5EF4-FFF2-40B4-BE49-F238E27FC236}">
                <a16:creationId xmlns:a16="http://schemas.microsoft.com/office/drawing/2014/main" id="{E11DCC59-97C9-4EA3-9AB2-F7FF4DC89C4B}"/>
              </a:ext>
            </a:extLst>
          </p:cNvPr>
          <p:cNvSpPr>
            <a:spLocks noGrp="1"/>
          </p:cNvSpPr>
          <p:nvPr/>
        </p:nvSpPr>
        <p:spPr>
          <a:xfrm>
            <a:off x="35903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0" name="Stage1_sixpanel_8021">
            <a:extLst>
              <a:ext uri="{FF2B5EF4-FFF2-40B4-BE49-F238E27FC236}">
                <a16:creationId xmlns:a16="http://schemas.microsoft.com/office/drawing/2014/main" id="{1457EBAC-3D39-421D-9580-160E061456ED}"/>
              </a:ext>
            </a:extLst>
          </p:cNvPr>
          <p:cNvSpPr>
            <a:spLocks noGrp="1"/>
          </p:cNvSpPr>
          <p:nvPr/>
        </p:nvSpPr>
        <p:spPr>
          <a:xfrm>
            <a:off x="37152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1" name="Stage1_sixpanel_8022">
            <a:extLst>
              <a:ext uri="{FF2B5EF4-FFF2-40B4-BE49-F238E27FC236}">
                <a16:creationId xmlns:a16="http://schemas.microsoft.com/office/drawing/2014/main" id="{CABAC5E8-BC2A-4A6B-B126-61D5DAC78C87}"/>
              </a:ext>
            </a:extLst>
          </p:cNvPr>
          <p:cNvSpPr>
            <a:spLocks noGrp="1"/>
          </p:cNvSpPr>
          <p:nvPr/>
        </p:nvSpPr>
        <p:spPr>
          <a:xfrm>
            <a:off x="3534025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2" name="Stage1_sixpanel_8023">
            <a:extLst>
              <a:ext uri="{FF2B5EF4-FFF2-40B4-BE49-F238E27FC236}">
                <a16:creationId xmlns:a16="http://schemas.microsoft.com/office/drawing/2014/main" id="{2E9699A4-7A6A-46A6-8546-F6EB035FD463}"/>
              </a:ext>
            </a:extLst>
          </p:cNvPr>
          <p:cNvSpPr>
            <a:spLocks noGrp="1"/>
          </p:cNvSpPr>
          <p:nvPr/>
        </p:nvSpPr>
        <p:spPr>
          <a:xfrm>
            <a:off x="373185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3" name="Stage1_sixpanel_8024">
            <a:extLst>
              <a:ext uri="{FF2B5EF4-FFF2-40B4-BE49-F238E27FC236}">
                <a16:creationId xmlns:a16="http://schemas.microsoft.com/office/drawing/2014/main" id="{8A5A7CE5-F0D1-4DFF-BCED-0E5EA7BDAEC8}"/>
              </a:ext>
            </a:extLst>
          </p:cNvPr>
          <p:cNvSpPr>
            <a:spLocks noGrp="1"/>
          </p:cNvSpPr>
          <p:nvPr/>
        </p:nvSpPr>
        <p:spPr>
          <a:xfrm>
            <a:off x="3727957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4" name="Stage1_sixpanel_8025">
            <a:extLst>
              <a:ext uri="{FF2B5EF4-FFF2-40B4-BE49-F238E27FC236}">
                <a16:creationId xmlns:a16="http://schemas.microsoft.com/office/drawing/2014/main" id="{6C1C9D5D-6626-44E5-B344-30385FF42106}"/>
              </a:ext>
            </a:extLst>
          </p:cNvPr>
          <p:cNvSpPr>
            <a:spLocks noGrp="1"/>
          </p:cNvSpPr>
          <p:nvPr/>
        </p:nvSpPr>
        <p:spPr>
          <a:xfrm>
            <a:off x="36789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5" name="Stage1_sixpanel_8026">
            <a:extLst>
              <a:ext uri="{FF2B5EF4-FFF2-40B4-BE49-F238E27FC236}">
                <a16:creationId xmlns:a16="http://schemas.microsoft.com/office/drawing/2014/main" id="{09C28A99-F23E-43D1-8650-2FC026C0AB0D}"/>
              </a:ext>
            </a:extLst>
          </p:cNvPr>
          <p:cNvSpPr>
            <a:spLocks noGrp="1"/>
          </p:cNvSpPr>
          <p:nvPr/>
        </p:nvSpPr>
        <p:spPr>
          <a:xfrm>
            <a:off x="362560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6" name="Stage1_sixpanel_8027">
            <a:extLst>
              <a:ext uri="{FF2B5EF4-FFF2-40B4-BE49-F238E27FC236}">
                <a16:creationId xmlns:a16="http://schemas.microsoft.com/office/drawing/2014/main" id="{66425BF1-9189-439E-8C5E-B272704ADF15}"/>
              </a:ext>
            </a:extLst>
          </p:cNvPr>
          <p:cNvSpPr>
            <a:spLocks noGrp="1"/>
          </p:cNvSpPr>
          <p:nvPr/>
        </p:nvSpPr>
        <p:spPr>
          <a:xfrm>
            <a:off x="356330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7" name="Stage1_sixpanel_8028">
            <a:extLst>
              <a:ext uri="{FF2B5EF4-FFF2-40B4-BE49-F238E27FC236}">
                <a16:creationId xmlns:a16="http://schemas.microsoft.com/office/drawing/2014/main" id="{DABD7DFB-A1C1-49C6-B35C-38A8A34CB6D0}"/>
              </a:ext>
            </a:extLst>
          </p:cNvPr>
          <p:cNvSpPr>
            <a:spLocks noGrp="1"/>
          </p:cNvSpPr>
          <p:nvPr/>
        </p:nvSpPr>
        <p:spPr>
          <a:xfrm>
            <a:off x="36891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8" name="Stage1_sixpanel_8029">
            <a:extLst>
              <a:ext uri="{FF2B5EF4-FFF2-40B4-BE49-F238E27FC236}">
                <a16:creationId xmlns:a16="http://schemas.microsoft.com/office/drawing/2014/main" id="{D180CFB6-5E7E-4D41-B319-32DB32C6F032}"/>
              </a:ext>
            </a:extLst>
          </p:cNvPr>
          <p:cNvSpPr>
            <a:spLocks noGrp="1"/>
          </p:cNvSpPr>
          <p:nvPr/>
        </p:nvSpPr>
        <p:spPr>
          <a:xfrm>
            <a:off x="3723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59" name="Stage1_sixpanel_8030">
            <a:extLst>
              <a:ext uri="{FF2B5EF4-FFF2-40B4-BE49-F238E27FC236}">
                <a16:creationId xmlns:a16="http://schemas.microsoft.com/office/drawing/2014/main" id="{3BDA795A-DE3A-4280-A71E-629000C2554E}"/>
              </a:ext>
            </a:extLst>
          </p:cNvPr>
          <p:cNvSpPr>
            <a:spLocks noGrp="1"/>
          </p:cNvSpPr>
          <p:nvPr/>
        </p:nvSpPr>
        <p:spPr>
          <a:xfrm>
            <a:off x="3563879" y="755245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0" name="Stage1_sixpanel_8031">
            <a:extLst>
              <a:ext uri="{FF2B5EF4-FFF2-40B4-BE49-F238E27FC236}">
                <a16:creationId xmlns:a16="http://schemas.microsoft.com/office/drawing/2014/main" id="{24714E09-2AAB-46CC-B842-BDEFF221501A}"/>
              </a:ext>
            </a:extLst>
          </p:cNvPr>
          <p:cNvSpPr>
            <a:spLocks noGrp="1"/>
          </p:cNvSpPr>
          <p:nvPr/>
        </p:nvSpPr>
        <p:spPr>
          <a:xfrm>
            <a:off x="354613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1" name="Stage1_sixpanel_8032">
            <a:extLst>
              <a:ext uri="{FF2B5EF4-FFF2-40B4-BE49-F238E27FC236}">
                <a16:creationId xmlns:a16="http://schemas.microsoft.com/office/drawing/2014/main" id="{888E9DD6-889F-45F9-B47C-284794F74F9F}"/>
              </a:ext>
            </a:extLst>
          </p:cNvPr>
          <p:cNvSpPr>
            <a:spLocks noGrp="1"/>
          </p:cNvSpPr>
          <p:nvPr/>
        </p:nvSpPr>
        <p:spPr>
          <a:xfrm>
            <a:off x="367344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2" name="Stage1_sixpanel_8033">
            <a:extLst>
              <a:ext uri="{FF2B5EF4-FFF2-40B4-BE49-F238E27FC236}">
                <a16:creationId xmlns:a16="http://schemas.microsoft.com/office/drawing/2014/main" id="{3F297D39-4B11-4C36-87BA-B9266E54645A}"/>
              </a:ext>
            </a:extLst>
          </p:cNvPr>
          <p:cNvSpPr>
            <a:spLocks noGrp="1"/>
          </p:cNvSpPr>
          <p:nvPr/>
        </p:nvSpPr>
        <p:spPr>
          <a:xfrm>
            <a:off x="3518209" y="722937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3" name="Stage1_sixpanel_8034">
            <a:extLst>
              <a:ext uri="{FF2B5EF4-FFF2-40B4-BE49-F238E27FC236}">
                <a16:creationId xmlns:a16="http://schemas.microsoft.com/office/drawing/2014/main" id="{1504CEC2-19E9-4B76-B5F8-D6015464FB51}"/>
              </a:ext>
            </a:extLst>
          </p:cNvPr>
          <p:cNvSpPr>
            <a:spLocks noGrp="1"/>
          </p:cNvSpPr>
          <p:nvPr/>
        </p:nvSpPr>
        <p:spPr>
          <a:xfrm>
            <a:off x="3588519" y="73403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4" name="Stage1_sixpanel_8035">
            <a:extLst>
              <a:ext uri="{FF2B5EF4-FFF2-40B4-BE49-F238E27FC236}">
                <a16:creationId xmlns:a16="http://schemas.microsoft.com/office/drawing/2014/main" id="{18BA317A-44C7-4AF9-84F8-5E030AEFA3B3}"/>
              </a:ext>
            </a:extLst>
          </p:cNvPr>
          <p:cNvSpPr>
            <a:spLocks noGrp="1"/>
          </p:cNvSpPr>
          <p:nvPr/>
        </p:nvSpPr>
        <p:spPr>
          <a:xfrm>
            <a:off x="35889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5" name="Stage1_sixpanel_8036">
            <a:extLst>
              <a:ext uri="{FF2B5EF4-FFF2-40B4-BE49-F238E27FC236}">
                <a16:creationId xmlns:a16="http://schemas.microsoft.com/office/drawing/2014/main" id="{5A2B1913-1235-4DCF-8D83-A187BFF875B5}"/>
              </a:ext>
            </a:extLst>
          </p:cNvPr>
          <p:cNvSpPr>
            <a:spLocks noGrp="1"/>
          </p:cNvSpPr>
          <p:nvPr/>
        </p:nvSpPr>
        <p:spPr>
          <a:xfrm>
            <a:off x="3650208" y="80422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6" name="Stage1_sixpanel_8037">
            <a:extLst>
              <a:ext uri="{FF2B5EF4-FFF2-40B4-BE49-F238E27FC236}">
                <a16:creationId xmlns:a16="http://schemas.microsoft.com/office/drawing/2014/main" id="{A7E0BDEE-0DCC-49AB-8C60-476F011A9CAF}"/>
              </a:ext>
            </a:extLst>
          </p:cNvPr>
          <p:cNvSpPr>
            <a:spLocks noGrp="1"/>
          </p:cNvSpPr>
          <p:nvPr/>
        </p:nvSpPr>
        <p:spPr>
          <a:xfrm>
            <a:off x="368082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7" name="Stage1_sixpanel_8038">
            <a:extLst>
              <a:ext uri="{FF2B5EF4-FFF2-40B4-BE49-F238E27FC236}">
                <a16:creationId xmlns:a16="http://schemas.microsoft.com/office/drawing/2014/main" id="{D9E9A567-BBAB-4605-91F4-CEF4CA2A8172}"/>
              </a:ext>
            </a:extLst>
          </p:cNvPr>
          <p:cNvSpPr>
            <a:spLocks noGrp="1"/>
          </p:cNvSpPr>
          <p:nvPr/>
        </p:nvSpPr>
        <p:spPr>
          <a:xfrm>
            <a:off x="3679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8" name="Stage1_sixpanel_8039">
            <a:extLst>
              <a:ext uri="{FF2B5EF4-FFF2-40B4-BE49-F238E27FC236}">
                <a16:creationId xmlns:a16="http://schemas.microsoft.com/office/drawing/2014/main" id="{DD311868-DBCB-423A-98F0-FC774029C82C}"/>
              </a:ext>
            </a:extLst>
          </p:cNvPr>
          <p:cNvSpPr>
            <a:spLocks noGrp="1"/>
          </p:cNvSpPr>
          <p:nvPr/>
        </p:nvSpPr>
        <p:spPr>
          <a:xfrm>
            <a:off x="36767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69" name="Stage1_sixpanel_8040">
            <a:extLst>
              <a:ext uri="{FF2B5EF4-FFF2-40B4-BE49-F238E27FC236}">
                <a16:creationId xmlns:a16="http://schemas.microsoft.com/office/drawing/2014/main" id="{7671CD39-D4EB-43A7-BFE3-2F6D3A4ECBC8}"/>
              </a:ext>
            </a:extLst>
          </p:cNvPr>
          <p:cNvSpPr>
            <a:spLocks noGrp="1"/>
          </p:cNvSpPr>
          <p:nvPr/>
        </p:nvSpPr>
        <p:spPr>
          <a:xfrm>
            <a:off x="355570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0" name="Stage1_sixpanel_8041">
            <a:extLst>
              <a:ext uri="{FF2B5EF4-FFF2-40B4-BE49-F238E27FC236}">
                <a16:creationId xmlns:a16="http://schemas.microsoft.com/office/drawing/2014/main" id="{67539776-F82E-4D08-A228-1C1B4DE857A0}"/>
              </a:ext>
            </a:extLst>
          </p:cNvPr>
          <p:cNvSpPr>
            <a:spLocks noGrp="1"/>
          </p:cNvSpPr>
          <p:nvPr/>
        </p:nvSpPr>
        <p:spPr>
          <a:xfrm>
            <a:off x="3608373" y="807742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1" name="Stage1_sixpanel_8042">
            <a:extLst>
              <a:ext uri="{FF2B5EF4-FFF2-40B4-BE49-F238E27FC236}">
                <a16:creationId xmlns:a16="http://schemas.microsoft.com/office/drawing/2014/main" id="{4FF6C053-C626-4EB3-B41B-21DB8D3F4BB5}"/>
              </a:ext>
            </a:extLst>
          </p:cNvPr>
          <p:cNvSpPr>
            <a:spLocks noGrp="1"/>
          </p:cNvSpPr>
          <p:nvPr/>
        </p:nvSpPr>
        <p:spPr>
          <a:xfrm>
            <a:off x="35710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2" name="Stage1_sixpanel_8043">
            <a:extLst>
              <a:ext uri="{FF2B5EF4-FFF2-40B4-BE49-F238E27FC236}">
                <a16:creationId xmlns:a16="http://schemas.microsoft.com/office/drawing/2014/main" id="{F39E226F-4C06-41A9-876B-80A464CA3DE1}"/>
              </a:ext>
            </a:extLst>
          </p:cNvPr>
          <p:cNvSpPr>
            <a:spLocks noGrp="1"/>
          </p:cNvSpPr>
          <p:nvPr/>
        </p:nvSpPr>
        <p:spPr>
          <a:xfrm>
            <a:off x="36035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3" name="Stage1_sixpanel_8044">
            <a:extLst>
              <a:ext uri="{FF2B5EF4-FFF2-40B4-BE49-F238E27FC236}">
                <a16:creationId xmlns:a16="http://schemas.microsoft.com/office/drawing/2014/main" id="{4177F5AD-D8BA-4BCB-BCA4-6C2F05B03A6F}"/>
              </a:ext>
            </a:extLst>
          </p:cNvPr>
          <p:cNvSpPr>
            <a:spLocks noGrp="1"/>
          </p:cNvSpPr>
          <p:nvPr/>
        </p:nvSpPr>
        <p:spPr>
          <a:xfrm>
            <a:off x="389291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6658" y="1237437"/>
                </a:moveTo>
                <a:lnTo>
                  <a:pt x="82693" y="1237437"/>
                </a:lnTo>
                <a:lnTo>
                  <a:pt x="83662" y="1229703"/>
                </a:lnTo>
                <a:lnTo>
                  <a:pt x="86500" y="1221969"/>
                </a:lnTo>
                <a:lnTo>
                  <a:pt x="91007" y="1214235"/>
                </a:lnTo>
                <a:lnTo>
                  <a:pt x="96879" y="1206502"/>
                </a:lnTo>
                <a:lnTo>
                  <a:pt x="103735" y="1198768"/>
                </a:lnTo>
                <a:lnTo>
                  <a:pt x="111164" y="1191034"/>
                </a:lnTo>
                <a:lnTo>
                  <a:pt x="118759" y="1183300"/>
                </a:lnTo>
                <a:lnTo>
                  <a:pt x="126159" y="1175566"/>
                </a:lnTo>
                <a:lnTo>
                  <a:pt x="133065" y="1167832"/>
                </a:lnTo>
                <a:lnTo>
                  <a:pt x="139265" y="1160098"/>
                </a:lnTo>
                <a:lnTo>
                  <a:pt x="144631" y="1152364"/>
                </a:lnTo>
                <a:lnTo>
                  <a:pt x="149115" y="1144630"/>
                </a:lnTo>
                <a:lnTo>
                  <a:pt x="152736" y="1136896"/>
                </a:lnTo>
                <a:lnTo>
                  <a:pt x="155562" y="1129162"/>
                </a:lnTo>
                <a:lnTo>
                  <a:pt x="157692" y="1121428"/>
                </a:lnTo>
                <a:lnTo>
                  <a:pt x="159240" y="1113694"/>
                </a:lnTo>
                <a:lnTo>
                  <a:pt x="160324" y="1105960"/>
                </a:lnTo>
                <a:lnTo>
                  <a:pt x="161052" y="1098226"/>
                </a:lnTo>
                <a:lnTo>
                  <a:pt x="161517" y="1090492"/>
                </a:lnTo>
                <a:lnTo>
                  <a:pt x="161800" y="1082758"/>
                </a:lnTo>
                <a:lnTo>
                  <a:pt x="161961" y="1075024"/>
                </a:lnTo>
                <a:lnTo>
                  <a:pt x="162047" y="1067290"/>
                </a:lnTo>
                <a:lnTo>
                  <a:pt x="162089" y="1059556"/>
                </a:lnTo>
                <a:lnTo>
                  <a:pt x="162107" y="1051822"/>
                </a:lnTo>
                <a:lnTo>
                  <a:pt x="162108" y="1044088"/>
                </a:lnTo>
                <a:lnTo>
                  <a:pt x="162094" y="1036354"/>
                </a:lnTo>
                <a:lnTo>
                  <a:pt x="162057" y="1028620"/>
                </a:lnTo>
                <a:lnTo>
                  <a:pt x="161984" y="1020886"/>
                </a:lnTo>
                <a:lnTo>
                  <a:pt x="161862" y="1013152"/>
                </a:lnTo>
                <a:lnTo>
                  <a:pt x="161674" y="1005418"/>
                </a:lnTo>
                <a:lnTo>
                  <a:pt x="161408" y="997684"/>
                </a:lnTo>
                <a:lnTo>
                  <a:pt x="161055" y="989950"/>
                </a:lnTo>
                <a:lnTo>
                  <a:pt x="160613" y="982216"/>
                </a:lnTo>
                <a:lnTo>
                  <a:pt x="160087" y="974482"/>
                </a:lnTo>
                <a:lnTo>
                  <a:pt x="159488" y="966748"/>
                </a:lnTo>
                <a:lnTo>
                  <a:pt x="158836" y="959014"/>
                </a:lnTo>
                <a:lnTo>
                  <a:pt x="158154" y="951280"/>
                </a:lnTo>
                <a:lnTo>
                  <a:pt x="157466" y="943546"/>
                </a:lnTo>
                <a:lnTo>
                  <a:pt x="156797" y="935812"/>
                </a:lnTo>
                <a:lnTo>
                  <a:pt x="156168" y="928078"/>
                </a:lnTo>
                <a:lnTo>
                  <a:pt x="155597" y="920344"/>
                </a:lnTo>
                <a:lnTo>
                  <a:pt x="155094" y="912610"/>
                </a:lnTo>
                <a:lnTo>
                  <a:pt x="154665" y="904876"/>
                </a:lnTo>
                <a:lnTo>
                  <a:pt x="154312" y="897142"/>
                </a:lnTo>
                <a:lnTo>
                  <a:pt x="154035" y="889408"/>
                </a:lnTo>
                <a:lnTo>
                  <a:pt x="153834" y="881674"/>
                </a:lnTo>
                <a:lnTo>
                  <a:pt x="153713" y="873940"/>
                </a:lnTo>
                <a:lnTo>
                  <a:pt x="153674" y="866206"/>
                </a:lnTo>
                <a:lnTo>
                  <a:pt x="153726" y="858472"/>
                </a:lnTo>
                <a:lnTo>
                  <a:pt x="153878" y="850738"/>
                </a:lnTo>
                <a:lnTo>
                  <a:pt x="154137" y="843004"/>
                </a:lnTo>
                <a:lnTo>
                  <a:pt x="154508" y="835270"/>
                </a:lnTo>
                <a:lnTo>
                  <a:pt x="154991" y="827536"/>
                </a:lnTo>
                <a:lnTo>
                  <a:pt x="155579" y="819802"/>
                </a:lnTo>
                <a:lnTo>
                  <a:pt x="156257" y="812068"/>
                </a:lnTo>
                <a:lnTo>
                  <a:pt x="157001" y="804334"/>
                </a:lnTo>
                <a:lnTo>
                  <a:pt x="157784" y="796600"/>
                </a:lnTo>
                <a:lnTo>
                  <a:pt x="158572" y="788866"/>
                </a:lnTo>
                <a:lnTo>
                  <a:pt x="159331" y="781132"/>
                </a:lnTo>
                <a:lnTo>
                  <a:pt x="160025" y="773398"/>
                </a:lnTo>
                <a:lnTo>
                  <a:pt x="160618" y="765664"/>
                </a:lnTo>
                <a:lnTo>
                  <a:pt x="161078" y="757930"/>
                </a:lnTo>
                <a:lnTo>
                  <a:pt x="161371" y="750196"/>
                </a:lnTo>
                <a:lnTo>
                  <a:pt x="161462" y="742462"/>
                </a:lnTo>
                <a:lnTo>
                  <a:pt x="161318" y="734728"/>
                </a:lnTo>
                <a:lnTo>
                  <a:pt x="160903" y="726994"/>
                </a:lnTo>
                <a:lnTo>
                  <a:pt x="160184" y="719261"/>
                </a:lnTo>
                <a:lnTo>
                  <a:pt x="159133" y="711527"/>
                </a:lnTo>
                <a:lnTo>
                  <a:pt x="157733" y="703793"/>
                </a:lnTo>
                <a:lnTo>
                  <a:pt x="155982" y="696059"/>
                </a:lnTo>
                <a:lnTo>
                  <a:pt x="153902" y="688325"/>
                </a:lnTo>
                <a:lnTo>
                  <a:pt x="151539" y="680591"/>
                </a:lnTo>
                <a:lnTo>
                  <a:pt x="148972" y="672857"/>
                </a:lnTo>
                <a:lnTo>
                  <a:pt x="146305" y="665123"/>
                </a:lnTo>
                <a:lnTo>
                  <a:pt x="143669" y="657389"/>
                </a:lnTo>
                <a:lnTo>
                  <a:pt x="141205" y="649655"/>
                </a:lnTo>
                <a:lnTo>
                  <a:pt x="139058" y="641921"/>
                </a:lnTo>
                <a:lnTo>
                  <a:pt x="137359" y="634187"/>
                </a:lnTo>
                <a:lnTo>
                  <a:pt x="136214" y="626453"/>
                </a:lnTo>
                <a:lnTo>
                  <a:pt x="135687" y="618719"/>
                </a:lnTo>
                <a:lnTo>
                  <a:pt x="135799" y="610985"/>
                </a:lnTo>
                <a:lnTo>
                  <a:pt x="136520" y="603251"/>
                </a:lnTo>
                <a:lnTo>
                  <a:pt x="137775" y="595517"/>
                </a:lnTo>
                <a:lnTo>
                  <a:pt x="139453" y="587783"/>
                </a:lnTo>
                <a:lnTo>
                  <a:pt x="141417" y="580049"/>
                </a:lnTo>
                <a:lnTo>
                  <a:pt x="143520" y="572315"/>
                </a:lnTo>
                <a:lnTo>
                  <a:pt x="145617" y="564581"/>
                </a:lnTo>
                <a:lnTo>
                  <a:pt x="147577" y="556847"/>
                </a:lnTo>
                <a:lnTo>
                  <a:pt x="149293" y="549113"/>
                </a:lnTo>
                <a:lnTo>
                  <a:pt x="150684" y="541379"/>
                </a:lnTo>
                <a:lnTo>
                  <a:pt x="151701" y="533645"/>
                </a:lnTo>
                <a:lnTo>
                  <a:pt x="152317" y="525911"/>
                </a:lnTo>
                <a:lnTo>
                  <a:pt x="152531" y="518177"/>
                </a:lnTo>
                <a:lnTo>
                  <a:pt x="152359" y="510443"/>
                </a:lnTo>
                <a:lnTo>
                  <a:pt x="151833" y="502709"/>
                </a:lnTo>
                <a:lnTo>
                  <a:pt x="150996" y="494975"/>
                </a:lnTo>
                <a:lnTo>
                  <a:pt x="149899" y="487241"/>
                </a:lnTo>
                <a:lnTo>
                  <a:pt x="148605" y="479507"/>
                </a:lnTo>
                <a:lnTo>
                  <a:pt x="147182" y="471773"/>
                </a:lnTo>
                <a:lnTo>
                  <a:pt x="145707" y="464039"/>
                </a:lnTo>
                <a:lnTo>
                  <a:pt x="144261" y="456305"/>
                </a:lnTo>
                <a:lnTo>
                  <a:pt x="142928" y="448571"/>
                </a:lnTo>
                <a:lnTo>
                  <a:pt x="141789" y="440837"/>
                </a:lnTo>
                <a:lnTo>
                  <a:pt x="140916" y="433103"/>
                </a:lnTo>
                <a:lnTo>
                  <a:pt x="140369" y="425369"/>
                </a:lnTo>
                <a:lnTo>
                  <a:pt x="140184" y="417635"/>
                </a:lnTo>
                <a:lnTo>
                  <a:pt x="140375" y="409901"/>
                </a:lnTo>
                <a:lnTo>
                  <a:pt x="140928" y="402167"/>
                </a:lnTo>
                <a:lnTo>
                  <a:pt x="141808" y="394433"/>
                </a:lnTo>
                <a:lnTo>
                  <a:pt x="142956" y="386699"/>
                </a:lnTo>
                <a:lnTo>
                  <a:pt x="144301" y="378965"/>
                </a:lnTo>
                <a:lnTo>
                  <a:pt x="145767" y="371231"/>
                </a:lnTo>
                <a:lnTo>
                  <a:pt x="147279" y="363497"/>
                </a:lnTo>
                <a:lnTo>
                  <a:pt x="148770" y="355763"/>
                </a:lnTo>
                <a:lnTo>
                  <a:pt x="150190" y="348029"/>
                </a:lnTo>
                <a:lnTo>
                  <a:pt x="151501" y="340295"/>
                </a:lnTo>
                <a:lnTo>
                  <a:pt x="152685" y="332561"/>
                </a:lnTo>
                <a:lnTo>
                  <a:pt x="153734" y="324827"/>
                </a:lnTo>
                <a:lnTo>
                  <a:pt x="154653" y="317093"/>
                </a:lnTo>
                <a:lnTo>
                  <a:pt x="155449" y="309359"/>
                </a:lnTo>
                <a:lnTo>
                  <a:pt x="156133" y="301625"/>
                </a:lnTo>
                <a:lnTo>
                  <a:pt x="156714" y="293891"/>
                </a:lnTo>
                <a:lnTo>
                  <a:pt x="157199" y="286157"/>
                </a:lnTo>
                <a:lnTo>
                  <a:pt x="157594" y="278423"/>
                </a:lnTo>
                <a:lnTo>
                  <a:pt x="157899" y="270689"/>
                </a:lnTo>
                <a:lnTo>
                  <a:pt x="158119" y="262955"/>
                </a:lnTo>
                <a:lnTo>
                  <a:pt x="158259" y="255221"/>
                </a:lnTo>
                <a:lnTo>
                  <a:pt x="158330" y="247487"/>
                </a:lnTo>
                <a:lnTo>
                  <a:pt x="158345" y="239754"/>
                </a:lnTo>
                <a:lnTo>
                  <a:pt x="158322" y="232020"/>
                </a:lnTo>
                <a:lnTo>
                  <a:pt x="158284" y="224286"/>
                </a:lnTo>
                <a:lnTo>
                  <a:pt x="158254" y="216552"/>
                </a:lnTo>
                <a:lnTo>
                  <a:pt x="158252" y="208818"/>
                </a:lnTo>
                <a:lnTo>
                  <a:pt x="158294" y="201084"/>
                </a:lnTo>
                <a:lnTo>
                  <a:pt x="158386" y="193350"/>
                </a:lnTo>
                <a:lnTo>
                  <a:pt x="158525" y="185616"/>
                </a:lnTo>
                <a:lnTo>
                  <a:pt x="158691" y="177882"/>
                </a:lnTo>
                <a:lnTo>
                  <a:pt x="158847" y="170148"/>
                </a:lnTo>
                <a:lnTo>
                  <a:pt x="158936" y="162414"/>
                </a:lnTo>
                <a:lnTo>
                  <a:pt x="158875" y="154680"/>
                </a:lnTo>
                <a:lnTo>
                  <a:pt x="158556" y="146946"/>
                </a:lnTo>
                <a:lnTo>
                  <a:pt x="157841" y="139212"/>
                </a:lnTo>
                <a:lnTo>
                  <a:pt x="156560" y="131478"/>
                </a:lnTo>
                <a:lnTo>
                  <a:pt x="154516" y="123744"/>
                </a:lnTo>
                <a:lnTo>
                  <a:pt x="151487" y="116010"/>
                </a:lnTo>
                <a:lnTo>
                  <a:pt x="147241" y="108276"/>
                </a:lnTo>
                <a:lnTo>
                  <a:pt x="141554" y="100542"/>
                </a:lnTo>
                <a:lnTo>
                  <a:pt x="134233" y="92808"/>
                </a:lnTo>
                <a:lnTo>
                  <a:pt x="125150" y="85074"/>
                </a:lnTo>
                <a:lnTo>
                  <a:pt x="114280" y="77340"/>
                </a:lnTo>
                <a:lnTo>
                  <a:pt x="101726" y="69606"/>
                </a:lnTo>
                <a:lnTo>
                  <a:pt x="87752" y="61872"/>
                </a:lnTo>
                <a:lnTo>
                  <a:pt x="72793" y="54138"/>
                </a:lnTo>
                <a:lnTo>
                  <a:pt x="57448" y="46404"/>
                </a:lnTo>
                <a:lnTo>
                  <a:pt x="42449" y="38670"/>
                </a:lnTo>
                <a:lnTo>
                  <a:pt x="28612" y="30936"/>
                </a:lnTo>
                <a:lnTo>
                  <a:pt x="16767" y="23202"/>
                </a:lnTo>
                <a:lnTo>
                  <a:pt x="7676" y="15468"/>
                </a:lnTo>
                <a:lnTo>
                  <a:pt x="1954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398" y="7734"/>
                </a:lnTo>
                <a:lnTo>
                  <a:pt x="331676" y="15468"/>
                </a:lnTo>
                <a:lnTo>
                  <a:pt x="322585" y="23202"/>
                </a:lnTo>
                <a:lnTo>
                  <a:pt x="310740" y="30936"/>
                </a:lnTo>
                <a:lnTo>
                  <a:pt x="296903" y="38670"/>
                </a:lnTo>
                <a:lnTo>
                  <a:pt x="281904" y="46404"/>
                </a:lnTo>
                <a:lnTo>
                  <a:pt x="266559" y="54138"/>
                </a:lnTo>
                <a:lnTo>
                  <a:pt x="251600" y="61872"/>
                </a:lnTo>
                <a:lnTo>
                  <a:pt x="237626" y="69606"/>
                </a:lnTo>
                <a:lnTo>
                  <a:pt x="225072" y="77340"/>
                </a:lnTo>
                <a:lnTo>
                  <a:pt x="214201" y="85074"/>
                </a:lnTo>
                <a:lnTo>
                  <a:pt x="205119" y="92808"/>
                </a:lnTo>
                <a:lnTo>
                  <a:pt x="197798" y="100542"/>
                </a:lnTo>
                <a:lnTo>
                  <a:pt x="192110" y="108276"/>
                </a:lnTo>
                <a:lnTo>
                  <a:pt x="187865" y="116010"/>
                </a:lnTo>
                <a:lnTo>
                  <a:pt x="184836" y="123744"/>
                </a:lnTo>
                <a:lnTo>
                  <a:pt x="182792" y="131478"/>
                </a:lnTo>
                <a:lnTo>
                  <a:pt x="181511" y="139212"/>
                </a:lnTo>
                <a:lnTo>
                  <a:pt x="180796" y="146946"/>
                </a:lnTo>
                <a:lnTo>
                  <a:pt x="180477" y="154680"/>
                </a:lnTo>
                <a:lnTo>
                  <a:pt x="180416" y="162414"/>
                </a:lnTo>
                <a:lnTo>
                  <a:pt x="180505" y="170148"/>
                </a:lnTo>
                <a:lnTo>
                  <a:pt x="180661" y="177882"/>
                </a:lnTo>
                <a:lnTo>
                  <a:pt x="180827" y="185616"/>
                </a:lnTo>
                <a:lnTo>
                  <a:pt x="180966" y="193350"/>
                </a:lnTo>
                <a:lnTo>
                  <a:pt x="181058" y="201084"/>
                </a:lnTo>
                <a:lnTo>
                  <a:pt x="181100" y="208818"/>
                </a:lnTo>
                <a:lnTo>
                  <a:pt x="181098" y="216552"/>
                </a:lnTo>
                <a:lnTo>
                  <a:pt x="181067" y="224286"/>
                </a:lnTo>
                <a:lnTo>
                  <a:pt x="181030" y="232020"/>
                </a:lnTo>
                <a:lnTo>
                  <a:pt x="181007" y="239754"/>
                </a:lnTo>
                <a:lnTo>
                  <a:pt x="181022" y="247487"/>
                </a:lnTo>
                <a:lnTo>
                  <a:pt x="181092" y="255221"/>
                </a:lnTo>
                <a:lnTo>
                  <a:pt x="181233" y="262955"/>
                </a:lnTo>
                <a:lnTo>
                  <a:pt x="181453" y="270689"/>
                </a:lnTo>
                <a:lnTo>
                  <a:pt x="181758" y="278423"/>
                </a:lnTo>
                <a:lnTo>
                  <a:pt x="182152" y="286157"/>
                </a:lnTo>
                <a:lnTo>
                  <a:pt x="182638" y="293891"/>
                </a:lnTo>
                <a:lnTo>
                  <a:pt x="183219" y="301625"/>
                </a:lnTo>
                <a:lnTo>
                  <a:pt x="183903" y="309359"/>
                </a:lnTo>
                <a:lnTo>
                  <a:pt x="184699" y="317093"/>
                </a:lnTo>
                <a:lnTo>
                  <a:pt x="185617" y="324827"/>
                </a:lnTo>
                <a:lnTo>
                  <a:pt x="186667" y="332561"/>
                </a:lnTo>
                <a:lnTo>
                  <a:pt x="187851" y="340295"/>
                </a:lnTo>
                <a:lnTo>
                  <a:pt x="189162" y="348029"/>
                </a:lnTo>
                <a:lnTo>
                  <a:pt x="190582" y="355763"/>
                </a:lnTo>
                <a:lnTo>
                  <a:pt x="192073" y="363497"/>
                </a:lnTo>
                <a:lnTo>
                  <a:pt x="193585" y="371231"/>
                </a:lnTo>
                <a:lnTo>
                  <a:pt x="195051" y="378965"/>
                </a:lnTo>
                <a:lnTo>
                  <a:pt x="196396" y="386699"/>
                </a:lnTo>
                <a:lnTo>
                  <a:pt x="197544" y="394433"/>
                </a:lnTo>
                <a:lnTo>
                  <a:pt x="198424" y="402167"/>
                </a:lnTo>
                <a:lnTo>
                  <a:pt x="198977" y="409901"/>
                </a:lnTo>
                <a:lnTo>
                  <a:pt x="199168" y="417635"/>
                </a:lnTo>
                <a:lnTo>
                  <a:pt x="198983" y="425369"/>
                </a:lnTo>
                <a:lnTo>
                  <a:pt x="198435" y="433103"/>
                </a:lnTo>
                <a:lnTo>
                  <a:pt x="197563" y="440837"/>
                </a:lnTo>
                <a:lnTo>
                  <a:pt x="196424" y="448571"/>
                </a:lnTo>
                <a:lnTo>
                  <a:pt x="195091" y="456305"/>
                </a:lnTo>
                <a:lnTo>
                  <a:pt x="193645" y="464039"/>
                </a:lnTo>
                <a:lnTo>
                  <a:pt x="192170" y="471773"/>
                </a:lnTo>
                <a:lnTo>
                  <a:pt x="190747" y="479507"/>
                </a:lnTo>
                <a:lnTo>
                  <a:pt x="189453" y="487241"/>
                </a:lnTo>
                <a:lnTo>
                  <a:pt x="188356" y="494975"/>
                </a:lnTo>
                <a:lnTo>
                  <a:pt x="187519" y="502709"/>
                </a:lnTo>
                <a:lnTo>
                  <a:pt x="186993" y="510443"/>
                </a:lnTo>
                <a:lnTo>
                  <a:pt x="186821" y="518177"/>
                </a:lnTo>
                <a:lnTo>
                  <a:pt x="187035" y="525911"/>
                </a:lnTo>
                <a:lnTo>
                  <a:pt x="187651" y="533645"/>
                </a:lnTo>
                <a:lnTo>
                  <a:pt x="188667" y="541379"/>
                </a:lnTo>
                <a:lnTo>
                  <a:pt x="190059" y="549113"/>
                </a:lnTo>
                <a:lnTo>
                  <a:pt x="191775" y="556847"/>
                </a:lnTo>
                <a:lnTo>
                  <a:pt x="193735" y="564581"/>
                </a:lnTo>
                <a:lnTo>
                  <a:pt x="195832" y="572315"/>
                </a:lnTo>
                <a:lnTo>
                  <a:pt x="197934" y="580049"/>
                </a:lnTo>
                <a:lnTo>
                  <a:pt x="199899" y="587783"/>
                </a:lnTo>
                <a:lnTo>
                  <a:pt x="201577" y="595517"/>
                </a:lnTo>
                <a:lnTo>
                  <a:pt x="202832" y="603251"/>
                </a:lnTo>
                <a:lnTo>
                  <a:pt x="203553" y="610985"/>
                </a:lnTo>
                <a:lnTo>
                  <a:pt x="203665" y="618719"/>
                </a:lnTo>
                <a:lnTo>
                  <a:pt x="203138" y="626453"/>
                </a:lnTo>
                <a:lnTo>
                  <a:pt x="201993" y="634187"/>
                </a:lnTo>
                <a:lnTo>
                  <a:pt x="200294" y="641921"/>
                </a:lnTo>
                <a:lnTo>
                  <a:pt x="198147" y="649655"/>
                </a:lnTo>
                <a:lnTo>
                  <a:pt x="195683" y="657389"/>
                </a:lnTo>
                <a:lnTo>
                  <a:pt x="193047" y="665123"/>
                </a:lnTo>
                <a:lnTo>
                  <a:pt x="190380" y="672857"/>
                </a:lnTo>
                <a:lnTo>
                  <a:pt x="187813" y="680591"/>
                </a:lnTo>
                <a:lnTo>
                  <a:pt x="185450" y="688325"/>
                </a:lnTo>
                <a:lnTo>
                  <a:pt x="183370" y="696059"/>
                </a:lnTo>
                <a:lnTo>
                  <a:pt x="181619" y="703793"/>
                </a:lnTo>
                <a:lnTo>
                  <a:pt x="180219" y="711527"/>
                </a:lnTo>
                <a:lnTo>
                  <a:pt x="179168" y="719261"/>
                </a:lnTo>
                <a:lnTo>
                  <a:pt x="178449" y="726994"/>
                </a:lnTo>
                <a:lnTo>
                  <a:pt x="178034" y="734728"/>
                </a:lnTo>
                <a:lnTo>
                  <a:pt x="177889" y="742462"/>
                </a:lnTo>
                <a:lnTo>
                  <a:pt x="177981" y="750196"/>
                </a:lnTo>
                <a:lnTo>
                  <a:pt x="178273" y="757930"/>
                </a:lnTo>
                <a:lnTo>
                  <a:pt x="178733" y="765664"/>
                </a:lnTo>
                <a:lnTo>
                  <a:pt x="179327" y="773398"/>
                </a:lnTo>
                <a:lnTo>
                  <a:pt x="180021" y="781132"/>
                </a:lnTo>
                <a:lnTo>
                  <a:pt x="180780" y="788866"/>
                </a:lnTo>
                <a:lnTo>
                  <a:pt x="181568" y="796600"/>
                </a:lnTo>
                <a:lnTo>
                  <a:pt x="182351" y="804334"/>
                </a:lnTo>
                <a:lnTo>
                  <a:pt x="183095" y="812068"/>
                </a:lnTo>
                <a:lnTo>
                  <a:pt x="183773" y="819802"/>
                </a:lnTo>
                <a:lnTo>
                  <a:pt x="184360" y="827536"/>
                </a:lnTo>
                <a:lnTo>
                  <a:pt x="184844" y="835270"/>
                </a:lnTo>
                <a:lnTo>
                  <a:pt x="185215" y="843004"/>
                </a:lnTo>
                <a:lnTo>
                  <a:pt x="185474" y="850738"/>
                </a:lnTo>
                <a:lnTo>
                  <a:pt x="185626" y="858472"/>
                </a:lnTo>
                <a:lnTo>
                  <a:pt x="185678" y="866206"/>
                </a:lnTo>
                <a:lnTo>
                  <a:pt x="185639" y="873940"/>
                </a:lnTo>
                <a:lnTo>
                  <a:pt x="185517" y="881674"/>
                </a:lnTo>
                <a:lnTo>
                  <a:pt x="185317" y="889408"/>
                </a:lnTo>
                <a:lnTo>
                  <a:pt x="185040" y="897142"/>
                </a:lnTo>
                <a:lnTo>
                  <a:pt x="184687" y="904876"/>
                </a:lnTo>
                <a:lnTo>
                  <a:pt x="184258" y="912610"/>
                </a:lnTo>
                <a:lnTo>
                  <a:pt x="183755" y="920344"/>
                </a:lnTo>
                <a:lnTo>
                  <a:pt x="183183" y="928078"/>
                </a:lnTo>
                <a:lnTo>
                  <a:pt x="182555" y="935812"/>
                </a:lnTo>
                <a:lnTo>
                  <a:pt x="181886" y="943546"/>
                </a:lnTo>
                <a:lnTo>
                  <a:pt x="181198" y="951280"/>
                </a:lnTo>
                <a:lnTo>
                  <a:pt x="180516" y="959014"/>
                </a:lnTo>
                <a:lnTo>
                  <a:pt x="179864" y="966748"/>
                </a:lnTo>
                <a:lnTo>
                  <a:pt x="179265" y="974482"/>
                </a:lnTo>
                <a:lnTo>
                  <a:pt x="178739" y="982216"/>
                </a:lnTo>
                <a:lnTo>
                  <a:pt x="178297" y="989950"/>
                </a:lnTo>
                <a:lnTo>
                  <a:pt x="177944" y="997684"/>
                </a:lnTo>
                <a:lnTo>
                  <a:pt x="177678" y="1005418"/>
                </a:lnTo>
                <a:lnTo>
                  <a:pt x="177490" y="1013152"/>
                </a:lnTo>
                <a:lnTo>
                  <a:pt x="177368" y="1020886"/>
                </a:lnTo>
                <a:lnTo>
                  <a:pt x="177295" y="1028620"/>
                </a:lnTo>
                <a:lnTo>
                  <a:pt x="177258" y="1036354"/>
                </a:lnTo>
                <a:lnTo>
                  <a:pt x="177243" y="1044088"/>
                </a:lnTo>
                <a:lnTo>
                  <a:pt x="177245" y="1051822"/>
                </a:lnTo>
                <a:lnTo>
                  <a:pt x="177262" y="1059556"/>
                </a:lnTo>
                <a:lnTo>
                  <a:pt x="177305" y="1067290"/>
                </a:lnTo>
                <a:lnTo>
                  <a:pt x="177390" y="1075024"/>
                </a:lnTo>
                <a:lnTo>
                  <a:pt x="177552" y="1082758"/>
                </a:lnTo>
                <a:lnTo>
                  <a:pt x="177834" y="1090492"/>
                </a:lnTo>
                <a:lnTo>
                  <a:pt x="178300" y="1098226"/>
                </a:lnTo>
                <a:lnTo>
                  <a:pt x="179028" y="1105960"/>
                </a:lnTo>
                <a:lnTo>
                  <a:pt x="180111" y="1113694"/>
                </a:lnTo>
                <a:lnTo>
                  <a:pt x="181660" y="1121428"/>
                </a:lnTo>
                <a:lnTo>
                  <a:pt x="183790" y="1129162"/>
                </a:lnTo>
                <a:lnTo>
                  <a:pt x="186616" y="1136896"/>
                </a:lnTo>
                <a:lnTo>
                  <a:pt x="190237" y="1144630"/>
                </a:lnTo>
                <a:lnTo>
                  <a:pt x="194721" y="1152364"/>
                </a:lnTo>
                <a:lnTo>
                  <a:pt x="200087" y="1160098"/>
                </a:lnTo>
                <a:lnTo>
                  <a:pt x="206287" y="1167832"/>
                </a:lnTo>
                <a:lnTo>
                  <a:pt x="213193" y="1175566"/>
                </a:lnTo>
                <a:lnTo>
                  <a:pt x="220592" y="1183300"/>
                </a:lnTo>
                <a:lnTo>
                  <a:pt x="228188" y="1191034"/>
                </a:lnTo>
                <a:lnTo>
                  <a:pt x="235617" y="1198768"/>
                </a:lnTo>
                <a:lnTo>
                  <a:pt x="242473" y="1206502"/>
                </a:lnTo>
                <a:lnTo>
                  <a:pt x="248345" y="1214235"/>
                </a:lnTo>
                <a:lnTo>
                  <a:pt x="252852" y="1221969"/>
                </a:lnTo>
                <a:lnTo>
                  <a:pt x="255690" y="1229703"/>
                </a:lnTo>
                <a:lnTo>
                  <a:pt x="256658" y="1237437"/>
                </a:lnTo>
                <a:lnTo>
                  <a:pt x="256658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2874" name="Stage1_sixpanel_8045">
            <a:extLst>
              <a:ext uri="{FF2B5EF4-FFF2-40B4-BE49-F238E27FC236}">
                <a16:creationId xmlns:a16="http://schemas.microsoft.com/office/drawing/2014/main" id="{3B6071E6-FE67-4444-B087-98F36B47E72C}"/>
              </a:ext>
            </a:extLst>
          </p:cNvPr>
          <p:cNvSpPr>
            <a:spLocks noGrp="1"/>
          </p:cNvSpPr>
          <p:nvPr/>
        </p:nvSpPr>
        <p:spPr>
          <a:xfrm>
            <a:off x="39781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5" name="Stage1_sixpanel_8046">
            <a:extLst>
              <a:ext uri="{FF2B5EF4-FFF2-40B4-BE49-F238E27FC236}">
                <a16:creationId xmlns:a16="http://schemas.microsoft.com/office/drawing/2014/main" id="{7930A0D9-6000-4EF0-8E19-BE3C48683CA0}"/>
              </a:ext>
            </a:extLst>
          </p:cNvPr>
          <p:cNvSpPr>
            <a:spLocks noGrp="1"/>
          </p:cNvSpPr>
          <p:nvPr/>
        </p:nvSpPr>
        <p:spPr>
          <a:xfrm>
            <a:off x="40559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6" name="Stage1_sixpanel_8047">
            <a:extLst>
              <a:ext uri="{FF2B5EF4-FFF2-40B4-BE49-F238E27FC236}">
                <a16:creationId xmlns:a16="http://schemas.microsoft.com/office/drawing/2014/main" id="{05ABDC65-3949-4EFC-9694-63DAB9CBB514}"/>
              </a:ext>
            </a:extLst>
          </p:cNvPr>
          <p:cNvSpPr>
            <a:spLocks noGrp="1"/>
          </p:cNvSpPr>
          <p:nvPr/>
        </p:nvSpPr>
        <p:spPr>
          <a:xfrm>
            <a:off x="4060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7" name="Stage1_sixpanel_8048">
            <a:extLst>
              <a:ext uri="{FF2B5EF4-FFF2-40B4-BE49-F238E27FC236}">
                <a16:creationId xmlns:a16="http://schemas.microsoft.com/office/drawing/2014/main" id="{2DAA39BE-509B-4D4B-A56C-3D401ADB32B0}"/>
              </a:ext>
            </a:extLst>
          </p:cNvPr>
          <p:cNvSpPr>
            <a:spLocks noGrp="1"/>
          </p:cNvSpPr>
          <p:nvPr/>
        </p:nvSpPr>
        <p:spPr>
          <a:xfrm>
            <a:off x="402591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8" name="Stage1_sixpanel_8049">
            <a:extLst>
              <a:ext uri="{FF2B5EF4-FFF2-40B4-BE49-F238E27FC236}">
                <a16:creationId xmlns:a16="http://schemas.microsoft.com/office/drawing/2014/main" id="{2E454BC3-396C-4A11-9F3B-BA69066554A6}"/>
              </a:ext>
            </a:extLst>
          </p:cNvPr>
          <p:cNvSpPr>
            <a:spLocks noGrp="1"/>
          </p:cNvSpPr>
          <p:nvPr/>
        </p:nvSpPr>
        <p:spPr>
          <a:xfrm>
            <a:off x="3991038" y="736637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79" name="Stage1_sixpanel_8050">
            <a:extLst>
              <a:ext uri="{FF2B5EF4-FFF2-40B4-BE49-F238E27FC236}">
                <a16:creationId xmlns:a16="http://schemas.microsoft.com/office/drawing/2014/main" id="{06C51CF3-B31E-4F4F-975D-5D95C3616609}"/>
              </a:ext>
            </a:extLst>
          </p:cNvPr>
          <p:cNvSpPr>
            <a:spLocks noGrp="1"/>
          </p:cNvSpPr>
          <p:nvPr/>
        </p:nvSpPr>
        <p:spPr>
          <a:xfrm>
            <a:off x="40390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0" name="Stage1_sixpanel_8051">
            <a:extLst>
              <a:ext uri="{FF2B5EF4-FFF2-40B4-BE49-F238E27FC236}">
                <a16:creationId xmlns:a16="http://schemas.microsoft.com/office/drawing/2014/main" id="{B69399D4-F823-42EB-B944-653861A29E33}"/>
              </a:ext>
            </a:extLst>
          </p:cNvPr>
          <p:cNvSpPr>
            <a:spLocks noGrp="1"/>
          </p:cNvSpPr>
          <p:nvPr/>
        </p:nvSpPr>
        <p:spPr>
          <a:xfrm>
            <a:off x="3987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1" name="Stage1_sixpanel_8052">
            <a:extLst>
              <a:ext uri="{FF2B5EF4-FFF2-40B4-BE49-F238E27FC236}">
                <a16:creationId xmlns:a16="http://schemas.microsoft.com/office/drawing/2014/main" id="{F582F5FB-0193-4B08-829C-21F4D7EBFC91}"/>
              </a:ext>
            </a:extLst>
          </p:cNvPr>
          <p:cNvSpPr>
            <a:spLocks noGrp="1"/>
          </p:cNvSpPr>
          <p:nvPr/>
        </p:nvSpPr>
        <p:spPr>
          <a:xfrm>
            <a:off x="40129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2" name="Stage1_sixpanel_8053">
            <a:extLst>
              <a:ext uri="{FF2B5EF4-FFF2-40B4-BE49-F238E27FC236}">
                <a16:creationId xmlns:a16="http://schemas.microsoft.com/office/drawing/2014/main" id="{7961FAAE-792C-4486-B239-8871DF0FFE5C}"/>
              </a:ext>
            </a:extLst>
          </p:cNvPr>
          <p:cNvSpPr>
            <a:spLocks noGrp="1"/>
          </p:cNvSpPr>
          <p:nvPr/>
        </p:nvSpPr>
        <p:spPr>
          <a:xfrm>
            <a:off x="4155976" y="775280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3" name="Stage1_sixpanel_8054">
            <a:extLst>
              <a:ext uri="{FF2B5EF4-FFF2-40B4-BE49-F238E27FC236}">
                <a16:creationId xmlns:a16="http://schemas.microsoft.com/office/drawing/2014/main" id="{DF3E3591-0B5C-4D83-9991-26466D9523BD}"/>
              </a:ext>
            </a:extLst>
          </p:cNvPr>
          <p:cNvSpPr>
            <a:spLocks noGrp="1"/>
          </p:cNvSpPr>
          <p:nvPr/>
        </p:nvSpPr>
        <p:spPr>
          <a:xfrm>
            <a:off x="413209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4" name="Stage1_sixpanel_8055">
            <a:extLst>
              <a:ext uri="{FF2B5EF4-FFF2-40B4-BE49-F238E27FC236}">
                <a16:creationId xmlns:a16="http://schemas.microsoft.com/office/drawing/2014/main" id="{DB615D97-983A-4A3F-B254-57D5B9A93E30}"/>
              </a:ext>
            </a:extLst>
          </p:cNvPr>
          <p:cNvSpPr>
            <a:spLocks noGrp="1"/>
          </p:cNvSpPr>
          <p:nvPr/>
        </p:nvSpPr>
        <p:spPr>
          <a:xfrm>
            <a:off x="40735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5" name="Stage1_sixpanel_8056">
            <a:extLst>
              <a:ext uri="{FF2B5EF4-FFF2-40B4-BE49-F238E27FC236}">
                <a16:creationId xmlns:a16="http://schemas.microsoft.com/office/drawing/2014/main" id="{A11BC5FC-1650-4563-8C3F-73CF8BDFBF74}"/>
              </a:ext>
            </a:extLst>
          </p:cNvPr>
          <p:cNvSpPr>
            <a:spLocks noGrp="1"/>
          </p:cNvSpPr>
          <p:nvPr/>
        </p:nvSpPr>
        <p:spPr>
          <a:xfrm>
            <a:off x="40008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6" name="Stage1_sixpanel_8057">
            <a:extLst>
              <a:ext uri="{FF2B5EF4-FFF2-40B4-BE49-F238E27FC236}">
                <a16:creationId xmlns:a16="http://schemas.microsoft.com/office/drawing/2014/main" id="{F0FDFF37-26E4-4CB1-AEF7-BCA186953E17}"/>
              </a:ext>
            </a:extLst>
          </p:cNvPr>
          <p:cNvSpPr>
            <a:spLocks noGrp="1"/>
          </p:cNvSpPr>
          <p:nvPr/>
        </p:nvSpPr>
        <p:spPr>
          <a:xfrm>
            <a:off x="39676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7" name="Stage1_sixpanel_8058">
            <a:extLst>
              <a:ext uri="{FF2B5EF4-FFF2-40B4-BE49-F238E27FC236}">
                <a16:creationId xmlns:a16="http://schemas.microsoft.com/office/drawing/2014/main" id="{E1F6364A-0DC6-4E25-8405-974233CBB4AA}"/>
              </a:ext>
            </a:extLst>
          </p:cNvPr>
          <p:cNvSpPr>
            <a:spLocks noGrp="1"/>
          </p:cNvSpPr>
          <p:nvPr/>
        </p:nvSpPr>
        <p:spPr>
          <a:xfrm>
            <a:off x="3988176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8" name="Stage1_sixpanel_8059">
            <a:extLst>
              <a:ext uri="{FF2B5EF4-FFF2-40B4-BE49-F238E27FC236}">
                <a16:creationId xmlns:a16="http://schemas.microsoft.com/office/drawing/2014/main" id="{1E4B1F45-30B6-488E-AB6A-4A3C7B04BA95}"/>
              </a:ext>
            </a:extLst>
          </p:cNvPr>
          <p:cNvSpPr>
            <a:spLocks noGrp="1"/>
          </p:cNvSpPr>
          <p:nvPr/>
        </p:nvSpPr>
        <p:spPr>
          <a:xfrm>
            <a:off x="4009567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89" name="Stage1_sixpanel_8060">
            <a:extLst>
              <a:ext uri="{FF2B5EF4-FFF2-40B4-BE49-F238E27FC236}">
                <a16:creationId xmlns:a16="http://schemas.microsoft.com/office/drawing/2014/main" id="{F6F52B54-DC9A-4147-BEE5-A312453B6953}"/>
              </a:ext>
            </a:extLst>
          </p:cNvPr>
          <p:cNvSpPr>
            <a:spLocks noGrp="1"/>
          </p:cNvSpPr>
          <p:nvPr/>
        </p:nvSpPr>
        <p:spPr>
          <a:xfrm>
            <a:off x="400296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0" name="Stage1_sixpanel_8061">
            <a:extLst>
              <a:ext uri="{FF2B5EF4-FFF2-40B4-BE49-F238E27FC236}">
                <a16:creationId xmlns:a16="http://schemas.microsoft.com/office/drawing/2014/main" id="{363C76B7-3F4B-4872-9138-5416FE0BA399}"/>
              </a:ext>
            </a:extLst>
          </p:cNvPr>
          <p:cNvSpPr>
            <a:spLocks noGrp="1"/>
          </p:cNvSpPr>
          <p:nvPr/>
        </p:nvSpPr>
        <p:spPr>
          <a:xfrm>
            <a:off x="395910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1" name="Stage1_sixpanel_8062">
            <a:extLst>
              <a:ext uri="{FF2B5EF4-FFF2-40B4-BE49-F238E27FC236}">
                <a16:creationId xmlns:a16="http://schemas.microsoft.com/office/drawing/2014/main" id="{F2629D42-9DAE-4751-BE1C-4B6F9B7FF669}"/>
              </a:ext>
            </a:extLst>
          </p:cNvPr>
          <p:cNvSpPr>
            <a:spLocks noGrp="1"/>
          </p:cNvSpPr>
          <p:nvPr/>
        </p:nvSpPr>
        <p:spPr>
          <a:xfrm>
            <a:off x="406795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2" name="Stage1_sixpanel_8063">
            <a:extLst>
              <a:ext uri="{FF2B5EF4-FFF2-40B4-BE49-F238E27FC236}">
                <a16:creationId xmlns:a16="http://schemas.microsoft.com/office/drawing/2014/main" id="{2FEAB88C-545F-41C0-8424-CF6291F7A564}"/>
              </a:ext>
            </a:extLst>
          </p:cNvPr>
          <p:cNvSpPr>
            <a:spLocks noGrp="1"/>
          </p:cNvSpPr>
          <p:nvPr/>
        </p:nvSpPr>
        <p:spPr>
          <a:xfrm>
            <a:off x="41301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3" name="Stage1_sixpanel_8064">
            <a:extLst>
              <a:ext uri="{FF2B5EF4-FFF2-40B4-BE49-F238E27FC236}">
                <a16:creationId xmlns:a16="http://schemas.microsoft.com/office/drawing/2014/main" id="{F1965755-1DE5-4163-9F59-BDD29C5D454B}"/>
              </a:ext>
            </a:extLst>
          </p:cNvPr>
          <p:cNvSpPr>
            <a:spLocks noGrp="1"/>
          </p:cNvSpPr>
          <p:nvPr/>
        </p:nvSpPr>
        <p:spPr>
          <a:xfrm>
            <a:off x="396895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4" name="Stage1_sixpanel_8065">
            <a:extLst>
              <a:ext uri="{FF2B5EF4-FFF2-40B4-BE49-F238E27FC236}">
                <a16:creationId xmlns:a16="http://schemas.microsoft.com/office/drawing/2014/main" id="{B0C45278-96C1-4AE3-A0F2-A84D0DFA73F5}"/>
              </a:ext>
            </a:extLst>
          </p:cNvPr>
          <p:cNvSpPr>
            <a:spLocks noGrp="1"/>
          </p:cNvSpPr>
          <p:nvPr/>
        </p:nvSpPr>
        <p:spPr>
          <a:xfrm>
            <a:off x="4089513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5" name="Stage1_sixpanel_8066">
            <a:extLst>
              <a:ext uri="{FF2B5EF4-FFF2-40B4-BE49-F238E27FC236}">
                <a16:creationId xmlns:a16="http://schemas.microsoft.com/office/drawing/2014/main" id="{F7223EE6-5D72-4DCC-A679-7BCB30D41690}"/>
              </a:ext>
            </a:extLst>
          </p:cNvPr>
          <p:cNvSpPr>
            <a:spLocks noGrp="1"/>
          </p:cNvSpPr>
          <p:nvPr/>
        </p:nvSpPr>
        <p:spPr>
          <a:xfrm>
            <a:off x="410926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6" name="Stage1_sixpanel_8067">
            <a:extLst>
              <a:ext uri="{FF2B5EF4-FFF2-40B4-BE49-F238E27FC236}">
                <a16:creationId xmlns:a16="http://schemas.microsoft.com/office/drawing/2014/main" id="{142DAB1E-55F8-4122-9569-C6DCFDFA2E74}"/>
              </a:ext>
            </a:extLst>
          </p:cNvPr>
          <p:cNvSpPr>
            <a:spLocks noGrp="1"/>
          </p:cNvSpPr>
          <p:nvPr/>
        </p:nvSpPr>
        <p:spPr>
          <a:xfrm>
            <a:off x="4017421" y="709283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7" name="Stage1_sixpanel_8068">
            <a:extLst>
              <a:ext uri="{FF2B5EF4-FFF2-40B4-BE49-F238E27FC236}">
                <a16:creationId xmlns:a16="http://schemas.microsoft.com/office/drawing/2014/main" id="{25BDFB4A-F88F-40C0-ACF3-9CFBA54E59D7}"/>
              </a:ext>
            </a:extLst>
          </p:cNvPr>
          <p:cNvSpPr>
            <a:spLocks noGrp="1"/>
          </p:cNvSpPr>
          <p:nvPr/>
        </p:nvSpPr>
        <p:spPr>
          <a:xfrm>
            <a:off x="4123157" y="73093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8" name="Stage1_sixpanel_8069">
            <a:extLst>
              <a:ext uri="{FF2B5EF4-FFF2-40B4-BE49-F238E27FC236}">
                <a16:creationId xmlns:a16="http://schemas.microsoft.com/office/drawing/2014/main" id="{012E6E55-7C6F-47B3-8206-E7FBA6462C76}"/>
              </a:ext>
            </a:extLst>
          </p:cNvPr>
          <p:cNvSpPr>
            <a:spLocks noGrp="1"/>
          </p:cNvSpPr>
          <p:nvPr/>
        </p:nvSpPr>
        <p:spPr>
          <a:xfrm>
            <a:off x="404991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899" name="Stage1_sixpanel_8070">
            <a:extLst>
              <a:ext uri="{FF2B5EF4-FFF2-40B4-BE49-F238E27FC236}">
                <a16:creationId xmlns:a16="http://schemas.microsoft.com/office/drawing/2014/main" id="{705BBF57-3464-4702-8C18-C69BF2441ACF}"/>
              </a:ext>
            </a:extLst>
          </p:cNvPr>
          <p:cNvSpPr>
            <a:spLocks noGrp="1"/>
          </p:cNvSpPr>
          <p:nvPr/>
        </p:nvSpPr>
        <p:spPr>
          <a:xfrm>
            <a:off x="40549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0" name="Stage1_sixpanel_8071">
            <a:extLst>
              <a:ext uri="{FF2B5EF4-FFF2-40B4-BE49-F238E27FC236}">
                <a16:creationId xmlns:a16="http://schemas.microsoft.com/office/drawing/2014/main" id="{0D88729A-C7D1-4971-821F-0373B282B563}"/>
              </a:ext>
            </a:extLst>
          </p:cNvPr>
          <p:cNvSpPr>
            <a:spLocks noGrp="1"/>
          </p:cNvSpPr>
          <p:nvPr/>
        </p:nvSpPr>
        <p:spPr>
          <a:xfrm>
            <a:off x="414092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1" name="Stage1_sixpanel_8072">
            <a:extLst>
              <a:ext uri="{FF2B5EF4-FFF2-40B4-BE49-F238E27FC236}">
                <a16:creationId xmlns:a16="http://schemas.microsoft.com/office/drawing/2014/main" id="{76AE8C4E-49D3-4774-960F-ADEC8CF41614}"/>
              </a:ext>
            </a:extLst>
          </p:cNvPr>
          <p:cNvSpPr>
            <a:spLocks noGrp="1"/>
          </p:cNvSpPr>
          <p:nvPr/>
        </p:nvSpPr>
        <p:spPr>
          <a:xfrm>
            <a:off x="4119693" y="77972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2" name="Stage1_sixpanel_8073">
            <a:extLst>
              <a:ext uri="{FF2B5EF4-FFF2-40B4-BE49-F238E27FC236}">
                <a16:creationId xmlns:a16="http://schemas.microsoft.com/office/drawing/2014/main" id="{1966A1DE-7072-402C-ADCD-FA652C1B177B}"/>
              </a:ext>
            </a:extLst>
          </p:cNvPr>
          <p:cNvSpPr>
            <a:spLocks noGrp="1"/>
          </p:cNvSpPr>
          <p:nvPr/>
        </p:nvSpPr>
        <p:spPr>
          <a:xfrm>
            <a:off x="4093967" y="772923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3" name="Stage1_sixpanel_8074">
            <a:extLst>
              <a:ext uri="{FF2B5EF4-FFF2-40B4-BE49-F238E27FC236}">
                <a16:creationId xmlns:a16="http://schemas.microsoft.com/office/drawing/2014/main" id="{053544E7-7700-42A3-B8A8-2FB0465E7616}"/>
              </a:ext>
            </a:extLst>
          </p:cNvPr>
          <p:cNvSpPr>
            <a:spLocks noGrp="1"/>
          </p:cNvSpPr>
          <p:nvPr/>
        </p:nvSpPr>
        <p:spPr>
          <a:xfrm>
            <a:off x="40247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4" name="Stage1_sixpanel_8075">
            <a:extLst>
              <a:ext uri="{FF2B5EF4-FFF2-40B4-BE49-F238E27FC236}">
                <a16:creationId xmlns:a16="http://schemas.microsoft.com/office/drawing/2014/main" id="{BBB3D726-9108-49C8-96CE-CF39127ADD48}"/>
              </a:ext>
            </a:extLst>
          </p:cNvPr>
          <p:cNvSpPr>
            <a:spLocks noGrp="1"/>
          </p:cNvSpPr>
          <p:nvPr/>
        </p:nvSpPr>
        <p:spPr>
          <a:xfrm>
            <a:off x="41078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5" name="Stage1_sixpanel_8076">
            <a:extLst>
              <a:ext uri="{FF2B5EF4-FFF2-40B4-BE49-F238E27FC236}">
                <a16:creationId xmlns:a16="http://schemas.microsoft.com/office/drawing/2014/main" id="{19B77E0E-FFDB-4765-812D-38F237C6990B}"/>
              </a:ext>
            </a:extLst>
          </p:cNvPr>
          <p:cNvSpPr>
            <a:spLocks noGrp="1"/>
          </p:cNvSpPr>
          <p:nvPr/>
        </p:nvSpPr>
        <p:spPr>
          <a:xfrm>
            <a:off x="4113332" y="78924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6" name="Stage1_sixpanel_8077">
            <a:extLst>
              <a:ext uri="{FF2B5EF4-FFF2-40B4-BE49-F238E27FC236}">
                <a16:creationId xmlns:a16="http://schemas.microsoft.com/office/drawing/2014/main" id="{2692AE74-35EB-438F-80D1-73908F951531}"/>
              </a:ext>
            </a:extLst>
          </p:cNvPr>
          <p:cNvSpPr>
            <a:spLocks noGrp="1"/>
          </p:cNvSpPr>
          <p:nvPr/>
        </p:nvSpPr>
        <p:spPr>
          <a:xfrm>
            <a:off x="403334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7" name="Stage1_sixpanel_8078">
            <a:extLst>
              <a:ext uri="{FF2B5EF4-FFF2-40B4-BE49-F238E27FC236}">
                <a16:creationId xmlns:a16="http://schemas.microsoft.com/office/drawing/2014/main" id="{F9B6D597-4D50-4665-B98D-29FFF381BA3A}"/>
              </a:ext>
            </a:extLst>
          </p:cNvPr>
          <p:cNvSpPr>
            <a:spLocks noGrp="1"/>
          </p:cNvSpPr>
          <p:nvPr/>
        </p:nvSpPr>
        <p:spPr>
          <a:xfrm>
            <a:off x="39535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8" name="Stage1_sixpanel_8079">
            <a:extLst>
              <a:ext uri="{FF2B5EF4-FFF2-40B4-BE49-F238E27FC236}">
                <a16:creationId xmlns:a16="http://schemas.microsoft.com/office/drawing/2014/main" id="{8CD81C17-F4D5-4A85-8BB5-05EC3586AF26}"/>
              </a:ext>
            </a:extLst>
          </p:cNvPr>
          <p:cNvSpPr>
            <a:spLocks noGrp="1"/>
          </p:cNvSpPr>
          <p:nvPr/>
        </p:nvSpPr>
        <p:spPr>
          <a:xfrm>
            <a:off x="400839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09" name="Stage1_sixpanel_8080">
            <a:extLst>
              <a:ext uri="{FF2B5EF4-FFF2-40B4-BE49-F238E27FC236}">
                <a16:creationId xmlns:a16="http://schemas.microsoft.com/office/drawing/2014/main" id="{3821E711-9A0F-4AF6-93FA-5930DF7B4632}"/>
              </a:ext>
            </a:extLst>
          </p:cNvPr>
          <p:cNvSpPr>
            <a:spLocks noGrp="1"/>
          </p:cNvSpPr>
          <p:nvPr/>
        </p:nvSpPr>
        <p:spPr>
          <a:xfrm>
            <a:off x="39744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0" name="Stage1_sixpanel_8081">
            <a:extLst>
              <a:ext uri="{FF2B5EF4-FFF2-40B4-BE49-F238E27FC236}">
                <a16:creationId xmlns:a16="http://schemas.microsoft.com/office/drawing/2014/main" id="{10793211-85E0-4BFF-BC44-A933CC0D2572}"/>
              </a:ext>
            </a:extLst>
          </p:cNvPr>
          <p:cNvSpPr>
            <a:spLocks noGrp="1"/>
          </p:cNvSpPr>
          <p:nvPr/>
        </p:nvSpPr>
        <p:spPr>
          <a:xfrm>
            <a:off x="4009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1" name="Stage1_sixpanel_8082">
            <a:extLst>
              <a:ext uri="{FF2B5EF4-FFF2-40B4-BE49-F238E27FC236}">
                <a16:creationId xmlns:a16="http://schemas.microsoft.com/office/drawing/2014/main" id="{391B8C70-F41B-4239-BD01-DAC53967E5FD}"/>
              </a:ext>
            </a:extLst>
          </p:cNvPr>
          <p:cNvSpPr>
            <a:spLocks noGrp="1"/>
          </p:cNvSpPr>
          <p:nvPr/>
        </p:nvSpPr>
        <p:spPr>
          <a:xfrm>
            <a:off x="39570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2" name="Stage1_sixpanel_8083">
            <a:extLst>
              <a:ext uri="{FF2B5EF4-FFF2-40B4-BE49-F238E27FC236}">
                <a16:creationId xmlns:a16="http://schemas.microsoft.com/office/drawing/2014/main" id="{73037C52-5AB6-4297-8F2D-C0BC020F473F}"/>
              </a:ext>
            </a:extLst>
          </p:cNvPr>
          <p:cNvSpPr>
            <a:spLocks noGrp="1"/>
          </p:cNvSpPr>
          <p:nvPr/>
        </p:nvSpPr>
        <p:spPr>
          <a:xfrm>
            <a:off x="41345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3" name="Stage1_sixpanel_8084">
            <a:extLst>
              <a:ext uri="{FF2B5EF4-FFF2-40B4-BE49-F238E27FC236}">
                <a16:creationId xmlns:a16="http://schemas.microsoft.com/office/drawing/2014/main" id="{9CCBD096-F4AB-4ABC-A91D-71211EE93A6C}"/>
              </a:ext>
            </a:extLst>
          </p:cNvPr>
          <p:cNvSpPr>
            <a:spLocks noGrp="1"/>
          </p:cNvSpPr>
          <p:nvPr/>
        </p:nvSpPr>
        <p:spPr>
          <a:xfrm>
            <a:off x="4093117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4" name="Stage1_sixpanel_8085">
            <a:extLst>
              <a:ext uri="{FF2B5EF4-FFF2-40B4-BE49-F238E27FC236}">
                <a16:creationId xmlns:a16="http://schemas.microsoft.com/office/drawing/2014/main" id="{B2196675-A588-44D4-823D-75959CC3E272}"/>
              </a:ext>
            </a:extLst>
          </p:cNvPr>
          <p:cNvSpPr>
            <a:spLocks noGrp="1"/>
          </p:cNvSpPr>
          <p:nvPr/>
        </p:nvSpPr>
        <p:spPr>
          <a:xfrm>
            <a:off x="413139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5" name="Stage1_sixpanel_8086">
            <a:extLst>
              <a:ext uri="{FF2B5EF4-FFF2-40B4-BE49-F238E27FC236}">
                <a16:creationId xmlns:a16="http://schemas.microsoft.com/office/drawing/2014/main" id="{F25A6305-78F4-4321-B9B6-2ED8C803EC47}"/>
              </a:ext>
            </a:extLst>
          </p:cNvPr>
          <p:cNvSpPr>
            <a:spLocks noGrp="1"/>
          </p:cNvSpPr>
          <p:nvPr/>
        </p:nvSpPr>
        <p:spPr>
          <a:xfrm>
            <a:off x="395228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6" name="Stage1_sixpanel_8087">
            <a:extLst>
              <a:ext uri="{FF2B5EF4-FFF2-40B4-BE49-F238E27FC236}">
                <a16:creationId xmlns:a16="http://schemas.microsoft.com/office/drawing/2014/main" id="{505C98CE-5797-40CD-A4E9-5F00A2FDB466}"/>
              </a:ext>
            </a:extLst>
          </p:cNvPr>
          <p:cNvSpPr>
            <a:spLocks noGrp="1"/>
          </p:cNvSpPr>
          <p:nvPr/>
        </p:nvSpPr>
        <p:spPr>
          <a:xfrm>
            <a:off x="41128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7" name="Stage1_sixpanel_8088">
            <a:extLst>
              <a:ext uri="{FF2B5EF4-FFF2-40B4-BE49-F238E27FC236}">
                <a16:creationId xmlns:a16="http://schemas.microsoft.com/office/drawing/2014/main" id="{B650CF1F-D4ED-43E2-8D3E-E86F67B5260D}"/>
              </a:ext>
            </a:extLst>
          </p:cNvPr>
          <p:cNvSpPr>
            <a:spLocks noGrp="1"/>
          </p:cNvSpPr>
          <p:nvPr/>
        </p:nvSpPr>
        <p:spPr>
          <a:xfrm>
            <a:off x="412393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8" name="Stage1_sixpanel_8089">
            <a:extLst>
              <a:ext uri="{FF2B5EF4-FFF2-40B4-BE49-F238E27FC236}">
                <a16:creationId xmlns:a16="http://schemas.microsoft.com/office/drawing/2014/main" id="{48F28370-EC5E-43A9-8456-00969E51215D}"/>
              </a:ext>
            </a:extLst>
          </p:cNvPr>
          <p:cNvSpPr>
            <a:spLocks noGrp="1"/>
          </p:cNvSpPr>
          <p:nvPr/>
        </p:nvSpPr>
        <p:spPr>
          <a:xfrm>
            <a:off x="394738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19" name="Stage1_sixpanel_8090">
            <a:extLst>
              <a:ext uri="{FF2B5EF4-FFF2-40B4-BE49-F238E27FC236}">
                <a16:creationId xmlns:a16="http://schemas.microsoft.com/office/drawing/2014/main" id="{AB4F5E1F-B76D-4AD4-A55D-1EF795CD8043}"/>
              </a:ext>
            </a:extLst>
          </p:cNvPr>
          <p:cNvSpPr>
            <a:spLocks noGrp="1"/>
          </p:cNvSpPr>
          <p:nvPr/>
        </p:nvSpPr>
        <p:spPr>
          <a:xfrm>
            <a:off x="40357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0" name="Stage1_sixpanel_8091">
            <a:extLst>
              <a:ext uri="{FF2B5EF4-FFF2-40B4-BE49-F238E27FC236}">
                <a16:creationId xmlns:a16="http://schemas.microsoft.com/office/drawing/2014/main" id="{5D7EFCE1-A2F7-4649-9147-404A82223177}"/>
              </a:ext>
            </a:extLst>
          </p:cNvPr>
          <p:cNvSpPr>
            <a:spLocks noGrp="1"/>
          </p:cNvSpPr>
          <p:nvPr/>
        </p:nvSpPr>
        <p:spPr>
          <a:xfrm>
            <a:off x="409015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1" name="Stage1_sixpanel_8092">
            <a:extLst>
              <a:ext uri="{FF2B5EF4-FFF2-40B4-BE49-F238E27FC236}">
                <a16:creationId xmlns:a16="http://schemas.microsoft.com/office/drawing/2014/main" id="{2CE82229-D4DE-4468-9CA5-79197D82CA1C}"/>
              </a:ext>
            </a:extLst>
          </p:cNvPr>
          <p:cNvSpPr>
            <a:spLocks noGrp="1"/>
          </p:cNvSpPr>
          <p:nvPr/>
        </p:nvSpPr>
        <p:spPr>
          <a:xfrm>
            <a:off x="39800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2" name="Stage1_sixpanel_8093">
            <a:extLst>
              <a:ext uri="{FF2B5EF4-FFF2-40B4-BE49-F238E27FC236}">
                <a16:creationId xmlns:a16="http://schemas.microsoft.com/office/drawing/2014/main" id="{EAEEED02-204A-4564-BC37-B66F6CD7B73C}"/>
              </a:ext>
            </a:extLst>
          </p:cNvPr>
          <p:cNvSpPr>
            <a:spLocks noGrp="1"/>
          </p:cNvSpPr>
          <p:nvPr/>
        </p:nvSpPr>
        <p:spPr>
          <a:xfrm>
            <a:off x="40496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3" name="Stage1_sixpanel_8094">
            <a:extLst>
              <a:ext uri="{FF2B5EF4-FFF2-40B4-BE49-F238E27FC236}">
                <a16:creationId xmlns:a16="http://schemas.microsoft.com/office/drawing/2014/main" id="{F6A484C9-0AD8-4D77-A299-A13B8AB9A602}"/>
              </a:ext>
            </a:extLst>
          </p:cNvPr>
          <p:cNvSpPr>
            <a:spLocks noGrp="1"/>
          </p:cNvSpPr>
          <p:nvPr/>
        </p:nvSpPr>
        <p:spPr>
          <a:xfrm>
            <a:off x="412731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4" name="Stage1_sixpanel_8095">
            <a:extLst>
              <a:ext uri="{FF2B5EF4-FFF2-40B4-BE49-F238E27FC236}">
                <a16:creationId xmlns:a16="http://schemas.microsoft.com/office/drawing/2014/main" id="{A9B23E11-37F7-423F-AFFB-2BC0CA3B6DC2}"/>
              </a:ext>
            </a:extLst>
          </p:cNvPr>
          <p:cNvSpPr>
            <a:spLocks noGrp="1"/>
          </p:cNvSpPr>
          <p:nvPr/>
        </p:nvSpPr>
        <p:spPr>
          <a:xfrm>
            <a:off x="4026074" y="76960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5" name="Stage1_sixpanel_8096">
            <a:extLst>
              <a:ext uri="{FF2B5EF4-FFF2-40B4-BE49-F238E27FC236}">
                <a16:creationId xmlns:a16="http://schemas.microsoft.com/office/drawing/2014/main" id="{24E2C4D0-51DF-43A2-A47B-106C123668EF}"/>
              </a:ext>
            </a:extLst>
          </p:cNvPr>
          <p:cNvSpPr>
            <a:spLocks noGrp="1"/>
          </p:cNvSpPr>
          <p:nvPr/>
        </p:nvSpPr>
        <p:spPr>
          <a:xfrm>
            <a:off x="396226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6" name="Stage1_sixpanel_8097">
            <a:extLst>
              <a:ext uri="{FF2B5EF4-FFF2-40B4-BE49-F238E27FC236}">
                <a16:creationId xmlns:a16="http://schemas.microsoft.com/office/drawing/2014/main" id="{9C6500D6-DAEF-497F-ABA9-0BB535FFDD70}"/>
              </a:ext>
            </a:extLst>
          </p:cNvPr>
          <p:cNvSpPr>
            <a:spLocks noGrp="1"/>
          </p:cNvSpPr>
          <p:nvPr/>
        </p:nvSpPr>
        <p:spPr>
          <a:xfrm>
            <a:off x="4116097" y="692268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7" name="Stage1_sixpanel_8098">
            <a:extLst>
              <a:ext uri="{FF2B5EF4-FFF2-40B4-BE49-F238E27FC236}">
                <a16:creationId xmlns:a16="http://schemas.microsoft.com/office/drawing/2014/main" id="{CC579BBD-9EC3-4B1B-B628-A29DC81F3DB0}"/>
              </a:ext>
            </a:extLst>
          </p:cNvPr>
          <p:cNvSpPr>
            <a:spLocks noGrp="1"/>
          </p:cNvSpPr>
          <p:nvPr/>
        </p:nvSpPr>
        <p:spPr>
          <a:xfrm>
            <a:off x="3989606" y="715138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8" name="Stage1_sixpanel_8099">
            <a:extLst>
              <a:ext uri="{FF2B5EF4-FFF2-40B4-BE49-F238E27FC236}">
                <a16:creationId xmlns:a16="http://schemas.microsoft.com/office/drawing/2014/main" id="{254CE1F5-D83D-46A3-8F4B-F24D78A0306A}"/>
              </a:ext>
            </a:extLst>
          </p:cNvPr>
          <p:cNvSpPr>
            <a:spLocks noGrp="1"/>
          </p:cNvSpPr>
          <p:nvPr/>
        </p:nvSpPr>
        <p:spPr>
          <a:xfrm>
            <a:off x="4030242" y="749352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29" name="Stage1_sixpanel_8100">
            <a:extLst>
              <a:ext uri="{FF2B5EF4-FFF2-40B4-BE49-F238E27FC236}">
                <a16:creationId xmlns:a16="http://schemas.microsoft.com/office/drawing/2014/main" id="{8EA67CD3-C1F7-4922-9FA1-D9C8172830F8}"/>
              </a:ext>
            </a:extLst>
          </p:cNvPr>
          <p:cNvSpPr>
            <a:spLocks noGrp="1"/>
          </p:cNvSpPr>
          <p:nvPr/>
        </p:nvSpPr>
        <p:spPr>
          <a:xfrm>
            <a:off x="40522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0" name="Stage1_sixpanel_8101">
            <a:extLst>
              <a:ext uri="{FF2B5EF4-FFF2-40B4-BE49-F238E27FC236}">
                <a16:creationId xmlns:a16="http://schemas.microsoft.com/office/drawing/2014/main" id="{AD6C277B-6985-44C8-A0AF-3AA1855D298D}"/>
              </a:ext>
            </a:extLst>
          </p:cNvPr>
          <p:cNvSpPr>
            <a:spLocks noGrp="1"/>
          </p:cNvSpPr>
          <p:nvPr/>
        </p:nvSpPr>
        <p:spPr>
          <a:xfrm>
            <a:off x="3938372" y="790600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1" name="Stage1_sixpanel_8102">
            <a:extLst>
              <a:ext uri="{FF2B5EF4-FFF2-40B4-BE49-F238E27FC236}">
                <a16:creationId xmlns:a16="http://schemas.microsoft.com/office/drawing/2014/main" id="{EBE6C41F-E7B6-43B4-A597-C727D87C58A2}"/>
              </a:ext>
            </a:extLst>
          </p:cNvPr>
          <p:cNvSpPr>
            <a:spLocks noGrp="1"/>
          </p:cNvSpPr>
          <p:nvPr/>
        </p:nvSpPr>
        <p:spPr>
          <a:xfrm>
            <a:off x="412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2" name="Stage1_sixpanel_8103">
            <a:extLst>
              <a:ext uri="{FF2B5EF4-FFF2-40B4-BE49-F238E27FC236}">
                <a16:creationId xmlns:a16="http://schemas.microsoft.com/office/drawing/2014/main" id="{50710A14-FD3D-4B55-BE37-AD325ACB6162}"/>
              </a:ext>
            </a:extLst>
          </p:cNvPr>
          <p:cNvSpPr>
            <a:spLocks noGrp="1"/>
          </p:cNvSpPr>
          <p:nvPr/>
        </p:nvSpPr>
        <p:spPr>
          <a:xfrm>
            <a:off x="4143511" y="804785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3" name="Stage1_sixpanel_8104">
            <a:extLst>
              <a:ext uri="{FF2B5EF4-FFF2-40B4-BE49-F238E27FC236}">
                <a16:creationId xmlns:a16="http://schemas.microsoft.com/office/drawing/2014/main" id="{57025BC0-725D-4B71-B99A-7885843457BA}"/>
              </a:ext>
            </a:extLst>
          </p:cNvPr>
          <p:cNvSpPr>
            <a:spLocks noGrp="1"/>
          </p:cNvSpPr>
          <p:nvPr/>
        </p:nvSpPr>
        <p:spPr>
          <a:xfrm>
            <a:off x="399941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4" name="Stage1_sixpanel_8105">
            <a:extLst>
              <a:ext uri="{FF2B5EF4-FFF2-40B4-BE49-F238E27FC236}">
                <a16:creationId xmlns:a16="http://schemas.microsoft.com/office/drawing/2014/main" id="{84EB7E7B-E197-4302-A42E-357DB0BA8943}"/>
              </a:ext>
            </a:extLst>
          </p:cNvPr>
          <p:cNvSpPr>
            <a:spLocks noGrp="1"/>
          </p:cNvSpPr>
          <p:nvPr/>
        </p:nvSpPr>
        <p:spPr>
          <a:xfrm>
            <a:off x="4077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5" name="Stage1_sixpanel_8106">
            <a:extLst>
              <a:ext uri="{FF2B5EF4-FFF2-40B4-BE49-F238E27FC236}">
                <a16:creationId xmlns:a16="http://schemas.microsoft.com/office/drawing/2014/main" id="{21E926DB-B75D-4839-AB5A-CBDE78EA51C7}"/>
              </a:ext>
            </a:extLst>
          </p:cNvPr>
          <p:cNvSpPr>
            <a:spLocks noGrp="1"/>
          </p:cNvSpPr>
          <p:nvPr/>
        </p:nvSpPr>
        <p:spPr>
          <a:xfrm>
            <a:off x="4011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6" name="Stage1_sixpanel_8107">
            <a:extLst>
              <a:ext uri="{FF2B5EF4-FFF2-40B4-BE49-F238E27FC236}">
                <a16:creationId xmlns:a16="http://schemas.microsoft.com/office/drawing/2014/main" id="{AC4B685B-49FF-479B-AC83-723F7CDED51F}"/>
              </a:ext>
            </a:extLst>
          </p:cNvPr>
          <p:cNvSpPr>
            <a:spLocks noGrp="1"/>
          </p:cNvSpPr>
          <p:nvPr/>
        </p:nvSpPr>
        <p:spPr>
          <a:xfrm>
            <a:off x="4034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7" name="Stage1_sixpanel_8108">
            <a:extLst>
              <a:ext uri="{FF2B5EF4-FFF2-40B4-BE49-F238E27FC236}">
                <a16:creationId xmlns:a16="http://schemas.microsoft.com/office/drawing/2014/main" id="{B0B50364-6458-453C-AB6F-156E84C915B7}"/>
              </a:ext>
            </a:extLst>
          </p:cNvPr>
          <p:cNvSpPr>
            <a:spLocks noGrp="1"/>
          </p:cNvSpPr>
          <p:nvPr/>
        </p:nvSpPr>
        <p:spPr>
          <a:xfrm>
            <a:off x="4146052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8" name="Stage1_sixpanel_8109">
            <a:extLst>
              <a:ext uri="{FF2B5EF4-FFF2-40B4-BE49-F238E27FC236}">
                <a16:creationId xmlns:a16="http://schemas.microsoft.com/office/drawing/2014/main" id="{4D294044-DA4E-4BB9-A94B-A2B8F24BF6C8}"/>
              </a:ext>
            </a:extLst>
          </p:cNvPr>
          <p:cNvSpPr>
            <a:spLocks noGrp="1"/>
          </p:cNvSpPr>
          <p:nvPr/>
        </p:nvSpPr>
        <p:spPr>
          <a:xfrm>
            <a:off x="404543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39" name="Stage1_sixpanel_8110">
            <a:extLst>
              <a:ext uri="{FF2B5EF4-FFF2-40B4-BE49-F238E27FC236}">
                <a16:creationId xmlns:a16="http://schemas.microsoft.com/office/drawing/2014/main" id="{ADDAE21C-47C3-4DAF-9DDF-A896F96DFCAC}"/>
              </a:ext>
            </a:extLst>
          </p:cNvPr>
          <p:cNvSpPr>
            <a:spLocks noGrp="1"/>
          </p:cNvSpPr>
          <p:nvPr/>
        </p:nvSpPr>
        <p:spPr>
          <a:xfrm>
            <a:off x="414304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0" name="Stage1_sixpanel_8111">
            <a:extLst>
              <a:ext uri="{FF2B5EF4-FFF2-40B4-BE49-F238E27FC236}">
                <a16:creationId xmlns:a16="http://schemas.microsoft.com/office/drawing/2014/main" id="{47FB3B1A-E0C5-4854-A55A-A6CC7C247225}"/>
              </a:ext>
            </a:extLst>
          </p:cNvPr>
          <p:cNvSpPr>
            <a:spLocks noGrp="1"/>
          </p:cNvSpPr>
          <p:nvPr/>
        </p:nvSpPr>
        <p:spPr>
          <a:xfrm>
            <a:off x="4031525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1" name="Stage1_sixpanel_8112">
            <a:extLst>
              <a:ext uri="{FF2B5EF4-FFF2-40B4-BE49-F238E27FC236}">
                <a16:creationId xmlns:a16="http://schemas.microsoft.com/office/drawing/2014/main" id="{AF2F6873-96BA-441E-8F43-C1AF48A4F701}"/>
              </a:ext>
            </a:extLst>
          </p:cNvPr>
          <p:cNvSpPr>
            <a:spLocks noGrp="1"/>
          </p:cNvSpPr>
          <p:nvPr/>
        </p:nvSpPr>
        <p:spPr>
          <a:xfrm>
            <a:off x="41053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2" name="Stage1_sixpanel_8113">
            <a:extLst>
              <a:ext uri="{FF2B5EF4-FFF2-40B4-BE49-F238E27FC236}">
                <a16:creationId xmlns:a16="http://schemas.microsoft.com/office/drawing/2014/main" id="{4A6F7900-79FC-4BB9-9314-2B2B78556390}"/>
              </a:ext>
            </a:extLst>
          </p:cNvPr>
          <p:cNvSpPr>
            <a:spLocks noGrp="1"/>
          </p:cNvSpPr>
          <p:nvPr/>
        </p:nvSpPr>
        <p:spPr>
          <a:xfrm>
            <a:off x="40752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3" name="Stage1_sixpanel_8114">
            <a:extLst>
              <a:ext uri="{FF2B5EF4-FFF2-40B4-BE49-F238E27FC236}">
                <a16:creationId xmlns:a16="http://schemas.microsoft.com/office/drawing/2014/main" id="{BC790967-4224-4DBD-ADFB-ADE23A8C2CB9}"/>
              </a:ext>
            </a:extLst>
          </p:cNvPr>
          <p:cNvSpPr>
            <a:spLocks noGrp="1"/>
          </p:cNvSpPr>
          <p:nvPr/>
        </p:nvSpPr>
        <p:spPr>
          <a:xfrm>
            <a:off x="4066502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4" name="Stage1_sixpanel_8115">
            <a:extLst>
              <a:ext uri="{FF2B5EF4-FFF2-40B4-BE49-F238E27FC236}">
                <a16:creationId xmlns:a16="http://schemas.microsoft.com/office/drawing/2014/main" id="{696A9321-5F4B-43DA-8205-E64A6980B5C9}"/>
              </a:ext>
            </a:extLst>
          </p:cNvPr>
          <p:cNvSpPr>
            <a:spLocks noGrp="1"/>
          </p:cNvSpPr>
          <p:nvPr/>
        </p:nvSpPr>
        <p:spPr>
          <a:xfrm>
            <a:off x="3945944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5" name="Stage1_sixpanel_8116">
            <a:extLst>
              <a:ext uri="{FF2B5EF4-FFF2-40B4-BE49-F238E27FC236}">
                <a16:creationId xmlns:a16="http://schemas.microsoft.com/office/drawing/2014/main" id="{071DDA18-FB9B-459D-8358-32765D7094C4}"/>
              </a:ext>
            </a:extLst>
          </p:cNvPr>
          <p:cNvSpPr>
            <a:spLocks noGrp="1"/>
          </p:cNvSpPr>
          <p:nvPr/>
        </p:nvSpPr>
        <p:spPr>
          <a:xfrm>
            <a:off x="3985060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6" name="Stage1_sixpanel_8117">
            <a:extLst>
              <a:ext uri="{FF2B5EF4-FFF2-40B4-BE49-F238E27FC236}">
                <a16:creationId xmlns:a16="http://schemas.microsoft.com/office/drawing/2014/main" id="{EF01FB59-FD61-4746-9675-0E642B8ECCBE}"/>
              </a:ext>
            </a:extLst>
          </p:cNvPr>
          <p:cNvSpPr>
            <a:spLocks noGrp="1"/>
          </p:cNvSpPr>
          <p:nvPr/>
        </p:nvSpPr>
        <p:spPr>
          <a:xfrm>
            <a:off x="415409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7" name="Stage1_sixpanel_8118">
            <a:extLst>
              <a:ext uri="{FF2B5EF4-FFF2-40B4-BE49-F238E27FC236}">
                <a16:creationId xmlns:a16="http://schemas.microsoft.com/office/drawing/2014/main" id="{876D6F55-B936-4388-837C-59DC51EEC9C7}"/>
              </a:ext>
            </a:extLst>
          </p:cNvPr>
          <p:cNvSpPr>
            <a:spLocks noGrp="1"/>
          </p:cNvSpPr>
          <p:nvPr/>
        </p:nvSpPr>
        <p:spPr>
          <a:xfrm>
            <a:off x="410073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8" name="Stage1_sixpanel_8119">
            <a:extLst>
              <a:ext uri="{FF2B5EF4-FFF2-40B4-BE49-F238E27FC236}">
                <a16:creationId xmlns:a16="http://schemas.microsoft.com/office/drawing/2014/main" id="{D9BC9F7B-F895-4488-8EC9-37F4BD860F0D}"/>
              </a:ext>
            </a:extLst>
          </p:cNvPr>
          <p:cNvSpPr>
            <a:spLocks noGrp="1"/>
          </p:cNvSpPr>
          <p:nvPr/>
        </p:nvSpPr>
        <p:spPr>
          <a:xfrm>
            <a:off x="4095537" y="771155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49" name="Stage1_sixpanel_8120">
            <a:extLst>
              <a:ext uri="{FF2B5EF4-FFF2-40B4-BE49-F238E27FC236}">
                <a16:creationId xmlns:a16="http://schemas.microsoft.com/office/drawing/2014/main" id="{97C747B8-B420-4072-8833-6E0B302F9A8A}"/>
              </a:ext>
            </a:extLst>
          </p:cNvPr>
          <p:cNvSpPr>
            <a:spLocks noGrp="1"/>
          </p:cNvSpPr>
          <p:nvPr/>
        </p:nvSpPr>
        <p:spPr>
          <a:xfrm>
            <a:off x="3992973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0" name="Stage1_sixpanel_8121">
            <a:extLst>
              <a:ext uri="{FF2B5EF4-FFF2-40B4-BE49-F238E27FC236}">
                <a16:creationId xmlns:a16="http://schemas.microsoft.com/office/drawing/2014/main" id="{6742214D-5CF2-4794-AF4B-D909D5F8720B}"/>
              </a:ext>
            </a:extLst>
          </p:cNvPr>
          <p:cNvSpPr>
            <a:spLocks noGrp="1"/>
          </p:cNvSpPr>
          <p:nvPr/>
        </p:nvSpPr>
        <p:spPr>
          <a:xfrm>
            <a:off x="408232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1" name="Stage1_sixpanel_8122">
            <a:extLst>
              <a:ext uri="{FF2B5EF4-FFF2-40B4-BE49-F238E27FC236}">
                <a16:creationId xmlns:a16="http://schemas.microsoft.com/office/drawing/2014/main" id="{A4C9085C-41B4-41F5-80DB-FCDB86FD8C1E}"/>
              </a:ext>
            </a:extLst>
          </p:cNvPr>
          <p:cNvSpPr>
            <a:spLocks noGrp="1"/>
          </p:cNvSpPr>
          <p:nvPr/>
        </p:nvSpPr>
        <p:spPr>
          <a:xfrm>
            <a:off x="4021563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2" name="Stage1_sixpanel_8123">
            <a:extLst>
              <a:ext uri="{FF2B5EF4-FFF2-40B4-BE49-F238E27FC236}">
                <a16:creationId xmlns:a16="http://schemas.microsoft.com/office/drawing/2014/main" id="{E1451135-00C7-428E-8A3B-D5EDD71C341A}"/>
              </a:ext>
            </a:extLst>
          </p:cNvPr>
          <p:cNvSpPr>
            <a:spLocks noGrp="1"/>
          </p:cNvSpPr>
          <p:nvPr/>
        </p:nvSpPr>
        <p:spPr>
          <a:xfrm>
            <a:off x="39449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3" name="Stage1_sixpanel_8124">
            <a:extLst>
              <a:ext uri="{FF2B5EF4-FFF2-40B4-BE49-F238E27FC236}">
                <a16:creationId xmlns:a16="http://schemas.microsoft.com/office/drawing/2014/main" id="{6C5B0EAE-61BB-4217-99F8-B0F652D800B2}"/>
              </a:ext>
            </a:extLst>
          </p:cNvPr>
          <p:cNvSpPr>
            <a:spLocks noGrp="1"/>
          </p:cNvSpPr>
          <p:nvPr/>
        </p:nvSpPr>
        <p:spPr>
          <a:xfrm>
            <a:off x="3967846" y="71203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4" name="Stage1_sixpanel_8125">
            <a:extLst>
              <a:ext uri="{FF2B5EF4-FFF2-40B4-BE49-F238E27FC236}">
                <a16:creationId xmlns:a16="http://schemas.microsoft.com/office/drawing/2014/main" id="{217E400A-A5D7-4FD0-8B4F-9695D9E30C40}"/>
              </a:ext>
            </a:extLst>
          </p:cNvPr>
          <p:cNvSpPr>
            <a:spLocks noGrp="1"/>
          </p:cNvSpPr>
          <p:nvPr/>
        </p:nvSpPr>
        <p:spPr>
          <a:xfrm>
            <a:off x="410408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5" name="Stage1_sixpanel_8126">
            <a:extLst>
              <a:ext uri="{FF2B5EF4-FFF2-40B4-BE49-F238E27FC236}">
                <a16:creationId xmlns:a16="http://schemas.microsoft.com/office/drawing/2014/main" id="{DC8DA3E5-B4A2-4249-8EFE-D5610DC2925E}"/>
              </a:ext>
            </a:extLst>
          </p:cNvPr>
          <p:cNvSpPr>
            <a:spLocks noGrp="1"/>
          </p:cNvSpPr>
          <p:nvPr/>
        </p:nvSpPr>
        <p:spPr>
          <a:xfrm>
            <a:off x="41349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6" name="Stage1_sixpanel_8127">
            <a:extLst>
              <a:ext uri="{FF2B5EF4-FFF2-40B4-BE49-F238E27FC236}">
                <a16:creationId xmlns:a16="http://schemas.microsoft.com/office/drawing/2014/main" id="{37C2E063-621C-450C-BBD0-97C031442CC7}"/>
              </a:ext>
            </a:extLst>
          </p:cNvPr>
          <p:cNvSpPr>
            <a:spLocks noGrp="1"/>
          </p:cNvSpPr>
          <p:nvPr/>
        </p:nvSpPr>
        <p:spPr>
          <a:xfrm>
            <a:off x="4046690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7" name="Stage1_sixpanel_8128">
            <a:extLst>
              <a:ext uri="{FF2B5EF4-FFF2-40B4-BE49-F238E27FC236}">
                <a16:creationId xmlns:a16="http://schemas.microsoft.com/office/drawing/2014/main" id="{DBDE641F-FBC8-4C2B-9CBD-B7E4BF89296E}"/>
              </a:ext>
            </a:extLst>
          </p:cNvPr>
          <p:cNvSpPr>
            <a:spLocks noGrp="1"/>
          </p:cNvSpPr>
          <p:nvPr/>
        </p:nvSpPr>
        <p:spPr>
          <a:xfrm>
            <a:off x="406877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8" name="Stage1_sixpanel_8129">
            <a:extLst>
              <a:ext uri="{FF2B5EF4-FFF2-40B4-BE49-F238E27FC236}">
                <a16:creationId xmlns:a16="http://schemas.microsoft.com/office/drawing/2014/main" id="{A4AA8DA2-CD22-4BBA-979E-828A3B7E7DF6}"/>
              </a:ext>
            </a:extLst>
          </p:cNvPr>
          <p:cNvSpPr>
            <a:spLocks noGrp="1"/>
          </p:cNvSpPr>
          <p:nvPr/>
        </p:nvSpPr>
        <p:spPr>
          <a:xfrm>
            <a:off x="40106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59" name="Stage1_sixpanel_8130">
            <a:extLst>
              <a:ext uri="{FF2B5EF4-FFF2-40B4-BE49-F238E27FC236}">
                <a16:creationId xmlns:a16="http://schemas.microsoft.com/office/drawing/2014/main" id="{0A698C9F-7E58-4F73-9348-9D0024AB9198}"/>
              </a:ext>
            </a:extLst>
          </p:cNvPr>
          <p:cNvSpPr>
            <a:spLocks noGrp="1"/>
          </p:cNvSpPr>
          <p:nvPr/>
        </p:nvSpPr>
        <p:spPr>
          <a:xfrm>
            <a:off x="3962041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0" name="Stage1_sixpanel_8131">
            <a:extLst>
              <a:ext uri="{FF2B5EF4-FFF2-40B4-BE49-F238E27FC236}">
                <a16:creationId xmlns:a16="http://schemas.microsoft.com/office/drawing/2014/main" id="{70DF900E-8BD1-4303-9ECA-DD5598C6DE6E}"/>
              </a:ext>
            </a:extLst>
          </p:cNvPr>
          <p:cNvSpPr>
            <a:spLocks noGrp="1"/>
          </p:cNvSpPr>
          <p:nvPr/>
        </p:nvSpPr>
        <p:spPr>
          <a:xfrm>
            <a:off x="398465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1" name="Stage1_sixpanel_8132">
            <a:extLst>
              <a:ext uri="{FF2B5EF4-FFF2-40B4-BE49-F238E27FC236}">
                <a16:creationId xmlns:a16="http://schemas.microsoft.com/office/drawing/2014/main" id="{4781FE7F-EA05-4D12-BDE8-18FA0B797EB5}"/>
              </a:ext>
            </a:extLst>
          </p:cNvPr>
          <p:cNvSpPr>
            <a:spLocks noGrp="1"/>
          </p:cNvSpPr>
          <p:nvPr/>
        </p:nvSpPr>
        <p:spPr>
          <a:xfrm>
            <a:off x="395628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2" name="Stage1_sixpanel_8133">
            <a:extLst>
              <a:ext uri="{FF2B5EF4-FFF2-40B4-BE49-F238E27FC236}">
                <a16:creationId xmlns:a16="http://schemas.microsoft.com/office/drawing/2014/main" id="{E12B4E02-5AB0-492D-887A-6B02ED189E7C}"/>
              </a:ext>
            </a:extLst>
          </p:cNvPr>
          <p:cNvSpPr>
            <a:spLocks noGrp="1"/>
          </p:cNvSpPr>
          <p:nvPr/>
        </p:nvSpPr>
        <p:spPr>
          <a:xfrm>
            <a:off x="3999747" y="73609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3" name="Stage1_sixpanel_8134">
            <a:extLst>
              <a:ext uri="{FF2B5EF4-FFF2-40B4-BE49-F238E27FC236}">
                <a16:creationId xmlns:a16="http://schemas.microsoft.com/office/drawing/2014/main" id="{221AAB52-1B7F-4753-946F-5EC30412B1B5}"/>
              </a:ext>
            </a:extLst>
          </p:cNvPr>
          <p:cNvSpPr>
            <a:spLocks noGrp="1"/>
          </p:cNvSpPr>
          <p:nvPr/>
        </p:nvSpPr>
        <p:spPr>
          <a:xfrm>
            <a:off x="397918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4" name="Stage1_sixpanel_8135">
            <a:extLst>
              <a:ext uri="{FF2B5EF4-FFF2-40B4-BE49-F238E27FC236}">
                <a16:creationId xmlns:a16="http://schemas.microsoft.com/office/drawing/2014/main" id="{2BB2C15D-8815-4263-9799-0FF697B8400F}"/>
              </a:ext>
            </a:extLst>
          </p:cNvPr>
          <p:cNvSpPr>
            <a:spLocks noGrp="1"/>
          </p:cNvSpPr>
          <p:nvPr/>
        </p:nvSpPr>
        <p:spPr>
          <a:xfrm>
            <a:off x="401915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5" name="Stage1_sixpanel_8136">
            <a:extLst>
              <a:ext uri="{FF2B5EF4-FFF2-40B4-BE49-F238E27FC236}">
                <a16:creationId xmlns:a16="http://schemas.microsoft.com/office/drawing/2014/main" id="{8AD55900-F25B-480E-856E-A0BFD5AE0C76}"/>
              </a:ext>
            </a:extLst>
          </p:cNvPr>
          <p:cNvSpPr>
            <a:spLocks noGrp="1"/>
          </p:cNvSpPr>
          <p:nvPr/>
        </p:nvSpPr>
        <p:spPr>
          <a:xfrm>
            <a:off x="410107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6" name="Stage1_sixpanel_8137">
            <a:extLst>
              <a:ext uri="{FF2B5EF4-FFF2-40B4-BE49-F238E27FC236}">
                <a16:creationId xmlns:a16="http://schemas.microsoft.com/office/drawing/2014/main" id="{43E0DD5F-A079-4A36-8D8E-D68BA9474257}"/>
              </a:ext>
            </a:extLst>
          </p:cNvPr>
          <p:cNvSpPr>
            <a:spLocks noGrp="1"/>
          </p:cNvSpPr>
          <p:nvPr/>
        </p:nvSpPr>
        <p:spPr>
          <a:xfrm>
            <a:off x="40192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7" name="Stage1_sixpanel_8138">
            <a:extLst>
              <a:ext uri="{FF2B5EF4-FFF2-40B4-BE49-F238E27FC236}">
                <a16:creationId xmlns:a16="http://schemas.microsoft.com/office/drawing/2014/main" id="{9C8D49BA-73DC-4CC6-913D-8B3BEBDE1B05}"/>
              </a:ext>
            </a:extLst>
          </p:cNvPr>
          <p:cNvSpPr>
            <a:spLocks noGrp="1"/>
          </p:cNvSpPr>
          <p:nvPr/>
        </p:nvSpPr>
        <p:spPr>
          <a:xfrm>
            <a:off x="4117804" y="694846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8" name="Stage1_sixpanel_8139">
            <a:extLst>
              <a:ext uri="{FF2B5EF4-FFF2-40B4-BE49-F238E27FC236}">
                <a16:creationId xmlns:a16="http://schemas.microsoft.com/office/drawing/2014/main" id="{01B6FF09-18AD-43F9-B054-F1C9087C7279}"/>
              </a:ext>
            </a:extLst>
          </p:cNvPr>
          <p:cNvSpPr>
            <a:spLocks noGrp="1"/>
          </p:cNvSpPr>
          <p:nvPr/>
        </p:nvSpPr>
        <p:spPr>
          <a:xfrm>
            <a:off x="403653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69" name="Stage1_sixpanel_8140">
            <a:extLst>
              <a:ext uri="{FF2B5EF4-FFF2-40B4-BE49-F238E27FC236}">
                <a16:creationId xmlns:a16="http://schemas.microsoft.com/office/drawing/2014/main" id="{03EC52FC-D46A-4C59-9BF7-57D5DA082E24}"/>
              </a:ext>
            </a:extLst>
          </p:cNvPr>
          <p:cNvSpPr>
            <a:spLocks noGrp="1"/>
          </p:cNvSpPr>
          <p:nvPr/>
        </p:nvSpPr>
        <p:spPr>
          <a:xfrm>
            <a:off x="405522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0" name="Stage1_sixpanel_8141">
            <a:extLst>
              <a:ext uri="{FF2B5EF4-FFF2-40B4-BE49-F238E27FC236}">
                <a16:creationId xmlns:a16="http://schemas.microsoft.com/office/drawing/2014/main" id="{75A96639-2E19-4E64-B00E-685EC8EF2126}"/>
              </a:ext>
            </a:extLst>
          </p:cNvPr>
          <p:cNvSpPr>
            <a:spLocks noGrp="1"/>
          </p:cNvSpPr>
          <p:nvPr/>
        </p:nvSpPr>
        <p:spPr>
          <a:xfrm>
            <a:off x="405395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1" name="Stage1_sixpanel_8142">
            <a:extLst>
              <a:ext uri="{FF2B5EF4-FFF2-40B4-BE49-F238E27FC236}">
                <a16:creationId xmlns:a16="http://schemas.microsoft.com/office/drawing/2014/main" id="{424E1361-D6B2-47FB-B223-D351D9902E4A}"/>
              </a:ext>
            </a:extLst>
          </p:cNvPr>
          <p:cNvSpPr>
            <a:spLocks noGrp="1"/>
          </p:cNvSpPr>
          <p:nvPr/>
        </p:nvSpPr>
        <p:spPr>
          <a:xfrm>
            <a:off x="4117654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2" name="Stage1_sixpanel_8143">
            <a:extLst>
              <a:ext uri="{FF2B5EF4-FFF2-40B4-BE49-F238E27FC236}">
                <a16:creationId xmlns:a16="http://schemas.microsoft.com/office/drawing/2014/main" id="{F11CB303-E540-4D33-82DA-01D4D7463B20}"/>
              </a:ext>
            </a:extLst>
          </p:cNvPr>
          <p:cNvSpPr>
            <a:spLocks noGrp="1"/>
          </p:cNvSpPr>
          <p:nvPr/>
        </p:nvSpPr>
        <p:spPr>
          <a:xfrm>
            <a:off x="41229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3" name="Stage1_sixpanel_8144">
            <a:extLst>
              <a:ext uri="{FF2B5EF4-FFF2-40B4-BE49-F238E27FC236}">
                <a16:creationId xmlns:a16="http://schemas.microsoft.com/office/drawing/2014/main" id="{7E9664A2-A209-41A6-A81D-15AD67594A9F}"/>
              </a:ext>
            </a:extLst>
          </p:cNvPr>
          <p:cNvSpPr>
            <a:spLocks noGrp="1"/>
          </p:cNvSpPr>
          <p:nvPr/>
        </p:nvSpPr>
        <p:spPr>
          <a:xfrm>
            <a:off x="4107764" y="72936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4" name="Stage1_sixpanel_8145">
            <a:extLst>
              <a:ext uri="{FF2B5EF4-FFF2-40B4-BE49-F238E27FC236}">
                <a16:creationId xmlns:a16="http://schemas.microsoft.com/office/drawing/2014/main" id="{1F6F4FCC-1E58-43FA-B29F-539F58441D45}"/>
              </a:ext>
            </a:extLst>
          </p:cNvPr>
          <p:cNvSpPr>
            <a:spLocks noGrp="1"/>
          </p:cNvSpPr>
          <p:nvPr/>
        </p:nvSpPr>
        <p:spPr>
          <a:xfrm>
            <a:off x="398731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5" name="Stage1_sixpanel_8146">
            <a:extLst>
              <a:ext uri="{FF2B5EF4-FFF2-40B4-BE49-F238E27FC236}">
                <a16:creationId xmlns:a16="http://schemas.microsoft.com/office/drawing/2014/main" id="{8DC0C497-9421-4B4C-88E1-04456FFB94D8}"/>
              </a:ext>
            </a:extLst>
          </p:cNvPr>
          <p:cNvSpPr>
            <a:spLocks noGrp="1"/>
          </p:cNvSpPr>
          <p:nvPr/>
        </p:nvSpPr>
        <p:spPr>
          <a:xfrm>
            <a:off x="395862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6" name="Stage1_sixpanel_8147">
            <a:extLst>
              <a:ext uri="{FF2B5EF4-FFF2-40B4-BE49-F238E27FC236}">
                <a16:creationId xmlns:a16="http://schemas.microsoft.com/office/drawing/2014/main" id="{CE446EF4-6C5C-4841-92AA-69AB58B0E59D}"/>
              </a:ext>
            </a:extLst>
          </p:cNvPr>
          <p:cNvSpPr>
            <a:spLocks noGrp="1"/>
          </p:cNvSpPr>
          <p:nvPr/>
        </p:nvSpPr>
        <p:spPr>
          <a:xfrm>
            <a:off x="397330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7" name="Stage1_sixpanel_8148">
            <a:extLst>
              <a:ext uri="{FF2B5EF4-FFF2-40B4-BE49-F238E27FC236}">
                <a16:creationId xmlns:a16="http://schemas.microsoft.com/office/drawing/2014/main" id="{5470474E-F20E-4050-9EDC-CB2916A5964C}"/>
              </a:ext>
            </a:extLst>
          </p:cNvPr>
          <p:cNvSpPr>
            <a:spLocks noGrp="1"/>
          </p:cNvSpPr>
          <p:nvPr/>
        </p:nvSpPr>
        <p:spPr>
          <a:xfrm>
            <a:off x="41211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8" name="Stage1_sixpanel_8149">
            <a:extLst>
              <a:ext uri="{FF2B5EF4-FFF2-40B4-BE49-F238E27FC236}">
                <a16:creationId xmlns:a16="http://schemas.microsoft.com/office/drawing/2014/main" id="{96605572-8418-4BA3-9913-8CB8DF25FA08}"/>
              </a:ext>
            </a:extLst>
          </p:cNvPr>
          <p:cNvSpPr>
            <a:spLocks noGrp="1"/>
          </p:cNvSpPr>
          <p:nvPr/>
        </p:nvSpPr>
        <p:spPr>
          <a:xfrm>
            <a:off x="40389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79" name="Stage1_sixpanel_8150">
            <a:extLst>
              <a:ext uri="{FF2B5EF4-FFF2-40B4-BE49-F238E27FC236}">
                <a16:creationId xmlns:a16="http://schemas.microsoft.com/office/drawing/2014/main" id="{AE34F2F2-9BDB-42AF-AD36-1A1DB031AF2D}"/>
              </a:ext>
            </a:extLst>
          </p:cNvPr>
          <p:cNvSpPr>
            <a:spLocks noGrp="1"/>
          </p:cNvSpPr>
          <p:nvPr/>
        </p:nvSpPr>
        <p:spPr>
          <a:xfrm>
            <a:off x="394591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0" name="Stage1_sixpanel_8151">
            <a:extLst>
              <a:ext uri="{FF2B5EF4-FFF2-40B4-BE49-F238E27FC236}">
                <a16:creationId xmlns:a16="http://schemas.microsoft.com/office/drawing/2014/main" id="{88B54671-5072-4BCF-A04A-79E90A4CC36E}"/>
              </a:ext>
            </a:extLst>
          </p:cNvPr>
          <p:cNvSpPr>
            <a:spLocks noGrp="1"/>
          </p:cNvSpPr>
          <p:nvPr/>
        </p:nvSpPr>
        <p:spPr>
          <a:xfrm>
            <a:off x="401956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1" name="Stage1_sixpanel_8152">
            <a:extLst>
              <a:ext uri="{FF2B5EF4-FFF2-40B4-BE49-F238E27FC236}">
                <a16:creationId xmlns:a16="http://schemas.microsoft.com/office/drawing/2014/main" id="{2900A8E4-6AD2-4B2B-A23D-837EC54653A9}"/>
              </a:ext>
            </a:extLst>
          </p:cNvPr>
          <p:cNvSpPr>
            <a:spLocks noGrp="1"/>
          </p:cNvSpPr>
          <p:nvPr/>
        </p:nvSpPr>
        <p:spPr>
          <a:xfrm>
            <a:off x="3938762" y="740219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2" name="Stage1_sixpanel_8153">
            <a:extLst>
              <a:ext uri="{FF2B5EF4-FFF2-40B4-BE49-F238E27FC236}">
                <a16:creationId xmlns:a16="http://schemas.microsoft.com/office/drawing/2014/main" id="{0EC2E151-58B6-48CD-837B-A1CC79959B81}"/>
              </a:ext>
            </a:extLst>
          </p:cNvPr>
          <p:cNvSpPr>
            <a:spLocks noGrp="1"/>
          </p:cNvSpPr>
          <p:nvPr/>
        </p:nvSpPr>
        <p:spPr>
          <a:xfrm>
            <a:off x="40371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3" name="Stage1_sixpanel_8154">
            <a:extLst>
              <a:ext uri="{FF2B5EF4-FFF2-40B4-BE49-F238E27FC236}">
                <a16:creationId xmlns:a16="http://schemas.microsoft.com/office/drawing/2014/main" id="{92F9D7F2-CCB6-41D1-B768-1C530CEF8F18}"/>
              </a:ext>
            </a:extLst>
          </p:cNvPr>
          <p:cNvSpPr>
            <a:spLocks noGrp="1"/>
          </p:cNvSpPr>
          <p:nvPr/>
        </p:nvSpPr>
        <p:spPr>
          <a:xfrm>
            <a:off x="40389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4" name="Stage1_sixpanel_8155">
            <a:extLst>
              <a:ext uri="{FF2B5EF4-FFF2-40B4-BE49-F238E27FC236}">
                <a16:creationId xmlns:a16="http://schemas.microsoft.com/office/drawing/2014/main" id="{C5838CFE-342F-4E7E-A041-31948989C3E4}"/>
              </a:ext>
            </a:extLst>
          </p:cNvPr>
          <p:cNvSpPr>
            <a:spLocks noGrp="1"/>
          </p:cNvSpPr>
          <p:nvPr/>
        </p:nvSpPr>
        <p:spPr>
          <a:xfrm>
            <a:off x="39723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5" name="Stage1_sixpanel_8156">
            <a:extLst>
              <a:ext uri="{FF2B5EF4-FFF2-40B4-BE49-F238E27FC236}">
                <a16:creationId xmlns:a16="http://schemas.microsoft.com/office/drawing/2014/main" id="{1C2201A5-120A-45D7-95F7-05528E96F91A}"/>
              </a:ext>
            </a:extLst>
          </p:cNvPr>
          <p:cNvSpPr>
            <a:spLocks noGrp="1"/>
          </p:cNvSpPr>
          <p:nvPr/>
        </p:nvSpPr>
        <p:spPr>
          <a:xfrm>
            <a:off x="40813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6" name="Stage1_sixpanel_8157">
            <a:extLst>
              <a:ext uri="{FF2B5EF4-FFF2-40B4-BE49-F238E27FC236}">
                <a16:creationId xmlns:a16="http://schemas.microsoft.com/office/drawing/2014/main" id="{6EDA23B0-2A67-4AB0-BADB-79FAFD73BC5F}"/>
              </a:ext>
            </a:extLst>
          </p:cNvPr>
          <p:cNvSpPr>
            <a:spLocks noGrp="1"/>
          </p:cNvSpPr>
          <p:nvPr/>
        </p:nvSpPr>
        <p:spPr>
          <a:xfrm>
            <a:off x="4146538" y="73212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7" name="Stage1_sixpanel_8158">
            <a:extLst>
              <a:ext uri="{FF2B5EF4-FFF2-40B4-BE49-F238E27FC236}">
                <a16:creationId xmlns:a16="http://schemas.microsoft.com/office/drawing/2014/main" id="{E3056B89-F4E6-4E91-B24B-002545DE63B3}"/>
              </a:ext>
            </a:extLst>
          </p:cNvPr>
          <p:cNvSpPr>
            <a:spLocks noGrp="1"/>
          </p:cNvSpPr>
          <p:nvPr/>
        </p:nvSpPr>
        <p:spPr>
          <a:xfrm>
            <a:off x="4128366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8" name="Stage1_sixpanel_8159">
            <a:extLst>
              <a:ext uri="{FF2B5EF4-FFF2-40B4-BE49-F238E27FC236}">
                <a16:creationId xmlns:a16="http://schemas.microsoft.com/office/drawing/2014/main" id="{4472516E-5288-4E8E-8C5B-477A0DDD6251}"/>
              </a:ext>
            </a:extLst>
          </p:cNvPr>
          <p:cNvSpPr>
            <a:spLocks noGrp="1"/>
          </p:cNvSpPr>
          <p:nvPr/>
        </p:nvSpPr>
        <p:spPr>
          <a:xfrm>
            <a:off x="40409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89" name="Stage1_sixpanel_8160">
            <a:extLst>
              <a:ext uri="{FF2B5EF4-FFF2-40B4-BE49-F238E27FC236}">
                <a16:creationId xmlns:a16="http://schemas.microsoft.com/office/drawing/2014/main" id="{BBE1E80B-570C-413F-A819-23278BF7E069}"/>
              </a:ext>
            </a:extLst>
          </p:cNvPr>
          <p:cNvSpPr>
            <a:spLocks noGrp="1"/>
          </p:cNvSpPr>
          <p:nvPr/>
        </p:nvSpPr>
        <p:spPr>
          <a:xfrm>
            <a:off x="405080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0" name="Stage1_sixpanel_8161">
            <a:extLst>
              <a:ext uri="{FF2B5EF4-FFF2-40B4-BE49-F238E27FC236}">
                <a16:creationId xmlns:a16="http://schemas.microsoft.com/office/drawing/2014/main" id="{CAEA1995-DF4B-42A1-97C2-170F63283559}"/>
              </a:ext>
            </a:extLst>
          </p:cNvPr>
          <p:cNvSpPr>
            <a:spLocks noGrp="1"/>
          </p:cNvSpPr>
          <p:nvPr/>
        </p:nvSpPr>
        <p:spPr>
          <a:xfrm>
            <a:off x="413531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1" name="Stage1_sixpanel_8162">
            <a:extLst>
              <a:ext uri="{FF2B5EF4-FFF2-40B4-BE49-F238E27FC236}">
                <a16:creationId xmlns:a16="http://schemas.microsoft.com/office/drawing/2014/main" id="{F6EF3806-9954-461D-9144-DF8FA9EEB2A8}"/>
              </a:ext>
            </a:extLst>
          </p:cNvPr>
          <p:cNvSpPr>
            <a:spLocks noGrp="1"/>
          </p:cNvSpPr>
          <p:nvPr/>
        </p:nvSpPr>
        <p:spPr>
          <a:xfrm>
            <a:off x="4089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2" name="Stage1_sixpanel_8163">
            <a:extLst>
              <a:ext uri="{FF2B5EF4-FFF2-40B4-BE49-F238E27FC236}">
                <a16:creationId xmlns:a16="http://schemas.microsoft.com/office/drawing/2014/main" id="{293DA874-AEC5-4E4D-B3DC-9519B111875E}"/>
              </a:ext>
            </a:extLst>
          </p:cNvPr>
          <p:cNvSpPr>
            <a:spLocks noGrp="1"/>
          </p:cNvSpPr>
          <p:nvPr/>
        </p:nvSpPr>
        <p:spPr>
          <a:xfrm>
            <a:off x="404472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3" name="Stage1_sixpanel_8164">
            <a:extLst>
              <a:ext uri="{FF2B5EF4-FFF2-40B4-BE49-F238E27FC236}">
                <a16:creationId xmlns:a16="http://schemas.microsoft.com/office/drawing/2014/main" id="{F5C6F1BC-CD60-45FD-B075-8F736CA1032E}"/>
              </a:ext>
            </a:extLst>
          </p:cNvPr>
          <p:cNvSpPr>
            <a:spLocks noGrp="1"/>
          </p:cNvSpPr>
          <p:nvPr/>
        </p:nvSpPr>
        <p:spPr>
          <a:xfrm>
            <a:off x="41556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4" name="Stage1_sixpanel_8165">
            <a:extLst>
              <a:ext uri="{FF2B5EF4-FFF2-40B4-BE49-F238E27FC236}">
                <a16:creationId xmlns:a16="http://schemas.microsoft.com/office/drawing/2014/main" id="{B1ECC846-AD40-49C6-9CC1-6E2515FCE659}"/>
              </a:ext>
            </a:extLst>
          </p:cNvPr>
          <p:cNvSpPr>
            <a:spLocks noGrp="1"/>
          </p:cNvSpPr>
          <p:nvPr/>
        </p:nvSpPr>
        <p:spPr>
          <a:xfrm>
            <a:off x="393899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5" name="Stage1_sixpanel_8166">
            <a:extLst>
              <a:ext uri="{FF2B5EF4-FFF2-40B4-BE49-F238E27FC236}">
                <a16:creationId xmlns:a16="http://schemas.microsoft.com/office/drawing/2014/main" id="{C1EC83E8-5A7C-41A4-AB0D-070E3D27F53A}"/>
              </a:ext>
            </a:extLst>
          </p:cNvPr>
          <p:cNvSpPr>
            <a:spLocks noGrp="1"/>
          </p:cNvSpPr>
          <p:nvPr/>
        </p:nvSpPr>
        <p:spPr>
          <a:xfrm>
            <a:off x="4067594" y="73214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6" name="Stage1_sixpanel_8167">
            <a:extLst>
              <a:ext uri="{FF2B5EF4-FFF2-40B4-BE49-F238E27FC236}">
                <a16:creationId xmlns:a16="http://schemas.microsoft.com/office/drawing/2014/main" id="{0F9C7F6C-A54A-4748-98E1-0E4A00E4A0B7}"/>
              </a:ext>
            </a:extLst>
          </p:cNvPr>
          <p:cNvSpPr>
            <a:spLocks noGrp="1"/>
          </p:cNvSpPr>
          <p:nvPr/>
        </p:nvSpPr>
        <p:spPr>
          <a:xfrm>
            <a:off x="39513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7" name="Stage1_sixpanel_8168">
            <a:extLst>
              <a:ext uri="{FF2B5EF4-FFF2-40B4-BE49-F238E27FC236}">
                <a16:creationId xmlns:a16="http://schemas.microsoft.com/office/drawing/2014/main" id="{8066C0C6-AEAD-4565-9D45-65F2AD8EE9EB}"/>
              </a:ext>
            </a:extLst>
          </p:cNvPr>
          <p:cNvSpPr>
            <a:spLocks noGrp="1"/>
          </p:cNvSpPr>
          <p:nvPr/>
        </p:nvSpPr>
        <p:spPr>
          <a:xfrm>
            <a:off x="4131869" y="78507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8" name="Stage1_sixpanel_8169">
            <a:extLst>
              <a:ext uri="{FF2B5EF4-FFF2-40B4-BE49-F238E27FC236}">
                <a16:creationId xmlns:a16="http://schemas.microsoft.com/office/drawing/2014/main" id="{647EF72F-AAC5-4C18-B7AF-6F7B7A9C2A5C}"/>
              </a:ext>
            </a:extLst>
          </p:cNvPr>
          <p:cNvSpPr>
            <a:spLocks noGrp="1"/>
          </p:cNvSpPr>
          <p:nvPr/>
        </p:nvSpPr>
        <p:spPr>
          <a:xfrm>
            <a:off x="40729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2999" name="Stage1_sixpanel_8170">
            <a:extLst>
              <a:ext uri="{FF2B5EF4-FFF2-40B4-BE49-F238E27FC236}">
                <a16:creationId xmlns:a16="http://schemas.microsoft.com/office/drawing/2014/main" id="{562737C7-6E32-43BA-8D45-70383DE9CD17}"/>
              </a:ext>
            </a:extLst>
          </p:cNvPr>
          <p:cNvSpPr>
            <a:spLocks noGrp="1"/>
          </p:cNvSpPr>
          <p:nvPr/>
        </p:nvSpPr>
        <p:spPr>
          <a:xfrm>
            <a:off x="407027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0" name="Stage1_sixpanel_8171">
            <a:extLst>
              <a:ext uri="{FF2B5EF4-FFF2-40B4-BE49-F238E27FC236}">
                <a16:creationId xmlns:a16="http://schemas.microsoft.com/office/drawing/2014/main" id="{0B530B66-3146-42E8-9C48-2389B3911AF1}"/>
              </a:ext>
            </a:extLst>
          </p:cNvPr>
          <p:cNvSpPr>
            <a:spLocks noGrp="1"/>
          </p:cNvSpPr>
          <p:nvPr/>
        </p:nvSpPr>
        <p:spPr>
          <a:xfrm>
            <a:off x="399249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1" name="Stage1_sixpanel_8172">
            <a:extLst>
              <a:ext uri="{FF2B5EF4-FFF2-40B4-BE49-F238E27FC236}">
                <a16:creationId xmlns:a16="http://schemas.microsoft.com/office/drawing/2014/main" id="{E24E389C-27EA-456A-8959-DFA034BE4F95}"/>
              </a:ext>
            </a:extLst>
          </p:cNvPr>
          <p:cNvSpPr>
            <a:spLocks noGrp="1"/>
          </p:cNvSpPr>
          <p:nvPr/>
        </p:nvSpPr>
        <p:spPr>
          <a:xfrm>
            <a:off x="414832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2" name="Stage1_sixpanel_8173">
            <a:extLst>
              <a:ext uri="{FF2B5EF4-FFF2-40B4-BE49-F238E27FC236}">
                <a16:creationId xmlns:a16="http://schemas.microsoft.com/office/drawing/2014/main" id="{82A09EAE-C0AC-494D-A0D2-25EDE417F3F2}"/>
              </a:ext>
            </a:extLst>
          </p:cNvPr>
          <p:cNvSpPr>
            <a:spLocks noGrp="1"/>
          </p:cNvSpPr>
          <p:nvPr/>
        </p:nvSpPr>
        <p:spPr>
          <a:xfrm>
            <a:off x="39731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3" name="Stage1_sixpanel_8174">
            <a:extLst>
              <a:ext uri="{FF2B5EF4-FFF2-40B4-BE49-F238E27FC236}">
                <a16:creationId xmlns:a16="http://schemas.microsoft.com/office/drawing/2014/main" id="{7C4F0AC5-DAA4-456F-B7E1-89A587B2C593}"/>
              </a:ext>
            </a:extLst>
          </p:cNvPr>
          <p:cNvSpPr>
            <a:spLocks noGrp="1"/>
          </p:cNvSpPr>
          <p:nvPr/>
        </p:nvSpPr>
        <p:spPr>
          <a:xfrm>
            <a:off x="401344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4" name="Stage1_sixpanel_8175">
            <a:extLst>
              <a:ext uri="{FF2B5EF4-FFF2-40B4-BE49-F238E27FC236}">
                <a16:creationId xmlns:a16="http://schemas.microsoft.com/office/drawing/2014/main" id="{C76C59C8-95AC-4F39-B944-D508640D1636}"/>
              </a:ext>
            </a:extLst>
          </p:cNvPr>
          <p:cNvSpPr>
            <a:spLocks noGrp="1"/>
          </p:cNvSpPr>
          <p:nvPr/>
        </p:nvSpPr>
        <p:spPr>
          <a:xfrm>
            <a:off x="403070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5" name="Stage1_sixpanel_8176">
            <a:extLst>
              <a:ext uri="{FF2B5EF4-FFF2-40B4-BE49-F238E27FC236}">
                <a16:creationId xmlns:a16="http://schemas.microsoft.com/office/drawing/2014/main" id="{142AE6FC-8652-451D-8F06-050CF4F00712}"/>
              </a:ext>
            </a:extLst>
          </p:cNvPr>
          <p:cNvSpPr>
            <a:spLocks noGrp="1"/>
          </p:cNvSpPr>
          <p:nvPr/>
        </p:nvSpPr>
        <p:spPr>
          <a:xfrm>
            <a:off x="401440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6" name="Stage1_sixpanel_8177">
            <a:extLst>
              <a:ext uri="{FF2B5EF4-FFF2-40B4-BE49-F238E27FC236}">
                <a16:creationId xmlns:a16="http://schemas.microsoft.com/office/drawing/2014/main" id="{72464357-870C-444B-B071-BFD9E5F1B83E}"/>
              </a:ext>
            </a:extLst>
          </p:cNvPr>
          <p:cNvSpPr>
            <a:spLocks noGrp="1"/>
          </p:cNvSpPr>
          <p:nvPr/>
        </p:nvSpPr>
        <p:spPr>
          <a:xfrm>
            <a:off x="40578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7" name="Stage1_sixpanel_8178">
            <a:extLst>
              <a:ext uri="{FF2B5EF4-FFF2-40B4-BE49-F238E27FC236}">
                <a16:creationId xmlns:a16="http://schemas.microsoft.com/office/drawing/2014/main" id="{5D2C97E0-D06C-4791-A9B1-473804AB85DF}"/>
              </a:ext>
            </a:extLst>
          </p:cNvPr>
          <p:cNvSpPr>
            <a:spLocks noGrp="1"/>
          </p:cNvSpPr>
          <p:nvPr/>
        </p:nvSpPr>
        <p:spPr>
          <a:xfrm>
            <a:off x="402499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8" name="Stage1_sixpanel_8179">
            <a:extLst>
              <a:ext uri="{FF2B5EF4-FFF2-40B4-BE49-F238E27FC236}">
                <a16:creationId xmlns:a16="http://schemas.microsoft.com/office/drawing/2014/main" id="{3DBBF3B8-0552-48AB-BD34-6355DDA8BA96}"/>
              </a:ext>
            </a:extLst>
          </p:cNvPr>
          <p:cNvSpPr>
            <a:spLocks noGrp="1"/>
          </p:cNvSpPr>
          <p:nvPr/>
        </p:nvSpPr>
        <p:spPr>
          <a:xfrm>
            <a:off x="398879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09" name="Stage1_sixpanel_8180">
            <a:extLst>
              <a:ext uri="{FF2B5EF4-FFF2-40B4-BE49-F238E27FC236}">
                <a16:creationId xmlns:a16="http://schemas.microsoft.com/office/drawing/2014/main" id="{E93A5AA4-9EF2-4170-803E-E0B42DED4B89}"/>
              </a:ext>
            </a:extLst>
          </p:cNvPr>
          <p:cNvSpPr>
            <a:spLocks noGrp="1"/>
          </p:cNvSpPr>
          <p:nvPr/>
        </p:nvSpPr>
        <p:spPr>
          <a:xfrm>
            <a:off x="408300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0" name="Stage1_sixpanel_8181">
            <a:extLst>
              <a:ext uri="{FF2B5EF4-FFF2-40B4-BE49-F238E27FC236}">
                <a16:creationId xmlns:a16="http://schemas.microsoft.com/office/drawing/2014/main" id="{1214ED03-EC5D-4DFA-8C1A-9B12A12E6632}"/>
              </a:ext>
            </a:extLst>
          </p:cNvPr>
          <p:cNvSpPr>
            <a:spLocks noGrp="1"/>
          </p:cNvSpPr>
          <p:nvPr/>
        </p:nvSpPr>
        <p:spPr>
          <a:xfrm>
            <a:off x="40620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1" name="Stage1_sixpanel_8182">
            <a:extLst>
              <a:ext uri="{FF2B5EF4-FFF2-40B4-BE49-F238E27FC236}">
                <a16:creationId xmlns:a16="http://schemas.microsoft.com/office/drawing/2014/main" id="{2971AF31-9029-4746-8DE1-35ABA57443E4}"/>
              </a:ext>
            </a:extLst>
          </p:cNvPr>
          <p:cNvSpPr>
            <a:spLocks noGrp="1"/>
          </p:cNvSpPr>
          <p:nvPr/>
        </p:nvSpPr>
        <p:spPr>
          <a:xfrm>
            <a:off x="395748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2" name="Stage1_sixpanel_8183">
            <a:extLst>
              <a:ext uri="{FF2B5EF4-FFF2-40B4-BE49-F238E27FC236}">
                <a16:creationId xmlns:a16="http://schemas.microsoft.com/office/drawing/2014/main" id="{45892298-00BD-4E0D-A058-B3B0B671AF23}"/>
              </a:ext>
            </a:extLst>
          </p:cNvPr>
          <p:cNvSpPr>
            <a:spLocks noGrp="1"/>
          </p:cNvSpPr>
          <p:nvPr/>
        </p:nvSpPr>
        <p:spPr>
          <a:xfrm>
            <a:off x="40884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3" name="Stage1_sixpanel_8184">
            <a:extLst>
              <a:ext uri="{FF2B5EF4-FFF2-40B4-BE49-F238E27FC236}">
                <a16:creationId xmlns:a16="http://schemas.microsoft.com/office/drawing/2014/main" id="{303BAE19-5D70-437F-9FAE-CE8B702A764A}"/>
              </a:ext>
            </a:extLst>
          </p:cNvPr>
          <p:cNvSpPr>
            <a:spLocks noGrp="1"/>
          </p:cNvSpPr>
          <p:nvPr/>
        </p:nvSpPr>
        <p:spPr>
          <a:xfrm>
            <a:off x="39589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4" name="Stage1_sixpanel_8185">
            <a:extLst>
              <a:ext uri="{FF2B5EF4-FFF2-40B4-BE49-F238E27FC236}">
                <a16:creationId xmlns:a16="http://schemas.microsoft.com/office/drawing/2014/main" id="{942C8586-CCC1-49B2-A3C1-B447BADDF8CB}"/>
              </a:ext>
            </a:extLst>
          </p:cNvPr>
          <p:cNvSpPr>
            <a:spLocks noGrp="1"/>
          </p:cNvSpPr>
          <p:nvPr/>
        </p:nvSpPr>
        <p:spPr>
          <a:xfrm>
            <a:off x="415122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5" name="Stage1_sixpanel_8186">
            <a:extLst>
              <a:ext uri="{FF2B5EF4-FFF2-40B4-BE49-F238E27FC236}">
                <a16:creationId xmlns:a16="http://schemas.microsoft.com/office/drawing/2014/main" id="{C49DF79D-36D5-42C4-A7BD-E5AC940DB34D}"/>
              </a:ext>
            </a:extLst>
          </p:cNvPr>
          <p:cNvSpPr>
            <a:spLocks noGrp="1"/>
          </p:cNvSpPr>
          <p:nvPr/>
        </p:nvSpPr>
        <p:spPr>
          <a:xfrm>
            <a:off x="403384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6" name="Stage1_sixpanel_8187">
            <a:extLst>
              <a:ext uri="{FF2B5EF4-FFF2-40B4-BE49-F238E27FC236}">
                <a16:creationId xmlns:a16="http://schemas.microsoft.com/office/drawing/2014/main" id="{3BF10755-833A-467D-B5D5-EC7F609A0EE6}"/>
              </a:ext>
            </a:extLst>
          </p:cNvPr>
          <p:cNvSpPr>
            <a:spLocks noGrp="1"/>
          </p:cNvSpPr>
          <p:nvPr/>
        </p:nvSpPr>
        <p:spPr>
          <a:xfrm>
            <a:off x="3961623" y="760155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7" name="Stage1_sixpanel_8188">
            <a:extLst>
              <a:ext uri="{FF2B5EF4-FFF2-40B4-BE49-F238E27FC236}">
                <a16:creationId xmlns:a16="http://schemas.microsoft.com/office/drawing/2014/main" id="{8A3E6E58-2246-42DD-AB5A-314654002D43}"/>
              </a:ext>
            </a:extLst>
          </p:cNvPr>
          <p:cNvSpPr>
            <a:spLocks noGrp="1"/>
          </p:cNvSpPr>
          <p:nvPr/>
        </p:nvSpPr>
        <p:spPr>
          <a:xfrm>
            <a:off x="41022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8" name="Stage1_sixpanel_8189">
            <a:extLst>
              <a:ext uri="{FF2B5EF4-FFF2-40B4-BE49-F238E27FC236}">
                <a16:creationId xmlns:a16="http://schemas.microsoft.com/office/drawing/2014/main" id="{50F70355-8D8A-4791-B971-B5B973715ABF}"/>
              </a:ext>
            </a:extLst>
          </p:cNvPr>
          <p:cNvSpPr>
            <a:spLocks noGrp="1"/>
          </p:cNvSpPr>
          <p:nvPr/>
        </p:nvSpPr>
        <p:spPr>
          <a:xfrm>
            <a:off x="404325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19" name="Stage1_sixpanel_8190">
            <a:extLst>
              <a:ext uri="{FF2B5EF4-FFF2-40B4-BE49-F238E27FC236}">
                <a16:creationId xmlns:a16="http://schemas.microsoft.com/office/drawing/2014/main" id="{6A49C647-EB79-4624-A61C-FE042EDFD926}"/>
              </a:ext>
            </a:extLst>
          </p:cNvPr>
          <p:cNvSpPr>
            <a:spLocks noGrp="1"/>
          </p:cNvSpPr>
          <p:nvPr/>
        </p:nvSpPr>
        <p:spPr>
          <a:xfrm>
            <a:off x="401474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0" name="Stage1_sixpanel_8191">
            <a:extLst>
              <a:ext uri="{FF2B5EF4-FFF2-40B4-BE49-F238E27FC236}">
                <a16:creationId xmlns:a16="http://schemas.microsoft.com/office/drawing/2014/main" id="{3BDF89EB-D2F3-4858-AB88-A8C2366D2808}"/>
              </a:ext>
            </a:extLst>
          </p:cNvPr>
          <p:cNvSpPr>
            <a:spLocks noGrp="1"/>
          </p:cNvSpPr>
          <p:nvPr/>
        </p:nvSpPr>
        <p:spPr>
          <a:xfrm>
            <a:off x="4083726" y="718907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1" name="Stage1_sixpanel_8192">
            <a:extLst>
              <a:ext uri="{FF2B5EF4-FFF2-40B4-BE49-F238E27FC236}">
                <a16:creationId xmlns:a16="http://schemas.microsoft.com/office/drawing/2014/main" id="{7E7A0E09-5EF1-4BA7-B0BC-87FDD33D1D54}"/>
              </a:ext>
            </a:extLst>
          </p:cNvPr>
          <p:cNvSpPr>
            <a:spLocks noGrp="1"/>
          </p:cNvSpPr>
          <p:nvPr/>
        </p:nvSpPr>
        <p:spPr>
          <a:xfrm>
            <a:off x="398521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2" name="Stage1_sixpanel_8193">
            <a:extLst>
              <a:ext uri="{FF2B5EF4-FFF2-40B4-BE49-F238E27FC236}">
                <a16:creationId xmlns:a16="http://schemas.microsoft.com/office/drawing/2014/main" id="{1408A0DC-A2ED-4E67-A666-E4BC9F5CCF5B}"/>
              </a:ext>
            </a:extLst>
          </p:cNvPr>
          <p:cNvSpPr>
            <a:spLocks noGrp="1"/>
          </p:cNvSpPr>
          <p:nvPr/>
        </p:nvSpPr>
        <p:spPr>
          <a:xfrm>
            <a:off x="41288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3" name="Stage1_sixpanel_8194">
            <a:extLst>
              <a:ext uri="{FF2B5EF4-FFF2-40B4-BE49-F238E27FC236}">
                <a16:creationId xmlns:a16="http://schemas.microsoft.com/office/drawing/2014/main" id="{39479B3A-4FAC-4928-8286-241C601E3651}"/>
              </a:ext>
            </a:extLst>
          </p:cNvPr>
          <p:cNvSpPr>
            <a:spLocks noGrp="1"/>
          </p:cNvSpPr>
          <p:nvPr/>
        </p:nvSpPr>
        <p:spPr>
          <a:xfrm>
            <a:off x="403441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4" name="Stage1_sixpanel_8195">
            <a:extLst>
              <a:ext uri="{FF2B5EF4-FFF2-40B4-BE49-F238E27FC236}">
                <a16:creationId xmlns:a16="http://schemas.microsoft.com/office/drawing/2014/main" id="{61745EB8-7DAB-4192-A675-5C6C4B462383}"/>
              </a:ext>
            </a:extLst>
          </p:cNvPr>
          <p:cNvSpPr>
            <a:spLocks noGrp="1"/>
          </p:cNvSpPr>
          <p:nvPr/>
        </p:nvSpPr>
        <p:spPr>
          <a:xfrm>
            <a:off x="39936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5" name="Stage1_sixpanel_8196">
            <a:extLst>
              <a:ext uri="{FF2B5EF4-FFF2-40B4-BE49-F238E27FC236}">
                <a16:creationId xmlns:a16="http://schemas.microsoft.com/office/drawing/2014/main" id="{9C4EFF4C-BF32-4ED8-83E0-BC90D0E9E703}"/>
              </a:ext>
            </a:extLst>
          </p:cNvPr>
          <p:cNvSpPr>
            <a:spLocks noGrp="1"/>
          </p:cNvSpPr>
          <p:nvPr/>
        </p:nvSpPr>
        <p:spPr>
          <a:xfrm>
            <a:off x="40787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6" name="Stage1_sixpanel_8197">
            <a:extLst>
              <a:ext uri="{FF2B5EF4-FFF2-40B4-BE49-F238E27FC236}">
                <a16:creationId xmlns:a16="http://schemas.microsoft.com/office/drawing/2014/main" id="{E88E80F6-200A-4D2C-99E4-C38B5FCD064B}"/>
              </a:ext>
            </a:extLst>
          </p:cNvPr>
          <p:cNvSpPr>
            <a:spLocks noGrp="1"/>
          </p:cNvSpPr>
          <p:nvPr/>
        </p:nvSpPr>
        <p:spPr>
          <a:xfrm>
            <a:off x="395876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7" name="Stage1_sixpanel_8198">
            <a:extLst>
              <a:ext uri="{FF2B5EF4-FFF2-40B4-BE49-F238E27FC236}">
                <a16:creationId xmlns:a16="http://schemas.microsoft.com/office/drawing/2014/main" id="{20587401-B4FB-4F88-BC84-1447F49254A0}"/>
              </a:ext>
            </a:extLst>
          </p:cNvPr>
          <p:cNvSpPr>
            <a:spLocks noGrp="1"/>
          </p:cNvSpPr>
          <p:nvPr/>
        </p:nvSpPr>
        <p:spPr>
          <a:xfrm>
            <a:off x="4134321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8" name="Stage1_sixpanel_8199">
            <a:extLst>
              <a:ext uri="{FF2B5EF4-FFF2-40B4-BE49-F238E27FC236}">
                <a16:creationId xmlns:a16="http://schemas.microsoft.com/office/drawing/2014/main" id="{E9B23C11-D7E6-41A1-BC5C-134F84C59D27}"/>
              </a:ext>
            </a:extLst>
          </p:cNvPr>
          <p:cNvSpPr>
            <a:spLocks noGrp="1"/>
          </p:cNvSpPr>
          <p:nvPr/>
        </p:nvSpPr>
        <p:spPr>
          <a:xfrm>
            <a:off x="4132428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29" name="Stage1_sixpanel_8200">
            <a:extLst>
              <a:ext uri="{FF2B5EF4-FFF2-40B4-BE49-F238E27FC236}">
                <a16:creationId xmlns:a16="http://schemas.microsoft.com/office/drawing/2014/main" id="{8497F8ED-1229-429D-AA25-3C318B576D67}"/>
              </a:ext>
            </a:extLst>
          </p:cNvPr>
          <p:cNvSpPr>
            <a:spLocks noGrp="1"/>
          </p:cNvSpPr>
          <p:nvPr/>
        </p:nvSpPr>
        <p:spPr>
          <a:xfrm>
            <a:off x="412800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0" name="Stage1_sixpanel_8201">
            <a:extLst>
              <a:ext uri="{FF2B5EF4-FFF2-40B4-BE49-F238E27FC236}">
                <a16:creationId xmlns:a16="http://schemas.microsoft.com/office/drawing/2014/main" id="{224BF1C0-EF8A-4D3F-82D7-531E4728E0DB}"/>
              </a:ext>
            </a:extLst>
          </p:cNvPr>
          <p:cNvSpPr>
            <a:spLocks noGrp="1"/>
          </p:cNvSpPr>
          <p:nvPr/>
        </p:nvSpPr>
        <p:spPr>
          <a:xfrm>
            <a:off x="410688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1" name="Stage1_sixpanel_8202">
            <a:extLst>
              <a:ext uri="{FF2B5EF4-FFF2-40B4-BE49-F238E27FC236}">
                <a16:creationId xmlns:a16="http://schemas.microsoft.com/office/drawing/2014/main" id="{F6E53729-2E02-4759-8589-013D9DA5D9E9}"/>
              </a:ext>
            </a:extLst>
          </p:cNvPr>
          <p:cNvSpPr>
            <a:spLocks noGrp="1"/>
          </p:cNvSpPr>
          <p:nvPr/>
        </p:nvSpPr>
        <p:spPr>
          <a:xfrm>
            <a:off x="4068173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2" name="Stage1_sixpanel_8203">
            <a:extLst>
              <a:ext uri="{FF2B5EF4-FFF2-40B4-BE49-F238E27FC236}">
                <a16:creationId xmlns:a16="http://schemas.microsoft.com/office/drawing/2014/main" id="{6E1E5377-B164-45B9-872D-0CFC36249881}"/>
              </a:ext>
            </a:extLst>
          </p:cNvPr>
          <p:cNvSpPr>
            <a:spLocks noGrp="1"/>
          </p:cNvSpPr>
          <p:nvPr/>
        </p:nvSpPr>
        <p:spPr>
          <a:xfrm>
            <a:off x="397171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3" name="Stage1_sixpanel_8204">
            <a:extLst>
              <a:ext uri="{FF2B5EF4-FFF2-40B4-BE49-F238E27FC236}">
                <a16:creationId xmlns:a16="http://schemas.microsoft.com/office/drawing/2014/main" id="{5FBD6802-AE61-45E5-8D2F-B994DE6BF0CF}"/>
              </a:ext>
            </a:extLst>
          </p:cNvPr>
          <p:cNvSpPr>
            <a:spLocks noGrp="1"/>
          </p:cNvSpPr>
          <p:nvPr/>
        </p:nvSpPr>
        <p:spPr>
          <a:xfrm>
            <a:off x="39797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4" name="Stage1_sixpanel_8205">
            <a:extLst>
              <a:ext uri="{FF2B5EF4-FFF2-40B4-BE49-F238E27FC236}">
                <a16:creationId xmlns:a16="http://schemas.microsoft.com/office/drawing/2014/main" id="{D0957838-E164-4B62-BCB7-C822D4196517}"/>
              </a:ext>
            </a:extLst>
          </p:cNvPr>
          <p:cNvSpPr>
            <a:spLocks noGrp="1"/>
          </p:cNvSpPr>
          <p:nvPr/>
        </p:nvSpPr>
        <p:spPr>
          <a:xfrm>
            <a:off x="413037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5" name="Stage1_sixpanel_8206">
            <a:extLst>
              <a:ext uri="{FF2B5EF4-FFF2-40B4-BE49-F238E27FC236}">
                <a16:creationId xmlns:a16="http://schemas.microsoft.com/office/drawing/2014/main" id="{C05F436C-E864-4DED-9174-001D7CA0A069}"/>
              </a:ext>
            </a:extLst>
          </p:cNvPr>
          <p:cNvSpPr>
            <a:spLocks noGrp="1"/>
          </p:cNvSpPr>
          <p:nvPr/>
        </p:nvSpPr>
        <p:spPr>
          <a:xfrm>
            <a:off x="401369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6" name="Stage1_sixpanel_8207">
            <a:extLst>
              <a:ext uri="{FF2B5EF4-FFF2-40B4-BE49-F238E27FC236}">
                <a16:creationId xmlns:a16="http://schemas.microsoft.com/office/drawing/2014/main" id="{D88902A4-C155-400C-B3A9-EC81F5821AE2}"/>
              </a:ext>
            </a:extLst>
          </p:cNvPr>
          <p:cNvSpPr>
            <a:spLocks noGrp="1"/>
          </p:cNvSpPr>
          <p:nvPr/>
        </p:nvSpPr>
        <p:spPr>
          <a:xfrm>
            <a:off x="4118644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7" name="Stage1_sixpanel_8208">
            <a:extLst>
              <a:ext uri="{FF2B5EF4-FFF2-40B4-BE49-F238E27FC236}">
                <a16:creationId xmlns:a16="http://schemas.microsoft.com/office/drawing/2014/main" id="{F06413C8-0C85-4A41-8A89-F51E8D46AE02}"/>
              </a:ext>
            </a:extLst>
          </p:cNvPr>
          <p:cNvSpPr>
            <a:spLocks noGrp="1"/>
          </p:cNvSpPr>
          <p:nvPr/>
        </p:nvSpPr>
        <p:spPr>
          <a:xfrm>
            <a:off x="399636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8" name="Stage1_sixpanel_8209">
            <a:extLst>
              <a:ext uri="{FF2B5EF4-FFF2-40B4-BE49-F238E27FC236}">
                <a16:creationId xmlns:a16="http://schemas.microsoft.com/office/drawing/2014/main" id="{BA336ADE-F7EA-4F1F-B4D9-4B8D4E6AFE6A}"/>
              </a:ext>
            </a:extLst>
          </p:cNvPr>
          <p:cNvSpPr>
            <a:spLocks noGrp="1"/>
          </p:cNvSpPr>
          <p:nvPr/>
        </p:nvSpPr>
        <p:spPr>
          <a:xfrm>
            <a:off x="394561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39" name="Stage1_sixpanel_8210">
            <a:extLst>
              <a:ext uri="{FF2B5EF4-FFF2-40B4-BE49-F238E27FC236}">
                <a16:creationId xmlns:a16="http://schemas.microsoft.com/office/drawing/2014/main" id="{EC271B98-39D5-431E-A918-001E35AA06CA}"/>
              </a:ext>
            </a:extLst>
          </p:cNvPr>
          <p:cNvSpPr>
            <a:spLocks noGrp="1"/>
          </p:cNvSpPr>
          <p:nvPr/>
        </p:nvSpPr>
        <p:spPr>
          <a:xfrm>
            <a:off x="3991092" y="755245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0" name="Stage1_sixpanel_8211">
            <a:extLst>
              <a:ext uri="{FF2B5EF4-FFF2-40B4-BE49-F238E27FC236}">
                <a16:creationId xmlns:a16="http://schemas.microsoft.com/office/drawing/2014/main" id="{B60E778B-9673-47B0-AE51-7C93FC02DF6F}"/>
              </a:ext>
            </a:extLst>
          </p:cNvPr>
          <p:cNvSpPr>
            <a:spLocks noGrp="1"/>
          </p:cNvSpPr>
          <p:nvPr/>
        </p:nvSpPr>
        <p:spPr>
          <a:xfrm>
            <a:off x="4102083" y="702212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1" name="Stage1_sixpanel_8212">
            <a:extLst>
              <a:ext uri="{FF2B5EF4-FFF2-40B4-BE49-F238E27FC236}">
                <a16:creationId xmlns:a16="http://schemas.microsoft.com/office/drawing/2014/main" id="{C9C98E2D-6123-4726-B975-C7E23C41F57B}"/>
              </a:ext>
            </a:extLst>
          </p:cNvPr>
          <p:cNvSpPr>
            <a:spLocks noGrp="1"/>
          </p:cNvSpPr>
          <p:nvPr/>
        </p:nvSpPr>
        <p:spPr>
          <a:xfrm>
            <a:off x="40656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2" name="Stage1_sixpanel_8213">
            <a:extLst>
              <a:ext uri="{FF2B5EF4-FFF2-40B4-BE49-F238E27FC236}">
                <a16:creationId xmlns:a16="http://schemas.microsoft.com/office/drawing/2014/main" id="{2B02B5F9-69AA-45ED-88E9-533EA25E88DC}"/>
              </a:ext>
            </a:extLst>
          </p:cNvPr>
          <p:cNvSpPr>
            <a:spLocks noGrp="1"/>
          </p:cNvSpPr>
          <p:nvPr/>
        </p:nvSpPr>
        <p:spPr>
          <a:xfrm>
            <a:off x="4070832" y="740006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3" name="Stage1_sixpanel_8214">
            <a:extLst>
              <a:ext uri="{FF2B5EF4-FFF2-40B4-BE49-F238E27FC236}">
                <a16:creationId xmlns:a16="http://schemas.microsoft.com/office/drawing/2014/main" id="{AC2575D2-4A9E-4CDB-A35F-E32B0F8187FE}"/>
              </a:ext>
            </a:extLst>
          </p:cNvPr>
          <p:cNvSpPr>
            <a:spLocks noGrp="1"/>
          </p:cNvSpPr>
          <p:nvPr/>
        </p:nvSpPr>
        <p:spPr>
          <a:xfrm>
            <a:off x="4074713" y="758780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4" name="Stage1_sixpanel_8215">
            <a:extLst>
              <a:ext uri="{FF2B5EF4-FFF2-40B4-BE49-F238E27FC236}">
                <a16:creationId xmlns:a16="http://schemas.microsoft.com/office/drawing/2014/main" id="{A17A0191-E1ED-4482-B0CD-D2F83005C89F}"/>
              </a:ext>
            </a:extLst>
          </p:cNvPr>
          <p:cNvSpPr>
            <a:spLocks noGrp="1"/>
          </p:cNvSpPr>
          <p:nvPr/>
        </p:nvSpPr>
        <p:spPr>
          <a:xfrm>
            <a:off x="410054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5" name="Stage1_sixpanel_8216">
            <a:extLst>
              <a:ext uri="{FF2B5EF4-FFF2-40B4-BE49-F238E27FC236}">
                <a16:creationId xmlns:a16="http://schemas.microsoft.com/office/drawing/2014/main" id="{00394933-7D21-4975-A29C-52324537AD62}"/>
              </a:ext>
            </a:extLst>
          </p:cNvPr>
          <p:cNvSpPr>
            <a:spLocks noGrp="1"/>
          </p:cNvSpPr>
          <p:nvPr/>
        </p:nvSpPr>
        <p:spPr>
          <a:xfrm>
            <a:off x="3953716" y="806249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6" name="Stage1_sixpanel_8217">
            <a:extLst>
              <a:ext uri="{FF2B5EF4-FFF2-40B4-BE49-F238E27FC236}">
                <a16:creationId xmlns:a16="http://schemas.microsoft.com/office/drawing/2014/main" id="{8B6AFB2A-03C6-444E-AC66-0ABFD58ED716}"/>
              </a:ext>
            </a:extLst>
          </p:cNvPr>
          <p:cNvSpPr>
            <a:spLocks noGrp="1"/>
          </p:cNvSpPr>
          <p:nvPr/>
        </p:nvSpPr>
        <p:spPr>
          <a:xfrm>
            <a:off x="3954073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7" name="Stage1_sixpanel_8218">
            <a:extLst>
              <a:ext uri="{FF2B5EF4-FFF2-40B4-BE49-F238E27FC236}">
                <a16:creationId xmlns:a16="http://schemas.microsoft.com/office/drawing/2014/main" id="{F42C4063-ED6E-4C81-8504-345A0273266E}"/>
              </a:ext>
            </a:extLst>
          </p:cNvPr>
          <p:cNvSpPr>
            <a:spLocks noGrp="1"/>
          </p:cNvSpPr>
          <p:nvPr/>
        </p:nvSpPr>
        <p:spPr>
          <a:xfrm>
            <a:off x="40788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8" name="Stage1_sixpanel_8219">
            <a:extLst>
              <a:ext uri="{FF2B5EF4-FFF2-40B4-BE49-F238E27FC236}">
                <a16:creationId xmlns:a16="http://schemas.microsoft.com/office/drawing/2014/main" id="{2E6C90A8-5986-49F7-95D8-3199E9B6A451}"/>
              </a:ext>
            </a:extLst>
          </p:cNvPr>
          <p:cNvSpPr>
            <a:spLocks noGrp="1"/>
          </p:cNvSpPr>
          <p:nvPr/>
        </p:nvSpPr>
        <p:spPr>
          <a:xfrm>
            <a:off x="395567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49" name="Stage1_sixpanel_8220">
            <a:extLst>
              <a:ext uri="{FF2B5EF4-FFF2-40B4-BE49-F238E27FC236}">
                <a16:creationId xmlns:a16="http://schemas.microsoft.com/office/drawing/2014/main" id="{CF5CFB3A-5A32-45C0-BE7F-1823E4A6273C}"/>
              </a:ext>
            </a:extLst>
          </p:cNvPr>
          <p:cNvSpPr>
            <a:spLocks noGrp="1"/>
          </p:cNvSpPr>
          <p:nvPr/>
        </p:nvSpPr>
        <p:spPr>
          <a:xfrm>
            <a:off x="397994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0" name="Stage1_sixpanel_8221">
            <a:extLst>
              <a:ext uri="{FF2B5EF4-FFF2-40B4-BE49-F238E27FC236}">
                <a16:creationId xmlns:a16="http://schemas.microsoft.com/office/drawing/2014/main" id="{5FAA98FE-4DD8-4A4C-A875-FF452A857D78}"/>
              </a:ext>
            </a:extLst>
          </p:cNvPr>
          <p:cNvSpPr>
            <a:spLocks noGrp="1"/>
          </p:cNvSpPr>
          <p:nvPr/>
        </p:nvSpPr>
        <p:spPr>
          <a:xfrm>
            <a:off x="4044134" y="796493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1" name="Stage1_sixpanel_8222">
            <a:extLst>
              <a:ext uri="{FF2B5EF4-FFF2-40B4-BE49-F238E27FC236}">
                <a16:creationId xmlns:a16="http://schemas.microsoft.com/office/drawing/2014/main" id="{A259D7BE-B7C8-4819-9627-BC86CD7F6A81}"/>
              </a:ext>
            </a:extLst>
          </p:cNvPr>
          <p:cNvSpPr>
            <a:spLocks noGrp="1"/>
          </p:cNvSpPr>
          <p:nvPr/>
        </p:nvSpPr>
        <p:spPr>
          <a:xfrm>
            <a:off x="394516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2" name="Stage1_sixpanel_8223">
            <a:extLst>
              <a:ext uri="{FF2B5EF4-FFF2-40B4-BE49-F238E27FC236}">
                <a16:creationId xmlns:a16="http://schemas.microsoft.com/office/drawing/2014/main" id="{C6B34ACE-D40A-4509-9E3D-204E54A040BF}"/>
              </a:ext>
            </a:extLst>
          </p:cNvPr>
          <p:cNvSpPr>
            <a:spLocks noGrp="1"/>
          </p:cNvSpPr>
          <p:nvPr/>
        </p:nvSpPr>
        <p:spPr>
          <a:xfrm>
            <a:off x="40387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3" name="Stage1_sixpanel_8224">
            <a:extLst>
              <a:ext uri="{FF2B5EF4-FFF2-40B4-BE49-F238E27FC236}">
                <a16:creationId xmlns:a16="http://schemas.microsoft.com/office/drawing/2014/main" id="{06F6AE89-DC54-419D-AA6D-CDFE4B46DC5E}"/>
              </a:ext>
            </a:extLst>
          </p:cNvPr>
          <p:cNvSpPr>
            <a:spLocks noGrp="1"/>
          </p:cNvSpPr>
          <p:nvPr/>
        </p:nvSpPr>
        <p:spPr>
          <a:xfrm>
            <a:off x="4317101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925" y="1229703"/>
                </a:lnTo>
                <a:lnTo>
                  <a:pt x="7568" y="1221969"/>
                </a:lnTo>
                <a:lnTo>
                  <a:pt x="16547" y="1214235"/>
                </a:lnTo>
                <a:lnTo>
                  <a:pt x="28273" y="1206502"/>
                </a:lnTo>
                <a:lnTo>
                  <a:pt x="42013" y="1198768"/>
                </a:lnTo>
                <a:lnTo>
                  <a:pt x="56964" y="1191034"/>
                </a:lnTo>
                <a:lnTo>
                  <a:pt x="72332" y="1183300"/>
                </a:lnTo>
                <a:lnTo>
                  <a:pt x="87394" y="1175566"/>
                </a:lnTo>
                <a:lnTo>
                  <a:pt x="101553" y="1167832"/>
                </a:lnTo>
                <a:lnTo>
                  <a:pt x="114364" y="1160098"/>
                </a:lnTo>
                <a:lnTo>
                  <a:pt x="125548" y="1152364"/>
                </a:lnTo>
                <a:lnTo>
                  <a:pt x="134978" y="1144630"/>
                </a:lnTo>
                <a:lnTo>
                  <a:pt x="142661" y="1136896"/>
                </a:lnTo>
                <a:lnTo>
                  <a:pt x="148705" y="1129162"/>
                </a:lnTo>
                <a:lnTo>
                  <a:pt x="153286" y="1121428"/>
                </a:lnTo>
                <a:lnTo>
                  <a:pt x="156622" y="1113694"/>
                </a:lnTo>
                <a:lnTo>
                  <a:pt x="158939" y="1105960"/>
                </a:lnTo>
                <a:lnTo>
                  <a:pt x="160460" y="1098226"/>
                </a:lnTo>
                <a:lnTo>
                  <a:pt x="161386" y="1090492"/>
                </a:lnTo>
                <a:lnTo>
                  <a:pt x="161892" y="1082758"/>
                </a:lnTo>
                <a:lnTo>
                  <a:pt x="162122" y="1075024"/>
                </a:lnTo>
                <a:lnTo>
                  <a:pt x="162192" y="1067290"/>
                </a:lnTo>
                <a:lnTo>
                  <a:pt x="162189" y="1059556"/>
                </a:lnTo>
                <a:lnTo>
                  <a:pt x="162174" y="1051822"/>
                </a:lnTo>
                <a:lnTo>
                  <a:pt x="162188" y="1044088"/>
                </a:lnTo>
                <a:lnTo>
                  <a:pt x="162253" y="1036354"/>
                </a:lnTo>
                <a:lnTo>
                  <a:pt x="162376" y="1028620"/>
                </a:lnTo>
                <a:lnTo>
                  <a:pt x="162553" y="1020886"/>
                </a:lnTo>
                <a:lnTo>
                  <a:pt x="162770" y="1013152"/>
                </a:lnTo>
                <a:lnTo>
                  <a:pt x="163010" y="1005418"/>
                </a:lnTo>
                <a:lnTo>
                  <a:pt x="163252" y="997684"/>
                </a:lnTo>
                <a:lnTo>
                  <a:pt x="163476" y="989950"/>
                </a:lnTo>
                <a:lnTo>
                  <a:pt x="163665" y="982216"/>
                </a:lnTo>
                <a:lnTo>
                  <a:pt x="163804" y="974482"/>
                </a:lnTo>
                <a:lnTo>
                  <a:pt x="163881" y="966748"/>
                </a:lnTo>
                <a:lnTo>
                  <a:pt x="163889" y="959014"/>
                </a:lnTo>
                <a:lnTo>
                  <a:pt x="163822" y="951280"/>
                </a:lnTo>
                <a:lnTo>
                  <a:pt x="163676" y="943546"/>
                </a:lnTo>
                <a:lnTo>
                  <a:pt x="163447" y="935812"/>
                </a:lnTo>
                <a:lnTo>
                  <a:pt x="163132" y="928078"/>
                </a:lnTo>
                <a:lnTo>
                  <a:pt x="162727" y="920344"/>
                </a:lnTo>
                <a:lnTo>
                  <a:pt x="162229" y="912610"/>
                </a:lnTo>
                <a:lnTo>
                  <a:pt x="161639" y="904876"/>
                </a:lnTo>
                <a:lnTo>
                  <a:pt x="160961" y="897142"/>
                </a:lnTo>
                <a:lnTo>
                  <a:pt x="160206" y="889408"/>
                </a:lnTo>
                <a:lnTo>
                  <a:pt x="159395" y="881674"/>
                </a:lnTo>
                <a:lnTo>
                  <a:pt x="158555" y="873940"/>
                </a:lnTo>
                <a:lnTo>
                  <a:pt x="157723" y="866206"/>
                </a:lnTo>
                <a:lnTo>
                  <a:pt x="156943" y="858472"/>
                </a:lnTo>
                <a:lnTo>
                  <a:pt x="156259" y="850738"/>
                </a:lnTo>
                <a:lnTo>
                  <a:pt x="155715" y="843004"/>
                </a:lnTo>
                <a:lnTo>
                  <a:pt x="155351" y="835270"/>
                </a:lnTo>
                <a:lnTo>
                  <a:pt x="155193" y="827536"/>
                </a:lnTo>
                <a:lnTo>
                  <a:pt x="155254" y="819802"/>
                </a:lnTo>
                <a:lnTo>
                  <a:pt x="155533" y="812068"/>
                </a:lnTo>
                <a:lnTo>
                  <a:pt x="156012" y="804334"/>
                </a:lnTo>
                <a:lnTo>
                  <a:pt x="156658" y="796600"/>
                </a:lnTo>
                <a:lnTo>
                  <a:pt x="157429" y="788866"/>
                </a:lnTo>
                <a:lnTo>
                  <a:pt x="158274" y="781132"/>
                </a:lnTo>
                <a:lnTo>
                  <a:pt x="159142" y="773398"/>
                </a:lnTo>
                <a:lnTo>
                  <a:pt x="159979" y="765664"/>
                </a:lnTo>
                <a:lnTo>
                  <a:pt x="160738" y="757930"/>
                </a:lnTo>
                <a:lnTo>
                  <a:pt x="161376" y="750196"/>
                </a:lnTo>
                <a:lnTo>
                  <a:pt x="161858" y="742462"/>
                </a:lnTo>
                <a:lnTo>
                  <a:pt x="162155" y="734728"/>
                </a:lnTo>
                <a:lnTo>
                  <a:pt x="162242" y="726994"/>
                </a:lnTo>
                <a:lnTo>
                  <a:pt x="162102" y="719261"/>
                </a:lnTo>
                <a:lnTo>
                  <a:pt x="161725" y="711527"/>
                </a:lnTo>
                <a:lnTo>
                  <a:pt x="161105" y="703793"/>
                </a:lnTo>
                <a:lnTo>
                  <a:pt x="160249" y="696059"/>
                </a:lnTo>
                <a:lnTo>
                  <a:pt x="159177" y="688325"/>
                </a:lnTo>
                <a:lnTo>
                  <a:pt x="157920" y="680591"/>
                </a:lnTo>
                <a:lnTo>
                  <a:pt x="156528" y="672857"/>
                </a:lnTo>
                <a:lnTo>
                  <a:pt x="155065" y="665123"/>
                </a:lnTo>
                <a:lnTo>
                  <a:pt x="153610" y="657389"/>
                </a:lnTo>
                <a:lnTo>
                  <a:pt x="152248" y="649655"/>
                </a:lnTo>
                <a:lnTo>
                  <a:pt x="151068" y="641921"/>
                </a:lnTo>
                <a:lnTo>
                  <a:pt x="150152" y="634187"/>
                </a:lnTo>
                <a:lnTo>
                  <a:pt x="149568" y="626453"/>
                </a:lnTo>
                <a:lnTo>
                  <a:pt x="149360" y="618719"/>
                </a:lnTo>
                <a:lnTo>
                  <a:pt x="149547" y="610985"/>
                </a:lnTo>
                <a:lnTo>
                  <a:pt x="150118" y="603251"/>
                </a:lnTo>
                <a:lnTo>
                  <a:pt x="151034" y="595517"/>
                </a:lnTo>
                <a:lnTo>
                  <a:pt x="152232" y="587783"/>
                </a:lnTo>
                <a:lnTo>
                  <a:pt x="153631" y="580049"/>
                </a:lnTo>
                <a:lnTo>
                  <a:pt x="155142" y="572315"/>
                </a:lnTo>
                <a:lnTo>
                  <a:pt x="156679" y="564581"/>
                </a:lnTo>
                <a:lnTo>
                  <a:pt x="158158" y="556847"/>
                </a:lnTo>
                <a:lnTo>
                  <a:pt x="159516" y="549113"/>
                </a:lnTo>
                <a:lnTo>
                  <a:pt x="160701" y="541379"/>
                </a:lnTo>
                <a:lnTo>
                  <a:pt x="161687" y="533645"/>
                </a:lnTo>
                <a:lnTo>
                  <a:pt x="162461" y="525911"/>
                </a:lnTo>
                <a:lnTo>
                  <a:pt x="163028" y="518177"/>
                </a:lnTo>
                <a:lnTo>
                  <a:pt x="163407" y="510443"/>
                </a:lnTo>
                <a:lnTo>
                  <a:pt x="163623" y="502709"/>
                </a:lnTo>
                <a:lnTo>
                  <a:pt x="163708" y="494975"/>
                </a:lnTo>
                <a:lnTo>
                  <a:pt x="163694" y="487241"/>
                </a:lnTo>
                <a:lnTo>
                  <a:pt x="163614" y="479507"/>
                </a:lnTo>
                <a:lnTo>
                  <a:pt x="163497" y="471773"/>
                </a:lnTo>
                <a:lnTo>
                  <a:pt x="163368" y="464039"/>
                </a:lnTo>
                <a:lnTo>
                  <a:pt x="163248" y="456305"/>
                </a:lnTo>
                <a:lnTo>
                  <a:pt x="163153" y="448571"/>
                </a:lnTo>
                <a:lnTo>
                  <a:pt x="163093" y="440837"/>
                </a:lnTo>
                <a:lnTo>
                  <a:pt x="163071" y="433103"/>
                </a:lnTo>
                <a:lnTo>
                  <a:pt x="163089" y="425369"/>
                </a:lnTo>
                <a:lnTo>
                  <a:pt x="163140" y="417635"/>
                </a:lnTo>
                <a:lnTo>
                  <a:pt x="163214" y="409901"/>
                </a:lnTo>
                <a:lnTo>
                  <a:pt x="163298" y="402167"/>
                </a:lnTo>
                <a:lnTo>
                  <a:pt x="163377" y="394433"/>
                </a:lnTo>
                <a:lnTo>
                  <a:pt x="163436" y="386699"/>
                </a:lnTo>
                <a:lnTo>
                  <a:pt x="163461" y="378965"/>
                </a:lnTo>
                <a:lnTo>
                  <a:pt x="163440" y="371231"/>
                </a:lnTo>
                <a:lnTo>
                  <a:pt x="163369" y="363497"/>
                </a:lnTo>
                <a:lnTo>
                  <a:pt x="163245" y="355763"/>
                </a:lnTo>
                <a:lnTo>
                  <a:pt x="163072" y="348029"/>
                </a:lnTo>
                <a:lnTo>
                  <a:pt x="162861" y="340295"/>
                </a:lnTo>
                <a:lnTo>
                  <a:pt x="162625" y="332561"/>
                </a:lnTo>
                <a:lnTo>
                  <a:pt x="162380" y="324827"/>
                </a:lnTo>
                <a:lnTo>
                  <a:pt x="162143" y="317093"/>
                </a:lnTo>
                <a:lnTo>
                  <a:pt x="161930" y="309359"/>
                </a:lnTo>
                <a:lnTo>
                  <a:pt x="161756" y="301625"/>
                </a:lnTo>
                <a:lnTo>
                  <a:pt x="161631" y="293891"/>
                </a:lnTo>
                <a:lnTo>
                  <a:pt x="161561" y="286157"/>
                </a:lnTo>
                <a:lnTo>
                  <a:pt x="161550" y="278423"/>
                </a:lnTo>
                <a:lnTo>
                  <a:pt x="161594" y="270689"/>
                </a:lnTo>
                <a:lnTo>
                  <a:pt x="161691" y="262955"/>
                </a:lnTo>
                <a:lnTo>
                  <a:pt x="161833" y="255221"/>
                </a:lnTo>
                <a:lnTo>
                  <a:pt x="162014" y="247487"/>
                </a:lnTo>
                <a:lnTo>
                  <a:pt x="162227" y="239754"/>
                </a:lnTo>
                <a:lnTo>
                  <a:pt x="162466" y="232020"/>
                </a:lnTo>
                <a:lnTo>
                  <a:pt x="162726" y="224286"/>
                </a:lnTo>
                <a:lnTo>
                  <a:pt x="163004" y="216552"/>
                </a:lnTo>
                <a:lnTo>
                  <a:pt x="163300" y="208818"/>
                </a:lnTo>
                <a:lnTo>
                  <a:pt x="163611" y="201084"/>
                </a:lnTo>
                <a:lnTo>
                  <a:pt x="163937" y="193350"/>
                </a:lnTo>
                <a:lnTo>
                  <a:pt x="164273" y="185616"/>
                </a:lnTo>
                <a:lnTo>
                  <a:pt x="164613" y="177882"/>
                </a:lnTo>
                <a:lnTo>
                  <a:pt x="164946" y="170148"/>
                </a:lnTo>
                <a:lnTo>
                  <a:pt x="165254" y="162414"/>
                </a:lnTo>
                <a:lnTo>
                  <a:pt x="165514" y="154680"/>
                </a:lnTo>
                <a:lnTo>
                  <a:pt x="165693" y="146946"/>
                </a:lnTo>
                <a:lnTo>
                  <a:pt x="165751" y="139212"/>
                </a:lnTo>
                <a:lnTo>
                  <a:pt x="165640" y="131478"/>
                </a:lnTo>
                <a:lnTo>
                  <a:pt x="165304" y="123744"/>
                </a:lnTo>
                <a:lnTo>
                  <a:pt x="164683" y="116010"/>
                </a:lnTo>
                <a:lnTo>
                  <a:pt x="163716" y="108276"/>
                </a:lnTo>
                <a:lnTo>
                  <a:pt x="162345" y="100542"/>
                </a:lnTo>
                <a:lnTo>
                  <a:pt x="160524" y="92808"/>
                </a:lnTo>
                <a:lnTo>
                  <a:pt x="158226" y="85074"/>
                </a:lnTo>
                <a:lnTo>
                  <a:pt x="155450" y="77340"/>
                </a:lnTo>
                <a:lnTo>
                  <a:pt x="152230" y="69606"/>
                </a:lnTo>
                <a:lnTo>
                  <a:pt x="148643" y="61872"/>
                </a:lnTo>
                <a:lnTo>
                  <a:pt x="144805" y="54138"/>
                </a:lnTo>
                <a:lnTo>
                  <a:pt x="140875" y="46404"/>
                </a:lnTo>
                <a:lnTo>
                  <a:pt x="137040" y="38670"/>
                </a:lnTo>
                <a:lnTo>
                  <a:pt x="133510" y="30936"/>
                </a:lnTo>
                <a:lnTo>
                  <a:pt x="130494" y="23202"/>
                </a:lnTo>
                <a:lnTo>
                  <a:pt x="128183" y="15468"/>
                </a:lnTo>
                <a:lnTo>
                  <a:pt x="126729" y="7734"/>
                </a:lnTo>
                <a:lnTo>
                  <a:pt x="126233" y="0"/>
                </a:lnTo>
                <a:lnTo>
                  <a:pt x="213118" y="0"/>
                </a:lnTo>
                <a:lnTo>
                  <a:pt x="213118" y="0"/>
                </a:lnTo>
                <a:lnTo>
                  <a:pt x="212623" y="7734"/>
                </a:lnTo>
                <a:lnTo>
                  <a:pt x="211169" y="15468"/>
                </a:lnTo>
                <a:lnTo>
                  <a:pt x="208858" y="23202"/>
                </a:lnTo>
                <a:lnTo>
                  <a:pt x="205841" y="30936"/>
                </a:lnTo>
                <a:lnTo>
                  <a:pt x="202311" y="38670"/>
                </a:lnTo>
                <a:lnTo>
                  <a:pt x="198477" y="46404"/>
                </a:lnTo>
                <a:lnTo>
                  <a:pt x="194547" y="54138"/>
                </a:lnTo>
                <a:lnTo>
                  <a:pt x="190709" y="61872"/>
                </a:lnTo>
                <a:lnTo>
                  <a:pt x="187121" y="69606"/>
                </a:lnTo>
                <a:lnTo>
                  <a:pt x="183902" y="77340"/>
                </a:lnTo>
                <a:lnTo>
                  <a:pt x="181126" y="85074"/>
                </a:lnTo>
                <a:lnTo>
                  <a:pt x="178827" y="92808"/>
                </a:lnTo>
                <a:lnTo>
                  <a:pt x="177006" y="100542"/>
                </a:lnTo>
                <a:lnTo>
                  <a:pt x="175636" y="108276"/>
                </a:lnTo>
                <a:lnTo>
                  <a:pt x="174668" y="116010"/>
                </a:lnTo>
                <a:lnTo>
                  <a:pt x="174048" y="123744"/>
                </a:lnTo>
                <a:lnTo>
                  <a:pt x="173712" y="131478"/>
                </a:lnTo>
                <a:lnTo>
                  <a:pt x="173601" y="139212"/>
                </a:lnTo>
                <a:lnTo>
                  <a:pt x="173659" y="146946"/>
                </a:lnTo>
                <a:lnTo>
                  <a:pt x="173838" y="154680"/>
                </a:lnTo>
                <a:lnTo>
                  <a:pt x="174097" y="162414"/>
                </a:lnTo>
                <a:lnTo>
                  <a:pt x="174406" y="170148"/>
                </a:lnTo>
                <a:lnTo>
                  <a:pt x="174738" y="177882"/>
                </a:lnTo>
                <a:lnTo>
                  <a:pt x="175079" y="185616"/>
                </a:lnTo>
                <a:lnTo>
                  <a:pt x="175415" y="193350"/>
                </a:lnTo>
                <a:lnTo>
                  <a:pt x="175740" y="201084"/>
                </a:lnTo>
                <a:lnTo>
                  <a:pt x="176052" y="208818"/>
                </a:lnTo>
                <a:lnTo>
                  <a:pt x="176348" y="216552"/>
                </a:lnTo>
                <a:lnTo>
                  <a:pt x="176626" y="224286"/>
                </a:lnTo>
                <a:lnTo>
                  <a:pt x="176886" y="232020"/>
                </a:lnTo>
                <a:lnTo>
                  <a:pt x="177125" y="239754"/>
                </a:lnTo>
                <a:lnTo>
                  <a:pt x="177337" y="247487"/>
                </a:lnTo>
                <a:lnTo>
                  <a:pt x="177518" y="255221"/>
                </a:lnTo>
                <a:lnTo>
                  <a:pt x="177661" y="262955"/>
                </a:lnTo>
                <a:lnTo>
                  <a:pt x="177758" y="270689"/>
                </a:lnTo>
                <a:lnTo>
                  <a:pt x="177802" y="278423"/>
                </a:lnTo>
                <a:lnTo>
                  <a:pt x="177791" y="286157"/>
                </a:lnTo>
                <a:lnTo>
                  <a:pt x="177721" y="293891"/>
                </a:lnTo>
                <a:lnTo>
                  <a:pt x="177596" y="301625"/>
                </a:lnTo>
                <a:lnTo>
                  <a:pt x="177422" y="309359"/>
                </a:lnTo>
                <a:lnTo>
                  <a:pt x="177209" y="317093"/>
                </a:lnTo>
                <a:lnTo>
                  <a:pt x="176972" y="324827"/>
                </a:lnTo>
                <a:lnTo>
                  <a:pt x="176727" y="332561"/>
                </a:lnTo>
                <a:lnTo>
                  <a:pt x="176491" y="340295"/>
                </a:lnTo>
                <a:lnTo>
                  <a:pt x="176280" y="348029"/>
                </a:lnTo>
                <a:lnTo>
                  <a:pt x="176107" y="355763"/>
                </a:lnTo>
                <a:lnTo>
                  <a:pt x="175983" y="363497"/>
                </a:lnTo>
                <a:lnTo>
                  <a:pt x="175911" y="371231"/>
                </a:lnTo>
                <a:lnTo>
                  <a:pt x="175891" y="378965"/>
                </a:lnTo>
                <a:lnTo>
                  <a:pt x="175916" y="386699"/>
                </a:lnTo>
                <a:lnTo>
                  <a:pt x="175975" y="394433"/>
                </a:lnTo>
                <a:lnTo>
                  <a:pt x="176054" y="402167"/>
                </a:lnTo>
                <a:lnTo>
                  <a:pt x="176138" y="409901"/>
                </a:lnTo>
                <a:lnTo>
                  <a:pt x="176212" y="417635"/>
                </a:lnTo>
                <a:lnTo>
                  <a:pt x="176263" y="425369"/>
                </a:lnTo>
                <a:lnTo>
                  <a:pt x="176280" y="433103"/>
                </a:lnTo>
                <a:lnTo>
                  <a:pt x="176259" y="440837"/>
                </a:lnTo>
                <a:lnTo>
                  <a:pt x="176199" y="448571"/>
                </a:lnTo>
                <a:lnTo>
                  <a:pt x="176103" y="456305"/>
                </a:lnTo>
                <a:lnTo>
                  <a:pt x="175984" y="464039"/>
                </a:lnTo>
                <a:lnTo>
                  <a:pt x="175855" y="471773"/>
                </a:lnTo>
                <a:lnTo>
                  <a:pt x="175738" y="479507"/>
                </a:lnTo>
                <a:lnTo>
                  <a:pt x="175657" y="487241"/>
                </a:lnTo>
                <a:lnTo>
                  <a:pt x="175644" y="494975"/>
                </a:lnTo>
                <a:lnTo>
                  <a:pt x="175729" y="502709"/>
                </a:lnTo>
                <a:lnTo>
                  <a:pt x="175945" y="510443"/>
                </a:lnTo>
                <a:lnTo>
                  <a:pt x="176324" y="518177"/>
                </a:lnTo>
                <a:lnTo>
                  <a:pt x="176891" y="525911"/>
                </a:lnTo>
                <a:lnTo>
                  <a:pt x="177665" y="533645"/>
                </a:lnTo>
                <a:lnTo>
                  <a:pt x="178650" y="541379"/>
                </a:lnTo>
                <a:lnTo>
                  <a:pt x="179836" y="549113"/>
                </a:lnTo>
                <a:lnTo>
                  <a:pt x="181193" y="556847"/>
                </a:lnTo>
                <a:lnTo>
                  <a:pt x="182673" y="564581"/>
                </a:lnTo>
                <a:lnTo>
                  <a:pt x="184209" y="572315"/>
                </a:lnTo>
                <a:lnTo>
                  <a:pt x="185721" y="580049"/>
                </a:lnTo>
                <a:lnTo>
                  <a:pt x="187120" y="587783"/>
                </a:lnTo>
                <a:lnTo>
                  <a:pt x="188318" y="595517"/>
                </a:lnTo>
                <a:lnTo>
                  <a:pt x="189233" y="603251"/>
                </a:lnTo>
                <a:lnTo>
                  <a:pt x="189805" y="610985"/>
                </a:lnTo>
                <a:lnTo>
                  <a:pt x="189992" y="618719"/>
                </a:lnTo>
                <a:lnTo>
                  <a:pt x="189784" y="626453"/>
                </a:lnTo>
                <a:lnTo>
                  <a:pt x="189200" y="634187"/>
                </a:lnTo>
                <a:lnTo>
                  <a:pt x="188284" y="641921"/>
                </a:lnTo>
                <a:lnTo>
                  <a:pt x="187104" y="649655"/>
                </a:lnTo>
                <a:lnTo>
                  <a:pt x="185742" y="657389"/>
                </a:lnTo>
                <a:lnTo>
                  <a:pt x="184287" y="665123"/>
                </a:lnTo>
                <a:lnTo>
                  <a:pt x="182824" y="672857"/>
                </a:lnTo>
                <a:lnTo>
                  <a:pt x="181432" y="680591"/>
                </a:lnTo>
                <a:lnTo>
                  <a:pt x="180175" y="688325"/>
                </a:lnTo>
                <a:lnTo>
                  <a:pt x="179102" y="696059"/>
                </a:lnTo>
                <a:lnTo>
                  <a:pt x="178247" y="703793"/>
                </a:lnTo>
                <a:lnTo>
                  <a:pt x="177627" y="711527"/>
                </a:lnTo>
                <a:lnTo>
                  <a:pt x="177249" y="719261"/>
                </a:lnTo>
                <a:lnTo>
                  <a:pt x="177110" y="726994"/>
                </a:lnTo>
                <a:lnTo>
                  <a:pt x="177197" y="734728"/>
                </a:lnTo>
                <a:lnTo>
                  <a:pt x="177493" y="742462"/>
                </a:lnTo>
                <a:lnTo>
                  <a:pt x="177976" y="750196"/>
                </a:lnTo>
                <a:lnTo>
                  <a:pt x="178614" y="757930"/>
                </a:lnTo>
                <a:lnTo>
                  <a:pt x="179373" y="765664"/>
                </a:lnTo>
                <a:lnTo>
                  <a:pt x="180210" y="773398"/>
                </a:lnTo>
                <a:lnTo>
                  <a:pt x="181078" y="781132"/>
                </a:lnTo>
                <a:lnTo>
                  <a:pt x="181923" y="788866"/>
                </a:lnTo>
                <a:lnTo>
                  <a:pt x="182694" y="796600"/>
                </a:lnTo>
                <a:lnTo>
                  <a:pt x="183340" y="804334"/>
                </a:lnTo>
                <a:lnTo>
                  <a:pt x="183819" y="812068"/>
                </a:lnTo>
                <a:lnTo>
                  <a:pt x="184098" y="819802"/>
                </a:lnTo>
                <a:lnTo>
                  <a:pt x="184159" y="827536"/>
                </a:lnTo>
                <a:lnTo>
                  <a:pt x="184001" y="835270"/>
                </a:lnTo>
                <a:lnTo>
                  <a:pt x="183636" y="843004"/>
                </a:lnTo>
                <a:lnTo>
                  <a:pt x="183093" y="850738"/>
                </a:lnTo>
                <a:lnTo>
                  <a:pt x="182409" y="858472"/>
                </a:lnTo>
                <a:lnTo>
                  <a:pt x="181628" y="866206"/>
                </a:lnTo>
                <a:lnTo>
                  <a:pt x="180797" y="873940"/>
                </a:lnTo>
                <a:lnTo>
                  <a:pt x="179957" y="881674"/>
                </a:lnTo>
                <a:lnTo>
                  <a:pt x="179146" y="889408"/>
                </a:lnTo>
                <a:lnTo>
                  <a:pt x="178391" y="897142"/>
                </a:lnTo>
                <a:lnTo>
                  <a:pt x="177713" y="904876"/>
                </a:lnTo>
                <a:lnTo>
                  <a:pt x="177123" y="912610"/>
                </a:lnTo>
                <a:lnTo>
                  <a:pt x="176625" y="920344"/>
                </a:lnTo>
                <a:lnTo>
                  <a:pt x="176220" y="928078"/>
                </a:lnTo>
                <a:lnTo>
                  <a:pt x="175905" y="935812"/>
                </a:lnTo>
                <a:lnTo>
                  <a:pt x="175676" y="943546"/>
                </a:lnTo>
                <a:lnTo>
                  <a:pt x="175530" y="951280"/>
                </a:lnTo>
                <a:lnTo>
                  <a:pt x="175463" y="959014"/>
                </a:lnTo>
                <a:lnTo>
                  <a:pt x="175471" y="966748"/>
                </a:lnTo>
                <a:lnTo>
                  <a:pt x="175548" y="974482"/>
                </a:lnTo>
                <a:lnTo>
                  <a:pt x="175687" y="982216"/>
                </a:lnTo>
                <a:lnTo>
                  <a:pt x="175876" y="989950"/>
                </a:lnTo>
                <a:lnTo>
                  <a:pt x="176100" y="997684"/>
                </a:lnTo>
                <a:lnTo>
                  <a:pt x="176342" y="1005418"/>
                </a:lnTo>
                <a:lnTo>
                  <a:pt x="176582" y="1013152"/>
                </a:lnTo>
                <a:lnTo>
                  <a:pt x="176799" y="1020886"/>
                </a:lnTo>
                <a:lnTo>
                  <a:pt x="176975" y="1028620"/>
                </a:lnTo>
                <a:lnTo>
                  <a:pt x="177098" y="1036354"/>
                </a:lnTo>
                <a:lnTo>
                  <a:pt x="177164" y="1044088"/>
                </a:lnTo>
                <a:lnTo>
                  <a:pt x="177178" y="1051822"/>
                </a:lnTo>
                <a:lnTo>
                  <a:pt x="177163" y="1059556"/>
                </a:lnTo>
                <a:lnTo>
                  <a:pt x="177159" y="1067290"/>
                </a:lnTo>
                <a:lnTo>
                  <a:pt x="177229" y="1075024"/>
                </a:lnTo>
                <a:lnTo>
                  <a:pt x="177460" y="1082758"/>
                </a:lnTo>
                <a:lnTo>
                  <a:pt x="177966" y="1090492"/>
                </a:lnTo>
                <a:lnTo>
                  <a:pt x="178892" y="1098226"/>
                </a:lnTo>
                <a:lnTo>
                  <a:pt x="180413" y="1105960"/>
                </a:lnTo>
                <a:lnTo>
                  <a:pt x="182730" y="1113694"/>
                </a:lnTo>
                <a:lnTo>
                  <a:pt x="186066" y="1121428"/>
                </a:lnTo>
                <a:lnTo>
                  <a:pt x="190647" y="1129162"/>
                </a:lnTo>
                <a:lnTo>
                  <a:pt x="196691" y="1136896"/>
                </a:lnTo>
                <a:lnTo>
                  <a:pt x="204374" y="1144630"/>
                </a:lnTo>
                <a:lnTo>
                  <a:pt x="213804" y="1152364"/>
                </a:lnTo>
                <a:lnTo>
                  <a:pt x="224988" y="1160098"/>
                </a:lnTo>
                <a:lnTo>
                  <a:pt x="237799" y="1167832"/>
                </a:lnTo>
                <a:lnTo>
                  <a:pt x="251958" y="1175566"/>
                </a:lnTo>
                <a:lnTo>
                  <a:pt x="267020" y="1183300"/>
                </a:lnTo>
                <a:lnTo>
                  <a:pt x="282387" y="1191034"/>
                </a:lnTo>
                <a:lnTo>
                  <a:pt x="297339" y="1198768"/>
                </a:lnTo>
                <a:lnTo>
                  <a:pt x="311078" y="1206502"/>
                </a:lnTo>
                <a:lnTo>
                  <a:pt x="322804" y="1214235"/>
                </a:lnTo>
                <a:lnTo>
                  <a:pt x="331784" y="1221969"/>
                </a:lnTo>
                <a:lnTo>
                  <a:pt x="337427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054" name="Stage1_sixpanel_8225">
            <a:extLst>
              <a:ext uri="{FF2B5EF4-FFF2-40B4-BE49-F238E27FC236}">
                <a16:creationId xmlns:a16="http://schemas.microsoft.com/office/drawing/2014/main" id="{940BBE1D-8C33-4AFB-AA87-750785D93705}"/>
              </a:ext>
            </a:extLst>
          </p:cNvPr>
          <p:cNvSpPr>
            <a:spLocks noGrp="1"/>
          </p:cNvSpPr>
          <p:nvPr/>
        </p:nvSpPr>
        <p:spPr>
          <a:xfrm>
            <a:off x="44798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5" name="Stage1_sixpanel_8226">
            <a:extLst>
              <a:ext uri="{FF2B5EF4-FFF2-40B4-BE49-F238E27FC236}">
                <a16:creationId xmlns:a16="http://schemas.microsoft.com/office/drawing/2014/main" id="{F17DB67D-70A1-490F-A06F-8EF5FF755FB7}"/>
              </a:ext>
            </a:extLst>
          </p:cNvPr>
          <p:cNvSpPr>
            <a:spLocks noGrp="1"/>
          </p:cNvSpPr>
          <p:nvPr/>
        </p:nvSpPr>
        <p:spPr>
          <a:xfrm>
            <a:off x="45387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6" name="Stage1_sixpanel_8227">
            <a:extLst>
              <a:ext uri="{FF2B5EF4-FFF2-40B4-BE49-F238E27FC236}">
                <a16:creationId xmlns:a16="http://schemas.microsoft.com/office/drawing/2014/main" id="{91181AA0-918D-4CFA-8901-606B7872162E}"/>
              </a:ext>
            </a:extLst>
          </p:cNvPr>
          <p:cNvSpPr>
            <a:spLocks noGrp="1"/>
          </p:cNvSpPr>
          <p:nvPr/>
        </p:nvSpPr>
        <p:spPr>
          <a:xfrm>
            <a:off x="45697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7" name="Stage1_sixpanel_8228">
            <a:extLst>
              <a:ext uri="{FF2B5EF4-FFF2-40B4-BE49-F238E27FC236}">
                <a16:creationId xmlns:a16="http://schemas.microsoft.com/office/drawing/2014/main" id="{9921C786-057A-40B0-9A61-BC38AE327202}"/>
              </a:ext>
            </a:extLst>
          </p:cNvPr>
          <p:cNvSpPr>
            <a:spLocks noGrp="1"/>
          </p:cNvSpPr>
          <p:nvPr/>
        </p:nvSpPr>
        <p:spPr>
          <a:xfrm>
            <a:off x="44006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8" name="Stage1_sixpanel_8229">
            <a:extLst>
              <a:ext uri="{FF2B5EF4-FFF2-40B4-BE49-F238E27FC236}">
                <a16:creationId xmlns:a16="http://schemas.microsoft.com/office/drawing/2014/main" id="{69E777ED-5FC4-43CD-8CA3-95A256D4A949}"/>
              </a:ext>
            </a:extLst>
          </p:cNvPr>
          <p:cNvSpPr>
            <a:spLocks noGrp="1"/>
          </p:cNvSpPr>
          <p:nvPr/>
        </p:nvSpPr>
        <p:spPr>
          <a:xfrm>
            <a:off x="4504813" y="74315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59" name="Stage1_sixpanel_8230">
            <a:extLst>
              <a:ext uri="{FF2B5EF4-FFF2-40B4-BE49-F238E27FC236}">
                <a16:creationId xmlns:a16="http://schemas.microsoft.com/office/drawing/2014/main" id="{9FC0FFB0-CE19-4D87-8DEF-97DBD7C2921E}"/>
              </a:ext>
            </a:extLst>
          </p:cNvPr>
          <p:cNvSpPr>
            <a:spLocks noGrp="1"/>
          </p:cNvSpPr>
          <p:nvPr/>
        </p:nvSpPr>
        <p:spPr>
          <a:xfrm>
            <a:off x="456022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0" name="Stage1_sixpanel_8231">
            <a:extLst>
              <a:ext uri="{FF2B5EF4-FFF2-40B4-BE49-F238E27FC236}">
                <a16:creationId xmlns:a16="http://schemas.microsoft.com/office/drawing/2014/main" id="{91FD2D5A-DC17-4C35-912C-094689D8364E}"/>
              </a:ext>
            </a:extLst>
          </p:cNvPr>
          <p:cNvSpPr>
            <a:spLocks noGrp="1"/>
          </p:cNvSpPr>
          <p:nvPr/>
        </p:nvSpPr>
        <p:spPr>
          <a:xfrm>
            <a:off x="44271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1" name="Stage1_sixpanel_8232">
            <a:extLst>
              <a:ext uri="{FF2B5EF4-FFF2-40B4-BE49-F238E27FC236}">
                <a16:creationId xmlns:a16="http://schemas.microsoft.com/office/drawing/2014/main" id="{D7F083D2-400A-4C29-8146-8B39074B373B}"/>
              </a:ext>
            </a:extLst>
          </p:cNvPr>
          <p:cNvSpPr>
            <a:spLocks noGrp="1"/>
          </p:cNvSpPr>
          <p:nvPr/>
        </p:nvSpPr>
        <p:spPr>
          <a:xfrm>
            <a:off x="45291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2" name="Stage1_sixpanel_8233">
            <a:extLst>
              <a:ext uri="{FF2B5EF4-FFF2-40B4-BE49-F238E27FC236}">
                <a16:creationId xmlns:a16="http://schemas.microsoft.com/office/drawing/2014/main" id="{E5BC7C70-6690-4116-BFB3-8FDB94EBF466}"/>
              </a:ext>
            </a:extLst>
          </p:cNvPr>
          <p:cNvSpPr>
            <a:spLocks noGrp="1"/>
          </p:cNvSpPr>
          <p:nvPr/>
        </p:nvSpPr>
        <p:spPr>
          <a:xfrm>
            <a:off x="43791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3" name="Stage1_sixpanel_8234">
            <a:extLst>
              <a:ext uri="{FF2B5EF4-FFF2-40B4-BE49-F238E27FC236}">
                <a16:creationId xmlns:a16="http://schemas.microsoft.com/office/drawing/2014/main" id="{104789BE-32FE-49A0-96C7-2BDE75656E04}"/>
              </a:ext>
            </a:extLst>
          </p:cNvPr>
          <p:cNvSpPr>
            <a:spLocks noGrp="1"/>
          </p:cNvSpPr>
          <p:nvPr/>
        </p:nvSpPr>
        <p:spPr>
          <a:xfrm>
            <a:off x="446219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4" name="Stage1_sixpanel_8235">
            <a:extLst>
              <a:ext uri="{FF2B5EF4-FFF2-40B4-BE49-F238E27FC236}">
                <a16:creationId xmlns:a16="http://schemas.microsoft.com/office/drawing/2014/main" id="{592D3402-B832-430D-A6F6-57CC064D1052}"/>
              </a:ext>
            </a:extLst>
          </p:cNvPr>
          <p:cNvSpPr>
            <a:spLocks noGrp="1"/>
          </p:cNvSpPr>
          <p:nvPr/>
        </p:nvSpPr>
        <p:spPr>
          <a:xfrm>
            <a:off x="4475334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5" name="Stage1_sixpanel_8236">
            <a:extLst>
              <a:ext uri="{FF2B5EF4-FFF2-40B4-BE49-F238E27FC236}">
                <a16:creationId xmlns:a16="http://schemas.microsoft.com/office/drawing/2014/main" id="{F5A3B4D2-6AD8-4CBF-8A31-DE65F7A9D38C}"/>
              </a:ext>
            </a:extLst>
          </p:cNvPr>
          <p:cNvSpPr>
            <a:spLocks noGrp="1"/>
          </p:cNvSpPr>
          <p:nvPr/>
        </p:nvSpPr>
        <p:spPr>
          <a:xfrm>
            <a:off x="4519841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6" name="Stage1_sixpanel_8237">
            <a:extLst>
              <a:ext uri="{FF2B5EF4-FFF2-40B4-BE49-F238E27FC236}">
                <a16:creationId xmlns:a16="http://schemas.microsoft.com/office/drawing/2014/main" id="{4E866D80-90FE-421C-B6AD-21E760CA5F97}"/>
              </a:ext>
            </a:extLst>
          </p:cNvPr>
          <p:cNvSpPr>
            <a:spLocks noGrp="1"/>
          </p:cNvSpPr>
          <p:nvPr/>
        </p:nvSpPr>
        <p:spPr>
          <a:xfrm>
            <a:off x="448765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7" name="Stage1_sixpanel_8238">
            <a:extLst>
              <a:ext uri="{FF2B5EF4-FFF2-40B4-BE49-F238E27FC236}">
                <a16:creationId xmlns:a16="http://schemas.microsoft.com/office/drawing/2014/main" id="{7AF11CBB-381A-40D7-ACE1-1E2E54C0F5BF}"/>
              </a:ext>
            </a:extLst>
          </p:cNvPr>
          <p:cNvSpPr>
            <a:spLocks noGrp="1"/>
          </p:cNvSpPr>
          <p:nvPr/>
        </p:nvSpPr>
        <p:spPr>
          <a:xfrm>
            <a:off x="453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8" name="Stage1_sixpanel_8239">
            <a:extLst>
              <a:ext uri="{FF2B5EF4-FFF2-40B4-BE49-F238E27FC236}">
                <a16:creationId xmlns:a16="http://schemas.microsoft.com/office/drawing/2014/main" id="{177C3561-FFC6-4F4D-AC2F-543521E4571F}"/>
              </a:ext>
            </a:extLst>
          </p:cNvPr>
          <p:cNvSpPr>
            <a:spLocks noGrp="1"/>
          </p:cNvSpPr>
          <p:nvPr/>
        </p:nvSpPr>
        <p:spPr>
          <a:xfrm>
            <a:off x="44869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69" name="Stage1_sixpanel_8240">
            <a:extLst>
              <a:ext uri="{FF2B5EF4-FFF2-40B4-BE49-F238E27FC236}">
                <a16:creationId xmlns:a16="http://schemas.microsoft.com/office/drawing/2014/main" id="{3587001F-EB4B-448D-AB8E-40835B439F7A}"/>
              </a:ext>
            </a:extLst>
          </p:cNvPr>
          <p:cNvSpPr>
            <a:spLocks noGrp="1"/>
          </p:cNvSpPr>
          <p:nvPr/>
        </p:nvSpPr>
        <p:spPr>
          <a:xfrm>
            <a:off x="457029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0" name="Stage1_sixpanel_8241">
            <a:extLst>
              <a:ext uri="{FF2B5EF4-FFF2-40B4-BE49-F238E27FC236}">
                <a16:creationId xmlns:a16="http://schemas.microsoft.com/office/drawing/2014/main" id="{4B8E5A9D-D7E8-4FF0-B8F0-47994F43376C}"/>
              </a:ext>
            </a:extLst>
          </p:cNvPr>
          <p:cNvSpPr>
            <a:spLocks noGrp="1"/>
          </p:cNvSpPr>
          <p:nvPr/>
        </p:nvSpPr>
        <p:spPr>
          <a:xfrm>
            <a:off x="44819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1" name="Stage1_sixpanel_8242">
            <a:extLst>
              <a:ext uri="{FF2B5EF4-FFF2-40B4-BE49-F238E27FC236}">
                <a16:creationId xmlns:a16="http://schemas.microsoft.com/office/drawing/2014/main" id="{929F66D5-906F-46DB-AF2A-E8493C0ABFB7}"/>
              </a:ext>
            </a:extLst>
          </p:cNvPr>
          <p:cNvSpPr>
            <a:spLocks noGrp="1"/>
          </p:cNvSpPr>
          <p:nvPr/>
        </p:nvSpPr>
        <p:spPr>
          <a:xfrm>
            <a:off x="4513505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2" name="Stage1_sixpanel_8243">
            <a:extLst>
              <a:ext uri="{FF2B5EF4-FFF2-40B4-BE49-F238E27FC236}">
                <a16:creationId xmlns:a16="http://schemas.microsoft.com/office/drawing/2014/main" id="{7EB10C66-FC1E-4929-9234-8C3620BEB5AE}"/>
              </a:ext>
            </a:extLst>
          </p:cNvPr>
          <p:cNvSpPr>
            <a:spLocks noGrp="1"/>
          </p:cNvSpPr>
          <p:nvPr/>
        </p:nvSpPr>
        <p:spPr>
          <a:xfrm>
            <a:off x="44091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3" name="Stage1_sixpanel_8244">
            <a:extLst>
              <a:ext uri="{FF2B5EF4-FFF2-40B4-BE49-F238E27FC236}">
                <a16:creationId xmlns:a16="http://schemas.microsoft.com/office/drawing/2014/main" id="{47572B3D-FF1C-404C-B920-D3179B9D0B20}"/>
              </a:ext>
            </a:extLst>
          </p:cNvPr>
          <p:cNvSpPr>
            <a:spLocks noGrp="1"/>
          </p:cNvSpPr>
          <p:nvPr/>
        </p:nvSpPr>
        <p:spPr>
          <a:xfrm>
            <a:off x="4369846" y="70000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4" name="Stage1_sixpanel_8245">
            <a:extLst>
              <a:ext uri="{FF2B5EF4-FFF2-40B4-BE49-F238E27FC236}">
                <a16:creationId xmlns:a16="http://schemas.microsoft.com/office/drawing/2014/main" id="{6AD5CA14-72B9-4F9F-A284-CD33C28CC190}"/>
              </a:ext>
            </a:extLst>
          </p:cNvPr>
          <p:cNvSpPr>
            <a:spLocks noGrp="1"/>
          </p:cNvSpPr>
          <p:nvPr/>
        </p:nvSpPr>
        <p:spPr>
          <a:xfrm>
            <a:off x="446016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5" name="Stage1_sixpanel_8246">
            <a:extLst>
              <a:ext uri="{FF2B5EF4-FFF2-40B4-BE49-F238E27FC236}">
                <a16:creationId xmlns:a16="http://schemas.microsoft.com/office/drawing/2014/main" id="{99F28387-DE67-446D-B46E-E3F8D7C75A88}"/>
              </a:ext>
            </a:extLst>
          </p:cNvPr>
          <p:cNvSpPr>
            <a:spLocks noGrp="1"/>
          </p:cNvSpPr>
          <p:nvPr/>
        </p:nvSpPr>
        <p:spPr>
          <a:xfrm>
            <a:off x="4524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6" name="Stage1_sixpanel_8247">
            <a:extLst>
              <a:ext uri="{FF2B5EF4-FFF2-40B4-BE49-F238E27FC236}">
                <a16:creationId xmlns:a16="http://schemas.microsoft.com/office/drawing/2014/main" id="{B27A13E5-AB29-49A1-9157-576BEB107233}"/>
              </a:ext>
            </a:extLst>
          </p:cNvPr>
          <p:cNvSpPr>
            <a:spLocks noGrp="1"/>
          </p:cNvSpPr>
          <p:nvPr/>
        </p:nvSpPr>
        <p:spPr>
          <a:xfrm>
            <a:off x="4534744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7" name="Stage1_sixpanel_8248">
            <a:extLst>
              <a:ext uri="{FF2B5EF4-FFF2-40B4-BE49-F238E27FC236}">
                <a16:creationId xmlns:a16="http://schemas.microsoft.com/office/drawing/2014/main" id="{F226ED72-1F1D-4768-8235-F9E126300977}"/>
              </a:ext>
            </a:extLst>
          </p:cNvPr>
          <p:cNvSpPr>
            <a:spLocks noGrp="1"/>
          </p:cNvSpPr>
          <p:nvPr/>
        </p:nvSpPr>
        <p:spPr>
          <a:xfrm>
            <a:off x="4546235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8" name="Stage1_sixpanel_8249">
            <a:extLst>
              <a:ext uri="{FF2B5EF4-FFF2-40B4-BE49-F238E27FC236}">
                <a16:creationId xmlns:a16="http://schemas.microsoft.com/office/drawing/2014/main" id="{5611527D-35A7-4BC9-964E-19FA0E2C7A11}"/>
              </a:ext>
            </a:extLst>
          </p:cNvPr>
          <p:cNvSpPr>
            <a:spLocks noGrp="1"/>
          </p:cNvSpPr>
          <p:nvPr/>
        </p:nvSpPr>
        <p:spPr>
          <a:xfrm>
            <a:off x="4579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79" name="Stage1_sixpanel_8250">
            <a:extLst>
              <a:ext uri="{FF2B5EF4-FFF2-40B4-BE49-F238E27FC236}">
                <a16:creationId xmlns:a16="http://schemas.microsoft.com/office/drawing/2014/main" id="{ABBB81D1-802D-4C7D-8085-C668F1AA31B6}"/>
              </a:ext>
            </a:extLst>
          </p:cNvPr>
          <p:cNvSpPr>
            <a:spLocks noGrp="1"/>
          </p:cNvSpPr>
          <p:nvPr/>
        </p:nvSpPr>
        <p:spPr>
          <a:xfrm>
            <a:off x="43863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0" name="Stage1_sixpanel_8251">
            <a:extLst>
              <a:ext uri="{FF2B5EF4-FFF2-40B4-BE49-F238E27FC236}">
                <a16:creationId xmlns:a16="http://schemas.microsoft.com/office/drawing/2014/main" id="{395CF760-3A37-41E5-8BD9-400826650C8E}"/>
              </a:ext>
            </a:extLst>
          </p:cNvPr>
          <p:cNvSpPr>
            <a:spLocks noGrp="1"/>
          </p:cNvSpPr>
          <p:nvPr/>
        </p:nvSpPr>
        <p:spPr>
          <a:xfrm>
            <a:off x="45109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1" name="Stage1_sixpanel_8252">
            <a:extLst>
              <a:ext uri="{FF2B5EF4-FFF2-40B4-BE49-F238E27FC236}">
                <a16:creationId xmlns:a16="http://schemas.microsoft.com/office/drawing/2014/main" id="{F9EC49DF-E943-43A7-8625-DBF237660735}"/>
              </a:ext>
            </a:extLst>
          </p:cNvPr>
          <p:cNvSpPr>
            <a:spLocks noGrp="1"/>
          </p:cNvSpPr>
          <p:nvPr/>
        </p:nvSpPr>
        <p:spPr>
          <a:xfrm>
            <a:off x="45652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2" name="Stage1_sixpanel_8253">
            <a:extLst>
              <a:ext uri="{FF2B5EF4-FFF2-40B4-BE49-F238E27FC236}">
                <a16:creationId xmlns:a16="http://schemas.microsoft.com/office/drawing/2014/main" id="{9CFAF361-2B77-41A9-8B03-649E88815DE8}"/>
              </a:ext>
            </a:extLst>
          </p:cNvPr>
          <p:cNvSpPr>
            <a:spLocks noGrp="1"/>
          </p:cNvSpPr>
          <p:nvPr/>
        </p:nvSpPr>
        <p:spPr>
          <a:xfrm>
            <a:off x="452518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3" name="Stage1_sixpanel_8254">
            <a:extLst>
              <a:ext uri="{FF2B5EF4-FFF2-40B4-BE49-F238E27FC236}">
                <a16:creationId xmlns:a16="http://schemas.microsoft.com/office/drawing/2014/main" id="{8A71AEFC-6D01-4E58-9670-52BC95C81583}"/>
              </a:ext>
            </a:extLst>
          </p:cNvPr>
          <p:cNvSpPr>
            <a:spLocks noGrp="1"/>
          </p:cNvSpPr>
          <p:nvPr/>
        </p:nvSpPr>
        <p:spPr>
          <a:xfrm>
            <a:off x="456823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4" name="Stage1_sixpanel_8255">
            <a:extLst>
              <a:ext uri="{FF2B5EF4-FFF2-40B4-BE49-F238E27FC236}">
                <a16:creationId xmlns:a16="http://schemas.microsoft.com/office/drawing/2014/main" id="{B2620D56-2C27-4D8C-BBA2-CE45BB5D2112}"/>
              </a:ext>
            </a:extLst>
          </p:cNvPr>
          <p:cNvSpPr>
            <a:spLocks noGrp="1"/>
          </p:cNvSpPr>
          <p:nvPr/>
        </p:nvSpPr>
        <p:spPr>
          <a:xfrm>
            <a:off x="456040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5" name="Stage1_sixpanel_8256">
            <a:extLst>
              <a:ext uri="{FF2B5EF4-FFF2-40B4-BE49-F238E27FC236}">
                <a16:creationId xmlns:a16="http://schemas.microsoft.com/office/drawing/2014/main" id="{36E0BA5C-1496-4287-858C-384B954E10DE}"/>
              </a:ext>
            </a:extLst>
          </p:cNvPr>
          <p:cNvSpPr>
            <a:spLocks noGrp="1"/>
          </p:cNvSpPr>
          <p:nvPr/>
        </p:nvSpPr>
        <p:spPr>
          <a:xfrm>
            <a:off x="4379097" y="78924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6" name="Stage1_sixpanel_8257">
            <a:extLst>
              <a:ext uri="{FF2B5EF4-FFF2-40B4-BE49-F238E27FC236}">
                <a16:creationId xmlns:a16="http://schemas.microsoft.com/office/drawing/2014/main" id="{6BA4A125-E0B2-4211-8966-C8F7F73E2AC6}"/>
              </a:ext>
            </a:extLst>
          </p:cNvPr>
          <p:cNvSpPr>
            <a:spLocks noGrp="1"/>
          </p:cNvSpPr>
          <p:nvPr/>
        </p:nvSpPr>
        <p:spPr>
          <a:xfrm>
            <a:off x="445036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7" name="Stage1_sixpanel_8258">
            <a:extLst>
              <a:ext uri="{FF2B5EF4-FFF2-40B4-BE49-F238E27FC236}">
                <a16:creationId xmlns:a16="http://schemas.microsoft.com/office/drawing/2014/main" id="{0CC140FB-B32B-41AF-A124-E6BA4FB09D3D}"/>
              </a:ext>
            </a:extLst>
          </p:cNvPr>
          <p:cNvSpPr>
            <a:spLocks noGrp="1"/>
          </p:cNvSpPr>
          <p:nvPr/>
        </p:nvSpPr>
        <p:spPr>
          <a:xfrm>
            <a:off x="44397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8" name="Stage1_sixpanel_8259">
            <a:extLst>
              <a:ext uri="{FF2B5EF4-FFF2-40B4-BE49-F238E27FC236}">
                <a16:creationId xmlns:a16="http://schemas.microsoft.com/office/drawing/2014/main" id="{51D08F14-F26B-46ED-9856-E29A05A9C7E8}"/>
              </a:ext>
            </a:extLst>
          </p:cNvPr>
          <p:cNvSpPr>
            <a:spLocks noGrp="1"/>
          </p:cNvSpPr>
          <p:nvPr/>
        </p:nvSpPr>
        <p:spPr>
          <a:xfrm>
            <a:off x="43618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89" name="Stage1_sixpanel_8260">
            <a:extLst>
              <a:ext uri="{FF2B5EF4-FFF2-40B4-BE49-F238E27FC236}">
                <a16:creationId xmlns:a16="http://schemas.microsoft.com/office/drawing/2014/main" id="{678E5696-1A17-47DA-95CC-989267749D68}"/>
              </a:ext>
            </a:extLst>
          </p:cNvPr>
          <p:cNvSpPr>
            <a:spLocks noGrp="1"/>
          </p:cNvSpPr>
          <p:nvPr/>
        </p:nvSpPr>
        <p:spPr>
          <a:xfrm>
            <a:off x="45219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0" name="Stage1_sixpanel_8261">
            <a:extLst>
              <a:ext uri="{FF2B5EF4-FFF2-40B4-BE49-F238E27FC236}">
                <a16:creationId xmlns:a16="http://schemas.microsoft.com/office/drawing/2014/main" id="{A4786E91-B96D-42B1-B567-9F7C4FEF5E9B}"/>
              </a:ext>
            </a:extLst>
          </p:cNvPr>
          <p:cNvSpPr>
            <a:spLocks noGrp="1"/>
          </p:cNvSpPr>
          <p:nvPr/>
        </p:nvSpPr>
        <p:spPr>
          <a:xfrm>
            <a:off x="4420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1" name="Stage1_sixpanel_8262">
            <a:extLst>
              <a:ext uri="{FF2B5EF4-FFF2-40B4-BE49-F238E27FC236}">
                <a16:creationId xmlns:a16="http://schemas.microsoft.com/office/drawing/2014/main" id="{3337A3B6-20BC-4A23-8606-CAFCEF68C7F7}"/>
              </a:ext>
            </a:extLst>
          </p:cNvPr>
          <p:cNvSpPr>
            <a:spLocks noGrp="1"/>
          </p:cNvSpPr>
          <p:nvPr/>
        </p:nvSpPr>
        <p:spPr>
          <a:xfrm>
            <a:off x="453650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2" name="Stage1_sixpanel_8263">
            <a:extLst>
              <a:ext uri="{FF2B5EF4-FFF2-40B4-BE49-F238E27FC236}">
                <a16:creationId xmlns:a16="http://schemas.microsoft.com/office/drawing/2014/main" id="{285D403C-1EA3-4513-A410-FEBE8F9F61FD}"/>
              </a:ext>
            </a:extLst>
          </p:cNvPr>
          <p:cNvSpPr>
            <a:spLocks noGrp="1"/>
          </p:cNvSpPr>
          <p:nvPr/>
        </p:nvSpPr>
        <p:spPr>
          <a:xfrm>
            <a:off x="457278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3" name="Stage1_sixpanel_8264">
            <a:extLst>
              <a:ext uri="{FF2B5EF4-FFF2-40B4-BE49-F238E27FC236}">
                <a16:creationId xmlns:a16="http://schemas.microsoft.com/office/drawing/2014/main" id="{4C4DBC7F-E2C1-4AB5-92EB-257692D94BFC}"/>
              </a:ext>
            </a:extLst>
          </p:cNvPr>
          <p:cNvSpPr>
            <a:spLocks noGrp="1"/>
          </p:cNvSpPr>
          <p:nvPr/>
        </p:nvSpPr>
        <p:spPr>
          <a:xfrm>
            <a:off x="4359768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4" name="Stage1_sixpanel_8265">
            <a:extLst>
              <a:ext uri="{FF2B5EF4-FFF2-40B4-BE49-F238E27FC236}">
                <a16:creationId xmlns:a16="http://schemas.microsoft.com/office/drawing/2014/main" id="{F2CC7964-A43D-4710-988C-C85EC29C887D}"/>
              </a:ext>
            </a:extLst>
          </p:cNvPr>
          <p:cNvSpPr>
            <a:spLocks noGrp="1"/>
          </p:cNvSpPr>
          <p:nvPr/>
        </p:nvSpPr>
        <p:spPr>
          <a:xfrm>
            <a:off x="4502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5" name="Stage1_sixpanel_8266">
            <a:extLst>
              <a:ext uri="{FF2B5EF4-FFF2-40B4-BE49-F238E27FC236}">
                <a16:creationId xmlns:a16="http://schemas.microsoft.com/office/drawing/2014/main" id="{A2F9E006-08F1-4F56-A2B2-268437651C92}"/>
              </a:ext>
            </a:extLst>
          </p:cNvPr>
          <p:cNvSpPr>
            <a:spLocks noGrp="1"/>
          </p:cNvSpPr>
          <p:nvPr/>
        </p:nvSpPr>
        <p:spPr>
          <a:xfrm>
            <a:off x="449568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6" name="Stage1_sixpanel_8267">
            <a:extLst>
              <a:ext uri="{FF2B5EF4-FFF2-40B4-BE49-F238E27FC236}">
                <a16:creationId xmlns:a16="http://schemas.microsoft.com/office/drawing/2014/main" id="{707E8F0F-5229-4148-9944-AAC653A87014}"/>
              </a:ext>
            </a:extLst>
          </p:cNvPr>
          <p:cNvSpPr>
            <a:spLocks noGrp="1"/>
          </p:cNvSpPr>
          <p:nvPr/>
        </p:nvSpPr>
        <p:spPr>
          <a:xfrm>
            <a:off x="438705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7" name="Stage1_sixpanel_8268">
            <a:extLst>
              <a:ext uri="{FF2B5EF4-FFF2-40B4-BE49-F238E27FC236}">
                <a16:creationId xmlns:a16="http://schemas.microsoft.com/office/drawing/2014/main" id="{6959EB04-CA49-47D2-B96F-2044B3609CE4}"/>
              </a:ext>
            </a:extLst>
          </p:cNvPr>
          <p:cNvSpPr>
            <a:spLocks noGrp="1"/>
          </p:cNvSpPr>
          <p:nvPr/>
        </p:nvSpPr>
        <p:spPr>
          <a:xfrm>
            <a:off x="45542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8" name="Stage1_sixpanel_8269">
            <a:extLst>
              <a:ext uri="{FF2B5EF4-FFF2-40B4-BE49-F238E27FC236}">
                <a16:creationId xmlns:a16="http://schemas.microsoft.com/office/drawing/2014/main" id="{EC58F0E8-3B53-4CCE-8649-31D4F3A0DD48}"/>
              </a:ext>
            </a:extLst>
          </p:cNvPr>
          <p:cNvSpPr>
            <a:spLocks noGrp="1"/>
          </p:cNvSpPr>
          <p:nvPr/>
        </p:nvSpPr>
        <p:spPr>
          <a:xfrm>
            <a:off x="45332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099" name="Stage1_sixpanel_8270">
            <a:extLst>
              <a:ext uri="{FF2B5EF4-FFF2-40B4-BE49-F238E27FC236}">
                <a16:creationId xmlns:a16="http://schemas.microsoft.com/office/drawing/2014/main" id="{675A6854-4EE2-404A-B4D4-092C5424CF68}"/>
              </a:ext>
            </a:extLst>
          </p:cNvPr>
          <p:cNvSpPr>
            <a:spLocks noGrp="1"/>
          </p:cNvSpPr>
          <p:nvPr/>
        </p:nvSpPr>
        <p:spPr>
          <a:xfrm>
            <a:off x="44401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0" name="Stage1_sixpanel_8271">
            <a:extLst>
              <a:ext uri="{FF2B5EF4-FFF2-40B4-BE49-F238E27FC236}">
                <a16:creationId xmlns:a16="http://schemas.microsoft.com/office/drawing/2014/main" id="{C81CB6F4-3C93-4179-9555-B8331A8BEE45}"/>
              </a:ext>
            </a:extLst>
          </p:cNvPr>
          <p:cNvSpPr>
            <a:spLocks noGrp="1"/>
          </p:cNvSpPr>
          <p:nvPr/>
        </p:nvSpPr>
        <p:spPr>
          <a:xfrm>
            <a:off x="448428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1" name="Stage1_sixpanel_8272">
            <a:extLst>
              <a:ext uri="{FF2B5EF4-FFF2-40B4-BE49-F238E27FC236}">
                <a16:creationId xmlns:a16="http://schemas.microsoft.com/office/drawing/2014/main" id="{91C2A43A-7173-49CE-A7BB-592F458B6466}"/>
              </a:ext>
            </a:extLst>
          </p:cNvPr>
          <p:cNvSpPr>
            <a:spLocks noGrp="1"/>
          </p:cNvSpPr>
          <p:nvPr/>
        </p:nvSpPr>
        <p:spPr>
          <a:xfrm>
            <a:off x="4456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2" name="Stage1_sixpanel_8273">
            <a:extLst>
              <a:ext uri="{FF2B5EF4-FFF2-40B4-BE49-F238E27FC236}">
                <a16:creationId xmlns:a16="http://schemas.microsoft.com/office/drawing/2014/main" id="{19DCF096-71C2-4CC7-ADB9-6D947DB7FEC1}"/>
              </a:ext>
            </a:extLst>
          </p:cNvPr>
          <p:cNvSpPr>
            <a:spLocks noGrp="1"/>
          </p:cNvSpPr>
          <p:nvPr/>
        </p:nvSpPr>
        <p:spPr>
          <a:xfrm>
            <a:off x="443757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3" name="Stage1_sixpanel_8274">
            <a:extLst>
              <a:ext uri="{FF2B5EF4-FFF2-40B4-BE49-F238E27FC236}">
                <a16:creationId xmlns:a16="http://schemas.microsoft.com/office/drawing/2014/main" id="{BAA1FF83-76F8-4B93-8359-E63FEFD9D524}"/>
              </a:ext>
            </a:extLst>
          </p:cNvPr>
          <p:cNvSpPr>
            <a:spLocks noGrp="1"/>
          </p:cNvSpPr>
          <p:nvPr/>
        </p:nvSpPr>
        <p:spPr>
          <a:xfrm>
            <a:off x="456155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4" name="Stage1_sixpanel_8275">
            <a:extLst>
              <a:ext uri="{FF2B5EF4-FFF2-40B4-BE49-F238E27FC236}">
                <a16:creationId xmlns:a16="http://schemas.microsoft.com/office/drawing/2014/main" id="{F6AFC071-D409-4B51-B131-1BE72B0002AA}"/>
              </a:ext>
            </a:extLst>
          </p:cNvPr>
          <p:cNvSpPr>
            <a:spLocks noGrp="1"/>
          </p:cNvSpPr>
          <p:nvPr/>
        </p:nvSpPr>
        <p:spPr>
          <a:xfrm>
            <a:off x="449931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5" name="Stage1_sixpanel_8276">
            <a:extLst>
              <a:ext uri="{FF2B5EF4-FFF2-40B4-BE49-F238E27FC236}">
                <a16:creationId xmlns:a16="http://schemas.microsoft.com/office/drawing/2014/main" id="{A7FFA0B9-D9E4-4D3C-8F97-5856C5177FDB}"/>
              </a:ext>
            </a:extLst>
          </p:cNvPr>
          <p:cNvSpPr>
            <a:spLocks noGrp="1"/>
          </p:cNvSpPr>
          <p:nvPr/>
        </p:nvSpPr>
        <p:spPr>
          <a:xfrm>
            <a:off x="449724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6" name="Stage1_sixpanel_8277">
            <a:extLst>
              <a:ext uri="{FF2B5EF4-FFF2-40B4-BE49-F238E27FC236}">
                <a16:creationId xmlns:a16="http://schemas.microsoft.com/office/drawing/2014/main" id="{E4783BE6-1DC0-48C8-BF49-8D8EA9EE4796}"/>
              </a:ext>
            </a:extLst>
          </p:cNvPr>
          <p:cNvSpPr>
            <a:spLocks noGrp="1"/>
          </p:cNvSpPr>
          <p:nvPr/>
        </p:nvSpPr>
        <p:spPr>
          <a:xfrm>
            <a:off x="437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7" name="Stage1_sixpanel_8278">
            <a:extLst>
              <a:ext uri="{FF2B5EF4-FFF2-40B4-BE49-F238E27FC236}">
                <a16:creationId xmlns:a16="http://schemas.microsoft.com/office/drawing/2014/main" id="{A66578B3-D041-47CC-BA02-63102485BA36}"/>
              </a:ext>
            </a:extLst>
          </p:cNvPr>
          <p:cNvSpPr>
            <a:spLocks noGrp="1"/>
          </p:cNvSpPr>
          <p:nvPr/>
        </p:nvSpPr>
        <p:spPr>
          <a:xfrm>
            <a:off x="4500137" y="71114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8" name="Stage1_sixpanel_8279">
            <a:extLst>
              <a:ext uri="{FF2B5EF4-FFF2-40B4-BE49-F238E27FC236}">
                <a16:creationId xmlns:a16="http://schemas.microsoft.com/office/drawing/2014/main" id="{61473E35-1231-4616-BCEC-B3F05371B368}"/>
              </a:ext>
            </a:extLst>
          </p:cNvPr>
          <p:cNvSpPr>
            <a:spLocks noGrp="1"/>
          </p:cNvSpPr>
          <p:nvPr/>
        </p:nvSpPr>
        <p:spPr>
          <a:xfrm>
            <a:off x="45371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09" name="Stage1_sixpanel_8280">
            <a:extLst>
              <a:ext uri="{FF2B5EF4-FFF2-40B4-BE49-F238E27FC236}">
                <a16:creationId xmlns:a16="http://schemas.microsoft.com/office/drawing/2014/main" id="{7A047469-DB06-4F8E-BB89-CF0F3D5EE060}"/>
              </a:ext>
            </a:extLst>
          </p:cNvPr>
          <p:cNvSpPr>
            <a:spLocks noGrp="1"/>
          </p:cNvSpPr>
          <p:nvPr/>
        </p:nvSpPr>
        <p:spPr>
          <a:xfrm>
            <a:off x="456431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0" name="Stage1_sixpanel_8281">
            <a:extLst>
              <a:ext uri="{FF2B5EF4-FFF2-40B4-BE49-F238E27FC236}">
                <a16:creationId xmlns:a16="http://schemas.microsoft.com/office/drawing/2014/main" id="{68A6BE25-113D-4186-8491-4DD36FC77638}"/>
              </a:ext>
            </a:extLst>
          </p:cNvPr>
          <p:cNvSpPr>
            <a:spLocks noGrp="1"/>
          </p:cNvSpPr>
          <p:nvPr/>
        </p:nvSpPr>
        <p:spPr>
          <a:xfrm>
            <a:off x="44597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1" name="Stage1_sixpanel_8282">
            <a:extLst>
              <a:ext uri="{FF2B5EF4-FFF2-40B4-BE49-F238E27FC236}">
                <a16:creationId xmlns:a16="http://schemas.microsoft.com/office/drawing/2014/main" id="{1ED5EFD0-E250-4815-9663-D7FE10311BB2}"/>
              </a:ext>
            </a:extLst>
          </p:cNvPr>
          <p:cNvSpPr>
            <a:spLocks noGrp="1"/>
          </p:cNvSpPr>
          <p:nvPr/>
        </p:nvSpPr>
        <p:spPr>
          <a:xfrm>
            <a:off x="447477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2" name="Stage1_sixpanel_8283">
            <a:extLst>
              <a:ext uri="{FF2B5EF4-FFF2-40B4-BE49-F238E27FC236}">
                <a16:creationId xmlns:a16="http://schemas.microsoft.com/office/drawing/2014/main" id="{B7A36EE6-07CC-4137-B144-4C00E799420B}"/>
              </a:ext>
            </a:extLst>
          </p:cNvPr>
          <p:cNvSpPr>
            <a:spLocks noGrp="1"/>
          </p:cNvSpPr>
          <p:nvPr/>
        </p:nvSpPr>
        <p:spPr>
          <a:xfrm>
            <a:off x="4530130" y="805284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3" name="Stage1_sixpanel_8284">
            <a:extLst>
              <a:ext uri="{FF2B5EF4-FFF2-40B4-BE49-F238E27FC236}">
                <a16:creationId xmlns:a16="http://schemas.microsoft.com/office/drawing/2014/main" id="{3C4F8B59-6F34-407C-8195-CA4272E5FB76}"/>
              </a:ext>
            </a:extLst>
          </p:cNvPr>
          <p:cNvSpPr>
            <a:spLocks noGrp="1"/>
          </p:cNvSpPr>
          <p:nvPr/>
        </p:nvSpPr>
        <p:spPr>
          <a:xfrm>
            <a:off x="436080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4" name="Stage1_sixpanel_8285">
            <a:extLst>
              <a:ext uri="{FF2B5EF4-FFF2-40B4-BE49-F238E27FC236}">
                <a16:creationId xmlns:a16="http://schemas.microsoft.com/office/drawing/2014/main" id="{424BC866-5FD5-4934-BF92-0CACBCC69B93}"/>
              </a:ext>
            </a:extLst>
          </p:cNvPr>
          <p:cNvSpPr>
            <a:spLocks noGrp="1"/>
          </p:cNvSpPr>
          <p:nvPr/>
        </p:nvSpPr>
        <p:spPr>
          <a:xfrm>
            <a:off x="448332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5" name="Stage1_sixpanel_8286">
            <a:extLst>
              <a:ext uri="{FF2B5EF4-FFF2-40B4-BE49-F238E27FC236}">
                <a16:creationId xmlns:a16="http://schemas.microsoft.com/office/drawing/2014/main" id="{E1B1324E-C68A-4F68-939E-8377A2BB9CE0}"/>
              </a:ext>
            </a:extLst>
          </p:cNvPr>
          <p:cNvSpPr>
            <a:spLocks noGrp="1"/>
          </p:cNvSpPr>
          <p:nvPr/>
        </p:nvSpPr>
        <p:spPr>
          <a:xfrm>
            <a:off x="45738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6" name="Stage1_sixpanel_8287">
            <a:extLst>
              <a:ext uri="{FF2B5EF4-FFF2-40B4-BE49-F238E27FC236}">
                <a16:creationId xmlns:a16="http://schemas.microsoft.com/office/drawing/2014/main" id="{16DA8628-02DA-4695-93AC-E569B0F6A2BA}"/>
              </a:ext>
            </a:extLst>
          </p:cNvPr>
          <p:cNvSpPr>
            <a:spLocks noGrp="1"/>
          </p:cNvSpPr>
          <p:nvPr/>
        </p:nvSpPr>
        <p:spPr>
          <a:xfrm>
            <a:off x="452673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7" name="Stage1_sixpanel_8288">
            <a:extLst>
              <a:ext uri="{FF2B5EF4-FFF2-40B4-BE49-F238E27FC236}">
                <a16:creationId xmlns:a16="http://schemas.microsoft.com/office/drawing/2014/main" id="{836FA6DE-B414-4E1F-8193-B7455D04B4C6}"/>
              </a:ext>
            </a:extLst>
          </p:cNvPr>
          <p:cNvSpPr>
            <a:spLocks noGrp="1"/>
          </p:cNvSpPr>
          <p:nvPr/>
        </p:nvSpPr>
        <p:spPr>
          <a:xfrm>
            <a:off x="445538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8" name="Stage1_sixpanel_8289">
            <a:extLst>
              <a:ext uri="{FF2B5EF4-FFF2-40B4-BE49-F238E27FC236}">
                <a16:creationId xmlns:a16="http://schemas.microsoft.com/office/drawing/2014/main" id="{DF7C598B-8880-426F-A7CF-FEAA7AEC5E76}"/>
              </a:ext>
            </a:extLst>
          </p:cNvPr>
          <p:cNvSpPr>
            <a:spLocks noGrp="1"/>
          </p:cNvSpPr>
          <p:nvPr/>
        </p:nvSpPr>
        <p:spPr>
          <a:xfrm>
            <a:off x="446253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19" name="Stage1_sixpanel_8290">
            <a:extLst>
              <a:ext uri="{FF2B5EF4-FFF2-40B4-BE49-F238E27FC236}">
                <a16:creationId xmlns:a16="http://schemas.microsoft.com/office/drawing/2014/main" id="{98CEBCF4-7AF5-4B86-8DCE-F6A493A7DF89}"/>
              </a:ext>
            </a:extLst>
          </p:cNvPr>
          <p:cNvSpPr>
            <a:spLocks noGrp="1"/>
          </p:cNvSpPr>
          <p:nvPr/>
        </p:nvSpPr>
        <p:spPr>
          <a:xfrm>
            <a:off x="45555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0" name="Stage1_sixpanel_8291">
            <a:extLst>
              <a:ext uri="{FF2B5EF4-FFF2-40B4-BE49-F238E27FC236}">
                <a16:creationId xmlns:a16="http://schemas.microsoft.com/office/drawing/2014/main" id="{BDC462BC-8E6C-4AE4-AF17-C4FBB9C51C97}"/>
              </a:ext>
            </a:extLst>
          </p:cNvPr>
          <p:cNvSpPr>
            <a:spLocks noGrp="1"/>
          </p:cNvSpPr>
          <p:nvPr/>
        </p:nvSpPr>
        <p:spPr>
          <a:xfrm>
            <a:off x="443379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1" name="Stage1_sixpanel_8292">
            <a:extLst>
              <a:ext uri="{FF2B5EF4-FFF2-40B4-BE49-F238E27FC236}">
                <a16:creationId xmlns:a16="http://schemas.microsoft.com/office/drawing/2014/main" id="{D8C3FA68-418D-4D10-9F40-EB4E92020493}"/>
              </a:ext>
            </a:extLst>
          </p:cNvPr>
          <p:cNvSpPr>
            <a:spLocks noGrp="1"/>
          </p:cNvSpPr>
          <p:nvPr/>
        </p:nvSpPr>
        <p:spPr>
          <a:xfrm>
            <a:off x="44473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2" name="Stage1_sixpanel_8293">
            <a:extLst>
              <a:ext uri="{FF2B5EF4-FFF2-40B4-BE49-F238E27FC236}">
                <a16:creationId xmlns:a16="http://schemas.microsoft.com/office/drawing/2014/main" id="{4D648723-DDA1-4251-B2D0-F90D090158E1}"/>
              </a:ext>
            </a:extLst>
          </p:cNvPr>
          <p:cNvSpPr>
            <a:spLocks noGrp="1"/>
          </p:cNvSpPr>
          <p:nvPr/>
        </p:nvSpPr>
        <p:spPr>
          <a:xfrm>
            <a:off x="4427605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3" name="Stage1_sixpanel_8294">
            <a:extLst>
              <a:ext uri="{FF2B5EF4-FFF2-40B4-BE49-F238E27FC236}">
                <a16:creationId xmlns:a16="http://schemas.microsoft.com/office/drawing/2014/main" id="{F8777611-88F4-4293-933C-9874A1581B7F}"/>
              </a:ext>
            </a:extLst>
          </p:cNvPr>
          <p:cNvSpPr>
            <a:spLocks noGrp="1"/>
          </p:cNvSpPr>
          <p:nvPr/>
        </p:nvSpPr>
        <p:spPr>
          <a:xfrm>
            <a:off x="44345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4" name="Stage1_sixpanel_8295">
            <a:extLst>
              <a:ext uri="{FF2B5EF4-FFF2-40B4-BE49-F238E27FC236}">
                <a16:creationId xmlns:a16="http://schemas.microsoft.com/office/drawing/2014/main" id="{B931F3ED-A270-4754-B8AC-8237A73C1746}"/>
              </a:ext>
            </a:extLst>
          </p:cNvPr>
          <p:cNvSpPr>
            <a:spLocks noGrp="1"/>
          </p:cNvSpPr>
          <p:nvPr/>
        </p:nvSpPr>
        <p:spPr>
          <a:xfrm>
            <a:off x="448428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5" name="Stage1_sixpanel_8296">
            <a:extLst>
              <a:ext uri="{FF2B5EF4-FFF2-40B4-BE49-F238E27FC236}">
                <a16:creationId xmlns:a16="http://schemas.microsoft.com/office/drawing/2014/main" id="{2E98C8FA-D68B-483A-B14B-34F66DC6581F}"/>
              </a:ext>
            </a:extLst>
          </p:cNvPr>
          <p:cNvSpPr>
            <a:spLocks noGrp="1"/>
          </p:cNvSpPr>
          <p:nvPr/>
        </p:nvSpPr>
        <p:spPr>
          <a:xfrm>
            <a:off x="444586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6" name="Stage1_sixpanel_8297">
            <a:extLst>
              <a:ext uri="{FF2B5EF4-FFF2-40B4-BE49-F238E27FC236}">
                <a16:creationId xmlns:a16="http://schemas.microsoft.com/office/drawing/2014/main" id="{2F125338-5B54-4642-A05F-9C7E58ACC661}"/>
              </a:ext>
            </a:extLst>
          </p:cNvPr>
          <p:cNvSpPr>
            <a:spLocks noGrp="1"/>
          </p:cNvSpPr>
          <p:nvPr/>
        </p:nvSpPr>
        <p:spPr>
          <a:xfrm>
            <a:off x="457685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7" name="Stage1_sixpanel_8298">
            <a:extLst>
              <a:ext uri="{FF2B5EF4-FFF2-40B4-BE49-F238E27FC236}">
                <a16:creationId xmlns:a16="http://schemas.microsoft.com/office/drawing/2014/main" id="{DDF72279-FB66-431A-A52B-71E085E059EC}"/>
              </a:ext>
            </a:extLst>
          </p:cNvPr>
          <p:cNvSpPr>
            <a:spLocks noGrp="1"/>
          </p:cNvSpPr>
          <p:nvPr/>
        </p:nvSpPr>
        <p:spPr>
          <a:xfrm>
            <a:off x="454614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8" name="Stage1_sixpanel_8299">
            <a:extLst>
              <a:ext uri="{FF2B5EF4-FFF2-40B4-BE49-F238E27FC236}">
                <a16:creationId xmlns:a16="http://schemas.microsoft.com/office/drawing/2014/main" id="{294BBBD8-9DA4-480F-93BE-D420407F17BA}"/>
              </a:ext>
            </a:extLst>
          </p:cNvPr>
          <p:cNvSpPr>
            <a:spLocks noGrp="1"/>
          </p:cNvSpPr>
          <p:nvPr/>
        </p:nvSpPr>
        <p:spPr>
          <a:xfrm>
            <a:off x="4376917" y="758780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29" name="Stage1_sixpanel_8300">
            <a:extLst>
              <a:ext uri="{FF2B5EF4-FFF2-40B4-BE49-F238E27FC236}">
                <a16:creationId xmlns:a16="http://schemas.microsoft.com/office/drawing/2014/main" id="{EB29B158-2646-4824-810E-3EACEA397510}"/>
              </a:ext>
            </a:extLst>
          </p:cNvPr>
          <p:cNvSpPr>
            <a:spLocks noGrp="1"/>
          </p:cNvSpPr>
          <p:nvPr/>
        </p:nvSpPr>
        <p:spPr>
          <a:xfrm>
            <a:off x="4473377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0" name="Stage1_sixpanel_8301">
            <a:extLst>
              <a:ext uri="{FF2B5EF4-FFF2-40B4-BE49-F238E27FC236}">
                <a16:creationId xmlns:a16="http://schemas.microsoft.com/office/drawing/2014/main" id="{E7E5D9E5-A6F6-4596-A3EC-6D49A1B11E3A}"/>
              </a:ext>
            </a:extLst>
          </p:cNvPr>
          <p:cNvSpPr>
            <a:spLocks noGrp="1"/>
          </p:cNvSpPr>
          <p:nvPr/>
        </p:nvSpPr>
        <p:spPr>
          <a:xfrm>
            <a:off x="45194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1" name="Stage1_sixpanel_8302">
            <a:extLst>
              <a:ext uri="{FF2B5EF4-FFF2-40B4-BE49-F238E27FC236}">
                <a16:creationId xmlns:a16="http://schemas.microsoft.com/office/drawing/2014/main" id="{58C5C1A1-22C8-4482-87A8-463468161558}"/>
              </a:ext>
            </a:extLst>
          </p:cNvPr>
          <p:cNvSpPr>
            <a:spLocks noGrp="1"/>
          </p:cNvSpPr>
          <p:nvPr/>
        </p:nvSpPr>
        <p:spPr>
          <a:xfrm>
            <a:off x="453600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2" name="Stage1_sixpanel_8303">
            <a:extLst>
              <a:ext uri="{FF2B5EF4-FFF2-40B4-BE49-F238E27FC236}">
                <a16:creationId xmlns:a16="http://schemas.microsoft.com/office/drawing/2014/main" id="{996E0CB5-60AC-4672-8CF9-004B803F9D0E}"/>
              </a:ext>
            </a:extLst>
          </p:cNvPr>
          <p:cNvSpPr>
            <a:spLocks noGrp="1"/>
          </p:cNvSpPr>
          <p:nvPr/>
        </p:nvSpPr>
        <p:spPr>
          <a:xfrm>
            <a:off x="4575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3" name="Stage1_sixpanel_8304">
            <a:extLst>
              <a:ext uri="{FF2B5EF4-FFF2-40B4-BE49-F238E27FC236}">
                <a16:creationId xmlns:a16="http://schemas.microsoft.com/office/drawing/2014/main" id="{063C61AE-2784-451B-B722-A6571FF63B18}"/>
              </a:ext>
            </a:extLst>
          </p:cNvPr>
          <p:cNvSpPr>
            <a:spLocks noGrp="1"/>
          </p:cNvSpPr>
          <p:nvPr/>
        </p:nvSpPr>
        <p:spPr>
          <a:xfrm>
            <a:off x="43758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4" name="Stage1_sixpanel_8305">
            <a:extLst>
              <a:ext uri="{FF2B5EF4-FFF2-40B4-BE49-F238E27FC236}">
                <a16:creationId xmlns:a16="http://schemas.microsoft.com/office/drawing/2014/main" id="{AD55CAA1-B904-4EFF-A307-E1716E55252B}"/>
              </a:ext>
            </a:extLst>
          </p:cNvPr>
          <p:cNvSpPr>
            <a:spLocks noGrp="1"/>
          </p:cNvSpPr>
          <p:nvPr/>
        </p:nvSpPr>
        <p:spPr>
          <a:xfrm>
            <a:off x="45003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5" name="Stage1_sixpanel_8306">
            <a:extLst>
              <a:ext uri="{FF2B5EF4-FFF2-40B4-BE49-F238E27FC236}">
                <a16:creationId xmlns:a16="http://schemas.microsoft.com/office/drawing/2014/main" id="{6FBD80F5-D761-453F-BBE5-4713BFF569DF}"/>
              </a:ext>
            </a:extLst>
          </p:cNvPr>
          <p:cNvSpPr>
            <a:spLocks noGrp="1"/>
          </p:cNvSpPr>
          <p:nvPr/>
        </p:nvSpPr>
        <p:spPr>
          <a:xfrm>
            <a:off x="437402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6" name="Stage1_sixpanel_8307">
            <a:extLst>
              <a:ext uri="{FF2B5EF4-FFF2-40B4-BE49-F238E27FC236}">
                <a16:creationId xmlns:a16="http://schemas.microsoft.com/office/drawing/2014/main" id="{E733657F-EDEB-4F70-BDB7-17E004E9369B}"/>
              </a:ext>
            </a:extLst>
          </p:cNvPr>
          <p:cNvSpPr>
            <a:spLocks noGrp="1"/>
          </p:cNvSpPr>
          <p:nvPr/>
        </p:nvSpPr>
        <p:spPr>
          <a:xfrm>
            <a:off x="4445237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7" name="Stage1_sixpanel_8308">
            <a:extLst>
              <a:ext uri="{FF2B5EF4-FFF2-40B4-BE49-F238E27FC236}">
                <a16:creationId xmlns:a16="http://schemas.microsoft.com/office/drawing/2014/main" id="{CE75E8C6-DE47-4664-B714-8398859070C0}"/>
              </a:ext>
            </a:extLst>
          </p:cNvPr>
          <p:cNvSpPr>
            <a:spLocks noGrp="1"/>
          </p:cNvSpPr>
          <p:nvPr/>
        </p:nvSpPr>
        <p:spPr>
          <a:xfrm>
            <a:off x="439207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8" name="Stage1_sixpanel_8309">
            <a:extLst>
              <a:ext uri="{FF2B5EF4-FFF2-40B4-BE49-F238E27FC236}">
                <a16:creationId xmlns:a16="http://schemas.microsoft.com/office/drawing/2014/main" id="{9FDDF0C1-B00D-4D61-ADF2-265D74948D78}"/>
              </a:ext>
            </a:extLst>
          </p:cNvPr>
          <p:cNvSpPr>
            <a:spLocks noGrp="1"/>
          </p:cNvSpPr>
          <p:nvPr/>
        </p:nvSpPr>
        <p:spPr>
          <a:xfrm>
            <a:off x="44820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39" name="Stage1_sixpanel_8310">
            <a:extLst>
              <a:ext uri="{FF2B5EF4-FFF2-40B4-BE49-F238E27FC236}">
                <a16:creationId xmlns:a16="http://schemas.microsoft.com/office/drawing/2014/main" id="{367363AD-DC78-4057-9CC6-1CCD1AE882B7}"/>
              </a:ext>
            </a:extLst>
          </p:cNvPr>
          <p:cNvSpPr>
            <a:spLocks noGrp="1"/>
          </p:cNvSpPr>
          <p:nvPr/>
        </p:nvSpPr>
        <p:spPr>
          <a:xfrm>
            <a:off x="4362452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0" name="Stage1_sixpanel_8311">
            <a:extLst>
              <a:ext uri="{FF2B5EF4-FFF2-40B4-BE49-F238E27FC236}">
                <a16:creationId xmlns:a16="http://schemas.microsoft.com/office/drawing/2014/main" id="{6CF380D8-DC46-41B5-AAE0-74698B622F5E}"/>
              </a:ext>
            </a:extLst>
          </p:cNvPr>
          <p:cNvSpPr>
            <a:spLocks noGrp="1"/>
          </p:cNvSpPr>
          <p:nvPr/>
        </p:nvSpPr>
        <p:spPr>
          <a:xfrm>
            <a:off x="442470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1" name="Stage1_sixpanel_8312">
            <a:extLst>
              <a:ext uri="{FF2B5EF4-FFF2-40B4-BE49-F238E27FC236}">
                <a16:creationId xmlns:a16="http://schemas.microsoft.com/office/drawing/2014/main" id="{5FE02457-A96D-4605-8DE3-35C383DD1E34}"/>
              </a:ext>
            </a:extLst>
          </p:cNvPr>
          <p:cNvSpPr>
            <a:spLocks noGrp="1"/>
          </p:cNvSpPr>
          <p:nvPr/>
        </p:nvSpPr>
        <p:spPr>
          <a:xfrm>
            <a:off x="451369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2" name="Stage1_sixpanel_8313">
            <a:extLst>
              <a:ext uri="{FF2B5EF4-FFF2-40B4-BE49-F238E27FC236}">
                <a16:creationId xmlns:a16="http://schemas.microsoft.com/office/drawing/2014/main" id="{24DA8CAF-56E3-4381-88EA-B40E5389BED6}"/>
              </a:ext>
            </a:extLst>
          </p:cNvPr>
          <p:cNvSpPr>
            <a:spLocks noGrp="1"/>
          </p:cNvSpPr>
          <p:nvPr/>
        </p:nvSpPr>
        <p:spPr>
          <a:xfrm>
            <a:off x="439732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3" name="Stage1_sixpanel_8314">
            <a:extLst>
              <a:ext uri="{FF2B5EF4-FFF2-40B4-BE49-F238E27FC236}">
                <a16:creationId xmlns:a16="http://schemas.microsoft.com/office/drawing/2014/main" id="{9DDA4A20-2177-43DA-AAA1-07F7FC823FF4}"/>
              </a:ext>
            </a:extLst>
          </p:cNvPr>
          <p:cNvSpPr>
            <a:spLocks noGrp="1"/>
          </p:cNvSpPr>
          <p:nvPr/>
        </p:nvSpPr>
        <p:spPr>
          <a:xfrm>
            <a:off x="4501805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4" name="Stage1_sixpanel_8315">
            <a:extLst>
              <a:ext uri="{FF2B5EF4-FFF2-40B4-BE49-F238E27FC236}">
                <a16:creationId xmlns:a16="http://schemas.microsoft.com/office/drawing/2014/main" id="{823DF6B2-0199-4528-BB71-EA631CC41B53}"/>
              </a:ext>
            </a:extLst>
          </p:cNvPr>
          <p:cNvSpPr>
            <a:spLocks noGrp="1"/>
          </p:cNvSpPr>
          <p:nvPr/>
        </p:nvSpPr>
        <p:spPr>
          <a:xfrm>
            <a:off x="44090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5" name="Stage1_sixpanel_8316">
            <a:extLst>
              <a:ext uri="{FF2B5EF4-FFF2-40B4-BE49-F238E27FC236}">
                <a16:creationId xmlns:a16="http://schemas.microsoft.com/office/drawing/2014/main" id="{2A805436-1B3C-475E-AFDC-797DE8D86B2F}"/>
              </a:ext>
            </a:extLst>
          </p:cNvPr>
          <p:cNvSpPr>
            <a:spLocks noGrp="1"/>
          </p:cNvSpPr>
          <p:nvPr/>
        </p:nvSpPr>
        <p:spPr>
          <a:xfrm>
            <a:off x="4563321" y="80484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6" name="Stage1_sixpanel_8317">
            <a:extLst>
              <a:ext uri="{FF2B5EF4-FFF2-40B4-BE49-F238E27FC236}">
                <a16:creationId xmlns:a16="http://schemas.microsoft.com/office/drawing/2014/main" id="{028F348D-F07C-45DF-AF8A-DD0FA5E5F5AC}"/>
              </a:ext>
            </a:extLst>
          </p:cNvPr>
          <p:cNvSpPr>
            <a:spLocks noGrp="1"/>
          </p:cNvSpPr>
          <p:nvPr/>
        </p:nvSpPr>
        <p:spPr>
          <a:xfrm>
            <a:off x="450311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7" name="Stage1_sixpanel_8318">
            <a:extLst>
              <a:ext uri="{FF2B5EF4-FFF2-40B4-BE49-F238E27FC236}">
                <a16:creationId xmlns:a16="http://schemas.microsoft.com/office/drawing/2014/main" id="{F6AC0762-176E-42D3-80F1-0313F4FEB86C}"/>
              </a:ext>
            </a:extLst>
          </p:cNvPr>
          <p:cNvSpPr>
            <a:spLocks noGrp="1"/>
          </p:cNvSpPr>
          <p:nvPr/>
        </p:nvSpPr>
        <p:spPr>
          <a:xfrm>
            <a:off x="4463633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8" name="Stage1_sixpanel_8319">
            <a:extLst>
              <a:ext uri="{FF2B5EF4-FFF2-40B4-BE49-F238E27FC236}">
                <a16:creationId xmlns:a16="http://schemas.microsoft.com/office/drawing/2014/main" id="{2D0A778B-612B-4AD2-B6A4-85F3554A52B2}"/>
              </a:ext>
            </a:extLst>
          </p:cNvPr>
          <p:cNvSpPr>
            <a:spLocks noGrp="1"/>
          </p:cNvSpPr>
          <p:nvPr/>
        </p:nvSpPr>
        <p:spPr>
          <a:xfrm>
            <a:off x="44792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49" name="Stage1_sixpanel_8320">
            <a:extLst>
              <a:ext uri="{FF2B5EF4-FFF2-40B4-BE49-F238E27FC236}">
                <a16:creationId xmlns:a16="http://schemas.microsoft.com/office/drawing/2014/main" id="{6CE910DF-F9E0-4879-AD4E-00108F24FA8A}"/>
              </a:ext>
            </a:extLst>
          </p:cNvPr>
          <p:cNvSpPr>
            <a:spLocks noGrp="1"/>
          </p:cNvSpPr>
          <p:nvPr/>
        </p:nvSpPr>
        <p:spPr>
          <a:xfrm>
            <a:off x="4425685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0" name="Stage1_sixpanel_8321">
            <a:extLst>
              <a:ext uri="{FF2B5EF4-FFF2-40B4-BE49-F238E27FC236}">
                <a16:creationId xmlns:a16="http://schemas.microsoft.com/office/drawing/2014/main" id="{93CA2AC8-9F7A-40F7-A57C-A0720B363874}"/>
              </a:ext>
            </a:extLst>
          </p:cNvPr>
          <p:cNvSpPr>
            <a:spLocks noGrp="1"/>
          </p:cNvSpPr>
          <p:nvPr/>
        </p:nvSpPr>
        <p:spPr>
          <a:xfrm>
            <a:off x="4453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1" name="Stage1_sixpanel_8322">
            <a:extLst>
              <a:ext uri="{FF2B5EF4-FFF2-40B4-BE49-F238E27FC236}">
                <a16:creationId xmlns:a16="http://schemas.microsoft.com/office/drawing/2014/main" id="{5764B1D4-B994-49C8-8D84-715F353D88AC}"/>
              </a:ext>
            </a:extLst>
          </p:cNvPr>
          <p:cNvSpPr>
            <a:spLocks noGrp="1"/>
          </p:cNvSpPr>
          <p:nvPr/>
        </p:nvSpPr>
        <p:spPr>
          <a:xfrm>
            <a:off x="4571208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2" name="Stage1_sixpanel_8323">
            <a:extLst>
              <a:ext uri="{FF2B5EF4-FFF2-40B4-BE49-F238E27FC236}">
                <a16:creationId xmlns:a16="http://schemas.microsoft.com/office/drawing/2014/main" id="{74A4A5B1-F617-4FD3-BBBF-84A18E94B4C9}"/>
              </a:ext>
            </a:extLst>
          </p:cNvPr>
          <p:cNvSpPr>
            <a:spLocks noGrp="1"/>
          </p:cNvSpPr>
          <p:nvPr/>
        </p:nvSpPr>
        <p:spPr>
          <a:xfrm>
            <a:off x="447864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3" name="Stage1_sixpanel_8324">
            <a:extLst>
              <a:ext uri="{FF2B5EF4-FFF2-40B4-BE49-F238E27FC236}">
                <a16:creationId xmlns:a16="http://schemas.microsoft.com/office/drawing/2014/main" id="{B9772DDA-2899-4EAA-8389-262C856C0A2C}"/>
              </a:ext>
            </a:extLst>
          </p:cNvPr>
          <p:cNvSpPr>
            <a:spLocks noGrp="1"/>
          </p:cNvSpPr>
          <p:nvPr/>
        </p:nvSpPr>
        <p:spPr>
          <a:xfrm>
            <a:off x="4529935" y="736542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4" name="Stage1_sixpanel_8325">
            <a:extLst>
              <a:ext uri="{FF2B5EF4-FFF2-40B4-BE49-F238E27FC236}">
                <a16:creationId xmlns:a16="http://schemas.microsoft.com/office/drawing/2014/main" id="{90B4D8E4-2EF8-4A95-8B3F-B9798B9B0712}"/>
              </a:ext>
            </a:extLst>
          </p:cNvPr>
          <p:cNvSpPr>
            <a:spLocks noGrp="1"/>
          </p:cNvSpPr>
          <p:nvPr/>
        </p:nvSpPr>
        <p:spPr>
          <a:xfrm>
            <a:off x="4389885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5" name="Stage1_sixpanel_8326">
            <a:extLst>
              <a:ext uri="{FF2B5EF4-FFF2-40B4-BE49-F238E27FC236}">
                <a16:creationId xmlns:a16="http://schemas.microsoft.com/office/drawing/2014/main" id="{D6317A8F-1FF2-437C-9E5A-9C7D4E73D547}"/>
              </a:ext>
            </a:extLst>
          </p:cNvPr>
          <p:cNvSpPr>
            <a:spLocks noGrp="1"/>
          </p:cNvSpPr>
          <p:nvPr/>
        </p:nvSpPr>
        <p:spPr>
          <a:xfrm>
            <a:off x="447035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6" name="Stage1_sixpanel_8327">
            <a:extLst>
              <a:ext uri="{FF2B5EF4-FFF2-40B4-BE49-F238E27FC236}">
                <a16:creationId xmlns:a16="http://schemas.microsoft.com/office/drawing/2014/main" id="{0541C419-D655-48DB-848B-D0693497A5A2}"/>
              </a:ext>
            </a:extLst>
          </p:cNvPr>
          <p:cNvSpPr>
            <a:spLocks noGrp="1"/>
          </p:cNvSpPr>
          <p:nvPr/>
        </p:nvSpPr>
        <p:spPr>
          <a:xfrm>
            <a:off x="43637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7" name="Stage1_sixpanel_8328">
            <a:extLst>
              <a:ext uri="{FF2B5EF4-FFF2-40B4-BE49-F238E27FC236}">
                <a16:creationId xmlns:a16="http://schemas.microsoft.com/office/drawing/2014/main" id="{3F6B747F-B54F-4925-91B6-F1A495E26DCE}"/>
              </a:ext>
            </a:extLst>
          </p:cNvPr>
          <p:cNvSpPr>
            <a:spLocks noGrp="1"/>
          </p:cNvSpPr>
          <p:nvPr/>
        </p:nvSpPr>
        <p:spPr>
          <a:xfrm>
            <a:off x="450353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8" name="Stage1_sixpanel_8329">
            <a:extLst>
              <a:ext uri="{FF2B5EF4-FFF2-40B4-BE49-F238E27FC236}">
                <a16:creationId xmlns:a16="http://schemas.microsoft.com/office/drawing/2014/main" id="{FF8A1164-7E8A-4302-9167-68FD7A7A2EBE}"/>
              </a:ext>
            </a:extLst>
          </p:cNvPr>
          <p:cNvSpPr>
            <a:spLocks noGrp="1"/>
          </p:cNvSpPr>
          <p:nvPr/>
        </p:nvSpPr>
        <p:spPr>
          <a:xfrm>
            <a:off x="4398593" y="7035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59" name="Stage1_sixpanel_8330">
            <a:extLst>
              <a:ext uri="{FF2B5EF4-FFF2-40B4-BE49-F238E27FC236}">
                <a16:creationId xmlns:a16="http://schemas.microsoft.com/office/drawing/2014/main" id="{6B5F159D-E4D3-4B00-8B98-BFC761A55302}"/>
              </a:ext>
            </a:extLst>
          </p:cNvPr>
          <p:cNvSpPr>
            <a:spLocks noGrp="1"/>
          </p:cNvSpPr>
          <p:nvPr/>
        </p:nvSpPr>
        <p:spPr>
          <a:xfrm>
            <a:off x="440845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0" name="Stage1_sixpanel_8331">
            <a:extLst>
              <a:ext uri="{FF2B5EF4-FFF2-40B4-BE49-F238E27FC236}">
                <a16:creationId xmlns:a16="http://schemas.microsoft.com/office/drawing/2014/main" id="{7F4E7F9C-81CE-4BF2-B832-C237064E57EB}"/>
              </a:ext>
            </a:extLst>
          </p:cNvPr>
          <p:cNvSpPr>
            <a:spLocks noGrp="1"/>
          </p:cNvSpPr>
          <p:nvPr/>
        </p:nvSpPr>
        <p:spPr>
          <a:xfrm>
            <a:off x="448599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1" name="Stage1_sixpanel_8332">
            <a:extLst>
              <a:ext uri="{FF2B5EF4-FFF2-40B4-BE49-F238E27FC236}">
                <a16:creationId xmlns:a16="http://schemas.microsoft.com/office/drawing/2014/main" id="{B0B57C39-A855-4C73-BB61-F309E402ED24}"/>
              </a:ext>
            </a:extLst>
          </p:cNvPr>
          <p:cNvSpPr>
            <a:spLocks noGrp="1"/>
          </p:cNvSpPr>
          <p:nvPr/>
        </p:nvSpPr>
        <p:spPr>
          <a:xfrm>
            <a:off x="4431123" y="764968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2" name="Stage1_sixpanel_8333">
            <a:extLst>
              <a:ext uri="{FF2B5EF4-FFF2-40B4-BE49-F238E27FC236}">
                <a16:creationId xmlns:a16="http://schemas.microsoft.com/office/drawing/2014/main" id="{BFC0E057-4747-448F-8759-2D3FEA4BBFFE}"/>
              </a:ext>
            </a:extLst>
          </p:cNvPr>
          <p:cNvSpPr>
            <a:spLocks noGrp="1"/>
          </p:cNvSpPr>
          <p:nvPr/>
        </p:nvSpPr>
        <p:spPr>
          <a:xfrm>
            <a:off x="444915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3" name="Stage1_sixpanel_8334">
            <a:extLst>
              <a:ext uri="{FF2B5EF4-FFF2-40B4-BE49-F238E27FC236}">
                <a16:creationId xmlns:a16="http://schemas.microsoft.com/office/drawing/2014/main" id="{B577C2AE-77BF-415D-8887-68785485D7A8}"/>
              </a:ext>
            </a:extLst>
          </p:cNvPr>
          <p:cNvSpPr>
            <a:spLocks noGrp="1"/>
          </p:cNvSpPr>
          <p:nvPr/>
        </p:nvSpPr>
        <p:spPr>
          <a:xfrm>
            <a:off x="45463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4" name="Stage1_sixpanel_8335">
            <a:extLst>
              <a:ext uri="{FF2B5EF4-FFF2-40B4-BE49-F238E27FC236}">
                <a16:creationId xmlns:a16="http://schemas.microsoft.com/office/drawing/2014/main" id="{9A161570-2E4F-4382-89CE-743355350F12}"/>
              </a:ext>
            </a:extLst>
          </p:cNvPr>
          <p:cNvSpPr>
            <a:spLocks noGrp="1"/>
          </p:cNvSpPr>
          <p:nvPr/>
        </p:nvSpPr>
        <p:spPr>
          <a:xfrm>
            <a:off x="4436441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5" name="Stage1_sixpanel_8336">
            <a:extLst>
              <a:ext uri="{FF2B5EF4-FFF2-40B4-BE49-F238E27FC236}">
                <a16:creationId xmlns:a16="http://schemas.microsoft.com/office/drawing/2014/main" id="{0C4C0053-35E6-46AC-9743-ABC0825FEDBD}"/>
              </a:ext>
            </a:extLst>
          </p:cNvPr>
          <p:cNvSpPr>
            <a:spLocks noGrp="1"/>
          </p:cNvSpPr>
          <p:nvPr/>
        </p:nvSpPr>
        <p:spPr>
          <a:xfrm>
            <a:off x="442294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6" name="Stage1_sixpanel_8337">
            <a:extLst>
              <a:ext uri="{FF2B5EF4-FFF2-40B4-BE49-F238E27FC236}">
                <a16:creationId xmlns:a16="http://schemas.microsoft.com/office/drawing/2014/main" id="{EF7622F9-DF86-4933-8EEB-DEC92417DF47}"/>
              </a:ext>
            </a:extLst>
          </p:cNvPr>
          <p:cNvSpPr>
            <a:spLocks noGrp="1"/>
          </p:cNvSpPr>
          <p:nvPr/>
        </p:nvSpPr>
        <p:spPr>
          <a:xfrm>
            <a:off x="4377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7" name="Stage1_sixpanel_8338">
            <a:extLst>
              <a:ext uri="{FF2B5EF4-FFF2-40B4-BE49-F238E27FC236}">
                <a16:creationId xmlns:a16="http://schemas.microsoft.com/office/drawing/2014/main" id="{F72CD723-518D-47E5-8FB1-62CEF63DBCB9}"/>
              </a:ext>
            </a:extLst>
          </p:cNvPr>
          <p:cNvSpPr>
            <a:spLocks noGrp="1"/>
          </p:cNvSpPr>
          <p:nvPr/>
        </p:nvSpPr>
        <p:spPr>
          <a:xfrm>
            <a:off x="441402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8" name="Stage1_sixpanel_8339">
            <a:extLst>
              <a:ext uri="{FF2B5EF4-FFF2-40B4-BE49-F238E27FC236}">
                <a16:creationId xmlns:a16="http://schemas.microsoft.com/office/drawing/2014/main" id="{F8F235C2-3ACD-4A52-A645-1AD9041DD267}"/>
              </a:ext>
            </a:extLst>
          </p:cNvPr>
          <p:cNvSpPr>
            <a:spLocks noGrp="1"/>
          </p:cNvSpPr>
          <p:nvPr/>
        </p:nvSpPr>
        <p:spPr>
          <a:xfrm>
            <a:off x="456281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69" name="Stage1_sixpanel_8340">
            <a:extLst>
              <a:ext uri="{FF2B5EF4-FFF2-40B4-BE49-F238E27FC236}">
                <a16:creationId xmlns:a16="http://schemas.microsoft.com/office/drawing/2014/main" id="{E9F06275-B9A0-45F6-86C7-948245AAE2E3}"/>
              </a:ext>
            </a:extLst>
          </p:cNvPr>
          <p:cNvSpPr>
            <a:spLocks noGrp="1"/>
          </p:cNvSpPr>
          <p:nvPr/>
        </p:nvSpPr>
        <p:spPr>
          <a:xfrm>
            <a:off x="456103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0" name="Stage1_sixpanel_8341">
            <a:extLst>
              <a:ext uri="{FF2B5EF4-FFF2-40B4-BE49-F238E27FC236}">
                <a16:creationId xmlns:a16="http://schemas.microsoft.com/office/drawing/2014/main" id="{08531453-AB5C-4DAA-805E-2EF01E27AA52}"/>
              </a:ext>
            </a:extLst>
          </p:cNvPr>
          <p:cNvSpPr>
            <a:spLocks noGrp="1"/>
          </p:cNvSpPr>
          <p:nvPr/>
        </p:nvSpPr>
        <p:spPr>
          <a:xfrm>
            <a:off x="454063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1" name="Stage1_sixpanel_8342">
            <a:extLst>
              <a:ext uri="{FF2B5EF4-FFF2-40B4-BE49-F238E27FC236}">
                <a16:creationId xmlns:a16="http://schemas.microsoft.com/office/drawing/2014/main" id="{25E3DC05-5EF0-447E-A167-176A0532D3BB}"/>
              </a:ext>
            </a:extLst>
          </p:cNvPr>
          <p:cNvSpPr>
            <a:spLocks noGrp="1"/>
          </p:cNvSpPr>
          <p:nvPr/>
        </p:nvSpPr>
        <p:spPr>
          <a:xfrm>
            <a:off x="455201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2" name="Stage1_sixpanel_8343">
            <a:extLst>
              <a:ext uri="{FF2B5EF4-FFF2-40B4-BE49-F238E27FC236}">
                <a16:creationId xmlns:a16="http://schemas.microsoft.com/office/drawing/2014/main" id="{E682BB5C-9292-47C2-B1F5-7DF8853C87A0}"/>
              </a:ext>
            </a:extLst>
          </p:cNvPr>
          <p:cNvSpPr>
            <a:spLocks noGrp="1"/>
          </p:cNvSpPr>
          <p:nvPr/>
        </p:nvSpPr>
        <p:spPr>
          <a:xfrm>
            <a:off x="44090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3" name="Stage1_sixpanel_8344">
            <a:extLst>
              <a:ext uri="{FF2B5EF4-FFF2-40B4-BE49-F238E27FC236}">
                <a16:creationId xmlns:a16="http://schemas.microsoft.com/office/drawing/2014/main" id="{2F016BE6-0BF1-48BF-BF63-67C88378F57D}"/>
              </a:ext>
            </a:extLst>
          </p:cNvPr>
          <p:cNvSpPr>
            <a:spLocks noGrp="1"/>
          </p:cNvSpPr>
          <p:nvPr/>
        </p:nvSpPr>
        <p:spPr>
          <a:xfrm>
            <a:off x="4454858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4" name="Stage1_sixpanel_8345">
            <a:extLst>
              <a:ext uri="{FF2B5EF4-FFF2-40B4-BE49-F238E27FC236}">
                <a16:creationId xmlns:a16="http://schemas.microsoft.com/office/drawing/2014/main" id="{772B51D8-AECD-4734-9A0E-FA353CACBA21}"/>
              </a:ext>
            </a:extLst>
          </p:cNvPr>
          <p:cNvSpPr>
            <a:spLocks noGrp="1"/>
          </p:cNvSpPr>
          <p:nvPr/>
        </p:nvSpPr>
        <p:spPr>
          <a:xfrm>
            <a:off x="442537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5" name="Stage1_sixpanel_8346">
            <a:extLst>
              <a:ext uri="{FF2B5EF4-FFF2-40B4-BE49-F238E27FC236}">
                <a16:creationId xmlns:a16="http://schemas.microsoft.com/office/drawing/2014/main" id="{F2BC551C-1625-442A-91B6-24EF0959537F}"/>
              </a:ext>
            </a:extLst>
          </p:cNvPr>
          <p:cNvSpPr>
            <a:spLocks noGrp="1"/>
          </p:cNvSpPr>
          <p:nvPr/>
        </p:nvSpPr>
        <p:spPr>
          <a:xfrm>
            <a:off x="443767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6" name="Stage1_sixpanel_8347">
            <a:extLst>
              <a:ext uri="{FF2B5EF4-FFF2-40B4-BE49-F238E27FC236}">
                <a16:creationId xmlns:a16="http://schemas.microsoft.com/office/drawing/2014/main" id="{3516A025-5243-42A5-8780-F6A95FE7D251}"/>
              </a:ext>
            </a:extLst>
          </p:cNvPr>
          <p:cNvSpPr>
            <a:spLocks noGrp="1"/>
          </p:cNvSpPr>
          <p:nvPr/>
        </p:nvSpPr>
        <p:spPr>
          <a:xfrm>
            <a:off x="44712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7" name="Stage1_sixpanel_8348">
            <a:extLst>
              <a:ext uri="{FF2B5EF4-FFF2-40B4-BE49-F238E27FC236}">
                <a16:creationId xmlns:a16="http://schemas.microsoft.com/office/drawing/2014/main" id="{3EDB3171-98F2-47D4-AF76-E4AD3967F28F}"/>
              </a:ext>
            </a:extLst>
          </p:cNvPr>
          <p:cNvSpPr>
            <a:spLocks noGrp="1"/>
          </p:cNvSpPr>
          <p:nvPr/>
        </p:nvSpPr>
        <p:spPr>
          <a:xfrm>
            <a:off x="4453727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8" name="Stage1_sixpanel_8349">
            <a:extLst>
              <a:ext uri="{FF2B5EF4-FFF2-40B4-BE49-F238E27FC236}">
                <a16:creationId xmlns:a16="http://schemas.microsoft.com/office/drawing/2014/main" id="{265C03C8-9E1D-49A5-972B-5C368DB72E6B}"/>
              </a:ext>
            </a:extLst>
          </p:cNvPr>
          <p:cNvSpPr>
            <a:spLocks noGrp="1"/>
          </p:cNvSpPr>
          <p:nvPr/>
        </p:nvSpPr>
        <p:spPr>
          <a:xfrm>
            <a:off x="4570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79" name="Stage1_sixpanel_8350">
            <a:extLst>
              <a:ext uri="{FF2B5EF4-FFF2-40B4-BE49-F238E27FC236}">
                <a16:creationId xmlns:a16="http://schemas.microsoft.com/office/drawing/2014/main" id="{7240D085-F8A9-4C22-B2A5-CC25C44AA7FE}"/>
              </a:ext>
            </a:extLst>
          </p:cNvPr>
          <p:cNvSpPr>
            <a:spLocks noGrp="1"/>
          </p:cNvSpPr>
          <p:nvPr/>
        </p:nvSpPr>
        <p:spPr>
          <a:xfrm>
            <a:off x="45592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0" name="Stage1_sixpanel_8351">
            <a:extLst>
              <a:ext uri="{FF2B5EF4-FFF2-40B4-BE49-F238E27FC236}">
                <a16:creationId xmlns:a16="http://schemas.microsoft.com/office/drawing/2014/main" id="{AA0A11CB-C00B-4BC4-9469-6F5AAA4BC835}"/>
              </a:ext>
            </a:extLst>
          </p:cNvPr>
          <p:cNvSpPr>
            <a:spLocks noGrp="1"/>
          </p:cNvSpPr>
          <p:nvPr/>
        </p:nvSpPr>
        <p:spPr>
          <a:xfrm>
            <a:off x="444185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1" name="Stage1_sixpanel_8352">
            <a:extLst>
              <a:ext uri="{FF2B5EF4-FFF2-40B4-BE49-F238E27FC236}">
                <a16:creationId xmlns:a16="http://schemas.microsoft.com/office/drawing/2014/main" id="{2A570696-ABB4-42D2-853C-36C1C8A838F8}"/>
              </a:ext>
            </a:extLst>
          </p:cNvPr>
          <p:cNvSpPr>
            <a:spLocks noGrp="1"/>
          </p:cNvSpPr>
          <p:nvPr/>
        </p:nvSpPr>
        <p:spPr>
          <a:xfrm>
            <a:off x="448578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2" name="Stage1_sixpanel_8353">
            <a:extLst>
              <a:ext uri="{FF2B5EF4-FFF2-40B4-BE49-F238E27FC236}">
                <a16:creationId xmlns:a16="http://schemas.microsoft.com/office/drawing/2014/main" id="{8B7CBFF9-9C62-40AE-8AEE-8F6105180D91}"/>
              </a:ext>
            </a:extLst>
          </p:cNvPr>
          <p:cNvSpPr>
            <a:spLocks noGrp="1"/>
          </p:cNvSpPr>
          <p:nvPr/>
        </p:nvSpPr>
        <p:spPr>
          <a:xfrm>
            <a:off x="45140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3" name="Stage1_sixpanel_8354">
            <a:extLst>
              <a:ext uri="{FF2B5EF4-FFF2-40B4-BE49-F238E27FC236}">
                <a16:creationId xmlns:a16="http://schemas.microsoft.com/office/drawing/2014/main" id="{7ABE0501-3A65-4AFB-AB6A-BFBAC83B37BC}"/>
              </a:ext>
            </a:extLst>
          </p:cNvPr>
          <p:cNvSpPr>
            <a:spLocks noGrp="1"/>
          </p:cNvSpPr>
          <p:nvPr/>
        </p:nvSpPr>
        <p:spPr>
          <a:xfrm>
            <a:off x="44667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4" name="Stage1_sixpanel_8355">
            <a:extLst>
              <a:ext uri="{FF2B5EF4-FFF2-40B4-BE49-F238E27FC236}">
                <a16:creationId xmlns:a16="http://schemas.microsoft.com/office/drawing/2014/main" id="{317D8956-EC4B-46EC-8BB1-23F9F85E9B05}"/>
              </a:ext>
            </a:extLst>
          </p:cNvPr>
          <p:cNvSpPr>
            <a:spLocks noGrp="1"/>
          </p:cNvSpPr>
          <p:nvPr/>
        </p:nvSpPr>
        <p:spPr>
          <a:xfrm>
            <a:off x="4480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5" name="Stage1_sixpanel_8356">
            <a:extLst>
              <a:ext uri="{FF2B5EF4-FFF2-40B4-BE49-F238E27FC236}">
                <a16:creationId xmlns:a16="http://schemas.microsoft.com/office/drawing/2014/main" id="{354A0D7E-4845-4131-8347-9F1FCC6ECA46}"/>
              </a:ext>
            </a:extLst>
          </p:cNvPr>
          <p:cNvSpPr>
            <a:spLocks noGrp="1"/>
          </p:cNvSpPr>
          <p:nvPr/>
        </p:nvSpPr>
        <p:spPr>
          <a:xfrm>
            <a:off x="4466712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6" name="Stage1_sixpanel_8357">
            <a:extLst>
              <a:ext uri="{FF2B5EF4-FFF2-40B4-BE49-F238E27FC236}">
                <a16:creationId xmlns:a16="http://schemas.microsoft.com/office/drawing/2014/main" id="{C6134DE7-23D7-443E-9945-FAA0E8D55DA1}"/>
              </a:ext>
            </a:extLst>
          </p:cNvPr>
          <p:cNvSpPr>
            <a:spLocks noGrp="1"/>
          </p:cNvSpPr>
          <p:nvPr/>
        </p:nvSpPr>
        <p:spPr>
          <a:xfrm>
            <a:off x="44626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7" name="Stage1_sixpanel_8358">
            <a:extLst>
              <a:ext uri="{FF2B5EF4-FFF2-40B4-BE49-F238E27FC236}">
                <a16:creationId xmlns:a16="http://schemas.microsoft.com/office/drawing/2014/main" id="{86677841-5346-4A14-9514-2BA7846C844E}"/>
              </a:ext>
            </a:extLst>
          </p:cNvPr>
          <p:cNvSpPr>
            <a:spLocks noGrp="1"/>
          </p:cNvSpPr>
          <p:nvPr/>
        </p:nvSpPr>
        <p:spPr>
          <a:xfrm>
            <a:off x="455848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8" name="Stage1_sixpanel_8359">
            <a:extLst>
              <a:ext uri="{FF2B5EF4-FFF2-40B4-BE49-F238E27FC236}">
                <a16:creationId xmlns:a16="http://schemas.microsoft.com/office/drawing/2014/main" id="{3516659B-9A9C-4D89-8858-93ABC65E0BAC}"/>
              </a:ext>
            </a:extLst>
          </p:cNvPr>
          <p:cNvSpPr>
            <a:spLocks noGrp="1"/>
          </p:cNvSpPr>
          <p:nvPr/>
        </p:nvSpPr>
        <p:spPr>
          <a:xfrm>
            <a:off x="4579953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89" name="Stage1_sixpanel_8360">
            <a:extLst>
              <a:ext uri="{FF2B5EF4-FFF2-40B4-BE49-F238E27FC236}">
                <a16:creationId xmlns:a16="http://schemas.microsoft.com/office/drawing/2014/main" id="{0AB98F62-EEFF-40B2-838B-5C5B0153C668}"/>
              </a:ext>
            </a:extLst>
          </p:cNvPr>
          <p:cNvSpPr>
            <a:spLocks noGrp="1"/>
          </p:cNvSpPr>
          <p:nvPr/>
        </p:nvSpPr>
        <p:spPr>
          <a:xfrm>
            <a:off x="451117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0" name="Stage1_sixpanel_8361">
            <a:extLst>
              <a:ext uri="{FF2B5EF4-FFF2-40B4-BE49-F238E27FC236}">
                <a16:creationId xmlns:a16="http://schemas.microsoft.com/office/drawing/2014/main" id="{8EAFEB8B-963D-46BB-B713-38DB005BBA56}"/>
              </a:ext>
            </a:extLst>
          </p:cNvPr>
          <p:cNvSpPr>
            <a:spLocks noGrp="1"/>
          </p:cNvSpPr>
          <p:nvPr/>
        </p:nvSpPr>
        <p:spPr>
          <a:xfrm>
            <a:off x="4423624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1" name="Stage1_sixpanel_8362">
            <a:extLst>
              <a:ext uri="{FF2B5EF4-FFF2-40B4-BE49-F238E27FC236}">
                <a16:creationId xmlns:a16="http://schemas.microsoft.com/office/drawing/2014/main" id="{F709C180-E643-4D9F-98B2-45FF4B1130FA}"/>
              </a:ext>
            </a:extLst>
          </p:cNvPr>
          <p:cNvSpPr>
            <a:spLocks noGrp="1"/>
          </p:cNvSpPr>
          <p:nvPr/>
        </p:nvSpPr>
        <p:spPr>
          <a:xfrm>
            <a:off x="4539696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2" name="Stage1_sixpanel_8363">
            <a:extLst>
              <a:ext uri="{FF2B5EF4-FFF2-40B4-BE49-F238E27FC236}">
                <a16:creationId xmlns:a16="http://schemas.microsoft.com/office/drawing/2014/main" id="{3E8EC2A2-FCC5-4837-AF2C-7F987A1CC52C}"/>
              </a:ext>
            </a:extLst>
          </p:cNvPr>
          <p:cNvSpPr>
            <a:spLocks noGrp="1"/>
          </p:cNvSpPr>
          <p:nvPr/>
        </p:nvSpPr>
        <p:spPr>
          <a:xfrm>
            <a:off x="4370911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3" name="Stage1_sixpanel_8364">
            <a:extLst>
              <a:ext uri="{FF2B5EF4-FFF2-40B4-BE49-F238E27FC236}">
                <a16:creationId xmlns:a16="http://schemas.microsoft.com/office/drawing/2014/main" id="{87E82233-F2B7-4E5E-8326-AEEC89F2887D}"/>
              </a:ext>
            </a:extLst>
          </p:cNvPr>
          <p:cNvSpPr>
            <a:spLocks noGrp="1"/>
          </p:cNvSpPr>
          <p:nvPr/>
        </p:nvSpPr>
        <p:spPr>
          <a:xfrm>
            <a:off x="436545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4" name="Stage1_sixpanel_8365">
            <a:extLst>
              <a:ext uri="{FF2B5EF4-FFF2-40B4-BE49-F238E27FC236}">
                <a16:creationId xmlns:a16="http://schemas.microsoft.com/office/drawing/2014/main" id="{4F562546-EAB6-4F28-9EFC-9A9A24567972}"/>
              </a:ext>
            </a:extLst>
          </p:cNvPr>
          <p:cNvSpPr>
            <a:spLocks noGrp="1"/>
          </p:cNvSpPr>
          <p:nvPr/>
        </p:nvSpPr>
        <p:spPr>
          <a:xfrm>
            <a:off x="451426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5" name="Stage1_sixpanel_8366">
            <a:extLst>
              <a:ext uri="{FF2B5EF4-FFF2-40B4-BE49-F238E27FC236}">
                <a16:creationId xmlns:a16="http://schemas.microsoft.com/office/drawing/2014/main" id="{79689288-B25C-47C5-9F46-67F72490EF95}"/>
              </a:ext>
            </a:extLst>
          </p:cNvPr>
          <p:cNvSpPr>
            <a:spLocks noGrp="1"/>
          </p:cNvSpPr>
          <p:nvPr/>
        </p:nvSpPr>
        <p:spPr>
          <a:xfrm>
            <a:off x="447167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6" name="Stage1_sixpanel_8367">
            <a:extLst>
              <a:ext uri="{FF2B5EF4-FFF2-40B4-BE49-F238E27FC236}">
                <a16:creationId xmlns:a16="http://schemas.microsoft.com/office/drawing/2014/main" id="{6E78F2B9-F7DB-4A07-B7EE-51CE90AA5983}"/>
              </a:ext>
            </a:extLst>
          </p:cNvPr>
          <p:cNvSpPr>
            <a:spLocks noGrp="1"/>
          </p:cNvSpPr>
          <p:nvPr/>
        </p:nvSpPr>
        <p:spPr>
          <a:xfrm>
            <a:off x="448027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7" name="Stage1_sixpanel_8368">
            <a:extLst>
              <a:ext uri="{FF2B5EF4-FFF2-40B4-BE49-F238E27FC236}">
                <a16:creationId xmlns:a16="http://schemas.microsoft.com/office/drawing/2014/main" id="{F9321EC4-9F2E-468C-93E1-D3195C4DEA8D}"/>
              </a:ext>
            </a:extLst>
          </p:cNvPr>
          <p:cNvSpPr>
            <a:spLocks noGrp="1"/>
          </p:cNvSpPr>
          <p:nvPr/>
        </p:nvSpPr>
        <p:spPr>
          <a:xfrm>
            <a:off x="446487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8" name="Stage1_sixpanel_8369">
            <a:extLst>
              <a:ext uri="{FF2B5EF4-FFF2-40B4-BE49-F238E27FC236}">
                <a16:creationId xmlns:a16="http://schemas.microsoft.com/office/drawing/2014/main" id="{593995D1-4634-45AF-855F-590167048F64}"/>
              </a:ext>
            </a:extLst>
          </p:cNvPr>
          <p:cNvSpPr>
            <a:spLocks noGrp="1"/>
          </p:cNvSpPr>
          <p:nvPr/>
        </p:nvSpPr>
        <p:spPr>
          <a:xfrm>
            <a:off x="4415407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199" name="Stage1_sixpanel_8370">
            <a:extLst>
              <a:ext uri="{FF2B5EF4-FFF2-40B4-BE49-F238E27FC236}">
                <a16:creationId xmlns:a16="http://schemas.microsoft.com/office/drawing/2014/main" id="{2E7AF06B-6D36-41C8-81D3-54D4E6169366}"/>
              </a:ext>
            </a:extLst>
          </p:cNvPr>
          <p:cNvSpPr>
            <a:spLocks noGrp="1"/>
          </p:cNvSpPr>
          <p:nvPr/>
        </p:nvSpPr>
        <p:spPr>
          <a:xfrm>
            <a:off x="436891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0" name="Stage1_sixpanel_8371">
            <a:extLst>
              <a:ext uri="{FF2B5EF4-FFF2-40B4-BE49-F238E27FC236}">
                <a16:creationId xmlns:a16="http://schemas.microsoft.com/office/drawing/2014/main" id="{F69B2FEC-5E49-4925-A402-2BEB424604E8}"/>
              </a:ext>
            </a:extLst>
          </p:cNvPr>
          <p:cNvSpPr>
            <a:spLocks noGrp="1"/>
          </p:cNvSpPr>
          <p:nvPr/>
        </p:nvSpPr>
        <p:spPr>
          <a:xfrm>
            <a:off x="4383344" y="71203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1" name="Stage1_sixpanel_8372">
            <a:extLst>
              <a:ext uri="{FF2B5EF4-FFF2-40B4-BE49-F238E27FC236}">
                <a16:creationId xmlns:a16="http://schemas.microsoft.com/office/drawing/2014/main" id="{0DE1D9DF-6590-4CC8-AC81-57B17343AD11}"/>
              </a:ext>
            </a:extLst>
          </p:cNvPr>
          <p:cNvSpPr>
            <a:spLocks noGrp="1"/>
          </p:cNvSpPr>
          <p:nvPr/>
        </p:nvSpPr>
        <p:spPr>
          <a:xfrm>
            <a:off x="44551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2" name="Stage1_sixpanel_8373">
            <a:extLst>
              <a:ext uri="{FF2B5EF4-FFF2-40B4-BE49-F238E27FC236}">
                <a16:creationId xmlns:a16="http://schemas.microsoft.com/office/drawing/2014/main" id="{1A5157B9-D697-4ACC-ABF6-452519FC4848}"/>
              </a:ext>
            </a:extLst>
          </p:cNvPr>
          <p:cNvSpPr>
            <a:spLocks noGrp="1"/>
          </p:cNvSpPr>
          <p:nvPr/>
        </p:nvSpPr>
        <p:spPr>
          <a:xfrm>
            <a:off x="4530534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3" name="Stage1_sixpanel_8374">
            <a:extLst>
              <a:ext uri="{FF2B5EF4-FFF2-40B4-BE49-F238E27FC236}">
                <a16:creationId xmlns:a16="http://schemas.microsoft.com/office/drawing/2014/main" id="{2BE2B0BF-D95D-4CE5-A8EB-9AF03EC311EC}"/>
              </a:ext>
            </a:extLst>
          </p:cNvPr>
          <p:cNvSpPr>
            <a:spLocks noGrp="1"/>
          </p:cNvSpPr>
          <p:nvPr/>
        </p:nvSpPr>
        <p:spPr>
          <a:xfrm>
            <a:off x="4396775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4" name="Stage1_sixpanel_8375">
            <a:extLst>
              <a:ext uri="{FF2B5EF4-FFF2-40B4-BE49-F238E27FC236}">
                <a16:creationId xmlns:a16="http://schemas.microsoft.com/office/drawing/2014/main" id="{5B58D111-4D2C-496B-8B5F-45F46219B9E3}"/>
              </a:ext>
            </a:extLst>
          </p:cNvPr>
          <p:cNvSpPr>
            <a:spLocks noGrp="1"/>
          </p:cNvSpPr>
          <p:nvPr/>
        </p:nvSpPr>
        <p:spPr>
          <a:xfrm>
            <a:off x="457529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5" name="Stage1_sixpanel_8376">
            <a:extLst>
              <a:ext uri="{FF2B5EF4-FFF2-40B4-BE49-F238E27FC236}">
                <a16:creationId xmlns:a16="http://schemas.microsoft.com/office/drawing/2014/main" id="{71146EA8-B9A8-441F-B849-A6658DA62B04}"/>
              </a:ext>
            </a:extLst>
          </p:cNvPr>
          <p:cNvSpPr>
            <a:spLocks noGrp="1"/>
          </p:cNvSpPr>
          <p:nvPr/>
        </p:nvSpPr>
        <p:spPr>
          <a:xfrm>
            <a:off x="456123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6" name="Stage1_sixpanel_8377">
            <a:extLst>
              <a:ext uri="{FF2B5EF4-FFF2-40B4-BE49-F238E27FC236}">
                <a16:creationId xmlns:a16="http://schemas.microsoft.com/office/drawing/2014/main" id="{DA37B232-F693-4E39-86FC-CB4E144BFF98}"/>
              </a:ext>
            </a:extLst>
          </p:cNvPr>
          <p:cNvSpPr>
            <a:spLocks noGrp="1"/>
          </p:cNvSpPr>
          <p:nvPr/>
        </p:nvSpPr>
        <p:spPr>
          <a:xfrm>
            <a:off x="44531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7" name="Stage1_sixpanel_8378">
            <a:extLst>
              <a:ext uri="{FF2B5EF4-FFF2-40B4-BE49-F238E27FC236}">
                <a16:creationId xmlns:a16="http://schemas.microsoft.com/office/drawing/2014/main" id="{D821B1CE-AD2F-452F-A23A-22DF84D63307}"/>
              </a:ext>
            </a:extLst>
          </p:cNvPr>
          <p:cNvSpPr>
            <a:spLocks noGrp="1"/>
          </p:cNvSpPr>
          <p:nvPr/>
        </p:nvSpPr>
        <p:spPr>
          <a:xfrm>
            <a:off x="4572598" y="73093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8" name="Stage1_sixpanel_8379">
            <a:extLst>
              <a:ext uri="{FF2B5EF4-FFF2-40B4-BE49-F238E27FC236}">
                <a16:creationId xmlns:a16="http://schemas.microsoft.com/office/drawing/2014/main" id="{90CD41EE-3F81-4A5B-BFAE-3CC64A43D8C4}"/>
              </a:ext>
            </a:extLst>
          </p:cNvPr>
          <p:cNvSpPr>
            <a:spLocks noGrp="1"/>
          </p:cNvSpPr>
          <p:nvPr/>
        </p:nvSpPr>
        <p:spPr>
          <a:xfrm>
            <a:off x="447154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09" name="Stage1_sixpanel_8380">
            <a:extLst>
              <a:ext uri="{FF2B5EF4-FFF2-40B4-BE49-F238E27FC236}">
                <a16:creationId xmlns:a16="http://schemas.microsoft.com/office/drawing/2014/main" id="{325C43FD-CD39-49AE-8F1E-25F1F34C6FEB}"/>
              </a:ext>
            </a:extLst>
          </p:cNvPr>
          <p:cNvSpPr>
            <a:spLocks noGrp="1"/>
          </p:cNvSpPr>
          <p:nvPr/>
        </p:nvSpPr>
        <p:spPr>
          <a:xfrm>
            <a:off x="448568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0" name="Stage1_sixpanel_8381">
            <a:extLst>
              <a:ext uri="{FF2B5EF4-FFF2-40B4-BE49-F238E27FC236}">
                <a16:creationId xmlns:a16="http://schemas.microsoft.com/office/drawing/2014/main" id="{45B6993A-AA5A-48AF-84F6-71A96E94FAED}"/>
              </a:ext>
            </a:extLst>
          </p:cNvPr>
          <p:cNvSpPr>
            <a:spLocks noGrp="1"/>
          </p:cNvSpPr>
          <p:nvPr/>
        </p:nvSpPr>
        <p:spPr>
          <a:xfrm>
            <a:off x="44169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1" name="Stage1_sixpanel_8382">
            <a:extLst>
              <a:ext uri="{FF2B5EF4-FFF2-40B4-BE49-F238E27FC236}">
                <a16:creationId xmlns:a16="http://schemas.microsoft.com/office/drawing/2014/main" id="{EE69C5B6-C25F-461E-857B-3A96F88B19E4}"/>
              </a:ext>
            </a:extLst>
          </p:cNvPr>
          <p:cNvSpPr>
            <a:spLocks noGrp="1"/>
          </p:cNvSpPr>
          <p:nvPr/>
        </p:nvSpPr>
        <p:spPr>
          <a:xfrm>
            <a:off x="4505722" y="777342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2" name="Stage1_sixpanel_8383">
            <a:extLst>
              <a:ext uri="{FF2B5EF4-FFF2-40B4-BE49-F238E27FC236}">
                <a16:creationId xmlns:a16="http://schemas.microsoft.com/office/drawing/2014/main" id="{E35096C7-1FC5-45FC-A7DC-696DFF4ED172}"/>
              </a:ext>
            </a:extLst>
          </p:cNvPr>
          <p:cNvSpPr>
            <a:spLocks noGrp="1"/>
          </p:cNvSpPr>
          <p:nvPr/>
        </p:nvSpPr>
        <p:spPr>
          <a:xfrm>
            <a:off x="453509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3" name="Stage1_sixpanel_8384">
            <a:extLst>
              <a:ext uri="{FF2B5EF4-FFF2-40B4-BE49-F238E27FC236}">
                <a16:creationId xmlns:a16="http://schemas.microsoft.com/office/drawing/2014/main" id="{597E2BA1-A4B6-4B9D-884A-747A65D06F81}"/>
              </a:ext>
            </a:extLst>
          </p:cNvPr>
          <p:cNvSpPr>
            <a:spLocks noGrp="1"/>
          </p:cNvSpPr>
          <p:nvPr/>
        </p:nvSpPr>
        <p:spPr>
          <a:xfrm>
            <a:off x="4572480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4" name="Stage1_sixpanel_8385">
            <a:extLst>
              <a:ext uri="{FF2B5EF4-FFF2-40B4-BE49-F238E27FC236}">
                <a16:creationId xmlns:a16="http://schemas.microsoft.com/office/drawing/2014/main" id="{60A53797-6E59-4780-A633-80BD1033DD7A}"/>
              </a:ext>
            </a:extLst>
          </p:cNvPr>
          <p:cNvSpPr>
            <a:spLocks noGrp="1"/>
          </p:cNvSpPr>
          <p:nvPr/>
        </p:nvSpPr>
        <p:spPr>
          <a:xfrm>
            <a:off x="44540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5" name="Stage1_sixpanel_8386">
            <a:extLst>
              <a:ext uri="{FF2B5EF4-FFF2-40B4-BE49-F238E27FC236}">
                <a16:creationId xmlns:a16="http://schemas.microsoft.com/office/drawing/2014/main" id="{95747D81-9728-4DF8-914F-5648C0E9DBB9}"/>
              </a:ext>
            </a:extLst>
          </p:cNvPr>
          <p:cNvSpPr>
            <a:spLocks noGrp="1"/>
          </p:cNvSpPr>
          <p:nvPr/>
        </p:nvSpPr>
        <p:spPr>
          <a:xfrm>
            <a:off x="437845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6" name="Stage1_sixpanel_8387">
            <a:extLst>
              <a:ext uri="{FF2B5EF4-FFF2-40B4-BE49-F238E27FC236}">
                <a16:creationId xmlns:a16="http://schemas.microsoft.com/office/drawing/2014/main" id="{F081F2C5-53B9-4484-A037-2B7746B4DDA6}"/>
              </a:ext>
            </a:extLst>
          </p:cNvPr>
          <p:cNvSpPr>
            <a:spLocks noGrp="1"/>
          </p:cNvSpPr>
          <p:nvPr/>
        </p:nvSpPr>
        <p:spPr>
          <a:xfrm>
            <a:off x="43761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7" name="Stage1_sixpanel_8388">
            <a:extLst>
              <a:ext uri="{FF2B5EF4-FFF2-40B4-BE49-F238E27FC236}">
                <a16:creationId xmlns:a16="http://schemas.microsoft.com/office/drawing/2014/main" id="{5B6E61F4-6223-4976-AA6F-2422AC9291AD}"/>
              </a:ext>
            </a:extLst>
          </p:cNvPr>
          <p:cNvSpPr>
            <a:spLocks noGrp="1"/>
          </p:cNvSpPr>
          <p:nvPr/>
        </p:nvSpPr>
        <p:spPr>
          <a:xfrm>
            <a:off x="457985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8" name="Stage1_sixpanel_8389">
            <a:extLst>
              <a:ext uri="{FF2B5EF4-FFF2-40B4-BE49-F238E27FC236}">
                <a16:creationId xmlns:a16="http://schemas.microsoft.com/office/drawing/2014/main" id="{C3DBE5A4-C0BD-48C2-A839-D70A4DC8F756}"/>
              </a:ext>
            </a:extLst>
          </p:cNvPr>
          <p:cNvSpPr>
            <a:spLocks noGrp="1"/>
          </p:cNvSpPr>
          <p:nvPr/>
        </p:nvSpPr>
        <p:spPr>
          <a:xfrm>
            <a:off x="445686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19" name="Stage1_sixpanel_8390">
            <a:extLst>
              <a:ext uri="{FF2B5EF4-FFF2-40B4-BE49-F238E27FC236}">
                <a16:creationId xmlns:a16="http://schemas.microsoft.com/office/drawing/2014/main" id="{B6B86980-10CD-4CCE-AF21-14E94298A3EE}"/>
              </a:ext>
            </a:extLst>
          </p:cNvPr>
          <p:cNvSpPr>
            <a:spLocks noGrp="1"/>
          </p:cNvSpPr>
          <p:nvPr/>
        </p:nvSpPr>
        <p:spPr>
          <a:xfrm>
            <a:off x="4468142" y="755245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0" name="Stage1_sixpanel_8391">
            <a:extLst>
              <a:ext uri="{FF2B5EF4-FFF2-40B4-BE49-F238E27FC236}">
                <a16:creationId xmlns:a16="http://schemas.microsoft.com/office/drawing/2014/main" id="{3CEE173F-8228-4AA0-8B18-64D608332C30}"/>
              </a:ext>
            </a:extLst>
          </p:cNvPr>
          <p:cNvSpPr>
            <a:spLocks noGrp="1"/>
          </p:cNvSpPr>
          <p:nvPr/>
        </p:nvSpPr>
        <p:spPr>
          <a:xfrm>
            <a:off x="44506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1" name="Stage1_sixpanel_8392">
            <a:extLst>
              <a:ext uri="{FF2B5EF4-FFF2-40B4-BE49-F238E27FC236}">
                <a16:creationId xmlns:a16="http://schemas.microsoft.com/office/drawing/2014/main" id="{6A9A9F2F-5B8E-41B8-950F-DF717B5E1C80}"/>
              </a:ext>
            </a:extLst>
          </p:cNvPr>
          <p:cNvSpPr>
            <a:spLocks noGrp="1"/>
          </p:cNvSpPr>
          <p:nvPr/>
        </p:nvSpPr>
        <p:spPr>
          <a:xfrm>
            <a:off x="451050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2" name="Stage1_sixpanel_8393">
            <a:extLst>
              <a:ext uri="{FF2B5EF4-FFF2-40B4-BE49-F238E27FC236}">
                <a16:creationId xmlns:a16="http://schemas.microsoft.com/office/drawing/2014/main" id="{FA950195-78FC-418D-B612-9B6A09E21082}"/>
              </a:ext>
            </a:extLst>
          </p:cNvPr>
          <p:cNvSpPr>
            <a:spLocks noGrp="1"/>
          </p:cNvSpPr>
          <p:nvPr/>
        </p:nvSpPr>
        <p:spPr>
          <a:xfrm>
            <a:off x="4363474" y="78267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3" name="Stage1_sixpanel_8394">
            <a:extLst>
              <a:ext uri="{FF2B5EF4-FFF2-40B4-BE49-F238E27FC236}">
                <a16:creationId xmlns:a16="http://schemas.microsoft.com/office/drawing/2014/main" id="{7D4E7791-3649-48B9-944B-32C597ED1388}"/>
              </a:ext>
            </a:extLst>
          </p:cNvPr>
          <p:cNvSpPr>
            <a:spLocks noGrp="1"/>
          </p:cNvSpPr>
          <p:nvPr/>
        </p:nvSpPr>
        <p:spPr>
          <a:xfrm>
            <a:off x="4490314" y="73403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4" name="Stage1_sixpanel_8395">
            <a:extLst>
              <a:ext uri="{FF2B5EF4-FFF2-40B4-BE49-F238E27FC236}">
                <a16:creationId xmlns:a16="http://schemas.microsoft.com/office/drawing/2014/main" id="{D7976000-A0DA-4B5D-8984-AB9371121F9B}"/>
              </a:ext>
            </a:extLst>
          </p:cNvPr>
          <p:cNvSpPr>
            <a:spLocks noGrp="1"/>
          </p:cNvSpPr>
          <p:nvPr/>
        </p:nvSpPr>
        <p:spPr>
          <a:xfrm>
            <a:off x="45166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5" name="Stage1_sixpanel_8396">
            <a:extLst>
              <a:ext uri="{FF2B5EF4-FFF2-40B4-BE49-F238E27FC236}">
                <a16:creationId xmlns:a16="http://schemas.microsoft.com/office/drawing/2014/main" id="{0B7152A8-2A1F-4876-BC7A-CA8B13D68A27}"/>
              </a:ext>
            </a:extLst>
          </p:cNvPr>
          <p:cNvSpPr>
            <a:spLocks noGrp="1"/>
          </p:cNvSpPr>
          <p:nvPr/>
        </p:nvSpPr>
        <p:spPr>
          <a:xfrm>
            <a:off x="4565181" y="798135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6" name="Stage1_sixpanel_8397">
            <a:extLst>
              <a:ext uri="{FF2B5EF4-FFF2-40B4-BE49-F238E27FC236}">
                <a16:creationId xmlns:a16="http://schemas.microsoft.com/office/drawing/2014/main" id="{411B1CC5-E3A5-4F08-806E-2ECEB3FFEBD4}"/>
              </a:ext>
            </a:extLst>
          </p:cNvPr>
          <p:cNvSpPr>
            <a:spLocks noGrp="1"/>
          </p:cNvSpPr>
          <p:nvPr/>
        </p:nvSpPr>
        <p:spPr>
          <a:xfrm>
            <a:off x="4480162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7" name="Stage1_sixpanel_8398">
            <a:extLst>
              <a:ext uri="{FF2B5EF4-FFF2-40B4-BE49-F238E27FC236}">
                <a16:creationId xmlns:a16="http://schemas.microsoft.com/office/drawing/2014/main" id="{390A7642-36C4-4DC7-9CB2-A4C3AF9CDECA}"/>
              </a:ext>
            </a:extLst>
          </p:cNvPr>
          <p:cNvSpPr>
            <a:spLocks noGrp="1"/>
          </p:cNvSpPr>
          <p:nvPr/>
        </p:nvSpPr>
        <p:spPr>
          <a:xfrm>
            <a:off x="443503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8" name="Stage1_sixpanel_8399">
            <a:extLst>
              <a:ext uri="{FF2B5EF4-FFF2-40B4-BE49-F238E27FC236}">
                <a16:creationId xmlns:a16="http://schemas.microsoft.com/office/drawing/2014/main" id="{50238378-36E4-4635-8656-E46C413193BA}"/>
              </a:ext>
            </a:extLst>
          </p:cNvPr>
          <p:cNvSpPr>
            <a:spLocks noGrp="1"/>
          </p:cNvSpPr>
          <p:nvPr/>
        </p:nvSpPr>
        <p:spPr>
          <a:xfrm>
            <a:off x="450396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29" name="Stage1_sixpanel_8400">
            <a:extLst>
              <a:ext uri="{FF2B5EF4-FFF2-40B4-BE49-F238E27FC236}">
                <a16:creationId xmlns:a16="http://schemas.microsoft.com/office/drawing/2014/main" id="{CA61B37D-46B2-4C34-93EB-BAA99F630CB3}"/>
              </a:ext>
            </a:extLst>
          </p:cNvPr>
          <p:cNvSpPr>
            <a:spLocks noGrp="1"/>
          </p:cNvSpPr>
          <p:nvPr/>
        </p:nvSpPr>
        <p:spPr>
          <a:xfrm>
            <a:off x="452837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0" name="Stage1_sixpanel_8401">
            <a:extLst>
              <a:ext uri="{FF2B5EF4-FFF2-40B4-BE49-F238E27FC236}">
                <a16:creationId xmlns:a16="http://schemas.microsoft.com/office/drawing/2014/main" id="{667413BA-F661-4A39-9C6D-FA7582F3D716}"/>
              </a:ext>
            </a:extLst>
          </p:cNvPr>
          <p:cNvSpPr>
            <a:spLocks noGrp="1"/>
          </p:cNvSpPr>
          <p:nvPr/>
        </p:nvSpPr>
        <p:spPr>
          <a:xfrm>
            <a:off x="4480444" y="72792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1" name="Stage1_sixpanel_8402">
            <a:extLst>
              <a:ext uri="{FF2B5EF4-FFF2-40B4-BE49-F238E27FC236}">
                <a16:creationId xmlns:a16="http://schemas.microsoft.com/office/drawing/2014/main" id="{CE425386-5347-41B4-98FC-45997AE00320}"/>
              </a:ext>
            </a:extLst>
          </p:cNvPr>
          <p:cNvSpPr>
            <a:spLocks noGrp="1"/>
          </p:cNvSpPr>
          <p:nvPr/>
        </p:nvSpPr>
        <p:spPr>
          <a:xfrm>
            <a:off x="44461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2" name="Stage1_sixpanel_8403">
            <a:extLst>
              <a:ext uri="{FF2B5EF4-FFF2-40B4-BE49-F238E27FC236}">
                <a16:creationId xmlns:a16="http://schemas.microsoft.com/office/drawing/2014/main" id="{A1723D6C-C48C-4224-BC57-6DBDCB670763}"/>
              </a:ext>
            </a:extLst>
          </p:cNvPr>
          <p:cNvSpPr>
            <a:spLocks noGrp="1"/>
          </p:cNvSpPr>
          <p:nvPr/>
        </p:nvSpPr>
        <p:spPr>
          <a:xfrm>
            <a:off x="4472844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3233" name="Stage1_sixpanel_8404">
            <a:extLst>
              <a:ext uri="{FF2B5EF4-FFF2-40B4-BE49-F238E27FC236}">
                <a16:creationId xmlns:a16="http://schemas.microsoft.com/office/drawing/2014/main" id="{44ADE9DA-D436-40FC-A174-5874AC41FF63}"/>
              </a:ext>
            </a:extLst>
          </p:cNvPr>
          <p:cNvSpPr>
            <a:spLocks noGrp="1"/>
          </p:cNvSpPr>
          <p:nvPr/>
        </p:nvSpPr>
        <p:spPr>
          <a:xfrm>
            <a:off x="1623495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4" name="Stage1_sixpanel_8405">
            <a:extLst>
              <a:ext uri="{FF2B5EF4-FFF2-40B4-BE49-F238E27FC236}">
                <a16:creationId xmlns:a16="http://schemas.microsoft.com/office/drawing/2014/main" id="{4ADC0EEC-D263-4AF3-9E7A-B36A6019E33F}"/>
              </a:ext>
            </a:extLst>
          </p:cNvPr>
          <p:cNvSpPr>
            <a:spLocks noGrp="1"/>
          </p:cNvSpPr>
          <p:nvPr/>
        </p:nvSpPr>
        <p:spPr>
          <a:xfrm>
            <a:off x="1623495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3235" name="Stage1_sixpanel_8406">
            <a:extLst>
              <a:ext uri="{FF2B5EF4-FFF2-40B4-BE49-F238E27FC236}">
                <a16:creationId xmlns:a16="http://schemas.microsoft.com/office/drawing/2014/main" id="{090F7144-1A2B-45B2-B023-0129088E0492}"/>
              </a:ext>
            </a:extLst>
          </p:cNvPr>
          <p:cNvSpPr>
            <a:spLocks noGrp="1"/>
          </p:cNvSpPr>
          <p:nvPr/>
        </p:nvSpPr>
        <p:spPr>
          <a:xfrm>
            <a:off x="1899219" y="6862167"/>
            <a:ext cx="191" cy="479507"/>
          </a:xfrm>
          <a:custGeom>
            <a:avLst/>
            <a:gdLst/>
            <a:ahLst/>
            <a:cxnLst/>
            <a:rect l="0" t="0" r="0" b="0"/>
            <a:pathLst>
              <a:path w="191" h="479507">
                <a:moveTo>
                  <a:pt x="0" y="47950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6" name="Stage1_sixpanel_8407">
            <a:extLst>
              <a:ext uri="{FF2B5EF4-FFF2-40B4-BE49-F238E27FC236}">
                <a16:creationId xmlns:a16="http://schemas.microsoft.com/office/drawing/2014/main" id="{A5AC813F-DD67-46A5-A157-71FCD57CB10F}"/>
              </a:ext>
            </a:extLst>
          </p:cNvPr>
          <p:cNvSpPr>
            <a:spLocks noGrp="1"/>
          </p:cNvSpPr>
          <p:nvPr/>
        </p:nvSpPr>
        <p:spPr>
          <a:xfrm>
            <a:off x="2323409" y="6862167"/>
            <a:ext cx="191" cy="824958"/>
          </a:xfrm>
          <a:custGeom>
            <a:avLst/>
            <a:gdLst/>
            <a:ahLst/>
            <a:cxnLst/>
            <a:rect l="0" t="0" r="0" b="0"/>
            <a:pathLst>
              <a:path w="191" h="824958">
                <a:moveTo>
                  <a:pt x="0" y="8249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37" name="Stage1_sixpanel_8408">
            <a:extLst>
              <a:ext uri="{FF2B5EF4-FFF2-40B4-BE49-F238E27FC236}">
                <a16:creationId xmlns:a16="http://schemas.microsoft.com/office/drawing/2014/main" id="{3BD46C91-E932-4344-A56E-FC1886F8B92A}"/>
              </a:ext>
            </a:extLst>
          </p:cNvPr>
          <p:cNvSpPr>
            <a:spLocks noGrp="1"/>
          </p:cNvSpPr>
          <p:nvPr/>
        </p:nvSpPr>
        <p:spPr>
          <a:xfrm>
            <a:off x="2747598" y="8080210"/>
            <a:ext cx="191" cy="19394"/>
          </a:xfrm>
          <a:custGeom>
            <a:avLst/>
            <a:gdLst/>
            <a:ahLst/>
            <a:cxnLst/>
            <a:rect l="0" t="0" r="0" b="0"/>
            <a:pathLst>
              <a:path w="191" h="19394">
                <a:moveTo>
                  <a:pt x="0" y="19394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38" name="Stage1_sixpanel_8409">
            <a:extLst>
              <a:ext uri="{FF2B5EF4-FFF2-40B4-BE49-F238E27FC236}">
                <a16:creationId xmlns:a16="http://schemas.microsoft.com/office/drawing/2014/main" id="{79639629-795F-4193-BF77-F3F3C8205D38}"/>
              </a:ext>
            </a:extLst>
          </p:cNvPr>
          <p:cNvSpPr>
            <a:spLocks noGrp="1"/>
          </p:cNvSpPr>
          <p:nvPr/>
        </p:nvSpPr>
        <p:spPr>
          <a:xfrm>
            <a:off x="3638397" y="6862167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3239" name="Stage1_sixpanel_8410">
            <a:extLst>
              <a:ext uri="{FF2B5EF4-FFF2-40B4-BE49-F238E27FC236}">
                <a16:creationId xmlns:a16="http://schemas.microsoft.com/office/drawing/2014/main" id="{37838AE4-43C1-44D8-BE24-489453594A13}"/>
              </a:ext>
            </a:extLst>
          </p:cNvPr>
          <p:cNvSpPr>
            <a:spLocks noGrp="1"/>
          </p:cNvSpPr>
          <p:nvPr/>
        </p:nvSpPr>
        <p:spPr>
          <a:xfrm>
            <a:off x="4062587" y="6862167"/>
            <a:ext cx="191" cy="875045"/>
          </a:xfrm>
          <a:custGeom>
            <a:avLst/>
            <a:gdLst/>
            <a:ahLst/>
            <a:cxnLst/>
            <a:rect l="0" t="0" r="0" b="0"/>
            <a:pathLst>
              <a:path w="191" h="875045">
                <a:moveTo>
                  <a:pt x="0" y="875045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3240" name="Stage1_sixpanel_8411">
            <a:extLst>
              <a:ext uri="{FF2B5EF4-FFF2-40B4-BE49-F238E27FC236}">
                <a16:creationId xmlns:a16="http://schemas.microsoft.com/office/drawing/2014/main" id="{2659C3BE-ACEE-40DD-9C0C-B1F6065FE5DE}"/>
              </a:ext>
            </a:extLst>
          </p:cNvPr>
          <p:cNvSpPr>
            <a:spLocks noGrp="1"/>
          </p:cNvSpPr>
          <p:nvPr/>
        </p:nvSpPr>
        <p:spPr>
          <a:xfrm>
            <a:off x="4486777" y="7480885"/>
            <a:ext cx="191" cy="618719"/>
          </a:xfrm>
          <a:custGeom>
            <a:avLst/>
            <a:gdLst/>
            <a:ahLst/>
            <a:cxnLst/>
            <a:rect l="0" t="0" r="0" b="0"/>
            <a:pathLst>
              <a:path w="191" h="618719">
                <a:moveTo>
                  <a:pt x="0" y="618719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3241" name="Stage1_sixpanel_8412">
            <a:extLst>
              <a:ext uri="{FF2B5EF4-FFF2-40B4-BE49-F238E27FC236}">
                <a16:creationId xmlns:a16="http://schemas.microsoft.com/office/drawing/2014/main" id="{C9C92081-D678-4EB4-AEB0-EEC378B394EC}"/>
              </a:ext>
            </a:extLst>
          </p:cNvPr>
          <p:cNvSpPr>
            <a:spLocks noGrp="1"/>
          </p:cNvSpPr>
          <p:nvPr/>
        </p:nvSpPr>
        <p:spPr>
          <a:xfrm>
            <a:off x="1868896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2" name="Stage1_sixpanel_8413">
            <a:extLst>
              <a:ext uri="{FF2B5EF4-FFF2-40B4-BE49-F238E27FC236}">
                <a16:creationId xmlns:a16="http://schemas.microsoft.com/office/drawing/2014/main" id="{BEC743D3-2B63-4A69-87DB-CAA38977E2F1}"/>
              </a:ext>
            </a:extLst>
          </p:cNvPr>
          <p:cNvSpPr>
            <a:spLocks noGrp="1"/>
          </p:cNvSpPr>
          <p:nvPr/>
        </p:nvSpPr>
        <p:spPr>
          <a:xfrm>
            <a:off x="2293086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3" name="Stage1_sixpanel_8414">
            <a:extLst>
              <a:ext uri="{FF2B5EF4-FFF2-40B4-BE49-F238E27FC236}">
                <a16:creationId xmlns:a16="http://schemas.microsoft.com/office/drawing/2014/main" id="{D569373A-381B-403D-BFB6-A859B9A837F6}"/>
              </a:ext>
            </a:extLst>
          </p:cNvPr>
          <p:cNvSpPr>
            <a:spLocks noGrp="1"/>
          </p:cNvSpPr>
          <p:nvPr/>
        </p:nvSpPr>
        <p:spPr>
          <a:xfrm>
            <a:off x="2717276" y="8067129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4" name="Stage1_sixpanel_8415">
            <a:extLst>
              <a:ext uri="{FF2B5EF4-FFF2-40B4-BE49-F238E27FC236}">
                <a16:creationId xmlns:a16="http://schemas.microsoft.com/office/drawing/2014/main" id="{4CA188BC-4C27-4E5A-B465-96F287F5966C}"/>
              </a:ext>
            </a:extLst>
          </p:cNvPr>
          <p:cNvSpPr>
            <a:spLocks noGrp="1"/>
          </p:cNvSpPr>
          <p:nvPr/>
        </p:nvSpPr>
        <p:spPr>
          <a:xfrm>
            <a:off x="3608074" y="7100852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3245" name="Stage1_sixpanel_8416">
            <a:extLst>
              <a:ext uri="{FF2B5EF4-FFF2-40B4-BE49-F238E27FC236}">
                <a16:creationId xmlns:a16="http://schemas.microsoft.com/office/drawing/2014/main" id="{C00559F3-51F5-4CE7-BD28-EE8802E6A977}"/>
              </a:ext>
            </a:extLst>
          </p:cNvPr>
          <p:cNvSpPr>
            <a:spLocks noGrp="1"/>
          </p:cNvSpPr>
          <p:nvPr/>
        </p:nvSpPr>
        <p:spPr>
          <a:xfrm>
            <a:off x="4032264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3246" name="Stage1_sixpanel_8417">
            <a:extLst>
              <a:ext uri="{FF2B5EF4-FFF2-40B4-BE49-F238E27FC236}">
                <a16:creationId xmlns:a16="http://schemas.microsoft.com/office/drawing/2014/main" id="{21B31213-39C4-4703-86E2-0D6388A809AB}"/>
              </a:ext>
            </a:extLst>
          </p:cNvPr>
          <p:cNvSpPr>
            <a:spLocks noGrp="1"/>
          </p:cNvSpPr>
          <p:nvPr/>
        </p:nvSpPr>
        <p:spPr>
          <a:xfrm>
            <a:off x="4456454" y="7892505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3247" name="Stage1_sixpanel_8418">
            <a:extLst>
              <a:ext uri="{FF2B5EF4-FFF2-40B4-BE49-F238E27FC236}">
                <a16:creationId xmlns:a16="http://schemas.microsoft.com/office/drawing/2014/main" id="{15634136-931D-4E2D-8744-A48ECDB6B11C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3139005" cy="1500473"/>
          </a:xfrm>
          <a:custGeom>
            <a:avLst/>
            <a:gdLst/>
            <a:ahLst/>
            <a:cxnLst/>
            <a:rect l="0" t="0" r="0" b="0"/>
            <a:pathLst>
              <a:path w="3139005" h="1500473">
                <a:moveTo>
                  <a:pt x="0" y="1500473"/>
                </a:moveTo>
                <a:lnTo>
                  <a:pt x="3139005" y="1500473"/>
                </a:lnTo>
                <a:lnTo>
                  <a:pt x="3139005" y="0"/>
                </a:lnTo>
                <a:lnTo>
                  <a:pt x="0" y="0"/>
                </a:lnTo>
                <a:lnTo>
                  <a:pt x="0" y="1500473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248" name="text_8419">
            <a:extLst>
              <a:ext uri="{FF2B5EF4-FFF2-40B4-BE49-F238E27FC236}">
                <a16:creationId xmlns:a16="http://schemas.microsoft.com/office/drawing/2014/main" id="{5196121A-F2E9-4288-A314-D431ABFA7AA0}"/>
              </a:ext>
            </a:extLst>
          </p:cNvPr>
          <p:cNvSpPr>
            <a:spLocks noGrp="1"/>
          </p:cNvSpPr>
          <p:nvPr/>
        </p:nvSpPr>
        <p:spPr>
          <a:xfrm>
            <a:off x="5529933" y="2695689"/>
            <a:ext cx="49914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3249" name="text_8420">
            <a:extLst>
              <a:ext uri="{FF2B5EF4-FFF2-40B4-BE49-F238E27FC236}">
                <a16:creationId xmlns:a16="http://schemas.microsoft.com/office/drawing/2014/main" id="{3B096735-A141-4F75-9251-DF08F0392F3C}"/>
              </a:ext>
            </a:extLst>
          </p:cNvPr>
          <p:cNvSpPr>
            <a:spLocks noGrp="1"/>
          </p:cNvSpPr>
          <p:nvPr/>
        </p:nvSpPr>
        <p:spPr>
          <a:xfrm>
            <a:off x="5657551" y="2820220"/>
            <a:ext cx="243889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Dice</a:t>
            </a:r>
          </a:p>
        </p:txBody>
      </p:sp>
      <p:sp>
        <p:nvSpPr>
          <p:cNvPr id="3250" name="text_8421">
            <a:extLst>
              <a:ext uri="{FF2B5EF4-FFF2-40B4-BE49-F238E27FC236}">
                <a16:creationId xmlns:a16="http://schemas.microsoft.com/office/drawing/2014/main" id="{A0A804C0-D25C-4FF0-AC4F-3101640B25FD}"/>
              </a:ext>
            </a:extLst>
          </p:cNvPr>
          <p:cNvSpPr>
            <a:spLocks noGrp="1"/>
          </p:cNvSpPr>
          <p:nvPr/>
        </p:nvSpPr>
        <p:spPr>
          <a:xfrm>
            <a:off x="6538022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1" name="text_8422">
            <a:extLst>
              <a:ext uri="{FF2B5EF4-FFF2-40B4-BE49-F238E27FC236}">
                <a16:creationId xmlns:a16="http://schemas.microsoft.com/office/drawing/2014/main" id="{1E770B76-618D-4D42-8256-B93E845C806B}"/>
              </a:ext>
            </a:extLst>
          </p:cNvPr>
          <p:cNvSpPr>
            <a:spLocks noGrp="1"/>
          </p:cNvSpPr>
          <p:nvPr/>
        </p:nvSpPr>
        <p:spPr>
          <a:xfrm>
            <a:off x="6424827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3252" name="text_8423">
            <a:extLst>
              <a:ext uri="{FF2B5EF4-FFF2-40B4-BE49-F238E27FC236}">
                <a16:creationId xmlns:a16="http://schemas.microsoft.com/office/drawing/2014/main" id="{1EC0DCBA-6C2B-4FDC-A89F-BE1CFB0BE3E9}"/>
              </a:ext>
            </a:extLst>
          </p:cNvPr>
          <p:cNvSpPr>
            <a:spLocks noGrp="1"/>
          </p:cNvSpPr>
          <p:nvPr/>
        </p:nvSpPr>
        <p:spPr>
          <a:xfrm>
            <a:off x="7598497" y="2695689"/>
            <a:ext cx="603937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253" name="text_8424">
            <a:extLst>
              <a:ext uri="{FF2B5EF4-FFF2-40B4-BE49-F238E27FC236}">
                <a16:creationId xmlns:a16="http://schemas.microsoft.com/office/drawing/2014/main" id="{2F60E37F-10DD-4C45-AE9A-D7247B433B4B}"/>
              </a:ext>
            </a:extLst>
          </p:cNvPr>
          <p:cNvSpPr>
            <a:spLocks noGrp="1"/>
          </p:cNvSpPr>
          <p:nvPr/>
        </p:nvSpPr>
        <p:spPr>
          <a:xfrm>
            <a:off x="7485301" y="2820220"/>
            <a:ext cx="830350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  <a:r>
              <a:rPr sz="649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54" name="Stage1_sixpanel_8425">
            <a:extLst>
              <a:ext uri="{FF2B5EF4-FFF2-40B4-BE49-F238E27FC236}">
                <a16:creationId xmlns:a16="http://schemas.microsoft.com/office/drawing/2014/main" id="{B538B21C-9068-466D-A418-DE44195A2BF8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5" name="Stage1_sixpanel_8426">
            <a:extLst>
              <a:ext uri="{FF2B5EF4-FFF2-40B4-BE49-F238E27FC236}">
                <a16:creationId xmlns:a16="http://schemas.microsoft.com/office/drawing/2014/main" id="{67C9748E-DDF5-46D7-9254-D93C5CE1A4E1}"/>
              </a:ext>
            </a:extLst>
          </p:cNvPr>
          <p:cNvSpPr>
            <a:spLocks noGrp="1"/>
          </p:cNvSpPr>
          <p:nvPr/>
        </p:nvSpPr>
        <p:spPr>
          <a:xfrm>
            <a:off x="5227605" y="262032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6" name="text_8427">
            <a:extLst>
              <a:ext uri="{FF2B5EF4-FFF2-40B4-BE49-F238E27FC236}">
                <a16:creationId xmlns:a16="http://schemas.microsoft.com/office/drawing/2014/main" id="{BD40E296-ED7F-4F0F-A09D-4698620B836F}"/>
              </a:ext>
            </a:extLst>
          </p:cNvPr>
          <p:cNvSpPr>
            <a:spLocks noGrp="1"/>
          </p:cNvSpPr>
          <p:nvPr/>
        </p:nvSpPr>
        <p:spPr>
          <a:xfrm>
            <a:off x="5005077" y="256945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257" name="Stage1_sixpanel_8428">
            <a:extLst>
              <a:ext uri="{FF2B5EF4-FFF2-40B4-BE49-F238E27FC236}">
                <a16:creationId xmlns:a16="http://schemas.microsoft.com/office/drawing/2014/main" id="{97CB2E2C-A44F-429B-ADB6-77C06204B9BE}"/>
              </a:ext>
            </a:extLst>
          </p:cNvPr>
          <p:cNvSpPr>
            <a:spLocks noGrp="1"/>
          </p:cNvSpPr>
          <p:nvPr/>
        </p:nvSpPr>
        <p:spPr>
          <a:xfrm>
            <a:off x="5266291" y="1895461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58" name="Stage1_sixpanel_8429">
            <a:extLst>
              <a:ext uri="{FF2B5EF4-FFF2-40B4-BE49-F238E27FC236}">
                <a16:creationId xmlns:a16="http://schemas.microsoft.com/office/drawing/2014/main" id="{EC6ECA7C-C401-4321-B18F-8A1E3B2F8122}"/>
              </a:ext>
            </a:extLst>
          </p:cNvPr>
          <p:cNvSpPr>
            <a:spLocks noGrp="1"/>
          </p:cNvSpPr>
          <p:nvPr/>
        </p:nvSpPr>
        <p:spPr>
          <a:xfrm>
            <a:off x="5227605" y="1895461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59" name="text_8430">
            <a:extLst>
              <a:ext uri="{FF2B5EF4-FFF2-40B4-BE49-F238E27FC236}">
                <a16:creationId xmlns:a16="http://schemas.microsoft.com/office/drawing/2014/main" id="{2DBD7765-6E05-41A7-9630-7229B537B42D}"/>
              </a:ext>
            </a:extLst>
          </p:cNvPr>
          <p:cNvSpPr>
            <a:spLocks noGrp="1"/>
          </p:cNvSpPr>
          <p:nvPr/>
        </p:nvSpPr>
        <p:spPr>
          <a:xfrm>
            <a:off x="5005077" y="184458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260" name="Stage1_sixpanel_8431">
            <a:extLst>
              <a:ext uri="{FF2B5EF4-FFF2-40B4-BE49-F238E27FC236}">
                <a16:creationId xmlns:a16="http://schemas.microsoft.com/office/drawing/2014/main" id="{DDCFB68C-4349-40A9-94B4-B01E4F877266}"/>
              </a:ext>
            </a:extLst>
          </p:cNvPr>
          <p:cNvSpPr>
            <a:spLocks noGrp="1"/>
          </p:cNvSpPr>
          <p:nvPr/>
        </p:nvSpPr>
        <p:spPr>
          <a:xfrm>
            <a:off x="5266291" y="117059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3261" name="Stage1_sixpanel_8432">
            <a:extLst>
              <a:ext uri="{FF2B5EF4-FFF2-40B4-BE49-F238E27FC236}">
                <a16:creationId xmlns:a16="http://schemas.microsoft.com/office/drawing/2014/main" id="{14FA4E84-8BDB-4534-8399-775AC1010101}"/>
              </a:ext>
            </a:extLst>
          </p:cNvPr>
          <p:cNvSpPr>
            <a:spLocks noGrp="1"/>
          </p:cNvSpPr>
          <p:nvPr/>
        </p:nvSpPr>
        <p:spPr>
          <a:xfrm>
            <a:off x="5227605" y="117059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3262" name="text_8433">
            <a:extLst>
              <a:ext uri="{FF2B5EF4-FFF2-40B4-BE49-F238E27FC236}">
                <a16:creationId xmlns:a16="http://schemas.microsoft.com/office/drawing/2014/main" id="{50EB8205-F802-4111-8D25-BFEC3E24FBE1}"/>
              </a:ext>
            </a:extLst>
          </p:cNvPr>
          <p:cNvSpPr>
            <a:spLocks noGrp="1"/>
          </p:cNvSpPr>
          <p:nvPr/>
        </p:nvSpPr>
        <p:spPr>
          <a:xfrm>
            <a:off x="5005077" y="111971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263" name="text_8434">
            <a:extLst>
              <a:ext uri="{FF2B5EF4-FFF2-40B4-BE49-F238E27FC236}">
                <a16:creationId xmlns:a16="http://schemas.microsoft.com/office/drawing/2014/main" id="{DD316419-11DF-417A-892B-A15C8BBC1CCA}"/>
              </a:ext>
            </a:extLst>
          </p:cNvPr>
          <p:cNvSpPr>
            <a:spLocks noGrp="1"/>
          </p:cNvSpPr>
          <p:nvPr/>
        </p:nvSpPr>
        <p:spPr>
          <a:xfrm rot="-5400000">
            <a:off x="4718734" y="1788094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3264" name="Stage1_sixpanel_8435">
            <a:extLst>
              <a:ext uri="{FF2B5EF4-FFF2-40B4-BE49-F238E27FC236}">
                <a16:creationId xmlns:a16="http://schemas.microsoft.com/office/drawing/2014/main" id="{11F356EB-51F0-4754-9B53-59E13674DF15}"/>
              </a:ext>
            </a:extLst>
          </p:cNvPr>
          <p:cNvSpPr>
            <a:spLocks noGrp="1"/>
          </p:cNvSpPr>
          <p:nvPr/>
        </p:nvSpPr>
        <p:spPr>
          <a:xfrm>
            <a:off x="5424089" y="1784971"/>
            <a:ext cx="214640" cy="835357"/>
          </a:xfrm>
          <a:custGeom>
            <a:avLst/>
            <a:gdLst/>
            <a:ahLst/>
            <a:cxnLst/>
            <a:rect l="0" t="0" r="0" b="0"/>
            <a:pathLst>
              <a:path w="214640" h="835357">
                <a:moveTo>
                  <a:pt x="0" y="835357"/>
                </a:moveTo>
                <a:lnTo>
                  <a:pt x="214640" y="835357"/>
                </a:lnTo>
                <a:lnTo>
                  <a:pt x="214640" y="0"/>
                </a:lnTo>
                <a:lnTo>
                  <a:pt x="0" y="0"/>
                </a:lnTo>
                <a:lnTo>
                  <a:pt x="0" y="83535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5" name="Stage1_sixpanel_8436">
            <a:extLst>
              <a:ext uri="{FF2B5EF4-FFF2-40B4-BE49-F238E27FC236}">
                <a16:creationId xmlns:a16="http://schemas.microsoft.com/office/drawing/2014/main" id="{57AC3B3D-F9A2-4817-8F8A-75EE365A6F09}"/>
              </a:ext>
            </a:extLst>
          </p:cNvPr>
          <p:cNvSpPr>
            <a:spLocks noGrp="1"/>
          </p:cNvSpPr>
          <p:nvPr/>
        </p:nvSpPr>
        <p:spPr>
          <a:xfrm>
            <a:off x="6484564" y="1603857"/>
            <a:ext cx="214640" cy="1016471"/>
          </a:xfrm>
          <a:custGeom>
            <a:avLst/>
            <a:gdLst/>
            <a:ahLst/>
            <a:cxnLst/>
            <a:rect l="0" t="0" r="0" b="0"/>
            <a:pathLst>
              <a:path w="214640" h="1016471">
                <a:moveTo>
                  <a:pt x="0" y="1016471"/>
                </a:moveTo>
                <a:lnTo>
                  <a:pt x="214640" y="1016471"/>
                </a:lnTo>
                <a:lnTo>
                  <a:pt x="214640" y="0"/>
                </a:lnTo>
                <a:lnTo>
                  <a:pt x="0" y="0"/>
                </a:lnTo>
                <a:lnTo>
                  <a:pt x="0" y="1016471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6" name="Stage1_sixpanel_8437">
            <a:extLst>
              <a:ext uri="{FF2B5EF4-FFF2-40B4-BE49-F238E27FC236}">
                <a16:creationId xmlns:a16="http://schemas.microsoft.com/office/drawing/2014/main" id="{259C98D3-6629-41EA-8765-69F7D2821B44}"/>
              </a:ext>
            </a:extLst>
          </p:cNvPr>
          <p:cNvSpPr>
            <a:spLocks noGrp="1"/>
          </p:cNvSpPr>
          <p:nvPr/>
        </p:nvSpPr>
        <p:spPr>
          <a:xfrm>
            <a:off x="7545038" y="1743445"/>
            <a:ext cx="214640" cy="876882"/>
          </a:xfrm>
          <a:custGeom>
            <a:avLst/>
            <a:gdLst/>
            <a:ahLst/>
            <a:cxnLst/>
            <a:rect l="0" t="0" r="0" b="0"/>
            <a:pathLst>
              <a:path w="214640" h="876882">
                <a:moveTo>
                  <a:pt x="0" y="876882"/>
                </a:moveTo>
                <a:lnTo>
                  <a:pt x="214640" y="876882"/>
                </a:lnTo>
                <a:lnTo>
                  <a:pt x="214640" y="0"/>
                </a:lnTo>
                <a:lnTo>
                  <a:pt x="0" y="0"/>
                </a:lnTo>
                <a:lnTo>
                  <a:pt x="0" y="876882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3267" name="Stage1_sixpanel_8438">
            <a:extLst>
              <a:ext uri="{FF2B5EF4-FFF2-40B4-BE49-F238E27FC236}">
                <a16:creationId xmlns:a16="http://schemas.microsoft.com/office/drawing/2014/main" id="{943F8CEC-A9AE-429F-8C54-68A448237578}"/>
              </a:ext>
            </a:extLst>
          </p:cNvPr>
          <p:cNvSpPr>
            <a:spLocks noGrp="1"/>
          </p:cNvSpPr>
          <p:nvPr/>
        </p:nvSpPr>
        <p:spPr>
          <a:xfrm>
            <a:off x="5667999" y="1922276"/>
            <a:ext cx="214640" cy="698052"/>
          </a:xfrm>
          <a:custGeom>
            <a:avLst/>
            <a:gdLst/>
            <a:ahLst/>
            <a:cxnLst/>
            <a:rect l="0" t="0" r="0" b="0"/>
            <a:pathLst>
              <a:path w="214640" h="698052">
                <a:moveTo>
                  <a:pt x="0" y="698052"/>
                </a:moveTo>
                <a:lnTo>
                  <a:pt x="214640" y="698052"/>
                </a:lnTo>
                <a:lnTo>
                  <a:pt x="214640" y="0"/>
                </a:lnTo>
                <a:lnTo>
                  <a:pt x="0" y="0"/>
                </a:lnTo>
                <a:lnTo>
                  <a:pt x="0" y="69805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8" name="Stage1_sixpanel_8439">
            <a:extLst>
              <a:ext uri="{FF2B5EF4-FFF2-40B4-BE49-F238E27FC236}">
                <a16:creationId xmlns:a16="http://schemas.microsoft.com/office/drawing/2014/main" id="{62474DA5-1397-4730-B4B6-96ED4753EECA}"/>
              </a:ext>
            </a:extLst>
          </p:cNvPr>
          <p:cNvSpPr>
            <a:spLocks noGrp="1"/>
          </p:cNvSpPr>
          <p:nvPr/>
        </p:nvSpPr>
        <p:spPr>
          <a:xfrm>
            <a:off x="6728473" y="1790188"/>
            <a:ext cx="214640" cy="830139"/>
          </a:xfrm>
          <a:custGeom>
            <a:avLst/>
            <a:gdLst/>
            <a:ahLst/>
            <a:cxnLst/>
            <a:rect l="0" t="0" r="0" b="0"/>
            <a:pathLst>
              <a:path w="214640" h="830139">
                <a:moveTo>
                  <a:pt x="0" y="830139"/>
                </a:moveTo>
                <a:lnTo>
                  <a:pt x="214640" y="830139"/>
                </a:lnTo>
                <a:lnTo>
                  <a:pt x="214640" y="0"/>
                </a:lnTo>
                <a:lnTo>
                  <a:pt x="0" y="0"/>
                </a:lnTo>
                <a:lnTo>
                  <a:pt x="0" y="830139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69" name="Stage1_sixpanel_8440">
            <a:extLst>
              <a:ext uri="{FF2B5EF4-FFF2-40B4-BE49-F238E27FC236}">
                <a16:creationId xmlns:a16="http://schemas.microsoft.com/office/drawing/2014/main" id="{D22C21A2-23B5-4BF9-9AB1-8C9CF55215D2}"/>
              </a:ext>
            </a:extLst>
          </p:cNvPr>
          <p:cNvSpPr>
            <a:spLocks noGrp="1"/>
          </p:cNvSpPr>
          <p:nvPr/>
        </p:nvSpPr>
        <p:spPr>
          <a:xfrm>
            <a:off x="7788948" y="1896485"/>
            <a:ext cx="214640" cy="723842"/>
          </a:xfrm>
          <a:custGeom>
            <a:avLst/>
            <a:gdLst/>
            <a:ahLst/>
            <a:cxnLst/>
            <a:rect l="0" t="0" r="0" b="0"/>
            <a:pathLst>
              <a:path w="214640" h="723842">
                <a:moveTo>
                  <a:pt x="0" y="723842"/>
                </a:moveTo>
                <a:lnTo>
                  <a:pt x="214640" y="723842"/>
                </a:lnTo>
                <a:lnTo>
                  <a:pt x="214640" y="0"/>
                </a:lnTo>
                <a:lnTo>
                  <a:pt x="0" y="0"/>
                </a:lnTo>
                <a:lnTo>
                  <a:pt x="0" y="723842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3270" name="Stage1_sixpanel_8441">
            <a:extLst>
              <a:ext uri="{FF2B5EF4-FFF2-40B4-BE49-F238E27FC236}">
                <a16:creationId xmlns:a16="http://schemas.microsoft.com/office/drawing/2014/main" id="{939E2BC8-4332-48EB-B18C-235DC344530C}"/>
              </a:ext>
            </a:extLst>
          </p:cNvPr>
          <p:cNvSpPr>
            <a:spLocks noGrp="1"/>
          </p:cNvSpPr>
          <p:nvPr/>
        </p:nvSpPr>
        <p:spPr>
          <a:xfrm>
            <a:off x="5911908" y="2515069"/>
            <a:ext cx="214640" cy="105259"/>
          </a:xfrm>
          <a:custGeom>
            <a:avLst/>
            <a:gdLst/>
            <a:ahLst/>
            <a:cxnLst/>
            <a:rect l="0" t="0" r="0" b="0"/>
            <a:pathLst>
              <a:path w="214640" h="105259">
                <a:moveTo>
                  <a:pt x="0" y="105259"/>
                </a:moveTo>
                <a:lnTo>
                  <a:pt x="214640" y="105259"/>
                </a:lnTo>
                <a:lnTo>
                  <a:pt x="214640" y="0"/>
                </a:lnTo>
                <a:lnTo>
                  <a:pt x="0" y="0"/>
                </a:lnTo>
                <a:lnTo>
                  <a:pt x="0" y="105259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1" name="Stage1_sixpanel_8442">
            <a:extLst>
              <a:ext uri="{FF2B5EF4-FFF2-40B4-BE49-F238E27FC236}">
                <a16:creationId xmlns:a16="http://schemas.microsoft.com/office/drawing/2014/main" id="{9CE7BE13-2D61-4C39-AEE6-41CBDB056EAD}"/>
              </a:ext>
            </a:extLst>
          </p:cNvPr>
          <p:cNvSpPr>
            <a:spLocks noGrp="1"/>
          </p:cNvSpPr>
          <p:nvPr/>
        </p:nvSpPr>
        <p:spPr>
          <a:xfrm>
            <a:off x="6972382" y="1950503"/>
            <a:ext cx="214640" cy="669825"/>
          </a:xfrm>
          <a:custGeom>
            <a:avLst/>
            <a:gdLst/>
            <a:ahLst/>
            <a:cxnLst/>
            <a:rect l="0" t="0" r="0" b="0"/>
            <a:pathLst>
              <a:path w="214640" h="669825">
                <a:moveTo>
                  <a:pt x="0" y="669825"/>
                </a:moveTo>
                <a:lnTo>
                  <a:pt x="214640" y="669825"/>
                </a:lnTo>
                <a:lnTo>
                  <a:pt x="214640" y="0"/>
                </a:lnTo>
                <a:lnTo>
                  <a:pt x="0" y="0"/>
                </a:lnTo>
                <a:lnTo>
                  <a:pt x="0" y="669825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2" name="Stage1_sixpanel_8443">
            <a:extLst>
              <a:ext uri="{FF2B5EF4-FFF2-40B4-BE49-F238E27FC236}">
                <a16:creationId xmlns:a16="http://schemas.microsoft.com/office/drawing/2014/main" id="{E2AC4CD1-9FEE-44F9-90DB-46B5DA9F6B85}"/>
              </a:ext>
            </a:extLst>
          </p:cNvPr>
          <p:cNvSpPr>
            <a:spLocks noGrp="1"/>
          </p:cNvSpPr>
          <p:nvPr/>
        </p:nvSpPr>
        <p:spPr>
          <a:xfrm>
            <a:off x="8032857" y="2195245"/>
            <a:ext cx="214640" cy="425082"/>
          </a:xfrm>
          <a:custGeom>
            <a:avLst/>
            <a:gdLst/>
            <a:ahLst/>
            <a:cxnLst/>
            <a:rect l="0" t="0" r="0" b="0"/>
            <a:pathLst>
              <a:path w="214640" h="425082">
                <a:moveTo>
                  <a:pt x="0" y="425082"/>
                </a:moveTo>
                <a:lnTo>
                  <a:pt x="214640" y="425082"/>
                </a:lnTo>
                <a:lnTo>
                  <a:pt x="214640" y="0"/>
                </a:lnTo>
                <a:lnTo>
                  <a:pt x="0" y="0"/>
                </a:lnTo>
                <a:lnTo>
                  <a:pt x="0" y="425082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3273" name="Stage1_sixpanel_8444">
            <a:extLst>
              <a:ext uri="{FF2B5EF4-FFF2-40B4-BE49-F238E27FC236}">
                <a16:creationId xmlns:a16="http://schemas.microsoft.com/office/drawing/2014/main" id="{E9B8FF02-F70B-44A3-978C-6E9A8D163A67}"/>
              </a:ext>
            </a:extLst>
          </p:cNvPr>
          <p:cNvSpPr>
            <a:spLocks noGrp="1"/>
          </p:cNvSpPr>
          <p:nvPr/>
        </p:nvSpPr>
        <p:spPr>
          <a:xfrm>
            <a:off x="5468564" y="13793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4" name="Stage1_sixpanel_8445">
            <a:extLst>
              <a:ext uri="{FF2B5EF4-FFF2-40B4-BE49-F238E27FC236}">
                <a16:creationId xmlns:a16="http://schemas.microsoft.com/office/drawing/2014/main" id="{1297D0A3-AE3D-401C-8ED1-CC776532A7D9}"/>
              </a:ext>
            </a:extLst>
          </p:cNvPr>
          <p:cNvSpPr>
            <a:spLocks noGrp="1"/>
          </p:cNvSpPr>
          <p:nvPr/>
        </p:nvSpPr>
        <p:spPr>
          <a:xfrm>
            <a:off x="5444549" y="153728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5" name="Stage1_sixpanel_8446">
            <a:extLst>
              <a:ext uri="{FF2B5EF4-FFF2-40B4-BE49-F238E27FC236}">
                <a16:creationId xmlns:a16="http://schemas.microsoft.com/office/drawing/2014/main" id="{9571B089-7898-428E-9B67-63D568AB870E}"/>
              </a:ext>
            </a:extLst>
          </p:cNvPr>
          <p:cNvSpPr>
            <a:spLocks noGrp="1"/>
          </p:cNvSpPr>
          <p:nvPr/>
        </p:nvSpPr>
        <p:spPr>
          <a:xfrm>
            <a:off x="5555679" y="140233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6" name="Stage1_sixpanel_8447">
            <a:extLst>
              <a:ext uri="{FF2B5EF4-FFF2-40B4-BE49-F238E27FC236}">
                <a16:creationId xmlns:a16="http://schemas.microsoft.com/office/drawing/2014/main" id="{40881835-6F59-45FE-BF1D-0170CB587953}"/>
              </a:ext>
            </a:extLst>
          </p:cNvPr>
          <p:cNvSpPr>
            <a:spLocks noGrp="1"/>
          </p:cNvSpPr>
          <p:nvPr/>
        </p:nvSpPr>
        <p:spPr>
          <a:xfrm>
            <a:off x="5479336" y="14458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7" name="Stage1_sixpanel_8448">
            <a:extLst>
              <a:ext uri="{FF2B5EF4-FFF2-40B4-BE49-F238E27FC236}">
                <a16:creationId xmlns:a16="http://schemas.microsoft.com/office/drawing/2014/main" id="{DC311748-8886-4C64-A3EB-3BBDEF1CF1FE}"/>
              </a:ext>
            </a:extLst>
          </p:cNvPr>
          <p:cNvSpPr>
            <a:spLocks noGrp="1"/>
          </p:cNvSpPr>
          <p:nvPr/>
        </p:nvSpPr>
        <p:spPr>
          <a:xfrm>
            <a:off x="5592897" y="199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8" name="Stage1_sixpanel_8449">
            <a:extLst>
              <a:ext uri="{FF2B5EF4-FFF2-40B4-BE49-F238E27FC236}">
                <a16:creationId xmlns:a16="http://schemas.microsoft.com/office/drawing/2014/main" id="{BA182390-8111-4DA5-A9D0-F44698315275}"/>
              </a:ext>
            </a:extLst>
          </p:cNvPr>
          <p:cNvSpPr>
            <a:spLocks noGrp="1"/>
          </p:cNvSpPr>
          <p:nvPr/>
        </p:nvSpPr>
        <p:spPr>
          <a:xfrm>
            <a:off x="5432515" y="20207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79" name="Stage1_sixpanel_8450">
            <a:extLst>
              <a:ext uri="{FF2B5EF4-FFF2-40B4-BE49-F238E27FC236}">
                <a16:creationId xmlns:a16="http://schemas.microsoft.com/office/drawing/2014/main" id="{589782BE-B997-4472-9A3E-A741B57EDCAB}"/>
              </a:ext>
            </a:extLst>
          </p:cNvPr>
          <p:cNvSpPr>
            <a:spLocks noGrp="1"/>
          </p:cNvSpPr>
          <p:nvPr/>
        </p:nvSpPr>
        <p:spPr>
          <a:xfrm>
            <a:off x="5589803" y="1413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0" name="Stage1_sixpanel_8451">
            <a:extLst>
              <a:ext uri="{FF2B5EF4-FFF2-40B4-BE49-F238E27FC236}">
                <a16:creationId xmlns:a16="http://schemas.microsoft.com/office/drawing/2014/main" id="{4FA994EB-E9FA-4797-B621-BCD10D97B24E}"/>
              </a:ext>
            </a:extLst>
          </p:cNvPr>
          <p:cNvSpPr>
            <a:spLocks noGrp="1"/>
          </p:cNvSpPr>
          <p:nvPr/>
        </p:nvSpPr>
        <p:spPr>
          <a:xfrm>
            <a:off x="5444984" y="15877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1" name="Stage1_sixpanel_8452">
            <a:extLst>
              <a:ext uri="{FF2B5EF4-FFF2-40B4-BE49-F238E27FC236}">
                <a16:creationId xmlns:a16="http://schemas.microsoft.com/office/drawing/2014/main" id="{52537018-F3EE-4633-8336-2B3E6D727687}"/>
              </a:ext>
            </a:extLst>
          </p:cNvPr>
          <p:cNvSpPr>
            <a:spLocks noGrp="1"/>
          </p:cNvSpPr>
          <p:nvPr/>
        </p:nvSpPr>
        <p:spPr>
          <a:xfrm>
            <a:off x="5452980" y="15453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2" name="Stage1_sixpanel_8453">
            <a:extLst>
              <a:ext uri="{FF2B5EF4-FFF2-40B4-BE49-F238E27FC236}">
                <a16:creationId xmlns:a16="http://schemas.microsoft.com/office/drawing/2014/main" id="{63837F28-7571-4025-9215-DB1EC5E3E0E1}"/>
              </a:ext>
            </a:extLst>
          </p:cNvPr>
          <p:cNvSpPr>
            <a:spLocks noGrp="1"/>
          </p:cNvSpPr>
          <p:nvPr/>
        </p:nvSpPr>
        <p:spPr>
          <a:xfrm>
            <a:off x="5530166" y="14791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3" name="Stage1_sixpanel_8454">
            <a:extLst>
              <a:ext uri="{FF2B5EF4-FFF2-40B4-BE49-F238E27FC236}">
                <a16:creationId xmlns:a16="http://schemas.microsoft.com/office/drawing/2014/main" id="{E85E1AE5-C346-4327-B5CD-244BA990A7C9}"/>
              </a:ext>
            </a:extLst>
          </p:cNvPr>
          <p:cNvSpPr>
            <a:spLocks noGrp="1"/>
          </p:cNvSpPr>
          <p:nvPr/>
        </p:nvSpPr>
        <p:spPr>
          <a:xfrm>
            <a:off x="5430600" y="151720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4" name="Stage1_sixpanel_8455">
            <a:extLst>
              <a:ext uri="{FF2B5EF4-FFF2-40B4-BE49-F238E27FC236}">
                <a16:creationId xmlns:a16="http://schemas.microsoft.com/office/drawing/2014/main" id="{6A8C1A5E-D7C7-437A-9708-E1B925347049}"/>
              </a:ext>
            </a:extLst>
          </p:cNvPr>
          <p:cNvSpPr>
            <a:spLocks noGrp="1"/>
          </p:cNvSpPr>
          <p:nvPr/>
        </p:nvSpPr>
        <p:spPr>
          <a:xfrm>
            <a:off x="5484896" y="155890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5" name="Stage1_sixpanel_8456">
            <a:extLst>
              <a:ext uri="{FF2B5EF4-FFF2-40B4-BE49-F238E27FC236}">
                <a16:creationId xmlns:a16="http://schemas.microsoft.com/office/drawing/2014/main" id="{AAD5D26A-6179-4008-9AB3-F7ECB653363D}"/>
              </a:ext>
            </a:extLst>
          </p:cNvPr>
          <p:cNvSpPr>
            <a:spLocks noGrp="1"/>
          </p:cNvSpPr>
          <p:nvPr/>
        </p:nvSpPr>
        <p:spPr>
          <a:xfrm>
            <a:off x="5520606" y="19366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6" name="Stage1_sixpanel_8457">
            <a:extLst>
              <a:ext uri="{FF2B5EF4-FFF2-40B4-BE49-F238E27FC236}">
                <a16:creationId xmlns:a16="http://schemas.microsoft.com/office/drawing/2014/main" id="{F082AA7F-A556-446C-AB06-4125B26AE035}"/>
              </a:ext>
            </a:extLst>
          </p:cNvPr>
          <p:cNvSpPr>
            <a:spLocks noGrp="1"/>
          </p:cNvSpPr>
          <p:nvPr/>
        </p:nvSpPr>
        <p:spPr>
          <a:xfrm>
            <a:off x="5518922" y="157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7" name="Stage1_sixpanel_8458">
            <a:extLst>
              <a:ext uri="{FF2B5EF4-FFF2-40B4-BE49-F238E27FC236}">
                <a16:creationId xmlns:a16="http://schemas.microsoft.com/office/drawing/2014/main" id="{4658114D-8654-42DC-BB4D-2A1DFC9A97CD}"/>
              </a:ext>
            </a:extLst>
          </p:cNvPr>
          <p:cNvSpPr>
            <a:spLocks noGrp="1"/>
          </p:cNvSpPr>
          <p:nvPr/>
        </p:nvSpPr>
        <p:spPr>
          <a:xfrm>
            <a:off x="5544080" y="14316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8" name="Stage1_sixpanel_8459">
            <a:extLst>
              <a:ext uri="{FF2B5EF4-FFF2-40B4-BE49-F238E27FC236}">
                <a16:creationId xmlns:a16="http://schemas.microsoft.com/office/drawing/2014/main" id="{AC944491-C0AD-4374-B103-5E9108C3F377}"/>
              </a:ext>
            </a:extLst>
          </p:cNvPr>
          <p:cNvSpPr>
            <a:spLocks noGrp="1"/>
          </p:cNvSpPr>
          <p:nvPr/>
        </p:nvSpPr>
        <p:spPr>
          <a:xfrm>
            <a:off x="54308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89" name="Stage1_sixpanel_8460">
            <a:extLst>
              <a:ext uri="{FF2B5EF4-FFF2-40B4-BE49-F238E27FC236}">
                <a16:creationId xmlns:a16="http://schemas.microsoft.com/office/drawing/2014/main" id="{349EB142-E418-4611-AD96-C81D05CBCDEB}"/>
              </a:ext>
            </a:extLst>
          </p:cNvPr>
          <p:cNvSpPr>
            <a:spLocks noGrp="1"/>
          </p:cNvSpPr>
          <p:nvPr/>
        </p:nvSpPr>
        <p:spPr>
          <a:xfrm>
            <a:off x="5505550" y="142453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0" name="Stage1_sixpanel_8461">
            <a:extLst>
              <a:ext uri="{FF2B5EF4-FFF2-40B4-BE49-F238E27FC236}">
                <a16:creationId xmlns:a16="http://schemas.microsoft.com/office/drawing/2014/main" id="{A5B2511E-4427-4FB1-AA2A-FDA3CCAC9A74}"/>
              </a:ext>
            </a:extLst>
          </p:cNvPr>
          <p:cNvSpPr>
            <a:spLocks noGrp="1"/>
          </p:cNvSpPr>
          <p:nvPr/>
        </p:nvSpPr>
        <p:spPr>
          <a:xfrm>
            <a:off x="5446340" y="1374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1" name="Stage1_sixpanel_8462">
            <a:extLst>
              <a:ext uri="{FF2B5EF4-FFF2-40B4-BE49-F238E27FC236}">
                <a16:creationId xmlns:a16="http://schemas.microsoft.com/office/drawing/2014/main" id="{574495DD-B109-4479-9DD6-EA3A2B3211B4}"/>
              </a:ext>
            </a:extLst>
          </p:cNvPr>
          <p:cNvSpPr>
            <a:spLocks noGrp="1"/>
          </p:cNvSpPr>
          <p:nvPr/>
        </p:nvSpPr>
        <p:spPr>
          <a:xfrm>
            <a:off x="5444724" y="173306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2" name="Stage1_sixpanel_8463">
            <a:extLst>
              <a:ext uri="{FF2B5EF4-FFF2-40B4-BE49-F238E27FC236}">
                <a16:creationId xmlns:a16="http://schemas.microsoft.com/office/drawing/2014/main" id="{34F0EDAA-7E54-408A-BD5F-B649A97DF764}"/>
              </a:ext>
            </a:extLst>
          </p:cNvPr>
          <p:cNvSpPr>
            <a:spLocks noGrp="1"/>
          </p:cNvSpPr>
          <p:nvPr/>
        </p:nvSpPr>
        <p:spPr>
          <a:xfrm>
            <a:off x="551992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3" name="Stage1_sixpanel_8464">
            <a:extLst>
              <a:ext uri="{FF2B5EF4-FFF2-40B4-BE49-F238E27FC236}">
                <a16:creationId xmlns:a16="http://schemas.microsoft.com/office/drawing/2014/main" id="{249D27E8-807F-4F7A-8D7C-B62473D43B91}"/>
              </a:ext>
            </a:extLst>
          </p:cNvPr>
          <p:cNvSpPr>
            <a:spLocks noGrp="1"/>
          </p:cNvSpPr>
          <p:nvPr/>
        </p:nvSpPr>
        <p:spPr>
          <a:xfrm>
            <a:off x="5450441" y="213603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4" name="Stage1_sixpanel_8465">
            <a:extLst>
              <a:ext uri="{FF2B5EF4-FFF2-40B4-BE49-F238E27FC236}">
                <a16:creationId xmlns:a16="http://schemas.microsoft.com/office/drawing/2014/main" id="{C5FDB2AA-AB6E-4ACC-8D79-F7D1B7EDD2BA}"/>
              </a:ext>
            </a:extLst>
          </p:cNvPr>
          <p:cNvSpPr>
            <a:spLocks noGrp="1"/>
          </p:cNvSpPr>
          <p:nvPr/>
        </p:nvSpPr>
        <p:spPr>
          <a:xfrm>
            <a:off x="54584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5" name="Stage1_sixpanel_8466">
            <a:extLst>
              <a:ext uri="{FF2B5EF4-FFF2-40B4-BE49-F238E27FC236}">
                <a16:creationId xmlns:a16="http://schemas.microsoft.com/office/drawing/2014/main" id="{7BBC3EA2-80E9-4C28-9B87-C3E5D185B11D}"/>
              </a:ext>
            </a:extLst>
          </p:cNvPr>
          <p:cNvSpPr>
            <a:spLocks noGrp="1"/>
          </p:cNvSpPr>
          <p:nvPr/>
        </p:nvSpPr>
        <p:spPr>
          <a:xfrm>
            <a:off x="5534680" y="139201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6" name="Stage1_sixpanel_8467">
            <a:extLst>
              <a:ext uri="{FF2B5EF4-FFF2-40B4-BE49-F238E27FC236}">
                <a16:creationId xmlns:a16="http://schemas.microsoft.com/office/drawing/2014/main" id="{BB1F860C-9F18-4E66-9810-0E4E56F6C5A7}"/>
              </a:ext>
            </a:extLst>
          </p:cNvPr>
          <p:cNvSpPr>
            <a:spLocks noGrp="1"/>
          </p:cNvSpPr>
          <p:nvPr/>
        </p:nvSpPr>
        <p:spPr>
          <a:xfrm>
            <a:off x="5429322" y="148799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7" name="Stage1_sixpanel_8468">
            <a:extLst>
              <a:ext uri="{FF2B5EF4-FFF2-40B4-BE49-F238E27FC236}">
                <a16:creationId xmlns:a16="http://schemas.microsoft.com/office/drawing/2014/main" id="{E17C1A13-7006-44AF-973F-12C5C4E77F11}"/>
              </a:ext>
            </a:extLst>
          </p:cNvPr>
          <p:cNvSpPr>
            <a:spLocks noGrp="1"/>
          </p:cNvSpPr>
          <p:nvPr/>
        </p:nvSpPr>
        <p:spPr>
          <a:xfrm>
            <a:off x="5516062" y="15440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8" name="Stage1_sixpanel_8469">
            <a:extLst>
              <a:ext uri="{FF2B5EF4-FFF2-40B4-BE49-F238E27FC236}">
                <a16:creationId xmlns:a16="http://schemas.microsoft.com/office/drawing/2014/main" id="{30E4159F-D2E6-4D90-B08F-FF87B39DA5CE}"/>
              </a:ext>
            </a:extLst>
          </p:cNvPr>
          <p:cNvSpPr>
            <a:spLocks noGrp="1"/>
          </p:cNvSpPr>
          <p:nvPr/>
        </p:nvSpPr>
        <p:spPr>
          <a:xfrm>
            <a:off x="5535446" y="187242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299" name="Stage1_sixpanel_8470">
            <a:extLst>
              <a:ext uri="{FF2B5EF4-FFF2-40B4-BE49-F238E27FC236}">
                <a16:creationId xmlns:a16="http://schemas.microsoft.com/office/drawing/2014/main" id="{10368A61-7996-49C6-9635-A8D6ACA56DEE}"/>
              </a:ext>
            </a:extLst>
          </p:cNvPr>
          <p:cNvSpPr>
            <a:spLocks noGrp="1"/>
          </p:cNvSpPr>
          <p:nvPr/>
        </p:nvSpPr>
        <p:spPr>
          <a:xfrm>
            <a:off x="5434563" y="147660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0" name="Stage1_sixpanel_8471">
            <a:extLst>
              <a:ext uri="{FF2B5EF4-FFF2-40B4-BE49-F238E27FC236}">
                <a16:creationId xmlns:a16="http://schemas.microsoft.com/office/drawing/2014/main" id="{A9EE09B1-5F07-4323-A427-E590D8A5ACD5}"/>
              </a:ext>
            </a:extLst>
          </p:cNvPr>
          <p:cNvSpPr>
            <a:spLocks noGrp="1"/>
          </p:cNvSpPr>
          <p:nvPr/>
        </p:nvSpPr>
        <p:spPr>
          <a:xfrm>
            <a:off x="5442648" y="15164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1" name="Stage1_sixpanel_8472">
            <a:extLst>
              <a:ext uri="{FF2B5EF4-FFF2-40B4-BE49-F238E27FC236}">
                <a16:creationId xmlns:a16="http://schemas.microsoft.com/office/drawing/2014/main" id="{902C8C31-FE37-4460-B407-77629F7E02D0}"/>
              </a:ext>
            </a:extLst>
          </p:cNvPr>
          <p:cNvSpPr>
            <a:spLocks noGrp="1"/>
          </p:cNvSpPr>
          <p:nvPr/>
        </p:nvSpPr>
        <p:spPr>
          <a:xfrm>
            <a:off x="5482596" y="166079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2" name="Stage1_sixpanel_8473">
            <a:extLst>
              <a:ext uri="{FF2B5EF4-FFF2-40B4-BE49-F238E27FC236}">
                <a16:creationId xmlns:a16="http://schemas.microsoft.com/office/drawing/2014/main" id="{E6E8500E-356D-4958-92DC-8544BCB6A609}"/>
              </a:ext>
            </a:extLst>
          </p:cNvPr>
          <p:cNvSpPr>
            <a:spLocks noGrp="1"/>
          </p:cNvSpPr>
          <p:nvPr/>
        </p:nvSpPr>
        <p:spPr>
          <a:xfrm>
            <a:off x="5470108" y="18913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3" name="Stage1_sixpanel_8474">
            <a:extLst>
              <a:ext uri="{FF2B5EF4-FFF2-40B4-BE49-F238E27FC236}">
                <a16:creationId xmlns:a16="http://schemas.microsoft.com/office/drawing/2014/main" id="{FE67E435-D5F7-4FBF-97F2-140657875178}"/>
              </a:ext>
            </a:extLst>
          </p:cNvPr>
          <p:cNvSpPr>
            <a:spLocks noGrp="1"/>
          </p:cNvSpPr>
          <p:nvPr/>
        </p:nvSpPr>
        <p:spPr>
          <a:xfrm>
            <a:off x="5500549" y="216946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4" name="Stage1_sixpanel_8475">
            <a:extLst>
              <a:ext uri="{FF2B5EF4-FFF2-40B4-BE49-F238E27FC236}">
                <a16:creationId xmlns:a16="http://schemas.microsoft.com/office/drawing/2014/main" id="{D33780ED-C370-461A-908B-39840B6D977E}"/>
              </a:ext>
            </a:extLst>
          </p:cNvPr>
          <p:cNvSpPr>
            <a:spLocks noGrp="1"/>
          </p:cNvSpPr>
          <p:nvPr/>
        </p:nvSpPr>
        <p:spPr>
          <a:xfrm>
            <a:off x="5470119" y="13421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5" name="Stage1_sixpanel_8476">
            <a:extLst>
              <a:ext uri="{FF2B5EF4-FFF2-40B4-BE49-F238E27FC236}">
                <a16:creationId xmlns:a16="http://schemas.microsoft.com/office/drawing/2014/main" id="{D2AF7811-4FBE-4B0F-9DA8-96F33C7FF9AE}"/>
              </a:ext>
            </a:extLst>
          </p:cNvPr>
          <p:cNvSpPr>
            <a:spLocks noGrp="1"/>
          </p:cNvSpPr>
          <p:nvPr/>
        </p:nvSpPr>
        <p:spPr>
          <a:xfrm>
            <a:off x="5566042" y="146605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6" name="Stage1_sixpanel_8477">
            <a:extLst>
              <a:ext uri="{FF2B5EF4-FFF2-40B4-BE49-F238E27FC236}">
                <a16:creationId xmlns:a16="http://schemas.microsoft.com/office/drawing/2014/main" id="{5FC1BE3B-E7EE-47D1-BCC8-A347DCDAA6F6}"/>
              </a:ext>
            </a:extLst>
          </p:cNvPr>
          <p:cNvSpPr>
            <a:spLocks noGrp="1"/>
          </p:cNvSpPr>
          <p:nvPr/>
        </p:nvSpPr>
        <p:spPr>
          <a:xfrm>
            <a:off x="5474551" y="14140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7" name="Stage1_sixpanel_8478">
            <a:extLst>
              <a:ext uri="{FF2B5EF4-FFF2-40B4-BE49-F238E27FC236}">
                <a16:creationId xmlns:a16="http://schemas.microsoft.com/office/drawing/2014/main" id="{2CC1E2FC-AFF4-4193-9845-157CE9FEAAF7}"/>
              </a:ext>
            </a:extLst>
          </p:cNvPr>
          <p:cNvSpPr>
            <a:spLocks noGrp="1"/>
          </p:cNvSpPr>
          <p:nvPr/>
        </p:nvSpPr>
        <p:spPr>
          <a:xfrm>
            <a:off x="5429811" y="14636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8" name="Stage1_sixpanel_8479">
            <a:extLst>
              <a:ext uri="{FF2B5EF4-FFF2-40B4-BE49-F238E27FC236}">
                <a16:creationId xmlns:a16="http://schemas.microsoft.com/office/drawing/2014/main" id="{BA21C146-2E8C-4A92-B435-C9FC79D63F56}"/>
              </a:ext>
            </a:extLst>
          </p:cNvPr>
          <p:cNvSpPr>
            <a:spLocks noGrp="1"/>
          </p:cNvSpPr>
          <p:nvPr/>
        </p:nvSpPr>
        <p:spPr>
          <a:xfrm>
            <a:off x="555390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09" name="Stage1_sixpanel_8480">
            <a:extLst>
              <a:ext uri="{FF2B5EF4-FFF2-40B4-BE49-F238E27FC236}">
                <a16:creationId xmlns:a16="http://schemas.microsoft.com/office/drawing/2014/main" id="{3EFED8F9-5C13-43F8-9AE5-0091516CD20A}"/>
              </a:ext>
            </a:extLst>
          </p:cNvPr>
          <p:cNvSpPr>
            <a:spLocks noGrp="1"/>
          </p:cNvSpPr>
          <p:nvPr/>
        </p:nvSpPr>
        <p:spPr>
          <a:xfrm>
            <a:off x="5462659" y="142059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0" name="Stage1_sixpanel_8481">
            <a:extLst>
              <a:ext uri="{FF2B5EF4-FFF2-40B4-BE49-F238E27FC236}">
                <a16:creationId xmlns:a16="http://schemas.microsoft.com/office/drawing/2014/main" id="{6C7B85EC-1F00-4440-B87C-1148C9C8CB8F}"/>
              </a:ext>
            </a:extLst>
          </p:cNvPr>
          <p:cNvSpPr>
            <a:spLocks noGrp="1"/>
          </p:cNvSpPr>
          <p:nvPr/>
        </p:nvSpPr>
        <p:spPr>
          <a:xfrm>
            <a:off x="5583667" y="18863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1" name="Stage1_sixpanel_8482">
            <a:extLst>
              <a:ext uri="{FF2B5EF4-FFF2-40B4-BE49-F238E27FC236}">
                <a16:creationId xmlns:a16="http://schemas.microsoft.com/office/drawing/2014/main" id="{224A9F00-EC23-4CDB-B6C0-DB40F54A75B2}"/>
              </a:ext>
            </a:extLst>
          </p:cNvPr>
          <p:cNvSpPr>
            <a:spLocks noGrp="1"/>
          </p:cNvSpPr>
          <p:nvPr/>
        </p:nvSpPr>
        <p:spPr>
          <a:xfrm>
            <a:off x="5453792" y="17967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2" name="Stage1_sixpanel_8483">
            <a:extLst>
              <a:ext uri="{FF2B5EF4-FFF2-40B4-BE49-F238E27FC236}">
                <a16:creationId xmlns:a16="http://schemas.microsoft.com/office/drawing/2014/main" id="{E2BDFC3C-F1D0-4AAF-8C02-C51ED64FDC04}"/>
              </a:ext>
            </a:extLst>
          </p:cNvPr>
          <p:cNvSpPr>
            <a:spLocks noGrp="1"/>
          </p:cNvSpPr>
          <p:nvPr/>
        </p:nvSpPr>
        <p:spPr>
          <a:xfrm>
            <a:off x="5433277" y="160501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3" name="Stage1_sixpanel_8484">
            <a:extLst>
              <a:ext uri="{FF2B5EF4-FFF2-40B4-BE49-F238E27FC236}">
                <a16:creationId xmlns:a16="http://schemas.microsoft.com/office/drawing/2014/main" id="{0E4FFEFC-34B1-4604-9EC0-7B425AAD147F}"/>
              </a:ext>
            </a:extLst>
          </p:cNvPr>
          <p:cNvSpPr>
            <a:spLocks noGrp="1"/>
          </p:cNvSpPr>
          <p:nvPr/>
        </p:nvSpPr>
        <p:spPr>
          <a:xfrm>
            <a:off x="5461771" y="176053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4" name="Stage1_sixpanel_8485">
            <a:extLst>
              <a:ext uri="{FF2B5EF4-FFF2-40B4-BE49-F238E27FC236}">
                <a16:creationId xmlns:a16="http://schemas.microsoft.com/office/drawing/2014/main" id="{1D1A6AA5-F5DE-4B1C-9764-A903EAF72FCA}"/>
              </a:ext>
            </a:extLst>
          </p:cNvPr>
          <p:cNvSpPr>
            <a:spLocks noGrp="1"/>
          </p:cNvSpPr>
          <p:nvPr/>
        </p:nvSpPr>
        <p:spPr>
          <a:xfrm>
            <a:off x="5554154" y="14475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5" name="Stage1_sixpanel_8486">
            <a:extLst>
              <a:ext uri="{FF2B5EF4-FFF2-40B4-BE49-F238E27FC236}">
                <a16:creationId xmlns:a16="http://schemas.microsoft.com/office/drawing/2014/main" id="{58C0AFA1-3495-4103-8E93-B7FFBBC5D0A1}"/>
              </a:ext>
            </a:extLst>
          </p:cNvPr>
          <p:cNvSpPr>
            <a:spLocks noGrp="1"/>
          </p:cNvSpPr>
          <p:nvPr/>
        </p:nvSpPr>
        <p:spPr>
          <a:xfrm>
            <a:off x="5592403" y="14507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6" name="Stage1_sixpanel_8487">
            <a:extLst>
              <a:ext uri="{FF2B5EF4-FFF2-40B4-BE49-F238E27FC236}">
                <a16:creationId xmlns:a16="http://schemas.microsoft.com/office/drawing/2014/main" id="{5D79C0D6-E4B6-40E2-B636-DB31859482DA}"/>
              </a:ext>
            </a:extLst>
          </p:cNvPr>
          <p:cNvSpPr>
            <a:spLocks noGrp="1"/>
          </p:cNvSpPr>
          <p:nvPr/>
        </p:nvSpPr>
        <p:spPr>
          <a:xfrm>
            <a:off x="5569749" y="195849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7" name="Stage1_sixpanel_8488">
            <a:extLst>
              <a:ext uri="{FF2B5EF4-FFF2-40B4-BE49-F238E27FC236}">
                <a16:creationId xmlns:a16="http://schemas.microsoft.com/office/drawing/2014/main" id="{D0F6CB3F-D495-454C-B8BF-F8E9D5B60488}"/>
              </a:ext>
            </a:extLst>
          </p:cNvPr>
          <p:cNvSpPr>
            <a:spLocks noGrp="1"/>
          </p:cNvSpPr>
          <p:nvPr/>
        </p:nvSpPr>
        <p:spPr>
          <a:xfrm>
            <a:off x="5431776" y="15022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8" name="Stage1_sixpanel_8489">
            <a:extLst>
              <a:ext uri="{FF2B5EF4-FFF2-40B4-BE49-F238E27FC236}">
                <a16:creationId xmlns:a16="http://schemas.microsoft.com/office/drawing/2014/main" id="{A2EE258E-61F2-4F14-9F6C-B768454A6AD3}"/>
              </a:ext>
            </a:extLst>
          </p:cNvPr>
          <p:cNvSpPr>
            <a:spLocks noGrp="1"/>
          </p:cNvSpPr>
          <p:nvPr/>
        </p:nvSpPr>
        <p:spPr>
          <a:xfrm>
            <a:off x="5481133" y="15845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19" name="Stage1_sixpanel_8490">
            <a:extLst>
              <a:ext uri="{FF2B5EF4-FFF2-40B4-BE49-F238E27FC236}">
                <a16:creationId xmlns:a16="http://schemas.microsoft.com/office/drawing/2014/main" id="{64F1B526-6BFB-4D87-B175-5367CDC2887E}"/>
              </a:ext>
            </a:extLst>
          </p:cNvPr>
          <p:cNvSpPr>
            <a:spLocks noGrp="1"/>
          </p:cNvSpPr>
          <p:nvPr/>
        </p:nvSpPr>
        <p:spPr>
          <a:xfrm>
            <a:off x="5560709" y="13362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0" name="Stage1_sixpanel_8491">
            <a:extLst>
              <a:ext uri="{FF2B5EF4-FFF2-40B4-BE49-F238E27FC236}">
                <a16:creationId xmlns:a16="http://schemas.microsoft.com/office/drawing/2014/main" id="{428C9453-BD69-433D-B79F-CE6679133DE9}"/>
              </a:ext>
            </a:extLst>
          </p:cNvPr>
          <p:cNvSpPr>
            <a:spLocks noGrp="1"/>
          </p:cNvSpPr>
          <p:nvPr/>
        </p:nvSpPr>
        <p:spPr>
          <a:xfrm>
            <a:off x="5520393" y="215779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1" name="Stage1_sixpanel_8492">
            <a:extLst>
              <a:ext uri="{FF2B5EF4-FFF2-40B4-BE49-F238E27FC236}">
                <a16:creationId xmlns:a16="http://schemas.microsoft.com/office/drawing/2014/main" id="{55963F44-ACAD-40F9-BB58-EE2485B50DDD}"/>
              </a:ext>
            </a:extLst>
          </p:cNvPr>
          <p:cNvSpPr>
            <a:spLocks noGrp="1"/>
          </p:cNvSpPr>
          <p:nvPr/>
        </p:nvSpPr>
        <p:spPr>
          <a:xfrm>
            <a:off x="5449270" y="13713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2" name="Stage1_sixpanel_8493">
            <a:extLst>
              <a:ext uri="{FF2B5EF4-FFF2-40B4-BE49-F238E27FC236}">
                <a16:creationId xmlns:a16="http://schemas.microsoft.com/office/drawing/2014/main" id="{9B9FAB9F-9B2D-4215-9F41-5ED771D063A0}"/>
              </a:ext>
            </a:extLst>
          </p:cNvPr>
          <p:cNvSpPr>
            <a:spLocks noGrp="1"/>
          </p:cNvSpPr>
          <p:nvPr/>
        </p:nvSpPr>
        <p:spPr>
          <a:xfrm>
            <a:off x="558151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3" name="Stage1_sixpanel_8494">
            <a:extLst>
              <a:ext uri="{FF2B5EF4-FFF2-40B4-BE49-F238E27FC236}">
                <a16:creationId xmlns:a16="http://schemas.microsoft.com/office/drawing/2014/main" id="{994EC99E-CB63-4B35-AC9B-1234CCA8CD45}"/>
              </a:ext>
            </a:extLst>
          </p:cNvPr>
          <p:cNvSpPr>
            <a:spLocks noGrp="1"/>
          </p:cNvSpPr>
          <p:nvPr/>
        </p:nvSpPr>
        <p:spPr>
          <a:xfrm>
            <a:off x="5456459" y="23702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4" name="Stage1_sixpanel_8495">
            <a:extLst>
              <a:ext uri="{FF2B5EF4-FFF2-40B4-BE49-F238E27FC236}">
                <a16:creationId xmlns:a16="http://schemas.microsoft.com/office/drawing/2014/main" id="{37515C25-AAA5-4485-9A93-565AC395F461}"/>
              </a:ext>
            </a:extLst>
          </p:cNvPr>
          <p:cNvSpPr>
            <a:spLocks noGrp="1"/>
          </p:cNvSpPr>
          <p:nvPr/>
        </p:nvSpPr>
        <p:spPr>
          <a:xfrm>
            <a:off x="548679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5" name="Stage1_sixpanel_8496">
            <a:extLst>
              <a:ext uri="{FF2B5EF4-FFF2-40B4-BE49-F238E27FC236}">
                <a16:creationId xmlns:a16="http://schemas.microsoft.com/office/drawing/2014/main" id="{261D71E6-739F-4217-86C0-592F2BB0764B}"/>
              </a:ext>
            </a:extLst>
          </p:cNvPr>
          <p:cNvSpPr>
            <a:spLocks noGrp="1"/>
          </p:cNvSpPr>
          <p:nvPr/>
        </p:nvSpPr>
        <p:spPr>
          <a:xfrm>
            <a:off x="5563790" y="205906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6" name="Stage1_sixpanel_8497">
            <a:extLst>
              <a:ext uri="{FF2B5EF4-FFF2-40B4-BE49-F238E27FC236}">
                <a16:creationId xmlns:a16="http://schemas.microsoft.com/office/drawing/2014/main" id="{6DF92F15-E46B-45CA-B2C3-B98046A7D765}"/>
              </a:ext>
            </a:extLst>
          </p:cNvPr>
          <p:cNvSpPr>
            <a:spLocks noGrp="1"/>
          </p:cNvSpPr>
          <p:nvPr/>
        </p:nvSpPr>
        <p:spPr>
          <a:xfrm>
            <a:off x="5502402" y="22440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7" name="Stage1_sixpanel_8498">
            <a:extLst>
              <a:ext uri="{FF2B5EF4-FFF2-40B4-BE49-F238E27FC236}">
                <a16:creationId xmlns:a16="http://schemas.microsoft.com/office/drawing/2014/main" id="{9E5F4163-50AB-4A58-8EB5-7D8F72400398}"/>
              </a:ext>
            </a:extLst>
          </p:cNvPr>
          <p:cNvSpPr>
            <a:spLocks noGrp="1"/>
          </p:cNvSpPr>
          <p:nvPr/>
        </p:nvSpPr>
        <p:spPr>
          <a:xfrm>
            <a:off x="5498780" y="139095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8" name="Stage1_sixpanel_8499">
            <a:extLst>
              <a:ext uri="{FF2B5EF4-FFF2-40B4-BE49-F238E27FC236}">
                <a16:creationId xmlns:a16="http://schemas.microsoft.com/office/drawing/2014/main" id="{3D9BB377-F9E5-4B49-AF81-7D4B6351B384}"/>
              </a:ext>
            </a:extLst>
          </p:cNvPr>
          <p:cNvSpPr>
            <a:spLocks noGrp="1"/>
          </p:cNvSpPr>
          <p:nvPr/>
        </p:nvSpPr>
        <p:spPr>
          <a:xfrm>
            <a:off x="5586908" y="157828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29" name="Stage1_sixpanel_8500">
            <a:extLst>
              <a:ext uri="{FF2B5EF4-FFF2-40B4-BE49-F238E27FC236}">
                <a16:creationId xmlns:a16="http://schemas.microsoft.com/office/drawing/2014/main" id="{56870492-01DA-447D-AFE2-C092C18BDD93}"/>
              </a:ext>
            </a:extLst>
          </p:cNvPr>
          <p:cNvSpPr>
            <a:spLocks noGrp="1"/>
          </p:cNvSpPr>
          <p:nvPr/>
        </p:nvSpPr>
        <p:spPr>
          <a:xfrm>
            <a:off x="5542115" y="17861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0" name="Stage1_sixpanel_8501">
            <a:extLst>
              <a:ext uri="{FF2B5EF4-FFF2-40B4-BE49-F238E27FC236}">
                <a16:creationId xmlns:a16="http://schemas.microsoft.com/office/drawing/2014/main" id="{A21BBC1C-CE18-4AFA-9E0E-3E73754C4F36}"/>
              </a:ext>
            </a:extLst>
          </p:cNvPr>
          <p:cNvSpPr>
            <a:spLocks noGrp="1"/>
          </p:cNvSpPr>
          <p:nvPr/>
        </p:nvSpPr>
        <p:spPr>
          <a:xfrm>
            <a:off x="5598938" y="14121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1" name="Stage1_sixpanel_8502">
            <a:extLst>
              <a:ext uri="{FF2B5EF4-FFF2-40B4-BE49-F238E27FC236}">
                <a16:creationId xmlns:a16="http://schemas.microsoft.com/office/drawing/2014/main" id="{932D349C-3BEE-4E0A-ADD8-32E14DA7B2BF}"/>
              </a:ext>
            </a:extLst>
          </p:cNvPr>
          <p:cNvSpPr>
            <a:spLocks noGrp="1"/>
          </p:cNvSpPr>
          <p:nvPr/>
        </p:nvSpPr>
        <p:spPr>
          <a:xfrm>
            <a:off x="5529989" y="150715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2" name="Stage1_sixpanel_8503">
            <a:extLst>
              <a:ext uri="{FF2B5EF4-FFF2-40B4-BE49-F238E27FC236}">
                <a16:creationId xmlns:a16="http://schemas.microsoft.com/office/drawing/2014/main" id="{FEA867E3-F8C7-4438-B7D0-378FC0F3E364}"/>
              </a:ext>
            </a:extLst>
          </p:cNvPr>
          <p:cNvSpPr>
            <a:spLocks noGrp="1"/>
          </p:cNvSpPr>
          <p:nvPr/>
        </p:nvSpPr>
        <p:spPr>
          <a:xfrm>
            <a:off x="5531238" y="189143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3" name="Stage1_sixpanel_8504">
            <a:extLst>
              <a:ext uri="{FF2B5EF4-FFF2-40B4-BE49-F238E27FC236}">
                <a16:creationId xmlns:a16="http://schemas.microsoft.com/office/drawing/2014/main" id="{F69A632F-5990-4E84-B194-2D34D7CD10DA}"/>
              </a:ext>
            </a:extLst>
          </p:cNvPr>
          <p:cNvSpPr>
            <a:spLocks noGrp="1"/>
          </p:cNvSpPr>
          <p:nvPr/>
        </p:nvSpPr>
        <p:spPr>
          <a:xfrm>
            <a:off x="5539887" y="154802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4" name="Stage1_sixpanel_8505">
            <a:extLst>
              <a:ext uri="{FF2B5EF4-FFF2-40B4-BE49-F238E27FC236}">
                <a16:creationId xmlns:a16="http://schemas.microsoft.com/office/drawing/2014/main" id="{DE14FC8B-3AD4-4FBE-9C89-E6396B2FCE21}"/>
              </a:ext>
            </a:extLst>
          </p:cNvPr>
          <p:cNvSpPr>
            <a:spLocks noGrp="1"/>
          </p:cNvSpPr>
          <p:nvPr/>
        </p:nvSpPr>
        <p:spPr>
          <a:xfrm>
            <a:off x="559638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5" name="Stage1_sixpanel_8506">
            <a:extLst>
              <a:ext uri="{FF2B5EF4-FFF2-40B4-BE49-F238E27FC236}">
                <a16:creationId xmlns:a16="http://schemas.microsoft.com/office/drawing/2014/main" id="{F7B3C0EE-3716-450D-BE46-4E64DCDBAE78}"/>
              </a:ext>
            </a:extLst>
          </p:cNvPr>
          <p:cNvSpPr>
            <a:spLocks noGrp="1"/>
          </p:cNvSpPr>
          <p:nvPr/>
        </p:nvSpPr>
        <p:spPr>
          <a:xfrm>
            <a:off x="5553637" y="151336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6" name="Stage1_sixpanel_8507">
            <a:extLst>
              <a:ext uri="{FF2B5EF4-FFF2-40B4-BE49-F238E27FC236}">
                <a16:creationId xmlns:a16="http://schemas.microsoft.com/office/drawing/2014/main" id="{14934334-5752-4E07-9D18-10ED11DD4076}"/>
              </a:ext>
            </a:extLst>
          </p:cNvPr>
          <p:cNvSpPr>
            <a:spLocks noGrp="1"/>
          </p:cNvSpPr>
          <p:nvPr/>
        </p:nvSpPr>
        <p:spPr>
          <a:xfrm>
            <a:off x="54400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7" name="Stage1_sixpanel_8508">
            <a:extLst>
              <a:ext uri="{FF2B5EF4-FFF2-40B4-BE49-F238E27FC236}">
                <a16:creationId xmlns:a16="http://schemas.microsoft.com/office/drawing/2014/main" id="{21E26251-E71C-4329-82D4-F9510895344B}"/>
              </a:ext>
            </a:extLst>
          </p:cNvPr>
          <p:cNvSpPr>
            <a:spLocks noGrp="1"/>
          </p:cNvSpPr>
          <p:nvPr/>
        </p:nvSpPr>
        <p:spPr>
          <a:xfrm>
            <a:off x="5564331" y="1900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8" name="Stage1_sixpanel_8509">
            <a:extLst>
              <a:ext uri="{FF2B5EF4-FFF2-40B4-BE49-F238E27FC236}">
                <a16:creationId xmlns:a16="http://schemas.microsoft.com/office/drawing/2014/main" id="{EBF699B2-18B5-4587-AB76-13A4AB655B7C}"/>
              </a:ext>
            </a:extLst>
          </p:cNvPr>
          <p:cNvSpPr>
            <a:spLocks noGrp="1"/>
          </p:cNvSpPr>
          <p:nvPr/>
        </p:nvSpPr>
        <p:spPr>
          <a:xfrm>
            <a:off x="5596591" y="159984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39" name="Stage1_sixpanel_8510">
            <a:extLst>
              <a:ext uri="{FF2B5EF4-FFF2-40B4-BE49-F238E27FC236}">
                <a16:creationId xmlns:a16="http://schemas.microsoft.com/office/drawing/2014/main" id="{ADD05EF9-7AEC-4EE2-8C06-86151D71E45B}"/>
              </a:ext>
            </a:extLst>
          </p:cNvPr>
          <p:cNvSpPr>
            <a:spLocks noGrp="1"/>
          </p:cNvSpPr>
          <p:nvPr/>
        </p:nvSpPr>
        <p:spPr>
          <a:xfrm>
            <a:off x="5578323" y="1462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0" name="Stage1_sixpanel_8511">
            <a:extLst>
              <a:ext uri="{FF2B5EF4-FFF2-40B4-BE49-F238E27FC236}">
                <a16:creationId xmlns:a16="http://schemas.microsoft.com/office/drawing/2014/main" id="{9819EEE8-F15C-413A-BC74-054D30523B0D}"/>
              </a:ext>
            </a:extLst>
          </p:cNvPr>
          <p:cNvSpPr>
            <a:spLocks noGrp="1"/>
          </p:cNvSpPr>
          <p:nvPr/>
        </p:nvSpPr>
        <p:spPr>
          <a:xfrm>
            <a:off x="5452898" y="17687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1" name="Stage1_sixpanel_8512">
            <a:extLst>
              <a:ext uri="{FF2B5EF4-FFF2-40B4-BE49-F238E27FC236}">
                <a16:creationId xmlns:a16="http://schemas.microsoft.com/office/drawing/2014/main" id="{574AF296-E4E5-4B59-AB46-D86D7D7CEAD3}"/>
              </a:ext>
            </a:extLst>
          </p:cNvPr>
          <p:cNvSpPr>
            <a:spLocks noGrp="1"/>
          </p:cNvSpPr>
          <p:nvPr/>
        </p:nvSpPr>
        <p:spPr>
          <a:xfrm>
            <a:off x="5521112" y="167121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2" name="Stage1_sixpanel_8513">
            <a:extLst>
              <a:ext uri="{FF2B5EF4-FFF2-40B4-BE49-F238E27FC236}">
                <a16:creationId xmlns:a16="http://schemas.microsoft.com/office/drawing/2014/main" id="{9A7740F0-57CB-43F2-95E8-72B8C99BBE34}"/>
              </a:ext>
            </a:extLst>
          </p:cNvPr>
          <p:cNvSpPr>
            <a:spLocks noGrp="1"/>
          </p:cNvSpPr>
          <p:nvPr/>
        </p:nvSpPr>
        <p:spPr>
          <a:xfrm>
            <a:off x="5595322" y="15144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3" name="Stage1_sixpanel_8514">
            <a:extLst>
              <a:ext uri="{FF2B5EF4-FFF2-40B4-BE49-F238E27FC236}">
                <a16:creationId xmlns:a16="http://schemas.microsoft.com/office/drawing/2014/main" id="{77C9D761-EBF5-45E9-967C-C877E6EE66DF}"/>
              </a:ext>
            </a:extLst>
          </p:cNvPr>
          <p:cNvSpPr>
            <a:spLocks noGrp="1"/>
          </p:cNvSpPr>
          <p:nvPr/>
        </p:nvSpPr>
        <p:spPr>
          <a:xfrm>
            <a:off x="5554198" y="13205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4" name="Stage1_sixpanel_8515">
            <a:extLst>
              <a:ext uri="{FF2B5EF4-FFF2-40B4-BE49-F238E27FC236}">
                <a16:creationId xmlns:a16="http://schemas.microsoft.com/office/drawing/2014/main" id="{7C99574B-F0F8-494E-921D-4684FEAFBD8C}"/>
              </a:ext>
            </a:extLst>
          </p:cNvPr>
          <p:cNvSpPr>
            <a:spLocks noGrp="1"/>
          </p:cNvSpPr>
          <p:nvPr/>
        </p:nvSpPr>
        <p:spPr>
          <a:xfrm>
            <a:off x="5599192" y="163115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5" name="Stage1_sixpanel_8516">
            <a:extLst>
              <a:ext uri="{FF2B5EF4-FFF2-40B4-BE49-F238E27FC236}">
                <a16:creationId xmlns:a16="http://schemas.microsoft.com/office/drawing/2014/main" id="{C1000310-F795-4D70-97C3-7AD01EAF0C89}"/>
              </a:ext>
            </a:extLst>
          </p:cNvPr>
          <p:cNvSpPr>
            <a:spLocks noGrp="1"/>
          </p:cNvSpPr>
          <p:nvPr/>
        </p:nvSpPr>
        <p:spPr>
          <a:xfrm>
            <a:off x="55671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6" name="Stage1_sixpanel_8517">
            <a:extLst>
              <a:ext uri="{FF2B5EF4-FFF2-40B4-BE49-F238E27FC236}">
                <a16:creationId xmlns:a16="http://schemas.microsoft.com/office/drawing/2014/main" id="{C73A8BCE-010C-41C4-A9F0-7A6F4F036D81}"/>
              </a:ext>
            </a:extLst>
          </p:cNvPr>
          <p:cNvSpPr>
            <a:spLocks noGrp="1"/>
          </p:cNvSpPr>
          <p:nvPr/>
        </p:nvSpPr>
        <p:spPr>
          <a:xfrm>
            <a:off x="5585945" y="15641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7" name="Stage1_sixpanel_8518">
            <a:extLst>
              <a:ext uri="{FF2B5EF4-FFF2-40B4-BE49-F238E27FC236}">
                <a16:creationId xmlns:a16="http://schemas.microsoft.com/office/drawing/2014/main" id="{2C86DAB6-96F4-4F06-8203-A73DC4A27DF5}"/>
              </a:ext>
            </a:extLst>
          </p:cNvPr>
          <p:cNvSpPr>
            <a:spLocks noGrp="1"/>
          </p:cNvSpPr>
          <p:nvPr/>
        </p:nvSpPr>
        <p:spPr>
          <a:xfrm>
            <a:off x="5456820" y="188947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8" name="Stage1_sixpanel_8519">
            <a:extLst>
              <a:ext uri="{FF2B5EF4-FFF2-40B4-BE49-F238E27FC236}">
                <a16:creationId xmlns:a16="http://schemas.microsoft.com/office/drawing/2014/main" id="{9BE6CD33-522D-48A4-9BA5-4C5C3E046EA5}"/>
              </a:ext>
            </a:extLst>
          </p:cNvPr>
          <p:cNvSpPr>
            <a:spLocks noGrp="1"/>
          </p:cNvSpPr>
          <p:nvPr/>
        </p:nvSpPr>
        <p:spPr>
          <a:xfrm>
            <a:off x="5508221" y="248781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49" name="Stage1_sixpanel_8520">
            <a:extLst>
              <a:ext uri="{FF2B5EF4-FFF2-40B4-BE49-F238E27FC236}">
                <a16:creationId xmlns:a16="http://schemas.microsoft.com/office/drawing/2014/main" id="{9FC84E49-DCAF-4D63-8C05-FE0AD1F05616}"/>
              </a:ext>
            </a:extLst>
          </p:cNvPr>
          <p:cNvSpPr>
            <a:spLocks noGrp="1"/>
          </p:cNvSpPr>
          <p:nvPr/>
        </p:nvSpPr>
        <p:spPr>
          <a:xfrm>
            <a:off x="5523614" y="18361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0" name="Stage1_sixpanel_8521">
            <a:extLst>
              <a:ext uri="{FF2B5EF4-FFF2-40B4-BE49-F238E27FC236}">
                <a16:creationId xmlns:a16="http://schemas.microsoft.com/office/drawing/2014/main" id="{759D1B4F-99E0-44A2-BFD3-DC2A53346B96}"/>
              </a:ext>
            </a:extLst>
          </p:cNvPr>
          <p:cNvSpPr>
            <a:spLocks noGrp="1"/>
          </p:cNvSpPr>
          <p:nvPr/>
        </p:nvSpPr>
        <p:spPr>
          <a:xfrm>
            <a:off x="5500364" y="20699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1" name="Stage1_sixpanel_8522">
            <a:extLst>
              <a:ext uri="{FF2B5EF4-FFF2-40B4-BE49-F238E27FC236}">
                <a16:creationId xmlns:a16="http://schemas.microsoft.com/office/drawing/2014/main" id="{9E861377-08B3-4C51-9D77-F40DA9ED1A34}"/>
              </a:ext>
            </a:extLst>
          </p:cNvPr>
          <p:cNvSpPr>
            <a:spLocks noGrp="1"/>
          </p:cNvSpPr>
          <p:nvPr/>
        </p:nvSpPr>
        <p:spPr>
          <a:xfrm>
            <a:off x="5594241" y="242714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2" name="Stage1_sixpanel_8523">
            <a:extLst>
              <a:ext uri="{FF2B5EF4-FFF2-40B4-BE49-F238E27FC236}">
                <a16:creationId xmlns:a16="http://schemas.microsoft.com/office/drawing/2014/main" id="{7B8536E4-F89F-4B54-B759-E43335DC367A}"/>
              </a:ext>
            </a:extLst>
          </p:cNvPr>
          <p:cNvSpPr>
            <a:spLocks noGrp="1"/>
          </p:cNvSpPr>
          <p:nvPr/>
        </p:nvSpPr>
        <p:spPr>
          <a:xfrm>
            <a:off x="5597700" y="147932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3" name="Stage1_sixpanel_8524">
            <a:extLst>
              <a:ext uri="{FF2B5EF4-FFF2-40B4-BE49-F238E27FC236}">
                <a16:creationId xmlns:a16="http://schemas.microsoft.com/office/drawing/2014/main" id="{3B9A6729-6C3F-4B7F-B161-0092F87AC549}"/>
              </a:ext>
            </a:extLst>
          </p:cNvPr>
          <p:cNvSpPr>
            <a:spLocks noGrp="1"/>
          </p:cNvSpPr>
          <p:nvPr/>
        </p:nvSpPr>
        <p:spPr>
          <a:xfrm>
            <a:off x="5585929" y="13925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4" name="Stage1_sixpanel_8525">
            <a:extLst>
              <a:ext uri="{FF2B5EF4-FFF2-40B4-BE49-F238E27FC236}">
                <a16:creationId xmlns:a16="http://schemas.microsoft.com/office/drawing/2014/main" id="{986FBDAE-75B2-4EEA-8DF8-95BC15236C07}"/>
              </a:ext>
            </a:extLst>
          </p:cNvPr>
          <p:cNvSpPr>
            <a:spLocks noGrp="1"/>
          </p:cNvSpPr>
          <p:nvPr/>
        </p:nvSpPr>
        <p:spPr>
          <a:xfrm>
            <a:off x="5580309" y="142737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5" name="Stage1_sixpanel_8526">
            <a:extLst>
              <a:ext uri="{FF2B5EF4-FFF2-40B4-BE49-F238E27FC236}">
                <a16:creationId xmlns:a16="http://schemas.microsoft.com/office/drawing/2014/main" id="{F2214C27-4B1C-4769-A775-33361A1F22BE}"/>
              </a:ext>
            </a:extLst>
          </p:cNvPr>
          <p:cNvSpPr>
            <a:spLocks noGrp="1"/>
          </p:cNvSpPr>
          <p:nvPr/>
        </p:nvSpPr>
        <p:spPr>
          <a:xfrm>
            <a:off x="5464605" y="19303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6" name="Stage1_sixpanel_8527">
            <a:extLst>
              <a:ext uri="{FF2B5EF4-FFF2-40B4-BE49-F238E27FC236}">
                <a16:creationId xmlns:a16="http://schemas.microsoft.com/office/drawing/2014/main" id="{9B8D9308-D71E-4F33-852E-540C84968ABE}"/>
              </a:ext>
            </a:extLst>
          </p:cNvPr>
          <p:cNvSpPr>
            <a:spLocks noGrp="1"/>
          </p:cNvSpPr>
          <p:nvPr/>
        </p:nvSpPr>
        <p:spPr>
          <a:xfrm>
            <a:off x="5547915" y="230743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7" name="Stage1_sixpanel_8528">
            <a:extLst>
              <a:ext uri="{FF2B5EF4-FFF2-40B4-BE49-F238E27FC236}">
                <a16:creationId xmlns:a16="http://schemas.microsoft.com/office/drawing/2014/main" id="{5098395B-26C4-46C7-B023-DE1EBC1C1B3F}"/>
              </a:ext>
            </a:extLst>
          </p:cNvPr>
          <p:cNvSpPr>
            <a:spLocks noGrp="1"/>
          </p:cNvSpPr>
          <p:nvPr/>
        </p:nvSpPr>
        <p:spPr>
          <a:xfrm>
            <a:off x="5565258" y="164977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8" name="Stage1_sixpanel_8529">
            <a:extLst>
              <a:ext uri="{FF2B5EF4-FFF2-40B4-BE49-F238E27FC236}">
                <a16:creationId xmlns:a16="http://schemas.microsoft.com/office/drawing/2014/main" id="{C15B5429-F5B7-483D-B07B-1D4115590BF0}"/>
              </a:ext>
            </a:extLst>
          </p:cNvPr>
          <p:cNvSpPr>
            <a:spLocks noGrp="1"/>
          </p:cNvSpPr>
          <p:nvPr/>
        </p:nvSpPr>
        <p:spPr>
          <a:xfrm>
            <a:off x="5458569" y="14134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59" name="Stage1_sixpanel_8530">
            <a:extLst>
              <a:ext uri="{FF2B5EF4-FFF2-40B4-BE49-F238E27FC236}">
                <a16:creationId xmlns:a16="http://schemas.microsoft.com/office/drawing/2014/main" id="{2DBE6994-5059-4CD2-8EAF-FC3A030D8A72}"/>
              </a:ext>
            </a:extLst>
          </p:cNvPr>
          <p:cNvSpPr>
            <a:spLocks noGrp="1"/>
          </p:cNvSpPr>
          <p:nvPr/>
        </p:nvSpPr>
        <p:spPr>
          <a:xfrm>
            <a:off x="5493232" y="148244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0" name="Stage1_sixpanel_8531">
            <a:extLst>
              <a:ext uri="{FF2B5EF4-FFF2-40B4-BE49-F238E27FC236}">
                <a16:creationId xmlns:a16="http://schemas.microsoft.com/office/drawing/2014/main" id="{39246710-D06D-402E-AC9C-F53BACE431C3}"/>
              </a:ext>
            </a:extLst>
          </p:cNvPr>
          <p:cNvSpPr>
            <a:spLocks noGrp="1"/>
          </p:cNvSpPr>
          <p:nvPr/>
        </p:nvSpPr>
        <p:spPr>
          <a:xfrm>
            <a:off x="546159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1" name="Stage1_sixpanel_8532">
            <a:extLst>
              <a:ext uri="{FF2B5EF4-FFF2-40B4-BE49-F238E27FC236}">
                <a16:creationId xmlns:a16="http://schemas.microsoft.com/office/drawing/2014/main" id="{B336983E-669E-436C-94E7-49FCE22E3E8C}"/>
              </a:ext>
            </a:extLst>
          </p:cNvPr>
          <p:cNvSpPr>
            <a:spLocks noGrp="1"/>
          </p:cNvSpPr>
          <p:nvPr/>
        </p:nvSpPr>
        <p:spPr>
          <a:xfrm>
            <a:off x="5560654" y="141041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2" name="Stage1_sixpanel_8533">
            <a:extLst>
              <a:ext uri="{FF2B5EF4-FFF2-40B4-BE49-F238E27FC236}">
                <a16:creationId xmlns:a16="http://schemas.microsoft.com/office/drawing/2014/main" id="{EDDE5687-899B-417F-AE37-C0D475CCC3ED}"/>
              </a:ext>
            </a:extLst>
          </p:cNvPr>
          <p:cNvSpPr>
            <a:spLocks noGrp="1"/>
          </p:cNvSpPr>
          <p:nvPr/>
        </p:nvSpPr>
        <p:spPr>
          <a:xfrm>
            <a:off x="5509523" y="16705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3" name="Stage1_sixpanel_8534">
            <a:extLst>
              <a:ext uri="{FF2B5EF4-FFF2-40B4-BE49-F238E27FC236}">
                <a16:creationId xmlns:a16="http://schemas.microsoft.com/office/drawing/2014/main" id="{19C99E6D-52BB-4165-A494-A4A115503C99}"/>
              </a:ext>
            </a:extLst>
          </p:cNvPr>
          <p:cNvSpPr>
            <a:spLocks noGrp="1"/>
          </p:cNvSpPr>
          <p:nvPr/>
        </p:nvSpPr>
        <p:spPr>
          <a:xfrm>
            <a:off x="5575384" y="13979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4" name="Stage1_sixpanel_8535">
            <a:extLst>
              <a:ext uri="{FF2B5EF4-FFF2-40B4-BE49-F238E27FC236}">
                <a16:creationId xmlns:a16="http://schemas.microsoft.com/office/drawing/2014/main" id="{B94D5556-EA3D-406C-8D9F-ACF6ACA715E2}"/>
              </a:ext>
            </a:extLst>
          </p:cNvPr>
          <p:cNvSpPr>
            <a:spLocks noGrp="1"/>
          </p:cNvSpPr>
          <p:nvPr/>
        </p:nvSpPr>
        <p:spPr>
          <a:xfrm>
            <a:off x="5587677" y="15029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5" name="Stage1_sixpanel_8536">
            <a:extLst>
              <a:ext uri="{FF2B5EF4-FFF2-40B4-BE49-F238E27FC236}">
                <a16:creationId xmlns:a16="http://schemas.microsoft.com/office/drawing/2014/main" id="{80A9B91B-2449-414D-91C3-D858E9CD94FA}"/>
              </a:ext>
            </a:extLst>
          </p:cNvPr>
          <p:cNvSpPr>
            <a:spLocks noGrp="1"/>
          </p:cNvSpPr>
          <p:nvPr/>
        </p:nvSpPr>
        <p:spPr>
          <a:xfrm>
            <a:off x="5440656" y="158910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6" name="Stage1_sixpanel_8537">
            <a:extLst>
              <a:ext uri="{FF2B5EF4-FFF2-40B4-BE49-F238E27FC236}">
                <a16:creationId xmlns:a16="http://schemas.microsoft.com/office/drawing/2014/main" id="{5C16961A-2C07-4B25-BF62-8D0A422B486F}"/>
              </a:ext>
            </a:extLst>
          </p:cNvPr>
          <p:cNvSpPr>
            <a:spLocks noGrp="1"/>
          </p:cNvSpPr>
          <p:nvPr/>
        </p:nvSpPr>
        <p:spPr>
          <a:xfrm>
            <a:off x="559494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7" name="Stage1_sixpanel_8538">
            <a:extLst>
              <a:ext uri="{FF2B5EF4-FFF2-40B4-BE49-F238E27FC236}">
                <a16:creationId xmlns:a16="http://schemas.microsoft.com/office/drawing/2014/main" id="{491F79C1-910C-4B2A-A528-3C4DF5E28DDD}"/>
              </a:ext>
            </a:extLst>
          </p:cNvPr>
          <p:cNvSpPr>
            <a:spLocks noGrp="1"/>
          </p:cNvSpPr>
          <p:nvPr/>
        </p:nvSpPr>
        <p:spPr>
          <a:xfrm>
            <a:off x="657830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8" name="Stage1_sixpanel_8539">
            <a:extLst>
              <a:ext uri="{FF2B5EF4-FFF2-40B4-BE49-F238E27FC236}">
                <a16:creationId xmlns:a16="http://schemas.microsoft.com/office/drawing/2014/main" id="{B0D0946F-FA6D-411A-8FA6-19C3FD84795C}"/>
              </a:ext>
            </a:extLst>
          </p:cNvPr>
          <p:cNvSpPr>
            <a:spLocks noGrp="1"/>
          </p:cNvSpPr>
          <p:nvPr/>
        </p:nvSpPr>
        <p:spPr>
          <a:xfrm>
            <a:off x="65420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69" name="Stage1_sixpanel_8540">
            <a:extLst>
              <a:ext uri="{FF2B5EF4-FFF2-40B4-BE49-F238E27FC236}">
                <a16:creationId xmlns:a16="http://schemas.microsoft.com/office/drawing/2014/main" id="{0D7DE685-5882-4D29-BE78-12B01FCD3FA6}"/>
              </a:ext>
            </a:extLst>
          </p:cNvPr>
          <p:cNvSpPr>
            <a:spLocks noGrp="1"/>
          </p:cNvSpPr>
          <p:nvPr/>
        </p:nvSpPr>
        <p:spPr>
          <a:xfrm>
            <a:off x="664908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0" name="Stage1_sixpanel_8541">
            <a:extLst>
              <a:ext uri="{FF2B5EF4-FFF2-40B4-BE49-F238E27FC236}">
                <a16:creationId xmlns:a16="http://schemas.microsoft.com/office/drawing/2014/main" id="{7C568A70-ED7F-47D8-96EA-AD82A94C620C}"/>
              </a:ext>
            </a:extLst>
          </p:cNvPr>
          <p:cNvSpPr>
            <a:spLocks noGrp="1"/>
          </p:cNvSpPr>
          <p:nvPr/>
        </p:nvSpPr>
        <p:spPr>
          <a:xfrm>
            <a:off x="66240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1" name="Stage1_sixpanel_8542">
            <a:extLst>
              <a:ext uri="{FF2B5EF4-FFF2-40B4-BE49-F238E27FC236}">
                <a16:creationId xmlns:a16="http://schemas.microsoft.com/office/drawing/2014/main" id="{4496648D-F1A1-411F-9ADB-93471DB1F704}"/>
              </a:ext>
            </a:extLst>
          </p:cNvPr>
          <p:cNvSpPr>
            <a:spLocks noGrp="1"/>
          </p:cNvSpPr>
          <p:nvPr/>
        </p:nvSpPr>
        <p:spPr>
          <a:xfrm>
            <a:off x="652192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2" name="Stage1_sixpanel_8543">
            <a:extLst>
              <a:ext uri="{FF2B5EF4-FFF2-40B4-BE49-F238E27FC236}">
                <a16:creationId xmlns:a16="http://schemas.microsoft.com/office/drawing/2014/main" id="{DFE8E72E-489E-475D-9BA1-81B59AF1D8CD}"/>
              </a:ext>
            </a:extLst>
          </p:cNvPr>
          <p:cNvSpPr>
            <a:spLocks noGrp="1"/>
          </p:cNvSpPr>
          <p:nvPr/>
        </p:nvSpPr>
        <p:spPr>
          <a:xfrm>
            <a:off x="6514421" y="179154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3" name="Stage1_sixpanel_8544">
            <a:extLst>
              <a:ext uri="{FF2B5EF4-FFF2-40B4-BE49-F238E27FC236}">
                <a16:creationId xmlns:a16="http://schemas.microsoft.com/office/drawing/2014/main" id="{4ECE160F-2892-43E4-A860-1849AFE24FDB}"/>
              </a:ext>
            </a:extLst>
          </p:cNvPr>
          <p:cNvSpPr>
            <a:spLocks noGrp="1"/>
          </p:cNvSpPr>
          <p:nvPr/>
        </p:nvSpPr>
        <p:spPr>
          <a:xfrm>
            <a:off x="656373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4" name="Stage1_sixpanel_8545">
            <a:extLst>
              <a:ext uri="{FF2B5EF4-FFF2-40B4-BE49-F238E27FC236}">
                <a16:creationId xmlns:a16="http://schemas.microsoft.com/office/drawing/2014/main" id="{9D41522B-C2BF-481A-8248-DD3F6460F045}"/>
              </a:ext>
            </a:extLst>
          </p:cNvPr>
          <p:cNvSpPr>
            <a:spLocks noGrp="1"/>
          </p:cNvSpPr>
          <p:nvPr/>
        </p:nvSpPr>
        <p:spPr>
          <a:xfrm>
            <a:off x="65833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5" name="Stage1_sixpanel_8546">
            <a:extLst>
              <a:ext uri="{FF2B5EF4-FFF2-40B4-BE49-F238E27FC236}">
                <a16:creationId xmlns:a16="http://schemas.microsoft.com/office/drawing/2014/main" id="{9EC7F9AC-E080-4BD0-8896-CFBCB822043D}"/>
              </a:ext>
            </a:extLst>
          </p:cNvPr>
          <p:cNvSpPr>
            <a:spLocks noGrp="1"/>
          </p:cNvSpPr>
          <p:nvPr/>
        </p:nvSpPr>
        <p:spPr>
          <a:xfrm>
            <a:off x="6608418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6" name="Stage1_sixpanel_8547">
            <a:extLst>
              <a:ext uri="{FF2B5EF4-FFF2-40B4-BE49-F238E27FC236}">
                <a16:creationId xmlns:a16="http://schemas.microsoft.com/office/drawing/2014/main" id="{A9303E24-313E-4A71-81A4-EEFE6159AE03}"/>
              </a:ext>
            </a:extLst>
          </p:cNvPr>
          <p:cNvSpPr>
            <a:spLocks noGrp="1"/>
          </p:cNvSpPr>
          <p:nvPr/>
        </p:nvSpPr>
        <p:spPr>
          <a:xfrm>
            <a:off x="65016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7" name="Stage1_sixpanel_8548">
            <a:extLst>
              <a:ext uri="{FF2B5EF4-FFF2-40B4-BE49-F238E27FC236}">
                <a16:creationId xmlns:a16="http://schemas.microsoft.com/office/drawing/2014/main" id="{2E879DE4-EC8A-41FA-A10B-2852094CD784}"/>
              </a:ext>
            </a:extLst>
          </p:cNvPr>
          <p:cNvSpPr>
            <a:spLocks noGrp="1"/>
          </p:cNvSpPr>
          <p:nvPr/>
        </p:nvSpPr>
        <p:spPr>
          <a:xfrm>
            <a:off x="649453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8" name="Stage1_sixpanel_8549">
            <a:extLst>
              <a:ext uri="{FF2B5EF4-FFF2-40B4-BE49-F238E27FC236}">
                <a16:creationId xmlns:a16="http://schemas.microsoft.com/office/drawing/2014/main" id="{00C64944-B3C0-4FE9-9188-F58F3471F3FE}"/>
              </a:ext>
            </a:extLst>
          </p:cNvPr>
          <p:cNvSpPr>
            <a:spLocks noGrp="1"/>
          </p:cNvSpPr>
          <p:nvPr/>
        </p:nvSpPr>
        <p:spPr>
          <a:xfrm>
            <a:off x="65032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79" name="Stage1_sixpanel_8550">
            <a:extLst>
              <a:ext uri="{FF2B5EF4-FFF2-40B4-BE49-F238E27FC236}">
                <a16:creationId xmlns:a16="http://schemas.microsoft.com/office/drawing/2014/main" id="{E2E8B9BD-9693-43DD-8552-C47533F7F916}"/>
              </a:ext>
            </a:extLst>
          </p:cNvPr>
          <p:cNvSpPr>
            <a:spLocks noGrp="1"/>
          </p:cNvSpPr>
          <p:nvPr/>
        </p:nvSpPr>
        <p:spPr>
          <a:xfrm>
            <a:off x="6579161" y="171756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0" name="Stage1_sixpanel_8551">
            <a:extLst>
              <a:ext uri="{FF2B5EF4-FFF2-40B4-BE49-F238E27FC236}">
                <a16:creationId xmlns:a16="http://schemas.microsoft.com/office/drawing/2014/main" id="{C230BE36-9501-44BC-8323-3064CBA9DEC0}"/>
              </a:ext>
            </a:extLst>
          </p:cNvPr>
          <p:cNvSpPr>
            <a:spLocks noGrp="1"/>
          </p:cNvSpPr>
          <p:nvPr/>
        </p:nvSpPr>
        <p:spPr>
          <a:xfrm>
            <a:off x="65812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1" name="Stage1_sixpanel_8552">
            <a:extLst>
              <a:ext uri="{FF2B5EF4-FFF2-40B4-BE49-F238E27FC236}">
                <a16:creationId xmlns:a16="http://schemas.microsoft.com/office/drawing/2014/main" id="{F578119F-934F-41E6-A6C5-36CBF256B23C}"/>
              </a:ext>
            </a:extLst>
          </p:cNvPr>
          <p:cNvSpPr>
            <a:spLocks noGrp="1"/>
          </p:cNvSpPr>
          <p:nvPr/>
        </p:nvSpPr>
        <p:spPr>
          <a:xfrm>
            <a:off x="654641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2" name="Stage1_sixpanel_8553">
            <a:extLst>
              <a:ext uri="{FF2B5EF4-FFF2-40B4-BE49-F238E27FC236}">
                <a16:creationId xmlns:a16="http://schemas.microsoft.com/office/drawing/2014/main" id="{46A345D3-7D40-438A-8D67-9F8B7456D09D}"/>
              </a:ext>
            </a:extLst>
          </p:cNvPr>
          <p:cNvSpPr>
            <a:spLocks noGrp="1"/>
          </p:cNvSpPr>
          <p:nvPr/>
        </p:nvSpPr>
        <p:spPr>
          <a:xfrm>
            <a:off x="665096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3" name="Stage1_sixpanel_8554">
            <a:extLst>
              <a:ext uri="{FF2B5EF4-FFF2-40B4-BE49-F238E27FC236}">
                <a16:creationId xmlns:a16="http://schemas.microsoft.com/office/drawing/2014/main" id="{E475790A-F5E1-4883-A381-B0C75097880B}"/>
              </a:ext>
            </a:extLst>
          </p:cNvPr>
          <p:cNvSpPr>
            <a:spLocks noGrp="1"/>
          </p:cNvSpPr>
          <p:nvPr/>
        </p:nvSpPr>
        <p:spPr>
          <a:xfrm>
            <a:off x="6619265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4" name="Stage1_sixpanel_8555">
            <a:extLst>
              <a:ext uri="{FF2B5EF4-FFF2-40B4-BE49-F238E27FC236}">
                <a16:creationId xmlns:a16="http://schemas.microsoft.com/office/drawing/2014/main" id="{8594783D-ACFA-45E8-95E5-D018461A2145}"/>
              </a:ext>
            </a:extLst>
          </p:cNvPr>
          <p:cNvSpPr>
            <a:spLocks noGrp="1"/>
          </p:cNvSpPr>
          <p:nvPr/>
        </p:nvSpPr>
        <p:spPr>
          <a:xfrm>
            <a:off x="66350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5" name="Stage1_sixpanel_8556">
            <a:extLst>
              <a:ext uri="{FF2B5EF4-FFF2-40B4-BE49-F238E27FC236}">
                <a16:creationId xmlns:a16="http://schemas.microsoft.com/office/drawing/2014/main" id="{66F3F40C-CC9D-48DF-AE47-983E9BA3F6C3}"/>
              </a:ext>
            </a:extLst>
          </p:cNvPr>
          <p:cNvSpPr>
            <a:spLocks noGrp="1"/>
          </p:cNvSpPr>
          <p:nvPr/>
        </p:nvSpPr>
        <p:spPr>
          <a:xfrm>
            <a:off x="6506187" y="211571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6" name="Stage1_sixpanel_8557">
            <a:extLst>
              <a:ext uri="{FF2B5EF4-FFF2-40B4-BE49-F238E27FC236}">
                <a16:creationId xmlns:a16="http://schemas.microsoft.com/office/drawing/2014/main" id="{37D47B30-7DF0-46AF-9B30-673946E58999}"/>
              </a:ext>
            </a:extLst>
          </p:cNvPr>
          <p:cNvSpPr>
            <a:spLocks noGrp="1"/>
          </p:cNvSpPr>
          <p:nvPr/>
        </p:nvSpPr>
        <p:spPr>
          <a:xfrm>
            <a:off x="650386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7" name="Stage1_sixpanel_8558">
            <a:extLst>
              <a:ext uri="{FF2B5EF4-FFF2-40B4-BE49-F238E27FC236}">
                <a16:creationId xmlns:a16="http://schemas.microsoft.com/office/drawing/2014/main" id="{32CFE2F4-3DD2-4BF8-A8A3-560EE243963D}"/>
              </a:ext>
            </a:extLst>
          </p:cNvPr>
          <p:cNvSpPr>
            <a:spLocks noGrp="1"/>
          </p:cNvSpPr>
          <p:nvPr/>
        </p:nvSpPr>
        <p:spPr>
          <a:xfrm>
            <a:off x="660074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8" name="Stage1_sixpanel_8559">
            <a:extLst>
              <a:ext uri="{FF2B5EF4-FFF2-40B4-BE49-F238E27FC236}">
                <a16:creationId xmlns:a16="http://schemas.microsoft.com/office/drawing/2014/main" id="{59AE15A5-9A38-49A5-AB05-F83DE84C5B2C}"/>
              </a:ext>
            </a:extLst>
          </p:cNvPr>
          <p:cNvSpPr>
            <a:spLocks noGrp="1"/>
          </p:cNvSpPr>
          <p:nvPr/>
        </p:nvSpPr>
        <p:spPr>
          <a:xfrm>
            <a:off x="658905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89" name="Stage1_sixpanel_8560">
            <a:extLst>
              <a:ext uri="{FF2B5EF4-FFF2-40B4-BE49-F238E27FC236}">
                <a16:creationId xmlns:a16="http://schemas.microsoft.com/office/drawing/2014/main" id="{2E2889CA-490F-4CEE-B95C-F16108471D11}"/>
              </a:ext>
            </a:extLst>
          </p:cNvPr>
          <p:cNvSpPr>
            <a:spLocks noGrp="1"/>
          </p:cNvSpPr>
          <p:nvPr/>
        </p:nvSpPr>
        <p:spPr>
          <a:xfrm>
            <a:off x="6570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0" name="Stage1_sixpanel_8561">
            <a:extLst>
              <a:ext uri="{FF2B5EF4-FFF2-40B4-BE49-F238E27FC236}">
                <a16:creationId xmlns:a16="http://schemas.microsoft.com/office/drawing/2014/main" id="{485D0C74-4BAF-43A8-83B2-BD320B844840}"/>
              </a:ext>
            </a:extLst>
          </p:cNvPr>
          <p:cNvSpPr>
            <a:spLocks noGrp="1"/>
          </p:cNvSpPr>
          <p:nvPr/>
        </p:nvSpPr>
        <p:spPr>
          <a:xfrm>
            <a:off x="66554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1" name="Stage1_sixpanel_8562">
            <a:extLst>
              <a:ext uri="{FF2B5EF4-FFF2-40B4-BE49-F238E27FC236}">
                <a16:creationId xmlns:a16="http://schemas.microsoft.com/office/drawing/2014/main" id="{8125D0CB-B4DD-411D-9FEE-5204ABCAECD3}"/>
              </a:ext>
            </a:extLst>
          </p:cNvPr>
          <p:cNvSpPr>
            <a:spLocks noGrp="1"/>
          </p:cNvSpPr>
          <p:nvPr/>
        </p:nvSpPr>
        <p:spPr>
          <a:xfrm>
            <a:off x="66261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2" name="Stage1_sixpanel_8563">
            <a:extLst>
              <a:ext uri="{FF2B5EF4-FFF2-40B4-BE49-F238E27FC236}">
                <a16:creationId xmlns:a16="http://schemas.microsoft.com/office/drawing/2014/main" id="{70848418-2171-4045-982B-DB59BCCE714F}"/>
              </a:ext>
            </a:extLst>
          </p:cNvPr>
          <p:cNvSpPr>
            <a:spLocks noGrp="1"/>
          </p:cNvSpPr>
          <p:nvPr/>
        </p:nvSpPr>
        <p:spPr>
          <a:xfrm>
            <a:off x="6540125" y="145407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3" name="Stage1_sixpanel_8564">
            <a:extLst>
              <a:ext uri="{FF2B5EF4-FFF2-40B4-BE49-F238E27FC236}">
                <a16:creationId xmlns:a16="http://schemas.microsoft.com/office/drawing/2014/main" id="{502E1D87-A43B-4BA1-AA6E-CA5546D96742}"/>
              </a:ext>
            </a:extLst>
          </p:cNvPr>
          <p:cNvSpPr>
            <a:spLocks noGrp="1"/>
          </p:cNvSpPr>
          <p:nvPr/>
        </p:nvSpPr>
        <p:spPr>
          <a:xfrm>
            <a:off x="661725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4" name="Stage1_sixpanel_8565">
            <a:extLst>
              <a:ext uri="{FF2B5EF4-FFF2-40B4-BE49-F238E27FC236}">
                <a16:creationId xmlns:a16="http://schemas.microsoft.com/office/drawing/2014/main" id="{8D4FC4AC-E1A1-4DBD-AA2E-A2775513ABE1}"/>
              </a:ext>
            </a:extLst>
          </p:cNvPr>
          <p:cNvSpPr>
            <a:spLocks noGrp="1"/>
          </p:cNvSpPr>
          <p:nvPr/>
        </p:nvSpPr>
        <p:spPr>
          <a:xfrm>
            <a:off x="652652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5" name="Stage1_sixpanel_8566">
            <a:extLst>
              <a:ext uri="{FF2B5EF4-FFF2-40B4-BE49-F238E27FC236}">
                <a16:creationId xmlns:a16="http://schemas.microsoft.com/office/drawing/2014/main" id="{F56960EB-795A-4C0A-91E8-2098469BBEB9}"/>
              </a:ext>
            </a:extLst>
          </p:cNvPr>
          <p:cNvSpPr>
            <a:spLocks noGrp="1"/>
          </p:cNvSpPr>
          <p:nvPr/>
        </p:nvSpPr>
        <p:spPr>
          <a:xfrm>
            <a:off x="662992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6" name="Stage1_sixpanel_8567">
            <a:extLst>
              <a:ext uri="{FF2B5EF4-FFF2-40B4-BE49-F238E27FC236}">
                <a16:creationId xmlns:a16="http://schemas.microsoft.com/office/drawing/2014/main" id="{4F948479-B12F-4438-A838-372B342EAFFC}"/>
              </a:ext>
            </a:extLst>
          </p:cNvPr>
          <p:cNvSpPr>
            <a:spLocks noGrp="1"/>
          </p:cNvSpPr>
          <p:nvPr/>
        </p:nvSpPr>
        <p:spPr>
          <a:xfrm>
            <a:off x="6496693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7" name="Stage1_sixpanel_8568">
            <a:extLst>
              <a:ext uri="{FF2B5EF4-FFF2-40B4-BE49-F238E27FC236}">
                <a16:creationId xmlns:a16="http://schemas.microsoft.com/office/drawing/2014/main" id="{05522B74-02A0-438B-8AF7-440E7AB51A11}"/>
              </a:ext>
            </a:extLst>
          </p:cNvPr>
          <p:cNvSpPr>
            <a:spLocks noGrp="1"/>
          </p:cNvSpPr>
          <p:nvPr/>
        </p:nvSpPr>
        <p:spPr>
          <a:xfrm>
            <a:off x="663759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8" name="Stage1_sixpanel_8569">
            <a:extLst>
              <a:ext uri="{FF2B5EF4-FFF2-40B4-BE49-F238E27FC236}">
                <a16:creationId xmlns:a16="http://schemas.microsoft.com/office/drawing/2014/main" id="{8709B3D7-4A08-42A4-BE72-C53EE20F60CA}"/>
              </a:ext>
            </a:extLst>
          </p:cNvPr>
          <p:cNvSpPr>
            <a:spLocks noGrp="1"/>
          </p:cNvSpPr>
          <p:nvPr/>
        </p:nvSpPr>
        <p:spPr>
          <a:xfrm>
            <a:off x="6613006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399" name="Stage1_sixpanel_8570">
            <a:extLst>
              <a:ext uri="{FF2B5EF4-FFF2-40B4-BE49-F238E27FC236}">
                <a16:creationId xmlns:a16="http://schemas.microsoft.com/office/drawing/2014/main" id="{4F0A4546-6482-4369-8636-0BD21A82664E}"/>
              </a:ext>
            </a:extLst>
          </p:cNvPr>
          <p:cNvSpPr>
            <a:spLocks noGrp="1"/>
          </p:cNvSpPr>
          <p:nvPr/>
        </p:nvSpPr>
        <p:spPr>
          <a:xfrm>
            <a:off x="6641702" y="25727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0" name="Stage1_sixpanel_8571">
            <a:extLst>
              <a:ext uri="{FF2B5EF4-FFF2-40B4-BE49-F238E27FC236}">
                <a16:creationId xmlns:a16="http://schemas.microsoft.com/office/drawing/2014/main" id="{9C04DC47-2E92-495C-934B-9D547A35428C}"/>
              </a:ext>
            </a:extLst>
          </p:cNvPr>
          <p:cNvSpPr>
            <a:spLocks noGrp="1"/>
          </p:cNvSpPr>
          <p:nvPr/>
        </p:nvSpPr>
        <p:spPr>
          <a:xfrm>
            <a:off x="653594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1" name="Stage1_sixpanel_8572">
            <a:extLst>
              <a:ext uri="{FF2B5EF4-FFF2-40B4-BE49-F238E27FC236}">
                <a16:creationId xmlns:a16="http://schemas.microsoft.com/office/drawing/2014/main" id="{562FFB8A-2415-4DA6-9000-AC44086B81E0}"/>
              </a:ext>
            </a:extLst>
          </p:cNvPr>
          <p:cNvSpPr>
            <a:spLocks noGrp="1"/>
          </p:cNvSpPr>
          <p:nvPr/>
        </p:nvSpPr>
        <p:spPr>
          <a:xfrm>
            <a:off x="65801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2" name="Stage1_sixpanel_8573">
            <a:extLst>
              <a:ext uri="{FF2B5EF4-FFF2-40B4-BE49-F238E27FC236}">
                <a16:creationId xmlns:a16="http://schemas.microsoft.com/office/drawing/2014/main" id="{C414C4CC-1DA9-4FB7-A70B-86B05502F6FA}"/>
              </a:ext>
            </a:extLst>
          </p:cNvPr>
          <p:cNvSpPr>
            <a:spLocks noGrp="1"/>
          </p:cNvSpPr>
          <p:nvPr/>
        </p:nvSpPr>
        <p:spPr>
          <a:xfrm>
            <a:off x="662466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3" name="Stage1_sixpanel_8574">
            <a:extLst>
              <a:ext uri="{FF2B5EF4-FFF2-40B4-BE49-F238E27FC236}">
                <a16:creationId xmlns:a16="http://schemas.microsoft.com/office/drawing/2014/main" id="{058061E4-03DD-411C-B786-3A8C8C557597}"/>
              </a:ext>
            </a:extLst>
          </p:cNvPr>
          <p:cNvSpPr>
            <a:spLocks noGrp="1"/>
          </p:cNvSpPr>
          <p:nvPr/>
        </p:nvSpPr>
        <p:spPr>
          <a:xfrm>
            <a:off x="64902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4" name="Stage1_sixpanel_8575">
            <a:extLst>
              <a:ext uri="{FF2B5EF4-FFF2-40B4-BE49-F238E27FC236}">
                <a16:creationId xmlns:a16="http://schemas.microsoft.com/office/drawing/2014/main" id="{6AC0D024-28EE-42D9-B564-39E960505B40}"/>
              </a:ext>
            </a:extLst>
          </p:cNvPr>
          <p:cNvSpPr>
            <a:spLocks noGrp="1"/>
          </p:cNvSpPr>
          <p:nvPr/>
        </p:nvSpPr>
        <p:spPr>
          <a:xfrm>
            <a:off x="6650063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5" name="Stage1_sixpanel_8576">
            <a:extLst>
              <a:ext uri="{FF2B5EF4-FFF2-40B4-BE49-F238E27FC236}">
                <a16:creationId xmlns:a16="http://schemas.microsoft.com/office/drawing/2014/main" id="{A9860B7A-8868-4573-8E65-3432742C81D3}"/>
              </a:ext>
            </a:extLst>
          </p:cNvPr>
          <p:cNvSpPr>
            <a:spLocks noGrp="1"/>
          </p:cNvSpPr>
          <p:nvPr/>
        </p:nvSpPr>
        <p:spPr>
          <a:xfrm>
            <a:off x="65742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6" name="Stage1_sixpanel_8577">
            <a:extLst>
              <a:ext uri="{FF2B5EF4-FFF2-40B4-BE49-F238E27FC236}">
                <a16:creationId xmlns:a16="http://schemas.microsoft.com/office/drawing/2014/main" id="{F6FA287B-1E75-44DC-AD90-9E4F34E743D5}"/>
              </a:ext>
            </a:extLst>
          </p:cNvPr>
          <p:cNvSpPr>
            <a:spLocks noGrp="1"/>
          </p:cNvSpPr>
          <p:nvPr/>
        </p:nvSpPr>
        <p:spPr>
          <a:xfrm>
            <a:off x="654964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7" name="Stage1_sixpanel_8578">
            <a:extLst>
              <a:ext uri="{FF2B5EF4-FFF2-40B4-BE49-F238E27FC236}">
                <a16:creationId xmlns:a16="http://schemas.microsoft.com/office/drawing/2014/main" id="{C8669C51-B378-4A0C-8227-0359DF3AAD9C}"/>
              </a:ext>
            </a:extLst>
          </p:cNvPr>
          <p:cNvSpPr>
            <a:spLocks noGrp="1"/>
          </p:cNvSpPr>
          <p:nvPr/>
        </p:nvSpPr>
        <p:spPr>
          <a:xfrm>
            <a:off x="6505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8" name="Stage1_sixpanel_8579">
            <a:extLst>
              <a:ext uri="{FF2B5EF4-FFF2-40B4-BE49-F238E27FC236}">
                <a16:creationId xmlns:a16="http://schemas.microsoft.com/office/drawing/2014/main" id="{A2BCFBBD-31F8-4972-B9BE-DB2CCF6F8908}"/>
              </a:ext>
            </a:extLst>
          </p:cNvPr>
          <p:cNvSpPr>
            <a:spLocks noGrp="1"/>
          </p:cNvSpPr>
          <p:nvPr/>
        </p:nvSpPr>
        <p:spPr>
          <a:xfrm>
            <a:off x="65205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09" name="Stage1_sixpanel_8580">
            <a:extLst>
              <a:ext uri="{FF2B5EF4-FFF2-40B4-BE49-F238E27FC236}">
                <a16:creationId xmlns:a16="http://schemas.microsoft.com/office/drawing/2014/main" id="{D3E76F6E-AA49-4066-8C6F-36A33C547F0F}"/>
              </a:ext>
            </a:extLst>
          </p:cNvPr>
          <p:cNvSpPr>
            <a:spLocks noGrp="1"/>
          </p:cNvSpPr>
          <p:nvPr/>
        </p:nvSpPr>
        <p:spPr>
          <a:xfrm>
            <a:off x="666040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0" name="Stage1_sixpanel_8581">
            <a:extLst>
              <a:ext uri="{FF2B5EF4-FFF2-40B4-BE49-F238E27FC236}">
                <a16:creationId xmlns:a16="http://schemas.microsoft.com/office/drawing/2014/main" id="{E7B1132B-F91F-4208-B6C8-C429E36177C5}"/>
              </a:ext>
            </a:extLst>
          </p:cNvPr>
          <p:cNvSpPr>
            <a:spLocks noGrp="1"/>
          </p:cNvSpPr>
          <p:nvPr/>
        </p:nvSpPr>
        <p:spPr>
          <a:xfrm>
            <a:off x="656402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1" name="Stage1_sixpanel_8582">
            <a:extLst>
              <a:ext uri="{FF2B5EF4-FFF2-40B4-BE49-F238E27FC236}">
                <a16:creationId xmlns:a16="http://schemas.microsoft.com/office/drawing/2014/main" id="{8EDE7411-3AF7-4584-9ECA-6AEC9AFA4B8B}"/>
              </a:ext>
            </a:extLst>
          </p:cNvPr>
          <p:cNvSpPr>
            <a:spLocks noGrp="1"/>
          </p:cNvSpPr>
          <p:nvPr/>
        </p:nvSpPr>
        <p:spPr>
          <a:xfrm>
            <a:off x="6538097" y="156798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2" name="Stage1_sixpanel_8583">
            <a:extLst>
              <a:ext uri="{FF2B5EF4-FFF2-40B4-BE49-F238E27FC236}">
                <a16:creationId xmlns:a16="http://schemas.microsoft.com/office/drawing/2014/main" id="{EC9FF9FD-2F3F-41E7-B6AA-2CBCFA571D88}"/>
              </a:ext>
            </a:extLst>
          </p:cNvPr>
          <p:cNvSpPr>
            <a:spLocks noGrp="1"/>
          </p:cNvSpPr>
          <p:nvPr/>
        </p:nvSpPr>
        <p:spPr>
          <a:xfrm>
            <a:off x="6557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3" name="Stage1_sixpanel_8584">
            <a:extLst>
              <a:ext uri="{FF2B5EF4-FFF2-40B4-BE49-F238E27FC236}">
                <a16:creationId xmlns:a16="http://schemas.microsoft.com/office/drawing/2014/main" id="{32A684B5-1B11-4FE5-BBBB-F5419E7ED09C}"/>
              </a:ext>
            </a:extLst>
          </p:cNvPr>
          <p:cNvSpPr>
            <a:spLocks noGrp="1"/>
          </p:cNvSpPr>
          <p:nvPr/>
        </p:nvSpPr>
        <p:spPr>
          <a:xfrm>
            <a:off x="66041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4" name="Stage1_sixpanel_8585">
            <a:extLst>
              <a:ext uri="{FF2B5EF4-FFF2-40B4-BE49-F238E27FC236}">
                <a16:creationId xmlns:a16="http://schemas.microsoft.com/office/drawing/2014/main" id="{C7C2C46C-8E1C-4E06-8731-F55649FBF4A3}"/>
              </a:ext>
            </a:extLst>
          </p:cNvPr>
          <p:cNvSpPr>
            <a:spLocks noGrp="1"/>
          </p:cNvSpPr>
          <p:nvPr/>
        </p:nvSpPr>
        <p:spPr>
          <a:xfrm>
            <a:off x="6537034" y="187717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5" name="Stage1_sixpanel_8586">
            <a:extLst>
              <a:ext uri="{FF2B5EF4-FFF2-40B4-BE49-F238E27FC236}">
                <a16:creationId xmlns:a16="http://schemas.microsoft.com/office/drawing/2014/main" id="{F4BE862B-96D7-4DE7-B0EF-0588FBD777D2}"/>
              </a:ext>
            </a:extLst>
          </p:cNvPr>
          <p:cNvSpPr>
            <a:spLocks noGrp="1"/>
          </p:cNvSpPr>
          <p:nvPr/>
        </p:nvSpPr>
        <p:spPr>
          <a:xfrm>
            <a:off x="65960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6" name="Stage1_sixpanel_8587">
            <a:extLst>
              <a:ext uri="{FF2B5EF4-FFF2-40B4-BE49-F238E27FC236}">
                <a16:creationId xmlns:a16="http://schemas.microsoft.com/office/drawing/2014/main" id="{0055BBC6-4F24-414D-97B9-18955A3176B3}"/>
              </a:ext>
            </a:extLst>
          </p:cNvPr>
          <p:cNvSpPr>
            <a:spLocks noGrp="1"/>
          </p:cNvSpPr>
          <p:nvPr/>
        </p:nvSpPr>
        <p:spPr>
          <a:xfrm>
            <a:off x="664367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7" name="Stage1_sixpanel_8588">
            <a:extLst>
              <a:ext uri="{FF2B5EF4-FFF2-40B4-BE49-F238E27FC236}">
                <a16:creationId xmlns:a16="http://schemas.microsoft.com/office/drawing/2014/main" id="{08A975CF-1EAE-44B8-A967-0FC4F4D6DE73}"/>
              </a:ext>
            </a:extLst>
          </p:cNvPr>
          <p:cNvSpPr>
            <a:spLocks noGrp="1"/>
          </p:cNvSpPr>
          <p:nvPr/>
        </p:nvSpPr>
        <p:spPr>
          <a:xfrm>
            <a:off x="6520704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8" name="Stage1_sixpanel_8589">
            <a:extLst>
              <a:ext uri="{FF2B5EF4-FFF2-40B4-BE49-F238E27FC236}">
                <a16:creationId xmlns:a16="http://schemas.microsoft.com/office/drawing/2014/main" id="{926CB82C-0CC5-4C57-89FD-B9E32EA0FBE4}"/>
              </a:ext>
            </a:extLst>
          </p:cNvPr>
          <p:cNvSpPr>
            <a:spLocks noGrp="1"/>
          </p:cNvSpPr>
          <p:nvPr/>
        </p:nvSpPr>
        <p:spPr>
          <a:xfrm>
            <a:off x="6531687" y="203972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19" name="Stage1_sixpanel_8590">
            <a:extLst>
              <a:ext uri="{FF2B5EF4-FFF2-40B4-BE49-F238E27FC236}">
                <a16:creationId xmlns:a16="http://schemas.microsoft.com/office/drawing/2014/main" id="{607202F1-944E-4E85-90CA-A32EFF7AED55}"/>
              </a:ext>
            </a:extLst>
          </p:cNvPr>
          <p:cNvSpPr>
            <a:spLocks noGrp="1"/>
          </p:cNvSpPr>
          <p:nvPr/>
        </p:nvSpPr>
        <p:spPr>
          <a:xfrm>
            <a:off x="6515438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0" name="Stage1_sixpanel_8591">
            <a:extLst>
              <a:ext uri="{FF2B5EF4-FFF2-40B4-BE49-F238E27FC236}">
                <a16:creationId xmlns:a16="http://schemas.microsoft.com/office/drawing/2014/main" id="{E44207EC-2772-431F-9954-4BDF7CBA0DB6}"/>
              </a:ext>
            </a:extLst>
          </p:cNvPr>
          <p:cNvSpPr>
            <a:spLocks noGrp="1"/>
          </p:cNvSpPr>
          <p:nvPr/>
        </p:nvSpPr>
        <p:spPr>
          <a:xfrm>
            <a:off x="6579515" y="239640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1" name="Stage1_sixpanel_8592">
            <a:extLst>
              <a:ext uri="{FF2B5EF4-FFF2-40B4-BE49-F238E27FC236}">
                <a16:creationId xmlns:a16="http://schemas.microsoft.com/office/drawing/2014/main" id="{D484A444-B1F5-4824-8522-9590BBC5F896}"/>
              </a:ext>
            </a:extLst>
          </p:cNvPr>
          <p:cNvSpPr>
            <a:spLocks noGrp="1"/>
          </p:cNvSpPr>
          <p:nvPr/>
        </p:nvSpPr>
        <p:spPr>
          <a:xfrm>
            <a:off x="64985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2" name="Stage1_sixpanel_8593">
            <a:extLst>
              <a:ext uri="{FF2B5EF4-FFF2-40B4-BE49-F238E27FC236}">
                <a16:creationId xmlns:a16="http://schemas.microsoft.com/office/drawing/2014/main" id="{0F957658-1BAD-4E6F-B820-AAABBA664F8E}"/>
              </a:ext>
            </a:extLst>
          </p:cNvPr>
          <p:cNvSpPr>
            <a:spLocks noGrp="1"/>
          </p:cNvSpPr>
          <p:nvPr/>
        </p:nvSpPr>
        <p:spPr>
          <a:xfrm>
            <a:off x="6633538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3" name="Stage1_sixpanel_8594">
            <a:extLst>
              <a:ext uri="{FF2B5EF4-FFF2-40B4-BE49-F238E27FC236}">
                <a16:creationId xmlns:a16="http://schemas.microsoft.com/office/drawing/2014/main" id="{368F171B-7A40-4AD4-84E4-8184846E94D6}"/>
              </a:ext>
            </a:extLst>
          </p:cNvPr>
          <p:cNvSpPr>
            <a:spLocks noGrp="1"/>
          </p:cNvSpPr>
          <p:nvPr/>
        </p:nvSpPr>
        <p:spPr>
          <a:xfrm>
            <a:off x="6501260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4" name="Stage1_sixpanel_8595">
            <a:extLst>
              <a:ext uri="{FF2B5EF4-FFF2-40B4-BE49-F238E27FC236}">
                <a16:creationId xmlns:a16="http://schemas.microsoft.com/office/drawing/2014/main" id="{12265ED1-DE12-4135-BC1E-2FC11CB3CCC8}"/>
              </a:ext>
            </a:extLst>
          </p:cNvPr>
          <p:cNvSpPr>
            <a:spLocks noGrp="1"/>
          </p:cNvSpPr>
          <p:nvPr/>
        </p:nvSpPr>
        <p:spPr>
          <a:xfrm>
            <a:off x="65340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5" name="Stage1_sixpanel_8596">
            <a:extLst>
              <a:ext uri="{FF2B5EF4-FFF2-40B4-BE49-F238E27FC236}">
                <a16:creationId xmlns:a16="http://schemas.microsoft.com/office/drawing/2014/main" id="{F1226FD0-4880-43E0-96C3-B18A69838232}"/>
              </a:ext>
            </a:extLst>
          </p:cNvPr>
          <p:cNvSpPr>
            <a:spLocks noGrp="1"/>
          </p:cNvSpPr>
          <p:nvPr/>
        </p:nvSpPr>
        <p:spPr>
          <a:xfrm>
            <a:off x="66533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6" name="Stage1_sixpanel_8597">
            <a:extLst>
              <a:ext uri="{FF2B5EF4-FFF2-40B4-BE49-F238E27FC236}">
                <a16:creationId xmlns:a16="http://schemas.microsoft.com/office/drawing/2014/main" id="{B1E35093-F765-4DE2-B5E4-57E71D96385D}"/>
              </a:ext>
            </a:extLst>
          </p:cNvPr>
          <p:cNvSpPr>
            <a:spLocks noGrp="1"/>
          </p:cNvSpPr>
          <p:nvPr/>
        </p:nvSpPr>
        <p:spPr>
          <a:xfrm>
            <a:off x="653315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7" name="Stage1_sixpanel_8598">
            <a:extLst>
              <a:ext uri="{FF2B5EF4-FFF2-40B4-BE49-F238E27FC236}">
                <a16:creationId xmlns:a16="http://schemas.microsoft.com/office/drawing/2014/main" id="{3221288E-3551-480A-AF4B-8DACC62265A2}"/>
              </a:ext>
            </a:extLst>
          </p:cNvPr>
          <p:cNvSpPr>
            <a:spLocks noGrp="1"/>
          </p:cNvSpPr>
          <p:nvPr/>
        </p:nvSpPr>
        <p:spPr>
          <a:xfrm>
            <a:off x="6578703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8" name="Stage1_sixpanel_8599">
            <a:extLst>
              <a:ext uri="{FF2B5EF4-FFF2-40B4-BE49-F238E27FC236}">
                <a16:creationId xmlns:a16="http://schemas.microsoft.com/office/drawing/2014/main" id="{AB11DAB3-1140-47FB-8AA9-8B039D04759D}"/>
              </a:ext>
            </a:extLst>
          </p:cNvPr>
          <p:cNvSpPr>
            <a:spLocks noGrp="1"/>
          </p:cNvSpPr>
          <p:nvPr/>
        </p:nvSpPr>
        <p:spPr>
          <a:xfrm>
            <a:off x="663495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29" name="Stage1_sixpanel_8600">
            <a:extLst>
              <a:ext uri="{FF2B5EF4-FFF2-40B4-BE49-F238E27FC236}">
                <a16:creationId xmlns:a16="http://schemas.microsoft.com/office/drawing/2014/main" id="{2641E35B-E391-4EA4-A2BC-1DDA7AAE926C}"/>
              </a:ext>
            </a:extLst>
          </p:cNvPr>
          <p:cNvSpPr>
            <a:spLocks noGrp="1"/>
          </p:cNvSpPr>
          <p:nvPr/>
        </p:nvSpPr>
        <p:spPr>
          <a:xfrm>
            <a:off x="65082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0" name="Stage1_sixpanel_8601">
            <a:extLst>
              <a:ext uri="{FF2B5EF4-FFF2-40B4-BE49-F238E27FC236}">
                <a16:creationId xmlns:a16="http://schemas.microsoft.com/office/drawing/2014/main" id="{0BCF3870-CBCB-47C3-A964-9F46BACF69D9}"/>
              </a:ext>
            </a:extLst>
          </p:cNvPr>
          <p:cNvSpPr>
            <a:spLocks noGrp="1"/>
          </p:cNvSpPr>
          <p:nvPr/>
        </p:nvSpPr>
        <p:spPr>
          <a:xfrm>
            <a:off x="65779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1" name="Stage1_sixpanel_8602">
            <a:extLst>
              <a:ext uri="{FF2B5EF4-FFF2-40B4-BE49-F238E27FC236}">
                <a16:creationId xmlns:a16="http://schemas.microsoft.com/office/drawing/2014/main" id="{4F1A83CC-A1D9-4962-AC95-42622F810647}"/>
              </a:ext>
            </a:extLst>
          </p:cNvPr>
          <p:cNvSpPr>
            <a:spLocks noGrp="1"/>
          </p:cNvSpPr>
          <p:nvPr/>
        </p:nvSpPr>
        <p:spPr>
          <a:xfrm>
            <a:off x="6510589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2" name="Stage1_sixpanel_8603">
            <a:extLst>
              <a:ext uri="{FF2B5EF4-FFF2-40B4-BE49-F238E27FC236}">
                <a16:creationId xmlns:a16="http://schemas.microsoft.com/office/drawing/2014/main" id="{D2DAB5BC-8DCE-4182-AFB0-9FB1033EE320}"/>
              </a:ext>
            </a:extLst>
          </p:cNvPr>
          <p:cNvSpPr>
            <a:spLocks noGrp="1"/>
          </p:cNvSpPr>
          <p:nvPr/>
        </p:nvSpPr>
        <p:spPr>
          <a:xfrm>
            <a:off x="64950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3" name="Stage1_sixpanel_8604">
            <a:extLst>
              <a:ext uri="{FF2B5EF4-FFF2-40B4-BE49-F238E27FC236}">
                <a16:creationId xmlns:a16="http://schemas.microsoft.com/office/drawing/2014/main" id="{15CAC8D8-239E-4E87-8610-4A7FBA06F440}"/>
              </a:ext>
            </a:extLst>
          </p:cNvPr>
          <p:cNvSpPr>
            <a:spLocks noGrp="1"/>
          </p:cNvSpPr>
          <p:nvPr/>
        </p:nvSpPr>
        <p:spPr>
          <a:xfrm>
            <a:off x="65751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4" name="Stage1_sixpanel_8605">
            <a:extLst>
              <a:ext uri="{FF2B5EF4-FFF2-40B4-BE49-F238E27FC236}">
                <a16:creationId xmlns:a16="http://schemas.microsoft.com/office/drawing/2014/main" id="{AFFA1790-1ECB-44C8-ABE3-4FDC952F9406}"/>
              </a:ext>
            </a:extLst>
          </p:cNvPr>
          <p:cNvSpPr>
            <a:spLocks noGrp="1"/>
          </p:cNvSpPr>
          <p:nvPr/>
        </p:nvSpPr>
        <p:spPr>
          <a:xfrm>
            <a:off x="6584706" y="252091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5" name="Stage1_sixpanel_8606">
            <a:extLst>
              <a:ext uri="{FF2B5EF4-FFF2-40B4-BE49-F238E27FC236}">
                <a16:creationId xmlns:a16="http://schemas.microsoft.com/office/drawing/2014/main" id="{3689BABF-3774-47B7-AF0E-71103589510B}"/>
              </a:ext>
            </a:extLst>
          </p:cNvPr>
          <p:cNvSpPr>
            <a:spLocks noGrp="1"/>
          </p:cNvSpPr>
          <p:nvPr/>
        </p:nvSpPr>
        <p:spPr>
          <a:xfrm>
            <a:off x="651260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6" name="Stage1_sixpanel_8607">
            <a:extLst>
              <a:ext uri="{FF2B5EF4-FFF2-40B4-BE49-F238E27FC236}">
                <a16:creationId xmlns:a16="http://schemas.microsoft.com/office/drawing/2014/main" id="{78294218-9F76-4648-AC24-3CD11D8E7A3C}"/>
              </a:ext>
            </a:extLst>
          </p:cNvPr>
          <p:cNvSpPr>
            <a:spLocks noGrp="1"/>
          </p:cNvSpPr>
          <p:nvPr/>
        </p:nvSpPr>
        <p:spPr>
          <a:xfrm>
            <a:off x="66262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7" name="Stage1_sixpanel_8608">
            <a:extLst>
              <a:ext uri="{FF2B5EF4-FFF2-40B4-BE49-F238E27FC236}">
                <a16:creationId xmlns:a16="http://schemas.microsoft.com/office/drawing/2014/main" id="{370F31E9-8799-4F42-9FF1-CA380F775948}"/>
              </a:ext>
            </a:extLst>
          </p:cNvPr>
          <p:cNvSpPr>
            <a:spLocks noGrp="1"/>
          </p:cNvSpPr>
          <p:nvPr/>
        </p:nvSpPr>
        <p:spPr>
          <a:xfrm>
            <a:off x="654837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8" name="Stage1_sixpanel_8609">
            <a:extLst>
              <a:ext uri="{FF2B5EF4-FFF2-40B4-BE49-F238E27FC236}">
                <a16:creationId xmlns:a16="http://schemas.microsoft.com/office/drawing/2014/main" id="{6EBE0CBA-2D9C-4751-B051-5DDE512D65AD}"/>
              </a:ext>
            </a:extLst>
          </p:cNvPr>
          <p:cNvSpPr>
            <a:spLocks noGrp="1"/>
          </p:cNvSpPr>
          <p:nvPr/>
        </p:nvSpPr>
        <p:spPr>
          <a:xfrm>
            <a:off x="653652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39" name="Stage1_sixpanel_8610">
            <a:extLst>
              <a:ext uri="{FF2B5EF4-FFF2-40B4-BE49-F238E27FC236}">
                <a16:creationId xmlns:a16="http://schemas.microsoft.com/office/drawing/2014/main" id="{98C6CE94-5485-4177-AF43-03902E0AAE73}"/>
              </a:ext>
            </a:extLst>
          </p:cNvPr>
          <p:cNvSpPr>
            <a:spLocks noGrp="1"/>
          </p:cNvSpPr>
          <p:nvPr/>
        </p:nvSpPr>
        <p:spPr>
          <a:xfrm>
            <a:off x="6631622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0" name="Stage1_sixpanel_8611">
            <a:extLst>
              <a:ext uri="{FF2B5EF4-FFF2-40B4-BE49-F238E27FC236}">
                <a16:creationId xmlns:a16="http://schemas.microsoft.com/office/drawing/2014/main" id="{1589F80C-E060-46F0-A9DD-69AB06E26599}"/>
              </a:ext>
            </a:extLst>
          </p:cNvPr>
          <p:cNvSpPr>
            <a:spLocks noGrp="1"/>
          </p:cNvSpPr>
          <p:nvPr/>
        </p:nvSpPr>
        <p:spPr>
          <a:xfrm>
            <a:off x="65398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1" name="Stage1_sixpanel_8612">
            <a:extLst>
              <a:ext uri="{FF2B5EF4-FFF2-40B4-BE49-F238E27FC236}">
                <a16:creationId xmlns:a16="http://schemas.microsoft.com/office/drawing/2014/main" id="{5A61BC6E-4422-4BE3-95AB-E43C853EA4A3}"/>
              </a:ext>
            </a:extLst>
          </p:cNvPr>
          <p:cNvSpPr>
            <a:spLocks noGrp="1"/>
          </p:cNvSpPr>
          <p:nvPr/>
        </p:nvSpPr>
        <p:spPr>
          <a:xfrm>
            <a:off x="6499973" y="224912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2" name="Stage1_sixpanel_8613">
            <a:extLst>
              <a:ext uri="{FF2B5EF4-FFF2-40B4-BE49-F238E27FC236}">
                <a16:creationId xmlns:a16="http://schemas.microsoft.com/office/drawing/2014/main" id="{5A3D672D-D9C3-4CD0-8A77-6903C95F1614}"/>
              </a:ext>
            </a:extLst>
          </p:cNvPr>
          <p:cNvSpPr>
            <a:spLocks noGrp="1"/>
          </p:cNvSpPr>
          <p:nvPr/>
        </p:nvSpPr>
        <p:spPr>
          <a:xfrm>
            <a:off x="6595642" y="210445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3" name="Stage1_sixpanel_8614">
            <a:extLst>
              <a:ext uri="{FF2B5EF4-FFF2-40B4-BE49-F238E27FC236}">
                <a16:creationId xmlns:a16="http://schemas.microsoft.com/office/drawing/2014/main" id="{ADBF3565-AB5C-4406-BAD0-78FA661DE834}"/>
              </a:ext>
            </a:extLst>
          </p:cNvPr>
          <p:cNvSpPr>
            <a:spLocks noGrp="1"/>
          </p:cNvSpPr>
          <p:nvPr/>
        </p:nvSpPr>
        <p:spPr>
          <a:xfrm>
            <a:off x="6523382" y="216858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4" name="Stage1_sixpanel_8615">
            <a:extLst>
              <a:ext uri="{FF2B5EF4-FFF2-40B4-BE49-F238E27FC236}">
                <a16:creationId xmlns:a16="http://schemas.microsoft.com/office/drawing/2014/main" id="{8B23270A-F781-4941-BB58-720340D49A9A}"/>
              </a:ext>
            </a:extLst>
          </p:cNvPr>
          <p:cNvSpPr>
            <a:spLocks noGrp="1"/>
          </p:cNvSpPr>
          <p:nvPr/>
        </p:nvSpPr>
        <p:spPr>
          <a:xfrm>
            <a:off x="650561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5" name="Stage1_sixpanel_8616">
            <a:extLst>
              <a:ext uri="{FF2B5EF4-FFF2-40B4-BE49-F238E27FC236}">
                <a16:creationId xmlns:a16="http://schemas.microsoft.com/office/drawing/2014/main" id="{43D77309-9472-4B85-9E5D-9AAFB9A6A969}"/>
              </a:ext>
            </a:extLst>
          </p:cNvPr>
          <p:cNvSpPr>
            <a:spLocks noGrp="1"/>
          </p:cNvSpPr>
          <p:nvPr/>
        </p:nvSpPr>
        <p:spPr>
          <a:xfrm>
            <a:off x="649534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6" name="Stage1_sixpanel_8617">
            <a:extLst>
              <a:ext uri="{FF2B5EF4-FFF2-40B4-BE49-F238E27FC236}">
                <a16:creationId xmlns:a16="http://schemas.microsoft.com/office/drawing/2014/main" id="{5A2D5F9B-3AA6-4F0F-9168-13AA0ECE34B3}"/>
              </a:ext>
            </a:extLst>
          </p:cNvPr>
          <p:cNvSpPr>
            <a:spLocks noGrp="1"/>
          </p:cNvSpPr>
          <p:nvPr/>
        </p:nvSpPr>
        <p:spPr>
          <a:xfrm>
            <a:off x="660534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7" name="Stage1_sixpanel_8618">
            <a:extLst>
              <a:ext uri="{FF2B5EF4-FFF2-40B4-BE49-F238E27FC236}">
                <a16:creationId xmlns:a16="http://schemas.microsoft.com/office/drawing/2014/main" id="{2B3B6A59-B5B4-44F1-9651-888E4931EF40}"/>
              </a:ext>
            </a:extLst>
          </p:cNvPr>
          <p:cNvSpPr>
            <a:spLocks noGrp="1"/>
          </p:cNvSpPr>
          <p:nvPr/>
        </p:nvSpPr>
        <p:spPr>
          <a:xfrm>
            <a:off x="650680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8" name="Stage1_sixpanel_8619">
            <a:extLst>
              <a:ext uri="{FF2B5EF4-FFF2-40B4-BE49-F238E27FC236}">
                <a16:creationId xmlns:a16="http://schemas.microsoft.com/office/drawing/2014/main" id="{2A9C2EF1-03A6-4E6C-B11B-ABDEDF3AF926}"/>
              </a:ext>
            </a:extLst>
          </p:cNvPr>
          <p:cNvSpPr>
            <a:spLocks noGrp="1"/>
          </p:cNvSpPr>
          <p:nvPr/>
        </p:nvSpPr>
        <p:spPr>
          <a:xfrm>
            <a:off x="653539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49" name="Stage1_sixpanel_8620">
            <a:extLst>
              <a:ext uri="{FF2B5EF4-FFF2-40B4-BE49-F238E27FC236}">
                <a16:creationId xmlns:a16="http://schemas.microsoft.com/office/drawing/2014/main" id="{776BA18F-C932-486E-A240-A0626E901E0D}"/>
              </a:ext>
            </a:extLst>
          </p:cNvPr>
          <p:cNvSpPr>
            <a:spLocks noGrp="1"/>
          </p:cNvSpPr>
          <p:nvPr/>
        </p:nvSpPr>
        <p:spPr>
          <a:xfrm>
            <a:off x="654656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0" name="Stage1_sixpanel_8621">
            <a:extLst>
              <a:ext uri="{FF2B5EF4-FFF2-40B4-BE49-F238E27FC236}">
                <a16:creationId xmlns:a16="http://schemas.microsoft.com/office/drawing/2014/main" id="{D57B58BF-D870-4473-B544-260CD93BC821}"/>
              </a:ext>
            </a:extLst>
          </p:cNvPr>
          <p:cNvSpPr>
            <a:spLocks noGrp="1"/>
          </p:cNvSpPr>
          <p:nvPr/>
        </p:nvSpPr>
        <p:spPr>
          <a:xfrm>
            <a:off x="6546721" y="23359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1" name="Stage1_sixpanel_8622">
            <a:extLst>
              <a:ext uri="{FF2B5EF4-FFF2-40B4-BE49-F238E27FC236}">
                <a16:creationId xmlns:a16="http://schemas.microsoft.com/office/drawing/2014/main" id="{6CA4FF2E-BAD7-4994-A222-203B24AA895D}"/>
              </a:ext>
            </a:extLst>
          </p:cNvPr>
          <p:cNvSpPr>
            <a:spLocks noGrp="1"/>
          </p:cNvSpPr>
          <p:nvPr/>
        </p:nvSpPr>
        <p:spPr>
          <a:xfrm>
            <a:off x="652693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2" name="Stage1_sixpanel_8623">
            <a:extLst>
              <a:ext uri="{FF2B5EF4-FFF2-40B4-BE49-F238E27FC236}">
                <a16:creationId xmlns:a16="http://schemas.microsoft.com/office/drawing/2014/main" id="{CFB811B4-4ADF-4291-80EF-7ECE5F2F23B3}"/>
              </a:ext>
            </a:extLst>
          </p:cNvPr>
          <p:cNvSpPr>
            <a:spLocks noGrp="1"/>
          </p:cNvSpPr>
          <p:nvPr/>
        </p:nvSpPr>
        <p:spPr>
          <a:xfrm>
            <a:off x="6560473" y="163701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3" name="Stage1_sixpanel_8624">
            <a:extLst>
              <a:ext uri="{FF2B5EF4-FFF2-40B4-BE49-F238E27FC236}">
                <a16:creationId xmlns:a16="http://schemas.microsoft.com/office/drawing/2014/main" id="{DB42956D-FE98-47F2-8682-5F636BA78CE0}"/>
              </a:ext>
            </a:extLst>
          </p:cNvPr>
          <p:cNvSpPr>
            <a:spLocks noGrp="1"/>
          </p:cNvSpPr>
          <p:nvPr/>
        </p:nvSpPr>
        <p:spPr>
          <a:xfrm>
            <a:off x="6567579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4" name="Stage1_sixpanel_8625">
            <a:extLst>
              <a:ext uri="{FF2B5EF4-FFF2-40B4-BE49-F238E27FC236}">
                <a16:creationId xmlns:a16="http://schemas.microsoft.com/office/drawing/2014/main" id="{4DD52C29-8036-4077-8F2C-D41E039BEAF4}"/>
              </a:ext>
            </a:extLst>
          </p:cNvPr>
          <p:cNvSpPr>
            <a:spLocks noGrp="1"/>
          </p:cNvSpPr>
          <p:nvPr/>
        </p:nvSpPr>
        <p:spPr>
          <a:xfrm>
            <a:off x="655757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5" name="Stage1_sixpanel_8626">
            <a:extLst>
              <a:ext uri="{FF2B5EF4-FFF2-40B4-BE49-F238E27FC236}">
                <a16:creationId xmlns:a16="http://schemas.microsoft.com/office/drawing/2014/main" id="{5F2EF1EA-F14F-44E3-AF6A-FFD3D617EC25}"/>
              </a:ext>
            </a:extLst>
          </p:cNvPr>
          <p:cNvSpPr>
            <a:spLocks noGrp="1"/>
          </p:cNvSpPr>
          <p:nvPr/>
        </p:nvSpPr>
        <p:spPr>
          <a:xfrm>
            <a:off x="64994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6" name="Stage1_sixpanel_8627">
            <a:extLst>
              <a:ext uri="{FF2B5EF4-FFF2-40B4-BE49-F238E27FC236}">
                <a16:creationId xmlns:a16="http://schemas.microsoft.com/office/drawing/2014/main" id="{83218B85-569F-41E7-BEAC-A54556797E1E}"/>
              </a:ext>
            </a:extLst>
          </p:cNvPr>
          <p:cNvSpPr>
            <a:spLocks noGrp="1"/>
          </p:cNvSpPr>
          <p:nvPr/>
        </p:nvSpPr>
        <p:spPr>
          <a:xfrm>
            <a:off x="6538794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7" name="Stage1_sixpanel_8628">
            <a:extLst>
              <a:ext uri="{FF2B5EF4-FFF2-40B4-BE49-F238E27FC236}">
                <a16:creationId xmlns:a16="http://schemas.microsoft.com/office/drawing/2014/main" id="{D8265D3C-286D-4750-85F2-F695205E7268}"/>
              </a:ext>
            </a:extLst>
          </p:cNvPr>
          <p:cNvSpPr>
            <a:spLocks noGrp="1"/>
          </p:cNvSpPr>
          <p:nvPr/>
        </p:nvSpPr>
        <p:spPr>
          <a:xfrm>
            <a:off x="658601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8" name="Stage1_sixpanel_8629">
            <a:extLst>
              <a:ext uri="{FF2B5EF4-FFF2-40B4-BE49-F238E27FC236}">
                <a16:creationId xmlns:a16="http://schemas.microsoft.com/office/drawing/2014/main" id="{C280FBCF-8DF5-419B-969A-3D75D96B543A}"/>
              </a:ext>
            </a:extLst>
          </p:cNvPr>
          <p:cNvSpPr>
            <a:spLocks noGrp="1"/>
          </p:cNvSpPr>
          <p:nvPr/>
        </p:nvSpPr>
        <p:spPr>
          <a:xfrm>
            <a:off x="658719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59" name="Stage1_sixpanel_8630">
            <a:extLst>
              <a:ext uri="{FF2B5EF4-FFF2-40B4-BE49-F238E27FC236}">
                <a16:creationId xmlns:a16="http://schemas.microsoft.com/office/drawing/2014/main" id="{4B3FABD5-C73C-4479-9A68-38AE88ACC6EC}"/>
              </a:ext>
            </a:extLst>
          </p:cNvPr>
          <p:cNvSpPr>
            <a:spLocks noGrp="1"/>
          </p:cNvSpPr>
          <p:nvPr/>
        </p:nvSpPr>
        <p:spPr>
          <a:xfrm>
            <a:off x="652874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0" name="Stage1_sixpanel_8631">
            <a:extLst>
              <a:ext uri="{FF2B5EF4-FFF2-40B4-BE49-F238E27FC236}">
                <a16:creationId xmlns:a16="http://schemas.microsoft.com/office/drawing/2014/main" id="{6255C667-58D3-4E52-BF41-44A0C5C16213}"/>
              </a:ext>
            </a:extLst>
          </p:cNvPr>
          <p:cNvSpPr>
            <a:spLocks noGrp="1"/>
          </p:cNvSpPr>
          <p:nvPr/>
        </p:nvSpPr>
        <p:spPr>
          <a:xfrm>
            <a:off x="6521620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1" name="Stage1_sixpanel_8632">
            <a:extLst>
              <a:ext uri="{FF2B5EF4-FFF2-40B4-BE49-F238E27FC236}">
                <a16:creationId xmlns:a16="http://schemas.microsoft.com/office/drawing/2014/main" id="{443725DC-3F42-4BCA-9F36-BB347D72C8FE}"/>
              </a:ext>
            </a:extLst>
          </p:cNvPr>
          <p:cNvSpPr>
            <a:spLocks noGrp="1"/>
          </p:cNvSpPr>
          <p:nvPr/>
        </p:nvSpPr>
        <p:spPr>
          <a:xfrm>
            <a:off x="76135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2" name="Stage1_sixpanel_8633">
            <a:extLst>
              <a:ext uri="{FF2B5EF4-FFF2-40B4-BE49-F238E27FC236}">
                <a16:creationId xmlns:a16="http://schemas.microsoft.com/office/drawing/2014/main" id="{C55BAC3A-2B1F-45E9-A13E-7ED6B5B04C84}"/>
              </a:ext>
            </a:extLst>
          </p:cNvPr>
          <p:cNvSpPr>
            <a:spLocks noGrp="1"/>
          </p:cNvSpPr>
          <p:nvPr/>
        </p:nvSpPr>
        <p:spPr>
          <a:xfrm>
            <a:off x="7572802" y="116475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3" name="Stage1_sixpanel_8634">
            <a:extLst>
              <a:ext uri="{FF2B5EF4-FFF2-40B4-BE49-F238E27FC236}">
                <a16:creationId xmlns:a16="http://schemas.microsoft.com/office/drawing/2014/main" id="{D658F018-DFBC-411A-9F79-52554E2C1481}"/>
              </a:ext>
            </a:extLst>
          </p:cNvPr>
          <p:cNvSpPr>
            <a:spLocks noGrp="1"/>
          </p:cNvSpPr>
          <p:nvPr/>
        </p:nvSpPr>
        <p:spPr>
          <a:xfrm>
            <a:off x="76004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4" name="Stage1_sixpanel_8635">
            <a:extLst>
              <a:ext uri="{FF2B5EF4-FFF2-40B4-BE49-F238E27FC236}">
                <a16:creationId xmlns:a16="http://schemas.microsoft.com/office/drawing/2014/main" id="{9AAA7D8B-421A-4C42-AD04-D3D54B69BFA1}"/>
              </a:ext>
            </a:extLst>
          </p:cNvPr>
          <p:cNvSpPr>
            <a:spLocks noGrp="1"/>
          </p:cNvSpPr>
          <p:nvPr/>
        </p:nvSpPr>
        <p:spPr>
          <a:xfrm>
            <a:off x="766339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5" name="Stage1_sixpanel_8636">
            <a:extLst>
              <a:ext uri="{FF2B5EF4-FFF2-40B4-BE49-F238E27FC236}">
                <a16:creationId xmlns:a16="http://schemas.microsoft.com/office/drawing/2014/main" id="{6703056D-B200-48DE-ACB4-4334B85F8AFC}"/>
              </a:ext>
            </a:extLst>
          </p:cNvPr>
          <p:cNvSpPr>
            <a:spLocks noGrp="1"/>
          </p:cNvSpPr>
          <p:nvPr/>
        </p:nvSpPr>
        <p:spPr>
          <a:xfrm>
            <a:off x="765678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6" name="Stage1_sixpanel_8637">
            <a:extLst>
              <a:ext uri="{FF2B5EF4-FFF2-40B4-BE49-F238E27FC236}">
                <a16:creationId xmlns:a16="http://schemas.microsoft.com/office/drawing/2014/main" id="{24E92600-4F29-4F6E-8D73-C0E4E711EB07}"/>
              </a:ext>
            </a:extLst>
          </p:cNvPr>
          <p:cNvSpPr>
            <a:spLocks noGrp="1"/>
          </p:cNvSpPr>
          <p:nvPr/>
        </p:nvSpPr>
        <p:spPr>
          <a:xfrm>
            <a:off x="7582965" y="180324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7" name="Stage1_sixpanel_8638">
            <a:extLst>
              <a:ext uri="{FF2B5EF4-FFF2-40B4-BE49-F238E27FC236}">
                <a16:creationId xmlns:a16="http://schemas.microsoft.com/office/drawing/2014/main" id="{124E1BE6-7D24-47AD-94B0-BF0AED3BA2D8}"/>
              </a:ext>
            </a:extLst>
          </p:cNvPr>
          <p:cNvSpPr>
            <a:spLocks noGrp="1"/>
          </p:cNvSpPr>
          <p:nvPr/>
        </p:nvSpPr>
        <p:spPr>
          <a:xfrm>
            <a:off x="75783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8" name="Stage1_sixpanel_8639">
            <a:extLst>
              <a:ext uri="{FF2B5EF4-FFF2-40B4-BE49-F238E27FC236}">
                <a16:creationId xmlns:a16="http://schemas.microsoft.com/office/drawing/2014/main" id="{1D4F6D6B-E961-4FCF-9BA1-664F6A4504D6}"/>
              </a:ext>
            </a:extLst>
          </p:cNvPr>
          <p:cNvSpPr>
            <a:spLocks noGrp="1"/>
          </p:cNvSpPr>
          <p:nvPr/>
        </p:nvSpPr>
        <p:spPr>
          <a:xfrm>
            <a:off x="7639484" y="167084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69" name="Stage1_sixpanel_8640">
            <a:extLst>
              <a:ext uri="{FF2B5EF4-FFF2-40B4-BE49-F238E27FC236}">
                <a16:creationId xmlns:a16="http://schemas.microsoft.com/office/drawing/2014/main" id="{4BB18933-01E3-479C-B75D-BBA9A97A2E48}"/>
              </a:ext>
            </a:extLst>
          </p:cNvPr>
          <p:cNvSpPr>
            <a:spLocks noGrp="1"/>
          </p:cNvSpPr>
          <p:nvPr/>
        </p:nvSpPr>
        <p:spPr>
          <a:xfrm>
            <a:off x="7596590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0" name="Stage1_sixpanel_8641">
            <a:extLst>
              <a:ext uri="{FF2B5EF4-FFF2-40B4-BE49-F238E27FC236}">
                <a16:creationId xmlns:a16="http://schemas.microsoft.com/office/drawing/2014/main" id="{5C738F4B-66D1-4DE7-94C6-4BF608AE5367}"/>
              </a:ext>
            </a:extLst>
          </p:cNvPr>
          <p:cNvSpPr>
            <a:spLocks noGrp="1"/>
          </p:cNvSpPr>
          <p:nvPr/>
        </p:nvSpPr>
        <p:spPr>
          <a:xfrm>
            <a:off x="770436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1" name="Stage1_sixpanel_8642">
            <a:extLst>
              <a:ext uri="{FF2B5EF4-FFF2-40B4-BE49-F238E27FC236}">
                <a16:creationId xmlns:a16="http://schemas.microsoft.com/office/drawing/2014/main" id="{6E6BE2C5-4E9E-4C55-B042-6CDC285AE087}"/>
              </a:ext>
            </a:extLst>
          </p:cNvPr>
          <p:cNvSpPr>
            <a:spLocks noGrp="1"/>
          </p:cNvSpPr>
          <p:nvPr/>
        </p:nvSpPr>
        <p:spPr>
          <a:xfrm>
            <a:off x="765478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2" name="Stage1_sixpanel_8643">
            <a:extLst>
              <a:ext uri="{FF2B5EF4-FFF2-40B4-BE49-F238E27FC236}">
                <a16:creationId xmlns:a16="http://schemas.microsoft.com/office/drawing/2014/main" id="{D482BB6B-E076-409C-BF9D-9998794264C4}"/>
              </a:ext>
            </a:extLst>
          </p:cNvPr>
          <p:cNvSpPr>
            <a:spLocks noGrp="1"/>
          </p:cNvSpPr>
          <p:nvPr/>
        </p:nvSpPr>
        <p:spPr>
          <a:xfrm>
            <a:off x="77075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3" name="Stage1_sixpanel_8644">
            <a:extLst>
              <a:ext uri="{FF2B5EF4-FFF2-40B4-BE49-F238E27FC236}">
                <a16:creationId xmlns:a16="http://schemas.microsoft.com/office/drawing/2014/main" id="{9A31A954-D8E1-4462-9A8A-11247F005B60}"/>
              </a:ext>
            </a:extLst>
          </p:cNvPr>
          <p:cNvSpPr>
            <a:spLocks noGrp="1"/>
          </p:cNvSpPr>
          <p:nvPr/>
        </p:nvSpPr>
        <p:spPr>
          <a:xfrm>
            <a:off x="7603351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4" name="Stage1_sixpanel_8645">
            <a:extLst>
              <a:ext uri="{FF2B5EF4-FFF2-40B4-BE49-F238E27FC236}">
                <a16:creationId xmlns:a16="http://schemas.microsoft.com/office/drawing/2014/main" id="{1115232E-82CA-49FA-B5EF-A13068B5D804}"/>
              </a:ext>
            </a:extLst>
          </p:cNvPr>
          <p:cNvSpPr>
            <a:spLocks noGrp="1"/>
          </p:cNvSpPr>
          <p:nvPr/>
        </p:nvSpPr>
        <p:spPr>
          <a:xfrm>
            <a:off x="759688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5" name="Stage1_sixpanel_8646">
            <a:extLst>
              <a:ext uri="{FF2B5EF4-FFF2-40B4-BE49-F238E27FC236}">
                <a16:creationId xmlns:a16="http://schemas.microsoft.com/office/drawing/2014/main" id="{5D04C9E1-9996-4ECB-8C67-BAAB99ED547A}"/>
              </a:ext>
            </a:extLst>
          </p:cNvPr>
          <p:cNvSpPr>
            <a:spLocks noGrp="1"/>
          </p:cNvSpPr>
          <p:nvPr/>
        </p:nvSpPr>
        <p:spPr>
          <a:xfrm>
            <a:off x="761316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6" name="Stage1_sixpanel_8647">
            <a:extLst>
              <a:ext uri="{FF2B5EF4-FFF2-40B4-BE49-F238E27FC236}">
                <a16:creationId xmlns:a16="http://schemas.microsoft.com/office/drawing/2014/main" id="{BD816E37-82E8-49F2-8932-3A6536D089E4}"/>
              </a:ext>
            </a:extLst>
          </p:cNvPr>
          <p:cNvSpPr>
            <a:spLocks noGrp="1"/>
          </p:cNvSpPr>
          <p:nvPr/>
        </p:nvSpPr>
        <p:spPr>
          <a:xfrm>
            <a:off x="756979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7" name="Stage1_sixpanel_8648">
            <a:extLst>
              <a:ext uri="{FF2B5EF4-FFF2-40B4-BE49-F238E27FC236}">
                <a16:creationId xmlns:a16="http://schemas.microsoft.com/office/drawing/2014/main" id="{B73FDF09-0721-483A-AAC2-AE2B81D8BDEF}"/>
              </a:ext>
            </a:extLst>
          </p:cNvPr>
          <p:cNvSpPr>
            <a:spLocks noGrp="1"/>
          </p:cNvSpPr>
          <p:nvPr/>
        </p:nvSpPr>
        <p:spPr>
          <a:xfrm>
            <a:off x="7683992" y="24268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8" name="Stage1_sixpanel_8649">
            <a:extLst>
              <a:ext uri="{FF2B5EF4-FFF2-40B4-BE49-F238E27FC236}">
                <a16:creationId xmlns:a16="http://schemas.microsoft.com/office/drawing/2014/main" id="{8F8C3FAB-172F-48B6-9798-214934FC4BDD}"/>
              </a:ext>
            </a:extLst>
          </p:cNvPr>
          <p:cNvSpPr>
            <a:spLocks noGrp="1"/>
          </p:cNvSpPr>
          <p:nvPr/>
        </p:nvSpPr>
        <p:spPr>
          <a:xfrm>
            <a:off x="761374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79" name="Stage1_sixpanel_8650">
            <a:extLst>
              <a:ext uri="{FF2B5EF4-FFF2-40B4-BE49-F238E27FC236}">
                <a16:creationId xmlns:a16="http://schemas.microsoft.com/office/drawing/2014/main" id="{BCDA128F-240E-4F35-A877-5DBD2D1F05DB}"/>
              </a:ext>
            </a:extLst>
          </p:cNvPr>
          <p:cNvSpPr>
            <a:spLocks noGrp="1"/>
          </p:cNvSpPr>
          <p:nvPr/>
        </p:nvSpPr>
        <p:spPr>
          <a:xfrm>
            <a:off x="7612217" y="222541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0" name="Stage1_sixpanel_8651">
            <a:extLst>
              <a:ext uri="{FF2B5EF4-FFF2-40B4-BE49-F238E27FC236}">
                <a16:creationId xmlns:a16="http://schemas.microsoft.com/office/drawing/2014/main" id="{C75006CB-C258-46DA-927E-9A1DD4ABA542}"/>
              </a:ext>
            </a:extLst>
          </p:cNvPr>
          <p:cNvSpPr>
            <a:spLocks noGrp="1"/>
          </p:cNvSpPr>
          <p:nvPr/>
        </p:nvSpPr>
        <p:spPr>
          <a:xfrm>
            <a:off x="7593645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1" name="Stage1_sixpanel_8652">
            <a:extLst>
              <a:ext uri="{FF2B5EF4-FFF2-40B4-BE49-F238E27FC236}">
                <a16:creationId xmlns:a16="http://schemas.microsoft.com/office/drawing/2014/main" id="{C044BFE7-E945-4E1A-9098-F3D7F1200824}"/>
              </a:ext>
            </a:extLst>
          </p:cNvPr>
          <p:cNvSpPr>
            <a:spLocks noGrp="1"/>
          </p:cNvSpPr>
          <p:nvPr/>
        </p:nvSpPr>
        <p:spPr>
          <a:xfrm>
            <a:off x="7551185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2" name="Stage1_sixpanel_8653">
            <a:extLst>
              <a:ext uri="{FF2B5EF4-FFF2-40B4-BE49-F238E27FC236}">
                <a16:creationId xmlns:a16="http://schemas.microsoft.com/office/drawing/2014/main" id="{6306E2E6-A6DB-4642-BC7E-6731E56B5D28}"/>
              </a:ext>
            </a:extLst>
          </p:cNvPr>
          <p:cNvSpPr>
            <a:spLocks noGrp="1"/>
          </p:cNvSpPr>
          <p:nvPr/>
        </p:nvSpPr>
        <p:spPr>
          <a:xfrm>
            <a:off x="76402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3" name="Stage1_sixpanel_8654">
            <a:extLst>
              <a:ext uri="{FF2B5EF4-FFF2-40B4-BE49-F238E27FC236}">
                <a16:creationId xmlns:a16="http://schemas.microsoft.com/office/drawing/2014/main" id="{E6638796-1789-4CC7-A917-CC005EAC7A89}"/>
              </a:ext>
            </a:extLst>
          </p:cNvPr>
          <p:cNvSpPr>
            <a:spLocks noGrp="1"/>
          </p:cNvSpPr>
          <p:nvPr/>
        </p:nvSpPr>
        <p:spPr>
          <a:xfrm>
            <a:off x="7645929" y="1334992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4" name="Stage1_sixpanel_8655">
            <a:extLst>
              <a:ext uri="{FF2B5EF4-FFF2-40B4-BE49-F238E27FC236}">
                <a16:creationId xmlns:a16="http://schemas.microsoft.com/office/drawing/2014/main" id="{9FA23403-BB49-454C-9256-7C05D067E71D}"/>
              </a:ext>
            </a:extLst>
          </p:cNvPr>
          <p:cNvSpPr>
            <a:spLocks noGrp="1"/>
          </p:cNvSpPr>
          <p:nvPr/>
        </p:nvSpPr>
        <p:spPr>
          <a:xfrm>
            <a:off x="769262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5" name="Stage1_sixpanel_8656">
            <a:extLst>
              <a:ext uri="{FF2B5EF4-FFF2-40B4-BE49-F238E27FC236}">
                <a16:creationId xmlns:a16="http://schemas.microsoft.com/office/drawing/2014/main" id="{6167EF86-9888-40D1-82E5-C05927EBAD6B}"/>
              </a:ext>
            </a:extLst>
          </p:cNvPr>
          <p:cNvSpPr>
            <a:spLocks noGrp="1"/>
          </p:cNvSpPr>
          <p:nvPr/>
        </p:nvSpPr>
        <p:spPr>
          <a:xfrm>
            <a:off x="760595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6" name="Stage1_sixpanel_8657">
            <a:extLst>
              <a:ext uri="{FF2B5EF4-FFF2-40B4-BE49-F238E27FC236}">
                <a16:creationId xmlns:a16="http://schemas.microsoft.com/office/drawing/2014/main" id="{CFBB684F-BEDE-416F-A2FF-6338EBA368E6}"/>
              </a:ext>
            </a:extLst>
          </p:cNvPr>
          <p:cNvSpPr>
            <a:spLocks noGrp="1"/>
          </p:cNvSpPr>
          <p:nvPr/>
        </p:nvSpPr>
        <p:spPr>
          <a:xfrm>
            <a:off x="7643961" y="166118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7" name="Stage1_sixpanel_8658">
            <a:extLst>
              <a:ext uri="{FF2B5EF4-FFF2-40B4-BE49-F238E27FC236}">
                <a16:creationId xmlns:a16="http://schemas.microsoft.com/office/drawing/2014/main" id="{3926B95B-64D9-4E07-B87A-23C441F08472}"/>
              </a:ext>
            </a:extLst>
          </p:cNvPr>
          <p:cNvSpPr>
            <a:spLocks noGrp="1"/>
          </p:cNvSpPr>
          <p:nvPr/>
        </p:nvSpPr>
        <p:spPr>
          <a:xfrm>
            <a:off x="764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8" name="Stage1_sixpanel_8659">
            <a:extLst>
              <a:ext uri="{FF2B5EF4-FFF2-40B4-BE49-F238E27FC236}">
                <a16:creationId xmlns:a16="http://schemas.microsoft.com/office/drawing/2014/main" id="{BA3295EA-9117-4A7F-A7E9-A7CC3549EDE5}"/>
              </a:ext>
            </a:extLst>
          </p:cNvPr>
          <p:cNvSpPr>
            <a:spLocks noGrp="1"/>
          </p:cNvSpPr>
          <p:nvPr/>
        </p:nvSpPr>
        <p:spPr>
          <a:xfrm>
            <a:off x="770050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89" name="Stage1_sixpanel_8660">
            <a:extLst>
              <a:ext uri="{FF2B5EF4-FFF2-40B4-BE49-F238E27FC236}">
                <a16:creationId xmlns:a16="http://schemas.microsoft.com/office/drawing/2014/main" id="{FFAE5760-D422-4E00-8040-7E7E53303589}"/>
              </a:ext>
            </a:extLst>
          </p:cNvPr>
          <p:cNvSpPr>
            <a:spLocks noGrp="1"/>
          </p:cNvSpPr>
          <p:nvPr/>
        </p:nvSpPr>
        <p:spPr>
          <a:xfrm>
            <a:off x="77059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0" name="Stage1_sixpanel_8661">
            <a:extLst>
              <a:ext uri="{FF2B5EF4-FFF2-40B4-BE49-F238E27FC236}">
                <a16:creationId xmlns:a16="http://schemas.microsoft.com/office/drawing/2014/main" id="{72A8F28D-8370-4BC8-B8CD-C1F0E7A46E2F}"/>
              </a:ext>
            </a:extLst>
          </p:cNvPr>
          <p:cNvSpPr>
            <a:spLocks noGrp="1"/>
          </p:cNvSpPr>
          <p:nvPr/>
        </p:nvSpPr>
        <p:spPr>
          <a:xfrm>
            <a:off x="7627355" y="196493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1" name="Stage1_sixpanel_8662">
            <a:extLst>
              <a:ext uri="{FF2B5EF4-FFF2-40B4-BE49-F238E27FC236}">
                <a16:creationId xmlns:a16="http://schemas.microsoft.com/office/drawing/2014/main" id="{E4D1008D-976E-4BFD-9196-9DDBBA892185}"/>
              </a:ext>
            </a:extLst>
          </p:cNvPr>
          <p:cNvSpPr>
            <a:spLocks noGrp="1"/>
          </p:cNvSpPr>
          <p:nvPr/>
        </p:nvSpPr>
        <p:spPr>
          <a:xfrm>
            <a:off x="771113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2" name="Stage1_sixpanel_8663">
            <a:extLst>
              <a:ext uri="{FF2B5EF4-FFF2-40B4-BE49-F238E27FC236}">
                <a16:creationId xmlns:a16="http://schemas.microsoft.com/office/drawing/2014/main" id="{916B3675-ECC8-479F-8CB0-E65E56FC4586}"/>
              </a:ext>
            </a:extLst>
          </p:cNvPr>
          <p:cNvSpPr>
            <a:spLocks noGrp="1"/>
          </p:cNvSpPr>
          <p:nvPr/>
        </p:nvSpPr>
        <p:spPr>
          <a:xfrm>
            <a:off x="762645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3" name="Stage1_sixpanel_8664">
            <a:extLst>
              <a:ext uri="{FF2B5EF4-FFF2-40B4-BE49-F238E27FC236}">
                <a16:creationId xmlns:a16="http://schemas.microsoft.com/office/drawing/2014/main" id="{4A4E1F6E-F2A9-4D8F-8E17-2D3E8DA9C1C1}"/>
              </a:ext>
            </a:extLst>
          </p:cNvPr>
          <p:cNvSpPr>
            <a:spLocks noGrp="1"/>
          </p:cNvSpPr>
          <p:nvPr/>
        </p:nvSpPr>
        <p:spPr>
          <a:xfrm>
            <a:off x="7555574" y="258538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4" name="Stage1_sixpanel_8665">
            <a:extLst>
              <a:ext uri="{FF2B5EF4-FFF2-40B4-BE49-F238E27FC236}">
                <a16:creationId xmlns:a16="http://schemas.microsoft.com/office/drawing/2014/main" id="{D32D2DE3-D74F-4202-A5AE-47856C4CFAE1}"/>
              </a:ext>
            </a:extLst>
          </p:cNvPr>
          <p:cNvSpPr>
            <a:spLocks noGrp="1"/>
          </p:cNvSpPr>
          <p:nvPr/>
        </p:nvSpPr>
        <p:spPr>
          <a:xfrm>
            <a:off x="75757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5" name="Stage1_sixpanel_8666">
            <a:extLst>
              <a:ext uri="{FF2B5EF4-FFF2-40B4-BE49-F238E27FC236}">
                <a16:creationId xmlns:a16="http://schemas.microsoft.com/office/drawing/2014/main" id="{45D2CA85-D182-40C8-9629-EA89CE7CCCBC}"/>
              </a:ext>
            </a:extLst>
          </p:cNvPr>
          <p:cNvSpPr>
            <a:spLocks noGrp="1"/>
          </p:cNvSpPr>
          <p:nvPr/>
        </p:nvSpPr>
        <p:spPr>
          <a:xfrm>
            <a:off x="767795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6" name="Stage1_sixpanel_8667">
            <a:extLst>
              <a:ext uri="{FF2B5EF4-FFF2-40B4-BE49-F238E27FC236}">
                <a16:creationId xmlns:a16="http://schemas.microsoft.com/office/drawing/2014/main" id="{563DA7DB-EA1D-4DA0-8A4A-C96B1D917C7A}"/>
              </a:ext>
            </a:extLst>
          </p:cNvPr>
          <p:cNvSpPr>
            <a:spLocks noGrp="1"/>
          </p:cNvSpPr>
          <p:nvPr/>
        </p:nvSpPr>
        <p:spPr>
          <a:xfrm>
            <a:off x="7631324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7" name="Stage1_sixpanel_8668">
            <a:extLst>
              <a:ext uri="{FF2B5EF4-FFF2-40B4-BE49-F238E27FC236}">
                <a16:creationId xmlns:a16="http://schemas.microsoft.com/office/drawing/2014/main" id="{CE68D669-B1D1-4AAD-B3D0-D0DB85B12E4A}"/>
              </a:ext>
            </a:extLst>
          </p:cNvPr>
          <p:cNvSpPr>
            <a:spLocks noGrp="1"/>
          </p:cNvSpPr>
          <p:nvPr/>
        </p:nvSpPr>
        <p:spPr>
          <a:xfrm>
            <a:off x="759538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8" name="Stage1_sixpanel_8669">
            <a:extLst>
              <a:ext uri="{FF2B5EF4-FFF2-40B4-BE49-F238E27FC236}">
                <a16:creationId xmlns:a16="http://schemas.microsoft.com/office/drawing/2014/main" id="{16F9265B-9E7E-4B21-A594-45FEAB7DA362}"/>
              </a:ext>
            </a:extLst>
          </p:cNvPr>
          <p:cNvSpPr>
            <a:spLocks noGrp="1"/>
          </p:cNvSpPr>
          <p:nvPr/>
        </p:nvSpPr>
        <p:spPr>
          <a:xfrm>
            <a:off x="7716979" y="143566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499" name="Stage1_sixpanel_8670">
            <a:extLst>
              <a:ext uri="{FF2B5EF4-FFF2-40B4-BE49-F238E27FC236}">
                <a16:creationId xmlns:a16="http://schemas.microsoft.com/office/drawing/2014/main" id="{D309B423-627E-4F6D-BC4A-930DCD8C1253}"/>
              </a:ext>
            </a:extLst>
          </p:cNvPr>
          <p:cNvSpPr>
            <a:spLocks noGrp="1"/>
          </p:cNvSpPr>
          <p:nvPr/>
        </p:nvSpPr>
        <p:spPr>
          <a:xfrm>
            <a:off x="762532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0" name="Stage1_sixpanel_8671">
            <a:extLst>
              <a:ext uri="{FF2B5EF4-FFF2-40B4-BE49-F238E27FC236}">
                <a16:creationId xmlns:a16="http://schemas.microsoft.com/office/drawing/2014/main" id="{D1467584-5382-4E83-8B93-97505A0AA39A}"/>
              </a:ext>
            </a:extLst>
          </p:cNvPr>
          <p:cNvSpPr>
            <a:spLocks noGrp="1"/>
          </p:cNvSpPr>
          <p:nvPr/>
        </p:nvSpPr>
        <p:spPr>
          <a:xfrm>
            <a:off x="7638692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1" name="Stage1_sixpanel_8672">
            <a:extLst>
              <a:ext uri="{FF2B5EF4-FFF2-40B4-BE49-F238E27FC236}">
                <a16:creationId xmlns:a16="http://schemas.microsoft.com/office/drawing/2014/main" id="{DE6FFCAF-13D3-40AA-A769-5A89B350423C}"/>
              </a:ext>
            </a:extLst>
          </p:cNvPr>
          <p:cNvSpPr>
            <a:spLocks noGrp="1"/>
          </p:cNvSpPr>
          <p:nvPr/>
        </p:nvSpPr>
        <p:spPr>
          <a:xfrm>
            <a:off x="76156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2" name="Stage1_sixpanel_8673">
            <a:extLst>
              <a:ext uri="{FF2B5EF4-FFF2-40B4-BE49-F238E27FC236}">
                <a16:creationId xmlns:a16="http://schemas.microsoft.com/office/drawing/2014/main" id="{70D7240B-86CE-4CB0-8547-EF4654FC3502}"/>
              </a:ext>
            </a:extLst>
          </p:cNvPr>
          <p:cNvSpPr>
            <a:spLocks noGrp="1"/>
          </p:cNvSpPr>
          <p:nvPr/>
        </p:nvSpPr>
        <p:spPr>
          <a:xfrm>
            <a:off x="769377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3" name="Stage1_sixpanel_8674">
            <a:extLst>
              <a:ext uri="{FF2B5EF4-FFF2-40B4-BE49-F238E27FC236}">
                <a16:creationId xmlns:a16="http://schemas.microsoft.com/office/drawing/2014/main" id="{5F118D01-19BF-42E0-9129-B3159F347C11}"/>
              </a:ext>
            </a:extLst>
          </p:cNvPr>
          <p:cNvSpPr>
            <a:spLocks noGrp="1"/>
          </p:cNvSpPr>
          <p:nvPr/>
        </p:nvSpPr>
        <p:spPr>
          <a:xfrm>
            <a:off x="767994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4" name="Stage1_sixpanel_8675">
            <a:extLst>
              <a:ext uri="{FF2B5EF4-FFF2-40B4-BE49-F238E27FC236}">
                <a16:creationId xmlns:a16="http://schemas.microsoft.com/office/drawing/2014/main" id="{0EEFAB5B-9B67-48B7-A706-9111195B88C9}"/>
              </a:ext>
            </a:extLst>
          </p:cNvPr>
          <p:cNvSpPr>
            <a:spLocks noGrp="1"/>
          </p:cNvSpPr>
          <p:nvPr/>
        </p:nvSpPr>
        <p:spPr>
          <a:xfrm>
            <a:off x="7696581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5" name="Stage1_sixpanel_8676">
            <a:extLst>
              <a:ext uri="{FF2B5EF4-FFF2-40B4-BE49-F238E27FC236}">
                <a16:creationId xmlns:a16="http://schemas.microsoft.com/office/drawing/2014/main" id="{64E40D50-C52F-46B5-9DC5-D4EDB47F23E4}"/>
              </a:ext>
            </a:extLst>
          </p:cNvPr>
          <p:cNvSpPr>
            <a:spLocks noGrp="1"/>
          </p:cNvSpPr>
          <p:nvPr/>
        </p:nvSpPr>
        <p:spPr>
          <a:xfrm>
            <a:off x="7694912" y="243092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6" name="Stage1_sixpanel_8677">
            <a:extLst>
              <a:ext uri="{FF2B5EF4-FFF2-40B4-BE49-F238E27FC236}">
                <a16:creationId xmlns:a16="http://schemas.microsoft.com/office/drawing/2014/main" id="{90130D6E-B526-4BE7-B310-E35121345120}"/>
              </a:ext>
            </a:extLst>
          </p:cNvPr>
          <p:cNvSpPr>
            <a:spLocks noGrp="1"/>
          </p:cNvSpPr>
          <p:nvPr/>
        </p:nvSpPr>
        <p:spPr>
          <a:xfrm>
            <a:off x="7552675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7" name="Stage1_sixpanel_8678">
            <a:extLst>
              <a:ext uri="{FF2B5EF4-FFF2-40B4-BE49-F238E27FC236}">
                <a16:creationId xmlns:a16="http://schemas.microsoft.com/office/drawing/2014/main" id="{A435106F-C19A-4298-B7D9-866B4C8006CB}"/>
              </a:ext>
            </a:extLst>
          </p:cNvPr>
          <p:cNvSpPr>
            <a:spLocks noGrp="1"/>
          </p:cNvSpPr>
          <p:nvPr/>
        </p:nvSpPr>
        <p:spPr>
          <a:xfrm>
            <a:off x="760401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8" name="Stage1_sixpanel_8679">
            <a:extLst>
              <a:ext uri="{FF2B5EF4-FFF2-40B4-BE49-F238E27FC236}">
                <a16:creationId xmlns:a16="http://schemas.microsoft.com/office/drawing/2014/main" id="{94F2CD5F-A8BA-4CF9-8D97-41D126D76ACA}"/>
              </a:ext>
            </a:extLst>
          </p:cNvPr>
          <p:cNvSpPr>
            <a:spLocks noGrp="1"/>
          </p:cNvSpPr>
          <p:nvPr/>
        </p:nvSpPr>
        <p:spPr>
          <a:xfrm>
            <a:off x="7578816" y="24315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09" name="Stage1_sixpanel_8680">
            <a:extLst>
              <a:ext uri="{FF2B5EF4-FFF2-40B4-BE49-F238E27FC236}">
                <a16:creationId xmlns:a16="http://schemas.microsoft.com/office/drawing/2014/main" id="{7E56F76B-E4F7-4495-93AE-79A1A28CBB44}"/>
              </a:ext>
            </a:extLst>
          </p:cNvPr>
          <p:cNvSpPr>
            <a:spLocks noGrp="1"/>
          </p:cNvSpPr>
          <p:nvPr/>
        </p:nvSpPr>
        <p:spPr>
          <a:xfrm>
            <a:off x="768469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0" name="Stage1_sixpanel_8681">
            <a:extLst>
              <a:ext uri="{FF2B5EF4-FFF2-40B4-BE49-F238E27FC236}">
                <a16:creationId xmlns:a16="http://schemas.microsoft.com/office/drawing/2014/main" id="{7F518FAA-E608-4DF6-8BD6-6105A269D48F}"/>
              </a:ext>
            </a:extLst>
          </p:cNvPr>
          <p:cNvSpPr>
            <a:spLocks noGrp="1"/>
          </p:cNvSpPr>
          <p:nvPr/>
        </p:nvSpPr>
        <p:spPr>
          <a:xfrm>
            <a:off x="7624731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1" name="Stage1_sixpanel_8682">
            <a:extLst>
              <a:ext uri="{FF2B5EF4-FFF2-40B4-BE49-F238E27FC236}">
                <a16:creationId xmlns:a16="http://schemas.microsoft.com/office/drawing/2014/main" id="{546E267C-135D-4FDE-B65E-FA551ACA0823}"/>
              </a:ext>
            </a:extLst>
          </p:cNvPr>
          <p:cNvSpPr>
            <a:spLocks noGrp="1"/>
          </p:cNvSpPr>
          <p:nvPr/>
        </p:nvSpPr>
        <p:spPr>
          <a:xfrm>
            <a:off x="7581422" y="2241074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2" name="Stage1_sixpanel_8683">
            <a:extLst>
              <a:ext uri="{FF2B5EF4-FFF2-40B4-BE49-F238E27FC236}">
                <a16:creationId xmlns:a16="http://schemas.microsoft.com/office/drawing/2014/main" id="{A05BCFFE-A451-40FF-82B6-65BCC9638026}"/>
              </a:ext>
            </a:extLst>
          </p:cNvPr>
          <p:cNvSpPr>
            <a:spLocks noGrp="1"/>
          </p:cNvSpPr>
          <p:nvPr/>
        </p:nvSpPr>
        <p:spPr>
          <a:xfrm>
            <a:off x="7567127" y="2442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3" name="Stage1_sixpanel_8684">
            <a:extLst>
              <a:ext uri="{FF2B5EF4-FFF2-40B4-BE49-F238E27FC236}">
                <a16:creationId xmlns:a16="http://schemas.microsoft.com/office/drawing/2014/main" id="{67B1DC37-6C18-4011-B34A-FBAA8174EFDA}"/>
              </a:ext>
            </a:extLst>
          </p:cNvPr>
          <p:cNvSpPr>
            <a:spLocks noGrp="1"/>
          </p:cNvSpPr>
          <p:nvPr/>
        </p:nvSpPr>
        <p:spPr>
          <a:xfrm>
            <a:off x="7642652" y="1878641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4" name="Stage1_sixpanel_8685">
            <a:extLst>
              <a:ext uri="{FF2B5EF4-FFF2-40B4-BE49-F238E27FC236}">
                <a16:creationId xmlns:a16="http://schemas.microsoft.com/office/drawing/2014/main" id="{2831AF80-CB07-4F94-9B44-1BB270D29F9E}"/>
              </a:ext>
            </a:extLst>
          </p:cNvPr>
          <p:cNvSpPr>
            <a:spLocks noGrp="1"/>
          </p:cNvSpPr>
          <p:nvPr/>
        </p:nvSpPr>
        <p:spPr>
          <a:xfrm>
            <a:off x="764671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5" name="Stage1_sixpanel_8686">
            <a:extLst>
              <a:ext uri="{FF2B5EF4-FFF2-40B4-BE49-F238E27FC236}">
                <a16:creationId xmlns:a16="http://schemas.microsoft.com/office/drawing/2014/main" id="{45172EE4-1964-40EC-8546-43C3057CEC0F}"/>
              </a:ext>
            </a:extLst>
          </p:cNvPr>
          <p:cNvSpPr>
            <a:spLocks noGrp="1"/>
          </p:cNvSpPr>
          <p:nvPr/>
        </p:nvSpPr>
        <p:spPr>
          <a:xfrm>
            <a:off x="7710512" y="1960189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6" name="Stage1_sixpanel_8687">
            <a:extLst>
              <a:ext uri="{FF2B5EF4-FFF2-40B4-BE49-F238E27FC236}">
                <a16:creationId xmlns:a16="http://schemas.microsoft.com/office/drawing/2014/main" id="{A8C7C4BB-D5ED-48C0-90DB-316C296D3D86}"/>
              </a:ext>
            </a:extLst>
          </p:cNvPr>
          <p:cNvSpPr>
            <a:spLocks noGrp="1"/>
          </p:cNvSpPr>
          <p:nvPr/>
        </p:nvSpPr>
        <p:spPr>
          <a:xfrm>
            <a:off x="7610055" y="13953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7" name="Stage1_sixpanel_8688">
            <a:extLst>
              <a:ext uri="{FF2B5EF4-FFF2-40B4-BE49-F238E27FC236}">
                <a16:creationId xmlns:a16="http://schemas.microsoft.com/office/drawing/2014/main" id="{42C4718D-E7B4-477B-B270-3E1A04190B85}"/>
              </a:ext>
            </a:extLst>
          </p:cNvPr>
          <p:cNvSpPr>
            <a:spLocks noGrp="1"/>
          </p:cNvSpPr>
          <p:nvPr/>
        </p:nvSpPr>
        <p:spPr>
          <a:xfrm>
            <a:off x="7709158" y="161889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8" name="Stage1_sixpanel_8689">
            <a:extLst>
              <a:ext uri="{FF2B5EF4-FFF2-40B4-BE49-F238E27FC236}">
                <a16:creationId xmlns:a16="http://schemas.microsoft.com/office/drawing/2014/main" id="{62D0C6A1-EC97-4BBB-84E1-2BD1FF463C97}"/>
              </a:ext>
            </a:extLst>
          </p:cNvPr>
          <p:cNvSpPr>
            <a:spLocks noGrp="1"/>
          </p:cNvSpPr>
          <p:nvPr/>
        </p:nvSpPr>
        <p:spPr>
          <a:xfrm>
            <a:off x="755236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19" name="Stage1_sixpanel_8690">
            <a:extLst>
              <a:ext uri="{FF2B5EF4-FFF2-40B4-BE49-F238E27FC236}">
                <a16:creationId xmlns:a16="http://schemas.microsoft.com/office/drawing/2014/main" id="{89BE005F-63F1-456B-9952-5BB341DE449A}"/>
              </a:ext>
            </a:extLst>
          </p:cNvPr>
          <p:cNvSpPr>
            <a:spLocks noGrp="1"/>
          </p:cNvSpPr>
          <p:nvPr/>
        </p:nvSpPr>
        <p:spPr>
          <a:xfrm>
            <a:off x="756761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0" name="Stage1_sixpanel_8691">
            <a:extLst>
              <a:ext uri="{FF2B5EF4-FFF2-40B4-BE49-F238E27FC236}">
                <a16:creationId xmlns:a16="http://schemas.microsoft.com/office/drawing/2014/main" id="{DF0BB0DF-B850-4BAA-BFC4-D836E1F7EBD4}"/>
              </a:ext>
            </a:extLst>
          </p:cNvPr>
          <p:cNvSpPr>
            <a:spLocks noGrp="1"/>
          </p:cNvSpPr>
          <p:nvPr/>
        </p:nvSpPr>
        <p:spPr>
          <a:xfrm>
            <a:off x="7688032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1" name="Stage1_sixpanel_8692">
            <a:extLst>
              <a:ext uri="{FF2B5EF4-FFF2-40B4-BE49-F238E27FC236}">
                <a16:creationId xmlns:a16="http://schemas.microsoft.com/office/drawing/2014/main" id="{D3DADFAE-C8D1-41DA-9FE6-668CDB6656AA}"/>
              </a:ext>
            </a:extLst>
          </p:cNvPr>
          <p:cNvSpPr>
            <a:spLocks noGrp="1"/>
          </p:cNvSpPr>
          <p:nvPr/>
        </p:nvSpPr>
        <p:spPr>
          <a:xfrm>
            <a:off x="7554749" y="15162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2" name="Stage1_sixpanel_8693">
            <a:extLst>
              <a:ext uri="{FF2B5EF4-FFF2-40B4-BE49-F238E27FC236}">
                <a16:creationId xmlns:a16="http://schemas.microsoft.com/office/drawing/2014/main" id="{81F15B84-D2FE-447E-B3EC-0722C0A550C7}"/>
              </a:ext>
            </a:extLst>
          </p:cNvPr>
          <p:cNvSpPr>
            <a:spLocks noGrp="1"/>
          </p:cNvSpPr>
          <p:nvPr/>
        </p:nvSpPr>
        <p:spPr>
          <a:xfrm>
            <a:off x="760428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3" name="Stage1_sixpanel_8694">
            <a:extLst>
              <a:ext uri="{FF2B5EF4-FFF2-40B4-BE49-F238E27FC236}">
                <a16:creationId xmlns:a16="http://schemas.microsoft.com/office/drawing/2014/main" id="{B3A69009-6250-4262-981F-4F39513DA8FB}"/>
              </a:ext>
            </a:extLst>
          </p:cNvPr>
          <p:cNvSpPr>
            <a:spLocks noGrp="1"/>
          </p:cNvSpPr>
          <p:nvPr/>
        </p:nvSpPr>
        <p:spPr>
          <a:xfrm>
            <a:off x="770793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4" name="Stage1_sixpanel_8695">
            <a:extLst>
              <a:ext uri="{FF2B5EF4-FFF2-40B4-BE49-F238E27FC236}">
                <a16:creationId xmlns:a16="http://schemas.microsoft.com/office/drawing/2014/main" id="{B58D3369-5B0F-48F5-BB1C-E7E2DE8E21DA}"/>
              </a:ext>
            </a:extLst>
          </p:cNvPr>
          <p:cNvSpPr>
            <a:spLocks noGrp="1"/>
          </p:cNvSpPr>
          <p:nvPr/>
        </p:nvSpPr>
        <p:spPr>
          <a:xfrm>
            <a:off x="7648666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5" name="Stage1_sixpanel_8696">
            <a:extLst>
              <a:ext uri="{FF2B5EF4-FFF2-40B4-BE49-F238E27FC236}">
                <a16:creationId xmlns:a16="http://schemas.microsoft.com/office/drawing/2014/main" id="{85DFF25D-3602-430E-837B-4385DC502348}"/>
              </a:ext>
            </a:extLst>
          </p:cNvPr>
          <p:cNvSpPr>
            <a:spLocks noGrp="1"/>
          </p:cNvSpPr>
          <p:nvPr/>
        </p:nvSpPr>
        <p:spPr>
          <a:xfrm>
            <a:off x="7619162" y="257934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6" name="Stage1_sixpanel_8697">
            <a:extLst>
              <a:ext uri="{FF2B5EF4-FFF2-40B4-BE49-F238E27FC236}">
                <a16:creationId xmlns:a16="http://schemas.microsoft.com/office/drawing/2014/main" id="{7B6E27A1-A44D-4FBD-83AD-97FE7AE70D3F}"/>
              </a:ext>
            </a:extLst>
          </p:cNvPr>
          <p:cNvSpPr>
            <a:spLocks noGrp="1"/>
          </p:cNvSpPr>
          <p:nvPr/>
        </p:nvSpPr>
        <p:spPr>
          <a:xfrm>
            <a:off x="760531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7" name="Stage1_sixpanel_8698">
            <a:extLst>
              <a:ext uri="{FF2B5EF4-FFF2-40B4-BE49-F238E27FC236}">
                <a16:creationId xmlns:a16="http://schemas.microsoft.com/office/drawing/2014/main" id="{44BC3214-BBC5-440B-89B2-C56F320E72F3}"/>
              </a:ext>
            </a:extLst>
          </p:cNvPr>
          <p:cNvSpPr>
            <a:spLocks noGrp="1"/>
          </p:cNvSpPr>
          <p:nvPr/>
        </p:nvSpPr>
        <p:spPr>
          <a:xfrm>
            <a:off x="763319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8" name="Stage1_sixpanel_8699">
            <a:extLst>
              <a:ext uri="{FF2B5EF4-FFF2-40B4-BE49-F238E27FC236}">
                <a16:creationId xmlns:a16="http://schemas.microsoft.com/office/drawing/2014/main" id="{88BC8ADC-0D4F-421C-87F5-B55E57BB04A3}"/>
              </a:ext>
            </a:extLst>
          </p:cNvPr>
          <p:cNvSpPr>
            <a:spLocks noGrp="1"/>
          </p:cNvSpPr>
          <p:nvPr/>
        </p:nvSpPr>
        <p:spPr>
          <a:xfrm>
            <a:off x="7689770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29" name="Stage1_sixpanel_8700">
            <a:extLst>
              <a:ext uri="{FF2B5EF4-FFF2-40B4-BE49-F238E27FC236}">
                <a16:creationId xmlns:a16="http://schemas.microsoft.com/office/drawing/2014/main" id="{FD3A0990-E972-4E10-90F2-997B9D4A761E}"/>
              </a:ext>
            </a:extLst>
          </p:cNvPr>
          <p:cNvSpPr>
            <a:spLocks noGrp="1"/>
          </p:cNvSpPr>
          <p:nvPr/>
        </p:nvSpPr>
        <p:spPr>
          <a:xfrm>
            <a:off x="767417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0" name="Stage1_sixpanel_8701">
            <a:extLst>
              <a:ext uri="{FF2B5EF4-FFF2-40B4-BE49-F238E27FC236}">
                <a16:creationId xmlns:a16="http://schemas.microsoft.com/office/drawing/2014/main" id="{0EF4C71C-2D68-48EC-9AAC-46C3DC84207E}"/>
              </a:ext>
            </a:extLst>
          </p:cNvPr>
          <p:cNvSpPr>
            <a:spLocks noGrp="1"/>
          </p:cNvSpPr>
          <p:nvPr/>
        </p:nvSpPr>
        <p:spPr>
          <a:xfrm>
            <a:off x="7715098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1" name="Stage1_sixpanel_8702">
            <a:extLst>
              <a:ext uri="{FF2B5EF4-FFF2-40B4-BE49-F238E27FC236}">
                <a16:creationId xmlns:a16="http://schemas.microsoft.com/office/drawing/2014/main" id="{FD76F65D-0DFA-41CC-AEA2-1EDE2BBED89F}"/>
              </a:ext>
            </a:extLst>
          </p:cNvPr>
          <p:cNvSpPr>
            <a:spLocks noGrp="1"/>
          </p:cNvSpPr>
          <p:nvPr/>
        </p:nvSpPr>
        <p:spPr>
          <a:xfrm>
            <a:off x="757904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2" name="Stage1_sixpanel_8703">
            <a:extLst>
              <a:ext uri="{FF2B5EF4-FFF2-40B4-BE49-F238E27FC236}">
                <a16:creationId xmlns:a16="http://schemas.microsoft.com/office/drawing/2014/main" id="{FB5CCFE4-C105-44C8-8E8E-D4C39630341C}"/>
              </a:ext>
            </a:extLst>
          </p:cNvPr>
          <p:cNvSpPr>
            <a:spLocks noGrp="1"/>
          </p:cNvSpPr>
          <p:nvPr/>
        </p:nvSpPr>
        <p:spPr>
          <a:xfrm>
            <a:off x="758226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3" name="Stage1_sixpanel_8704">
            <a:extLst>
              <a:ext uri="{FF2B5EF4-FFF2-40B4-BE49-F238E27FC236}">
                <a16:creationId xmlns:a16="http://schemas.microsoft.com/office/drawing/2014/main" id="{CD5D59AB-4C7B-4239-B4B5-D981F4AEB3FC}"/>
              </a:ext>
            </a:extLst>
          </p:cNvPr>
          <p:cNvSpPr>
            <a:spLocks noGrp="1"/>
          </p:cNvSpPr>
          <p:nvPr/>
        </p:nvSpPr>
        <p:spPr>
          <a:xfrm>
            <a:off x="7661640" y="259595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4" name="Stage1_sixpanel_8705">
            <a:extLst>
              <a:ext uri="{FF2B5EF4-FFF2-40B4-BE49-F238E27FC236}">
                <a16:creationId xmlns:a16="http://schemas.microsoft.com/office/drawing/2014/main" id="{7EC5BB84-C1C7-4F7D-A539-077CB625FE60}"/>
              </a:ext>
            </a:extLst>
          </p:cNvPr>
          <p:cNvSpPr>
            <a:spLocks noGrp="1"/>
          </p:cNvSpPr>
          <p:nvPr/>
        </p:nvSpPr>
        <p:spPr>
          <a:xfrm>
            <a:off x="7674494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5" name="Stage1_sixpanel_8706">
            <a:extLst>
              <a:ext uri="{FF2B5EF4-FFF2-40B4-BE49-F238E27FC236}">
                <a16:creationId xmlns:a16="http://schemas.microsoft.com/office/drawing/2014/main" id="{E3A65763-86B8-4EC1-BE95-49CF3E75B50D}"/>
              </a:ext>
            </a:extLst>
          </p:cNvPr>
          <p:cNvSpPr>
            <a:spLocks noGrp="1"/>
          </p:cNvSpPr>
          <p:nvPr/>
        </p:nvSpPr>
        <p:spPr>
          <a:xfrm>
            <a:off x="7675638" y="2591426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6" name="Stage1_sixpanel_8707">
            <a:extLst>
              <a:ext uri="{FF2B5EF4-FFF2-40B4-BE49-F238E27FC236}">
                <a16:creationId xmlns:a16="http://schemas.microsoft.com/office/drawing/2014/main" id="{CBB3D616-55BA-4061-B016-D6CE84B13E4C}"/>
              </a:ext>
            </a:extLst>
          </p:cNvPr>
          <p:cNvSpPr>
            <a:spLocks noGrp="1"/>
          </p:cNvSpPr>
          <p:nvPr/>
        </p:nvSpPr>
        <p:spPr>
          <a:xfrm>
            <a:off x="7585516" y="232832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7" name="Stage1_sixpanel_8708">
            <a:extLst>
              <a:ext uri="{FF2B5EF4-FFF2-40B4-BE49-F238E27FC236}">
                <a16:creationId xmlns:a16="http://schemas.microsoft.com/office/drawing/2014/main" id="{068B4449-B52C-4053-A239-CEFB14B40A17}"/>
              </a:ext>
            </a:extLst>
          </p:cNvPr>
          <p:cNvSpPr>
            <a:spLocks noGrp="1"/>
          </p:cNvSpPr>
          <p:nvPr/>
        </p:nvSpPr>
        <p:spPr>
          <a:xfrm>
            <a:off x="7708447" y="2533993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8" name="Stage1_sixpanel_8709">
            <a:extLst>
              <a:ext uri="{FF2B5EF4-FFF2-40B4-BE49-F238E27FC236}">
                <a16:creationId xmlns:a16="http://schemas.microsoft.com/office/drawing/2014/main" id="{98891418-4763-4D1A-B93D-1D047670E61A}"/>
              </a:ext>
            </a:extLst>
          </p:cNvPr>
          <p:cNvSpPr>
            <a:spLocks noGrp="1"/>
          </p:cNvSpPr>
          <p:nvPr/>
        </p:nvSpPr>
        <p:spPr>
          <a:xfrm>
            <a:off x="7595758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39" name="Stage1_sixpanel_8710">
            <a:extLst>
              <a:ext uri="{FF2B5EF4-FFF2-40B4-BE49-F238E27FC236}">
                <a16:creationId xmlns:a16="http://schemas.microsoft.com/office/drawing/2014/main" id="{0E4BC8E4-C94E-4206-B056-A4D45FED2D74}"/>
              </a:ext>
            </a:extLst>
          </p:cNvPr>
          <p:cNvSpPr>
            <a:spLocks noGrp="1"/>
          </p:cNvSpPr>
          <p:nvPr/>
        </p:nvSpPr>
        <p:spPr>
          <a:xfrm>
            <a:off x="763679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0" name="Stage1_sixpanel_8711">
            <a:extLst>
              <a:ext uri="{FF2B5EF4-FFF2-40B4-BE49-F238E27FC236}">
                <a16:creationId xmlns:a16="http://schemas.microsoft.com/office/drawing/2014/main" id="{9D993916-BF65-4B83-8FE0-510B807AEE2B}"/>
              </a:ext>
            </a:extLst>
          </p:cNvPr>
          <p:cNvSpPr>
            <a:spLocks noGrp="1"/>
          </p:cNvSpPr>
          <p:nvPr/>
        </p:nvSpPr>
        <p:spPr>
          <a:xfrm>
            <a:off x="75729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1" name="Stage1_sixpanel_8712">
            <a:extLst>
              <a:ext uri="{FF2B5EF4-FFF2-40B4-BE49-F238E27FC236}">
                <a16:creationId xmlns:a16="http://schemas.microsoft.com/office/drawing/2014/main" id="{062D7C70-7305-4B33-B50F-CB09E1A14904}"/>
              </a:ext>
            </a:extLst>
          </p:cNvPr>
          <p:cNvSpPr>
            <a:spLocks noGrp="1"/>
          </p:cNvSpPr>
          <p:nvPr/>
        </p:nvSpPr>
        <p:spPr>
          <a:xfrm>
            <a:off x="7707533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2" name="Stage1_sixpanel_8713">
            <a:extLst>
              <a:ext uri="{FF2B5EF4-FFF2-40B4-BE49-F238E27FC236}">
                <a16:creationId xmlns:a16="http://schemas.microsoft.com/office/drawing/2014/main" id="{EFEE45E4-78B5-4DB9-ABAF-F76C98A04E81}"/>
              </a:ext>
            </a:extLst>
          </p:cNvPr>
          <p:cNvSpPr>
            <a:spLocks noGrp="1"/>
          </p:cNvSpPr>
          <p:nvPr/>
        </p:nvSpPr>
        <p:spPr>
          <a:xfrm>
            <a:off x="764262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3" name="Stage1_sixpanel_8714">
            <a:extLst>
              <a:ext uri="{FF2B5EF4-FFF2-40B4-BE49-F238E27FC236}">
                <a16:creationId xmlns:a16="http://schemas.microsoft.com/office/drawing/2014/main" id="{49BEA095-DF95-468B-9135-95A27863F447}"/>
              </a:ext>
            </a:extLst>
          </p:cNvPr>
          <p:cNvSpPr>
            <a:spLocks noGrp="1"/>
          </p:cNvSpPr>
          <p:nvPr/>
        </p:nvSpPr>
        <p:spPr>
          <a:xfrm>
            <a:off x="758978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4" name="Stage1_sixpanel_8715">
            <a:extLst>
              <a:ext uri="{FF2B5EF4-FFF2-40B4-BE49-F238E27FC236}">
                <a16:creationId xmlns:a16="http://schemas.microsoft.com/office/drawing/2014/main" id="{A7C76482-BFAD-4B1C-ACA0-B28BF48E3B8B}"/>
              </a:ext>
            </a:extLst>
          </p:cNvPr>
          <p:cNvSpPr>
            <a:spLocks noGrp="1"/>
          </p:cNvSpPr>
          <p:nvPr/>
        </p:nvSpPr>
        <p:spPr>
          <a:xfrm>
            <a:off x="7633677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5" name="Stage1_sixpanel_8716">
            <a:extLst>
              <a:ext uri="{FF2B5EF4-FFF2-40B4-BE49-F238E27FC236}">
                <a16:creationId xmlns:a16="http://schemas.microsoft.com/office/drawing/2014/main" id="{88A4BAF6-A355-43FA-8253-325177E97086}"/>
              </a:ext>
            </a:extLst>
          </p:cNvPr>
          <p:cNvSpPr>
            <a:spLocks noGrp="1"/>
          </p:cNvSpPr>
          <p:nvPr/>
        </p:nvSpPr>
        <p:spPr>
          <a:xfrm>
            <a:off x="7586171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6" name="Stage1_sixpanel_8717">
            <a:extLst>
              <a:ext uri="{FF2B5EF4-FFF2-40B4-BE49-F238E27FC236}">
                <a16:creationId xmlns:a16="http://schemas.microsoft.com/office/drawing/2014/main" id="{166A143E-CC82-4E5D-8C99-820C261B5B6E}"/>
              </a:ext>
            </a:extLst>
          </p:cNvPr>
          <p:cNvSpPr>
            <a:spLocks noGrp="1"/>
          </p:cNvSpPr>
          <p:nvPr/>
        </p:nvSpPr>
        <p:spPr>
          <a:xfrm>
            <a:off x="7719399" y="236188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7" name="Stage1_sixpanel_8718">
            <a:extLst>
              <a:ext uri="{FF2B5EF4-FFF2-40B4-BE49-F238E27FC236}">
                <a16:creationId xmlns:a16="http://schemas.microsoft.com/office/drawing/2014/main" id="{13F4BB38-FB01-458B-9557-43CF46F89988}"/>
              </a:ext>
            </a:extLst>
          </p:cNvPr>
          <p:cNvSpPr>
            <a:spLocks noGrp="1"/>
          </p:cNvSpPr>
          <p:nvPr/>
        </p:nvSpPr>
        <p:spPr>
          <a:xfrm>
            <a:off x="7600892" y="2265237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8" name="Stage1_sixpanel_8719">
            <a:extLst>
              <a:ext uri="{FF2B5EF4-FFF2-40B4-BE49-F238E27FC236}">
                <a16:creationId xmlns:a16="http://schemas.microsoft.com/office/drawing/2014/main" id="{3DFC8CDA-1D24-4976-AEF9-108B6F863A79}"/>
              </a:ext>
            </a:extLst>
          </p:cNvPr>
          <p:cNvSpPr>
            <a:spLocks noGrp="1"/>
          </p:cNvSpPr>
          <p:nvPr/>
        </p:nvSpPr>
        <p:spPr>
          <a:xfrm>
            <a:off x="7588619" y="2603508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49" name="Stage1_sixpanel_8720">
            <a:extLst>
              <a:ext uri="{FF2B5EF4-FFF2-40B4-BE49-F238E27FC236}">
                <a16:creationId xmlns:a16="http://schemas.microsoft.com/office/drawing/2014/main" id="{CA6FB028-2B78-4078-AEBD-C00E7BD41756}"/>
              </a:ext>
            </a:extLst>
          </p:cNvPr>
          <p:cNvSpPr>
            <a:spLocks noGrp="1"/>
          </p:cNvSpPr>
          <p:nvPr/>
        </p:nvSpPr>
        <p:spPr>
          <a:xfrm>
            <a:off x="7654796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0" name="Stage1_sixpanel_8721">
            <a:extLst>
              <a:ext uri="{FF2B5EF4-FFF2-40B4-BE49-F238E27FC236}">
                <a16:creationId xmlns:a16="http://schemas.microsoft.com/office/drawing/2014/main" id="{46F5548D-83A1-4EC5-9600-544449A80EBA}"/>
              </a:ext>
            </a:extLst>
          </p:cNvPr>
          <p:cNvSpPr>
            <a:spLocks noGrp="1"/>
          </p:cNvSpPr>
          <p:nvPr/>
        </p:nvSpPr>
        <p:spPr>
          <a:xfrm>
            <a:off x="7638033" y="1214180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1" name="Stage1_sixpanel_8722">
            <a:extLst>
              <a:ext uri="{FF2B5EF4-FFF2-40B4-BE49-F238E27FC236}">
                <a16:creationId xmlns:a16="http://schemas.microsoft.com/office/drawing/2014/main" id="{5BA65C09-9A81-47D0-8057-D29F065B4EE8}"/>
              </a:ext>
            </a:extLst>
          </p:cNvPr>
          <p:cNvSpPr>
            <a:spLocks noGrp="1"/>
          </p:cNvSpPr>
          <p:nvPr/>
        </p:nvSpPr>
        <p:spPr>
          <a:xfrm>
            <a:off x="7599910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2" name="Stage1_sixpanel_8723">
            <a:extLst>
              <a:ext uri="{FF2B5EF4-FFF2-40B4-BE49-F238E27FC236}">
                <a16:creationId xmlns:a16="http://schemas.microsoft.com/office/drawing/2014/main" id="{5E88CB2C-56FD-41C8-87EB-E6DBE2B21606}"/>
              </a:ext>
            </a:extLst>
          </p:cNvPr>
          <p:cNvSpPr>
            <a:spLocks noGrp="1"/>
          </p:cNvSpPr>
          <p:nvPr/>
        </p:nvSpPr>
        <p:spPr>
          <a:xfrm>
            <a:off x="7718179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3" name="Stage1_sixpanel_8724">
            <a:extLst>
              <a:ext uri="{FF2B5EF4-FFF2-40B4-BE49-F238E27FC236}">
                <a16:creationId xmlns:a16="http://schemas.microsoft.com/office/drawing/2014/main" id="{828B8920-119C-46A8-A3DE-9A06D4269314}"/>
              </a:ext>
            </a:extLst>
          </p:cNvPr>
          <p:cNvSpPr>
            <a:spLocks noGrp="1"/>
          </p:cNvSpPr>
          <p:nvPr/>
        </p:nvSpPr>
        <p:spPr>
          <a:xfrm>
            <a:off x="7569757" y="115377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4" name="Stage1_sixpanel_8725">
            <a:extLst>
              <a:ext uri="{FF2B5EF4-FFF2-40B4-BE49-F238E27FC236}">
                <a16:creationId xmlns:a16="http://schemas.microsoft.com/office/drawing/2014/main" id="{29E63B84-941D-4AB8-9A82-B4CC011B1A00}"/>
              </a:ext>
            </a:extLst>
          </p:cNvPr>
          <p:cNvSpPr>
            <a:spLocks noGrp="1"/>
          </p:cNvSpPr>
          <p:nvPr/>
        </p:nvSpPr>
        <p:spPr>
          <a:xfrm>
            <a:off x="7564269" y="2499955"/>
            <a:ext cx="33640" cy="33640"/>
          </a:xfrm>
          <a:prstGeom prst="ellipse">
            <a:avLst/>
          </a:prstGeom>
          <a:solidFill>
            <a:srgbClr val="007C83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5" name="Stage1_sixpanel_8726">
            <a:extLst>
              <a:ext uri="{FF2B5EF4-FFF2-40B4-BE49-F238E27FC236}">
                <a16:creationId xmlns:a16="http://schemas.microsoft.com/office/drawing/2014/main" id="{67372ADB-C4D0-4183-9A3C-2CCD6F300A0C}"/>
              </a:ext>
            </a:extLst>
          </p:cNvPr>
          <p:cNvSpPr>
            <a:spLocks noGrp="1"/>
          </p:cNvSpPr>
          <p:nvPr/>
        </p:nvSpPr>
        <p:spPr>
          <a:xfrm>
            <a:off x="5717973" y="15106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6" name="Stage1_sixpanel_8727">
            <a:extLst>
              <a:ext uri="{FF2B5EF4-FFF2-40B4-BE49-F238E27FC236}">
                <a16:creationId xmlns:a16="http://schemas.microsoft.com/office/drawing/2014/main" id="{E3A5A8A0-1E11-4765-9C41-8B5BFC60ACFF}"/>
              </a:ext>
            </a:extLst>
          </p:cNvPr>
          <p:cNvSpPr>
            <a:spLocks noGrp="1"/>
          </p:cNvSpPr>
          <p:nvPr/>
        </p:nvSpPr>
        <p:spPr>
          <a:xfrm>
            <a:off x="5750806" y="16525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7" name="Stage1_sixpanel_8728">
            <a:extLst>
              <a:ext uri="{FF2B5EF4-FFF2-40B4-BE49-F238E27FC236}">
                <a16:creationId xmlns:a16="http://schemas.microsoft.com/office/drawing/2014/main" id="{A890231E-BA01-422F-8849-FA18AC2457C2}"/>
              </a:ext>
            </a:extLst>
          </p:cNvPr>
          <p:cNvSpPr>
            <a:spLocks noGrp="1"/>
          </p:cNvSpPr>
          <p:nvPr/>
        </p:nvSpPr>
        <p:spPr>
          <a:xfrm>
            <a:off x="5705351" y="14189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8" name="Stage1_sixpanel_8729">
            <a:extLst>
              <a:ext uri="{FF2B5EF4-FFF2-40B4-BE49-F238E27FC236}">
                <a16:creationId xmlns:a16="http://schemas.microsoft.com/office/drawing/2014/main" id="{0090211B-06C7-407B-8531-DBBF4D070622}"/>
              </a:ext>
            </a:extLst>
          </p:cNvPr>
          <p:cNvSpPr>
            <a:spLocks noGrp="1"/>
          </p:cNvSpPr>
          <p:nvPr/>
        </p:nvSpPr>
        <p:spPr>
          <a:xfrm>
            <a:off x="5807863" y="14482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59" name="Stage1_sixpanel_8730">
            <a:extLst>
              <a:ext uri="{FF2B5EF4-FFF2-40B4-BE49-F238E27FC236}">
                <a16:creationId xmlns:a16="http://schemas.microsoft.com/office/drawing/2014/main" id="{F635A090-A643-41CA-8010-2D832686FF70}"/>
              </a:ext>
            </a:extLst>
          </p:cNvPr>
          <p:cNvSpPr>
            <a:spLocks noGrp="1"/>
          </p:cNvSpPr>
          <p:nvPr/>
        </p:nvSpPr>
        <p:spPr>
          <a:xfrm>
            <a:off x="5745278" y="137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0" name="Stage1_sixpanel_8731">
            <a:extLst>
              <a:ext uri="{FF2B5EF4-FFF2-40B4-BE49-F238E27FC236}">
                <a16:creationId xmlns:a16="http://schemas.microsoft.com/office/drawing/2014/main" id="{FD9B28F3-9EA0-4395-8FE5-2CBEEB433C19}"/>
              </a:ext>
            </a:extLst>
          </p:cNvPr>
          <p:cNvSpPr>
            <a:spLocks noGrp="1"/>
          </p:cNvSpPr>
          <p:nvPr/>
        </p:nvSpPr>
        <p:spPr>
          <a:xfrm>
            <a:off x="5798092" y="197522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1" name="Stage1_sixpanel_8732">
            <a:extLst>
              <a:ext uri="{FF2B5EF4-FFF2-40B4-BE49-F238E27FC236}">
                <a16:creationId xmlns:a16="http://schemas.microsoft.com/office/drawing/2014/main" id="{F838AAE8-5937-42DF-82A7-7AA6F7D253C3}"/>
              </a:ext>
            </a:extLst>
          </p:cNvPr>
          <p:cNvSpPr>
            <a:spLocks noGrp="1"/>
          </p:cNvSpPr>
          <p:nvPr/>
        </p:nvSpPr>
        <p:spPr>
          <a:xfrm>
            <a:off x="5811037" y="178734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2" name="Stage1_sixpanel_8733">
            <a:extLst>
              <a:ext uri="{FF2B5EF4-FFF2-40B4-BE49-F238E27FC236}">
                <a16:creationId xmlns:a16="http://schemas.microsoft.com/office/drawing/2014/main" id="{CE4B2658-891C-45E2-AAF6-C359C924AD66}"/>
              </a:ext>
            </a:extLst>
          </p:cNvPr>
          <p:cNvSpPr>
            <a:spLocks noGrp="1"/>
          </p:cNvSpPr>
          <p:nvPr/>
        </p:nvSpPr>
        <p:spPr>
          <a:xfrm>
            <a:off x="5688629" y="186586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3" name="Stage1_sixpanel_8734">
            <a:extLst>
              <a:ext uri="{FF2B5EF4-FFF2-40B4-BE49-F238E27FC236}">
                <a16:creationId xmlns:a16="http://schemas.microsoft.com/office/drawing/2014/main" id="{F0292719-7DA7-43EE-A29C-446BBE33F84C}"/>
              </a:ext>
            </a:extLst>
          </p:cNvPr>
          <p:cNvSpPr>
            <a:spLocks noGrp="1"/>
          </p:cNvSpPr>
          <p:nvPr/>
        </p:nvSpPr>
        <p:spPr>
          <a:xfrm>
            <a:off x="5841886" y="15477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4" name="Stage1_sixpanel_8735">
            <a:extLst>
              <a:ext uri="{FF2B5EF4-FFF2-40B4-BE49-F238E27FC236}">
                <a16:creationId xmlns:a16="http://schemas.microsoft.com/office/drawing/2014/main" id="{127A9285-2EB8-4AFC-BD09-75CBF0C3293E}"/>
              </a:ext>
            </a:extLst>
          </p:cNvPr>
          <p:cNvSpPr>
            <a:spLocks noGrp="1"/>
          </p:cNvSpPr>
          <p:nvPr/>
        </p:nvSpPr>
        <p:spPr>
          <a:xfrm>
            <a:off x="5753291" y="15014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5" name="Stage1_sixpanel_8736">
            <a:extLst>
              <a:ext uri="{FF2B5EF4-FFF2-40B4-BE49-F238E27FC236}">
                <a16:creationId xmlns:a16="http://schemas.microsoft.com/office/drawing/2014/main" id="{0A1A9A2A-7603-4C78-A957-A4130325B94B}"/>
              </a:ext>
            </a:extLst>
          </p:cNvPr>
          <p:cNvSpPr>
            <a:spLocks noGrp="1"/>
          </p:cNvSpPr>
          <p:nvPr/>
        </p:nvSpPr>
        <p:spPr>
          <a:xfrm>
            <a:off x="5678232" y="18884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6" name="Stage1_sixpanel_8737">
            <a:extLst>
              <a:ext uri="{FF2B5EF4-FFF2-40B4-BE49-F238E27FC236}">
                <a16:creationId xmlns:a16="http://schemas.microsoft.com/office/drawing/2014/main" id="{6178BC66-6B74-43CD-BD21-02D57C59CD86}"/>
              </a:ext>
            </a:extLst>
          </p:cNvPr>
          <p:cNvSpPr>
            <a:spLocks noGrp="1"/>
          </p:cNvSpPr>
          <p:nvPr/>
        </p:nvSpPr>
        <p:spPr>
          <a:xfrm>
            <a:off x="5757385" y="17995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7" name="Stage1_sixpanel_8738">
            <a:extLst>
              <a:ext uri="{FF2B5EF4-FFF2-40B4-BE49-F238E27FC236}">
                <a16:creationId xmlns:a16="http://schemas.microsoft.com/office/drawing/2014/main" id="{71F14057-F53C-4808-8CDF-B5A744156825}"/>
              </a:ext>
            </a:extLst>
          </p:cNvPr>
          <p:cNvSpPr>
            <a:spLocks noGrp="1"/>
          </p:cNvSpPr>
          <p:nvPr/>
        </p:nvSpPr>
        <p:spPr>
          <a:xfrm>
            <a:off x="5762630" y="22636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8" name="Stage1_sixpanel_8739">
            <a:extLst>
              <a:ext uri="{FF2B5EF4-FFF2-40B4-BE49-F238E27FC236}">
                <a16:creationId xmlns:a16="http://schemas.microsoft.com/office/drawing/2014/main" id="{D4C59F9D-D6AA-4011-9F11-6F7050ACE666}"/>
              </a:ext>
            </a:extLst>
          </p:cNvPr>
          <p:cNvSpPr>
            <a:spLocks noGrp="1"/>
          </p:cNvSpPr>
          <p:nvPr/>
        </p:nvSpPr>
        <p:spPr>
          <a:xfrm>
            <a:off x="5691475" y="19585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69" name="Stage1_sixpanel_8740">
            <a:extLst>
              <a:ext uri="{FF2B5EF4-FFF2-40B4-BE49-F238E27FC236}">
                <a16:creationId xmlns:a16="http://schemas.microsoft.com/office/drawing/2014/main" id="{CD25F328-294A-450C-8ADA-F91994DB25EC}"/>
              </a:ext>
            </a:extLst>
          </p:cNvPr>
          <p:cNvSpPr>
            <a:spLocks noGrp="1"/>
          </p:cNvSpPr>
          <p:nvPr/>
        </p:nvSpPr>
        <p:spPr>
          <a:xfrm>
            <a:off x="5678202" y="14320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0" name="Stage1_sixpanel_8741">
            <a:extLst>
              <a:ext uri="{FF2B5EF4-FFF2-40B4-BE49-F238E27FC236}">
                <a16:creationId xmlns:a16="http://schemas.microsoft.com/office/drawing/2014/main" id="{7B8B3D7E-68D6-45E8-8B3D-7A017265ED9E}"/>
              </a:ext>
            </a:extLst>
          </p:cNvPr>
          <p:cNvSpPr>
            <a:spLocks noGrp="1"/>
          </p:cNvSpPr>
          <p:nvPr/>
        </p:nvSpPr>
        <p:spPr>
          <a:xfrm>
            <a:off x="580176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1" name="Stage1_sixpanel_8742">
            <a:extLst>
              <a:ext uri="{FF2B5EF4-FFF2-40B4-BE49-F238E27FC236}">
                <a16:creationId xmlns:a16="http://schemas.microsoft.com/office/drawing/2014/main" id="{CBD89D4E-913E-40A8-A54D-26C448C4CBFA}"/>
              </a:ext>
            </a:extLst>
          </p:cNvPr>
          <p:cNvSpPr>
            <a:spLocks noGrp="1"/>
          </p:cNvSpPr>
          <p:nvPr/>
        </p:nvSpPr>
        <p:spPr>
          <a:xfrm>
            <a:off x="5799085" y="14235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2" name="Stage1_sixpanel_8743">
            <a:extLst>
              <a:ext uri="{FF2B5EF4-FFF2-40B4-BE49-F238E27FC236}">
                <a16:creationId xmlns:a16="http://schemas.microsoft.com/office/drawing/2014/main" id="{C0DBBCA6-383D-4EB7-9FF6-A11DDAC71809}"/>
              </a:ext>
            </a:extLst>
          </p:cNvPr>
          <p:cNvSpPr>
            <a:spLocks noGrp="1"/>
          </p:cNvSpPr>
          <p:nvPr/>
        </p:nvSpPr>
        <p:spPr>
          <a:xfrm>
            <a:off x="5742796" y="137910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3" name="Stage1_sixpanel_8744">
            <a:extLst>
              <a:ext uri="{FF2B5EF4-FFF2-40B4-BE49-F238E27FC236}">
                <a16:creationId xmlns:a16="http://schemas.microsoft.com/office/drawing/2014/main" id="{BC6EAB47-37FC-4509-B4FC-924B8AF6E626}"/>
              </a:ext>
            </a:extLst>
          </p:cNvPr>
          <p:cNvSpPr>
            <a:spLocks noGrp="1"/>
          </p:cNvSpPr>
          <p:nvPr/>
        </p:nvSpPr>
        <p:spPr>
          <a:xfrm>
            <a:off x="5745441" y="18707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4" name="Stage1_sixpanel_8745">
            <a:extLst>
              <a:ext uri="{FF2B5EF4-FFF2-40B4-BE49-F238E27FC236}">
                <a16:creationId xmlns:a16="http://schemas.microsoft.com/office/drawing/2014/main" id="{4AD19437-CE90-4EE7-8E8A-C9B3766BE775}"/>
              </a:ext>
            </a:extLst>
          </p:cNvPr>
          <p:cNvSpPr>
            <a:spLocks noGrp="1"/>
          </p:cNvSpPr>
          <p:nvPr/>
        </p:nvSpPr>
        <p:spPr>
          <a:xfrm>
            <a:off x="583867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5" name="Stage1_sixpanel_8746">
            <a:extLst>
              <a:ext uri="{FF2B5EF4-FFF2-40B4-BE49-F238E27FC236}">
                <a16:creationId xmlns:a16="http://schemas.microsoft.com/office/drawing/2014/main" id="{AB9F6A3E-E50A-4A80-AE34-8C43CA062519}"/>
              </a:ext>
            </a:extLst>
          </p:cNvPr>
          <p:cNvSpPr>
            <a:spLocks noGrp="1"/>
          </p:cNvSpPr>
          <p:nvPr/>
        </p:nvSpPr>
        <p:spPr>
          <a:xfrm>
            <a:off x="5720033" y="196175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6" name="Stage1_sixpanel_8747">
            <a:extLst>
              <a:ext uri="{FF2B5EF4-FFF2-40B4-BE49-F238E27FC236}">
                <a16:creationId xmlns:a16="http://schemas.microsoft.com/office/drawing/2014/main" id="{98C618F0-C6BA-4B5E-A236-E808376D8E47}"/>
              </a:ext>
            </a:extLst>
          </p:cNvPr>
          <p:cNvSpPr>
            <a:spLocks noGrp="1"/>
          </p:cNvSpPr>
          <p:nvPr/>
        </p:nvSpPr>
        <p:spPr>
          <a:xfrm>
            <a:off x="578899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7" name="Stage1_sixpanel_8748">
            <a:extLst>
              <a:ext uri="{FF2B5EF4-FFF2-40B4-BE49-F238E27FC236}">
                <a16:creationId xmlns:a16="http://schemas.microsoft.com/office/drawing/2014/main" id="{94AF39B0-2A6C-49D7-9C92-2A3515F821F1}"/>
              </a:ext>
            </a:extLst>
          </p:cNvPr>
          <p:cNvSpPr>
            <a:spLocks noGrp="1"/>
          </p:cNvSpPr>
          <p:nvPr/>
        </p:nvSpPr>
        <p:spPr>
          <a:xfrm>
            <a:off x="5835000" y="1392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8" name="Stage1_sixpanel_8749">
            <a:extLst>
              <a:ext uri="{FF2B5EF4-FFF2-40B4-BE49-F238E27FC236}">
                <a16:creationId xmlns:a16="http://schemas.microsoft.com/office/drawing/2014/main" id="{4F8E3BFE-DF9E-4186-AF4C-7AC2806B86E7}"/>
              </a:ext>
            </a:extLst>
          </p:cNvPr>
          <p:cNvSpPr>
            <a:spLocks noGrp="1"/>
          </p:cNvSpPr>
          <p:nvPr/>
        </p:nvSpPr>
        <p:spPr>
          <a:xfrm>
            <a:off x="5729112" y="14994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79" name="Stage1_sixpanel_8750">
            <a:extLst>
              <a:ext uri="{FF2B5EF4-FFF2-40B4-BE49-F238E27FC236}">
                <a16:creationId xmlns:a16="http://schemas.microsoft.com/office/drawing/2014/main" id="{85437383-35AC-443A-8C37-B35480246FA5}"/>
              </a:ext>
            </a:extLst>
          </p:cNvPr>
          <p:cNvSpPr>
            <a:spLocks noGrp="1"/>
          </p:cNvSpPr>
          <p:nvPr/>
        </p:nvSpPr>
        <p:spPr>
          <a:xfrm>
            <a:off x="5740271" y="16094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0" name="Stage1_sixpanel_8751">
            <a:extLst>
              <a:ext uri="{FF2B5EF4-FFF2-40B4-BE49-F238E27FC236}">
                <a16:creationId xmlns:a16="http://schemas.microsoft.com/office/drawing/2014/main" id="{C17D62CC-816F-4715-A2B3-7C3BD6F6C7B7}"/>
              </a:ext>
            </a:extLst>
          </p:cNvPr>
          <p:cNvSpPr>
            <a:spLocks noGrp="1"/>
          </p:cNvSpPr>
          <p:nvPr/>
        </p:nvSpPr>
        <p:spPr>
          <a:xfrm>
            <a:off x="5679501" y="201899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1" name="Stage1_sixpanel_8752">
            <a:extLst>
              <a:ext uri="{FF2B5EF4-FFF2-40B4-BE49-F238E27FC236}">
                <a16:creationId xmlns:a16="http://schemas.microsoft.com/office/drawing/2014/main" id="{253E3B89-D6BF-4B0D-80D2-A10CF4C22B5B}"/>
              </a:ext>
            </a:extLst>
          </p:cNvPr>
          <p:cNvSpPr>
            <a:spLocks noGrp="1"/>
          </p:cNvSpPr>
          <p:nvPr/>
        </p:nvSpPr>
        <p:spPr>
          <a:xfrm>
            <a:off x="5753826" y="249479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2" name="Stage1_sixpanel_8753">
            <a:extLst>
              <a:ext uri="{FF2B5EF4-FFF2-40B4-BE49-F238E27FC236}">
                <a16:creationId xmlns:a16="http://schemas.microsoft.com/office/drawing/2014/main" id="{5CAEFD26-1A58-4C1A-9563-A1FEB6109432}"/>
              </a:ext>
            </a:extLst>
          </p:cNvPr>
          <p:cNvSpPr>
            <a:spLocks noGrp="1"/>
          </p:cNvSpPr>
          <p:nvPr/>
        </p:nvSpPr>
        <p:spPr>
          <a:xfrm>
            <a:off x="5832307" y="15210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3" name="Stage1_sixpanel_8754">
            <a:extLst>
              <a:ext uri="{FF2B5EF4-FFF2-40B4-BE49-F238E27FC236}">
                <a16:creationId xmlns:a16="http://schemas.microsoft.com/office/drawing/2014/main" id="{E093F034-DAB8-4160-B5C8-636D6EA9E64E}"/>
              </a:ext>
            </a:extLst>
          </p:cNvPr>
          <p:cNvSpPr>
            <a:spLocks noGrp="1"/>
          </p:cNvSpPr>
          <p:nvPr/>
        </p:nvSpPr>
        <p:spPr>
          <a:xfrm>
            <a:off x="56746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4" name="Stage1_sixpanel_8755">
            <a:extLst>
              <a:ext uri="{FF2B5EF4-FFF2-40B4-BE49-F238E27FC236}">
                <a16:creationId xmlns:a16="http://schemas.microsoft.com/office/drawing/2014/main" id="{61D388AF-637F-4426-82EA-731695BD8872}"/>
              </a:ext>
            </a:extLst>
          </p:cNvPr>
          <p:cNvSpPr>
            <a:spLocks noGrp="1"/>
          </p:cNvSpPr>
          <p:nvPr/>
        </p:nvSpPr>
        <p:spPr>
          <a:xfrm>
            <a:off x="5775068" y="19202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5" name="Stage1_sixpanel_8756">
            <a:extLst>
              <a:ext uri="{FF2B5EF4-FFF2-40B4-BE49-F238E27FC236}">
                <a16:creationId xmlns:a16="http://schemas.microsoft.com/office/drawing/2014/main" id="{3AA7F608-0FD7-4104-A6E3-1E902013BE65}"/>
              </a:ext>
            </a:extLst>
          </p:cNvPr>
          <p:cNvSpPr>
            <a:spLocks noGrp="1"/>
          </p:cNvSpPr>
          <p:nvPr/>
        </p:nvSpPr>
        <p:spPr>
          <a:xfrm>
            <a:off x="5840665" y="25546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6" name="Stage1_sixpanel_8757">
            <a:extLst>
              <a:ext uri="{FF2B5EF4-FFF2-40B4-BE49-F238E27FC236}">
                <a16:creationId xmlns:a16="http://schemas.microsoft.com/office/drawing/2014/main" id="{36B69EF2-2FAF-43A2-95F1-E181D2541ED3}"/>
              </a:ext>
            </a:extLst>
          </p:cNvPr>
          <p:cNvSpPr>
            <a:spLocks noGrp="1"/>
          </p:cNvSpPr>
          <p:nvPr/>
        </p:nvSpPr>
        <p:spPr>
          <a:xfrm>
            <a:off x="5827136" y="13423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7" name="Stage1_sixpanel_8758">
            <a:extLst>
              <a:ext uri="{FF2B5EF4-FFF2-40B4-BE49-F238E27FC236}">
                <a16:creationId xmlns:a16="http://schemas.microsoft.com/office/drawing/2014/main" id="{3E4205BA-3D63-496C-BF2F-EFD1AA1F7FE5}"/>
              </a:ext>
            </a:extLst>
          </p:cNvPr>
          <p:cNvSpPr>
            <a:spLocks noGrp="1"/>
          </p:cNvSpPr>
          <p:nvPr/>
        </p:nvSpPr>
        <p:spPr>
          <a:xfrm>
            <a:off x="5808133" y="15081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8" name="Stage1_sixpanel_8759">
            <a:extLst>
              <a:ext uri="{FF2B5EF4-FFF2-40B4-BE49-F238E27FC236}">
                <a16:creationId xmlns:a16="http://schemas.microsoft.com/office/drawing/2014/main" id="{095917DB-3F5E-4187-A656-82F20308D702}"/>
              </a:ext>
            </a:extLst>
          </p:cNvPr>
          <p:cNvSpPr>
            <a:spLocks noGrp="1"/>
          </p:cNvSpPr>
          <p:nvPr/>
        </p:nvSpPr>
        <p:spPr>
          <a:xfrm>
            <a:off x="5714054" y="145622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89" name="Stage1_sixpanel_8760">
            <a:extLst>
              <a:ext uri="{FF2B5EF4-FFF2-40B4-BE49-F238E27FC236}">
                <a16:creationId xmlns:a16="http://schemas.microsoft.com/office/drawing/2014/main" id="{F88AE386-B57D-4AEC-8249-D7BCBA1F2123}"/>
              </a:ext>
            </a:extLst>
          </p:cNvPr>
          <p:cNvSpPr>
            <a:spLocks noGrp="1"/>
          </p:cNvSpPr>
          <p:nvPr/>
        </p:nvSpPr>
        <p:spPr>
          <a:xfrm>
            <a:off x="5832817" y="23624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0" name="Stage1_sixpanel_8761">
            <a:extLst>
              <a:ext uri="{FF2B5EF4-FFF2-40B4-BE49-F238E27FC236}">
                <a16:creationId xmlns:a16="http://schemas.microsoft.com/office/drawing/2014/main" id="{245F80D7-5399-4EF1-900E-F5FE36A8815D}"/>
              </a:ext>
            </a:extLst>
          </p:cNvPr>
          <p:cNvSpPr>
            <a:spLocks noGrp="1"/>
          </p:cNvSpPr>
          <p:nvPr/>
        </p:nvSpPr>
        <p:spPr>
          <a:xfrm>
            <a:off x="581310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1" name="Stage1_sixpanel_8762">
            <a:extLst>
              <a:ext uri="{FF2B5EF4-FFF2-40B4-BE49-F238E27FC236}">
                <a16:creationId xmlns:a16="http://schemas.microsoft.com/office/drawing/2014/main" id="{B2D96515-E7B3-4066-98AB-2C19255BF387}"/>
              </a:ext>
            </a:extLst>
          </p:cNvPr>
          <p:cNvSpPr>
            <a:spLocks noGrp="1"/>
          </p:cNvSpPr>
          <p:nvPr/>
        </p:nvSpPr>
        <p:spPr>
          <a:xfrm>
            <a:off x="5810943" y="14220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2" name="Stage1_sixpanel_8763">
            <a:extLst>
              <a:ext uri="{FF2B5EF4-FFF2-40B4-BE49-F238E27FC236}">
                <a16:creationId xmlns:a16="http://schemas.microsoft.com/office/drawing/2014/main" id="{2C54C215-C6A9-42D0-8198-6D6F46FD0D78}"/>
              </a:ext>
            </a:extLst>
          </p:cNvPr>
          <p:cNvSpPr>
            <a:spLocks noGrp="1"/>
          </p:cNvSpPr>
          <p:nvPr/>
        </p:nvSpPr>
        <p:spPr>
          <a:xfrm>
            <a:off x="5700944" y="205073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3" name="Stage1_sixpanel_8764">
            <a:extLst>
              <a:ext uri="{FF2B5EF4-FFF2-40B4-BE49-F238E27FC236}">
                <a16:creationId xmlns:a16="http://schemas.microsoft.com/office/drawing/2014/main" id="{AB7917AE-A003-4B1E-BB5A-28CD64D23FC8}"/>
              </a:ext>
            </a:extLst>
          </p:cNvPr>
          <p:cNvSpPr>
            <a:spLocks noGrp="1"/>
          </p:cNvSpPr>
          <p:nvPr/>
        </p:nvSpPr>
        <p:spPr>
          <a:xfrm>
            <a:off x="5756084" y="198095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4" name="Stage1_sixpanel_8765">
            <a:extLst>
              <a:ext uri="{FF2B5EF4-FFF2-40B4-BE49-F238E27FC236}">
                <a16:creationId xmlns:a16="http://schemas.microsoft.com/office/drawing/2014/main" id="{E96D3D54-C9EE-4BF6-9525-1186CBD42E1F}"/>
              </a:ext>
            </a:extLst>
          </p:cNvPr>
          <p:cNvSpPr>
            <a:spLocks noGrp="1"/>
          </p:cNvSpPr>
          <p:nvPr/>
        </p:nvSpPr>
        <p:spPr>
          <a:xfrm>
            <a:off x="5821290" y="186922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5" name="Stage1_sixpanel_8766">
            <a:extLst>
              <a:ext uri="{FF2B5EF4-FFF2-40B4-BE49-F238E27FC236}">
                <a16:creationId xmlns:a16="http://schemas.microsoft.com/office/drawing/2014/main" id="{E04BC5E0-9249-43DE-AD31-334F461F836D}"/>
              </a:ext>
            </a:extLst>
          </p:cNvPr>
          <p:cNvSpPr>
            <a:spLocks noGrp="1"/>
          </p:cNvSpPr>
          <p:nvPr/>
        </p:nvSpPr>
        <p:spPr>
          <a:xfrm>
            <a:off x="5693283" y="22432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6" name="Stage1_sixpanel_8767">
            <a:extLst>
              <a:ext uri="{FF2B5EF4-FFF2-40B4-BE49-F238E27FC236}">
                <a16:creationId xmlns:a16="http://schemas.microsoft.com/office/drawing/2014/main" id="{BCF5CC30-A742-4BDF-8444-A7317C8D0D56}"/>
              </a:ext>
            </a:extLst>
          </p:cNvPr>
          <p:cNvSpPr>
            <a:spLocks noGrp="1"/>
          </p:cNvSpPr>
          <p:nvPr/>
        </p:nvSpPr>
        <p:spPr>
          <a:xfrm>
            <a:off x="5700445" y="15791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7" name="Stage1_sixpanel_8768">
            <a:extLst>
              <a:ext uri="{FF2B5EF4-FFF2-40B4-BE49-F238E27FC236}">
                <a16:creationId xmlns:a16="http://schemas.microsoft.com/office/drawing/2014/main" id="{D2F450DD-E3DE-44CF-9F97-7A4D04E9111E}"/>
              </a:ext>
            </a:extLst>
          </p:cNvPr>
          <p:cNvSpPr>
            <a:spLocks noGrp="1"/>
          </p:cNvSpPr>
          <p:nvPr/>
        </p:nvSpPr>
        <p:spPr>
          <a:xfrm>
            <a:off x="5727837" y="14522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8" name="Stage1_sixpanel_8769">
            <a:extLst>
              <a:ext uri="{FF2B5EF4-FFF2-40B4-BE49-F238E27FC236}">
                <a16:creationId xmlns:a16="http://schemas.microsoft.com/office/drawing/2014/main" id="{F0736853-6B6A-4E93-AC95-07776079623F}"/>
              </a:ext>
            </a:extLst>
          </p:cNvPr>
          <p:cNvSpPr>
            <a:spLocks noGrp="1"/>
          </p:cNvSpPr>
          <p:nvPr/>
        </p:nvSpPr>
        <p:spPr>
          <a:xfrm>
            <a:off x="574578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599" name="Stage1_sixpanel_8770">
            <a:extLst>
              <a:ext uri="{FF2B5EF4-FFF2-40B4-BE49-F238E27FC236}">
                <a16:creationId xmlns:a16="http://schemas.microsoft.com/office/drawing/2014/main" id="{18BC0423-1DC7-4FB1-B4A2-50A2D24BA853}"/>
              </a:ext>
            </a:extLst>
          </p:cNvPr>
          <p:cNvSpPr>
            <a:spLocks noGrp="1"/>
          </p:cNvSpPr>
          <p:nvPr/>
        </p:nvSpPr>
        <p:spPr>
          <a:xfrm>
            <a:off x="5744273" y="15083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0" name="Stage1_sixpanel_8771">
            <a:extLst>
              <a:ext uri="{FF2B5EF4-FFF2-40B4-BE49-F238E27FC236}">
                <a16:creationId xmlns:a16="http://schemas.microsoft.com/office/drawing/2014/main" id="{E7592733-3DB6-4027-88DB-15575B49ABAE}"/>
              </a:ext>
            </a:extLst>
          </p:cNvPr>
          <p:cNvSpPr>
            <a:spLocks noGrp="1"/>
          </p:cNvSpPr>
          <p:nvPr/>
        </p:nvSpPr>
        <p:spPr>
          <a:xfrm>
            <a:off x="5694354" y="158631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1" name="Stage1_sixpanel_8772">
            <a:extLst>
              <a:ext uri="{FF2B5EF4-FFF2-40B4-BE49-F238E27FC236}">
                <a16:creationId xmlns:a16="http://schemas.microsoft.com/office/drawing/2014/main" id="{DB3E07A2-D978-4842-A77B-821E122E3654}"/>
              </a:ext>
            </a:extLst>
          </p:cNvPr>
          <p:cNvSpPr>
            <a:spLocks noGrp="1"/>
          </p:cNvSpPr>
          <p:nvPr/>
        </p:nvSpPr>
        <p:spPr>
          <a:xfrm>
            <a:off x="5787860" y="133782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2" name="Stage1_sixpanel_8773">
            <a:extLst>
              <a:ext uri="{FF2B5EF4-FFF2-40B4-BE49-F238E27FC236}">
                <a16:creationId xmlns:a16="http://schemas.microsoft.com/office/drawing/2014/main" id="{0DD0F8F1-1212-4B9D-B837-334B68C58421}"/>
              </a:ext>
            </a:extLst>
          </p:cNvPr>
          <p:cNvSpPr>
            <a:spLocks noGrp="1"/>
          </p:cNvSpPr>
          <p:nvPr/>
        </p:nvSpPr>
        <p:spPr>
          <a:xfrm>
            <a:off x="5790715" y="21974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3" name="Stage1_sixpanel_8774">
            <a:extLst>
              <a:ext uri="{FF2B5EF4-FFF2-40B4-BE49-F238E27FC236}">
                <a16:creationId xmlns:a16="http://schemas.microsoft.com/office/drawing/2014/main" id="{6D9A1191-1889-408F-984E-9287FD091850}"/>
              </a:ext>
            </a:extLst>
          </p:cNvPr>
          <p:cNvSpPr>
            <a:spLocks noGrp="1"/>
          </p:cNvSpPr>
          <p:nvPr/>
        </p:nvSpPr>
        <p:spPr>
          <a:xfrm>
            <a:off x="5777774" y="138362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4" name="Stage1_sixpanel_8775">
            <a:extLst>
              <a:ext uri="{FF2B5EF4-FFF2-40B4-BE49-F238E27FC236}">
                <a16:creationId xmlns:a16="http://schemas.microsoft.com/office/drawing/2014/main" id="{F30D0DBB-4C76-4F80-B289-C5ABAA056E65}"/>
              </a:ext>
            </a:extLst>
          </p:cNvPr>
          <p:cNvSpPr>
            <a:spLocks noGrp="1"/>
          </p:cNvSpPr>
          <p:nvPr/>
        </p:nvSpPr>
        <p:spPr>
          <a:xfrm>
            <a:off x="572658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5" name="Stage1_sixpanel_8776">
            <a:extLst>
              <a:ext uri="{FF2B5EF4-FFF2-40B4-BE49-F238E27FC236}">
                <a16:creationId xmlns:a16="http://schemas.microsoft.com/office/drawing/2014/main" id="{B67691D3-DF03-446C-ACFC-9F52E53DAE4F}"/>
              </a:ext>
            </a:extLst>
          </p:cNvPr>
          <p:cNvSpPr>
            <a:spLocks noGrp="1"/>
          </p:cNvSpPr>
          <p:nvPr/>
        </p:nvSpPr>
        <p:spPr>
          <a:xfrm>
            <a:off x="5749664" y="23861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6" name="Stage1_sixpanel_8777">
            <a:extLst>
              <a:ext uri="{FF2B5EF4-FFF2-40B4-BE49-F238E27FC236}">
                <a16:creationId xmlns:a16="http://schemas.microsoft.com/office/drawing/2014/main" id="{CEE10C1A-BF04-432D-927D-A0DF97D28D85}"/>
              </a:ext>
            </a:extLst>
          </p:cNvPr>
          <p:cNvSpPr>
            <a:spLocks noGrp="1"/>
          </p:cNvSpPr>
          <p:nvPr/>
        </p:nvSpPr>
        <p:spPr>
          <a:xfrm>
            <a:off x="5759920" y="204652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7" name="Stage1_sixpanel_8778">
            <a:extLst>
              <a:ext uri="{FF2B5EF4-FFF2-40B4-BE49-F238E27FC236}">
                <a16:creationId xmlns:a16="http://schemas.microsoft.com/office/drawing/2014/main" id="{6D2E4B9E-17EE-46E1-A403-566EC71E8986}"/>
              </a:ext>
            </a:extLst>
          </p:cNvPr>
          <p:cNvSpPr>
            <a:spLocks noGrp="1"/>
          </p:cNvSpPr>
          <p:nvPr/>
        </p:nvSpPr>
        <p:spPr>
          <a:xfrm>
            <a:off x="5803675" y="20698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8" name="Stage1_sixpanel_8779">
            <a:extLst>
              <a:ext uri="{FF2B5EF4-FFF2-40B4-BE49-F238E27FC236}">
                <a16:creationId xmlns:a16="http://schemas.microsoft.com/office/drawing/2014/main" id="{F3DC6B58-5CAC-4285-A5A5-6761814467A6}"/>
              </a:ext>
            </a:extLst>
          </p:cNvPr>
          <p:cNvSpPr>
            <a:spLocks noGrp="1"/>
          </p:cNvSpPr>
          <p:nvPr/>
        </p:nvSpPr>
        <p:spPr>
          <a:xfrm>
            <a:off x="57880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09" name="Stage1_sixpanel_8780">
            <a:extLst>
              <a:ext uri="{FF2B5EF4-FFF2-40B4-BE49-F238E27FC236}">
                <a16:creationId xmlns:a16="http://schemas.microsoft.com/office/drawing/2014/main" id="{66746C9F-905F-445F-B28C-6842D0CBABD0}"/>
              </a:ext>
            </a:extLst>
          </p:cNvPr>
          <p:cNvSpPr>
            <a:spLocks noGrp="1"/>
          </p:cNvSpPr>
          <p:nvPr/>
        </p:nvSpPr>
        <p:spPr>
          <a:xfrm>
            <a:off x="5768130" y="140141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0" name="Stage1_sixpanel_8781">
            <a:extLst>
              <a:ext uri="{FF2B5EF4-FFF2-40B4-BE49-F238E27FC236}">
                <a16:creationId xmlns:a16="http://schemas.microsoft.com/office/drawing/2014/main" id="{6FCFB4E4-813D-4124-8AD2-D9D47B0A1FB6}"/>
              </a:ext>
            </a:extLst>
          </p:cNvPr>
          <p:cNvSpPr>
            <a:spLocks noGrp="1"/>
          </p:cNvSpPr>
          <p:nvPr/>
        </p:nvSpPr>
        <p:spPr>
          <a:xfrm>
            <a:off x="582469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1" name="Stage1_sixpanel_8782">
            <a:extLst>
              <a:ext uri="{FF2B5EF4-FFF2-40B4-BE49-F238E27FC236}">
                <a16:creationId xmlns:a16="http://schemas.microsoft.com/office/drawing/2014/main" id="{BFECAE8E-4E7E-4E91-815B-C143EFC33648}"/>
              </a:ext>
            </a:extLst>
          </p:cNvPr>
          <p:cNvSpPr>
            <a:spLocks noGrp="1"/>
          </p:cNvSpPr>
          <p:nvPr/>
        </p:nvSpPr>
        <p:spPr>
          <a:xfrm>
            <a:off x="5691759" y="218901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2" name="Stage1_sixpanel_8783">
            <a:extLst>
              <a:ext uri="{FF2B5EF4-FFF2-40B4-BE49-F238E27FC236}">
                <a16:creationId xmlns:a16="http://schemas.microsoft.com/office/drawing/2014/main" id="{6E51BA9F-385D-4CFF-9FF8-A13E6A1FAC17}"/>
              </a:ext>
            </a:extLst>
          </p:cNvPr>
          <p:cNvSpPr>
            <a:spLocks noGrp="1"/>
          </p:cNvSpPr>
          <p:nvPr/>
        </p:nvSpPr>
        <p:spPr>
          <a:xfrm>
            <a:off x="5784576" y="141495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3" name="Stage1_sixpanel_8784">
            <a:extLst>
              <a:ext uri="{FF2B5EF4-FFF2-40B4-BE49-F238E27FC236}">
                <a16:creationId xmlns:a16="http://schemas.microsoft.com/office/drawing/2014/main" id="{9A481380-88EF-400D-AF5A-6FD1A44195CB}"/>
              </a:ext>
            </a:extLst>
          </p:cNvPr>
          <p:cNvSpPr>
            <a:spLocks noGrp="1"/>
          </p:cNvSpPr>
          <p:nvPr/>
        </p:nvSpPr>
        <p:spPr>
          <a:xfrm>
            <a:off x="5742983" y="16598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4" name="Stage1_sixpanel_8785">
            <a:extLst>
              <a:ext uri="{FF2B5EF4-FFF2-40B4-BE49-F238E27FC236}">
                <a16:creationId xmlns:a16="http://schemas.microsoft.com/office/drawing/2014/main" id="{6B17B214-CD86-4F50-8E71-9EDFAC3C330A}"/>
              </a:ext>
            </a:extLst>
          </p:cNvPr>
          <p:cNvSpPr>
            <a:spLocks noGrp="1"/>
          </p:cNvSpPr>
          <p:nvPr/>
        </p:nvSpPr>
        <p:spPr>
          <a:xfrm>
            <a:off x="5690298" y="196998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5" name="Stage1_sixpanel_8786">
            <a:extLst>
              <a:ext uri="{FF2B5EF4-FFF2-40B4-BE49-F238E27FC236}">
                <a16:creationId xmlns:a16="http://schemas.microsoft.com/office/drawing/2014/main" id="{B47C1927-B20A-40B9-AF00-0A3C60D850AD}"/>
              </a:ext>
            </a:extLst>
          </p:cNvPr>
          <p:cNvSpPr>
            <a:spLocks noGrp="1"/>
          </p:cNvSpPr>
          <p:nvPr/>
        </p:nvSpPr>
        <p:spPr>
          <a:xfrm>
            <a:off x="5806696" y="15483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6" name="Stage1_sixpanel_8787">
            <a:extLst>
              <a:ext uri="{FF2B5EF4-FFF2-40B4-BE49-F238E27FC236}">
                <a16:creationId xmlns:a16="http://schemas.microsoft.com/office/drawing/2014/main" id="{53BFE686-7F72-40FC-98B7-01EE0E83FA78}"/>
              </a:ext>
            </a:extLst>
          </p:cNvPr>
          <p:cNvSpPr>
            <a:spLocks noGrp="1"/>
          </p:cNvSpPr>
          <p:nvPr/>
        </p:nvSpPr>
        <p:spPr>
          <a:xfrm>
            <a:off x="581934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7" name="Stage1_sixpanel_8788">
            <a:extLst>
              <a:ext uri="{FF2B5EF4-FFF2-40B4-BE49-F238E27FC236}">
                <a16:creationId xmlns:a16="http://schemas.microsoft.com/office/drawing/2014/main" id="{92F2AF17-1EFC-463A-86B2-0A6D95E7577B}"/>
              </a:ext>
            </a:extLst>
          </p:cNvPr>
          <p:cNvSpPr>
            <a:spLocks noGrp="1"/>
          </p:cNvSpPr>
          <p:nvPr/>
        </p:nvSpPr>
        <p:spPr>
          <a:xfrm>
            <a:off x="5673438" y="150951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8" name="Stage1_sixpanel_8789">
            <a:extLst>
              <a:ext uri="{FF2B5EF4-FFF2-40B4-BE49-F238E27FC236}">
                <a16:creationId xmlns:a16="http://schemas.microsoft.com/office/drawing/2014/main" id="{71E412D2-4EE0-4FEE-8656-FF5D254099CA}"/>
              </a:ext>
            </a:extLst>
          </p:cNvPr>
          <p:cNvSpPr>
            <a:spLocks noGrp="1"/>
          </p:cNvSpPr>
          <p:nvPr/>
        </p:nvSpPr>
        <p:spPr>
          <a:xfrm>
            <a:off x="5751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19" name="Stage1_sixpanel_8790">
            <a:extLst>
              <a:ext uri="{FF2B5EF4-FFF2-40B4-BE49-F238E27FC236}">
                <a16:creationId xmlns:a16="http://schemas.microsoft.com/office/drawing/2014/main" id="{A5036E58-E9A3-4115-9355-1D03BB22C17F}"/>
              </a:ext>
            </a:extLst>
          </p:cNvPr>
          <p:cNvSpPr>
            <a:spLocks noGrp="1"/>
          </p:cNvSpPr>
          <p:nvPr/>
        </p:nvSpPr>
        <p:spPr>
          <a:xfrm>
            <a:off x="569944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0" name="Stage1_sixpanel_8791">
            <a:extLst>
              <a:ext uri="{FF2B5EF4-FFF2-40B4-BE49-F238E27FC236}">
                <a16:creationId xmlns:a16="http://schemas.microsoft.com/office/drawing/2014/main" id="{60860981-90CA-4B1E-A8DE-08294A06E7CB}"/>
              </a:ext>
            </a:extLst>
          </p:cNvPr>
          <p:cNvSpPr>
            <a:spLocks noGrp="1"/>
          </p:cNvSpPr>
          <p:nvPr/>
        </p:nvSpPr>
        <p:spPr>
          <a:xfrm>
            <a:off x="5727633" y="18086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1" name="Stage1_sixpanel_8792">
            <a:extLst>
              <a:ext uri="{FF2B5EF4-FFF2-40B4-BE49-F238E27FC236}">
                <a16:creationId xmlns:a16="http://schemas.microsoft.com/office/drawing/2014/main" id="{89853937-8AA9-4E77-8B7E-C333D6FB9695}"/>
              </a:ext>
            </a:extLst>
          </p:cNvPr>
          <p:cNvSpPr>
            <a:spLocks noGrp="1"/>
          </p:cNvSpPr>
          <p:nvPr/>
        </p:nvSpPr>
        <p:spPr>
          <a:xfrm>
            <a:off x="5680672" y="14752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2" name="Stage1_sixpanel_8793">
            <a:extLst>
              <a:ext uri="{FF2B5EF4-FFF2-40B4-BE49-F238E27FC236}">
                <a16:creationId xmlns:a16="http://schemas.microsoft.com/office/drawing/2014/main" id="{699A4816-D787-4AB7-A1EF-50520D23D19F}"/>
              </a:ext>
            </a:extLst>
          </p:cNvPr>
          <p:cNvSpPr>
            <a:spLocks noGrp="1"/>
          </p:cNvSpPr>
          <p:nvPr/>
        </p:nvSpPr>
        <p:spPr>
          <a:xfrm>
            <a:off x="5821941" y="168269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3" name="Stage1_sixpanel_8794">
            <a:extLst>
              <a:ext uri="{FF2B5EF4-FFF2-40B4-BE49-F238E27FC236}">
                <a16:creationId xmlns:a16="http://schemas.microsoft.com/office/drawing/2014/main" id="{0D86BF38-B4CB-4F94-8E86-5EA02CF8DAF5}"/>
              </a:ext>
            </a:extLst>
          </p:cNvPr>
          <p:cNvSpPr>
            <a:spLocks noGrp="1"/>
          </p:cNvSpPr>
          <p:nvPr/>
        </p:nvSpPr>
        <p:spPr>
          <a:xfrm>
            <a:off x="5797590" y="1726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4" name="Stage1_sixpanel_8795">
            <a:extLst>
              <a:ext uri="{FF2B5EF4-FFF2-40B4-BE49-F238E27FC236}">
                <a16:creationId xmlns:a16="http://schemas.microsoft.com/office/drawing/2014/main" id="{91457159-1714-44AC-9BC8-2D1B7B7DC5E3}"/>
              </a:ext>
            </a:extLst>
          </p:cNvPr>
          <p:cNvSpPr>
            <a:spLocks noGrp="1"/>
          </p:cNvSpPr>
          <p:nvPr/>
        </p:nvSpPr>
        <p:spPr>
          <a:xfrm>
            <a:off x="5703903" y="151247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5" name="Stage1_sixpanel_8796">
            <a:extLst>
              <a:ext uri="{FF2B5EF4-FFF2-40B4-BE49-F238E27FC236}">
                <a16:creationId xmlns:a16="http://schemas.microsoft.com/office/drawing/2014/main" id="{A54FA0C4-8749-4CDE-B419-1FCECF2B2F28}"/>
              </a:ext>
            </a:extLst>
          </p:cNvPr>
          <p:cNvSpPr>
            <a:spLocks noGrp="1"/>
          </p:cNvSpPr>
          <p:nvPr/>
        </p:nvSpPr>
        <p:spPr>
          <a:xfrm>
            <a:off x="5730547" y="161990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6" name="Stage1_sixpanel_8797">
            <a:extLst>
              <a:ext uri="{FF2B5EF4-FFF2-40B4-BE49-F238E27FC236}">
                <a16:creationId xmlns:a16="http://schemas.microsoft.com/office/drawing/2014/main" id="{0CBDBDCF-43BA-4D09-9E70-716D9BCE7B25}"/>
              </a:ext>
            </a:extLst>
          </p:cNvPr>
          <p:cNvSpPr>
            <a:spLocks noGrp="1"/>
          </p:cNvSpPr>
          <p:nvPr/>
        </p:nvSpPr>
        <p:spPr>
          <a:xfrm>
            <a:off x="5676750" y="16251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7" name="Stage1_sixpanel_8798">
            <a:extLst>
              <a:ext uri="{FF2B5EF4-FFF2-40B4-BE49-F238E27FC236}">
                <a16:creationId xmlns:a16="http://schemas.microsoft.com/office/drawing/2014/main" id="{630D0088-FD5E-4E98-B746-6ADE69AB4E11}"/>
              </a:ext>
            </a:extLst>
          </p:cNvPr>
          <p:cNvSpPr>
            <a:spLocks noGrp="1"/>
          </p:cNvSpPr>
          <p:nvPr/>
        </p:nvSpPr>
        <p:spPr>
          <a:xfrm>
            <a:off x="576882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8" name="Stage1_sixpanel_8799">
            <a:extLst>
              <a:ext uri="{FF2B5EF4-FFF2-40B4-BE49-F238E27FC236}">
                <a16:creationId xmlns:a16="http://schemas.microsoft.com/office/drawing/2014/main" id="{026CEB95-622B-470F-8BB2-28F00180A3D3}"/>
              </a:ext>
            </a:extLst>
          </p:cNvPr>
          <p:cNvSpPr>
            <a:spLocks noGrp="1"/>
          </p:cNvSpPr>
          <p:nvPr/>
        </p:nvSpPr>
        <p:spPr>
          <a:xfrm>
            <a:off x="5804088" y="1580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29" name="Stage1_sixpanel_8800">
            <a:extLst>
              <a:ext uri="{FF2B5EF4-FFF2-40B4-BE49-F238E27FC236}">
                <a16:creationId xmlns:a16="http://schemas.microsoft.com/office/drawing/2014/main" id="{FE327260-50F4-43C3-9D54-BAECC9F1592E}"/>
              </a:ext>
            </a:extLst>
          </p:cNvPr>
          <p:cNvSpPr>
            <a:spLocks noGrp="1"/>
          </p:cNvSpPr>
          <p:nvPr/>
        </p:nvSpPr>
        <p:spPr>
          <a:xfrm>
            <a:off x="5698265" y="182743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0" name="Stage1_sixpanel_8801">
            <a:extLst>
              <a:ext uri="{FF2B5EF4-FFF2-40B4-BE49-F238E27FC236}">
                <a16:creationId xmlns:a16="http://schemas.microsoft.com/office/drawing/2014/main" id="{4676239C-4290-40AD-AEC6-E8A46D0CD074}"/>
              </a:ext>
            </a:extLst>
          </p:cNvPr>
          <p:cNvSpPr>
            <a:spLocks noGrp="1"/>
          </p:cNvSpPr>
          <p:nvPr/>
        </p:nvSpPr>
        <p:spPr>
          <a:xfrm>
            <a:off x="579357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1" name="Stage1_sixpanel_8802">
            <a:extLst>
              <a:ext uri="{FF2B5EF4-FFF2-40B4-BE49-F238E27FC236}">
                <a16:creationId xmlns:a16="http://schemas.microsoft.com/office/drawing/2014/main" id="{575B5352-32C9-4707-B362-CBD8F4D17B5D}"/>
              </a:ext>
            </a:extLst>
          </p:cNvPr>
          <p:cNvSpPr>
            <a:spLocks noGrp="1"/>
          </p:cNvSpPr>
          <p:nvPr/>
        </p:nvSpPr>
        <p:spPr>
          <a:xfrm>
            <a:off x="5686831" y="24462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2" name="Stage1_sixpanel_8803">
            <a:extLst>
              <a:ext uri="{FF2B5EF4-FFF2-40B4-BE49-F238E27FC236}">
                <a16:creationId xmlns:a16="http://schemas.microsoft.com/office/drawing/2014/main" id="{E8C359FA-B516-4E37-A5A5-81266542A0B8}"/>
              </a:ext>
            </a:extLst>
          </p:cNvPr>
          <p:cNvSpPr>
            <a:spLocks noGrp="1"/>
          </p:cNvSpPr>
          <p:nvPr/>
        </p:nvSpPr>
        <p:spPr>
          <a:xfrm>
            <a:off x="5719381" y="242717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3" name="Stage1_sixpanel_8804">
            <a:extLst>
              <a:ext uri="{FF2B5EF4-FFF2-40B4-BE49-F238E27FC236}">
                <a16:creationId xmlns:a16="http://schemas.microsoft.com/office/drawing/2014/main" id="{455A8077-3871-4EA4-A869-E4BDB8CA4A54}"/>
              </a:ext>
            </a:extLst>
          </p:cNvPr>
          <p:cNvSpPr>
            <a:spLocks noGrp="1"/>
          </p:cNvSpPr>
          <p:nvPr/>
        </p:nvSpPr>
        <p:spPr>
          <a:xfrm>
            <a:off x="5721563" y="241528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4" name="Stage1_sixpanel_8805">
            <a:extLst>
              <a:ext uri="{FF2B5EF4-FFF2-40B4-BE49-F238E27FC236}">
                <a16:creationId xmlns:a16="http://schemas.microsoft.com/office/drawing/2014/main" id="{A8D51366-0B4C-48C5-9F99-8AD134AB92FF}"/>
              </a:ext>
            </a:extLst>
          </p:cNvPr>
          <p:cNvSpPr>
            <a:spLocks noGrp="1"/>
          </p:cNvSpPr>
          <p:nvPr/>
        </p:nvSpPr>
        <p:spPr>
          <a:xfrm>
            <a:off x="5776283" y="14354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5" name="Stage1_sixpanel_8806">
            <a:extLst>
              <a:ext uri="{FF2B5EF4-FFF2-40B4-BE49-F238E27FC236}">
                <a16:creationId xmlns:a16="http://schemas.microsoft.com/office/drawing/2014/main" id="{EBAE11D6-2AE4-45F5-854C-DBDB99ED70CB}"/>
              </a:ext>
            </a:extLst>
          </p:cNvPr>
          <p:cNvSpPr>
            <a:spLocks noGrp="1"/>
          </p:cNvSpPr>
          <p:nvPr/>
        </p:nvSpPr>
        <p:spPr>
          <a:xfrm>
            <a:off x="5783455" y="22054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6" name="Stage1_sixpanel_8807">
            <a:extLst>
              <a:ext uri="{FF2B5EF4-FFF2-40B4-BE49-F238E27FC236}">
                <a16:creationId xmlns:a16="http://schemas.microsoft.com/office/drawing/2014/main" id="{1FF18913-2BFD-4221-A52D-F15B8772DE09}"/>
              </a:ext>
            </a:extLst>
          </p:cNvPr>
          <p:cNvSpPr>
            <a:spLocks noGrp="1"/>
          </p:cNvSpPr>
          <p:nvPr/>
        </p:nvSpPr>
        <p:spPr>
          <a:xfrm>
            <a:off x="5742892" y="15060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7" name="Stage1_sixpanel_8808">
            <a:extLst>
              <a:ext uri="{FF2B5EF4-FFF2-40B4-BE49-F238E27FC236}">
                <a16:creationId xmlns:a16="http://schemas.microsoft.com/office/drawing/2014/main" id="{9B351A78-1FEF-483D-ACBC-9792B0547FD6}"/>
              </a:ext>
            </a:extLst>
          </p:cNvPr>
          <p:cNvSpPr>
            <a:spLocks noGrp="1"/>
          </p:cNvSpPr>
          <p:nvPr/>
        </p:nvSpPr>
        <p:spPr>
          <a:xfrm>
            <a:off x="5763404" y="202123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8" name="Stage1_sixpanel_8809">
            <a:extLst>
              <a:ext uri="{FF2B5EF4-FFF2-40B4-BE49-F238E27FC236}">
                <a16:creationId xmlns:a16="http://schemas.microsoft.com/office/drawing/2014/main" id="{369FB338-297D-4843-A86E-51ED721E65F2}"/>
              </a:ext>
            </a:extLst>
          </p:cNvPr>
          <p:cNvSpPr>
            <a:spLocks noGrp="1"/>
          </p:cNvSpPr>
          <p:nvPr/>
        </p:nvSpPr>
        <p:spPr>
          <a:xfrm>
            <a:off x="5750676" y="230983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39" name="Stage1_sixpanel_8810">
            <a:extLst>
              <a:ext uri="{FF2B5EF4-FFF2-40B4-BE49-F238E27FC236}">
                <a16:creationId xmlns:a16="http://schemas.microsoft.com/office/drawing/2014/main" id="{EF10BE13-DB84-47A6-B079-FA77BA48879C}"/>
              </a:ext>
            </a:extLst>
          </p:cNvPr>
          <p:cNvSpPr>
            <a:spLocks noGrp="1"/>
          </p:cNvSpPr>
          <p:nvPr/>
        </p:nvSpPr>
        <p:spPr>
          <a:xfrm>
            <a:off x="5741124" y="162005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0" name="Stage1_sixpanel_8811">
            <a:extLst>
              <a:ext uri="{FF2B5EF4-FFF2-40B4-BE49-F238E27FC236}">
                <a16:creationId xmlns:a16="http://schemas.microsoft.com/office/drawing/2014/main" id="{5BF3DC0D-E99B-4414-89FC-42026A3D3300}"/>
              </a:ext>
            </a:extLst>
          </p:cNvPr>
          <p:cNvSpPr>
            <a:spLocks noGrp="1"/>
          </p:cNvSpPr>
          <p:nvPr/>
        </p:nvSpPr>
        <p:spPr>
          <a:xfrm>
            <a:off x="5703136" y="14915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1" name="Stage1_sixpanel_8812">
            <a:extLst>
              <a:ext uri="{FF2B5EF4-FFF2-40B4-BE49-F238E27FC236}">
                <a16:creationId xmlns:a16="http://schemas.microsoft.com/office/drawing/2014/main" id="{D30D61B5-33D2-431A-9424-6E94243603C6}"/>
              </a:ext>
            </a:extLst>
          </p:cNvPr>
          <p:cNvSpPr>
            <a:spLocks noGrp="1"/>
          </p:cNvSpPr>
          <p:nvPr/>
        </p:nvSpPr>
        <p:spPr>
          <a:xfrm>
            <a:off x="5685910" y="148125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2" name="Stage1_sixpanel_8813">
            <a:extLst>
              <a:ext uri="{FF2B5EF4-FFF2-40B4-BE49-F238E27FC236}">
                <a16:creationId xmlns:a16="http://schemas.microsoft.com/office/drawing/2014/main" id="{BBBDCA2E-E3B1-4FC7-981C-2287DCFD1107}"/>
              </a:ext>
            </a:extLst>
          </p:cNvPr>
          <p:cNvSpPr>
            <a:spLocks noGrp="1"/>
          </p:cNvSpPr>
          <p:nvPr/>
        </p:nvSpPr>
        <p:spPr>
          <a:xfrm>
            <a:off x="5723808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3" name="Stage1_sixpanel_8814">
            <a:extLst>
              <a:ext uri="{FF2B5EF4-FFF2-40B4-BE49-F238E27FC236}">
                <a16:creationId xmlns:a16="http://schemas.microsoft.com/office/drawing/2014/main" id="{8F4CA271-5C25-4C40-B16D-1622D6D8999B}"/>
              </a:ext>
            </a:extLst>
          </p:cNvPr>
          <p:cNvSpPr>
            <a:spLocks noGrp="1"/>
          </p:cNvSpPr>
          <p:nvPr/>
        </p:nvSpPr>
        <p:spPr>
          <a:xfrm>
            <a:off x="5691945" y="1438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4" name="Stage1_sixpanel_8815">
            <a:extLst>
              <a:ext uri="{FF2B5EF4-FFF2-40B4-BE49-F238E27FC236}">
                <a16:creationId xmlns:a16="http://schemas.microsoft.com/office/drawing/2014/main" id="{2FB60E0B-13F7-4781-81B5-764171AD8A81}"/>
              </a:ext>
            </a:extLst>
          </p:cNvPr>
          <p:cNvSpPr>
            <a:spLocks noGrp="1"/>
          </p:cNvSpPr>
          <p:nvPr/>
        </p:nvSpPr>
        <p:spPr>
          <a:xfrm>
            <a:off x="5737580" y="16760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5" name="Stage1_sixpanel_8816">
            <a:extLst>
              <a:ext uri="{FF2B5EF4-FFF2-40B4-BE49-F238E27FC236}">
                <a16:creationId xmlns:a16="http://schemas.microsoft.com/office/drawing/2014/main" id="{19C8CD6C-5206-4C22-BD48-59E7AD2A76A4}"/>
              </a:ext>
            </a:extLst>
          </p:cNvPr>
          <p:cNvSpPr>
            <a:spLocks noGrp="1"/>
          </p:cNvSpPr>
          <p:nvPr/>
        </p:nvSpPr>
        <p:spPr>
          <a:xfrm>
            <a:off x="5716205" y="152616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6" name="Stage1_sixpanel_8817">
            <a:extLst>
              <a:ext uri="{FF2B5EF4-FFF2-40B4-BE49-F238E27FC236}">
                <a16:creationId xmlns:a16="http://schemas.microsoft.com/office/drawing/2014/main" id="{A42A73DA-9913-404D-9234-1ACD1CC87392}"/>
              </a:ext>
            </a:extLst>
          </p:cNvPr>
          <p:cNvSpPr>
            <a:spLocks noGrp="1"/>
          </p:cNvSpPr>
          <p:nvPr/>
        </p:nvSpPr>
        <p:spPr>
          <a:xfrm>
            <a:off x="5723324" y="1980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7" name="Stage1_sixpanel_8818">
            <a:extLst>
              <a:ext uri="{FF2B5EF4-FFF2-40B4-BE49-F238E27FC236}">
                <a16:creationId xmlns:a16="http://schemas.microsoft.com/office/drawing/2014/main" id="{8F5D2250-2624-45F4-844E-205CEFF0788A}"/>
              </a:ext>
            </a:extLst>
          </p:cNvPr>
          <p:cNvSpPr>
            <a:spLocks noGrp="1"/>
          </p:cNvSpPr>
          <p:nvPr/>
        </p:nvSpPr>
        <p:spPr>
          <a:xfrm>
            <a:off x="5779617" y="20697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8" name="Stage1_sixpanel_8819">
            <a:extLst>
              <a:ext uri="{FF2B5EF4-FFF2-40B4-BE49-F238E27FC236}">
                <a16:creationId xmlns:a16="http://schemas.microsoft.com/office/drawing/2014/main" id="{5A218410-9E4C-43FA-87C1-7C26FDFAE14A}"/>
              </a:ext>
            </a:extLst>
          </p:cNvPr>
          <p:cNvSpPr>
            <a:spLocks noGrp="1"/>
          </p:cNvSpPr>
          <p:nvPr/>
        </p:nvSpPr>
        <p:spPr>
          <a:xfrm>
            <a:off x="58232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49" name="Stage1_sixpanel_8820">
            <a:extLst>
              <a:ext uri="{FF2B5EF4-FFF2-40B4-BE49-F238E27FC236}">
                <a16:creationId xmlns:a16="http://schemas.microsoft.com/office/drawing/2014/main" id="{06957D77-8A15-4AA0-A9C4-9D58A668FBA8}"/>
              </a:ext>
            </a:extLst>
          </p:cNvPr>
          <p:cNvSpPr>
            <a:spLocks noGrp="1"/>
          </p:cNvSpPr>
          <p:nvPr/>
        </p:nvSpPr>
        <p:spPr>
          <a:xfrm>
            <a:off x="67493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0" name="Stage1_sixpanel_8821">
            <a:extLst>
              <a:ext uri="{FF2B5EF4-FFF2-40B4-BE49-F238E27FC236}">
                <a16:creationId xmlns:a16="http://schemas.microsoft.com/office/drawing/2014/main" id="{E49F6642-3CE3-49F3-8AFA-44E2BA127D5A}"/>
              </a:ext>
            </a:extLst>
          </p:cNvPr>
          <p:cNvSpPr>
            <a:spLocks noGrp="1"/>
          </p:cNvSpPr>
          <p:nvPr/>
        </p:nvSpPr>
        <p:spPr>
          <a:xfrm>
            <a:off x="6882813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1" name="Stage1_sixpanel_8822">
            <a:extLst>
              <a:ext uri="{FF2B5EF4-FFF2-40B4-BE49-F238E27FC236}">
                <a16:creationId xmlns:a16="http://schemas.microsoft.com/office/drawing/2014/main" id="{7D3C3434-9D1C-4513-A264-CCD0DF172E00}"/>
              </a:ext>
            </a:extLst>
          </p:cNvPr>
          <p:cNvSpPr>
            <a:spLocks noGrp="1"/>
          </p:cNvSpPr>
          <p:nvPr/>
        </p:nvSpPr>
        <p:spPr>
          <a:xfrm>
            <a:off x="68438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2" name="Stage1_sixpanel_8823">
            <a:extLst>
              <a:ext uri="{FF2B5EF4-FFF2-40B4-BE49-F238E27FC236}">
                <a16:creationId xmlns:a16="http://schemas.microsoft.com/office/drawing/2014/main" id="{8408EAA7-F41D-445E-9551-0FCC37E69E2E}"/>
              </a:ext>
            </a:extLst>
          </p:cNvPr>
          <p:cNvSpPr>
            <a:spLocks noGrp="1"/>
          </p:cNvSpPr>
          <p:nvPr/>
        </p:nvSpPr>
        <p:spPr>
          <a:xfrm>
            <a:off x="681895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3" name="Stage1_sixpanel_8824">
            <a:extLst>
              <a:ext uri="{FF2B5EF4-FFF2-40B4-BE49-F238E27FC236}">
                <a16:creationId xmlns:a16="http://schemas.microsoft.com/office/drawing/2014/main" id="{E311DE22-11D5-4DEF-9F70-45C669441022}"/>
              </a:ext>
            </a:extLst>
          </p:cNvPr>
          <p:cNvSpPr>
            <a:spLocks noGrp="1"/>
          </p:cNvSpPr>
          <p:nvPr/>
        </p:nvSpPr>
        <p:spPr>
          <a:xfrm>
            <a:off x="688442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4" name="Stage1_sixpanel_8825">
            <a:extLst>
              <a:ext uri="{FF2B5EF4-FFF2-40B4-BE49-F238E27FC236}">
                <a16:creationId xmlns:a16="http://schemas.microsoft.com/office/drawing/2014/main" id="{26064EA9-38AA-4B7F-A35E-BF22CB0A81C7}"/>
              </a:ext>
            </a:extLst>
          </p:cNvPr>
          <p:cNvSpPr>
            <a:spLocks noGrp="1"/>
          </p:cNvSpPr>
          <p:nvPr/>
        </p:nvSpPr>
        <p:spPr>
          <a:xfrm>
            <a:off x="6762305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5" name="Stage1_sixpanel_8826">
            <a:extLst>
              <a:ext uri="{FF2B5EF4-FFF2-40B4-BE49-F238E27FC236}">
                <a16:creationId xmlns:a16="http://schemas.microsoft.com/office/drawing/2014/main" id="{DDA18E47-8907-45F7-8C9E-5215A4206010}"/>
              </a:ext>
            </a:extLst>
          </p:cNvPr>
          <p:cNvSpPr>
            <a:spLocks noGrp="1"/>
          </p:cNvSpPr>
          <p:nvPr/>
        </p:nvSpPr>
        <p:spPr>
          <a:xfrm>
            <a:off x="6828781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6" name="Stage1_sixpanel_8827">
            <a:extLst>
              <a:ext uri="{FF2B5EF4-FFF2-40B4-BE49-F238E27FC236}">
                <a16:creationId xmlns:a16="http://schemas.microsoft.com/office/drawing/2014/main" id="{42A8BDF8-680D-43BA-948A-A8C2A4A88E01}"/>
              </a:ext>
            </a:extLst>
          </p:cNvPr>
          <p:cNvSpPr>
            <a:spLocks noGrp="1"/>
          </p:cNvSpPr>
          <p:nvPr/>
        </p:nvSpPr>
        <p:spPr>
          <a:xfrm>
            <a:off x="6749043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7" name="Stage1_sixpanel_8828">
            <a:extLst>
              <a:ext uri="{FF2B5EF4-FFF2-40B4-BE49-F238E27FC236}">
                <a16:creationId xmlns:a16="http://schemas.microsoft.com/office/drawing/2014/main" id="{A5500BAC-2CC4-45D6-B7BF-6E648AD8A6C6}"/>
              </a:ext>
            </a:extLst>
          </p:cNvPr>
          <p:cNvSpPr>
            <a:spLocks noGrp="1"/>
          </p:cNvSpPr>
          <p:nvPr/>
        </p:nvSpPr>
        <p:spPr>
          <a:xfrm>
            <a:off x="6797847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8" name="Stage1_sixpanel_8829">
            <a:extLst>
              <a:ext uri="{FF2B5EF4-FFF2-40B4-BE49-F238E27FC236}">
                <a16:creationId xmlns:a16="http://schemas.microsoft.com/office/drawing/2014/main" id="{0348EB0A-8B6D-4F40-B326-9068D2A96F7D}"/>
              </a:ext>
            </a:extLst>
          </p:cNvPr>
          <p:cNvSpPr>
            <a:spLocks noGrp="1"/>
          </p:cNvSpPr>
          <p:nvPr/>
        </p:nvSpPr>
        <p:spPr>
          <a:xfrm>
            <a:off x="6900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59" name="Stage1_sixpanel_8830">
            <a:extLst>
              <a:ext uri="{FF2B5EF4-FFF2-40B4-BE49-F238E27FC236}">
                <a16:creationId xmlns:a16="http://schemas.microsoft.com/office/drawing/2014/main" id="{5B0CED57-D463-43F2-AD68-2AD249A23896}"/>
              </a:ext>
            </a:extLst>
          </p:cNvPr>
          <p:cNvSpPr>
            <a:spLocks noGrp="1"/>
          </p:cNvSpPr>
          <p:nvPr/>
        </p:nvSpPr>
        <p:spPr>
          <a:xfrm>
            <a:off x="688688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0" name="Stage1_sixpanel_8831">
            <a:extLst>
              <a:ext uri="{FF2B5EF4-FFF2-40B4-BE49-F238E27FC236}">
                <a16:creationId xmlns:a16="http://schemas.microsoft.com/office/drawing/2014/main" id="{848587ED-9B17-47E2-90DC-A18AF1EA7292}"/>
              </a:ext>
            </a:extLst>
          </p:cNvPr>
          <p:cNvSpPr>
            <a:spLocks noGrp="1"/>
          </p:cNvSpPr>
          <p:nvPr/>
        </p:nvSpPr>
        <p:spPr>
          <a:xfrm>
            <a:off x="6861762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1" name="Stage1_sixpanel_8832">
            <a:extLst>
              <a:ext uri="{FF2B5EF4-FFF2-40B4-BE49-F238E27FC236}">
                <a16:creationId xmlns:a16="http://schemas.microsoft.com/office/drawing/2014/main" id="{6B1D08DA-9A60-420F-952C-31C18BD13E92}"/>
              </a:ext>
            </a:extLst>
          </p:cNvPr>
          <p:cNvSpPr>
            <a:spLocks noGrp="1"/>
          </p:cNvSpPr>
          <p:nvPr/>
        </p:nvSpPr>
        <p:spPr>
          <a:xfrm>
            <a:off x="6740611" y="193864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2" name="Stage1_sixpanel_8833">
            <a:extLst>
              <a:ext uri="{FF2B5EF4-FFF2-40B4-BE49-F238E27FC236}">
                <a16:creationId xmlns:a16="http://schemas.microsoft.com/office/drawing/2014/main" id="{79E8F0F4-28BB-4666-A8C3-E3D436AC3B45}"/>
              </a:ext>
            </a:extLst>
          </p:cNvPr>
          <p:cNvSpPr>
            <a:spLocks noGrp="1"/>
          </p:cNvSpPr>
          <p:nvPr/>
        </p:nvSpPr>
        <p:spPr>
          <a:xfrm>
            <a:off x="6738313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3" name="Stage1_sixpanel_8834">
            <a:extLst>
              <a:ext uri="{FF2B5EF4-FFF2-40B4-BE49-F238E27FC236}">
                <a16:creationId xmlns:a16="http://schemas.microsoft.com/office/drawing/2014/main" id="{B6DC1219-D1ED-4954-AB2A-BCB9DAB30EA8}"/>
              </a:ext>
            </a:extLst>
          </p:cNvPr>
          <p:cNvSpPr>
            <a:spLocks noGrp="1"/>
          </p:cNvSpPr>
          <p:nvPr/>
        </p:nvSpPr>
        <p:spPr>
          <a:xfrm>
            <a:off x="684986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4" name="Stage1_sixpanel_8835">
            <a:extLst>
              <a:ext uri="{FF2B5EF4-FFF2-40B4-BE49-F238E27FC236}">
                <a16:creationId xmlns:a16="http://schemas.microsoft.com/office/drawing/2014/main" id="{BF77FAF0-04D0-491E-A361-9F57B816FB73}"/>
              </a:ext>
            </a:extLst>
          </p:cNvPr>
          <p:cNvSpPr>
            <a:spLocks noGrp="1"/>
          </p:cNvSpPr>
          <p:nvPr/>
        </p:nvSpPr>
        <p:spPr>
          <a:xfrm>
            <a:off x="67376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5" name="Stage1_sixpanel_8836">
            <a:extLst>
              <a:ext uri="{FF2B5EF4-FFF2-40B4-BE49-F238E27FC236}">
                <a16:creationId xmlns:a16="http://schemas.microsoft.com/office/drawing/2014/main" id="{61B7CBE0-AAFB-4B98-BF42-8054A11EE44F}"/>
              </a:ext>
            </a:extLst>
          </p:cNvPr>
          <p:cNvSpPr>
            <a:spLocks noGrp="1"/>
          </p:cNvSpPr>
          <p:nvPr/>
        </p:nvSpPr>
        <p:spPr>
          <a:xfrm>
            <a:off x="686641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6" name="Stage1_sixpanel_8837">
            <a:extLst>
              <a:ext uri="{FF2B5EF4-FFF2-40B4-BE49-F238E27FC236}">
                <a16:creationId xmlns:a16="http://schemas.microsoft.com/office/drawing/2014/main" id="{00EC7F84-E7A7-4DB0-8B32-0CC57DC7F9C4}"/>
              </a:ext>
            </a:extLst>
          </p:cNvPr>
          <p:cNvSpPr>
            <a:spLocks noGrp="1"/>
          </p:cNvSpPr>
          <p:nvPr/>
        </p:nvSpPr>
        <p:spPr>
          <a:xfrm>
            <a:off x="6904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7" name="Stage1_sixpanel_8838">
            <a:extLst>
              <a:ext uri="{FF2B5EF4-FFF2-40B4-BE49-F238E27FC236}">
                <a16:creationId xmlns:a16="http://schemas.microsoft.com/office/drawing/2014/main" id="{20FF1B6B-2915-4750-9BF8-385EA043B6C0}"/>
              </a:ext>
            </a:extLst>
          </p:cNvPr>
          <p:cNvSpPr>
            <a:spLocks noGrp="1"/>
          </p:cNvSpPr>
          <p:nvPr/>
        </p:nvSpPr>
        <p:spPr>
          <a:xfrm>
            <a:off x="6887614" y="213329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8" name="Stage1_sixpanel_8839">
            <a:extLst>
              <a:ext uri="{FF2B5EF4-FFF2-40B4-BE49-F238E27FC236}">
                <a16:creationId xmlns:a16="http://schemas.microsoft.com/office/drawing/2014/main" id="{88805CCB-DE3C-46CC-AABC-DBDEDB4A97F4}"/>
              </a:ext>
            </a:extLst>
          </p:cNvPr>
          <p:cNvSpPr>
            <a:spLocks noGrp="1"/>
          </p:cNvSpPr>
          <p:nvPr/>
        </p:nvSpPr>
        <p:spPr>
          <a:xfrm>
            <a:off x="685694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69" name="Stage1_sixpanel_8840">
            <a:extLst>
              <a:ext uri="{FF2B5EF4-FFF2-40B4-BE49-F238E27FC236}">
                <a16:creationId xmlns:a16="http://schemas.microsoft.com/office/drawing/2014/main" id="{30FF5FBB-9EF1-4E57-B9ED-9BDB0655E840}"/>
              </a:ext>
            </a:extLst>
          </p:cNvPr>
          <p:cNvSpPr>
            <a:spLocks noGrp="1"/>
          </p:cNvSpPr>
          <p:nvPr/>
        </p:nvSpPr>
        <p:spPr>
          <a:xfrm>
            <a:off x="687636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0" name="Stage1_sixpanel_8841">
            <a:extLst>
              <a:ext uri="{FF2B5EF4-FFF2-40B4-BE49-F238E27FC236}">
                <a16:creationId xmlns:a16="http://schemas.microsoft.com/office/drawing/2014/main" id="{21349314-ADCD-4648-88FD-A66DEA0E8A86}"/>
              </a:ext>
            </a:extLst>
          </p:cNvPr>
          <p:cNvSpPr>
            <a:spLocks noGrp="1"/>
          </p:cNvSpPr>
          <p:nvPr/>
        </p:nvSpPr>
        <p:spPr>
          <a:xfrm>
            <a:off x="675601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1" name="Stage1_sixpanel_8842">
            <a:extLst>
              <a:ext uri="{FF2B5EF4-FFF2-40B4-BE49-F238E27FC236}">
                <a16:creationId xmlns:a16="http://schemas.microsoft.com/office/drawing/2014/main" id="{B167E324-E649-42C4-BCBE-5DD5847602D0}"/>
              </a:ext>
            </a:extLst>
          </p:cNvPr>
          <p:cNvSpPr>
            <a:spLocks noGrp="1"/>
          </p:cNvSpPr>
          <p:nvPr/>
        </p:nvSpPr>
        <p:spPr>
          <a:xfrm>
            <a:off x="6882617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2" name="Stage1_sixpanel_8843">
            <a:extLst>
              <a:ext uri="{FF2B5EF4-FFF2-40B4-BE49-F238E27FC236}">
                <a16:creationId xmlns:a16="http://schemas.microsoft.com/office/drawing/2014/main" id="{F5BD3080-40F2-44F1-9D75-8C08E9E08530}"/>
              </a:ext>
            </a:extLst>
          </p:cNvPr>
          <p:cNvSpPr>
            <a:spLocks noGrp="1"/>
          </p:cNvSpPr>
          <p:nvPr/>
        </p:nvSpPr>
        <p:spPr>
          <a:xfrm>
            <a:off x="685937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3" name="Stage1_sixpanel_8844">
            <a:extLst>
              <a:ext uri="{FF2B5EF4-FFF2-40B4-BE49-F238E27FC236}">
                <a16:creationId xmlns:a16="http://schemas.microsoft.com/office/drawing/2014/main" id="{18409D6D-BD62-4931-874C-5EE92949A7D9}"/>
              </a:ext>
            </a:extLst>
          </p:cNvPr>
          <p:cNvSpPr>
            <a:spLocks noGrp="1"/>
          </p:cNvSpPr>
          <p:nvPr/>
        </p:nvSpPr>
        <p:spPr>
          <a:xfrm>
            <a:off x="679470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4" name="Stage1_sixpanel_8845">
            <a:extLst>
              <a:ext uri="{FF2B5EF4-FFF2-40B4-BE49-F238E27FC236}">
                <a16:creationId xmlns:a16="http://schemas.microsoft.com/office/drawing/2014/main" id="{A099DE0C-C9CF-42BB-BA04-C2363886A233}"/>
              </a:ext>
            </a:extLst>
          </p:cNvPr>
          <p:cNvSpPr>
            <a:spLocks noGrp="1"/>
          </p:cNvSpPr>
          <p:nvPr/>
        </p:nvSpPr>
        <p:spPr>
          <a:xfrm>
            <a:off x="6758600" y="215760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5" name="Stage1_sixpanel_8846">
            <a:extLst>
              <a:ext uri="{FF2B5EF4-FFF2-40B4-BE49-F238E27FC236}">
                <a16:creationId xmlns:a16="http://schemas.microsoft.com/office/drawing/2014/main" id="{B4BA5F71-EF39-415A-9FDC-E76E5795D76F}"/>
              </a:ext>
            </a:extLst>
          </p:cNvPr>
          <p:cNvSpPr>
            <a:spLocks noGrp="1"/>
          </p:cNvSpPr>
          <p:nvPr/>
        </p:nvSpPr>
        <p:spPr>
          <a:xfrm>
            <a:off x="677749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6" name="Stage1_sixpanel_8847">
            <a:extLst>
              <a:ext uri="{FF2B5EF4-FFF2-40B4-BE49-F238E27FC236}">
                <a16:creationId xmlns:a16="http://schemas.microsoft.com/office/drawing/2014/main" id="{3AF072F8-BC87-4728-AD14-80AAD94D5784}"/>
              </a:ext>
            </a:extLst>
          </p:cNvPr>
          <p:cNvSpPr>
            <a:spLocks noGrp="1"/>
          </p:cNvSpPr>
          <p:nvPr/>
        </p:nvSpPr>
        <p:spPr>
          <a:xfrm>
            <a:off x="68716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7" name="Stage1_sixpanel_8848">
            <a:extLst>
              <a:ext uri="{FF2B5EF4-FFF2-40B4-BE49-F238E27FC236}">
                <a16:creationId xmlns:a16="http://schemas.microsoft.com/office/drawing/2014/main" id="{B134731E-C57E-4928-B737-621971584A58}"/>
              </a:ext>
            </a:extLst>
          </p:cNvPr>
          <p:cNvSpPr>
            <a:spLocks noGrp="1"/>
          </p:cNvSpPr>
          <p:nvPr/>
        </p:nvSpPr>
        <p:spPr>
          <a:xfrm>
            <a:off x="68837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8" name="Stage1_sixpanel_8849">
            <a:extLst>
              <a:ext uri="{FF2B5EF4-FFF2-40B4-BE49-F238E27FC236}">
                <a16:creationId xmlns:a16="http://schemas.microsoft.com/office/drawing/2014/main" id="{FA04332C-A9B3-4960-9E72-B56FD2C86BEB}"/>
              </a:ext>
            </a:extLst>
          </p:cNvPr>
          <p:cNvSpPr>
            <a:spLocks noGrp="1"/>
          </p:cNvSpPr>
          <p:nvPr/>
        </p:nvSpPr>
        <p:spPr>
          <a:xfrm>
            <a:off x="6838769" y="227109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79" name="Stage1_sixpanel_8850">
            <a:extLst>
              <a:ext uri="{FF2B5EF4-FFF2-40B4-BE49-F238E27FC236}">
                <a16:creationId xmlns:a16="http://schemas.microsoft.com/office/drawing/2014/main" id="{F5C52EA2-FF49-4FC3-A52E-7E3738A6E71A}"/>
              </a:ext>
            </a:extLst>
          </p:cNvPr>
          <p:cNvSpPr>
            <a:spLocks noGrp="1"/>
          </p:cNvSpPr>
          <p:nvPr/>
        </p:nvSpPr>
        <p:spPr>
          <a:xfrm>
            <a:off x="68584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0" name="Stage1_sixpanel_8851">
            <a:extLst>
              <a:ext uri="{FF2B5EF4-FFF2-40B4-BE49-F238E27FC236}">
                <a16:creationId xmlns:a16="http://schemas.microsoft.com/office/drawing/2014/main" id="{2B647DD2-7362-4D33-85BF-A2B907EFBDCC}"/>
              </a:ext>
            </a:extLst>
          </p:cNvPr>
          <p:cNvSpPr>
            <a:spLocks noGrp="1"/>
          </p:cNvSpPr>
          <p:nvPr/>
        </p:nvSpPr>
        <p:spPr>
          <a:xfrm>
            <a:off x="6823127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1" name="Stage1_sixpanel_8852">
            <a:extLst>
              <a:ext uri="{FF2B5EF4-FFF2-40B4-BE49-F238E27FC236}">
                <a16:creationId xmlns:a16="http://schemas.microsoft.com/office/drawing/2014/main" id="{F8FD8CDE-A854-439C-A3A2-B1AB5BC113A5}"/>
              </a:ext>
            </a:extLst>
          </p:cNvPr>
          <p:cNvSpPr>
            <a:spLocks noGrp="1"/>
          </p:cNvSpPr>
          <p:nvPr/>
        </p:nvSpPr>
        <p:spPr>
          <a:xfrm>
            <a:off x="6863865" y="25799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2" name="Stage1_sixpanel_8853">
            <a:extLst>
              <a:ext uri="{FF2B5EF4-FFF2-40B4-BE49-F238E27FC236}">
                <a16:creationId xmlns:a16="http://schemas.microsoft.com/office/drawing/2014/main" id="{4A8CAA63-D08A-42B9-ACDA-634351E0FC96}"/>
              </a:ext>
            </a:extLst>
          </p:cNvPr>
          <p:cNvSpPr>
            <a:spLocks noGrp="1"/>
          </p:cNvSpPr>
          <p:nvPr/>
        </p:nvSpPr>
        <p:spPr>
          <a:xfrm>
            <a:off x="688720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3" name="Stage1_sixpanel_8854">
            <a:extLst>
              <a:ext uri="{FF2B5EF4-FFF2-40B4-BE49-F238E27FC236}">
                <a16:creationId xmlns:a16="http://schemas.microsoft.com/office/drawing/2014/main" id="{477BBDC6-8325-4421-899F-C293028F6E3E}"/>
              </a:ext>
            </a:extLst>
          </p:cNvPr>
          <p:cNvSpPr>
            <a:spLocks noGrp="1"/>
          </p:cNvSpPr>
          <p:nvPr/>
        </p:nvSpPr>
        <p:spPr>
          <a:xfrm>
            <a:off x="688126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4" name="Stage1_sixpanel_8855">
            <a:extLst>
              <a:ext uri="{FF2B5EF4-FFF2-40B4-BE49-F238E27FC236}">
                <a16:creationId xmlns:a16="http://schemas.microsoft.com/office/drawing/2014/main" id="{99D0AA36-AB26-47B6-B920-0F83BA629826}"/>
              </a:ext>
            </a:extLst>
          </p:cNvPr>
          <p:cNvSpPr>
            <a:spLocks noGrp="1"/>
          </p:cNvSpPr>
          <p:nvPr/>
        </p:nvSpPr>
        <p:spPr>
          <a:xfrm>
            <a:off x="68874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5" name="Stage1_sixpanel_8856">
            <a:extLst>
              <a:ext uri="{FF2B5EF4-FFF2-40B4-BE49-F238E27FC236}">
                <a16:creationId xmlns:a16="http://schemas.microsoft.com/office/drawing/2014/main" id="{146F214F-F8C5-4E6C-A0FF-032C27E98EB0}"/>
              </a:ext>
            </a:extLst>
          </p:cNvPr>
          <p:cNvSpPr>
            <a:spLocks noGrp="1"/>
          </p:cNvSpPr>
          <p:nvPr/>
        </p:nvSpPr>
        <p:spPr>
          <a:xfrm>
            <a:off x="68367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6" name="Stage1_sixpanel_8857">
            <a:extLst>
              <a:ext uri="{FF2B5EF4-FFF2-40B4-BE49-F238E27FC236}">
                <a16:creationId xmlns:a16="http://schemas.microsoft.com/office/drawing/2014/main" id="{F1398C30-A9D0-4DAC-9CB1-43F351310B8E}"/>
              </a:ext>
            </a:extLst>
          </p:cNvPr>
          <p:cNvSpPr>
            <a:spLocks noGrp="1"/>
          </p:cNvSpPr>
          <p:nvPr/>
        </p:nvSpPr>
        <p:spPr>
          <a:xfrm>
            <a:off x="685726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7" name="Stage1_sixpanel_8858">
            <a:extLst>
              <a:ext uri="{FF2B5EF4-FFF2-40B4-BE49-F238E27FC236}">
                <a16:creationId xmlns:a16="http://schemas.microsoft.com/office/drawing/2014/main" id="{6BE3BCDF-F624-41B0-A42F-27D68E376B79}"/>
              </a:ext>
            </a:extLst>
          </p:cNvPr>
          <p:cNvSpPr>
            <a:spLocks noGrp="1"/>
          </p:cNvSpPr>
          <p:nvPr/>
        </p:nvSpPr>
        <p:spPr>
          <a:xfrm>
            <a:off x="68724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8" name="Stage1_sixpanel_8859">
            <a:extLst>
              <a:ext uri="{FF2B5EF4-FFF2-40B4-BE49-F238E27FC236}">
                <a16:creationId xmlns:a16="http://schemas.microsoft.com/office/drawing/2014/main" id="{A932CB1B-B91D-4F27-8112-73FCF77AB82D}"/>
              </a:ext>
            </a:extLst>
          </p:cNvPr>
          <p:cNvSpPr>
            <a:spLocks noGrp="1"/>
          </p:cNvSpPr>
          <p:nvPr/>
        </p:nvSpPr>
        <p:spPr>
          <a:xfrm>
            <a:off x="6836761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89" name="Stage1_sixpanel_8860">
            <a:extLst>
              <a:ext uri="{FF2B5EF4-FFF2-40B4-BE49-F238E27FC236}">
                <a16:creationId xmlns:a16="http://schemas.microsoft.com/office/drawing/2014/main" id="{F61B71A1-A6E6-4EA7-BCC6-31FE50293C9D}"/>
              </a:ext>
            </a:extLst>
          </p:cNvPr>
          <p:cNvSpPr>
            <a:spLocks noGrp="1"/>
          </p:cNvSpPr>
          <p:nvPr/>
        </p:nvSpPr>
        <p:spPr>
          <a:xfrm>
            <a:off x="6773595" y="17840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0" name="Stage1_sixpanel_8861">
            <a:extLst>
              <a:ext uri="{FF2B5EF4-FFF2-40B4-BE49-F238E27FC236}">
                <a16:creationId xmlns:a16="http://schemas.microsoft.com/office/drawing/2014/main" id="{1F8D0DE5-E44E-4385-A883-CE81C8D4FDE9}"/>
              </a:ext>
            </a:extLst>
          </p:cNvPr>
          <p:cNvSpPr>
            <a:spLocks noGrp="1"/>
          </p:cNvSpPr>
          <p:nvPr/>
        </p:nvSpPr>
        <p:spPr>
          <a:xfrm>
            <a:off x="678013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1" name="Stage1_sixpanel_8862">
            <a:extLst>
              <a:ext uri="{FF2B5EF4-FFF2-40B4-BE49-F238E27FC236}">
                <a16:creationId xmlns:a16="http://schemas.microsoft.com/office/drawing/2014/main" id="{D208CC8E-1A8E-4B71-A470-ED1ADE953807}"/>
              </a:ext>
            </a:extLst>
          </p:cNvPr>
          <p:cNvSpPr>
            <a:spLocks noGrp="1"/>
          </p:cNvSpPr>
          <p:nvPr/>
        </p:nvSpPr>
        <p:spPr>
          <a:xfrm>
            <a:off x="674736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2" name="Stage1_sixpanel_8863">
            <a:extLst>
              <a:ext uri="{FF2B5EF4-FFF2-40B4-BE49-F238E27FC236}">
                <a16:creationId xmlns:a16="http://schemas.microsoft.com/office/drawing/2014/main" id="{FBEB1EF9-BC68-4D50-8E8A-8480EE50099C}"/>
              </a:ext>
            </a:extLst>
          </p:cNvPr>
          <p:cNvSpPr>
            <a:spLocks noGrp="1"/>
          </p:cNvSpPr>
          <p:nvPr/>
        </p:nvSpPr>
        <p:spPr>
          <a:xfrm>
            <a:off x="674054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3" name="Stage1_sixpanel_8864">
            <a:extLst>
              <a:ext uri="{FF2B5EF4-FFF2-40B4-BE49-F238E27FC236}">
                <a16:creationId xmlns:a16="http://schemas.microsoft.com/office/drawing/2014/main" id="{06BE75BD-A2E7-4B88-BED4-24A5EAD5C55B}"/>
              </a:ext>
            </a:extLst>
          </p:cNvPr>
          <p:cNvSpPr>
            <a:spLocks noGrp="1"/>
          </p:cNvSpPr>
          <p:nvPr/>
        </p:nvSpPr>
        <p:spPr>
          <a:xfrm>
            <a:off x="6882269" y="15679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4" name="Stage1_sixpanel_8865">
            <a:extLst>
              <a:ext uri="{FF2B5EF4-FFF2-40B4-BE49-F238E27FC236}">
                <a16:creationId xmlns:a16="http://schemas.microsoft.com/office/drawing/2014/main" id="{EAAF3FC1-E4C9-4891-BF88-19382F8AE8E3}"/>
              </a:ext>
            </a:extLst>
          </p:cNvPr>
          <p:cNvSpPr>
            <a:spLocks noGrp="1"/>
          </p:cNvSpPr>
          <p:nvPr/>
        </p:nvSpPr>
        <p:spPr>
          <a:xfrm>
            <a:off x="681809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5" name="Stage1_sixpanel_8866">
            <a:extLst>
              <a:ext uri="{FF2B5EF4-FFF2-40B4-BE49-F238E27FC236}">
                <a16:creationId xmlns:a16="http://schemas.microsoft.com/office/drawing/2014/main" id="{2699D822-DBD2-4E46-ABDA-98EFD43B6776}"/>
              </a:ext>
            </a:extLst>
          </p:cNvPr>
          <p:cNvSpPr>
            <a:spLocks noGrp="1"/>
          </p:cNvSpPr>
          <p:nvPr/>
        </p:nvSpPr>
        <p:spPr>
          <a:xfrm>
            <a:off x="683032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6" name="Stage1_sixpanel_8867">
            <a:extLst>
              <a:ext uri="{FF2B5EF4-FFF2-40B4-BE49-F238E27FC236}">
                <a16:creationId xmlns:a16="http://schemas.microsoft.com/office/drawing/2014/main" id="{B27EF820-A8AF-4204-97E8-0747E708F0ED}"/>
              </a:ext>
            </a:extLst>
          </p:cNvPr>
          <p:cNvSpPr>
            <a:spLocks noGrp="1"/>
          </p:cNvSpPr>
          <p:nvPr/>
        </p:nvSpPr>
        <p:spPr>
          <a:xfrm>
            <a:off x="6865812" y="216467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7" name="Stage1_sixpanel_8868">
            <a:extLst>
              <a:ext uri="{FF2B5EF4-FFF2-40B4-BE49-F238E27FC236}">
                <a16:creationId xmlns:a16="http://schemas.microsoft.com/office/drawing/2014/main" id="{3E9EC2DD-E160-40B8-BB02-79265E94328A}"/>
              </a:ext>
            </a:extLst>
          </p:cNvPr>
          <p:cNvSpPr>
            <a:spLocks noGrp="1"/>
          </p:cNvSpPr>
          <p:nvPr/>
        </p:nvSpPr>
        <p:spPr>
          <a:xfrm>
            <a:off x="6829281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8" name="Stage1_sixpanel_8869">
            <a:extLst>
              <a:ext uri="{FF2B5EF4-FFF2-40B4-BE49-F238E27FC236}">
                <a16:creationId xmlns:a16="http://schemas.microsoft.com/office/drawing/2014/main" id="{CBA901D5-B23A-4ACC-AD33-D60677A01BD2}"/>
              </a:ext>
            </a:extLst>
          </p:cNvPr>
          <p:cNvSpPr>
            <a:spLocks noGrp="1"/>
          </p:cNvSpPr>
          <p:nvPr/>
        </p:nvSpPr>
        <p:spPr>
          <a:xfrm>
            <a:off x="680035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699" name="Stage1_sixpanel_8870">
            <a:extLst>
              <a:ext uri="{FF2B5EF4-FFF2-40B4-BE49-F238E27FC236}">
                <a16:creationId xmlns:a16="http://schemas.microsoft.com/office/drawing/2014/main" id="{A33C00F8-AEA3-4290-9090-1253E4647C83}"/>
              </a:ext>
            </a:extLst>
          </p:cNvPr>
          <p:cNvSpPr>
            <a:spLocks noGrp="1"/>
          </p:cNvSpPr>
          <p:nvPr/>
        </p:nvSpPr>
        <p:spPr>
          <a:xfrm>
            <a:off x="6826745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0" name="Stage1_sixpanel_8871">
            <a:extLst>
              <a:ext uri="{FF2B5EF4-FFF2-40B4-BE49-F238E27FC236}">
                <a16:creationId xmlns:a16="http://schemas.microsoft.com/office/drawing/2014/main" id="{9FBB32CA-E4D9-4015-878C-2A459EF0BA6C}"/>
              </a:ext>
            </a:extLst>
          </p:cNvPr>
          <p:cNvSpPr>
            <a:spLocks noGrp="1"/>
          </p:cNvSpPr>
          <p:nvPr/>
        </p:nvSpPr>
        <p:spPr>
          <a:xfrm>
            <a:off x="6750746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1" name="Stage1_sixpanel_8872">
            <a:extLst>
              <a:ext uri="{FF2B5EF4-FFF2-40B4-BE49-F238E27FC236}">
                <a16:creationId xmlns:a16="http://schemas.microsoft.com/office/drawing/2014/main" id="{8FC378BD-4BD0-43A2-8D46-4EAF1BD86E8B}"/>
              </a:ext>
            </a:extLst>
          </p:cNvPr>
          <p:cNvSpPr>
            <a:spLocks noGrp="1"/>
          </p:cNvSpPr>
          <p:nvPr/>
        </p:nvSpPr>
        <p:spPr>
          <a:xfrm>
            <a:off x="6749554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2" name="Stage1_sixpanel_8873">
            <a:extLst>
              <a:ext uri="{FF2B5EF4-FFF2-40B4-BE49-F238E27FC236}">
                <a16:creationId xmlns:a16="http://schemas.microsoft.com/office/drawing/2014/main" id="{84FE2529-23EF-44C2-967F-B864B01657CC}"/>
              </a:ext>
            </a:extLst>
          </p:cNvPr>
          <p:cNvSpPr>
            <a:spLocks noGrp="1"/>
          </p:cNvSpPr>
          <p:nvPr/>
        </p:nvSpPr>
        <p:spPr>
          <a:xfrm>
            <a:off x="686414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3" name="Stage1_sixpanel_8874">
            <a:extLst>
              <a:ext uri="{FF2B5EF4-FFF2-40B4-BE49-F238E27FC236}">
                <a16:creationId xmlns:a16="http://schemas.microsoft.com/office/drawing/2014/main" id="{AA8BCA02-BF83-423E-8092-D17DADC03A5C}"/>
              </a:ext>
            </a:extLst>
          </p:cNvPr>
          <p:cNvSpPr>
            <a:spLocks noGrp="1"/>
          </p:cNvSpPr>
          <p:nvPr/>
        </p:nvSpPr>
        <p:spPr>
          <a:xfrm>
            <a:off x="6764105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4" name="Stage1_sixpanel_8875">
            <a:extLst>
              <a:ext uri="{FF2B5EF4-FFF2-40B4-BE49-F238E27FC236}">
                <a16:creationId xmlns:a16="http://schemas.microsoft.com/office/drawing/2014/main" id="{E70057D1-ED89-4FB0-953F-D2CDB24DC1BE}"/>
              </a:ext>
            </a:extLst>
          </p:cNvPr>
          <p:cNvSpPr>
            <a:spLocks noGrp="1"/>
          </p:cNvSpPr>
          <p:nvPr/>
        </p:nvSpPr>
        <p:spPr>
          <a:xfrm>
            <a:off x="6764213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5" name="Stage1_sixpanel_8876">
            <a:extLst>
              <a:ext uri="{FF2B5EF4-FFF2-40B4-BE49-F238E27FC236}">
                <a16:creationId xmlns:a16="http://schemas.microsoft.com/office/drawing/2014/main" id="{4560A47D-6326-4E6A-8922-31CAED191889}"/>
              </a:ext>
            </a:extLst>
          </p:cNvPr>
          <p:cNvSpPr>
            <a:spLocks noGrp="1"/>
          </p:cNvSpPr>
          <p:nvPr/>
        </p:nvSpPr>
        <p:spPr>
          <a:xfrm>
            <a:off x="6780104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6" name="Stage1_sixpanel_8877">
            <a:extLst>
              <a:ext uri="{FF2B5EF4-FFF2-40B4-BE49-F238E27FC236}">
                <a16:creationId xmlns:a16="http://schemas.microsoft.com/office/drawing/2014/main" id="{E54F9681-13E4-4817-89DF-5CAD6A52038D}"/>
              </a:ext>
            </a:extLst>
          </p:cNvPr>
          <p:cNvSpPr>
            <a:spLocks noGrp="1"/>
          </p:cNvSpPr>
          <p:nvPr/>
        </p:nvSpPr>
        <p:spPr>
          <a:xfrm>
            <a:off x="68898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7" name="Stage1_sixpanel_8878">
            <a:extLst>
              <a:ext uri="{FF2B5EF4-FFF2-40B4-BE49-F238E27FC236}">
                <a16:creationId xmlns:a16="http://schemas.microsoft.com/office/drawing/2014/main" id="{A2E14167-04FF-43E5-8362-2D93B6EF850A}"/>
              </a:ext>
            </a:extLst>
          </p:cNvPr>
          <p:cNvSpPr>
            <a:spLocks noGrp="1"/>
          </p:cNvSpPr>
          <p:nvPr/>
        </p:nvSpPr>
        <p:spPr>
          <a:xfrm>
            <a:off x="6792846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8" name="Stage1_sixpanel_8879">
            <a:extLst>
              <a:ext uri="{FF2B5EF4-FFF2-40B4-BE49-F238E27FC236}">
                <a16:creationId xmlns:a16="http://schemas.microsoft.com/office/drawing/2014/main" id="{EEB53879-9E3E-4234-BF93-934D31BBCCFB}"/>
              </a:ext>
            </a:extLst>
          </p:cNvPr>
          <p:cNvSpPr>
            <a:spLocks noGrp="1"/>
          </p:cNvSpPr>
          <p:nvPr/>
        </p:nvSpPr>
        <p:spPr>
          <a:xfrm>
            <a:off x="67528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09" name="Stage1_sixpanel_8880">
            <a:extLst>
              <a:ext uri="{FF2B5EF4-FFF2-40B4-BE49-F238E27FC236}">
                <a16:creationId xmlns:a16="http://schemas.microsoft.com/office/drawing/2014/main" id="{E8C97705-D32B-426B-B166-9FAE91098487}"/>
              </a:ext>
            </a:extLst>
          </p:cNvPr>
          <p:cNvSpPr>
            <a:spLocks noGrp="1"/>
          </p:cNvSpPr>
          <p:nvPr/>
        </p:nvSpPr>
        <p:spPr>
          <a:xfrm>
            <a:off x="6744078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0" name="Stage1_sixpanel_8881">
            <a:extLst>
              <a:ext uri="{FF2B5EF4-FFF2-40B4-BE49-F238E27FC236}">
                <a16:creationId xmlns:a16="http://schemas.microsoft.com/office/drawing/2014/main" id="{7E233DEB-82A9-42B9-96BF-E047D2FA370E}"/>
              </a:ext>
            </a:extLst>
          </p:cNvPr>
          <p:cNvSpPr>
            <a:spLocks noGrp="1"/>
          </p:cNvSpPr>
          <p:nvPr/>
        </p:nvSpPr>
        <p:spPr>
          <a:xfrm>
            <a:off x="675215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1" name="Stage1_sixpanel_8882">
            <a:extLst>
              <a:ext uri="{FF2B5EF4-FFF2-40B4-BE49-F238E27FC236}">
                <a16:creationId xmlns:a16="http://schemas.microsoft.com/office/drawing/2014/main" id="{9092E380-81E1-448F-97AB-2796FC2C596D}"/>
              </a:ext>
            </a:extLst>
          </p:cNvPr>
          <p:cNvSpPr>
            <a:spLocks noGrp="1"/>
          </p:cNvSpPr>
          <p:nvPr/>
        </p:nvSpPr>
        <p:spPr>
          <a:xfrm>
            <a:off x="688698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2" name="Stage1_sixpanel_8883">
            <a:extLst>
              <a:ext uri="{FF2B5EF4-FFF2-40B4-BE49-F238E27FC236}">
                <a16:creationId xmlns:a16="http://schemas.microsoft.com/office/drawing/2014/main" id="{07664A7D-7EFD-42F5-AE3C-F733938BE702}"/>
              </a:ext>
            </a:extLst>
          </p:cNvPr>
          <p:cNvSpPr>
            <a:spLocks noGrp="1"/>
          </p:cNvSpPr>
          <p:nvPr/>
        </p:nvSpPr>
        <p:spPr>
          <a:xfrm>
            <a:off x="68682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3" name="Stage1_sixpanel_8884">
            <a:extLst>
              <a:ext uri="{FF2B5EF4-FFF2-40B4-BE49-F238E27FC236}">
                <a16:creationId xmlns:a16="http://schemas.microsoft.com/office/drawing/2014/main" id="{5E5EF3C3-4081-4FA1-91E6-4990FC0B5A7D}"/>
              </a:ext>
            </a:extLst>
          </p:cNvPr>
          <p:cNvSpPr>
            <a:spLocks noGrp="1"/>
          </p:cNvSpPr>
          <p:nvPr/>
        </p:nvSpPr>
        <p:spPr>
          <a:xfrm>
            <a:off x="6796637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4" name="Stage1_sixpanel_8885">
            <a:extLst>
              <a:ext uri="{FF2B5EF4-FFF2-40B4-BE49-F238E27FC236}">
                <a16:creationId xmlns:a16="http://schemas.microsoft.com/office/drawing/2014/main" id="{29304428-F6DE-48AB-8EA6-D3ACCF289A77}"/>
              </a:ext>
            </a:extLst>
          </p:cNvPr>
          <p:cNvSpPr>
            <a:spLocks noGrp="1"/>
          </p:cNvSpPr>
          <p:nvPr/>
        </p:nvSpPr>
        <p:spPr>
          <a:xfrm>
            <a:off x="68714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5" name="Stage1_sixpanel_8886">
            <a:extLst>
              <a:ext uri="{FF2B5EF4-FFF2-40B4-BE49-F238E27FC236}">
                <a16:creationId xmlns:a16="http://schemas.microsoft.com/office/drawing/2014/main" id="{5F3BCAEA-C75B-44B7-B24A-D656184B0290}"/>
              </a:ext>
            </a:extLst>
          </p:cNvPr>
          <p:cNvSpPr>
            <a:spLocks noGrp="1"/>
          </p:cNvSpPr>
          <p:nvPr/>
        </p:nvSpPr>
        <p:spPr>
          <a:xfrm>
            <a:off x="682783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6" name="Stage1_sixpanel_8887">
            <a:extLst>
              <a:ext uri="{FF2B5EF4-FFF2-40B4-BE49-F238E27FC236}">
                <a16:creationId xmlns:a16="http://schemas.microsoft.com/office/drawing/2014/main" id="{C319DB1E-9C21-4381-9078-DE23A4796D75}"/>
              </a:ext>
            </a:extLst>
          </p:cNvPr>
          <p:cNvSpPr>
            <a:spLocks noGrp="1"/>
          </p:cNvSpPr>
          <p:nvPr/>
        </p:nvSpPr>
        <p:spPr>
          <a:xfrm>
            <a:off x="6737142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7" name="Stage1_sixpanel_8888">
            <a:extLst>
              <a:ext uri="{FF2B5EF4-FFF2-40B4-BE49-F238E27FC236}">
                <a16:creationId xmlns:a16="http://schemas.microsoft.com/office/drawing/2014/main" id="{8199FD69-AD95-48F1-A1BD-791496B1E328}"/>
              </a:ext>
            </a:extLst>
          </p:cNvPr>
          <p:cNvSpPr>
            <a:spLocks noGrp="1"/>
          </p:cNvSpPr>
          <p:nvPr/>
        </p:nvSpPr>
        <p:spPr>
          <a:xfrm>
            <a:off x="680918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8" name="Stage1_sixpanel_8889">
            <a:extLst>
              <a:ext uri="{FF2B5EF4-FFF2-40B4-BE49-F238E27FC236}">
                <a16:creationId xmlns:a16="http://schemas.microsoft.com/office/drawing/2014/main" id="{781AE376-6C8E-40CE-9CB1-43D9E3D4056F}"/>
              </a:ext>
            </a:extLst>
          </p:cNvPr>
          <p:cNvSpPr>
            <a:spLocks noGrp="1"/>
          </p:cNvSpPr>
          <p:nvPr/>
        </p:nvSpPr>
        <p:spPr>
          <a:xfrm>
            <a:off x="683589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19" name="Stage1_sixpanel_8890">
            <a:extLst>
              <a:ext uri="{FF2B5EF4-FFF2-40B4-BE49-F238E27FC236}">
                <a16:creationId xmlns:a16="http://schemas.microsoft.com/office/drawing/2014/main" id="{68FA8855-4BDF-45C0-9F9D-C8BA03B68C1B}"/>
              </a:ext>
            </a:extLst>
          </p:cNvPr>
          <p:cNvSpPr>
            <a:spLocks noGrp="1"/>
          </p:cNvSpPr>
          <p:nvPr/>
        </p:nvSpPr>
        <p:spPr>
          <a:xfrm>
            <a:off x="6808613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0" name="Stage1_sixpanel_8891">
            <a:extLst>
              <a:ext uri="{FF2B5EF4-FFF2-40B4-BE49-F238E27FC236}">
                <a16:creationId xmlns:a16="http://schemas.microsoft.com/office/drawing/2014/main" id="{7CB43BBA-96E7-43D8-94FB-CF3DFC585031}"/>
              </a:ext>
            </a:extLst>
          </p:cNvPr>
          <p:cNvSpPr>
            <a:spLocks noGrp="1"/>
          </p:cNvSpPr>
          <p:nvPr/>
        </p:nvSpPr>
        <p:spPr>
          <a:xfrm>
            <a:off x="67622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1" name="Stage1_sixpanel_8892">
            <a:extLst>
              <a:ext uri="{FF2B5EF4-FFF2-40B4-BE49-F238E27FC236}">
                <a16:creationId xmlns:a16="http://schemas.microsoft.com/office/drawing/2014/main" id="{2670514D-2536-40C2-B6B3-EF8786205C6D}"/>
              </a:ext>
            </a:extLst>
          </p:cNvPr>
          <p:cNvSpPr>
            <a:spLocks noGrp="1"/>
          </p:cNvSpPr>
          <p:nvPr/>
        </p:nvSpPr>
        <p:spPr>
          <a:xfrm>
            <a:off x="681117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2" name="Stage1_sixpanel_8893">
            <a:extLst>
              <a:ext uri="{FF2B5EF4-FFF2-40B4-BE49-F238E27FC236}">
                <a16:creationId xmlns:a16="http://schemas.microsoft.com/office/drawing/2014/main" id="{7907A667-4350-4870-86C0-A60CD1F57F68}"/>
              </a:ext>
            </a:extLst>
          </p:cNvPr>
          <p:cNvSpPr>
            <a:spLocks noGrp="1"/>
          </p:cNvSpPr>
          <p:nvPr/>
        </p:nvSpPr>
        <p:spPr>
          <a:xfrm>
            <a:off x="68485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3" name="Stage1_sixpanel_8894">
            <a:extLst>
              <a:ext uri="{FF2B5EF4-FFF2-40B4-BE49-F238E27FC236}">
                <a16:creationId xmlns:a16="http://schemas.microsoft.com/office/drawing/2014/main" id="{FE1CA7B6-0FF0-408D-9F99-29508A1ECAA0}"/>
              </a:ext>
            </a:extLst>
          </p:cNvPr>
          <p:cNvSpPr>
            <a:spLocks noGrp="1"/>
          </p:cNvSpPr>
          <p:nvPr/>
        </p:nvSpPr>
        <p:spPr>
          <a:xfrm>
            <a:off x="6800309" y="22021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4" name="Stage1_sixpanel_8895">
            <a:extLst>
              <a:ext uri="{FF2B5EF4-FFF2-40B4-BE49-F238E27FC236}">
                <a16:creationId xmlns:a16="http://schemas.microsoft.com/office/drawing/2014/main" id="{CDECA96A-482E-4186-9FB2-07713BBA584C}"/>
              </a:ext>
            </a:extLst>
          </p:cNvPr>
          <p:cNvSpPr>
            <a:spLocks noGrp="1"/>
          </p:cNvSpPr>
          <p:nvPr/>
        </p:nvSpPr>
        <p:spPr>
          <a:xfrm>
            <a:off x="6747342" y="210256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5" name="Stage1_sixpanel_8896">
            <a:extLst>
              <a:ext uri="{FF2B5EF4-FFF2-40B4-BE49-F238E27FC236}">
                <a16:creationId xmlns:a16="http://schemas.microsoft.com/office/drawing/2014/main" id="{A8346695-1D9E-4393-8B9F-334F7E577B37}"/>
              </a:ext>
            </a:extLst>
          </p:cNvPr>
          <p:cNvSpPr>
            <a:spLocks noGrp="1"/>
          </p:cNvSpPr>
          <p:nvPr/>
        </p:nvSpPr>
        <p:spPr>
          <a:xfrm>
            <a:off x="6734929" y="250202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6" name="Stage1_sixpanel_8897">
            <a:extLst>
              <a:ext uri="{FF2B5EF4-FFF2-40B4-BE49-F238E27FC236}">
                <a16:creationId xmlns:a16="http://schemas.microsoft.com/office/drawing/2014/main" id="{DC9F6AA0-9ED3-4F1A-93B0-A7C8ACACAF38}"/>
              </a:ext>
            </a:extLst>
          </p:cNvPr>
          <p:cNvSpPr>
            <a:spLocks noGrp="1"/>
          </p:cNvSpPr>
          <p:nvPr/>
        </p:nvSpPr>
        <p:spPr>
          <a:xfrm>
            <a:off x="674673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7" name="Stage1_sixpanel_8898">
            <a:extLst>
              <a:ext uri="{FF2B5EF4-FFF2-40B4-BE49-F238E27FC236}">
                <a16:creationId xmlns:a16="http://schemas.microsoft.com/office/drawing/2014/main" id="{F2BEFDB7-72F0-4D86-AA1A-6A64583214D8}"/>
              </a:ext>
            </a:extLst>
          </p:cNvPr>
          <p:cNvSpPr>
            <a:spLocks noGrp="1"/>
          </p:cNvSpPr>
          <p:nvPr/>
        </p:nvSpPr>
        <p:spPr>
          <a:xfrm>
            <a:off x="6888782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8" name="Stage1_sixpanel_8899">
            <a:extLst>
              <a:ext uri="{FF2B5EF4-FFF2-40B4-BE49-F238E27FC236}">
                <a16:creationId xmlns:a16="http://schemas.microsoft.com/office/drawing/2014/main" id="{C7815061-9011-42EB-9F41-2FCB53E43966}"/>
              </a:ext>
            </a:extLst>
          </p:cNvPr>
          <p:cNvSpPr>
            <a:spLocks noGrp="1"/>
          </p:cNvSpPr>
          <p:nvPr/>
        </p:nvSpPr>
        <p:spPr>
          <a:xfrm>
            <a:off x="680127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29" name="Stage1_sixpanel_8900">
            <a:extLst>
              <a:ext uri="{FF2B5EF4-FFF2-40B4-BE49-F238E27FC236}">
                <a16:creationId xmlns:a16="http://schemas.microsoft.com/office/drawing/2014/main" id="{4FD7D464-42A7-4120-84B1-3B2A52E36467}"/>
              </a:ext>
            </a:extLst>
          </p:cNvPr>
          <p:cNvSpPr>
            <a:spLocks noGrp="1"/>
          </p:cNvSpPr>
          <p:nvPr/>
        </p:nvSpPr>
        <p:spPr>
          <a:xfrm>
            <a:off x="674026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0" name="Stage1_sixpanel_8901">
            <a:extLst>
              <a:ext uri="{FF2B5EF4-FFF2-40B4-BE49-F238E27FC236}">
                <a16:creationId xmlns:a16="http://schemas.microsoft.com/office/drawing/2014/main" id="{245703CD-B07D-4D3B-971D-EFAF7DE92DC8}"/>
              </a:ext>
            </a:extLst>
          </p:cNvPr>
          <p:cNvSpPr>
            <a:spLocks noGrp="1"/>
          </p:cNvSpPr>
          <p:nvPr/>
        </p:nvSpPr>
        <p:spPr>
          <a:xfrm>
            <a:off x="67965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1" name="Stage1_sixpanel_8902">
            <a:extLst>
              <a:ext uri="{FF2B5EF4-FFF2-40B4-BE49-F238E27FC236}">
                <a16:creationId xmlns:a16="http://schemas.microsoft.com/office/drawing/2014/main" id="{CE07F923-A902-43EA-9500-1FC7D29BE099}"/>
              </a:ext>
            </a:extLst>
          </p:cNvPr>
          <p:cNvSpPr>
            <a:spLocks noGrp="1"/>
          </p:cNvSpPr>
          <p:nvPr/>
        </p:nvSpPr>
        <p:spPr>
          <a:xfrm>
            <a:off x="690078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2" name="Stage1_sixpanel_8903">
            <a:extLst>
              <a:ext uri="{FF2B5EF4-FFF2-40B4-BE49-F238E27FC236}">
                <a16:creationId xmlns:a16="http://schemas.microsoft.com/office/drawing/2014/main" id="{3E063018-C01C-4286-85ED-0DEF1830948E}"/>
              </a:ext>
            </a:extLst>
          </p:cNvPr>
          <p:cNvSpPr>
            <a:spLocks noGrp="1"/>
          </p:cNvSpPr>
          <p:nvPr/>
        </p:nvSpPr>
        <p:spPr>
          <a:xfrm>
            <a:off x="6791396" y="229745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3" name="Stage1_sixpanel_8904">
            <a:extLst>
              <a:ext uri="{FF2B5EF4-FFF2-40B4-BE49-F238E27FC236}">
                <a16:creationId xmlns:a16="http://schemas.microsoft.com/office/drawing/2014/main" id="{CA9FCB2D-2BF3-4D6E-B166-B46F2E30253F}"/>
              </a:ext>
            </a:extLst>
          </p:cNvPr>
          <p:cNvSpPr>
            <a:spLocks noGrp="1"/>
          </p:cNvSpPr>
          <p:nvPr/>
        </p:nvSpPr>
        <p:spPr>
          <a:xfrm>
            <a:off x="6766676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4" name="Stage1_sixpanel_8905">
            <a:extLst>
              <a:ext uri="{FF2B5EF4-FFF2-40B4-BE49-F238E27FC236}">
                <a16:creationId xmlns:a16="http://schemas.microsoft.com/office/drawing/2014/main" id="{1F39A7BE-4A78-403B-94C0-C7AA323BE10E}"/>
              </a:ext>
            </a:extLst>
          </p:cNvPr>
          <p:cNvSpPr>
            <a:spLocks noGrp="1"/>
          </p:cNvSpPr>
          <p:nvPr/>
        </p:nvSpPr>
        <p:spPr>
          <a:xfrm>
            <a:off x="6760281" y="163701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5" name="Stage1_sixpanel_8906">
            <a:extLst>
              <a:ext uri="{FF2B5EF4-FFF2-40B4-BE49-F238E27FC236}">
                <a16:creationId xmlns:a16="http://schemas.microsoft.com/office/drawing/2014/main" id="{483F6231-7A66-4CB1-BE9B-110152975118}"/>
              </a:ext>
            </a:extLst>
          </p:cNvPr>
          <p:cNvSpPr>
            <a:spLocks noGrp="1"/>
          </p:cNvSpPr>
          <p:nvPr/>
        </p:nvSpPr>
        <p:spPr>
          <a:xfrm>
            <a:off x="6786697" y="173366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6" name="Stage1_sixpanel_8907">
            <a:extLst>
              <a:ext uri="{FF2B5EF4-FFF2-40B4-BE49-F238E27FC236}">
                <a16:creationId xmlns:a16="http://schemas.microsoft.com/office/drawing/2014/main" id="{21B00EEC-BACD-45C5-A7F6-C1BC8FBFDE72}"/>
              </a:ext>
            </a:extLst>
          </p:cNvPr>
          <p:cNvSpPr>
            <a:spLocks noGrp="1"/>
          </p:cNvSpPr>
          <p:nvPr/>
        </p:nvSpPr>
        <p:spPr>
          <a:xfrm>
            <a:off x="6774321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7" name="Stage1_sixpanel_8908">
            <a:extLst>
              <a:ext uri="{FF2B5EF4-FFF2-40B4-BE49-F238E27FC236}">
                <a16:creationId xmlns:a16="http://schemas.microsoft.com/office/drawing/2014/main" id="{85B59885-3240-4CA4-8C1A-815B64A57354}"/>
              </a:ext>
            </a:extLst>
          </p:cNvPr>
          <p:cNvSpPr>
            <a:spLocks noGrp="1"/>
          </p:cNvSpPr>
          <p:nvPr/>
        </p:nvSpPr>
        <p:spPr>
          <a:xfrm>
            <a:off x="68574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8" name="Stage1_sixpanel_8909">
            <a:extLst>
              <a:ext uri="{FF2B5EF4-FFF2-40B4-BE49-F238E27FC236}">
                <a16:creationId xmlns:a16="http://schemas.microsoft.com/office/drawing/2014/main" id="{055B80DA-4929-43AD-A355-F079358F35BC}"/>
              </a:ext>
            </a:extLst>
          </p:cNvPr>
          <p:cNvSpPr>
            <a:spLocks noGrp="1"/>
          </p:cNvSpPr>
          <p:nvPr/>
        </p:nvSpPr>
        <p:spPr>
          <a:xfrm>
            <a:off x="6856745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39" name="Stage1_sixpanel_8910">
            <a:extLst>
              <a:ext uri="{FF2B5EF4-FFF2-40B4-BE49-F238E27FC236}">
                <a16:creationId xmlns:a16="http://schemas.microsoft.com/office/drawing/2014/main" id="{8D2783FF-CA0A-4FD6-A64B-6286762FC171}"/>
              </a:ext>
            </a:extLst>
          </p:cNvPr>
          <p:cNvSpPr>
            <a:spLocks noGrp="1"/>
          </p:cNvSpPr>
          <p:nvPr/>
        </p:nvSpPr>
        <p:spPr>
          <a:xfrm>
            <a:off x="67407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0" name="Stage1_sixpanel_8911">
            <a:extLst>
              <a:ext uri="{FF2B5EF4-FFF2-40B4-BE49-F238E27FC236}">
                <a16:creationId xmlns:a16="http://schemas.microsoft.com/office/drawing/2014/main" id="{D00B633F-B888-4753-8347-B11C53FD75B5}"/>
              </a:ext>
            </a:extLst>
          </p:cNvPr>
          <p:cNvSpPr>
            <a:spLocks noGrp="1"/>
          </p:cNvSpPr>
          <p:nvPr/>
        </p:nvSpPr>
        <p:spPr>
          <a:xfrm>
            <a:off x="6785457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1" name="Stage1_sixpanel_8912">
            <a:extLst>
              <a:ext uri="{FF2B5EF4-FFF2-40B4-BE49-F238E27FC236}">
                <a16:creationId xmlns:a16="http://schemas.microsoft.com/office/drawing/2014/main" id="{697FABC6-C2B4-406B-BD86-A596BF3B35C7}"/>
              </a:ext>
            </a:extLst>
          </p:cNvPr>
          <p:cNvSpPr>
            <a:spLocks noGrp="1"/>
          </p:cNvSpPr>
          <p:nvPr/>
        </p:nvSpPr>
        <p:spPr>
          <a:xfrm>
            <a:off x="6766415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2" name="Stage1_sixpanel_8913">
            <a:extLst>
              <a:ext uri="{FF2B5EF4-FFF2-40B4-BE49-F238E27FC236}">
                <a16:creationId xmlns:a16="http://schemas.microsoft.com/office/drawing/2014/main" id="{A525852A-6BAD-447F-B887-9049801FBCD0}"/>
              </a:ext>
            </a:extLst>
          </p:cNvPr>
          <p:cNvSpPr>
            <a:spLocks noGrp="1"/>
          </p:cNvSpPr>
          <p:nvPr/>
        </p:nvSpPr>
        <p:spPr>
          <a:xfrm>
            <a:off x="6880191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3" name="Stage1_sixpanel_8914">
            <a:extLst>
              <a:ext uri="{FF2B5EF4-FFF2-40B4-BE49-F238E27FC236}">
                <a16:creationId xmlns:a16="http://schemas.microsoft.com/office/drawing/2014/main" id="{7A144F78-689C-4AD8-A5F8-085BB5E9950C}"/>
              </a:ext>
            </a:extLst>
          </p:cNvPr>
          <p:cNvSpPr>
            <a:spLocks noGrp="1"/>
          </p:cNvSpPr>
          <p:nvPr/>
        </p:nvSpPr>
        <p:spPr>
          <a:xfrm>
            <a:off x="789142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4" name="Stage1_sixpanel_8915">
            <a:extLst>
              <a:ext uri="{FF2B5EF4-FFF2-40B4-BE49-F238E27FC236}">
                <a16:creationId xmlns:a16="http://schemas.microsoft.com/office/drawing/2014/main" id="{406EA5C3-19AB-42E5-BCDE-979359E80E88}"/>
              </a:ext>
            </a:extLst>
          </p:cNvPr>
          <p:cNvSpPr>
            <a:spLocks noGrp="1"/>
          </p:cNvSpPr>
          <p:nvPr/>
        </p:nvSpPr>
        <p:spPr>
          <a:xfrm>
            <a:off x="7942531" y="117673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5" name="Stage1_sixpanel_8916">
            <a:extLst>
              <a:ext uri="{FF2B5EF4-FFF2-40B4-BE49-F238E27FC236}">
                <a16:creationId xmlns:a16="http://schemas.microsoft.com/office/drawing/2014/main" id="{42BE25AE-8206-4399-B553-03FA1196E4AF}"/>
              </a:ext>
            </a:extLst>
          </p:cNvPr>
          <p:cNvSpPr>
            <a:spLocks noGrp="1"/>
          </p:cNvSpPr>
          <p:nvPr/>
        </p:nvSpPr>
        <p:spPr>
          <a:xfrm>
            <a:off x="7825802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6" name="Stage1_sixpanel_8917">
            <a:extLst>
              <a:ext uri="{FF2B5EF4-FFF2-40B4-BE49-F238E27FC236}">
                <a16:creationId xmlns:a16="http://schemas.microsoft.com/office/drawing/2014/main" id="{6D22CD9C-7C1F-4B2C-A372-0AB4AF8F1D4E}"/>
              </a:ext>
            </a:extLst>
          </p:cNvPr>
          <p:cNvSpPr>
            <a:spLocks noGrp="1"/>
          </p:cNvSpPr>
          <p:nvPr/>
        </p:nvSpPr>
        <p:spPr>
          <a:xfrm>
            <a:off x="793874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7" name="Stage1_sixpanel_8918">
            <a:extLst>
              <a:ext uri="{FF2B5EF4-FFF2-40B4-BE49-F238E27FC236}">
                <a16:creationId xmlns:a16="http://schemas.microsoft.com/office/drawing/2014/main" id="{77BD9E38-95BB-47E7-8F62-81E1A25A8452}"/>
              </a:ext>
            </a:extLst>
          </p:cNvPr>
          <p:cNvSpPr>
            <a:spLocks noGrp="1"/>
          </p:cNvSpPr>
          <p:nvPr/>
        </p:nvSpPr>
        <p:spPr>
          <a:xfrm>
            <a:off x="78768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8" name="Stage1_sixpanel_8919">
            <a:extLst>
              <a:ext uri="{FF2B5EF4-FFF2-40B4-BE49-F238E27FC236}">
                <a16:creationId xmlns:a16="http://schemas.microsoft.com/office/drawing/2014/main" id="{DA2C750F-BDEA-4899-99CF-A0FA227CD92F}"/>
              </a:ext>
            </a:extLst>
          </p:cNvPr>
          <p:cNvSpPr>
            <a:spLocks noGrp="1"/>
          </p:cNvSpPr>
          <p:nvPr/>
        </p:nvSpPr>
        <p:spPr>
          <a:xfrm>
            <a:off x="7933824" y="19049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49" name="Stage1_sixpanel_8920">
            <a:extLst>
              <a:ext uri="{FF2B5EF4-FFF2-40B4-BE49-F238E27FC236}">
                <a16:creationId xmlns:a16="http://schemas.microsoft.com/office/drawing/2014/main" id="{01EE2033-B84E-49AE-AA2C-EA8D9616F83C}"/>
              </a:ext>
            </a:extLst>
          </p:cNvPr>
          <p:cNvSpPr>
            <a:spLocks noGrp="1"/>
          </p:cNvSpPr>
          <p:nvPr/>
        </p:nvSpPr>
        <p:spPr>
          <a:xfrm>
            <a:off x="7904885" y="172714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0" name="Stage1_sixpanel_8921">
            <a:extLst>
              <a:ext uri="{FF2B5EF4-FFF2-40B4-BE49-F238E27FC236}">
                <a16:creationId xmlns:a16="http://schemas.microsoft.com/office/drawing/2014/main" id="{F12D9344-F254-4071-82C6-294C07E39231}"/>
              </a:ext>
            </a:extLst>
          </p:cNvPr>
          <p:cNvSpPr>
            <a:spLocks noGrp="1"/>
          </p:cNvSpPr>
          <p:nvPr/>
        </p:nvSpPr>
        <p:spPr>
          <a:xfrm>
            <a:off x="7912568" y="19401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1" name="Stage1_sixpanel_8922">
            <a:extLst>
              <a:ext uri="{FF2B5EF4-FFF2-40B4-BE49-F238E27FC236}">
                <a16:creationId xmlns:a16="http://schemas.microsoft.com/office/drawing/2014/main" id="{654BF506-A6BB-45DB-97A8-11321B0519FD}"/>
              </a:ext>
            </a:extLst>
          </p:cNvPr>
          <p:cNvSpPr>
            <a:spLocks noGrp="1"/>
          </p:cNvSpPr>
          <p:nvPr/>
        </p:nvSpPr>
        <p:spPr>
          <a:xfrm>
            <a:off x="7887674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2" name="Stage1_sixpanel_8923">
            <a:extLst>
              <a:ext uri="{FF2B5EF4-FFF2-40B4-BE49-F238E27FC236}">
                <a16:creationId xmlns:a16="http://schemas.microsoft.com/office/drawing/2014/main" id="{C456768D-F7DD-4FCD-B296-44EBF9A93F98}"/>
              </a:ext>
            </a:extLst>
          </p:cNvPr>
          <p:cNvSpPr>
            <a:spLocks noGrp="1"/>
          </p:cNvSpPr>
          <p:nvPr/>
        </p:nvSpPr>
        <p:spPr>
          <a:xfrm>
            <a:off x="793004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3" name="Stage1_sixpanel_8924">
            <a:extLst>
              <a:ext uri="{FF2B5EF4-FFF2-40B4-BE49-F238E27FC236}">
                <a16:creationId xmlns:a16="http://schemas.microsoft.com/office/drawing/2014/main" id="{5C5A69EA-1388-4D5C-ADA8-CEA20BA025FB}"/>
              </a:ext>
            </a:extLst>
          </p:cNvPr>
          <p:cNvSpPr>
            <a:spLocks noGrp="1"/>
          </p:cNvSpPr>
          <p:nvPr/>
        </p:nvSpPr>
        <p:spPr>
          <a:xfrm>
            <a:off x="793998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4" name="Stage1_sixpanel_8925">
            <a:extLst>
              <a:ext uri="{FF2B5EF4-FFF2-40B4-BE49-F238E27FC236}">
                <a16:creationId xmlns:a16="http://schemas.microsoft.com/office/drawing/2014/main" id="{EEFF2166-2B6C-48A1-AB31-F1CBE51FB7F0}"/>
              </a:ext>
            </a:extLst>
          </p:cNvPr>
          <p:cNvSpPr>
            <a:spLocks noGrp="1"/>
          </p:cNvSpPr>
          <p:nvPr/>
        </p:nvSpPr>
        <p:spPr>
          <a:xfrm>
            <a:off x="7890716" y="121408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5" name="Stage1_sixpanel_8926">
            <a:extLst>
              <a:ext uri="{FF2B5EF4-FFF2-40B4-BE49-F238E27FC236}">
                <a16:creationId xmlns:a16="http://schemas.microsoft.com/office/drawing/2014/main" id="{B1D2C7FA-BA7A-425C-A689-6094A673970B}"/>
              </a:ext>
            </a:extLst>
          </p:cNvPr>
          <p:cNvSpPr>
            <a:spLocks noGrp="1"/>
          </p:cNvSpPr>
          <p:nvPr/>
        </p:nvSpPr>
        <p:spPr>
          <a:xfrm>
            <a:off x="7948621" y="236636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6" name="Stage1_sixpanel_8927">
            <a:extLst>
              <a:ext uri="{FF2B5EF4-FFF2-40B4-BE49-F238E27FC236}">
                <a16:creationId xmlns:a16="http://schemas.microsoft.com/office/drawing/2014/main" id="{B9423992-063B-4D12-B1C9-50B78A4183D0}"/>
              </a:ext>
            </a:extLst>
          </p:cNvPr>
          <p:cNvSpPr>
            <a:spLocks noGrp="1"/>
          </p:cNvSpPr>
          <p:nvPr/>
        </p:nvSpPr>
        <p:spPr>
          <a:xfrm>
            <a:off x="782222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7" name="Stage1_sixpanel_8928">
            <a:extLst>
              <a:ext uri="{FF2B5EF4-FFF2-40B4-BE49-F238E27FC236}">
                <a16:creationId xmlns:a16="http://schemas.microsoft.com/office/drawing/2014/main" id="{87E26976-E5BB-49CC-B59B-8D78C21FC1A4}"/>
              </a:ext>
            </a:extLst>
          </p:cNvPr>
          <p:cNvSpPr>
            <a:spLocks noGrp="1"/>
          </p:cNvSpPr>
          <p:nvPr/>
        </p:nvSpPr>
        <p:spPr>
          <a:xfrm>
            <a:off x="790512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8" name="Stage1_sixpanel_8929">
            <a:extLst>
              <a:ext uri="{FF2B5EF4-FFF2-40B4-BE49-F238E27FC236}">
                <a16:creationId xmlns:a16="http://schemas.microsoft.com/office/drawing/2014/main" id="{64C7BBD7-65E8-4F24-A5CA-DC912F48B65A}"/>
              </a:ext>
            </a:extLst>
          </p:cNvPr>
          <p:cNvSpPr>
            <a:spLocks noGrp="1"/>
          </p:cNvSpPr>
          <p:nvPr/>
        </p:nvSpPr>
        <p:spPr>
          <a:xfrm>
            <a:off x="78876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59" name="Stage1_sixpanel_8930">
            <a:extLst>
              <a:ext uri="{FF2B5EF4-FFF2-40B4-BE49-F238E27FC236}">
                <a16:creationId xmlns:a16="http://schemas.microsoft.com/office/drawing/2014/main" id="{0624359A-648E-495F-829D-A451157D41DC}"/>
              </a:ext>
            </a:extLst>
          </p:cNvPr>
          <p:cNvSpPr>
            <a:spLocks noGrp="1"/>
          </p:cNvSpPr>
          <p:nvPr/>
        </p:nvSpPr>
        <p:spPr>
          <a:xfrm>
            <a:off x="7861480" y="242689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0" name="Stage1_sixpanel_8931">
            <a:extLst>
              <a:ext uri="{FF2B5EF4-FFF2-40B4-BE49-F238E27FC236}">
                <a16:creationId xmlns:a16="http://schemas.microsoft.com/office/drawing/2014/main" id="{A3FDF8C3-621D-4593-8018-18CA2DBFD852}"/>
              </a:ext>
            </a:extLst>
          </p:cNvPr>
          <p:cNvSpPr>
            <a:spLocks noGrp="1"/>
          </p:cNvSpPr>
          <p:nvPr/>
        </p:nvSpPr>
        <p:spPr>
          <a:xfrm>
            <a:off x="789385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1" name="Stage1_sixpanel_8932">
            <a:extLst>
              <a:ext uri="{FF2B5EF4-FFF2-40B4-BE49-F238E27FC236}">
                <a16:creationId xmlns:a16="http://schemas.microsoft.com/office/drawing/2014/main" id="{401171D5-2FCD-4808-9179-4C6EACA86594}"/>
              </a:ext>
            </a:extLst>
          </p:cNvPr>
          <p:cNvSpPr>
            <a:spLocks noGrp="1"/>
          </p:cNvSpPr>
          <p:nvPr/>
        </p:nvSpPr>
        <p:spPr>
          <a:xfrm>
            <a:off x="7827802" y="226345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2" name="Stage1_sixpanel_8933">
            <a:extLst>
              <a:ext uri="{FF2B5EF4-FFF2-40B4-BE49-F238E27FC236}">
                <a16:creationId xmlns:a16="http://schemas.microsoft.com/office/drawing/2014/main" id="{C04C2533-8452-498A-AF0D-E66B9FA143FC}"/>
              </a:ext>
            </a:extLst>
          </p:cNvPr>
          <p:cNvSpPr>
            <a:spLocks noGrp="1"/>
          </p:cNvSpPr>
          <p:nvPr/>
        </p:nvSpPr>
        <p:spPr>
          <a:xfrm>
            <a:off x="794085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3" name="Stage1_sixpanel_8934">
            <a:extLst>
              <a:ext uri="{FF2B5EF4-FFF2-40B4-BE49-F238E27FC236}">
                <a16:creationId xmlns:a16="http://schemas.microsoft.com/office/drawing/2014/main" id="{94B60136-3AB3-47E8-9158-E5C71E6129D0}"/>
              </a:ext>
            </a:extLst>
          </p:cNvPr>
          <p:cNvSpPr>
            <a:spLocks noGrp="1"/>
          </p:cNvSpPr>
          <p:nvPr/>
        </p:nvSpPr>
        <p:spPr>
          <a:xfrm>
            <a:off x="7938266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4" name="Stage1_sixpanel_8935">
            <a:extLst>
              <a:ext uri="{FF2B5EF4-FFF2-40B4-BE49-F238E27FC236}">
                <a16:creationId xmlns:a16="http://schemas.microsoft.com/office/drawing/2014/main" id="{9204923C-22B1-42ED-9659-9EDA6342A999}"/>
              </a:ext>
            </a:extLst>
          </p:cNvPr>
          <p:cNvSpPr>
            <a:spLocks noGrp="1"/>
          </p:cNvSpPr>
          <p:nvPr/>
        </p:nvSpPr>
        <p:spPr>
          <a:xfrm>
            <a:off x="7816620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5" name="Stage1_sixpanel_8936">
            <a:extLst>
              <a:ext uri="{FF2B5EF4-FFF2-40B4-BE49-F238E27FC236}">
                <a16:creationId xmlns:a16="http://schemas.microsoft.com/office/drawing/2014/main" id="{7F3DABEC-CCE4-41BD-97A0-D34035595E0B}"/>
              </a:ext>
            </a:extLst>
          </p:cNvPr>
          <p:cNvSpPr>
            <a:spLocks noGrp="1"/>
          </p:cNvSpPr>
          <p:nvPr/>
        </p:nvSpPr>
        <p:spPr>
          <a:xfrm>
            <a:off x="7959542" y="133499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6" name="Stage1_sixpanel_8937">
            <a:extLst>
              <a:ext uri="{FF2B5EF4-FFF2-40B4-BE49-F238E27FC236}">
                <a16:creationId xmlns:a16="http://schemas.microsoft.com/office/drawing/2014/main" id="{19C46F76-159C-42D3-BE35-05D8A545D258}"/>
              </a:ext>
            </a:extLst>
          </p:cNvPr>
          <p:cNvSpPr>
            <a:spLocks noGrp="1"/>
          </p:cNvSpPr>
          <p:nvPr/>
        </p:nvSpPr>
        <p:spPr>
          <a:xfrm>
            <a:off x="794102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7" name="Stage1_sixpanel_8938">
            <a:extLst>
              <a:ext uri="{FF2B5EF4-FFF2-40B4-BE49-F238E27FC236}">
                <a16:creationId xmlns:a16="http://schemas.microsoft.com/office/drawing/2014/main" id="{EF1AC70E-8E81-455D-AA2C-35FD62BFACCC}"/>
              </a:ext>
            </a:extLst>
          </p:cNvPr>
          <p:cNvSpPr>
            <a:spLocks noGrp="1"/>
          </p:cNvSpPr>
          <p:nvPr/>
        </p:nvSpPr>
        <p:spPr>
          <a:xfrm>
            <a:off x="794877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8" name="Stage1_sixpanel_8939">
            <a:extLst>
              <a:ext uri="{FF2B5EF4-FFF2-40B4-BE49-F238E27FC236}">
                <a16:creationId xmlns:a16="http://schemas.microsoft.com/office/drawing/2014/main" id="{67D3BEF9-B4CA-4A4A-B664-07A015A74454}"/>
              </a:ext>
            </a:extLst>
          </p:cNvPr>
          <p:cNvSpPr>
            <a:spLocks noGrp="1"/>
          </p:cNvSpPr>
          <p:nvPr/>
        </p:nvSpPr>
        <p:spPr>
          <a:xfrm>
            <a:off x="7815161" y="231136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69" name="Stage1_sixpanel_8940">
            <a:extLst>
              <a:ext uri="{FF2B5EF4-FFF2-40B4-BE49-F238E27FC236}">
                <a16:creationId xmlns:a16="http://schemas.microsoft.com/office/drawing/2014/main" id="{5D5DB9AB-647B-43EB-8B78-EFE79FF88869}"/>
              </a:ext>
            </a:extLst>
          </p:cNvPr>
          <p:cNvSpPr>
            <a:spLocks noGrp="1"/>
          </p:cNvSpPr>
          <p:nvPr/>
        </p:nvSpPr>
        <p:spPr>
          <a:xfrm>
            <a:off x="7848344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0" name="Stage1_sixpanel_8941">
            <a:extLst>
              <a:ext uri="{FF2B5EF4-FFF2-40B4-BE49-F238E27FC236}">
                <a16:creationId xmlns:a16="http://schemas.microsoft.com/office/drawing/2014/main" id="{973CC3DF-51C1-478E-909F-1C134B7D66A0}"/>
              </a:ext>
            </a:extLst>
          </p:cNvPr>
          <p:cNvSpPr>
            <a:spLocks noGrp="1"/>
          </p:cNvSpPr>
          <p:nvPr/>
        </p:nvSpPr>
        <p:spPr>
          <a:xfrm>
            <a:off x="783672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1" name="Stage1_sixpanel_8942">
            <a:extLst>
              <a:ext uri="{FF2B5EF4-FFF2-40B4-BE49-F238E27FC236}">
                <a16:creationId xmlns:a16="http://schemas.microsoft.com/office/drawing/2014/main" id="{90486703-0202-48BF-AEF3-62C6E9EA04D4}"/>
              </a:ext>
            </a:extLst>
          </p:cNvPr>
          <p:cNvSpPr>
            <a:spLocks noGrp="1"/>
          </p:cNvSpPr>
          <p:nvPr/>
        </p:nvSpPr>
        <p:spPr>
          <a:xfrm>
            <a:off x="781755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2" name="Stage1_sixpanel_8943">
            <a:extLst>
              <a:ext uri="{FF2B5EF4-FFF2-40B4-BE49-F238E27FC236}">
                <a16:creationId xmlns:a16="http://schemas.microsoft.com/office/drawing/2014/main" id="{A9EAC8D2-9C1F-4FEA-B305-4C9790C2BA0E}"/>
              </a:ext>
            </a:extLst>
          </p:cNvPr>
          <p:cNvSpPr>
            <a:spLocks noGrp="1"/>
          </p:cNvSpPr>
          <p:nvPr/>
        </p:nvSpPr>
        <p:spPr>
          <a:xfrm>
            <a:off x="7839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3" name="Stage1_sixpanel_8944">
            <a:extLst>
              <a:ext uri="{FF2B5EF4-FFF2-40B4-BE49-F238E27FC236}">
                <a16:creationId xmlns:a16="http://schemas.microsoft.com/office/drawing/2014/main" id="{18B87B30-25F9-4853-A167-06CCB66AFA8A}"/>
              </a:ext>
            </a:extLst>
          </p:cNvPr>
          <p:cNvSpPr>
            <a:spLocks noGrp="1"/>
          </p:cNvSpPr>
          <p:nvPr/>
        </p:nvSpPr>
        <p:spPr>
          <a:xfrm>
            <a:off x="7876809" y="24826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4" name="Stage1_sixpanel_8945">
            <a:extLst>
              <a:ext uri="{FF2B5EF4-FFF2-40B4-BE49-F238E27FC236}">
                <a16:creationId xmlns:a16="http://schemas.microsoft.com/office/drawing/2014/main" id="{EACDB831-31EE-4272-B827-314D6211FC39}"/>
              </a:ext>
            </a:extLst>
          </p:cNvPr>
          <p:cNvSpPr>
            <a:spLocks noGrp="1"/>
          </p:cNvSpPr>
          <p:nvPr/>
        </p:nvSpPr>
        <p:spPr>
          <a:xfrm>
            <a:off x="794556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5" name="Stage1_sixpanel_8946">
            <a:extLst>
              <a:ext uri="{FF2B5EF4-FFF2-40B4-BE49-F238E27FC236}">
                <a16:creationId xmlns:a16="http://schemas.microsoft.com/office/drawing/2014/main" id="{A32D7A43-BE9B-44E6-94BB-F9EF1A8BE1F1}"/>
              </a:ext>
            </a:extLst>
          </p:cNvPr>
          <p:cNvSpPr>
            <a:spLocks noGrp="1"/>
          </p:cNvSpPr>
          <p:nvPr/>
        </p:nvSpPr>
        <p:spPr>
          <a:xfrm>
            <a:off x="7841652" y="25853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6" name="Stage1_sixpanel_8947">
            <a:extLst>
              <a:ext uri="{FF2B5EF4-FFF2-40B4-BE49-F238E27FC236}">
                <a16:creationId xmlns:a16="http://schemas.microsoft.com/office/drawing/2014/main" id="{2840987A-647F-4AAB-B0F6-FB79ED6A7C52}"/>
              </a:ext>
            </a:extLst>
          </p:cNvPr>
          <p:cNvSpPr>
            <a:spLocks noGrp="1"/>
          </p:cNvSpPr>
          <p:nvPr/>
        </p:nvSpPr>
        <p:spPr>
          <a:xfrm>
            <a:off x="792505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7" name="Stage1_sixpanel_8948">
            <a:extLst>
              <a:ext uri="{FF2B5EF4-FFF2-40B4-BE49-F238E27FC236}">
                <a16:creationId xmlns:a16="http://schemas.microsoft.com/office/drawing/2014/main" id="{E3FA9ED9-403E-4EF2-BF10-270F09864C5C}"/>
              </a:ext>
            </a:extLst>
          </p:cNvPr>
          <p:cNvSpPr>
            <a:spLocks noGrp="1"/>
          </p:cNvSpPr>
          <p:nvPr/>
        </p:nvSpPr>
        <p:spPr>
          <a:xfrm>
            <a:off x="790095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8" name="Stage1_sixpanel_8949">
            <a:extLst>
              <a:ext uri="{FF2B5EF4-FFF2-40B4-BE49-F238E27FC236}">
                <a16:creationId xmlns:a16="http://schemas.microsoft.com/office/drawing/2014/main" id="{B47A8A10-7A76-4BEA-9E76-EA6C169BC796}"/>
              </a:ext>
            </a:extLst>
          </p:cNvPr>
          <p:cNvSpPr>
            <a:spLocks noGrp="1"/>
          </p:cNvSpPr>
          <p:nvPr/>
        </p:nvSpPr>
        <p:spPr>
          <a:xfrm>
            <a:off x="782437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79" name="Stage1_sixpanel_8950">
            <a:extLst>
              <a:ext uri="{FF2B5EF4-FFF2-40B4-BE49-F238E27FC236}">
                <a16:creationId xmlns:a16="http://schemas.microsoft.com/office/drawing/2014/main" id="{FE785C32-E65D-46E3-B557-400D61CC22DC}"/>
              </a:ext>
            </a:extLst>
          </p:cNvPr>
          <p:cNvSpPr>
            <a:spLocks noGrp="1"/>
          </p:cNvSpPr>
          <p:nvPr/>
        </p:nvSpPr>
        <p:spPr>
          <a:xfrm>
            <a:off x="789314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0" name="Stage1_sixpanel_8951">
            <a:extLst>
              <a:ext uri="{FF2B5EF4-FFF2-40B4-BE49-F238E27FC236}">
                <a16:creationId xmlns:a16="http://schemas.microsoft.com/office/drawing/2014/main" id="{CF250274-39B2-4611-A6C0-655FAC0F70B2}"/>
              </a:ext>
            </a:extLst>
          </p:cNvPr>
          <p:cNvSpPr>
            <a:spLocks noGrp="1"/>
          </p:cNvSpPr>
          <p:nvPr/>
        </p:nvSpPr>
        <p:spPr>
          <a:xfrm>
            <a:off x="7864416" y="127458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1" name="Stage1_sixpanel_8952">
            <a:extLst>
              <a:ext uri="{FF2B5EF4-FFF2-40B4-BE49-F238E27FC236}">
                <a16:creationId xmlns:a16="http://schemas.microsoft.com/office/drawing/2014/main" id="{C4F1CE4B-2999-41AC-A028-712E141F870F}"/>
              </a:ext>
            </a:extLst>
          </p:cNvPr>
          <p:cNvSpPr>
            <a:spLocks noGrp="1"/>
          </p:cNvSpPr>
          <p:nvPr/>
        </p:nvSpPr>
        <p:spPr>
          <a:xfrm>
            <a:off x="78795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2" name="Stage1_sixpanel_8953">
            <a:extLst>
              <a:ext uri="{FF2B5EF4-FFF2-40B4-BE49-F238E27FC236}">
                <a16:creationId xmlns:a16="http://schemas.microsoft.com/office/drawing/2014/main" id="{0FA79158-E956-4C9D-B106-D617CA599B6E}"/>
              </a:ext>
            </a:extLst>
          </p:cNvPr>
          <p:cNvSpPr>
            <a:spLocks noGrp="1"/>
          </p:cNvSpPr>
          <p:nvPr/>
        </p:nvSpPr>
        <p:spPr>
          <a:xfrm>
            <a:off x="7846598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3" name="Stage1_sixpanel_8954">
            <a:extLst>
              <a:ext uri="{FF2B5EF4-FFF2-40B4-BE49-F238E27FC236}">
                <a16:creationId xmlns:a16="http://schemas.microsoft.com/office/drawing/2014/main" id="{2401B727-DF35-4FFA-BDE4-8A9DF3FECC0E}"/>
              </a:ext>
            </a:extLst>
          </p:cNvPr>
          <p:cNvSpPr>
            <a:spLocks noGrp="1"/>
          </p:cNvSpPr>
          <p:nvPr/>
        </p:nvSpPr>
        <p:spPr>
          <a:xfrm>
            <a:off x="7944198" y="23558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4" name="Stage1_sixpanel_8955">
            <a:extLst>
              <a:ext uri="{FF2B5EF4-FFF2-40B4-BE49-F238E27FC236}">
                <a16:creationId xmlns:a16="http://schemas.microsoft.com/office/drawing/2014/main" id="{37CF1FB8-7566-493F-A40A-E72F2C0E2DE8}"/>
              </a:ext>
            </a:extLst>
          </p:cNvPr>
          <p:cNvSpPr>
            <a:spLocks noGrp="1"/>
          </p:cNvSpPr>
          <p:nvPr/>
        </p:nvSpPr>
        <p:spPr>
          <a:xfrm>
            <a:off x="78676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5" name="Stage1_sixpanel_8956">
            <a:extLst>
              <a:ext uri="{FF2B5EF4-FFF2-40B4-BE49-F238E27FC236}">
                <a16:creationId xmlns:a16="http://schemas.microsoft.com/office/drawing/2014/main" id="{72FB3CB5-5ADA-479D-BA14-8A2BC3D86149}"/>
              </a:ext>
            </a:extLst>
          </p:cNvPr>
          <p:cNvSpPr>
            <a:spLocks noGrp="1"/>
          </p:cNvSpPr>
          <p:nvPr/>
        </p:nvSpPr>
        <p:spPr>
          <a:xfrm>
            <a:off x="781885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6" name="Stage1_sixpanel_8957">
            <a:extLst>
              <a:ext uri="{FF2B5EF4-FFF2-40B4-BE49-F238E27FC236}">
                <a16:creationId xmlns:a16="http://schemas.microsoft.com/office/drawing/2014/main" id="{19659983-4C91-4542-B867-A33D00DC73E3}"/>
              </a:ext>
            </a:extLst>
          </p:cNvPr>
          <p:cNvSpPr>
            <a:spLocks noGrp="1"/>
          </p:cNvSpPr>
          <p:nvPr/>
        </p:nvSpPr>
        <p:spPr>
          <a:xfrm>
            <a:off x="7858862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7" name="Stage1_sixpanel_8958">
            <a:extLst>
              <a:ext uri="{FF2B5EF4-FFF2-40B4-BE49-F238E27FC236}">
                <a16:creationId xmlns:a16="http://schemas.microsoft.com/office/drawing/2014/main" id="{EA06A107-EE81-4EB4-92DB-430950D1FF10}"/>
              </a:ext>
            </a:extLst>
          </p:cNvPr>
          <p:cNvSpPr>
            <a:spLocks noGrp="1"/>
          </p:cNvSpPr>
          <p:nvPr/>
        </p:nvSpPr>
        <p:spPr>
          <a:xfrm>
            <a:off x="7859266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8" name="Stage1_sixpanel_8959">
            <a:extLst>
              <a:ext uri="{FF2B5EF4-FFF2-40B4-BE49-F238E27FC236}">
                <a16:creationId xmlns:a16="http://schemas.microsoft.com/office/drawing/2014/main" id="{6C5D8BF1-58F0-4AAC-8879-AED8E9F75B44}"/>
              </a:ext>
            </a:extLst>
          </p:cNvPr>
          <p:cNvSpPr>
            <a:spLocks noGrp="1"/>
          </p:cNvSpPr>
          <p:nvPr/>
        </p:nvSpPr>
        <p:spPr>
          <a:xfrm>
            <a:off x="782866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89" name="Stage1_sixpanel_8960">
            <a:extLst>
              <a:ext uri="{FF2B5EF4-FFF2-40B4-BE49-F238E27FC236}">
                <a16:creationId xmlns:a16="http://schemas.microsoft.com/office/drawing/2014/main" id="{A99048ED-5CE5-4D2F-9EE0-2D8C8919EA66}"/>
              </a:ext>
            </a:extLst>
          </p:cNvPr>
          <p:cNvSpPr>
            <a:spLocks noGrp="1"/>
          </p:cNvSpPr>
          <p:nvPr/>
        </p:nvSpPr>
        <p:spPr>
          <a:xfrm>
            <a:off x="7959245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0" name="Stage1_sixpanel_8961">
            <a:extLst>
              <a:ext uri="{FF2B5EF4-FFF2-40B4-BE49-F238E27FC236}">
                <a16:creationId xmlns:a16="http://schemas.microsoft.com/office/drawing/2014/main" id="{9663227D-CF4A-420E-8C21-ADD5B333A994}"/>
              </a:ext>
            </a:extLst>
          </p:cNvPr>
          <p:cNvSpPr>
            <a:spLocks noGrp="1"/>
          </p:cNvSpPr>
          <p:nvPr/>
        </p:nvSpPr>
        <p:spPr>
          <a:xfrm>
            <a:off x="7899623" y="245250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1" name="Stage1_sixpanel_8962">
            <a:extLst>
              <a:ext uri="{FF2B5EF4-FFF2-40B4-BE49-F238E27FC236}">
                <a16:creationId xmlns:a16="http://schemas.microsoft.com/office/drawing/2014/main" id="{C9F7B684-C86C-4742-A8D5-8DD2A6FBF49C}"/>
              </a:ext>
            </a:extLst>
          </p:cNvPr>
          <p:cNvSpPr>
            <a:spLocks noGrp="1"/>
          </p:cNvSpPr>
          <p:nvPr/>
        </p:nvSpPr>
        <p:spPr>
          <a:xfrm>
            <a:off x="7811433" y="1227246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2" name="Stage1_sixpanel_8963">
            <a:extLst>
              <a:ext uri="{FF2B5EF4-FFF2-40B4-BE49-F238E27FC236}">
                <a16:creationId xmlns:a16="http://schemas.microsoft.com/office/drawing/2014/main" id="{E426D52C-452B-4E81-8B33-D727F6F4862B}"/>
              </a:ext>
            </a:extLst>
          </p:cNvPr>
          <p:cNvSpPr>
            <a:spLocks noGrp="1"/>
          </p:cNvSpPr>
          <p:nvPr/>
        </p:nvSpPr>
        <p:spPr>
          <a:xfrm>
            <a:off x="796400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3" name="Stage1_sixpanel_8964">
            <a:extLst>
              <a:ext uri="{FF2B5EF4-FFF2-40B4-BE49-F238E27FC236}">
                <a16:creationId xmlns:a16="http://schemas.microsoft.com/office/drawing/2014/main" id="{3C439B77-CB14-43FE-9399-DB3554209468}"/>
              </a:ext>
            </a:extLst>
          </p:cNvPr>
          <p:cNvSpPr>
            <a:spLocks noGrp="1"/>
          </p:cNvSpPr>
          <p:nvPr/>
        </p:nvSpPr>
        <p:spPr>
          <a:xfrm>
            <a:off x="7806632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4" name="Stage1_sixpanel_8965">
            <a:extLst>
              <a:ext uri="{FF2B5EF4-FFF2-40B4-BE49-F238E27FC236}">
                <a16:creationId xmlns:a16="http://schemas.microsoft.com/office/drawing/2014/main" id="{681AE466-FBDB-4AED-B45B-CE7C6B0CF525}"/>
              </a:ext>
            </a:extLst>
          </p:cNvPr>
          <p:cNvSpPr>
            <a:spLocks noGrp="1"/>
          </p:cNvSpPr>
          <p:nvPr/>
        </p:nvSpPr>
        <p:spPr>
          <a:xfrm>
            <a:off x="7934835" y="220080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5" name="Stage1_sixpanel_8966">
            <a:extLst>
              <a:ext uri="{FF2B5EF4-FFF2-40B4-BE49-F238E27FC236}">
                <a16:creationId xmlns:a16="http://schemas.microsoft.com/office/drawing/2014/main" id="{E0E1F44D-FD6B-41CD-A693-C470A4EBF4A2}"/>
              </a:ext>
            </a:extLst>
          </p:cNvPr>
          <p:cNvSpPr>
            <a:spLocks noGrp="1"/>
          </p:cNvSpPr>
          <p:nvPr/>
        </p:nvSpPr>
        <p:spPr>
          <a:xfrm>
            <a:off x="7846068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6" name="Stage1_sixpanel_8967">
            <a:extLst>
              <a:ext uri="{FF2B5EF4-FFF2-40B4-BE49-F238E27FC236}">
                <a16:creationId xmlns:a16="http://schemas.microsoft.com/office/drawing/2014/main" id="{AF184936-0CB7-4EEE-9E40-81FB9543201A}"/>
              </a:ext>
            </a:extLst>
          </p:cNvPr>
          <p:cNvSpPr>
            <a:spLocks noGrp="1"/>
          </p:cNvSpPr>
          <p:nvPr/>
        </p:nvSpPr>
        <p:spPr>
          <a:xfrm>
            <a:off x="7846810" y="239640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7" name="Stage1_sixpanel_8968">
            <a:extLst>
              <a:ext uri="{FF2B5EF4-FFF2-40B4-BE49-F238E27FC236}">
                <a16:creationId xmlns:a16="http://schemas.microsoft.com/office/drawing/2014/main" id="{98653A06-B162-40FD-851F-E996A5355B1F}"/>
              </a:ext>
            </a:extLst>
          </p:cNvPr>
          <p:cNvSpPr>
            <a:spLocks noGrp="1"/>
          </p:cNvSpPr>
          <p:nvPr/>
        </p:nvSpPr>
        <p:spPr>
          <a:xfrm>
            <a:off x="7940584" y="1960189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8" name="Stage1_sixpanel_8969">
            <a:extLst>
              <a:ext uri="{FF2B5EF4-FFF2-40B4-BE49-F238E27FC236}">
                <a16:creationId xmlns:a16="http://schemas.microsoft.com/office/drawing/2014/main" id="{F4CB7675-0EA2-45F3-BF79-4373D8F83B0A}"/>
              </a:ext>
            </a:extLst>
          </p:cNvPr>
          <p:cNvSpPr>
            <a:spLocks noGrp="1"/>
          </p:cNvSpPr>
          <p:nvPr/>
        </p:nvSpPr>
        <p:spPr>
          <a:xfrm>
            <a:off x="7825390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799" name="Stage1_sixpanel_8970">
            <a:extLst>
              <a:ext uri="{FF2B5EF4-FFF2-40B4-BE49-F238E27FC236}">
                <a16:creationId xmlns:a16="http://schemas.microsoft.com/office/drawing/2014/main" id="{9D6CC822-9351-4D02-BDE6-BA3DB8BAC366}"/>
              </a:ext>
            </a:extLst>
          </p:cNvPr>
          <p:cNvSpPr>
            <a:spLocks noGrp="1"/>
          </p:cNvSpPr>
          <p:nvPr/>
        </p:nvSpPr>
        <p:spPr>
          <a:xfrm>
            <a:off x="7928268" y="16188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0" name="Stage1_sixpanel_8971">
            <a:extLst>
              <a:ext uri="{FF2B5EF4-FFF2-40B4-BE49-F238E27FC236}">
                <a16:creationId xmlns:a16="http://schemas.microsoft.com/office/drawing/2014/main" id="{86145FC2-F5E1-4D05-AA69-DE1FE40DADE9}"/>
              </a:ext>
            </a:extLst>
          </p:cNvPr>
          <p:cNvSpPr>
            <a:spLocks noGrp="1"/>
          </p:cNvSpPr>
          <p:nvPr/>
        </p:nvSpPr>
        <p:spPr>
          <a:xfrm>
            <a:off x="792660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1" name="Stage1_sixpanel_8972">
            <a:extLst>
              <a:ext uri="{FF2B5EF4-FFF2-40B4-BE49-F238E27FC236}">
                <a16:creationId xmlns:a16="http://schemas.microsoft.com/office/drawing/2014/main" id="{F60FC88A-700F-450C-B6EF-96697A457700}"/>
              </a:ext>
            </a:extLst>
          </p:cNvPr>
          <p:cNvSpPr>
            <a:spLocks noGrp="1"/>
          </p:cNvSpPr>
          <p:nvPr/>
        </p:nvSpPr>
        <p:spPr>
          <a:xfrm>
            <a:off x="7931774" y="1919270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2" name="Stage1_sixpanel_8973">
            <a:extLst>
              <a:ext uri="{FF2B5EF4-FFF2-40B4-BE49-F238E27FC236}">
                <a16:creationId xmlns:a16="http://schemas.microsoft.com/office/drawing/2014/main" id="{8235A881-CD42-4996-B0DD-CF21287F715C}"/>
              </a:ext>
            </a:extLst>
          </p:cNvPr>
          <p:cNvSpPr>
            <a:spLocks noGrp="1"/>
          </p:cNvSpPr>
          <p:nvPr/>
        </p:nvSpPr>
        <p:spPr>
          <a:xfrm>
            <a:off x="781381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3" name="Stage1_sixpanel_8974">
            <a:extLst>
              <a:ext uri="{FF2B5EF4-FFF2-40B4-BE49-F238E27FC236}">
                <a16:creationId xmlns:a16="http://schemas.microsoft.com/office/drawing/2014/main" id="{8BD5E97E-F17D-4046-ADBD-2A333FBA287E}"/>
              </a:ext>
            </a:extLst>
          </p:cNvPr>
          <p:cNvSpPr>
            <a:spLocks noGrp="1"/>
          </p:cNvSpPr>
          <p:nvPr/>
        </p:nvSpPr>
        <p:spPr>
          <a:xfrm>
            <a:off x="7841136" y="15162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4" name="Stage1_sixpanel_8975">
            <a:extLst>
              <a:ext uri="{FF2B5EF4-FFF2-40B4-BE49-F238E27FC236}">
                <a16:creationId xmlns:a16="http://schemas.microsoft.com/office/drawing/2014/main" id="{30882066-B0D6-45F3-AD39-A2F42491189E}"/>
              </a:ext>
            </a:extLst>
          </p:cNvPr>
          <p:cNvSpPr>
            <a:spLocks noGrp="1"/>
          </p:cNvSpPr>
          <p:nvPr/>
        </p:nvSpPr>
        <p:spPr>
          <a:xfrm>
            <a:off x="7864526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5" name="Stage1_sixpanel_8976">
            <a:extLst>
              <a:ext uri="{FF2B5EF4-FFF2-40B4-BE49-F238E27FC236}">
                <a16:creationId xmlns:a16="http://schemas.microsoft.com/office/drawing/2014/main" id="{F6C6FDC1-A664-46D7-952C-7797A1482082}"/>
              </a:ext>
            </a:extLst>
          </p:cNvPr>
          <p:cNvSpPr>
            <a:spLocks noGrp="1"/>
          </p:cNvSpPr>
          <p:nvPr/>
        </p:nvSpPr>
        <p:spPr>
          <a:xfrm>
            <a:off x="794149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6" name="Stage1_sixpanel_8977">
            <a:extLst>
              <a:ext uri="{FF2B5EF4-FFF2-40B4-BE49-F238E27FC236}">
                <a16:creationId xmlns:a16="http://schemas.microsoft.com/office/drawing/2014/main" id="{2E3875A3-4A95-4AF5-8D7A-F3ED4D06A51C}"/>
              </a:ext>
            </a:extLst>
          </p:cNvPr>
          <p:cNvSpPr>
            <a:spLocks noGrp="1"/>
          </p:cNvSpPr>
          <p:nvPr/>
        </p:nvSpPr>
        <p:spPr>
          <a:xfrm>
            <a:off x="7921315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7" name="Stage1_sixpanel_8978">
            <a:extLst>
              <a:ext uri="{FF2B5EF4-FFF2-40B4-BE49-F238E27FC236}">
                <a16:creationId xmlns:a16="http://schemas.microsoft.com/office/drawing/2014/main" id="{0B4C5D6C-021A-436A-9710-99152EB220D6}"/>
              </a:ext>
            </a:extLst>
          </p:cNvPr>
          <p:cNvSpPr>
            <a:spLocks noGrp="1"/>
          </p:cNvSpPr>
          <p:nvPr/>
        </p:nvSpPr>
        <p:spPr>
          <a:xfrm>
            <a:off x="7894802" y="257934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8" name="Stage1_sixpanel_8979">
            <a:extLst>
              <a:ext uri="{FF2B5EF4-FFF2-40B4-BE49-F238E27FC236}">
                <a16:creationId xmlns:a16="http://schemas.microsoft.com/office/drawing/2014/main" id="{45B0277D-165B-45D6-B613-D4B78B9D21E2}"/>
              </a:ext>
            </a:extLst>
          </p:cNvPr>
          <p:cNvSpPr>
            <a:spLocks noGrp="1"/>
          </p:cNvSpPr>
          <p:nvPr/>
        </p:nvSpPr>
        <p:spPr>
          <a:xfrm>
            <a:off x="795516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09" name="Stage1_sixpanel_8980">
            <a:extLst>
              <a:ext uri="{FF2B5EF4-FFF2-40B4-BE49-F238E27FC236}">
                <a16:creationId xmlns:a16="http://schemas.microsoft.com/office/drawing/2014/main" id="{FC750E5D-3DCD-4347-9DD7-7DAE4C411F11}"/>
              </a:ext>
            </a:extLst>
          </p:cNvPr>
          <p:cNvSpPr>
            <a:spLocks noGrp="1"/>
          </p:cNvSpPr>
          <p:nvPr/>
        </p:nvSpPr>
        <p:spPr>
          <a:xfrm>
            <a:off x="790064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0" name="Stage1_sixpanel_8981">
            <a:extLst>
              <a:ext uri="{FF2B5EF4-FFF2-40B4-BE49-F238E27FC236}">
                <a16:creationId xmlns:a16="http://schemas.microsoft.com/office/drawing/2014/main" id="{BAEEB474-F072-4D4A-8913-3D8B94069CC6}"/>
              </a:ext>
            </a:extLst>
          </p:cNvPr>
          <p:cNvSpPr>
            <a:spLocks noGrp="1"/>
          </p:cNvSpPr>
          <p:nvPr/>
        </p:nvSpPr>
        <p:spPr>
          <a:xfrm>
            <a:off x="7864393" y="259487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1" name="Stage1_sixpanel_8982">
            <a:extLst>
              <a:ext uri="{FF2B5EF4-FFF2-40B4-BE49-F238E27FC236}">
                <a16:creationId xmlns:a16="http://schemas.microsoft.com/office/drawing/2014/main" id="{85D70AD8-30A2-44A5-8568-07CAD75B6D43}"/>
              </a:ext>
            </a:extLst>
          </p:cNvPr>
          <p:cNvSpPr>
            <a:spLocks noGrp="1"/>
          </p:cNvSpPr>
          <p:nvPr/>
        </p:nvSpPr>
        <p:spPr>
          <a:xfrm>
            <a:off x="7959576" y="2120263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2" name="Stage1_sixpanel_8983">
            <a:extLst>
              <a:ext uri="{FF2B5EF4-FFF2-40B4-BE49-F238E27FC236}">
                <a16:creationId xmlns:a16="http://schemas.microsoft.com/office/drawing/2014/main" id="{AC10DEFA-229F-4985-AB7F-D292B6E3B6B1}"/>
              </a:ext>
            </a:extLst>
          </p:cNvPr>
          <p:cNvSpPr>
            <a:spLocks noGrp="1"/>
          </p:cNvSpPr>
          <p:nvPr/>
        </p:nvSpPr>
        <p:spPr>
          <a:xfrm>
            <a:off x="7864326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3" name="Stage1_sixpanel_8984">
            <a:extLst>
              <a:ext uri="{FF2B5EF4-FFF2-40B4-BE49-F238E27FC236}">
                <a16:creationId xmlns:a16="http://schemas.microsoft.com/office/drawing/2014/main" id="{DDAE90A9-D6ED-47F9-93AB-2E18D843EF22}"/>
              </a:ext>
            </a:extLst>
          </p:cNvPr>
          <p:cNvSpPr>
            <a:spLocks noGrp="1"/>
          </p:cNvSpPr>
          <p:nvPr/>
        </p:nvSpPr>
        <p:spPr>
          <a:xfrm>
            <a:off x="789079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4" name="Stage1_sixpanel_8985">
            <a:extLst>
              <a:ext uri="{FF2B5EF4-FFF2-40B4-BE49-F238E27FC236}">
                <a16:creationId xmlns:a16="http://schemas.microsoft.com/office/drawing/2014/main" id="{52256827-842E-46FB-8643-121C535EF9C1}"/>
              </a:ext>
            </a:extLst>
          </p:cNvPr>
          <p:cNvSpPr>
            <a:spLocks noGrp="1"/>
          </p:cNvSpPr>
          <p:nvPr/>
        </p:nvSpPr>
        <p:spPr>
          <a:xfrm>
            <a:off x="794834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5" name="Stage1_sixpanel_8986">
            <a:extLst>
              <a:ext uri="{FF2B5EF4-FFF2-40B4-BE49-F238E27FC236}">
                <a16:creationId xmlns:a16="http://schemas.microsoft.com/office/drawing/2014/main" id="{4840FF8B-9285-4B6E-9F6D-022E1209BADB}"/>
              </a:ext>
            </a:extLst>
          </p:cNvPr>
          <p:cNvSpPr>
            <a:spLocks noGrp="1"/>
          </p:cNvSpPr>
          <p:nvPr/>
        </p:nvSpPr>
        <p:spPr>
          <a:xfrm>
            <a:off x="788759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6" name="Stage1_sixpanel_8987">
            <a:extLst>
              <a:ext uri="{FF2B5EF4-FFF2-40B4-BE49-F238E27FC236}">
                <a16:creationId xmlns:a16="http://schemas.microsoft.com/office/drawing/2014/main" id="{7E5FD50A-C292-4120-A02A-D082902B4659}"/>
              </a:ext>
            </a:extLst>
          </p:cNvPr>
          <p:cNvSpPr>
            <a:spLocks noGrp="1"/>
          </p:cNvSpPr>
          <p:nvPr/>
        </p:nvSpPr>
        <p:spPr>
          <a:xfrm>
            <a:off x="7917719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7" name="Stage1_sixpanel_8988">
            <a:extLst>
              <a:ext uri="{FF2B5EF4-FFF2-40B4-BE49-F238E27FC236}">
                <a16:creationId xmlns:a16="http://schemas.microsoft.com/office/drawing/2014/main" id="{C32ACC58-E53B-4E28-9FC5-ABA54ECBF350}"/>
              </a:ext>
            </a:extLst>
          </p:cNvPr>
          <p:cNvSpPr>
            <a:spLocks noGrp="1"/>
          </p:cNvSpPr>
          <p:nvPr/>
        </p:nvSpPr>
        <p:spPr>
          <a:xfrm>
            <a:off x="7794852" y="259008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8" name="Stage1_sixpanel_8989">
            <a:extLst>
              <a:ext uri="{FF2B5EF4-FFF2-40B4-BE49-F238E27FC236}">
                <a16:creationId xmlns:a16="http://schemas.microsoft.com/office/drawing/2014/main" id="{B7B5D635-D162-418B-86A6-847E69194D50}"/>
              </a:ext>
            </a:extLst>
          </p:cNvPr>
          <p:cNvSpPr>
            <a:spLocks noGrp="1"/>
          </p:cNvSpPr>
          <p:nvPr/>
        </p:nvSpPr>
        <p:spPr>
          <a:xfrm>
            <a:off x="7955871" y="223100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19" name="Stage1_sixpanel_8990">
            <a:extLst>
              <a:ext uri="{FF2B5EF4-FFF2-40B4-BE49-F238E27FC236}">
                <a16:creationId xmlns:a16="http://schemas.microsoft.com/office/drawing/2014/main" id="{57A3E0BC-BCE8-41DA-A1D0-BC03B90EF0D8}"/>
              </a:ext>
            </a:extLst>
          </p:cNvPr>
          <p:cNvSpPr>
            <a:spLocks noGrp="1"/>
          </p:cNvSpPr>
          <p:nvPr/>
        </p:nvSpPr>
        <p:spPr>
          <a:xfrm>
            <a:off x="7844069" y="257773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0" name="Stage1_sixpanel_8991">
            <a:extLst>
              <a:ext uri="{FF2B5EF4-FFF2-40B4-BE49-F238E27FC236}">
                <a16:creationId xmlns:a16="http://schemas.microsoft.com/office/drawing/2014/main" id="{F36525D7-2839-45B8-AA06-231CA364A54A}"/>
              </a:ext>
            </a:extLst>
          </p:cNvPr>
          <p:cNvSpPr>
            <a:spLocks noGrp="1"/>
          </p:cNvSpPr>
          <p:nvPr/>
        </p:nvSpPr>
        <p:spPr>
          <a:xfrm>
            <a:off x="7831993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1" name="Stage1_sixpanel_8992">
            <a:extLst>
              <a:ext uri="{FF2B5EF4-FFF2-40B4-BE49-F238E27FC236}">
                <a16:creationId xmlns:a16="http://schemas.microsoft.com/office/drawing/2014/main" id="{625C240D-E30D-4F43-B2FE-CB247981E676}"/>
              </a:ext>
            </a:extLst>
          </p:cNvPr>
          <p:cNvSpPr>
            <a:spLocks noGrp="1"/>
          </p:cNvSpPr>
          <p:nvPr/>
        </p:nvSpPr>
        <p:spPr>
          <a:xfrm>
            <a:off x="7930177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2" name="Stage1_sixpanel_8993">
            <a:extLst>
              <a:ext uri="{FF2B5EF4-FFF2-40B4-BE49-F238E27FC236}">
                <a16:creationId xmlns:a16="http://schemas.microsoft.com/office/drawing/2014/main" id="{9BF48F1A-6FE5-48D9-AB31-C7004074432F}"/>
              </a:ext>
            </a:extLst>
          </p:cNvPr>
          <p:cNvSpPr>
            <a:spLocks noGrp="1"/>
          </p:cNvSpPr>
          <p:nvPr/>
        </p:nvSpPr>
        <p:spPr>
          <a:xfrm>
            <a:off x="7947618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3" name="Stage1_sixpanel_8994">
            <a:extLst>
              <a:ext uri="{FF2B5EF4-FFF2-40B4-BE49-F238E27FC236}">
                <a16:creationId xmlns:a16="http://schemas.microsoft.com/office/drawing/2014/main" id="{0A3C29E5-2881-4CF2-AE81-9BFBE6E9D1CF}"/>
              </a:ext>
            </a:extLst>
          </p:cNvPr>
          <p:cNvSpPr>
            <a:spLocks noGrp="1"/>
          </p:cNvSpPr>
          <p:nvPr/>
        </p:nvSpPr>
        <p:spPr>
          <a:xfrm>
            <a:off x="7951304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4" name="Stage1_sixpanel_8995">
            <a:extLst>
              <a:ext uri="{FF2B5EF4-FFF2-40B4-BE49-F238E27FC236}">
                <a16:creationId xmlns:a16="http://schemas.microsoft.com/office/drawing/2014/main" id="{AC8F96B8-BD4B-42CE-A3CE-94CC26A2DC11}"/>
              </a:ext>
            </a:extLst>
          </p:cNvPr>
          <p:cNvSpPr>
            <a:spLocks noGrp="1"/>
          </p:cNvSpPr>
          <p:nvPr/>
        </p:nvSpPr>
        <p:spPr>
          <a:xfrm>
            <a:off x="7885790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5" name="Stage1_sixpanel_8996">
            <a:extLst>
              <a:ext uri="{FF2B5EF4-FFF2-40B4-BE49-F238E27FC236}">
                <a16:creationId xmlns:a16="http://schemas.microsoft.com/office/drawing/2014/main" id="{C0905688-5D70-4AB6-B48C-4239CDE830C9}"/>
              </a:ext>
            </a:extLst>
          </p:cNvPr>
          <p:cNvSpPr>
            <a:spLocks noGrp="1"/>
          </p:cNvSpPr>
          <p:nvPr/>
        </p:nvSpPr>
        <p:spPr>
          <a:xfrm>
            <a:off x="7873972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6" name="Stage1_sixpanel_8997">
            <a:extLst>
              <a:ext uri="{FF2B5EF4-FFF2-40B4-BE49-F238E27FC236}">
                <a16:creationId xmlns:a16="http://schemas.microsoft.com/office/drawing/2014/main" id="{1557ED75-2772-4D2D-9850-D1BAE78D83B2}"/>
              </a:ext>
            </a:extLst>
          </p:cNvPr>
          <p:cNvSpPr>
            <a:spLocks noGrp="1"/>
          </p:cNvSpPr>
          <p:nvPr/>
        </p:nvSpPr>
        <p:spPr>
          <a:xfrm>
            <a:off x="7802379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7" name="Stage1_sixpanel_8998">
            <a:extLst>
              <a:ext uri="{FF2B5EF4-FFF2-40B4-BE49-F238E27FC236}">
                <a16:creationId xmlns:a16="http://schemas.microsoft.com/office/drawing/2014/main" id="{CAC9DCDC-D2D9-45DF-A972-0916B2FF436D}"/>
              </a:ext>
            </a:extLst>
          </p:cNvPr>
          <p:cNvSpPr>
            <a:spLocks noGrp="1"/>
          </p:cNvSpPr>
          <p:nvPr/>
        </p:nvSpPr>
        <p:spPr>
          <a:xfrm>
            <a:off x="7921521" y="1999452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8" name="Stage1_sixpanel_8999">
            <a:extLst>
              <a:ext uri="{FF2B5EF4-FFF2-40B4-BE49-F238E27FC236}">
                <a16:creationId xmlns:a16="http://schemas.microsoft.com/office/drawing/2014/main" id="{0078BDEE-50A0-412D-980A-6BCC3115F35E}"/>
              </a:ext>
            </a:extLst>
          </p:cNvPr>
          <p:cNvSpPr>
            <a:spLocks noGrp="1"/>
          </p:cNvSpPr>
          <p:nvPr/>
        </p:nvSpPr>
        <p:spPr>
          <a:xfrm>
            <a:off x="7860721" y="236188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29" name="Stage1_sixpanel_9000">
            <a:extLst>
              <a:ext uri="{FF2B5EF4-FFF2-40B4-BE49-F238E27FC236}">
                <a16:creationId xmlns:a16="http://schemas.microsoft.com/office/drawing/2014/main" id="{602339B8-6BF0-4AF4-894C-A68A8136E7AC}"/>
              </a:ext>
            </a:extLst>
          </p:cNvPr>
          <p:cNvSpPr>
            <a:spLocks noGrp="1"/>
          </p:cNvSpPr>
          <p:nvPr/>
        </p:nvSpPr>
        <p:spPr>
          <a:xfrm>
            <a:off x="7854796" y="226523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0" name="Stage1_sixpanel_9001">
            <a:extLst>
              <a:ext uri="{FF2B5EF4-FFF2-40B4-BE49-F238E27FC236}">
                <a16:creationId xmlns:a16="http://schemas.microsoft.com/office/drawing/2014/main" id="{5C981971-056E-4CCB-BC48-4AE338524B3E}"/>
              </a:ext>
            </a:extLst>
          </p:cNvPr>
          <p:cNvSpPr>
            <a:spLocks noGrp="1"/>
          </p:cNvSpPr>
          <p:nvPr/>
        </p:nvSpPr>
        <p:spPr>
          <a:xfrm>
            <a:off x="7860724" y="2603508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1" name="Stage1_sixpanel_9002">
            <a:extLst>
              <a:ext uri="{FF2B5EF4-FFF2-40B4-BE49-F238E27FC236}">
                <a16:creationId xmlns:a16="http://schemas.microsoft.com/office/drawing/2014/main" id="{CD72AF78-7B8D-48EA-BFC5-880EDC53BA58}"/>
              </a:ext>
            </a:extLst>
          </p:cNvPr>
          <p:cNvSpPr>
            <a:spLocks noGrp="1"/>
          </p:cNvSpPr>
          <p:nvPr/>
        </p:nvSpPr>
        <p:spPr>
          <a:xfrm>
            <a:off x="7936461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2" name="Stage1_sixpanel_9003">
            <a:extLst>
              <a:ext uri="{FF2B5EF4-FFF2-40B4-BE49-F238E27FC236}">
                <a16:creationId xmlns:a16="http://schemas.microsoft.com/office/drawing/2014/main" id="{2A79A47A-A4DA-4BDA-850D-324DCA67D135}"/>
              </a:ext>
            </a:extLst>
          </p:cNvPr>
          <p:cNvSpPr>
            <a:spLocks noGrp="1"/>
          </p:cNvSpPr>
          <p:nvPr/>
        </p:nvSpPr>
        <p:spPr>
          <a:xfrm>
            <a:off x="7807971" y="1742297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3" name="Stage1_sixpanel_9004">
            <a:extLst>
              <a:ext uri="{FF2B5EF4-FFF2-40B4-BE49-F238E27FC236}">
                <a16:creationId xmlns:a16="http://schemas.microsoft.com/office/drawing/2014/main" id="{16FEB0F2-5CBB-4CA5-8B23-3FD1C327368C}"/>
              </a:ext>
            </a:extLst>
          </p:cNvPr>
          <p:cNvSpPr>
            <a:spLocks noGrp="1"/>
          </p:cNvSpPr>
          <p:nvPr/>
        </p:nvSpPr>
        <p:spPr>
          <a:xfrm>
            <a:off x="7873097" y="115377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4" name="Stage1_sixpanel_9005">
            <a:extLst>
              <a:ext uri="{FF2B5EF4-FFF2-40B4-BE49-F238E27FC236}">
                <a16:creationId xmlns:a16="http://schemas.microsoft.com/office/drawing/2014/main" id="{3F5EB756-D62E-4D62-85C8-2184D6E95DBD}"/>
              </a:ext>
            </a:extLst>
          </p:cNvPr>
          <p:cNvSpPr>
            <a:spLocks noGrp="1"/>
          </p:cNvSpPr>
          <p:nvPr/>
        </p:nvSpPr>
        <p:spPr>
          <a:xfrm>
            <a:off x="7938066" y="2241074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5" name="Stage1_sixpanel_9006">
            <a:extLst>
              <a:ext uri="{FF2B5EF4-FFF2-40B4-BE49-F238E27FC236}">
                <a16:creationId xmlns:a16="http://schemas.microsoft.com/office/drawing/2014/main" id="{0874CFD3-1537-405A-9CB1-B4D30341877F}"/>
              </a:ext>
            </a:extLst>
          </p:cNvPr>
          <p:cNvSpPr>
            <a:spLocks noGrp="1"/>
          </p:cNvSpPr>
          <p:nvPr/>
        </p:nvSpPr>
        <p:spPr>
          <a:xfrm>
            <a:off x="7811299" y="1878641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6" name="Stage1_sixpanel_9007">
            <a:extLst>
              <a:ext uri="{FF2B5EF4-FFF2-40B4-BE49-F238E27FC236}">
                <a16:creationId xmlns:a16="http://schemas.microsoft.com/office/drawing/2014/main" id="{FE02507D-D2E6-4032-821C-E03C5E6D88D5}"/>
              </a:ext>
            </a:extLst>
          </p:cNvPr>
          <p:cNvSpPr>
            <a:spLocks noGrp="1"/>
          </p:cNvSpPr>
          <p:nvPr/>
        </p:nvSpPr>
        <p:spPr>
          <a:xfrm>
            <a:off x="7914573" y="2499955"/>
            <a:ext cx="33640" cy="33640"/>
          </a:xfrm>
          <a:prstGeom prst="ellipse">
            <a:avLst/>
          </a:prstGeom>
          <a:solidFill>
            <a:srgbClr val="566AB4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7" name="Stage1_sixpanel_9008">
            <a:extLst>
              <a:ext uri="{FF2B5EF4-FFF2-40B4-BE49-F238E27FC236}">
                <a16:creationId xmlns:a16="http://schemas.microsoft.com/office/drawing/2014/main" id="{D510B3F3-DC58-48CD-B0D1-130F00B22FAB}"/>
              </a:ext>
            </a:extLst>
          </p:cNvPr>
          <p:cNvSpPr>
            <a:spLocks noGrp="1"/>
          </p:cNvSpPr>
          <p:nvPr/>
        </p:nvSpPr>
        <p:spPr>
          <a:xfrm>
            <a:off x="6032731" y="25953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8" name="Stage1_sixpanel_9009">
            <a:extLst>
              <a:ext uri="{FF2B5EF4-FFF2-40B4-BE49-F238E27FC236}">
                <a16:creationId xmlns:a16="http://schemas.microsoft.com/office/drawing/2014/main" id="{714AB2B9-379C-4895-B0E3-269AB264DD17}"/>
              </a:ext>
            </a:extLst>
          </p:cNvPr>
          <p:cNvSpPr>
            <a:spLocks noGrp="1"/>
          </p:cNvSpPr>
          <p:nvPr/>
        </p:nvSpPr>
        <p:spPr>
          <a:xfrm>
            <a:off x="5973451" y="25638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39" name="Stage1_sixpanel_9010">
            <a:extLst>
              <a:ext uri="{FF2B5EF4-FFF2-40B4-BE49-F238E27FC236}">
                <a16:creationId xmlns:a16="http://schemas.microsoft.com/office/drawing/2014/main" id="{188D21B2-2E1E-454E-9C38-97F25BAC3F60}"/>
              </a:ext>
            </a:extLst>
          </p:cNvPr>
          <p:cNvSpPr>
            <a:spLocks noGrp="1"/>
          </p:cNvSpPr>
          <p:nvPr/>
        </p:nvSpPr>
        <p:spPr>
          <a:xfrm>
            <a:off x="60228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0" name="Stage1_sixpanel_9011">
            <a:extLst>
              <a:ext uri="{FF2B5EF4-FFF2-40B4-BE49-F238E27FC236}">
                <a16:creationId xmlns:a16="http://schemas.microsoft.com/office/drawing/2014/main" id="{11D30CE3-61BA-4447-BE54-DA29D3306F6A}"/>
              </a:ext>
            </a:extLst>
          </p:cNvPr>
          <p:cNvSpPr>
            <a:spLocks noGrp="1"/>
          </p:cNvSpPr>
          <p:nvPr/>
        </p:nvSpPr>
        <p:spPr>
          <a:xfrm>
            <a:off x="6066654" y="2579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1" name="Stage1_sixpanel_9012">
            <a:extLst>
              <a:ext uri="{FF2B5EF4-FFF2-40B4-BE49-F238E27FC236}">
                <a16:creationId xmlns:a16="http://schemas.microsoft.com/office/drawing/2014/main" id="{734157CE-44B9-4695-9374-2FA5477DCBBB}"/>
              </a:ext>
            </a:extLst>
          </p:cNvPr>
          <p:cNvSpPr>
            <a:spLocks noGrp="1"/>
          </p:cNvSpPr>
          <p:nvPr/>
        </p:nvSpPr>
        <p:spPr>
          <a:xfrm>
            <a:off x="5988689" y="2595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2" name="Stage1_sixpanel_9013">
            <a:extLst>
              <a:ext uri="{FF2B5EF4-FFF2-40B4-BE49-F238E27FC236}">
                <a16:creationId xmlns:a16="http://schemas.microsoft.com/office/drawing/2014/main" id="{A03AD337-1398-4F82-880C-B2056E071F35}"/>
              </a:ext>
            </a:extLst>
          </p:cNvPr>
          <p:cNvSpPr>
            <a:spLocks noGrp="1"/>
          </p:cNvSpPr>
          <p:nvPr/>
        </p:nvSpPr>
        <p:spPr>
          <a:xfrm>
            <a:off x="5989713" y="2124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3" name="Stage1_sixpanel_9014">
            <a:extLst>
              <a:ext uri="{FF2B5EF4-FFF2-40B4-BE49-F238E27FC236}">
                <a16:creationId xmlns:a16="http://schemas.microsoft.com/office/drawing/2014/main" id="{7B598582-E1ED-49BF-B928-6541AB25B288}"/>
              </a:ext>
            </a:extLst>
          </p:cNvPr>
          <p:cNvSpPr>
            <a:spLocks noGrp="1"/>
          </p:cNvSpPr>
          <p:nvPr/>
        </p:nvSpPr>
        <p:spPr>
          <a:xfrm>
            <a:off x="5974811" y="242016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4" name="Stage1_sixpanel_9015">
            <a:extLst>
              <a:ext uri="{FF2B5EF4-FFF2-40B4-BE49-F238E27FC236}">
                <a16:creationId xmlns:a16="http://schemas.microsoft.com/office/drawing/2014/main" id="{637D0AD5-EA44-4F01-A21E-4F6A2B15562B}"/>
              </a:ext>
            </a:extLst>
          </p:cNvPr>
          <p:cNvSpPr>
            <a:spLocks noGrp="1"/>
          </p:cNvSpPr>
          <p:nvPr/>
        </p:nvSpPr>
        <p:spPr>
          <a:xfrm>
            <a:off x="5932921" y="259505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5" name="Stage1_sixpanel_9016">
            <a:extLst>
              <a:ext uri="{FF2B5EF4-FFF2-40B4-BE49-F238E27FC236}">
                <a16:creationId xmlns:a16="http://schemas.microsoft.com/office/drawing/2014/main" id="{53F52D91-56EA-463B-98AA-F4D2D213797D}"/>
              </a:ext>
            </a:extLst>
          </p:cNvPr>
          <p:cNvSpPr>
            <a:spLocks noGrp="1"/>
          </p:cNvSpPr>
          <p:nvPr/>
        </p:nvSpPr>
        <p:spPr>
          <a:xfrm>
            <a:off x="6042647" y="23564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6" name="Stage1_sixpanel_9017">
            <a:extLst>
              <a:ext uri="{FF2B5EF4-FFF2-40B4-BE49-F238E27FC236}">
                <a16:creationId xmlns:a16="http://schemas.microsoft.com/office/drawing/2014/main" id="{9EFD0915-8D39-4655-9CF0-D08C8ADED2B0}"/>
              </a:ext>
            </a:extLst>
          </p:cNvPr>
          <p:cNvSpPr>
            <a:spLocks noGrp="1"/>
          </p:cNvSpPr>
          <p:nvPr/>
        </p:nvSpPr>
        <p:spPr>
          <a:xfrm>
            <a:off x="6013004" y="25894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7" name="Stage1_sixpanel_9018">
            <a:extLst>
              <a:ext uri="{FF2B5EF4-FFF2-40B4-BE49-F238E27FC236}">
                <a16:creationId xmlns:a16="http://schemas.microsoft.com/office/drawing/2014/main" id="{EED8A16E-5525-4879-B946-1BD77F77390A}"/>
              </a:ext>
            </a:extLst>
          </p:cNvPr>
          <p:cNvSpPr>
            <a:spLocks noGrp="1"/>
          </p:cNvSpPr>
          <p:nvPr/>
        </p:nvSpPr>
        <p:spPr>
          <a:xfrm>
            <a:off x="6001114" y="231464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8" name="Stage1_sixpanel_9019">
            <a:extLst>
              <a:ext uri="{FF2B5EF4-FFF2-40B4-BE49-F238E27FC236}">
                <a16:creationId xmlns:a16="http://schemas.microsoft.com/office/drawing/2014/main" id="{42D12301-913F-405F-A9F2-3858E6A32283}"/>
              </a:ext>
            </a:extLst>
          </p:cNvPr>
          <p:cNvSpPr>
            <a:spLocks noGrp="1"/>
          </p:cNvSpPr>
          <p:nvPr/>
        </p:nvSpPr>
        <p:spPr>
          <a:xfrm>
            <a:off x="5929259" y="2531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49" name="Stage1_sixpanel_9020">
            <a:extLst>
              <a:ext uri="{FF2B5EF4-FFF2-40B4-BE49-F238E27FC236}">
                <a16:creationId xmlns:a16="http://schemas.microsoft.com/office/drawing/2014/main" id="{EBEE38CD-DCD6-49E9-8A31-D1CFCEA71F28}"/>
              </a:ext>
            </a:extLst>
          </p:cNvPr>
          <p:cNvSpPr>
            <a:spLocks noGrp="1"/>
          </p:cNvSpPr>
          <p:nvPr/>
        </p:nvSpPr>
        <p:spPr>
          <a:xfrm>
            <a:off x="6070282" y="255000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0" name="Stage1_sixpanel_9021">
            <a:extLst>
              <a:ext uri="{FF2B5EF4-FFF2-40B4-BE49-F238E27FC236}">
                <a16:creationId xmlns:a16="http://schemas.microsoft.com/office/drawing/2014/main" id="{DAEAAB89-3DC3-4090-86D0-9B4969CBA360}"/>
              </a:ext>
            </a:extLst>
          </p:cNvPr>
          <p:cNvSpPr>
            <a:spLocks noGrp="1"/>
          </p:cNvSpPr>
          <p:nvPr/>
        </p:nvSpPr>
        <p:spPr>
          <a:xfrm>
            <a:off x="608483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1" name="Stage1_sixpanel_9022">
            <a:extLst>
              <a:ext uri="{FF2B5EF4-FFF2-40B4-BE49-F238E27FC236}">
                <a16:creationId xmlns:a16="http://schemas.microsoft.com/office/drawing/2014/main" id="{55D120B3-CD45-4824-9871-C138F89ED6D1}"/>
              </a:ext>
            </a:extLst>
          </p:cNvPr>
          <p:cNvSpPr>
            <a:spLocks noGrp="1"/>
          </p:cNvSpPr>
          <p:nvPr/>
        </p:nvSpPr>
        <p:spPr>
          <a:xfrm>
            <a:off x="5942818" y="211904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2" name="Stage1_sixpanel_9023">
            <a:extLst>
              <a:ext uri="{FF2B5EF4-FFF2-40B4-BE49-F238E27FC236}">
                <a16:creationId xmlns:a16="http://schemas.microsoft.com/office/drawing/2014/main" id="{EE148685-2C2A-4646-B6DB-901CCFD966FD}"/>
              </a:ext>
            </a:extLst>
          </p:cNvPr>
          <p:cNvSpPr>
            <a:spLocks noGrp="1"/>
          </p:cNvSpPr>
          <p:nvPr/>
        </p:nvSpPr>
        <p:spPr>
          <a:xfrm>
            <a:off x="5919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3" name="Stage1_sixpanel_9024">
            <a:extLst>
              <a:ext uri="{FF2B5EF4-FFF2-40B4-BE49-F238E27FC236}">
                <a16:creationId xmlns:a16="http://schemas.microsoft.com/office/drawing/2014/main" id="{BCF84C22-5B44-4302-AD8C-BA1F0954A10F}"/>
              </a:ext>
            </a:extLst>
          </p:cNvPr>
          <p:cNvSpPr>
            <a:spLocks noGrp="1"/>
          </p:cNvSpPr>
          <p:nvPr/>
        </p:nvSpPr>
        <p:spPr>
          <a:xfrm>
            <a:off x="6070696" y="25679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4" name="Stage1_sixpanel_9025">
            <a:extLst>
              <a:ext uri="{FF2B5EF4-FFF2-40B4-BE49-F238E27FC236}">
                <a16:creationId xmlns:a16="http://schemas.microsoft.com/office/drawing/2014/main" id="{D13D6CF7-FD37-45F6-A5EA-8C6509495DDF}"/>
              </a:ext>
            </a:extLst>
          </p:cNvPr>
          <p:cNvSpPr>
            <a:spLocks noGrp="1"/>
          </p:cNvSpPr>
          <p:nvPr/>
        </p:nvSpPr>
        <p:spPr>
          <a:xfrm>
            <a:off x="5961125" y="24039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5" name="Stage1_sixpanel_9026">
            <a:extLst>
              <a:ext uri="{FF2B5EF4-FFF2-40B4-BE49-F238E27FC236}">
                <a16:creationId xmlns:a16="http://schemas.microsoft.com/office/drawing/2014/main" id="{7FF36811-1C5A-4480-9C57-8D07B5041EB1}"/>
              </a:ext>
            </a:extLst>
          </p:cNvPr>
          <p:cNvSpPr>
            <a:spLocks noGrp="1"/>
          </p:cNvSpPr>
          <p:nvPr/>
        </p:nvSpPr>
        <p:spPr>
          <a:xfrm>
            <a:off x="5959892" y="220868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6" name="Stage1_sixpanel_9027">
            <a:extLst>
              <a:ext uri="{FF2B5EF4-FFF2-40B4-BE49-F238E27FC236}">
                <a16:creationId xmlns:a16="http://schemas.microsoft.com/office/drawing/2014/main" id="{F48B34D7-0BEB-4FC0-81BB-FA0A6DEB6CCE}"/>
              </a:ext>
            </a:extLst>
          </p:cNvPr>
          <p:cNvSpPr>
            <a:spLocks noGrp="1"/>
          </p:cNvSpPr>
          <p:nvPr/>
        </p:nvSpPr>
        <p:spPr>
          <a:xfrm>
            <a:off x="601773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7" name="Stage1_sixpanel_9028">
            <a:extLst>
              <a:ext uri="{FF2B5EF4-FFF2-40B4-BE49-F238E27FC236}">
                <a16:creationId xmlns:a16="http://schemas.microsoft.com/office/drawing/2014/main" id="{FFB7CE95-2EC5-4D9B-B4F1-DC6E26ABD2DD}"/>
              </a:ext>
            </a:extLst>
          </p:cNvPr>
          <p:cNvSpPr>
            <a:spLocks noGrp="1"/>
          </p:cNvSpPr>
          <p:nvPr/>
        </p:nvSpPr>
        <p:spPr>
          <a:xfrm>
            <a:off x="6028352" y="26024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8" name="Stage1_sixpanel_9029">
            <a:extLst>
              <a:ext uri="{FF2B5EF4-FFF2-40B4-BE49-F238E27FC236}">
                <a16:creationId xmlns:a16="http://schemas.microsoft.com/office/drawing/2014/main" id="{3DF19C49-B13E-4641-B4EE-16FBEF9F1F7C}"/>
              </a:ext>
            </a:extLst>
          </p:cNvPr>
          <p:cNvSpPr>
            <a:spLocks noGrp="1"/>
          </p:cNvSpPr>
          <p:nvPr/>
        </p:nvSpPr>
        <p:spPr>
          <a:xfrm>
            <a:off x="60875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59" name="Stage1_sixpanel_9030">
            <a:extLst>
              <a:ext uri="{FF2B5EF4-FFF2-40B4-BE49-F238E27FC236}">
                <a16:creationId xmlns:a16="http://schemas.microsoft.com/office/drawing/2014/main" id="{A5722D7D-3809-4BB6-94F9-CCB45575E0CF}"/>
              </a:ext>
            </a:extLst>
          </p:cNvPr>
          <p:cNvSpPr>
            <a:spLocks noGrp="1"/>
          </p:cNvSpPr>
          <p:nvPr/>
        </p:nvSpPr>
        <p:spPr>
          <a:xfrm>
            <a:off x="6002557" y="24859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0" name="Stage1_sixpanel_9031">
            <a:extLst>
              <a:ext uri="{FF2B5EF4-FFF2-40B4-BE49-F238E27FC236}">
                <a16:creationId xmlns:a16="http://schemas.microsoft.com/office/drawing/2014/main" id="{CCCA23D1-88B9-4659-97F0-1FC4E41CB39B}"/>
              </a:ext>
            </a:extLst>
          </p:cNvPr>
          <p:cNvSpPr>
            <a:spLocks noGrp="1"/>
          </p:cNvSpPr>
          <p:nvPr/>
        </p:nvSpPr>
        <p:spPr>
          <a:xfrm>
            <a:off x="6021493" y="17256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1" name="Stage1_sixpanel_9032">
            <a:extLst>
              <a:ext uri="{FF2B5EF4-FFF2-40B4-BE49-F238E27FC236}">
                <a16:creationId xmlns:a16="http://schemas.microsoft.com/office/drawing/2014/main" id="{213567BD-3DFD-4B1B-8A8A-2F1AD5BEFCB1}"/>
              </a:ext>
            </a:extLst>
          </p:cNvPr>
          <p:cNvSpPr>
            <a:spLocks noGrp="1"/>
          </p:cNvSpPr>
          <p:nvPr/>
        </p:nvSpPr>
        <p:spPr>
          <a:xfrm>
            <a:off x="59909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2" name="Stage1_sixpanel_9033">
            <a:extLst>
              <a:ext uri="{FF2B5EF4-FFF2-40B4-BE49-F238E27FC236}">
                <a16:creationId xmlns:a16="http://schemas.microsoft.com/office/drawing/2014/main" id="{3D669B4A-E9CB-49B8-8BF2-0E779FAA2D75}"/>
              </a:ext>
            </a:extLst>
          </p:cNvPr>
          <p:cNvSpPr>
            <a:spLocks noGrp="1"/>
          </p:cNvSpPr>
          <p:nvPr/>
        </p:nvSpPr>
        <p:spPr>
          <a:xfrm>
            <a:off x="5934172" y="25920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3" name="Stage1_sixpanel_9034">
            <a:extLst>
              <a:ext uri="{FF2B5EF4-FFF2-40B4-BE49-F238E27FC236}">
                <a16:creationId xmlns:a16="http://schemas.microsoft.com/office/drawing/2014/main" id="{1740D1F3-AA05-4E84-A2C9-42558DAB141A}"/>
              </a:ext>
            </a:extLst>
          </p:cNvPr>
          <p:cNvSpPr>
            <a:spLocks noGrp="1"/>
          </p:cNvSpPr>
          <p:nvPr/>
        </p:nvSpPr>
        <p:spPr>
          <a:xfrm>
            <a:off x="593480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4" name="Stage1_sixpanel_9035">
            <a:extLst>
              <a:ext uri="{FF2B5EF4-FFF2-40B4-BE49-F238E27FC236}">
                <a16:creationId xmlns:a16="http://schemas.microsoft.com/office/drawing/2014/main" id="{C03D2BDB-1E6E-4DEB-9B44-667B09040634}"/>
              </a:ext>
            </a:extLst>
          </p:cNvPr>
          <p:cNvSpPr>
            <a:spLocks noGrp="1"/>
          </p:cNvSpPr>
          <p:nvPr/>
        </p:nvSpPr>
        <p:spPr>
          <a:xfrm>
            <a:off x="5974509" y="17173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5" name="Stage1_sixpanel_9036">
            <a:extLst>
              <a:ext uri="{FF2B5EF4-FFF2-40B4-BE49-F238E27FC236}">
                <a16:creationId xmlns:a16="http://schemas.microsoft.com/office/drawing/2014/main" id="{51333452-C1D4-4FD6-92EC-B25DE47CDE8C}"/>
              </a:ext>
            </a:extLst>
          </p:cNvPr>
          <p:cNvSpPr>
            <a:spLocks noGrp="1"/>
          </p:cNvSpPr>
          <p:nvPr/>
        </p:nvSpPr>
        <p:spPr>
          <a:xfrm>
            <a:off x="593065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6" name="Stage1_sixpanel_9037">
            <a:extLst>
              <a:ext uri="{FF2B5EF4-FFF2-40B4-BE49-F238E27FC236}">
                <a16:creationId xmlns:a16="http://schemas.microsoft.com/office/drawing/2014/main" id="{38167D15-A02D-440E-9BF8-A3E61CC2C706}"/>
              </a:ext>
            </a:extLst>
          </p:cNvPr>
          <p:cNvSpPr>
            <a:spLocks noGrp="1"/>
          </p:cNvSpPr>
          <p:nvPr/>
        </p:nvSpPr>
        <p:spPr>
          <a:xfrm>
            <a:off x="5956308" y="25174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7" name="Stage1_sixpanel_9038">
            <a:extLst>
              <a:ext uri="{FF2B5EF4-FFF2-40B4-BE49-F238E27FC236}">
                <a16:creationId xmlns:a16="http://schemas.microsoft.com/office/drawing/2014/main" id="{41493F6C-D6BA-4E06-8B44-B1ACEFCE550D}"/>
              </a:ext>
            </a:extLst>
          </p:cNvPr>
          <p:cNvSpPr>
            <a:spLocks noGrp="1"/>
          </p:cNvSpPr>
          <p:nvPr/>
        </p:nvSpPr>
        <p:spPr>
          <a:xfrm>
            <a:off x="6056673" y="2489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8" name="Stage1_sixpanel_9039">
            <a:extLst>
              <a:ext uri="{FF2B5EF4-FFF2-40B4-BE49-F238E27FC236}">
                <a16:creationId xmlns:a16="http://schemas.microsoft.com/office/drawing/2014/main" id="{E857D4CD-77EC-4DEE-A82D-B9BD45B6C691}"/>
              </a:ext>
            </a:extLst>
          </p:cNvPr>
          <p:cNvSpPr>
            <a:spLocks noGrp="1"/>
          </p:cNvSpPr>
          <p:nvPr/>
        </p:nvSpPr>
        <p:spPr>
          <a:xfrm>
            <a:off x="5996524" y="23879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69" name="Stage1_sixpanel_9040">
            <a:extLst>
              <a:ext uri="{FF2B5EF4-FFF2-40B4-BE49-F238E27FC236}">
                <a16:creationId xmlns:a16="http://schemas.microsoft.com/office/drawing/2014/main" id="{34DA9209-62FC-4E1D-9527-1839F93459EE}"/>
              </a:ext>
            </a:extLst>
          </p:cNvPr>
          <p:cNvSpPr>
            <a:spLocks noGrp="1"/>
          </p:cNvSpPr>
          <p:nvPr/>
        </p:nvSpPr>
        <p:spPr>
          <a:xfrm>
            <a:off x="6017354" y="17162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0" name="Stage1_sixpanel_9041">
            <a:extLst>
              <a:ext uri="{FF2B5EF4-FFF2-40B4-BE49-F238E27FC236}">
                <a16:creationId xmlns:a16="http://schemas.microsoft.com/office/drawing/2014/main" id="{DA9EE2F3-419B-424F-A63C-43610F0C3B0A}"/>
              </a:ext>
            </a:extLst>
          </p:cNvPr>
          <p:cNvSpPr>
            <a:spLocks noGrp="1"/>
          </p:cNvSpPr>
          <p:nvPr/>
        </p:nvSpPr>
        <p:spPr>
          <a:xfrm>
            <a:off x="6047731" y="25970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1" name="Stage1_sixpanel_9042">
            <a:extLst>
              <a:ext uri="{FF2B5EF4-FFF2-40B4-BE49-F238E27FC236}">
                <a16:creationId xmlns:a16="http://schemas.microsoft.com/office/drawing/2014/main" id="{3F2F029A-B61B-40DC-9866-B47C91878BEA}"/>
              </a:ext>
            </a:extLst>
          </p:cNvPr>
          <p:cNvSpPr>
            <a:spLocks noGrp="1"/>
          </p:cNvSpPr>
          <p:nvPr/>
        </p:nvSpPr>
        <p:spPr>
          <a:xfrm>
            <a:off x="5978688" y="260117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2" name="Stage1_sixpanel_9043">
            <a:extLst>
              <a:ext uri="{FF2B5EF4-FFF2-40B4-BE49-F238E27FC236}">
                <a16:creationId xmlns:a16="http://schemas.microsoft.com/office/drawing/2014/main" id="{AB1B7BF6-1D72-47C4-BAAE-B1832528E950}"/>
              </a:ext>
            </a:extLst>
          </p:cNvPr>
          <p:cNvSpPr>
            <a:spLocks noGrp="1"/>
          </p:cNvSpPr>
          <p:nvPr/>
        </p:nvSpPr>
        <p:spPr>
          <a:xfrm>
            <a:off x="60334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3" name="Stage1_sixpanel_9044">
            <a:extLst>
              <a:ext uri="{FF2B5EF4-FFF2-40B4-BE49-F238E27FC236}">
                <a16:creationId xmlns:a16="http://schemas.microsoft.com/office/drawing/2014/main" id="{F33E0BE0-368A-405F-889E-C6D6877B01FB}"/>
              </a:ext>
            </a:extLst>
          </p:cNvPr>
          <p:cNvSpPr>
            <a:spLocks noGrp="1"/>
          </p:cNvSpPr>
          <p:nvPr/>
        </p:nvSpPr>
        <p:spPr>
          <a:xfrm>
            <a:off x="6033433" y="260042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4" name="Stage1_sixpanel_9045">
            <a:extLst>
              <a:ext uri="{FF2B5EF4-FFF2-40B4-BE49-F238E27FC236}">
                <a16:creationId xmlns:a16="http://schemas.microsoft.com/office/drawing/2014/main" id="{F49988F8-02E6-4920-B231-167AA41FE3AB}"/>
              </a:ext>
            </a:extLst>
          </p:cNvPr>
          <p:cNvSpPr>
            <a:spLocks noGrp="1"/>
          </p:cNvSpPr>
          <p:nvPr/>
        </p:nvSpPr>
        <p:spPr>
          <a:xfrm>
            <a:off x="5972264" y="2587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5" name="Stage1_sixpanel_9046">
            <a:extLst>
              <a:ext uri="{FF2B5EF4-FFF2-40B4-BE49-F238E27FC236}">
                <a16:creationId xmlns:a16="http://schemas.microsoft.com/office/drawing/2014/main" id="{30AADA0F-7B00-48E7-B9F8-8E06C67EAAA4}"/>
              </a:ext>
            </a:extLst>
          </p:cNvPr>
          <p:cNvSpPr>
            <a:spLocks noGrp="1"/>
          </p:cNvSpPr>
          <p:nvPr/>
        </p:nvSpPr>
        <p:spPr>
          <a:xfrm>
            <a:off x="592496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6" name="Stage1_sixpanel_9047">
            <a:extLst>
              <a:ext uri="{FF2B5EF4-FFF2-40B4-BE49-F238E27FC236}">
                <a16:creationId xmlns:a16="http://schemas.microsoft.com/office/drawing/2014/main" id="{620A249B-2E85-49DD-86E5-EC3B2410171F}"/>
              </a:ext>
            </a:extLst>
          </p:cNvPr>
          <p:cNvSpPr>
            <a:spLocks noGrp="1"/>
          </p:cNvSpPr>
          <p:nvPr/>
        </p:nvSpPr>
        <p:spPr>
          <a:xfrm>
            <a:off x="6058543" y="26003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7" name="Stage1_sixpanel_9048">
            <a:extLst>
              <a:ext uri="{FF2B5EF4-FFF2-40B4-BE49-F238E27FC236}">
                <a16:creationId xmlns:a16="http://schemas.microsoft.com/office/drawing/2014/main" id="{7588795A-785E-425B-B6E6-66AA3D01F603}"/>
              </a:ext>
            </a:extLst>
          </p:cNvPr>
          <p:cNvSpPr>
            <a:spLocks noGrp="1"/>
          </p:cNvSpPr>
          <p:nvPr/>
        </p:nvSpPr>
        <p:spPr>
          <a:xfrm>
            <a:off x="5952370" y="26011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8" name="Stage1_sixpanel_9049">
            <a:extLst>
              <a:ext uri="{FF2B5EF4-FFF2-40B4-BE49-F238E27FC236}">
                <a16:creationId xmlns:a16="http://schemas.microsoft.com/office/drawing/2014/main" id="{F5D1366C-AEC5-48C8-9279-A36FE90AAF49}"/>
              </a:ext>
            </a:extLst>
          </p:cNvPr>
          <p:cNvSpPr>
            <a:spLocks noGrp="1"/>
          </p:cNvSpPr>
          <p:nvPr/>
        </p:nvSpPr>
        <p:spPr>
          <a:xfrm>
            <a:off x="6004982" y="256605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79" name="Stage1_sixpanel_9050">
            <a:extLst>
              <a:ext uri="{FF2B5EF4-FFF2-40B4-BE49-F238E27FC236}">
                <a16:creationId xmlns:a16="http://schemas.microsoft.com/office/drawing/2014/main" id="{07601C96-FB74-4B96-AAAB-353452F73ACF}"/>
              </a:ext>
            </a:extLst>
          </p:cNvPr>
          <p:cNvSpPr>
            <a:spLocks noGrp="1"/>
          </p:cNvSpPr>
          <p:nvPr/>
        </p:nvSpPr>
        <p:spPr>
          <a:xfrm>
            <a:off x="5937226" y="254197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0" name="Stage1_sixpanel_9051">
            <a:extLst>
              <a:ext uri="{FF2B5EF4-FFF2-40B4-BE49-F238E27FC236}">
                <a16:creationId xmlns:a16="http://schemas.microsoft.com/office/drawing/2014/main" id="{BEBB294D-EB1E-4F3A-B2D9-B5C0FD293F1D}"/>
              </a:ext>
            </a:extLst>
          </p:cNvPr>
          <p:cNvSpPr>
            <a:spLocks noGrp="1"/>
          </p:cNvSpPr>
          <p:nvPr/>
        </p:nvSpPr>
        <p:spPr>
          <a:xfrm>
            <a:off x="5944109" y="259029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1" name="Stage1_sixpanel_9052">
            <a:extLst>
              <a:ext uri="{FF2B5EF4-FFF2-40B4-BE49-F238E27FC236}">
                <a16:creationId xmlns:a16="http://schemas.microsoft.com/office/drawing/2014/main" id="{611288C8-0F4F-4FA0-9365-6BC1DB4EEE51}"/>
              </a:ext>
            </a:extLst>
          </p:cNvPr>
          <p:cNvSpPr>
            <a:spLocks noGrp="1"/>
          </p:cNvSpPr>
          <p:nvPr/>
        </p:nvSpPr>
        <p:spPr>
          <a:xfrm>
            <a:off x="5954222" y="191230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2" name="Stage1_sixpanel_9053">
            <a:extLst>
              <a:ext uri="{FF2B5EF4-FFF2-40B4-BE49-F238E27FC236}">
                <a16:creationId xmlns:a16="http://schemas.microsoft.com/office/drawing/2014/main" id="{5464C4FF-0C21-418A-A52E-1935B194ABC9}"/>
              </a:ext>
            </a:extLst>
          </p:cNvPr>
          <p:cNvSpPr>
            <a:spLocks noGrp="1"/>
          </p:cNvSpPr>
          <p:nvPr/>
        </p:nvSpPr>
        <p:spPr>
          <a:xfrm>
            <a:off x="592118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3" name="Stage1_sixpanel_9054">
            <a:extLst>
              <a:ext uri="{FF2B5EF4-FFF2-40B4-BE49-F238E27FC236}">
                <a16:creationId xmlns:a16="http://schemas.microsoft.com/office/drawing/2014/main" id="{E834FA9F-D8EB-424F-9049-A57B7E71719A}"/>
              </a:ext>
            </a:extLst>
          </p:cNvPr>
          <p:cNvSpPr>
            <a:spLocks noGrp="1"/>
          </p:cNvSpPr>
          <p:nvPr/>
        </p:nvSpPr>
        <p:spPr>
          <a:xfrm>
            <a:off x="6074944" y="25579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4" name="Stage1_sixpanel_9055">
            <a:extLst>
              <a:ext uri="{FF2B5EF4-FFF2-40B4-BE49-F238E27FC236}">
                <a16:creationId xmlns:a16="http://schemas.microsoft.com/office/drawing/2014/main" id="{B30874E9-DC19-4CAE-A843-FE3B53D586CB}"/>
              </a:ext>
            </a:extLst>
          </p:cNvPr>
          <p:cNvSpPr>
            <a:spLocks noGrp="1"/>
          </p:cNvSpPr>
          <p:nvPr/>
        </p:nvSpPr>
        <p:spPr>
          <a:xfrm>
            <a:off x="5929868" y="25842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5" name="Stage1_sixpanel_9056">
            <a:extLst>
              <a:ext uri="{FF2B5EF4-FFF2-40B4-BE49-F238E27FC236}">
                <a16:creationId xmlns:a16="http://schemas.microsoft.com/office/drawing/2014/main" id="{43244E33-A966-401B-BE38-CF557CEB7323}"/>
              </a:ext>
            </a:extLst>
          </p:cNvPr>
          <p:cNvSpPr>
            <a:spLocks noGrp="1"/>
          </p:cNvSpPr>
          <p:nvPr/>
        </p:nvSpPr>
        <p:spPr>
          <a:xfrm>
            <a:off x="5933773" y="252475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6" name="Stage1_sixpanel_9057">
            <a:extLst>
              <a:ext uri="{FF2B5EF4-FFF2-40B4-BE49-F238E27FC236}">
                <a16:creationId xmlns:a16="http://schemas.microsoft.com/office/drawing/2014/main" id="{C7E1C262-8E28-40F1-AC9E-49C4A9F1E914}"/>
              </a:ext>
            </a:extLst>
          </p:cNvPr>
          <p:cNvSpPr>
            <a:spLocks noGrp="1"/>
          </p:cNvSpPr>
          <p:nvPr/>
        </p:nvSpPr>
        <p:spPr>
          <a:xfrm>
            <a:off x="60729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7" name="Stage1_sixpanel_9058">
            <a:extLst>
              <a:ext uri="{FF2B5EF4-FFF2-40B4-BE49-F238E27FC236}">
                <a16:creationId xmlns:a16="http://schemas.microsoft.com/office/drawing/2014/main" id="{9F7CCAC3-D533-4F67-8D60-8AD3CEC8DCD9}"/>
              </a:ext>
            </a:extLst>
          </p:cNvPr>
          <p:cNvSpPr>
            <a:spLocks noGrp="1"/>
          </p:cNvSpPr>
          <p:nvPr/>
        </p:nvSpPr>
        <p:spPr>
          <a:xfrm>
            <a:off x="6010734" y="25923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8" name="Stage1_sixpanel_9059">
            <a:extLst>
              <a:ext uri="{FF2B5EF4-FFF2-40B4-BE49-F238E27FC236}">
                <a16:creationId xmlns:a16="http://schemas.microsoft.com/office/drawing/2014/main" id="{3C97CB35-BCC9-4EC5-AE4A-E34C193D0CBB}"/>
              </a:ext>
            </a:extLst>
          </p:cNvPr>
          <p:cNvSpPr>
            <a:spLocks noGrp="1"/>
          </p:cNvSpPr>
          <p:nvPr/>
        </p:nvSpPr>
        <p:spPr>
          <a:xfrm>
            <a:off x="6020773" y="257070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89" name="Stage1_sixpanel_9060">
            <a:extLst>
              <a:ext uri="{FF2B5EF4-FFF2-40B4-BE49-F238E27FC236}">
                <a16:creationId xmlns:a16="http://schemas.microsoft.com/office/drawing/2014/main" id="{92C475C0-D3F0-4A04-B05D-3A8BE5CAF658}"/>
              </a:ext>
            </a:extLst>
          </p:cNvPr>
          <p:cNvSpPr>
            <a:spLocks noGrp="1"/>
          </p:cNvSpPr>
          <p:nvPr/>
        </p:nvSpPr>
        <p:spPr>
          <a:xfrm>
            <a:off x="5991531" y="25944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0" name="Stage1_sixpanel_9061">
            <a:extLst>
              <a:ext uri="{FF2B5EF4-FFF2-40B4-BE49-F238E27FC236}">
                <a16:creationId xmlns:a16="http://schemas.microsoft.com/office/drawing/2014/main" id="{E14DA94C-5326-4B5A-9606-6939BE3761D7}"/>
              </a:ext>
            </a:extLst>
          </p:cNvPr>
          <p:cNvSpPr>
            <a:spLocks noGrp="1"/>
          </p:cNvSpPr>
          <p:nvPr/>
        </p:nvSpPr>
        <p:spPr>
          <a:xfrm>
            <a:off x="5977901" y="25840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1" name="Stage1_sixpanel_9062">
            <a:extLst>
              <a:ext uri="{FF2B5EF4-FFF2-40B4-BE49-F238E27FC236}">
                <a16:creationId xmlns:a16="http://schemas.microsoft.com/office/drawing/2014/main" id="{78F38BA4-B3E1-4141-9931-00E8EC1A3347}"/>
              </a:ext>
            </a:extLst>
          </p:cNvPr>
          <p:cNvSpPr>
            <a:spLocks noGrp="1"/>
          </p:cNvSpPr>
          <p:nvPr/>
        </p:nvSpPr>
        <p:spPr>
          <a:xfrm>
            <a:off x="5946994" y="23788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2" name="Stage1_sixpanel_9063">
            <a:extLst>
              <a:ext uri="{FF2B5EF4-FFF2-40B4-BE49-F238E27FC236}">
                <a16:creationId xmlns:a16="http://schemas.microsoft.com/office/drawing/2014/main" id="{2DF4A2EF-243B-4E15-9ED6-37293463628D}"/>
              </a:ext>
            </a:extLst>
          </p:cNvPr>
          <p:cNvSpPr>
            <a:spLocks noGrp="1"/>
          </p:cNvSpPr>
          <p:nvPr/>
        </p:nvSpPr>
        <p:spPr>
          <a:xfrm>
            <a:off x="5976883" y="25742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3" name="Stage1_sixpanel_9064">
            <a:extLst>
              <a:ext uri="{FF2B5EF4-FFF2-40B4-BE49-F238E27FC236}">
                <a16:creationId xmlns:a16="http://schemas.microsoft.com/office/drawing/2014/main" id="{7E4E2217-F0A1-4017-969D-9C6605688C7A}"/>
              </a:ext>
            </a:extLst>
          </p:cNvPr>
          <p:cNvSpPr>
            <a:spLocks noGrp="1"/>
          </p:cNvSpPr>
          <p:nvPr/>
        </p:nvSpPr>
        <p:spPr>
          <a:xfrm>
            <a:off x="6009455" y="257279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4" name="Stage1_sixpanel_9065">
            <a:extLst>
              <a:ext uri="{FF2B5EF4-FFF2-40B4-BE49-F238E27FC236}">
                <a16:creationId xmlns:a16="http://schemas.microsoft.com/office/drawing/2014/main" id="{E180D909-4792-462E-B6E5-35C51E00F8D8}"/>
              </a:ext>
            </a:extLst>
          </p:cNvPr>
          <p:cNvSpPr>
            <a:spLocks noGrp="1"/>
          </p:cNvSpPr>
          <p:nvPr/>
        </p:nvSpPr>
        <p:spPr>
          <a:xfrm>
            <a:off x="6029233" y="253350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5" name="Stage1_sixpanel_9066">
            <a:extLst>
              <a:ext uri="{FF2B5EF4-FFF2-40B4-BE49-F238E27FC236}">
                <a16:creationId xmlns:a16="http://schemas.microsoft.com/office/drawing/2014/main" id="{B3FEF99E-A251-46C1-93BB-74DBE49BFF95}"/>
              </a:ext>
            </a:extLst>
          </p:cNvPr>
          <p:cNvSpPr>
            <a:spLocks noGrp="1"/>
          </p:cNvSpPr>
          <p:nvPr/>
        </p:nvSpPr>
        <p:spPr>
          <a:xfrm>
            <a:off x="5943077" y="25069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6" name="Stage1_sixpanel_9067">
            <a:extLst>
              <a:ext uri="{FF2B5EF4-FFF2-40B4-BE49-F238E27FC236}">
                <a16:creationId xmlns:a16="http://schemas.microsoft.com/office/drawing/2014/main" id="{2F9B5577-275B-4510-885F-2E97F06B655D}"/>
              </a:ext>
            </a:extLst>
          </p:cNvPr>
          <p:cNvSpPr>
            <a:spLocks noGrp="1"/>
          </p:cNvSpPr>
          <p:nvPr/>
        </p:nvSpPr>
        <p:spPr>
          <a:xfrm>
            <a:off x="6061787" y="258573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7" name="Stage1_sixpanel_9068">
            <a:extLst>
              <a:ext uri="{FF2B5EF4-FFF2-40B4-BE49-F238E27FC236}">
                <a16:creationId xmlns:a16="http://schemas.microsoft.com/office/drawing/2014/main" id="{5B3D1D3F-3609-4E24-91F3-DE60E7EB61CE}"/>
              </a:ext>
            </a:extLst>
          </p:cNvPr>
          <p:cNvSpPr>
            <a:spLocks noGrp="1"/>
          </p:cNvSpPr>
          <p:nvPr/>
        </p:nvSpPr>
        <p:spPr>
          <a:xfrm>
            <a:off x="6036209" y="24725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8" name="Stage1_sixpanel_9069">
            <a:extLst>
              <a:ext uri="{FF2B5EF4-FFF2-40B4-BE49-F238E27FC236}">
                <a16:creationId xmlns:a16="http://schemas.microsoft.com/office/drawing/2014/main" id="{B8064861-CF29-4E82-B508-1DE49AA47071}"/>
              </a:ext>
            </a:extLst>
          </p:cNvPr>
          <p:cNvSpPr>
            <a:spLocks noGrp="1"/>
          </p:cNvSpPr>
          <p:nvPr/>
        </p:nvSpPr>
        <p:spPr>
          <a:xfrm>
            <a:off x="601744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899" name="Stage1_sixpanel_9070">
            <a:extLst>
              <a:ext uri="{FF2B5EF4-FFF2-40B4-BE49-F238E27FC236}">
                <a16:creationId xmlns:a16="http://schemas.microsoft.com/office/drawing/2014/main" id="{F91924BA-2C22-4021-BB09-52CC19826C70}"/>
              </a:ext>
            </a:extLst>
          </p:cNvPr>
          <p:cNvSpPr>
            <a:spLocks noGrp="1"/>
          </p:cNvSpPr>
          <p:nvPr/>
        </p:nvSpPr>
        <p:spPr>
          <a:xfrm>
            <a:off x="5988100" y="25910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0" name="Stage1_sixpanel_9071">
            <a:extLst>
              <a:ext uri="{FF2B5EF4-FFF2-40B4-BE49-F238E27FC236}">
                <a16:creationId xmlns:a16="http://schemas.microsoft.com/office/drawing/2014/main" id="{B33006F4-8A4C-48EA-A32E-485645E71515}"/>
              </a:ext>
            </a:extLst>
          </p:cNvPr>
          <p:cNvSpPr>
            <a:spLocks noGrp="1"/>
          </p:cNvSpPr>
          <p:nvPr/>
        </p:nvSpPr>
        <p:spPr>
          <a:xfrm>
            <a:off x="5996764" y="2348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1" name="Stage1_sixpanel_9072">
            <a:extLst>
              <a:ext uri="{FF2B5EF4-FFF2-40B4-BE49-F238E27FC236}">
                <a16:creationId xmlns:a16="http://schemas.microsoft.com/office/drawing/2014/main" id="{50230200-52A5-4F87-BD1D-20EC63FDFB82}"/>
              </a:ext>
            </a:extLst>
          </p:cNvPr>
          <p:cNvSpPr>
            <a:spLocks noGrp="1"/>
          </p:cNvSpPr>
          <p:nvPr/>
        </p:nvSpPr>
        <p:spPr>
          <a:xfrm>
            <a:off x="6052386" y="255452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2" name="Stage1_sixpanel_9073">
            <a:extLst>
              <a:ext uri="{FF2B5EF4-FFF2-40B4-BE49-F238E27FC236}">
                <a16:creationId xmlns:a16="http://schemas.microsoft.com/office/drawing/2014/main" id="{27F720AC-EA93-4680-A07D-09F0288A5D71}"/>
              </a:ext>
            </a:extLst>
          </p:cNvPr>
          <p:cNvSpPr>
            <a:spLocks noGrp="1"/>
          </p:cNvSpPr>
          <p:nvPr/>
        </p:nvSpPr>
        <p:spPr>
          <a:xfrm>
            <a:off x="6007985" y="224630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3" name="Stage1_sixpanel_9074">
            <a:extLst>
              <a:ext uri="{FF2B5EF4-FFF2-40B4-BE49-F238E27FC236}">
                <a16:creationId xmlns:a16="http://schemas.microsoft.com/office/drawing/2014/main" id="{78F00D13-CAED-4D04-A326-2D42ECDA5B74}"/>
              </a:ext>
            </a:extLst>
          </p:cNvPr>
          <p:cNvSpPr>
            <a:spLocks noGrp="1"/>
          </p:cNvSpPr>
          <p:nvPr/>
        </p:nvSpPr>
        <p:spPr>
          <a:xfrm>
            <a:off x="5924955" y="259793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4" name="Stage1_sixpanel_9075">
            <a:extLst>
              <a:ext uri="{FF2B5EF4-FFF2-40B4-BE49-F238E27FC236}">
                <a16:creationId xmlns:a16="http://schemas.microsoft.com/office/drawing/2014/main" id="{A907F4E2-15D5-4055-9D35-7EC7F5F858C1}"/>
              </a:ext>
            </a:extLst>
          </p:cNvPr>
          <p:cNvSpPr>
            <a:spLocks noGrp="1"/>
          </p:cNvSpPr>
          <p:nvPr/>
        </p:nvSpPr>
        <p:spPr>
          <a:xfrm>
            <a:off x="6011250" y="24722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5" name="Stage1_sixpanel_9076">
            <a:extLst>
              <a:ext uri="{FF2B5EF4-FFF2-40B4-BE49-F238E27FC236}">
                <a16:creationId xmlns:a16="http://schemas.microsoft.com/office/drawing/2014/main" id="{62D03F18-F0AC-43FC-8A94-764BF2628AF4}"/>
              </a:ext>
            </a:extLst>
          </p:cNvPr>
          <p:cNvSpPr>
            <a:spLocks noGrp="1"/>
          </p:cNvSpPr>
          <p:nvPr/>
        </p:nvSpPr>
        <p:spPr>
          <a:xfrm>
            <a:off x="6061181" y="2595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6" name="Stage1_sixpanel_9077">
            <a:extLst>
              <a:ext uri="{FF2B5EF4-FFF2-40B4-BE49-F238E27FC236}">
                <a16:creationId xmlns:a16="http://schemas.microsoft.com/office/drawing/2014/main" id="{3747B80E-6466-4846-8B91-23C9C3D9F1AA}"/>
              </a:ext>
            </a:extLst>
          </p:cNvPr>
          <p:cNvSpPr>
            <a:spLocks noGrp="1"/>
          </p:cNvSpPr>
          <p:nvPr/>
        </p:nvSpPr>
        <p:spPr>
          <a:xfrm>
            <a:off x="5927494" y="256711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7" name="Stage1_sixpanel_9078">
            <a:extLst>
              <a:ext uri="{FF2B5EF4-FFF2-40B4-BE49-F238E27FC236}">
                <a16:creationId xmlns:a16="http://schemas.microsoft.com/office/drawing/2014/main" id="{79E15864-73AE-4F44-9640-AFA92227F932}"/>
              </a:ext>
            </a:extLst>
          </p:cNvPr>
          <p:cNvSpPr>
            <a:spLocks noGrp="1"/>
          </p:cNvSpPr>
          <p:nvPr/>
        </p:nvSpPr>
        <p:spPr>
          <a:xfrm>
            <a:off x="6032092" y="23641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8" name="Stage1_sixpanel_9079">
            <a:extLst>
              <a:ext uri="{FF2B5EF4-FFF2-40B4-BE49-F238E27FC236}">
                <a16:creationId xmlns:a16="http://schemas.microsoft.com/office/drawing/2014/main" id="{0C00D7C1-7AD0-4E53-81CE-9E0350EFE90B}"/>
              </a:ext>
            </a:extLst>
          </p:cNvPr>
          <p:cNvSpPr>
            <a:spLocks noGrp="1"/>
          </p:cNvSpPr>
          <p:nvPr/>
        </p:nvSpPr>
        <p:spPr>
          <a:xfrm>
            <a:off x="5970437" y="25980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09" name="Stage1_sixpanel_9080">
            <a:extLst>
              <a:ext uri="{FF2B5EF4-FFF2-40B4-BE49-F238E27FC236}">
                <a16:creationId xmlns:a16="http://schemas.microsoft.com/office/drawing/2014/main" id="{E5D6BF12-82E8-4D99-B47A-831021EEC50C}"/>
              </a:ext>
            </a:extLst>
          </p:cNvPr>
          <p:cNvSpPr>
            <a:spLocks noGrp="1"/>
          </p:cNvSpPr>
          <p:nvPr/>
        </p:nvSpPr>
        <p:spPr>
          <a:xfrm>
            <a:off x="6048834" y="24049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0" name="Stage1_sixpanel_9081">
            <a:extLst>
              <a:ext uri="{FF2B5EF4-FFF2-40B4-BE49-F238E27FC236}">
                <a16:creationId xmlns:a16="http://schemas.microsoft.com/office/drawing/2014/main" id="{9C58EA93-998C-4190-AD31-7FC4BEA9DAEB}"/>
              </a:ext>
            </a:extLst>
          </p:cNvPr>
          <p:cNvSpPr>
            <a:spLocks noGrp="1"/>
          </p:cNvSpPr>
          <p:nvPr/>
        </p:nvSpPr>
        <p:spPr>
          <a:xfrm>
            <a:off x="6039140" y="250006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1" name="Stage1_sixpanel_9082">
            <a:extLst>
              <a:ext uri="{FF2B5EF4-FFF2-40B4-BE49-F238E27FC236}">
                <a16:creationId xmlns:a16="http://schemas.microsoft.com/office/drawing/2014/main" id="{ED8E62B0-0C20-4240-9549-8068B6E9C511}"/>
              </a:ext>
            </a:extLst>
          </p:cNvPr>
          <p:cNvSpPr>
            <a:spLocks noGrp="1"/>
          </p:cNvSpPr>
          <p:nvPr/>
        </p:nvSpPr>
        <p:spPr>
          <a:xfrm>
            <a:off x="5941100" y="258615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2" name="Stage1_sixpanel_9083">
            <a:extLst>
              <a:ext uri="{FF2B5EF4-FFF2-40B4-BE49-F238E27FC236}">
                <a16:creationId xmlns:a16="http://schemas.microsoft.com/office/drawing/2014/main" id="{415E4DFD-6DEB-4E7A-9441-1EE22BBBE89C}"/>
              </a:ext>
            </a:extLst>
          </p:cNvPr>
          <p:cNvSpPr>
            <a:spLocks noGrp="1"/>
          </p:cNvSpPr>
          <p:nvPr/>
        </p:nvSpPr>
        <p:spPr>
          <a:xfrm>
            <a:off x="6039369" y="256635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3" name="Stage1_sixpanel_9084">
            <a:extLst>
              <a:ext uri="{FF2B5EF4-FFF2-40B4-BE49-F238E27FC236}">
                <a16:creationId xmlns:a16="http://schemas.microsoft.com/office/drawing/2014/main" id="{E575BE14-8702-453D-B7B6-C72E676D9574}"/>
              </a:ext>
            </a:extLst>
          </p:cNvPr>
          <p:cNvSpPr>
            <a:spLocks noGrp="1"/>
          </p:cNvSpPr>
          <p:nvPr/>
        </p:nvSpPr>
        <p:spPr>
          <a:xfrm>
            <a:off x="5919393" y="255692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4" name="Stage1_sixpanel_9085">
            <a:extLst>
              <a:ext uri="{FF2B5EF4-FFF2-40B4-BE49-F238E27FC236}">
                <a16:creationId xmlns:a16="http://schemas.microsoft.com/office/drawing/2014/main" id="{EE5F385D-38E0-4548-8BD4-2C702700FEED}"/>
              </a:ext>
            </a:extLst>
          </p:cNvPr>
          <p:cNvSpPr>
            <a:spLocks noGrp="1"/>
          </p:cNvSpPr>
          <p:nvPr/>
        </p:nvSpPr>
        <p:spPr>
          <a:xfrm>
            <a:off x="5955712" y="259982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5" name="Stage1_sixpanel_9086">
            <a:extLst>
              <a:ext uri="{FF2B5EF4-FFF2-40B4-BE49-F238E27FC236}">
                <a16:creationId xmlns:a16="http://schemas.microsoft.com/office/drawing/2014/main" id="{1C97D3EC-8090-4954-8369-1DAE1B6D09D5}"/>
              </a:ext>
            </a:extLst>
          </p:cNvPr>
          <p:cNvSpPr>
            <a:spLocks noGrp="1"/>
          </p:cNvSpPr>
          <p:nvPr/>
        </p:nvSpPr>
        <p:spPr>
          <a:xfrm>
            <a:off x="6058006" y="255233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6" name="Stage1_sixpanel_9087">
            <a:extLst>
              <a:ext uri="{FF2B5EF4-FFF2-40B4-BE49-F238E27FC236}">
                <a16:creationId xmlns:a16="http://schemas.microsoft.com/office/drawing/2014/main" id="{470DEBCC-9B24-49D6-A006-F4DD4CBE0980}"/>
              </a:ext>
            </a:extLst>
          </p:cNvPr>
          <p:cNvSpPr>
            <a:spLocks noGrp="1"/>
          </p:cNvSpPr>
          <p:nvPr/>
        </p:nvSpPr>
        <p:spPr>
          <a:xfrm>
            <a:off x="5959085" y="252672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7" name="Stage1_sixpanel_9088">
            <a:extLst>
              <a:ext uri="{FF2B5EF4-FFF2-40B4-BE49-F238E27FC236}">
                <a16:creationId xmlns:a16="http://schemas.microsoft.com/office/drawing/2014/main" id="{159F1E7F-EF57-4B53-B874-BFEA4C94154E}"/>
              </a:ext>
            </a:extLst>
          </p:cNvPr>
          <p:cNvSpPr>
            <a:spLocks noGrp="1"/>
          </p:cNvSpPr>
          <p:nvPr/>
        </p:nvSpPr>
        <p:spPr>
          <a:xfrm>
            <a:off x="5943398" y="25817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8" name="Stage1_sixpanel_9089">
            <a:extLst>
              <a:ext uri="{FF2B5EF4-FFF2-40B4-BE49-F238E27FC236}">
                <a16:creationId xmlns:a16="http://schemas.microsoft.com/office/drawing/2014/main" id="{36006E1E-24F6-478D-868B-4C3E61F8B112}"/>
              </a:ext>
            </a:extLst>
          </p:cNvPr>
          <p:cNvSpPr>
            <a:spLocks noGrp="1"/>
          </p:cNvSpPr>
          <p:nvPr/>
        </p:nvSpPr>
        <p:spPr>
          <a:xfrm>
            <a:off x="607216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19" name="Stage1_sixpanel_9090">
            <a:extLst>
              <a:ext uri="{FF2B5EF4-FFF2-40B4-BE49-F238E27FC236}">
                <a16:creationId xmlns:a16="http://schemas.microsoft.com/office/drawing/2014/main" id="{32E1077B-751E-4B94-BD24-FF80A7524329}"/>
              </a:ext>
            </a:extLst>
          </p:cNvPr>
          <p:cNvSpPr>
            <a:spLocks noGrp="1"/>
          </p:cNvSpPr>
          <p:nvPr/>
        </p:nvSpPr>
        <p:spPr>
          <a:xfrm>
            <a:off x="6058359" y="260016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0" name="Stage1_sixpanel_9091">
            <a:extLst>
              <a:ext uri="{FF2B5EF4-FFF2-40B4-BE49-F238E27FC236}">
                <a16:creationId xmlns:a16="http://schemas.microsoft.com/office/drawing/2014/main" id="{F7FFA791-59B6-43A4-A9E1-B1CDBCEC506F}"/>
              </a:ext>
            </a:extLst>
          </p:cNvPr>
          <p:cNvSpPr>
            <a:spLocks noGrp="1"/>
          </p:cNvSpPr>
          <p:nvPr/>
        </p:nvSpPr>
        <p:spPr>
          <a:xfrm>
            <a:off x="6047509" y="200137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1" name="Stage1_sixpanel_9092">
            <a:extLst>
              <a:ext uri="{FF2B5EF4-FFF2-40B4-BE49-F238E27FC236}">
                <a16:creationId xmlns:a16="http://schemas.microsoft.com/office/drawing/2014/main" id="{517F8761-194E-4EA3-B3C4-A1A20F5CAF0D}"/>
              </a:ext>
            </a:extLst>
          </p:cNvPr>
          <p:cNvSpPr>
            <a:spLocks noGrp="1"/>
          </p:cNvSpPr>
          <p:nvPr/>
        </p:nvSpPr>
        <p:spPr>
          <a:xfrm>
            <a:off x="5962590" y="259763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2" name="Stage1_sixpanel_9093">
            <a:extLst>
              <a:ext uri="{FF2B5EF4-FFF2-40B4-BE49-F238E27FC236}">
                <a16:creationId xmlns:a16="http://schemas.microsoft.com/office/drawing/2014/main" id="{6E08762F-24CD-46FD-AF21-91BA7C29A7BC}"/>
              </a:ext>
            </a:extLst>
          </p:cNvPr>
          <p:cNvSpPr>
            <a:spLocks noGrp="1"/>
          </p:cNvSpPr>
          <p:nvPr/>
        </p:nvSpPr>
        <p:spPr>
          <a:xfrm>
            <a:off x="5943464" y="25752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3" name="Stage1_sixpanel_9094">
            <a:extLst>
              <a:ext uri="{FF2B5EF4-FFF2-40B4-BE49-F238E27FC236}">
                <a16:creationId xmlns:a16="http://schemas.microsoft.com/office/drawing/2014/main" id="{94BA02A0-BB0A-441B-9B42-EB34C9C55508}"/>
              </a:ext>
            </a:extLst>
          </p:cNvPr>
          <p:cNvSpPr>
            <a:spLocks noGrp="1"/>
          </p:cNvSpPr>
          <p:nvPr/>
        </p:nvSpPr>
        <p:spPr>
          <a:xfrm>
            <a:off x="6003067" y="25710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4" name="Stage1_sixpanel_9095">
            <a:extLst>
              <a:ext uri="{FF2B5EF4-FFF2-40B4-BE49-F238E27FC236}">
                <a16:creationId xmlns:a16="http://schemas.microsoft.com/office/drawing/2014/main" id="{8790E453-185C-4019-A51B-B288752A1108}"/>
              </a:ext>
            </a:extLst>
          </p:cNvPr>
          <p:cNvSpPr>
            <a:spLocks noGrp="1"/>
          </p:cNvSpPr>
          <p:nvPr/>
        </p:nvSpPr>
        <p:spPr>
          <a:xfrm>
            <a:off x="605114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5" name="Stage1_sixpanel_9096">
            <a:extLst>
              <a:ext uri="{FF2B5EF4-FFF2-40B4-BE49-F238E27FC236}">
                <a16:creationId xmlns:a16="http://schemas.microsoft.com/office/drawing/2014/main" id="{403E28A5-B987-4287-B021-F97ECF651967}"/>
              </a:ext>
            </a:extLst>
          </p:cNvPr>
          <p:cNvSpPr>
            <a:spLocks noGrp="1"/>
          </p:cNvSpPr>
          <p:nvPr/>
        </p:nvSpPr>
        <p:spPr>
          <a:xfrm>
            <a:off x="603961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6" name="Stage1_sixpanel_9097">
            <a:extLst>
              <a:ext uri="{FF2B5EF4-FFF2-40B4-BE49-F238E27FC236}">
                <a16:creationId xmlns:a16="http://schemas.microsoft.com/office/drawing/2014/main" id="{2B63038F-8B7F-4D3A-8A2D-E338C62B81F4}"/>
              </a:ext>
            </a:extLst>
          </p:cNvPr>
          <p:cNvSpPr>
            <a:spLocks noGrp="1"/>
          </p:cNvSpPr>
          <p:nvPr/>
        </p:nvSpPr>
        <p:spPr>
          <a:xfrm>
            <a:off x="6048025" y="257308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7" name="Stage1_sixpanel_9098">
            <a:extLst>
              <a:ext uri="{FF2B5EF4-FFF2-40B4-BE49-F238E27FC236}">
                <a16:creationId xmlns:a16="http://schemas.microsoft.com/office/drawing/2014/main" id="{2F55CAEF-633E-4EE2-94CC-5EF93478022D}"/>
              </a:ext>
            </a:extLst>
          </p:cNvPr>
          <p:cNvSpPr>
            <a:spLocks noGrp="1"/>
          </p:cNvSpPr>
          <p:nvPr/>
        </p:nvSpPr>
        <p:spPr>
          <a:xfrm>
            <a:off x="5961730" y="255793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8" name="Stage1_sixpanel_9099">
            <a:extLst>
              <a:ext uri="{FF2B5EF4-FFF2-40B4-BE49-F238E27FC236}">
                <a16:creationId xmlns:a16="http://schemas.microsoft.com/office/drawing/2014/main" id="{CDD3E4D0-FBC7-4E9A-8CAA-5E297090D1AB}"/>
              </a:ext>
            </a:extLst>
          </p:cNvPr>
          <p:cNvSpPr>
            <a:spLocks noGrp="1"/>
          </p:cNvSpPr>
          <p:nvPr/>
        </p:nvSpPr>
        <p:spPr>
          <a:xfrm>
            <a:off x="6018036" y="25908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29" name="Stage1_sixpanel_9100">
            <a:extLst>
              <a:ext uri="{FF2B5EF4-FFF2-40B4-BE49-F238E27FC236}">
                <a16:creationId xmlns:a16="http://schemas.microsoft.com/office/drawing/2014/main" id="{3C4CDC3B-1267-46B9-81C6-6C4FF27F038F}"/>
              </a:ext>
            </a:extLst>
          </p:cNvPr>
          <p:cNvSpPr>
            <a:spLocks noGrp="1"/>
          </p:cNvSpPr>
          <p:nvPr/>
        </p:nvSpPr>
        <p:spPr>
          <a:xfrm>
            <a:off x="5974653" y="259564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0" name="Stage1_sixpanel_9101">
            <a:extLst>
              <a:ext uri="{FF2B5EF4-FFF2-40B4-BE49-F238E27FC236}">
                <a16:creationId xmlns:a16="http://schemas.microsoft.com/office/drawing/2014/main" id="{7FAEF1ED-4F96-42D3-8A06-721BA95AD696}"/>
              </a:ext>
            </a:extLst>
          </p:cNvPr>
          <p:cNvSpPr>
            <a:spLocks noGrp="1"/>
          </p:cNvSpPr>
          <p:nvPr/>
        </p:nvSpPr>
        <p:spPr>
          <a:xfrm>
            <a:off x="6020594" y="25256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1" name="Stage1_sixpanel_9102">
            <a:extLst>
              <a:ext uri="{FF2B5EF4-FFF2-40B4-BE49-F238E27FC236}">
                <a16:creationId xmlns:a16="http://schemas.microsoft.com/office/drawing/2014/main" id="{2C66245C-CE70-405B-881C-E2D2C5B2EEC7}"/>
              </a:ext>
            </a:extLst>
          </p:cNvPr>
          <p:cNvSpPr>
            <a:spLocks noGrp="1"/>
          </p:cNvSpPr>
          <p:nvPr/>
        </p:nvSpPr>
        <p:spPr>
          <a:xfrm>
            <a:off x="70401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2" name="Stage1_sixpanel_9103">
            <a:extLst>
              <a:ext uri="{FF2B5EF4-FFF2-40B4-BE49-F238E27FC236}">
                <a16:creationId xmlns:a16="http://schemas.microsoft.com/office/drawing/2014/main" id="{18C0CB7F-02A2-4565-98CD-00500AE18534}"/>
              </a:ext>
            </a:extLst>
          </p:cNvPr>
          <p:cNvSpPr>
            <a:spLocks noGrp="1"/>
          </p:cNvSpPr>
          <p:nvPr/>
        </p:nvSpPr>
        <p:spPr>
          <a:xfrm>
            <a:off x="7003459" y="142040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3" name="Stage1_sixpanel_9104">
            <a:extLst>
              <a:ext uri="{FF2B5EF4-FFF2-40B4-BE49-F238E27FC236}">
                <a16:creationId xmlns:a16="http://schemas.microsoft.com/office/drawing/2014/main" id="{63A69173-A4BC-4A05-A301-E4A2EFE9953E}"/>
              </a:ext>
            </a:extLst>
          </p:cNvPr>
          <p:cNvSpPr>
            <a:spLocks noGrp="1"/>
          </p:cNvSpPr>
          <p:nvPr/>
        </p:nvSpPr>
        <p:spPr>
          <a:xfrm>
            <a:off x="705052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4" name="Stage1_sixpanel_9105">
            <a:extLst>
              <a:ext uri="{FF2B5EF4-FFF2-40B4-BE49-F238E27FC236}">
                <a16:creationId xmlns:a16="http://schemas.microsoft.com/office/drawing/2014/main" id="{6640F2EB-F126-43A2-BB13-8487C886C04B}"/>
              </a:ext>
            </a:extLst>
          </p:cNvPr>
          <p:cNvSpPr>
            <a:spLocks noGrp="1"/>
          </p:cNvSpPr>
          <p:nvPr/>
        </p:nvSpPr>
        <p:spPr>
          <a:xfrm>
            <a:off x="712749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5" name="Stage1_sixpanel_9106">
            <a:extLst>
              <a:ext uri="{FF2B5EF4-FFF2-40B4-BE49-F238E27FC236}">
                <a16:creationId xmlns:a16="http://schemas.microsoft.com/office/drawing/2014/main" id="{556407DB-97B9-4476-AF73-42E4B0C64078}"/>
              </a:ext>
            </a:extLst>
          </p:cNvPr>
          <p:cNvSpPr>
            <a:spLocks noGrp="1"/>
          </p:cNvSpPr>
          <p:nvPr/>
        </p:nvSpPr>
        <p:spPr>
          <a:xfrm>
            <a:off x="703952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6" name="Stage1_sixpanel_9107">
            <a:extLst>
              <a:ext uri="{FF2B5EF4-FFF2-40B4-BE49-F238E27FC236}">
                <a16:creationId xmlns:a16="http://schemas.microsoft.com/office/drawing/2014/main" id="{B23291BF-F317-4F93-A138-FF0682B6C713}"/>
              </a:ext>
            </a:extLst>
          </p:cNvPr>
          <p:cNvSpPr>
            <a:spLocks noGrp="1"/>
          </p:cNvSpPr>
          <p:nvPr/>
        </p:nvSpPr>
        <p:spPr>
          <a:xfrm>
            <a:off x="7123111" y="14616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7" name="Stage1_sixpanel_9108">
            <a:extLst>
              <a:ext uri="{FF2B5EF4-FFF2-40B4-BE49-F238E27FC236}">
                <a16:creationId xmlns:a16="http://schemas.microsoft.com/office/drawing/2014/main" id="{3F65674E-2D79-4E69-BDDC-F8A83240D556}"/>
              </a:ext>
            </a:extLst>
          </p:cNvPr>
          <p:cNvSpPr>
            <a:spLocks noGrp="1"/>
          </p:cNvSpPr>
          <p:nvPr/>
        </p:nvSpPr>
        <p:spPr>
          <a:xfrm>
            <a:off x="7006913" y="16956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8" name="Stage1_sixpanel_9109">
            <a:extLst>
              <a:ext uri="{FF2B5EF4-FFF2-40B4-BE49-F238E27FC236}">
                <a16:creationId xmlns:a16="http://schemas.microsoft.com/office/drawing/2014/main" id="{F9807E25-1D52-477C-BD48-A3195EDBA703}"/>
              </a:ext>
            </a:extLst>
          </p:cNvPr>
          <p:cNvSpPr>
            <a:spLocks noGrp="1"/>
          </p:cNvSpPr>
          <p:nvPr/>
        </p:nvSpPr>
        <p:spPr>
          <a:xfrm>
            <a:off x="701766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39" name="Stage1_sixpanel_9110">
            <a:extLst>
              <a:ext uri="{FF2B5EF4-FFF2-40B4-BE49-F238E27FC236}">
                <a16:creationId xmlns:a16="http://schemas.microsoft.com/office/drawing/2014/main" id="{62B3A128-43D9-44DF-894B-3E11EB0915C5}"/>
              </a:ext>
            </a:extLst>
          </p:cNvPr>
          <p:cNvSpPr>
            <a:spLocks noGrp="1"/>
          </p:cNvSpPr>
          <p:nvPr/>
        </p:nvSpPr>
        <p:spPr>
          <a:xfrm>
            <a:off x="7109802" y="1959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0" name="Stage1_sixpanel_9111">
            <a:extLst>
              <a:ext uri="{FF2B5EF4-FFF2-40B4-BE49-F238E27FC236}">
                <a16:creationId xmlns:a16="http://schemas.microsoft.com/office/drawing/2014/main" id="{9E830EC2-DE16-42FA-B14B-539210CD8A0B}"/>
              </a:ext>
            </a:extLst>
          </p:cNvPr>
          <p:cNvSpPr>
            <a:spLocks noGrp="1"/>
          </p:cNvSpPr>
          <p:nvPr/>
        </p:nvSpPr>
        <p:spPr>
          <a:xfrm>
            <a:off x="708522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1" name="Stage1_sixpanel_9112">
            <a:extLst>
              <a:ext uri="{FF2B5EF4-FFF2-40B4-BE49-F238E27FC236}">
                <a16:creationId xmlns:a16="http://schemas.microsoft.com/office/drawing/2014/main" id="{2F0E8D20-CD30-46FF-B7C8-0FF51DFB446E}"/>
              </a:ext>
            </a:extLst>
          </p:cNvPr>
          <p:cNvSpPr>
            <a:spLocks noGrp="1"/>
          </p:cNvSpPr>
          <p:nvPr/>
        </p:nvSpPr>
        <p:spPr>
          <a:xfrm>
            <a:off x="7068197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2" name="Stage1_sixpanel_9113">
            <a:extLst>
              <a:ext uri="{FF2B5EF4-FFF2-40B4-BE49-F238E27FC236}">
                <a16:creationId xmlns:a16="http://schemas.microsoft.com/office/drawing/2014/main" id="{384A7744-90EE-4B89-A044-2988CACB4021}"/>
              </a:ext>
            </a:extLst>
          </p:cNvPr>
          <p:cNvSpPr>
            <a:spLocks noGrp="1"/>
          </p:cNvSpPr>
          <p:nvPr/>
        </p:nvSpPr>
        <p:spPr>
          <a:xfrm>
            <a:off x="7047018" y="150772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3" name="Stage1_sixpanel_9114">
            <a:extLst>
              <a:ext uri="{FF2B5EF4-FFF2-40B4-BE49-F238E27FC236}">
                <a16:creationId xmlns:a16="http://schemas.microsoft.com/office/drawing/2014/main" id="{4C4CB3B6-1454-4752-9DDB-59BBE641BA2E}"/>
              </a:ext>
            </a:extLst>
          </p:cNvPr>
          <p:cNvSpPr>
            <a:spLocks noGrp="1"/>
          </p:cNvSpPr>
          <p:nvPr/>
        </p:nvSpPr>
        <p:spPr>
          <a:xfrm>
            <a:off x="7084181" y="227604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4" name="Stage1_sixpanel_9115">
            <a:extLst>
              <a:ext uri="{FF2B5EF4-FFF2-40B4-BE49-F238E27FC236}">
                <a16:creationId xmlns:a16="http://schemas.microsoft.com/office/drawing/2014/main" id="{D8433514-EF69-48D4-8458-52743A903F09}"/>
              </a:ext>
            </a:extLst>
          </p:cNvPr>
          <p:cNvSpPr>
            <a:spLocks noGrp="1"/>
          </p:cNvSpPr>
          <p:nvPr/>
        </p:nvSpPr>
        <p:spPr>
          <a:xfrm>
            <a:off x="70589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5" name="Stage1_sixpanel_9116">
            <a:extLst>
              <a:ext uri="{FF2B5EF4-FFF2-40B4-BE49-F238E27FC236}">
                <a16:creationId xmlns:a16="http://schemas.microsoft.com/office/drawing/2014/main" id="{E43ED605-3BF5-4285-8329-83ADD4A24BD6}"/>
              </a:ext>
            </a:extLst>
          </p:cNvPr>
          <p:cNvSpPr>
            <a:spLocks noGrp="1"/>
          </p:cNvSpPr>
          <p:nvPr/>
        </p:nvSpPr>
        <p:spPr>
          <a:xfrm>
            <a:off x="705186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6" name="Stage1_sixpanel_9117">
            <a:extLst>
              <a:ext uri="{FF2B5EF4-FFF2-40B4-BE49-F238E27FC236}">
                <a16:creationId xmlns:a16="http://schemas.microsoft.com/office/drawing/2014/main" id="{7D5B456E-D239-4E8D-8AF9-622660F8E995}"/>
              </a:ext>
            </a:extLst>
          </p:cNvPr>
          <p:cNvSpPr>
            <a:spLocks noGrp="1"/>
          </p:cNvSpPr>
          <p:nvPr/>
        </p:nvSpPr>
        <p:spPr>
          <a:xfrm>
            <a:off x="709510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7" name="Stage1_sixpanel_9118">
            <a:extLst>
              <a:ext uri="{FF2B5EF4-FFF2-40B4-BE49-F238E27FC236}">
                <a16:creationId xmlns:a16="http://schemas.microsoft.com/office/drawing/2014/main" id="{E49E7264-3603-4DBF-BB79-284C5B30FEA4}"/>
              </a:ext>
            </a:extLst>
          </p:cNvPr>
          <p:cNvSpPr>
            <a:spLocks noGrp="1"/>
          </p:cNvSpPr>
          <p:nvPr/>
        </p:nvSpPr>
        <p:spPr>
          <a:xfrm>
            <a:off x="7055547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8" name="Stage1_sixpanel_9119">
            <a:extLst>
              <a:ext uri="{FF2B5EF4-FFF2-40B4-BE49-F238E27FC236}">
                <a16:creationId xmlns:a16="http://schemas.microsoft.com/office/drawing/2014/main" id="{29473A10-8A6F-49DE-9F93-C065374F7D5F}"/>
              </a:ext>
            </a:extLst>
          </p:cNvPr>
          <p:cNvSpPr>
            <a:spLocks noGrp="1"/>
          </p:cNvSpPr>
          <p:nvPr/>
        </p:nvSpPr>
        <p:spPr>
          <a:xfrm>
            <a:off x="7075640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49" name="Stage1_sixpanel_9120">
            <a:extLst>
              <a:ext uri="{FF2B5EF4-FFF2-40B4-BE49-F238E27FC236}">
                <a16:creationId xmlns:a16="http://schemas.microsoft.com/office/drawing/2014/main" id="{15E161A4-A6E2-4EC6-8EEE-CCC78AB3F500}"/>
              </a:ext>
            </a:extLst>
          </p:cNvPr>
          <p:cNvSpPr>
            <a:spLocks noGrp="1"/>
          </p:cNvSpPr>
          <p:nvPr/>
        </p:nvSpPr>
        <p:spPr>
          <a:xfrm>
            <a:off x="6994976" y="233772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0" name="Stage1_sixpanel_9121">
            <a:extLst>
              <a:ext uri="{FF2B5EF4-FFF2-40B4-BE49-F238E27FC236}">
                <a16:creationId xmlns:a16="http://schemas.microsoft.com/office/drawing/2014/main" id="{24806920-A75C-4D88-A3A6-583BC2CC9C7D}"/>
              </a:ext>
            </a:extLst>
          </p:cNvPr>
          <p:cNvSpPr>
            <a:spLocks noGrp="1"/>
          </p:cNvSpPr>
          <p:nvPr/>
        </p:nvSpPr>
        <p:spPr>
          <a:xfrm>
            <a:off x="712612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1" name="Stage1_sixpanel_9122">
            <a:extLst>
              <a:ext uri="{FF2B5EF4-FFF2-40B4-BE49-F238E27FC236}">
                <a16:creationId xmlns:a16="http://schemas.microsoft.com/office/drawing/2014/main" id="{197EEE80-EF06-4899-9F96-FED328EABC55}"/>
              </a:ext>
            </a:extLst>
          </p:cNvPr>
          <p:cNvSpPr>
            <a:spLocks noGrp="1"/>
          </p:cNvSpPr>
          <p:nvPr/>
        </p:nvSpPr>
        <p:spPr>
          <a:xfrm>
            <a:off x="705692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2" name="Stage1_sixpanel_9123">
            <a:extLst>
              <a:ext uri="{FF2B5EF4-FFF2-40B4-BE49-F238E27FC236}">
                <a16:creationId xmlns:a16="http://schemas.microsoft.com/office/drawing/2014/main" id="{041514E3-553F-4042-AA95-76F09B3AC90D}"/>
              </a:ext>
            </a:extLst>
          </p:cNvPr>
          <p:cNvSpPr>
            <a:spLocks noGrp="1"/>
          </p:cNvSpPr>
          <p:nvPr/>
        </p:nvSpPr>
        <p:spPr>
          <a:xfrm>
            <a:off x="70828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3" name="Stage1_sixpanel_9124">
            <a:extLst>
              <a:ext uri="{FF2B5EF4-FFF2-40B4-BE49-F238E27FC236}">
                <a16:creationId xmlns:a16="http://schemas.microsoft.com/office/drawing/2014/main" id="{765C9CE2-85BA-4480-8A90-D0F5FBD20BBA}"/>
              </a:ext>
            </a:extLst>
          </p:cNvPr>
          <p:cNvSpPr>
            <a:spLocks noGrp="1"/>
          </p:cNvSpPr>
          <p:nvPr/>
        </p:nvSpPr>
        <p:spPr>
          <a:xfrm>
            <a:off x="7041680" y="20598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4" name="Stage1_sixpanel_9125">
            <a:extLst>
              <a:ext uri="{FF2B5EF4-FFF2-40B4-BE49-F238E27FC236}">
                <a16:creationId xmlns:a16="http://schemas.microsoft.com/office/drawing/2014/main" id="{2F7BFD32-6952-413C-8000-2F1EFADA7FD9}"/>
              </a:ext>
            </a:extLst>
          </p:cNvPr>
          <p:cNvSpPr>
            <a:spLocks noGrp="1"/>
          </p:cNvSpPr>
          <p:nvPr/>
        </p:nvSpPr>
        <p:spPr>
          <a:xfrm>
            <a:off x="713781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5" name="Stage1_sixpanel_9126">
            <a:extLst>
              <a:ext uri="{FF2B5EF4-FFF2-40B4-BE49-F238E27FC236}">
                <a16:creationId xmlns:a16="http://schemas.microsoft.com/office/drawing/2014/main" id="{56379EB5-612B-4F1E-AF43-F1FF87D0085D}"/>
              </a:ext>
            </a:extLst>
          </p:cNvPr>
          <p:cNvSpPr>
            <a:spLocks noGrp="1"/>
          </p:cNvSpPr>
          <p:nvPr/>
        </p:nvSpPr>
        <p:spPr>
          <a:xfrm>
            <a:off x="703447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6" name="Stage1_sixpanel_9127">
            <a:extLst>
              <a:ext uri="{FF2B5EF4-FFF2-40B4-BE49-F238E27FC236}">
                <a16:creationId xmlns:a16="http://schemas.microsoft.com/office/drawing/2014/main" id="{2783C772-F6EC-4EF7-BDC5-E6195BB2B15A}"/>
              </a:ext>
            </a:extLst>
          </p:cNvPr>
          <p:cNvSpPr>
            <a:spLocks noGrp="1"/>
          </p:cNvSpPr>
          <p:nvPr/>
        </p:nvSpPr>
        <p:spPr>
          <a:xfrm>
            <a:off x="6989660" y="229787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7" name="Stage1_sixpanel_9128">
            <a:extLst>
              <a:ext uri="{FF2B5EF4-FFF2-40B4-BE49-F238E27FC236}">
                <a16:creationId xmlns:a16="http://schemas.microsoft.com/office/drawing/2014/main" id="{A9FBF7B0-B52D-43DB-BFB3-5C88A8E7A4A9}"/>
              </a:ext>
            </a:extLst>
          </p:cNvPr>
          <p:cNvSpPr>
            <a:spLocks noGrp="1"/>
          </p:cNvSpPr>
          <p:nvPr/>
        </p:nvSpPr>
        <p:spPr>
          <a:xfrm>
            <a:off x="69987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8" name="Stage1_sixpanel_9129">
            <a:extLst>
              <a:ext uri="{FF2B5EF4-FFF2-40B4-BE49-F238E27FC236}">
                <a16:creationId xmlns:a16="http://schemas.microsoft.com/office/drawing/2014/main" id="{A6C3A833-C2CE-4755-8AF4-DFB194398D4F}"/>
              </a:ext>
            </a:extLst>
          </p:cNvPr>
          <p:cNvSpPr>
            <a:spLocks noGrp="1"/>
          </p:cNvSpPr>
          <p:nvPr/>
        </p:nvSpPr>
        <p:spPr>
          <a:xfrm>
            <a:off x="708130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59" name="Stage1_sixpanel_9130">
            <a:extLst>
              <a:ext uri="{FF2B5EF4-FFF2-40B4-BE49-F238E27FC236}">
                <a16:creationId xmlns:a16="http://schemas.microsoft.com/office/drawing/2014/main" id="{F46FDFA1-B3E2-41C7-84EB-C57C792DD55F}"/>
              </a:ext>
            </a:extLst>
          </p:cNvPr>
          <p:cNvSpPr>
            <a:spLocks noGrp="1"/>
          </p:cNvSpPr>
          <p:nvPr/>
        </p:nvSpPr>
        <p:spPr>
          <a:xfrm>
            <a:off x="713305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0" name="Stage1_sixpanel_9131">
            <a:extLst>
              <a:ext uri="{FF2B5EF4-FFF2-40B4-BE49-F238E27FC236}">
                <a16:creationId xmlns:a16="http://schemas.microsoft.com/office/drawing/2014/main" id="{4D64E91B-478B-48A8-8216-4B2081EC0083}"/>
              </a:ext>
            </a:extLst>
          </p:cNvPr>
          <p:cNvSpPr>
            <a:spLocks noGrp="1"/>
          </p:cNvSpPr>
          <p:nvPr/>
        </p:nvSpPr>
        <p:spPr>
          <a:xfrm>
            <a:off x="70198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1" name="Stage1_sixpanel_9132">
            <a:extLst>
              <a:ext uri="{FF2B5EF4-FFF2-40B4-BE49-F238E27FC236}">
                <a16:creationId xmlns:a16="http://schemas.microsoft.com/office/drawing/2014/main" id="{60087BB9-A53D-4B26-8718-CC99016B1985}"/>
              </a:ext>
            </a:extLst>
          </p:cNvPr>
          <p:cNvSpPr>
            <a:spLocks noGrp="1"/>
          </p:cNvSpPr>
          <p:nvPr/>
        </p:nvSpPr>
        <p:spPr>
          <a:xfrm>
            <a:off x="706409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2" name="Stage1_sixpanel_9133">
            <a:extLst>
              <a:ext uri="{FF2B5EF4-FFF2-40B4-BE49-F238E27FC236}">
                <a16:creationId xmlns:a16="http://schemas.microsoft.com/office/drawing/2014/main" id="{B66A5106-A9F8-49C5-BA6C-44A77AA9D412}"/>
              </a:ext>
            </a:extLst>
          </p:cNvPr>
          <p:cNvSpPr>
            <a:spLocks noGrp="1"/>
          </p:cNvSpPr>
          <p:nvPr/>
        </p:nvSpPr>
        <p:spPr>
          <a:xfrm>
            <a:off x="7011336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3" name="Stage1_sixpanel_9134">
            <a:extLst>
              <a:ext uri="{FF2B5EF4-FFF2-40B4-BE49-F238E27FC236}">
                <a16:creationId xmlns:a16="http://schemas.microsoft.com/office/drawing/2014/main" id="{E6B851E6-ABDB-4472-95E6-B4FF464C57B8}"/>
              </a:ext>
            </a:extLst>
          </p:cNvPr>
          <p:cNvSpPr>
            <a:spLocks noGrp="1"/>
          </p:cNvSpPr>
          <p:nvPr/>
        </p:nvSpPr>
        <p:spPr>
          <a:xfrm>
            <a:off x="7054535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4" name="Stage1_sixpanel_9135">
            <a:extLst>
              <a:ext uri="{FF2B5EF4-FFF2-40B4-BE49-F238E27FC236}">
                <a16:creationId xmlns:a16="http://schemas.microsoft.com/office/drawing/2014/main" id="{2F3E7914-FF75-4546-921C-76D3797CAAFF}"/>
              </a:ext>
            </a:extLst>
          </p:cNvPr>
          <p:cNvSpPr>
            <a:spLocks noGrp="1"/>
          </p:cNvSpPr>
          <p:nvPr/>
        </p:nvSpPr>
        <p:spPr>
          <a:xfrm>
            <a:off x="711673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5" name="Stage1_sixpanel_9136">
            <a:extLst>
              <a:ext uri="{FF2B5EF4-FFF2-40B4-BE49-F238E27FC236}">
                <a16:creationId xmlns:a16="http://schemas.microsoft.com/office/drawing/2014/main" id="{F705F4E0-81E2-4872-8166-4F95114AE46E}"/>
              </a:ext>
            </a:extLst>
          </p:cNvPr>
          <p:cNvSpPr>
            <a:spLocks noGrp="1"/>
          </p:cNvSpPr>
          <p:nvPr/>
        </p:nvSpPr>
        <p:spPr>
          <a:xfrm>
            <a:off x="7025489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6" name="Stage1_sixpanel_9137">
            <a:extLst>
              <a:ext uri="{FF2B5EF4-FFF2-40B4-BE49-F238E27FC236}">
                <a16:creationId xmlns:a16="http://schemas.microsoft.com/office/drawing/2014/main" id="{5A369D93-A3F7-45AB-A204-E179186ED5DF}"/>
              </a:ext>
            </a:extLst>
          </p:cNvPr>
          <p:cNvSpPr>
            <a:spLocks noGrp="1"/>
          </p:cNvSpPr>
          <p:nvPr/>
        </p:nvSpPr>
        <p:spPr>
          <a:xfrm>
            <a:off x="714710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7" name="Stage1_sixpanel_9138">
            <a:extLst>
              <a:ext uri="{FF2B5EF4-FFF2-40B4-BE49-F238E27FC236}">
                <a16:creationId xmlns:a16="http://schemas.microsoft.com/office/drawing/2014/main" id="{DC6EED7A-074A-43B2-AEF3-CFE0DC4BAAD2}"/>
              </a:ext>
            </a:extLst>
          </p:cNvPr>
          <p:cNvSpPr>
            <a:spLocks noGrp="1"/>
          </p:cNvSpPr>
          <p:nvPr/>
        </p:nvSpPr>
        <p:spPr>
          <a:xfrm>
            <a:off x="705793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8" name="Stage1_sixpanel_9139">
            <a:extLst>
              <a:ext uri="{FF2B5EF4-FFF2-40B4-BE49-F238E27FC236}">
                <a16:creationId xmlns:a16="http://schemas.microsoft.com/office/drawing/2014/main" id="{F6A299D2-F66D-473D-8D56-366D3DDB4092}"/>
              </a:ext>
            </a:extLst>
          </p:cNvPr>
          <p:cNvSpPr>
            <a:spLocks noGrp="1"/>
          </p:cNvSpPr>
          <p:nvPr/>
        </p:nvSpPr>
        <p:spPr>
          <a:xfrm>
            <a:off x="7015821" y="142991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69" name="Stage1_sixpanel_9140">
            <a:extLst>
              <a:ext uri="{FF2B5EF4-FFF2-40B4-BE49-F238E27FC236}">
                <a16:creationId xmlns:a16="http://schemas.microsoft.com/office/drawing/2014/main" id="{041ED97E-C769-4DB4-BDD5-E68F42B001F9}"/>
              </a:ext>
            </a:extLst>
          </p:cNvPr>
          <p:cNvSpPr>
            <a:spLocks noGrp="1"/>
          </p:cNvSpPr>
          <p:nvPr/>
        </p:nvSpPr>
        <p:spPr>
          <a:xfrm>
            <a:off x="707312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0" name="Stage1_sixpanel_9141">
            <a:extLst>
              <a:ext uri="{FF2B5EF4-FFF2-40B4-BE49-F238E27FC236}">
                <a16:creationId xmlns:a16="http://schemas.microsoft.com/office/drawing/2014/main" id="{746B4E09-44D0-4651-82C2-5C155515015C}"/>
              </a:ext>
            </a:extLst>
          </p:cNvPr>
          <p:cNvSpPr>
            <a:spLocks noGrp="1"/>
          </p:cNvSpPr>
          <p:nvPr/>
        </p:nvSpPr>
        <p:spPr>
          <a:xfrm>
            <a:off x="6996447" y="226121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1" name="Stage1_sixpanel_9142">
            <a:extLst>
              <a:ext uri="{FF2B5EF4-FFF2-40B4-BE49-F238E27FC236}">
                <a16:creationId xmlns:a16="http://schemas.microsoft.com/office/drawing/2014/main" id="{0D4CA715-82F5-4FDF-8EC7-3465E488580C}"/>
              </a:ext>
            </a:extLst>
          </p:cNvPr>
          <p:cNvSpPr>
            <a:spLocks noGrp="1"/>
          </p:cNvSpPr>
          <p:nvPr/>
        </p:nvSpPr>
        <p:spPr>
          <a:xfrm>
            <a:off x="69837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2" name="Stage1_sixpanel_9143">
            <a:extLst>
              <a:ext uri="{FF2B5EF4-FFF2-40B4-BE49-F238E27FC236}">
                <a16:creationId xmlns:a16="http://schemas.microsoft.com/office/drawing/2014/main" id="{58963DDA-B941-4983-9D41-8AE44F2F5BCA}"/>
              </a:ext>
            </a:extLst>
          </p:cNvPr>
          <p:cNvSpPr>
            <a:spLocks noGrp="1"/>
          </p:cNvSpPr>
          <p:nvPr/>
        </p:nvSpPr>
        <p:spPr>
          <a:xfrm>
            <a:off x="702949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3" name="Stage1_sixpanel_9144">
            <a:extLst>
              <a:ext uri="{FF2B5EF4-FFF2-40B4-BE49-F238E27FC236}">
                <a16:creationId xmlns:a16="http://schemas.microsoft.com/office/drawing/2014/main" id="{8A5A96C4-D1DC-460A-9BE4-E6A8F9FE1D0E}"/>
              </a:ext>
            </a:extLst>
          </p:cNvPr>
          <p:cNvSpPr>
            <a:spLocks noGrp="1"/>
          </p:cNvSpPr>
          <p:nvPr/>
        </p:nvSpPr>
        <p:spPr>
          <a:xfrm>
            <a:off x="704245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4" name="Stage1_sixpanel_9145">
            <a:extLst>
              <a:ext uri="{FF2B5EF4-FFF2-40B4-BE49-F238E27FC236}">
                <a16:creationId xmlns:a16="http://schemas.microsoft.com/office/drawing/2014/main" id="{43553A16-3898-4E96-A6FD-A6E7A6827B97}"/>
              </a:ext>
            </a:extLst>
          </p:cNvPr>
          <p:cNvSpPr>
            <a:spLocks noGrp="1"/>
          </p:cNvSpPr>
          <p:nvPr/>
        </p:nvSpPr>
        <p:spPr>
          <a:xfrm>
            <a:off x="70162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5" name="Stage1_sixpanel_9146">
            <a:extLst>
              <a:ext uri="{FF2B5EF4-FFF2-40B4-BE49-F238E27FC236}">
                <a16:creationId xmlns:a16="http://schemas.microsoft.com/office/drawing/2014/main" id="{FEEE0963-294D-4C26-B19F-800416DB7ADD}"/>
              </a:ext>
            </a:extLst>
          </p:cNvPr>
          <p:cNvSpPr>
            <a:spLocks noGrp="1"/>
          </p:cNvSpPr>
          <p:nvPr/>
        </p:nvSpPr>
        <p:spPr>
          <a:xfrm>
            <a:off x="7099643" y="156798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6" name="Stage1_sixpanel_9147">
            <a:extLst>
              <a:ext uri="{FF2B5EF4-FFF2-40B4-BE49-F238E27FC236}">
                <a16:creationId xmlns:a16="http://schemas.microsoft.com/office/drawing/2014/main" id="{66E040A8-1AEF-4308-B1C4-644910D4249F}"/>
              </a:ext>
            </a:extLst>
          </p:cNvPr>
          <p:cNvSpPr>
            <a:spLocks noGrp="1"/>
          </p:cNvSpPr>
          <p:nvPr/>
        </p:nvSpPr>
        <p:spPr>
          <a:xfrm>
            <a:off x="709338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7" name="Stage1_sixpanel_9148">
            <a:extLst>
              <a:ext uri="{FF2B5EF4-FFF2-40B4-BE49-F238E27FC236}">
                <a16:creationId xmlns:a16="http://schemas.microsoft.com/office/drawing/2014/main" id="{4EC47E5A-42E9-49D3-B60F-5A8C5C2B27A9}"/>
              </a:ext>
            </a:extLst>
          </p:cNvPr>
          <p:cNvSpPr>
            <a:spLocks noGrp="1"/>
          </p:cNvSpPr>
          <p:nvPr/>
        </p:nvSpPr>
        <p:spPr>
          <a:xfrm>
            <a:off x="7089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8" name="Stage1_sixpanel_9149">
            <a:extLst>
              <a:ext uri="{FF2B5EF4-FFF2-40B4-BE49-F238E27FC236}">
                <a16:creationId xmlns:a16="http://schemas.microsoft.com/office/drawing/2014/main" id="{2CE04119-526A-449C-92A9-B43FB990FCC5}"/>
              </a:ext>
            </a:extLst>
          </p:cNvPr>
          <p:cNvSpPr>
            <a:spLocks noGrp="1"/>
          </p:cNvSpPr>
          <p:nvPr/>
        </p:nvSpPr>
        <p:spPr>
          <a:xfrm>
            <a:off x="7136913" y="238774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79" name="Stage1_sixpanel_9150">
            <a:extLst>
              <a:ext uri="{FF2B5EF4-FFF2-40B4-BE49-F238E27FC236}">
                <a16:creationId xmlns:a16="http://schemas.microsoft.com/office/drawing/2014/main" id="{3A21A7A2-3C04-4EBF-9E10-84511039E013}"/>
              </a:ext>
            </a:extLst>
          </p:cNvPr>
          <p:cNvSpPr>
            <a:spLocks noGrp="1"/>
          </p:cNvSpPr>
          <p:nvPr/>
        </p:nvSpPr>
        <p:spPr>
          <a:xfrm>
            <a:off x="7128163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0" name="Stage1_sixpanel_9151">
            <a:extLst>
              <a:ext uri="{FF2B5EF4-FFF2-40B4-BE49-F238E27FC236}">
                <a16:creationId xmlns:a16="http://schemas.microsoft.com/office/drawing/2014/main" id="{E3145423-4025-453E-B909-E4BAF819A29F}"/>
              </a:ext>
            </a:extLst>
          </p:cNvPr>
          <p:cNvSpPr>
            <a:spLocks noGrp="1"/>
          </p:cNvSpPr>
          <p:nvPr/>
        </p:nvSpPr>
        <p:spPr>
          <a:xfrm>
            <a:off x="700158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1" name="Stage1_sixpanel_9152">
            <a:extLst>
              <a:ext uri="{FF2B5EF4-FFF2-40B4-BE49-F238E27FC236}">
                <a16:creationId xmlns:a16="http://schemas.microsoft.com/office/drawing/2014/main" id="{03ABA918-9D38-456E-8CD9-0C294800522A}"/>
              </a:ext>
            </a:extLst>
          </p:cNvPr>
          <p:cNvSpPr>
            <a:spLocks noGrp="1"/>
          </p:cNvSpPr>
          <p:nvPr/>
        </p:nvSpPr>
        <p:spPr>
          <a:xfrm>
            <a:off x="7090404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2" name="Stage1_sixpanel_9153">
            <a:extLst>
              <a:ext uri="{FF2B5EF4-FFF2-40B4-BE49-F238E27FC236}">
                <a16:creationId xmlns:a16="http://schemas.microsoft.com/office/drawing/2014/main" id="{DA91D090-70D2-47C9-8A2E-143BE96B6B8B}"/>
              </a:ext>
            </a:extLst>
          </p:cNvPr>
          <p:cNvSpPr>
            <a:spLocks noGrp="1"/>
          </p:cNvSpPr>
          <p:nvPr/>
        </p:nvSpPr>
        <p:spPr>
          <a:xfrm>
            <a:off x="70082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3" name="Stage1_sixpanel_9154">
            <a:extLst>
              <a:ext uri="{FF2B5EF4-FFF2-40B4-BE49-F238E27FC236}">
                <a16:creationId xmlns:a16="http://schemas.microsoft.com/office/drawing/2014/main" id="{8F1DE309-215E-4F03-AECE-F6DF4A8E06EA}"/>
              </a:ext>
            </a:extLst>
          </p:cNvPr>
          <p:cNvSpPr>
            <a:spLocks noGrp="1"/>
          </p:cNvSpPr>
          <p:nvPr/>
        </p:nvSpPr>
        <p:spPr>
          <a:xfrm>
            <a:off x="7021881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4" name="Stage1_sixpanel_9155">
            <a:extLst>
              <a:ext uri="{FF2B5EF4-FFF2-40B4-BE49-F238E27FC236}">
                <a16:creationId xmlns:a16="http://schemas.microsoft.com/office/drawing/2014/main" id="{0476AB89-04E4-4451-8939-1F9F8B9F6EBB}"/>
              </a:ext>
            </a:extLst>
          </p:cNvPr>
          <p:cNvSpPr>
            <a:spLocks noGrp="1"/>
          </p:cNvSpPr>
          <p:nvPr/>
        </p:nvSpPr>
        <p:spPr>
          <a:xfrm>
            <a:off x="71105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5" name="Stage1_sixpanel_9156">
            <a:extLst>
              <a:ext uri="{FF2B5EF4-FFF2-40B4-BE49-F238E27FC236}">
                <a16:creationId xmlns:a16="http://schemas.microsoft.com/office/drawing/2014/main" id="{CE7475FB-6BD6-43F3-A82D-5503E964051E}"/>
              </a:ext>
            </a:extLst>
          </p:cNvPr>
          <p:cNvSpPr>
            <a:spLocks noGrp="1"/>
          </p:cNvSpPr>
          <p:nvPr/>
        </p:nvSpPr>
        <p:spPr>
          <a:xfrm>
            <a:off x="7059348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6" name="Stage1_sixpanel_9157">
            <a:extLst>
              <a:ext uri="{FF2B5EF4-FFF2-40B4-BE49-F238E27FC236}">
                <a16:creationId xmlns:a16="http://schemas.microsoft.com/office/drawing/2014/main" id="{9354ABC5-0277-4A44-9F99-3873EBD82AF5}"/>
              </a:ext>
            </a:extLst>
          </p:cNvPr>
          <p:cNvSpPr>
            <a:spLocks noGrp="1"/>
          </p:cNvSpPr>
          <p:nvPr/>
        </p:nvSpPr>
        <p:spPr>
          <a:xfrm>
            <a:off x="70413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7" name="Stage1_sixpanel_9158">
            <a:extLst>
              <a:ext uri="{FF2B5EF4-FFF2-40B4-BE49-F238E27FC236}">
                <a16:creationId xmlns:a16="http://schemas.microsoft.com/office/drawing/2014/main" id="{88799659-F8E6-4062-91DE-BB867598A353}"/>
              </a:ext>
            </a:extLst>
          </p:cNvPr>
          <p:cNvSpPr>
            <a:spLocks noGrp="1"/>
          </p:cNvSpPr>
          <p:nvPr/>
        </p:nvSpPr>
        <p:spPr>
          <a:xfrm>
            <a:off x="70776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8" name="Stage1_sixpanel_9159">
            <a:extLst>
              <a:ext uri="{FF2B5EF4-FFF2-40B4-BE49-F238E27FC236}">
                <a16:creationId xmlns:a16="http://schemas.microsoft.com/office/drawing/2014/main" id="{36E1A22E-151D-4BD7-91A3-4E9682F9D4AC}"/>
              </a:ext>
            </a:extLst>
          </p:cNvPr>
          <p:cNvSpPr>
            <a:spLocks noGrp="1"/>
          </p:cNvSpPr>
          <p:nvPr/>
        </p:nvSpPr>
        <p:spPr>
          <a:xfrm>
            <a:off x="7091791" y="121568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89" name="Stage1_sixpanel_9160">
            <a:extLst>
              <a:ext uri="{FF2B5EF4-FFF2-40B4-BE49-F238E27FC236}">
                <a16:creationId xmlns:a16="http://schemas.microsoft.com/office/drawing/2014/main" id="{F10299F2-5816-41C1-BECF-2D8CFFB02A32}"/>
              </a:ext>
            </a:extLst>
          </p:cNvPr>
          <p:cNvSpPr>
            <a:spLocks noGrp="1"/>
          </p:cNvSpPr>
          <p:nvPr/>
        </p:nvSpPr>
        <p:spPr>
          <a:xfrm>
            <a:off x="70309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0" name="Stage1_sixpanel_9161">
            <a:extLst>
              <a:ext uri="{FF2B5EF4-FFF2-40B4-BE49-F238E27FC236}">
                <a16:creationId xmlns:a16="http://schemas.microsoft.com/office/drawing/2014/main" id="{30D0B029-595A-4D95-A4B9-2D93C1983132}"/>
              </a:ext>
            </a:extLst>
          </p:cNvPr>
          <p:cNvSpPr>
            <a:spLocks noGrp="1"/>
          </p:cNvSpPr>
          <p:nvPr/>
        </p:nvSpPr>
        <p:spPr>
          <a:xfrm>
            <a:off x="698414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1" name="Stage1_sixpanel_9162">
            <a:extLst>
              <a:ext uri="{FF2B5EF4-FFF2-40B4-BE49-F238E27FC236}">
                <a16:creationId xmlns:a16="http://schemas.microsoft.com/office/drawing/2014/main" id="{82375EF9-DF5E-47E9-96F1-491627696641}"/>
              </a:ext>
            </a:extLst>
          </p:cNvPr>
          <p:cNvSpPr>
            <a:spLocks noGrp="1"/>
          </p:cNvSpPr>
          <p:nvPr/>
        </p:nvSpPr>
        <p:spPr>
          <a:xfrm>
            <a:off x="7097630" y="18106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2" name="Stage1_sixpanel_9163">
            <a:extLst>
              <a:ext uri="{FF2B5EF4-FFF2-40B4-BE49-F238E27FC236}">
                <a16:creationId xmlns:a16="http://schemas.microsoft.com/office/drawing/2014/main" id="{072C3083-7359-4ECE-A209-EA2027FC7C7A}"/>
              </a:ext>
            </a:extLst>
          </p:cNvPr>
          <p:cNvSpPr>
            <a:spLocks noGrp="1"/>
          </p:cNvSpPr>
          <p:nvPr/>
        </p:nvSpPr>
        <p:spPr>
          <a:xfrm>
            <a:off x="702607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3" name="Stage1_sixpanel_9164">
            <a:extLst>
              <a:ext uri="{FF2B5EF4-FFF2-40B4-BE49-F238E27FC236}">
                <a16:creationId xmlns:a16="http://schemas.microsoft.com/office/drawing/2014/main" id="{40FFC654-8F8D-484C-8608-32007B341C00}"/>
              </a:ext>
            </a:extLst>
          </p:cNvPr>
          <p:cNvSpPr>
            <a:spLocks noGrp="1"/>
          </p:cNvSpPr>
          <p:nvPr/>
        </p:nvSpPr>
        <p:spPr>
          <a:xfrm>
            <a:off x="697901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4" name="Stage1_sixpanel_9165">
            <a:extLst>
              <a:ext uri="{FF2B5EF4-FFF2-40B4-BE49-F238E27FC236}">
                <a16:creationId xmlns:a16="http://schemas.microsoft.com/office/drawing/2014/main" id="{7C440354-08AC-4D20-8910-46A8BA991EBF}"/>
              </a:ext>
            </a:extLst>
          </p:cNvPr>
          <p:cNvSpPr>
            <a:spLocks noGrp="1"/>
          </p:cNvSpPr>
          <p:nvPr/>
        </p:nvSpPr>
        <p:spPr>
          <a:xfrm>
            <a:off x="705029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5" name="Stage1_sixpanel_9166">
            <a:extLst>
              <a:ext uri="{FF2B5EF4-FFF2-40B4-BE49-F238E27FC236}">
                <a16:creationId xmlns:a16="http://schemas.microsoft.com/office/drawing/2014/main" id="{4DA05150-7B96-4B69-8860-975A2C7C74D1}"/>
              </a:ext>
            </a:extLst>
          </p:cNvPr>
          <p:cNvSpPr>
            <a:spLocks noGrp="1"/>
          </p:cNvSpPr>
          <p:nvPr/>
        </p:nvSpPr>
        <p:spPr>
          <a:xfrm>
            <a:off x="7015714" y="23364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6" name="Stage1_sixpanel_9167">
            <a:extLst>
              <a:ext uri="{FF2B5EF4-FFF2-40B4-BE49-F238E27FC236}">
                <a16:creationId xmlns:a16="http://schemas.microsoft.com/office/drawing/2014/main" id="{F6C271AD-1751-4B85-B6F1-C74A8E11DB43}"/>
              </a:ext>
            </a:extLst>
          </p:cNvPr>
          <p:cNvSpPr>
            <a:spLocks noGrp="1"/>
          </p:cNvSpPr>
          <p:nvPr/>
        </p:nvSpPr>
        <p:spPr>
          <a:xfrm>
            <a:off x="701967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7" name="Stage1_sixpanel_9168">
            <a:extLst>
              <a:ext uri="{FF2B5EF4-FFF2-40B4-BE49-F238E27FC236}">
                <a16:creationId xmlns:a16="http://schemas.microsoft.com/office/drawing/2014/main" id="{377F1031-24FA-42CD-93BE-C5733AC9EC2B}"/>
              </a:ext>
            </a:extLst>
          </p:cNvPr>
          <p:cNvSpPr>
            <a:spLocks noGrp="1"/>
          </p:cNvSpPr>
          <p:nvPr/>
        </p:nvSpPr>
        <p:spPr>
          <a:xfrm>
            <a:off x="702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8" name="Stage1_sixpanel_9169">
            <a:extLst>
              <a:ext uri="{FF2B5EF4-FFF2-40B4-BE49-F238E27FC236}">
                <a16:creationId xmlns:a16="http://schemas.microsoft.com/office/drawing/2014/main" id="{71050ACF-1555-4B6B-8408-D9646A40EC57}"/>
              </a:ext>
            </a:extLst>
          </p:cNvPr>
          <p:cNvSpPr>
            <a:spLocks noGrp="1"/>
          </p:cNvSpPr>
          <p:nvPr/>
        </p:nvSpPr>
        <p:spPr>
          <a:xfrm>
            <a:off x="700009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3999" name="Stage1_sixpanel_9170">
            <a:extLst>
              <a:ext uri="{FF2B5EF4-FFF2-40B4-BE49-F238E27FC236}">
                <a16:creationId xmlns:a16="http://schemas.microsoft.com/office/drawing/2014/main" id="{1AD3798F-57EA-4BD7-B320-FFD477369AB5}"/>
              </a:ext>
            </a:extLst>
          </p:cNvPr>
          <p:cNvSpPr>
            <a:spLocks noGrp="1"/>
          </p:cNvSpPr>
          <p:nvPr/>
        </p:nvSpPr>
        <p:spPr>
          <a:xfrm>
            <a:off x="7068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0" name="Stage1_sixpanel_9171">
            <a:extLst>
              <a:ext uri="{FF2B5EF4-FFF2-40B4-BE49-F238E27FC236}">
                <a16:creationId xmlns:a16="http://schemas.microsoft.com/office/drawing/2014/main" id="{3624F070-DC32-4894-857D-2A39AFEA2906}"/>
              </a:ext>
            </a:extLst>
          </p:cNvPr>
          <p:cNvSpPr>
            <a:spLocks noGrp="1"/>
          </p:cNvSpPr>
          <p:nvPr/>
        </p:nvSpPr>
        <p:spPr>
          <a:xfrm>
            <a:off x="7066475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1" name="Stage1_sixpanel_9172">
            <a:extLst>
              <a:ext uri="{FF2B5EF4-FFF2-40B4-BE49-F238E27FC236}">
                <a16:creationId xmlns:a16="http://schemas.microsoft.com/office/drawing/2014/main" id="{A888F902-E4FB-4E43-9E5E-0ECDBF302037}"/>
              </a:ext>
            </a:extLst>
          </p:cNvPr>
          <p:cNvSpPr>
            <a:spLocks noGrp="1"/>
          </p:cNvSpPr>
          <p:nvPr/>
        </p:nvSpPr>
        <p:spPr>
          <a:xfrm>
            <a:off x="70822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2" name="Stage1_sixpanel_9173">
            <a:extLst>
              <a:ext uri="{FF2B5EF4-FFF2-40B4-BE49-F238E27FC236}">
                <a16:creationId xmlns:a16="http://schemas.microsoft.com/office/drawing/2014/main" id="{00273C21-F4D1-42FF-8D28-5EF26E2C8BBA}"/>
              </a:ext>
            </a:extLst>
          </p:cNvPr>
          <p:cNvSpPr>
            <a:spLocks noGrp="1"/>
          </p:cNvSpPr>
          <p:nvPr/>
        </p:nvSpPr>
        <p:spPr>
          <a:xfrm>
            <a:off x="69824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3" name="Stage1_sixpanel_9174">
            <a:extLst>
              <a:ext uri="{FF2B5EF4-FFF2-40B4-BE49-F238E27FC236}">
                <a16:creationId xmlns:a16="http://schemas.microsoft.com/office/drawing/2014/main" id="{4E93B44E-B7E6-4DF4-8F92-5D82D37077DE}"/>
              </a:ext>
            </a:extLst>
          </p:cNvPr>
          <p:cNvSpPr>
            <a:spLocks noGrp="1"/>
          </p:cNvSpPr>
          <p:nvPr/>
        </p:nvSpPr>
        <p:spPr>
          <a:xfrm>
            <a:off x="7134073" y="25808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4" name="Stage1_sixpanel_9175">
            <a:extLst>
              <a:ext uri="{FF2B5EF4-FFF2-40B4-BE49-F238E27FC236}">
                <a16:creationId xmlns:a16="http://schemas.microsoft.com/office/drawing/2014/main" id="{3E68A232-C1D2-4540-B39D-8394373B1DBF}"/>
              </a:ext>
            </a:extLst>
          </p:cNvPr>
          <p:cNvSpPr>
            <a:spLocks noGrp="1"/>
          </p:cNvSpPr>
          <p:nvPr/>
        </p:nvSpPr>
        <p:spPr>
          <a:xfrm>
            <a:off x="708332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5" name="Stage1_sixpanel_9176">
            <a:extLst>
              <a:ext uri="{FF2B5EF4-FFF2-40B4-BE49-F238E27FC236}">
                <a16:creationId xmlns:a16="http://schemas.microsoft.com/office/drawing/2014/main" id="{6371DD16-9619-42D6-9A64-58F54FD821DF}"/>
              </a:ext>
            </a:extLst>
          </p:cNvPr>
          <p:cNvSpPr>
            <a:spLocks noGrp="1"/>
          </p:cNvSpPr>
          <p:nvPr/>
        </p:nvSpPr>
        <p:spPr>
          <a:xfrm>
            <a:off x="699844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6" name="Stage1_sixpanel_9177">
            <a:extLst>
              <a:ext uri="{FF2B5EF4-FFF2-40B4-BE49-F238E27FC236}">
                <a16:creationId xmlns:a16="http://schemas.microsoft.com/office/drawing/2014/main" id="{FBCBAFB2-C6A8-4007-89D6-E84F6EB85BFC}"/>
              </a:ext>
            </a:extLst>
          </p:cNvPr>
          <p:cNvSpPr>
            <a:spLocks noGrp="1"/>
          </p:cNvSpPr>
          <p:nvPr/>
        </p:nvSpPr>
        <p:spPr>
          <a:xfrm>
            <a:off x="7004575" y="226005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7" name="Stage1_sixpanel_9178">
            <a:extLst>
              <a:ext uri="{FF2B5EF4-FFF2-40B4-BE49-F238E27FC236}">
                <a16:creationId xmlns:a16="http://schemas.microsoft.com/office/drawing/2014/main" id="{6307228A-6EDF-472A-815F-EFD51A680FC1}"/>
              </a:ext>
            </a:extLst>
          </p:cNvPr>
          <p:cNvSpPr>
            <a:spLocks noGrp="1"/>
          </p:cNvSpPr>
          <p:nvPr/>
        </p:nvSpPr>
        <p:spPr>
          <a:xfrm>
            <a:off x="714788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8" name="Stage1_sixpanel_9179">
            <a:extLst>
              <a:ext uri="{FF2B5EF4-FFF2-40B4-BE49-F238E27FC236}">
                <a16:creationId xmlns:a16="http://schemas.microsoft.com/office/drawing/2014/main" id="{B64DB5AA-13DF-46B3-8D61-3C38D3124FEC}"/>
              </a:ext>
            </a:extLst>
          </p:cNvPr>
          <p:cNvSpPr>
            <a:spLocks noGrp="1"/>
          </p:cNvSpPr>
          <p:nvPr/>
        </p:nvSpPr>
        <p:spPr>
          <a:xfrm>
            <a:off x="704069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09" name="Stage1_sixpanel_9180">
            <a:extLst>
              <a:ext uri="{FF2B5EF4-FFF2-40B4-BE49-F238E27FC236}">
                <a16:creationId xmlns:a16="http://schemas.microsoft.com/office/drawing/2014/main" id="{D903EB37-A83C-4B36-A66B-77CC5627A1FC}"/>
              </a:ext>
            </a:extLst>
          </p:cNvPr>
          <p:cNvSpPr>
            <a:spLocks noGrp="1"/>
          </p:cNvSpPr>
          <p:nvPr/>
        </p:nvSpPr>
        <p:spPr>
          <a:xfrm>
            <a:off x="7067875" y="255518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0" name="Stage1_sixpanel_9181">
            <a:extLst>
              <a:ext uri="{FF2B5EF4-FFF2-40B4-BE49-F238E27FC236}">
                <a16:creationId xmlns:a16="http://schemas.microsoft.com/office/drawing/2014/main" id="{1939BA16-308A-4A8A-B344-8B7F8721A195}"/>
              </a:ext>
            </a:extLst>
          </p:cNvPr>
          <p:cNvSpPr>
            <a:spLocks noGrp="1"/>
          </p:cNvSpPr>
          <p:nvPr/>
        </p:nvSpPr>
        <p:spPr>
          <a:xfrm>
            <a:off x="7049894" y="2275099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1" name="Stage1_sixpanel_9182">
            <a:extLst>
              <a:ext uri="{FF2B5EF4-FFF2-40B4-BE49-F238E27FC236}">
                <a16:creationId xmlns:a16="http://schemas.microsoft.com/office/drawing/2014/main" id="{5E7B75AD-3590-47F3-9AE6-D0F492850AB0}"/>
              </a:ext>
            </a:extLst>
          </p:cNvPr>
          <p:cNvSpPr>
            <a:spLocks noGrp="1"/>
          </p:cNvSpPr>
          <p:nvPr/>
        </p:nvSpPr>
        <p:spPr>
          <a:xfrm>
            <a:off x="698654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2" name="Stage1_sixpanel_9183">
            <a:extLst>
              <a:ext uri="{FF2B5EF4-FFF2-40B4-BE49-F238E27FC236}">
                <a16:creationId xmlns:a16="http://schemas.microsoft.com/office/drawing/2014/main" id="{40A5AF9C-6DE7-465B-98F1-2BD7B763AA22}"/>
              </a:ext>
            </a:extLst>
          </p:cNvPr>
          <p:cNvSpPr>
            <a:spLocks noGrp="1"/>
          </p:cNvSpPr>
          <p:nvPr/>
        </p:nvSpPr>
        <p:spPr>
          <a:xfrm>
            <a:off x="700576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3" name="Stage1_sixpanel_9184">
            <a:extLst>
              <a:ext uri="{FF2B5EF4-FFF2-40B4-BE49-F238E27FC236}">
                <a16:creationId xmlns:a16="http://schemas.microsoft.com/office/drawing/2014/main" id="{FE6F01DD-1249-4FFE-BDD4-549A2F7A94F9}"/>
              </a:ext>
            </a:extLst>
          </p:cNvPr>
          <p:cNvSpPr>
            <a:spLocks noGrp="1"/>
          </p:cNvSpPr>
          <p:nvPr/>
        </p:nvSpPr>
        <p:spPr>
          <a:xfrm>
            <a:off x="705652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4" name="Stage1_sixpanel_9185">
            <a:extLst>
              <a:ext uri="{FF2B5EF4-FFF2-40B4-BE49-F238E27FC236}">
                <a16:creationId xmlns:a16="http://schemas.microsoft.com/office/drawing/2014/main" id="{240CFE5E-A932-4E00-9A22-DB816989DB90}"/>
              </a:ext>
            </a:extLst>
          </p:cNvPr>
          <p:cNvSpPr>
            <a:spLocks noGrp="1"/>
          </p:cNvSpPr>
          <p:nvPr/>
        </p:nvSpPr>
        <p:spPr>
          <a:xfrm>
            <a:off x="69911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5" name="Stage1_sixpanel_9186">
            <a:extLst>
              <a:ext uri="{FF2B5EF4-FFF2-40B4-BE49-F238E27FC236}">
                <a16:creationId xmlns:a16="http://schemas.microsoft.com/office/drawing/2014/main" id="{9F6D7937-183D-446F-A40D-35B594F26D72}"/>
              </a:ext>
            </a:extLst>
          </p:cNvPr>
          <p:cNvSpPr>
            <a:spLocks noGrp="1"/>
          </p:cNvSpPr>
          <p:nvPr/>
        </p:nvSpPr>
        <p:spPr>
          <a:xfrm>
            <a:off x="699603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6" name="Stage1_sixpanel_9187">
            <a:extLst>
              <a:ext uri="{FF2B5EF4-FFF2-40B4-BE49-F238E27FC236}">
                <a16:creationId xmlns:a16="http://schemas.microsoft.com/office/drawing/2014/main" id="{36ED1784-4316-4270-A924-30B7AD5E3BEE}"/>
              </a:ext>
            </a:extLst>
          </p:cNvPr>
          <p:cNvSpPr>
            <a:spLocks noGrp="1"/>
          </p:cNvSpPr>
          <p:nvPr/>
        </p:nvSpPr>
        <p:spPr>
          <a:xfrm>
            <a:off x="7041771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7" name="Stage1_sixpanel_9188">
            <a:extLst>
              <a:ext uri="{FF2B5EF4-FFF2-40B4-BE49-F238E27FC236}">
                <a16:creationId xmlns:a16="http://schemas.microsoft.com/office/drawing/2014/main" id="{21253FB5-1365-447F-B642-93B0DDE807DF}"/>
              </a:ext>
            </a:extLst>
          </p:cNvPr>
          <p:cNvSpPr>
            <a:spLocks noGrp="1"/>
          </p:cNvSpPr>
          <p:nvPr/>
        </p:nvSpPr>
        <p:spPr>
          <a:xfrm>
            <a:off x="7016499" y="168906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8" name="Stage1_sixpanel_9189">
            <a:extLst>
              <a:ext uri="{FF2B5EF4-FFF2-40B4-BE49-F238E27FC236}">
                <a16:creationId xmlns:a16="http://schemas.microsoft.com/office/drawing/2014/main" id="{447AA0BC-E3B9-4B0F-B696-929AB14631DF}"/>
              </a:ext>
            </a:extLst>
          </p:cNvPr>
          <p:cNvSpPr>
            <a:spLocks noGrp="1"/>
          </p:cNvSpPr>
          <p:nvPr/>
        </p:nvSpPr>
        <p:spPr>
          <a:xfrm>
            <a:off x="71460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19" name="Stage1_sixpanel_9190">
            <a:extLst>
              <a:ext uri="{FF2B5EF4-FFF2-40B4-BE49-F238E27FC236}">
                <a16:creationId xmlns:a16="http://schemas.microsoft.com/office/drawing/2014/main" id="{65B59244-6A66-42F1-B7CA-C4597E8268C2}"/>
              </a:ext>
            </a:extLst>
          </p:cNvPr>
          <p:cNvSpPr>
            <a:spLocks noGrp="1"/>
          </p:cNvSpPr>
          <p:nvPr/>
        </p:nvSpPr>
        <p:spPr>
          <a:xfrm>
            <a:off x="712393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0" name="Stage1_sixpanel_9191">
            <a:extLst>
              <a:ext uri="{FF2B5EF4-FFF2-40B4-BE49-F238E27FC236}">
                <a16:creationId xmlns:a16="http://schemas.microsoft.com/office/drawing/2014/main" id="{876FDF8A-08F6-423C-BDF1-D4FF2F68CCD9}"/>
              </a:ext>
            </a:extLst>
          </p:cNvPr>
          <p:cNvSpPr>
            <a:spLocks noGrp="1"/>
          </p:cNvSpPr>
          <p:nvPr/>
        </p:nvSpPr>
        <p:spPr>
          <a:xfrm>
            <a:off x="6992680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1" name="Stage1_sixpanel_9192">
            <a:extLst>
              <a:ext uri="{FF2B5EF4-FFF2-40B4-BE49-F238E27FC236}">
                <a16:creationId xmlns:a16="http://schemas.microsoft.com/office/drawing/2014/main" id="{A0E0DBD2-CAFB-4095-852D-CEC8442D2E9F}"/>
              </a:ext>
            </a:extLst>
          </p:cNvPr>
          <p:cNvSpPr>
            <a:spLocks noGrp="1"/>
          </p:cNvSpPr>
          <p:nvPr/>
        </p:nvSpPr>
        <p:spPr>
          <a:xfrm>
            <a:off x="71389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2" name="Stage1_sixpanel_9193">
            <a:extLst>
              <a:ext uri="{FF2B5EF4-FFF2-40B4-BE49-F238E27FC236}">
                <a16:creationId xmlns:a16="http://schemas.microsoft.com/office/drawing/2014/main" id="{51F94644-862A-481B-8238-C1CAD5236F9A}"/>
              </a:ext>
            </a:extLst>
          </p:cNvPr>
          <p:cNvSpPr>
            <a:spLocks noGrp="1"/>
          </p:cNvSpPr>
          <p:nvPr/>
        </p:nvSpPr>
        <p:spPr>
          <a:xfrm>
            <a:off x="6986681" y="259218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3" name="Stage1_sixpanel_9194">
            <a:extLst>
              <a:ext uri="{FF2B5EF4-FFF2-40B4-BE49-F238E27FC236}">
                <a16:creationId xmlns:a16="http://schemas.microsoft.com/office/drawing/2014/main" id="{EAE1B82F-891A-49C8-AA5A-965B05B039C1}"/>
              </a:ext>
            </a:extLst>
          </p:cNvPr>
          <p:cNvSpPr>
            <a:spLocks noGrp="1"/>
          </p:cNvSpPr>
          <p:nvPr/>
        </p:nvSpPr>
        <p:spPr>
          <a:xfrm>
            <a:off x="709366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4" name="Stage1_sixpanel_9195">
            <a:extLst>
              <a:ext uri="{FF2B5EF4-FFF2-40B4-BE49-F238E27FC236}">
                <a16:creationId xmlns:a16="http://schemas.microsoft.com/office/drawing/2014/main" id="{4683139F-58D2-4D2A-BB19-B98C4C757DCF}"/>
              </a:ext>
            </a:extLst>
          </p:cNvPr>
          <p:cNvSpPr>
            <a:spLocks noGrp="1"/>
          </p:cNvSpPr>
          <p:nvPr/>
        </p:nvSpPr>
        <p:spPr>
          <a:xfrm>
            <a:off x="6980949" y="245853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5" name="Stage1_sixpanel_9196">
            <a:extLst>
              <a:ext uri="{FF2B5EF4-FFF2-40B4-BE49-F238E27FC236}">
                <a16:creationId xmlns:a16="http://schemas.microsoft.com/office/drawing/2014/main" id="{6152C028-2224-488D-BE0E-1588740DEA54}"/>
              </a:ext>
            </a:extLst>
          </p:cNvPr>
          <p:cNvSpPr>
            <a:spLocks noGrp="1"/>
          </p:cNvSpPr>
          <p:nvPr/>
        </p:nvSpPr>
        <p:spPr>
          <a:xfrm>
            <a:off x="815053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6" name="Stage1_sixpanel_9197">
            <a:extLst>
              <a:ext uri="{FF2B5EF4-FFF2-40B4-BE49-F238E27FC236}">
                <a16:creationId xmlns:a16="http://schemas.microsoft.com/office/drawing/2014/main" id="{75358B6F-701D-4163-A29A-44F5778C1656}"/>
              </a:ext>
            </a:extLst>
          </p:cNvPr>
          <p:cNvSpPr>
            <a:spLocks noGrp="1"/>
          </p:cNvSpPr>
          <p:nvPr/>
        </p:nvSpPr>
        <p:spPr>
          <a:xfrm>
            <a:off x="8139199" y="168095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7" name="Stage1_sixpanel_9198">
            <a:extLst>
              <a:ext uri="{FF2B5EF4-FFF2-40B4-BE49-F238E27FC236}">
                <a16:creationId xmlns:a16="http://schemas.microsoft.com/office/drawing/2014/main" id="{023690E3-5D44-449D-BFCB-334922703911}"/>
              </a:ext>
            </a:extLst>
          </p:cNvPr>
          <p:cNvSpPr>
            <a:spLocks noGrp="1"/>
          </p:cNvSpPr>
          <p:nvPr/>
        </p:nvSpPr>
        <p:spPr>
          <a:xfrm>
            <a:off x="817880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8" name="Stage1_sixpanel_9199">
            <a:extLst>
              <a:ext uri="{FF2B5EF4-FFF2-40B4-BE49-F238E27FC236}">
                <a16:creationId xmlns:a16="http://schemas.microsoft.com/office/drawing/2014/main" id="{8A1268AE-85BE-4371-956A-36D0608919EE}"/>
              </a:ext>
            </a:extLst>
          </p:cNvPr>
          <p:cNvSpPr>
            <a:spLocks noGrp="1"/>
          </p:cNvSpPr>
          <p:nvPr/>
        </p:nvSpPr>
        <p:spPr>
          <a:xfrm>
            <a:off x="8202644" y="15162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29" name="Stage1_sixpanel_9200">
            <a:extLst>
              <a:ext uri="{FF2B5EF4-FFF2-40B4-BE49-F238E27FC236}">
                <a16:creationId xmlns:a16="http://schemas.microsoft.com/office/drawing/2014/main" id="{EDA4106F-4C21-4E03-908B-36F10FBC443F}"/>
              </a:ext>
            </a:extLst>
          </p:cNvPr>
          <p:cNvSpPr>
            <a:spLocks noGrp="1"/>
          </p:cNvSpPr>
          <p:nvPr/>
        </p:nvSpPr>
        <p:spPr>
          <a:xfrm>
            <a:off x="8050386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0" name="Stage1_sixpanel_9201">
            <a:extLst>
              <a:ext uri="{FF2B5EF4-FFF2-40B4-BE49-F238E27FC236}">
                <a16:creationId xmlns:a16="http://schemas.microsoft.com/office/drawing/2014/main" id="{0180754B-5558-4682-BDDA-EED346AD9B3C}"/>
              </a:ext>
            </a:extLst>
          </p:cNvPr>
          <p:cNvSpPr>
            <a:spLocks noGrp="1"/>
          </p:cNvSpPr>
          <p:nvPr/>
        </p:nvSpPr>
        <p:spPr>
          <a:xfrm>
            <a:off x="8056004" y="233525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1" name="Stage1_sixpanel_9202">
            <a:extLst>
              <a:ext uri="{FF2B5EF4-FFF2-40B4-BE49-F238E27FC236}">
                <a16:creationId xmlns:a16="http://schemas.microsoft.com/office/drawing/2014/main" id="{9015DEB4-0599-484E-9599-7C57194FBD3B}"/>
              </a:ext>
            </a:extLst>
          </p:cNvPr>
          <p:cNvSpPr>
            <a:spLocks noGrp="1"/>
          </p:cNvSpPr>
          <p:nvPr/>
        </p:nvSpPr>
        <p:spPr>
          <a:xfrm>
            <a:off x="8180298" y="197874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2" name="Stage1_sixpanel_9203">
            <a:extLst>
              <a:ext uri="{FF2B5EF4-FFF2-40B4-BE49-F238E27FC236}">
                <a16:creationId xmlns:a16="http://schemas.microsoft.com/office/drawing/2014/main" id="{9F0569A9-4CE9-47CA-8AF1-F296A9191DF9}"/>
              </a:ext>
            </a:extLst>
          </p:cNvPr>
          <p:cNvSpPr>
            <a:spLocks noGrp="1"/>
          </p:cNvSpPr>
          <p:nvPr/>
        </p:nvSpPr>
        <p:spPr>
          <a:xfrm>
            <a:off x="8205549" y="1451776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3" name="Stage1_sixpanel_9204">
            <a:extLst>
              <a:ext uri="{FF2B5EF4-FFF2-40B4-BE49-F238E27FC236}">
                <a16:creationId xmlns:a16="http://schemas.microsoft.com/office/drawing/2014/main" id="{BEF1C70C-71A5-4659-9CB6-9EC9FCDA6311}"/>
              </a:ext>
            </a:extLst>
          </p:cNvPr>
          <p:cNvSpPr>
            <a:spLocks noGrp="1"/>
          </p:cNvSpPr>
          <p:nvPr/>
        </p:nvSpPr>
        <p:spPr>
          <a:xfrm>
            <a:off x="8160351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4" name="Stage1_sixpanel_9205">
            <a:extLst>
              <a:ext uri="{FF2B5EF4-FFF2-40B4-BE49-F238E27FC236}">
                <a16:creationId xmlns:a16="http://schemas.microsoft.com/office/drawing/2014/main" id="{3C30429C-2413-4803-8B37-F27C65BEE951}"/>
              </a:ext>
            </a:extLst>
          </p:cNvPr>
          <p:cNvSpPr>
            <a:spLocks noGrp="1"/>
          </p:cNvSpPr>
          <p:nvPr/>
        </p:nvSpPr>
        <p:spPr>
          <a:xfrm>
            <a:off x="8192625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5" name="Stage1_sixpanel_9206">
            <a:extLst>
              <a:ext uri="{FF2B5EF4-FFF2-40B4-BE49-F238E27FC236}">
                <a16:creationId xmlns:a16="http://schemas.microsoft.com/office/drawing/2014/main" id="{ED3E7E44-389B-4DC0-A9DF-F0F82C9EE9A5}"/>
              </a:ext>
            </a:extLst>
          </p:cNvPr>
          <p:cNvSpPr>
            <a:spLocks noGrp="1"/>
          </p:cNvSpPr>
          <p:nvPr/>
        </p:nvSpPr>
        <p:spPr>
          <a:xfrm>
            <a:off x="8188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6" name="Stage1_sixpanel_9207">
            <a:extLst>
              <a:ext uri="{FF2B5EF4-FFF2-40B4-BE49-F238E27FC236}">
                <a16:creationId xmlns:a16="http://schemas.microsoft.com/office/drawing/2014/main" id="{5CA92BD6-1EFC-4D9A-8A57-4753C4C433E0}"/>
              </a:ext>
            </a:extLst>
          </p:cNvPr>
          <p:cNvSpPr>
            <a:spLocks noGrp="1"/>
          </p:cNvSpPr>
          <p:nvPr/>
        </p:nvSpPr>
        <p:spPr>
          <a:xfrm>
            <a:off x="8158137" y="241682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7" name="Stage1_sixpanel_9208">
            <a:extLst>
              <a:ext uri="{FF2B5EF4-FFF2-40B4-BE49-F238E27FC236}">
                <a16:creationId xmlns:a16="http://schemas.microsoft.com/office/drawing/2014/main" id="{543D06CA-84D3-4575-ABEC-48A0508DC5EB}"/>
              </a:ext>
            </a:extLst>
          </p:cNvPr>
          <p:cNvSpPr>
            <a:spLocks noGrp="1"/>
          </p:cNvSpPr>
          <p:nvPr/>
        </p:nvSpPr>
        <p:spPr>
          <a:xfrm>
            <a:off x="81726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8" name="Stage1_sixpanel_9209">
            <a:extLst>
              <a:ext uri="{FF2B5EF4-FFF2-40B4-BE49-F238E27FC236}">
                <a16:creationId xmlns:a16="http://schemas.microsoft.com/office/drawing/2014/main" id="{6D991DC3-FC88-4C9E-87CB-899D993F4970}"/>
              </a:ext>
            </a:extLst>
          </p:cNvPr>
          <p:cNvSpPr>
            <a:spLocks noGrp="1"/>
          </p:cNvSpPr>
          <p:nvPr/>
        </p:nvSpPr>
        <p:spPr>
          <a:xfrm>
            <a:off x="8149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39" name="Stage1_sixpanel_9210">
            <a:extLst>
              <a:ext uri="{FF2B5EF4-FFF2-40B4-BE49-F238E27FC236}">
                <a16:creationId xmlns:a16="http://schemas.microsoft.com/office/drawing/2014/main" id="{5A72AA44-E592-4C69-BEEE-227375E88301}"/>
              </a:ext>
            </a:extLst>
          </p:cNvPr>
          <p:cNvSpPr>
            <a:spLocks noGrp="1"/>
          </p:cNvSpPr>
          <p:nvPr/>
        </p:nvSpPr>
        <p:spPr>
          <a:xfrm>
            <a:off x="8115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0" name="Stage1_sixpanel_9211">
            <a:extLst>
              <a:ext uri="{FF2B5EF4-FFF2-40B4-BE49-F238E27FC236}">
                <a16:creationId xmlns:a16="http://schemas.microsoft.com/office/drawing/2014/main" id="{41EE4A79-65FB-457C-96C5-A7188ABD2912}"/>
              </a:ext>
            </a:extLst>
          </p:cNvPr>
          <p:cNvSpPr>
            <a:spLocks noGrp="1"/>
          </p:cNvSpPr>
          <p:nvPr/>
        </p:nvSpPr>
        <p:spPr>
          <a:xfrm>
            <a:off x="820675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1" name="Stage1_sixpanel_9212">
            <a:extLst>
              <a:ext uri="{FF2B5EF4-FFF2-40B4-BE49-F238E27FC236}">
                <a16:creationId xmlns:a16="http://schemas.microsoft.com/office/drawing/2014/main" id="{011EDC4B-1EA6-41D3-92C0-A86271BB88BA}"/>
              </a:ext>
            </a:extLst>
          </p:cNvPr>
          <p:cNvSpPr>
            <a:spLocks noGrp="1"/>
          </p:cNvSpPr>
          <p:nvPr/>
        </p:nvSpPr>
        <p:spPr>
          <a:xfrm>
            <a:off x="814239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2" name="Stage1_sixpanel_9213">
            <a:extLst>
              <a:ext uri="{FF2B5EF4-FFF2-40B4-BE49-F238E27FC236}">
                <a16:creationId xmlns:a16="http://schemas.microsoft.com/office/drawing/2014/main" id="{8A156F71-BC8F-4551-814E-683CD09823EB}"/>
              </a:ext>
            </a:extLst>
          </p:cNvPr>
          <p:cNvSpPr>
            <a:spLocks noGrp="1"/>
          </p:cNvSpPr>
          <p:nvPr/>
        </p:nvSpPr>
        <p:spPr>
          <a:xfrm>
            <a:off x="8073788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3" name="Stage1_sixpanel_9214">
            <a:extLst>
              <a:ext uri="{FF2B5EF4-FFF2-40B4-BE49-F238E27FC236}">
                <a16:creationId xmlns:a16="http://schemas.microsoft.com/office/drawing/2014/main" id="{5061BEE8-C27A-4022-8D6C-D5CCAD2D14F7}"/>
              </a:ext>
            </a:extLst>
          </p:cNvPr>
          <p:cNvSpPr>
            <a:spLocks noGrp="1"/>
          </p:cNvSpPr>
          <p:nvPr/>
        </p:nvSpPr>
        <p:spPr>
          <a:xfrm>
            <a:off x="8106798" y="251894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4" name="Stage1_sixpanel_9215">
            <a:extLst>
              <a:ext uri="{FF2B5EF4-FFF2-40B4-BE49-F238E27FC236}">
                <a16:creationId xmlns:a16="http://schemas.microsoft.com/office/drawing/2014/main" id="{A77C5F20-7E86-4BCE-B2DA-5FD6E959BC65}"/>
              </a:ext>
            </a:extLst>
          </p:cNvPr>
          <p:cNvSpPr>
            <a:spLocks noGrp="1"/>
          </p:cNvSpPr>
          <p:nvPr/>
        </p:nvSpPr>
        <p:spPr>
          <a:xfrm>
            <a:off x="814736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5" name="Stage1_sixpanel_9216">
            <a:extLst>
              <a:ext uri="{FF2B5EF4-FFF2-40B4-BE49-F238E27FC236}">
                <a16:creationId xmlns:a16="http://schemas.microsoft.com/office/drawing/2014/main" id="{370FA8A0-AC77-470F-9129-C95B477506A8}"/>
              </a:ext>
            </a:extLst>
          </p:cNvPr>
          <p:cNvSpPr>
            <a:spLocks noGrp="1"/>
          </p:cNvSpPr>
          <p:nvPr/>
        </p:nvSpPr>
        <p:spPr>
          <a:xfrm>
            <a:off x="8169923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6" name="Stage1_sixpanel_9217">
            <a:extLst>
              <a:ext uri="{FF2B5EF4-FFF2-40B4-BE49-F238E27FC236}">
                <a16:creationId xmlns:a16="http://schemas.microsoft.com/office/drawing/2014/main" id="{5DE9F2BB-F9B3-4279-874D-530BE7AA466E}"/>
              </a:ext>
            </a:extLst>
          </p:cNvPr>
          <p:cNvSpPr>
            <a:spLocks noGrp="1"/>
          </p:cNvSpPr>
          <p:nvPr/>
        </p:nvSpPr>
        <p:spPr>
          <a:xfrm>
            <a:off x="80390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7" name="Stage1_sixpanel_9218">
            <a:extLst>
              <a:ext uri="{FF2B5EF4-FFF2-40B4-BE49-F238E27FC236}">
                <a16:creationId xmlns:a16="http://schemas.microsoft.com/office/drawing/2014/main" id="{C07EE619-A614-4337-8730-16A28CA8B96F}"/>
              </a:ext>
            </a:extLst>
          </p:cNvPr>
          <p:cNvSpPr>
            <a:spLocks noGrp="1"/>
          </p:cNvSpPr>
          <p:nvPr/>
        </p:nvSpPr>
        <p:spPr>
          <a:xfrm>
            <a:off x="809043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8" name="Stage1_sixpanel_9219">
            <a:extLst>
              <a:ext uri="{FF2B5EF4-FFF2-40B4-BE49-F238E27FC236}">
                <a16:creationId xmlns:a16="http://schemas.microsoft.com/office/drawing/2014/main" id="{1ADADCD4-093D-4867-9818-E8B32C219154}"/>
              </a:ext>
            </a:extLst>
          </p:cNvPr>
          <p:cNvSpPr>
            <a:spLocks noGrp="1"/>
          </p:cNvSpPr>
          <p:nvPr/>
        </p:nvSpPr>
        <p:spPr>
          <a:xfrm>
            <a:off x="8061282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49" name="Stage1_sixpanel_9220">
            <a:extLst>
              <a:ext uri="{FF2B5EF4-FFF2-40B4-BE49-F238E27FC236}">
                <a16:creationId xmlns:a16="http://schemas.microsoft.com/office/drawing/2014/main" id="{E3540D54-C0E9-4C71-B43E-CEEDD1E162B3}"/>
              </a:ext>
            </a:extLst>
          </p:cNvPr>
          <p:cNvSpPr>
            <a:spLocks noGrp="1"/>
          </p:cNvSpPr>
          <p:nvPr/>
        </p:nvSpPr>
        <p:spPr>
          <a:xfrm>
            <a:off x="81370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0" name="Stage1_sixpanel_9221">
            <a:extLst>
              <a:ext uri="{FF2B5EF4-FFF2-40B4-BE49-F238E27FC236}">
                <a16:creationId xmlns:a16="http://schemas.microsoft.com/office/drawing/2014/main" id="{05726106-EAE0-40FA-9E30-2FB41BA13E61}"/>
              </a:ext>
            </a:extLst>
          </p:cNvPr>
          <p:cNvSpPr>
            <a:spLocks noGrp="1"/>
          </p:cNvSpPr>
          <p:nvPr/>
        </p:nvSpPr>
        <p:spPr>
          <a:xfrm>
            <a:off x="8191161" y="2330820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1" name="Stage1_sixpanel_9222">
            <a:extLst>
              <a:ext uri="{FF2B5EF4-FFF2-40B4-BE49-F238E27FC236}">
                <a16:creationId xmlns:a16="http://schemas.microsoft.com/office/drawing/2014/main" id="{B7251FD8-43A7-442F-B47F-759D41FF9A39}"/>
              </a:ext>
            </a:extLst>
          </p:cNvPr>
          <p:cNvSpPr>
            <a:spLocks noGrp="1"/>
          </p:cNvSpPr>
          <p:nvPr/>
        </p:nvSpPr>
        <p:spPr>
          <a:xfrm>
            <a:off x="820271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2" name="Stage1_sixpanel_9223">
            <a:extLst>
              <a:ext uri="{FF2B5EF4-FFF2-40B4-BE49-F238E27FC236}">
                <a16:creationId xmlns:a16="http://schemas.microsoft.com/office/drawing/2014/main" id="{D9F1E872-B73B-4BF8-9165-37B57AD2426D}"/>
              </a:ext>
            </a:extLst>
          </p:cNvPr>
          <p:cNvSpPr>
            <a:spLocks noGrp="1"/>
          </p:cNvSpPr>
          <p:nvPr/>
        </p:nvSpPr>
        <p:spPr>
          <a:xfrm>
            <a:off x="8169324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3" name="Stage1_sixpanel_9224">
            <a:extLst>
              <a:ext uri="{FF2B5EF4-FFF2-40B4-BE49-F238E27FC236}">
                <a16:creationId xmlns:a16="http://schemas.microsoft.com/office/drawing/2014/main" id="{B67CD299-4D1A-4F18-9004-D72936426E59}"/>
              </a:ext>
            </a:extLst>
          </p:cNvPr>
          <p:cNvSpPr>
            <a:spLocks noGrp="1"/>
          </p:cNvSpPr>
          <p:nvPr/>
        </p:nvSpPr>
        <p:spPr>
          <a:xfrm>
            <a:off x="817829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4" name="Stage1_sixpanel_9225">
            <a:extLst>
              <a:ext uri="{FF2B5EF4-FFF2-40B4-BE49-F238E27FC236}">
                <a16:creationId xmlns:a16="http://schemas.microsoft.com/office/drawing/2014/main" id="{F6EAE2F2-6907-4601-9861-C4B63DAE1211}"/>
              </a:ext>
            </a:extLst>
          </p:cNvPr>
          <p:cNvSpPr>
            <a:spLocks noGrp="1"/>
          </p:cNvSpPr>
          <p:nvPr/>
        </p:nvSpPr>
        <p:spPr>
          <a:xfrm>
            <a:off x="81458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5" name="Stage1_sixpanel_9226">
            <a:extLst>
              <a:ext uri="{FF2B5EF4-FFF2-40B4-BE49-F238E27FC236}">
                <a16:creationId xmlns:a16="http://schemas.microsoft.com/office/drawing/2014/main" id="{ABC28490-B68F-4BA9-8E96-53922C7EE909}"/>
              </a:ext>
            </a:extLst>
          </p:cNvPr>
          <p:cNvSpPr>
            <a:spLocks noGrp="1"/>
          </p:cNvSpPr>
          <p:nvPr/>
        </p:nvSpPr>
        <p:spPr>
          <a:xfrm>
            <a:off x="81936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6" name="Stage1_sixpanel_9227">
            <a:extLst>
              <a:ext uri="{FF2B5EF4-FFF2-40B4-BE49-F238E27FC236}">
                <a16:creationId xmlns:a16="http://schemas.microsoft.com/office/drawing/2014/main" id="{494EB567-1871-4E01-94EC-FCA53B3E6C0A}"/>
              </a:ext>
            </a:extLst>
          </p:cNvPr>
          <p:cNvSpPr>
            <a:spLocks noGrp="1"/>
          </p:cNvSpPr>
          <p:nvPr/>
        </p:nvSpPr>
        <p:spPr>
          <a:xfrm>
            <a:off x="8169215" y="255820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7" name="Stage1_sixpanel_9228">
            <a:extLst>
              <a:ext uri="{FF2B5EF4-FFF2-40B4-BE49-F238E27FC236}">
                <a16:creationId xmlns:a16="http://schemas.microsoft.com/office/drawing/2014/main" id="{4D2DA1ED-303C-4748-B350-59B56D6D0E8A}"/>
              </a:ext>
            </a:extLst>
          </p:cNvPr>
          <p:cNvSpPr>
            <a:spLocks noGrp="1"/>
          </p:cNvSpPr>
          <p:nvPr/>
        </p:nvSpPr>
        <p:spPr>
          <a:xfrm>
            <a:off x="8062138" y="257977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8" name="Stage1_sixpanel_9229">
            <a:extLst>
              <a:ext uri="{FF2B5EF4-FFF2-40B4-BE49-F238E27FC236}">
                <a16:creationId xmlns:a16="http://schemas.microsoft.com/office/drawing/2014/main" id="{B8F7BB8A-6A1E-4D38-9C50-3E0063FAE78A}"/>
              </a:ext>
            </a:extLst>
          </p:cNvPr>
          <p:cNvSpPr>
            <a:spLocks noGrp="1"/>
          </p:cNvSpPr>
          <p:nvPr/>
        </p:nvSpPr>
        <p:spPr>
          <a:xfrm>
            <a:off x="8088180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59" name="Stage1_sixpanel_9230">
            <a:extLst>
              <a:ext uri="{FF2B5EF4-FFF2-40B4-BE49-F238E27FC236}">
                <a16:creationId xmlns:a16="http://schemas.microsoft.com/office/drawing/2014/main" id="{7F1C9D22-4B61-46FA-B814-D4AE1F553B28}"/>
              </a:ext>
            </a:extLst>
          </p:cNvPr>
          <p:cNvSpPr>
            <a:spLocks noGrp="1"/>
          </p:cNvSpPr>
          <p:nvPr/>
        </p:nvSpPr>
        <p:spPr>
          <a:xfrm>
            <a:off x="8170276" y="212026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0" name="Stage1_sixpanel_9231">
            <a:extLst>
              <a:ext uri="{FF2B5EF4-FFF2-40B4-BE49-F238E27FC236}">
                <a16:creationId xmlns:a16="http://schemas.microsoft.com/office/drawing/2014/main" id="{0201B87F-BCB1-49A6-BD94-90DD1DC7A15B}"/>
              </a:ext>
            </a:extLst>
          </p:cNvPr>
          <p:cNvSpPr>
            <a:spLocks noGrp="1"/>
          </p:cNvSpPr>
          <p:nvPr/>
        </p:nvSpPr>
        <p:spPr>
          <a:xfrm>
            <a:off x="805033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1" name="Stage1_sixpanel_9232">
            <a:extLst>
              <a:ext uri="{FF2B5EF4-FFF2-40B4-BE49-F238E27FC236}">
                <a16:creationId xmlns:a16="http://schemas.microsoft.com/office/drawing/2014/main" id="{A9FD8C84-9337-4DAD-8DA3-5ADF90EFE2DD}"/>
              </a:ext>
            </a:extLst>
          </p:cNvPr>
          <p:cNvSpPr>
            <a:spLocks noGrp="1"/>
          </p:cNvSpPr>
          <p:nvPr/>
        </p:nvSpPr>
        <p:spPr>
          <a:xfrm>
            <a:off x="8072331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2" name="Stage1_sixpanel_9233">
            <a:extLst>
              <a:ext uri="{FF2B5EF4-FFF2-40B4-BE49-F238E27FC236}">
                <a16:creationId xmlns:a16="http://schemas.microsoft.com/office/drawing/2014/main" id="{BE098DCB-2FE6-401D-8E84-F9C81B75A394}"/>
              </a:ext>
            </a:extLst>
          </p:cNvPr>
          <p:cNvSpPr>
            <a:spLocks noGrp="1"/>
          </p:cNvSpPr>
          <p:nvPr/>
        </p:nvSpPr>
        <p:spPr>
          <a:xfrm>
            <a:off x="8045193" y="2534473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3" name="Stage1_sixpanel_9234">
            <a:extLst>
              <a:ext uri="{FF2B5EF4-FFF2-40B4-BE49-F238E27FC236}">
                <a16:creationId xmlns:a16="http://schemas.microsoft.com/office/drawing/2014/main" id="{0DFD161A-F7EF-430E-A890-71D19D78C8EE}"/>
              </a:ext>
            </a:extLst>
          </p:cNvPr>
          <p:cNvSpPr>
            <a:spLocks noGrp="1"/>
          </p:cNvSpPr>
          <p:nvPr/>
        </p:nvSpPr>
        <p:spPr>
          <a:xfrm>
            <a:off x="814578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4" name="Stage1_sixpanel_9235">
            <a:extLst>
              <a:ext uri="{FF2B5EF4-FFF2-40B4-BE49-F238E27FC236}">
                <a16:creationId xmlns:a16="http://schemas.microsoft.com/office/drawing/2014/main" id="{6E6E1C4E-2DEF-4D80-B134-2FEDE6188765}"/>
              </a:ext>
            </a:extLst>
          </p:cNvPr>
          <p:cNvSpPr>
            <a:spLocks noGrp="1"/>
          </p:cNvSpPr>
          <p:nvPr/>
        </p:nvSpPr>
        <p:spPr>
          <a:xfrm>
            <a:off x="8050976" y="2522967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5" name="Stage1_sixpanel_9236">
            <a:extLst>
              <a:ext uri="{FF2B5EF4-FFF2-40B4-BE49-F238E27FC236}">
                <a16:creationId xmlns:a16="http://schemas.microsoft.com/office/drawing/2014/main" id="{E3F835CE-FECF-40B5-8832-F6E399221626}"/>
              </a:ext>
            </a:extLst>
          </p:cNvPr>
          <p:cNvSpPr>
            <a:spLocks noGrp="1"/>
          </p:cNvSpPr>
          <p:nvPr/>
        </p:nvSpPr>
        <p:spPr>
          <a:xfrm>
            <a:off x="80818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6" name="Stage1_sixpanel_9237">
            <a:extLst>
              <a:ext uri="{FF2B5EF4-FFF2-40B4-BE49-F238E27FC236}">
                <a16:creationId xmlns:a16="http://schemas.microsoft.com/office/drawing/2014/main" id="{4B39E24A-D20E-4BE6-9336-2250239D4D94}"/>
              </a:ext>
            </a:extLst>
          </p:cNvPr>
          <p:cNvSpPr>
            <a:spLocks noGrp="1"/>
          </p:cNvSpPr>
          <p:nvPr/>
        </p:nvSpPr>
        <p:spPr>
          <a:xfrm>
            <a:off x="810360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7" name="Stage1_sixpanel_9238">
            <a:extLst>
              <a:ext uri="{FF2B5EF4-FFF2-40B4-BE49-F238E27FC236}">
                <a16:creationId xmlns:a16="http://schemas.microsoft.com/office/drawing/2014/main" id="{74584252-4555-4D3D-A6F2-60F771EC92AB}"/>
              </a:ext>
            </a:extLst>
          </p:cNvPr>
          <p:cNvSpPr>
            <a:spLocks noGrp="1"/>
          </p:cNvSpPr>
          <p:nvPr/>
        </p:nvSpPr>
        <p:spPr>
          <a:xfrm>
            <a:off x="809138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8" name="Stage1_sixpanel_9239">
            <a:extLst>
              <a:ext uri="{FF2B5EF4-FFF2-40B4-BE49-F238E27FC236}">
                <a16:creationId xmlns:a16="http://schemas.microsoft.com/office/drawing/2014/main" id="{83DDCC73-1A37-43C3-95D1-89EE0A9EB74B}"/>
              </a:ext>
            </a:extLst>
          </p:cNvPr>
          <p:cNvSpPr>
            <a:spLocks noGrp="1"/>
          </p:cNvSpPr>
          <p:nvPr/>
        </p:nvSpPr>
        <p:spPr>
          <a:xfrm>
            <a:off x="8072862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69" name="Stage1_sixpanel_9240">
            <a:extLst>
              <a:ext uri="{FF2B5EF4-FFF2-40B4-BE49-F238E27FC236}">
                <a16:creationId xmlns:a16="http://schemas.microsoft.com/office/drawing/2014/main" id="{7ABF6AA5-D1AB-403C-8570-6C7561D52099}"/>
              </a:ext>
            </a:extLst>
          </p:cNvPr>
          <p:cNvSpPr>
            <a:spLocks noGrp="1"/>
          </p:cNvSpPr>
          <p:nvPr/>
        </p:nvSpPr>
        <p:spPr>
          <a:xfrm>
            <a:off x="8116608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0" name="Stage1_sixpanel_9241">
            <a:extLst>
              <a:ext uri="{FF2B5EF4-FFF2-40B4-BE49-F238E27FC236}">
                <a16:creationId xmlns:a16="http://schemas.microsoft.com/office/drawing/2014/main" id="{6330D587-FBCB-436B-88E9-9EBE82E7956E}"/>
              </a:ext>
            </a:extLst>
          </p:cNvPr>
          <p:cNvSpPr>
            <a:spLocks noGrp="1"/>
          </p:cNvSpPr>
          <p:nvPr/>
        </p:nvSpPr>
        <p:spPr>
          <a:xfrm>
            <a:off x="81794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1" name="Stage1_sixpanel_9242">
            <a:extLst>
              <a:ext uri="{FF2B5EF4-FFF2-40B4-BE49-F238E27FC236}">
                <a16:creationId xmlns:a16="http://schemas.microsoft.com/office/drawing/2014/main" id="{E3C2DA6D-1286-4B23-9F78-7771899B93D3}"/>
              </a:ext>
            </a:extLst>
          </p:cNvPr>
          <p:cNvSpPr>
            <a:spLocks noGrp="1"/>
          </p:cNvSpPr>
          <p:nvPr/>
        </p:nvSpPr>
        <p:spPr>
          <a:xfrm>
            <a:off x="81753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2" name="Stage1_sixpanel_9243">
            <a:extLst>
              <a:ext uri="{FF2B5EF4-FFF2-40B4-BE49-F238E27FC236}">
                <a16:creationId xmlns:a16="http://schemas.microsoft.com/office/drawing/2014/main" id="{F5A85518-AC4C-4D34-860C-C421C53DD2D4}"/>
              </a:ext>
            </a:extLst>
          </p:cNvPr>
          <p:cNvSpPr>
            <a:spLocks noGrp="1"/>
          </p:cNvSpPr>
          <p:nvPr/>
        </p:nvSpPr>
        <p:spPr>
          <a:xfrm>
            <a:off x="8157509" y="2594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3" name="Stage1_sixpanel_9244">
            <a:extLst>
              <a:ext uri="{FF2B5EF4-FFF2-40B4-BE49-F238E27FC236}">
                <a16:creationId xmlns:a16="http://schemas.microsoft.com/office/drawing/2014/main" id="{334FC576-105C-4F04-BCA4-648210A49627}"/>
              </a:ext>
            </a:extLst>
          </p:cNvPr>
          <p:cNvSpPr>
            <a:spLocks noGrp="1"/>
          </p:cNvSpPr>
          <p:nvPr/>
        </p:nvSpPr>
        <p:spPr>
          <a:xfrm>
            <a:off x="8191604" y="17187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4" name="Stage1_sixpanel_9245">
            <a:extLst>
              <a:ext uri="{FF2B5EF4-FFF2-40B4-BE49-F238E27FC236}">
                <a16:creationId xmlns:a16="http://schemas.microsoft.com/office/drawing/2014/main" id="{D4E04BA7-125D-4C98-849B-BB1D5F0B61E3}"/>
              </a:ext>
            </a:extLst>
          </p:cNvPr>
          <p:cNvSpPr>
            <a:spLocks noGrp="1"/>
          </p:cNvSpPr>
          <p:nvPr/>
        </p:nvSpPr>
        <p:spPr>
          <a:xfrm>
            <a:off x="805044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5" name="Stage1_sixpanel_9246">
            <a:extLst>
              <a:ext uri="{FF2B5EF4-FFF2-40B4-BE49-F238E27FC236}">
                <a16:creationId xmlns:a16="http://schemas.microsoft.com/office/drawing/2014/main" id="{C37DB90B-3132-4976-ADC6-5111CFAE3350}"/>
              </a:ext>
            </a:extLst>
          </p:cNvPr>
          <p:cNvSpPr>
            <a:spLocks noGrp="1"/>
          </p:cNvSpPr>
          <p:nvPr/>
        </p:nvSpPr>
        <p:spPr>
          <a:xfrm>
            <a:off x="8125272" y="260219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6" name="Stage1_sixpanel_9247">
            <a:extLst>
              <a:ext uri="{FF2B5EF4-FFF2-40B4-BE49-F238E27FC236}">
                <a16:creationId xmlns:a16="http://schemas.microsoft.com/office/drawing/2014/main" id="{57EA5465-ECBE-4ACE-869A-9E8550911706}"/>
              </a:ext>
            </a:extLst>
          </p:cNvPr>
          <p:cNvSpPr>
            <a:spLocks noGrp="1"/>
          </p:cNvSpPr>
          <p:nvPr/>
        </p:nvSpPr>
        <p:spPr>
          <a:xfrm>
            <a:off x="8112167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7" name="Stage1_sixpanel_9248">
            <a:extLst>
              <a:ext uri="{FF2B5EF4-FFF2-40B4-BE49-F238E27FC236}">
                <a16:creationId xmlns:a16="http://schemas.microsoft.com/office/drawing/2014/main" id="{30F772C5-BD3B-4962-A162-59C7909FC422}"/>
              </a:ext>
            </a:extLst>
          </p:cNvPr>
          <p:cNvSpPr>
            <a:spLocks noGrp="1"/>
          </p:cNvSpPr>
          <p:nvPr/>
        </p:nvSpPr>
        <p:spPr>
          <a:xfrm>
            <a:off x="8194259" y="242229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8" name="Stage1_sixpanel_9249">
            <a:extLst>
              <a:ext uri="{FF2B5EF4-FFF2-40B4-BE49-F238E27FC236}">
                <a16:creationId xmlns:a16="http://schemas.microsoft.com/office/drawing/2014/main" id="{C918B10F-B47B-4B55-81FA-E3CFE64A9FCF}"/>
              </a:ext>
            </a:extLst>
          </p:cNvPr>
          <p:cNvSpPr>
            <a:spLocks noGrp="1"/>
          </p:cNvSpPr>
          <p:nvPr/>
        </p:nvSpPr>
        <p:spPr>
          <a:xfrm>
            <a:off x="80398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79" name="Stage1_sixpanel_9250">
            <a:extLst>
              <a:ext uri="{FF2B5EF4-FFF2-40B4-BE49-F238E27FC236}">
                <a16:creationId xmlns:a16="http://schemas.microsoft.com/office/drawing/2014/main" id="{77D2303B-A6AF-4F2F-903F-FB429C9A3095}"/>
              </a:ext>
            </a:extLst>
          </p:cNvPr>
          <p:cNvSpPr>
            <a:spLocks noGrp="1"/>
          </p:cNvSpPr>
          <p:nvPr/>
        </p:nvSpPr>
        <p:spPr>
          <a:xfrm>
            <a:off x="8134177" y="18091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0" name="Stage1_sixpanel_9251">
            <a:extLst>
              <a:ext uri="{FF2B5EF4-FFF2-40B4-BE49-F238E27FC236}">
                <a16:creationId xmlns:a16="http://schemas.microsoft.com/office/drawing/2014/main" id="{E2D84A84-9154-4BC1-996D-411D5BBB931A}"/>
              </a:ext>
            </a:extLst>
          </p:cNvPr>
          <p:cNvSpPr>
            <a:spLocks noGrp="1"/>
          </p:cNvSpPr>
          <p:nvPr/>
        </p:nvSpPr>
        <p:spPr>
          <a:xfrm>
            <a:off x="8126848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1" name="Stage1_sixpanel_9252">
            <a:extLst>
              <a:ext uri="{FF2B5EF4-FFF2-40B4-BE49-F238E27FC236}">
                <a16:creationId xmlns:a16="http://schemas.microsoft.com/office/drawing/2014/main" id="{BDE6D9C3-D5D7-4DF6-9C3C-865FDFA65437}"/>
              </a:ext>
            </a:extLst>
          </p:cNvPr>
          <p:cNvSpPr>
            <a:spLocks noGrp="1"/>
          </p:cNvSpPr>
          <p:nvPr/>
        </p:nvSpPr>
        <p:spPr>
          <a:xfrm>
            <a:off x="8121377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2" name="Stage1_sixpanel_9253">
            <a:extLst>
              <a:ext uri="{FF2B5EF4-FFF2-40B4-BE49-F238E27FC236}">
                <a16:creationId xmlns:a16="http://schemas.microsoft.com/office/drawing/2014/main" id="{B06850A4-3852-45D2-8199-27E2B560AC80}"/>
              </a:ext>
            </a:extLst>
          </p:cNvPr>
          <p:cNvSpPr>
            <a:spLocks noGrp="1"/>
          </p:cNvSpPr>
          <p:nvPr/>
        </p:nvSpPr>
        <p:spPr>
          <a:xfrm>
            <a:off x="8128671" y="173081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3" name="Stage1_sixpanel_9254">
            <a:extLst>
              <a:ext uri="{FF2B5EF4-FFF2-40B4-BE49-F238E27FC236}">
                <a16:creationId xmlns:a16="http://schemas.microsoft.com/office/drawing/2014/main" id="{7C9FC6B3-1751-44AC-9F99-39586B656820}"/>
              </a:ext>
            </a:extLst>
          </p:cNvPr>
          <p:cNvSpPr>
            <a:spLocks noGrp="1"/>
          </p:cNvSpPr>
          <p:nvPr/>
        </p:nvSpPr>
        <p:spPr>
          <a:xfrm>
            <a:off x="817243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4" name="Stage1_sixpanel_9255">
            <a:extLst>
              <a:ext uri="{FF2B5EF4-FFF2-40B4-BE49-F238E27FC236}">
                <a16:creationId xmlns:a16="http://schemas.microsoft.com/office/drawing/2014/main" id="{508C83CD-05D6-4F5A-B1A0-DAB93E413CBD}"/>
              </a:ext>
            </a:extLst>
          </p:cNvPr>
          <p:cNvSpPr>
            <a:spLocks noGrp="1"/>
          </p:cNvSpPr>
          <p:nvPr/>
        </p:nvSpPr>
        <p:spPr>
          <a:xfrm>
            <a:off x="8157801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5" name="Stage1_sixpanel_9256">
            <a:extLst>
              <a:ext uri="{FF2B5EF4-FFF2-40B4-BE49-F238E27FC236}">
                <a16:creationId xmlns:a16="http://schemas.microsoft.com/office/drawing/2014/main" id="{3A01982B-A94F-46A1-A9C6-7E2A607A9E3F}"/>
              </a:ext>
            </a:extLst>
          </p:cNvPr>
          <p:cNvSpPr>
            <a:spLocks noGrp="1"/>
          </p:cNvSpPr>
          <p:nvPr/>
        </p:nvSpPr>
        <p:spPr>
          <a:xfrm>
            <a:off x="8070674" y="187864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6" name="Stage1_sixpanel_9257">
            <a:extLst>
              <a:ext uri="{FF2B5EF4-FFF2-40B4-BE49-F238E27FC236}">
                <a16:creationId xmlns:a16="http://schemas.microsoft.com/office/drawing/2014/main" id="{9FECB159-36D8-4A50-8A43-09D0DC8B8973}"/>
              </a:ext>
            </a:extLst>
          </p:cNvPr>
          <p:cNvSpPr>
            <a:spLocks noGrp="1"/>
          </p:cNvSpPr>
          <p:nvPr/>
        </p:nvSpPr>
        <p:spPr>
          <a:xfrm>
            <a:off x="816177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7" name="Stage1_sixpanel_9258">
            <a:extLst>
              <a:ext uri="{FF2B5EF4-FFF2-40B4-BE49-F238E27FC236}">
                <a16:creationId xmlns:a16="http://schemas.microsoft.com/office/drawing/2014/main" id="{F3BF2C10-30E9-4062-8F68-6F62CAA0E126}"/>
              </a:ext>
            </a:extLst>
          </p:cNvPr>
          <p:cNvSpPr>
            <a:spLocks noGrp="1"/>
          </p:cNvSpPr>
          <p:nvPr/>
        </p:nvSpPr>
        <p:spPr>
          <a:xfrm>
            <a:off x="811726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8" name="Stage1_sixpanel_9259">
            <a:extLst>
              <a:ext uri="{FF2B5EF4-FFF2-40B4-BE49-F238E27FC236}">
                <a16:creationId xmlns:a16="http://schemas.microsoft.com/office/drawing/2014/main" id="{624282D7-50AF-4D18-9434-DE8538A7EF7F}"/>
              </a:ext>
            </a:extLst>
          </p:cNvPr>
          <p:cNvSpPr>
            <a:spLocks noGrp="1"/>
          </p:cNvSpPr>
          <p:nvPr/>
        </p:nvSpPr>
        <p:spPr>
          <a:xfrm>
            <a:off x="80895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89" name="Stage1_sixpanel_9260">
            <a:extLst>
              <a:ext uri="{FF2B5EF4-FFF2-40B4-BE49-F238E27FC236}">
                <a16:creationId xmlns:a16="http://schemas.microsoft.com/office/drawing/2014/main" id="{3F120F0E-AF74-4B22-AAA0-8EF9529780A7}"/>
              </a:ext>
            </a:extLst>
          </p:cNvPr>
          <p:cNvSpPr>
            <a:spLocks noGrp="1"/>
          </p:cNvSpPr>
          <p:nvPr/>
        </p:nvSpPr>
        <p:spPr>
          <a:xfrm>
            <a:off x="8127599" y="254310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0" name="Stage1_sixpanel_9261">
            <a:extLst>
              <a:ext uri="{FF2B5EF4-FFF2-40B4-BE49-F238E27FC236}">
                <a16:creationId xmlns:a16="http://schemas.microsoft.com/office/drawing/2014/main" id="{23023881-5B9F-4565-AF5A-FF1676EABDBD}"/>
              </a:ext>
            </a:extLst>
          </p:cNvPr>
          <p:cNvSpPr>
            <a:spLocks noGrp="1"/>
          </p:cNvSpPr>
          <p:nvPr/>
        </p:nvSpPr>
        <p:spPr>
          <a:xfrm>
            <a:off x="8071446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1" name="Stage1_sixpanel_9262">
            <a:extLst>
              <a:ext uri="{FF2B5EF4-FFF2-40B4-BE49-F238E27FC236}">
                <a16:creationId xmlns:a16="http://schemas.microsoft.com/office/drawing/2014/main" id="{38A9393C-B9A8-471D-BAC1-A9B521C07A98}"/>
              </a:ext>
            </a:extLst>
          </p:cNvPr>
          <p:cNvSpPr>
            <a:spLocks noGrp="1"/>
          </p:cNvSpPr>
          <p:nvPr/>
        </p:nvSpPr>
        <p:spPr>
          <a:xfrm>
            <a:off x="8085432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2" name="Stage1_sixpanel_9263">
            <a:extLst>
              <a:ext uri="{FF2B5EF4-FFF2-40B4-BE49-F238E27FC236}">
                <a16:creationId xmlns:a16="http://schemas.microsoft.com/office/drawing/2014/main" id="{7EAD2189-AF05-4A64-9DDB-31AA8F45984E}"/>
              </a:ext>
            </a:extLst>
          </p:cNvPr>
          <p:cNvSpPr>
            <a:spLocks noGrp="1"/>
          </p:cNvSpPr>
          <p:nvPr/>
        </p:nvSpPr>
        <p:spPr>
          <a:xfrm>
            <a:off x="819998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3" name="Stage1_sixpanel_9264">
            <a:extLst>
              <a:ext uri="{FF2B5EF4-FFF2-40B4-BE49-F238E27FC236}">
                <a16:creationId xmlns:a16="http://schemas.microsoft.com/office/drawing/2014/main" id="{18C3752E-1767-4EBB-AC40-9998E2A208B4}"/>
              </a:ext>
            </a:extLst>
          </p:cNvPr>
          <p:cNvSpPr>
            <a:spLocks noGrp="1"/>
          </p:cNvSpPr>
          <p:nvPr/>
        </p:nvSpPr>
        <p:spPr>
          <a:xfrm>
            <a:off x="810957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4" name="Stage1_sixpanel_9265">
            <a:extLst>
              <a:ext uri="{FF2B5EF4-FFF2-40B4-BE49-F238E27FC236}">
                <a16:creationId xmlns:a16="http://schemas.microsoft.com/office/drawing/2014/main" id="{A3E02422-BDF1-4419-A5F5-70B386BB24F2}"/>
              </a:ext>
            </a:extLst>
          </p:cNvPr>
          <p:cNvSpPr>
            <a:spLocks noGrp="1"/>
          </p:cNvSpPr>
          <p:nvPr/>
        </p:nvSpPr>
        <p:spPr>
          <a:xfrm>
            <a:off x="8103313" y="157316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5" name="Stage1_sixpanel_9266">
            <a:extLst>
              <a:ext uri="{FF2B5EF4-FFF2-40B4-BE49-F238E27FC236}">
                <a16:creationId xmlns:a16="http://schemas.microsoft.com/office/drawing/2014/main" id="{4310FA6C-3441-43F8-964F-0B64572EF130}"/>
              </a:ext>
            </a:extLst>
          </p:cNvPr>
          <p:cNvSpPr>
            <a:spLocks noGrp="1"/>
          </p:cNvSpPr>
          <p:nvPr/>
        </p:nvSpPr>
        <p:spPr>
          <a:xfrm>
            <a:off x="804491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6" name="Stage1_sixpanel_9267">
            <a:extLst>
              <a:ext uri="{FF2B5EF4-FFF2-40B4-BE49-F238E27FC236}">
                <a16:creationId xmlns:a16="http://schemas.microsoft.com/office/drawing/2014/main" id="{79273805-1EEE-4252-A221-CB03DB94DA54}"/>
              </a:ext>
            </a:extLst>
          </p:cNvPr>
          <p:cNvSpPr>
            <a:spLocks noGrp="1"/>
          </p:cNvSpPr>
          <p:nvPr/>
        </p:nvSpPr>
        <p:spPr>
          <a:xfrm>
            <a:off x="8203393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7" name="Stage1_sixpanel_9268">
            <a:extLst>
              <a:ext uri="{FF2B5EF4-FFF2-40B4-BE49-F238E27FC236}">
                <a16:creationId xmlns:a16="http://schemas.microsoft.com/office/drawing/2014/main" id="{C096D94C-DFC6-493E-9DC3-D9250A052BBA}"/>
              </a:ext>
            </a:extLst>
          </p:cNvPr>
          <p:cNvSpPr>
            <a:spLocks noGrp="1"/>
          </p:cNvSpPr>
          <p:nvPr/>
        </p:nvSpPr>
        <p:spPr>
          <a:xfrm>
            <a:off x="817501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8" name="Stage1_sixpanel_9269">
            <a:extLst>
              <a:ext uri="{FF2B5EF4-FFF2-40B4-BE49-F238E27FC236}">
                <a16:creationId xmlns:a16="http://schemas.microsoft.com/office/drawing/2014/main" id="{811406A5-019D-450D-BCEA-1C1F54BED5F7}"/>
              </a:ext>
            </a:extLst>
          </p:cNvPr>
          <p:cNvSpPr>
            <a:spLocks noGrp="1"/>
          </p:cNvSpPr>
          <p:nvPr/>
        </p:nvSpPr>
        <p:spPr>
          <a:xfrm>
            <a:off x="820574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099" name="Stage1_sixpanel_9270">
            <a:extLst>
              <a:ext uri="{FF2B5EF4-FFF2-40B4-BE49-F238E27FC236}">
                <a16:creationId xmlns:a16="http://schemas.microsoft.com/office/drawing/2014/main" id="{85A98090-E629-4EC2-9C8B-5492C42C4C5B}"/>
              </a:ext>
            </a:extLst>
          </p:cNvPr>
          <p:cNvSpPr>
            <a:spLocks noGrp="1"/>
          </p:cNvSpPr>
          <p:nvPr/>
        </p:nvSpPr>
        <p:spPr>
          <a:xfrm>
            <a:off x="816896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0" name="Stage1_sixpanel_9271">
            <a:extLst>
              <a:ext uri="{FF2B5EF4-FFF2-40B4-BE49-F238E27FC236}">
                <a16:creationId xmlns:a16="http://schemas.microsoft.com/office/drawing/2014/main" id="{4E108F2E-464B-48B1-8508-3A4EAE791D73}"/>
              </a:ext>
            </a:extLst>
          </p:cNvPr>
          <p:cNvSpPr>
            <a:spLocks noGrp="1"/>
          </p:cNvSpPr>
          <p:nvPr/>
        </p:nvSpPr>
        <p:spPr>
          <a:xfrm>
            <a:off x="8047723" y="2490751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1" name="Stage1_sixpanel_9272">
            <a:extLst>
              <a:ext uri="{FF2B5EF4-FFF2-40B4-BE49-F238E27FC236}">
                <a16:creationId xmlns:a16="http://schemas.microsoft.com/office/drawing/2014/main" id="{4D414B2C-4F26-4630-99A3-D1B2D37C536F}"/>
              </a:ext>
            </a:extLst>
          </p:cNvPr>
          <p:cNvSpPr>
            <a:spLocks noGrp="1"/>
          </p:cNvSpPr>
          <p:nvPr/>
        </p:nvSpPr>
        <p:spPr>
          <a:xfrm>
            <a:off x="809527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2" name="Stage1_sixpanel_9273">
            <a:extLst>
              <a:ext uri="{FF2B5EF4-FFF2-40B4-BE49-F238E27FC236}">
                <a16:creationId xmlns:a16="http://schemas.microsoft.com/office/drawing/2014/main" id="{0B81E622-B36E-4610-845C-2C9D12ABFEB6}"/>
              </a:ext>
            </a:extLst>
          </p:cNvPr>
          <p:cNvSpPr>
            <a:spLocks noGrp="1"/>
          </p:cNvSpPr>
          <p:nvPr/>
        </p:nvSpPr>
        <p:spPr>
          <a:xfrm>
            <a:off x="8077110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3" name="Stage1_sixpanel_9274">
            <a:extLst>
              <a:ext uri="{FF2B5EF4-FFF2-40B4-BE49-F238E27FC236}">
                <a16:creationId xmlns:a16="http://schemas.microsoft.com/office/drawing/2014/main" id="{6440BBC9-512E-41C6-8767-5E34100C2F57}"/>
              </a:ext>
            </a:extLst>
          </p:cNvPr>
          <p:cNvSpPr>
            <a:spLocks noGrp="1"/>
          </p:cNvSpPr>
          <p:nvPr/>
        </p:nvSpPr>
        <p:spPr>
          <a:xfrm>
            <a:off x="812113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4" name="Stage1_sixpanel_9275">
            <a:extLst>
              <a:ext uri="{FF2B5EF4-FFF2-40B4-BE49-F238E27FC236}">
                <a16:creationId xmlns:a16="http://schemas.microsoft.com/office/drawing/2014/main" id="{9A5ED6D8-D05B-458F-A61E-84576BDA28B6}"/>
              </a:ext>
            </a:extLst>
          </p:cNvPr>
          <p:cNvSpPr>
            <a:spLocks noGrp="1"/>
          </p:cNvSpPr>
          <p:nvPr/>
        </p:nvSpPr>
        <p:spPr>
          <a:xfrm>
            <a:off x="815449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5" name="Stage1_sixpanel_9276">
            <a:extLst>
              <a:ext uri="{FF2B5EF4-FFF2-40B4-BE49-F238E27FC236}">
                <a16:creationId xmlns:a16="http://schemas.microsoft.com/office/drawing/2014/main" id="{8168FD6A-0B76-40A2-9E6C-E21F76201A98}"/>
              </a:ext>
            </a:extLst>
          </p:cNvPr>
          <p:cNvSpPr>
            <a:spLocks noGrp="1"/>
          </p:cNvSpPr>
          <p:nvPr/>
        </p:nvSpPr>
        <p:spPr>
          <a:xfrm>
            <a:off x="8193579" y="115377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6" name="Stage1_sixpanel_9277">
            <a:extLst>
              <a:ext uri="{FF2B5EF4-FFF2-40B4-BE49-F238E27FC236}">
                <a16:creationId xmlns:a16="http://schemas.microsoft.com/office/drawing/2014/main" id="{225C8AE5-15F8-4167-A580-8CCA0994B5C2}"/>
              </a:ext>
            </a:extLst>
          </p:cNvPr>
          <p:cNvSpPr>
            <a:spLocks noGrp="1"/>
          </p:cNvSpPr>
          <p:nvPr/>
        </p:nvSpPr>
        <p:spPr>
          <a:xfrm>
            <a:off x="815639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7" name="Stage1_sixpanel_9278">
            <a:extLst>
              <a:ext uri="{FF2B5EF4-FFF2-40B4-BE49-F238E27FC236}">
                <a16:creationId xmlns:a16="http://schemas.microsoft.com/office/drawing/2014/main" id="{1943FC23-0A72-4E50-9CD4-35462C5A5BA5}"/>
              </a:ext>
            </a:extLst>
          </p:cNvPr>
          <p:cNvSpPr>
            <a:spLocks noGrp="1"/>
          </p:cNvSpPr>
          <p:nvPr/>
        </p:nvSpPr>
        <p:spPr>
          <a:xfrm>
            <a:off x="8181084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8" name="Stage1_sixpanel_9279">
            <a:extLst>
              <a:ext uri="{FF2B5EF4-FFF2-40B4-BE49-F238E27FC236}">
                <a16:creationId xmlns:a16="http://schemas.microsoft.com/office/drawing/2014/main" id="{A53482BC-D94B-49EE-8522-7C6262589FBA}"/>
              </a:ext>
            </a:extLst>
          </p:cNvPr>
          <p:cNvSpPr>
            <a:spLocks noGrp="1"/>
          </p:cNvSpPr>
          <p:nvPr/>
        </p:nvSpPr>
        <p:spPr>
          <a:xfrm>
            <a:off x="8075569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09" name="Stage1_sixpanel_9280">
            <a:extLst>
              <a:ext uri="{FF2B5EF4-FFF2-40B4-BE49-F238E27FC236}">
                <a16:creationId xmlns:a16="http://schemas.microsoft.com/office/drawing/2014/main" id="{BB9698F2-639F-4B61-A35A-C1845CB7BF73}"/>
              </a:ext>
            </a:extLst>
          </p:cNvPr>
          <p:cNvSpPr>
            <a:spLocks noGrp="1"/>
          </p:cNvSpPr>
          <p:nvPr/>
        </p:nvSpPr>
        <p:spPr>
          <a:xfrm>
            <a:off x="8197138" y="2241074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0" name="Stage1_sixpanel_9281">
            <a:extLst>
              <a:ext uri="{FF2B5EF4-FFF2-40B4-BE49-F238E27FC236}">
                <a16:creationId xmlns:a16="http://schemas.microsoft.com/office/drawing/2014/main" id="{5609A024-FC95-413B-B0CE-0A9C18A366C1}"/>
              </a:ext>
            </a:extLst>
          </p:cNvPr>
          <p:cNvSpPr>
            <a:spLocks noGrp="1"/>
          </p:cNvSpPr>
          <p:nvPr/>
        </p:nvSpPr>
        <p:spPr>
          <a:xfrm>
            <a:off x="8104126" y="236188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1" name="Stage1_sixpanel_9282">
            <a:extLst>
              <a:ext uri="{FF2B5EF4-FFF2-40B4-BE49-F238E27FC236}">
                <a16:creationId xmlns:a16="http://schemas.microsoft.com/office/drawing/2014/main" id="{BB426C46-5571-4746-A7ED-0F36A52AC501}"/>
              </a:ext>
            </a:extLst>
          </p:cNvPr>
          <p:cNvSpPr>
            <a:spLocks noGrp="1"/>
          </p:cNvSpPr>
          <p:nvPr/>
        </p:nvSpPr>
        <p:spPr>
          <a:xfrm>
            <a:off x="8085568" y="20868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2" name="Stage1_sixpanel_9283">
            <a:extLst>
              <a:ext uri="{FF2B5EF4-FFF2-40B4-BE49-F238E27FC236}">
                <a16:creationId xmlns:a16="http://schemas.microsoft.com/office/drawing/2014/main" id="{B1A9F3DD-CF32-4119-B274-190F13EB1980}"/>
              </a:ext>
            </a:extLst>
          </p:cNvPr>
          <p:cNvSpPr>
            <a:spLocks noGrp="1"/>
          </p:cNvSpPr>
          <p:nvPr/>
        </p:nvSpPr>
        <p:spPr>
          <a:xfrm>
            <a:off x="814507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3" name="Stage1_sixpanel_9284">
            <a:extLst>
              <a:ext uri="{FF2B5EF4-FFF2-40B4-BE49-F238E27FC236}">
                <a16:creationId xmlns:a16="http://schemas.microsoft.com/office/drawing/2014/main" id="{2EA4E677-8A3A-4969-892B-FF7DFADD8E97}"/>
              </a:ext>
            </a:extLst>
          </p:cNvPr>
          <p:cNvSpPr>
            <a:spLocks noGrp="1"/>
          </p:cNvSpPr>
          <p:nvPr/>
        </p:nvSpPr>
        <p:spPr>
          <a:xfrm>
            <a:off x="8145175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4" name="Stage1_sixpanel_9285">
            <a:extLst>
              <a:ext uri="{FF2B5EF4-FFF2-40B4-BE49-F238E27FC236}">
                <a16:creationId xmlns:a16="http://schemas.microsoft.com/office/drawing/2014/main" id="{B10F0171-1539-4396-9D4E-F6F6CC0E4269}"/>
              </a:ext>
            </a:extLst>
          </p:cNvPr>
          <p:cNvSpPr>
            <a:spLocks noGrp="1"/>
          </p:cNvSpPr>
          <p:nvPr/>
        </p:nvSpPr>
        <p:spPr>
          <a:xfrm>
            <a:off x="8123597" y="1188292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5" name="Stage1_sixpanel_9286">
            <a:extLst>
              <a:ext uri="{FF2B5EF4-FFF2-40B4-BE49-F238E27FC236}">
                <a16:creationId xmlns:a16="http://schemas.microsoft.com/office/drawing/2014/main" id="{595109B1-5DE7-4B4B-BD8C-2FABA1B7E3F8}"/>
              </a:ext>
            </a:extLst>
          </p:cNvPr>
          <p:cNvSpPr>
            <a:spLocks noGrp="1"/>
          </p:cNvSpPr>
          <p:nvPr/>
        </p:nvSpPr>
        <p:spPr>
          <a:xfrm>
            <a:off x="8046312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6" name="Stage1_sixpanel_9287">
            <a:extLst>
              <a:ext uri="{FF2B5EF4-FFF2-40B4-BE49-F238E27FC236}">
                <a16:creationId xmlns:a16="http://schemas.microsoft.com/office/drawing/2014/main" id="{6001150C-91A5-410E-A7C0-77B989E2069F}"/>
              </a:ext>
            </a:extLst>
          </p:cNvPr>
          <p:cNvSpPr>
            <a:spLocks noGrp="1"/>
          </p:cNvSpPr>
          <p:nvPr/>
        </p:nvSpPr>
        <p:spPr>
          <a:xfrm>
            <a:off x="8153347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7" name="Stage1_sixpanel_9288">
            <a:extLst>
              <a:ext uri="{FF2B5EF4-FFF2-40B4-BE49-F238E27FC236}">
                <a16:creationId xmlns:a16="http://schemas.microsoft.com/office/drawing/2014/main" id="{83D5DD51-B616-41DC-A370-0C8F7512DA38}"/>
              </a:ext>
            </a:extLst>
          </p:cNvPr>
          <p:cNvSpPr>
            <a:spLocks noGrp="1"/>
          </p:cNvSpPr>
          <p:nvPr/>
        </p:nvSpPr>
        <p:spPr>
          <a:xfrm>
            <a:off x="8114338" y="2603508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8" name="Stage1_sixpanel_9289">
            <a:extLst>
              <a:ext uri="{FF2B5EF4-FFF2-40B4-BE49-F238E27FC236}">
                <a16:creationId xmlns:a16="http://schemas.microsoft.com/office/drawing/2014/main" id="{1048AFAB-EEF6-4609-89EB-646ECEC00DD1}"/>
              </a:ext>
            </a:extLst>
          </p:cNvPr>
          <p:cNvSpPr>
            <a:spLocks noGrp="1"/>
          </p:cNvSpPr>
          <p:nvPr/>
        </p:nvSpPr>
        <p:spPr>
          <a:xfrm>
            <a:off x="8102189" y="2499955"/>
            <a:ext cx="33640" cy="33640"/>
          </a:xfrm>
          <a:prstGeom prst="ellipse">
            <a:avLst/>
          </a:prstGeom>
          <a:solidFill>
            <a:srgbClr val="8B9298">
              <a:alpha val="40000"/>
            </a:srgbClr>
          </a:solidFill>
          <a:ln w="0">
            <a:noFill/>
            <a:prstDash val="solid"/>
          </a:ln>
        </p:spPr>
      </p:sp>
      <p:sp>
        <p:nvSpPr>
          <p:cNvPr id="4119" name="Stage1_sixpanel_9290">
            <a:extLst>
              <a:ext uri="{FF2B5EF4-FFF2-40B4-BE49-F238E27FC236}">
                <a16:creationId xmlns:a16="http://schemas.microsoft.com/office/drawing/2014/main" id="{53BD9E16-BA35-44F4-A41E-B920EDC7BB70}"/>
              </a:ext>
            </a:extLst>
          </p:cNvPr>
          <p:cNvSpPr>
            <a:spLocks noGrp="1"/>
          </p:cNvSpPr>
          <p:nvPr/>
        </p:nvSpPr>
        <p:spPr>
          <a:xfrm>
            <a:off x="5266291" y="1119854"/>
            <a:ext cx="191" cy="1500473"/>
          </a:xfrm>
          <a:custGeom>
            <a:avLst/>
            <a:gdLst/>
            <a:ahLst/>
            <a:cxnLst/>
            <a:rect l="0" t="0" r="0" b="0"/>
            <a:pathLst>
              <a:path w="191" h="1500473">
                <a:moveTo>
                  <a:pt x="0" y="1500473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0" name="Stage1_sixpanel_9291">
            <a:extLst>
              <a:ext uri="{FF2B5EF4-FFF2-40B4-BE49-F238E27FC236}">
                <a16:creationId xmlns:a16="http://schemas.microsoft.com/office/drawing/2014/main" id="{26EEAEB4-8DC9-4311-B523-878840666FFF}"/>
              </a:ext>
            </a:extLst>
          </p:cNvPr>
          <p:cNvSpPr>
            <a:spLocks noGrp="1"/>
          </p:cNvSpPr>
          <p:nvPr/>
        </p:nvSpPr>
        <p:spPr>
          <a:xfrm>
            <a:off x="5266291" y="262032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121" name="Stage1_sixpanel_9292">
            <a:extLst>
              <a:ext uri="{FF2B5EF4-FFF2-40B4-BE49-F238E27FC236}">
                <a16:creationId xmlns:a16="http://schemas.microsoft.com/office/drawing/2014/main" id="{B9B1C4BA-308A-48B1-90FB-F922DCEB5BE5}"/>
              </a:ext>
            </a:extLst>
          </p:cNvPr>
          <p:cNvSpPr>
            <a:spLocks noGrp="1"/>
          </p:cNvSpPr>
          <p:nvPr/>
        </p:nvSpPr>
        <p:spPr>
          <a:xfrm>
            <a:off x="5531409" y="1705688"/>
            <a:ext cx="191" cy="160787"/>
          </a:xfrm>
          <a:custGeom>
            <a:avLst/>
            <a:gdLst/>
            <a:ahLst/>
            <a:cxnLst/>
            <a:rect l="0" t="0" r="0" b="0"/>
            <a:pathLst>
              <a:path w="191" h="160787">
                <a:moveTo>
                  <a:pt x="0" y="160787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2" name="Stage1_sixpanel_9293">
            <a:extLst>
              <a:ext uri="{FF2B5EF4-FFF2-40B4-BE49-F238E27FC236}">
                <a16:creationId xmlns:a16="http://schemas.microsoft.com/office/drawing/2014/main" id="{F664CEF3-46DF-45E2-B2A4-831D71C59F80}"/>
              </a:ext>
            </a:extLst>
          </p:cNvPr>
          <p:cNvSpPr>
            <a:spLocks noGrp="1"/>
          </p:cNvSpPr>
          <p:nvPr/>
        </p:nvSpPr>
        <p:spPr>
          <a:xfrm>
            <a:off x="5473083" y="18664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3" name="Stage1_sixpanel_9294">
            <a:extLst>
              <a:ext uri="{FF2B5EF4-FFF2-40B4-BE49-F238E27FC236}">
                <a16:creationId xmlns:a16="http://schemas.microsoft.com/office/drawing/2014/main" id="{22652F12-F8F3-42BB-B525-0E1CA0F31A5A}"/>
              </a:ext>
            </a:extLst>
          </p:cNvPr>
          <p:cNvSpPr>
            <a:spLocks noGrp="1"/>
          </p:cNvSpPr>
          <p:nvPr/>
        </p:nvSpPr>
        <p:spPr>
          <a:xfrm>
            <a:off x="5473083" y="1705688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4" name="Stage1_sixpanel_9295">
            <a:extLst>
              <a:ext uri="{FF2B5EF4-FFF2-40B4-BE49-F238E27FC236}">
                <a16:creationId xmlns:a16="http://schemas.microsoft.com/office/drawing/2014/main" id="{CB739157-E86C-43B3-A93B-482756C4320E}"/>
              </a:ext>
            </a:extLst>
          </p:cNvPr>
          <p:cNvSpPr>
            <a:spLocks noGrp="1"/>
          </p:cNvSpPr>
          <p:nvPr/>
        </p:nvSpPr>
        <p:spPr>
          <a:xfrm>
            <a:off x="6591884" y="1493167"/>
            <a:ext cx="191" cy="222608"/>
          </a:xfrm>
          <a:custGeom>
            <a:avLst/>
            <a:gdLst/>
            <a:ahLst/>
            <a:cxnLst/>
            <a:rect l="0" t="0" r="0" b="0"/>
            <a:pathLst>
              <a:path w="191" h="222608">
                <a:moveTo>
                  <a:pt x="0" y="22260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5" name="Stage1_sixpanel_9296">
            <a:extLst>
              <a:ext uri="{FF2B5EF4-FFF2-40B4-BE49-F238E27FC236}">
                <a16:creationId xmlns:a16="http://schemas.microsoft.com/office/drawing/2014/main" id="{CF18DCCE-5E12-49B3-A793-D0D7F4975078}"/>
              </a:ext>
            </a:extLst>
          </p:cNvPr>
          <p:cNvSpPr>
            <a:spLocks noGrp="1"/>
          </p:cNvSpPr>
          <p:nvPr/>
        </p:nvSpPr>
        <p:spPr>
          <a:xfrm>
            <a:off x="6533558" y="171577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6" name="Stage1_sixpanel_9297">
            <a:extLst>
              <a:ext uri="{FF2B5EF4-FFF2-40B4-BE49-F238E27FC236}">
                <a16:creationId xmlns:a16="http://schemas.microsoft.com/office/drawing/2014/main" id="{4ECA9068-61F4-4E45-897E-ECCAF1CDECA0}"/>
              </a:ext>
            </a:extLst>
          </p:cNvPr>
          <p:cNvSpPr>
            <a:spLocks noGrp="1"/>
          </p:cNvSpPr>
          <p:nvPr/>
        </p:nvSpPr>
        <p:spPr>
          <a:xfrm>
            <a:off x="6533558" y="149316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7" name="Stage1_sixpanel_9298">
            <a:extLst>
              <a:ext uri="{FF2B5EF4-FFF2-40B4-BE49-F238E27FC236}">
                <a16:creationId xmlns:a16="http://schemas.microsoft.com/office/drawing/2014/main" id="{8A7BA4A9-978B-4CB6-B83F-40DC75AFA346}"/>
              </a:ext>
            </a:extLst>
          </p:cNvPr>
          <p:cNvSpPr>
            <a:spLocks noGrp="1"/>
          </p:cNvSpPr>
          <p:nvPr/>
        </p:nvSpPr>
        <p:spPr>
          <a:xfrm>
            <a:off x="7652359" y="1617277"/>
            <a:ext cx="191" cy="254336"/>
          </a:xfrm>
          <a:custGeom>
            <a:avLst/>
            <a:gdLst/>
            <a:ahLst/>
            <a:cxnLst/>
            <a:rect l="0" t="0" r="0" b="0"/>
            <a:pathLst>
              <a:path w="191" h="254336">
                <a:moveTo>
                  <a:pt x="0" y="2543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8" name="Stage1_sixpanel_9299">
            <a:extLst>
              <a:ext uri="{FF2B5EF4-FFF2-40B4-BE49-F238E27FC236}">
                <a16:creationId xmlns:a16="http://schemas.microsoft.com/office/drawing/2014/main" id="{B552AF8E-7D92-4F68-8442-320E6E8026AC}"/>
              </a:ext>
            </a:extLst>
          </p:cNvPr>
          <p:cNvSpPr>
            <a:spLocks noGrp="1"/>
          </p:cNvSpPr>
          <p:nvPr/>
        </p:nvSpPr>
        <p:spPr>
          <a:xfrm>
            <a:off x="7594032" y="187161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29" name="Stage1_sixpanel_9300">
            <a:extLst>
              <a:ext uri="{FF2B5EF4-FFF2-40B4-BE49-F238E27FC236}">
                <a16:creationId xmlns:a16="http://schemas.microsoft.com/office/drawing/2014/main" id="{CF04A44A-554C-446C-8E50-94ED23ACC48F}"/>
              </a:ext>
            </a:extLst>
          </p:cNvPr>
          <p:cNvSpPr>
            <a:spLocks noGrp="1"/>
          </p:cNvSpPr>
          <p:nvPr/>
        </p:nvSpPr>
        <p:spPr>
          <a:xfrm>
            <a:off x="7594032" y="1617277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007C83"/>
            </a:solidFill>
            <a:prstDash val="solid"/>
          </a:ln>
        </p:spPr>
      </p:sp>
      <p:sp>
        <p:nvSpPr>
          <p:cNvPr id="4130" name="Stage1_sixpanel_9301">
            <a:extLst>
              <a:ext uri="{FF2B5EF4-FFF2-40B4-BE49-F238E27FC236}">
                <a16:creationId xmlns:a16="http://schemas.microsoft.com/office/drawing/2014/main" id="{5CB13F15-4B42-47EC-83E2-BF4989C9ED22}"/>
              </a:ext>
            </a:extLst>
          </p:cNvPr>
          <p:cNvSpPr>
            <a:spLocks noGrp="1"/>
          </p:cNvSpPr>
          <p:nvPr/>
        </p:nvSpPr>
        <p:spPr>
          <a:xfrm>
            <a:off x="5775319" y="1835869"/>
            <a:ext cx="191" cy="175710"/>
          </a:xfrm>
          <a:custGeom>
            <a:avLst/>
            <a:gdLst/>
            <a:ahLst/>
            <a:cxnLst/>
            <a:rect l="0" t="0" r="0" b="0"/>
            <a:pathLst>
              <a:path w="191" h="175710">
                <a:moveTo>
                  <a:pt x="0" y="17571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1" name="Stage1_sixpanel_9302">
            <a:extLst>
              <a:ext uri="{FF2B5EF4-FFF2-40B4-BE49-F238E27FC236}">
                <a16:creationId xmlns:a16="http://schemas.microsoft.com/office/drawing/2014/main" id="{B51DB917-69DF-4727-ADDD-518DA5B2D396}"/>
              </a:ext>
            </a:extLst>
          </p:cNvPr>
          <p:cNvSpPr>
            <a:spLocks noGrp="1"/>
          </p:cNvSpPr>
          <p:nvPr/>
        </p:nvSpPr>
        <p:spPr>
          <a:xfrm>
            <a:off x="5716993" y="201157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2" name="Stage1_sixpanel_9303">
            <a:extLst>
              <a:ext uri="{FF2B5EF4-FFF2-40B4-BE49-F238E27FC236}">
                <a16:creationId xmlns:a16="http://schemas.microsoft.com/office/drawing/2014/main" id="{86502BEE-4709-41A7-B889-5D422D1DF21C}"/>
              </a:ext>
            </a:extLst>
          </p:cNvPr>
          <p:cNvSpPr>
            <a:spLocks noGrp="1"/>
          </p:cNvSpPr>
          <p:nvPr/>
        </p:nvSpPr>
        <p:spPr>
          <a:xfrm>
            <a:off x="5716993" y="1835869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3" name="Stage1_sixpanel_9304">
            <a:extLst>
              <a:ext uri="{FF2B5EF4-FFF2-40B4-BE49-F238E27FC236}">
                <a16:creationId xmlns:a16="http://schemas.microsoft.com/office/drawing/2014/main" id="{DE253AE6-F493-4AF2-AE24-CED1AF27E173}"/>
              </a:ext>
            </a:extLst>
          </p:cNvPr>
          <p:cNvSpPr>
            <a:spLocks noGrp="1"/>
          </p:cNvSpPr>
          <p:nvPr/>
        </p:nvSpPr>
        <p:spPr>
          <a:xfrm>
            <a:off x="6835793" y="1676914"/>
            <a:ext cx="191" cy="225260"/>
          </a:xfrm>
          <a:custGeom>
            <a:avLst/>
            <a:gdLst/>
            <a:ahLst/>
            <a:cxnLst/>
            <a:rect l="0" t="0" r="0" b="0"/>
            <a:pathLst>
              <a:path w="191" h="225260">
                <a:moveTo>
                  <a:pt x="0" y="225260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4" name="Stage1_sixpanel_9305">
            <a:extLst>
              <a:ext uri="{FF2B5EF4-FFF2-40B4-BE49-F238E27FC236}">
                <a16:creationId xmlns:a16="http://schemas.microsoft.com/office/drawing/2014/main" id="{6BA65188-CEEA-4038-B43C-1E543F15D720}"/>
              </a:ext>
            </a:extLst>
          </p:cNvPr>
          <p:cNvSpPr>
            <a:spLocks noGrp="1"/>
          </p:cNvSpPr>
          <p:nvPr/>
        </p:nvSpPr>
        <p:spPr>
          <a:xfrm>
            <a:off x="6777467" y="1902173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5" name="Stage1_sixpanel_9306">
            <a:extLst>
              <a:ext uri="{FF2B5EF4-FFF2-40B4-BE49-F238E27FC236}">
                <a16:creationId xmlns:a16="http://schemas.microsoft.com/office/drawing/2014/main" id="{26623C98-2C5A-4660-A2C2-941F7A281B6F}"/>
              </a:ext>
            </a:extLst>
          </p:cNvPr>
          <p:cNvSpPr>
            <a:spLocks noGrp="1"/>
          </p:cNvSpPr>
          <p:nvPr/>
        </p:nvSpPr>
        <p:spPr>
          <a:xfrm>
            <a:off x="6777467" y="167691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6" name="Stage1_sixpanel_9307">
            <a:extLst>
              <a:ext uri="{FF2B5EF4-FFF2-40B4-BE49-F238E27FC236}">
                <a16:creationId xmlns:a16="http://schemas.microsoft.com/office/drawing/2014/main" id="{DB49EED6-D7EC-41F7-9EB1-90758BFA26D8}"/>
              </a:ext>
            </a:extLst>
          </p:cNvPr>
          <p:cNvSpPr>
            <a:spLocks noGrp="1"/>
          </p:cNvSpPr>
          <p:nvPr/>
        </p:nvSpPr>
        <p:spPr>
          <a:xfrm>
            <a:off x="7896268" y="1771974"/>
            <a:ext cx="191" cy="244961"/>
          </a:xfrm>
          <a:custGeom>
            <a:avLst/>
            <a:gdLst/>
            <a:ahLst/>
            <a:cxnLst/>
            <a:rect l="0" t="0" r="0" b="0"/>
            <a:pathLst>
              <a:path w="191" h="244961">
                <a:moveTo>
                  <a:pt x="0" y="244961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7" name="Stage1_sixpanel_9308">
            <a:extLst>
              <a:ext uri="{FF2B5EF4-FFF2-40B4-BE49-F238E27FC236}">
                <a16:creationId xmlns:a16="http://schemas.microsoft.com/office/drawing/2014/main" id="{E5E1CCF5-DFCA-441B-B513-1D9927462621}"/>
              </a:ext>
            </a:extLst>
          </p:cNvPr>
          <p:cNvSpPr>
            <a:spLocks noGrp="1"/>
          </p:cNvSpPr>
          <p:nvPr/>
        </p:nvSpPr>
        <p:spPr>
          <a:xfrm>
            <a:off x="7837942" y="2016935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8" name="Stage1_sixpanel_9309">
            <a:extLst>
              <a:ext uri="{FF2B5EF4-FFF2-40B4-BE49-F238E27FC236}">
                <a16:creationId xmlns:a16="http://schemas.microsoft.com/office/drawing/2014/main" id="{4A4DA36C-87CE-4A04-96FB-6D2541363A5B}"/>
              </a:ext>
            </a:extLst>
          </p:cNvPr>
          <p:cNvSpPr>
            <a:spLocks noGrp="1"/>
          </p:cNvSpPr>
          <p:nvPr/>
        </p:nvSpPr>
        <p:spPr>
          <a:xfrm>
            <a:off x="7837942" y="177197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566AB4"/>
            </a:solidFill>
            <a:prstDash val="solid"/>
          </a:ln>
        </p:spPr>
      </p:sp>
      <p:sp>
        <p:nvSpPr>
          <p:cNvPr id="4139" name="Stage1_sixpanel_9310">
            <a:extLst>
              <a:ext uri="{FF2B5EF4-FFF2-40B4-BE49-F238E27FC236}">
                <a16:creationId xmlns:a16="http://schemas.microsoft.com/office/drawing/2014/main" id="{37A80F3D-C570-47B1-91FB-5136B822CF0F}"/>
              </a:ext>
            </a:extLst>
          </p:cNvPr>
          <p:cNvSpPr>
            <a:spLocks noGrp="1"/>
          </p:cNvSpPr>
          <p:nvPr/>
        </p:nvSpPr>
        <p:spPr>
          <a:xfrm>
            <a:off x="6019228" y="2472246"/>
            <a:ext cx="191" cy="78434"/>
          </a:xfrm>
          <a:custGeom>
            <a:avLst/>
            <a:gdLst/>
            <a:ahLst/>
            <a:cxnLst/>
            <a:rect l="0" t="0" r="0" b="0"/>
            <a:pathLst>
              <a:path w="191" h="78434">
                <a:moveTo>
                  <a:pt x="0" y="78434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0" name="Stage1_sixpanel_9311">
            <a:extLst>
              <a:ext uri="{FF2B5EF4-FFF2-40B4-BE49-F238E27FC236}">
                <a16:creationId xmlns:a16="http://schemas.microsoft.com/office/drawing/2014/main" id="{5DB7D497-50AB-4D01-B45C-869AF0F9CB47}"/>
              </a:ext>
            </a:extLst>
          </p:cNvPr>
          <p:cNvSpPr>
            <a:spLocks noGrp="1"/>
          </p:cNvSpPr>
          <p:nvPr/>
        </p:nvSpPr>
        <p:spPr>
          <a:xfrm>
            <a:off x="5960902" y="2550680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1" name="Stage1_sixpanel_9312">
            <a:extLst>
              <a:ext uri="{FF2B5EF4-FFF2-40B4-BE49-F238E27FC236}">
                <a16:creationId xmlns:a16="http://schemas.microsoft.com/office/drawing/2014/main" id="{B84C1721-B355-445B-A825-C79D4BBF7BE1}"/>
              </a:ext>
            </a:extLst>
          </p:cNvPr>
          <p:cNvSpPr>
            <a:spLocks noGrp="1"/>
          </p:cNvSpPr>
          <p:nvPr/>
        </p:nvSpPr>
        <p:spPr>
          <a:xfrm>
            <a:off x="5960902" y="247224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2" name="Stage1_sixpanel_9313">
            <a:extLst>
              <a:ext uri="{FF2B5EF4-FFF2-40B4-BE49-F238E27FC236}">
                <a16:creationId xmlns:a16="http://schemas.microsoft.com/office/drawing/2014/main" id="{B47B5FCF-8AB3-4A7A-A7EC-F67BCACB90DD}"/>
              </a:ext>
            </a:extLst>
          </p:cNvPr>
          <p:cNvSpPr>
            <a:spLocks noGrp="1"/>
          </p:cNvSpPr>
          <p:nvPr/>
        </p:nvSpPr>
        <p:spPr>
          <a:xfrm>
            <a:off x="7079702" y="1824736"/>
            <a:ext cx="191" cy="249436"/>
          </a:xfrm>
          <a:custGeom>
            <a:avLst/>
            <a:gdLst/>
            <a:ahLst/>
            <a:cxnLst/>
            <a:rect l="0" t="0" r="0" b="0"/>
            <a:pathLst>
              <a:path w="191" h="249436">
                <a:moveTo>
                  <a:pt x="0" y="249436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3" name="Stage1_sixpanel_9314">
            <a:extLst>
              <a:ext uri="{FF2B5EF4-FFF2-40B4-BE49-F238E27FC236}">
                <a16:creationId xmlns:a16="http://schemas.microsoft.com/office/drawing/2014/main" id="{4B485A45-DCDF-4872-B284-D3693384EBB7}"/>
              </a:ext>
            </a:extLst>
          </p:cNvPr>
          <p:cNvSpPr>
            <a:spLocks noGrp="1"/>
          </p:cNvSpPr>
          <p:nvPr/>
        </p:nvSpPr>
        <p:spPr>
          <a:xfrm>
            <a:off x="7021376" y="2074172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4" name="Stage1_sixpanel_9315">
            <a:extLst>
              <a:ext uri="{FF2B5EF4-FFF2-40B4-BE49-F238E27FC236}">
                <a16:creationId xmlns:a16="http://schemas.microsoft.com/office/drawing/2014/main" id="{AAF3D0BD-E029-484C-A4BB-D2AD2AA51A33}"/>
              </a:ext>
            </a:extLst>
          </p:cNvPr>
          <p:cNvSpPr>
            <a:spLocks noGrp="1"/>
          </p:cNvSpPr>
          <p:nvPr/>
        </p:nvSpPr>
        <p:spPr>
          <a:xfrm>
            <a:off x="7021376" y="1824736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5" name="Stage1_sixpanel_9316">
            <a:extLst>
              <a:ext uri="{FF2B5EF4-FFF2-40B4-BE49-F238E27FC236}">
                <a16:creationId xmlns:a16="http://schemas.microsoft.com/office/drawing/2014/main" id="{D777A0B0-00FD-4385-82A2-8A33D01DE41F}"/>
              </a:ext>
            </a:extLst>
          </p:cNvPr>
          <p:cNvSpPr>
            <a:spLocks noGrp="1"/>
          </p:cNvSpPr>
          <p:nvPr/>
        </p:nvSpPr>
        <p:spPr>
          <a:xfrm>
            <a:off x="8140177" y="2076664"/>
            <a:ext cx="191" cy="229088"/>
          </a:xfrm>
          <a:custGeom>
            <a:avLst/>
            <a:gdLst/>
            <a:ahLst/>
            <a:cxnLst/>
            <a:rect l="0" t="0" r="0" b="0"/>
            <a:pathLst>
              <a:path w="191" h="229088">
                <a:moveTo>
                  <a:pt x="0" y="229088"/>
                </a:moveTo>
                <a:lnTo>
                  <a:pt x="0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6" name="Stage1_sixpanel_9317">
            <a:extLst>
              <a:ext uri="{FF2B5EF4-FFF2-40B4-BE49-F238E27FC236}">
                <a16:creationId xmlns:a16="http://schemas.microsoft.com/office/drawing/2014/main" id="{42651EEE-5449-4E54-96C7-A97C2B749EFD}"/>
              </a:ext>
            </a:extLst>
          </p:cNvPr>
          <p:cNvSpPr>
            <a:spLocks noGrp="1"/>
          </p:cNvSpPr>
          <p:nvPr/>
        </p:nvSpPr>
        <p:spPr>
          <a:xfrm>
            <a:off x="8081851" y="2305751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7" name="Stage1_sixpanel_9318">
            <a:extLst>
              <a:ext uri="{FF2B5EF4-FFF2-40B4-BE49-F238E27FC236}">
                <a16:creationId xmlns:a16="http://schemas.microsoft.com/office/drawing/2014/main" id="{4AC06683-D54E-49BA-84BF-FCA0AB7AA463}"/>
              </a:ext>
            </a:extLst>
          </p:cNvPr>
          <p:cNvSpPr>
            <a:spLocks noGrp="1"/>
          </p:cNvSpPr>
          <p:nvPr/>
        </p:nvSpPr>
        <p:spPr>
          <a:xfrm>
            <a:off x="8081851" y="2076664"/>
            <a:ext cx="116652" cy="191"/>
          </a:xfrm>
          <a:custGeom>
            <a:avLst/>
            <a:gdLst/>
            <a:ahLst/>
            <a:cxnLst/>
            <a:rect l="0" t="0" r="0" b="0"/>
            <a:pathLst>
              <a:path w="116652" h="191">
                <a:moveTo>
                  <a:pt x="0" y="0"/>
                </a:moveTo>
                <a:lnTo>
                  <a:pt x="116652" y="0"/>
                </a:lnTo>
              </a:path>
            </a:pathLst>
          </a:custGeom>
          <a:noFill/>
          <a:ln w="15138">
            <a:solidFill>
              <a:srgbClr val="8B9298"/>
            </a:solidFill>
            <a:prstDash val="solid"/>
          </a:ln>
        </p:spPr>
      </p:sp>
      <p:sp>
        <p:nvSpPr>
          <p:cNvPr id="4148" name="Stage1_sixpanel_9319">
            <a:extLst>
              <a:ext uri="{FF2B5EF4-FFF2-40B4-BE49-F238E27FC236}">
                <a16:creationId xmlns:a16="http://schemas.microsoft.com/office/drawing/2014/main" id="{565F6040-3CC1-4E27-BE7F-158FFD705A2A}"/>
              </a:ext>
            </a:extLst>
          </p:cNvPr>
          <p:cNvSpPr>
            <a:spLocks noGrp="1"/>
          </p:cNvSpPr>
          <p:nvPr/>
        </p:nvSpPr>
        <p:spPr>
          <a:xfrm>
            <a:off x="5440209" y="1784971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49" name="Stage1_sixpanel_9320">
            <a:extLst>
              <a:ext uri="{FF2B5EF4-FFF2-40B4-BE49-F238E27FC236}">
                <a16:creationId xmlns:a16="http://schemas.microsoft.com/office/drawing/2014/main" id="{B997FBEE-41BF-496A-A669-441029E39DE4}"/>
              </a:ext>
            </a:extLst>
          </p:cNvPr>
          <p:cNvSpPr>
            <a:spLocks noGrp="1"/>
          </p:cNvSpPr>
          <p:nvPr/>
        </p:nvSpPr>
        <p:spPr>
          <a:xfrm>
            <a:off x="6500683" y="1603857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0" name="Stage1_sixpanel_9321">
            <a:extLst>
              <a:ext uri="{FF2B5EF4-FFF2-40B4-BE49-F238E27FC236}">
                <a16:creationId xmlns:a16="http://schemas.microsoft.com/office/drawing/2014/main" id="{A2D13676-1D8B-4FF2-8A33-3714E3581A05}"/>
              </a:ext>
            </a:extLst>
          </p:cNvPr>
          <p:cNvSpPr>
            <a:spLocks noGrp="1"/>
          </p:cNvSpPr>
          <p:nvPr/>
        </p:nvSpPr>
        <p:spPr>
          <a:xfrm>
            <a:off x="7561158" y="17434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007C83"/>
            </a:solidFill>
            <a:prstDash val="solid"/>
          </a:ln>
        </p:spPr>
      </p:sp>
      <p:sp>
        <p:nvSpPr>
          <p:cNvPr id="4151" name="Stage1_sixpanel_9322">
            <a:extLst>
              <a:ext uri="{FF2B5EF4-FFF2-40B4-BE49-F238E27FC236}">
                <a16:creationId xmlns:a16="http://schemas.microsoft.com/office/drawing/2014/main" id="{4A0B16ED-6D69-4C71-86BA-24F69C95E8A3}"/>
              </a:ext>
            </a:extLst>
          </p:cNvPr>
          <p:cNvSpPr>
            <a:spLocks noGrp="1"/>
          </p:cNvSpPr>
          <p:nvPr/>
        </p:nvSpPr>
        <p:spPr>
          <a:xfrm>
            <a:off x="5684118" y="1922276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2" name="Stage1_sixpanel_9323">
            <a:extLst>
              <a:ext uri="{FF2B5EF4-FFF2-40B4-BE49-F238E27FC236}">
                <a16:creationId xmlns:a16="http://schemas.microsoft.com/office/drawing/2014/main" id="{99211004-3D38-4FD0-A055-37589CC6FF4B}"/>
              </a:ext>
            </a:extLst>
          </p:cNvPr>
          <p:cNvSpPr>
            <a:spLocks noGrp="1"/>
          </p:cNvSpPr>
          <p:nvPr/>
        </p:nvSpPr>
        <p:spPr>
          <a:xfrm>
            <a:off x="6744592" y="1790188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3" name="Stage1_sixpanel_9324">
            <a:extLst>
              <a:ext uri="{FF2B5EF4-FFF2-40B4-BE49-F238E27FC236}">
                <a16:creationId xmlns:a16="http://schemas.microsoft.com/office/drawing/2014/main" id="{A2E2B62A-746F-4C51-A6C7-FFE4310823F2}"/>
              </a:ext>
            </a:extLst>
          </p:cNvPr>
          <p:cNvSpPr>
            <a:spLocks noGrp="1"/>
          </p:cNvSpPr>
          <p:nvPr/>
        </p:nvSpPr>
        <p:spPr>
          <a:xfrm>
            <a:off x="7805067" y="189648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566AB4"/>
            </a:solidFill>
            <a:prstDash val="solid"/>
          </a:ln>
        </p:spPr>
      </p:sp>
      <p:sp>
        <p:nvSpPr>
          <p:cNvPr id="4154" name="Stage1_sixpanel_9325">
            <a:extLst>
              <a:ext uri="{FF2B5EF4-FFF2-40B4-BE49-F238E27FC236}">
                <a16:creationId xmlns:a16="http://schemas.microsoft.com/office/drawing/2014/main" id="{E496AD1F-4FE7-479C-8B02-C9326051F770}"/>
              </a:ext>
            </a:extLst>
          </p:cNvPr>
          <p:cNvSpPr>
            <a:spLocks noGrp="1"/>
          </p:cNvSpPr>
          <p:nvPr/>
        </p:nvSpPr>
        <p:spPr>
          <a:xfrm>
            <a:off x="5928027" y="2515069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5" name="Stage1_sixpanel_9326">
            <a:extLst>
              <a:ext uri="{FF2B5EF4-FFF2-40B4-BE49-F238E27FC236}">
                <a16:creationId xmlns:a16="http://schemas.microsoft.com/office/drawing/2014/main" id="{A8CC2BB9-B60B-428D-B132-1BB102DF047F}"/>
              </a:ext>
            </a:extLst>
          </p:cNvPr>
          <p:cNvSpPr>
            <a:spLocks noGrp="1"/>
          </p:cNvSpPr>
          <p:nvPr/>
        </p:nvSpPr>
        <p:spPr>
          <a:xfrm>
            <a:off x="6988501" y="1950503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6" name="Stage1_sixpanel_9327">
            <a:extLst>
              <a:ext uri="{FF2B5EF4-FFF2-40B4-BE49-F238E27FC236}">
                <a16:creationId xmlns:a16="http://schemas.microsoft.com/office/drawing/2014/main" id="{155AAA04-1804-4744-835E-820FAFBBA12F}"/>
              </a:ext>
            </a:extLst>
          </p:cNvPr>
          <p:cNvSpPr>
            <a:spLocks noGrp="1"/>
          </p:cNvSpPr>
          <p:nvPr/>
        </p:nvSpPr>
        <p:spPr>
          <a:xfrm>
            <a:off x="8048976" y="2195245"/>
            <a:ext cx="182402" cy="191"/>
          </a:xfrm>
          <a:custGeom>
            <a:avLst/>
            <a:gdLst/>
            <a:ahLst/>
            <a:cxnLst/>
            <a:rect l="0" t="0" r="0" b="0"/>
            <a:pathLst>
              <a:path w="182402" h="191">
                <a:moveTo>
                  <a:pt x="0" y="0"/>
                </a:moveTo>
                <a:lnTo>
                  <a:pt x="182402" y="0"/>
                </a:lnTo>
              </a:path>
            </a:pathLst>
          </a:custGeom>
          <a:noFill/>
          <a:ln w="25230">
            <a:solidFill>
              <a:srgbClr val="8B9298"/>
            </a:solidFill>
            <a:prstDash val="solid"/>
          </a:ln>
        </p:spPr>
      </p:sp>
      <p:sp>
        <p:nvSpPr>
          <p:cNvPr id="4157" name="Stage1_sixpanel_9328">
            <a:extLst>
              <a:ext uri="{FF2B5EF4-FFF2-40B4-BE49-F238E27FC236}">
                <a16:creationId xmlns:a16="http://schemas.microsoft.com/office/drawing/2014/main" id="{EAD5C151-AF76-4E58-B18D-9D5B72E3BF8E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2170176"/>
                </a:lnTo>
                <a:lnTo>
                  <a:pt x="2170176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158" name="Stage1_sixpanel_9329">
            <a:extLst>
              <a:ext uri="{FF2B5EF4-FFF2-40B4-BE49-F238E27FC236}">
                <a16:creationId xmlns:a16="http://schemas.microsoft.com/office/drawing/2014/main" id="{F872281A-BF51-4ED9-A4D0-C8D9AA5C3BE9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2170176" cy="2170176"/>
          </a:xfrm>
          <a:custGeom>
            <a:avLst/>
            <a:gdLst/>
            <a:ahLst/>
            <a:cxnLst/>
            <a:rect l="0" t="0" r="0" b="0"/>
            <a:pathLst>
              <a:path w="2170176" h="2170176">
                <a:moveTo>
                  <a:pt x="0" y="2170176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939CA2"/>
            </a:solidFill>
            <a:prstDash val="dot"/>
          </a:ln>
        </p:spPr>
      </p:sp>
      <p:sp>
        <p:nvSpPr>
          <p:cNvPr id="4159" name="Stage1_sixpanel_9330">
            <a:extLst>
              <a:ext uri="{FF2B5EF4-FFF2-40B4-BE49-F238E27FC236}">
                <a16:creationId xmlns:a16="http://schemas.microsoft.com/office/drawing/2014/main" id="{3395AD0A-2E54-43A5-8058-DC97955D5CA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43983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0" name="Stage1_sixpanel_9331">
            <a:extLst>
              <a:ext uri="{FF2B5EF4-FFF2-40B4-BE49-F238E27FC236}">
                <a16:creationId xmlns:a16="http://schemas.microsoft.com/office/drawing/2014/main" id="{121974F4-24CF-477F-83E9-BD8B70F321EC}"/>
              </a:ext>
            </a:extLst>
          </p:cNvPr>
          <p:cNvSpPr>
            <a:spLocks noGrp="1"/>
          </p:cNvSpPr>
          <p:nvPr/>
        </p:nvSpPr>
        <p:spPr>
          <a:xfrm>
            <a:off x="7085710" y="36174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1" name="Stage1_sixpanel_9332">
            <a:extLst>
              <a:ext uri="{FF2B5EF4-FFF2-40B4-BE49-F238E27FC236}">
                <a16:creationId xmlns:a16="http://schemas.microsoft.com/office/drawing/2014/main" id="{E41695C8-7428-43C8-ADF5-8897333E5189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2" name="Stage1_sixpanel_9333">
            <a:extLst>
              <a:ext uri="{FF2B5EF4-FFF2-40B4-BE49-F238E27FC236}">
                <a16:creationId xmlns:a16="http://schemas.microsoft.com/office/drawing/2014/main" id="{E0B32B51-F52E-404C-B7C3-947736B3ABE3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3" name="Stage1_sixpanel_9334">
            <a:extLst>
              <a:ext uri="{FF2B5EF4-FFF2-40B4-BE49-F238E27FC236}">
                <a16:creationId xmlns:a16="http://schemas.microsoft.com/office/drawing/2014/main" id="{7F64B7BE-314C-4FB4-95D3-C496DF99826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4" name="Stage1_sixpanel_9335">
            <a:extLst>
              <a:ext uri="{FF2B5EF4-FFF2-40B4-BE49-F238E27FC236}">
                <a16:creationId xmlns:a16="http://schemas.microsoft.com/office/drawing/2014/main" id="{5AFD2CBA-2C46-4339-87A9-E7D152945A34}"/>
              </a:ext>
            </a:extLst>
          </p:cNvPr>
          <p:cNvSpPr>
            <a:spLocks noGrp="1"/>
          </p:cNvSpPr>
          <p:nvPr/>
        </p:nvSpPr>
        <p:spPr>
          <a:xfrm>
            <a:off x="7024027" y="4707440"/>
            <a:ext cx="58266" cy="58266"/>
          </a:xfrm>
          <a:prstGeom prst="ellipse">
            <a:avLst/>
          </a:prstGeom>
          <a:solidFill>
            <a:srgbClr val="65CB5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5" name="Stage1_sixpanel_9336">
            <a:extLst>
              <a:ext uri="{FF2B5EF4-FFF2-40B4-BE49-F238E27FC236}">
                <a16:creationId xmlns:a16="http://schemas.microsoft.com/office/drawing/2014/main" id="{A872F709-DD35-4848-94CE-A3A1E391EA42}"/>
              </a:ext>
            </a:extLst>
          </p:cNvPr>
          <p:cNvSpPr>
            <a:spLocks noGrp="1"/>
          </p:cNvSpPr>
          <p:nvPr/>
        </p:nvSpPr>
        <p:spPr>
          <a:xfrm>
            <a:off x="6673608" y="4441343"/>
            <a:ext cx="58266" cy="58266"/>
          </a:xfrm>
          <a:prstGeom prst="ellipse">
            <a:avLst/>
          </a:prstGeom>
          <a:solidFill>
            <a:srgbClr val="3C50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6" name="Stage1_sixpanel_9337">
            <a:extLst>
              <a:ext uri="{FF2B5EF4-FFF2-40B4-BE49-F238E27FC236}">
                <a16:creationId xmlns:a16="http://schemas.microsoft.com/office/drawing/2014/main" id="{C965C392-F37B-4974-8A50-C503E4DCD663}"/>
              </a:ext>
            </a:extLst>
          </p:cNvPr>
          <p:cNvSpPr>
            <a:spLocks noGrp="1"/>
          </p:cNvSpPr>
          <p:nvPr/>
        </p:nvSpPr>
        <p:spPr>
          <a:xfrm>
            <a:off x="7038748" y="4760189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7" name="Stage1_sixpanel_9338">
            <a:extLst>
              <a:ext uri="{FF2B5EF4-FFF2-40B4-BE49-F238E27FC236}">
                <a16:creationId xmlns:a16="http://schemas.microsoft.com/office/drawing/2014/main" id="{77DA0786-E49C-41AB-B697-976937A6C6AE}"/>
              </a:ext>
            </a:extLst>
          </p:cNvPr>
          <p:cNvSpPr>
            <a:spLocks noGrp="1"/>
          </p:cNvSpPr>
          <p:nvPr/>
        </p:nvSpPr>
        <p:spPr>
          <a:xfrm>
            <a:off x="6279187" y="4306425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8" name="Stage1_sixpanel_9339">
            <a:extLst>
              <a:ext uri="{FF2B5EF4-FFF2-40B4-BE49-F238E27FC236}">
                <a16:creationId xmlns:a16="http://schemas.microsoft.com/office/drawing/2014/main" id="{CDD7895E-D7D0-4887-A4FE-B7196A906E7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69" name="Stage1_sixpanel_9340">
            <a:extLst>
              <a:ext uri="{FF2B5EF4-FFF2-40B4-BE49-F238E27FC236}">
                <a16:creationId xmlns:a16="http://schemas.microsoft.com/office/drawing/2014/main" id="{EF1BD87C-E0AB-4432-9666-D19450AB4946}"/>
              </a:ext>
            </a:extLst>
          </p:cNvPr>
          <p:cNvSpPr>
            <a:spLocks noGrp="1"/>
          </p:cNvSpPr>
          <p:nvPr/>
        </p:nvSpPr>
        <p:spPr>
          <a:xfrm>
            <a:off x="5857208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0" name="Stage1_sixpanel_9341">
            <a:extLst>
              <a:ext uri="{FF2B5EF4-FFF2-40B4-BE49-F238E27FC236}">
                <a16:creationId xmlns:a16="http://schemas.microsoft.com/office/drawing/2014/main" id="{C32CAD82-9D24-4DEF-A7F7-F432FBEA9B80}"/>
              </a:ext>
            </a:extLst>
          </p:cNvPr>
          <p:cNvSpPr>
            <a:spLocks noGrp="1"/>
          </p:cNvSpPr>
          <p:nvPr/>
        </p:nvSpPr>
        <p:spPr>
          <a:xfrm>
            <a:off x="6954994" y="3673307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1" name="Stage1_sixpanel_9342">
            <a:extLst>
              <a:ext uri="{FF2B5EF4-FFF2-40B4-BE49-F238E27FC236}">
                <a16:creationId xmlns:a16="http://schemas.microsoft.com/office/drawing/2014/main" id="{75A8F05C-01C8-45F2-B964-D43FA0EC7F2E}"/>
              </a:ext>
            </a:extLst>
          </p:cNvPr>
          <p:cNvSpPr>
            <a:spLocks noGrp="1"/>
          </p:cNvSpPr>
          <p:nvPr/>
        </p:nvSpPr>
        <p:spPr>
          <a:xfrm>
            <a:off x="5804852" y="4757936"/>
            <a:ext cx="58266" cy="58266"/>
          </a:xfrm>
          <a:prstGeom prst="ellipse">
            <a:avLst/>
          </a:prstGeom>
          <a:solidFill>
            <a:srgbClr val="46075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2" name="Stage1_sixpanel_9343">
            <a:extLst>
              <a:ext uri="{FF2B5EF4-FFF2-40B4-BE49-F238E27FC236}">
                <a16:creationId xmlns:a16="http://schemas.microsoft.com/office/drawing/2014/main" id="{7FF27483-41B7-4101-A1A4-FE1E2904DFE6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70D60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3" name="Stage1_sixpanel_9344">
            <a:extLst>
              <a:ext uri="{FF2B5EF4-FFF2-40B4-BE49-F238E27FC236}">
                <a16:creationId xmlns:a16="http://schemas.microsoft.com/office/drawing/2014/main" id="{EB5DA098-C80F-4DFD-81C6-3FAA677F7BA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4" name="Stage1_sixpanel_9345">
            <a:extLst>
              <a:ext uri="{FF2B5EF4-FFF2-40B4-BE49-F238E27FC236}">
                <a16:creationId xmlns:a16="http://schemas.microsoft.com/office/drawing/2014/main" id="{5F2B96DB-3F11-4CE4-9DB3-B79A0C7BBAC2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1F988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5" name="Stage1_sixpanel_9346">
            <a:extLst>
              <a:ext uri="{FF2B5EF4-FFF2-40B4-BE49-F238E27FC236}">
                <a16:creationId xmlns:a16="http://schemas.microsoft.com/office/drawing/2014/main" id="{46ED3A43-EE0F-4238-93A2-D4A387A4399D}"/>
              </a:ext>
            </a:extLst>
          </p:cNvPr>
          <p:cNvSpPr>
            <a:spLocks noGrp="1"/>
          </p:cNvSpPr>
          <p:nvPr/>
        </p:nvSpPr>
        <p:spPr>
          <a:xfrm>
            <a:off x="6038056" y="4306425"/>
            <a:ext cx="58266" cy="58266"/>
          </a:xfrm>
          <a:prstGeom prst="ellipse">
            <a:avLst/>
          </a:prstGeom>
          <a:solidFill>
            <a:srgbClr val="1F9E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6" name="Stage1_sixpanel_9347">
            <a:extLst>
              <a:ext uri="{FF2B5EF4-FFF2-40B4-BE49-F238E27FC236}">
                <a16:creationId xmlns:a16="http://schemas.microsoft.com/office/drawing/2014/main" id="{B14CC9A3-C3A9-499E-B930-7242EB60D5CE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7" name="Stage1_sixpanel_9348">
            <a:extLst>
              <a:ext uri="{FF2B5EF4-FFF2-40B4-BE49-F238E27FC236}">
                <a16:creationId xmlns:a16="http://schemas.microsoft.com/office/drawing/2014/main" id="{997745E4-69FE-49CA-8BB8-7FA5AE6B929E}"/>
              </a:ext>
            </a:extLst>
          </p:cNvPr>
          <p:cNvSpPr>
            <a:spLocks noGrp="1"/>
          </p:cNvSpPr>
          <p:nvPr/>
        </p:nvSpPr>
        <p:spPr>
          <a:xfrm>
            <a:off x="5712530" y="5049329"/>
            <a:ext cx="58266" cy="58266"/>
          </a:xfrm>
          <a:prstGeom prst="ellipse">
            <a:avLst/>
          </a:prstGeom>
          <a:solidFill>
            <a:srgbClr val="2D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8" name="Stage1_sixpanel_9349">
            <a:extLst>
              <a:ext uri="{FF2B5EF4-FFF2-40B4-BE49-F238E27FC236}">
                <a16:creationId xmlns:a16="http://schemas.microsoft.com/office/drawing/2014/main" id="{04F74B7B-F972-487F-8B85-D1C1639A2161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79" name="Stage1_sixpanel_9350">
            <a:extLst>
              <a:ext uri="{FF2B5EF4-FFF2-40B4-BE49-F238E27FC236}">
                <a16:creationId xmlns:a16="http://schemas.microsoft.com/office/drawing/2014/main" id="{D08C3B4D-FB67-4211-94C6-4957FED5ED29}"/>
              </a:ext>
            </a:extLst>
          </p:cNvPr>
          <p:cNvSpPr>
            <a:spLocks noGrp="1"/>
          </p:cNvSpPr>
          <p:nvPr/>
        </p:nvSpPr>
        <p:spPr>
          <a:xfrm>
            <a:off x="6399752" y="5391513"/>
            <a:ext cx="58266" cy="58266"/>
          </a:xfrm>
          <a:prstGeom prst="ellipse">
            <a:avLst/>
          </a:prstGeom>
          <a:solidFill>
            <a:srgbClr val="355E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0" name="Stage1_sixpanel_9351">
            <a:extLst>
              <a:ext uri="{FF2B5EF4-FFF2-40B4-BE49-F238E27FC236}">
                <a16:creationId xmlns:a16="http://schemas.microsoft.com/office/drawing/2014/main" id="{69F62E0B-2166-41B6-97B4-37F68F07AFFA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092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1" name="Stage1_sixpanel_9352">
            <a:extLst>
              <a:ext uri="{FF2B5EF4-FFF2-40B4-BE49-F238E27FC236}">
                <a16:creationId xmlns:a16="http://schemas.microsoft.com/office/drawing/2014/main" id="{A2335997-30CA-4CA3-BF6C-F35EBD1E5CA6}"/>
              </a:ext>
            </a:extLst>
          </p:cNvPr>
          <p:cNvSpPr>
            <a:spLocks noGrp="1"/>
          </p:cNvSpPr>
          <p:nvPr/>
        </p:nvSpPr>
        <p:spPr>
          <a:xfrm>
            <a:off x="6128480" y="3854305"/>
            <a:ext cx="58266" cy="58266"/>
          </a:xfrm>
          <a:prstGeom prst="ellipse">
            <a:avLst/>
          </a:prstGeom>
          <a:solidFill>
            <a:srgbClr val="268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2" name="Stage1_sixpanel_9353">
            <a:extLst>
              <a:ext uri="{FF2B5EF4-FFF2-40B4-BE49-F238E27FC236}">
                <a16:creationId xmlns:a16="http://schemas.microsoft.com/office/drawing/2014/main" id="{889714CC-18A2-4ECC-92F0-242A1CAE45FB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B7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3" name="Stage1_sixpanel_9354">
            <a:extLst>
              <a:ext uri="{FF2B5EF4-FFF2-40B4-BE49-F238E27FC236}">
                <a16:creationId xmlns:a16="http://schemas.microsoft.com/office/drawing/2014/main" id="{942BA1AE-2CFA-4D15-BDD9-12E792050334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264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4" name="Stage1_sixpanel_9355">
            <a:extLst>
              <a:ext uri="{FF2B5EF4-FFF2-40B4-BE49-F238E27FC236}">
                <a16:creationId xmlns:a16="http://schemas.microsoft.com/office/drawing/2014/main" id="{5E00671F-D8C7-428F-9665-5FC3E3F243F2}"/>
              </a:ext>
            </a:extLst>
          </p:cNvPr>
          <p:cNvSpPr>
            <a:spLocks noGrp="1"/>
          </p:cNvSpPr>
          <p:nvPr/>
        </p:nvSpPr>
        <p:spPr>
          <a:xfrm>
            <a:off x="5772186" y="5085715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5" name="Stage1_sixpanel_9356">
            <a:extLst>
              <a:ext uri="{FF2B5EF4-FFF2-40B4-BE49-F238E27FC236}">
                <a16:creationId xmlns:a16="http://schemas.microsoft.com/office/drawing/2014/main" id="{C9B4116E-FC2A-43E1-B90D-86668158D643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481A6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6" name="Stage1_sixpanel_9357">
            <a:extLst>
              <a:ext uri="{FF2B5EF4-FFF2-40B4-BE49-F238E27FC236}">
                <a16:creationId xmlns:a16="http://schemas.microsoft.com/office/drawing/2014/main" id="{6233EAE2-207A-4A1F-94A0-9B00969899A0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7" name="Stage1_sixpanel_9358">
            <a:extLst>
              <a:ext uri="{FF2B5EF4-FFF2-40B4-BE49-F238E27FC236}">
                <a16:creationId xmlns:a16="http://schemas.microsoft.com/office/drawing/2014/main" id="{80215F42-117A-4E69-97D5-DB488A9123F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1467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8" name="Stage1_sixpanel_9359">
            <a:extLst>
              <a:ext uri="{FF2B5EF4-FFF2-40B4-BE49-F238E27FC236}">
                <a16:creationId xmlns:a16="http://schemas.microsoft.com/office/drawing/2014/main" id="{56170350-A0BA-4382-879C-6132F6F8C1C3}"/>
              </a:ext>
            </a:extLst>
          </p:cNvPr>
          <p:cNvSpPr>
            <a:spLocks noGrp="1"/>
          </p:cNvSpPr>
          <p:nvPr/>
        </p:nvSpPr>
        <p:spPr>
          <a:xfrm>
            <a:off x="5314664" y="5255603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89" name="Stage1_sixpanel_9360">
            <a:extLst>
              <a:ext uri="{FF2B5EF4-FFF2-40B4-BE49-F238E27FC236}">
                <a16:creationId xmlns:a16="http://schemas.microsoft.com/office/drawing/2014/main" id="{139300DB-4DED-4B7E-B05E-43D38DE70BEC}"/>
              </a:ext>
            </a:extLst>
          </p:cNvPr>
          <p:cNvSpPr>
            <a:spLocks noGrp="1"/>
          </p:cNvSpPr>
          <p:nvPr/>
        </p:nvSpPr>
        <p:spPr>
          <a:xfrm>
            <a:off x="5314664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0" name="Stage1_sixpanel_9361">
            <a:extLst>
              <a:ext uri="{FF2B5EF4-FFF2-40B4-BE49-F238E27FC236}">
                <a16:creationId xmlns:a16="http://schemas.microsoft.com/office/drawing/2014/main" id="{EC95D3F7-FEC2-4DFC-9A66-AC9801A66779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1" name="Stage1_sixpanel_9362">
            <a:extLst>
              <a:ext uri="{FF2B5EF4-FFF2-40B4-BE49-F238E27FC236}">
                <a16:creationId xmlns:a16="http://schemas.microsoft.com/office/drawing/2014/main" id="{81725889-1AFA-4389-8103-5D27CFD0B69B}"/>
              </a:ext>
            </a:extLst>
          </p:cNvPr>
          <p:cNvSpPr>
            <a:spLocks noGrp="1"/>
          </p:cNvSpPr>
          <p:nvPr/>
        </p:nvSpPr>
        <p:spPr>
          <a:xfrm>
            <a:off x="5350188" y="5718008"/>
            <a:ext cx="58266" cy="58266"/>
          </a:xfrm>
          <a:prstGeom prst="ellipse">
            <a:avLst/>
          </a:prstGeom>
          <a:solidFill>
            <a:srgbClr val="4EC36B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2" name="Stage1_sixpanel_9363">
            <a:extLst>
              <a:ext uri="{FF2B5EF4-FFF2-40B4-BE49-F238E27FC236}">
                <a16:creationId xmlns:a16="http://schemas.microsoft.com/office/drawing/2014/main" id="{66C6325E-1F5B-45D9-B475-72131CA209F7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F47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3" name="Stage1_sixpanel_9364">
            <a:extLst>
              <a:ext uri="{FF2B5EF4-FFF2-40B4-BE49-F238E27FC236}">
                <a16:creationId xmlns:a16="http://schemas.microsoft.com/office/drawing/2014/main" id="{205A4462-58CB-4179-AD5C-31241B256172}"/>
              </a:ext>
            </a:extLst>
          </p:cNvPr>
          <p:cNvSpPr>
            <a:spLocks noGrp="1"/>
          </p:cNvSpPr>
          <p:nvPr/>
        </p:nvSpPr>
        <p:spPr>
          <a:xfrm>
            <a:off x="6038056" y="5753209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4" name="Stage1_sixpanel_9365">
            <a:extLst>
              <a:ext uri="{FF2B5EF4-FFF2-40B4-BE49-F238E27FC236}">
                <a16:creationId xmlns:a16="http://schemas.microsoft.com/office/drawing/2014/main" id="{C394C283-D0E9-4D0B-869D-F88F606FA9D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363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5" name="Stage1_sixpanel_9366">
            <a:extLst>
              <a:ext uri="{FF2B5EF4-FFF2-40B4-BE49-F238E27FC236}">
                <a16:creationId xmlns:a16="http://schemas.microsoft.com/office/drawing/2014/main" id="{4ACCAA95-757A-4B68-9D20-B591D18CC8D5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6" name="Stage1_sixpanel_9367">
            <a:extLst>
              <a:ext uri="{FF2B5EF4-FFF2-40B4-BE49-F238E27FC236}">
                <a16:creationId xmlns:a16="http://schemas.microsoft.com/office/drawing/2014/main" id="{6364E02F-5658-46C4-ACDE-938EE4E2D9A0}"/>
              </a:ext>
            </a:extLst>
          </p:cNvPr>
          <p:cNvSpPr>
            <a:spLocks noGrp="1"/>
          </p:cNvSpPr>
          <p:nvPr/>
        </p:nvSpPr>
        <p:spPr>
          <a:xfrm>
            <a:off x="7071473" y="3763881"/>
            <a:ext cx="58266" cy="58266"/>
          </a:xfrm>
          <a:prstGeom prst="ellipse">
            <a:avLst/>
          </a:prstGeom>
          <a:solidFill>
            <a:srgbClr val="278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7" name="Stage1_sixpanel_9368">
            <a:extLst>
              <a:ext uri="{FF2B5EF4-FFF2-40B4-BE49-F238E27FC236}">
                <a16:creationId xmlns:a16="http://schemas.microsoft.com/office/drawing/2014/main" id="{02AE5862-046E-4617-8CB2-7FF4180DCFCC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E4A8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8" name="Stage1_sixpanel_9369">
            <a:extLst>
              <a:ext uri="{FF2B5EF4-FFF2-40B4-BE49-F238E27FC236}">
                <a16:creationId xmlns:a16="http://schemas.microsoft.com/office/drawing/2014/main" id="{E3B999D7-326A-461F-9FF2-18D621A556E7}"/>
              </a:ext>
            </a:extLst>
          </p:cNvPr>
          <p:cNvSpPr>
            <a:spLocks noGrp="1"/>
          </p:cNvSpPr>
          <p:nvPr/>
        </p:nvSpPr>
        <p:spPr>
          <a:xfrm>
            <a:off x="5827067" y="4668121"/>
            <a:ext cx="58266" cy="58266"/>
          </a:xfrm>
          <a:prstGeom prst="ellipse">
            <a:avLst/>
          </a:prstGeom>
          <a:solidFill>
            <a:srgbClr val="2AB07F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199" name="Stage1_sixpanel_9370">
            <a:extLst>
              <a:ext uri="{FF2B5EF4-FFF2-40B4-BE49-F238E27FC236}">
                <a16:creationId xmlns:a16="http://schemas.microsoft.com/office/drawing/2014/main" id="{A1F28D1E-3FE5-4BB8-B07F-E7DB7B59D295}"/>
              </a:ext>
            </a:extLst>
          </p:cNvPr>
          <p:cNvSpPr>
            <a:spLocks noGrp="1"/>
          </p:cNvSpPr>
          <p:nvPr/>
        </p:nvSpPr>
        <p:spPr>
          <a:xfrm>
            <a:off x="5387003" y="4526456"/>
            <a:ext cx="58266" cy="58266"/>
          </a:xfrm>
          <a:prstGeom prst="ellipse">
            <a:avLst/>
          </a:prstGeom>
          <a:solidFill>
            <a:srgbClr val="460A5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0" name="Stage1_sixpanel_9371">
            <a:extLst>
              <a:ext uri="{FF2B5EF4-FFF2-40B4-BE49-F238E27FC236}">
                <a16:creationId xmlns:a16="http://schemas.microsoft.com/office/drawing/2014/main" id="{38366AFF-E1B2-4250-B42F-023C659CDE72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1" name="Stage1_sixpanel_9372">
            <a:extLst>
              <a:ext uri="{FF2B5EF4-FFF2-40B4-BE49-F238E27FC236}">
                <a16:creationId xmlns:a16="http://schemas.microsoft.com/office/drawing/2014/main" id="{76003CEF-2DDA-4796-B104-031B6AB44B1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2" name="Stage1_sixpanel_9373">
            <a:extLst>
              <a:ext uri="{FF2B5EF4-FFF2-40B4-BE49-F238E27FC236}">
                <a16:creationId xmlns:a16="http://schemas.microsoft.com/office/drawing/2014/main" id="{79DF69D3-5A96-4A00-A8BC-2FB2D801B0DE}"/>
              </a:ext>
            </a:extLst>
          </p:cNvPr>
          <p:cNvSpPr>
            <a:spLocks noGrp="1"/>
          </p:cNvSpPr>
          <p:nvPr/>
        </p:nvSpPr>
        <p:spPr>
          <a:xfrm>
            <a:off x="7484840" y="4668121"/>
            <a:ext cx="58266" cy="58266"/>
          </a:xfrm>
          <a:prstGeom prst="ellipse">
            <a:avLst/>
          </a:prstGeom>
          <a:solidFill>
            <a:srgbClr val="3265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3" name="Stage1_sixpanel_9374">
            <a:extLst>
              <a:ext uri="{FF2B5EF4-FFF2-40B4-BE49-F238E27FC236}">
                <a16:creationId xmlns:a16="http://schemas.microsoft.com/office/drawing/2014/main" id="{C40D89E5-F05E-4283-BF63-D815CCF50D55}"/>
              </a:ext>
            </a:extLst>
          </p:cNvPr>
          <p:cNvSpPr>
            <a:spLocks noGrp="1"/>
          </p:cNvSpPr>
          <p:nvPr/>
        </p:nvSpPr>
        <p:spPr>
          <a:xfrm>
            <a:off x="6864790" y="4203083"/>
            <a:ext cx="58266" cy="58266"/>
          </a:xfrm>
          <a:prstGeom prst="ellipse">
            <a:avLst/>
          </a:prstGeom>
          <a:solidFill>
            <a:srgbClr val="2A7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4" name="Stage1_sixpanel_9375">
            <a:extLst>
              <a:ext uri="{FF2B5EF4-FFF2-40B4-BE49-F238E27FC236}">
                <a16:creationId xmlns:a16="http://schemas.microsoft.com/office/drawing/2014/main" id="{9D28CF18-1D34-4C11-A2A1-10FC5D22C85E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5" name="Stage1_sixpanel_9376">
            <a:extLst>
              <a:ext uri="{FF2B5EF4-FFF2-40B4-BE49-F238E27FC236}">
                <a16:creationId xmlns:a16="http://schemas.microsoft.com/office/drawing/2014/main" id="{7C5C30A4-831E-49A8-AB99-7FCE70B3D1CF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28B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6" name="Stage1_sixpanel_9377">
            <a:extLst>
              <a:ext uri="{FF2B5EF4-FFF2-40B4-BE49-F238E27FC236}">
                <a16:creationId xmlns:a16="http://schemas.microsoft.com/office/drawing/2014/main" id="{F1344E30-9C2A-4C72-80FA-3A6B2E2AF876}"/>
              </a:ext>
            </a:extLst>
          </p:cNvPr>
          <p:cNvSpPr>
            <a:spLocks noGrp="1"/>
          </p:cNvSpPr>
          <p:nvPr/>
        </p:nvSpPr>
        <p:spPr>
          <a:xfrm>
            <a:off x="5637651" y="5096302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7" name="Stage1_sixpanel_9378">
            <a:extLst>
              <a:ext uri="{FF2B5EF4-FFF2-40B4-BE49-F238E27FC236}">
                <a16:creationId xmlns:a16="http://schemas.microsoft.com/office/drawing/2014/main" id="{8CB34E86-2C0B-49CD-9A7A-938000A60990}"/>
              </a:ext>
            </a:extLst>
          </p:cNvPr>
          <p:cNvSpPr>
            <a:spLocks noGrp="1"/>
          </p:cNvSpPr>
          <p:nvPr/>
        </p:nvSpPr>
        <p:spPr>
          <a:xfrm>
            <a:off x="6639174" y="3693016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8" name="Stage1_sixpanel_9379">
            <a:extLst>
              <a:ext uri="{FF2B5EF4-FFF2-40B4-BE49-F238E27FC236}">
                <a16:creationId xmlns:a16="http://schemas.microsoft.com/office/drawing/2014/main" id="{43D80AE2-B7C7-4C67-9F3A-0080CF840546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09" name="Stage1_sixpanel_9380">
            <a:extLst>
              <a:ext uri="{FF2B5EF4-FFF2-40B4-BE49-F238E27FC236}">
                <a16:creationId xmlns:a16="http://schemas.microsoft.com/office/drawing/2014/main" id="{F1F28D4B-B866-4C8E-B937-B4F1E56803E0}"/>
              </a:ext>
            </a:extLst>
          </p:cNvPr>
          <p:cNvSpPr>
            <a:spLocks noGrp="1"/>
          </p:cNvSpPr>
          <p:nvPr/>
        </p:nvSpPr>
        <p:spPr>
          <a:xfrm>
            <a:off x="5316630" y="5210665"/>
            <a:ext cx="58266" cy="58266"/>
          </a:xfrm>
          <a:prstGeom prst="ellipse">
            <a:avLst/>
          </a:prstGeom>
          <a:solidFill>
            <a:srgbClr val="3461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0" name="Stage1_sixpanel_9381">
            <a:extLst>
              <a:ext uri="{FF2B5EF4-FFF2-40B4-BE49-F238E27FC236}">
                <a16:creationId xmlns:a16="http://schemas.microsoft.com/office/drawing/2014/main" id="{870160A5-229A-4D45-81C4-DAE210933A62}"/>
              </a:ext>
            </a:extLst>
          </p:cNvPr>
          <p:cNvSpPr>
            <a:spLocks noGrp="1"/>
          </p:cNvSpPr>
          <p:nvPr/>
        </p:nvSpPr>
        <p:spPr>
          <a:xfrm>
            <a:off x="5676360" y="5150382"/>
            <a:ext cx="58266" cy="58266"/>
          </a:xfrm>
          <a:prstGeom prst="ellipse">
            <a:avLst/>
          </a:prstGeom>
          <a:solidFill>
            <a:srgbClr val="453781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1" name="Stage1_sixpanel_9382">
            <a:extLst>
              <a:ext uri="{FF2B5EF4-FFF2-40B4-BE49-F238E27FC236}">
                <a16:creationId xmlns:a16="http://schemas.microsoft.com/office/drawing/2014/main" id="{700DA5AA-C6FF-4452-917C-FA9B0D8E6F1B}"/>
              </a:ext>
            </a:extLst>
          </p:cNvPr>
          <p:cNvSpPr>
            <a:spLocks noGrp="1"/>
          </p:cNvSpPr>
          <p:nvPr/>
        </p:nvSpPr>
        <p:spPr>
          <a:xfrm>
            <a:off x="6942296" y="4668121"/>
            <a:ext cx="58266" cy="58266"/>
          </a:xfrm>
          <a:prstGeom prst="ellipse">
            <a:avLst/>
          </a:prstGeom>
          <a:solidFill>
            <a:srgbClr val="297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2" name="Stage1_sixpanel_9383">
            <a:extLst>
              <a:ext uri="{FF2B5EF4-FFF2-40B4-BE49-F238E27FC236}">
                <a16:creationId xmlns:a16="http://schemas.microsoft.com/office/drawing/2014/main" id="{78B41E16-7EAA-42A6-BACB-633FB359B6A2}"/>
              </a:ext>
            </a:extLst>
          </p:cNvPr>
          <p:cNvSpPr>
            <a:spLocks noGrp="1"/>
          </p:cNvSpPr>
          <p:nvPr/>
        </p:nvSpPr>
        <p:spPr>
          <a:xfrm>
            <a:off x="5314664" y="5443184"/>
            <a:ext cx="58266" cy="58266"/>
          </a:xfrm>
          <a:prstGeom prst="ellipse">
            <a:avLst/>
          </a:prstGeom>
          <a:solidFill>
            <a:srgbClr val="3858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3" name="Stage1_sixpanel_9384">
            <a:extLst>
              <a:ext uri="{FF2B5EF4-FFF2-40B4-BE49-F238E27FC236}">
                <a16:creationId xmlns:a16="http://schemas.microsoft.com/office/drawing/2014/main" id="{534A697D-E220-4D70-8FC5-60676ACF6920}"/>
              </a:ext>
            </a:extLst>
          </p:cNvPr>
          <p:cNvSpPr>
            <a:spLocks noGrp="1"/>
          </p:cNvSpPr>
          <p:nvPr/>
        </p:nvSpPr>
        <p:spPr>
          <a:xfrm>
            <a:off x="6942296" y="4125577"/>
            <a:ext cx="58266" cy="58266"/>
          </a:xfrm>
          <a:prstGeom prst="ellipse">
            <a:avLst/>
          </a:prstGeom>
          <a:solidFill>
            <a:srgbClr val="287C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4" name="Stage1_sixpanel_9385">
            <a:extLst>
              <a:ext uri="{FF2B5EF4-FFF2-40B4-BE49-F238E27FC236}">
                <a16:creationId xmlns:a16="http://schemas.microsoft.com/office/drawing/2014/main" id="{BF8FBF2E-7EC0-4819-92EB-A46A25836158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5" name="Stage1_sixpanel_9386">
            <a:extLst>
              <a:ext uri="{FF2B5EF4-FFF2-40B4-BE49-F238E27FC236}">
                <a16:creationId xmlns:a16="http://schemas.microsoft.com/office/drawing/2014/main" id="{2D9CC854-8E71-4788-863C-6CB6E8EF6911}"/>
              </a:ext>
            </a:extLst>
          </p:cNvPr>
          <p:cNvSpPr>
            <a:spLocks noGrp="1"/>
          </p:cNvSpPr>
          <p:nvPr/>
        </p:nvSpPr>
        <p:spPr>
          <a:xfrm>
            <a:off x="7484840" y="4279298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6" name="Stage1_sixpanel_9387">
            <a:extLst>
              <a:ext uri="{FF2B5EF4-FFF2-40B4-BE49-F238E27FC236}">
                <a16:creationId xmlns:a16="http://schemas.microsoft.com/office/drawing/2014/main" id="{1BEFF6E4-737F-40C3-AA80-EB207B4172DA}"/>
              </a:ext>
            </a:extLst>
          </p:cNvPr>
          <p:cNvSpPr>
            <a:spLocks noGrp="1"/>
          </p:cNvSpPr>
          <p:nvPr/>
        </p:nvSpPr>
        <p:spPr>
          <a:xfrm>
            <a:off x="7392169" y="3583033"/>
            <a:ext cx="58266" cy="58266"/>
          </a:xfrm>
          <a:prstGeom prst="ellipse">
            <a:avLst/>
          </a:prstGeom>
          <a:solidFill>
            <a:srgbClr val="34B679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7" name="Stage1_sixpanel_9388">
            <a:extLst>
              <a:ext uri="{FF2B5EF4-FFF2-40B4-BE49-F238E27FC236}">
                <a16:creationId xmlns:a16="http://schemas.microsoft.com/office/drawing/2014/main" id="{FFF834CD-3171-4851-8F16-2FDA1C2DD781}"/>
              </a:ext>
            </a:extLst>
          </p:cNvPr>
          <p:cNvSpPr>
            <a:spLocks noGrp="1"/>
          </p:cNvSpPr>
          <p:nvPr/>
        </p:nvSpPr>
        <p:spPr>
          <a:xfrm>
            <a:off x="7484840" y="4728940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8" name="Stage1_sixpanel_9389">
            <a:extLst>
              <a:ext uri="{FF2B5EF4-FFF2-40B4-BE49-F238E27FC236}">
                <a16:creationId xmlns:a16="http://schemas.microsoft.com/office/drawing/2014/main" id="{7A9E9219-C872-4240-A720-08DB8AD1AA2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46327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19" name="Stage1_sixpanel_9390">
            <a:extLst>
              <a:ext uri="{FF2B5EF4-FFF2-40B4-BE49-F238E27FC236}">
                <a16:creationId xmlns:a16="http://schemas.microsoft.com/office/drawing/2014/main" id="{A7D48B86-58B9-4AAD-8B52-BC9F3345E827}"/>
              </a:ext>
            </a:extLst>
          </p:cNvPr>
          <p:cNvSpPr>
            <a:spLocks noGrp="1"/>
          </p:cNvSpPr>
          <p:nvPr/>
        </p:nvSpPr>
        <p:spPr>
          <a:xfrm>
            <a:off x="6501479" y="4125577"/>
            <a:ext cx="58266" cy="58266"/>
          </a:xfrm>
          <a:prstGeom prst="ellipse">
            <a:avLst/>
          </a:prstGeom>
          <a:solidFill>
            <a:srgbClr val="25AC8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0" name="Stage1_sixpanel_9391">
            <a:extLst>
              <a:ext uri="{FF2B5EF4-FFF2-40B4-BE49-F238E27FC236}">
                <a16:creationId xmlns:a16="http://schemas.microsoft.com/office/drawing/2014/main" id="{63C55E1C-3104-4549-AE37-E4522B3282F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E6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1" name="Stage1_sixpanel_9392">
            <a:extLst>
              <a:ext uri="{FF2B5EF4-FFF2-40B4-BE49-F238E27FC236}">
                <a16:creationId xmlns:a16="http://schemas.microsoft.com/office/drawing/2014/main" id="{38B57B90-4A81-4C12-B769-C6B7499D71AA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77E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2" name="Stage1_sixpanel_9393">
            <a:extLst>
              <a:ext uri="{FF2B5EF4-FFF2-40B4-BE49-F238E27FC236}">
                <a16:creationId xmlns:a16="http://schemas.microsoft.com/office/drawing/2014/main" id="{A1BDD434-04AC-480D-9A37-3D667C1B6D8C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306A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3" name="Stage1_sixpanel_9394">
            <a:extLst>
              <a:ext uri="{FF2B5EF4-FFF2-40B4-BE49-F238E27FC236}">
                <a16:creationId xmlns:a16="http://schemas.microsoft.com/office/drawing/2014/main" id="{9146F324-3CAC-4642-A139-2816E9CD787E}"/>
              </a:ext>
            </a:extLst>
          </p:cNvPr>
          <p:cNvSpPr>
            <a:spLocks noGrp="1"/>
          </p:cNvSpPr>
          <p:nvPr/>
        </p:nvSpPr>
        <p:spPr>
          <a:xfrm>
            <a:off x="5714448" y="5717039"/>
            <a:ext cx="58266" cy="58266"/>
          </a:xfrm>
          <a:prstGeom prst="ellipse">
            <a:avLst/>
          </a:prstGeom>
          <a:solidFill>
            <a:srgbClr val="472E7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4" name="Stage1_sixpanel_9395">
            <a:extLst>
              <a:ext uri="{FF2B5EF4-FFF2-40B4-BE49-F238E27FC236}">
                <a16:creationId xmlns:a16="http://schemas.microsoft.com/office/drawing/2014/main" id="{8FD3A136-3866-43B4-8C46-C6C2089A6F20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5" name="Stage1_sixpanel_9396">
            <a:extLst>
              <a:ext uri="{FF2B5EF4-FFF2-40B4-BE49-F238E27FC236}">
                <a16:creationId xmlns:a16="http://schemas.microsoft.com/office/drawing/2014/main" id="{D4D433C4-610E-4CBB-8A7D-C1954E1B099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C72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6" name="Stage1_sixpanel_9397">
            <a:extLst>
              <a:ext uri="{FF2B5EF4-FFF2-40B4-BE49-F238E27FC236}">
                <a16:creationId xmlns:a16="http://schemas.microsoft.com/office/drawing/2014/main" id="{AA50F850-948A-428E-983F-4DD47E7A09EA}"/>
              </a:ext>
            </a:extLst>
          </p:cNvPr>
          <p:cNvSpPr>
            <a:spLocks noGrp="1"/>
          </p:cNvSpPr>
          <p:nvPr/>
        </p:nvSpPr>
        <p:spPr>
          <a:xfrm>
            <a:off x="5314664" y="5740291"/>
            <a:ext cx="58266" cy="58266"/>
          </a:xfrm>
          <a:prstGeom prst="ellipse">
            <a:avLst/>
          </a:prstGeom>
          <a:solidFill>
            <a:srgbClr val="365D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7" name="Stage1_sixpanel_9398">
            <a:extLst>
              <a:ext uri="{FF2B5EF4-FFF2-40B4-BE49-F238E27FC236}">
                <a16:creationId xmlns:a16="http://schemas.microsoft.com/office/drawing/2014/main" id="{AAF71CEE-0B89-4E96-B4FB-89908C9ECF68}"/>
              </a:ext>
            </a:extLst>
          </p:cNvPr>
          <p:cNvSpPr>
            <a:spLocks noGrp="1"/>
          </p:cNvSpPr>
          <p:nvPr/>
        </p:nvSpPr>
        <p:spPr>
          <a:xfrm>
            <a:off x="7484840" y="5029817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8" name="Stage1_sixpanel_9399">
            <a:extLst>
              <a:ext uri="{FF2B5EF4-FFF2-40B4-BE49-F238E27FC236}">
                <a16:creationId xmlns:a16="http://schemas.microsoft.com/office/drawing/2014/main" id="{234F92AE-8566-405F-9BD6-C41E73235F02}"/>
              </a:ext>
            </a:extLst>
          </p:cNvPr>
          <p:cNvSpPr>
            <a:spLocks noGrp="1"/>
          </p:cNvSpPr>
          <p:nvPr/>
        </p:nvSpPr>
        <p:spPr>
          <a:xfrm>
            <a:off x="7433169" y="3583033"/>
            <a:ext cx="58266" cy="58266"/>
          </a:xfrm>
          <a:prstGeom prst="ellipse">
            <a:avLst/>
          </a:prstGeom>
          <a:solidFill>
            <a:srgbClr val="3D4D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29" name="Stage1_sixpanel_9400">
            <a:extLst>
              <a:ext uri="{FF2B5EF4-FFF2-40B4-BE49-F238E27FC236}">
                <a16:creationId xmlns:a16="http://schemas.microsoft.com/office/drawing/2014/main" id="{1BC4063F-99E9-4C33-B113-D9A01C49AD98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0" name="Stage1_sixpanel_9401">
            <a:extLst>
              <a:ext uri="{FF2B5EF4-FFF2-40B4-BE49-F238E27FC236}">
                <a16:creationId xmlns:a16="http://schemas.microsoft.com/office/drawing/2014/main" id="{478F925B-A2D0-4311-9394-5DA8048C38AC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55F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1" name="Stage1_sixpanel_9402">
            <a:extLst>
              <a:ext uri="{FF2B5EF4-FFF2-40B4-BE49-F238E27FC236}">
                <a16:creationId xmlns:a16="http://schemas.microsoft.com/office/drawing/2014/main" id="{8B80A6C6-BBA6-4AC1-BAD6-A9F2C3EB33EB}"/>
              </a:ext>
            </a:extLst>
          </p:cNvPr>
          <p:cNvSpPr>
            <a:spLocks noGrp="1"/>
          </p:cNvSpPr>
          <p:nvPr/>
        </p:nvSpPr>
        <p:spPr>
          <a:xfrm>
            <a:off x="5348573" y="5753209"/>
            <a:ext cx="58266" cy="58266"/>
          </a:xfrm>
          <a:prstGeom prst="ellipse">
            <a:avLst/>
          </a:prstGeom>
          <a:solidFill>
            <a:srgbClr val="5EC962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2" name="Stage1_sixpanel_9403">
            <a:extLst>
              <a:ext uri="{FF2B5EF4-FFF2-40B4-BE49-F238E27FC236}">
                <a16:creationId xmlns:a16="http://schemas.microsoft.com/office/drawing/2014/main" id="{3366C540-84A5-48B6-8E8C-A2638D12B4BD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362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3" name="Stage1_sixpanel_9404">
            <a:extLst>
              <a:ext uri="{FF2B5EF4-FFF2-40B4-BE49-F238E27FC236}">
                <a16:creationId xmlns:a16="http://schemas.microsoft.com/office/drawing/2014/main" id="{E752F5E0-585F-478A-AE0F-B6C5823FE6C9}"/>
              </a:ext>
            </a:extLst>
          </p:cNvPr>
          <p:cNvSpPr>
            <a:spLocks noGrp="1"/>
          </p:cNvSpPr>
          <p:nvPr/>
        </p:nvSpPr>
        <p:spPr>
          <a:xfrm>
            <a:off x="5314664" y="5152392"/>
            <a:ext cx="58266" cy="58266"/>
          </a:xfrm>
          <a:prstGeom prst="ellipse">
            <a:avLst/>
          </a:prstGeom>
          <a:solidFill>
            <a:srgbClr val="2F6B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4" name="Stage1_sixpanel_9405">
            <a:extLst>
              <a:ext uri="{FF2B5EF4-FFF2-40B4-BE49-F238E27FC236}">
                <a16:creationId xmlns:a16="http://schemas.microsoft.com/office/drawing/2014/main" id="{D20E9631-F0A7-4D7F-BBC8-108B5C07F756}"/>
              </a:ext>
            </a:extLst>
          </p:cNvPr>
          <p:cNvSpPr>
            <a:spLocks noGrp="1"/>
          </p:cNvSpPr>
          <p:nvPr/>
        </p:nvSpPr>
        <p:spPr>
          <a:xfrm>
            <a:off x="5828789" y="5003329"/>
            <a:ext cx="58266" cy="58266"/>
          </a:xfrm>
          <a:prstGeom prst="ellipse">
            <a:avLst/>
          </a:prstGeom>
          <a:solidFill>
            <a:srgbClr val="219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5" name="Stage1_sixpanel_9406">
            <a:extLst>
              <a:ext uri="{FF2B5EF4-FFF2-40B4-BE49-F238E27FC236}">
                <a16:creationId xmlns:a16="http://schemas.microsoft.com/office/drawing/2014/main" id="{38EF6A39-BD82-4D53-93BC-84A38A099AFE}"/>
              </a:ext>
            </a:extLst>
          </p:cNvPr>
          <p:cNvSpPr>
            <a:spLocks noGrp="1"/>
          </p:cNvSpPr>
          <p:nvPr/>
        </p:nvSpPr>
        <p:spPr>
          <a:xfrm>
            <a:off x="5314664" y="5601296"/>
            <a:ext cx="58266" cy="58266"/>
          </a:xfrm>
          <a:prstGeom prst="ellipse">
            <a:avLst/>
          </a:prstGeom>
          <a:solidFill>
            <a:srgbClr val="3069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6" name="Stage1_sixpanel_9407">
            <a:extLst>
              <a:ext uri="{FF2B5EF4-FFF2-40B4-BE49-F238E27FC236}">
                <a16:creationId xmlns:a16="http://schemas.microsoft.com/office/drawing/2014/main" id="{FC995C74-6D53-4372-9F88-93658C3DCC87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482475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7" name="Stage1_sixpanel_9408">
            <a:extLst>
              <a:ext uri="{FF2B5EF4-FFF2-40B4-BE49-F238E27FC236}">
                <a16:creationId xmlns:a16="http://schemas.microsoft.com/office/drawing/2014/main" id="{3EAA069B-440D-45FD-8B30-00D8200C72A8}"/>
              </a:ext>
            </a:extLst>
          </p:cNvPr>
          <p:cNvSpPr>
            <a:spLocks noGrp="1"/>
          </p:cNvSpPr>
          <p:nvPr/>
        </p:nvSpPr>
        <p:spPr>
          <a:xfrm>
            <a:off x="5387003" y="5753209"/>
            <a:ext cx="58266" cy="58266"/>
          </a:xfrm>
          <a:prstGeom prst="ellipse">
            <a:avLst/>
          </a:prstGeom>
          <a:solidFill>
            <a:srgbClr val="2C71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8" name="Stage1_sixpanel_9409">
            <a:extLst>
              <a:ext uri="{FF2B5EF4-FFF2-40B4-BE49-F238E27FC236}">
                <a16:creationId xmlns:a16="http://schemas.microsoft.com/office/drawing/2014/main" id="{E5CBA07C-08E3-4B08-ADB3-04EAF4BA6ECE}"/>
              </a:ext>
            </a:extLst>
          </p:cNvPr>
          <p:cNvSpPr>
            <a:spLocks noGrp="1"/>
          </p:cNvSpPr>
          <p:nvPr/>
        </p:nvSpPr>
        <p:spPr>
          <a:xfrm>
            <a:off x="5806275" y="3583033"/>
            <a:ext cx="58266" cy="58266"/>
          </a:xfrm>
          <a:prstGeom prst="ellipse">
            <a:avLst/>
          </a:prstGeom>
          <a:solidFill>
            <a:srgbClr val="1F9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39" name="Stage1_sixpanel_9410">
            <a:extLst>
              <a:ext uri="{FF2B5EF4-FFF2-40B4-BE49-F238E27FC236}">
                <a16:creationId xmlns:a16="http://schemas.microsoft.com/office/drawing/2014/main" id="{F7CDCDBD-C972-42FB-BF03-757CED504859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0" name="Stage1_sixpanel_9411">
            <a:extLst>
              <a:ext uri="{FF2B5EF4-FFF2-40B4-BE49-F238E27FC236}">
                <a16:creationId xmlns:a16="http://schemas.microsoft.com/office/drawing/2014/main" id="{06C2A807-A5A5-49F1-9BC9-1B11FE9E1855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3C4F8A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1" name="Stage1_sixpanel_9412">
            <a:extLst>
              <a:ext uri="{FF2B5EF4-FFF2-40B4-BE49-F238E27FC236}">
                <a16:creationId xmlns:a16="http://schemas.microsoft.com/office/drawing/2014/main" id="{57D9049D-2617-4244-B6F1-43CD9FA62E0A}"/>
              </a:ext>
            </a:extLst>
          </p:cNvPr>
          <p:cNvSpPr>
            <a:spLocks noGrp="1"/>
          </p:cNvSpPr>
          <p:nvPr/>
        </p:nvSpPr>
        <p:spPr>
          <a:xfrm>
            <a:off x="5314664" y="5391513"/>
            <a:ext cx="58266" cy="58266"/>
          </a:xfrm>
          <a:prstGeom prst="ellipse">
            <a:avLst/>
          </a:prstGeom>
          <a:solidFill>
            <a:srgbClr val="2D70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2" name="Stage1_sixpanel_9413">
            <a:extLst>
              <a:ext uri="{FF2B5EF4-FFF2-40B4-BE49-F238E27FC236}">
                <a16:creationId xmlns:a16="http://schemas.microsoft.com/office/drawing/2014/main" id="{A759D772-9D87-4216-A48C-8579617243EC}"/>
              </a:ext>
            </a:extLst>
          </p:cNvPr>
          <p:cNvSpPr>
            <a:spLocks noGrp="1"/>
          </p:cNvSpPr>
          <p:nvPr/>
        </p:nvSpPr>
        <p:spPr>
          <a:xfrm>
            <a:off x="5314664" y="5295060"/>
            <a:ext cx="58266" cy="58266"/>
          </a:xfrm>
          <a:prstGeom prst="ellipse">
            <a:avLst/>
          </a:prstGeom>
          <a:solidFill>
            <a:srgbClr val="238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3" name="Stage1_sixpanel_9414">
            <a:extLst>
              <a:ext uri="{FF2B5EF4-FFF2-40B4-BE49-F238E27FC236}">
                <a16:creationId xmlns:a16="http://schemas.microsoft.com/office/drawing/2014/main" id="{6D1C4AE9-1861-4465-9B28-48464C88A46A}"/>
              </a:ext>
            </a:extLst>
          </p:cNvPr>
          <p:cNvSpPr>
            <a:spLocks noGrp="1"/>
          </p:cNvSpPr>
          <p:nvPr/>
        </p:nvSpPr>
        <p:spPr>
          <a:xfrm>
            <a:off x="7484840" y="4848969"/>
            <a:ext cx="58266" cy="58266"/>
          </a:xfrm>
          <a:prstGeom prst="ellipse">
            <a:avLst/>
          </a:prstGeom>
          <a:solidFill>
            <a:srgbClr val="375A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4" name="Stage1_sixpanel_9415">
            <a:extLst>
              <a:ext uri="{FF2B5EF4-FFF2-40B4-BE49-F238E27FC236}">
                <a16:creationId xmlns:a16="http://schemas.microsoft.com/office/drawing/2014/main" id="{6213166F-AE91-4B26-83E8-1AA03BBDFC89}"/>
              </a:ext>
            </a:extLst>
          </p:cNvPr>
          <p:cNvSpPr>
            <a:spLocks noGrp="1"/>
          </p:cNvSpPr>
          <p:nvPr/>
        </p:nvSpPr>
        <p:spPr>
          <a:xfrm>
            <a:off x="5676360" y="4306425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5" name="Stage1_sixpanel_9416">
            <a:extLst>
              <a:ext uri="{FF2B5EF4-FFF2-40B4-BE49-F238E27FC236}">
                <a16:creationId xmlns:a16="http://schemas.microsoft.com/office/drawing/2014/main" id="{4CCF53A5-BAF0-4372-B6FF-3DD56B8048B5}"/>
              </a:ext>
            </a:extLst>
          </p:cNvPr>
          <p:cNvSpPr>
            <a:spLocks noGrp="1"/>
          </p:cNvSpPr>
          <p:nvPr/>
        </p:nvSpPr>
        <p:spPr>
          <a:xfrm>
            <a:off x="6683544" y="4451103"/>
            <a:ext cx="58266" cy="58266"/>
          </a:xfrm>
          <a:prstGeom prst="ellipse">
            <a:avLst/>
          </a:prstGeom>
          <a:solidFill>
            <a:srgbClr val="34608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6" name="Stage1_sixpanel_9417">
            <a:extLst>
              <a:ext uri="{FF2B5EF4-FFF2-40B4-BE49-F238E27FC236}">
                <a16:creationId xmlns:a16="http://schemas.microsoft.com/office/drawing/2014/main" id="{EF711CF7-0575-4792-9EEB-2A3A9A903E68}"/>
              </a:ext>
            </a:extLst>
          </p:cNvPr>
          <p:cNvSpPr>
            <a:spLocks noGrp="1"/>
          </p:cNvSpPr>
          <p:nvPr/>
        </p:nvSpPr>
        <p:spPr>
          <a:xfrm>
            <a:off x="5314664" y="5753209"/>
            <a:ext cx="58266" cy="58266"/>
          </a:xfrm>
          <a:prstGeom prst="ellipse">
            <a:avLst/>
          </a:prstGeom>
          <a:solidFill>
            <a:srgbClr val="277F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7" name="Stage1_sixpanel_9418">
            <a:extLst>
              <a:ext uri="{FF2B5EF4-FFF2-40B4-BE49-F238E27FC236}">
                <a16:creationId xmlns:a16="http://schemas.microsoft.com/office/drawing/2014/main" id="{2BBAA977-6115-48B6-B47F-3B75B8F503F1}"/>
              </a:ext>
            </a:extLst>
          </p:cNvPr>
          <p:cNvSpPr>
            <a:spLocks noGrp="1"/>
          </p:cNvSpPr>
          <p:nvPr/>
        </p:nvSpPr>
        <p:spPr>
          <a:xfrm>
            <a:off x="5314664" y="3583033"/>
            <a:ext cx="58266" cy="58266"/>
          </a:xfrm>
          <a:prstGeom prst="ellipse">
            <a:avLst/>
          </a:prstGeom>
          <a:solidFill>
            <a:srgbClr val="4045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8" name="Stage1_sixpanel_9419">
            <a:extLst>
              <a:ext uri="{FF2B5EF4-FFF2-40B4-BE49-F238E27FC236}">
                <a16:creationId xmlns:a16="http://schemas.microsoft.com/office/drawing/2014/main" id="{BF42D8D9-6DFC-484D-9DEC-2B1E57225964}"/>
              </a:ext>
            </a:extLst>
          </p:cNvPr>
          <p:cNvSpPr>
            <a:spLocks noGrp="1"/>
          </p:cNvSpPr>
          <p:nvPr/>
        </p:nvSpPr>
        <p:spPr>
          <a:xfrm>
            <a:off x="7433169" y="4464021"/>
            <a:ext cx="58266" cy="58266"/>
          </a:xfrm>
          <a:prstGeom prst="ellipse">
            <a:avLst/>
          </a:prstGeom>
          <a:solidFill>
            <a:srgbClr val="1FA188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49" name="Stage1_sixpanel_9420">
            <a:extLst>
              <a:ext uri="{FF2B5EF4-FFF2-40B4-BE49-F238E27FC236}">
                <a16:creationId xmlns:a16="http://schemas.microsoft.com/office/drawing/2014/main" id="{7DFC2B04-89E9-4015-BCAF-96A672BDC184}"/>
              </a:ext>
            </a:extLst>
          </p:cNvPr>
          <p:cNvSpPr>
            <a:spLocks noGrp="1"/>
          </p:cNvSpPr>
          <p:nvPr/>
        </p:nvSpPr>
        <p:spPr>
          <a:xfrm>
            <a:off x="7484840" y="3583033"/>
            <a:ext cx="58266" cy="58266"/>
          </a:xfrm>
          <a:prstGeom prst="ellipse">
            <a:avLst/>
          </a:prstGeom>
          <a:solidFill>
            <a:srgbClr val="31688E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0" name="Stage1_sixpanel_9421">
            <a:extLst>
              <a:ext uri="{FF2B5EF4-FFF2-40B4-BE49-F238E27FC236}">
                <a16:creationId xmlns:a16="http://schemas.microsoft.com/office/drawing/2014/main" id="{F7F16D9E-6E1D-4D02-B329-F2E4FC93A43A}"/>
              </a:ext>
            </a:extLst>
          </p:cNvPr>
          <p:cNvSpPr>
            <a:spLocks noGrp="1"/>
          </p:cNvSpPr>
          <p:nvPr/>
        </p:nvSpPr>
        <p:spPr>
          <a:xfrm>
            <a:off x="5331619" y="5210665"/>
            <a:ext cx="58266" cy="58266"/>
          </a:xfrm>
          <a:prstGeom prst="ellipse">
            <a:avLst/>
          </a:prstGeom>
          <a:solidFill>
            <a:srgbClr val="472F7D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1" name="Stage1_sixpanel_9422">
            <a:extLst>
              <a:ext uri="{FF2B5EF4-FFF2-40B4-BE49-F238E27FC236}">
                <a16:creationId xmlns:a16="http://schemas.microsoft.com/office/drawing/2014/main" id="{202FF402-288A-4507-85A9-1B4B66E24234}"/>
              </a:ext>
            </a:extLst>
          </p:cNvPr>
          <p:cNvSpPr>
            <a:spLocks noGrp="1"/>
          </p:cNvSpPr>
          <p:nvPr/>
        </p:nvSpPr>
        <p:spPr>
          <a:xfrm>
            <a:off x="6399752" y="4668121"/>
            <a:ext cx="58266" cy="58266"/>
          </a:xfrm>
          <a:prstGeom prst="ellipse">
            <a:avLst/>
          </a:prstGeom>
          <a:solidFill>
            <a:srgbClr val="3956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2" name="Stage1_sixpanel_9423">
            <a:extLst>
              <a:ext uri="{FF2B5EF4-FFF2-40B4-BE49-F238E27FC236}">
                <a16:creationId xmlns:a16="http://schemas.microsoft.com/office/drawing/2014/main" id="{B7B4598F-F495-4C2A-93E3-B1BFB2186AC6}"/>
              </a:ext>
            </a:extLst>
          </p:cNvPr>
          <p:cNvSpPr>
            <a:spLocks noGrp="1"/>
          </p:cNvSpPr>
          <p:nvPr/>
        </p:nvSpPr>
        <p:spPr>
          <a:xfrm>
            <a:off x="5531682" y="5598196"/>
            <a:ext cx="58266" cy="58266"/>
          </a:xfrm>
          <a:prstGeom prst="ellipse">
            <a:avLst/>
          </a:prstGeom>
          <a:solidFill>
            <a:srgbClr val="3A548C">
              <a:alpha val="80000"/>
            </a:srgbClr>
          </a:solidFill>
          <a:ln w="4205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4253" name="Stage1_sixpanel_9424">
            <a:extLst>
              <a:ext uri="{FF2B5EF4-FFF2-40B4-BE49-F238E27FC236}">
                <a16:creationId xmlns:a16="http://schemas.microsoft.com/office/drawing/2014/main" id="{C0EA5E8D-5FB8-4C4F-8640-844D85CF84F1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4" name="text_9425">
            <a:extLst>
              <a:ext uri="{FF2B5EF4-FFF2-40B4-BE49-F238E27FC236}">
                <a16:creationId xmlns:a16="http://schemas.microsoft.com/office/drawing/2014/main" id="{2557625A-B890-49AB-B536-A91F8F0F3E3A}"/>
              </a:ext>
            </a:extLst>
          </p:cNvPr>
          <p:cNvSpPr>
            <a:spLocks noGrp="1"/>
          </p:cNvSpPr>
          <p:nvPr/>
        </p:nvSpPr>
        <p:spPr>
          <a:xfrm>
            <a:off x="5261968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55" name="Stage1_sixpanel_9426">
            <a:extLst>
              <a:ext uri="{FF2B5EF4-FFF2-40B4-BE49-F238E27FC236}">
                <a16:creationId xmlns:a16="http://schemas.microsoft.com/office/drawing/2014/main" id="{C1CF8659-A3DC-453D-9323-6AEB587E6280}"/>
              </a:ext>
            </a:extLst>
          </p:cNvPr>
          <p:cNvSpPr>
            <a:spLocks noGrp="1"/>
          </p:cNvSpPr>
          <p:nvPr/>
        </p:nvSpPr>
        <p:spPr>
          <a:xfrm>
            <a:off x="6428885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6" name="text_9427">
            <a:extLst>
              <a:ext uri="{FF2B5EF4-FFF2-40B4-BE49-F238E27FC236}">
                <a16:creationId xmlns:a16="http://schemas.microsoft.com/office/drawing/2014/main" id="{6E0F624D-0CF9-46B6-9867-FE6335403398}"/>
              </a:ext>
            </a:extLst>
          </p:cNvPr>
          <p:cNvSpPr>
            <a:spLocks noGrp="1"/>
          </p:cNvSpPr>
          <p:nvPr/>
        </p:nvSpPr>
        <p:spPr>
          <a:xfrm>
            <a:off x="6347056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57" name="Stage1_sixpanel_9428">
            <a:extLst>
              <a:ext uri="{FF2B5EF4-FFF2-40B4-BE49-F238E27FC236}">
                <a16:creationId xmlns:a16="http://schemas.microsoft.com/office/drawing/2014/main" id="{7DD0E55A-0045-4BC7-AC2C-8CAE3CB55008}"/>
              </a:ext>
            </a:extLst>
          </p:cNvPr>
          <p:cNvSpPr>
            <a:spLocks noGrp="1"/>
          </p:cNvSpPr>
          <p:nvPr/>
        </p:nvSpPr>
        <p:spPr>
          <a:xfrm>
            <a:off x="7513973" y="5782342"/>
            <a:ext cx="191" cy="38686"/>
          </a:xfrm>
          <a:custGeom>
            <a:avLst/>
            <a:gdLst/>
            <a:ahLst/>
            <a:cxnLst/>
            <a:rect l="0" t="0" r="0" b="0"/>
            <a:pathLst>
              <a:path w="191" h="38686">
                <a:moveTo>
                  <a:pt x="0" y="0"/>
                </a:moveTo>
                <a:lnTo>
                  <a:pt x="0" y="38686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58" name="text_9429">
            <a:extLst>
              <a:ext uri="{FF2B5EF4-FFF2-40B4-BE49-F238E27FC236}">
                <a16:creationId xmlns:a16="http://schemas.microsoft.com/office/drawing/2014/main" id="{A77A6BDA-46D3-45C6-A283-6961E237A78F}"/>
              </a:ext>
            </a:extLst>
          </p:cNvPr>
          <p:cNvSpPr>
            <a:spLocks noGrp="1"/>
          </p:cNvSpPr>
          <p:nvPr/>
        </p:nvSpPr>
        <p:spPr>
          <a:xfrm>
            <a:off x="7432144" y="587115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59" name="text_9430">
            <a:extLst>
              <a:ext uri="{FF2B5EF4-FFF2-40B4-BE49-F238E27FC236}">
                <a16:creationId xmlns:a16="http://schemas.microsoft.com/office/drawing/2014/main" id="{A5B11816-CF81-44A4-99AF-E5A9C0BCCE8B}"/>
              </a:ext>
            </a:extLst>
          </p:cNvPr>
          <p:cNvSpPr>
            <a:spLocks noGrp="1"/>
          </p:cNvSpPr>
          <p:nvPr/>
        </p:nvSpPr>
        <p:spPr>
          <a:xfrm>
            <a:off x="6155474" y="6045506"/>
            <a:ext cx="5552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  <p:sp>
        <p:nvSpPr>
          <p:cNvPr id="4260" name="Stage1_sixpanel_9431">
            <a:extLst>
              <a:ext uri="{FF2B5EF4-FFF2-40B4-BE49-F238E27FC236}">
                <a16:creationId xmlns:a16="http://schemas.microsoft.com/office/drawing/2014/main" id="{F4953AD6-9E3C-4FE0-9DB9-0616014E1AED}"/>
              </a:ext>
            </a:extLst>
          </p:cNvPr>
          <p:cNvSpPr>
            <a:spLocks noGrp="1"/>
          </p:cNvSpPr>
          <p:nvPr/>
        </p:nvSpPr>
        <p:spPr>
          <a:xfrm>
            <a:off x="5305111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1" name="text_9432">
            <a:extLst>
              <a:ext uri="{FF2B5EF4-FFF2-40B4-BE49-F238E27FC236}">
                <a16:creationId xmlns:a16="http://schemas.microsoft.com/office/drawing/2014/main" id="{B1AECC6D-67D6-4B54-8F81-72E11A6BF182}"/>
              </a:ext>
            </a:extLst>
          </p:cNvPr>
          <p:cNvSpPr>
            <a:spLocks noGrp="1"/>
          </p:cNvSpPr>
          <p:nvPr/>
        </p:nvSpPr>
        <p:spPr>
          <a:xfrm>
            <a:off x="5082583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262" name="Stage1_sixpanel_9433">
            <a:extLst>
              <a:ext uri="{FF2B5EF4-FFF2-40B4-BE49-F238E27FC236}">
                <a16:creationId xmlns:a16="http://schemas.microsoft.com/office/drawing/2014/main" id="{66819D46-5B5D-4D2A-B4A9-FAD818D5D546}"/>
              </a:ext>
            </a:extLst>
          </p:cNvPr>
          <p:cNvSpPr>
            <a:spLocks noGrp="1"/>
          </p:cNvSpPr>
          <p:nvPr/>
        </p:nvSpPr>
        <p:spPr>
          <a:xfrm>
            <a:off x="5305111" y="469725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3" name="text_9434">
            <a:extLst>
              <a:ext uri="{FF2B5EF4-FFF2-40B4-BE49-F238E27FC236}">
                <a16:creationId xmlns:a16="http://schemas.microsoft.com/office/drawing/2014/main" id="{87F6F474-ECA7-4F78-BE36-96CA341BEC8A}"/>
              </a:ext>
            </a:extLst>
          </p:cNvPr>
          <p:cNvSpPr>
            <a:spLocks noGrp="1"/>
          </p:cNvSpPr>
          <p:nvPr/>
        </p:nvSpPr>
        <p:spPr>
          <a:xfrm>
            <a:off x="5082583" y="4646377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264" name="Stage1_sixpanel_9435">
            <a:extLst>
              <a:ext uri="{FF2B5EF4-FFF2-40B4-BE49-F238E27FC236}">
                <a16:creationId xmlns:a16="http://schemas.microsoft.com/office/drawing/2014/main" id="{D2B1E83A-076B-4C40-A59B-51E5A78D0469}"/>
              </a:ext>
            </a:extLst>
          </p:cNvPr>
          <p:cNvSpPr>
            <a:spLocks noGrp="1"/>
          </p:cNvSpPr>
          <p:nvPr/>
        </p:nvSpPr>
        <p:spPr>
          <a:xfrm>
            <a:off x="5305111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265" name="text_9436">
            <a:extLst>
              <a:ext uri="{FF2B5EF4-FFF2-40B4-BE49-F238E27FC236}">
                <a16:creationId xmlns:a16="http://schemas.microsoft.com/office/drawing/2014/main" id="{48347E86-AE96-4B1B-AF4A-FF13A410A255}"/>
              </a:ext>
            </a:extLst>
          </p:cNvPr>
          <p:cNvSpPr>
            <a:spLocks noGrp="1"/>
          </p:cNvSpPr>
          <p:nvPr/>
        </p:nvSpPr>
        <p:spPr>
          <a:xfrm>
            <a:off x="5082583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266" name="text_9437">
            <a:extLst>
              <a:ext uri="{FF2B5EF4-FFF2-40B4-BE49-F238E27FC236}">
                <a16:creationId xmlns:a16="http://schemas.microsoft.com/office/drawing/2014/main" id="{1D6B2E54-34C0-4FAC-9712-0C3DEB52604E}"/>
              </a:ext>
            </a:extLst>
          </p:cNvPr>
          <p:cNvSpPr>
            <a:spLocks noGrp="1"/>
          </p:cNvSpPr>
          <p:nvPr/>
        </p:nvSpPr>
        <p:spPr>
          <a:xfrm rot="-5400000">
            <a:off x="4375533" y="4615257"/>
            <a:ext cx="1189432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LigandSeek-Find (CryoAtom2)</a:t>
            </a:r>
          </a:p>
        </p:txBody>
      </p:sp>
      <p:sp>
        <p:nvSpPr>
          <p:cNvPr id="4267" name="Stage1_sixpanel_9438">
            <a:extLst>
              <a:ext uri="{FF2B5EF4-FFF2-40B4-BE49-F238E27FC236}">
                <a16:creationId xmlns:a16="http://schemas.microsoft.com/office/drawing/2014/main" id="{14AEA5AF-F406-4045-95D4-47E0E9AC5EFA}"/>
              </a:ext>
            </a:extLst>
          </p:cNvPr>
          <p:cNvSpPr>
            <a:spLocks noGrp="1"/>
          </p:cNvSpPr>
          <p:nvPr/>
        </p:nvSpPr>
        <p:spPr>
          <a:xfrm>
            <a:off x="5343797" y="3612166"/>
            <a:ext cx="191" cy="2170176"/>
          </a:xfrm>
          <a:custGeom>
            <a:avLst/>
            <a:gdLst/>
            <a:ahLst/>
            <a:cxnLst/>
            <a:rect l="0" t="0" r="0" b="0"/>
            <a:pathLst>
              <a:path w="191" h="2170176">
                <a:moveTo>
                  <a:pt x="0" y="217017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8" name="Stage1_sixpanel_9439">
            <a:extLst>
              <a:ext uri="{FF2B5EF4-FFF2-40B4-BE49-F238E27FC236}">
                <a16:creationId xmlns:a16="http://schemas.microsoft.com/office/drawing/2014/main" id="{F3AC0E04-9B14-4C6D-B6AE-BF7C115DE1BC}"/>
              </a:ext>
            </a:extLst>
          </p:cNvPr>
          <p:cNvSpPr>
            <a:spLocks noGrp="1"/>
          </p:cNvSpPr>
          <p:nvPr/>
        </p:nvSpPr>
        <p:spPr>
          <a:xfrm>
            <a:off x="5343797" y="5782342"/>
            <a:ext cx="2170176" cy="191"/>
          </a:xfrm>
          <a:custGeom>
            <a:avLst/>
            <a:gdLst/>
            <a:ahLst/>
            <a:cxnLst/>
            <a:rect l="0" t="0" r="0" b="0"/>
            <a:pathLst>
              <a:path w="2170176" h="191">
                <a:moveTo>
                  <a:pt x="0" y="0"/>
                </a:moveTo>
                <a:lnTo>
                  <a:pt x="2170176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4269" name="Stage1_sixpanel_9440">
            <a:extLst>
              <a:ext uri="{FF2B5EF4-FFF2-40B4-BE49-F238E27FC236}">
                <a16:creationId xmlns:a16="http://schemas.microsoft.com/office/drawing/2014/main" id="{950EB2E5-5139-446C-B75E-415E6D62F371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2170176"/>
          </a:xfrm>
          <a:custGeom>
            <a:avLst/>
            <a:gdLst/>
            <a:ahLst/>
            <a:cxnLst/>
            <a:rect l="0" t="0" r="0" b="0"/>
            <a:pathLst>
              <a:path w="93008" h="2170176">
                <a:moveTo>
                  <a:pt x="0" y="2170176"/>
                </a:moveTo>
                <a:lnTo>
                  <a:pt x="93008" y="2170176"/>
                </a:lnTo>
                <a:lnTo>
                  <a:pt x="93008" y="0"/>
                </a:lnTo>
                <a:lnTo>
                  <a:pt x="0" y="0"/>
                </a:lnTo>
                <a:lnTo>
                  <a:pt x="0" y="217017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270" name="Stage1_sixpanel_9441">
            <a:extLst>
              <a:ext uri="{FF2B5EF4-FFF2-40B4-BE49-F238E27FC236}">
                <a16:creationId xmlns:a16="http://schemas.microsoft.com/office/drawing/2014/main" id="{9A4D82A9-469C-4EC4-8B47-538F65107104}"/>
              </a:ext>
            </a:extLst>
          </p:cNvPr>
          <p:cNvSpPr>
            <a:spLocks noGrp="1"/>
          </p:cNvSpPr>
          <p:nvPr/>
        </p:nvSpPr>
        <p:spPr>
          <a:xfrm>
            <a:off x="7668986" y="57738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DE725"/>
          </a:solidFill>
          <a:ln w="3364">
            <a:solidFill>
              <a:srgbClr val="FDE725"/>
            </a:solidFill>
            <a:prstDash val="solid"/>
          </a:ln>
        </p:spPr>
      </p:sp>
      <p:sp>
        <p:nvSpPr>
          <p:cNvPr id="4271" name="Stage1_sixpanel_9442">
            <a:extLst>
              <a:ext uri="{FF2B5EF4-FFF2-40B4-BE49-F238E27FC236}">
                <a16:creationId xmlns:a16="http://schemas.microsoft.com/office/drawing/2014/main" id="{F212C6CE-383A-4272-A1D6-F2704A0FD50E}"/>
              </a:ext>
            </a:extLst>
          </p:cNvPr>
          <p:cNvSpPr>
            <a:spLocks noGrp="1"/>
          </p:cNvSpPr>
          <p:nvPr/>
        </p:nvSpPr>
        <p:spPr>
          <a:xfrm>
            <a:off x="7668986" y="57653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BE723"/>
          </a:solidFill>
          <a:ln w="3364">
            <a:solidFill>
              <a:srgbClr val="FBE723"/>
            </a:solidFill>
            <a:prstDash val="solid"/>
          </a:ln>
        </p:spPr>
      </p:sp>
      <p:sp>
        <p:nvSpPr>
          <p:cNvPr id="4272" name="Stage1_sixpanel_9443">
            <a:extLst>
              <a:ext uri="{FF2B5EF4-FFF2-40B4-BE49-F238E27FC236}">
                <a16:creationId xmlns:a16="http://schemas.microsoft.com/office/drawing/2014/main" id="{FEE0875D-5EAD-4BB2-B595-EC02D0772B6A}"/>
              </a:ext>
            </a:extLst>
          </p:cNvPr>
          <p:cNvSpPr>
            <a:spLocks noGrp="1"/>
          </p:cNvSpPr>
          <p:nvPr/>
        </p:nvSpPr>
        <p:spPr>
          <a:xfrm>
            <a:off x="7668986" y="57569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8E621"/>
          </a:solidFill>
          <a:ln w="3364">
            <a:solidFill>
              <a:srgbClr val="F8E621"/>
            </a:solidFill>
            <a:prstDash val="solid"/>
          </a:ln>
        </p:spPr>
      </p:sp>
      <p:sp>
        <p:nvSpPr>
          <p:cNvPr id="4273" name="Stage1_sixpanel_9444">
            <a:extLst>
              <a:ext uri="{FF2B5EF4-FFF2-40B4-BE49-F238E27FC236}">
                <a16:creationId xmlns:a16="http://schemas.microsoft.com/office/drawing/2014/main" id="{142CF52C-776C-4BA9-8F5F-B40004468848}"/>
              </a:ext>
            </a:extLst>
          </p:cNvPr>
          <p:cNvSpPr>
            <a:spLocks noGrp="1"/>
          </p:cNvSpPr>
          <p:nvPr/>
        </p:nvSpPr>
        <p:spPr>
          <a:xfrm>
            <a:off x="7668986" y="57484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6E620"/>
          </a:solidFill>
          <a:ln w="3364">
            <a:solidFill>
              <a:srgbClr val="F6E620"/>
            </a:solidFill>
            <a:prstDash val="solid"/>
          </a:ln>
        </p:spPr>
      </p:sp>
      <p:sp>
        <p:nvSpPr>
          <p:cNvPr id="4274" name="Stage1_sixpanel_9445">
            <a:extLst>
              <a:ext uri="{FF2B5EF4-FFF2-40B4-BE49-F238E27FC236}">
                <a16:creationId xmlns:a16="http://schemas.microsoft.com/office/drawing/2014/main" id="{96318746-98C7-4DAB-9963-43ECDCDA18A7}"/>
              </a:ext>
            </a:extLst>
          </p:cNvPr>
          <p:cNvSpPr>
            <a:spLocks noGrp="1"/>
          </p:cNvSpPr>
          <p:nvPr/>
        </p:nvSpPr>
        <p:spPr>
          <a:xfrm>
            <a:off x="7668986" y="57399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4E61E"/>
          </a:solidFill>
          <a:ln w="3364">
            <a:solidFill>
              <a:srgbClr val="F4E61E"/>
            </a:solidFill>
            <a:prstDash val="solid"/>
          </a:ln>
        </p:spPr>
      </p:sp>
      <p:sp>
        <p:nvSpPr>
          <p:cNvPr id="4275" name="Stage1_sixpanel_9446">
            <a:extLst>
              <a:ext uri="{FF2B5EF4-FFF2-40B4-BE49-F238E27FC236}">
                <a16:creationId xmlns:a16="http://schemas.microsoft.com/office/drawing/2014/main" id="{EE568032-8E0F-4259-9E47-BDC311137902}"/>
              </a:ext>
            </a:extLst>
          </p:cNvPr>
          <p:cNvSpPr>
            <a:spLocks noGrp="1"/>
          </p:cNvSpPr>
          <p:nvPr/>
        </p:nvSpPr>
        <p:spPr>
          <a:xfrm>
            <a:off x="7668986" y="57314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F1E51D"/>
          </a:solidFill>
          <a:ln w="3364">
            <a:solidFill>
              <a:srgbClr val="F1E51D"/>
            </a:solidFill>
            <a:prstDash val="solid"/>
          </a:ln>
        </p:spPr>
      </p:sp>
      <p:sp>
        <p:nvSpPr>
          <p:cNvPr id="4276" name="Stage1_sixpanel_9447">
            <a:extLst>
              <a:ext uri="{FF2B5EF4-FFF2-40B4-BE49-F238E27FC236}">
                <a16:creationId xmlns:a16="http://schemas.microsoft.com/office/drawing/2014/main" id="{E0ED5EB7-DA01-4DA9-8794-5ED35A5022F5}"/>
              </a:ext>
            </a:extLst>
          </p:cNvPr>
          <p:cNvSpPr>
            <a:spLocks noGrp="1"/>
          </p:cNvSpPr>
          <p:nvPr/>
        </p:nvSpPr>
        <p:spPr>
          <a:xfrm>
            <a:off x="7668986" y="57230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FE51C"/>
          </a:solidFill>
          <a:ln w="3364">
            <a:solidFill>
              <a:srgbClr val="EFE51C"/>
            </a:solidFill>
            <a:prstDash val="solid"/>
          </a:ln>
        </p:spPr>
      </p:sp>
      <p:sp>
        <p:nvSpPr>
          <p:cNvPr id="4277" name="Stage1_sixpanel_9448">
            <a:extLst>
              <a:ext uri="{FF2B5EF4-FFF2-40B4-BE49-F238E27FC236}">
                <a16:creationId xmlns:a16="http://schemas.microsoft.com/office/drawing/2014/main" id="{708CDB75-B43F-4EF2-914B-BC3C779A822A}"/>
              </a:ext>
            </a:extLst>
          </p:cNvPr>
          <p:cNvSpPr>
            <a:spLocks noGrp="1"/>
          </p:cNvSpPr>
          <p:nvPr/>
        </p:nvSpPr>
        <p:spPr>
          <a:xfrm>
            <a:off x="7668986" y="57145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CE51B"/>
          </a:solidFill>
          <a:ln w="3364">
            <a:solidFill>
              <a:srgbClr val="ECE51B"/>
            </a:solidFill>
            <a:prstDash val="solid"/>
          </a:ln>
        </p:spPr>
      </p:sp>
      <p:sp>
        <p:nvSpPr>
          <p:cNvPr id="4278" name="Stage1_sixpanel_9449">
            <a:extLst>
              <a:ext uri="{FF2B5EF4-FFF2-40B4-BE49-F238E27FC236}">
                <a16:creationId xmlns:a16="http://schemas.microsoft.com/office/drawing/2014/main" id="{A8AB75F7-FE79-474B-8837-C51BFD2234C1}"/>
              </a:ext>
            </a:extLst>
          </p:cNvPr>
          <p:cNvSpPr>
            <a:spLocks noGrp="1"/>
          </p:cNvSpPr>
          <p:nvPr/>
        </p:nvSpPr>
        <p:spPr>
          <a:xfrm>
            <a:off x="7668986" y="57060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AE51A"/>
          </a:solidFill>
          <a:ln w="3364">
            <a:solidFill>
              <a:srgbClr val="EAE51A"/>
            </a:solidFill>
            <a:prstDash val="solid"/>
          </a:ln>
        </p:spPr>
      </p:sp>
      <p:sp>
        <p:nvSpPr>
          <p:cNvPr id="4279" name="Stage1_sixpanel_9450">
            <a:extLst>
              <a:ext uri="{FF2B5EF4-FFF2-40B4-BE49-F238E27FC236}">
                <a16:creationId xmlns:a16="http://schemas.microsoft.com/office/drawing/2014/main" id="{FE4FF23F-60FA-4824-80F5-87FA79503FA6}"/>
              </a:ext>
            </a:extLst>
          </p:cNvPr>
          <p:cNvSpPr>
            <a:spLocks noGrp="1"/>
          </p:cNvSpPr>
          <p:nvPr/>
        </p:nvSpPr>
        <p:spPr>
          <a:xfrm>
            <a:off x="7668986" y="56975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7E419"/>
          </a:solidFill>
          <a:ln w="3364">
            <a:solidFill>
              <a:srgbClr val="E7E419"/>
            </a:solidFill>
            <a:prstDash val="solid"/>
          </a:ln>
        </p:spPr>
      </p:sp>
      <p:sp>
        <p:nvSpPr>
          <p:cNvPr id="4280" name="Stage1_sixpanel_9451">
            <a:extLst>
              <a:ext uri="{FF2B5EF4-FFF2-40B4-BE49-F238E27FC236}">
                <a16:creationId xmlns:a16="http://schemas.microsoft.com/office/drawing/2014/main" id="{6330CC89-BA88-46BE-A537-2AA15DE687E3}"/>
              </a:ext>
            </a:extLst>
          </p:cNvPr>
          <p:cNvSpPr>
            <a:spLocks noGrp="1"/>
          </p:cNvSpPr>
          <p:nvPr/>
        </p:nvSpPr>
        <p:spPr>
          <a:xfrm>
            <a:off x="7668986" y="56890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5E419"/>
          </a:solidFill>
          <a:ln w="3364">
            <a:solidFill>
              <a:srgbClr val="E5E419"/>
            </a:solidFill>
            <a:prstDash val="solid"/>
          </a:ln>
        </p:spPr>
      </p:sp>
      <p:sp>
        <p:nvSpPr>
          <p:cNvPr id="4281" name="Stage1_sixpanel_9452">
            <a:extLst>
              <a:ext uri="{FF2B5EF4-FFF2-40B4-BE49-F238E27FC236}">
                <a16:creationId xmlns:a16="http://schemas.microsoft.com/office/drawing/2014/main" id="{53A9798B-B765-4D86-9B04-96695B661192}"/>
              </a:ext>
            </a:extLst>
          </p:cNvPr>
          <p:cNvSpPr>
            <a:spLocks noGrp="1"/>
          </p:cNvSpPr>
          <p:nvPr/>
        </p:nvSpPr>
        <p:spPr>
          <a:xfrm>
            <a:off x="7668986" y="56806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E2E418"/>
          </a:solidFill>
          <a:ln w="3364">
            <a:solidFill>
              <a:srgbClr val="E2E418"/>
            </a:solidFill>
            <a:prstDash val="solid"/>
          </a:ln>
        </p:spPr>
      </p:sp>
      <p:sp>
        <p:nvSpPr>
          <p:cNvPr id="4282" name="Stage1_sixpanel_9453">
            <a:extLst>
              <a:ext uri="{FF2B5EF4-FFF2-40B4-BE49-F238E27FC236}">
                <a16:creationId xmlns:a16="http://schemas.microsoft.com/office/drawing/2014/main" id="{6DDFADD1-64AB-4FB8-A9FD-ACEA82CB3B4F}"/>
              </a:ext>
            </a:extLst>
          </p:cNvPr>
          <p:cNvSpPr>
            <a:spLocks noGrp="1"/>
          </p:cNvSpPr>
          <p:nvPr/>
        </p:nvSpPr>
        <p:spPr>
          <a:xfrm>
            <a:off x="7668986" y="5672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FE318"/>
          </a:solidFill>
          <a:ln w="3364">
            <a:solidFill>
              <a:srgbClr val="DFE318"/>
            </a:solidFill>
            <a:prstDash val="solid"/>
          </a:ln>
        </p:spPr>
      </p:sp>
      <p:sp>
        <p:nvSpPr>
          <p:cNvPr id="4283" name="Stage1_sixpanel_9454">
            <a:extLst>
              <a:ext uri="{FF2B5EF4-FFF2-40B4-BE49-F238E27FC236}">
                <a16:creationId xmlns:a16="http://schemas.microsoft.com/office/drawing/2014/main" id="{4369B84F-ED32-47A6-8EBE-4334CDF58DD0}"/>
              </a:ext>
            </a:extLst>
          </p:cNvPr>
          <p:cNvSpPr>
            <a:spLocks noGrp="1"/>
          </p:cNvSpPr>
          <p:nvPr/>
        </p:nvSpPr>
        <p:spPr>
          <a:xfrm>
            <a:off x="7668986" y="56636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DE318"/>
          </a:solidFill>
          <a:ln w="3364">
            <a:solidFill>
              <a:srgbClr val="DDE318"/>
            </a:solidFill>
            <a:prstDash val="solid"/>
          </a:ln>
        </p:spPr>
      </p:sp>
      <p:sp>
        <p:nvSpPr>
          <p:cNvPr id="4284" name="Stage1_sixpanel_9455">
            <a:extLst>
              <a:ext uri="{FF2B5EF4-FFF2-40B4-BE49-F238E27FC236}">
                <a16:creationId xmlns:a16="http://schemas.microsoft.com/office/drawing/2014/main" id="{7848BE86-BF5E-4C46-A42F-7F36FEFF30E5}"/>
              </a:ext>
            </a:extLst>
          </p:cNvPr>
          <p:cNvSpPr>
            <a:spLocks noGrp="1"/>
          </p:cNvSpPr>
          <p:nvPr/>
        </p:nvSpPr>
        <p:spPr>
          <a:xfrm>
            <a:off x="7668986" y="56551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AE319"/>
          </a:solidFill>
          <a:ln w="3364">
            <a:solidFill>
              <a:srgbClr val="DAE319"/>
            </a:solidFill>
            <a:prstDash val="solid"/>
          </a:ln>
        </p:spPr>
      </p:sp>
      <p:sp>
        <p:nvSpPr>
          <p:cNvPr id="4285" name="Stage1_sixpanel_9456">
            <a:extLst>
              <a:ext uri="{FF2B5EF4-FFF2-40B4-BE49-F238E27FC236}">
                <a16:creationId xmlns:a16="http://schemas.microsoft.com/office/drawing/2014/main" id="{865CE66A-717C-4182-AEDC-40F993D2BF84}"/>
              </a:ext>
            </a:extLst>
          </p:cNvPr>
          <p:cNvSpPr>
            <a:spLocks noGrp="1"/>
          </p:cNvSpPr>
          <p:nvPr/>
        </p:nvSpPr>
        <p:spPr>
          <a:xfrm>
            <a:off x="7668986" y="56467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8E219"/>
          </a:solidFill>
          <a:ln w="3364">
            <a:solidFill>
              <a:srgbClr val="D8E219"/>
            </a:solidFill>
            <a:prstDash val="solid"/>
          </a:ln>
        </p:spPr>
      </p:sp>
      <p:sp>
        <p:nvSpPr>
          <p:cNvPr id="4286" name="Stage1_sixpanel_9457">
            <a:extLst>
              <a:ext uri="{FF2B5EF4-FFF2-40B4-BE49-F238E27FC236}">
                <a16:creationId xmlns:a16="http://schemas.microsoft.com/office/drawing/2014/main" id="{EFC6AB4F-3578-4F01-A897-606A1E676EEE}"/>
              </a:ext>
            </a:extLst>
          </p:cNvPr>
          <p:cNvSpPr>
            <a:spLocks noGrp="1"/>
          </p:cNvSpPr>
          <p:nvPr/>
        </p:nvSpPr>
        <p:spPr>
          <a:xfrm>
            <a:off x="7668986" y="56382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5E21A"/>
          </a:solidFill>
          <a:ln w="3364">
            <a:solidFill>
              <a:srgbClr val="D5E21A"/>
            </a:solidFill>
            <a:prstDash val="solid"/>
          </a:ln>
        </p:spPr>
      </p:sp>
      <p:sp>
        <p:nvSpPr>
          <p:cNvPr id="4287" name="Stage1_sixpanel_9458">
            <a:extLst>
              <a:ext uri="{FF2B5EF4-FFF2-40B4-BE49-F238E27FC236}">
                <a16:creationId xmlns:a16="http://schemas.microsoft.com/office/drawing/2014/main" id="{931BB6ED-7B44-4075-8C85-3ED7D4AB2BE2}"/>
              </a:ext>
            </a:extLst>
          </p:cNvPr>
          <p:cNvSpPr>
            <a:spLocks noGrp="1"/>
          </p:cNvSpPr>
          <p:nvPr/>
        </p:nvSpPr>
        <p:spPr>
          <a:xfrm>
            <a:off x="7668986" y="56297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2E21B"/>
          </a:solidFill>
          <a:ln w="3364">
            <a:solidFill>
              <a:srgbClr val="D2E21B"/>
            </a:solidFill>
            <a:prstDash val="solid"/>
          </a:ln>
        </p:spPr>
      </p:sp>
      <p:sp>
        <p:nvSpPr>
          <p:cNvPr id="4288" name="Stage1_sixpanel_9459">
            <a:extLst>
              <a:ext uri="{FF2B5EF4-FFF2-40B4-BE49-F238E27FC236}">
                <a16:creationId xmlns:a16="http://schemas.microsoft.com/office/drawing/2014/main" id="{02E8EF37-9588-4EF3-B403-DEA3CEAE9113}"/>
              </a:ext>
            </a:extLst>
          </p:cNvPr>
          <p:cNvSpPr>
            <a:spLocks noGrp="1"/>
          </p:cNvSpPr>
          <p:nvPr/>
        </p:nvSpPr>
        <p:spPr>
          <a:xfrm>
            <a:off x="7668986" y="56212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D0E11C"/>
          </a:solidFill>
          <a:ln w="3364">
            <a:solidFill>
              <a:srgbClr val="D0E11C"/>
            </a:solidFill>
            <a:prstDash val="solid"/>
          </a:ln>
        </p:spPr>
      </p:sp>
      <p:sp>
        <p:nvSpPr>
          <p:cNvPr id="4289" name="Stage1_sixpanel_9460">
            <a:extLst>
              <a:ext uri="{FF2B5EF4-FFF2-40B4-BE49-F238E27FC236}">
                <a16:creationId xmlns:a16="http://schemas.microsoft.com/office/drawing/2014/main" id="{26B4B600-9C52-4429-8A17-036FB5AC005A}"/>
              </a:ext>
            </a:extLst>
          </p:cNvPr>
          <p:cNvSpPr>
            <a:spLocks noGrp="1"/>
          </p:cNvSpPr>
          <p:nvPr/>
        </p:nvSpPr>
        <p:spPr>
          <a:xfrm>
            <a:off x="7668986" y="56127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DE11D"/>
          </a:solidFill>
          <a:ln w="3364">
            <a:solidFill>
              <a:srgbClr val="CDE11D"/>
            </a:solidFill>
            <a:prstDash val="solid"/>
          </a:ln>
        </p:spPr>
      </p:sp>
      <p:sp>
        <p:nvSpPr>
          <p:cNvPr id="4290" name="Stage1_sixpanel_9461">
            <a:extLst>
              <a:ext uri="{FF2B5EF4-FFF2-40B4-BE49-F238E27FC236}">
                <a16:creationId xmlns:a16="http://schemas.microsoft.com/office/drawing/2014/main" id="{8A1DD1F6-60C3-472C-8092-FB8D06B82EAB}"/>
              </a:ext>
            </a:extLst>
          </p:cNvPr>
          <p:cNvSpPr>
            <a:spLocks noGrp="1"/>
          </p:cNvSpPr>
          <p:nvPr/>
        </p:nvSpPr>
        <p:spPr>
          <a:xfrm>
            <a:off x="7668986" y="56043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AE11F"/>
          </a:solidFill>
          <a:ln w="3364">
            <a:solidFill>
              <a:srgbClr val="CAE11F"/>
            </a:solidFill>
            <a:prstDash val="solid"/>
          </a:ln>
        </p:spPr>
      </p:sp>
      <p:sp>
        <p:nvSpPr>
          <p:cNvPr id="4291" name="Stage1_sixpanel_9462">
            <a:extLst>
              <a:ext uri="{FF2B5EF4-FFF2-40B4-BE49-F238E27FC236}">
                <a16:creationId xmlns:a16="http://schemas.microsoft.com/office/drawing/2014/main" id="{A010C5B0-A251-4775-99EE-1A0C31F5A8C2}"/>
              </a:ext>
            </a:extLst>
          </p:cNvPr>
          <p:cNvSpPr>
            <a:spLocks noGrp="1"/>
          </p:cNvSpPr>
          <p:nvPr/>
        </p:nvSpPr>
        <p:spPr>
          <a:xfrm>
            <a:off x="7668986" y="55958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8E020"/>
          </a:solidFill>
          <a:ln w="3364">
            <a:solidFill>
              <a:srgbClr val="C8E020"/>
            </a:solidFill>
            <a:prstDash val="solid"/>
          </a:ln>
        </p:spPr>
      </p:sp>
      <p:sp>
        <p:nvSpPr>
          <p:cNvPr id="4292" name="Stage1_sixpanel_9463">
            <a:extLst>
              <a:ext uri="{FF2B5EF4-FFF2-40B4-BE49-F238E27FC236}">
                <a16:creationId xmlns:a16="http://schemas.microsoft.com/office/drawing/2014/main" id="{462BE8B1-347A-43A7-9187-42D04DAB009F}"/>
              </a:ext>
            </a:extLst>
          </p:cNvPr>
          <p:cNvSpPr>
            <a:spLocks noGrp="1"/>
          </p:cNvSpPr>
          <p:nvPr/>
        </p:nvSpPr>
        <p:spPr>
          <a:xfrm>
            <a:off x="7668986" y="55873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5E021"/>
          </a:solidFill>
          <a:ln w="3364">
            <a:solidFill>
              <a:srgbClr val="C5E021"/>
            </a:solidFill>
            <a:prstDash val="solid"/>
          </a:ln>
        </p:spPr>
      </p:sp>
      <p:sp>
        <p:nvSpPr>
          <p:cNvPr id="4293" name="Stage1_sixpanel_9464">
            <a:extLst>
              <a:ext uri="{FF2B5EF4-FFF2-40B4-BE49-F238E27FC236}">
                <a16:creationId xmlns:a16="http://schemas.microsoft.com/office/drawing/2014/main" id="{BE960AD3-F23C-4C8C-BDE1-738A4C79E8EC}"/>
              </a:ext>
            </a:extLst>
          </p:cNvPr>
          <p:cNvSpPr>
            <a:spLocks noGrp="1"/>
          </p:cNvSpPr>
          <p:nvPr/>
        </p:nvSpPr>
        <p:spPr>
          <a:xfrm>
            <a:off x="7668986" y="55788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2DF23"/>
          </a:solidFill>
          <a:ln w="3364">
            <a:solidFill>
              <a:srgbClr val="C2DF23"/>
            </a:solidFill>
            <a:prstDash val="solid"/>
          </a:ln>
        </p:spPr>
      </p:sp>
      <p:sp>
        <p:nvSpPr>
          <p:cNvPr id="4294" name="Stage1_sixpanel_9465">
            <a:extLst>
              <a:ext uri="{FF2B5EF4-FFF2-40B4-BE49-F238E27FC236}">
                <a16:creationId xmlns:a16="http://schemas.microsoft.com/office/drawing/2014/main" id="{911ECEDE-103E-48A4-B2A7-E1D64A9FAD2A}"/>
              </a:ext>
            </a:extLst>
          </p:cNvPr>
          <p:cNvSpPr>
            <a:spLocks noGrp="1"/>
          </p:cNvSpPr>
          <p:nvPr/>
        </p:nvSpPr>
        <p:spPr>
          <a:xfrm>
            <a:off x="7668986" y="55704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C0DF25"/>
          </a:solidFill>
          <a:ln w="3364">
            <a:solidFill>
              <a:srgbClr val="C0DF25"/>
            </a:solidFill>
            <a:prstDash val="solid"/>
          </a:ln>
        </p:spPr>
      </p:sp>
      <p:sp>
        <p:nvSpPr>
          <p:cNvPr id="4295" name="Stage1_sixpanel_9466">
            <a:extLst>
              <a:ext uri="{FF2B5EF4-FFF2-40B4-BE49-F238E27FC236}">
                <a16:creationId xmlns:a16="http://schemas.microsoft.com/office/drawing/2014/main" id="{3BB19863-6649-4EAF-A3FA-840F74CE1DB2}"/>
              </a:ext>
            </a:extLst>
          </p:cNvPr>
          <p:cNvSpPr>
            <a:spLocks noGrp="1"/>
          </p:cNvSpPr>
          <p:nvPr/>
        </p:nvSpPr>
        <p:spPr>
          <a:xfrm>
            <a:off x="7668986" y="55619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DDF26"/>
          </a:solidFill>
          <a:ln w="3364">
            <a:solidFill>
              <a:srgbClr val="BDDF26"/>
            </a:solidFill>
            <a:prstDash val="solid"/>
          </a:ln>
        </p:spPr>
      </p:sp>
      <p:sp>
        <p:nvSpPr>
          <p:cNvPr id="4296" name="Stage1_sixpanel_9467">
            <a:extLst>
              <a:ext uri="{FF2B5EF4-FFF2-40B4-BE49-F238E27FC236}">
                <a16:creationId xmlns:a16="http://schemas.microsoft.com/office/drawing/2014/main" id="{7BAA522B-3873-405A-99FB-04F06C72478B}"/>
              </a:ext>
            </a:extLst>
          </p:cNvPr>
          <p:cNvSpPr>
            <a:spLocks noGrp="1"/>
          </p:cNvSpPr>
          <p:nvPr/>
        </p:nvSpPr>
        <p:spPr>
          <a:xfrm>
            <a:off x="7668986" y="55534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ADE28"/>
          </a:solidFill>
          <a:ln w="3364">
            <a:solidFill>
              <a:srgbClr val="BADE28"/>
            </a:solidFill>
            <a:prstDash val="solid"/>
          </a:ln>
        </p:spPr>
      </p:sp>
      <p:sp>
        <p:nvSpPr>
          <p:cNvPr id="4297" name="Stage1_sixpanel_9468">
            <a:extLst>
              <a:ext uri="{FF2B5EF4-FFF2-40B4-BE49-F238E27FC236}">
                <a16:creationId xmlns:a16="http://schemas.microsoft.com/office/drawing/2014/main" id="{E6A3FDA0-602C-4F67-A474-C8312D503079}"/>
              </a:ext>
            </a:extLst>
          </p:cNvPr>
          <p:cNvSpPr>
            <a:spLocks noGrp="1"/>
          </p:cNvSpPr>
          <p:nvPr/>
        </p:nvSpPr>
        <p:spPr>
          <a:xfrm>
            <a:off x="7668986" y="55449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8DE29"/>
          </a:solidFill>
          <a:ln w="3364">
            <a:solidFill>
              <a:srgbClr val="B8DE29"/>
            </a:solidFill>
            <a:prstDash val="solid"/>
          </a:ln>
        </p:spPr>
      </p:sp>
      <p:sp>
        <p:nvSpPr>
          <p:cNvPr id="4298" name="Stage1_sixpanel_9469">
            <a:extLst>
              <a:ext uri="{FF2B5EF4-FFF2-40B4-BE49-F238E27FC236}">
                <a16:creationId xmlns:a16="http://schemas.microsoft.com/office/drawing/2014/main" id="{B3FCD7CF-B8B4-4193-8469-E0C41D6E0A74}"/>
              </a:ext>
            </a:extLst>
          </p:cNvPr>
          <p:cNvSpPr>
            <a:spLocks noGrp="1"/>
          </p:cNvSpPr>
          <p:nvPr/>
        </p:nvSpPr>
        <p:spPr>
          <a:xfrm>
            <a:off x="7668986" y="55365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5DE2B"/>
          </a:solidFill>
          <a:ln w="3364">
            <a:solidFill>
              <a:srgbClr val="B5DE2B"/>
            </a:solidFill>
            <a:prstDash val="solid"/>
          </a:ln>
        </p:spPr>
      </p:sp>
      <p:sp>
        <p:nvSpPr>
          <p:cNvPr id="4299" name="Stage1_sixpanel_9470">
            <a:extLst>
              <a:ext uri="{FF2B5EF4-FFF2-40B4-BE49-F238E27FC236}">
                <a16:creationId xmlns:a16="http://schemas.microsoft.com/office/drawing/2014/main" id="{EA67F466-D750-4498-A434-36EBE89902B4}"/>
              </a:ext>
            </a:extLst>
          </p:cNvPr>
          <p:cNvSpPr>
            <a:spLocks noGrp="1"/>
          </p:cNvSpPr>
          <p:nvPr/>
        </p:nvSpPr>
        <p:spPr>
          <a:xfrm>
            <a:off x="7668986" y="55280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2DD2D"/>
          </a:solidFill>
          <a:ln w="3364">
            <a:solidFill>
              <a:srgbClr val="B2DD2D"/>
            </a:solidFill>
            <a:prstDash val="solid"/>
          </a:ln>
        </p:spPr>
      </p:sp>
      <p:sp>
        <p:nvSpPr>
          <p:cNvPr id="4300" name="Stage1_sixpanel_9471">
            <a:extLst>
              <a:ext uri="{FF2B5EF4-FFF2-40B4-BE49-F238E27FC236}">
                <a16:creationId xmlns:a16="http://schemas.microsoft.com/office/drawing/2014/main" id="{F5F7F5D2-EEC4-4B3D-8F2B-5B9F5FCB034F}"/>
              </a:ext>
            </a:extLst>
          </p:cNvPr>
          <p:cNvSpPr>
            <a:spLocks noGrp="1"/>
          </p:cNvSpPr>
          <p:nvPr/>
        </p:nvSpPr>
        <p:spPr>
          <a:xfrm>
            <a:off x="7668986" y="55195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B0DD2F"/>
          </a:solidFill>
          <a:ln w="3364">
            <a:solidFill>
              <a:srgbClr val="B0DD2F"/>
            </a:solidFill>
            <a:prstDash val="solid"/>
          </a:ln>
        </p:spPr>
      </p:sp>
      <p:sp>
        <p:nvSpPr>
          <p:cNvPr id="4301" name="Stage1_sixpanel_9472">
            <a:extLst>
              <a:ext uri="{FF2B5EF4-FFF2-40B4-BE49-F238E27FC236}">
                <a16:creationId xmlns:a16="http://schemas.microsoft.com/office/drawing/2014/main" id="{BBC095E9-3E2B-406D-8B7C-2E16D342E20C}"/>
              </a:ext>
            </a:extLst>
          </p:cNvPr>
          <p:cNvSpPr>
            <a:spLocks noGrp="1"/>
          </p:cNvSpPr>
          <p:nvPr/>
        </p:nvSpPr>
        <p:spPr>
          <a:xfrm>
            <a:off x="7668986" y="55110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DDC30"/>
          </a:solidFill>
          <a:ln w="3364">
            <a:solidFill>
              <a:srgbClr val="ADDC30"/>
            </a:solidFill>
            <a:prstDash val="solid"/>
          </a:ln>
        </p:spPr>
      </p:sp>
      <p:sp>
        <p:nvSpPr>
          <p:cNvPr id="4302" name="Stage1_sixpanel_9473">
            <a:extLst>
              <a:ext uri="{FF2B5EF4-FFF2-40B4-BE49-F238E27FC236}">
                <a16:creationId xmlns:a16="http://schemas.microsoft.com/office/drawing/2014/main" id="{4DE36557-98F3-4AA5-A7D6-7C4183755717}"/>
              </a:ext>
            </a:extLst>
          </p:cNvPr>
          <p:cNvSpPr>
            <a:spLocks noGrp="1"/>
          </p:cNvSpPr>
          <p:nvPr/>
        </p:nvSpPr>
        <p:spPr>
          <a:xfrm>
            <a:off x="7668986" y="55025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ADC32"/>
          </a:solidFill>
          <a:ln w="3364">
            <a:solidFill>
              <a:srgbClr val="AADC32"/>
            </a:solidFill>
            <a:prstDash val="solid"/>
          </a:ln>
        </p:spPr>
      </p:sp>
      <p:sp>
        <p:nvSpPr>
          <p:cNvPr id="4303" name="Stage1_sixpanel_9474">
            <a:extLst>
              <a:ext uri="{FF2B5EF4-FFF2-40B4-BE49-F238E27FC236}">
                <a16:creationId xmlns:a16="http://schemas.microsoft.com/office/drawing/2014/main" id="{9309AD61-4BFD-4720-AFB7-E1772A86BDA7}"/>
              </a:ext>
            </a:extLst>
          </p:cNvPr>
          <p:cNvSpPr>
            <a:spLocks noGrp="1"/>
          </p:cNvSpPr>
          <p:nvPr/>
        </p:nvSpPr>
        <p:spPr>
          <a:xfrm>
            <a:off x="7668986" y="54941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8DB34"/>
          </a:solidFill>
          <a:ln w="3364">
            <a:solidFill>
              <a:srgbClr val="A8DB34"/>
            </a:solidFill>
            <a:prstDash val="solid"/>
          </a:ln>
        </p:spPr>
      </p:sp>
      <p:sp>
        <p:nvSpPr>
          <p:cNvPr id="4304" name="Stage1_sixpanel_9475">
            <a:extLst>
              <a:ext uri="{FF2B5EF4-FFF2-40B4-BE49-F238E27FC236}">
                <a16:creationId xmlns:a16="http://schemas.microsoft.com/office/drawing/2014/main" id="{FE34FEE0-024E-4973-83F1-E44E2C2D8EEF}"/>
              </a:ext>
            </a:extLst>
          </p:cNvPr>
          <p:cNvSpPr>
            <a:spLocks noGrp="1"/>
          </p:cNvSpPr>
          <p:nvPr/>
        </p:nvSpPr>
        <p:spPr>
          <a:xfrm>
            <a:off x="7668986" y="54856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5DB36"/>
          </a:solidFill>
          <a:ln w="3364">
            <a:solidFill>
              <a:srgbClr val="A5DB36"/>
            </a:solidFill>
            <a:prstDash val="solid"/>
          </a:ln>
        </p:spPr>
      </p:sp>
      <p:sp>
        <p:nvSpPr>
          <p:cNvPr id="4305" name="Stage1_sixpanel_9476">
            <a:extLst>
              <a:ext uri="{FF2B5EF4-FFF2-40B4-BE49-F238E27FC236}">
                <a16:creationId xmlns:a16="http://schemas.microsoft.com/office/drawing/2014/main" id="{78238F1E-91C3-4643-835E-A1DED9C884F2}"/>
              </a:ext>
            </a:extLst>
          </p:cNvPr>
          <p:cNvSpPr>
            <a:spLocks noGrp="1"/>
          </p:cNvSpPr>
          <p:nvPr/>
        </p:nvSpPr>
        <p:spPr>
          <a:xfrm>
            <a:off x="7668986" y="54771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2DA37"/>
          </a:solidFill>
          <a:ln w="3364">
            <a:solidFill>
              <a:srgbClr val="A2DA37"/>
            </a:solidFill>
            <a:prstDash val="solid"/>
          </a:ln>
        </p:spPr>
      </p:sp>
      <p:sp>
        <p:nvSpPr>
          <p:cNvPr id="4306" name="Stage1_sixpanel_9477">
            <a:extLst>
              <a:ext uri="{FF2B5EF4-FFF2-40B4-BE49-F238E27FC236}">
                <a16:creationId xmlns:a16="http://schemas.microsoft.com/office/drawing/2014/main" id="{6C1C576B-9905-4E28-AC2A-5D400CA53DC5}"/>
              </a:ext>
            </a:extLst>
          </p:cNvPr>
          <p:cNvSpPr>
            <a:spLocks noGrp="1"/>
          </p:cNvSpPr>
          <p:nvPr/>
        </p:nvSpPr>
        <p:spPr>
          <a:xfrm>
            <a:off x="7668986" y="5468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A0DA39"/>
          </a:solidFill>
          <a:ln w="3364">
            <a:solidFill>
              <a:srgbClr val="A0DA39"/>
            </a:solidFill>
            <a:prstDash val="solid"/>
          </a:ln>
        </p:spPr>
      </p:sp>
      <p:sp>
        <p:nvSpPr>
          <p:cNvPr id="4307" name="Stage1_sixpanel_9478">
            <a:extLst>
              <a:ext uri="{FF2B5EF4-FFF2-40B4-BE49-F238E27FC236}">
                <a16:creationId xmlns:a16="http://schemas.microsoft.com/office/drawing/2014/main" id="{A70E7C60-AFB1-4C79-B659-5C4A4E18D528}"/>
              </a:ext>
            </a:extLst>
          </p:cNvPr>
          <p:cNvSpPr>
            <a:spLocks noGrp="1"/>
          </p:cNvSpPr>
          <p:nvPr/>
        </p:nvSpPr>
        <p:spPr>
          <a:xfrm>
            <a:off x="7668986" y="54602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DD93B"/>
          </a:solidFill>
          <a:ln w="3364">
            <a:solidFill>
              <a:srgbClr val="9DD93B"/>
            </a:solidFill>
            <a:prstDash val="solid"/>
          </a:ln>
        </p:spPr>
      </p:sp>
      <p:sp>
        <p:nvSpPr>
          <p:cNvPr id="4308" name="Stage1_sixpanel_9479">
            <a:extLst>
              <a:ext uri="{FF2B5EF4-FFF2-40B4-BE49-F238E27FC236}">
                <a16:creationId xmlns:a16="http://schemas.microsoft.com/office/drawing/2014/main" id="{B2FC2BA1-2579-43D5-BFEC-D96516EEAB6C}"/>
              </a:ext>
            </a:extLst>
          </p:cNvPr>
          <p:cNvSpPr>
            <a:spLocks noGrp="1"/>
          </p:cNvSpPr>
          <p:nvPr/>
        </p:nvSpPr>
        <p:spPr>
          <a:xfrm>
            <a:off x="7668986" y="54517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BD93C"/>
          </a:solidFill>
          <a:ln w="3364">
            <a:solidFill>
              <a:srgbClr val="9BD93C"/>
            </a:solidFill>
            <a:prstDash val="solid"/>
          </a:ln>
        </p:spPr>
      </p:sp>
      <p:sp>
        <p:nvSpPr>
          <p:cNvPr id="4309" name="Stage1_sixpanel_9480">
            <a:extLst>
              <a:ext uri="{FF2B5EF4-FFF2-40B4-BE49-F238E27FC236}">
                <a16:creationId xmlns:a16="http://schemas.microsoft.com/office/drawing/2014/main" id="{6E473A89-3CF7-40A1-B5BD-8CEC43ECB85B}"/>
              </a:ext>
            </a:extLst>
          </p:cNvPr>
          <p:cNvSpPr>
            <a:spLocks noGrp="1"/>
          </p:cNvSpPr>
          <p:nvPr/>
        </p:nvSpPr>
        <p:spPr>
          <a:xfrm>
            <a:off x="7668986" y="54432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8D83E"/>
          </a:solidFill>
          <a:ln w="3364">
            <a:solidFill>
              <a:srgbClr val="98D83E"/>
            </a:solidFill>
            <a:prstDash val="solid"/>
          </a:ln>
        </p:spPr>
      </p:sp>
      <p:sp>
        <p:nvSpPr>
          <p:cNvPr id="4310" name="Stage1_sixpanel_9481">
            <a:extLst>
              <a:ext uri="{FF2B5EF4-FFF2-40B4-BE49-F238E27FC236}">
                <a16:creationId xmlns:a16="http://schemas.microsoft.com/office/drawing/2014/main" id="{E49F961C-4135-42C4-902E-F740E8F71B50}"/>
              </a:ext>
            </a:extLst>
          </p:cNvPr>
          <p:cNvSpPr>
            <a:spLocks noGrp="1"/>
          </p:cNvSpPr>
          <p:nvPr/>
        </p:nvSpPr>
        <p:spPr>
          <a:xfrm>
            <a:off x="7668986" y="54347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5D840"/>
          </a:solidFill>
          <a:ln w="3364">
            <a:solidFill>
              <a:srgbClr val="95D840"/>
            </a:solidFill>
            <a:prstDash val="solid"/>
          </a:ln>
        </p:spPr>
      </p:sp>
      <p:sp>
        <p:nvSpPr>
          <p:cNvPr id="4311" name="Stage1_sixpanel_9482">
            <a:extLst>
              <a:ext uri="{FF2B5EF4-FFF2-40B4-BE49-F238E27FC236}">
                <a16:creationId xmlns:a16="http://schemas.microsoft.com/office/drawing/2014/main" id="{AAA39E53-02A6-4E82-B5B1-BCAE5CDE5C43}"/>
              </a:ext>
            </a:extLst>
          </p:cNvPr>
          <p:cNvSpPr>
            <a:spLocks noGrp="1"/>
          </p:cNvSpPr>
          <p:nvPr/>
        </p:nvSpPr>
        <p:spPr>
          <a:xfrm>
            <a:off x="7668986" y="54262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3D741"/>
          </a:solidFill>
          <a:ln w="3364">
            <a:solidFill>
              <a:srgbClr val="93D741"/>
            </a:solidFill>
            <a:prstDash val="solid"/>
          </a:ln>
        </p:spPr>
      </p:sp>
      <p:sp>
        <p:nvSpPr>
          <p:cNvPr id="4312" name="Stage1_sixpanel_9483">
            <a:extLst>
              <a:ext uri="{FF2B5EF4-FFF2-40B4-BE49-F238E27FC236}">
                <a16:creationId xmlns:a16="http://schemas.microsoft.com/office/drawing/2014/main" id="{3521AAFA-F4A4-4A10-AED5-EA010DA44115}"/>
              </a:ext>
            </a:extLst>
          </p:cNvPr>
          <p:cNvSpPr>
            <a:spLocks noGrp="1"/>
          </p:cNvSpPr>
          <p:nvPr/>
        </p:nvSpPr>
        <p:spPr>
          <a:xfrm>
            <a:off x="7668986" y="54178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90D743"/>
          </a:solidFill>
          <a:ln w="3364">
            <a:solidFill>
              <a:srgbClr val="90D743"/>
            </a:solidFill>
            <a:prstDash val="solid"/>
          </a:ln>
        </p:spPr>
      </p:sp>
      <p:sp>
        <p:nvSpPr>
          <p:cNvPr id="4313" name="Stage1_sixpanel_9484">
            <a:extLst>
              <a:ext uri="{FF2B5EF4-FFF2-40B4-BE49-F238E27FC236}">
                <a16:creationId xmlns:a16="http://schemas.microsoft.com/office/drawing/2014/main" id="{F709F9A9-32DB-41E2-9F4C-4996227EE272}"/>
              </a:ext>
            </a:extLst>
          </p:cNvPr>
          <p:cNvSpPr>
            <a:spLocks noGrp="1"/>
          </p:cNvSpPr>
          <p:nvPr/>
        </p:nvSpPr>
        <p:spPr>
          <a:xfrm>
            <a:off x="7668986" y="54093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ED645"/>
          </a:solidFill>
          <a:ln w="3364">
            <a:solidFill>
              <a:srgbClr val="8ED645"/>
            </a:solidFill>
            <a:prstDash val="solid"/>
          </a:ln>
        </p:spPr>
      </p:sp>
      <p:sp>
        <p:nvSpPr>
          <p:cNvPr id="4314" name="Stage1_sixpanel_9485">
            <a:extLst>
              <a:ext uri="{FF2B5EF4-FFF2-40B4-BE49-F238E27FC236}">
                <a16:creationId xmlns:a16="http://schemas.microsoft.com/office/drawing/2014/main" id="{2071F6D3-CAB7-4C07-A56D-85F1ED8428FA}"/>
              </a:ext>
            </a:extLst>
          </p:cNvPr>
          <p:cNvSpPr>
            <a:spLocks noGrp="1"/>
          </p:cNvSpPr>
          <p:nvPr/>
        </p:nvSpPr>
        <p:spPr>
          <a:xfrm>
            <a:off x="7668986" y="5400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BD646"/>
          </a:solidFill>
          <a:ln w="3364">
            <a:solidFill>
              <a:srgbClr val="8BD646"/>
            </a:solidFill>
            <a:prstDash val="solid"/>
          </a:ln>
        </p:spPr>
      </p:sp>
      <p:sp>
        <p:nvSpPr>
          <p:cNvPr id="4315" name="Stage1_sixpanel_9486">
            <a:extLst>
              <a:ext uri="{FF2B5EF4-FFF2-40B4-BE49-F238E27FC236}">
                <a16:creationId xmlns:a16="http://schemas.microsoft.com/office/drawing/2014/main" id="{ABDEE391-C399-412C-891B-60FF90A1051C}"/>
              </a:ext>
            </a:extLst>
          </p:cNvPr>
          <p:cNvSpPr>
            <a:spLocks noGrp="1"/>
          </p:cNvSpPr>
          <p:nvPr/>
        </p:nvSpPr>
        <p:spPr>
          <a:xfrm>
            <a:off x="7668986" y="53923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9D548"/>
          </a:solidFill>
          <a:ln w="3364">
            <a:solidFill>
              <a:srgbClr val="89D548"/>
            </a:solidFill>
            <a:prstDash val="solid"/>
          </a:ln>
        </p:spPr>
      </p:sp>
      <p:sp>
        <p:nvSpPr>
          <p:cNvPr id="4316" name="Stage1_sixpanel_9487">
            <a:extLst>
              <a:ext uri="{FF2B5EF4-FFF2-40B4-BE49-F238E27FC236}">
                <a16:creationId xmlns:a16="http://schemas.microsoft.com/office/drawing/2014/main" id="{7D9E994A-C4A7-454E-B815-B833E9970328}"/>
              </a:ext>
            </a:extLst>
          </p:cNvPr>
          <p:cNvSpPr>
            <a:spLocks noGrp="1"/>
          </p:cNvSpPr>
          <p:nvPr/>
        </p:nvSpPr>
        <p:spPr>
          <a:xfrm>
            <a:off x="7668986" y="53839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6D549"/>
          </a:solidFill>
          <a:ln w="3364">
            <a:solidFill>
              <a:srgbClr val="86D549"/>
            </a:solidFill>
            <a:prstDash val="solid"/>
          </a:ln>
        </p:spPr>
      </p:sp>
      <p:sp>
        <p:nvSpPr>
          <p:cNvPr id="4317" name="Stage1_sixpanel_9488">
            <a:extLst>
              <a:ext uri="{FF2B5EF4-FFF2-40B4-BE49-F238E27FC236}">
                <a16:creationId xmlns:a16="http://schemas.microsoft.com/office/drawing/2014/main" id="{9D85E0D7-B384-4B83-ADE6-092950701029}"/>
              </a:ext>
            </a:extLst>
          </p:cNvPr>
          <p:cNvSpPr>
            <a:spLocks noGrp="1"/>
          </p:cNvSpPr>
          <p:nvPr/>
        </p:nvSpPr>
        <p:spPr>
          <a:xfrm>
            <a:off x="7668986" y="53754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4D44B"/>
          </a:solidFill>
          <a:ln w="3364">
            <a:solidFill>
              <a:srgbClr val="84D44B"/>
            </a:solidFill>
            <a:prstDash val="solid"/>
          </a:ln>
        </p:spPr>
      </p:sp>
      <p:sp>
        <p:nvSpPr>
          <p:cNvPr id="4318" name="Stage1_sixpanel_9489">
            <a:extLst>
              <a:ext uri="{FF2B5EF4-FFF2-40B4-BE49-F238E27FC236}">
                <a16:creationId xmlns:a16="http://schemas.microsoft.com/office/drawing/2014/main" id="{429D84F9-FB9E-47D0-B641-47C3EF10E226}"/>
              </a:ext>
            </a:extLst>
          </p:cNvPr>
          <p:cNvSpPr>
            <a:spLocks noGrp="1"/>
          </p:cNvSpPr>
          <p:nvPr/>
        </p:nvSpPr>
        <p:spPr>
          <a:xfrm>
            <a:off x="7668986" y="53669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81D34D"/>
          </a:solidFill>
          <a:ln w="3364">
            <a:solidFill>
              <a:srgbClr val="81D34D"/>
            </a:solidFill>
            <a:prstDash val="solid"/>
          </a:ln>
        </p:spPr>
      </p:sp>
      <p:sp>
        <p:nvSpPr>
          <p:cNvPr id="4319" name="Stage1_sixpanel_9490">
            <a:extLst>
              <a:ext uri="{FF2B5EF4-FFF2-40B4-BE49-F238E27FC236}">
                <a16:creationId xmlns:a16="http://schemas.microsoft.com/office/drawing/2014/main" id="{3432DE81-BD46-4C5D-995C-D21C23F0624E}"/>
              </a:ext>
            </a:extLst>
          </p:cNvPr>
          <p:cNvSpPr>
            <a:spLocks noGrp="1"/>
          </p:cNvSpPr>
          <p:nvPr/>
        </p:nvSpPr>
        <p:spPr>
          <a:xfrm>
            <a:off x="7668986" y="53584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FD34E"/>
          </a:solidFill>
          <a:ln w="3364">
            <a:solidFill>
              <a:srgbClr val="7FD34E"/>
            </a:solidFill>
            <a:prstDash val="solid"/>
          </a:ln>
        </p:spPr>
      </p:sp>
      <p:sp>
        <p:nvSpPr>
          <p:cNvPr id="4320" name="Stage1_sixpanel_9491">
            <a:extLst>
              <a:ext uri="{FF2B5EF4-FFF2-40B4-BE49-F238E27FC236}">
                <a16:creationId xmlns:a16="http://schemas.microsoft.com/office/drawing/2014/main" id="{9E1BDF53-6609-4A6F-85CD-DF40FCB42927}"/>
              </a:ext>
            </a:extLst>
          </p:cNvPr>
          <p:cNvSpPr>
            <a:spLocks noGrp="1"/>
          </p:cNvSpPr>
          <p:nvPr/>
        </p:nvSpPr>
        <p:spPr>
          <a:xfrm>
            <a:off x="7668986" y="53500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CD250"/>
          </a:solidFill>
          <a:ln w="3364">
            <a:solidFill>
              <a:srgbClr val="7CD250"/>
            </a:solidFill>
            <a:prstDash val="solid"/>
          </a:ln>
        </p:spPr>
      </p:sp>
      <p:sp>
        <p:nvSpPr>
          <p:cNvPr id="4321" name="Stage1_sixpanel_9492">
            <a:extLst>
              <a:ext uri="{FF2B5EF4-FFF2-40B4-BE49-F238E27FC236}">
                <a16:creationId xmlns:a16="http://schemas.microsoft.com/office/drawing/2014/main" id="{F91FB17A-C0D1-4D2D-B4B3-0AD318E58D4F}"/>
              </a:ext>
            </a:extLst>
          </p:cNvPr>
          <p:cNvSpPr>
            <a:spLocks noGrp="1"/>
          </p:cNvSpPr>
          <p:nvPr/>
        </p:nvSpPr>
        <p:spPr>
          <a:xfrm>
            <a:off x="7668986" y="53415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AD151"/>
          </a:solidFill>
          <a:ln w="3364">
            <a:solidFill>
              <a:srgbClr val="7AD151"/>
            </a:solidFill>
            <a:prstDash val="solid"/>
          </a:ln>
        </p:spPr>
      </p:sp>
      <p:sp>
        <p:nvSpPr>
          <p:cNvPr id="4322" name="Stage1_sixpanel_9493">
            <a:extLst>
              <a:ext uri="{FF2B5EF4-FFF2-40B4-BE49-F238E27FC236}">
                <a16:creationId xmlns:a16="http://schemas.microsoft.com/office/drawing/2014/main" id="{3EE16E94-8666-4D05-8743-479938712B6A}"/>
              </a:ext>
            </a:extLst>
          </p:cNvPr>
          <p:cNvSpPr>
            <a:spLocks noGrp="1"/>
          </p:cNvSpPr>
          <p:nvPr/>
        </p:nvSpPr>
        <p:spPr>
          <a:xfrm>
            <a:off x="7668986" y="53330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7D153"/>
          </a:solidFill>
          <a:ln w="3364">
            <a:solidFill>
              <a:srgbClr val="77D153"/>
            </a:solidFill>
            <a:prstDash val="solid"/>
          </a:ln>
        </p:spPr>
      </p:sp>
      <p:sp>
        <p:nvSpPr>
          <p:cNvPr id="4323" name="Stage1_sixpanel_9494">
            <a:extLst>
              <a:ext uri="{FF2B5EF4-FFF2-40B4-BE49-F238E27FC236}">
                <a16:creationId xmlns:a16="http://schemas.microsoft.com/office/drawing/2014/main" id="{670485CE-D1F4-41AC-BAB4-EC34778AE617}"/>
              </a:ext>
            </a:extLst>
          </p:cNvPr>
          <p:cNvSpPr>
            <a:spLocks noGrp="1"/>
          </p:cNvSpPr>
          <p:nvPr/>
        </p:nvSpPr>
        <p:spPr>
          <a:xfrm>
            <a:off x="7668986" y="53245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5D054"/>
          </a:solidFill>
          <a:ln w="3364">
            <a:solidFill>
              <a:srgbClr val="75D054"/>
            </a:solidFill>
            <a:prstDash val="solid"/>
          </a:ln>
        </p:spPr>
      </p:sp>
      <p:sp>
        <p:nvSpPr>
          <p:cNvPr id="4324" name="Stage1_sixpanel_9495">
            <a:extLst>
              <a:ext uri="{FF2B5EF4-FFF2-40B4-BE49-F238E27FC236}">
                <a16:creationId xmlns:a16="http://schemas.microsoft.com/office/drawing/2014/main" id="{60F38EF4-18A5-4103-94F7-B028D7C4A37C}"/>
              </a:ext>
            </a:extLst>
          </p:cNvPr>
          <p:cNvSpPr>
            <a:spLocks noGrp="1"/>
          </p:cNvSpPr>
          <p:nvPr/>
        </p:nvSpPr>
        <p:spPr>
          <a:xfrm>
            <a:off x="7668986" y="53160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3D056"/>
          </a:solidFill>
          <a:ln w="3364">
            <a:solidFill>
              <a:srgbClr val="73D056"/>
            </a:solidFill>
            <a:prstDash val="solid"/>
          </a:ln>
        </p:spPr>
      </p:sp>
      <p:sp>
        <p:nvSpPr>
          <p:cNvPr id="4325" name="Stage1_sixpanel_9496">
            <a:extLst>
              <a:ext uri="{FF2B5EF4-FFF2-40B4-BE49-F238E27FC236}">
                <a16:creationId xmlns:a16="http://schemas.microsoft.com/office/drawing/2014/main" id="{098F2464-EF23-4F6B-A431-D0E8D28179B2}"/>
              </a:ext>
            </a:extLst>
          </p:cNvPr>
          <p:cNvSpPr>
            <a:spLocks noGrp="1"/>
          </p:cNvSpPr>
          <p:nvPr/>
        </p:nvSpPr>
        <p:spPr>
          <a:xfrm>
            <a:off x="7668986" y="53076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70CF57"/>
          </a:solidFill>
          <a:ln w="3364">
            <a:solidFill>
              <a:srgbClr val="70CF57"/>
            </a:solidFill>
            <a:prstDash val="solid"/>
          </a:ln>
        </p:spPr>
      </p:sp>
      <p:sp>
        <p:nvSpPr>
          <p:cNvPr id="4326" name="Stage1_sixpanel_9497">
            <a:extLst>
              <a:ext uri="{FF2B5EF4-FFF2-40B4-BE49-F238E27FC236}">
                <a16:creationId xmlns:a16="http://schemas.microsoft.com/office/drawing/2014/main" id="{240C98CD-163F-469F-B5FB-9D954A7AB7F6}"/>
              </a:ext>
            </a:extLst>
          </p:cNvPr>
          <p:cNvSpPr>
            <a:spLocks noGrp="1"/>
          </p:cNvSpPr>
          <p:nvPr/>
        </p:nvSpPr>
        <p:spPr>
          <a:xfrm>
            <a:off x="7668986" y="52991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ECE58"/>
          </a:solidFill>
          <a:ln w="3364">
            <a:solidFill>
              <a:srgbClr val="6ECE58"/>
            </a:solidFill>
            <a:prstDash val="solid"/>
          </a:ln>
        </p:spPr>
      </p:sp>
      <p:sp>
        <p:nvSpPr>
          <p:cNvPr id="4327" name="Stage1_sixpanel_9498">
            <a:extLst>
              <a:ext uri="{FF2B5EF4-FFF2-40B4-BE49-F238E27FC236}">
                <a16:creationId xmlns:a16="http://schemas.microsoft.com/office/drawing/2014/main" id="{C938F2CD-C866-43D7-9A71-44FC2AB77763}"/>
              </a:ext>
            </a:extLst>
          </p:cNvPr>
          <p:cNvSpPr>
            <a:spLocks noGrp="1"/>
          </p:cNvSpPr>
          <p:nvPr/>
        </p:nvSpPr>
        <p:spPr>
          <a:xfrm>
            <a:off x="7668986" y="52906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CCD5A"/>
          </a:solidFill>
          <a:ln w="3364">
            <a:solidFill>
              <a:srgbClr val="6CCD5A"/>
            </a:solidFill>
            <a:prstDash val="solid"/>
          </a:ln>
        </p:spPr>
      </p:sp>
      <p:sp>
        <p:nvSpPr>
          <p:cNvPr id="4328" name="Stage1_sixpanel_9499">
            <a:extLst>
              <a:ext uri="{FF2B5EF4-FFF2-40B4-BE49-F238E27FC236}">
                <a16:creationId xmlns:a16="http://schemas.microsoft.com/office/drawing/2014/main" id="{B8A6655D-E68D-4087-A768-0BA02DBC81DC}"/>
              </a:ext>
            </a:extLst>
          </p:cNvPr>
          <p:cNvSpPr>
            <a:spLocks noGrp="1"/>
          </p:cNvSpPr>
          <p:nvPr/>
        </p:nvSpPr>
        <p:spPr>
          <a:xfrm>
            <a:off x="7668986" y="52821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9CD5B"/>
          </a:solidFill>
          <a:ln w="3364">
            <a:solidFill>
              <a:srgbClr val="69CD5B"/>
            </a:solidFill>
            <a:prstDash val="solid"/>
          </a:ln>
        </p:spPr>
      </p:sp>
      <p:sp>
        <p:nvSpPr>
          <p:cNvPr id="4329" name="Stage1_sixpanel_9500">
            <a:extLst>
              <a:ext uri="{FF2B5EF4-FFF2-40B4-BE49-F238E27FC236}">
                <a16:creationId xmlns:a16="http://schemas.microsoft.com/office/drawing/2014/main" id="{9C6DB7DC-9A2B-4BCD-A9E1-7B2A43AFCDDE}"/>
              </a:ext>
            </a:extLst>
          </p:cNvPr>
          <p:cNvSpPr>
            <a:spLocks noGrp="1"/>
          </p:cNvSpPr>
          <p:nvPr/>
        </p:nvSpPr>
        <p:spPr>
          <a:xfrm>
            <a:off x="7668986" y="52737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7CC5C"/>
          </a:solidFill>
          <a:ln w="3364">
            <a:solidFill>
              <a:srgbClr val="67CC5C"/>
            </a:solidFill>
            <a:prstDash val="solid"/>
          </a:ln>
        </p:spPr>
      </p:sp>
      <p:sp>
        <p:nvSpPr>
          <p:cNvPr id="4330" name="Stage1_sixpanel_9501">
            <a:extLst>
              <a:ext uri="{FF2B5EF4-FFF2-40B4-BE49-F238E27FC236}">
                <a16:creationId xmlns:a16="http://schemas.microsoft.com/office/drawing/2014/main" id="{CAC74D5F-F350-42D1-8961-E0BCE50BE078}"/>
              </a:ext>
            </a:extLst>
          </p:cNvPr>
          <p:cNvSpPr>
            <a:spLocks noGrp="1"/>
          </p:cNvSpPr>
          <p:nvPr/>
        </p:nvSpPr>
        <p:spPr>
          <a:xfrm>
            <a:off x="7668986" y="52652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5CB5E"/>
          </a:solidFill>
          <a:ln w="3364">
            <a:solidFill>
              <a:srgbClr val="65CB5E"/>
            </a:solidFill>
            <a:prstDash val="solid"/>
          </a:ln>
        </p:spPr>
      </p:sp>
      <p:sp>
        <p:nvSpPr>
          <p:cNvPr id="4331" name="Stage1_sixpanel_9502">
            <a:extLst>
              <a:ext uri="{FF2B5EF4-FFF2-40B4-BE49-F238E27FC236}">
                <a16:creationId xmlns:a16="http://schemas.microsoft.com/office/drawing/2014/main" id="{E121E3B7-8E38-4B42-AC6F-44F09F41BA7D}"/>
              </a:ext>
            </a:extLst>
          </p:cNvPr>
          <p:cNvSpPr>
            <a:spLocks noGrp="1"/>
          </p:cNvSpPr>
          <p:nvPr/>
        </p:nvSpPr>
        <p:spPr>
          <a:xfrm>
            <a:off x="7668986" y="52567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3CB5F"/>
          </a:solidFill>
          <a:ln w="3364">
            <a:solidFill>
              <a:srgbClr val="63CB5F"/>
            </a:solidFill>
            <a:prstDash val="solid"/>
          </a:ln>
        </p:spPr>
      </p:sp>
      <p:sp>
        <p:nvSpPr>
          <p:cNvPr id="4332" name="Stage1_sixpanel_9503">
            <a:extLst>
              <a:ext uri="{FF2B5EF4-FFF2-40B4-BE49-F238E27FC236}">
                <a16:creationId xmlns:a16="http://schemas.microsoft.com/office/drawing/2014/main" id="{9B43AA1D-0B35-4B7A-8E88-847A15C14717}"/>
              </a:ext>
            </a:extLst>
          </p:cNvPr>
          <p:cNvSpPr>
            <a:spLocks noGrp="1"/>
          </p:cNvSpPr>
          <p:nvPr/>
        </p:nvSpPr>
        <p:spPr>
          <a:xfrm>
            <a:off x="7668986" y="52482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60CA60"/>
          </a:solidFill>
          <a:ln w="3364">
            <a:solidFill>
              <a:srgbClr val="60CA60"/>
            </a:solidFill>
            <a:prstDash val="solid"/>
          </a:ln>
        </p:spPr>
      </p:sp>
      <p:sp>
        <p:nvSpPr>
          <p:cNvPr id="4333" name="Stage1_sixpanel_9504">
            <a:extLst>
              <a:ext uri="{FF2B5EF4-FFF2-40B4-BE49-F238E27FC236}">
                <a16:creationId xmlns:a16="http://schemas.microsoft.com/office/drawing/2014/main" id="{FAF9C8EB-27C5-4D5B-A5B1-14C0096FF27F}"/>
              </a:ext>
            </a:extLst>
          </p:cNvPr>
          <p:cNvSpPr>
            <a:spLocks noGrp="1"/>
          </p:cNvSpPr>
          <p:nvPr/>
        </p:nvSpPr>
        <p:spPr>
          <a:xfrm>
            <a:off x="7668986" y="52397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EC962"/>
          </a:solidFill>
          <a:ln w="3364">
            <a:solidFill>
              <a:srgbClr val="5EC962"/>
            </a:solidFill>
            <a:prstDash val="solid"/>
          </a:ln>
        </p:spPr>
      </p:sp>
      <p:sp>
        <p:nvSpPr>
          <p:cNvPr id="4334" name="Stage1_sixpanel_9505">
            <a:extLst>
              <a:ext uri="{FF2B5EF4-FFF2-40B4-BE49-F238E27FC236}">
                <a16:creationId xmlns:a16="http://schemas.microsoft.com/office/drawing/2014/main" id="{92DE3F2C-B7FE-49D9-A8E6-B4D7387E4823}"/>
              </a:ext>
            </a:extLst>
          </p:cNvPr>
          <p:cNvSpPr>
            <a:spLocks noGrp="1"/>
          </p:cNvSpPr>
          <p:nvPr/>
        </p:nvSpPr>
        <p:spPr>
          <a:xfrm>
            <a:off x="7668986" y="52313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CC863"/>
          </a:solidFill>
          <a:ln w="3364">
            <a:solidFill>
              <a:srgbClr val="5CC863"/>
            </a:solidFill>
            <a:prstDash val="solid"/>
          </a:ln>
        </p:spPr>
      </p:sp>
      <p:sp>
        <p:nvSpPr>
          <p:cNvPr id="4335" name="Stage1_sixpanel_9506">
            <a:extLst>
              <a:ext uri="{FF2B5EF4-FFF2-40B4-BE49-F238E27FC236}">
                <a16:creationId xmlns:a16="http://schemas.microsoft.com/office/drawing/2014/main" id="{7C17B049-6358-4932-AB70-4C4C9195B703}"/>
              </a:ext>
            </a:extLst>
          </p:cNvPr>
          <p:cNvSpPr>
            <a:spLocks noGrp="1"/>
          </p:cNvSpPr>
          <p:nvPr/>
        </p:nvSpPr>
        <p:spPr>
          <a:xfrm>
            <a:off x="7668986" y="52228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AC864"/>
          </a:solidFill>
          <a:ln w="3364">
            <a:solidFill>
              <a:srgbClr val="5AC864"/>
            </a:solidFill>
            <a:prstDash val="solid"/>
          </a:ln>
        </p:spPr>
      </p:sp>
      <p:sp>
        <p:nvSpPr>
          <p:cNvPr id="4336" name="Stage1_sixpanel_9507">
            <a:extLst>
              <a:ext uri="{FF2B5EF4-FFF2-40B4-BE49-F238E27FC236}">
                <a16:creationId xmlns:a16="http://schemas.microsoft.com/office/drawing/2014/main" id="{3B01BA4A-91A2-4AFD-89D4-5D4EBB8BF21D}"/>
              </a:ext>
            </a:extLst>
          </p:cNvPr>
          <p:cNvSpPr>
            <a:spLocks noGrp="1"/>
          </p:cNvSpPr>
          <p:nvPr/>
        </p:nvSpPr>
        <p:spPr>
          <a:xfrm>
            <a:off x="7668986" y="52143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8C765"/>
          </a:solidFill>
          <a:ln w="3364">
            <a:solidFill>
              <a:srgbClr val="58C765"/>
            </a:solidFill>
            <a:prstDash val="solid"/>
          </a:ln>
        </p:spPr>
      </p:sp>
      <p:sp>
        <p:nvSpPr>
          <p:cNvPr id="4337" name="Stage1_sixpanel_9508">
            <a:extLst>
              <a:ext uri="{FF2B5EF4-FFF2-40B4-BE49-F238E27FC236}">
                <a16:creationId xmlns:a16="http://schemas.microsoft.com/office/drawing/2014/main" id="{D88A89C0-A1C2-400E-BF55-AA5C802CE340}"/>
              </a:ext>
            </a:extLst>
          </p:cNvPr>
          <p:cNvSpPr>
            <a:spLocks noGrp="1"/>
          </p:cNvSpPr>
          <p:nvPr/>
        </p:nvSpPr>
        <p:spPr>
          <a:xfrm>
            <a:off x="7668986" y="52058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6C667"/>
          </a:solidFill>
          <a:ln w="3364">
            <a:solidFill>
              <a:srgbClr val="56C667"/>
            </a:solidFill>
            <a:prstDash val="solid"/>
          </a:ln>
        </p:spPr>
      </p:sp>
      <p:sp>
        <p:nvSpPr>
          <p:cNvPr id="4338" name="Stage1_sixpanel_9509">
            <a:extLst>
              <a:ext uri="{FF2B5EF4-FFF2-40B4-BE49-F238E27FC236}">
                <a16:creationId xmlns:a16="http://schemas.microsoft.com/office/drawing/2014/main" id="{10D3BDFA-AC96-4932-A1BF-4DED132672D2}"/>
              </a:ext>
            </a:extLst>
          </p:cNvPr>
          <p:cNvSpPr>
            <a:spLocks noGrp="1"/>
          </p:cNvSpPr>
          <p:nvPr/>
        </p:nvSpPr>
        <p:spPr>
          <a:xfrm>
            <a:off x="7668986" y="5197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4C568"/>
          </a:solidFill>
          <a:ln w="3364">
            <a:solidFill>
              <a:srgbClr val="54C568"/>
            </a:solidFill>
            <a:prstDash val="solid"/>
          </a:ln>
        </p:spPr>
      </p:sp>
      <p:sp>
        <p:nvSpPr>
          <p:cNvPr id="4339" name="Stage1_sixpanel_9510">
            <a:extLst>
              <a:ext uri="{FF2B5EF4-FFF2-40B4-BE49-F238E27FC236}">
                <a16:creationId xmlns:a16="http://schemas.microsoft.com/office/drawing/2014/main" id="{4EE1203F-F20C-42C9-946D-8911D1A50318}"/>
              </a:ext>
            </a:extLst>
          </p:cNvPr>
          <p:cNvSpPr>
            <a:spLocks noGrp="1"/>
          </p:cNvSpPr>
          <p:nvPr/>
        </p:nvSpPr>
        <p:spPr>
          <a:xfrm>
            <a:off x="7668986" y="51889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2C569"/>
          </a:solidFill>
          <a:ln w="3364">
            <a:solidFill>
              <a:srgbClr val="52C569"/>
            </a:solidFill>
            <a:prstDash val="solid"/>
          </a:ln>
        </p:spPr>
      </p:sp>
      <p:sp>
        <p:nvSpPr>
          <p:cNvPr id="4340" name="Stage1_sixpanel_9511">
            <a:extLst>
              <a:ext uri="{FF2B5EF4-FFF2-40B4-BE49-F238E27FC236}">
                <a16:creationId xmlns:a16="http://schemas.microsoft.com/office/drawing/2014/main" id="{CC978D80-3F65-4F55-BE17-ECD2128C0B46}"/>
              </a:ext>
            </a:extLst>
          </p:cNvPr>
          <p:cNvSpPr>
            <a:spLocks noGrp="1"/>
          </p:cNvSpPr>
          <p:nvPr/>
        </p:nvSpPr>
        <p:spPr>
          <a:xfrm>
            <a:off x="7668986" y="518045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50C46A"/>
          </a:solidFill>
          <a:ln w="3364">
            <a:solidFill>
              <a:srgbClr val="50C46A"/>
            </a:solidFill>
            <a:prstDash val="solid"/>
          </a:ln>
        </p:spPr>
      </p:sp>
      <p:sp>
        <p:nvSpPr>
          <p:cNvPr id="4341" name="Stage1_sixpanel_9512">
            <a:extLst>
              <a:ext uri="{FF2B5EF4-FFF2-40B4-BE49-F238E27FC236}">
                <a16:creationId xmlns:a16="http://schemas.microsoft.com/office/drawing/2014/main" id="{3773234B-1E4B-41F1-BB08-6B1469669B1F}"/>
              </a:ext>
            </a:extLst>
          </p:cNvPr>
          <p:cNvSpPr>
            <a:spLocks noGrp="1"/>
          </p:cNvSpPr>
          <p:nvPr/>
        </p:nvSpPr>
        <p:spPr>
          <a:xfrm>
            <a:off x="7668986" y="51719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EC36B"/>
          </a:solidFill>
          <a:ln w="3364">
            <a:solidFill>
              <a:srgbClr val="4EC36B"/>
            </a:solidFill>
            <a:prstDash val="solid"/>
          </a:ln>
        </p:spPr>
      </p:sp>
      <p:sp>
        <p:nvSpPr>
          <p:cNvPr id="4342" name="Stage1_sixpanel_9513">
            <a:extLst>
              <a:ext uri="{FF2B5EF4-FFF2-40B4-BE49-F238E27FC236}">
                <a16:creationId xmlns:a16="http://schemas.microsoft.com/office/drawing/2014/main" id="{22ADA744-E431-4553-B698-7B1381E03975}"/>
              </a:ext>
            </a:extLst>
          </p:cNvPr>
          <p:cNvSpPr>
            <a:spLocks noGrp="1"/>
          </p:cNvSpPr>
          <p:nvPr/>
        </p:nvSpPr>
        <p:spPr>
          <a:xfrm>
            <a:off x="7668986" y="51635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CC26C"/>
          </a:solidFill>
          <a:ln w="3364">
            <a:solidFill>
              <a:srgbClr val="4CC26C"/>
            </a:solidFill>
            <a:prstDash val="solid"/>
          </a:ln>
        </p:spPr>
      </p:sp>
      <p:sp>
        <p:nvSpPr>
          <p:cNvPr id="4343" name="Stage1_sixpanel_9514">
            <a:extLst>
              <a:ext uri="{FF2B5EF4-FFF2-40B4-BE49-F238E27FC236}">
                <a16:creationId xmlns:a16="http://schemas.microsoft.com/office/drawing/2014/main" id="{D7A17749-0B29-475B-A4A9-55FB7A75EA38}"/>
              </a:ext>
            </a:extLst>
          </p:cNvPr>
          <p:cNvSpPr>
            <a:spLocks noGrp="1"/>
          </p:cNvSpPr>
          <p:nvPr/>
        </p:nvSpPr>
        <p:spPr>
          <a:xfrm>
            <a:off x="7668986" y="51550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AC16D"/>
          </a:solidFill>
          <a:ln w="3364">
            <a:solidFill>
              <a:srgbClr val="4AC16D"/>
            </a:solidFill>
            <a:prstDash val="solid"/>
          </a:ln>
        </p:spPr>
      </p:sp>
      <p:sp>
        <p:nvSpPr>
          <p:cNvPr id="4344" name="Stage1_sixpanel_9515">
            <a:extLst>
              <a:ext uri="{FF2B5EF4-FFF2-40B4-BE49-F238E27FC236}">
                <a16:creationId xmlns:a16="http://schemas.microsoft.com/office/drawing/2014/main" id="{915CF370-DD66-4E45-940D-DF9C0E3B1C0F}"/>
              </a:ext>
            </a:extLst>
          </p:cNvPr>
          <p:cNvSpPr>
            <a:spLocks noGrp="1"/>
          </p:cNvSpPr>
          <p:nvPr/>
        </p:nvSpPr>
        <p:spPr>
          <a:xfrm>
            <a:off x="7668986" y="514654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C16E"/>
          </a:solidFill>
          <a:ln w="3364">
            <a:solidFill>
              <a:srgbClr val="48C16E"/>
            </a:solidFill>
            <a:prstDash val="solid"/>
          </a:ln>
        </p:spPr>
      </p:sp>
      <p:sp>
        <p:nvSpPr>
          <p:cNvPr id="4345" name="Stage1_sixpanel_9516">
            <a:extLst>
              <a:ext uri="{FF2B5EF4-FFF2-40B4-BE49-F238E27FC236}">
                <a16:creationId xmlns:a16="http://schemas.microsoft.com/office/drawing/2014/main" id="{A6EBC53A-B62D-4EBB-839A-76B71AB7DB3E}"/>
              </a:ext>
            </a:extLst>
          </p:cNvPr>
          <p:cNvSpPr>
            <a:spLocks noGrp="1"/>
          </p:cNvSpPr>
          <p:nvPr/>
        </p:nvSpPr>
        <p:spPr>
          <a:xfrm>
            <a:off x="7668986" y="51380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C06F"/>
          </a:solidFill>
          <a:ln w="3364">
            <a:solidFill>
              <a:srgbClr val="46C06F"/>
            </a:solidFill>
            <a:prstDash val="solid"/>
          </a:ln>
        </p:spPr>
      </p:sp>
      <p:sp>
        <p:nvSpPr>
          <p:cNvPr id="4346" name="Stage1_sixpanel_9517">
            <a:extLst>
              <a:ext uri="{FF2B5EF4-FFF2-40B4-BE49-F238E27FC236}">
                <a16:creationId xmlns:a16="http://schemas.microsoft.com/office/drawing/2014/main" id="{D4A45E0E-38D8-48C8-A8F1-FF194BEE3755}"/>
              </a:ext>
            </a:extLst>
          </p:cNvPr>
          <p:cNvSpPr>
            <a:spLocks noGrp="1"/>
          </p:cNvSpPr>
          <p:nvPr/>
        </p:nvSpPr>
        <p:spPr>
          <a:xfrm>
            <a:off x="7668986" y="51295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BF70"/>
          </a:solidFill>
          <a:ln w="3364">
            <a:solidFill>
              <a:srgbClr val="44BF70"/>
            </a:solidFill>
            <a:prstDash val="solid"/>
          </a:ln>
        </p:spPr>
      </p:sp>
      <p:sp>
        <p:nvSpPr>
          <p:cNvPr id="4347" name="Stage1_sixpanel_9518">
            <a:extLst>
              <a:ext uri="{FF2B5EF4-FFF2-40B4-BE49-F238E27FC236}">
                <a16:creationId xmlns:a16="http://schemas.microsoft.com/office/drawing/2014/main" id="{5498A7E7-AE48-4D6C-9A7A-1A611FBC1A27}"/>
              </a:ext>
            </a:extLst>
          </p:cNvPr>
          <p:cNvSpPr>
            <a:spLocks noGrp="1"/>
          </p:cNvSpPr>
          <p:nvPr/>
        </p:nvSpPr>
        <p:spPr>
          <a:xfrm>
            <a:off x="7668986" y="51211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BE71"/>
          </a:solidFill>
          <a:ln w="3364">
            <a:solidFill>
              <a:srgbClr val="42BE71"/>
            </a:solidFill>
            <a:prstDash val="solid"/>
          </a:ln>
        </p:spPr>
      </p:sp>
      <p:sp>
        <p:nvSpPr>
          <p:cNvPr id="4348" name="Stage1_sixpanel_9519">
            <a:extLst>
              <a:ext uri="{FF2B5EF4-FFF2-40B4-BE49-F238E27FC236}">
                <a16:creationId xmlns:a16="http://schemas.microsoft.com/office/drawing/2014/main" id="{D1ACFB7B-652E-4AC4-86F3-92312D07D8ED}"/>
              </a:ext>
            </a:extLst>
          </p:cNvPr>
          <p:cNvSpPr>
            <a:spLocks noGrp="1"/>
          </p:cNvSpPr>
          <p:nvPr/>
        </p:nvSpPr>
        <p:spPr>
          <a:xfrm>
            <a:off x="7668986" y="51126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BD72"/>
          </a:solidFill>
          <a:ln w="3364">
            <a:solidFill>
              <a:srgbClr val="40BD72"/>
            </a:solidFill>
            <a:prstDash val="solid"/>
          </a:ln>
        </p:spPr>
      </p:sp>
      <p:sp>
        <p:nvSpPr>
          <p:cNvPr id="4349" name="Stage1_sixpanel_9520">
            <a:extLst>
              <a:ext uri="{FF2B5EF4-FFF2-40B4-BE49-F238E27FC236}">
                <a16:creationId xmlns:a16="http://schemas.microsoft.com/office/drawing/2014/main" id="{625F11F8-C3A9-43A2-AD37-AD4017FF65B6}"/>
              </a:ext>
            </a:extLst>
          </p:cNvPr>
          <p:cNvSpPr>
            <a:spLocks noGrp="1"/>
          </p:cNvSpPr>
          <p:nvPr/>
        </p:nvSpPr>
        <p:spPr>
          <a:xfrm>
            <a:off x="7668986" y="51041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BC73"/>
          </a:solidFill>
          <a:ln w="3364">
            <a:solidFill>
              <a:srgbClr val="3FBC73"/>
            </a:solidFill>
            <a:prstDash val="solid"/>
          </a:ln>
        </p:spPr>
      </p:sp>
      <p:sp>
        <p:nvSpPr>
          <p:cNvPr id="4350" name="Stage1_sixpanel_9521">
            <a:extLst>
              <a:ext uri="{FF2B5EF4-FFF2-40B4-BE49-F238E27FC236}">
                <a16:creationId xmlns:a16="http://schemas.microsoft.com/office/drawing/2014/main" id="{7992D88E-47F8-4073-99D2-E3D605347A9E}"/>
              </a:ext>
            </a:extLst>
          </p:cNvPr>
          <p:cNvSpPr>
            <a:spLocks noGrp="1"/>
          </p:cNvSpPr>
          <p:nvPr/>
        </p:nvSpPr>
        <p:spPr>
          <a:xfrm>
            <a:off x="7668986" y="50956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BC74"/>
          </a:solidFill>
          <a:ln w="3364">
            <a:solidFill>
              <a:srgbClr val="3DBC74"/>
            </a:solidFill>
            <a:prstDash val="solid"/>
          </a:ln>
        </p:spPr>
      </p:sp>
      <p:sp>
        <p:nvSpPr>
          <p:cNvPr id="4351" name="Stage1_sixpanel_9522">
            <a:extLst>
              <a:ext uri="{FF2B5EF4-FFF2-40B4-BE49-F238E27FC236}">
                <a16:creationId xmlns:a16="http://schemas.microsoft.com/office/drawing/2014/main" id="{82904013-42EE-4CDB-B0B0-C083BAEB1D08}"/>
              </a:ext>
            </a:extLst>
          </p:cNvPr>
          <p:cNvSpPr>
            <a:spLocks noGrp="1"/>
          </p:cNvSpPr>
          <p:nvPr/>
        </p:nvSpPr>
        <p:spPr>
          <a:xfrm>
            <a:off x="7668986" y="50872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BB75"/>
          </a:solidFill>
          <a:ln w="3364">
            <a:solidFill>
              <a:srgbClr val="3BBB75"/>
            </a:solidFill>
            <a:prstDash val="solid"/>
          </a:ln>
        </p:spPr>
      </p:sp>
      <p:sp>
        <p:nvSpPr>
          <p:cNvPr id="4352" name="Stage1_sixpanel_9523">
            <a:extLst>
              <a:ext uri="{FF2B5EF4-FFF2-40B4-BE49-F238E27FC236}">
                <a16:creationId xmlns:a16="http://schemas.microsoft.com/office/drawing/2014/main" id="{4D27CBA6-A767-4664-B524-CEA3DD278161}"/>
              </a:ext>
            </a:extLst>
          </p:cNvPr>
          <p:cNvSpPr>
            <a:spLocks noGrp="1"/>
          </p:cNvSpPr>
          <p:nvPr/>
        </p:nvSpPr>
        <p:spPr>
          <a:xfrm>
            <a:off x="7668986" y="507873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BA76"/>
          </a:solidFill>
          <a:ln w="3364">
            <a:solidFill>
              <a:srgbClr val="3ABA76"/>
            </a:solidFill>
            <a:prstDash val="solid"/>
          </a:ln>
        </p:spPr>
      </p:sp>
      <p:sp>
        <p:nvSpPr>
          <p:cNvPr id="4353" name="Stage1_sixpanel_9524">
            <a:extLst>
              <a:ext uri="{FF2B5EF4-FFF2-40B4-BE49-F238E27FC236}">
                <a16:creationId xmlns:a16="http://schemas.microsoft.com/office/drawing/2014/main" id="{1C12730D-D8A8-4692-83D0-35BE17B2F52A}"/>
              </a:ext>
            </a:extLst>
          </p:cNvPr>
          <p:cNvSpPr>
            <a:spLocks noGrp="1"/>
          </p:cNvSpPr>
          <p:nvPr/>
        </p:nvSpPr>
        <p:spPr>
          <a:xfrm>
            <a:off x="7668986" y="50702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B977"/>
          </a:solidFill>
          <a:ln w="3364">
            <a:solidFill>
              <a:srgbClr val="38B977"/>
            </a:solidFill>
            <a:prstDash val="solid"/>
          </a:ln>
        </p:spPr>
      </p:sp>
      <p:sp>
        <p:nvSpPr>
          <p:cNvPr id="4354" name="Stage1_sixpanel_9525">
            <a:extLst>
              <a:ext uri="{FF2B5EF4-FFF2-40B4-BE49-F238E27FC236}">
                <a16:creationId xmlns:a16="http://schemas.microsoft.com/office/drawing/2014/main" id="{EB1832E9-F697-4A17-9CD1-01F6E8B0D7F4}"/>
              </a:ext>
            </a:extLst>
          </p:cNvPr>
          <p:cNvSpPr>
            <a:spLocks noGrp="1"/>
          </p:cNvSpPr>
          <p:nvPr/>
        </p:nvSpPr>
        <p:spPr>
          <a:xfrm>
            <a:off x="7668986" y="50617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B878"/>
          </a:solidFill>
          <a:ln w="3364">
            <a:solidFill>
              <a:srgbClr val="37B878"/>
            </a:solidFill>
            <a:prstDash val="solid"/>
          </a:ln>
        </p:spPr>
      </p:sp>
      <p:sp>
        <p:nvSpPr>
          <p:cNvPr id="4355" name="Stage1_sixpanel_9526">
            <a:extLst>
              <a:ext uri="{FF2B5EF4-FFF2-40B4-BE49-F238E27FC236}">
                <a16:creationId xmlns:a16="http://schemas.microsoft.com/office/drawing/2014/main" id="{B25C60D0-50DC-4EA1-A6A9-470C5A5FFAE6}"/>
              </a:ext>
            </a:extLst>
          </p:cNvPr>
          <p:cNvSpPr>
            <a:spLocks noGrp="1"/>
          </p:cNvSpPr>
          <p:nvPr/>
        </p:nvSpPr>
        <p:spPr>
          <a:xfrm>
            <a:off x="7668986" y="50532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B779"/>
          </a:solidFill>
          <a:ln w="3364">
            <a:solidFill>
              <a:srgbClr val="35B779"/>
            </a:solidFill>
            <a:prstDash val="solid"/>
          </a:ln>
        </p:spPr>
      </p:sp>
      <p:sp>
        <p:nvSpPr>
          <p:cNvPr id="4356" name="Stage1_sixpanel_9527">
            <a:extLst>
              <a:ext uri="{FF2B5EF4-FFF2-40B4-BE49-F238E27FC236}">
                <a16:creationId xmlns:a16="http://schemas.microsoft.com/office/drawing/2014/main" id="{4BB0A34F-F7BD-4131-BE89-0A7378899098}"/>
              </a:ext>
            </a:extLst>
          </p:cNvPr>
          <p:cNvSpPr>
            <a:spLocks noGrp="1"/>
          </p:cNvSpPr>
          <p:nvPr/>
        </p:nvSpPr>
        <p:spPr>
          <a:xfrm>
            <a:off x="7668986" y="504482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B679"/>
          </a:solidFill>
          <a:ln w="3364">
            <a:solidFill>
              <a:srgbClr val="34B679"/>
            </a:solidFill>
            <a:prstDash val="solid"/>
          </a:ln>
        </p:spPr>
      </p:sp>
      <p:sp>
        <p:nvSpPr>
          <p:cNvPr id="4357" name="Stage1_sixpanel_9528">
            <a:extLst>
              <a:ext uri="{FF2B5EF4-FFF2-40B4-BE49-F238E27FC236}">
                <a16:creationId xmlns:a16="http://schemas.microsoft.com/office/drawing/2014/main" id="{9E381D3F-3742-493D-AD33-476DC6A95001}"/>
              </a:ext>
            </a:extLst>
          </p:cNvPr>
          <p:cNvSpPr>
            <a:spLocks noGrp="1"/>
          </p:cNvSpPr>
          <p:nvPr/>
        </p:nvSpPr>
        <p:spPr>
          <a:xfrm>
            <a:off x="7668986" y="50363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B67A"/>
          </a:solidFill>
          <a:ln w="3364">
            <a:solidFill>
              <a:srgbClr val="32B67A"/>
            </a:solidFill>
            <a:prstDash val="solid"/>
          </a:ln>
        </p:spPr>
      </p:sp>
      <p:sp>
        <p:nvSpPr>
          <p:cNvPr id="4358" name="Stage1_sixpanel_9529">
            <a:extLst>
              <a:ext uri="{FF2B5EF4-FFF2-40B4-BE49-F238E27FC236}">
                <a16:creationId xmlns:a16="http://schemas.microsoft.com/office/drawing/2014/main" id="{6C7ECC9B-2177-42B8-B049-856329E90D2F}"/>
              </a:ext>
            </a:extLst>
          </p:cNvPr>
          <p:cNvSpPr>
            <a:spLocks noGrp="1"/>
          </p:cNvSpPr>
          <p:nvPr/>
        </p:nvSpPr>
        <p:spPr>
          <a:xfrm>
            <a:off x="7668986" y="50278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B57B"/>
          </a:solidFill>
          <a:ln w="3364">
            <a:solidFill>
              <a:srgbClr val="31B57B"/>
            </a:solidFill>
            <a:prstDash val="solid"/>
          </a:ln>
        </p:spPr>
      </p:sp>
      <p:sp>
        <p:nvSpPr>
          <p:cNvPr id="4359" name="Stage1_sixpanel_9530">
            <a:extLst>
              <a:ext uri="{FF2B5EF4-FFF2-40B4-BE49-F238E27FC236}">
                <a16:creationId xmlns:a16="http://schemas.microsoft.com/office/drawing/2014/main" id="{2BEAD992-57DE-45EC-B2C6-8AB8CA0217FA}"/>
              </a:ext>
            </a:extLst>
          </p:cNvPr>
          <p:cNvSpPr>
            <a:spLocks noGrp="1"/>
          </p:cNvSpPr>
          <p:nvPr/>
        </p:nvSpPr>
        <p:spPr>
          <a:xfrm>
            <a:off x="7668986" y="501938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B47C"/>
          </a:solidFill>
          <a:ln w="3364">
            <a:solidFill>
              <a:srgbClr val="2FB47C"/>
            </a:solidFill>
            <a:prstDash val="solid"/>
          </a:ln>
        </p:spPr>
      </p:sp>
      <p:sp>
        <p:nvSpPr>
          <p:cNvPr id="4360" name="Stage1_sixpanel_9531">
            <a:extLst>
              <a:ext uri="{FF2B5EF4-FFF2-40B4-BE49-F238E27FC236}">
                <a16:creationId xmlns:a16="http://schemas.microsoft.com/office/drawing/2014/main" id="{DD45B13F-2D9A-465E-A4D8-13E5D7339427}"/>
              </a:ext>
            </a:extLst>
          </p:cNvPr>
          <p:cNvSpPr>
            <a:spLocks noGrp="1"/>
          </p:cNvSpPr>
          <p:nvPr/>
        </p:nvSpPr>
        <p:spPr>
          <a:xfrm>
            <a:off x="7668986" y="50109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B37C"/>
          </a:solidFill>
          <a:ln w="3364">
            <a:solidFill>
              <a:srgbClr val="2EB37C"/>
            </a:solidFill>
            <a:prstDash val="solid"/>
          </a:ln>
        </p:spPr>
      </p:sp>
      <p:sp>
        <p:nvSpPr>
          <p:cNvPr id="4361" name="Stage1_sixpanel_9532">
            <a:extLst>
              <a:ext uri="{FF2B5EF4-FFF2-40B4-BE49-F238E27FC236}">
                <a16:creationId xmlns:a16="http://schemas.microsoft.com/office/drawing/2014/main" id="{524D4880-CF87-44C8-BEEF-BD95B484A43F}"/>
              </a:ext>
            </a:extLst>
          </p:cNvPr>
          <p:cNvSpPr>
            <a:spLocks noGrp="1"/>
          </p:cNvSpPr>
          <p:nvPr/>
        </p:nvSpPr>
        <p:spPr>
          <a:xfrm>
            <a:off x="7668986" y="50024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B27D"/>
          </a:solidFill>
          <a:ln w="3364">
            <a:solidFill>
              <a:srgbClr val="2DB27D"/>
            </a:solidFill>
            <a:prstDash val="solid"/>
          </a:ln>
        </p:spPr>
      </p:sp>
      <p:sp>
        <p:nvSpPr>
          <p:cNvPr id="4362" name="Stage1_sixpanel_9533">
            <a:extLst>
              <a:ext uri="{FF2B5EF4-FFF2-40B4-BE49-F238E27FC236}">
                <a16:creationId xmlns:a16="http://schemas.microsoft.com/office/drawing/2014/main" id="{AC88F71C-3486-4DB7-9FD8-4501B72B4602}"/>
              </a:ext>
            </a:extLst>
          </p:cNvPr>
          <p:cNvSpPr>
            <a:spLocks noGrp="1"/>
          </p:cNvSpPr>
          <p:nvPr/>
        </p:nvSpPr>
        <p:spPr>
          <a:xfrm>
            <a:off x="7668986" y="49939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B17E"/>
          </a:solidFill>
          <a:ln w="3364">
            <a:solidFill>
              <a:srgbClr val="2CB17E"/>
            </a:solidFill>
            <a:prstDash val="solid"/>
          </a:ln>
        </p:spPr>
      </p:sp>
      <p:sp>
        <p:nvSpPr>
          <p:cNvPr id="4363" name="Stage1_sixpanel_9534">
            <a:extLst>
              <a:ext uri="{FF2B5EF4-FFF2-40B4-BE49-F238E27FC236}">
                <a16:creationId xmlns:a16="http://schemas.microsoft.com/office/drawing/2014/main" id="{1AB301D8-E78B-44D1-AAC6-1149D8238DA9}"/>
              </a:ext>
            </a:extLst>
          </p:cNvPr>
          <p:cNvSpPr>
            <a:spLocks noGrp="1"/>
          </p:cNvSpPr>
          <p:nvPr/>
        </p:nvSpPr>
        <p:spPr>
          <a:xfrm>
            <a:off x="7668986" y="498548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B07F"/>
          </a:solidFill>
          <a:ln w="3364">
            <a:solidFill>
              <a:srgbClr val="2AB07F"/>
            </a:solidFill>
            <a:prstDash val="solid"/>
          </a:ln>
        </p:spPr>
      </p:sp>
      <p:sp>
        <p:nvSpPr>
          <p:cNvPr id="4364" name="Stage1_sixpanel_9535">
            <a:extLst>
              <a:ext uri="{FF2B5EF4-FFF2-40B4-BE49-F238E27FC236}">
                <a16:creationId xmlns:a16="http://schemas.microsoft.com/office/drawing/2014/main" id="{30E51FBA-51A7-4518-ACE5-37C8B43A0853}"/>
              </a:ext>
            </a:extLst>
          </p:cNvPr>
          <p:cNvSpPr>
            <a:spLocks noGrp="1"/>
          </p:cNvSpPr>
          <p:nvPr/>
        </p:nvSpPr>
        <p:spPr>
          <a:xfrm>
            <a:off x="7668986" y="497700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AF7F"/>
          </a:solidFill>
          <a:ln w="3364">
            <a:solidFill>
              <a:srgbClr val="29AF7F"/>
            </a:solidFill>
            <a:prstDash val="solid"/>
          </a:ln>
        </p:spPr>
      </p:sp>
      <p:sp>
        <p:nvSpPr>
          <p:cNvPr id="4365" name="Stage1_sixpanel_9536">
            <a:extLst>
              <a:ext uri="{FF2B5EF4-FFF2-40B4-BE49-F238E27FC236}">
                <a16:creationId xmlns:a16="http://schemas.microsoft.com/office/drawing/2014/main" id="{4F96FDC6-2CDE-451F-802B-091A2E5DD426}"/>
              </a:ext>
            </a:extLst>
          </p:cNvPr>
          <p:cNvSpPr>
            <a:spLocks noGrp="1"/>
          </p:cNvSpPr>
          <p:nvPr/>
        </p:nvSpPr>
        <p:spPr>
          <a:xfrm>
            <a:off x="7668986" y="49685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AE80"/>
          </a:solidFill>
          <a:ln w="3364">
            <a:solidFill>
              <a:srgbClr val="28AE80"/>
            </a:solidFill>
            <a:prstDash val="solid"/>
          </a:ln>
        </p:spPr>
      </p:sp>
      <p:sp>
        <p:nvSpPr>
          <p:cNvPr id="4366" name="Stage1_sixpanel_9537">
            <a:extLst>
              <a:ext uri="{FF2B5EF4-FFF2-40B4-BE49-F238E27FC236}">
                <a16:creationId xmlns:a16="http://schemas.microsoft.com/office/drawing/2014/main" id="{E33CCEE5-A9B6-4CDB-A877-6B77E23834FB}"/>
              </a:ext>
            </a:extLst>
          </p:cNvPr>
          <p:cNvSpPr>
            <a:spLocks noGrp="1"/>
          </p:cNvSpPr>
          <p:nvPr/>
        </p:nvSpPr>
        <p:spPr>
          <a:xfrm>
            <a:off x="7668986" y="49600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AD81"/>
          </a:solidFill>
          <a:ln w="3364">
            <a:solidFill>
              <a:srgbClr val="27AD81"/>
            </a:solidFill>
            <a:prstDash val="solid"/>
          </a:ln>
        </p:spPr>
      </p:sp>
      <p:sp>
        <p:nvSpPr>
          <p:cNvPr id="4367" name="Stage1_sixpanel_9538">
            <a:extLst>
              <a:ext uri="{FF2B5EF4-FFF2-40B4-BE49-F238E27FC236}">
                <a16:creationId xmlns:a16="http://schemas.microsoft.com/office/drawing/2014/main" id="{09BC2620-7097-49F9-8F12-B67AF959A241}"/>
              </a:ext>
            </a:extLst>
          </p:cNvPr>
          <p:cNvSpPr>
            <a:spLocks noGrp="1"/>
          </p:cNvSpPr>
          <p:nvPr/>
        </p:nvSpPr>
        <p:spPr>
          <a:xfrm>
            <a:off x="7668986" y="495157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AD81"/>
          </a:solidFill>
          <a:ln w="3364">
            <a:solidFill>
              <a:srgbClr val="26AD81"/>
            </a:solidFill>
            <a:prstDash val="solid"/>
          </a:ln>
        </p:spPr>
      </p:sp>
      <p:sp>
        <p:nvSpPr>
          <p:cNvPr id="4368" name="Stage1_sixpanel_9539">
            <a:extLst>
              <a:ext uri="{FF2B5EF4-FFF2-40B4-BE49-F238E27FC236}">
                <a16:creationId xmlns:a16="http://schemas.microsoft.com/office/drawing/2014/main" id="{BF788F3C-B43E-488C-9672-BA41891C4305}"/>
              </a:ext>
            </a:extLst>
          </p:cNvPr>
          <p:cNvSpPr>
            <a:spLocks noGrp="1"/>
          </p:cNvSpPr>
          <p:nvPr/>
        </p:nvSpPr>
        <p:spPr>
          <a:xfrm>
            <a:off x="7668986" y="494309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C82"/>
          </a:solidFill>
          <a:ln w="3364">
            <a:solidFill>
              <a:srgbClr val="25AC82"/>
            </a:solidFill>
            <a:prstDash val="solid"/>
          </a:ln>
        </p:spPr>
      </p:sp>
      <p:sp>
        <p:nvSpPr>
          <p:cNvPr id="4369" name="Stage1_sixpanel_9540">
            <a:extLst>
              <a:ext uri="{FF2B5EF4-FFF2-40B4-BE49-F238E27FC236}">
                <a16:creationId xmlns:a16="http://schemas.microsoft.com/office/drawing/2014/main" id="{DC6F6020-E23B-4CC1-BC59-1E3DDBA4595E}"/>
              </a:ext>
            </a:extLst>
          </p:cNvPr>
          <p:cNvSpPr>
            <a:spLocks noGrp="1"/>
          </p:cNvSpPr>
          <p:nvPr/>
        </p:nvSpPr>
        <p:spPr>
          <a:xfrm>
            <a:off x="7668986" y="49346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AB82"/>
          </a:solidFill>
          <a:ln w="3364">
            <a:solidFill>
              <a:srgbClr val="25AB82"/>
            </a:solidFill>
            <a:prstDash val="solid"/>
          </a:ln>
        </p:spPr>
      </p:sp>
      <p:sp>
        <p:nvSpPr>
          <p:cNvPr id="4370" name="Stage1_sixpanel_9541">
            <a:extLst>
              <a:ext uri="{FF2B5EF4-FFF2-40B4-BE49-F238E27FC236}">
                <a16:creationId xmlns:a16="http://schemas.microsoft.com/office/drawing/2014/main" id="{1478B522-0D20-4897-AE55-AA5C7C6E883E}"/>
              </a:ext>
            </a:extLst>
          </p:cNvPr>
          <p:cNvSpPr>
            <a:spLocks noGrp="1"/>
          </p:cNvSpPr>
          <p:nvPr/>
        </p:nvSpPr>
        <p:spPr>
          <a:xfrm>
            <a:off x="7668986" y="492613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AA83"/>
          </a:solidFill>
          <a:ln w="3364">
            <a:solidFill>
              <a:srgbClr val="24AA83"/>
            </a:solidFill>
            <a:prstDash val="solid"/>
          </a:ln>
        </p:spPr>
      </p:sp>
      <p:sp>
        <p:nvSpPr>
          <p:cNvPr id="4371" name="Stage1_sixpanel_9542">
            <a:extLst>
              <a:ext uri="{FF2B5EF4-FFF2-40B4-BE49-F238E27FC236}">
                <a16:creationId xmlns:a16="http://schemas.microsoft.com/office/drawing/2014/main" id="{2663435F-684B-4FEC-87ED-BE3EEF8BBCD2}"/>
              </a:ext>
            </a:extLst>
          </p:cNvPr>
          <p:cNvSpPr>
            <a:spLocks noGrp="1"/>
          </p:cNvSpPr>
          <p:nvPr/>
        </p:nvSpPr>
        <p:spPr>
          <a:xfrm>
            <a:off x="7668986" y="491766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A983"/>
          </a:solidFill>
          <a:ln w="3364">
            <a:solidFill>
              <a:srgbClr val="23A983"/>
            </a:solidFill>
            <a:prstDash val="solid"/>
          </a:ln>
        </p:spPr>
      </p:sp>
      <p:sp>
        <p:nvSpPr>
          <p:cNvPr id="4372" name="Stage1_sixpanel_9543">
            <a:extLst>
              <a:ext uri="{FF2B5EF4-FFF2-40B4-BE49-F238E27FC236}">
                <a16:creationId xmlns:a16="http://schemas.microsoft.com/office/drawing/2014/main" id="{011166A9-5BD0-4BB9-BF28-377F961B72E2}"/>
              </a:ext>
            </a:extLst>
          </p:cNvPr>
          <p:cNvSpPr>
            <a:spLocks noGrp="1"/>
          </p:cNvSpPr>
          <p:nvPr/>
        </p:nvSpPr>
        <p:spPr>
          <a:xfrm>
            <a:off x="7668986" y="49091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884"/>
          </a:solidFill>
          <a:ln w="3364">
            <a:solidFill>
              <a:srgbClr val="22A884"/>
            </a:solidFill>
            <a:prstDash val="solid"/>
          </a:ln>
        </p:spPr>
      </p:sp>
      <p:sp>
        <p:nvSpPr>
          <p:cNvPr id="4373" name="Stage1_sixpanel_9544">
            <a:extLst>
              <a:ext uri="{FF2B5EF4-FFF2-40B4-BE49-F238E27FC236}">
                <a16:creationId xmlns:a16="http://schemas.microsoft.com/office/drawing/2014/main" id="{12687EC1-2513-4E2E-9D7A-A84BE90EE7DF}"/>
              </a:ext>
            </a:extLst>
          </p:cNvPr>
          <p:cNvSpPr>
            <a:spLocks noGrp="1"/>
          </p:cNvSpPr>
          <p:nvPr/>
        </p:nvSpPr>
        <p:spPr>
          <a:xfrm>
            <a:off x="7668986" y="49007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A785"/>
          </a:solidFill>
          <a:ln w="3364">
            <a:solidFill>
              <a:srgbClr val="22A785"/>
            </a:solidFill>
            <a:prstDash val="solid"/>
          </a:ln>
        </p:spPr>
      </p:sp>
      <p:sp>
        <p:nvSpPr>
          <p:cNvPr id="4374" name="Stage1_sixpanel_9545">
            <a:extLst>
              <a:ext uri="{FF2B5EF4-FFF2-40B4-BE49-F238E27FC236}">
                <a16:creationId xmlns:a16="http://schemas.microsoft.com/office/drawing/2014/main" id="{1D4FB245-BE62-4925-9DD7-77F92D2291F0}"/>
              </a:ext>
            </a:extLst>
          </p:cNvPr>
          <p:cNvSpPr>
            <a:spLocks noGrp="1"/>
          </p:cNvSpPr>
          <p:nvPr/>
        </p:nvSpPr>
        <p:spPr>
          <a:xfrm>
            <a:off x="7668986" y="48922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685"/>
          </a:solidFill>
          <a:ln w="3364">
            <a:solidFill>
              <a:srgbClr val="21A685"/>
            </a:solidFill>
            <a:prstDash val="solid"/>
          </a:ln>
        </p:spPr>
      </p:sp>
      <p:sp>
        <p:nvSpPr>
          <p:cNvPr id="4375" name="Stage1_sixpanel_9546">
            <a:extLst>
              <a:ext uri="{FF2B5EF4-FFF2-40B4-BE49-F238E27FC236}">
                <a16:creationId xmlns:a16="http://schemas.microsoft.com/office/drawing/2014/main" id="{9B66C80E-5D25-4AF6-B6DA-68DE687EBA38}"/>
              </a:ext>
            </a:extLst>
          </p:cNvPr>
          <p:cNvSpPr>
            <a:spLocks noGrp="1"/>
          </p:cNvSpPr>
          <p:nvPr/>
        </p:nvSpPr>
        <p:spPr>
          <a:xfrm>
            <a:off x="7668986" y="488375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A585"/>
          </a:solidFill>
          <a:ln w="3364">
            <a:solidFill>
              <a:srgbClr val="21A585"/>
            </a:solidFill>
            <a:prstDash val="solid"/>
          </a:ln>
        </p:spPr>
      </p:sp>
      <p:sp>
        <p:nvSpPr>
          <p:cNvPr id="4376" name="Stage1_sixpanel_9547">
            <a:extLst>
              <a:ext uri="{FF2B5EF4-FFF2-40B4-BE49-F238E27FC236}">
                <a16:creationId xmlns:a16="http://schemas.microsoft.com/office/drawing/2014/main" id="{C8C9E4C9-ED4E-419D-A6E5-00252DE34D65}"/>
              </a:ext>
            </a:extLst>
          </p:cNvPr>
          <p:cNvSpPr>
            <a:spLocks noGrp="1"/>
          </p:cNvSpPr>
          <p:nvPr/>
        </p:nvSpPr>
        <p:spPr>
          <a:xfrm>
            <a:off x="7668986" y="487527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486"/>
          </a:solidFill>
          <a:ln w="3364">
            <a:solidFill>
              <a:srgbClr val="20A486"/>
            </a:solidFill>
            <a:prstDash val="solid"/>
          </a:ln>
        </p:spPr>
      </p:sp>
      <p:sp>
        <p:nvSpPr>
          <p:cNvPr id="4377" name="Stage1_sixpanel_9548">
            <a:extLst>
              <a:ext uri="{FF2B5EF4-FFF2-40B4-BE49-F238E27FC236}">
                <a16:creationId xmlns:a16="http://schemas.microsoft.com/office/drawing/2014/main" id="{E56BA7EF-CFBE-4829-9B3D-8B25989740FB}"/>
              </a:ext>
            </a:extLst>
          </p:cNvPr>
          <p:cNvSpPr>
            <a:spLocks noGrp="1"/>
          </p:cNvSpPr>
          <p:nvPr/>
        </p:nvSpPr>
        <p:spPr>
          <a:xfrm>
            <a:off x="7668986" y="48667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A386"/>
          </a:solidFill>
          <a:ln w="3364">
            <a:solidFill>
              <a:srgbClr val="20A386"/>
            </a:solidFill>
            <a:prstDash val="solid"/>
          </a:ln>
        </p:spPr>
      </p:sp>
      <p:sp>
        <p:nvSpPr>
          <p:cNvPr id="4378" name="Stage1_sixpanel_9549">
            <a:extLst>
              <a:ext uri="{FF2B5EF4-FFF2-40B4-BE49-F238E27FC236}">
                <a16:creationId xmlns:a16="http://schemas.microsoft.com/office/drawing/2014/main" id="{4B1EAA07-0472-4EA6-975A-BFDBD921E671}"/>
              </a:ext>
            </a:extLst>
          </p:cNvPr>
          <p:cNvSpPr>
            <a:spLocks noGrp="1"/>
          </p:cNvSpPr>
          <p:nvPr/>
        </p:nvSpPr>
        <p:spPr>
          <a:xfrm>
            <a:off x="7668986" y="48583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287"/>
          </a:solidFill>
          <a:ln w="3364">
            <a:solidFill>
              <a:srgbClr val="1FA287"/>
            </a:solidFill>
            <a:prstDash val="solid"/>
          </a:ln>
        </p:spPr>
      </p:sp>
      <p:sp>
        <p:nvSpPr>
          <p:cNvPr id="4379" name="Stage1_sixpanel_9550">
            <a:extLst>
              <a:ext uri="{FF2B5EF4-FFF2-40B4-BE49-F238E27FC236}">
                <a16:creationId xmlns:a16="http://schemas.microsoft.com/office/drawing/2014/main" id="{F6172836-E77E-4231-9C76-D8248BBE4E7B}"/>
              </a:ext>
            </a:extLst>
          </p:cNvPr>
          <p:cNvSpPr>
            <a:spLocks noGrp="1"/>
          </p:cNvSpPr>
          <p:nvPr/>
        </p:nvSpPr>
        <p:spPr>
          <a:xfrm>
            <a:off x="7668986" y="484984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7"/>
          </a:solidFill>
          <a:ln w="3364">
            <a:solidFill>
              <a:srgbClr val="1FA187"/>
            </a:solidFill>
            <a:prstDash val="solid"/>
          </a:ln>
        </p:spPr>
      </p:sp>
      <p:sp>
        <p:nvSpPr>
          <p:cNvPr id="4380" name="Stage1_sixpanel_9551">
            <a:extLst>
              <a:ext uri="{FF2B5EF4-FFF2-40B4-BE49-F238E27FC236}">
                <a16:creationId xmlns:a16="http://schemas.microsoft.com/office/drawing/2014/main" id="{74B5047A-9924-4DFD-93F9-C05FFFAC3139}"/>
              </a:ext>
            </a:extLst>
          </p:cNvPr>
          <p:cNvSpPr>
            <a:spLocks noGrp="1"/>
          </p:cNvSpPr>
          <p:nvPr/>
        </p:nvSpPr>
        <p:spPr>
          <a:xfrm>
            <a:off x="7668986" y="484136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188"/>
          </a:solidFill>
          <a:ln w="3364">
            <a:solidFill>
              <a:srgbClr val="1FA188"/>
            </a:solidFill>
            <a:prstDash val="solid"/>
          </a:ln>
        </p:spPr>
      </p:sp>
      <p:sp>
        <p:nvSpPr>
          <p:cNvPr id="4381" name="Stage1_sixpanel_9552">
            <a:extLst>
              <a:ext uri="{FF2B5EF4-FFF2-40B4-BE49-F238E27FC236}">
                <a16:creationId xmlns:a16="http://schemas.microsoft.com/office/drawing/2014/main" id="{E9144B9F-5B39-4565-B281-62756793A7B1}"/>
              </a:ext>
            </a:extLst>
          </p:cNvPr>
          <p:cNvSpPr>
            <a:spLocks noGrp="1"/>
          </p:cNvSpPr>
          <p:nvPr/>
        </p:nvSpPr>
        <p:spPr>
          <a:xfrm>
            <a:off x="7668986" y="48328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A088"/>
          </a:solidFill>
          <a:ln w="3364">
            <a:solidFill>
              <a:srgbClr val="1FA088"/>
            </a:solidFill>
            <a:prstDash val="solid"/>
          </a:ln>
        </p:spPr>
      </p:sp>
      <p:sp>
        <p:nvSpPr>
          <p:cNvPr id="4382" name="Stage1_sixpanel_9553">
            <a:extLst>
              <a:ext uri="{FF2B5EF4-FFF2-40B4-BE49-F238E27FC236}">
                <a16:creationId xmlns:a16="http://schemas.microsoft.com/office/drawing/2014/main" id="{675AF82E-EA77-43C8-AEAE-2C078200E273}"/>
              </a:ext>
            </a:extLst>
          </p:cNvPr>
          <p:cNvSpPr>
            <a:spLocks noGrp="1"/>
          </p:cNvSpPr>
          <p:nvPr/>
        </p:nvSpPr>
        <p:spPr>
          <a:xfrm>
            <a:off x="7668986" y="482441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F88"/>
          </a:solidFill>
          <a:ln w="3364">
            <a:solidFill>
              <a:srgbClr val="1F9F88"/>
            </a:solidFill>
            <a:prstDash val="solid"/>
          </a:ln>
        </p:spPr>
      </p:sp>
      <p:sp>
        <p:nvSpPr>
          <p:cNvPr id="4383" name="Stage1_sixpanel_9554">
            <a:extLst>
              <a:ext uri="{FF2B5EF4-FFF2-40B4-BE49-F238E27FC236}">
                <a16:creationId xmlns:a16="http://schemas.microsoft.com/office/drawing/2014/main" id="{D184953F-245B-4BFB-9393-49149714094B}"/>
              </a:ext>
            </a:extLst>
          </p:cNvPr>
          <p:cNvSpPr>
            <a:spLocks noGrp="1"/>
          </p:cNvSpPr>
          <p:nvPr/>
        </p:nvSpPr>
        <p:spPr>
          <a:xfrm>
            <a:off x="7668986" y="481593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E89"/>
          </a:solidFill>
          <a:ln w="3364">
            <a:solidFill>
              <a:srgbClr val="1F9E89"/>
            </a:solidFill>
            <a:prstDash val="solid"/>
          </a:ln>
        </p:spPr>
      </p:sp>
      <p:sp>
        <p:nvSpPr>
          <p:cNvPr id="4384" name="Stage1_sixpanel_9555">
            <a:extLst>
              <a:ext uri="{FF2B5EF4-FFF2-40B4-BE49-F238E27FC236}">
                <a16:creationId xmlns:a16="http://schemas.microsoft.com/office/drawing/2014/main" id="{039AEC62-82B1-42CC-98EC-286A88A76EA4}"/>
              </a:ext>
            </a:extLst>
          </p:cNvPr>
          <p:cNvSpPr>
            <a:spLocks noGrp="1"/>
          </p:cNvSpPr>
          <p:nvPr/>
        </p:nvSpPr>
        <p:spPr>
          <a:xfrm>
            <a:off x="7668986" y="480745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D89"/>
          </a:solidFill>
          <a:ln w="3364">
            <a:solidFill>
              <a:srgbClr val="1E9D89"/>
            </a:solidFill>
            <a:prstDash val="solid"/>
          </a:ln>
        </p:spPr>
      </p:sp>
      <p:sp>
        <p:nvSpPr>
          <p:cNvPr id="4385" name="Stage1_sixpanel_9556">
            <a:extLst>
              <a:ext uri="{FF2B5EF4-FFF2-40B4-BE49-F238E27FC236}">
                <a16:creationId xmlns:a16="http://schemas.microsoft.com/office/drawing/2014/main" id="{CF22D1C8-185A-4230-896C-A7A7B6C99368}"/>
              </a:ext>
            </a:extLst>
          </p:cNvPr>
          <p:cNvSpPr>
            <a:spLocks noGrp="1"/>
          </p:cNvSpPr>
          <p:nvPr/>
        </p:nvSpPr>
        <p:spPr>
          <a:xfrm>
            <a:off x="7668986" y="47989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C89"/>
          </a:solidFill>
          <a:ln w="3364">
            <a:solidFill>
              <a:srgbClr val="1E9C89"/>
            </a:solidFill>
            <a:prstDash val="solid"/>
          </a:ln>
        </p:spPr>
      </p:sp>
      <p:sp>
        <p:nvSpPr>
          <p:cNvPr id="4386" name="Stage1_sixpanel_9557">
            <a:extLst>
              <a:ext uri="{FF2B5EF4-FFF2-40B4-BE49-F238E27FC236}">
                <a16:creationId xmlns:a16="http://schemas.microsoft.com/office/drawing/2014/main" id="{0DCC08CC-4A71-4535-888C-55818565DAEB}"/>
              </a:ext>
            </a:extLst>
          </p:cNvPr>
          <p:cNvSpPr>
            <a:spLocks noGrp="1"/>
          </p:cNvSpPr>
          <p:nvPr/>
        </p:nvSpPr>
        <p:spPr>
          <a:xfrm>
            <a:off x="7668986" y="47905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E9B8A"/>
          </a:solidFill>
          <a:ln w="3364">
            <a:solidFill>
              <a:srgbClr val="1E9B8A"/>
            </a:solidFill>
            <a:prstDash val="solid"/>
          </a:ln>
        </p:spPr>
      </p:sp>
      <p:sp>
        <p:nvSpPr>
          <p:cNvPr id="4387" name="Stage1_sixpanel_9558">
            <a:extLst>
              <a:ext uri="{FF2B5EF4-FFF2-40B4-BE49-F238E27FC236}">
                <a16:creationId xmlns:a16="http://schemas.microsoft.com/office/drawing/2014/main" id="{B517326A-AD81-4D35-AA3F-A775A97A3065}"/>
              </a:ext>
            </a:extLst>
          </p:cNvPr>
          <p:cNvSpPr>
            <a:spLocks noGrp="1"/>
          </p:cNvSpPr>
          <p:nvPr/>
        </p:nvSpPr>
        <p:spPr>
          <a:xfrm>
            <a:off x="7668986" y="478202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A8A"/>
          </a:solidFill>
          <a:ln w="3364">
            <a:solidFill>
              <a:srgbClr val="1F9A8A"/>
            </a:solidFill>
            <a:prstDash val="solid"/>
          </a:ln>
        </p:spPr>
      </p:sp>
      <p:sp>
        <p:nvSpPr>
          <p:cNvPr id="4388" name="Stage1_sixpanel_9559">
            <a:extLst>
              <a:ext uri="{FF2B5EF4-FFF2-40B4-BE49-F238E27FC236}">
                <a16:creationId xmlns:a16="http://schemas.microsoft.com/office/drawing/2014/main" id="{9E580135-1201-4EB5-863D-F78CFB1F4174}"/>
              </a:ext>
            </a:extLst>
          </p:cNvPr>
          <p:cNvSpPr>
            <a:spLocks noGrp="1"/>
          </p:cNvSpPr>
          <p:nvPr/>
        </p:nvSpPr>
        <p:spPr>
          <a:xfrm>
            <a:off x="7668986" y="477354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98A"/>
          </a:solidFill>
          <a:ln w="3364">
            <a:solidFill>
              <a:srgbClr val="1F998A"/>
            </a:solidFill>
            <a:prstDash val="solid"/>
          </a:ln>
        </p:spPr>
      </p:sp>
      <p:sp>
        <p:nvSpPr>
          <p:cNvPr id="4389" name="Stage1_sixpanel_9560">
            <a:extLst>
              <a:ext uri="{FF2B5EF4-FFF2-40B4-BE49-F238E27FC236}">
                <a16:creationId xmlns:a16="http://schemas.microsoft.com/office/drawing/2014/main" id="{88420E25-9085-4D6B-8DDD-6E66148E86F1}"/>
              </a:ext>
            </a:extLst>
          </p:cNvPr>
          <p:cNvSpPr>
            <a:spLocks noGrp="1"/>
          </p:cNvSpPr>
          <p:nvPr/>
        </p:nvSpPr>
        <p:spPr>
          <a:xfrm>
            <a:off x="7668986" y="47650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88B"/>
          </a:solidFill>
          <a:ln w="3364">
            <a:solidFill>
              <a:srgbClr val="1F988B"/>
            </a:solidFill>
            <a:prstDash val="solid"/>
          </a:ln>
        </p:spPr>
      </p:sp>
      <p:sp>
        <p:nvSpPr>
          <p:cNvPr id="4390" name="Stage1_sixpanel_9561">
            <a:extLst>
              <a:ext uri="{FF2B5EF4-FFF2-40B4-BE49-F238E27FC236}">
                <a16:creationId xmlns:a16="http://schemas.microsoft.com/office/drawing/2014/main" id="{A354498D-94B7-4736-A02B-50C37525ECE8}"/>
              </a:ext>
            </a:extLst>
          </p:cNvPr>
          <p:cNvSpPr>
            <a:spLocks noGrp="1"/>
          </p:cNvSpPr>
          <p:nvPr/>
        </p:nvSpPr>
        <p:spPr>
          <a:xfrm>
            <a:off x="7668986" y="47565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78B"/>
          </a:solidFill>
          <a:ln w="3364">
            <a:solidFill>
              <a:srgbClr val="1F978B"/>
            </a:solidFill>
            <a:prstDash val="solid"/>
          </a:ln>
        </p:spPr>
      </p:sp>
      <p:sp>
        <p:nvSpPr>
          <p:cNvPr id="4391" name="Stage1_sixpanel_9562">
            <a:extLst>
              <a:ext uri="{FF2B5EF4-FFF2-40B4-BE49-F238E27FC236}">
                <a16:creationId xmlns:a16="http://schemas.microsoft.com/office/drawing/2014/main" id="{2F959302-6115-4439-B0E0-3D14BECE34C1}"/>
              </a:ext>
            </a:extLst>
          </p:cNvPr>
          <p:cNvSpPr>
            <a:spLocks noGrp="1"/>
          </p:cNvSpPr>
          <p:nvPr/>
        </p:nvSpPr>
        <p:spPr>
          <a:xfrm>
            <a:off x="7668986" y="474811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68B"/>
          </a:solidFill>
          <a:ln w="3364">
            <a:solidFill>
              <a:srgbClr val="1F968B"/>
            </a:solidFill>
            <a:prstDash val="solid"/>
          </a:ln>
        </p:spPr>
      </p:sp>
      <p:sp>
        <p:nvSpPr>
          <p:cNvPr id="4392" name="Stage1_sixpanel_9563">
            <a:extLst>
              <a:ext uri="{FF2B5EF4-FFF2-40B4-BE49-F238E27FC236}">
                <a16:creationId xmlns:a16="http://schemas.microsoft.com/office/drawing/2014/main" id="{F50FF5A5-CC9F-4AB7-84A3-077220CE7995}"/>
              </a:ext>
            </a:extLst>
          </p:cNvPr>
          <p:cNvSpPr>
            <a:spLocks noGrp="1"/>
          </p:cNvSpPr>
          <p:nvPr/>
        </p:nvSpPr>
        <p:spPr>
          <a:xfrm>
            <a:off x="7668986" y="473964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58B"/>
          </a:solidFill>
          <a:ln w="3364">
            <a:solidFill>
              <a:srgbClr val="1F958B"/>
            </a:solidFill>
            <a:prstDash val="solid"/>
          </a:ln>
        </p:spPr>
      </p:sp>
      <p:sp>
        <p:nvSpPr>
          <p:cNvPr id="4393" name="Stage1_sixpanel_9564">
            <a:extLst>
              <a:ext uri="{FF2B5EF4-FFF2-40B4-BE49-F238E27FC236}">
                <a16:creationId xmlns:a16="http://schemas.microsoft.com/office/drawing/2014/main" id="{8E0D4BF4-34B1-48DE-8FCA-701A005B70CE}"/>
              </a:ext>
            </a:extLst>
          </p:cNvPr>
          <p:cNvSpPr>
            <a:spLocks noGrp="1"/>
          </p:cNvSpPr>
          <p:nvPr/>
        </p:nvSpPr>
        <p:spPr>
          <a:xfrm>
            <a:off x="7668986" y="47311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1F948C"/>
          </a:solidFill>
          <a:ln w="3364">
            <a:solidFill>
              <a:srgbClr val="1F948C"/>
            </a:solidFill>
            <a:prstDash val="solid"/>
          </a:ln>
        </p:spPr>
      </p:sp>
      <p:sp>
        <p:nvSpPr>
          <p:cNvPr id="4394" name="Stage1_sixpanel_9565">
            <a:extLst>
              <a:ext uri="{FF2B5EF4-FFF2-40B4-BE49-F238E27FC236}">
                <a16:creationId xmlns:a16="http://schemas.microsoft.com/office/drawing/2014/main" id="{ABCFDED3-8580-4173-80E0-8D90D400E328}"/>
              </a:ext>
            </a:extLst>
          </p:cNvPr>
          <p:cNvSpPr>
            <a:spLocks noGrp="1"/>
          </p:cNvSpPr>
          <p:nvPr/>
        </p:nvSpPr>
        <p:spPr>
          <a:xfrm>
            <a:off x="7668986" y="472268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38C"/>
          </a:solidFill>
          <a:ln w="3364">
            <a:solidFill>
              <a:srgbClr val="20938C"/>
            </a:solidFill>
            <a:prstDash val="solid"/>
          </a:ln>
        </p:spPr>
      </p:sp>
      <p:sp>
        <p:nvSpPr>
          <p:cNvPr id="4395" name="Stage1_sixpanel_9566">
            <a:extLst>
              <a:ext uri="{FF2B5EF4-FFF2-40B4-BE49-F238E27FC236}">
                <a16:creationId xmlns:a16="http://schemas.microsoft.com/office/drawing/2014/main" id="{178E8085-148F-484C-B22F-5108772420E5}"/>
              </a:ext>
            </a:extLst>
          </p:cNvPr>
          <p:cNvSpPr>
            <a:spLocks noGrp="1"/>
          </p:cNvSpPr>
          <p:nvPr/>
        </p:nvSpPr>
        <p:spPr>
          <a:xfrm>
            <a:off x="7668986" y="471420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6" name="Stage1_sixpanel_9567">
            <a:extLst>
              <a:ext uri="{FF2B5EF4-FFF2-40B4-BE49-F238E27FC236}">
                <a16:creationId xmlns:a16="http://schemas.microsoft.com/office/drawing/2014/main" id="{DB06D328-D310-4CA5-A8BB-10D9B17CA653}"/>
              </a:ext>
            </a:extLst>
          </p:cNvPr>
          <p:cNvSpPr>
            <a:spLocks noGrp="1"/>
          </p:cNvSpPr>
          <p:nvPr/>
        </p:nvSpPr>
        <p:spPr>
          <a:xfrm>
            <a:off x="7668986" y="470573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0928C"/>
          </a:solidFill>
          <a:ln w="3364">
            <a:solidFill>
              <a:srgbClr val="20928C"/>
            </a:solidFill>
            <a:prstDash val="solid"/>
          </a:ln>
        </p:spPr>
      </p:sp>
      <p:sp>
        <p:nvSpPr>
          <p:cNvPr id="4397" name="Stage1_sixpanel_9568">
            <a:extLst>
              <a:ext uri="{FF2B5EF4-FFF2-40B4-BE49-F238E27FC236}">
                <a16:creationId xmlns:a16="http://schemas.microsoft.com/office/drawing/2014/main" id="{B294E679-60F6-4814-A39A-0C6E3536E7CC}"/>
              </a:ext>
            </a:extLst>
          </p:cNvPr>
          <p:cNvSpPr>
            <a:spLocks noGrp="1"/>
          </p:cNvSpPr>
          <p:nvPr/>
        </p:nvSpPr>
        <p:spPr>
          <a:xfrm>
            <a:off x="7668986" y="46972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18C"/>
          </a:solidFill>
          <a:ln w="3364">
            <a:solidFill>
              <a:srgbClr val="21918C"/>
            </a:solidFill>
            <a:prstDash val="solid"/>
          </a:ln>
        </p:spPr>
      </p:sp>
      <p:sp>
        <p:nvSpPr>
          <p:cNvPr id="4398" name="Stage1_sixpanel_9569">
            <a:extLst>
              <a:ext uri="{FF2B5EF4-FFF2-40B4-BE49-F238E27FC236}">
                <a16:creationId xmlns:a16="http://schemas.microsoft.com/office/drawing/2014/main" id="{6CBCF3D0-DDE5-4AA9-9AD6-03ECC8F5E088}"/>
              </a:ext>
            </a:extLst>
          </p:cNvPr>
          <p:cNvSpPr>
            <a:spLocks noGrp="1"/>
          </p:cNvSpPr>
          <p:nvPr/>
        </p:nvSpPr>
        <p:spPr>
          <a:xfrm>
            <a:off x="7668986" y="46887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908D"/>
          </a:solidFill>
          <a:ln w="3364">
            <a:solidFill>
              <a:srgbClr val="21908D"/>
            </a:solidFill>
            <a:prstDash val="solid"/>
          </a:ln>
        </p:spPr>
      </p:sp>
      <p:sp>
        <p:nvSpPr>
          <p:cNvPr id="4399" name="Stage1_sixpanel_9570">
            <a:extLst>
              <a:ext uri="{FF2B5EF4-FFF2-40B4-BE49-F238E27FC236}">
                <a16:creationId xmlns:a16="http://schemas.microsoft.com/office/drawing/2014/main" id="{2A5A2344-E6F0-40E3-9E57-575A1874B054}"/>
              </a:ext>
            </a:extLst>
          </p:cNvPr>
          <p:cNvSpPr>
            <a:spLocks noGrp="1"/>
          </p:cNvSpPr>
          <p:nvPr/>
        </p:nvSpPr>
        <p:spPr>
          <a:xfrm>
            <a:off x="7668986" y="468029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F8D"/>
          </a:solidFill>
          <a:ln w="3364">
            <a:solidFill>
              <a:srgbClr val="218F8D"/>
            </a:solidFill>
            <a:prstDash val="solid"/>
          </a:ln>
        </p:spPr>
      </p:sp>
      <p:sp>
        <p:nvSpPr>
          <p:cNvPr id="4400" name="Stage1_sixpanel_9571">
            <a:extLst>
              <a:ext uri="{FF2B5EF4-FFF2-40B4-BE49-F238E27FC236}">
                <a16:creationId xmlns:a16="http://schemas.microsoft.com/office/drawing/2014/main" id="{4C11C074-6688-4B34-9920-C06EB1471172}"/>
              </a:ext>
            </a:extLst>
          </p:cNvPr>
          <p:cNvSpPr>
            <a:spLocks noGrp="1"/>
          </p:cNvSpPr>
          <p:nvPr/>
        </p:nvSpPr>
        <p:spPr>
          <a:xfrm>
            <a:off x="7668986" y="467182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18E8D"/>
          </a:solidFill>
          <a:ln w="3364">
            <a:solidFill>
              <a:srgbClr val="218E8D"/>
            </a:solidFill>
            <a:prstDash val="solid"/>
          </a:ln>
        </p:spPr>
      </p:sp>
      <p:sp>
        <p:nvSpPr>
          <p:cNvPr id="4401" name="Stage1_sixpanel_9572">
            <a:extLst>
              <a:ext uri="{FF2B5EF4-FFF2-40B4-BE49-F238E27FC236}">
                <a16:creationId xmlns:a16="http://schemas.microsoft.com/office/drawing/2014/main" id="{4054C957-6BFE-47E7-93EB-B68C12FA96E7}"/>
              </a:ext>
            </a:extLst>
          </p:cNvPr>
          <p:cNvSpPr>
            <a:spLocks noGrp="1"/>
          </p:cNvSpPr>
          <p:nvPr/>
        </p:nvSpPr>
        <p:spPr>
          <a:xfrm>
            <a:off x="7668986" y="46633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D8D"/>
          </a:solidFill>
          <a:ln w="3364">
            <a:solidFill>
              <a:srgbClr val="228D8D"/>
            </a:solidFill>
            <a:prstDash val="solid"/>
          </a:ln>
        </p:spPr>
      </p:sp>
      <p:sp>
        <p:nvSpPr>
          <p:cNvPr id="4402" name="Stage1_sixpanel_9573">
            <a:extLst>
              <a:ext uri="{FF2B5EF4-FFF2-40B4-BE49-F238E27FC236}">
                <a16:creationId xmlns:a16="http://schemas.microsoft.com/office/drawing/2014/main" id="{FB25456A-3CD8-4A19-9C68-C171DF738398}"/>
              </a:ext>
            </a:extLst>
          </p:cNvPr>
          <p:cNvSpPr>
            <a:spLocks noGrp="1"/>
          </p:cNvSpPr>
          <p:nvPr/>
        </p:nvSpPr>
        <p:spPr>
          <a:xfrm>
            <a:off x="7668986" y="46548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C8D"/>
          </a:solidFill>
          <a:ln w="3364">
            <a:solidFill>
              <a:srgbClr val="228C8D"/>
            </a:solidFill>
            <a:prstDash val="solid"/>
          </a:ln>
        </p:spPr>
      </p:sp>
      <p:sp>
        <p:nvSpPr>
          <p:cNvPr id="4403" name="Stage1_sixpanel_9574">
            <a:extLst>
              <a:ext uri="{FF2B5EF4-FFF2-40B4-BE49-F238E27FC236}">
                <a16:creationId xmlns:a16="http://schemas.microsoft.com/office/drawing/2014/main" id="{764E638C-ED67-4F3D-8A35-E134AAADAABD}"/>
              </a:ext>
            </a:extLst>
          </p:cNvPr>
          <p:cNvSpPr>
            <a:spLocks noGrp="1"/>
          </p:cNvSpPr>
          <p:nvPr/>
        </p:nvSpPr>
        <p:spPr>
          <a:xfrm>
            <a:off x="7668986" y="464639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28B8D"/>
          </a:solidFill>
          <a:ln w="3364">
            <a:solidFill>
              <a:srgbClr val="228B8D"/>
            </a:solidFill>
            <a:prstDash val="solid"/>
          </a:ln>
        </p:spPr>
      </p:sp>
      <p:sp>
        <p:nvSpPr>
          <p:cNvPr id="4404" name="Stage1_sixpanel_9575">
            <a:extLst>
              <a:ext uri="{FF2B5EF4-FFF2-40B4-BE49-F238E27FC236}">
                <a16:creationId xmlns:a16="http://schemas.microsoft.com/office/drawing/2014/main" id="{789388AC-17BB-4F34-B958-02C65C18B4FF}"/>
              </a:ext>
            </a:extLst>
          </p:cNvPr>
          <p:cNvSpPr>
            <a:spLocks noGrp="1"/>
          </p:cNvSpPr>
          <p:nvPr/>
        </p:nvSpPr>
        <p:spPr>
          <a:xfrm>
            <a:off x="7668986" y="463791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A8D"/>
          </a:solidFill>
          <a:ln w="3364">
            <a:solidFill>
              <a:srgbClr val="238A8D"/>
            </a:solidFill>
            <a:prstDash val="solid"/>
          </a:ln>
        </p:spPr>
      </p:sp>
      <p:sp>
        <p:nvSpPr>
          <p:cNvPr id="4405" name="Stage1_sixpanel_9576">
            <a:extLst>
              <a:ext uri="{FF2B5EF4-FFF2-40B4-BE49-F238E27FC236}">
                <a16:creationId xmlns:a16="http://schemas.microsoft.com/office/drawing/2014/main" id="{B0468E0E-6E29-4C50-A9C7-8F327683132C}"/>
              </a:ext>
            </a:extLst>
          </p:cNvPr>
          <p:cNvSpPr>
            <a:spLocks noGrp="1"/>
          </p:cNvSpPr>
          <p:nvPr/>
        </p:nvSpPr>
        <p:spPr>
          <a:xfrm>
            <a:off x="7668986" y="46294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98E"/>
          </a:solidFill>
          <a:ln w="3364">
            <a:solidFill>
              <a:srgbClr val="23898E"/>
            </a:solidFill>
            <a:prstDash val="solid"/>
          </a:ln>
        </p:spPr>
      </p:sp>
      <p:sp>
        <p:nvSpPr>
          <p:cNvPr id="4406" name="Stage1_sixpanel_9577">
            <a:extLst>
              <a:ext uri="{FF2B5EF4-FFF2-40B4-BE49-F238E27FC236}">
                <a16:creationId xmlns:a16="http://schemas.microsoft.com/office/drawing/2014/main" id="{90D8157E-F8BE-4ED4-AA36-13C92F8463A8}"/>
              </a:ext>
            </a:extLst>
          </p:cNvPr>
          <p:cNvSpPr>
            <a:spLocks noGrp="1"/>
          </p:cNvSpPr>
          <p:nvPr/>
        </p:nvSpPr>
        <p:spPr>
          <a:xfrm>
            <a:off x="7668986" y="46209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3888E"/>
          </a:solidFill>
          <a:ln w="3364">
            <a:solidFill>
              <a:srgbClr val="23888E"/>
            </a:solidFill>
            <a:prstDash val="solid"/>
          </a:ln>
        </p:spPr>
      </p:sp>
      <p:sp>
        <p:nvSpPr>
          <p:cNvPr id="4407" name="Stage1_sixpanel_9578">
            <a:extLst>
              <a:ext uri="{FF2B5EF4-FFF2-40B4-BE49-F238E27FC236}">
                <a16:creationId xmlns:a16="http://schemas.microsoft.com/office/drawing/2014/main" id="{293FE6E9-F564-4EBA-8E78-36B3D4451430}"/>
              </a:ext>
            </a:extLst>
          </p:cNvPr>
          <p:cNvSpPr>
            <a:spLocks noGrp="1"/>
          </p:cNvSpPr>
          <p:nvPr/>
        </p:nvSpPr>
        <p:spPr>
          <a:xfrm>
            <a:off x="7668986" y="461248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78E"/>
          </a:solidFill>
          <a:ln w="3364">
            <a:solidFill>
              <a:srgbClr val="24878E"/>
            </a:solidFill>
            <a:prstDash val="solid"/>
          </a:ln>
        </p:spPr>
      </p:sp>
      <p:sp>
        <p:nvSpPr>
          <p:cNvPr id="4408" name="Stage1_sixpanel_9579">
            <a:extLst>
              <a:ext uri="{FF2B5EF4-FFF2-40B4-BE49-F238E27FC236}">
                <a16:creationId xmlns:a16="http://schemas.microsoft.com/office/drawing/2014/main" id="{2EEB2F81-D125-40AC-9952-564453822E8E}"/>
              </a:ext>
            </a:extLst>
          </p:cNvPr>
          <p:cNvSpPr>
            <a:spLocks noGrp="1"/>
          </p:cNvSpPr>
          <p:nvPr/>
        </p:nvSpPr>
        <p:spPr>
          <a:xfrm>
            <a:off x="7668986" y="460400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4868E"/>
          </a:solidFill>
          <a:ln w="3364">
            <a:solidFill>
              <a:srgbClr val="24868E"/>
            </a:solidFill>
            <a:prstDash val="solid"/>
          </a:ln>
        </p:spPr>
      </p:sp>
      <p:sp>
        <p:nvSpPr>
          <p:cNvPr id="4409" name="Stage1_sixpanel_9580">
            <a:extLst>
              <a:ext uri="{FF2B5EF4-FFF2-40B4-BE49-F238E27FC236}">
                <a16:creationId xmlns:a16="http://schemas.microsoft.com/office/drawing/2014/main" id="{EC1CC356-6336-49AF-ACBA-E35A2F5E692D}"/>
              </a:ext>
            </a:extLst>
          </p:cNvPr>
          <p:cNvSpPr>
            <a:spLocks noGrp="1"/>
          </p:cNvSpPr>
          <p:nvPr/>
        </p:nvSpPr>
        <p:spPr>
          <a:xfrm>
            <a:off x="7668986" y="45955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58E"/>
          </a:solidFill>
          <a:ln w="3364">
            <a:solidFill>
              <a:srgbClr val="25858E"/>
            </a:solidFill>
            <a:prstDash val="solid"/>
          </a:ln>
        </p:spPr>
      </p:sp>
      <p:sp>
        <p:nvSpPr>
          <p:cNvPr id="4410" name="Stage1_sixpanel_9581">
            <a:extLst>
              <a:ext uri="{FF2B5EF4-FFF2-40B4-BE49-F238E27FC236}">
                <a16:creationId xmlns:a16="http://schemas.microsoft.com/office/drawing/2014/main" id="{E08835D7-9D58-40B9-8BDF-1396ED5D1237}"/>
              </a:ext>
            </a:extLst>
          </p:cNvPr>
          <p:cNvSpPr>
            <a:spLocks noGrp="1"/>
          </p:cNvSpPr>
          <p:nvPr/>
        </p:nvSpPr>
        <p:spPr>
          <a:xfrm>
            <a:off x="7668986" y="45870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48E"/>
          </a:solidFill>
          <a:ln w="3364">
            <a:solidFill>
              <a:srgbClr val="25848E"/>
            </a:solidFill>
            <a:prstDash val="solid"/>
          </a:ln>
        </p:spPr>
      </p:sp>
      <p:sp>
        <p:nvSpPr>
          <p:cNvPr id="4411" name="Stage1_sixpanel_9582">
            <a:extLst>
              <a:ext uri="{FF2B5EF4-FFF2-40B4-BE49-F238E27FC236}">
                <a16:creationId xmlns:a16="http://schemas.microsoft.com/office/drawing/2014/main" id="{F1C38DE1-92E1-479E-AFE8-021DEA00DC2A}"/>
              </a:ext>
            </a:extLst>
          </p:cNvPr>
          <p:cNvSpPr>
            <a:spLocks noGrp="1"/>
          </p:cNvSpPr>
          <p:nvPr/>
        </p:nvSpPr>
        <p:spPr>
          <a:xfrm>
            <a:off x="7668986" y="457857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5838E"/>
          </a:solidFill>
          <a:ln w="3364">
            <a:solidFill>
              <a:srgbClr val="25838E"/>
            </a:solidFill>
            <a:prstDash val="solid"/>
          </a:ln>
        </p:spPr>
      </p:sp>
      <p:sp>
        <p:nvSpPr>
          <p:cNvPr id="4412" name="Stage1_sixpanel_9583">
            <a:extLst>
              <a:ext uri="{FF2B5EF4-FFF2-40B4-BE49-F238E27FC236}">
                <a16:creationId xmlns:a16="http://schemas.microsoft.com/office/drawing/2014/main" id="{4C7CFF78-BFE3-4460-A00E-5C9767C26615}"/>
              </a:ext>
            </a:extLst>
          </p:cNvPr>
          <p:cNvSpPr>
            <a:spLocks noGrp="1"/>
          </p:cNvSpPr>
          <p:nvPr/>
        </p:nvSpPr>
        <p:spPr>
          <a:xfrm>
            <a:off x="7668986" y="457009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3" name="Stage1_sixpanel_9584">
            <a:extLst>
              <a:ext uri="{FF2B5EF4-FFF2-40B4-BE49-F238E27FC236}">
                <a16:creationId xmlns:a16="http://schemas.microsoft.com/office/drawing/2014/main" id="{AC81F6B2-1D58-4127-A372-50CCCB5FB82F}"/>
              </a:ext>
            </a:extLst>
          </p:cNvPr>
          <p:cNvSpPr>
            <a:spLocks noGrp="1"/>
          </p:cNvSpPr>
          <p:nvPr/>
        </p:nvSpPr>
        <p:spPr>
          <a:xfrm>
            <a:off x="7668986" y="45616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28E"/>
          </a:solidFill>
          <a:ln w="3364">
            <a:solidFill>
              <a:srgbClr val="26828E"/>
            </a:solidFill>
            <a:prstDash val="solid"/>
          </a:ln>
        </p:spPr>
      </p:sp>
      <p:sp>
        <p:nvSpPr>
          <p:cNvPr id="4414" name="Stage1_sixpanel_9585">
            <a:extLst>
              <a:ext uri="{FF2B5EF4-FFF2-40B4-BE49-F238E27FC236}">
                <a16:creationId xmlns:a16="http://schemas.microsoft.com/office/drawing/2014/main" id="{E507FCF2-C013-4A4E-B133-651CFCA5D006}"/>
              </a:ext>
            </a:extLst>
          </p:cNvPr>
          <p:cNvSpPr>
            <a:spLocks noGrp="1"/>
          </p:cNvSpPr>
          <p:nvPr/>
        </p:nvSpPr>
        <p:spPr>
          <a:xfrm>
            <a:off x="7668986" y="4553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6818E"/>
          </a:solidFill>
          <a:ln w="3364">
            <a:solidFill>
              <a:srgbClr val="26818E"/>
            </a:solidFill>
            <a:prstDash val="solid"/>
          </a:ln>
        </p:spPr>
      </p:sp>
      <p:sp>
        <p:nvSpPr>
          <p:cNvPr id="4415" name="Stage1_sixpanel_9586">
            <a:extLst>
              <a:ext uri="{FF2B5EF4-FFF2-40B4-BE49-F238E27FC236}">
                <a16:creationId xmlns:a16="http://schemas.microsoft.com/office/drawing/2014/main" id="{170BC74F-E90E-4CE9-BA76-2205B43FAA10}"/>
              </a:ext>
            </a:extLst>
          </p:cNvPr>
          <p:cNvSpPr>
            <a:spLocks noGrp="1"/>
          </p:cNvSpPr>
          <p:nvPr/>
        </p:nvSpPr>
        <p:spPr>
          <a:xfrm>
            <a:off x="7668986" y="454466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808E"/>
          </a:solidFill>
          <a:ln w="3364">
            <a:solidFill>
              <a:srgbClr val="27808E"/>
            </a:solidFill>
            <a:prstDash val="solid"/>
          </a:ln>
        </p:spPr>
      </p:sp>
      <p:sp>
        <p:nvSpPr>
          <p:cNvPr id="4416" name="Stage1_sixpanel_9587">
            <a:extLst>
              <a:ext uri="{FF2B5EF4-FFF2-40B4-BE49-F238E27FC236}">
                <a16:creationId xmlns:a16="http://schemas.microsoft.com/office/drawing/2014/main" id="{1D404424-7043-40EB-8C89-5F738EAEE234}"/>
              </a:ext>
            </a:extLst>
          </p:cNvPr>
          <p:cNvSpPr>
            <a:spLocks noGrp="1"/>
          </p:cNvSpPr>
          <p:nvPr/>
        </p:nvSpPr>
        <p:spPr>
          <a:xfrm>
            <a:off x="7668986" y="453618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F8E"/>
          </a:solidFill>
          <a:ln w="3364">
            <a:solidFill>
              <a:srgbClr val="277F8E"/>
            </a:solidFill>
            <a:prstDash val="solid"/>
          </a:ln>
        </p:spPr>
      </p:sp>
      <p:sp>
        <p:nvSpPr>
          <p:cNvPr id="4417" name="Stage1_sixpanel_9588">
            <a:extLst>
              <a:ext uri="{FF2B5EF4-FFF2-40B4-BE49-F238E27FC236}">
                <a16:creationId xmlns:a16="http://schemas.microsoft.com/office/drawing/2014/main" id="{D8F1DB3A-6529-4281-8520-9D7AD38A5FA7}"/>
              </a:ext>
            </a:extLst>
          </p:cNvPr>
          <p:cNvSpPr>
            <a:spLocks noGrp="1"/>
          </p:cNvSpPr>
          <p:nvPr/>
        </p:nvSpPr>
        <p:spPr>
          <a:xfrm>
            <a:off x="7668986" y="45277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77E8E"/>
          </a:solidFill>
          <a:ln w="3364">
            <a:solidFill>
              <a:srgbClr val="277E8E"/>
            </a:solidFill>
            <a:prstDash val="solid"/>
          </a:ln>
        </p:spPr>
      </p:sp>
      <p:sp>
        <p:nvSpPr>
          <p:cNvPr id="4418" name="Stage1_sixpanel_9589">
            <a:extLst>
              <a:ext uri="{FF2B5EF4-FFF2-40B4-BE49-F238E27FC236}">
                <a16:creationId xmlns:a16="http://schemas.microsoft.com/office/drawing/2014/main" id="{7AA4B5A1-1DE4-43E8-A8F8-90FDDCA2BC5B}"/>
              </a:ext>
            </a:extLst>
          </p:cNvPr>
          <p:cNvSpPr>
            <a:spLocks noGrp="1"/>
          </p:cNvSpPr>
          <p:nvPr/>
        </p:nvSpPr>
        <p:spPr>
          <a:xfrm>
            <a:off x="7668986" y="4519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D8E"/>
          </a:solidFill>
          <a:ln w="3364">
            <a:solidFill>
              <a:srgbClr val="287D8E"/>
            </a:solidFill>
            <a:prstDash val="solid"/>
          </a:ln>
        </p:spPr>
      </p:sp>
      <p:sp>
        <p:nvSpPr>
          <p:cNvPr id="4419" name="Stage1_sixpanel_9590">
            <a:extLst>
              <a:ext uri="{FF2B5EF4-FFF2-40B4-BE49-F238E27FC236}">
                <a16:creationId xmlns:a16="http://schemas.microsoft.com/office/drawing/2014/main" id="{DD2693BF-1C8C-434E-8CAD-3BF804C3555C}"/>
              </a:ext>
            </a:extLst>
          </p:cNvPr>
          <p:cNvSpPr>
            <a:spLocks noGrp="1"/>
          </p:cNvSpPr>
          <p:nvPr/>
        </p:nvSpPr>
        <p:spPr>
          <a:xfrm>
            <a:off x="7668986" y="451075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87C8E"/>
          </a:solidFill>
          <a:ln w="3364">
            <a:solidFill>
              <a:srgbClr val="287C8E"/>
            </a:solidFill>
            <a:prstDash val="solid"/>
          </a:ln>
        </p:spPr>
      </p:sp>
      <p:sp>
        <p:nvSpPr>
          <p:cNvPr id="4420" name="Stage1_sixpanel_9591">
            <a:extLst>
              <a:ext uri="{FF2B5EF4-FFF2-40B4-BE49-F238E27FC236}">
                <a16:creationId xmlns:a16="http://schemas.microsoft.com/office/drawing/2014/main" id="{1AD2AEF4-D33A-454E-B6E3-01CF7ADC24CD}"/>
              </a:ext>
            </a:extLst>
          </p:cNvPr>
          <p:cNvSpPr>
            <a:spLocks noGrp="1"/>
          </p:cNvSpPr>
          <p:nvPr/>
        </p:nvSpPr>
        <p:spPr>
          <a:xfrm>
            <a:off x="7668986" y="450227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B8E"/>
          </a:solidFill>
          <a:ln w="3364">
            <a:solidFill>
              <a:srgbClr val="297B8E"/>
            </a:solidFill>
            <a:prstDash val="solid"/>
          </a:ln>
        </p:spPr>
      </p:sp>
      <p:sp>
        <p:nvSpPr>
          <p:cNvPr id="4421" name="Stage1_sixpanel_9592">
            <a:extLst>
              <a:ext uri="{FF2B5EF4-FFF2-40B4-BE49-F238E27FC236}">
                <a16:creationId xmlns:a16="http://schemas.microsoft.com/office/drawing/2014/main" id="{D2F097EF-838F-44BB-AD88-E415D2C78578}"/>
              </a:ext>
            </a:extLst>
          </p:cNvPr>
          <p:cNvSpPr>
            <a:spLocks noGrp="1"/>
          </p:cNvSpPr>
          <p:nvPr/>
        </p:nvSpPr>
        <p:spPr>
          <a:xfrm>
            <a:off x="7668986" y="44938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A8E"/>
          </a:solidFill>
          <a:ln w="3364">
            <a:solidFill>
              <a:srgbClr val="297A8E"/>
            </a:solidFill>
            <a:prstDash val="solid"/>
          </a:ln>
        </p:spPr>
      </p:sp>
      <p:sp>
        <p:nvSpPr>
          <p:cNvPr id="4422" name="Stage1_sixpanel_9593">
            <a:extLst>
              <a:ext uri="{FF2B5EF4-FFF2-40B4-BE49-F238E27FC236}">
                <a16:creationId xmlns:a16="http://schemas.microsoft.com/office/drawing/2014/main" id="{9E1410C8-40A6-4455-816B-6D6B958951A5}"/>
              </a:ext>
            </a:extLst>
          </p:cNvPr>
          <p:cNvSpPr>
            <a:spLocks noGrp="1"/>
          </p:cNvSpPr>
          <p:nvPr/>
        </p:nvSpPr>
        <p:spPr>
          <a:xfrm>
            <a:off x="7668986" y="44853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9798E"/>
          </a:solidFill>
          <a:ln w="3364">
            <a:solidFill>
              <a:srgbClr val="29798E"/>
            </a:solidFill>
            <a:prstDash val="solid"/>
          </a:ln>
        </p:spPr>
      </p:sp>
      <p:sp>
        <p:nvSpPr>
          <p:cNvPr id="4423" name="Stage1_sixpanel_9594">
            <a:extLst>
              <a:ext uri="{FF2B5EF4-FFF2-40B4-BE49-F238E27FC236}">
                <a16:creationId xmlns:a16="http://schemas.microsoft.com/office/drawing/2014/main" id="{1614E38B-2873-4277-8333-7E04EA9018DA}"/>
              </a:ext>
            </a:extLst>
          </p:cNvPr>
          <p:cNvSpPr>
            <a:spLocks noGrp="1"/>
          </p:cNvSpPr>
          <p:nvPr/>
        </p:nvSpPr>
        <p:spPr>
          <a:xfrm>
            <a:off x="7668986" y="447684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88E"/>
          </a:solidFill>
          <a:ln w="3364">
            <a:solidFill>
              <a:srgbClr val="2A788E"/>
            </a:solidFill>
            <a:prstDash val="solid"/>
          </a:ln>
        </p:spPr>
      </p:sp>
      <p:sp>
        <p:nvSpPr>
          <p:cNvPr id="4424" name="Stage1_sixpanel_9595">
            <a:extLst>
              <a:ext uri="{FF2B5EF4-FFF2-40B4-BE49-F238E27FC236}">
                <a16:creationId xmlns:a16="http://schemas.microsoft.com/office/drawing/2014/main" id="{7CEE4927-4330-4539-A9F5-28118A56B03B}"/>
              </a:ext>
            </a:extLst>
          </p:cNvPr>
          <p:cNvSpPr>
            <a:spLocks noGrp="1"/>
          </p:cNvSpPr>
          <p:nvPr/>
        </p:nvSpPr>
        <p:spPr>
          <a:xfrm>
            <a:off x="7668986" y="446836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78E"/>
          </a:solidFill>
          <a:ln w="3364">
            <a:solidFill>
              <a:srgbClr val="2A778E"/>
            </a:solidFill>
            <a:prstDash val="solid"/>
          </a:ln>
        </p:spPr>
      </p:sp>
      <p:sp>
        <p:nvSpPr>
          <p:cNvPr id="4425" name="Stage1_sixpanel_9596">
            <a:extLst>
              <a:ext uri="{FF2B5EF4-FFF2-40B4-BE49-F238E27FC236}">
                <a16:creationId xmlns:a16="http://schemas.microsoft.com/office/drawing/2014/main" id="{964A0540-2AAF-4260-88F0-B9BDE55783D1}"/>
              </a:ext>
            </a:extLst>
          </p:cNvPr>
          <p:cNvSpPr>
            <a:spLocks noGrp="1"/>
          </p:cNvSpPr>
          <p:nvPr/>
        </p:nvSpPr>
        <p:spPr>
          <a:xfrm>
            <a:off x="7668986" y="44598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A768E"/>
          </a:solidFill>
          <a:ln w="3364">
            <a:solidFill>
              <a:srgbClr val="2A768E"/>
            </a:solidFill>
            <a:prstDash val="solid"/>
          </a:ln>
        </p:spPr>
      </p:sp>
      <p:sp>
        <p:nvSpPr>
          <p:cNvPr id="4426" name="Stage1_sixpanel_9597">
            <a:extLst>
              <a:ext uri="{FF2B5EF4-FFF2-40B4-BE49-F238E27FC236}">
                <a16:creationId xmlns:a16="http://schemas.microsoft.com/office/drawing/2014/main" id="{1DE5DC32-FB4D-49D1-9136-D298C61A2E88}"/>
              </a:ext>
            </a:extLst>
          </p:cNvPr>
          <p:cNvSpPr>
            <a:spLocks noGrp="1"/>
          </p:cNvSpPr>
          <p:nvPr/>
        </p:nvSpPr>
        <p:spPr>
          <a:xfrm>
            <a:off x="7668986" y="44514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58E"/>
          </a:solidFill>
          <a:ln w="3364">
            <a:solidFill>
              <a:srgbClr val="2B758E"/>
            </a:solidFill>
            <a:prstDash val="solid"/>
          </a:ln>
        </p:spPr>
      </p:sp>
      <p:sp>
        <p:nvSpPr>
          <p:cNvPr id="4427" name="Stage1_sixpanel_9598">
            <a:extLst>
              <a:ext uri="{FF2B5EF4-FFF2-40B4-BE49-F238E27FC236}">
                <a16:creationId xmlns:a16="http://schemas.microsoft.com/office/drawing/2014/main" id="{6EF81C90-4CC4-4426-9966-E4FC0D67147E}"/>
              </a:ext>
            </a:extLst>
          </p:cNvPr>
          <p:cNvSpPr>
            <a:spLocks noGrp="1"/>
          </p:cNvSpPr>
          <p:nvPr/>
        </p:nvSpPr>
        <p:spPr>
          <a:xfrm>
            <a:off x="7668986" y="444293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B748E"/>
          </a:solidFill>
          <a:ln w="3364">
            <a:solidFill>
              <a:srgbClr val="2B748E"/>
            </a:solidFill>
            <a:prstDash val="solid"/>
          </a:ln>
        </p:spPr>
      </p:sp>
      <p:sp>
        <p:nvSpPr>
          <p:cNvPr id="4428" name="Stage1_sixpanel_9599">
            <a:extLst>
              <a:ext uri="{FF2B5EF4-FFF2-40B4-BE49-F238E27FC236}">
                <a16:creationId xmlns:a16="http://schemas.microsoft.com/office/drawing/2014/main" id="{F8B2D5E5-F381-4354-A21C-8E05D2E05367}"/>
              </a:ext>
            </a:extLst>
          </p:cNvPr>
          <p:cNvSpPr>
            <a:spLocks noGrp="1"/>
          </p:cNvSpPr>
          <p:nvPr/>
        </p:nvSpPr>
        <p:spPr>
          <a:xfrm>
            <a:off x="7668986" y="443445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38E"/>
          </a:solidFill>
          <a:ln w="3364">
            <a:solidFill>
              <a:srgbClr val="2C738E"/>
            </a:solidFill>
            <a:prstDash val="solid"/>
          </a:ln>
        </p:spPr>
      </p:sp>
      <p:sp>
        <p:nvSpPr>
          <p:cNvPr id="4429" name="Stage1_sixpanel_9600">
            <a:extLst>
              <a:ext uri="{FF2B5EF4-FFF2-40B4-BE49-F238E27FC236}">
                <a16:creationId xmlns:a16="http://schemas.microsoft.com/office/drawing/2014/main" id="{50030743-83E0-42EB-9BC4-2A1A69B260D3}"/>
              </a:ext>
            </a:extLst>
          </p:cNvPr>
          <p:cNvSpPr>
            <a:spLocks noGrp="1"/>
          </p:cNvSpPr>
          <p:nvPr/>
        </p:nvSpPr>
        <p:spPr>
          <a:xfrm>
            <a:off x="7668986" y="44259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28E"/>
          </a:solidFill>
          <a:ln w="3364">
            <a:solidFill>
              <a:srgbClr val="2C728E"/>
            </a:solidFill>
            <a:prstDash val="solid"/>
          </a:ln>
        </p:spPr>
      </p:sp>
      <p:sp>
        <p:nvSpPr>
          <p:cNvPr id="4430" name="Stage1_sixpanel_9601">
            <a:extLst>
              <a:ext uri="{FF2B5EF4-FFF2-40B4-BE49-F238E27FC236}">
                <a16:creationId xmlns:a16="http://schemas.microsoft.com/office/drawing/2014/main" id="{DE433344-9E50-4B64-9EA3-BAB343B2E98A}"/>
              </a:ext>
            </a:extLst>
          </p:cNvPr>
          <p:cNvSpPr>
            <a:spLocks noGrp="1"/>
          </p:cNvSpPr>
          <p:nvPr/>
        </p:nvSpPr>
        <p:spPr>
          <a:xfrm>
            <a:off x="7668986" y="4417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C718E"/>
          </a:solidFill>
          <a:ln w="3364">
            <a:solidFill>
              <a:srgbClr val="2C718E"/>
            </a:solidFill>
            <a:prstDash val="solid"/>
          </a:ln>
        </p:spPr>
      </p:sp>
      <p:sp>
        <p:nvSpPr>
          <p:cNvPr id="4431" name="Stage1_sixpanel_9602">
            <a:extLst>
              <a:ext uri="{FF2B5EF4-FFF2-40B4-BE49-F238E27FC236}">
                <a16:creationId xmlns:a16="http://schemas.microsoft.com/office/drawing/2014/main" id="{D8F1EEF5-EA5E-4710-A084-36994D0B93BF}"/>
              </a:ext>
            </a:extLst>
          </p:cNvPr>
          <p:cNvSpPr>
            <a:spLocks noGrp="1"/>
          </p:cNvSpPr>
          <p:nvPr/>
        </p:nvSpPr>
        <p:spPr>
          <a:xfrm>
            <a:off x="7668986" y="440902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18E"/>
          </a:solidFill>
          <a:ln w="3364">
            <a:solidFill>
              <a:srgbClr val="2D718E"/>
            </a:solidFill>
            <a:prstDash val="solid"/>
          </a:ln>
        </p:spPr>
      </p:sp>
      <p:sp>
        <p:nvSpPr>
          <p:cNvPr id="4432" name="Stage1_sixpanel_9603">
            <a:extLst>
              <a:ext uri="{FF2B5EF4-FFF2-40B4-BE49-F238E27FC236}">
                <a16:creationId xmlns:a16="http://schemas.microsoft.com/office/drawing/2014/main" id="{CC8A29C0-3F18-4ECE-8A4D-EFC31F477914}"/>
              </a:ext>
            </a:extLst>
          </p:cNvPr>
          <p:cNvSpPr>
            <a:spLocks noGrp="1"/>
          </p:cNvSpPr>
          <p:nvPr/>
        </p:nvSpPr>
        <p:spPr>
          <a:xfrm>
            <a:off x="7668986" y="440055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D708E"/>
          </a:solidFill>
          <a:ln w="3364">
            <a:solidFill>
              <a:srgbClr val="2D708E"/>
            </a:solidFill>
            <a:prstDash val="solid"/>
          </a:ln>
        </p:spPr>
      </p:sp>
      <p:sp>
        <p:nvSpPr>
          <p:cNvPr id="4433" name="Stage1_sixpanel_9604">
            <a:extLst>
              <a:ext uri="{FF2B5EF4-FFF2-40B4-BE49-F238E27FC236}">
                <a16:creationId xmlns:a16="http://schemas.microsoft.com/office/drawing/2014/main" id="{605DDE68-ED14-46F9-ADA4-4E4084DE1727}"/>
              </a:ext>
            </a:extLst>
          </p:cNvPr>
          <p:cNvSpPr>
            <a:spLocks noGrp="1"/>
          </p:cNvSpPr>
          <p:nvPr/>
        </p:nvSpPr>
        <p:spPr>
          <a:xfrm>
            <a:off x="7668986" y="43920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F8E"/>
          </a:solidFill>
          <a:ln w="3364">
            <a:solidFill>
              <a:srgbClr val="2E6F8E"/>
            </a:solidFill>
            <a:prstDash val="solid"/>
          </a:ln>
        </p:spPr>
      </p:sp>
      <p:sp>
        <p:nvSpPr>
          <p:cNvPr id="4434" name="Stage1_sixpanel_9605">
            <a:extLst>
              <a:ext uri="{FF2B5EF4-FFF2-40B4-BE49-F238E27FC236}">
                <a16:creationId xmlns:a16="http://schemas.microsoft.com/office/drawing/2014/main" id="{14A27D61-0F0D-4FD3-8C81-657D416B0E68}"/>
              </a:ext>
            </a:extLst>
          </p:cNvPr>
          <p:cNvSpPr>
            <a:spLocks noGrp="1"/>
          </p:cNvSpPr>
          <p:nvPr/>
        </p:nvSpPr>
        <p:spPr>
          <a:xfrm>
            <a:off x="7668986" y="43835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E8E"/>
          </a:solidFill>
          <a:ln w="3364">
            <a:solidFill>
              <a:srgbClr val="2E6E8E"/>
            </a:solidFill>
            <a:prstDash val="solid"/>
          </a:ln>
        </p:spPr>
      </p:sp>
      <p:sp>
        <p:nvSpPr>
          <p:cNvPr id="4435" name="Stage1_sixpanel_9606">
            <a:extLst>
              <a:ext uri="{FF2B5EF4-FFF2-40B4-BE49-F238E27FC236}">
                <a16:creationId xmlns:a16="http://schemas.microsoft.com/office/drawing/2014/main" id="{7EB235F6-6287-43D1-B783-B58F99161FD3}"/>
              </a:ext>
            </a:extLst>
          </p:cNvPr>
          <p:cNvSpPr>
            <a:spLocks noGrp="1"/>
          </p:cNvSpPr>
          <p:nvPr/>
        </p:nvSpPr>
        <p:spPr>
          <a:xfrm>
            <a:off x="7668986" y="437511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E6D8E"/>
          </a:solidFill>
          <a:ln w="3364">
            <a:solidFill>
              <a:srgbClr val="2E6D8E"/>
            </a:solidFill>
            <a:prstDash val="solid"/>
          </a:ln>
        </p:spPr>
      </p:sp>
      <p:sp>
        <p:nvSpPr>
          <p:cNvPr id="4436" name="Stage1_sixpanel_9607">
            <a:extLst>
              <a:ext uri="{FF2B5EF4-FFF2-40B4-BE49-F238E27FC236}">
                <a16:creationId xmlns:a16="http://schemas.microsoft.com/office/drawing/2014/main" id="{B2F2427F-2E35-427D-82ED-E96F30408FD7}"/>
              </a:ext>
            </a:extLst>
          </p:cNvPr>
          <p:cNvSpPr>
            <a:spLocks noGrp="1"/>
          </p:cNvSpPr>
          <p:nvPr/>
        </p:nvSpPr>
        <p:spPr>
          <a:xfrm>
            <a:off x="7668986" y="43666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C8E"/>
          </a:solidFill>
          <a:ln w="3364">
            <a:solidFill>
              <a:srgbClr val="2F6C8E"/>
            </a:solidFill>
            <a:prstDash val="solid"/>
          </a:ln>
        </p:spPr>
      </p:sp>
      <p:sp>
        <p:nvSpPr>
          <p:cNvPr id="4437" name="Stage1_sixpanel_9608">
            <a:extLst>
              <a:ext uri="{FF2B5EF4-FFF2-40B4-BE49-F238E27FC236}">
                <a16:creationId xmlns:a16="http://schemas.microsoft.com/office/drawing/2014/main" id="{702B03E8-44F0-403C-8C0D-1DAC9216E894}"/>
              </a:ext>
            </a:extLst>
          </p:cNvPr>
          <p:cNvSpPr>
            <a:spLocks noGrp="1"/>
          </p:cNvSpPr>
          <p:nvPr/>
        </p:nvSpPr>
        <p:spPr>
          <a:xfrm>
            <a:off x="7668986" y="43581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2F6B8E"/>
          </a:solidFill>
          <a:ln w="3364">
            <a:solidFill>
              <a:srgbClr val="2F6B8E"/>
            </a:solidFill>
            <a:prstDash val="solid"/>
          </a:ln>
        </p:spPr>
      </p:sp>
      <p:sp>
        <p:nvSpPr>
          <p:cNvPr id="4438" name="Stage1_sixpanel_9609">
            <a:extLst>
              <a:ext uri="{FF2B5EF4-FFF2-40B4-BE49-F238E27FC236}">
                <a16:creationId xmlns:a16="http://schemas.microsoft.com/office/drawing/2014/main" id="{B9CE270A-75F6-4E3D-A00C-CDF147ADDC4D}"/>
              </a:ext>
            </a:extLst>
          </p:cNvPr>
          <p:cNvSpPr>
            <a:spLocks noGrp="1"/>
          </p:cNvSpPr>
          <p:nvPr/>
        </p:nvSpPr>
        <p:spPr>
          <a:xfrm>
            <a:off x="7668986" y="43496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A8E"/>
          </a:solidFill>
          <a:ln w="3364">
            <a:solidFill>
              <a:srgbClr val="306A8E"/>
            </a:solidFill>
            <a:prstDash val="solid"/>
          </a:ln>
        </p:spPr>
      </p:sp>
      <p:sp>
        <p:nvSpPr>
          <p:cNvPr id="4439" name="Stage1_sixpanel_9610">
            <a:extLst>
              <a:ext uri="{FF2B5EF4-FFF2-40B4-BE49-F238E27FC236}">
                <a16:creationId xmlns:a16="http://schemas.microsoft.com/office/drawing/2014/main" id="{D6BE6E4B-0D52-43E2-951A-D6E474786ECE}"/>
              </a:ext>
            </a:extLst>
          </p:cNvPr>
          <p:cNvSpPr>
            <a:spLocks noGrp="1"/>
          </p:cNvSpPr>
          <p:nvPr/>
        </p:nvSpPr>
        <p:spPr>
          <a:xfrm>
            <a:off x="7668986" y="434120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0698E"/>
          </a:solidFill>
          <a:ln w="3364">
            <a:solidFill>
              <a:srgbClr val="30698E"/>
            </a:solidFill>
            <a:prstDash val="solid"/>
          </a:ln>
        </p:spPr>
      </p:sp>
      <p:sp>
        <p:nvSpPr>
          <p:cNvPr id="4440" name="Stage1_sixpanel_9611">
            <a:extLst>
              <a:ext uri="{FF2B5EF4-FFF2-40B4-BE49-F238E27FC236}">
                <a16:creationId xmlns:a16="http://schemas.microsoft.com/office/drawing/2014/main" id="{F0D737B1-026F-4396-A424-16AB781F6E49}"/>
              </a:ext>
            </a:extLst>
          </p:cNvPr>
          <p:cNvSpPr>
            <a:spLocks noGrp="1"/>
          </p:cNvSpPr>
          <p:nvPr/>
        </p:nvSpPr>
        <p:spPr>
          <a:xfrm>
            <a:off x="7668986" y="43327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88E"/>
          </a:solidFill>
          <a:ln w="3364">
            <a:solidFill>
              <a:srgbClr val="31688E"/>
            </a:solidFill>
            <a:prstDash val="solid"/>
          </a:ln>
        </p:spPr>
      </p:sp>
      <p:sp>
        <p:nvSpPr>
          <p:cNvPr id="4441" name="Stage1_sixpanel_9612">
            <a:extLst>
              <a:ext uri="{FF2B5EF4-FFF2-40B4-BE49-F238E27FC236}">
                <a16:creationId xmlns:a16="http://schemas.microsoft.com/office/drawing/2014/main" id="{BCE7E415-10E9-48CF-A764-1FB51B014FBE}"/>
              </a:ext>
            </a:extLst>
          </p:cNvPr>
          <p:cNvSpPr>
            <a:spLocks noGrp="1"/>
          </p:cNvSpPr>
          <p:nvPr/>
        </p:nvSpPr>
        <p:spPr>
          <a:xfrm>
            <a:off x="7668986" y="43242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78E"/>
          </a:solidFill>
          <a:ln w="3364">
            <a:solidFill>
              <a:srgbClr val="31678E"/>
            </a:solidFill>
            <a:prstDash val="solid"/>
          </a:ln>
        </p:spPr>
      </p:sp>
      <p:sp>
        <p:nvSpPr>
          <p:cNvPr id="4442" name="Stage1_sixpanel_9613">
            <a:extLst>
              <a:ext uri="{FF2B5EF4-FFF2-40B4-BE49-F238E27FC236}">
                <a16:creationId xmlns:a16="http://schemas.microsoft.com/office/drawing/2014/main" id="{70A06E8A-BC00-4449-870A-401CD7E19862}"/>
              </a:ext>
            </a:extLst>
          </p:cNvPr>
          <p:cNvSpPr>
            <a:spLocks noGrp="1"/>
          </p:cNvSpPr>
          <p:nvPr/>
        </p:nvSpPr>
        <p:spPr>
          <a:xfrm>
            <a:off x="7668986" y="43157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1668E"/>
          </a:solidFill>
          <a:ln w="3364">
            <a:solidFill>
              <a:srgbClr val="31668E"/>
            </a:solidFill>
            <a:prstDash val="solid"/>
          </a:ln>
        </p:spPr>
      </p:sp>
      <p:sp>
        <p:nvSpPr>
          <p:cNvPr id="4443" name="Stage1_sixpanel_9614">
            <a:extLst>
              <a:ext uri="{FF2B5EF4-FFF2-40B4-BE49-F238E27FC236}">
                <a16:creationId xmlns:a16="http://schemas.microsoft.com/office/drawing/2014/main" id="{8ADDFDEB-BFA5-443E-B956-CB72B1B6FF74}"/>
              </a:ext>
            </a:extLst>
          </p:cNvPr>
          <p:cNvSpPr>
            <a:spLocks noGrp="1"/>
          </p:cNvSpPr>
          <p:nvPr/>
        </p:nvSpPr>
        <p:spPr>
          <a:xfrm>
            <a:off x="7668986" y="430730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58E"/>
          </a:solidFill>
          <a:ln w="3364">
            <a:solidFill>
              <a:srgbClr val="32658E"/>
            </a:solidFill>
            <a:prstDash val="solid"/>
          </a:ln>
        </p:spPr>
      </p:sp>
      <p:sp>
        <p:nvSpPr>
          <p:cNvPr id="4444" name="Stage1_sixpanel_9615">
            <a:extLst>
              <a:ext uri="{FF2B5EF4-FFF2-40B4-BE49-F238E27FC236}">
                <a16:creationId xmlns:a16="http://schemas.microsoft.com/office/drawing/2014/main" id="{C6018C93-5F13-460C-9B21-25B39008E948}"/>
              </a:ext>
            </a:extLst>
          </p:cNvPr>
          <p:cNvSpPr>
            <a:spLocks noGrp="1"/>
          </p:cNvSpPr>
          <p:nvPr/>
        </p:nvSpPr>
        <p:spPr>
          <a:xfrm>
            <a:off x="7668986" y="429882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2648E"/>
          </a:solidFill>
          <a:ln w="3364">
            <a:solidFill>
              <a:srgbClr val="32648E"/>
            </a:solidFill>
            <a:prstDash val="solid"/>
          </a:ln>
        </p:spPr>
      </p:sp>
      <p:sp>
        <p:nvSpPr>
          <p:cNvPr id="4445" name="Stage1_sixpanel_9616">
            <a:extLst>
              <a:ext uri="{FF2B5EF4-FFF2-40B4-BE49-F238E27FC236}">
                <a16:creationId xmlns:a16="http://schemas.microsoft.com/office/drawing/2014/main" id="{F5155495-9C4D-4BAE-BD65-961D6852D5C9}"/>
              </a:ext>
            </a:extLst>
          </p:cNvPr>
          <p:cNvSpPr>
            <a:spLocks noGrp="1"/>
          </p:cNvSpPr>
          <p:nvPr/>
        </p:nvSpPr>
        <p:spPr>
          <a:xfrm>
            <a:off x="7668986" y="42903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38D"/>
          </a:solidFill>
          <a:ln w="3364">
            <a:solidFill>
              <a:srgbClr val="33638D"/>
            </a:solidFill>
            <a:prstDash val="solid"/>
          </a:ln>
        </p:spPr>
      </p:sp>
      <p:sp>
        <p:nvSpPr>
          <p:cNvPr id="4446" name="Stage1_sixpanel_9617">
            <a:extLst>
              <a:ext uri="{FF2B5EF4-FFF2-40B4-BE49-F238E27FC236}">
                <a16:creationId xmlns:a16="http://schemas.microsoft.com/office/drawing/2014/main" id="{6F8B2506-6C89-4ADD-A6BB-063641DAB2F2}"/>
              </a:ext>
            </a:extLst>
          </p:cNvPr>
          <p:cNvSpPr>
            <a:spLocks noGrp="1"/>
          </p:cNvSpPr>
          <p:nvPr/>
        </p:nvSpPr>
        <p:spPr>
          <a:xfrm>
            <a:off x="7668986" y="42818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3628D"/>
          </a:solidFill>
          <a:ln w="3364">
            <a:solidFill>
              <a:srgbClr val="33628D"/>
            </a:solidFill>
            <a:prstDash val="solid"/>
          </a:ln>
        </p:spPr>
      </p:sp>
      <p:sp>
        <p:nvSpPr>
          <p:cNvPr id="4447" name="Stage1_sixpanel_9618">
            <a:extLst>
              <a:ext uri="{FF2B5EF4-FFF2-40B4-BE49-F238E27FC236}">
                <a16:creationId xmlns:a16="http://schemas.microsoft.com/office/drawing/2014/main" id="{21A6F503-DE45-4E3A-8393-657D37BD218B}"/>
              </a:ext>
            </a:extLst>
          </p:cNvPr>
          <p:cNvSpPr>
            <a:spLocks noGrp="1"/>
          </p:cNvSpPr>
          <p:nvPr/>
        </p:nvSpPr>
        <p:spPr>
          <a:xfrm>
            <a:off x="7668986" y="427339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18D"/>
          </a:solidFill>
          <a:ln w="3364">
            <a:solidFill>
              <a:srgbClr val="34618D"/>
            </a:solidFill>
            <a:prstDash val="solid"/>
          </a:ln>
        </p:spPr>
      </p:sp>
      <p:sp>
        <p:nvSpPr>
          <p:cNvPr id="4448" name="Stage1_sixpanel_9619">
            <a:extLst>
              <a:ext uri="{FF2B5EF4-FFF2-40B4-BE49-F238E27FC236}">
                <a16:creationId xmlns:a16="http://schemas.microsoft.com/office/drawing/2014/main" id="{16B69B0C-591E-4F05-85BF-C6FCD1A691D1}"/>
              </a:ext>
            </a:extLst>
          </p:cNvPr>
          <p:cNvSpPr>
            <a:spLocks noGrp="1"/>
          </p:cNvSpPr>
          <p:nvPr/>
        </p:nvSpPr>
        <p:spPr>
          <a:xfrm>
            <a:off x="7668986" y="426491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4608D"/>
          </a:solidFill>
          <a:ln w="3364">
            <a:solidFill>
              <a:srgbClr val="34608D"/>
            </a:solidFill>
            <a:prstDash val="solid"/>
          </a:ln>
        </p:spPr>
      </p:sp>
      <p:sp>
        <p:nvSpPr>
          <p:cNvPr id="4449" name="Stage1_sixpanel_9620">
            <a:extLst>
              <a:ext uri="{FF2B5EF4-FFF2-40B4-BE49-F238E27FC236}">
                <a16:creationId xmlns:a16="http://schemas.microsoft.com/office/drawing/2014/main" id="{B2B8DB6D-7697-453B-B9E6-9B6118A46F7F}"/>
              </a:ext>
            </a:extLst>
          </p:cNvPr>
          <p:cNvSpPr>
            <a:spLocks noGrp="1"/>
          </p:cNvSpPr>
          <p:nvPr/>
        </p:nvSpPr>
        <p:spPr>
          <a:xfrm>
            <a:off x="7668986" y="42564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F8D"/>
          </a:solidFill>
          <a:ln w="3364">
            <a:solidFill>
              <a:srgbClr val="355F8D"/>
            </a:solidFill>
            <a:prstDash val="solid"/>
          </a:ln>
        </p:spPr>
      </p:sp>
      <p:sp>
        <p:nvSpPr>
          <p:cNvPr id="4450" name="Stage1_sixpanel_9621">
            <a:extLst>
              <a:ext uri="{FF2B5EF4-FFF2-40B4-BE49-F238E27FC236}">
                <a16:creationId xmlns:a16="http://schemas.microsoft.com/office/drawing/2014/main" id="{DC3DA580-FB0D-4A38-98B2-05E4AF6EA15E}"/>
              </a:ext>
            </a:extLst>
          </p:cNvPr>
          <p:cNvSpPr>
            <a:spLocks noGrp="1"/>
          </p:cNvSpPr>
          <p:nvPr/>
        </p:nvSpPr>
        <p:spPr>
          <a:xfrm>
            <a:off x="7668986" y="42479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55E8D"/>
          </a:solidFill>
          <a:ln w="3364">
            <a:solidFill>
              <a:srgbClr val="355E8D"/>
            </a:solidFill>
            <a:prstDash val="solid"/>
          </a:ln>
        </p:spPr>
      </p:sp>
      <p:sp>
        <p:nvSpPr>
          <p:cNvPr id="4451" name="Stage1_sixpanel_9622">
            <a:extLst>
              <a:ext uri="{FF2B5EF4-FFF2-40B4-BE49-F238E27FC236}">
                <a16:creationId xmlns:a16="http://schemas.microsoft.com/office/drawing/2014/main" id="{80AA6594-9355-4185-81CC-7972DE30FF78}"/>
              </a:ext>
            </a:extLst>
          </p:cNvPr>
          <p:cNvSpPr>
            <a:spLocks noGrp="1"/>
          </p:cNvSpPr>
          <p:nvPr/>
        </p:nvSpPr>
        <p:spPr>
          <a:xfrm>
            <a:off x="7668986" y="423948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D8D"/>
          </a:solidFill>
          <a:ln w="3364">
            <a:solidFill>
              <a:srgbClr val="365D8D"/>
            </a:solidFill>
            <a:prstDash val="solid"/>
          </a:ln>
        </p:spPr>
      </p:sp>
      <p:sp>
        <p:nvSpPr>
          <p:cNvPr id="4452" name="Stage1_sixpanel_9623">
            <a:extLst>
              <a:ext uri="{FF2B5EF4-FFF2-40B4-BE49-F238E27FC236}">
                <a16:creationId xmlns:a16="http://schemas.microsoft.com/office/drawing/2014/main" id="{84FE0DCC-D05B-4A33-B1D4-E138CF2BB0FA}"/>
              </a:ext>
            </a:extLst>
          </p:cNvPr>
          <p:cNvSpPr>
            <a:spLocks noGrp="1"/>
          </p:cNvSpPr>
          <p:nvPr/>
        </p:nvSpPr>
        <p:spPr>
          <a:xfrm>
            <a:off x="7668986" y="42310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65C8D"/>
          </a:solidFill>
          <a:ln w="3364">
            <a:solidFill>
              <a:srgbClr val="365C8D"/>
            </a:solidFill>
            <a:prstDash val="solid"/>
          </a:ln>
        </p:spPr>
      </p:sp>
      <p:sp>
        <p:nvSpPr>
          <p:cNvPr id="4453" name="Stage1_sixpanel_9624">
            <a:extLst>
              <a:ext uri="{FF2B5EF4-FFF2-40B4-BE49-F238E27FC236}">
                <a16:creationId xmlns:a16="http://schemas.microsoft.com/office/drawing/2014/main" id="{8E92AFF4-4D1A-4DE4-95B4-4DD57D190B1B}"/>
              </a:ext>
            </a:extLst>
          </p:cNvPr>
          <p:cNvSpPr>
            <a:spLocks noGrp="1"/>
          </p:cNvSpPr>
          <p:nvPr/>
        </p:nvSpPr>
        <p:spPr>
          <a:xfrm>
            <a:off x="7668986" y="42225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B8D"/>
          </a:solidFill>
          <a:ln w="3364">
            <a:solidFill>
              <a:srgbClr val="375B8D"/>
            </a:solidFill>
            <a:prstDash val="solid"/>
          </a:ln>
        </p:spPr>
      </p:sp>
      <p:sp>
        <p:nvSpPr>
          <p:cNvPr id="4454" name="Stage1_sixpanel_9625">
            <a:extLst>
              <a:ext uri="{FF2B5EF4-FFF2-40B4-BE49-F238E27FC236}">
                <a16:creationId xmlns:a16="http://schemas.microsoft.com/office/drawing/2014/main" id="{89E42C17-FC3A-4EED-BF90-E1B729C82C66}"/>
              </a:ext>
            </a:extLst>
          </p:cNvPr>
          <p:cNvSpPr>
            <a:spLocks noGrp="1"/>
          </p:cNvSpPr>
          <p:nvPr/>
        </p:nvSpPr>
        <p:spPr>
          <a:xfrm>
            <a:off x="7668986" y="42140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75A8C"/>
          </a:solidFill>
          <a:ln w="3364">
            <a:solidFill>
              <a:srgbClr val="375A8C"/>
            </a:solidFill>
            <a:prstDash val="solid"/>
          </a:ln>
        </p:spPr>
      </p:sp>
      <p:sp>
        <p:nvSpPr>
          <p:cNvPr id="4455" name="Stage1_sixpanel_9626">
            <a:extLst>
              <a:ext uri="{FF2B5EF4-FFF2-40B4-BE49-F238E27FC236}">
                <a16:creationId xmlns:a16="http://schemas.microsoft.com/office/drawing/2014/main" id="{7D4CA377-F283-4E75-86C1-CD34517DB3E5}"/>
              </a:ext>
            </a:extLst>
          </p:cNvPr>
          <p:cNvSpPr>
            <a:spLocks noGrp="1"/>
          </p:cNvSpPr>
          <p:nvPr/>
        </p:nvSpPr>
        <p:spPr>
          <a:xfrm>
            <a:off x="7668986" y="420557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98C"/>
          </a:solidFill>
          <a:ln w="3364">
            <a:solidFill>
              <a:srgbClr val="38598C"/>
            </a:solidFill>
            <a:prstDash val="solid"/>
          </a:ln>
        </p:spPr>
      </p:sp>
      <p:sp>
        <p:nvSpPr>
          <p:cNvPr id="4456" name="Stage1_sixpanel_9627">
            <a:extLst>
              <a:ext uri="{FF2B5EF4-FFF2-40B4-BE49-F238E27FC236}">
                <a16:creationId xmlns:a16="http://schemas.microsoft.com/office/drawing/2014/main" id="{7A4875F4-EA59-4563-8C26-E5F00FA89068}"/>
              </a:ext>
            </a:extLst>
          </p:cNvPr>
          <p:cNvSpPr>
            <a:spLocks noGrp="1"/>
          </p:cNvSpPr>
          <p:nvPr/>
        </p:nvSpPr>
        <p:spPr>
          <a:xfrm>
            <a:off x="7668986" y="419709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8588C"/>
          </a:solidFill>
          <a:ln w="3364">
            <a:solidFill>
              <a:srgbClr val="38588C"/>
            </a:solidFill>
            <a:prstDash val="solid"/>
          </a:ln>
        </p:spPr>
      </p:sp>
      <p:sp>
        <p:nvSpPr>
          <p:cNvPr id="4457" name="Stage1_sixpanel_9628">
            <a:extLst>
              <a:ext uri="{FF2B5EF4-FFF2-40B4-BE49-F238E27FC236}">
                <a16:creationId xmlns:a16="http://schemas.microsoft.com/office/drawing/2014/main" id="{E760BFB1-4256-401A-B9BC-784BE6A4EA21}"/>
              </a:ext>
            </a:extLst>
          </p:cNvPr>
          <p:cNvSpPr>
            <a:spLocks noGrp="1"/>
          </p:cNvSpPr>
          <p:nvPr/>
        </p:nvSpPr>
        <p:spPr>
          <a:xfrm>
            <a:off x="7668986" y="41886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68C"/>
          </a:solidFill>
          <a:ln w="3364">
            <a:solidFill>
              <a:srgbClr val="39568C"/>
            </a:solidFill>
            <a:prstDash val="solid"/>
          </a:ln>
        </p:spPr>
      </p:sp>
      <p:sp>
        <p:nvSpPr>
          <p:cNvPr id="4458" name="Stage1_sixpanel_9629">
            <a:extLst>
              <a:ext uri="{FF2B5EF4-FFF2-40B4-BE49-F238E27FC236}">
                <a16:creationId xmlns:a16="http://schemas.microsoft.com/office/drawing/2014/main" id="{239E273F-561A-4C40-8202-88772C031711}"/>
              </a:ext>
            </a:extLst>
          </p:cNvPr>
          <p:cNvSpPr>
            <a:spLocks noGrp="1"/>
          </p:cNvSpPr>
          <p:nvPr/>
        </p:nvSpPr>
        <p:spPr>
          <a:xfrm>
            <a:off x="7668986" y="418014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9558C"/>
          </a:solidFill>
          <a:ln w="3364">
            <a:solidFill>
              <a:srgbClr val="39558C"/>
            </a:solidFill>
            <a:prstDash val="solid"/>
          </a:ln>
        </p:spPr>
      </p:sp>
      <p:sp>
        <p:nvSpPr>
          <p:cNvPr id="4459" name="Stage1_sixpanel_9630">
            <a:extLst>
              <a:ext uri="{FF2B5EF4-FFF2-40B4-BE49-F238E27FC236}">
                <a16:creationId xmlns:a16="http://schemas.microsoft.com/office/drawing/2014/main" id="{F4BF2A79-6A31-4CF4-ACD5-08E2F9876E05}"/>
              </a:ext>
            </a:extLst>
          </p:cNvPr>
          <p:cNvSpPr>
            <a:spLocks noGrp="1"/>
          </p:cNvSpPr>
          <p:nvPr/>
        </p:nvSpPr>
        <p:spPr>
          <a:xfrm>
            <a:off x="7668986" y="417166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48C"/>
          </a:solidFill>
          <a:ln w="3364">
            <a:solidFill>
              <a:srgbClr val="3A548C"/>
            </a:solidFill>
            <a:prstDash val="solid"/>
          </a:ln>
        </p:spPr>
      </p:sp>
      <p:sp>
        <p:nvSpPr>
          <p:cNvPr id="4460" name="Stage1_sixpanel_9631">
            <a:extLst>
              <a:ext uri="{FF2B5EF4-FFF2-40B4-BE49-F238E27FC236}">
                <a16:creationId xmlns:a16="http://schemas.microsoft.com/office/drawing/2014/main" id="{5A884EFC-8253-4285-AC48-7B125BDAE276}"/>
              </a:ext>
            </a:extLst>
          </p:cNvPr>
          <p:cNvSpPr>
            <a:spLocks noGrp="1"/>
          </p:cNvSpPr>
          <p:nvPr/>
        </p:nvSpPr>
        <p:spPr>
          <a:xfrm>
            <a:off x="7668986" y="416318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A538B"/>
          </a:solidFill>
          <a:ln w="3364">
            <a:solidFill>
              <a:srgbClr val="3A538B"/>
            </a:solidFill>
            <a:prstDash val="solid"/>
          </a:ln>
        </p:spPr>
      </p:sp>
      <p:sp>
        <p:nvSpPr>
          <p:cNvPr id="4461" name="Stage1_sixpanel_9632">
            <a:extLst>
              <a:ext uri="{FF2B5EF4-FFF2-40B4-BE49-F238E27FC236}">
                <a16:creationId xmlns:a16="http://schemas.microsoft.com/office/drawing/2014/main" id="{EB5DDA65-C054-43AD-B15F-9425203A053C}"/>
              </a:ext>
            </a:extLst>
          </p:cNvPr>
          <p:cNvSpPr>
            <a:spLocks noGrp="1"/>
          </p:cNvSpPr>
          <p:nvPr/>
        </p:nvSpPr>
        <p:spPr>
          <a:xfrm>
            <a:off x="7668986" y="41547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28B"/>
          </a:solidFill>
          <a:ln w="3364">
            <a:solidFill>
              <a:srgbClr val="3B528B"/>
            </a:solidFill>
            <a:prstDash val="solid"/>
          </a:ln>
        </p:spPr>
      </p:sp>
      <p:sp>
        <p:nvSpPr>
          <p:cNvPr id="4462" name="Stage1_sixpanel_9633">
            <a:extLst>
              <a:ext uri="{FF2B5EF4-FFF2-40B4-BE49-F238E27FC236}">
                <a16:creationId xmlns:a16="http://schemas.microsoft.com/office/drawing/2014/main" id="{EE305A7F-AA07-4AC2-9F84-6F165863BEBD}"/>
              </a:ext>
            </a:extLst>
          </p:cNvPr>
          <p:cNvSpPr>
            <a:spLocks noGrp="1"/>
          </p:cNvSpPr>
          <p:nvPr/>
        </p:nvSpPr>
        <p:spPr>
          <a:xfrm>
            <a:off x="7668986" y="414623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B518B"/>
          </a:solidFill>
          <a:ln w="3364">
            <a:solidFill>
              <a:srgbClr val="3B518B"/>
            </a:solidFill>
            <a:prstDash val="solid"/>
          </a:ln>
        </p:spPr>
      </p:sp>
      <p:sp>
        <p:nvSpPr>
          <p:cNvPr id="4463" name="Stage1_sixpanel_9634">
            <a:extLst>
              <a:ext uri="{FF2B5EF4-FFF2-40B4-BE49-F238E27FC236}">
                <a16:creationId xmlns:a16="http://schemas.microsoft.com/office/drawing/2014/main" id="{ED811996-9692-4F71-AA76-7BE3D10734A7}"/>
              </a:ext>
            </a:extLst>
          </p:cNvPr>
          <p:cNvSpPr>
            <a:spLocks noGrp="1"/>
          </p:cNvSpPr>
          <p:nvPr/>
        </p:nvSpPr>
        <p:spPr>
          <a:xfrm>
            <a:off x="7668986" y="413775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508B"/>
          </a:solidFill>
          <a:ln w="3364">
            <a:solidFill>
              <a:srgbClr val="3C508B"/>
            </a:solidFill>
            <a:prstDash val="solid"/>
          </a:ln>
        </p:spPr>
      </p:sp>
      <p:sp>
        <p:nvSpPr>
          <p:cNvPr id="4464" name="Stage1_sixpanel_9635">
            <a:extLst>
              <a:ext uri="{FF2B5EF4-FFF2-40B4-BE49-F238E27FC236}">
                <a16:creationId xmlns:a16="http://schemas.microsoft.com/office/drawing/2014/main" id="{3D0B0BC6-E3AD-420A-8BB0-1B0AD36D4CAB}"/>
              </a:ext>
            </a:extLst>
          </p:cNvPr>
          <p:cNvSpPr>
            <a:spLocks noGrp="1"/>
          </p:cNvSpPr>
          <p:nvPr/>
        </p:nvSpPr>
        <p:spPr>
          <a:xfrm>
            <a:off x="7668986" y="412927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C4F8A"/>
          </a:solidFill>
          <a:ln w="3364">
            <a:solidFill>
              <a:srgbClr val="3C4F8A"/>
            </a:solidFill>
            <a:prstDash val="solid"/>
          </a:ln>
        </p:spPr>
      </p:sp>
      <p:sp>
        <p:nvSpPr>
          <p:cNvPr id="4465" name="Stage1_sixpanel_9636">
            <a:extLst>
              <a:ext uri="{FF2B5EF4-FFF2-40B4-BE49-F238E27FC236}">
                <a16:creationId xmlns:a16="http://schemas.microsoft.com/office/drawing/2014/main" id="{D80A98D9-19CA-4F38-ABCB-A497D0826CFA}"/>
              </a:ext>
            </a:extLst>
          </p:cNvPr>
          <p:cNvSpPr>
            <a:spLocks noGrp="1"/>
          </p:cNvSpPr>
          <p:nvPr/>
        </p:nvSpPr>
        <p:spPr>
          <a:xfrm>
            <a:off x="7668986" y="41208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E8A"/>
          </a:solidFill>
          <a:ln w="3364">
            <a:solidFill>
              <a:srgbClr val="3D4E8A"/>
            </a:solidFill>
            <a:prstDash val="solid"/>
          </a:ln>
        </p:spPr>
      </p:sp>
      <p:sp>
        <p:nvSpPr>
          <p:cNvPr id="4466" name="Stage1_sixpanel_9637">
            <a:extLst>
              <a:ext uri="{FF2B5EF4-FFF2-40B4-BE49-F238E27FC236}">
                <a16:creationId xmlns:a16="http://schemas.microsoft.com/office/drawing/2014/main" id="{A36DCED3-F8EA-42C8-8FAC-9BE79436B9FA}"/>
              </a:ext>
            </a:extLst>
          </p:cNvPr>
          <p:cNvSpPr>
            <a:spLocks noGrp="1"/>
          </p:cNvSpPr>
          <p:nvPr/>
        </p:nvSpPr>
        <p:spPr>
          <a:xfrm>
            <a:off x="7668986" y="41123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D4D8A"/>
          </a:solidFill>
          <a:ln w="3364">
            <a:solidFill>
              <a:srgbClr val="3D4D8A"/>
            </a:solidFill>
            <a:prstDash val="solid"/>
          </a:ln>
        </p:spPr>
      </p:sp>
      <p:sp>
        <p:nvSpPr>
          <p:cNvPr id="4467" name="Stage1_sixpanel_9638">
            <a:extLst>
              <a:ext uri="{FF2B5EF4-FFF2-40B4-BE49-F238E27FC236}">
                <a16:creationId xmlns:a16="http://schemas.microsoft.com/office/drawing/2014/main" id="{D3A05089-DAD9-4627-99BE-C212DD8537AF}"/>
              </a:ext>
            </a:extLst>
          </p:cNvPr>
          <p:cNvSpPr>
            <a:spLocks noGrp="1"/>
          </p:cNvSpPr>
          <p:nvPr/>
        </p:nvSpPr>
        <p:spPr>
          <a:xfrm>
            <a:off x="7668986" y="410384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C8A"/>
          </a:solidFill>
          <a:ln w="3364">
            <a:solidFill>
              <a:srgbClr val="3E4C8A"/>
            </a:solidFill>
            <a:prstDash val="solid"/>
          </a:ln>
        </p:spPr>
      </p:sp>
      <p:sp>
        <p:nvSpPr>
          <p:cNvPr id="4468" name="Stage1_sixpanel_9639">
            <a:extLst>
              <a:ext uri="{FF2B5EF4-FFF2-40B4-BE49-F238E27FC236}">
                <a16:creationId xmlns:a16="http://schemas.microsoft.com/office/drawing/2014/main" id="{7F67984D-54FA-4C9F-8337-A4571995CFCC}"/>
              </a:ext>
            </a:extLst>
          </p:cNvPr>
          <p:cNvSpPr>
            <a:spLocks noGrp="1"/>
          </p:cNvSpPr>
          <p:nvPr/>
        </p:nvSpPr>
        <p:spPr>
          <a:xfrm>
            <a:off x="7668986" y="409536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A89"/>
          </a:solidFill>
          <a:ln w="3364">
            <a:solidFill>
              <a:srgbClr val="3E4A89"/>
            </a:solidFill>
            <a:prstDash val="solid"/>
          </a:ln>
        </p:spPr>
      </p:sp>
      <p:sp>
        <p:nvSpPr>
          <p:cNvPr id="4469" name="Stage1_sixpanel_9640">
            <a:extLst>
              <a:ext uri="{FF2B5EF4-FFF2-40B4-BE49-F238E27FC236}">
                <a16:creationId xmlns:a16="http://schemas.microsoft.com/office/drawing/2014/main" id="{88EA4A61-0204-4478-9FD8-A329DD17D7AB}"/>
              </a:ext>
            </a:extLst>
          </p:cNvPr>
          <p:cNvSpPr>
            <a:spLocks noGrp="1"/>
          </p:cNvSpPr>
          <p:nvPr/>
        </p:nvSpPr>
        <p:spPr>
          <a:xfrm>
            <a:off x="7668986" y="40868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E4989"/>
          </a:solidFill>
          <a:ln w="3364">
            <a:solidFill>
              <a:srgbClr val="3E4989"/>
            </a:solidFill>
            <a:prstDash val="solid"/>
          </a:ln>
        </p:spPr>
      </p:sp>
      <p:sp>
        <p:nvSpPr>
          <p:cNvPr id="4470" name="Stage1_sixpanel_9641">
            <a:extLst>
              <a:ext uri="{FF2B5EF4-FFF2-40B4-BE49-F238E27FC236}">
                <a16:creationId xmlns:a16="http://schemas.microsoft.com/office/drawing/2014/main" id="{D9C48CA7-37A0-4AB0-8958-FA4C244FF493}"/>
              </a:ext>
            </a:extLst>
          </p:cNvPr>
          <p:cNvSpPr>
            <a:spLocks noGrp="1"/>
          </p:cNvSpPr>
          <p:nvPr/>
        </p:nvSpPr>
        <p:spPr>
          <a:xfrm>
            <a:off x="7668986" y="40784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889"/>
          </a:solidFill>
          <a:ln w="3364">
            <a:solidFill>
              <a:srgbClr val="3F4889"/>
            </a:solidFill>
            <a:prstDash val="solid"/>
          </a:ln>
        </p:spPr>
      </p:sp>
      <p:sp>
        <p:nvSpPr>
          <p:cNvPr id="4471" name="Stage1_sixpanel_9642">
            <a:extLst>
              <a:ext uri="{FF2B5EF4-FFF2-40B4-BE49-F238E27FC236}">
                <a16:creationId xmlns:a16="http://schemas.microsoft.com/office/drawing/2014/main" id="{AB6DD7FF-AF3F-4969-A68C-54DE27464294}"/>
              </a:ext>
            </a:extLst>
          </p:cNvPr>
          <p:cNvSpPr>
            <a:spLocks noGrp="1"/>
          </p:cNvSpPr>
          <p:nvPr/>
        </p:nvSpPr>
        <p:spPr>
          <a:xfrm>
            <a:off x="7668986" y="406993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3F4788"/>
          </a:solidFill>
          <a:ln w="3364">
            <a:solidFill>
              <a:srgbClr val="3F4788"/>
            </a:solidFill>
            <a:prstDash val="solid"/>
          </a:ln>
        </p:spPr>
      </p:sp>
      <p:sp>
        <p:nvSpPr>
          <p:cNvPr id="4472" name="Stage1_sixpanel_9643">
            <a:extLst>
              <a:ext uri="{FF2B5EF4-FFF2-40B4-BE49-F238E27FC236}">
                <a16:creationId xmlns:a16="http://schemas.microsoft.com/office/drawing/2014/main" id="{28EE86E3-E3C5-453A-943D-E640F2EC9CA1}"/>
              </a:ext>
            </a:extLst>
          </p:cNvPr>
          <p:cNvSpPr>
            <a:spLocks noGrp="1"/>
          </p:cNvSpPr>
          <p:nvPr/>
        </p:nvSpPr>
        <p:spPr>
          <a:xfrm>
            <a:off x="7668986" y="406146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688"/>
          </a:solidFill>
          <a:ln w="3364">
            <a:solidFill>
              <a:srgbClr val="404688"/>
            </a:solidFill>
            <a:prstDash val="solid"/>
          </a:ln>
        </p:spPr>
      </p:sp>
      <p:sp>
        <p:nvSpPr>
          <p:cNvPr id="4473" name="Stage1_sixpanel_9644">
            <a:extLst>
              <a:ext uri="{FF2B5EF4-FFF2-40B4-BE49-F238E27FC236}">
                <a16:creationId xmlns:a16="http://schemas.microsoft.com/office/drawing/2014/main" id="{69BF3AC9-558A-478B-9214-C2A12580C194}"/>
              </a:ext>
            </a:extLst>
          </p:cNvPr>
          <p:cNvSpPr>
            <a:spLocks noGrp="1"/>
          </p:cNvSpPr>
          <p:nvPr/>
        </p:nvSpPr>
        <p:spPr>
          <a:xfrm>
            <a:off x="7668986" y="40529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04588"/>
          </a:solidFill>
          <a:ln w="3364">
            <a:solidFill>
              <a:srgbClr val="404588"/>
            </a:solidFill>
            <a:prstDash val="solid"/>
          </a:ln>
        </p:spPr>
      </p:sp>
      <p:sp>
        <p:nvSpPr>
          <p:cNvPr id="4474" name="Stage1_sixpanel_9645">
            <a:extLst>
              <a:ext uri="{FF2B5EF4-FFF2-40B4-BE49-F238E27FC236}">
                <a16:creationId xmlns:a16="http://schemas.microsoft.com/office/drawing/2014/main" id="{C648D650-C4B2-416E-A634-0F08CD1A2623}"/>
              </a:ext>
            </a:extLst>
          </p:cNvPr>
          <p:cNvSpPr>
            <a:spLocks noGrp="1"/>
          </p:cNvSpPr>
          <p:nvPr/>
        </p:nvSpPr>
        <p:spPr>
          <a:xfrm>
            <a:off x="7668986" y="404450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487"/>
          </a:solidFill>
          <a:ln w="3364">
            <a:solidFill>
              <a:srgbClr val="414487"/>
            </a:solidFill>
            <a:prstDash val="solid"/>
          </a:ln>
        </p:spPr>
      </p:sp>
      <p:sp>
        <p:nvSpPr>
          <p:cNvPr id="4475" name="Stage1_sixpanel_9646">
            <a:extLst>
              <a:ext uri="{FF2B5EF4-FFF2-40B4-BE49-F238E27FC236}">
                <a16:creationId xmlns:a16="http://schemas.microsoft.com/office/drawing/2014/main" id="{EE4B27AB-32FB-4D56-A87F-F64C99EF759C}"/>
              </a:ext>
            </a:extLst>
          </p:cNvPr>
          <p:cNvSpPr>
            <a:spLocks noGrp="1"/>
          </p:cNvSpPr>
          <p:nvPr/>
        </p:nvSpPr>
        <p:spPr>
          <a:xfrm>
            <a:off x="7668986" y="403602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14287"/>
          </a:solidFill>
          <a:ln w="3364">
            <a:solidFill>
              <a:srgbClr val="414287"/>
            </a:solidFill>
            <a:prstDash val="solid"/>
          </a:ln>
        </p:spPr>
      </p:sp>
      <p:sp>
        <p:nvSpPr>
          <p:cNvPr id="4476" name="Stage1_sixpanel_9647">
            <a:extLst>
              <a:ext uri="{FF2B5EF4-FFF2-40B4-BE49-F238E27FC236}">
                <a16:creationId xmlns:a16="http://schemas.microsoft.com/office/drawing/2014/main" id="{048E91CF-5D60-46BE-B4C2-E6436BF56FA3}"/>
              </a:ext>
            </a:extLst>
          </p:cNvPr>
          <p:cNvSpPr>
            <a:spLocks noGrp="1"/>
          </p:cNvSpPr>
          <p:nvPr/>
        </p:nvSpPr>
        <p:spPr>
          <a:xfrm>
            <a:off x="7668986" y="402755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186"/>
          </a:solidFill>
          <a:ln w="3364">
            <a:solidFill>
              <a:srgbClr val="424186"/>
            </a:solidFill>
            <a:prstDash val="solid"/>
          </a:ln>
        </p:spPr>
      </p:sp>
      <p:sp>
        <p:nvSpPr>
          <p:cNvPr id="4477" name="Stage1_sixpanel_9648">
            <a:extLst>
              <a:ext uri="{FF2B5EF4-FFF2-40B4-BE49-F238E27FC236}">
                <a16:creationId xmlns:a16="http://schemas.microsoft.com/office/drawing/2014/main" id="{4479E3F7-023B-4DD2-95D2-D6246C177251}"/>
              </a:ext>
            </a:extLst>
          </p:cNvPr>
          <p:cNvSpPr>
            <a:spLocks noGrp="1"/>
          </p:cNvSpPr>
          <p:nvPr/>
        </p:nvSpPr>
        <p:spPr>
          <a:xfrm>
            <a:off x="7668986" y="40190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4086"/>
          </a:solidFill>
          <a:ln w="3364">
            <a:solidFill>
              <a:srgbClr val="424086"/>
            </a:solidFill>
            <a:prstDash val="solid"/>
          </a:ln>
        </p:spPr>
      </p:sp>
      <p:sp>
        <p:nvSpPr>
          <p:cNvPr id="4478" name="Stage1_sixpanel_9649">
            <a:extLst>
              <a:ext uri="{FF2B5EF4-FFF2-40B4-BE49-F238E27FC236}">
                <a16:creationId xmlns:a16="http://schemas.microsoft.com/office/drawing/2014/main" id="{9BC4A650-AD0B-4DF6-89D6-8EFCF56889F7}"/>
              </a:ext>
            </a:extLst>
          </p:cNvPr>
          <p:cNvSpPr>
            <a:spLocks noGrp="1"/>
          </p:cNvSpPr>
          <p:nvPr/>
        </p:nvSpPr>
        <p:spPr>
          <a:xfrm>
            <a:off x="7668986" y="40105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23F85"/>
          </a:solidFill>
          <a:ln w="3364">
            <a:solidFill>
              <a:srgbClr val="423F85"/>
            </a:solidFill>
            <a:prstDash val="solid"/>
          </a:ln>
        </p:spPr>
      </p:sp>
      <p:sp>
        <p:nvSpPr>
          <p:cNvPr id="4479" name="Stage1_sixpanel_9650">
            <a:extLst>
              <a:ext uri="{FF2B5EF4-FFF2-40B4-BE49-F238E27FC236}">
                <a16:creationId xmlns:a16="http://schemas.microsoft.com/office/drawing/2014/main" id="{89BF99A4-0EC9-4A07-9074-5EAADE24F594}"/>
              </a:ext>
            </a:extLst>
          </p:cNvPr>
          <p:cNvSpPr>
            <a:spLocks noGrp="1"/>
          </p:cNvSpPr>
          <p:nvPr/>
        </p:nvSpPr>
        <p:spPr>
          <a:xfrm>
            <a:off x="7668986" y="400211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E85"/>
          </a:solidFill>
          <a:ln w="3364">
            <a:solidFill>
              <a:srgbClr val="433E85"/>
            </a:solidFill>
            <a:prstDash val="solid"/>
          </a:ln>
        </p:spPr>
      </p:sp>
      <p:sp>
        <p:nvSpPr>
          <p:cNvPr id="4480" name="Stage1_sixpanel_9651">
            <a:extLst>
              <a:ext uri="{FF2B5EF4-FFF2-40B4-BE49-F238E27FC236}">
                <a16:creationId xmlns:a16="http://schemas.microsoft.com/office/drawing/2014/main" id="{9097C323-BDD4-49C0-A367-72C1061A01F7}"/>
              </a:ext>
            </a:extLst>
          </p:cNvPr>
          <p:cNvSpPr>
            <a:spLocks noGrp="1"/>
          </p:cNvSpPr>
          <p:nvPr/>
        </p:nvSpPr>
        <p:spPr>
          <a:xfrm>
            <a:off x="7668986" y="399364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33D84"/>
          </a:solidFill>
          <a:ln w="3364">
            <a:solidFill>
              <a:srgbClr val="433D84"/>
            </a:solidFill>
            <a:prstDash val="solid"/>
          </a:ln>
        </p:spPr>
      </p:sp>
      <p:sp>
        <p:nvSpPr>
          <p:cNvPr id="4481" name="Stage1_sixpanel_9652">
            <a:extLst>
              <a:ext uri="{FF2B5EF4-FFF2-40B4-BE49-F238E27FC236}">
                <a16:creationId xmlns:a16="http://schemas.microsoft.com/office/drawing/2014/main" id="{DE04CDFF-A3AE-4D53-AAEC-078EF60F5F1D}"/>
              </a:ext>
            </a:extLst>
          </p:cNvPr>
          <p:cNvSpPr>
            <a:spLocks noGrp="1"/>
          </p:cNvSpPr>
          <p:nvPr/>
        </p:nvSpPr>
        <p:spPr>
          <a:xfrm>
            <a:off x="7668986" y="39851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B84"/>
          </a:solidFill>
          <a:ln w="3364">
            <a:solidFill>
              <a:srgbClr val="443B84"/>
            </a:solidFill>
            <a:prstDash val="solid"/>
          </a:ln>
        </p:spPr>
      </p:sp>
      <p:sp>
        <p:nvSpPr>
          <p:cNvPr id="4482" name="Stage1_sixpanel_9653">
            <a:extLst>
              <a:ext uri="{FF2B5EF4-FFF2-40B4-BE49-F238E27FC236}">
                <a16:creationId xmlns:a16="http://schemas.microsoft.com/office/drawing/2014/main" id="{4C0A9DBA-F134-4541-934E-94C46B87B3D6}"/>
              </a:ext>
            </a:extLst>
          </p:cNvPr>
          <p:cNvSpPr>
            <a:spLocks noGrp="1"/>
          </p:cNvSpPr>
          <p:nvPr/>
        </p:nvSpPr>
        <p:spPr>
          <a:xfrm>
            <a:off x="7668986" y="39766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A83"/>
          </a:solidFill>
          <a:ln w="3364">
            <a:solidFill>
              <a:srgbClr val="443A83"/>
            </a:solidFill>
            <a:prstDash val="solid"/>
          </a:ln>
        </p:spPr>
      </p:sp>
      <p:sp>
        <p:nvSpPr>
          <p:cNvPr id="4483" name="Stage1_sixpanel_9654">
            <a:extLst>
              <a:ext uri="{FF2B5EF4-FFF2-40B4-BE49-F238E27FC236}">
                <a16:creationId xmlns:a16="http://schemas.microsoft.com/office/drawing/2014/main" id="{0090ED4D-858E-4EB6-83E3-DA67B2C0D044}"/>
              </a:ext>
            </a:extLst>
          </p:cNvPr>
          <p:cNvSpPr>
            <a:spLocks noGrp="1"/>
          </p:cNvSpPr>
          <p:nvPr/>
        </p:nvSpPr>
        <p:spPr>
          <a:xfrm>
            <a:off x="7668986" y="396821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3983"/>
          </a:solidFill>
          <a:ln w="3364">
            <a:solidFill>
              <a:srgbClr val="443983"/>
            </a:solidFill>
            <a:prstDash val="solid"/>
          </a:ln>
        </p:spPr>
      </p:sp>
      <p:sp>
        <p:nvSpPr>
          <p:cNvPr id="4484" name="Stage1_sixpanel_9655">
            <a:extLst>
              <a:ext uri="{FF2B5EF4-FFF2-40B4-BE49-F238E27FC236}">
                <a16:creationId xmlns:a16="http://schemas.microsoft.com/office/drawing/2014/main" id="{CE7D4173-C417-45BF-970E-E1A595038792}"/>
              </a:ext>
            </a:extLst>
          </p:cNvPr>
          <p:cNvSpPr>
            <a:spLocks noGrp="1"/>
          </p:cNvSpPr>
          <p:nvPr/>
        </p:nvSpPr>
        <p:spPr>
          <a:xfrm>
            <a:off x="7668986" y="395973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882"/>
          </a:solidFill>
          <a:ln w="3364">
            <a:solidFill>
              <a:srgbClr val="453882"/>
            </a:solidFill>
            <a:prstDash val="solid"/>
          </a:ln>
        </p:spPr>
      </p:sp>
      <p:sp>
        <p:nvSpPr>
          <p:cNvPr id="4485" name="Stage1_sixpanel_9656">
            <a:extLst>
              <a:ext uri="{FF2B5EF4-FFF2-40B4-BE49-F238E27FC236}">
                <a16:creationId xmlns:a16="http://schemas.microsoft.com/office/drawing/2014/main" id="{2821B074-4F1C-4D57-9543-9F630C96BEEC}"/>
              </a:ext>
            </a:extLst>
          </p:cNvPr>
          <p:cNvSpPr>
            <a:spLocks noGrp="1"/>
          </p:cNvSpPr>
          <p:nvPr/>
        </p:nvSpPr>
        <p:spPr>
          <a:xfrm>
            <a:off x="7668986" y="39512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781"/>
          </a:solidFill>
          <a:ln w="3364">
            <a:solidFill>
              <a:srgbClr val="453781"/>
            </a:solidFill>
            <a:prstDash val="solid"/>
          </a:ln>
        </p:spPr>
      </p:sp>
      <p:sp>
        <p:nvSpPr>
          <p:cNvPr id="4486" name="Stage1_sixpanel_9657">
            <a:extLst>
              <a:ext uri="{FF2B5EF4-FFF2-40B4-BE49-F238E27FC236}">
                <a16:creationId xmlns:a16="http://schemas.microsoft.com/office/drawing/2014/main" id="{8426FD05-3E01-4D8B-B661-09B2368280F8}"/>
              </a:ext>
            </a:extLst>
          </p:cNvPr>
          <p:cNvSpPr>
            <a:spLocks noGrp="1"/>
          </p:cNvSpPr>
          <p:nvPr/>
        </p:nvSpPr>
        <p:spPr>
          <a:xfrm>
            <a:off x="7668986" y="39427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3581"/>
          </a:solidFill>
          <a:ln w="3364">
            <a:solidFill>
              <a:srgbClr val="453581"/>
            </a:solidFill>
            <a:prstDash val="solid"/>
          </a:ln>
        </p:spPr>
      </p:sp>
      <p:sp>
        <p:nvSpPr>
          <p:cNvPr id="4487" name="Stage1_sixpanel_9658">
            <a:extLst>
              <a:ext uri="{FF2B5EF4-FFF2-40B4-BE49-F238E27FC236}">
                <a16:creationId xmlns:a16="http://schemas.microsoft.com/office/drawing/2014/main" id="{C68E3594-02C1-4B01-ABED-2CD60010B2E1}"/>
              </a:ext>
            </a:extLst>
          </p:cNvPr>
          <p:cNvSpPr>
            <a:spLocks noGrp="1"/>
          </p:cNvSpPr>
          <p:nvPr/>
        </p:nvSpPr>
        <p:spPr>
          <a:xfrm>
            <a:off x="7668986" y="393430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480"/>
          </a:solidFill>
          <a:ln w="3364">
            <a:solidFill>
              <a:srgbClr val="463480"/>
            </a:solidFill>
            <a:prstDash val="solid"/>
          </a:ln>
        </p:spPr>
      </p:sp>
      <p:sp>
        <p:nvSpPr>
          <p:cNvPr id="4488" name="Stage1_sixpanel_9659">
            <a:extLst>
              <a:ext uri="{FF2B5EF4-FFF2-40B4-BE49-F238E27FC236}">
                <a16:creationId xmlns:a16="http://schemas.microsoft.com/office/drawing/2014/main" id="{B27F626C-96A9-42F9-9D8C-0FC51CAB18B6}"/>
              </a:ext>
            </a:extLst>
          </p:cNvPr>
          <p:cNvSpPr>
            <a:spLocks noGrp="1"/>
          </p:cNvSpPr>
          <p:nvPr/>
        </p:nvSpPr>
        <p:spPr>
          <a:xfrm>
            <a:off x="7668986" y="392582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37F"/>
          </a:solidFill>
          <a:ln w="3364">
            <a:solidFill>
              <a:srgbClr val="46337F"/>
            </a:solidFill>
            <a:prstDash val="solid"/>
          </a:ln>
        </p:spPr>
      </p:sp>
      <p:sp>
        <p:nvSpPr>
          <p:cNvPr id="4489" name="Stage1_sixpanel_9660">
            <a:extLst>
              <a:ext uri="{FF2B5EF4-FFF2-40B4-BE49-F238E27FC236}">
                <a16:creationId xmlns:a16="http://schemas.microsoft.com/office/drawing/2014/main" id="{CABA2338-5B15-47C7-A1D4-00FDA3DF10E6}"/>
              </a:ext>
            </a:extLst>
          </p:cNvPr>
          <p:cNvSpPr>
            <a:spLocks noGrp="1"/>
          </p:cNvSpPr>
          <p:nvPr/>
        </p:nvSpPr>
        <p:spPr>
          <a:xfrm>
            <a:off x="7668986" y="39173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27E"/>
          </a:solidFill>
          <a:ln w="3364">
            <a:solidFill>
              <a:srgbClr val="46327E"/>
            </a:solidFill>
            <a:prstDash val="solid"/>
          </a:ln>
        </p:spPr>
      </p:sp>
      <p:sp>
        <p:nvSpPr>
          <p:cNvPr id="4490" name="Stage1_sixpanel_9661">
            <a:extLst>
              <a:ext uri="{FF2B5EF4-FFF2-40B4-BE49-F238E27FC236}">
                <a16:creationId xmlns:a16="http://schemas.microsoft.com/office/drawing/2014/main" id="{ABE10640-7210-47CF-A3EF-16C028179860}"/>
              </a:ext>
            </a:extLst>
          </p:cNvPr>
          <p:cNvSpPr>
            <a:spLocks noGrp="1"/>
          </p:cNvSpPr>
          <p:nvPr/>
        </p:nvSpPr>
        <p:spPr>
          <a:xfrm>
            <a:off x="7668986" y="39088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307E"/>
          </a:solidFill>
          <a:ln w="3364">
            <a:solidFill>
              <a:srgbClr val="46307E"/>
            </a:solidFill>
            <a:prstDash val="solid"/>
          </a:ln>
        </p:spPr>
      </p:sp>
      <p:sp>
        <p:nvSpPr>
          <p:cNvPr id="4491" name="Stage1_sixpanel_9662">
            <a:extLst>
              <a:ext uri="{FF2B5EF4-FFF2-40B4-BE49-F238E27FC236}">
                <a16:creationId xmlns:a16="http://schemas.microsoft.com/office/drawing/2014/main" id="{35F006D6-E88D-4689-8775-C92CDE9737CB}"/>
              </a:ext>
            </a:extLst>
          </p:cNvPr>
          <p:cNvSpPr>
            <a:spLocks noGrp="1"/>
          </p:cNvSpPr>
          <p:nvPr/>
        </p:nvSpPr>
        <p:spPr>
          <a:xfrm>
            <a:off x="7668986" y="390039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F7D"/>
          </a:solidFill>
          <a:ln w="3364">
            <a:solidFill>
              <a:srgbClr val="472F7D"/>
            </a:solidFill>
            <a:prstDash val="solid"/>
          </a:ln>
        </p:spPr>
      </p:sp>
      <p:sp>
        <p:nvSpPr>
          <p:cNvPr id="4492" name="Stage1_sixpanel_9663">
            <a:extLst>
              <a:ext uri="{FF2B5EF4-FFF2-40B4-BE49-F238E27FC236}">
                <a16:creationId xmlns:a16="http://schemas.microsoft.com/office/drawing/2014/main" id="{D8C32C6E-4708-44CD-AFAB-188DB27AFFE5}"/>
              </a:ext>
            </a:extLst>
          </p:cNvPr>
          <p:cNvSpPr>
            <a:spLocks noGrp="1"/>
          </p:cNvSpPr>
          <p:nvPr/>
        </p:nvSpPr>
        <p:spPr>
          <a:xfrm>
            <a:off x="7668986" y="389191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E7C"/>
          </a:solidFill>
          <a:ln w="3364">
            <a:solidFill>
              <a:srgbClr val="472E7C"/>
            </a:solidFill>
            <a:prstDash val="solid"/>
          </a:ln>
        </p:spPr>
      </p:sp>
      <p:sp>
        <p:nvSpPr>
          <p:cNvPr id="4493" name="Stage1_sixpanel_9664">
            <a:extLst>
              <a:ext uri="{FF2B5EF4-FFF2-40B4-BE49-F238E27FC236}">
                <a16:creationId xmlns:a16="http://schemas.microsoft.com/office/drawing/2014/main" id="{A8DC75F4-B0BD-4E26-B648-8D8327DFD588}"/>
              </a:ext>
            </a:extLst>
          </p:cNvPr>
          <p:cNvSpPr>
            <a:spLocks noGrp="1"/>
          </p:cNvSpPr>
          <p:nvPr/>
        </p:nvSpPr>
        <p:spPr>
          <a:xfrm>
            <a:off x="7668986" y="38834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D7B"/>
          </a:solidFill>
          <a:ln w="3364">
            <a:solidFill>
              <a:srgbClr val="472D7B"/>
            </a:solidFill>
            <a:prstDash val="solid"/>
          </a:ln>
        </p:spPr>
      </p:sp>
      <p:sp>
        <p:nvSpPr>
          <p:cNvPr id="4494" name="Stage1_sixpanel_9665">
            <a:extLst>
              <a:ext uri="{FF2B5EF4-FFF2-40B4-BE49-F238E27FC236}">
                <a16:creationId xmlns:a16="http://schemas.microsoft.com/office/drawing/2014/main" id="{EAF74ACA-FBE8-4156-87A2-33309F936957}"/>
              </a:ext>
            </a:extLst>
          </p:cNvPr>
          <p:cNvSpPr>
            <a:spLocks noGrp="1"/>
          </p:cNvSpPr>
          <p:nvPr/>
        </p:nvSpPr>
        <p:spPr>
          <a:xfrm>
            <a:off x="7668986" y="38749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C7A"/>
          </a:solidFill>
          <a:ln w="3364">
            <a:solidFill>
              <a:srgbClr val="472C7A"/>
            </a:solidFill>
            <a:prstDash val="solid"/>
          </a:ln>
        </p:spPr>
      </p:sp>
      <p:sp>
        <p:nvSpPr>
          <p:cNvPr id="4495" name="Stage1_sixpanel_9666">
            <a:extLst>
              <a:ext uri="{FF2B5EF4-FFF2-40B4-BE49-F238E27FC236}">
                <a16:creationId xmlns:a16="http://schemas.microsoft.com/office/drawing/2014/main" id="{0665D582-AC6B-4567-B0CF-68A341ABDB9F}"/>
              </a:ext>
            </a:extLst>
          </p:cNvPr>
          <p:cNvSpPr>
            <a:spLocks noGrp="1"/>
          </p:cNvSpPr>
          <p:nvPr/>
        </p:nvSpPr>
        <p:spPr>
          <a:xfrm>
            <a:off x="7668986" y="386648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2A7A"/>
          </a:solidFill>
          <a:ln w="3364">
            <a:solidFill>
              <a:srgbClr val="472A7A"/>
            </a:solidFill>
            <a:prstDash val="solid"/>
          </a:ln>
        </p:spPr>
      </p:sp>
      <p:sp>
        <p:nvSpPr>
          <p:cNvPr id="4496" name="Stage1_sixpanel_9667">
            <a:extLst>
              <a:ext uri="{FF2B5EF4-FFF2-40B4-BE49-F238E27FC236}">
                <a16:creationId xmlns:a16="http://schemas.microsoft.com/office/drawing/2014/main" id="{F128D7DA-720B-408C-9508-4CDC768E9E30}"/>
              </a:ext>
            </a:extLst>
          </p:cNvPr>
          <p:cNvSpPr>
            <a:spLocks noGrp="1"/>
          </p:cNvSpPr>
          <p:nvPr/>
        </p:nvSpPr>
        <p:spPr>
          <a:xfrm>
            <a:off x="7668986" y="385800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979"/>
          </a:solidFill>
          <a:ln w="3364">
            <a:solidFill>
              <a:srgbClr val="482979"/>
            </a:solidFill>
            <a:prstDash val="solid"/>
          </a:ln>
        </p:spPr>
      </p:sp>
      <p:sp>
        <p:nvSpPr>
          <p:cNvPr id="4497" name="Stage1_sixpanel_9668">
            <a:extLst>
              <a:ext uri="{FF2B5EF4-FFF2-40B4-BE49-F238E27FC236}">
                <a16:creationId xmlns:a16="http://schemas.microsoft.com/office/drawing/2014/main" id="{5B9E871C-97FA-4A7E-9B7D-1A15E5188C74}"/>
              </a:ext>
            </a:extLst>
          </p:cNvPr>
          <p:cNvSpPr>
            <a:spLocks noGrp="1"/>
          </p:cNvSpPr>
          <p:nvPr/>
        </p:nvSpPr>
        <p:spPr>
          <a:xfrm>
            <a:off x="7668986" y="38495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878"/>
          </a:solidFill>
          <a:ln w="3364">
            <a:solidFill>
              <a:srgbClr val="482878"/>
            </a:solidFill>
            <a:prstDash val="solid"/>
          </a:ln>
        </p:spPr>
      </p:sp>
      <p:sp>
        <p:nvSpPr>
          <p:cNvPr id="4498" name="Stage1_sixpanel_9669">
            <a:extLst>
              <a:ext uri="{FF2B5EF4-FFF2-40B4-BE49-F238E27FC236}">
                <a16:creationId xmlns:a16="http://schemas.microsoft.com/office/drawing/2014/main" id="{7C64987A-5764-4C34-B152-8368A49E22B3}"/>
              </a:ext>
            </a:extLst>
          </p:cNvPr>
          <p:cNvSpPr>
            <a:spLocks noGrp="1"/>
          </p:cNvSpPr>
          <p:nvPr/>
        </p:nvSpPr>
        <p:spPr>
          <a:xfrm>
            <a:off x="7668986" y="38410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677"/>
          </a:solidFill>
          <a:ln w="3364">
            <a:solidFill>
              <a:srgbClr val="482677"/>
            </a:solidFill>
            <a:prstDash val="solid"/>
          </a:ln>
        </p:spPr>
      </p:sp>
      <p:sp>
        <p:nvSpPr>
          <p:cNvPr id="4499" name="Stage1_sixpanel_9670">
            <a:extLst>
              <a:ext uri="{FF2B5EF4-FFF2-40B4-BE49-F238E27FC236}">
                <a16:creationId xmlns:a16="http://schemas.microsoft.com/office/drawing/2014/main" id="{C59D23ED-20E3-414A-B509-58469E813F11}"/>
              </a:ext>
            </a:extLst>
          </p:cNvPr>
          <p:cNvSpPr>
            <a:spLocks noGrp="1"/>
          </p:cNvSpPr>
          <p:nvPr/>
        </p:nvSpPr>
        <p:spPr>
          <a:xfrm>
            <a:off x="7668986" y="383257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576"/>
          </a:solidFill>
          <a:ln w="3364">
            <a:solidFill>
              <a:srgbClr val="482576"/>
            </a:solidFill>
            <a:prstDash val="solid"/>
          </a:ln>
        </p:spPr>
      </p:sp>
      <p:sp>
        <p:nvSpPr>
          <p:cNvPr id="4500" name="Stage1_sixpanel_9671">
            <a:extLst>
              <a:ext uri="{FF2B5EF4-FFF2-40B4-BE49-F238E27FC236}">
                <a16:creationId xmlns:a16="http://schemas.microsoft.com/office/drawing/2014/main" id="{FB49C430-61EA-4D5B-A4BE-B2BD129C107F}"/>
              </a:ext>
            </a:extLst>
          </p:cNvPr>
          <p:cNvSpPr>
            <a:spLocks noGrp="1"/>
          </p:cNvSpPr>
          <p:nvPr/>
        </p:nvSpPr>
        <p:spPr>
          <a:xfrm>
            <a:off x="7668986" y="382409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475"/>
          </a:solidFill>
          <a:ln w="3364">
            <a:solidFill>
              <a:srgbClr val="482475"/>
            </a:solidFill>
            <a:prstDash val="solid"/>
          </a:ln>
        </p:spPr>
      </p:sp>
      <p:sp>
        <p:nvSpPr>
          <p:cNvPr id="4501" name="Stage1_sixpanel_9672">
            <a:extLst>
              <a:ext uri="{FF2B5EF4-FFF2-40B4-BE49-F238E27FC236}">
                <a16:creationId xmlns:a16="http://schemas.microsoft.com/office/drawing/2014/main" id="{EDCC6991-EFEE-421F-9A15-9077259B5B9C}"/>
              </a:ext>
            </a:extLst>
          </p:cNvPr>
          <p:cNvSpPr>
            <a:spLocks noGrp="1"/>
          </p:cNvSpPr>
          <p:nvPr/>
        </p:nvSpPr>
        <p:spPr>
          <a:xfrm>
            <a:off x="7668986" y="38156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374"/>
          </a:solidFill>
          <a:ln w="3364">
            <a:solidFill>
              <a:srgbClr val="482374"/>
            </a:solidFill>
            <a:prstDash val="solid"/>
          </a:ln>
        </p:spPr>
      </p:sp>
      <p:sp>
        <p:nvSpPr>
          <p:cNvPr id="4502" name="Stage1_sixpanel_9673">
            <a:extLst>
              <a:ext uri="{FF2B5EF4-FFF2-40B4-BE49-F238E27FC236}">
                <a16:creationId xmlns:a16="http://schemas.microsoft.com/office/drawing/2014/main" id="{9DC846B4-FE79-4BD7-81B1-27E5F14F07F4}"/>
              </a:ext>
            </a:extLst>
          </p:cNvPr>
          <p:cNvSpPr>
            <a:spLocks noGrp="1"/>
          </p:cNvSpPr>
          <p:nvPr/>
        </p:nvSpPr>
        <p:spPr>
          <a:xfrm>
            <a:off x="7668986" y="38071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173"/>
          </a:solidFill>
          <a:ln w="3364">
            <a:solidFill>
              <a:srgbClr val="482173"/>
            </a:solidFill>
            <a:prstDash val="solid"/>
          </a:ln>
        </p:spPr>
      </p:sp>
      <p:sp>
        <p:nvSpPr>
          <p:cNvPr id="4503" name="Stage1_sixpanel_9674">
            <a:extLst>
              <a:ext uri="{FF2B5EF4-FFF2-40B4-BE49-F238E27FC236}">
                <a16:creationId xmlns:a16="http://schemas.microsoft.com/office/drawing/2014/main" id="{6E7CAC76-738A-4FC5-B58B-07B0DEE45C63}"/>
              </a:ext>
            </a:extLst>
          </p:cNvPr>
          <p:cNvSpPr>
            <a:spLocks noGrp="1"/>
          </p:cNvSpPr>
          <p:nvPr/>
        </p:nvSpPr>
        <p:spPr>
          <a:xfrm>
            <a:off x="7668986" y="379866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2071"/>
          </a:solidFill>
          <a:ln w="3364">
            <a:solidFill>
              <a:srgbClr val="482071"/>
            </a:solidFill>
            <a:prstDash val="solid"/>
          </a:ln>
        </p:spPr>
      </p:sp>
      <p:sp>
        <p:nvSpPr>
          <p:cNvPr id="4504" name="Stage1_sixpanel_9675">
            <a:extLst>
              <a:ext uri="{FF2B5EF4-FFF2-40B4-BE49-F238E27FC236}">
                <a16:creationId xmlns:a16="http://schemas.microsoft.com/office/drawing/2014/main" id="{2AE97A50-6594-42D1-B73E-E620AC2850AB}"/>
              </a:ext>
            </a:extLst>
          </p:cNvPr>
          <p:cNvSpPr>
            <a:spLocks noGrp="1"/>
          </p:cNvSpPr>
          <p:nvPr/>
        </p:nvSpPr>
        <p:spPr>
          <a:xfrm>
            <a:off x="7668986" y="379018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F70"/>
          </a:solidFill>
          <a:ln w="3364">
            <a:solidFill>
              <a:srgbClr val="481F70"/>
            </a:solidFill>
            <a:prstDash val="solid"/>
          </a:ln>
        </p:spPr>
      </p:sp>
      <p:sp>
        <p:nvSpPr>
          <p:cNvPr id="4505" name="Stage1_sixpanel_9676">
            <a:extLst>
              <a:ext uri="{FF2B5EF4-FFF2-40B4-BE49-F238E27FC236}">
                <a16:creationId xmlns:a16="http://schemas.microsoft.com/office/drawing/2014/main" id="{E185AD26-1F66-40B9-8CAA-BDCB359EB7E3}"/>
              </a:ext>
            </a:extLst>
          </p:cNvPr>
          <p:cNvSpPr>
            <a:spLocks noGrp="1"/>
          </p:cNvSpPr>
          <p:nvPr/>
        </p:nvSpPr>
        <p:spPr>
          <a:xfrm>
            <a:off x="7668986" y="378171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D6F"/>
          </a:solidFill>
          <a:ln w="3364">
            <a:solidFill>
              <a:srgbClr val="481D6F"/>
            </a:solidFill>
            <a:prstDash val="solid"/>
          </a:ln>
        </p:spPr>
      </p:sp>
      <p:sp>
        <p:nvSpPr>
          <p:cNvPr id="4506" name="Stage1_sixpanel_9677">
            <a:extLst>
              <a:ext uri="{FF2B5EF4-FFF2-40B4-BE49-F238E27FC236}">
                <a16:creationId xmlns:a16="http://schemas.microsoft.com/office/drawing/2014/main" id="{42C01BD0-A656-4313-A109-AAE2913FBB1F}"/>
              </a:ext>
            </a:extLst>
          </p:cNvPr>
          <p:cNvSpPr>
            <a:spLocks noGrp="1"/>
          </p:cNvSpPr>
          <p:nvPr/>
        </p:nvSpPr>
        <p:spPr>
          <a:xfrm>
            <a:off x="7668986" y="377323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C6E"/>
          </a:solidFill>
          <a:ln w="3364">
            <a:solidFill>
              <a:srgbClr val="481C6E"/>
            </a:solidFill>
            <a:prstDash val="solid"/>
          </a:ln>
        </p:spPr>
      </p:sp>
      <p:sp>
        <p:nvSpPr>
          <p:cNvPr id="4507" name="Stage1_sixpanel_9678">
            <a:extLst>
              <a:ext uri="{FF2B5EF4-FFF2-40B4-BE49-F238E27FC236}">
                <a16:creationId xmlns:a16="http://schemas.microsoft.com/office/drawing/2014/main" id="{3F8D11F2-B145-4F4C-A667-637A3DDFB587}"/>
              </a:ext>
            </a:extLst>
          </p:cNvPr>
          <p:cNvSpPr>
            <a:spLocks noGrp="1"/>
          </p:cNvSpPr>
          <p:nvPr/>
        </p:nvSpPr>
        <p:spPr>
          <a:xfrm>
            <a:off x="7668986" y="376475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B6D"/>
          </a:solidFill>
          <a:ln w="3364">
            <a:solidFill>
              <a:srgbClr val="481B6D"/>
            </a:solidFill>
            <a:prstDash val="solid"/>
          </a:ln>
        </p:spPr>
      </p:sp>
      <p:sp>
        <p:nvSpPr>
          <p:cNvPr id="4508" name="Stage1_sixpanel_9679">
            <a:extLst>
              <a:ext uri="{FF2B5EF4-FFF2-40B4-BE49-F238E27FC236}">
                <a16:creationId xmlns:a16="http://schemas.microsoft.com/office/drawing/2014/main" id="{80CF6401-FF5D-470E-84E2-A244856B3385}"/>
              </a:ext>
            </a:extLst>
          </p:cNvPr>
          <p:cNvSpPr>
            <a:spLocks noGrp="1"/>
          </p:cNvSpPr>
          <p:nvPr/>
        </p:nvSpPr>
        <p:spPr>
          <a:xfrm>
            <a:off x="7668986" y="375627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A6C"/>
          </a:solidFill>
          <a:ln w="3364">
            <a:solidFill>
              <a:srgbClr val="481A6C"/>
            </a:solidFill>
            <a:prstDash val="solid"/>
          </a:ln>
        </p:spPr>
      </p:sp>
      <p:sp>
        <p:nvSpPr>
          <p:cNvPr id="4509" name="Stage1_sixpanel_9680">
            <a:extLst>
              <a:ext uri="{FF2B5EF4-FFF2-40B4-BE49-F238E27FC236}">
                <a16:creationId xmlns:a16="http://schemas.microsoft.com/office/drawing/2014/main" id="{7883C5F5-BBA7-4590-8CD5-53631A0D9CD1}"/>
              </a:ext>
            </a:extLst>
          </p:cNvPr>
          <p:cNvSpPr>
            <a:spLocks noGrp="1"/>
          </p:cNvSpPr>
          <p:nvPr/>
        </p:nvSpPr>
        <p:spPr>
          <a:xfrm>
            <a:off x="7668986" y="374780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86A"/>
          </a:solidFill>
          <a:ln w="3364">
            <a:solidFill>
              <a:srgbClr val="48186A"/>
            </a:solidFill>
            <a:prstDash val="solid"/>
          </a:ln>
        </p:spPr>
      </p:sp>
      <p:sp>
        <p:nvSpPr>
          <p:cNvPr id="4510" name="Stage1_sixpanel_9681">
            <a:extLst>
              <a:ext uri="{FF2B5EF4-FFF2-40B4-BE49-F238E27FC236}">
                <a16:creationId xmlns:a16="http://schemas.microsoft.com/office/drawing/2014/main" id="{DFD4E3D9-502A-437E-8CF3-25A86A0C5B5E}"/>
              </a:ext>
            </a:extLst>
          </p:cNvPr>
          <p:cNvSpPr>
            <a:spLocks noGrp="1"/>
          </p:cNvSpPr>
          <p:nvPr/>
        </p:nvSpPr>
        <p:spPr>
          <a:xfrm>
            <a:off x="7668986" y="373932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769"/>
          </a:solidFill>
          <a:ln w="3364">
            <a:solidFill>
              <a:srgbClr val="481769"/>
            </a:solidFill>
            <a:prstDash val="solid"/>
          </a:ln>
        </p:spPr>
      </p:sp>
      <p:sp>
        <p:nvSpPr>
          <p:cNvPr id="4511" name="Stage1_sixpanel_9682">
            <a:extLst>
              <a:ext uri="{FF2B5EF4-FFF2-40B4-BE49-F238E27FC236}">
                <a16:creationId xmlns:a16="http://schemas.microsoft.com/office/drawing/2014/main" id="{F9958DE8-75B8-4696-9D65-A6B797781E96}"/>
              </a:ext>
            </a:extLst>
          </p:cNvPr>
          <p:cNvSpPr>
            <a:spLocks noGrp="1"/>
          </p:cNvSpPr>
          <p:nvPr/>
        </p:nvSpPr>
        <p:spPr>
          <a:xfrm>
            <a:off x="7668986" y="373084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668"/>
          </a:solidFill>
          <a:ln w="3364">
            <a:solidFill>
              <a:srgbClr val="481668"/>
            </a:solidFill>
            <a:prstDash val="solid"/>
          </a:ln>
        </p:spPr>
      </p:sp>
      <p:sp>
        <p:nvSpPr>
          <p:cNvPr id="4512" name="Stage1_sixpanel_9683">
            <a:extLst>
              <a:ext uri="{FF2B5EF4-FFF2-40B4-BE49-F238E27FC236}">
                <a16:creationId xmlns:a16="http://schemas.microsoft.com/office/drawing/2014/main" id="{4987F69A-04C6-428C-990B-3E585C4B272D}"/>
              </a:ext>
            </a:extLst>
          </p:cNvPr>
          <p:cNvSpPr>
            <a:spLocks noGrp="1"/>
          </p:cNvSpPr>
          <p:nvPr/>
        </p:nvSpPr>
        <p:spPr>
          <a:xfrm>
            <a:off x="7668986" y="372237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81467"/>
          </a:solidFill>
          <a:ln w="3364">
            <a:solidFill>
              <a:srgbClr val="481467"/>
            </a:solidFill>
            <a:prstDash val="solid"/>
          </a:ln>
        </p:spPr>
      </p:sp>
      <p:sp>
        <p:nvSpPr>
          <p:cNvPr id="4513" name="Stage1_sixpanel_9684">
            <a:extLst>
              <a:ext uri="{FF2B5EF4-FFF2-40B4-BE49-F238E27FC236}">
                <a16:creationId xmlns:a16="http://schemas.microsoft.com/office/drawing/2014/main" id="{6175A933-AEE1-4BF6-9551-177BEEE86503}"/>
              </a:ext>
            </a:extLst>
          </p:cNvPr>
          <p:cNvSpPr>
            <a:spLocks noGrp="1"/>
          </p:cNvSpPr>
          <p:nvPr/>
        </p:nvSpPr>
        <p:spPr>
          <a:xfrm>
            <a:off x="7668986" y="371389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365"/>
          </a:solidFill>
          <a:ln w="3364">
            <a:solidFill>
              <a:srgbClr val="471365"/>
            </a:solidFill>
            <a:prstDash val="solid"/>
          </a:ln>
        </p:spPr>
      </p:sp>
      <p:sp>
        <p:nvSpPr>
          <p:cNvPr id="4514" name="Stage1_sixpanel_9685">
            <a:extLst>
              <a:ext uri="{FF2B5EF4-FFF2-40B4-BE49-F238E27FC236}">
                <a16:creationId xmlns:a16="http://schemas.microsoft.com/office/drawing/2014/main" id="{AD4F7A90-FC6E-478C-AC26-E20F2C4C6CC4}"/>
              </a:ext>
            </a:extLst>
          </p:cNvPr>
          <p:cNvSpPr>
            <a:spLocks noGrp="1"/>
          </p:cNvSpPr>
          <p:nvPr/>
        </p:nvSpPr>
        <p:spPr>
          <a:xfrm>
            <a:off x="7668986" y="370541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164"/>
          </a:solidFill>
          <a:ln w="3364">
            <a:solidFill>
              <a:srgbClr val="471164"/>
            </a:solidFill>
            <a:prstDash val="solid"/>
          </a:ln>
        </p:spPr>
      </p:sp>
      <p:sp>
        <p:nvSpPr>
          <p:cNvPr id="4515" name="Stage1_sixpanel_9686">
            <a:extLst>
              <a:ext uri="{FF2B5EF4-FFF2-40B4-BE49-F238E27FC236}">
                <a16:creationId xmlns:a16="http://schemas.microsoft.com/office/drawing/2014/main" id="{2DAD6B46-529A-4BA9-8551-2772671FFA9B}"/>
              </a:ext>
            </a:extLst>
          </p:cNvPr>
          <p:cNvSpPr>
            <a:spLocks noGrp="1"/>
          </p:cNvSpPr>
          <p:nvPr/>
        </p:nvSpPr>
        <p:spPr>
          <a:xfrm>
            <a:off x="7668986" y="369693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1063"/>
          </a:solidFill>
          <a:ln w="3364">
            <a:solidFill>
              <a:srgbClr val="471063"/>
            </a:solidFill>
            <a:prstDash val="solid"/>
          </a:ln>
        </p:spPr>
      </p:sp>
      <p:sp>
        <p:nvSpPr>
          <p:cNvPr id="4516" name="Stage1_sixpanel_9687">
            <a:extLst>
              <a:ext uri="{FF2B5EF4-FFF2-40B4-BE49-F238E27FC236}">
                <a16:creationId xmlns:a16="http://schemas.microsoft.com/office/drawing/2014/main" id="{A5245045-730B-4735-8C64-BFDE35310CF6}"/>
              </a:ext>
            </a:extLst>
          </p:cNvPr>
          <p:cNvSpPr>
            <a:spLocks noGrp="1"/>
          </p:cNvSpPr>
          <p:nvPr/>
        </p:nvSpPr>
        <p:spPr>
          <a:xfrm>
            <a:off x="7668986" y="3688461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E61"/>
          </a:solidFill>
          <a:ln w="3364">
            <a:solidFill>
              <a:srgbClr val="470E61"/>
            </a:solidFill>
            <a:prstDash val="solid"/>
          </a:ln>
        </p:spPr>
      </p:sp>
      <p:sp>
        <p:nvSpPr>
          <p:cNvPr id="4517" name="Stage1_sixpanel_9688">
            <a:extLst>
              <a:ext uri="{FF2B5EF4-FFF2-40B4-BE49-F238E27FC236}">
                <a16:creationId xmlns:a16="http://schemas.microsoft.com/office/drawing/2014/main" id="{8EC63F11-35CB-464F-8213-06452211096A}"/>
              </a:ext>
            </a:extLst>
          </p:cNvPr>
          <p:cNvSpPr>
            <a:spLocks noGrp="1"/>
          </p:cNvSpPr>
          <p:nvPr/>
        </p:nvSpPr>
        <p:spPr>
          <a:xfrm>
            <a:off x="7668986" y="3679984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70D60"/>
          </a:solidFill>
          <a:ln w="3364">
            <a:solidFill>
              <a:srgbClr val="470D60"/>
            </a:solidFill>
            <a:prstDash val="solid"/>
          </a:ln>
        </p:spPr>
      </p:sp>
      <p:sp>
        <p:nvSpPr>
          <p:cNvPr id="4518" name="Stage1_sixpanel_9689">
            <a:extLst>
              <a:ext uri="{FF2B5EF4-FFF2-40B4-BE49-F238E27FC236}">
                <a16:creationId xmlns:a16="http://schemas.microsoft.com/office/drawing/2014/main" id="{82BBC180-A9D6-494B-B96E-E11213DC7272}"/>
              </a:ext>
            </a:extLst>
          </p:cNvPr>
          <p:cNvSpPr>
            <a:spLocks noGrp="1"/>
          </p:cNvSpPr>
          <p:nvPr/>
        </p:nvSpPr>
        <p:spPr>
          <a:xfrm>
            <a:off x="7668986" y="3671507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B5E"/>
          </a:solidFill>
          <a:ln w="3364">
            <a:solidFill>
              <a:srgbClr val="460B5E"/>
            </a:solidFill>
            <a:prstDash val="solid"/>
          </a:ln>
        </p:spPr>
      </p:sp>
      <p:sp>
        <p:nvSpPr>
          <p:cNvPr id="4519" name="Stage1_sixpanel_9690">
            <a:extLst>
              <a:ext uri="{FF2B5EF4-FFF2-40B4-BE49-F238E27FC236}">
                <a16:creationId xmlns:a16="http://schemas.microsoft.com/office/drawing/2014/main" id="{31685FBA-82F0-4BEE-8108-06413D0F6692}"/>
              </a:ext>
            </a:extLst>
          </p:cNvPr>
          <p:cNvSpPr>
            <a:spLocks noGrp="1"/>
          </p:cNvSpPr>
          <p:nvPr/>
        </p:nvSpPr>
        <p:spPr>
          <a:xfrm>
            <a:off x="7668986" y="3663029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A5D"/>
          </a:solidFill>
          <a:ln w="3364">
            <a:solidFill>
              <a:srgbClr val="460A5D"/>
            </a:solidFill>
            <a:prstDash val="solid"/>
          </a:ln>
        </p:spPr>
      </p:sp>
      <p:sp>
        <p:nvSpPr>
          <p:cNvPr id="4520" name="Stage1_sixpanel_9691">
            <a:extLst>
              <a:ext uri="{FF2B5EF4-FFF2-40B4-BE49-F238E27FC236}">
                <a16:creationId xmlns:a16="http://schemas.microsoft.com/office/drawing/2014/main" id="{9D9CE122-3645-42DB-ACFA-8E918F1086C5}"/>
              </a:ext>
            </a:extLst>
          </p:cNvPr>
          <p:cNvSpPr>
            <a:spLocks noGrp="1"/>
          </p:cNvSpPr>
          <p:nvPr/>
        </p:nvSpPr>
        <p:spPr>
          <a:xfrm>
            <a:off x="7668986" y="3654552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85C"/>
          </a:solidFill>
          <a:ln w="3364">
            <a:solidFill>
              <a:srgbClr val="46085C"/>
            </a:solidFill>
            <a:prstDash val="solid"/>
          </a:ln>
        </p:spPr>
      </p:sp>
      <p:sp>
        <p:nvSpPr>
          <p:cNvPr id="4521" name="Stage1_sixpanel_9692">
            <a:extLst>
              <a:ext uri="{FF2B5EF4-FFF2-40B4-BE49-F238E27FC236}">
                <a16:creationId xmlns:a16="http://schemas.microsoft.com/office/drawing/2014/main" id="{77C2FCCB-E5E8-4ED8-81E5-1ADDDDCDC36E}"/>
              </a:ext>
            </a:extLst>
          </p:cNvPr>
          <p:cNvSpPr>
            <a:spLocks noGrp="1"/>
          </p:cNvSpPr>
          <p:nvPr/>
        </p:nvSpPr>
        <p:spPr>
          <a:xfrm>
            <a:off x="7668986" y="3646075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6075A"/>
          </a:solidFill>
          <a:ln w="3364">
            <a:solidFill>
              <a:srgbClr val="46075A"/>
            </a:solidFill>
            <a:prstDash val="solid"/>
          </a:ln>
        </p:spPr>
      </p:sp>
      <p:sp>
        <p:nvSpPr>
          <p:cNvPr id="4522" name="Stage1_sixpanel_9693">
            <a:extLst>
              <a:ext uri="{FF2B5EF4-FFF2-40B4-BE49-F238E27FC236}">
                <a16:creationId xmlns:a16="http://schemas.microsoft.com/office/drawing/2014/main" id="{A6AF203B-37DD-4D89-AFB2-22C05D2C63ED}"/>
              </a:ext>
            </a:extLst>
          </p:cNvPr>
          <p:cNvSpPr>
            <a:spLocks noGrp="1"/>
          </p:cNvSpPr>
          <p:nvPr/>
        </p:nvSpPr>
        <p:spPr>
          <a:xfrm>
            <a:off x="7668986" y="3637598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559"/>
          </a:solidFill>
          <a:ln w="3364">
            <a:solidFill>
              <a:srgbClr val="450559"/>
            </a:solidFill>
            <a:prstDash val="solid"/>
          </a:ln>
        </p:spPr>
      </p:sp>
      <p:sp>
        <p:nvSpPr>
          <p:cNvPr id="4523" name="Stage1_sixpanel_9694">
            <a:extLst>
              <a:ext uri="{FF2B5EF4-FFF2-40B4-BE49-F238E27FC236}">
                <a16:creationId xmlns:a16="http://schemas.microsoft.com/office/drawing/2014/main" id="{D17FDFF6-A6F2-4E7F-91F5-77E5F2ECC179}"/>
              </a:ext>
            </a:extLst>
          </p:cNvPr>
          <p:cNvSpPr>
            <a:spLocks noGrp="1"/>
          </p:cNvSpPr>
          <p:nvPr/>
        </p:nvSpPr>
        <p:spPr>
          <a:xfrm>
            <a:off x="7668986" y="3629120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50457"/>
          </a:solidFill>
          <a:ln w="3364">
            <a:solidFill>
              <a:srgbClr val="450457"/>
            </a:solidFill>
            <a:prstDash val="solid"/>
          </a:ln>
        </p:spPr>
      </p:sp>
      <p:sp>
        <p:nvSpPr>
          <p:cNvPr id="4524" name="Stage1_sixpanel_9695">
            <a:extLst>
              <a:ext uri="{FF2B5EF4-FFF2-40B4-BE49-F238E27FC236}">
                <a16:creationId xmlns:a16="http://schemas.microsoft.com/office/drawing/2014/main" id="{28207A3D-48E7-434D-8D9E-DC44C5765E87}"/>
              </a:ext>
            </a:extLst>
          </p:cNvPr>
          <p:cNvSpPr>
            <a:spLocks noGrp="1"/>
          </p:cNvSpPr>
          <p:nvPr/>
        </p:nvSpPr>
        <p:spPr>
          <a:xfrm>
            <a:off x="7668986" y="3620643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256"/>
          </a:solidFill>
          <a:ln w="3364">
            <a:solidFill>
              <a:srgbClr val="440256"/>
            </a:solidFill>
            <a:prstDash val="solid"/>
          </a:ln>
        </p:spPr>
      </p:sp>
      <p:sp>
        <p:nvSpPr>
          <p:cNvPr id="4525" name="Stage1_sixpanel_9696">
            <a:extLst>
              <a:ext uri="{FF2B5EF4-FFF2-40B4-BE49-F238E27FC236}">
                <a16:creationId xmlns:a16="http://schemas.microsoft.com/office/drawing/2014/main" id="{9334FCDD-1C03-4A40-8EA5-238209255918}"/>
              </a:ext>
            </a:extLst>
          </p:cNvPr>
          <p:cNvSpPr>
            <a:spLocks noGrp="1"/>
          </p:cNvSpPr>
          <p:nvPr/>
        </p:nvSpPr>
        <p:spPr>
          <a:xfrm>
            <a:off x="7668986" y="3612166"/>
            <a:ext cx="93008" cy="8477"/>
          </a:xfrm>
          <a:custGeom>
            <a:avLst/>
            <a:gdLst/>
            <a:ahLst/>
            <a:cxnLst/>
            <a:rect l="0" t="0" r="0" b="0"/>
            <a:pathLst>
              <a:path w="93008" h="8477">
                <a:moveTo>
                  <a:pt x="0" y="8477"/>
                </a:moveTo>
                <a:lnTo>
                  <a:pt x="93008" y="8477"/>
                </a:lnTo>
                <a:lnTo>
                  <a:pt x="93008" y="0"/>
                </a:lnTo>
                <a:lnTo>
                  <a:pt x="0" y="0"/>
                </a:lnTo>
                <a:lnTo>
                  <a:pt x="0" y="8477"/>
                </a:lnTo>
                <a:close/>
              </a:path>
            </a:pathLst>
          </a:custGeom>
          <a:solidFill>
            <a:srgbClr val="440154"/>
          </a:solidFill>
          <a:ln w="3364">
            <a:solidFill>
              <a:srgbClr val="440154"/>
            </a:solidFill>
            <a:prstDash val="solid"/>
          </a:ln>
        </p:spPr>
      </p:sp>
      <p:sp>
        <p:nvSpPr>
          <p:cNvPr id="4526" name="Stage1_sixpanel_9697">
            <a:extLst>
              <a:ext uri="{FF2B5EF4-FFF2-40B4-BE49-F238E27FC236}">
                <a16:creationId xmlns:a16="http://schemas.microsoft.com/office/drawing/2014/main" id="{AF511B8F-18E5-45F7-899C-A0FDDB9657EC}"/>
              </a:ext>
            </a:extLst>
          </p:cNvPr>
          <p:cNvSpPr>
            <a:spLocks noGrp="1"/>
          </p:cNvSpPr>
          <p:nvPr/>
        </p:nvSpPr>
        <p:spPr>
          <a:xfrm>
            <a:off x="7761993" y="5782342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7" name="text_9698">
            <a:extLst>
              <a:ext uri="{FF2B5EF4-FFF2-40B4-BE49-F238E27FC236}">
                <a16:creationId xmlns:a16="http://schemas.microsoft.com/office/drawing/2014/main" id="{04426F50-EEF0-417B-B29E-3AD4C1CAA177}"/>
              </a:ext>
            </a:extLst>
          </p:cNvPr>
          <p:cNvSpPr>
            <a:spLocks noGrp="1"/>
          </p:cNvSpPr>
          <p:nvPr/>
        </p:nvSpPr>
        <p:spPr>
          <a:xfrm>
            <a:off x="7859549" y="5731465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28" name="Stage1_sixpanel_9699">
            <a:extLst>
              <a:ext uri="{FF2B5EF4-FFF2-40B4-BE49-F238E27FC236}">
                <a16:creationId xmlns:a16="http://schemas.microsoft.com/office/drawing/2014/main" id="{E1DF51B2-DB42-409B-BDF0-09B8CDD82935}"/>
              </a:ext>
            </a:extLst>
          </p:cNvPr>
          <p:cNvSpPr>
            <a:spLocks noGrp="1"/>
          </p:cNvSpPr>
          <p:nvPr/>
        </p:nvSpPr>
        <p:spPr>
          <a:xfrm>
            <a:off x="7761993" y="5058950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29" name="text_9700">
            <a:extLst>
              <a:ext uri="{FF2B5EF4-FFF2-40B4-BE49-F238E27FC236}">
                <a16:creationId xmlns:a16="http://schemas.microsoft.com/office/drawing/2014/main" id="{DC46C774-E02C-4382-B8AC-3494E743A2F7}"/>
              </a:ext>
            </a:extLst>
          </p:cNvPr>
          <p:cNvSpPr>
            <a:spLocks noGrp="1"/>
          </p:cNvSpPr>
          <p:nvPr/>
        </p:nvSpPr>
        <p:spPr>
          <a:xfrm>
            <a:off x="7859549" y="5008073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530" name="Stage1_sixpanel_9701">
            <a:extLst>
              <a:ext uri="{FF2B5EF4-FFF2-40B4-BE49-F238E27FC236}">
                <a16:creationId xmlns:a16="http://schemas.microsoft.com/office/drawing/2014/main" id="{3BC41E3F-38DC-4FC2-8C5C-187717806C51}"/>
              </a:ext>
            </a:extLst>
          </p:cNvPr>
          <p:cNvSpPr>
            <a:spLocks noGrp="1"/>
          </p:cNvSpPr>
          <p:nvPr/>
        </p:nvSpPr>
        <p:spPr>
          <a:xfrm>
            <a:off x="7761993" y="4335558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1" name="text_9702">
            <a:extLst>
              <a:ext uri="{FF2B5EF4-FFF2-40B4-BE49-F238E27FC236}">
                <a16:creationId xmlns:a16="http://schemas.microsoft.com/office/drawing/2014/main" id="{CD298F73-D7A5-4231-8855-A25EE43ACBBB}"/>
              </a:ext>
            </a:extLst>
          </p:cNvPr>
          <p:cNvSpPr>
            <a:spLocks noGrp="1"/>
          </p:cNvSpPr>
          <p:nvPr/>
        </p:nvSpPr>
        <p:spPr>
          <a:xfrm>
            <a:off x="7859549" y="4284681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532" name="Stage1_sixpanel_9703">
            <a:extLst>
              <a:ext uri="{FF2B5EF4-FFF2-40B4-BE49-F238E27FC236}">
                <a16:creationId xmlns:a16="http://schemas.microsoft.com/office/drawing/2014/main" id="{7215A2C2-87BD-4DD8-A064-7FD95089F480}"/>
              </a:ext>
            </a:extLst>
          </p:cNvPr>
          <p:cNvSpPr>
            <a:spLocks noGrp="1"/>
          </p:cNvSpPr>
          <p:nvPr/>
        </p:nvSpPr>
        <p:spPr>
          <a:xfrm>
            <a:off x="7761993" y="3612166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0" y="0"/>
                </a:moveTo>
                <a:lnTo>
                  <a:pt x="38686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33" name="text_9704">
            <a:extLst>
              <a:ext uri="{FF2B5EF4-FFF2-40B4-BE49-F238E27FC236}">
                <a16:creationId xmlns:a16="http://schemas.microsoft.com/office/drawing/2014/main" id="{6F32732C-D3AC-4B36-BED4-68BA62746511}"/>
              </a:ext>
            </a:extLst>
          </p:cNvPr>
          <p:cNvSpPr>
            <a:spLocks noGrp="1"/>
          </p:cNvSpPr>
          <p:nvPr/>
        </p:nvSpPr>
        <p:spPr>
          <a:xfrm>
            <a:off x="7859549" y="356128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534" name="text_9705">
            <a:extLst>
              <a:ext uri="{FF2B5EF4-FFF2-40B4-BE49-F238E27FC236}">
                <a16:creationId xmlns:a16="http://schemas.microsoft.com/office/drawing/2014/main" id="{72928D15-652B-4358-8336-334EB46BE4BD}"/>
              </a:ext>
            </a:extLst>
          </p:cNvPr>
          <p:cNvSpPr>
            <a:spLocks noGrp="1"/>
          </p:cNvSpPr>
          <p:nvPr/>
        </p:nvSpPr>
        <p:spPr>
          <a:xfrm rot="-5400000">
            <a:off x="7750495" y="4615257"/>
            <a:ext cx="839534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535" name="Stage1_sixpanel_9706">
            <a:extLst>
              <a:ext uri="{FF2B5EF4-FFF2-40B4-BE49-F238E27FC236}">
                <a16:creationId xmlns:a16="http://schemas.microsoft.com/office/drawing/2014/main" id="{A5013493-D439-407B-8CDC-6184C10E8777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3139005" cy="1305496"/>
          </a:xfrm>
          <a:custGeom>
            <a:avLst/>
            <a:gdLst/>
            <a:ahLst/>
            <a:cxnLst/>
            <a:rect l="0" t="0" r="0" b="0"/>
            <a:pathLst>
              <a:path w="3139005" h="1305496">
                <a:moveTo>
                  <a:pt x="0" y="1305496"/>
                </a:moveTo>
                <a:lnTo>
                  <a:pt x="3139005" y="1305496"/>
                </a:lnTo>
                <a:lnTo>
                  <a:pt x="3139005" y="0"/>
                </a:lnTo>
                <a:lnTo>
                  <a:pt x="0" y="0"/>
                </a:lnTo>
                <a:lnTo>
                  <a:pt x="0" y="130549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536" name="text_9707">
            <a:extLst>
              <a:ext uri="{FF2B5EF4-FFF2-40B4-BE49-F238E27FC236}">
                <a16:creationId xmlns:a16="http://schemas.microsoft.com/office/drawing/2014/main" id="{3B674FB9-62BB-47F1-B83C-35120A6E9C02}"/>
              </a:ext>
            </a:extLst>
          </p:cNvPr>
          <p:cNvSpPr>
            <a:spLocks noGrp="1"/>
          </p:cNvSpPr>
          <p:nvPr/>
        </p:nvSpPr>
        <p:spPr>
          <a:xfrm>
            <a:off x="5724131" y="8205901"/>
            <a:ext cx="492555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4537" name="text_9708">
            <a:extLst>
              <a:ext uri="{FF2B5EF4-FFF2-40B4-BE49-F238E27FC236}">
                <a16:creationId xmlns:a16="http://schemas.microsoft.com/office/drawing/2014/main" id="{311D0B44-04C0-436F-8A1F-7BAF2DBDBDC6}"/>
              </a:ext>
            </a:extLst>
          </p:cNvPr>
          <p:cNvSpPr>
            <a:spLocks noGrp="1"/>
          </p:cNvSpPr>
          <p:nvPr/>
        </p:nvSpPr>
        <p:spPr>
          <a:xfrm>
            <a:off x="7541842" y="8205901"/>
            <a:ext cx="335491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4538" name="Stage1_sixpanel_9709">
            <a:extLst>
              <a:ext uri="{FF2B5EF4-FFF2-40B4-BE49-F238E27FC236}">
                <a16:creationId xmlns:a16="http://schemas.microsoft.com/office/drawing/2014/main" id="{DDD10D0E-ACBF-4BF6-92D7-C38BC75CE168}"/>
              </a:ext>
            </a:extLst>
          </p:cNvPr>
          <p:cNvSpPr>
            <a:spLocks noGrp="1"/>
          </p:cNvSpPr>
          <p:nvPr/>
        </p:nvSpPr>
        <p:spPr>
          <a:xfrm>
            <a:off x="5266291" y="8099604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39" name="Stage1_sixpanel_9710">
            <a:extLst>
              <a:ext uri="{FF2B5EF4-FFF2-40B4-BE49-F238E27FC236}">
                <a16:creationId xmlns:a16="http://schemas.microsoft.com/office/drawing/2014/main" id="{D38C46C0-B11D-4ACC-8917-8E9DCB4D16F3}"/>
              </a:ext>
            </a:extLst>
          </p:cNvPr>
          <p:cNvSpPr>
            <a:spLocks noGrp="1"/>
          </p:cNvSpPr>
          <p:nvPr/>
        </p:nvSpPr>
        <p:spPr>
          <a:xfrm>
            <a:off x="5227605" y="8099604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0" name="text_9711">
            <a:extLst>
              <a:ext uri="{FF2B5EF4-FFF2-40B4-BE49-F238E27FC236}">
                <a16:creationId xmlns:a16="http://schemas.microsoft.com/office/drawing/2014/main" id="{F25D7E9C-8577-47A1-9ECE-932939280B07}"/>
              </a:ext>
            </a:extLst>
          </p:cNvPr>
          <p:cNvSpPr>
            <a:spLocks noGrp="1"/>
          </p:cNvSpPr>
          <p:nvPr/>
        </p:nvSpPr>
        <p:spPr>
          <a:xfrm>
            <a:off x="5005077" y="8048728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541" name="Stage1_sixpanel_9712">
            <a:extLst>
              <a:ext uri="{FF2B5EF4-FFF2-40B4-BE49-F238E27FC236}">
                <a16:creationId xmlns:a16="http://schemas.microsoft.com/office/drawing/2014/main" id="{7BAA369A-33B9-4C53-BCEF-92EEF5009085}"/>
              </a:ext>
            </a:extLst>
          </p:cNvPr>
          <p:cNvSpPr>
            <a:spLocks noGrp="1"/>
          </p:cNvSpPr>
          <p:nvPr/>
        </p:nvSpPr>
        <p:spPr>
          <a:xfrm>
            <a:off x="5266291" y="7480885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2" name="Stage1_sixpanel_9713">
            <a:extLst>
              <a:ext uri="{FF2B5EF4-FFF2-40B4-BE49-F238E27FC236}">
                <a16:creationId xmlns:a16="http://schemas.microsoft.com/office/drawing/2014/main" id="{5F08C09F-5234-4A56-AFAC-286D010C067F}"/>
              </a:ext>
            </a:extLst>
          </p:cNvPr>
          <p:cNvSpPr>
            <a:spLocks noGrp="1"/>
          </p:cNvSpPr>
          <p:nvPr/>
        </p:nvSpPr>
        <p:spPr>
          <a:xfrm>
            <a:off x="5227605" y="7480885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3" name="text_9714">
            <a:extLst>
              <a:ext uri="{FF2B5EF4-FFF2-40B4-BE49-F238E27FC236}">
                <a16:creationId xmlns:a16="http://schemas.microsoft.com/office/drawing/2014/main" id="{46FF7FC2-86C6-43EF-8E13-81F1C677428A}"/>
              </a:ext>
            </a:extLst>
          </p:cNvPr>
          <p:cNvSpPr>
            <a:spLocks noGrp="1"/>
          </p:cNvSpPr>
          <p:nvPr/>
        </p:nvSpPr>
        <p:spPr>
          <a:xfrm>
            <a:off x="5005077" y="7430009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544" name="Stage1_sixpanel_9715">
            <a:extLst>
              <a:ext uri="{FF2B5EF4-FFF2-40B4-BE49-F238E27FC236}">
                <a16:creationId xmlns:a16="http://schemas.microsoft.com/office/drawing/2014/main" id="{1822F601-F003-45FE-8B28-F3FF0FBCCC61}"/>
              </a:ext>
            </a:extLst>
          </p:cNvPr>
          <p:cNvSpPr>
            <a:spLocks noGrp="1"/>
          </p:cNvSpPr>
          <p:nvPr/>
        </p:nvSpPr>
        <p:spPr>
          <a:xfrm>
            <a:off x="5266291" y="6862167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7569">
            <a:solidFill>
              <a:srgbClr val="E7EBED"/>
            </a:solidFill>
            <a:prstDash val="solid"/>
          </a:ln>
        </p:spPr>
      </p:sp>
      <p:sp>
        <p:nvSpPr>
          <p:cNvPr id="4545" name="Stage1_sixpanel_9716">
            <a:extLst>
              <a:ext uri="{FF2B5EF4-FFF2-40B4-BE49-F238E27FC236}">
                <a16:creationId xmlns:a16="http://schemas.microsoft.com/office/drawing/2014/main" id="{80195E00-EEC5-44CC-80C1-3EEEF0DAF028}"/>
              </a:ext>
            </a:extLst>
          </p:cNvPr>
          <p:cNvSpPr>
            <a:spLocks noGrp="1"/>
          </p:cNvSpPr>
          <p:nvPr/>
        </p:nvSpPr>
        <p:spPr>
          <a:xfrm>
            <a:off x="5227605" y="6862167"/>
            <a:ext cx="38686" cy="191"/>
          </a:xfrm>
          <a:custGeom>
            <a:avLst/>
            <a:gdLst/>
            <a:ahLst/>
            <a:cxnLst/>
            <a:rect l="0" t="0" r="0" b="0"/>
            <a:pathLst>
              <a:path w="38686" h="191">
                <a:moveTo>
                  <a:pt x="38686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9251">
            <a:solidFill>
              <a:srgbClr val="000000"/>
            </a:solidFill>
            <a:prstDash val="solid"/>
          </a:ln>
        </p:spPr>
      </p:sp>
      <p:sp>
        <p:nvSpPr>
          <p:cNvPr id="4546" name="text_9717">
            <a:extLst>
              <a:ext uri="{FF2B5EF4-FFF2-40B4-BE49-F238E27FC236}">
                <a16:creationId xmlns:a16="http://schemas.microsoft.com/office/drawing/2014/main" id="{C471AF5A-4541-4140-870C-ACA2C5E366BE}"/>
              </a:ext>
            </a:extLst>
          </p:cNvPr>
          <p:cNvSpPr>
            <a:spLocks noGrp="1"/>
          </p:cNvSpPr>
          <p:nvPr/>
        </p:nvSpPr>
        <p:spPr>
          <a:xfrm>
            <a:off x="5005077" y="6811290"/>
            <a:ext cx="172068" cy="1471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27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7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547" name="text_9718">
            <a:extLst>
              <a:ext uri="{FF2B5EF4-FFF2-40B4-BE49-F238E27FC236}">
                <a16:creationId xmlns:a16="http://schemas.microsoft.com/office/drawing/2014/main" id="{D4B7EF11-F90D-4096-A0BA-62BB3ABF0779}"/>
              </a:ext>
            </a:extLst>
          </p:cNvPr>
          <p:cNvSpPr>
            <a:spLocks noGrp="1"/>
          </p:cNvSpPr>
          <p:nvPr/>
        </p:nvSpPr>
        <p:spPr>
          <a:xfrm rot="-5400000">
            <a:off x="4718734" y="7395795"/>
            <a:ext cx="35109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4548" name="Stage1_sixpanel_9719">
            <a:extLst>
              <a:ext uri="{FF2B5EF4-FFF2-40B4-BE49-F238E27FC236}">
                <a16:creationId xmlns:a16="http://schemas.microsoft.com/office/drawing/2014/main" id="{3DAB83EB-D6F1-4383-B69A-70EC4DEB6834}"/>
              </a:ext>
            </a:extLst>
          </p:cNvPr>
          <p:cNvSpPr>
            <a:spLocks noGrp="1"/>
          </p:cNvSpPr>
          <p:nvPr/>
        </p:nvSpPr>
        <p:spPr>
          <a:xfrm>
            <a:off x="537233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4414" y="1237437"/>
                </a:moveTo>
                <a:lnTo>
                  <a:pt x="124938" y="1237437"/>
                </a:lnTo>
                <a:lnTo>
                  <a:pt x="125435" y="1229703"/>
                </a:lnTo>
                <a:lnTo>
                  <a:pt x="126895" y="1221969"/>
                </a:lnTo>
                <a:lnTo>
                  <a:pt x="129219" y="1214235"/>
                </a:lnTo>
                <a:lnTo>
                  <a:pt x="132257" y="1206502"/>
                </a:lnTo>
                <a:lnTo>
                  <a:pt x="135821" y="1198768"/>
                </a:lnTo>
                <a:lnTo>
                  <a:pt x="139705" y="1191034"/>
                </a:lnTo>
                <a:lnTo>
                  <a:pt x="143703" y="1183300"/>
                </a:lnTo>
                <a:lnTo>
                  <a:pt x="147627" y="1175566"/>
                </a:lnTo>
                <a:lnTo>
                  <a:pt x="151321" y="1167832"/>
                </a:lnTo>
                <a:lnTo>
                  <a:pt x="154668" y="1160098"/>
                </a:lnTo>
                <a:lnTo>
                  <a:pt x="157593" y="1152364"/>
                </a:lnTo>
                <a:lnTo>
                  <a:pt x="160061" y="1144630"/>
                </a:lnTo>
                <a:lnTo>
                  <a:pt x="162075" y="1136896"/>
                </a:lnTo>
                <a:lnTo>
                  <a:pt x="163661" y="1129162"/>
                </a:lnTo>
                <a:lnTo>
                  <a:pt x="164870" y="1121428"/>
                </a:lnTo>
                <a:lnTo>
                  <a:pt x="165757" y="1113694"/>
                </a:lnTo>
                <a:lnTo>
                  <a:pt x="166386" y="1105960"/>
                </a:lnTo>
                <a:lnTo>
                  <a:pt x="166814" y="1098226"/>
                </a:lnTo>
                <a:lnTo>
                  <a:pt x="167095" y="1090492"/>
                </a:lnTo>
                <a:lnTo>
                  <a:pt x="167272" y="1082758"/>
                </a:lnTo>
                <a:lnTo>
                  <a:pt x="167379" y="1075024"/>
                </a:lnTo>
                <a:lnTo>
                  <a:pt x="167441" y="1067290"/>
                </a:lnTo>
                <a:lnTo>
                  <a:pt x="167477" y="1059556"/>
                </a:lnTo>
                <a:lnTo>
                  <a:pt x="167499" y="1051822"/>
                </a:lnTo>
                <a:lnTo>
                  <a:pt x="167513" y="1044088"/>
                </a:lnTo>
                <a:lnTo>
                  <a:pt x="167525" y="1036354"/>
                </a:lnTo>
                <a:lnTo>
                  <a:pt x="167539" y="1028620"/>
                </a:lnTo>
                <a:lnTo>
                  <a:pt x="167558" y="1020886"/>
                </a:lnTo>
                <a:lnTo>
                  <a:pt x="167585" y="1013152"/>
                </a:lnTo>
                <a:lnTo>
                  <a:pt x="167624" y="1005418"/>
                </a:lnTo>
                <a:lnTo>
                  <a:pt x="167677" y="997684"/>
                </a:lnTo>
                <a:lnTo>
                  <a:pt x="167745" y="989950"/>
                </a:lnTo>
                <a:lnTo>
                  <a:pt x="167829" y="982216"/>
                </a:lnTo>
                <a:lnTo>
                  <a:pt x="167927" y="974482"/>
                </a:lnTo>
                <a:lnTo>
                  <a:pt x="168035" y="966748"/>
                </a:lnTo>
                <a:lnTo>
                  <a:pt x="168146" y="959014"/>
                </a:lnTo>
                <a:lnTo>
                  <a:pt x="168252" y="951280"/>
                </a:lnTo>
                <a:lnTo>
                  <a:pt x="168345" y="943546"/>
                </a:lnTo>
                <a:lnTo>
                  <a:pt x="168414" y="935812"/>
                </a:lnTo>
                <a:lnTo>
                  <a:pt x="168452" y="928078"/>
                </a:lnTo>
                <a:lnTo>
                  <a:pt x="168449" y="920344"/>
                </a:lnTo>
                <a:lnTo>
                  <a:pt x="168401" y="912610"/>
                </a:lnTo>
                <a:lnTo>
                  <a:pt x="168305" y="904876"/>
                </a:lnTo>
                <a:lnTo>
                  <a:pt x="168162" y="897142"/>
                </a:lnTo>
                <a:lnTo>
                  <a:pt x="167976" y="889408"/>
                </a:lnTo>
                <a:lnTo>
                  <a:pt x="167757" y="881674"/>
                </a:lnTo>
                <a:lnTo>
                  <a:pt x="167515" y="873940"/>
                </a:lnTo>
                <a:lnTo>
                  <a:pt x="167265" y="866206"/>
                </a:lnTo>
                <a:lnTo>
                  <a:pt x="167024" y="858472"/>
                </a:lnTo>
                <a:lnTo>
                  <a:pt x="166806" y="850738"/>
                </a:lnTo>
                <a:lnTo>
                  <a:pt x="166628" y="843004"/>
                </a:lnTo>
                <a:lnTo>
                  <a:pt x="166502" y="835270"/>
                </a:lnTo>
                <a:lnTo>
                  <a:pt x="166434" y="827536"/>
                </a:lnTo>
                <a:lnTo>
                  <a:pt x="166430" y="819802"/>
                </a:lnTo>
                <a:lnTo>
                  <a:pt x="166486" y="812068"/>
                </a:lnTo>
                <a:lnTo>
                  <a:pt x="166595" y="804334"/>
                </a:lnTo>
                <a:lnTo>
                  <a:pt x="166744" y="796600"/>
                </a:lnTo>
                <a:lnTo>
                  <a:pt x="166919" y="788866"/>
                </a:lnTo>
                <a:lnTo>
                  <a:pt x="167100" y="781132"/>
                </a:lnTo>
                <a:lnTo>
                  <a:pt x="167270" y="773398"/>
                </a:lnTo>
                <a:lnTo>
                  <a:pt x="167410" y="765664"/>
                </a:lnTo>
                <a:lnTo>
                  <a:pt x="167505" y="757930"/>
                </a:lnTo>
                <a:lnTo>
                  <a:pt x="167541" y="750196"/>
                </a:lnTo>
                <a:lnTo>
                  <a:pt x="167508" y="742462"/>
                </a:lnTo>
                <a:lnTo>
                  <a:pt x="167399" y="734728"/>
                </a:lnTo>
                <a:lnTo>
                  <a:pt x="167210" y="726994"/>
                </a:lnTo>
                <a:lnTo>
                  <a:pt x="166941" y="719261"/>
                </a:lnTo>
                <a:lnTo>
                  <a:pt x="166593" y="711527"/>
                </a:lnTo>
                <a:lnTo>
                  <a:pt x="166171" y="703793"/>
                </a:lnTo>
                <a:lnTo>
                  <a:pt x="165683" y="696059"/>
                </a:lnTo>
                <a:lnTo>
                  <a:pt x="165140" y="688325"/>
                </a:lnTo>
                <a:lnTo>
                  <a:pt x="164555" y="680591"/>
                </a:lnTo>
                <a:lnTo>
                  <a:pt x="163947" y="672857"/>
                </a:lnTo>
                <a:lnTo>
                  <a:pt x="163337" y="665123"/>
                </a:lnTo>
                <a:lnTo>
                  <a:pt x="162749" y="657389"/>
                </a:lnTo>
                <a:lnTo>
                  <a:pt x="162210" y="649655"/>
                </a:lnTo>
                <a:lnTo>
                  <a:pt x="161746" y="641921"/>
                </a:lnTo>
                <a:lnTo>
                  <a:pt x="161381" y="634187"/>
                </a:lnTo>
                <a:lnTo>
                  <a:pt x="161135" y="626453"/>
                </a:lnTo>
                <a:lnTo>
                  <a:pt x="161022" y="618719"/>
                </a:lnTo>
                <a:lnTo>
                  <a:pt x="161047" y="610985"/>
                </a:lnTo>
                <a:lnTo>
                  <a:pt x="161208" y="603251"/>
                </a:lnTo>
                <a:lnTo>
                  <a:pt x="161492" y="595517"/>
                </a:lnTo>
                <a:lnTo>
                  <a:pt x="161879" y="587783"/>
                </a:lnTo>
                <a:lnTo>
                  <a:pt x="162343" y="580049"/>
                </a:lnTo>
                <a:lnTo>
                  <a:pt x="162853" y="572315"/>
                </a:lnTo>
                <a:lnTo>
                  <a:pt x="163380" y="564581"/>
                </a:lnTo>
                <a:lnTo>
                  <a:pt x="163891" y="556847"/>
                </a:lnTo>
                <a:lnTo>
                  <a:pt x="164359" y="549113"/>
                </a:lnTo>
                <a:lnTo>
                  <a:pt x="164760" y="541379"/>
                </a:lnTo>
                <a:lnTo>
                  <a:pt x="165072" y="533645"/>
                </a:lnTo>
                <a:lnTo>
                  <a:pt x="165279" y="525911"/>
                </a:lnTo>
                <a:lnTo>
                  <a:pt x="165369" y="518177"/>
                </a:lnTo>
                <a:lnTo>
                  <a:pt x="165332" y="510443"/>
                </a:lnTo>
                <a:lnTo>
                  <a:pt x="165163" y="502709"/>
                </a:lnTo>
                <a:lnTo>
                  <a:pt x="164861" y="494975"/>
                </a:lnTo>
                <a:lnTo>
                  <a:pt x="164429" y="487241"/>
                </a:lnTo>
                <a:lnTo>
                  <a:pt x="163878" y="479507"/>
                </a:lnTo>
                <a:lnTo>
                  <a:pt x="163222" y="471773"/>
                </a:lnTo>
                <a:lnTo>
                  <a:pt x="162486" y="464039"/>
                </a:lnTo>
                <a:lnTo>
                  <a:pt x="161696" y="456305"/>
                </a:lnTo>
                <a:lnTo>
                  <a:pt x="160886" y="448571"/>
                </a:lnTo>
                <a:lnTo>
                  <a:pt x="160091" y="440837"/>
                </a:lnTo>
                <a:lnTo>
                  <a:pt x="159345" y="433103"/>
                </a:lnTo>
                <a:lnTo>
                  <a:pt x="158678" y="425369"/>
                </a:lnTo>
                <a:lnTo>
                  <a:pt x="158111" y="417635"/>
                </a:lnTo>
                <a:lnTo>
                  <a:pt x="157659" y="409901"/>
                </a:lnTo>
                <a:lnTo>
                  <a:pt x="157325" y="402167"/>
                </a:lnTo>
                <a:lnTo>
                  <a:pt x="157104" y="394433"/>
                </a:lnTo>
                <a:lnTo>
                  <a:pt x="156983" y="386699"/>
                </a:lnTo>
                <a:lnTo>
                  <a:pt x="156944" y="378965"/>
                </a:lnTo>
                <a:lnTo>
                  <a:pt x="156970" y="371231"/>
                </a:lnTo>
                <a:lnTo>
                  <a:pt x="157047" y="363497"/>
                </a:lnTo>
                <a:lnTo>
                  <a:pt x="157164" y="355763"/>
                </a:lnTo>
                <a:lnTo>
                  <a:pt x="157317" y="348029"/>
                </a:lnTo>
                <a:lnTo>
                  <a:pt x="157508" y="340295"/>
                </a:lnTo>
                <a:lnTo>
                  <a:pt x="157744" y="332561"/>
                </a:lnTo>
                <a:lnTo>
                  <a:pt x="158031" y="324827"/>
                </a:lnTo>
                <a:lnTo>
                  <a:pt x="158378" y="317093"/>
                </a:lnTo>
                <a:lnTo>
                  <a:pt x="158787" y="309359"/>
                </a:lnTo>
                <a:lnTo>
                  <a:pt x="159254" y="301625"/>
                </a:lnTo>
                <a:lnTo>
                  <a:pt x="159771" y="293891"/>
                </a:lnTo>
                <a:lnTo>
                  <a:pt x="160321" y="286157"/>
                </a:lnTo>
                <a:lnTo>
                  <a:pt x="160884" y="278423"/>
                </a:lnTo>
                <a:lnTo>
                  <a:pt x="161437" y="270689"/>
                </a:lnTo>
                <a:lnTo>
                  <a:pt x="161961" y="262955"/>
                </a:lnTo>
                <a:lnTo>
                  <a:pt x="162435" y="255221"/>
                </a:lnTo>
                <a:lnTo>
                  <a:pt x="162848" y="247487"/>
                </a:lnTo>
                <a:lnTo>
                  <a:pt x="163194" y="239754"/>
                </a:lnTo>
                <a:lnTo>
                  <a:pt x="163473" y="232020"/>
                </a:lnTo>
                <a:lnTo>
                  <a:pt x="163693" y="224286"/>
                </a:lnTo>
                <a:lnTo>
                  <a:pt x="163863" y="216552"/>
                </a:lnTo>
                <a:lnTo>
                  <a:pt x="163995" y="208818"/>
                </a:lnTo>
                <a:lnTo>
                  <a:pt x="164098" y="201084"/>
                </a:lnTo>
                <a:lnTo>
                  <a:pt x="164173" y="193350"/>
                </a:lnTo>
                <a:lnTo>
                  <a:pt x="164217" y="185616"/>
                </a:lnTo>
                <a:lnTo>
                  <a:pt x="164209" y="177882"/>
                </a:lnTo>
                <a:lnTo>
                  <a:pt x="164115" y="170148"/>
                </a:lnTo>
                <a:lnTo>
                  <a:pt x="163880" y="162414"/>
                </a:lnTo>
                <a:lnTo>
                  <a:pt x="163425" y="154680"/>
                </a:lnTo>
                <a:lnTo>
                  <a:pt x="162645" y="146946"/>
                </a:lnTo>
                <a:lnTo>
                  <a:pt x="161407" y="139212"/>
                </a:lnTo>
                <a:lnTo>
                  <a:pt x="159548" y="131478"/>
                </a:lnTo>
                <a:lnTo>
                  <a:pt x="156878" y="123744"/>
                </a:lnTo>
                <a:lnTo>
                  <a:pt x="153190" y="116010"/>
                </a:lnTo>
                <a:lnTo>
                  <a:pt x="148269" y="108276"/>
                </a:lnTo>
                <a:lnTo>
                  <a:pt x="141916" y="100542"/>
                </a:lnTo>
                <a:lnTo>
                  <a:pt x="133968" y="92808"/>
                </a:lnTo>
                <a:lnTo>
                  <a:pt x="124332" y="85074"/>
                </a:lnTo>
                <a:lnTo>
                  <a:pt x="113015" y="77340"/>
                </a:lnTo>
                <a:lnTo>
                  <a:pt x="100152" y="69606"/>
                </a:lnTo>
                <a:lnTo>
                  <a:pt x="86026" y="61872"/>
                </a:lnTo>
                <a:lnTo>
                  <a:pt x="71076" y="54138"/>
                </a:lnTo>
                <a:lnTo>
                  <a:pt x="55888" y="46404"/>
                </a:lnTo>
                <a:lnTo>
                  <a:pt x="41164" y="38670"/>
                </a:lnTo>
                <a:lnTo>
                  <a:pt x="27670" y="30936"/>
                </a:lnTo>
                <a:lnTo>
                  <a:pt x="16180" y="23202"/>
                </a:lnTo>
                <a:lnTo>
                  <a:pt x="7395" y="15468"/>
                </a:lnTo>
                <a:lnTo>
                  <a:pt x="188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1" y="7734"/>
                </a:lnTo>
                <a:lnTo>
                  <a:pt x="331957" y="15468"/>
                </a:lnTo>
                <a:lnTo>
                  <a:pt x="323172" y="23202"/>
                </a:lnTo>
                <a:lnTo>
                  <a:pt x="311682" y="30936"/>
                </a:lnTo>
                <a:lnTo>
                  <a:pt x="298188" y="38670"/>
                </a:lnTo>
                <a:lnTo>
                  <a:pt x="283464" y="46404"/>
                </a:lnTo>
                <a:lnTo>
                  <a:pt x="268276" y="54138"/>
                </a:lnTo>
                <a:lnTo>
                  <a:pt x="253326" y="61872"/>
                </a:lnTo>
                <a:lnTo>
                  <a:pt x="239200" y="69606"/>
                </a:lnTo>
                <a:lnTo>
                  <a:pt x="226337" y="77340"/>
                </a:lnTo>
                <a:lnTo>
                  <a:pt x="215020" y="85074"/>
                </a:lnTo>
                <a:lnTo>
                  <a:pt x="205384" y="92808"/>
                </a:lnTo>
                <a:lnTo>
                  <a:pt x="197436" y="100542"/>
                </a:lnTo>
                <a:lnTo>
                  <a:pt x="191083" y="108276"/>
                </a:lnTo>
                <a:lnTo>
                  <a:pt x="186162" y="116010"/>
                </a:lnTo>
                <a:lnTo>
                  <a:pt x="182474" y="123744"/>
                </a:lnTo>
                <a:lnTo>
                  <a:pt x="179804" y="131478"/>
                </a:lnTo>
                <a:lnTo>
                  <a:pt x="177944" y="139212"/>
                </a:lnTo>
                <a:lnTo>
                  <a:pt x="176706" y="146946"/>
                </a:lnTo>
                <a:lnTo>
                  <a:pt x="175927" y="154680"/>
                </a:lnTo>
                <a:lnTo>
                  <a:pt x="175472" y="162414"/>
                </a:lnTo>
                <a:lnTo>
                  <a:pt x="175237" y="170148"/>
                </a:lnTo>
                <a:lnTo>
                  <a:pt x="175143" y="177882"/>
                </a:lnTo>
                <a:lnTo>
                  <a:pt x="175135" y="185616"/>
                </a:lnTo>
                <a:lnTo>
                  <a:pt x="175179" y="193350"/>
                </a:lnTo>
                <a:lnTo>
                  <a:pt x="175254" y="201084"/>
                </a:lnTo>
                <a:lnTo>
                  <a:pt x="175357" y="208818"/>
                </a:lnTo>
                <a:lnTo>
                  <a:pt x="175488" y="216552"/>
                </a:lnTo>
                <a:lnTo>
                  <a:pt x="175659" y="224286"/>
                </a:lnTo>
                <a:lnTo>
                  <a:pt x="175879" y="232020"/>
                </a:lnTo>
                <a:lnTo>
                  <a:pt x="176158" y="239754"/>
                </a:lnTo>
                <a:lnTo>
                  <a:pt x="176504" y="247487"/>
                </a:lnTo>
                <a:lnTo>
                  <a:pt x="176917" y="255221"/>
                </a:lnTo>
                <a:lnTo>
                  <a:pt x="177391" y="262955"/>
                </a:lnTo>
                <a:lnTo>
                  <a:pt x="177914" y="270689"/>
                </a:lnTo>
                <a:lnTo>
                  <a:pt x="178468" y="278423"/>
                </a:lnTo>
                <a:lnTo>
                  <a:pt x="179031" y="286157"/>
                </a:lnTo>
                <a:lnTo>
                  <a:pt x="179581" y="293891"/>
                </a:lnTo>
                <a:lnTo>
                  <a:pt x="180098" y="301625"/>
                </a:lnTo>
                <a:lnTo>
                  <a:pt x="180565" y="309359"/>
                </a:lnTo>
                <a:lnTo>
                  <a:pt x="180974" y="317093"/>
                </a:lnTo>
                <a:lnTo>
                  <a:pt x="181320" y="324827"/>
                </a:lnTo>
                <a:lnTo>
                  <a:pt x="181608" y="332561"/>
                </a:lnTo>
                <a:lnTo>
                  <a:pt x="181844" y="340295"/>
                </a:lnTo>
                <a:lnTo>
                  <a:pt x="182035" y="348029"/>
                </a:lnTo>
                <a:lnTo>
                  <a:pt x="182188" y="355763"/>
                </a:lnTo>
                <a:lnTo>
                  <a:pt x="182305" y="363497"/>
                </a:lnTo>
                <a:lnTo>
                  <a:pt x="182381" y="371231"/>
                </a:lnTo>
                <a:lnTo>
                  <a:pt x="182408" y="378965"/>
                </a:lnTo>
                <a:lnTo>
                  <a:pt x="182369" y="386699"/>
                </a:lnTo>
                <a:lnTo>
                  <a:pt x="182248" y="394433"/>
                </a:lnTo>
                <a:lnTo>
                  <a:pt x="182027" y="402167"/>
                </a:lnTo>
                <a:lnTo>
                  <a:pt x="181693" y="409901"/>
                </a:lnTo>
                <a:lnTo>
                  <a:pt x="181241" y="417635"/>
                </a:lnTo>
                <a:lnTo>
                  <a:pt x="180674" y="425369"/>
                </a:lnTo>
                <a:lnTo>
                  <a:pt x="180007" y="433103"/>
                </a:lnTo>
                <a:lnTo>
                  <a:pt x="179261" y="440837"/>
                </a:lnTo>
                <a:lnTo>
                  <a:pt x="178466" y="448571"/>
                </a:lnTo>
                <a:lnTo>
                  <a:pt x="177656" y="456305"/>
                </a:lnTo>
                <a:lnTo>
                  <a:pt x="176866" y="464039"/>
                </a:lnTo>
                <a:lnTo>
                  <a:pt x="176129" y="471773"/>
                </a:lnTo>
                <a:lnTo>
                  <a:pt x="175474" y="479507"/>
                </a:lnTo>
                <a:lnTo>
                  <a:pt x="174923" y="487241"/>
                </a:lnTo>
                <a:lnTo>
                  <a:pt x="174491" y="494975"/>
                </a:lnTo>
                <a:lnTo>
                  <a:pt x="174189" y="502709"/>
                </a:lnTo>
                <a:lnTo>
                  <a:pt x="174020" y="510443"/>
                </a:lnTo>
                <a:lnTo>
                  <a:pt x="173983" y="518177"/>
                </a:lnTo>
                <a:lnTo>
                  <a:pt x="174073" y="525911"/>
                </a:lnTo>
                <a:lnTo>
                  <a:pt x="174280" y="533645"/>
                </a:lnTo>
                <a:lnTo>
                  <a:pt x="174592" y="541379"/>
                </a:lnTo>
                <a:lnTo>
                  <a:pt x="174992" y="549113"/>
                </a:lnTo>
                <a:lnTo>
                  <a:pt x="175461" y="556847"/>
                </a:lnTo>
                <a:lnTo>
                  <a:pt x="175972" y="564581"/>
                </a:lnTo>
                <a:lnTo>
                  <a:pt x="176498" y="572315"/>
                </a:lnTo>
                <a:lnTo>
                  <a:pt x="177009" y="580049"/>
                </a:lnTo>
                <a:lnTo>
                  <a:pt x="177473" y="587783"/>
                </a:lnTo>
                <a:lnTo>
                  <a:pt x="177860" y="595517"/>
                </a:lnTo>
                <a:lnTo>
                  <a:pt x="178144" y="603251"/>
                </a:lnTo>
                <a:lnTo>
                  <a:pt x="178304" y="610985"/>
                </a:lnTo>
                <a:lnTo>
                  <a:pt x="178330" y="618719"/>
                </a:lnTo>
                <a:lnTo>
                  <a:pt x="178217" y="626453"/>
                </a:lnTo>
                <a:lnTo>
                  <a:pt x="177971" y="634187"/>
                </a:lnTo>
                <a:lnTo>
                  <a:pt x="177606" y="641921"/>
                </a:lnTo>
                <a:lnTo>
                  <a:pt x="177142" y="649655"/>
                </a:lnTo>
                <a:lnTo>
                  <a:pt x="176603" y="657389"/>
                </a:lnTo>
                <a:lnTo>
                  <a:pt x="176015" y="665123"/>
                </a:lnTo>
                <a:lnTo>
                  <a:pt x="175405" y="672857"/>
                </a:lnTo>
                <a:lnTo>
                  <a:pt x="174797" y="680591"/>
                </a:lnTo>
                <a:lnTo>
                  <a:pt x="174212" y="688325"/>
                </a:lnTo>
                <a:lnTo>
                  <a:pt x="173668" y="696059"/>
                </a:lnTo>
                <a:lnTo>
                  <a:pt x="173180" y="703793"/>
                </a:lnTo>
                <a:lnTo>
                  <a:pt x="172759" y="711527"/>
                </a:lnTo>
                <a:lnTo>
                  <a:pt x="172411" y="719261"/>
                </a:lnTo>
                <a:lnTo>
                  <a:pt x="172141" y="726994"/>
                </a:lnTo>
                <a:lnTo>
                  <a:pt x="171953" y="734728"/>
                </a:lnTo>
                <a:lnTo>
                  <a:pt x="171844" y="742462"/>
                </a:lnTo>
                <a:lnTo>
                  <a:pt x="171810" y="750196"/>
                </a:lnTo>
                <a:lnTo>
                  <a:pt x="171846" y="757930"/>
                </a:lnTo>
                <a:lnTo>
                  <a:pt x="171941" y="765664"/>
                </a:lnTo>
                <a:lnTo>
                  <a:pt x="172082" y="773398"/>
                </a:lnTo>
                <a:lnTo>
                  <a:pt x="172252" y="781132"/>
                </a:lnTo>
                <a:lnTo>
                  <a:pt x="172433" y="788866"/>
                </a:lnTo>
                <a:lnTo>
                  <a:pt x="172608" y="796600"/>
                </a:lnTo>
                <a:lnTo>
                  <a:pt x="172757" y="804334"/>
                </a:lnTo>
                <a:lnTo>
                  <a:pt x="172866" y="812068"/>
                </a:lnTo>
                <a:lnTo>
                  <a:pt x="172922" y="819802"/>
                </a:lnTo>
                <a:lnTo>
                  <a:pt x="172917" y="827536"/>
                </a:lnTo>
                <a:lnTo>
                  <a:pt x="172850" y="835270"/>
                </a:lnTo>
                <a:lnTo>
                  <a:pt x="172724" y="843004"/>
                </a:lnTo>
                <a:lnTo>
                  <a:pt x="172545" y="850738"/>
                </a:lnTo>
                <a:lnTo>
                  <a:pt x="172328" y="858472"/>
                </a:lnTo>
                <a:lnTo>
                  <a:pt x="172087" y="866206"/>
                </a:lnTo>
                <a:lnTo>
                  <a:pt x="171837" y="873940"/>
                </a:lnTo>
                <a:lnTo>
                  <a:pt x="171595" y="881674"/>
                </a:lnTo>
                <a:lnTo>
                  <a:pt x="171376" y="889408"/>
                </a:lnTo>
                <a:lnTo>
                  <a:pt x="171190" y="897142"/>
                </a:lnTo>
                <a:lnTo>
                  <a:pt x="171047" y="904876"/>
                </a:lnTo>
                <a:lnTo>
                  <a:pt x="170951" y="912610"/>
                </a:lnTo>
                <a:lnTo>
                  <a:pt x="170903" y="920344"/>
                </a:lnTo>
                <a:lnTo>
                  <a:pt x="170900" y="928078"/>
                </a:lnTo>
                <a:lnTo>
                  <a:pt x="170938" y="935812"/>
                </a:lnTo>
                <a:lnTo>
                  <a:pt x="171007" y="943546"/>
                </a:lnTo>
                <a:lnTo>
                  <a:pt x="171100" y="951280"/>
                </a:lnTo>
                <a:lnTo>
                  <a:pt x="171206" y="959014"/>
                </a:lnTo>
                <a:lnTo>
                  <a:pt x="171317" y="966748"/>
                </a:lnTo>
                <a:lnTo>
                  <a:pt x="171425" y="974482"/>
                </a:lnTo>
                <a:lnTo>
                  <a:pt x="171523" y="982216"/>
                </a:lnTo>
                <a:lnTo>
                  <a:pt x="171607" y="989950"/>
                </a:lnTo>
                <a:lnTo>
                  <a:pt x="171675" y="997684"/>
                </a:lnTo>
                <a:lnTo>
                  <a:pt x="171728" y="1005418"/>
                </a:lnTo>
                <a:lnTo>
                  <a:pt x="171767" y="1013152"/>
                </a:lnTo>
                <a:lnTo>
                  <a:pt x="171794" y="1020886"/>
                </a:lnTo>
                <a:lnTo>
                  <a:pt x="171813" y="1028620"/>
                </a:lnTo>
                <a:lnTo>
                  <a:pt x="171827" y="1036354"/>
                </a:lnTo>
                <a:lnTo>
                  <a:pt x="171839" y="1044088"/>
                </a:lnTo>
                <a:lnTo>
                  <a:pt x="171853" y="1051822"/>
                </a:lnTo>
                <a:lnTo>
                  <a:pt x="171874" y="1059556"/>
                </a:lnTo>
                <a:lnTo>
                  <a:pt x="171911" y="1067290"/>
                </a:lnTo>
                <a:lnTo>
                  <a:pt x="171973" y="1075024"/>
                </a:lnTo>
                <a:lnTo>
                  <a:pt x="172080" y="1082758"/>
                </a:lnTo>
                <a:lnTo>
                  <a:pt x="172257" y="1090492"/>
                </a:lnTo>
                <a:lnTo>
                  <a:pt x="172537" y="1098226"/>
                </a:lnTo>
                <a:lnTo>
                  <a:pt x="172966" y="1105960"/>
                </a:lnTo>
                <a:lnTo>
                  <a:pt x="173595" y="1113694"/>
                </a:lnTo>
                <a:lnTo>
                  <a:pt x="174482" y="1121428"/>
                </a:lnTo>
                <a:lnTo>
                  <a:pt x="175690" y="1129162"/>
                </a:lnTo>
                <a:lnTo>
                  <a:pt x="177277" y="1136896"/>
                </a:lnTo>
                <a:lnTo>
                  <a:pt x="179291" y="1144630"/>
                </a:lnTo>
                <a:lnTo>
                  <a:pt x="181759" y="1152364"/>
                </a:lnTo>
                <a:lnTo>
                  <a:pt x="184684" y="1160098"/>
                </a:lnTo>
                <a:lnTo>
                  <a:pt x="188030" y="1167832"/>
                </a:lnTo>
                <a:lnTo>
                  <a:pt x="191725" y="1175566"/>
                </a:lnTo>
                <a:lnTo>
                  <a:pt x="195649" y="1183300"/>
                </a:lnTo>
                <a:lnTo>
                  <a:pt x="199647" y="1191034"/>
                </a:lnTo>
                <a:lnTo>
                  <a:pt x="203531" y="1198768"/>
                </a:lnTo>
                <a:lnTo>
                  <a:pt x="207095" y="1206502"/>
                </a:lnTo>
                <a:lnTo>
                  <a:pt x="210133" y="1214235"/>
                </a:lnTo>
                <a:lnTo>
                  <a:pt x="212457" y="1221969"/>
                </a:lnTo>
                <a:lnTo>
                  <a:pt x="213916" y="1229703"/>
                </a:lnTo>
                <a:lnTo>
                  <a:pt x="214414" y="1237437"/>
                </a:lnTo>
                <a:lnTo>
                  <a:pt x="21441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549" name="Stage1_sixpanel_9720">
            <a:extLst>
              <a:ext uri="{FF2B5EF4-FFF2-40B4-BE49-F238E27FC236}">
                <a16:creationId xmlns:a16="http://schemas.microsoft.com/office/drawing/2014/main" id="{38F1E607-57C8-4728-A0BD-E2001F1D89EE}"/>
              </a:ext>
            </a:extLst>
          </p:cNvPr>
          <p:cNvSpPr>
            <a:spLocks noGrp="1"/>
          </p:cNvSpPr>
          <p:nvPr/>
        </p:nvSpPr>
        <p:spPr>
          <a:xfrm>
            <a:off x="56239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0" name="Stage1_sixpanel_9721">
            <a:extLst>
              <a:ext uri="{FF2B5EF4-FFF2-40B4-BE49-F238E27FC236}">
                <a16:creationId xmlns:a16="http://schemas.microsoft.com/office/drawing/2014/main" id="{F4C1A946-4134-409A-A296-0126E4E664EF}"/>
              </a:ext>
            </a:extLst>
          </p:cNvPr>
          <p:cNvSpPr>
            <a:spLocks noGrp="1"/>
          </p:cNvSpPr>
          <p:nvPr/>
        </p:nvSpPr>
        <p:spPr>
          <a:xfrm>
            <a:off x="5564500" y="703572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1" name="Stage1_sixpanel_9722">
            <a:extLst>
              <a:ext uri="{FF2B5EF4-FFF2-40B4-BE49-F238E27FC236}">
                <a16:creationId xmlns:a16="http://schemas.microsoft.com/office/drawing/2014/main" id="{1CAC7B2F-E359-4E09-802E-D4ACE94AFBE6}"/>
              </a:ext>
            </a:extLst>
          </p:cNvPr>
          <p:cNvSpPr>
            <a:spLocks noGrp="1"/>
          </p:cNvSpPr>
          <p:nvPr/>
        </p:nvSpPr>
        <p:spPr>
          <a:xfrm>
            <a:off x="54232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2" name="Stage1_sixpanel_9723">
            <a:extLst>
              <a:ext uri="{FF2B5EF4-FFF2-40B4-BE49-F238E27FC236}">
                <a16:creationId xmlns:a16="http://schemas.microsoft.com/office/drawing/2014/main" id="{653BD605-B20C-4EFE-AB48-ABD4DFB809F6}"/>
              </a:ext>
            </a:extLst>
          </p:cNvPr>
          <p:cNvSpPr>
            <a:spLocks noGrp="1"/>
          </p:cNvSpPr>
          <p:nvPr/>
        </p:nvSpPr>
        <p:spPr>
          <a:xfrm>
            <a:off x="54867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3" name="Stage1_sixpanel_9724">
            <a:extLst>
              <a:ext uri="{FF2B5EF4-FFF2-40B4-BE49-F238E27FC236}">
                <a16:creationId xmlns:a16="http://schemas.microsoft.com/office/drawing/2014/main" id="{A583CDBE-1B2B-41AF-87E0-E2D722C3B724}"/>
              </a:ext>
            </a:extLst>
          </p:cNvPr>
          <p:cNvSpPr>
            <a:spLocks noGrp="1"/>
          </p:cNvSpPr>
          <p:nvPr/>
        </p:nvSpPr>
        <p:spPr>
          <a:xfrm>
            <a:off x="547256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4" name="Stage1_sixpanel_9725">
            <a:extLst>
              <a:ext uri="{FF2B5EF4-FFF2-40B4-BE49-F238E27FC236}">
                <a16:creationId xmlns:a16="http://schemas.microsoft.com/office/drawing/2014/main" id="{AA9BA5CE-1510-4BDD-AB16-979654949B85}"/>
              </a:ext>
            </a:extLst>
          </p:cNvPr>
          <p:cNvSpPr>
            <a:spLocks noGrp="1"/>
          </p:cNvSpPr>
          <p:nvPr/>
        </p:nvSpPr>
        <p:spPr>
          <a:xfrm>
            <a:off x="5459855" y="74371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5" name="Stage1_sixpanel_9726">
            <a:extLst>
              <a:ext uri="{FF2B5EF4-FFF2-40B4-BE49-F238E27FC236}">
                <a16:creationId xmlns:a16="http://schemas.microsoft.com/office/drawing/2014/main" id="{02EAD312-8848-4D18-8F50-195C95638FFF}"/>
              </a:ext>
            </a:extLst>
          </p:cNvPr>
          <p:cNvSpPr>
            <a:spLocks noGrp="1"/>
          </p:cNvSpPr>
          <p:nvPr/>
        </p:nvSpPr>
        <p:spPr>
          <a:xfrm>
            <a:off x="554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6" name="Stage1_sixpanel_9727">
            <a:extLst>
              <a:ext uri="{FF2B5EF4-FFF2-40B4-BE49-F238E27FC236}">
                <a16:creationId xmlns:a16="http://schemas.microsoft.com/office/drawing/2014/main" id="{84231415-19C1-41DA-BCFC-7A3E2EAD8F67}"/>
              </a:ext>
            </a:extLst>
          </p:cNvPr>
          <p:cNvSpPr>
            <a:spLocks noGrp="1"/>
          </p:cNvSpPr>
          <p:nvPr/>
        </p:nvSpPr>
        <p:spPr>
          <a:xfrm>
            <a:off x="547695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7" name="Stage1_sixpanel_9728">
            <a:extLst>
              <a:ext uri="{FF2B5EF4-FFF2-40B4-BE49-F238E27FC236}">
                <a16:creationId xmlns:a16="http://schemas.microsoft.com/office/drawing/2014/main" id="{787F1F3C-1BA0-48D0-9F2B-393DE751824A}"/>
              </a:ext>
            </a:extLst>
          </p:cNvPr>
          <p:cNvSpPr>
            <a:spLocks noGrp="1"/>
          </p:cNvSpPr>
          <p:nvPr/>
        </p:nvSpPr>
        <p:spPr>
          <a:xfrm>
            <a:off x="560229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8" name="Stage1_sixpanel_9729">
            <a:extLst>
              <a:ext uri="{FF2B5EF4-FFF2-40B4-BE49-F238E27FC236}">
                <a16:creationId xmlns:a16="http://schemas.microsoft.com/office/drawing/2014/main" id="{518F230B-399C-4EB9-A9D0-9D5221FB89E8}"/>
              </a:ext>
            </a:extLst>
          </p:cNvPr>
          <p:cNvSpPr>
            <a:spLocks noGrp="1"/>
          </p:cNvSpPr>
          <p:nvPr/>
        </p:nvSpPr>
        <p:spPr>
          <a:xfrm>
            <a:off x="551408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59" name="Stage1_sixpanel_9730">
            <a:extLst>
              <a:ext uri="{FF2B5EF4-FFF2-40B4-BE49-F238E27FC236}">
                <a16:creationId xmlns:a16="http://schemas.microsoft.com/office/drawing/2014/main" id="{478994F5-4FB2-4ED9-B2C6-9B3F08C31F1C}"/>
              </a:ext>
            </a:extLst>
          </p:cNvPr>
          <p:cNvSpPr>
            <a:spLocks noGrp="1"/>
          </p:cNvSpPr>
          <p:nvPr/>
        </p:nvSpPr>
        <p:spPr>
          <a:xfrm>
            <a:off x="54765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0" name="Stage1_sixpanel_9731">
            <a:extLst>
              <a:ext uri="{FF2B5EF4-FFF2-40B4-BE49-F238E27FC236}">
                <a16:creationId xmlns:a16="http://schemas.microsoft.com/office/drawing/2014/main" id="{3DD0799C-BE80-4211-B046-12C3EA46F553}"/>
              </a:ext>
            </a:extLst>
          </p:cNvPr>
          <p:cNvSpPr>
            <a:spLocks noGrp="1"/>
          </p:cNvSpPr>
          <p:nvPr/>
        </p:nvSpPr>
        <p:spPr>
          <a:xfrm>
            <a:off x="560906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1" name="Stage1_sixpanel_9732">
            <a:extLst>
              <a:ext uri="{FF2B5EF4-FFF2-40B4-BE49-F238E27FC236}">
                <a16:creationId xmlns:a16="http://schemas.microsoft.com/office/drawing/2014/main" id="{E6E5CF70-E313-4B0D-B353-253CE6DA3072}"/>
              </a:ext>
            </a:extLst>
          </p:cNvPr>
          <p:cNvSpPr>
            <a:spLocks noGrp="1"/>
          </p:cNvSpPr>
          <p:nvPr/>
        </p:nvSpPr>
        <p:spPr>
          <a:xfrm>
            <a:off x="5591639" y="694846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2" name="Stage1_sixpanel_9733">
            <a:extLst>
              <a:ext uri="{FF2B5EF4-FFF2-40B4-BE49-F238E27FC236}">
                <a16:creationId xmlns:a16="http://schemas.microsoft.com/office/drawing/2014/main" id="{5F81473A-4330-4F1F-B6D0-0CBD59028B11}"/>
              </a:ext>
            </a:extLst>
          </p:cNvPr>
          <p:cNvSpPr>
            <a:spLocks noGrp="1"/>
          </p:cNvSpPr>
          <p:nvPr/>
        </p:nvSpPr>
        <p:spPr>
          <a:xfrm>
            <a:off x="5621058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3" name="Stage1_sixpanel_9734">
            <a:extLst>
              <a:ext uri="{FF2B5EF4-FFF2-40B4-BE49-F238E27FC236}">
                <a16:creationId xmlns:a16="http://schemas.microsoft.com/office/drawing/2014/main" id="{6E93CB5C-2AD7-4D42-9398-BDF7284E80C9}"/>
              </a:ext>
            </a:extLst>
          </p:cNvPr>
          <p:cNvSpPr>
            <a:spLocks noGrp="1"/>
          </p:cNvSpPr>
          <p:nvPr/>
        </p:nvSpPr>
        <p:spPr>
          <a:xfrm>
            <a:off x="54990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4" name="Stage1_sixpanel_9735">
            <a:extLst>
              <a:ext uri="{FF2B5EF4-FFF2-40B4-BE49-F238E27FC236}">
                <a16:creationId xmlns:a16="http://schemas.microsoft.com/office/drawing/2014/main" id="{DCEB63DD-ACAB-4BDA-A6A7-76B15EB0D5A9}"/>
              </a:ext>
            </a:extLst>
          </p:cNvPr>
          <p:cNvSpPr>
            <a:spLocks noGrp="1"/>
          </p:cNvSpPr>
          <p:nvPr/>
        </p:nvSpPr>
        <p:spPr>
          <a:xfrm>
            <a:off x="556753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5" name="Stage1_sixpanel_9736">
            <a:extLst>
              <a:ext uri="{FF2B5EF4-FFF2-40B4-BE49-F238E27FC236}">
                <a16:creationId xmlns:a16="http://schemas.microsoft.com/office/drawing/2014/main" id="{7BDCB6B8-FBAE-4BE3-A097-E34420477DAB}"/>
              </a:ext>
            </a:extLst>
          </p:cNvPr>
          <p:cNvSpPr>
            <a:spLocks noGrp="1"/>
          </p:cNvSpPr>
          <p:nvPr/>
        </p:nvSpPr>
        <p:spPr>
          <a:xfrm>
            <a:off x="54774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6" name="Stage1_sixpanel_9737">
            <a:extLst>
              <a:ext uri="{FF2B5EF4-FFF2-40B4-BE49-F238E27FC236}">
                <a16:creationId xmlns:a16="http://schemas.microsoft.com/office/drawing/2014/main" id="{DD57C89D-056D-493A-9DE3-5F48369B6A0E}"/>
              </a:ext>
            </a:extLst>
          </p:cNvPr>
          <p:cNvSpPr>
            <a:spLocks noGrp="1"/>
          </p:cNvSpPr>
          <p:nvPr/>
        </p:nvSpPr>
        <p:spPr>
          <a:xfrm>
            <a:off x="56350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7" name="Stage1_sixpanel_9738">
            <a:extLst>
              <a:ext uri="{FF2B5EF4-FFF2-40B4-BE49-F238E27FC236}">
                <a16:creationId xmlns:a16="http://schemas.microsoft.com/office/drawing/2014/main" id="{C3B8E8E6-02D2-40F3-B7A1-151134119DB3}"/>
              </a:ext>
            </a:extLst>
          </p:cNvPr>
          <p:cNvSpPr>
            <a:spLocks noGrp="1"/>
          </p:cNvSpPr>
          <p:nvPr/>
        </p:nvSpPr>
        <p:spPr>
          <a:xfrm>
            <a:off x="5576326" y="707033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8" name="Stage1_sixpanel_9739">
            <a:extLst>
              <a:ext uri="{FF2B5EF4-FFF2-40B4-BE49-F238E27FC236}">
                <a16:creationId xmlns:a16="http://schemas.microsoft.com/office/drawing/2014/main" id="{5E0E079B-ADF5-4392-ADAC-835E763FB083}"/>
              </a:ext>
            </a:extLst>
          </p:cNvPr>
          <p:cNvSpPr>
            <a:spLocks noGrp="1"/>
          </p:cNvSpPr>
          <p:nvPr/>
        </p:nvSpPr>
        <p:spPr>
          <a:xfrm>
            <a:off x="56349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69" name="Stage1_sixpanel_9740">
            <a:extLst>
              <a:ext uri="{FF2B5EF4-FFF2-40B4-BE49-F238E27FC236}">
                <a16:creationId xmlns:a16="http://schemas.microsoft.com/office/drawing/2014/main" id="{D715A84B-B501-4099-BE4E-35516D5AA1B6}"/>
              </a:ext>
            </a:extLst>
          </p:cNvPr>
          <p:cNvSpPr>
            <a:spLocks noGrp="1"/>
          </p:cNvSpPr>
          <p:nvPr/>
        </p:nvSpPr>
        <p:spPr>
          <a:xfrm>
            <a:off x="5442594" y="792810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0" name="Stage1_sixpanel_9741">
            <a:extLst>
              <a:ext uri="{FF2B5EF4-FFF2-40B4-BE49-F238E27FC236}">
                <a16:creationId xmlns:a16="http://schemas.microsoft.com/office/drawing/2014/main" id="{8062BA49-D1DF-4664-A04A-9D398A8178B5}"/>
              </a:ext>
            </a:extLst>
          </p:cNvPr>
          <p:cNvSpPr>
            <a:spLocks noGrp="1"/>
          </p:cNvSpPr>
          <p:nvPr/>
        </p:nvSpPr>
        <p:spPr>
          <a:xfrm>
            <a:off x="546344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1" name="Stage1_sixpanel_9742">
            <a:extLst>
              <a:ext uri="{FF2B5EF4-FFF2-40B4-BE49-F238E27FC236}">
                <a16:creationId xmlns:a16="http://schemas.microsoft.com/office/drawing/2014/main" id="{A2BB6A34-0437-48CB-AF80-1E984B8D27EA}"/>
              </a:ext>
            </a:extLst>
          </p:cNvPr>
          <p:cNvSpPr>
            <a:spLocks noGrp="1"/>
          </p:cNvSpPr>
          <p:nvPr/>
        </p:nvSpPr>
        <p:spPr>
          <a:xfrm>
            <a:off x="556648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2" name="Stage1_sixpanel_9743">
            <a:extLst>
              <a:ext uri="{FF2B5EF4-FFF2-40B4-BE49-F238E27FC236}">
                <a16:creationId xmlns:a16="http://schemas.microsoft.com/office/drawing/2014/main" id="{96B7C2C1-BA39-4D8D-B1AE-2CEBC09CA6F3}"/>
              </a:ext>
            </a:extLst>
          </p:cNvPr>
          <p:cNvSpPr>
            <a:spLocks noGrp="1"/>
          </p:cNvSpPr>
          <p:nvPr/>
        </p:nvSpPr>
        <p:spPr>
          <a:xfrm>
            <a:off x="549312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3" name="Stage1_sixpanel_9744">
            <a:extLst>
              <a:ext uri="{FF2B5EF4-FFF2-40B4-BE49-F238E27FC236}">
                <a16:creationId xmlns:a16="http://schemas.microsoft.com/office/drawing/2014/main" id="{92A42F00-F38B-40BD-86F9-AD5D7FFF5EF5}"/>
              </a:ext>
            </a:extLst>
          </p:cNvPr>
          <p:cNvSpPr>
            <a:spLocks noGrp="1"/>
          </p:cNvSpPr>
          <p:nvPr/>
        </p:nvSpPr>
        <p:spPr>
          <a:xfrm>
            <a:off x="558579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4" name="Stage1_sixpanel_9745">
            <a:extLst>
              <a:ext uri="{FF2B5EF4-FFF2-40B4-BE49-F238E27FC236}">
                <a16:creationId xmlns:a16="http://schemas.microsoft.com/office/drawing/2014/main" id="{47254370-FBF1-4973-AC22-EFDAE1607A12}"/>
              </a:ext>
            </a:extLst>
          </p:cNvPr>
          <p:cNvSpPr>
            <a:spLocks noGrp="1"/>
          </p:cNvSpPr>
          <p:nvPr/>
        </p:nvSpPr>
        <p:spPr>
          <a:xfrm>
            <a:off x="5423684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5" name="Stage1_sixpanel_9746">
            <a:extLst>
              <a:ext uri="{FF2B5EF4-FFF2-40B4-BE49-F238E27FC236}">
                <a16:creationId xmlns:a16="http://schemas.microsoft.com/office/drawing/2014/main" id="{2A94A213-DD27-41CC-A8B2-6A8DBE92D752}"/>
              </a:ext>
            </a:extLst>
          </p:cNvPr>
          <p:cNvSpPr>
            <a:spLocks noGrp="1"/>
          </p:cNvSpPr>
          <p:nvPr/>
        </p:nvSpPr>
        <p:spPr>
          <a:xfrm>
            <a:off x="544528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6" name="Stage1_sixpanel_9747">
            <a:extLst>
              <a:ext uri="{FF2B5EF4-FFF2-40B4-BE49-F238E27FC236}">
                <a16:creationId xmlns:a16="http://schemas.microsoft.com/office/drawing/2014/main" id="{FAD62858-F709-424F-8E02-9C7944FC85B9}"/>
              </a:ext>
            </a:extLst>
          </p:cNvPr>
          <p:cNvSpPr>
            <a:spLocks noGrp="1"/>
          </p:cNvSpPr>
          <p:nvPr/>
        </p:nvSpPr>
        <p:spPr>
          <a:xfrm>
            <a:off x="549197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7" name="Stage1_sixpanel_9748">
            <a:extLst>
              <a:ext uri="{FF2B5EF4-FFF2-40B4-BE49-F238E27FC236}">
                <a16:creationId xmlns:a16="http://schemas.microsoft.com/office/drawing/2014/main" id="{035F3670-F045-4324-8EDC-A0BD63C0BA25}"/>
              </a:ext>
            </a:extLst>
          </p:cNvPr>
          <p:cNvSpPr>
            <a:spLocks noGrp="1"/>
          </p:cNvSpPr>
          <p:nvPr/>
        </p:nvSpPr>
        <p:spPr>
          <a:xfrm>
            <a:off x="544343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8" name="Stage1_sixpanel_9749">
            <a:extLst>
              <a:ext uri="{FF2B5EF4-FFF2-40B4-BE49-F238E27FC236}">
                <a16:creationId xmlns:a16="http://schemas.microsoft.com/office/drawing/2014/main" id="{D63451F0-F552-4399-B6BB-A523691E4958}"/>
              </a:ext>
            </a:extLst>
          </p:cNvPr>
          <p:cNvSpPr>
            <a:spLocks noGrp="1"/>
          </p:cNvSpPr>
          <p:nvPr/>
        </p:nvSpPr>
        <p:spPr>
          <a:xfrm>
            <a:off x="5624393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79" name="Stage1_sixpanel_9750">
            <a:extLst>
              <a:ext uri="{FF2B5EF4-FFF2-40B4-BE49-F238E27FC236}">
                <a16:creationId xmlns:a16="http://schemas.microsoft.com/office/drawing/2014/main" id="{861BF71B-AFA1-42F2-A044-03BE7123C054}"/>
              </a:ext>
            </a:extLst>
          </p:cNvPr>
          <p:cNvSpPr>
            <a:spLocks noGrp="1"/>
          </p:cNvSpPr>
          <p:nvPr/>
        </p:nvSpPr>
        <p:spPr>
          <a:xfrm>
            <a:off x="5616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0" name="Stage1_sixpanel_9751">
            <a:extLst>
              <a:ext uri="{FF2B5EF4-FFF2-40B4-BE49-F238E27FC236}">
                <a16:creationId xmlns:a16="http://schemas.microsoft.com/office/drawing/2014/main" id="{F04BD23A-1870-4BD0-8C72-88DD31420A17}"/>
              </a:ext>
            </a:extLst>
          </p:cNvPr>
          <p:cNvSpPr>
            <a:spLocks noGrp="1"/>
          </p:cNvSpPr>
          <p:nvPr/>
        </p:nvSpPr>
        <p:spPr>
          <a:xfrm>
            <a:off x="556681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1" name="Stage1_sixpanel_9752">
            <a:extLst>
              <a:ext uri="{FF2B5EF4-FFF2-40B4-BE49-F238E27FC236}">
                <a16:creationId xmlns:a16="http://schemas.microsoft.com/office/drawing/2014/main" id="{073478A9-9F99-45DA-AFDA-A227A2F36531}"/>
              </a:ext>
            </a:extLst>
          </p:cNvPr>
          <p:cNvSpPr>
            <a:spLocks noGrp="1"/>
          </p:cNvSpPr>
          <p:nvPr/>
        </p:nvSpPr>
        <p:spPr>
          <a:xfrm>
            <a:off x="5580195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2" name="Stage1_sixpanel_9753">
            <a:extLst>
              <a:ext uri="{FF2B5EF4-FFF2-40B4-BE49-F238E27FC236}">
                <a16:creationId xmlns:a16="http://schemas.microsoft.com/office/drawing/2014/main" id="{53FF8A71-DFB8-49A2-8461-F26AC273774E}"/>
              </a:ext>
            </a:extLst>
          </p:cNvPr>
          <p:cNvSpPr>
            <a:spLocks noGrp="1"/>
          </p:cNvSpPr>
          <p:nvPr/>
        </p:nvSpPr>
        <p:spPr>
          <a:xfrm>
            <a:off x="55362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3" name="Stage1_sixpanel_9754">
            <a:extLst>
              <a:ext uri="{FF2B5EF4-FFF2-40B4-BE49-F238E27FC236}">
                <a16:creationId xmlns:a16="http://schemas.microsoft.com/office/drawing/2014/main" id="{D1D5EE49-BED8-4D7F-A151-CD8DBE4B9DC5}"/>
              </a:ext>
            </a:extLst>
          </p:cNvPr>
          <p:cNvSpPr>
            <a:spLocks noGrp="1"/>
          </p:cNvSpPr>
          <p:nvPr/>
        </p:nvSpPr>
        <p:spPr>
          <a:xfrm>
            <a:off x="54712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4" name="Stage1_sixpanel_9755">
            <a:extLst>
              <a:ext uri="{FF2B5EF4-FFF2-40B4-BE49-F238E27FC236}">
                <a16:creationId xmlns:a16="http://schemas.microsoft.com/office/drawing/2014/main" id="{61A0DDB1-BEE9-4CCA-8235-B8344E68D7EF}"/>
              </a:ext>
            </a:extLst>
          </p:cNvPr>
          <p:cNvSpPr>
            <a:spLocks noGrp="1"/>
          </p:cNvSpPr>
          <p:nvPr/>
        </p:nvSpPr>
        <p:spPr>
          <a:xfrm>
            <a:off x="5437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5" name="Stage1_sixpanel_9756">
            <a:extLst>
              <a:ext uri="{FF2B5EF4-FFF2-40B4-BE49-F238E27FC236}">
                <a16:creationId xmlns:a16="http://schemas.microsoft.com/office/drawing/2014/main" id="{905D4C3F-7DE0-4A9B-A333-6B5A9A9B44FE}"/>
              </a:ext>
            </a:extLst>
          </p:cNvPr>
          <p:cNvSpPr>
            <a:spLocks noGrp="1"/>
          </p:cNvSpPr>
          <p:nvPr/>
        </p:nvSpPr>
        <p:spPr>
          <a:xfrm>
            <a:off x="563232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6" name="Stage1_sixpanel_9757">
            <a:extLst>
              <a:ext uri="{FF2B5EF4-FFF2-40B4-BE49-F238E27FC236}">
                <a16:creationId xmlns:a16="http://schemas.microsoft.com/office/drawing/2014/main" id="{20BB4661-5150-47A6-9081-01AA498640F7}"/>
              </a:ext>
            </a:extLst>
          </p:cNvPr>
          <p:cNvSpPr>
            <a:spLocks noGrp="1"/>
          </p:cNvSpPr>
          <p:nvPr/>
        </p:nvSpPr>
        <p:spPr>
          <a:xfrm>
            <a:off x="5468224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7" name="Stage1_sixpanel_9758">
            <a:extLst>
              <a:ext uri="{FF2B5EF4-FFF2-40B4-BE49-F238E27FC236}">
                <a16:creationId xmlns:a16="http://schemas.microsoft.com/office/drawing/2014/main" id="{01D6F6CE-621E-4995-A2F0-589385E3C5AA}"/>
              </a:ext>
            </a:extLst>
          </p:cNvPr>
          <p:cNvSpPr>
            <a:spLocks noGrp="1"/>
          </p:cNvSpPr>
          <p:nvPr/>
        </p:nvSpPr>
        <p:spPr>
          <a:xfrm>
            <a:off x="55938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8" name="Stage1_sixpanel_9759">
            <a:extLst>
              <a:ext uri="{FF2B5EF4-FFF2-40B4-BE49-F238E27FC236}">
                <a16:creationId xmlns:a16="http://schemas.microsoft.com/office/drawing/2014/main" id="{670A3AA8-0C75-4548-A385-96E7163CAF99}"/>
              </a:ext>
            </a:extLst>
          </p:cNvPr>
          <p:cNvSpPr>
            <a:spLocks noGrp="1"/>
          </p:cNvSpPr>
          <p:nvPr/>
        </p:nvSpPr>
        <p:spPr>
          <a:xfrm>
            <a:off x="545912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89" name="Stage1_sixpanel_9760">
            <a:extLst>
              <a:ext uri="{FF2B5EF4-FFF2-40B4-BE49-F238E27FC236}">
                <a16:creationId xmlns:a16="http://schemas.microsoft.com/office/drawing/2014/main" id="{77760BB5-0C1C-473F-9BA9-09E4827EE703}"/>
              </a:ext>
            </a:extLst>
          </p:cNvPr>
          <p:cNvSpPr>
            <a:spLocks noGrp="1"/>
          </p:cNvSpPr>
          <p:nvPr/>
        </p:nvSpPr>
        <p:spPr>
          <a:xfrm>
            <a:off x="5617682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0" name="Stage1_sixpanel_9761">
            <a:extLst>
              <a:ext uri="{FF2B5EF4-FFF2-40B4-BE49-F238E27FC236}">
                <a16:creationId xmlns:a16="http://schemas.microsoft.com/office/drawing/2014/main" id="{DADED4F2-3357-40DB-80AB-E1046A6D41B0}"/>
              </a:ext>
            </a:extLst>
          </p:cNvPr>
          <p:cNvSpPr>
            <a:spLocks noGrp="1"/>
          </p:cNvSpPr>
          <p:nvPr/>
        </p:nvSpPr>
        <p:spPr>
          <a:xfrm>
            <a:off x="557961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1" name="Stage1_sixpanel_9762">
            <a:extLst>
              <a:ext uri="{FF2B5EF4-FFF2-40B4-BE49-F238E27FC236}">
                <a16:creationId xmlns:a16="http://schemas.microsoft.com/office/drawing/2014/main" id="{DD3A12B6-C0D1-4649-AF2C-65800ED4368B}"/>
              </a:ext>
            </a:extLst>
          </p:cNvPr>
          <p:cNvSpPr>
            <a:spLocks noGrp="1"/>
          </p:cNvSpPr>
          <p:nvPr/>
        </p:nvSpPr>
        <p:spPr>
          <a:xfrm>
            <a:off x="559039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2" name="Stage1_sixpanel_9763">
            <a:extLst>
              <a:ext uri="{FF2B5EF4-FFF2-40B4-BE49-F238E27FC236}">
                <a16:creationId xmlns:a16="http://schemas.microsoft.com/office/drawing/2014/main" id="{34B43691-AC45-4F51-83F2-D37BCE6D3643}"/>
              </a:ext>
            </a:extLst>
          </p:cNvPr>
          <p:cNvSpPr>
            <a:spLocks noGrp="1"/>
          </p:cNvSpPr>
          <p:nvPr/>
        </p:nvSpPr>
        <p:spPr>
          <a:xfrm>
            <a:off x="55560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3" name="Stage1_sixpanel_9764">
            <a:extLst>
              <a:ext uri="{FF2B5EF4-FFF2-40B4-BE49-F238E27FC236}">
                <a16:creationId xmlns:a16="http://schemas.microsoft.com/office/drawing/2014/main" id="{91C5EBB7-9B17-4BDF-B82F-16BE5027927A}"/>
              </a:ext>
            </a:extLst>
          </p:cNvPr>
          <p:cNvSpPr>
            <a:spLocks noGrp="1"/>
          </p:cNvSpPr>
          <p:nvPr/>
        </p:nvSpPr>
        <p:spPr>
          <a:xfrm>
            <a:off x="54787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4" name="Stage1_sixpanel_9765">
            <a:extLst>
              <a:ext uri="{FF2B5EF4-FFF2-40B4-BE49-F238E27FC236}">
                <a16:creationId xmlns:a16="http://schemas.microsoft.com/office/drawing/2014/main" id="{A7036490-6F35-444F-BF85-B64F2F323E61}"/>
              </a:ext>
            </a:extLst>
          </p:cNvPr>
          <p:cNvSpPr>
            <a:spLocks noGrp="1"/>
          </p:cNvSpPr>
          <p:nvPr/>
        </p:nvSpPr>
        <p:spPr>
          <a:xfrm>
            <a:off x="55038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5" name="Stage1_sixpanel_9766">
            <a:extLst>
              <a:ext uri="{FF2B5EF4-FFF2-40B4-BE49-F238E27FC236}">
                <a16:creationId xmlns:a16="http://schemas.microsoft.com/office/drawing/2014/main" id="{75161A2F-6362-4EE3-A280-B18F8EF51C3E}"/>
              </a:ext>
            </a:extLst>
          </p:cNvPr>
          <p:cNvSpPr>
            <a:spLocks noGrp="1"/>
          </p:cNvSpPr>
          <p:nvPr/>
        </p:nvSpPr>
        <p:spPr>
          <a:xfrm>
            <a:off x="55514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6" name="Stage1_sixpanel_9767">
            <a:extLst>
              <a:ext uri="{FF2B5EF4-FFF2-40B4-BE49-F238E27FC236}">
                <a16:creationId xmlns:a16="http://schemas.microsoft.com/office/drawing/2014/main" id="{D2535848-FA9C-40E5-8A39-E4577D70EA73}"/>
              </a:ext>
            </a:extLst>
          </p:cNvPr>
          <p:cNvSpPr>
            <a:spLocks noGrp="1"/>
          </p:cNvSpPr>
          <p:nvPr/>
        </p:nvSpPr>
        <p:spPr>
          <a:xfrm>
            <a:off x="5483835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7" name="Stage1_sixpanel_9768">
            <a:extLst>
              <a:ext uri="{FF2B5EF4-FFF2-40B4-BE49-F238E27FC236}">
                <a16:creationId xmlns:a16="http://schemas.microsoft.com/office/drawing/2014/main" id="{E18CA888-5D27-48EA-89A5-9106D4D6B905}"/>
              </a:ext>
            </a:extLst>
          </p:cNvPr>
          <p:cNvSpPr>
            <a:spLocks noGrp="1"/>
          </p:cNvSpPr>
          <p:nvPr/>
        </p:nvSpPr>
        <p:spPr>
          <a:xfrm>
            <a:off x="560951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8" name="Stage1_sixpanel_9769">
            <a:extLst>
              <a:ext uri="{FF2B5EF4-FFF2-40B4-BE49-F238E27FC236}">
                <a16:creationId xmlns:a16="http://schemas.microsoft.com/office/drawing/2014/main" id="{85D93D0E-AEAA-4C53-8B7F-AB1C42F985C8}"/>
              </a:ext>
            </a:extLst>
          </p:cNvPr>
          <p:cNvSpPr>
            <a:spLocks noGrp="1"/>
          </p:cNvSpPr>
          <p:nvPr/>
        </p:nvSpPr>
        <p:spPr>
          <a:xfrm>
            <a:off x="551867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599" name="Stage1_sixpanel_9770">
            <a:extLst>
              <a:ext uri="{FF2B5EF4-FFF2-40B4-BE49-F238E27FC236}">
                <a16:creationId xmlns:a16="http://schemas.microsoft.com/office/drawing/2014/main" id="{B9E7FAF7-A367-4E83-B719-A56404AB957F}"/>
              </a:ext>
            </a:extLst>
          </p:cNvPr>
          <p:cNvSpPr>
            <a:spLocks noGrp="1"/>
          </p:cNvSpPr>
          <p:nvPr/>
        </p:nvSpPr>
        <p:spPr>
          <a:xfrm>
            <a:off x="553887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0" name="Stage1_sixpanel_9771">
            <a:extLst>
              <a:ext uri="{FF2B5EF4-FFF2-40B4-BE49-F238E27FC236}">
                <a16:creationId xmlns:a16="http://schemas.microsoft.com/office/drawing/2014/main" id="{767CE0EE-D480-4848-8A51-F16B1016A1CB}"/>
              </a:ext>
            </a:extLst>
          </p:cNvPr>
          <p:cNvSpPr>
            <a:spLocks noGrp="1"/>
          </p:cNvSpPr>
          <p:nvPr/>
        </p:nvSpPr>
        <p:spPr>
          <a:xfrm>
            <a:off x="541735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1" name="Stage1_sixpanel_9772">
            <a:extLst>
              <a:ext uri="{FF2B5EF4-FFF2-40B4-BE49-F238E27FC236}">
                <a16:creationId xmlns:a16="http://schemas.microsoft.com/office/drawing/2014/main" id="{42A22FDA-C953-4BFD-BEEF-81E9B86E8D24}"/>
              </a:ext>
            </a:extLst>
          </p:cNvPr>
          <p:cNvSpPr>
            <a:spLocks noGrp="1"/>
          </p:cNvSpPr>
          <p:nvPr/>
        </p:nvSpPr>
        <p:spPr>
          <a:xfrm>
            <a:off x="54876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2" name="Stage1_sixpanel_9773">
            <a:extLst>
              <a:ext uri="{FF2B5EF4-FFF2-40B4-BE49-F238E27FC236}">
                <a16:creationId xmlns:a16="http://schemas.microsoft.com/office/drawing/2014/main" id="{D18B5A8F-9C57-417B-B7D9-CB81E66D6B59}"/>
              </a:ext>
            </a:extLst>
          </p:cNvPr>
          <p:cNvSpPr>
            <a:spLocks noGrp="1"/>
          </p:cNvSpPr>
          <p:nvPr/>
        </p:nvSpPr>
        <p:spPr>
          <a:xfrm>
            <a:off x="550384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3" name="Stage1_sixpanel_9774">
            <a:extLst>
              <a:ext uri="{FF2B5EF4-FFF2-40B4-BE49-F238E27FC236}">
                <a16:creationId xmlns:a16="http://schemas.microsoft.com/office/drawing/2014/main" id="{72C1124E-D874-4F2C-ABD7-98AFF3EFC6C2}"/>
              </a:ext>
            </a:extLst>
          </p:cNvPr>
          <p:cNvSpPr>
            <a:spLocks noGrp="1"/>
          </p:cNvSpPr>
          <p:nvPr/>
        </p:nvSpPr>
        <p:spPr>
          <a:xfrm>
            <a:off x="5459987" y="702212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4" name="Stage1_sixpanel_9775">
            <a:extLst>
              <a:ext uri="{FF2B5EF4-FFF2-40B4-BE49-F238E27FC236}">
                <a16:creationId xmlns:a16="http://schemas.microsoft.com/office/drawing/2014/main" id="{115E570D-2B41-463D-9647-13FAED3A104D}"/>
              </a:ext>
            </a:extLst>
          </p:cNvPr>
          <p:cNvSpPr>
            <a:spLocks noGrp="1"/>
          </p:cNvSpPr>
          <p:nvPr/>
        </p:nvSpPr>
        <p:spPr>
          <a:xfrm>
            <a:off x="5449812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5" name="Stage1_sixpanel_9776">
            <a:extLst>
              <a:ext uri="{FF2B5EF4-FFF2-40B4-BE49-F238E27FC236}">
                <a16:creationId xmlns:a16="http://schemas.microsoft.com/office/drawing/2014/main" id="{AF5E1E33-2D3F-4A10-85E9-C5E42B3D8926}"/>
              </a:ext>
            </a:extLst>
          </p:cNvPr>
          <p:cNvSpPr>
            <a:spLocks noGrp="1"/>
          </p:cNvSpPr>
          <p:nvPr/>
        </p:nvSpPr>
        <p:spPr>
          <a:xfrm>
            <a:off x="5629908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6" name="Stage1_sixpanel_9777">
            <a:extLst>
              <a:ext uri="{FF2B5EF4-FFF2-40B4-BE49-F238E27FC236}">
                <a16:creationId xmlns:a16="http://schemas.microsoft.com/office/drawing/2014/main" id="{CCB80389-BC86-41A3-8D3C-9DE2F0A1684E}"/>
              </a:ext>
            </a:extLst>
          </p:cNvPr>
          <p:cNvSpPr>
            <a:spLocks noGrp="1"/>
          </p:cNvSpPr>
          <p:nvPr/>
        </p:nvSpPr>
        <p:spPr>
          <a:xfrm>
            <a:off x="5432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7" name="Stage1_sixpanel_9778">
            <a:extLst>
              <a:ext uri="{FF2B5EF4-FFF2-40B4-BE49-F238E27FC236}">
                <a16:creationId xmlns:a16="http://schemas.microsoft.com/office/drawing/2014/main" id="{2559993D-B744-4B1D-AF88-7C4FF29C61AB}"/>
              </a:ext>
            </a:extLst>
          </p:cNvPr>
          <p:cNvSpPr>
            <a:spLocks noGrp="1"/>
          </p:cNvSpPr>
          <p:nvPr/>
        </p:nvSpPr>
        <p:spPr>
          <a:xfrm>
            <a:off x="5434747" y="736094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8" name="Stage1_sixpanel_9779">
            <a:extLst>
              <a:ext uri="{FF2B5EF4-FFF2-40B4-BE49-F238E27FC236}">
                <a16:creationId xmlns:a16="http://schemas.microsoft.com/office/drawing/2014/main" id="{7D3AEB1C-0833-457C-A3F5-9E6C923006CD}"/>
              </a:ext>
            </a:extLst>
          </p:cNvPr>
          <p:cNvSpPr>
            <a:spLocks noGrp="1"/>
          </p:cNvSpPr>
          <p:nvPr/>
        </p:nvSpPr>
        <p:spPr>
          <a:xfrm>
            <a:off x="5584780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09" name="Stage1_sixpanel_9780">
            <a:extLst>
              <a:ext uri="{FF2B5EF4-FFF2-40B4-BE49-F238E27FC236}">
                <a16:creationId xmlns:a16="http://schemas.microsoft.com/office/drawing/2014/main" id="{B429EE72-E997-47A0-950B-39EED882BC09}"/>
              </a:ext>
            </a:extLst>
          </p:cNvPr>
          <p:cNvSpPr>
            <a:spLocks noGrp="1"/>
          </p:cNvSpPr>
          <p:nvPr/>
        </p:nvSpPr>
        <p:spPr>
          <a:xfrm>
            <a:off x="54318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0" name="Stage1_sixpanel_9781">
            <a:extLst>
              <a:ext uri="{FF2B5EF4-FFF2-40B4-BE49-F238E27FC236}">
                <a16:creationId xmlns:a16="http://schemas.microsoft.com/office/drawing/2014/main" id="{DF100882-FCB5-4EF4-98AB-23E68578F471}"/>
              </a:ext>
            </a:extLst>
          </p:cNvPr>
          <p:cNvSpPr>
            <a:spLocks noGrp="1"/>
          </p:cNvSpPr>
          <p:nvPr/>
        </p:nvSpPr>
        <p:spPr>
          <a:xfrm>
            <a:off x="5566494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1" name="Stage1_sixpanel_9782">
            <a:extLst>
              <a:ext uri="{FF2B5EF4-FFF2-40B4-BE49-F238E27FC236}">
                <a16:creationId xmlns:a16="http://schemas.microsoft.com/office/drawing/2014/main" id="{36E81417-3937-4BC2-9088-4668B415809D}"/>
              </a:ext>
            </a:extLst>
          </p:cNvPr>
          <p:cNvSpPr>
            <a:spLocks noGrp="1"/>
          </p:cNvSpPr>
          <p:nvPr/>
        </p:nvSpPr>
        <p:spPr>
          <a:xfrm>
            <a:off x="54229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2" name="Stage1_sixpanel_9783">
            <a:extLst>
              <a:ext uri="{FF2B5EF4-FFF2-40B4-BE49-F238E27FC236}">
                <a16:creationId xmlns:a16="http://schemas.microsoft.com/office/drawing/2014/main" id="{546F6AB4-501F-4EE7-B077-ECAA3E089981}"/>
              </a:ext>
            </a:extLst>
          </p:cNvPr>
          <p:cNvSpPr>
            <a:spLocks noGrp="1"/>
          </p:cNvSpPr>
          <p:nvPr/>
        </p:nvSpPr>
        <p:spPr>
          <a:xfrm>
            <a:off x="555475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3" name="Stage1_sixpanel_9784">
            <a:extLst>
              <a:ext uri="{FF2B5EF4-FFF2-40B4-BE49-F238E27FC236}">
                <a16:creationId xmlns:a16="http://schemas.microsoft.com/office/drawing/2014/main" id="{EE135D48-736B-4C07-9AA7-3231DFEEE2F2}"/>
              </a:ext>
            </a:extLst>
          </p:cNvPr>
          <p:cNvSpPr>
            <a:spLocks noGrp="1"/>
          </p:cNvSpPr>
          <p:nvPr/>
        </p:nvSpPr>
        <p:spPr>
          <a:xfrm>
            <a:off x="554500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4" name="Stage1_sixpanel_9785">
            <a:extLst>
              <a:ext uri="{FF2B5EF4-FFF2-40B4-BE49-F238E27FC236}">
                <a16:creationId xmlns:a16="http://schemas.microsoft.com/office/drawing/2014/main" id="{84AD8BAD-8D82-445C-B991-3B280D0EEC1F}"/>
              </a:ext>
            </a:extLst>
          </p:cNvPr>
          <p:cNvSpPr>
            <a:spLocks noGrp="1"/>
          </p:cNvSpPr>
          <p:nvPr/>
        </p:nvSpPr>
        <p:spPr>
          <a:xfrm>
            <a:off x="559098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5" name="Stage1_sixpanel_9786">
            <a:extLst>
              <a:ext uri="{FF2B5EF4-FFF2-40B4-BE49-F238E27FC236}">
                <a16:creationId xmlns:a16="http://schemas.microsoft.com/office/drawing/2014/main" id="{D304371E-437B-4DC3-8D90-4F59E8E33C4E}"/>
              </a:ext>
            </a:extLst>
          </p:cNvPr>
          <p:cNvSpPr>
            <a:spLocks noGrp="1"/>
          </p:cNvSpPr>
          <p:nvPr/>
        </p:nvSpPr>
        <p:spPr>
          <a:xfrm>
            <a:off x="5523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6" name="Stage1_sixpanel_9787">
            <a:extLst>
              <a:ext uri="{FF2B5EF4-FFF2-40B4-BE49-F238E27FC236}">
                <a16:creationId xmlns:a16="http://schemas.microsoft.com/office/drawing/2014/main" id="{2933E7F3-E77F-4D76-B095-9A2737877D79}"/>
              </a:ext>
            </a:extLst>
          </p:cNvPr>
          <p:cNvSpPr>
            <a:spLocks noGrp="1"/>
          </p:cNvSpPr>
          <p:nvPr/>
        </p:nvSpPr>
        <p:spPr>
          <a:xfrm>
            <a:off x="5451463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7" name="Stage1_sixpanel_9788">
            <a:extLst>
              <a:ext uri="{FF2B5EF4-FFF2-40B4-BE49-F238E27FC236}">
                <a16:creationId xmlns:a16="http://schemas.microsoft.com/office/drawing/2014/main" id="{14DCF1F7-D151-4856-A804-268968F94CC6}"/>
              </a:ext>
            </a:extLst>
          </p:cNvPr>
          <p:cNvSpPr>
            <a:spLocks noGrp="1"/>
          </p:cNvSpPr>
          <p:nvPr/>
        </p:nvSpPr>
        <p:spPr>
          <a:xfrm>
            <a:off x="5619325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8" name="Stage1_sixpanel_9789">
            <a:extLst>
              <a:ext uri="{FF2B5EF4-FFF2-40B4-BE49-F238E27FC236}">
                <a16:creationId xmlns:a16="http://schemas.microsoft.com/office/drawing/2014/main" id="{1F68DC4C-DA1F-4D58-8419-E69F4C2DDABD}"/>
              </a:ext>
            </a:extLst>
          </p:cNvPr>
          <p:cNvSpPr>
            <a:spLocks noGrp="1"/>
          </p:cNvSpPr>
          <p:nvPr/>
        </p:nvSpPr>
        <p:spPr>
          <a:xfrm>
            <a:off x="54277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19" name="Stage1_sixpanel_9790">
            <a:extLst>
              <a:ext uri="{FF2B5EF4-FFF2-40B4-BE49-F238E27FC236}">
                <a16:creationId xmlns:a16="http://schemas.microsoft.com/office/drawing/2014/main" id="{557CFF11-5E8B-4D9E-B06D-2836BC26249B}"/>
              </a:ext>
            </a:extLst>
          </p:cNvPr>
          <p:cNvSpPr>
            <a:spLocks noGrp="1"/>
          </p:cNvSpPr>
          <p:nvPr/>
        </p:nvSpPr>
        <p:spPr>
          <a:xfrm>
            <a:off x="559133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0" name="Stage1_sixpanel_9791">
            <a:extLst>
              <a:ext uri="{FF2B5EF4-FFF2-40B4-BE49-F238E27FC236}">
                <a16:creationId xmlns:a16="http://schemas.microsoft.com/office/drawing/2014/main" id="{3A798C97-70FC-4300-9470-8346698305FB}"/>
              </a:ext>
            </a:extLst>
          </p:cNvPr>
          <p:cNvSpPr>
            <a:spLocks noGrp="1"/>
          </p:cNvSpPr>
          <p:nvPr/>
        </p:nvSpPr>
        <p:spPr>
          <a:xfrm>
            <a:off x="54205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1" name="Stage1_sixpanel_9792">
            <a:extLst>
              <a:ext uri="{FF2B5EF4-FFF2-40B4-BE49-F238E27FC236}">
                <a16:creationId xmlns:a16="http://schemas.microsoft.com/office/drawing/2014/main" id="{76569638-8A33-4512-9376-FD9434E6A5BD}"/>
              </a:ext>
            </a:extLst>
          </p:cNvPr>
          <p:cNvSpPr>
            <a:spLocks noGrp="1"/>
          </p:cNvSpPr>
          <p:nvPr/>
        </p:nvSpPr>
        <p:spPr>
          <a:xfrm>
            <a:off x="554368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2" name="Stage1_sixpanel_9793">
            <a:extLst>
              <a:ext uri="{FF2B5EF4-FFF2-40B4-BE49-F238E27FC236}">
                <a16:creationId xmlns:a16="http://schemas.microsoft.com/office/drawing/2014/main" id="{110DD08E-5201-424F-8DA8-63A26EB456C0}"/>
              </a:ext>
            </a:extLst>
          </p:cNvPr>
          <p:cNvSpPr>
            <a:spLocks noGrp="1"/>
          </p:cNvSpPr>
          <p:nvPr/>
        </p:nvSpPr>
        <p:spPr>
          <a:xfrm>
            <a:off x="542585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3" name="Stage1_sixpanel_9794">
            <a:extLst>
              <a:ext uri="{FF2B5EF4-FFF2-40B4-BE49-F238E27FC236}">
                <a16:creationId xmlns:a16="http://schemas.microsoft.com/office/drawing/2014/main" id="{75F76E30-6D74-4036-86E3-A2331549F8B5}"/>
              </a:ext>
            </a:extLst>
          </p:cNvPr>
          <p:cNvSpPr>
            <a:spLocks noGrp="1"/>
          </p:cNvSpPr>
          <p:nvPr/>
        </p:nvSpPr>
        <p:spPr>
          <a:xfrm>
            <a:off x="5592119" y="753281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4" name="Stage1_sixpanel_9795">
            <a:extLst>
              <a:ext uri="{FF2B5EF4-FFF2-40B4-BE49-F238E27FC236}">
                <a16:creationId xmlns:a16="http://schemas.microsoft.com/office/drawing/2014/main" id="{70FF9A96-C83F-49F0-B4A7-DAF91A05CCA9}"/>
              </a:ext>
            </a:extLst>
          </p:cNvPr>
          <p:cNvSpPr>
            <a:spLocks noGrp="1"/>
          </p:cNvSpPr>
          <p:nvPr/>
        </p:nvSpPr>
        <p:spPr>
          <a:xfrm>
            <a:off x="56035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5" name="Stage1_sixpanel_9796">
            <a:extLst>
              <a:ext uri="{FF2B5EF4-FFF2-40B4-BE49-F238E27FC236}">
                <a16:creationId xmlns:a16="http://schemas.microsoft.com/office/drawing/2014/main" id="{1826CB27-C700-456D-A1B2-E185FA447D4A}"/>
              </a:ext>
            </a:extLst>
          </p:cNvPr>
          <p:cNvSpPr>
            <a:spLocks noGrp="1"/>
          </p:cNvSpPr>
          <p:nvPr/>
        </p:nvSpPr>
        <p:spPr>
          <a:xfrm>
            <a:off x="55579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6" name="Stage1_sixpanel_9797">
            <a:extLst>
              <a:ext uri="{FF2B5EF4-FFF2-40B4-BE49-F238E27FC236}">
                <a16:creationId xmlns:a16="http://schemas.microsoft.com/office/drawing/2014/main" id="{9F5C22A7-AC3C-4F2D-909F-DB995A600897}"/>
              </a:ext>
            </a:extLst>
          </p:cNvPr>
          <p:cNvSpPr>
            <a:spLocks noGrp="1"/>
          </p:cNvSpPr>
          <p:nvPr/>
        </p:nvSpPr>
        <p:spPr>
          <a:xfrm>
            <a:off x="547322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7" name="Stage1_sixpanel_9798">
            <a:extLst>
              <a:ext uri="{FF2B5EF4-FFF2-40B4-BE49-F238E27FC236}">
                <a16:creationId xmlns:a16="http://schemas.microsoft.com/office/drawing/2014/main" id="{E63418F0-C82C-4D25-BC23-D805968FF3E1}"/>
              </a:ext>
            </a:extLst>
          </p:cNvPr>
          <p:cNvSpPr>
            <a:spLocks noGrp="1"/>
          </p:cNvSpPr>
          <p:nvPr/>
        </p:nvSpPr>
        <p:spPr>
          <a:xfrm>
            <a:off x="562839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8" name="Stage1_sixpanel_9799">
            <a:extLst>
              <a:ext uri="{FF2B5EF4-FFF2-40B4-BE49-F238E27FC236}">
                <a16:creationId xmlns:a16="http://schemas.microsoft.com/office/drawing/2014/main" id="{8F3D7EF6-8824-4A5F-A65C-0E3D8D5706C0}"/>
              </a:ext>
            </a:extLst>
          </p:cNvPr>
          <p:cNvSpPr>
            <a:spLocks noGrp="1"/>
          </p:cNvSpPr>
          <p:nvPr/>
        </p:nvSpPr>
        <p:spPr>
          <a:xfrm>
            <a:off x="5585089" y="717098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29" name="Stage1_sixpanel_9800">
            <a:extLst>
              <a:ext uri="{FF2B5EF4-FFF2-40B4-BE49-F238E27FC236}">
                <a16:creationId xmlns:a16="http://schemas.microsoft.com/office/drawing/2014/main" id="{DF3F1EEB-747E-4664-ADBA-614BFF50E4E1}"/>
              </a:ext>
            </a:extLst>
          </p:cNvPr>
          <p:cNvSpPr>
            <a:spLocks noGrp="1"/>
          </p:cNvSpPr>
          <p:nvPr/>
        </p:nvSpPr>
        <p:spPr>
          <a:xfrm>
            <a:off x="55227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0" name="Stage1_sixpanel_9801">
            <a:extLst>
              <a:ext uri="{FF2B5EF4-FFF2-40B4-BE49-F238E27FC236}">
                <a16:creationId xmlns:a16="http://schemas.microsoft.com/office/drawing/2014/main" id="{5163DF6E-A9A3-4C8C-B7C4-0396D8F0C13D}"/>
              </a:ext>
            </a:extLst>
          </p:cNvPr>
          <p:cNvSpPr>
            <a:spLocks noGrp="1"/>
          </p:cNvSpPr>
          <p:nvPr/>
        </p:nvSpPr>
        <p:spPr>
          <a:xfrm>
            <a:off x="56283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1" name="Stage1_sixpanel_9802">
            <a:extLst>
              <a:ext uri="{FF2B5EF4-FFF2-40B4-BE49-F238E27FC236}">
                <a16:creationId xmlns:a16="http://schemas.microsoft.com/office/drawing/2014/main" id="{B5F06A04-CCC4-412D-8F37-C283C25A40E1}"/>
              </a:ext>
            </a:extLst>
          </p:cNvPr>
          <p:cNvSpPr>
            <a:spLocks noGrp="1"/>
          </p:cNvSpPr>
          <p:nvPr/>
        </p:nvSpPr>
        <p:spPr>
          <a:xfrm>
            <a:off x="5538713" y="783529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2" name="Stage1_sixpanel_9803">
            <a:extLst>
              <a:ext uri="{FF2B5EF4-FFF2-40B4-BE49-F238E27FC236}">
                <a16:creationId xmlns:a16="http://schemas.microsoft.com/office/drawing/2014/main" id="{FED2DC21-87EC-4CF3-B74E-A76C0FA2EE6D}"/>
              </a:ext>
            </a:extLst>
          </p:cNvPr>
          <p:cNvSpPr>
            <a:spLocks noGrp="1"/>
          </p:cNvSpPr>
          <p:nvPr/>
        </p:nvSpPr>
        <p:spPr>
          <a:xfrm>
            <a:off x="55005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3" name="Stage1_sixpanel_9804">
            <a:extLst>
              <a:ext uri="{FF2B5EF4-FFF2-40B4-BE49-F238E27FC236}">
                <a16:creationId xmlns:a16="http://schemas.microsoft.com/office/drawing/2014/main" id="{A434CA17-F556-4FA5-AE6F-4B25C789D0E0}"/>
              </a:ext>
            </a:extLst>
          </p:cNvPr>
          <p:cNvSpPr>
            <a:spLocks noGrp="1"/>
          </p:cNvSpPr>
          <p:nvPr/>
        </p:nvSpPr>
        <p:spPr>
          <a:xfrm>
            <a:off x="5544859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4" name="Stage1_sixpanel_9805">
            <a:extLst>
              <a:ext uri="{FF2B5EF4-FFF2-40B4-BE49-F238E27FC236}">
                <a16:creationId xmlns:a16="http://schemas.microsoft.com/office/drawing/2014/main" id="{915FCF9E-9313-413E-BEF5-2EE5417DF247}"/>
              </a:ext>
            </a:extLst>
          </p:cNvPr>
          <p:cNvSpPr>
            <a:spLocks noGrp="1"/>
          </p:cNvSpPr>
          <p:nvPr/>
        </p:nvSpPr>
        <p:spPr>
          <a:xfrm>
            <a:off x="54426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5" name="Stage1_sixpanel_9806">
            <a:extLst>
              <a:ext uri="{FF2B5EF4-FFF2-40B4-BE49-F238E27FC236}">
                <a16:creationId xmlns:a16="http://schemas.microsoft.com/office/drawing/2014/main" id="{C86EB8E7-F71A-4759-9176-53EA37DF4407}"/>
              </a:ext>
            </a:extLst>
          </p:cNvPr>
          <p:cNvSpPr>
            <a:spLocks noGrp="1"/>
          </p:cNvSpPr>
          <p:nvPr/>
        </p:nvSpPr>
        <p:spPr>
          <a:xfrm>
            <a:off x="5471077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6" name="Stage1_sixpanel_9807">
            <a:extLst>
              <a:ext uri="{FF2B5EF4-FFF2-40B4-BE49-F238E27FC236}">
                <a16:creationId xmlns:a16="http://schemas.microsoft.com/office/drawing/2014/main" id="{3C554832-2748-46A9-84C7-24BE9E9A299A}"/>
              </a:ext>
            </a:extLst>
          </p:cNvPr>
          <p:cNvSpPr>
            <a:spLocks noGrp="1"/>
          </p:cNvSpPr>
          <p:nvPr/>
        </p:nvSpPr>
        <p:spPr>
          <a:xfrm>
            <a:off x="5628537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7" name="Stage1_sixpanel_9808">
            <a:extLst>
              <a:ext uri="{FF2B5EF4-FFF2-40B4-BE49-F238E27FC236}">
                <a16:creationId xmlns:a16="http://schemas.microsoft.com/office/drawing/2014/main" id="{8BD75983-C6E8-4DA1-9E85-DBE0E1D44A76}"/>
              </a:ext>
            </a:extLst>
          </p:cNvPr>
          <p:cNvSpPr>
            <a:spLocks noGrp="1"/>
          </p:cNvSpPr>
          <p:nvPr/>
        </p:nvSpPr>
        <p:spPr>
          <a:xfrm>
            <a:off x="546839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8" name="Stage1_sixpanel_9809">
            <a:extLst>
              <a:ext uri="{FF2B5EF4-FFF2-40B4-BE49-F238E27FC236}">
                <a16:creationId xmlns:a16="http://schemas.microsoft.com/office/drawing/2014/main" id="{85F1BFF8-8575-45D0-BDCF-BBF31D1777C5}"/>
              </a:ext>
            </a:extLst>
          </p:cNvPr>
          <p:cNvSpPr>
            <a:spLocks noGrp="1"/>
          </p:cNvSpPr>
          <p:nvPr/>
        </p:nvSpPr>
        <p:spPr>
          <a:xfrm>
            <a:off x="5529211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39" name="Stage1_sixpanel_9810">
            <a:extLst>
              <a:ext uri="{FF2B5EF4-FFF2-40B4-BE49-F238E27FC236}">
                <a16:creationId xmlns:a16="http://schemas.microsoft.com/office/drawing/2014/main" id="{E7628F2B-9F8A-41F3-9451-6F0345D37D16}"/>
              </a:ext>
            </a:extLst>
          </p:cNvPr>
          <p:cNvSpPr>
            <a:spLocks noGrp="1"/>
          </p:cNvSpPr>
          <p:nvPr/>
        </p:nvSpPr>
        <p:spPr>
          <a:xfrm>
            <a:off x="557755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0" name="Stage1_sixpanel_9811">
            <a:extLst>
              <a:ext uri="{FF2B5EF4-FFF2-40B4-BE49-F238E27FC236}">
                <a16:creationId xmlns:a16="http://schemas.microsoft.com/office/drawing/2014/main" id="{AFAFDB20-FA68-40D0-968C-608ACAD5102C}"/>
              </a:ext>
            </a:extLst>
          </p:cNvPr>
          <p:cNvSpPr>
            <a:spLocks noGrp="1"/>
          </p:cNvSpPr>
          <p:nvPr/>
        </p:nvSpPr>
        <p:spPr>
          <a:xfrm>
            <a:off x="550363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1" name="Stage1_sixpanel_9812">
            <a:extLst>
              <a:ext uri="{FF2B5EF4-FFF2-40B4-BE49-F238E27FC236}">
                <a16:creationId xmlns:a16="http://schemas.microsoft.com/office/drawing/2014/main" id="{90F76474-0C5C-433D-8E1C-3839A4CD6CB1}"/>
              </a:ext>
            </a:extLst>
          </p:cNvPr>
          <p:cNvSpPr>
            <a:spLocks noGrp="1"/>
          </p:cNvSpPr>
          <p:nvPr/>
        </p:nvSpPr>
        <p:spPr>
          <a:xfrm>
            <a:off x="553422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2" name="Stage1_sixpanel_9813">
            <a:extLst>
              <a:ext uri="{FF2B5EF4-FFF2-40B4-BE49-F238E27FC236}">
                <a16:creationId xmlns:a16="http://schemas.microsoft.com/office/drawing/2014/main" id="{5668F9B9-AA46-45F9-B84E-D52E616C4429}"/>
              </a:ext>
            </a:extLst>
          </p:cNvPr>
          <p:cNvSpPr>
            <a:spLocks noGrp="1"/>
          </p:cNvSpPr>
          <p:nvPr/>
        </p:nvSpPr>
        <p:spPr>
          <a:xfrm>
            <a:off x="555387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3" name="Stage1_sixpanel_9814">
            <a:extLst>
              <a:ext uri="{FF2B5EF4-FFF2-40B4-BE49-F238E27FC236}">
                <a16:creationId xmlns:a16="http://schemas.microsoft.com/office/drawing/2014/main" id="{F104B83C-422E-4ECE-A4C4-76979BF62606}"/>
              </a:ext>
            </a:extLst>
          </p:cNvPr>
          <p:cNvSpPr>
            <a:spLocks noGrp="1"/>
          </p:cNvSpPr>
          <p:nvPr/>
        </p:nvSpPr>
        <p:spPr>
          <a:xfrm>
            <a:off x="579652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9004" y="1237437"/>
                </a:moveTo>
                <a:lnTo>
                  <a:pt x="80348" y="1237437"/>
                </a:lnTo>
                <a:lnTo>
                  <a:pt x="81356" y="1229703"/>
                </a:lnTo>
                <a:lnTo>
                  <a:pt x="84310" y="1221969"/>
                </a:lnTo>
                <a:lnTo>
                  <a:pt x="89010" y="1214235"/>
                </a:lnTo>
                <a:lnTo>
                  <a:pt x="95147" y="1206502"/>
                </a:lnTo>
                <a:lnTo>
                  <a:pt x="102336" y="1198768"/>
                </a:lnTo>
                <a:lnTo>
                  <a:pt x="110158" y="1191034"/>
                </a:lnTo>
                <a:lnTo>
                  <a:pt x="118195" y="1183300"/>
                </a:lnTo>
                <a:lnTo>
                  <a:pt x="126067" y="1175566"/>
                </a:lnTo>
                <a:lnTo>
                  <a:pt x="133463" y="1167832"/>
                </a:lnTo>
                <a:lnTo>
                  <a:pt x="140150" y="1160098"/>
                </a:lnTo>
                <a:lnTo>
                  <a:pt x="145985" y="1152364"/>
                </a:lnTo>
                <a:lnTo>
                  <a:pt x="150904" y="1144630"/>
                </a:lnTo>
                <a:lnTo>
                  <a:pt x="154916" y="1136896"/>
                </a:lnTo>
                <a:lnTo>
                  <a:pt x="158083" y="1129162"/>
                </a:lnTo>
                <a:lnTo>
                  <a:pt x="160502" y="1121428"/>
                </a:lnTo>
                <a:lnTo>
                  <a:pt x="162290" y="1113694"/>
                </a:lnTo>
                <a:lnTo>
                  <a:pt x="163567" y="1105960"/>
                </a:lnTo>
                <a:lnTo>
                  <a:pt x="164449" y="1098226"/>
                </a:lnTo>
                <a:lnTo>
                  <a:pt x="165037" y="1090492"/>
                </a:lnTo>
                <a:lnTo>
                  <a:pt x="165414" y="1082758"/>
                </a:lnTo>
                <a:lnTo>
                  <a:pt x="165647" y="1075024"/>
                </a:lnTo>
                <a:lnTo>
                  <a:pt x="165784" y="1067290"/>
                </a:lnTo>
                <a:lnTo>
                  <a:pt x="165860" y="1059556"/>
                </a:lnTo>
                <a:lnTo>
                  <a:pt x="165893" y="1051822"/>
                </a:lnTo>
                <a:lnTo>
                  <a:pt x="165895" y="1044088"/>
                </a:lnTo>
                <a:lnTo>
                  <a:pt x="165868" y="1036354"/>
                </a:lnTo>
                <a:lnTo>
                  <a:pt x="165809" y="1028620"/>
                </a:lnTo>
                <a:lnTo>
                  <a:pt x="165712" y="1020886"/>
                </a:lnTo>
                <a:lnTo>
                  <a:pt x="165569" y="1013152"/>
                </a:lnTo>
                <a:lnTo>
                  <a:pt x="165375" y="1005418"/>
                </a:lnTo>
                <a:lnTo>
                  <a:pt x="165126" y="997684"/>
                </a:lnTo>
                <a:lnTo>
                  <a:pt x="164823" y="989950"/>
                </a:lnTo>
                <a:lnTo>
                  <a:pt x="164472" y="982216"/>
                </a:lnTo>
                <a:lnTo>
                  <a:pt x="164083" y="974482"/>
                </a:lnTo>
                <a:lnTo>
                  <a:pt x="163672" y="966748"/>
                </a:lnTo>
                <a:lnTo>
                  <a:pt x="163256" y="959014"/>
                </a:lnTo>
                <a:lnTo>
                  <a:pt x="162851" y="951280"/>
                </a:lnTo>
                <a:lnTo>
                  <a:pt x="162475" y="943546"/>
                </a:lnTo>
                <a:lnTo>
                  <a:pt x="162135" y="935812"/>
                </a:lnTo>
                <a:lnTo>
                  <a:pt x="161836" y="928078"/>
                </a:lnTo>
                <a:lnTo>
                  <a:pt x="161574" y="920344"/>
                </a:lnTo>
                <a:lnTo>
                  <a:pt x="161336" y="912610"/>
                </a:lnTo>
                <a:lnTo>
                  <a:pt x="161108" y="904876"/>
                </a:lnTo>
                <a:lnTo>
                  <a:pt x="160870" y="897142"/>
                </a:lnTo>
                <a:lnTo>
                  <a:pt x="160608" y="889408"/>
                </a:lnTo>
                <a:lnTo>
                  <a:pt x="160310" y="881674"/>
                </a:lnTo>
                <a:lnTo>
                  <a:pt x="159976" y="873940"/>
                </a:lnTo>
                <a:lnTo>
                  <a:pt x="159615" y="866206"/>
                </a:lnTo>
                <a:lnTo>
                  <a:pt x="159244" y="858472"/>
                </a:lnTo>
                <a:lnTo>
                  <a:pt x="158891" y="850738"/>
                </a:lnTo>
                <a:lnTo>
                  <a:pt x="158590" y="843004"/>
                </a:lnTo>
                <a:lnTo>
                  <a:pt x="158373" y="835270"/>
                </a:lnTo>
                <a:lnTo>
                  <a:pt x="158270" y="827536"/>
                </a:lnTo>
                <a:lnTo>
                  <a:pt x="158303" y="819802"/>
                </a:lnTo>
                <a:lnTo>
                  <a:pt x="158483" y="812068"/>
                </a:lnTo>
                <a:lnTo>
                  <a:pt x="158806" y="804334"/>
                </a:lnTo>
                <a:lnTo>
                  <a:pt x="159258" y="796600"/>
                </a:lnTo>
                <a:lnTo>
                  <a:pt x="159812" y="788866"/>
                </a:lnTo>
                <a:lnTo>
                  <a:pt x="160431" y="781132"/>
                </a:lnTo>
                <a:lnTo>
                  <a:pt x="161075" y="773398"/>
                </a:lnTo>
                <a:lnTo>
                  <a:pt x="161699" y="765664"/>
                </a:lnTo>
                <a:lnTo>
                  <a:pt x="162259" y="757930"/>
                </a:lnTo>
                <a:lnTo>
                  <a:pt x="162713" y="750196"/>
                </a:lnTo>
                <a:lnTo>
                  <a:pt x="163022" y="742462"/>
                </a:lnTo>
                <a:lnTo>
                  <a:pt x="163151" y="734728"/>
                </a:lnTo>
                <a:lnTo>
                  <a:pt x="163070" y="726994"/>
                </a:lnTo>
                <a:lnTo>
                  <a:pt x="162753" y="719261"/>
                </a:lnTo>
                <a:lnTo>
                  <a:pt x="162181" y="711527"/>
                </a:lnTo>
                <a:lnTo>
                  <a:pt x="161344" y="703793"/>
                </a:lnTo>
                <a:lnTo>
                  <a:pt x="160243" y="696059"/>
                </a:lnTo>
                <a:lnTo>
                  <a:pt x="158893" y="688325"/>
                </a:lnTo>
                <a:lnTo>
                  <a:pt x="157326" y="680591"/>
                </a:lnTo>
                <a:lnTo>
                  <a:pt x="155593" y="672857"/>
                </a:lnTo>
                <a:lnTo>
                  <a:pt x="153760" y="665123"/>
                </a:lnTo>
                <a:lnTo>
                  <a:pt x="151910" y="657389"/>
                </a:lnTo>
                <a:lnTo>
                  <a:pt x="150134" y="649655"/>
                </a:lnTo>
                <a:lnTo>
                  <a:pt x="148525" y="641921"/>
                </a:lnTo>
                <a:lnTo>
                  <a:pt x="147169" y="634187"/>
                </a:lnTo>
                <a:lnTo>
                  <a:pt x="146141" y="626453"/>
                </a:lnTo>
                <a:lnTo>
                  <a:pt x="145490" y="618719"/>
                </a:lnTo>
                <a:lnTo>
                  <a:pt x="145240" y="610985"/>
                </a:lnTo>
                <a:lnTo>
                  <a:pt x="145389" y="603251"/>
                </a:lnTo>
                <a:lnTo>
                  <a:pt x="145907" y="595517"/>
                </a:lnTo>
                <a:lnTo>
                  <a:pt x="146744" y="587783"/>
                </a:lnTo>
                <a:lnTo>
                  <a:pt x="147833" y="580049"/>
                </a:lnTo>
                <a:lnTo>
                  <a:pt x="149102" y="572315"/>
                </a:lnTo>
                <a:lnTo>
                  <a:pt x="150480" y="564581"/>
                </a:lnTo>
                <a:lnTo>
                  <a:pt x="151899" y="556847"/>
                </a:lnTo>
                <a:lnTo>
                  <a:pt x="153305" y="549113"/>
                </a:lnTo>
                <a:lnTo>
                  <a:pt x="154651" y="541379"/>
                </a:lnTo>
                <a:lnTo>
                  <a:pt x="155904" y="533645"/>
                </a:lnTo>
                <a:lnTo>
                  <a:pt x="157040" y="525911"/>
                </a:lnTo>
                <a:lnTo>
                  <a:pt x="158038" y="518177"/>
                </a:lnTo>
                <a:lnTo>
                  <a:pt x="158885" y="510443"/>
                </a:lnTo>
                <a:lnTo>
                  <a:pt x="159570" y="502709"/>
                </a:lnTo>
                <a:lnTo>
                  <a:pt x="160083" y="494975"/>
                </a:lnTo>
                <a:lnTo>
                  <a:pt x="160419" y="487241"/>
                </a:lnTo>
                <a:lnTo>
                  <a:pt x="160580" y="479507"/>
                </a:lnTo>
                <a:lnTo>
                  <a:pt x="160575" y="471773"/>
                </a:lnTo>
                <a:lnTo>
                  <a:pt x="160422" y="464039"/>
                </a:lnTo>
                <a:lnTo>
                  <a:pt x="160150" y="456305"/>
                </a:lnTo>
                <a:lnTo>
                  <a:pt x="159798" y="448571"/>
                </a:lnTo>
                <a:lnTo>
                  <a:pt x="159411" y="440837"/>
                </a:lnTo>
                <a:lnTo>
                  <a:pt x="159037" y="433103"/>
                </a:lnTo>
                <a:lnTo>
                  <a:pt x="158724" y="425369"/>
                </a:lnTo>
                <a:lnTo>
                  <a:pt x="158514" y="417635"/>
                </a:lnTo>
                <a:lnTo>
                  <a:pt x="158438" y="409901"/>
                </a:lnTo>
                <a:lnTo>
                  <a:pt x="158513" y="402167"/>
                </a:lnTo>
                <a:lnTo>
                  <a:pt x="158742" y="394433"/>
                </a:lnTo>
                <a:lnTo>
                  <a:pt x="159114" y="386699"/>
                </a:lnTo>
                <a:lnTo>
                  <a:pt x="159604" y="378965"/>
                </a:lnTo>
                <a:lnTo>
                  <a:pt x="160181" y="371231"/>
                </a:lnTo>
                <a:lnTo>
                  <a:pt x="160808" y="363497"/>
                </a:lnTo>
                <a:lnTo>
                  <a:pt x="161447" y="355763"/>
                </a:lnTo>
                <a:lnTo>
                  <a:pt x="162066" y="348029"/>
                </a:lnTo>
                <a:lnTo>
                  <a:pt x="162640" y="340295"/>
                </a:lnTo>
                <a:lnTo>
                  <a:pt x="163153" y="332561"/>
                </a:lnTo>
                <a:lnTo>
                  <a:pt x="163599" y="324827"/>
                </a:lnTo>
                <a:lnTo>
                  <a:pt x="163980" y="317093"/>
                </a:lnTo>
                <a:lnTo>
                  <a:pt x="164305" y="309359"/>
                </a:lnTo>
                <a:lnTo>
                  <a:pt x="164590" y="301625"/>
                </a:lnTo>
                <a:lnTo>
                  <a:pt x="164850" y="293891"/>
                </a:lnTo>
                <a:lnTo>
                  <a:pt x="165100" y="286157"/>
                </a:lnTo>
                <a:lnTo>
                  <a:pt x="165355" y="278423"/>
                </a:lnTo>
                <a:lnTo>
                  <a:pt x="165624" y="270689"/>
                </a:lnTo>
                <a:lnTo>
                  <a:pt x="165912" y="262955"/>
                </a:lnTo>
                <a:lnTo>
                  <a:pt x="166220" y="255221"/>
                </a:lnTo>
                <a:lnTo>
                  <a:pt x="166543" y="247487"/>
                </a:lnTo>
                <a:lnTo>
                  <a:pt x="166874" y="239754"/>
                </a:lnTo>
                <a:lnTo>
                  <a:pt x="167203" y="232020"/>
                </a:lnTo>
                <a:lnTo>
                  <a:pt x="167518" y="224286"/>
                </a:lnTo>
                <a:lnTo>
                  <a:pt x="167806" y="216552"/>
                </a:lnTo>
                <a:lnTo>
                  <a:pt x="168053" y="208818"/>
                </a:lnTo>
                <a:lnTo>
                  <a:pt x="168242" y="201084"/>
                </a:lnTo>
                <a:lnTo>
                  <a:pt x="168357" y="193350"/>
                </a:lnTo>
                <a:lnTo>
                  <a:pt x="168376" y="185616"/>
                </a:lnTo>
                <a:lnTo>
                  <a:pt x="168270" y="177882"/>
                </a:lnTo>
                <a:lnTo>
                  <a:pt x="168001" y="170148"/>
                </a:lnTo>
                <a:lnTo>
                  <a:pt x="167517" y="162414"/>
                </a:lnTo>
                <a:lnTo>
                  <a:pt x="166750" y="154680"/>
                </a:lnTo>
                <a:lnTo>
                  <a:pt x="165605" y="146946"/>
                </a:lnTo>
                <a:lnTo>
                  <a:pt x="163966" y="139212"/>
                </a:lnTo>
                <a:lnTo>
                  <a:pt x="161687" y="131478"/>
                </a:lnTo>
                <a:lnTo>
                  <a:pt x="158595" y="123744"/>
                </a:lnTo>
                <a:lnTo>
                  <a:pt x="154502" y="116010"/>
                </a:lnTo>
                <a:lnTo>
                  <a:pt x="149208" y="108276"/>
                </a:lnTo>
                <a:lnTo>
                  <a:pt x="142526" y="100542"/>
                </a:lnTo>
                <a:lnTo>
                  <a:pt x="134302" y="92808"/>
                </a:lnTo>
                <a:lnTo>
                  <a:pt x="124450" y="85074"/>
                </a:lnTo>
                <a:lnTo>
                  <a:pt x="112975" y="77340"/>
                </a:lnTo>
                <a:lnTo>
                  <a:pt x="100010" y="69606"/>
                </a:lnTo>
                <a:lnTo>
                  <a:pt x="85832" y="61872"/>
                </a:lnTo>
                <a:lnTo>
                  <a:pt x="70870" y="54138"/>
                </a:lnTo>
                <a:lnTo>
                  <a:pt x="55700" y="46404"/>
                </a:lnTo>
                <a:lnTo>
                  <a:pt x="41011" y="38670"/>
                </a:lnTo>
                <a:lnTo>
                  <a:pt x="27561" y="30936"/>
                </a:lnTo>
                <a:lnTo>
                  <a:pt x="16113" y="23202"/>
                </a:lnTo>
                <a:lnTo>
                  <a:pt x="7364" y="15468"/>
                </a:lnTo>
                <a:lnTo>
                  <a:pt x="187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9" y="7734"/>
                </a:lnTo>
                <a:lnTo>
                  <a:pt x="331988" y="15468"/>
                </a:lnTo>
                <a:lnTo>
                  <a:pt x="323238" y="23202"/>
                </a:lnTo>
                <a:lnTo>
                  <a:pt x="311791" y="30936"/>
                </a:lnTo>
                <a:lnTo>
                  <a:pt x="298341" y="38670"/>
                </a:lnTo>
                <a:lnTo>
                  <a:pt x="283652" y="46404"/>
                </a:lnTo>
                <a:lnTo>
                  <a:pt x="268481" y="54138"/>
                </a:lnTo>
                <a:lnTo>
                  <a:pt x="253520" y="61872"/>
                </a:lnTo>
                <a:lnTo>
                  <a:pt x="239341" y="69606"/>
                </a:lnTo>
                <a:lnTo>
                  <a:pt x="226377" y="77340"/>
                </a:lnTo>
                <a:lnTo>
                  <a:pt x="214902" y="85074"/>
                </a:lnTo>
                <a:lnTo>
                  <a:pt x="205050" y="92808"/>
                </a:lnTo>
                <a:lnTo>
                  <a:pt x="196826" y="100542"/>
                </a:lnTo>
                <a:lnTo>
                  <a:pt x="190144" y="108276"/>
                </a:lnTo>
                <a:lnTo>
                  <a:pt x="184850" y="116010"/>
                </a:lnTo>
                <a:lnTo>
                  <a:pt x="180756" y="123744"/>
                </a:lnTo>
                <a:lnTo>
                  <a:pt x="177665" y="131478"/>
                </a:lnTo>
                <a:lnTo>
                  <a:pt x="175386" y="139212"/>
                </a:lnTo>
                <a:lnTo>
                  <a:pt x="173747" y="146946"/>
                </a:lnTo>
                <a:lnTo>
                  <a:pt x="172602" y="154680"/>
                </a:lnTo>
                <a:lnTo>
                  <a:pt x="171834" y="162414"/>
                </a:lnTo>
                <a:lnTo>
                  <a:pt x="171351" y="170148"/>
                </a:lnTo>
                <a:lnTo>
                  <a:pt x="171082" y="177882"/>
                </a:lnTo>
                <a:lnTo>
                  <a:pt x="170976" y="185616"/>
                </a:lnTo>
                <a:lnTo>
                  <a:pt x="170995" y="193350"/>
                </a:lnTo>
                <a:lnTo>
                  <a:pt x="171109" y="201084"/>
                </a:lnTo>
                <a:lnTo>
                  <a:pt x="171299" y="208818"/>
                </a:lnTo>
                <a:lnTo>
                  <a:pt x="171546" y="216552"/>
                </a:lnTo>
                <a:lnTo>
                  <a:pt x="171833" y="224286"/>
                </a:lnTo>
                <a:lnTo>
                  <a:pt x="172149" y="232020"/>
                </a:lnTo>
                <a:lnTo>
                  <a:pt x="172478" y="239754"/>
                </a:lnTo>
                <a:lnTo>
                  <a:pt x="172809" y="247487"/>
                </a:lnTo>
                <a:lnTo>
                  <a:pt x="173132" y="255221"/>
                </a:lnTo>
                <a:lnTo>
                  <a:pt x="173440" y="262955"/>
                </a:lnTo>
                <a:lnTo>
                  <a:pt x="173728" y="270689"/>
                </a:lnTo>
                <a:lnTo>
                  <a:pt x="173997" y="278423"/>
                </a:lnTo>
                <a:lnTo>
                  <a:pt x="174252" y="286157"/>
                </a:lnTo>
                <a:lnTo>
                  <a:pt x="174502" y="293891"/>
                </a:lnTo>
                <a:lnTo>
                  <a:pt x="174762" y="301625"/>
                </a:lnTo>
                <a:lnTo>
                  <a:pt x="175047" y="309359"/>
                </a:lnTo>
                <a:lnTo>
                  <a:pt x="175372" y="317093"/>
                </a:lnTo>
                <a:lnTo>
                  <a:pt x="175753" y="324827"/>
                </a:lnTo>
                <a:lnTo>
                  <a:pt x="176199" y="332561"/>
                </a:lnTo>
                <a:lnTo>
                  <a:pt x="176712" y="340295"/>
                </a:lnTo>
                <a:lnTo>
                  <a:pt x="177286" y="348029"/>
                </a:lnTo>
                <a:lnTo>
                  <a:pt x="177905" y="355763"/>
                </a:lnTo>
                <a:lnTo>
                  <a:pt x="178544" y="363497"/>
                </a:lnTo>
                <a:lnTo>
                  <a:pt x="179170" y="371231"/>
                </a:lnTo>
                <a:lnTo>
                  <a:pt x="179747" y="378965"/>
                </a:lnTo>
                <a:lnTo>
                  <a:pt x="180238" y="386699"/>
                </a:lnTo>
                <a:lnTo>
                  <a:pt x="180610" y="394433"/>
                </a:lnTo>
                <a:lnTo>
                  <a:pt x="180839" y="402167"/>
                </a:lnTo>
                <a:lnTo>
                  <a:pt x="180914" y="409901"/>
                </a:lnTo>
                <a:lnTo>
                  <a:pt x="180838" y="417635"/>
                </a:lnTo>
                <a:lnTo>
                  <a:pt x="180627" y="425369"/>
                </a:lnTo>
                <a:lnTo>
                  <a:pt x="180315" y="433103"/>
                </a:lnTo>
                <a:lnTo>
                  <a:pt x="179941" y="440837"/>
                </a:lnTo>
                <a:lnTo>
                  <a:pt x="179554" y="448571"/>
                </a:lnTo>
                <a:lnTo>
                  <a:pt x="179201" y="456305"/>
                </a:lnTo>
                <a:lnTo>
                  <a:pt x="178930" y="464039"/>
                </a:lnTo>
                <a:lnTo>
                  <a:pt x="178777" y="471773"/>
                </a:lnTo>
                <a:lnTo>
                  <a:pt x="178772" y="479507"/>
                </a:lnTo>
                <a:lnTo>
                  <a:pt x="178933" y="487241"/>
                </a:lnTo>
                <a:lnTo>
                  <a:pt x="179269" y="494975"/>
                </a:lnTo>
                <a:lnTo>
                  <a:pt x="179782" y="502709"/>
                </a:lnTo>
                <a:lnTo>
                  <a:pt x="180466" y="510443"/>
                </a:lnTo>
                <a:lnTo>
                  <a:pt x="181314" y="518177"/>
                </a:lnTo>
                <a:lnTo>
                  <a:pt x="182312" y="525911"/>
                </a:lnTo>
                <a:lnTo>
                  <a:pt x="183448" y="533645"/>
                </a:lnTo>
                <a:lnTo>
                  <a:pt x="184701" y="541379"/>
                </a:lnTo>
                <a:lnTo>
                  <a:pt x="186047" y="549113"/>
                </a:lnTo>
                <a:lnTo>
                  <a:pt x="187453" y="556847"/>
                </a:lnTo>
                <a:lnTo>
                  <a:pt x="188872" y="564581"/>
                </a:lnTo>
                <a:lnTo>
                  <a:pt x="190250" y="572315"/>
                </a:lnTo>
                <a:lnTo>
                  <a:pt x="191519" y="580049"/>
                </a:lnTo>
                <a:lnTo>
                  <a:pt x="192608" y="587783"/>
                </a:lnTo>
                <a:lnTo>
                  <a:pt x="193444" y="595517"/>
                </a:lnTo>
                <a:lnTo>
                  <a:pt x="193963" y="603251"/>
                </a:lnTo>
                <a:lnTo>
                  <a:pt x="194112" y="610985"/>
                </a:lnTo>
                <a:lnTo>
                  <a:pt x="193862" y="618719"/>
                </a:lnTo>
                <a:lnTo>
                  <a:pt x="193211" y="626453"/>
                </a:lnTo>
                <a:lnTo>
                  <a:pt x="192182" y="634187"/>
                </a:lnTo>
                <a:lnTo>
                  <a:pt x="190827" y="641921"/>
                </a:lnTo>
                <a:lnTo>
                  <a:pt x="189218" y="649655"/>
                </a:lnTo>
                <a:lnTo>
                  <a:pt x="187442" y="657389"/>
                </a:lnTo>
                <a:lnTo>
                  <a:pt x="185592" y="665123"/>
                </a:lnTo>
                <a:lnTo>
                  <a:pt x="183759" y="672857"/>
                </a:lnTo>
                <a:lnTo>
                  <a:pt x="182026" y="680591"/>
                </a:lnTo>
                <a:lnTo>
                  <a:pt x="180459" y="688325"/>
                </a:lnTo>
                <a:lnTo>
                  <a:pt x="179109" y="696059"/>
                </a:lnTo>
                <a:lnTo>
                  <a:pt x="178008" y="703793"/>
                </a:lnTo>
                <a:lnTo>
                  <a:pt x="177171" y="711527"/>
                </a:lnTo>
                <a:lnTo>
                  <a:pt x="176599" y="719261"/>
                </a:lnTo>
                <a:lnTo>
                  <a:pt x="176282" y="726994"/>
                </a:lnTo>
                <a:lnTo>
                  <a:pt x="176201" y="734728"/>
                </a:lnTo>
                <a:lnTo>
                  <a:pt x="176330" y="742462"/>
                </a:lnTo>
                <a:lnTo>
                  <a:pt x="176639" y="750196"/>
                </a:lnTo>
                <a:lnTo>
                  <a:pt x="177093" y="757930"/>
                </a:lnTo>
                <a:lnTo>
                  <a:pt x="177653" y="765664"/>
                </a:lnTo>
                <a:lnTo>
                  <a:pt x="178277" y="773398"/>
                </a:lnTo>
                <a:lnTo>
                  <a:pt x="178921" y="781132"/>
                </a:lnTo>
                <a:lnTo>
                  <a:pt x="179540" y="788866"/>
                </a:lnTo>
                <a:lnTo>
                  <a:pt x="180094" y="796600"/>
                </a:lnTo>
                <a:lnTo>
                  <a:pt x="180546" y="804334"/>
                </a:lnTo>
                <a:lnTo>
                  <a:pt x="180869" y="812068"/>
                </a:lnTo>
                <a:lnTo>
                  <a:pt x="181049" y="819802"/>
                </a:lnTo>
                <a:lnTo>
                  <a:pt x="181082" y="827536"/>
                </a:lnTo>
                <a:lnTo>
                  <a:pt x="180979" y="835270"/>
                </a:lnTo>
                <a:lnTo>
                  <a:pt x="180762" y="843004"/>
                </a:lnTo>
                <a:lnTo>
                  <a:pt x="180461" y="850738"/>
                </a:lnTo>
                <a:lnTo>
                  <a:pt x="180108" y="858472"/>
                </a:lnTo>
                <a:lnTo>
                  <a:pt x="179737" y="866206"/>
                </a:lnTo>
                <a:lnTo>
                  <a:pt x="179375" y="873940"/>
                </a:lnTo>
                <a:lnTo>
                  <a:pt x="179041" y="881674"/>
                </a:lnTo>
                <a:lnTo>
                  <a:pt x="178744" y="889408"/>
                </a:lnTo>
                <a:lnTo>
                  <a:pt x="178482" y="897142"/>
                </a:lnTo>
                <a:lnTo>
                  <a:pt x="178244" y="904876"/>
                </a:lnTo>
                <a:lnTo>
                  <a:pt x="178016" y="912610"/>
                </a:lnTo>
                <a:lnTo>
                  <a:pt x="177778" y="920344"/>
                </a:lnTo>
                <a:lnTo>
                  <a:pt x="177515" y="928078"/>
                </a:lnTo>
                <a:lnTo>
                  <a:pt x="177217" y="935812"/>
                </a:lnTo>
                <a:lnTo>
                  <a:pt x="176877" y="943546"/>
                </a:lnTo>
                <a:lnTo>
                  <a:pt x="176500" y="951280"/>
                </a:lnTo>
                <a:lnTo>
                  <a:pt x="176096" y="959014"/>
                </a:lnTo>
                <a:lnTo>
                  <a:pt x="175680" y="966748"/>
                </a:lnTo>
                <a:lnTo>
                  <a:pt x="175268" y="974482"/>
                </a:lnTo>
                <a:lnTo>
                  <a:pt x="174880" y="982216"/>
                </a:lnTo>
                <a:lnTo>
                  <a:pt x="174529" y="989950"/>
                </a:lnTo>
                <a:lnTo>
                  <a:pt x="174226" y="997684"/>
                </a:lnTo>
                <a:lnTo>
                  <a:pt x="173977" y="1005418"/>
                </a:lnTo>
                <a:lnTo>
                  <a:pt x="173783" y="1013152"/>
                </a:lnTo>
                <a:lnTo>
                  <a:pt x="173640" y="1020886"/>
                </a:lnTo>
                <a:lnTo>
                  <a:pt x="173543" y="1028620"/>
                </a:lnTo>
                <a:lnTo>
                  <a:pt x="173484" y="1036354"/>
                </a:lnTo>
                <a:lnTo>
                  <a:pt x="173457" y="1044088"/>
                </a:lnTo>
                <a:lnTo>
                  <a:pt x="173459" y="1051822"/>
                </a:lnTo>
                <a:lnTo>
                  <a:pt x="173492" y="1059556"/>
                </a:lnTo>
                <a:lnTo>
                  <a:pt x="173567" y="1067290"/>
                </a:lnTo>
                <a:lnTo>
                  <a:pt x="173705" y="1075024"/>
                </a:lnTo>
                <a:lnTo>
                  <a:pt x="173938" y="1082758"/>
                </a:lnTo>
                <a:lnTo>
                  <a:pt x="174315" y="1090492"/>
                </a:lnTo>
                <a:lnTo>
                  <a:pt x="174903" y="1098226"/>
                </a:lnTo>
                <a:lnTo>
                  <a:pt x="175784" y="1105960"/>
                </a:lnTo>
                <a:lnTo>
                  <a:pt x="177062" y="1113694"/>
                </a:lnTo>
                <a:lnTo>
                  <a:pt x="178850" y="1121428"/>
                </a:lnTo>
                <a:lnTo>
                  <a:pt x="181269" y="1129162"/>
                </a:lnTo>
                <a:lnTo>
                  <a:pt x="184435" y="1136896"/>
                </a:lnTo>
                <a:lnTo>
                  <a:pt x="188448" y="1144630"/>
                </a:lnTo>
                <a:lnTo>
                  <a:pt x="193367" y="1152364"/>
                </a:lnTo>
                <a:lnTo>
                  <a:pt x="199202" y="1160098"/>
                </a:lnTo>
                <a:lnTo>
                  <a:pt x="205889" y="1167832"/>
                </a:lnTo>
                <a:lnTo>
                  <a:pt x="213285" y="1175566"/>
                </a:lnTo>
                <a:lnTo>
                  <a:pt x="221157" y="1183300"/>
                </a:lnTo>
                <a:lnTo>
                  <a:pt x="229194" y="1191034"/>
                </a:lnTo>
                <a:lnTo>
                  <a:pt x="237015" y="1198768"/>
                </a:lnTo>
                <a:lnTo>
                  <a:pt x="244205" y="1206502"/>
                </a:lnTo>
                <a:lnTo>
                  <a:pt x="250342" y="1214235"/>
                </a:lnTo>
                <a:lnTo>
                  <a:pt x="255042" y="1221969"/>
                </a:lnTo>
                <a:lnTo>
                  <a:pt x="257996" y="1229703"/>
                </a:lnTo>
                <a:lnTo>
                  <a:pt x="259004" y="1237437"/>
                </a:lnTo>
                <a:lnTo>
                  <a:pt x="259004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644" name="Stage1_sixpanel_9815">
            <a:extLst>
              <a:ext uri="{FF2B5EF4-FFF2-40B4-BE49-F238E27FC236}">
                <a16:creationId xmlns:a16="http://schemas.microsoft.com/office/drawing/2014/main" id="{C2E1E2B0-FAAF-44A2-BA57-7A41CA7E70C2}"/>
              </a:ext>
            </a:extLst>
          </p:cNvPr>
          <p:cNvSpPr>
            <a:spLocks noGrp="1"/>
          </p:cNvSpPr>
          <p:nvPr/>
        </p:nvSpPr>
        <p:spPr>
          <a:xfrm>
            <a:off x="59531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5" name="Stage1_sixpanel_9816">
            <a:extLst>
              <a:ext uri="{FF2B5EF4-FFF2-40B4-BE49-F238E27FC236}">
                <a16:creationId xmlns:a16="http://schemas.microsoft.com/office/drawing/2014/main" id="{2A895A27-CE88-44FC-B49C-8CE180DDC71F}"/>
              </a:ext>
            </a:extLst>
          </p:cNvPr>
          <p:cNvSpPr>
            <a:spLocks noGrp="1"/>
          </p:cNvSpPr>
          <p:nvPr/>
        </p:nvSpPr>
        <p:spPr>
          <a:xfrm>
            <a:off x="5968944" y="711051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6" name="Stage1_sixpanel_9817">
            <a:extLst>
              <a:ext uri="{FF2B5EF4-FFF2-40B4-BE49-F238E27FC236}">
                <a16:creationId xmlns:a16="http://schemas.microsoft.com/office/drawing/2014/main" id="{5CFB605E-EE1E-45B0-98EF-750AB27A787C}"/>
              </a:ext>
            </a:extLst>
          </p:cNvPr>
          <p:cNvSpPr>
            <a:spLocks noGrp="1"/>
          </p:cNvSpPr>
          <p:nvPr/>
        </p:nvSpPr>
        <p:spPr>
          <a:xfrm>
            <a:off x="59235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7" name="Stage1_sixpanel_9818">
            <a:extLst>
              <a:ext uri="{FF2B5EF4-FFF2-40B4-BE49-F238E27FC236}">
                <a16:creationId xmlns:a16="http://schemas.microsoft.com/office/drawing/2014/main" id="{47CD0B20-99BE-4DB2-AC98-0FE294EA9073}"/>
              </a:ext>
            </a:extLst>
          </p:cNvPr>
          <p:cNvSpPr>
            <a:spLocks noGrp="1"/>
          </p:cNvSpPr>
          <p:nvPr/>
        </p:nvSpPr>
        <p:spPr>
          <a:xfrm>
            <a:off x="592107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8" name="Stage1_sixpanel_9819">
            <a:extLst>
              <a:ext uri="{FF2B5EF4-FFF2-40B4-BE49-F238E27FC236}">
                <a16:creationId xmlns:a16="http://schemas.microsoft.com/office/drawing/2014/main" id="{C259C072-814C-4E6A-A316-BD7C86C5E31F}"/>
              </a:ext>
            </a:extLst>
          </p:cNvPr>
          <p:cNvSpPr>
            <a:spLocks noGrp="1"/>
          </p:cNvSpPr>
          <p:nvPr/>
        </p:nvSpPr>
        <p:spPr>
          <a:xfrm>
            <a:off x="592223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49" name="Stage1_sixpanel_9820">
            <a:extLst>
              <a:ext uri="{FF2B5EF4-FFF2-40B4-BE49-F238E27FC236}">
                <a16:creationId xmlns:a16="http://schemas.microsoft.com/office/drawing/2014/main" id="{34B890AE-683E-445F-BB52-7AA40F046728}"/>
              </a:ext>
            </a:extLst>
          </p:cNvPr>
          <p:cNvSpPr>
            <a:spLocks noGrp="1"/>
          </p:cNvSpPr>
          <p:nvPr/>
        </p:nvSpPr>
        <p:spPr>
          <a:xfrm>
            <a:off x="6006434" y="7365429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0" name="Stage1_sixpanel_9821">
            <a:extLst>
              <a:ext uri="{FF2B5EF4-FFF2-40B4-BE49-F238E27FC236}">
                <a16:creationId xmlns:a16="http://schemas.microsoft.com/office/drawing/2014/main" id="{F8B78D76-46EB-49A8-8FA3-0073E86A92FA}"/>
              </a:ext>
            </a:extLst>
          </p:cNvPr>
          <p:cNvSpPr>
            <a:spLocks noGrp="1"/>
          </p:cNvSpPr>
          <p:nvPr/>
        </p:nvSpPr>
        <p:spPr>
          <a:xfrm>
            <a:off x="59431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1" name="Stage1_sixpanel_9822">
            <a:extLst>
              <a:ext uri="{FF2B5EF4-FFF2-40B4-BE49-F238E27FC236}">
                <a16:creationId xmlns:a16="http://schemas.microsoft.com/office/drawing/2014/main" id="{0E1F5440-2258-4FD7-92B0-0DA883C3CD5D}"/>
              </a:ext>
            </a:extLst>
          </p:cNvPr>
          <p:cNvSpPr>
            <a:spLocks noGrp="1"/>
          </p:cNvSpPr>
          <p:nvPr/>
        </p:nvSpPr>
        <p:spPr>
          <a:xfrm>
            <a:off x="5961994" y="756718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2" name="Stage1_sixpanel_9823">
            <a:extLst>
              <a:ext uri="{FF2B5EF4-FFF2-40B4-BE49-F238E27FC236}">
                <a16:creationId xmlns:a16="http://schemas.microsoft.com/office/drawing/2014/main" id="{D052EBAB-BCA4-4319-9EE3-8C88EC1ABD5B}"/>
              </a:ext>
            </a:extLst>
          </p:cNvPr>
          <p:cNvSpPr>
            <a:spLocks noGrp="1"/>
          </p:cNvSpPr>
          <p:nvPr/>
        </p:nvSpPr>
        <p:spPr>
          <a:xfrm>
            <a:off x="585347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3" name="Stage1_sixpanel_9824">
            <a:extLst>
              <a:ext uri="{FF2B5EF4-FFF2-40B4-BE49-F238E27FC236}">
                <a16:creationId xmlns:a16="http://schemas.microsoft.com/office/drawing/2014/main" id="{01388BFA-5B85-4C94-AF06-685C33843FF0}"/>
              </a:ext>
            </a:extLst>
          </p:cNvPr>
          <p:cNvSpPr>
            <a:spLocks noGrp="1"/>
          </p:cNvSpPr>
          <p:nvPr/>
        </p:nvSpPr>
        <p:spPr>
          <a:xfrm>
            <a:off x="60483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4" name="Stage1_sixpanel_9825">
            <a:extLst>
              <a:ext uri="{FF2B5EF4-FFF2-40B4-BE49-F238E27FC236}">
                <a16:creationId xmlns:a16="http://schemas.microsoft.com/office/drawing/2014/main" id="{7B09D5C2-3608-4802-BCE4-D534A7D09C05}"/>
              </a:ext>
            </a:extLst>
          </p:cNvPr>
          <p:cNvSpPr>
            <a:spLocks noGrp="1"/>
          </p:cNvSpPr>
          <p:nvPr/>
        </p:nvSpPr>
        <p:spPr>
          <a:xfrm>
            <a:off x="602048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5" name="Stage1_sixpanel_9826">
            <a:extLst>
              <a:ext uri="{FF2B5EF4-FFF2-40B4-BE49-F238E27FC236}">
                <a16:creationId xmlns:a16="http://schemas.microsoft.com/office/drawing/2014/main" id="{0BA930AD-4B5A-4E36-8413-47BAA16CBA33}"/>
              </a:ext>
            </a:extLst>
          </p:cNvPr>
          <p:cNvSpPr>
            <a:spLocks noGrp="1"/>
          </p:cNvSpPr>
          <p:nvPr/>
        </p:nvSpPr>
        <p:spPr>
          <a:xfrm>
            <a:off x="5876898" y="723204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6" name="Stage1_sixpanel_9827">
            <a:extLst>
              <a:ext uri="{FF2B5EF4-FFF2-40B4-BE49-F238E27FC236}">
                <a16:creationId xmlns:a16="http://schemas.microsoft.com/office/drawing/2014/main" id="{D6616F8B-3C9F-475F-B5BE-3C86EB857271}"/>
              </a:ext>
            </a:extLst>
          </p:cNvPr>
          <p:cNvSpPr>
            <a:spLocks noGrp="1"/>
          </p:cNvSpPr>
          <p:nvPr/>
        </p:nvSpPr>
        <p:spPr>
          <a:xfrm>
            <a:off x="59268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7" name="Stage1_sixpanel_9828">
            <a:extLst>
              <a:ext uri="{FF2B5EF4-FFF2-40B4-BE49-F238E27FC236}">
                <a16:creationId xmlns:a16="http://schemas.microsoft.com/office/drawing/2014/main" id="{70065D1C-BACC-4521-9CE9-488746A7F265}"/>
              </a:ext>
            </a:extLst>
          </p:cNvPr>
          <p:cNvSpPr>
            <a:spLocks noGrp="1"/>
          </p:cNvSpPr>
          <p:nvPr/>
        </p:nvSpPr>
        <p:spPr>
          <a:xfrm>
            <a:off x="6055780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8" name="Stage1_sixpanel_9829">
            <a:extLst>
              <a:ext uri="{FF2B5EF4-FFF2-40B4-BE49-F238E27FC236}">
                <a16:creationId xmlns:a16="http://schemas.microsoft.com/office/drawing/2014/main" id="{437CB6F5-1D65-44AD-BC89-458B5A4B01BE}"/>
              </a:ext>
            </a:extLst>
          </p:cNvPr>
          <p:cNvSpPr>
            <a:spLocks noGrp="1"/>
          </p:cNvSpPr>
          <p:nvPr/>
        </p:nvSpPr>
        <p:spPr>
          <a:xfrm>
            <a:off x="58471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59" name="Stage1_sixpanel_9830">
            <a:extLst>
              <a:ext uri="{FF2B5EF4-FFF2-40B4-BE49-F238E27FC236}">
                <a16:creationId xmlns:a16="http://schemas.microsoft.com/office/drawing/2014/main" id="{521CB9EB-12AD-4510-B33D-054388EB350A}"/>
              </a:ext>
            </a:extLst>
          </p:cNvPr>
          <p:cNvSpPr>
            <a:spLocks noGrp="1"/>
          </p:cNvSpPr>
          <p:nvPr/>
        </p:nvSpPr>
        <p:spPr>
          <a:xfrm>
            <a:off x="595141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0" name="Stage1_sixpanel_9831">
            <a:extLst>
              <a:ext uri="{FF2B5EF4-FFF2-40B4-BE49-F238E27FC236}">
                <a16:creationId xmlns:a16="http://schemas.microsoft.com/office/drawing/2014/main" id="{0E9AF63F-18E9-485A-83FB-5A4FA653F30D}"/>
              </a:ext>
            </a:extLst>
          </p:cNvPr>
          <p:cNvSpPr>
            <a:spLocks noGrp="1"/>
          </p:cNvSpPr>
          <p:nvPr/>
        </p:nvSpPr>
        <p:spPr>
          <a:xfrm>
            <a:off x="596227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1" name="Stage1_sixpanel_9832">
            <a:extLst>
              <a:ext uri="{FF2B5EF4-FFF2-40B4-BE49-F238E27FC236}">
                <a16:creationId xmlns:a16="http://schemas.microsoft.com/office/drawing/2014/main" id="{7B86CA5A-CE60-44BF-927E-10B6D7DAF35D}"/>
              </a:ext>
            </a:extLst>
          </p:cNvPr>
          <p:cNvSpPr>
            <a:spLocks noGrp="1"/>
          </p:cNvSpPr>
          <p:nvPr/>
        </p:nvSpPr>
        <p:spPr>
          <a:xfrm>
            <a:off x="59485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2" name="Stage1_sixpanel_9833">
            <a:extLst>
              <a:ext uri="{FF2B5EF4-FFF2-40B4-BE49-F238E27FC236}">
                <a16:creationId xmlns:a16="http://schemas.microsoft.com/office/drawing/2014/main" id="{45AD0A2D-F417-455A-AAF1-F8E0615A8D4A}"/>
              </a:ext>
            </a:extLst>
          </p:cNvPr>
          <p:cNvSpPr>
            <a:spLocks noGrp="1"/>
          </p:cNvSpPr>
          <p:nvPr/>
        </p:nvSpPr>
        <p:spPr>
          <a:xfrm>
            <a:off x="6057070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3" name="Stage1_sixpanel_9834">
            <a:extLst>
              <a:ext uri="{FF2B5EF4-FFF2-40B4-BE49-F238E27FC236}">
                <a16:creationId xmlns:a16="http://schemas.microsoft.com/office/drawing/2014/main" id="{CCDA92A2-32C6-414F-B64E-B8EAB01F95AA}"/>
              </a:ext>
            </a:extLst>
          </p:cNvPr>
          <p:cNvSpPr>
            <a:spLocks noGrp="1"/>
          </p:cNvSpPr>
          <p:nvPr/>
        </p:nvSpPr>
        <p:spPr>
          <a:xfrm>
            <a:off x="602652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4" name="Stage1_sixpanel_9835">
            <a:extLst>
              <a:ext uri="{FF2B5EF4-FFF2-40B4-BE49-F238E27FC236}">
                <a16:creationId xmlns:a16="http://schemas.microsoft.com/office/drawing/2014/main" id="{D148B9FF-B16C-4D1E-9C8B-5AF60D7C6ADF}"/>
              </a:ext>
            </a:extLst>
          </p:cNvPr>
          <p:cNvSpPr>
            <a:spLocks noGrp="1"/>
          </p:cNvSpPr>
          <p:nvPr/>
        </p:nvSpPr>
        <p:spPr>
          <a:xfrm>
            <a:off x="5862939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5" name="Stage1_sixpanel_9836">
            <a:extLst>
              <a:ext uri="{FF2B5EF4-FFF2-40B4-BE49-F238E27FC236}">
                <a16:creationId xmlns:a16="http://schemas.microsoft.com/office/drawing/2014/main" id="{CA236B26-4BA9-4298-8EAE-D043529D924F}"/>
              </a:ext>
            </a:extLst>
          </p:cNvPr>
          <p:cNvSpPr>
            <a:spLocks noGrp="1"/>
          </p:cNvSpPr>
          <p:nvPr/>
        </p:nvSpPr>
        <p:spPr>
          <a:xfrm>
            <a:off x="588716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6" name="Stage1_sixpanel_9837">
            <a:extLst>
              <a:ext uri="{FF2B5EF4-FFF2-40B4-BE49-F238E27FC236}">
                <a16:creationId xmlns:a16="http://schemas.microsoft.com/office/drawing/2014/main" id="{B209DF8F-8BB5-4EB3-9A81-643B006E0C95}"/>
              </a:ext>
            </a:extLst>
          </p:cNvPr>
          <p:cNvSpPr>
            <a:spLocks noGrp="1"/>
          </p:cNvSpPr>
          <p:nvPr/>
        </p:nvSpPr>
        <p:spPr>
          <a:xfrm>
            <a:off x="59117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7" name="Stage1_sixpanel_9838">
            <a:extLst>
              <a:ext uri="{FF2B5EF4-FFF2-40B4-BE49-F238E27FC236}">
                <a16:creationId xmlns:a16="http://schemas.microsoft.com/office/drawing/2014/main" id="{894675D7-C280-4EA5-9516-511C73A2A52F}"/>
              </a:ext>
            </a:extLst>
          </p:cNvPr>
          <p:cNvSpPr>
            <a:spLocks noGrp="1"/>
          </p:cNvSpPr>
          <p:nvPr/>
        </p:nvSpPr>
        <p:spPr>
          <a:xfrm>
            <a:off x="59513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8" name="Stage1_sixpanel_9839">
            <a:extLst>
              <a:ext uri="{FF2B5EF4-FFF2-40B4-BE49-F238E27FC236}">
                <a16:creationId xmlns:a16="http://schemas.microsoft.com/office/drawing/2014/main" id="{900C3E67-30B5-4584-B186-A14AB049321D}"/>
              </a:ext>
            </a:extLst>
          </p:cNvPr>
          <p:cNvSpPr>
            <a:spLocks noGrp="1"/>
          </p:cNvSpPr>
          <p:nvPr/>
        </p:nvSpPr>
        <p:spPr>
          <a:xfrm>
            <a:off x="601669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69" name="Stage1_sixpanel_9840">
            <a:extLst>
              <a:ext uri="{FF2B5EF4-FFF2-40B4-BE49-F238E27FC236}">
                <a16:creationId xmlns:a16="http://schemas.microsoft.com/office/drawing/2014/main" id="{1510BCB0-4DB0-403E-BB8C-04F9BCF03738}"/>
              </a:ext>
            </a:extLst>
          </p:cNvPr>
          <p:cNvSpPr>
            <a:spLocks noGrp="1"/>
          </p:cNvSpPr>
          <p:nvPr/>
        </p:nvSpPr>
        <p:spPr>
          <a:xfrm>
            <a:off x="5977705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0" name="Stage1_sixpanel_9841">
            <a:extLst>
              <a:ext uri="{FF2B5EF4-FFF2-40B4-BE49-F238E27FC236}">
                <a16:creationId xmlns:a16="http://schemas.microsoft.com/office/drawing/2014/main" id="{47F13730-7280-4B62-A840-67773466EE44}"/>
              </a:ext>
            </a:extLst>
          </p:cNvPr>
          <p:cNvSpPr>
            <a:spLocks noGrp="1"/>
          </p:cNvSpPr>
          <p:nvPr/>
        </p:nvSpPr>
        <p:spPr>
          <a:xfrm>
            <a:off x="6028801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1" name="Stage1_sixpanel_9842">
            <a:extLst>
              <a:ext uri="{FF2B5EF4-FFF2-40B4-BE49-F238E27FC236}">
                <a16:creationId xmlns:a16="http://schemas.microsoft.com/office/drawing/2014/main" id="{5BC9E7A7-E1B2-4544-AB1F-A76771F662B7}"/>
              </a:ext>
            </a:extLst>
          </p:cNvPr>
          <p:cNvSpPr>
            <a:spLocks noGrp="1"/>
          </p:cNvSpPr>
          <p:nvPr/>
        </p:nvSpPr>
        <p:spPr>
          <a:xfrm>
            <a:off x="58916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2" name="Stage1_sixpanel_9843">
            <a:extLst>
              <a:ext uri="{FF2B5EF4-FFF2-40B4-BE49-F238E27FC236}">
                <a16:creationId xmlns:a16="http://schemas.microsoft.com/office/drawing/2014/main" id="{6252EFA3-43D8-49BC-81FF-6039C697507E}"/>
              </a:ext>
            </a:extLst>
          </p:cNvPr>
          <p:cNvSpPr>
            <a:spLocks noGrp="1"/>
          </p:cNvSpPr>
          <p:nvPr/>
        </p:nvSpPr>
        <p:spPr>
          <a:xfrm>
            <a:off x="596601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3" name="Stage1_sixpanel_9844">
            <a:extLst>
              <a:ext uri="{FF2B5EF4-FFF2-40B4-BE49-F238E27FC236}">
                <a16:creationId xmlns:a16="http://schemas.microsoft.com/office/drawing/2014/main" id="{8989C73A-1B3E-4C5D-B559-B3082C4DD559}"/>
              </a:ext>
            </a:extLst>
          </p:cNvPr>
          <p:cNvSpPr>
            <a:spLocks noGrp="1"/>
          </p:cNvSpPr>
          <p:nvPr/>
        </p:nvSpPr>
        <p:spPr>
          <a:xfrm>
            <a:off x="5967226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4" name="Stage1_sixpanel_9845">
            <a:extLst>
              <a:ext uri="{FF2B5EF4-FFF2-40B4-BE49-F238E27FC236}">
                <a16:creationId xmlns:a16="http://schemas.microsoft.com/office/drawing/2014/main" id="{CDE1512F-5896-410D-B3ED-C338F7261FE7}"/>
              </a:ext>
            </a:extLst>
          </p:cNvPr>
          <p:cNvSpPr>
            <a:spLocks noGrp="1"/>
          </p:cNvSpPr>
          <p:nvPr/>
        </p:nvSpPr>
        <p:spPr>
          <a:xfrm>
            <a:off x="584581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5" name="Stage1_sixpanel_9846">
            <a:extLst>
              <a:ext uri="{FF2B5EF4-FFF2-40B4-BE49-F238E27FC236}">
                <a16:creationId xmlns:a16="http://schemas.microsoft.com/office/drawing/2014/main" id="{B315CE67-0592-4B6E-AC84-799F1BF9441F}"/>
              </a:ext>
            </a:extLst>
          </p:cNvPr>
          <p:cNvSpPr>
            <a:spLocks noGrp="1"/>
          </p:cNvSpPr>
          <p:nvPr/>
        </p:nvSpPr>
        <p:spPr>
          <a:xfrm>
            <a:off x="585231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6" name="Stage1_sixpanel_9847">
            <a:extLst>
              <a:ext uri="{FF2B5EF4-FFF2-40B4-BE49-F238E27FC236}">
                <a16:creationId xmlns:a16="http://schemas.microsoft.com/office/drawing/2014/main" id="{C9EEC792-F298-4D59-A47E-1472961CB754}"/>
              </a:ext>
            </a:extLst>
          </p:cNvPr>
          <p:cNvSpPr>
            <a:spLocks noGrp="1"/>
          </p:cNvSpPr>
          <p:nvPr/>
        </p:nvSpPr>
        <p:spPr>
          <a:xfrm>
            <a:off x="590836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7" name="Stage1_sixpanel_9848">
            <a:extLst>
              <a:ext uri="{FF2B5EF4-FFF2-40B4-BE49-F238E27FC236}">
                <a16:creationId xmlns:a16="http://schemas.microsoft.com/office/drawing/2014/main" id="{0F42BC93-8CEC-465D-B433-C810C6FB3CCA}"/>
              </a:ext>
            </a:extLst>
          </p:cNvPr>
          <p:cNvSpPr>
            <a:spLocks noGrp="1"/>
          </p:cNvSpPr>
          <p:nvPr/>
        </p:nvSpPr>
        <p:spPr>
          <a:xfrm>
            <a:off x="588416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8" name="Stage1_sixpanel_9849">
            <a:extLst>
              <a:ext uri="{FF2B5EF4-FFF2-40B4-BE49-F238E27FC236}">
                <a16:creationId xmlns:a16="http://schemas.microsoft.com/office/drawing/2014/main" id="{3E3251DE-0966-4821-92A7-E34C848E4DA3}"/>
              </a:ext>
            </a:extLst>
          </p:cNvPr>
          <p:cNvSpPr>
            <a:spLocks noGrp="1"/>
          </p:cNvSpPr>
          <p:nvPr/>
        </p:nvSpPr>
        <p:spPr>
          <a:xfrm>
            <a:off x="593708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79" name="Stage1_sixpanel_9850">
            <a:extLst>
              <a:ext uri="{FF2B5EF4-FFF2-40B4-BE49-F238E27FC236}">
                <a16:creationId xmlns:a16="http://schemas.microsoft.com/office/drawing/2014/main" id="{23A93523-B229-4AC3-A379-48D82DB18E87}"/>
              </a:ext>
            </a:extLst>
          </p:cNvPr>
          <p:cNvSpPr>
            <a:spLocks noGrp="1"/>
          </p:cNvSpPr>
          <p:nvPr/>
        </p:nvSpPr>
        <p:spPr>
          <a:xfrm>
            <a:off x="590811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0" name="Stage1_sixpanel_9851">
            <a:extLst>
              <a:ext uri="{FF2B5EF4-FFF2-40B4-BE49-F238E27FC236}">
                <a16:creationId xmlns:a16="http://schemas.microsoft.com/office/drawing/2014/main" id="{041569A6-325C-476F-9754-CF8887F9EF40}"/>
              </a:ext>
            </a:extLst>
          </p:cNvPr>
          <p:cNvSpPr>
            <a:spLocks noGrp="1"/>
          </p:cNvSpPr>
          <p:nvPr/>
        </p:nvSpPr>
        <p:spPr>
          <a:xfrm>
            <a:off x="60042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1" name="Stage1_sixpanel_9852">
            <a:extLst>
              <a:ext uri="{FF2B5EF4-FFF2-40B4-BE49-F238E27FC236}">
                <a16:creationId xmlns:a16="http://schemas.microsoft.com/office/drawing/2014/main" id="{FF4D847A-BC0A-49C5-8454-8E2173FFA33A}"/>
              </a:ext>
            </a:extLst>
          </p:cNvPr>
          <p:cNvSpPr>
            <a:spLocks noGrp="1"/>
          </p:cNvSpPr>
          <p:nvPr/>
        </p:nvSpPr>
        <p:spPr>
          <a:xfrm>
            <a:off x="599853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2" name="Stage1_sixpanel_9853">
            <a:extLst>
              <a:ext uri="{FF2B5EF4-FFF2-40B4-BE49-F238E27FC236}">
                <a16:creationId xmlns:a16="http://schemas.microsoft.com/office/drawing/2014/main" id="{148CA04C-EA73-42D3-A951-95A3956187F4}"/>
              </a:ext>
            </a:extLst>
          </p:cNvPr>
          <p:cNvSpPr>
            <a:spLocks noGrp="1"/>
          </p:cNvSpPr>
          <p:nvPr/>
        </p:nvSpPr>
        <p:spPr>
          <a:xfrm>
            <a:off x="584119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3" name="Stage1_sixpanel_9854">
            <a:extLst>
              <a:ext uri="{FF2B5EF4-FFF2-40B4-BE49-F238E27FC236}">
                <a16:creationId xmlns:a16="http://schemas.microsoft.com/office/drawing/2014/main" id="{D4625B24-3ADD-4F5B-8097-B37D2A0E05F4}"/>
              </a:ext>
            </a:extLst>
          </p:cNvPr>
          <p:cNvSpPr>
            <a:spLocks noGrp="1"/>
          </p:cNvSpPr>
          <p:nvPr/>
        </p:nvSpPr>
        <p:spPr>
          <a:xfrm>
            <a:off x="592770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4" name="Stage1_sixpanel_9855">
            <a:extLst>
              <a:ext uri="{FF2B5EF4-FFF2-40B4-BE49-F238E27FC236}">
                <a16:creationId xmlns:a16="http://schemas.microsoft.com/office/drawing/2014/main" id="{D48E6AD9-E489-4C0A-A042-B113DA139C92}"/>
              </a:ext>
            </a:extLst>
          </p:cNvPr>
          <p:cNvSpPr>
            <a:spLocks noGrp="1"/>
          </p:cNvSpPr>
          <p:nvPr/>
        </p:nvSpPr>
        <p:spPr>
          <a:xfrm>
            <a:off x="5950941" y="764084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5" name="Stage1_sixpanel_9856">
            <a:extLst>
              <a:ext uri="{FF2B5EF4-FFF2-40B4-BE49-F238E27FC236}">
                <a16:creationId xmlns:a16="http://schemas.microsoft.com/office/drawing/2014/main" id="{C96C0EBE-FEE6-4E5A-B0DD-161672A58698}"/>
              </a:ext>
            </a:extLst>
          </p:cNvPr>
          <p:cNvSpPr>
            <a:spLocks noGrp="1"/>
          </p:cNvSpPr>
          <p:nvPr/>
        </p:nvSpPr>
        <p:spPr>
          <a:xfrm>
            <a:off x="595551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6" name="Stage1_sixpanel_9857">
            <a:extLst>
              <a:ext uri="{FF2B5EF4-FFF2-40B4-BE49-F238E27FC236}">
                <a16:creationId xmlns:a16="http://schemas.microsoft.com/office/drawing/2014/main" id="{1A9F045B-0F70-4CAC-8E1D-0B49B6AE5847}"/>
              </a:ext>
            </a:extLst>
          </p:cNvPr>
          <p:cNvSpPr>
            <a:spLocks noGrp="1"/>
          </p:cNvSpPr>
          <p:nvPr/>
        </p:nvSpPr>
        <p:spPr>
          <a:xfrm>
            <a:off x="594631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7" name="Stage1_sixpanel_9858">
            <a:extLst>
              <a:ext uri="{FF2B5EF4-FFF2-40B4-BE49-F238E27FC236}">
                <a16:creationId xmlns:a16="http://schemas.microsoft.com/office/drawing/2014/main" id="{49B5E3AB-8B35-434C-A9D2-0CD1962AA55F}"/>
              </a:ext>
            </a:extLst>
          </p:cNvPr>
          <p:cNvSpPr>
            <a:spLocks noGrp="1"/>
          </p:cNvSpPr>
          <p:nvPr/>
        </p:nvSpPr>
        <p:spPr>
          <a:xfrm>
            <a:off x="601630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8" name="Stage1_sixpanel_9859">
            <a:extLst>
              <a:ext uri="{FF2B5EF4-FFF2-40B4-BE49-F238E27FC236}">
                <a16:creationId xmlns:a16="http://schemas.microsoft.com/office/drawing/2014/main" id="{2B96CEF3-5736-464D-9662-B9AB2D2CF922}"/>
              </a:ext>
            </a:extLst>
          </p:cNvPr>
          <p:cNvSpPr>
            <a:spLocks noGrp="1"/>
          </p:cNvSpPr>
          <p:nvPr/>
        </p:nvSpPr>
        <p:spPr>
          <a:xfrm>
            <a:off x="586056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89" name="Stage1_sixpanel_9860">
            <a:extLst>
              <a:ext uri="{FF2B5EF4-FFF2-40B4-BE49-F238E27FC236}">
                <a16:creationId xmlns:a16="http://schemas.microsoft.com/office/drawing/2014/main" id="{A7ABB498-4606-4A69-BA76-1651B4784663}"/>
              </a:ext>
            </a:extLst>
          </p:cNvPr>
          <p:cNvSpPr>
            <a:spLocks noGrp="1"/>
          </p:cNvSpPr>
          <p:nvPr/>
        </p:nvSpPr>
        <p:spPr>
          <a:xfrm>
            <a:off x="58590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0" name="Stage1_sixpanel_9861">
            <a:extLst>
              <a:ext uri="{FF2B5EF4-FFF2-40B4-BE49-F238E27FC236}">
                <a16:creationId xmlns:a16="http://schemas.microsoft.com/office/drawing/2014/main" id="{F9C26791-C57D-46E6-9CCD-3188A02A55F6}"/>
              </a:ext>
            </a:extLst>
          </p:cNvPr>
          <p:cNvSpPr>
            <a:spLocks noGrp="1"/>
          </p:cNvSpPr>
          <p:nvPr/>
        </p:nvSpPr>
        <p:spPr>
          <a:xfrm>
            <a:off x="588779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1" name="Stage1_sixpanel_9862">
            <a:extLst>
              <a:ext uri="{FF2B5EF4-FFF2-40B4-BE49-F238E27FC236}">
                <a16:creationId xmlns:a16="http://schemas.microsoft.com/office/drawing/2014/main" id="{6D5A09F9-784C-495D-93D6-AFF9E167E87D}"/>
              </a:ext>
            </a:extLst>
          </p:cNvPr>
          <p:cNvSpPr>
            <a:spLocks noGrp="1"/>
          </p:cNvSpPr>
          <p:nvPr/>
        </p:nvSpPr>
        <p:spPr>
          <a:xfrm>
            <a:off x="5969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2" name="Stage1_sixpanel_9863">
            <a:extLst>
              <a:ext uri="{FF2B5EF4-FFF2-40B4-BE49-F238E27FC236}">
                <a16:creationId xmlns:a16="http://schemas.microsoft.com/office/drawing/2014/main" id="{6A594171-8D09-4631-8E2F-4E3ED8840E49}"/>
              </a:ext>
            </a:extLst>
          </p:cNvPr>
          <p:cNvSpPr>
            <a:spLocks noGrp="1"/>
          </p:cNvSpPr>
          <p:nvPr/>
        </p:nvSpPr>
        <p:spPr>
          <a:xfrm>
            <a:off x="5931059" y="6891178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3" name="Stage1_sixpanel_9864">
            <a:extLst>
              <a:ext uri="{FF2B5EF4-FFF2-40B4-BE49-F238E27FC236}">
                <a16:creationId xmlns:a16="http://schemas.microsoft.com/office/drawing/2014/main" id="{0868CC8A-3462-4D60-9BB3-C04E6A706B20}"/>
              </a:ext>
            </a:extLst>
          </p:cNvPr>
          <p:cNvSpPr>
            <a:spLocks noGrp="1"/>
          </p:cNvSpPr>
          <p:nvPr/>
        </p:nvSpPr>
        <p:spPr>
          <a:xfrm>
            <a:off x="601970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4" name="Stage1_sixpanel_9865">
            <a:extLst>
              <a:ext uri="{FF2B5EF4-FFF2-40B4-BE49-F238E27FC236}">
                <a16:creationId xmlns:a16="http://schemas.microsoft.com/office/drawing/2014/main" id="{F20FC726-738C-4323-9E04-29584754DB29}"/>
              </a:ext>
            </a:extLst>
          </p:cNvPr>
          <p:cNvSpPr>
            <a:spLocks noGrp="1"/>
          </p:cNvSpPr>
          <p:nvPr/>
        </p:nvSpPr>
        <p:spPr>
          <a:xfrm>
            <a:off x="60244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5" name="Stage1_sixpanel_9866">
            <a:extLst>
              <a:ext uri="{FF2B5EF4-FFF2-40B4-BE49-F238E27FC236}">
                <a16:creationId xmlns:a16="http://schemas.microsoft.com/office/drawing/2014/main" id="{92466617-5CFB-4242-9110-2C020747779A}"/>
              </a:ext>
            </a:extLst>
          </p:cNvPr>
          <p:cNvSpPr>
            <a:spLocks noGrp="1"/>
          </p:cNvSpPr>
          <p:nvPr/>
        </p:nvSpPr>
        <p:spPr>
          <a:xfrm>
            <a:off x="590451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6" name="Stage1_sixpanel_9867">
            <a:extLst>
              <a:ext uri="{FF2B5EF4-FFF2-40B4-BE49-F238E27FC236}">
                <a16:creationId xmlns:a16="http://schemas.microsoft.com/office/drawing/2014/main" id="{601BB94F-ABBE-49C2-AEEC-F34CFBDF43C6}"/>
              </a:ext>
            </a:extLst>
          </p:cNvPr>
          <p:cNvSpPr>
            <a:spLocks noGrp="1"/>
          </p:cNvSpPr>
          <p:nvPr/>
        </p:nvSpPr>
        <p:spPr>
          <a:xfrm>
            <a:off x="59153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7" name="Stage1_sixpanel_9868">
            <a:extLst>
              <a:ext uri="{FF2B5EF4-FFF2-40B4-BE49-F238E27FC236}">
                <a16:creationId xmlns:a16="http://schemas.microsoft.com/office/drawing/2014/main" id="{CFF53AD4-2C3E-4456-8359-93A1D2A6D1BD}"/>
              </a:ext>
            </a:extLst>
          </p:cNvPr>
          <p:cNvSpPr>
            <a:spLocks noGrp="1"/>
          </p:cNvSpPr>
          <p:nvPr/>
        </p:nvSpPr>
        <p:spPr>
          <a:xfrm>
            <a:off x="589249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8" name="Stage1_sixpanel_9869">
            <a:extLst>
              <a:ext uri="{FF2B5EF4-FFF2-40B4-BE49-F238E27FC236}">
                <a16:creationId xmlns:a16="http://schemas.microsoft.com/office/drawing/2014/main" id="{30F64335-7EF1-471E-895C-1B2A3E19EA3A}"/>
              </a:ext>
            </a:extLst>
          </p:cNvPr>
          <p:cNvSpPr>
            <a:spLocks noGrp="1"/>
          </p:cNvSpPr>
          <p:nvPr/>
        </p:nvSpPr>
        <p:spPr>
          <a:xfrm>
            <a:off x="596284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699" name="Stage1_sixpanel_9870">
            <a:extLst>
              <a:ext uri="{FF2B5EF4-FFF2-40B4-BE49-F238E27FC236}">
                <a16:creationId xmlns:a16="http://schemas.microsoft.com/office/drawing/2014/main" id="{BF5204F8-BDF1-43DA-BBAB-29C04337AC3F}"/>
              </a:ext>
            </a:extLst>
          </p:cNvPr>
          <p:cNvSpPr>
            <a:spLocks noGrp="1"/>
          </p:cNvSpPr>
          <p:nvPr/>
        </p:nvSpPr>
        <p:spPr>
          <a:xfrm>
            <a:off x="59938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0" name="Stage1_sixpanel_9871">
            <a:extLst>
              <a:ext uri="{FF2B5EF4-FFF2-40B4-BE49-F238E27FC236}">
                <a16:creationId xmlns:a16="http://schemas.microsoft.com/office/drawing/2014/main" id="{4A77502E-7941-44B5-BC5F-125DBE447E8F}"/>
              </a:ext>
            </a:extLst>
          </p:cNvPr>
          <p:cNvSpPr>
            <a:spLocks noGrp="1"/>
          </p:cNvSpPr>
          <p:nvPr/>
        </p:nvSpPr>
        <p:spPr>
          <a:xfrm>
            <a:off x="5953468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1" name="Stage1_sixpanel_9872">
            <a:extLst>
              <a:ext uri="{FF2B5EF4-FFF2-40B4-BE49-F238E27FC236}">
                <a16:creationId xmlns:a16="http://schemas.microsoft.com/office/drawing/2014/main" id="{B11E9F2A-1CDA-45F9-AE8D-0B1312F69683}"/>
              </a:ext>
            </a:extLst>
          </p:cNvPr>
          <p:cNvSpPr>
            <a:spLocks noGrp="1"/>
          </p:cNvSpPr>
          <p:nvPr/>
        </p:nvSpPr>
        <p:spPr>
          <a:xfrm>
            <a:off x="60439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2" name="Stage1_sixpanel_9873">
            <a:extLst>
              <a:ext uri="{FF2B5EF4-FFF2-40B4-BE49-F238E27FC236}">
                <a16:creationId xmlns:a16="http://schemas.microsoft.com/office/drawing/2014/main" id="{FD6288FE-E505-4BED-A6DF-B619E2953C03}"/>
              </a:ext>
            </a:extLst>
          </p:cNvPr>
          <p:cNvSpPr>
            <a:spLocks noGrp="1"/>
          </p:cNvSpPr>
          <p:nvPr/>
        </p:nvSpPr>
        <p:spPr>
          <a:xfrm>
            <a:off x="6053392" y="741647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3" name="Stage1_sixpanel_9874">
            <a:extLst>
              <a:ext uri="{FF2B5EF4-FFF2-40B4-BE49-F238E27FC236}">
                <a16:creationId xmlns:a16="http://schemas.microsoft.com/office/drawing/2014/main" id="{DEDDE794-09FA-4B66-A991-D18F84242756}"/>
              </a:ext>
            </a:extLst>
          </p:cNvPr>
          <p:cNvSpPr>
            <a:spLocks noGrp="1"/>
          </p:cNvSpPr>
          <p:nvPr/>
        </p:nvSpPr>
        <p:spPr>
          <a:xfrm>
            <a:off x="5966870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4" name="Stage1_sixpanel_9875">
            <a:extLst>
              <a:ext uri="{FF2B5EF4-FFF2-40B4-BE49-F238E27FC236}">
                <a16:creationId xmlns:a16="http://schemas.microsoft.com/office/drawing/2014/main" id="{535A9491-DAB8-4DA8-9F1C-A09E9CF83915}"/>
              </a:ext>
            </a:extLst>
          </p:cNvPr>
          <p:cNvSpPr>
            <a:spLocks noGrp="1"/>
          </p:cNvSpPr>
          <p:nvPr/>
        </p:nvSpPr>
        <p:spPr>
          <a:xfrm>
            <a:off x="594454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5" name="Stage1_sixpanel_9876">
            <a:extLst>
              <a:ext uri="{FF2B5EF4-FFF2-40B4-BE49-F238E27FC236}">
                <a16:creationId xmlns:a16="http://schemas.microsoft.com/office/drawing/2014/main" id="{CE570233-F1C9-40A2-935D-FBF1F56C299E}"/>
              </a:ext>
            </a:extLst>
          </p:cNvPr>
          <p:cNvSpPr>
            <a:spLocks noGrp="1"/>
          </p:cNvSpPr>
          <p:nvPr/>
        </p:nvSpPr>
        <p:spPr>
          <a:xfrm>
            <a:off x="596997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6" name="Stage1_sixpanel_9877">
            <a:extLst>
              <a:ext uri="{FF2B5EF4-FFF2-40B4-BE49-F238E27FC236}">
                <a16:creationId xmlns:a16="http://schemas.microsoft.com/office/drawing/2014/main" id="{F2CC0D0D-C311-42DE-BDAB-19219D1C3875}"/>
              </a:ext>
            </a:extLst>
          </p:cNvPr>
          <p:cNvSpPr>
            <a:spLocks noGrp="1"/>
          </p:cNvSpPr>
          <p:nvPr/>
        </p:nvSpPr>
        <p:spPr>
          <a:xfrm>
            <a:off x="597769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7" name="Stage1_sixpanel_9878">
            <a:extLst>
              <a:ext uri="{FF2B5EF4-FFF2-40B4-BE49-F238E27FC236}">
                <a16:creationId xmlns:a16="http://schemas.microsoft.com/office/drawing/2014/main" id="{8F7164AE-65CD-4136-AB06-5737EE3CA63C}"/>
              </a:ext>
            </a:extLst>
          </p:cNvPr>
          <p:cNvSpPr>
            <a:spLocks noGrp="1"/>
          </p:cNvSpPr>
          <p:nvPr/>
        </p:nvSpPr>
        <p:spPr>
          <a:xfrm>
            <a:off x="5885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8" name="Stage1_sixpanel_9879">
            <a:extLst>
              <a:ext uri="{FF2B5EF4-FFF2-40B4-BE49-F238E27FC236}">
                <a16:creationId xmlns:a16="http://schemas.microsoft.com/office/drawing/2014/main" id="{96F7BB30-C415-407C-91E6-E6A8B88DB60C}"/>
              </a:ext>
            </a:extLst>
          </p:cNvPr>
          <p:cNvSpPr>
            <a:spLocks noGrp="1"/>
          </p:cNvSpPr>
          <p:nvPr/>
        </p:nvSpPr>
        <p:spPr>
          <a:xfrm>
            <a:off x="59926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09" name="Stage1_sixpanel_9880">
            <a:extLst>
              <a:ext uri="{FF2B5EF4-FFF2-40B4-BE49-F238E27FC236}">
                <a16:creationId xmlns:a16="http://schemas.microsoft.com/office/drawing/2014/main" id="{C98F6A03-293D-428A-AE49-E3CA709027A9}"/>
              </a:ext>
            </a:extLst>
          </p:cNvPr>
          <p:cNvSpPr>
            <a:spLocks noGrp="1"/>
          </p:cNvSpPr>
          <p:nvPr/>
        </p:nvSpPr>
        <p:spPr>
          <a:xfrm>
            <a:off x="60336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0" name="Stage1_sixpanel_9881">
            <a:extLst>
              <a:ext uri="{FF2B5EF4-FFF2-40B4-BE49-F238E27FC236}">
                <a16:creationId xmlns:a16="http://schemas.microsoft.com/office/drawing/2014/main" id="{FF31EF11-0FC6-48A8-996F-91908A8D8760}"/>
              </a:ext>
            </a:extLst>
          </p:cNvPr>
          <p:cNvSpPr>
            <a:spLocks noGrp="1"/>
          </p:cNvSpPr>
          <p:nvPr/>
        </p:nvSpPr>
        <p:spPr>
          <a:xfrm>
            <a:off x="589373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1" name="Stage1_sixpanel_9882">
            <a:extLst>
              <a:ext uri="{FF2B5EF4-FFF2-40B4-BE49-F238E27FC236}">
                <a16:creationId xmlns:a16="http://schemas.microsoft.com/office/drawing/2014/main" id="{6F5D3EF4-0612-4C40-A611-1E48CA204978}"/>
              </a:ext>
            </a:extLst>
          </p:cNvPr>
          <p:cNvSpPr>
            <a:spLocks noGrp="1"/>
          </p:cNvSpPr>
          <p:nvPr/>
        </p:nvSpPr>
        <p:spPr>
          <a:xfrm>
            <a:off x="584291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2" name="Stage1_sixpanel_9883">
            <a:extLst>
              <a:ext uri="{FF2B5EF4-FFF2-40B4-BE49-F238E27FC236}">
                <a16:creationId xmlns:a16="http://schemas.microsoft.com/office/drawing/2014/main" id="{B1BA554E-A7A3-4950-AFE0-06376E3A1BC5}"/>
              </a:ext>
            </a:extLst>
          </p:cNvPr>
          <p:cNvSpPr>
            <a:spLocks noGrp="1"/>
          </p:cNvSpPr>
          <p:nvPr/>
        </p:nvSpPr>
        <p:spPr>
          <a:xfrm>
            <a:off x="6000049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3" name="Stage1_sixpanel_9884">
            <a:extLst>
              <a:ext uri="{FF2B5EF4-FFF2-40B4-BE49-F238E27FC236}">
                <a16:creationId xmlns:a16="http://schemas.microsoft.com/office/drawing/2014/main" id="{CA9135D6-1B43-4751-8869-B018ED9B48AB}"/>
              </a:ext>
            </a:extLst>
          </p:cNvPr>
          <p:cNvSpPr>
            <a:spLocks noGrp="1"/>
          </p:cNvSpPr>
          <p:nvPr/>
        </p:nvSpPr>
        <p:spPr>
          <a:xfrm>
            <a:off x="588455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4" name="Stage1_sixpanel_9885">
            <a:extLst>
              <a:ext uri="{FF2B5EF4-FFF2-40B4-BE49-F238E27FC236}">
                <a16:creationId xmlns:a16="http://schemas.microsoft.com/office/drawing/2014/main" id="{D2B12697-0C89-4D22-9328-54DF21F28D4A}"/>
              </a:ext>
            </a:extLst>
          </p:cNvPr>
          <p:cNvSpPr>
            <a:spLocks noGrp="1"/>
          </p:cNvSpPr>
          <p:nvPr/>
        </p:nvSpPr>
        <p:spPr>
          <a:xfrm>
            <a:off x="591957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5" name="Stage1_sixpanel_9886">
            <a:extLst>
              <a:ext uri="{FF2B5EF4-FFF2-40B4-BE49-F238E27FC236}">
                <a16:creationId xmlns:a16="http://schemas.microsoft.com/office/drawing/2014/main" id="{735E65F3-7D3D-47EF-B6D8-BEC6F90105E4}"/>
              </a:ext>
            </a:extLst>
          </p:cNvPr>
          <p:cNvSpPr>
            <a:spLocks noGrp="1"/>
          </p:cNvSpPr>
          <p:nvPr/>
        </p:nvSpPr>
        <p:spPr>
          <a:xfrm>
            <a:off x="589122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6" name="Stage1_sixpanel_9887">
            <a:extLst>
              <a:ext uri="{FF2B5EF4-FFF2-40B4-BE49-F238E27FC236}">
                <a16:creationId xmlns:a16="http://schemas.microsoft.com/office/drawing/2014/main" id="{FCEAFEC4-6164-4876-9524-71EC2FBF8553}"/>
              </a:ext>
            </a:extLst>
          </p:cNvPr>
          <p:cNvSpPr>
            <a:spLocks noGrp="1"/>
          </p:cNvSpPr>
          <p:nvPr/>
        </p:nvSpPr>
        <p:spPr>
          <a:xfrm>
            <a:off x="586790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7" name="Stage1_sixpanel_9888">
            <a:extLst>
              <a:ext uri="{FF2B5EF4-FFF2-40B4-BE49-F238E27FC236}">
                <a16:creationId xmlns:a16="http://schemas.microsoft.com/office/drawing/2014/main" id="{125BAE8F-EABB-4E17-B405-01D134C7445C}"/>
              </a:ext>
            </a:extLst>
          </p:cNvPr>
          <p:cNvSpPr>
            <a:spLocks noGrp="1"/>
          </p:cNvSpPr>
          <p:nvPr/>
        </p:nvSpPr>
        <p:spPr>
          <a:xfrm>
            <a:off x="59755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8" name="Stage1_sixpanel_9889">
            <a:extLst>
              <a:ext uri="{FF2B5EF4-FFF2-40B4-BE49-F238E27FC236}">
                <a16:creationId xmlns:a16="http://schemas.microsoft.com/office/drawing/2014/main" id="{4ED1F776-25C7-4B66-AA04-FE25D4A23A90}"/>
              </a:ext>
            </a:extLst>
          </p:cNvPr>
          <p:cNvSpPr>
            <a:spLocks noGrp="1"/>
          </p:cNvSpPr>
          <p:nvPr/>
        </p:nvSpPr>
        <p:spPr>
          <a:xfrm>
            <a:off x="6013666" y="737567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19" name="Stage1_sixpanel_9890">
            <a:extLst>
              <a:ext uri="{FF2B5EF4-FFF2-40B4-BE49-F238E27FC236}">
                <a16:creationId xmlns:a16="http://schemas.microsoft.com/office/drawing/2014/main" id="{DBAF45F5-9EF8-4FDC-BF49-408773D958C0}"/>
              </a:ext>
            </a:extLst>
          </p:cNvPr>
          <p:cNvSpPr>
            <a:spLocks noGrp="1"/>
          </p:cNvSpPr>
          <p:nvPr/>
        </p:nvSpPr>
        <p:spPr>
          <a:xfrm>
            <a:off x="586831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0" name="Stage1_sixpanel_9891">
            <a:extLst>
              <a:ext uri="{FF2B5EF4-FFF2-40B4-BE49-F238E27FC236}">
                <a16:creationId xmlns:a16="http://schemas.microsoft.com/office/drawing/2014/main" id="{69F4F1A8-53E0-44F4-9E23-9FA25275D4B7}"/>
              </a:ext>
            </a:extLst>
          </p:cNvPr>
          <p:cNvSpPr>
            <a:spLocks noGrp="1"/>
          </p:cNvSpPr>
          <p:nvPr/>
        </p:nvSpPr>
        <p:spPr>
          <a:xfrm>
            <a:off x="5903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1" name="Stage1_sixpanel_9892">
            <a:extLst>
              <a:ext uri="{FF2B5EF4-FFF2-40B4-BE49-F238E27FC236}">
                <a16:creationId xmlns:a16="http://schemas.microsoft.com/office/drawing/2014/main" id="{FEEEF293-E123-452F-9E37-2D58CC2503A8}"/>
              </a:ext>
            </a:extLst>
          </p:cNvPr>
          <p:cNvSpPr>
            <a:spLocks noGrp="1"/>
          </p:cNvSpPr>
          <p:nvPr/>
        </p:nvSpPr>
        <p:spPr>
          <a:xfrm>
            <a:off x="6015694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2" name="Stage1_sixpanel_9893">
            <a:extLst>
              <a:ext uri="{FF2B5EF4-FFF2-40B4-BE49-F238E27FC236}">
                <a16:creationId xmlns:a16="http://schemas.microsoft.com/office/drawing/2014/main" id="{F5139C5C-E038-4DEF-B1AD-8AC86D248D09}"/>
              </a:ext>
            </a:extLst>
          </p:cNvPr>
          <p:cNvSpPr>
            <a:spLocks noGrp="1"/>
          </p:cNvSpPr>
          <p:nvPr/>
        </p:nvSpPr>
        <p:spPr>
          <a:xfrm>
            <a:off x="592445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3" name="Stage1_sixpanel_9894">
            <a:extLst>
              <a:ext uri="{FF2B5EF4-FFF2-40B4-BE49-F238E27FC236}">
                <a16:creationId xmlns:a16="http://schemas.microsoft.com/office/drawing/2014/main" id="{C2447638-B592-4211-88BF-0AE1FEA926C8}"/>
              </a:ext>
            </a:extLst>
          </p:cNvPr>
          <p:cNvSpPr>
            <a:spLocks noGrp="1"/>
          </p:cNvSpPr>
          <p:nvPr/>
        </p:nvSpPr>
        <p:spPr>
          <a:xfrm>
            <a:off x="5919633" y="6927843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4" name="Stage1_sixpanel_9895">
            <a:extLst>
              <a:ext uri="{FF2B5EF4-FFF2-40B4-BE49-F238E27FC236}">
                <a16:creationId xmlns:a16="http://schemas.microsoft.com/office/drawing/2014/main" id="{7173AF03-DB28-49C8-A6D9-040AE6DD64D1}"/>
              </a:ext>
            </a:extLst>
          </p:cNvPr>
          <p:cNvSpPr>
            <a:spLocks noGrp="1"/>
          </p:cNvSpPr>
          <p:nvPr/>
        </p:nvSpPr>
        <p:spPr>
          <a:xfrm>
            <a:off x="5870746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5" name="Stage1_sixpanel_9896">
            <a:extLst>
              <a:ext uri="{FF2B5EF4-FFF2-40B4-BE49-F238E27FC236}">
                <a16:creationId xmlns:a16="http://schemas.microsoft.com/office/drawing/2014/main" id="{7656880A-19E9-4C34-813D-B8CEA6679BA8}"/>
              </a:ext>
            </a:extLst>
          </p:cNvPr>
          <p:cNvSpPr>
            <a:spLocks noGrp="1"/>
          </p:cNvSpPr>
          <p:nvPr/>
        </p:nvSpPr>
        <p:spPr>
          <a:xfrm>
            <a:off x="605541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6" name="Stage1_sixpanel_9897">
            <a:extLst>
              <a:ext uri="{FF2B5EF4-FFF2-40B4-BE49-F238E27FC236}">
                <a16:creationId xmlns:a16="http://schemas.microsoft.com/office/drawing/2014/main" id="{702C35DC-4239-47A9-B73E-A88CEFAFC7E8}"/>
              </a:ext>
            </a:extLst>
          </p:cNvPr>
          <p:cNvSpPr>
            <a:spLocks noGrp="1"/>
          </p:cNvSpPr>
          <p:nvPr/>
        </p:nvSpPr>
        <p:spPr>
          <a:xfrm>
            <a:off x="5988247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7" name="Stage1_sixpanel_9898">
            <a:extLst>
              <a:ext uri="{FF2B5EF4-FFF2-40B4-BE49-F238E27FC236}">
                <a16:creationId xmlns:a16="http://schemas.microsoft.com/office/drawing/2014/main" id="{FAE6E043-108A-4546-B7C1-BAA087BAEDC2}"/>
              </a:ext>
            </a:extLst>
          </p:cNvPr>
          <p:cNvSpPr>
            <a:spLocks noGrp="1"/>
          </p:cNvSpPr>
          <p:nvPr/>
        </p:nvSpPr>
        <p:spPr>
          <a:xfrm>
            <a:off x="592376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8" name="Stage1_sixpanel_9899">
            <a:extLst>
              <a:ext uri="{FF2B5EF4-FFF2-40B4-BE49-F238E27FC236}">
                <a16:creationId xmlns:a16="http://schemas.microsoft.com/office/drawing/2014/main" id="{E74DA829-4F7F-49E5-9AA3-4D9EC9A0E47E}"/>
              </a:ext>
            </a:extLst>
          </p:cNvPr>
          <p:cNvSpPr>
            <a:spLocks noGrp="1"/>
          </p:cNvSpPr>
          <p:nvPr/>
        </p:nvSpPr>
        <p:spPr>
          <a:xfrm>
            <a:off x="5875018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29" name="Stage1_sixpanel_9900">
            <a:extLst>
              <a:ext uri="{FF2B5EF4-FFF2-40B4-BE49-F238E27FC236}">
                <a16:creationId xmlns:a16="http://schemas.microsoft.com/office/drawing/2014/main" id="{07EE2A0D-F0D2-4D93-9730-F407926A4E3D}"/>
              </a:ext>
            </a:extLst>
          </p:cNvPr>
          <p:cNvSpPr>
            <a:spLocks noGrp="1"/>
          </p:cNvSpPr>
          <p:nvPr/>
        </p:nvSpPr>
        <p:spPr>
          <a:xfrm>
            <a:off x="598524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0" name="Stage1_sixpanel_9901">
            <a:extLst>
              <a:ext uri="{FF2B5EF4-FFF2-40B4-BE49-F238E27FC236}">
                <a16:creationId xmlns:a16="http://schemas.microsoft.com/office/drawing/2014/main" id="{1FE5B366-2A8B-4777-B76F-C60BE81899B4}"/>
              </a:ext>
            </a:extLst>
          </p:cNvPr>
          <p:cNvSpPr>
            <a:spLocks noGrp="1"/>
          </p:cNvSpPr>
          <p:nvPr/>
        </p:nvSpPr>
        <p:spPr>
          <a:xfrm>
            <a:off x="593234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1" name="Stage1_sixpanel_9902">
            <a:extLst>
              <a:ext uri="{FF2B5EF4-FFF2-40B4-BE49-F238E27FC236}">
                <a16:creationId xmlns:a16="http://schemas.microsoft.com/office/drawing/2014/main" id="{4CF80FF6-BC8E-478D-BA91-4BC4375C90F0}"/>
              </a:ext>
            </a:extLst>
          </p:cNvPr>
          <p:cNvSpPr>
            <a:spLocks noGrp="1"/>
          </p:cNvSpPr>
          <p:nvPr/>
        </p:nvSpPr>
        <p:spPr>
          <a:xfrm>
            <a:off x="5926870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2" name="Stage1_sixpanel_9903">
            <a:extLst>
              <a:ext uri="{FF2B5EF4-FFF2-40B4-BE49-F238E27FC236}">
                <a16:creationId xmlns:a16="http://schemas.microsoft.com/office/drawing/2014/main" id="{946D207B-7D22-4722-B1AD-7FAC3B440AA1}"/>
              </a:ext>
            </a:extLst>
          </p:cNvPr>
          <p:cNvSpPr>
            <a:spLocks noGrp="1"/>
          </p:cNvSpPr>
          <p:nvPr/>
        </p:nvSpPr>
        <p:spPr>
          <a:xfrm>
            <a:off x="589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3" name="Stage1_sixpanel_9904">
            <a:extLst>
              <a:ext uri="{FF2B5EF4-FFF2-40B4-BE49-F238E27FC236}">
                <a16:creationId xmlns:a16="http://schemas.microsoft.com/office/drawing/2014/main" id="{4757DAD3-76A4-4096-B8E2-B292DC967F48}"/>
              </a:ext>
            </a:extLst>
          </p:cNvPr>
          <p:cNvSpPr>
            <a:spLocks noGrp="1"/>
          </p:cNvSpPr>
          <p:nvPr/>
        </p:nvSpPr>
        <p:spPr>
          <a:xfrm>
            <a:off x="5940496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4" name="Stage1_sixpanel_9905">
            <a:extLst>
              <a:ext uri="{FF2B5EF4-FFF2-40B4-BE49-F238E27FC236}">
                <a16:creationId xmlns:a16="http://schemas.microsoft.com/office/drawing/2014/main" id="{99DFE1CD-F4EB-46E2-BBB0-E4F43641EB1E}"/>
              </a:ext>
            </a:extLst>
          </p:cNvPr>
          <p:cNvSpPr>
            <a:spLocks noGrp="1"/>
          </p:cNvSpPr>
          <p:nvPr/>
        </p:nvSpPr>
        <p:spPr>
          <a:xfrm>
            <a:off x="5920455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5" name="Stage1_sixpanel_9906">
            <a:extLst>
              <a:ext uri="{FF2B5EF4-FFF2-40B4-BE49-F238E27FC236}">
                <a16:creationId xmlns:a16="http://schemas.microsoft.com/office/drawing/2014/main" id="{54DAD326-D9CE-4A81-B396-77C2E71C716E}"/>
              </a:ext>
            </a:extLst>
          </p:cNvPr>
          <p:cNvSpPr>
            <a:spLocks noGrp="1"/>
          </p:cNvSpPr>
          <p:nvPr/>
        </p:nvSpPr>
        <p:spPr>
          <a:xfrm>
            <a:off x="593775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6" name="Stage1_sixpanel_9907">
            <a:extLst>
              <a:ext uri="{FF2B5EF4-FFF2-40B4-BE49-F238E27FC236}">
                <a16:creationId xmlns:a16="http://schemas.microsoft.com/office/drawing/2014/main" id="{207637A9-8FD6-4118-B45F-1EE9FE96769F}"/>
              </a:ext>
            </a:extLst>
          </p:cNvPr>
          <p:cNvSpPr>
            <a:spLocks noGrp="1"/>
          </p:cNvSpPr>
          <p:nvPr/>
        </p:nvSpPr>
        <p:spPr>
          <a:xfrm>
            <a:off x="6046527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7" name="Stage1_sixpanel_9908">
            <a:extLst>
              <a:ext uri="{FF2B5EF4-FFF2-40B4-BE49-F238E27FC236}">
                <a16:creationId xmlns:a16="http://schemas.microsoft.com/office/drawing/2014/main" id="{2BC4357E-17FD-4FCB-B5F0-9E0BA50AF531}"/>
              </a:ext>
            </a:extLst>
          </p:cNvPr>
          <p:cNvSpPr>
            <a:spLocks noGrp="1"/>
          </p:cNvSpPr>
          <p:nvPr/>
        </p:nvSpPr>
        <p:spPr>
          <a:xfrm>
            <a:off x="585847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38" name="Stage1_sixpanel_9909">
            <a:extLst>
              <a:ext uri="{FF2B5EF4-FFF2-40B4-BE49-F238E27FC236}">
                <a16:creationId xmlns:a16="http://schemas.microsoft.com/office/drawing/2014/main" id="{455C8881-A942-4D37-937B-B26BD0D05862}"/>
              </a:ext>
            </a:extLst>
          </p:cNvPr>
          <p:cNvSpPr>
            <a:spLocks noGrp="1"/>
          </p:cNvSpPr>
          <p:nvPr/>
        </p:nvSpPr>
        <p:spPr>
          <a:xfrm>
            <a:off x="6220718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339352" y="1237437"/>
                </a:moveTo>
                <a:lnTo>
                  <a:pt x="0" y="1237437"/>
                </a:lnTo>
                <a:lnTo>
                  <a:pt x="1624" y="1229703"/>
                </a:lnTo>
                <a:lnTo>
                  <a:pt x="6397" y="1221969"/>
                </a:lnTo>
                <a:lnTo>
                  <a:pt x="14035" y="1214235"/>
                </a:lnTo>
                <a:lnTo>
                  <a:pt x="24098" y="1206502"/>
                </a:lnTo>
                <a:lnTo>
                  <a:pt x="36027" y="1198768"/>
                </a:lnTo>
                <a:lnTo>
                  <a:pt x="49204" y="1191034"/>
                </a:lnTo>
                <a:lnTo>
                  <a:pt x="63002" y="1183300"/>
                </a:lnTo>
                <a:lnTo>
                  <a:pt x="76831" y="1175566"/>
                </a:lnTo>
                <a:lnTo>
                  <a:pt x="90183" y="1167832"/>
                </a:lnTo>
                <a:lnTo>
                  <a:pt x="102655" y="1160098"/>
                </a:lnTo>
                <a:lnTo>
                  <a:pt x="113963" y="1152364"/>
                </a:lnTo>
                <a:lnTo>
                  <a:pt x="123939" y="1144630"/>
                </a:lnTo>
                <a:lnTo>
                  <a:pt x="132523" y="1136896"/>
                </a:lnTo>
                <a:lnTo>
                  <a:pt x="139740" y="1129162"/>
                </a:lnTo>
                <a:lnTo>
                  <a:pt x="145679" y="1121428"/>
                </a:lnTo>
                <a:lnTo>
                  <a:pt x="150474" y="1113694"/>
                </a:lnTo>
                <a:lnTo>
                  <a:pt x="154275" y="1105960"/>
                </a:lnTo>
                <a:lnTo>
                  <a:pt x="157239" y="1098226"/>
                </a:lnTo>
                <a:lnTo>
                  <a:pt x="159515" y="1090492"/>
                </a:lnTo>
                <a:lnTo>
                  <a:pt x="161235" y="1082758"/>
                </a:lnTo>
                <a:lnTo>
                  <a:pt x="162512" y="1075024"/>
                </a:lnTo>
                <a:lnTo>
                  <a:pt x="163440" y="1067290"/>
                </a:lnTo>
                <a:lnTo>
                  <a:pt x="164095" y="1059556"/>
                </a:lnTo>
                <a:lnTo>
                  <a:pt x="164540" y="1051822"/>
                </a:lnTo>
                <a:lnTo>
                  <a:pt x="164823" y="1044088"/>
                </a:lnTo>
                <a:lnTo>
                  <a:pt x="164986" y="1036354"/>
                </a:lnTo>
                <a:lnTo>
                  <a:pt x="165064" y="1028620"/>
                </a:lnTo>
                <a:lnTo>
                  <a:pt x="165089" y="1020886"/>
                </a:lnTo>
                <a:lnTo>
                  <a:pt x="165087" y="1013152"/>
                </a:lnTo>
                <a:lnTo>
                  <a:pt x="165083" y="1005418"/>
                </a:lnTo>
                <a:lnTo>
                  <a:pt x="165097" y="997684"/>
                </a:lnTo>
                <a:lnTo>
                  <a:pt x="165146" y="989950"/>
                </a:lnTo>
                <a:lnTo>
                  <a:pt x="165242" y="982216"/>
                </a:lnTo>
                <a:lnTo>
                  <a:pt x="165391" y="974482"/>
                </a:lnTo>
                <a:lnTo>
                  <a:pt x="165595" y="966748"/>
                </a:lnTo>
                <a:lnTo>
                  <a:pt x="165851" y="959014"/>
                </a:lnTo>
                <a:lnTo>
                  <a:pt x="166152" y="951280"/>
                </a:lnTo>
                <a:lnTo>
                  <a:pt x="166486" y="943546"/>
                </a:lnTo>
                <a:lnTo>
                  <a:pt x="166841" y="935812"/>
                </a:lnTo>
                <a:lnTo>
                  <a:pt x="167203" y="928078"/>
                </a:lnTo>
                <a:lnTo>
                  <a:pt x="167561" y="920344"/>
                </a:lnTo>
                <a:lnTo>
                  <a:pt x="167902" y="912610"/>
                </a:lnTo>
                <a:lnTo>
                  <a:pt x="168217" y="904876"/>
                </a:lnTo>
                <a:lnTo>
                  <a:pt x="168500" y="897142"/>
                </a:lnTo>
                <a:lnTo>
                  <a:pt x="168747" y="889408"/>
                </a:lnTo>
                <a:lnTo>
                  <a:pt x="168957" y="881674"/>
                </a:lnTo>
                <a:lnTo>
                  <a:pt x="169131" y="873940"/>
                </a:lnTo>
                <a:lnTo>
                  <a:pt x="169272" y="866206"/>
                </a:lnTo>
                <a:lnTo>
                  <a:pt x="169382" y="858472"/>
                </a:lnTo>
                <a:lnTo>
                  <a:pt x="169467" y="850738"/>
                </a:lnTo>
                <a:lnTo>
                  <a:pt x="169530" y="843004"/>
                </a:lnTo>
                <a:lnTo>
                  <a:pt x="169576" y="835270"/>
                </a:lnTo>
                <a:lnTo>
                  <a:pt x="169609" y="827536"/>
                </a:lnTo>
                <a:lnTo>
                  <a:pt x="169632" y="819802"/>
                </a:lnTo>
                <a:lnTo>
                  <a:pt x="169648" y="812068"/>
                </a:lnTo>
                <a:lnTo>
                  <a:pt x="169658" y="804334"/>
                </a:lnTo>
                <a:lnTo>
                  <a:pt x="169665" y="796600"/>
                </a:lnTo>
                <a:lnTo>
                  <a:pt x="169669" y="788866"/>
                </a:lnTo>
                <a:lnTo>
                  <a:pt x="169672" y="781132"/>
                </a:lnTo>
                <a:lnTo>
                  <a:pt x="169673" y="773398"/>
                </a:lnTo>
                <a:lnTo>
                  <a:pt x="169674" y="765664"/>
                </a:lnTo>
                <a:lnTo>
                  <a:pt x="169673" y="757930"/>
                </a:lnTo>
                <a:lnTo>
                  <a:pt x="169672" y="750196"/>
                </a:lnTo>
                <a:lnTo>
                  <a:pt x="169670" y="742462"/>
                </a:lnTo>
                <a:lnTo>
                  <a:pt x="169667" y="734728"/>
                </a:lnTo>
                <a:lnTo>
                  <a:pt x="169662" y="726994"/>
                </a:lnTo>
                <a:lnTo>
                  <a:pt x="169655" y="719261"/>
                </a:lnTo>
                <a:lnTo>
                  <a:pt x="169644" y="711527"/>
                </a:lnTo>
                <a:lnTo>
                  <a:pt x="169629" y="703793"/>
                </a:lnTo>
                <a:lnTo>
                  <a:pt x="169609" y="696059"/>
                </a:lnTo>
                <a:lnTo>
                  <a:pt x="169581" y="688325"/>
                </a:lnTo>
                <a:lnTo>
                  <a:pt x="169546" y="680591"/>
                </a:lnTo>
                <a:lnTo>
                  <a:pt x="169501" y="672857"/>
                </a:lnTo>
                <a:lnTo>
                  <a:pt x="169447" y="665123"/>
                </a:lnTo>
                <a:lnTo>
                  <a:pt x="169381" y="657389"/>
                </a:lnTo>
                <a:lnTo>
                  <a:pt x="169305" y="649655"/>
                </a:lnTo>
                <a:lnTo>
                  <a:pt x="169220" y="641921"/>
                </a:lnTo>
                <a:lnTo>
                  <a:pt x="169127" y="634187"/>
                </a:lnTo>
                <a:lnTo>
                  <a:pt x="169030" y="626453"/>
                </a:lnTo>
                <a:lnTo>
                  <a:pt x="168932" y="618719"/>
                </a:lnTo>
                <a:lnTo>
                  <a:pt x="168838" y="610985"/>
                </a:lnTo>
                <a:lnTo>
                  <a:pt x="168753" y="603251"/>
                </a:lnTo>
                <a:lnTo>
                  <a:pt x="168681" y="595517"/>
                </a:lnTo>
                <a:lnTo>
                  <a:pt x="168628" y="587783"/>
                </a:lnTo>
                <a:lnTo>
                  <a:pt x="168595" y="580049"/>
                </a:lnTo>
                <a:lnTo>
                  <a:pt x="168585" y="572315"/>
                </a:lnTo>
                <a:lnTo>
                  <a:pt x="168600" y="564581"/>
                </a:lnTo>
                <a:lnTo>
                  <a:pt x="168637" y="556847"/>
                </a:lnTo>
                <a:lnTo>
                  <a:pt x="168695" y="549113"/>
                </a:lnTo>
                <a:lnTo>
                  <a:pt x="168770" y="541379"/>
                </a:lnTo>
                <a:lnTo>
                  <a:pt x="168858" y="533645"/>
                </a:lnTo>
                <a:lnTo>
                  <a:pt x="168953" y="525911"/>
                </a:lnTo>
                <a:lnTo>
                  <a:pt x="169051" y="518177"/>
                </a:lnTo>
                <a:lnTo>
                  <a:pt x="169147" y="510443"/>
                </a:lnTo>
                <a:lnTo>
                  <a:pt x="169239" y="502709"/>
                </a:lnTo>
                <a:lnTo>
                  <a:pt x="169322" y="494975"/>
                </a:lnTo>
                <a:lnTo>
                  <a:pt x="169396" y="487241"/>
                </a:lnTo>
                <a:lnTo>
                  <a:pt x="169459" y="479507"/>
                </a:lnTo>
                <a:lnTo>
                  <a:pt x="169512" y="471773"/>
                </a:lnTo>
                <a:lnTo>
                  <a:pt x="169554" y="464039"/>
                </a:lnTo>
                <a:lnTo>
                  <a:pt x="169588" y="456305"/>
                </a:lnTo>
                <a:lnTo>
                  <a:pt x="169613" y="448571"/>
                </a:lnTo>
                <a:lnTo>
                  <a:pt x="169633" y="440837"/>
                </a:lnTo>
                <a:lnTo>
                  <a:pt x="169647" y="433103"/>
                </a:lnTo>
                <a:lnTo>
                  <a:pt x="169656" y="425369"/>
                </a:lnTo>
                <a:lnTo>
                  <a:pt x="169663" y="417635"/>
                </a:lnTo>
                <a:lnTo>
                  <a:pt x="169668" y="409901"/>
                </a:lnTo>
                <a:lnTo>
                  <a:pt x="169671" y="402167"/>
                </a:lnTo>
                <a:lnTo>
                  <a:pt x="169673" y="394433"/>
                </a:lnTo>
                <a:lnTo>
                  <a:pt x="169674" y="386699"/>
                </a:lnTo>
                <a:lnTo>
                  <a:pt x="169675" y="378965"/>
                </a:lnTo>
                <a:lnTo>
                  <a:pt x="169675" y="371231"/>
                </a:lnTo>
                <a:lnTo>
                  <a:pt x="169676" y="363497"/>
                </a:lnTo>
                <a:lnTo>
                  <a:pt x="169676" y="355763"/>
                </a:lnTo>
                <a:lnTo>
                  <a:pt x="169676" y="348029"/>
                </a:lnTo>
                <a:lnTo>
                  <a:pt x="169676" y="340295"/>
                </a:lnTo>
                <a:lnTo>
                  <a:pt x="169676" y="332561"/>
                </a:lnTo>
                <a:lnTo>
                  <a:pt x="169676" y="324827"/>
                </a:lnTo>
                <a:lnTo>
                  <a:pt x="169676" y="317093"/>
                </a:lnTo>
                <a:lnTo>
                  <a:pt x="169676" y="309359"/>
                </a:lnTo>
                <a:lnTo>
                  <a:pt x="169676" y="301625"/>
                </a:lnTo>
                <a:lnTo>
                  <a:pt x="169676" y="293891"/>
                </a:lnTo>
                <a:lnTo>
                  <a:pt x="169676" y="286157"/>
                </a:lnTo>
                <a:lnTo>
                  <a:pt x="169676" y="278423"/>
                </a:lnTo>
                <a:lnTo>
                  <a:pt x="169676" y="270689"/>
                </a:lnTo>
                <a:lnTo>
                  <a:pt x="169676" y="262955"/>
                </a:lnTo>
                <a:lnTo>
                  <a:pt x="169676" y="255221"/>
                </a:lnTo>
                <a:lnTo>
                  <a:pt x="169676" y="247487"/>
                </a:lnTo>
                <a:lnTo>
                  <a:pt x="169676" y="239754"/>
                </a:lnTo>
                <a:lnTo>
                  <a:pt x="169676" y="232020"/>
                </a:lnTo>
                <a:lnTo>
                  <a:pt x="169676" y="224286"/>
                </a:lnTo>
                <a:lnTo>
                  <a:pt x="169675" y="216552"/>
                </a:lnTo>
                <a:lnTo>
                  <a:pt x="169675" y="208818"/>
                </a:lnTo>
                <a:lnTo>
                  <a:pt x="169673" y="201084"/>
                </a:lnTo>
                <a:lnTo>
                  <a:pt x="169671" y="193350"/>
                </a:lnTo>
                <a:lnTo>
                  <a:pt x="169668" y="185616"/>
                </a:lnTo>
                <a:lnTo>
                  <a:pt x="169663" y="177882"/>
                </a:lnTo>
                <a:lnTo>
                  <a:pt x="169655" y="170148"/>
                </a:lnTo>
                <a:lnTo>
                  <a:pt x="169642" y="162414"/>
                </a:lnTo>
                <a:lnTo>
                  <a:pt x="169623" y="154680"/>
                </a:lnTo>
                <a:lnTo>
                  <a:pt x="169594" y="146946"/>
                </a:lnTo>
                <a:lnTo>
                  <a:pt x="169553" y="139212"/>
                </a:lnTo>
                <a:lnTo>
                  <a:pt x="169496" y="131478"/>
                </a:lnTo>
                <a:lnTo>
                  <a:pt x="169416" y="123744"/>
                </a:lnTo>
                <a:lnTo>
                  <a:pt x="169311" y="116010"/>
                </a:lnTo>
                <a:lnTo>
                  <a:pt x="169173" y="108276"/>
                </a:lnTo>
                <a:lnTo>
                  <a:pt x="168999" y="100542"/>
                </a:lnTo>
                <a:lnTo>
                  <a:pt x="168784" y="92808"/>
                </a:lnTo>
                <a:lnTo>
                  <a:pt x="168527" y="85074"/>
                </a:lnTo>
                <a:lnTo>
                  <a:pt x="168227" y="77340"/>
                </a:lnTo>
                <a:lnTo>
                  <a:pt x="167890" y="69606"/>
                </a:lnTo>
                <a:lnTo>
                  <a:pt x="167521" y="61872"/>
                </a:lnTo>
                <a:lnTo>
                  <a:pt x="167134" y="54138"/>
                </a:lnTo>
                <a:lnTo>
                  <a:pt x="166742" y="46404"/>
                </a:lnTo>
                <a:lnTo>
                  <a:pt x="166364" y="38670"/>
                </a:lnTo>
                <a:lnTo>
                  <a:pt x="166018" y="30936"/>
                </a:lnTo>
                <a:lnTo>
                  <a:pt x="165725" y="23202"/>
                </a:lnTo>
                <a:lnTo>
                  <a:pt x="165501" y="15468"/>
                </a:lnTo>
                <a:lnTo>
                  <a:pt x="165361" y="7734"/>
                </a:lnTo>
                <a:lnTo>
                  <a:pt x="165313" y="0"/>
                </a:lnTo>
                <a:lnTo>
                  <a:pt x="174039" y="0"/>
                </a:lnTo>
                <a:lnTo>
                  <a:pt x="174039" y="0"/>
                </a:lnTo>
                <a:lnTo>
                  <a:pt x="173991" y="7734"/>
                </a:lnTo>
                <a:lnTo>
                  <a:pt x="173851" y="15468"/>
                </a:lnTo>
                <a:lnTo>
                  <a:pt x="173627" y="23202"/>
                </a:lnTo>
                <a:lnTo>
                  <a:pt x="173333" y="30936"/>
                </a:lnTo>
                <a:lnTo>
                  <a:pt x="172988" y="38670"/>
                </a:lnTo>
                <a:lnTo>
                  <a:pt x="172610" y="46404"/>
                </a:lnTo>
                <a:lnTo>
                  <a:pt x="172218" y="54138"/>
                </a:lnTo>
                <a:lnTo>
                  <a:pt x="171830" y="61872"/>
                </a:lnTo>
                <a:lnTo>
                  <a:pt x="171462" y="69606"/>
                </a:lnTo>
                <a:lnTo>
                  <a:pt x="171125" y="77340"/>
                </a:lnTo>
                <a:lnTo>
                  <a:pt x="170825" y="85074"/>
                </a:lnTo>
                <a:lnTo>
                  <a:pt x="170568" y="92808"/>
                </a:lnTo>
                <a:lnTo>
                  <a:pt x="170353" y="100542"/>
                </a:lnTo>
                <a:lnTo>
                  <a:pt x="170179" y="108276"/>
                </a:lnTo>
                <a:lnTo>
                  <a:pt x="170041" y="116010"/>
                </a:lnTo>
                <a:lnTo>
                  <a:pt x="169935" y="123744"/>
                </a:lnTo>
                <a:lnTo>
                  <a:pt x="169856" y="131478"/>
                </a:lnTo>
                <a:lnTo>
                  <a:pt x="169799" y="139212"/>
                </a:lnTo>
                <a:lnTo>
                  <a:pt x="169757" y="146946"/>
                </a:lnTo>
                <a:lnTo>
                  <a:pt x="169729" y="154680"/>
                </a:lnTo>
                <a:lnTo>
                  <a:pt x="169710" y="162414"/>
                </a:lnTo>
                <a:lnTo>
                  <a:pt x="169697" y="170148"/>
                </a:lnTo>
                <a:lnTo>
                  <a:pt x="169689" y="177882"/>
                </a:lnTo>
                <a:lnTo>
                  <a:pt x="169684" y="185616"/>
                </a:lnTo>
                <a:lnTo>
                  <a:pt x="169680" y="193350"/>
                </a:lnTo>
                <a:lnTo>
                  <a:pt x="169678" y="201084"/>
                </a:lnTo>
                <a:lnTo>
                  <a:pt x="169677" y="208818"/>
                </a:lnTo>
                <a:lnTo>
                  <a:pt x="169677" y="216552"/>
                </a:lnTo>
                <a:lnTo>
                  <a:pt x="169676" y="224286"/>
                </a:lnTo>
                <a:lnTo>
                  <a:pt x="169676" y="232020"/>
                </a:lnTo>
                <a:lnTo>
                  <a:pt x="169676" y="239754"/>
                </a:lnTo>
                <a:lnTo>
                  <a:pt x="169676" y="247487"/>
                </a:lnTo>
                <a:lnTo>
                  <a:pt x="169676" y="255221"/>
                </a:lnTo>
                <a:lnTo>
                  <a:pt x="169676" y="262955"/>
                </a:lnTo>
                <a:lnTo>
                  <a:pt x="169676" y="270689"/>
                </a:lnTo>
                <a:lnTo>
                  <a:pt x="169676" y="278423"/>
                </a:lnTo>
                <a:lnTo>
                  <a:pt x="169676" y="286157"/>
                </a:lnTo>
                <a:lnTo>
                  <a:pt x="169676" y="293891"/>
                </a:lnTo>
                <a:lnTo>
                  <a:pt x="169676" y="301625"/>
                </a:lnTo>
                <a:lnTo>
                  <a:pt x="169676" y="309359"/>
                </a:lnTo>
                <a:lnTo>
                  <a:pt x="169676" y="317093"/>
                </a:lnTo>
                <a:lnTo>
                  <a:pt x="169676" y="324827"/>
                </a:lnTo>
                <a:lnTo>
                  <a:pt x="169676" y="332561"/>
                </a:lnTo>
                <a:lnTo>
                  <a:pt x="169676" y="340295"/>
                </a:lnTo>
                <a:lnTo>
                  <a:pt x="169676" y="348029"/>
                </a:lnTo>
                <a:lnTo>
                  <a:pt x="169676" y="355763"/>
                </a:lnTo>
                <a:lnTo>
                  <a:pt x="169676" y="363497"/>
                </a:lnTo>
                <a:lnTo>
                  <a:pt x="169677" y="371231"/>
                </a:lnTo>
                <a:lnTo>
                  <a:pt x="169677" y="378965"/>
                </a:lnTo>
                <a:lnTo>
                  <a:pt x="169678" y="386699"/>
                </a:lnTo>
                <a:lnTo>
                  <a:pt x="169679" y="394433"/>
                </a:lnTo>
                <a:lnTo>
                  <a:pt x="169681" y="402167"/>
                </a:lnTo>
                <a:lnTo>
                  <a:pt x="169684" y="409901"/>
                </a:lnTo>
                <a:lnTo>
                  <a:pt x="169689" y="417635"/>
                </a:lnTo>
                <a:lnTo>
                  <a:pt x="169695" y="425369"/>
                </a:lnTo>
                <a:lnTo>
                  <a:pt x="169705" y="433103"/>
                </a:lnTo>
                <a:lnTo>
                  <a:pt x="169719" y="440837"/>
                </a:lnTo>
                <a:lnTo>
                  <a:pt x="169738" y="448571"/>
                </a:lnTo>
                <a:lnTo>
                  <a:pt x="169764" y="456305"/>
                </a:lnTo>
                <a:lnTo>
                  <a:pt x="169798" y="464039"/>
                </a:lnTo>
                <a:lnTo>
                  <a:pt x="169840" y="471773"/>
                </a:lnTo>
                <a:lnTo>
                  <a:pt x="169893" y="479507"/>
                </a:lnTo>
                <a:lnTo>
                  <a:pt x="169956" y="487241"/>
                </a:lnTo>
                <a:lnTo>
                  <a:pt x="170030" y="494975"/>
                </a:lnTo>
                <a:lnTo>
                  <a:pt x="170113" y="502709"/>
                </a:lnTo>
                <a:lnTo>
                  <a:pt x="170205" y="510443"/>
                </a:lnTo>
                <a:lnTo>
                  <a:pt x="170301" y="518177"/>
                </a:lnTo>
                <a:lnTo>
                  <a:pt x="170399" y="525911"/>
                </a:lnTo>
                <a:lnTo>
                  <a:pt x="170494" y="533645"/>
                </a:lnTo>
                <a:lnTo>
                  <a:pt x="170582" y="541379"/>
                </a:lnTo>
                <a:lnTo>
                  <a:pt x="170657" y="549113"/>
                </a:lnTo>
                <a:lnTo>
                  <a:pt x="170715" y="556847"/>
                </a:lnTo>
                <a:lnTo>
                  <a:pt x="170752" y="564581"/>
                </a:lnTo>
                <a:lnTo>
                  <a:pt x="170767" y="572315"/>
                </a:lnTo>
                <a:lnTo>
                  <a:pt x="170757" y="580049"/>
                </a:lnTo>
                <a:lnTo>
                  <a:pt x="170724" y="587783"/>
                </a:lnTo>
                <a:lnTo>
                  <a:pt x="170670" y="595517"/>
                </a:lnTo>
                <a:lnTo>
                  <a:pt x="170599" y="603251"/>
                </a:lnTo>
                <a:lnTo>
                  <a:pt x="170513" y="610985"/>
                </a:lnTo>
                <a:lnTo>
                  <a:pt x="170420" y="618719"/>
                </a:lnTo>
                <a:lnTo>
                  <a:pt x="170322" y="626453"/>
                </a:lnTo>
                <a:lnTo>
                  <a:pt x="170225" y="634187"/>
                </a:lnTo>
                <a:lnTo>
                  <a:pt x="170132" y="641921"/>
                </a:lnTo>
                <a:lnTo>
                  <a:pt x="170047" y="649655"/>
                </a:lnTo>
                <a:lnTo>
                  <a:pt x="169971" y="657389"/>
                </a:lnTo>
                <a:lnTo>
                  <a:pt x="169905" y="665123"/>
                </a:lnTo>
                <a:lnTo>
                  <a:pt x="169850" y="672857"/>
                </a:lnTo>
                <a:lnTo>
                  <a:pt x="169806" y="680591"/>
                </a:lnTo>
                <a:lnTo>
                  <a:pt x="169770" y="688325"/>
                </a:lnTo>
                <a:lnTo>
                  <a:pt x="169743" y="696059"/>
                </a:lnTo>
                <a:lnTo>
                  <a:pt x="169723" y="703793"/>
                </a:lnTo>
                <a:lnTo>
                  <a:pt x="169708" y="711527"/>
                </a:lnTo>
                <a:lnTo>
                  <a:pt x="169697" y="719261"/>
                </a:lnTo>
                <a:lnTo>
                  <a:pt x="169690" y="726994"/>
                </a:lnTo>
                <a:lnTo>
                  <a:pt x="169685" y="734728"/>
                </a:lnTo>
                <a:lnTo>
                  <a:pt x="169682" y="742462"/>
                </a:lnTo>
                <a:lnTo>
                  <a:pt x="169680" y="750196"/>
                </a:lnTo>
                <a:lnTo>
                  <a:pt x="169679" y="757930"/>
                </a:lnTo>
                <a:lnTo>
                  <a:pt x="169678" y="765664"/>
                </a:lnTo>
                <a:lnTo>
                  <a:pt x="169679" y="773398"/>
                </a:lnTo>
                <a:lnTo>
                  <a:pt x="169680" y="781132"/>
                </a:lnTo>
                <a:lnTo>
                  <a:pt x="169683" y="788866"/>
                </a:lnTo>
                <a:lnTo>
                  <a:pt x="169687" y="796600"/>
                </a:lnTo>
                <a:lnTo>
                  <a:pt x="169694" y="804334"/>
                </a:lnTo>
                <a:lnTo>
                  <a:pt x="169704" y="812068"/>
                </a:lnTo>
                <a:lnTo>
                  <a:pt x="169720" y="819802"/>
                </a:lnTo>
                <a:lnTo>
                  <a:pt x="169743" y="827536"/>
                </a:lnTo>
                <a:lnTo>
                  <a:pt x="169776" y="835270"/>
                </a:lnTo>
                <a:lnTo>
                  <a:pt x="169822" y="843004"/>
                </a:lnTo>
                <a:lnTo>
                  <a:pt x="169885" y="850738"/>
                </a:lnTo>
                <a:lnTo>
                  <a:pt x="169970" y="858472"/>
                </a:lnTo>
                <a:lnTo>
                  <a:pt x="170080" y="866206"/>
                </a:lnTo>
                <a:lnTo>
                  <a:pt x="170221" y="873940"/>
                </a:lnTo>
                <a:lnTo>
                  <a:pt x="170394" y="881674"/>
                </a:lnTo>
                <a:lnTo>
                  <a:pt x="170604" y="889408"/>
                </a:lnTo>
                <a:lnTo>
                  <a:pt x="170852" y="897142"/>
                </a:lnTo>
                <a:lnTo>
                  <a:pt x="171135" y="904876"/>
                </a:lnTo>
                <a:lnTo>
                  <a:pt x="171450" y="912610"/>
                </a:lnTo>
                <a:lnTo>
                  <a:pt x="171791" y="920344"/>
                </a:lnTo>
                <a:lnTo>
                  <a:pt x="172149" y="928078"/>
                </a:lnTo>
                <a:lnTo>
                  <a:pt x="172511" y="935812"/>
                </a:lnTo>
                <a:lnTo>
                  <a:pt x="172866" y="943546"/>
                </a:lnTo>
                <a:lnTo>
                  <a:pt x="173200" y="951280"/>
                </a:lnTo>
                <a:lnTo>
                  <a:pt x="173501" y="959014"/>
                </a:lnTo>
                <a:lnTo>
                  <a:pt x="173756" y="966748"/>
                </a:lnTo>
                <a:lnTo>
                  <a:pt x="173961" y="974482"/>
                </a:lnTo>
                <a:lnTo>
                  <a:pt x="174110" y="982216"/>
                </a:lnTo>
                <a:lnTo>
                  <a:pt x="174205" y="989950"/>
                </a:lnTo>
                <a:lnTo>
                  <a:pt x="174255" y="997684"/>
                </a:lnTo>
                <a:lnTo>
                  <a:pt x="174269" y="1005418"/>
                </a:lnTo>
                <a:lnTo>
                  <a:pt x="174265" y="1013152"/>
                </a:lnTo>
                <a:lnTo>
                  <a:pt x="174263" y="1020886"/>
                </a:lnTo>
                <a:lnTo>
                  <a:pt x="174288" y="1028620"/>
                </a:lnTo>
                <a:lnTo>
                  <a:pt x="174366" y="1036354"/>
                </a:lnTo>
                <a:lnTo>
                  <a:pt x="174529" y="1044088"/>
                </a:lnTo>
                <a:lnTo>
                  <a:pt x="174812" y="1051822"/>
                </a:lnTo>
                <a:lnTo>
                  <a:pt x="175256" y="1059556"/>
                </a:lnTo>
                <a:lnTo>
                  <a:pt x="175912" y="1067290"/>
                </a:lnTo>
                <a:lnTo>
                  <a:pt x="176840" y="1075024"/>
                </a:lnTo>
                <a:lnTo>
                  <a:pt x="178117" y="1082758"/>
                </a:lnTo>
                <a:lnTo>
                  <a:pt x="179837" y="1090492"/>
                </a:lnTo>
                <a:lnTo>
                  <a:pt x="182113" y="1098226"/>
                </a:lnTo>
                <a:lnTo>
                  <a:pt x="185077" y="1105960"/>
                </a:lnTo>
                <a:lnTo>
                  <a:pt x="188878" y="1113694"/>
                </a:lnTo>
                <a:lnTo>
                  <a:pt x="193673" y="1121428"/>
                </a:lnTo>
                <a:lnTo>
                  <a:pt x="199612" y="1129162"/>
                </a:lnTo>
                <a:lnTo>
                  <a:pt x="206829" y="1136896"/>
                </a:lnTo>
                <a:lnTo>
                  <a:pt x="215412" y="1144630"/>
                </a:lnTo>
                <a:lnTo>
                  <a:pt x="225389" y="1152364"/>
                </a:lnTo>
                <a:lnTo>
                  <a:pt x="236697" y="1160098"/>
                </a:lnTo>
                <a:lnTo>
                  <a:pt x="249169" y="1167832"/>
                </a:lnTo>
                <a:lnTo>
                  <a:pt x="262521" y="1175566"/>
                </a:lnTo>
                <a:lnTo>
                  <a:pt x="276350" y="1183300"/>
                </a:lnTo>
                <a:lnTo>
                  <a:pt x="290148" y="1191034"/>
                </a:lnTo>
                <a:lnTo>
                  <a:pt x="303325" y="1198768"/>
                </a:lnTo>
                <a:lnTo>
                  <a:pt x="315254" y="1206502"/>
                </a:lnTo>
                <a:lnTo>
                  <a:pt x="325316" y="1214235"/>
                </a:lnTo>
                <a:lnTo>
                  <a:pt x="332955" y="1221969"/>
                </a:lnTo>
                <a:lnTo>
                  <a:pt x="337728" y="1229703"/>
                </a:lnTo>
                <a:lnTo>
                  <a:pt x="339352" y="1237437"/>
                </a:lnTo>
                <a:lnTo>
                  <a:pt x="339352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4739" name="Stage1_sixpanel_9910">
            <a:extLst>
              <a:ext uri="{FF2B5EF4-FFF2-40B4-BE49-F238E27FC236}">
                <a16:creationId xmlns:a16="http://schemas.microsoft.com/office/drawing/2014/main" id="{8D47E079-92A2-4F46-ABE3-6A009CBB5CE6}"/>
              </a:ext>
            </a:extLst>
          </p:cNvPr>
          <p:cNvSpPr>
            <a:spLocks noGrp="1"/>
          </p:cNvSpPr>
          <p:nvPr/>
        </p:nvSpPr>
        <p:spPr>
          <a:xfrm>
            <a:off x="6303746" y="807567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0" name="Stage1_sixpanel_9911">
            <a:extLst>
              <a:ext uri="{FF2B5EF4-FFF2-40B4-BE49-F238E27FC236}">
                <a16:creationId xmlns:a16="http://schemas.microsoft.com/office/drawing/2014/main" id="{636F1CF5-F299-46CE-A3AA-9C2B2B2C033E}"/>
              </a:ext>
            </a:extLst>
          </p:cNvPr>
          <p:cNvSpPr>
            <a:spLocks noGrp="1"/>
          </p:cNvSpPr>
          <p:nvPr/>
        </p:nvSpPr>
        <p:spPr>
          <a:xfrm>
            <a:off x="6352352" y="804221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1" name="Stage1_sixpanel_9912">
            <a:extLst>
              <a:ext uri="{FF2B5EF4-FFF2-40B4-BE49-F238E27FC236}">
                <a16:creationId xmlns:a16="http://schemas.microsoft.com/office/drawing/2014/main" id="{8605C956-8812-4077-83F7-227CC007E365}"/>
              </a:ext>
            </a:extLst>
          </p:cNvPr>
          <p:cNvSpPr>
            <a:spLocks noGrp="1"/>
          </p:cNvSpPr>
          <p:nvPr/>
        </p:nvSpPr>
        <p:spPr>
          <a:xfrm>
            <a:off x="63079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2" name="Stage1_sixpanel_9913">
            <a:extLst>
              <a:ext uri="{FF2B5EF4-FFF2-40B4-BE49-F238E27FC236}">
                <a16:creationId xmlns:a16="http://schemas.microsoft.com/office/drawing/2014/main" id="{1D1E041D-114F-46C1-A86C-B0090AA559C9}"/>
              </a:ext>
            </a:extLst>
          </p:cNvPr>
          <p:cNvSpPr>
            <a:spLocks noGrp="1"/>
          </p:cNvSpPr>
          <p:nvPr/>
        </p:nvSpPr>
        <p:spPr>
          <a:xfrm>
            <a:off x="6329338" y="806736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3" name="Stage1_sixpanel_9914">
            <a:extLst>
              <a:ext uri="{FF2B5EF4-FFF2-40B4-BE49-F238E27FC236}">
                <a16:creationId xmlns:a16="http://schemas.microsoft.com/office/drawing/2014/main" id="{F3AC9A7C-9317-4652-9213-D1F72F5557AB}"/>
              </a:ext>
            </a:extLst>
          </p:cNvPr>
          <p:cNvSpPr>
            <a:spLocks noGrp="1"/>
          </p:cNvSpPr>
          <p:nvPr/>
        </p:nvSpPr>
        <p:spPr>
          <a:xfrm>
            <a:off x="6269248" y="807581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4" name="Stage1_sixpanel_9915">
            <a:extLst>
              <a:ext uri="{FF2B5EF4-FFF2-40B4-BE49-F238E27FC236}">
                <a16:creationId xmlns:a16="http://schemas.microsoft.com/office/drawing/2014/main" id="{373B11C8-1782-4C13-8963-2DD8B02E822F}"/>
              </a:ext>
            </a:extLst>
          </p:cNvPr>
          <p:cNvSpPr>
            <a:spLocks noGrp="1"/>
          </p:cNvSpPr>
          <p:nvPr/>
        </p:nvSpPr>
        <p:spPr>
          <a:xfrm>
            <a:off x="6346907" y="74184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5" name="Stage1_sixpanel_9916">
            <a:extLst>
              <a:ext uri="{FF2B5EF4-FFF2-40B4-BE49-F238E27FC236}">
                <a16:creationId xmlns:a16="http://schemas.microsoft.com/office/drawing/2014/main" id="{DE196884-8A1A-4E7E-BDF9-451721E359F4}"/>
              </a:ext>
            </a:extLst>
          </p:cNvPr>
          <p:cNvSpPr>
            <a:spLocks noGrp="1"/>
          </p:cNvSpPr>
          <p:nvPr/>
        </p:nvSpPr>
        <p:spPr>
          <a:xfrm>
            <a:off x="6355540" y="791996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6" name="Stage1_sixpanel_9917">
            <a:extLst>
              <a:ext uri="{FF2B5EF4-FFF2-40B4-BE49-F238E27FC236}">
                <a16:creationId xmlns:a16="http://schemas.microsoft.com/office/drawing/2014/main" id="{9E0B2D41-EC69-4EB2-97D4-BB624C56680E}"/>
              </a:ext>
            </a:extLst>
          </p:cNvPr>
          <p:cNvSpPr>
            <a:spLocks noGrp="1"/>
          </p:cNvSpPr>
          <p:nvPr/>
        </p:nvSpPr>
        <p:spPr>
          <a:xfrm>
            <a:off x="6396828" y="80739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7" name="Stage1_sixpanel_9918">
            <a:extLst>
              <a:ext uri="{FF2B5EF4-FFF2-40B4-BE49-F238E27FC236}">
                <a16:creationId xmlns:a16="http://schemas.microsoft.com/office/drawing/2014/main" id="{1D0D7456-166E-4ED4-AA28-D265BE0D8821}"/>
              </a:ext>
            </a:extLst>
          </p:cNvPr>
          <p:cNvSpPr>
            <a:spLocks noGrp="1"/>
          </p:cNvSpPr>
          <p:nvPr/>
        </p:nvSpPr>
        <p:spPr>
          <a:xfrm>
            <a:off x="6277435" y="785779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8" name="Stage1_sixpanel_9919">
            <a:extLst>
              <a:ext uri="{FF2B5EF4-FFF2-40B4-BE49-F238E27FC236}">
                <a16:creationId xmlns:a16="http://schemas.microsoft.com/office/drawing/2014/main" id="{924BF393-213C-47B0-96DA-C01E173B8A17}"/>
              </a:ext>
            </a:extLst>
          </p:cNvPr>
          <p:cNvSpPr>
            <a:spLocks noGrp="1"/>
          </p:cNvSpPr>
          <p:nvPr/>
        </p:nvSpPr>
        <p:spPr>
          <a:xfrm>
            <a:off x="6391002" y="80683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49" name="Stage1_sixpanel_9920">
            <a:extLst>
              <a:ext uri="{FF2B5EF4-FFF2-40B4-BE49-F238E27FC236}">
                <a16:creationId xmlns:a16="http://schemas.microsoft.com/office/drawing/2014/main" id="{11DD4CE2-DBD6-4CBA-8F7C-024C97E11F46}"/>
              </a:ext>
            </a:extLst>
          </p:cNvPr>
          <p:cNvSpPr>
            <a:spLocks noGrp="1"/>
          </p:cNvSpPr>
          <p:nvPr/>
        </p:nvSpPr>
        <p:spPr>
          <a:xfrm>
            <a:off x="6465163" y="79590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0" name="Stage1_sixpanel_9921">
            <a:extLst>
              <a:ext uri="{FF2B5EF4-FFF2-40B4-BE49-F238E27FC236}">
                <a16:creationId xmlns:a16="http://schemas.microsoft.com/office/drawing/2014/main" id="{BD6B526B-597E-49AE-A3CA-B04FC540D384}"/>
              </a:ext>
            </a:extLst>
          </p:cNvPr>
          <p:cNvSpPr>
            <a:spLocks noGrp="1"/>
          </p:cNvSpPr>
          <p:nvPr/>
        </p:nvSpPr>
        <p:spPr>
          <a:xfrm>
            <a:off x="6442065" y="804934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1" name="Stage1_sixpanel_9922">
            <a:extLst>
              <a:ext uri="{FF2B5EF4-FFF2-40B4-BE49-F238E27FC236}">
                <a16:creationId xmlns:a16="http://schemas.microsoft.com/office/drawing/2014/main" id="{78EE4D05-5FE1-4F70-9F04-9002D4A28472}"/>
              </a:ext>
            </a:extLst>
          </p:cNvPr>
          <p:cNvSpPr>
            <a:spLocks noGrp="1"/>
          </p:cNvSpPr>
          <p:nvPr/>
        </p:nvSpPr>
        <p:spPr>
          <a:xfrm>
            <a:off x="6370467" y="80763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2" name="Stage1_sixpanel_9923">
            <a:extLst>
              <a:ext uri="{FF2B5EF4-FFF2-40B4-BE49-F238E27FC236}">
                <a16:creationId xmlns:a16="http://schemas.microsoft.com/office/drawing/2014/main" id="{AB881E31-B85C-409D-B025-C357F4F362E7}"/>
              </a:ext>
            </a:extLst>
          </p:cNvPr>
          <p:cNvSpPr>
            <a:spLocks noGrp="1"/>
          </p:cNvSpPr>
          <p:nvPr/>
        </p:nvSpPr>
        <p:spPr>
          <a:xfrm>
            <a:off x="632750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3" name="Stage1_sixpanel_9924">
            <a:extLst>
              <a:ext uri="{FF2B5EF4-FFF2-40B4-BE49-F238E27FC236}">
                <a16:creationId xmlns:a16="http://schemas.microsoft.com/office/drawing/2014/main" id="{5F5D5C2E-0F86-4D97-BC19-EAFB7398DA1B}"/>
              </a:ext>
            </a:extLst>
          </p:cNvPr>
          <p:cNvSpPr>
            <a:spLocks noGrp="1"/>
          </p:cNvSpPr>
          <p:nvPr/>
        </p:nvSpPr>
        <p:spPr>
          <a:xfrm>
            <a:off x="6465254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4" name="Stage1_sixpanel_9925">
            <a:extLst>
              <a:ext uri="{FF2B5EF4-FFF2-40B4-BE49-F238E27FC236}">
                <a16:creationId xmlns:a16="http://schemas.microsoft.com/office/drawing/2014/main" id="{1087F4AC-4848-42CD-8D94-3801AD52FD69}"/>
              </a:ext>
            </a:extLst>
          </p:cNvPr>
          <p:cNvSpPr>
            <a:spLocks noGrp="1"/>
          </p:cNvSpPr>
          <p:nvPr/>
        </p:nvSpPr>
        <p:spPr>
          <a:xfrm>
            <a:off x="644612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5" name="Stage1_sixpanel_9926">
            <a:extLst>
              <a:ext uri="{FF2B5EF4-FFF2-40B4-BE49-F238E27FC236}">
                <a16:creationId xmlns:a16="http://schemas.microsoft.com/office/drawing/2014/main" id="{1C6BE6F0-C4DC-47E8-978A-21A2FE3C4CF5}"/>
              </a:ext>
            </a:extLst>
          </p:cNvPr>
          <p:cNvSpPr>
            <a:spLocks noGrp="1"/>
          </p:cNvSpPr>
          <p:nvPr/>
        </p:nvSpPr>
        <p:spPr>
          <a:xfrm>
            <a:off x="6429104" y="80769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6" name="Stage1_sixpanel_9927">
            <a:extLst>
              <a:ext uri="{FF2B5EF4-FFF2-40B4-BE49-F238E27FC236}">
                <a16:creationId xmlns:a16="http://schemas.microsoft.com/office/drawing/2014/main" id="{60CAE49D-4628-48A0-A486-99BEFED349BD}"/>
              </a:ext>
            </a:extLst>
          </p:cNvPr>
          <p:cNvSpPr>
            <a:spLocks noGrp="1"/>
          </p:cNvSpPr>
          <p:nvPr/>
        </p:nvSpPr>
        <p:spPr>
          <a:xfrm>
            <a:off x="6340201" y="800544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7" name="Stage1_sixpanel_9928">
            <a:extLst>
              <a:ext uri="{FF2B5EF4-FFF2-40B4-BE49-F238E27FC236}">
                <a16:creationId xmlns:a16="http://schemas.microsoft.com/office/drawing/2014/main" id="{D911A5F3-1DAE-44DD-B9E5-431B39B6B73F}"/>
              </a:ext>
            </a:extLst>
          </p:cNvPr>
          <p:cNvSpPr>
            <a:spLocks noGrp="1"/>
          </p:cNvSpPr>
          <p:nvPr/>
        </p:nvSpPr>
        <p:spPr>
          <a:xfrm>
            <a:off x="6431322" y="80351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8" name="Stage1_sixpanel_9929">
            <a:extLst>
              <a:ext uri="{FF2B5EF4-FFF2-40B4-BE49-F238E27FC236}">
                <a16:creationId xmlns:a16="http://schemas.microsoft.com/office/drawing/2014/main" id="{2100A957-A3A3-494F-A2D7-1C1D2CAC80D4}"/>
              </a:ext>
            </a:extLst>
          </p:cNvPr>
          <p:cNvSpPr>
            <a:spLocks noGrp="1"/>
          </p:cNvSpPr>
          <p:nvPr/>
        </p:nvSpPr>
        <p:spPr>
          <a:xfrm>
            <a:off x="6383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59" name="Stage1_sixpanel_9930">
            <a:extLst>
              <a:ext uri="{FF2B5EF4-FFF2-40B4-BE49-F238E27FC236}">
                <a16:creationId xmlns:a16="http://schemas.microsoft.com/office/drawing/2014/main" id="{C6DBBB94-105E-4683-B969-37790AEFE6C9}"/>
              </a:ext>
            </a:extLst>
          </p:cNvPr>
          <p:cNvSpPr>
            <a:spLocks noGrp="1"/>
          </p:cNvSpPr>
          <p:nvPr/>
        </p:nvSpPr>
        <p:spPr>
          <a:xfrm>
            <a:off x="6408153" y="80821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0" name="Stage1_sixpanel_9931">
            <a:extLst>
              <a:ext uri="{FF2B5EF4-FFF2-40B4-BE49-F238E27FC236}">
                <a16:creationId xmlns:a16="http://schemas.microsoft.com/office/drawing/2014/main" id="{1424BEB2-6FF4-4A39-8FE3-3272988AF3DD}"/>
              </a:ext>
            </a:extLst>
          </p:cNvPr>
          <p:cNvSpPr>
            <a:spLocks noGrp="1"/>
          </p:cNvSpPr>
          <p:nvPr/>
        </p:nvSpPr>
        <p:spPr>
          <a:xfrm>
            <a:off x="64464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1" name="Stage1_sixpanel_9932">
            <a:extLst>
              <a:ext uri="{FF2B5EF4-FFF2-40B4-BE49-F238E27FC236}">
                <a16:creationId xmlns:a16="http://schemas.microsoft.com/office/drawing/2014/main" id="{6E98BA24-0095-4D21-8FF4-80A3CBE94445}"/>
              </a:ext>
            </a:extLst>
          </p:cNvPr>
          <p:cNvSpPr>
            <a:spLocks noGrp="1"/>
          </p:cNvSpPr>
          <p:nvPr/>
        </p:nvSpPr>
        <p:spPr>
          <a:xfrm>
            <a:off x="6316918" y="805913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2" name="Stage1_sixpanel_9933">
            <a:extLst>
              <a:ext uri="{FF2B5EF4-FFF2-40B4-BE49-F238E27FC236}">
                <a16:creationId xmlns:a16="http://schemas.microsoft.com/office/drawing/2014/main" id="{2A7CD9AE-B709-42D6-9ECB-BA696F7D39BC}"/>
              </a:ext>
            </a:extLst>
          </p:cNvPr>
          <p:cNvSpPr>
            <a:spLocks noGrp="1"/>
          </p:cNvSpPr>
          <p:nvPr/>
        </p:nvSpPr>
        <p:spPr>
          <a:xfrm>
            <a:off x="632726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3" name="Stage1_sixpanel_9934">
            <a:extLst>
              <a:ext uri="{FF2B5EF4-FFF2-40B4-BE49-F238E27FC236}">
                <a16:creationId xmlns:a16="http://schemas.microsoft.com/office/drawing/2014/main" id="{024C0E78-91BB-4268-96B7-CF3BD18F9944}"/>
              </a:ext>
            </a:extLst>
          </p:cNvPr>
          <p:cNvSpPr>
            <a:spLocks noGrp="1"/>
          </p:cNvSpPr>
          <p:nvPr/>
        </p:nvSpPr>
        <p:spPr>
          <a:xfrm>
            <a:off x="64762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4" name="Stage1_sixpanel_9935">
            <a:extLst>
              <a:ext uri="{FF2B5EF4-FFF2-40B4-BE49-F238E27FC236}">
                <a16:creationId xmlns:a16="http://schemas.microsoft.com/office/drawing/2014/main" id="{4A8855EB-69B5-4DEB-89DA-0A1AC223F1CD}"/>
              </a:ext>
            </a:extLst>
          </p:cNvPr>
          <p:cNvSpPr>
            <a:spLocks noGrp="1"/>
          </p:cNvSpPr>
          <p:nvPr/>
        </p:nvSpPr>
        <p:spPr>
          <a:xfrm>
            <a:off x="6333828" y="8062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5" name="Stage1_sixpanel_9936">
            <a:extLst>
              <a:ext uri="{FF2B5EF4-FFF2-40B4-BE49-F238E27FC236}">
                <a16:creationId xmlns:a16="http://schemas.microsoft.com/office/drawing/2014/main" id="{ED156FF2-E952-4907-BCF6-F7310A386DDB}"/>
              </a:ext>
            </a:extLst>
          </p:cNvPr>
          <p:cNvSpPr>
            <a:spLocks noGrp="1"/>
          </p:cNvSpPr>
          <p:nvPr/>
        </p:nvSpPr>
        <p:spPr>
          <a:xfrm>
            <a:off x="635067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6" name="Stage1_sixpanel_9937">
            <a:extLst>
              <a:ext uri="{FF2B5EF4-FFF2-40B4-BE49-F238E27FC236}">
                <a16:creationId xmlns:a16="http://schemas.microsoft.com/office/drawing/2014/main" id="{F540CB17-7ACE-4B3B-8FBA-DF7E208AAC96}"/>
              </a:ext>
            </a:extLst>
          </p:cNvPr>
          <p:cNvSpPr>
            <a:spLocks noGrp="1"/>
          </p:cNvSpPr>
          <p:nvPr/>
        </p:nvSpPr>
        <p:spPr>
          <a:xfrm>
            <a:off x="637219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7" name="Stage1_sixpanel_9938">
            <a:extLst>
              <a:ext uri="{FF2B5EF4-FFF2-40B4-BE49-F238E27FC236}">
                <a16:creationId xmlns:a16="http://schemas.microsoft.com/office/drawing/2014/main" id="{97967585-5899-4663-9708-388638F861DD}"/>
              </a:ext>
            </a:extLst>
          </p:cNvPr>
          <p:cNvSpPr>
            <a:spLocks noGrp="1"/>
          </p:cNvSpPr>
          <p:nvPr/>
        </p:nvSpPr>
        <p:spPr>
          <a:xfrm>
            <a:off x="62827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8" name="Stage1_sixpanel_9939">
            <a:extLst>
              <a:ext uri="{FF2B5EF4-FFF2-40B4-BE49-F238E27FC236}">
                <a16:creationId xmlns:a16="http://schemas.microsoft.com/office/drawing/2014/main" id="{CD383A31-1DD9-4F4A-91AB-DA97B653C94C}"/>
              </a:ext>
            </a:extLst>
          </p:cNvPr>
          <p:cNvSpPr>
            <a:spLocks noGrp="1"/>
          </p:cNvSpPr>
          <p:nvPr/>
        </p:nvSpPr>
        <p:spPr>
          <a:xfrm>
            <a:off x="644219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69" name="Stage1_sixpanel_9940">
            <a:extLst>
              <a:ext uri="{FF2B5EF4-FFF2-40B4-BE49-F238E27FC236}">
                <a16:creationId xmlns:a16="http://schemas.microsoft.com/office/drawing/2014/main" id="{9495731E-20B2-4928-83E9-D138A18A5DD2}"/>
              </a:ext>
            </a:extLst>
          </p:cNvPr>
          <p:cNvSpPr>
            <a:spLocks noGrp="1"/>
          </p:cNvSpPr>
          <p:nvPr/>
        </p:nvSpPr>
        <p:spPr>
          <a:xfrm>
            <a:off x="646331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0" name="Stage1_sixpanel_9941">
            <a:extLst>
              <a:ext uri="{FF2B5EF4-FFF2-40B4-BE49-F238E27FC236}">
                <a16:creationId xmlns:a16="http://schemas.microsoft.com/office/drawing/2014/main" id="{D6B59DB1-DA12-423B-9BA3-2E39DB604D69}"/>
              </a:ext>
            </a:extLst>
          </p:cNvPr>
          <p:cNvSpPr>
            <a:spLocks noGrp="1"/>
          </p:cNvSpPr>
          <p:nvPr/>
        </p:nvSpPr>
        <p:spPr>
          <a:xfrm>
            <a:off x="6280071" y="797747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1" name="Stage1_sixpanel_9942">
            <a:extLst>
              <a:ext uri="{FF2B5EF4-FFF2-40B4-BE49-F238E27FC236}">
                <a16:creationId xmlns:a16="http://schemas.microsoft.com/office/drawing/2014/main" id="{76E8682C-E7D8-4721-A1E9-EA415A67C163}"/>
              </a:ext>
            </a:extLst>
          </p:cNvPr>
          <p:cNvSpPr>
            <a:spLocks noGrp="1"/>
          </p:cNvSpPr>
          <p:nvPr/>
        </p:nvSpPr>
        <p:spPr>
          <a:xfrm>
            <a:off x="6376622" y="804198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2" name="Stage1_sixpanel_9943">
            <a:extLst>
              <a:ext uri="{FF2B5EF4-FFF2-40B4-BE49-F238E27FC236}">
                <a16:creationId xmlns:a16="http://schemas.microsoft.com/office/drawing/2014/main" id="{17B4C4E2-6164-469A-A106-310B8164DA17}"/>
              </a:ext>
            </a:extLst>
          </p:cNvPr>
          <p:cNvSpPr>
            <a:spLocks noGrp="1"/>
          </p:cNvSpPr>
          <p:nvPr/>
        </p:nvSpPr>
        <p:spPr>
          <a:xfrm>
            <a:off x="6423113" y="807009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3" name="Stage1_sixpanel_9944">
            <a:extLst>
              <a:ext uri="{FF2B5EF4-FFF2-40B4-BE49-F238E27FC236}">
                <a16:creationId xmlns:a16="http://schemas.microsoft.com/office/drawing/2014/main" id="{1A8AB08E-3B26-4716-8960-5CC87CD31E79}"/>
              </a:ext>
            </a:extLst>
          </p:cNvPr>
          <p:cNvSpPr>
            <a:spLocks noGrp="1"/>
          </p:cNvSpPr>
          <p:nvPr/>
        </p:nvSpPr>
        <p:spPr>
          <a:xfrm>
            <a:off x="6449504" y="80811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4" name="Stage1_sixpanel_9945">
            <a:extLst>
              <a:ext uri="{FF2B5EF4-FFF2-40B4-BE49-F238E27FC236}">
                <a16:creationId xmlns:a16="http://schemas.microsoft.com/office/drawing/2014/main" id="{998ABBED-FB28-4C13-8C6C-9FB29EDCF3FC}"/>
              </a:ext>
            </a:extLst>
          </p:cNvPr>
          <p:cNvSpPr>
            <a:spLocks noGrp="1"/>
          </p:cNvSpPr>
          <p:nvPr/>
        </p:nvSpPr>
        <p:spPr>
          <a:xfrm>
            <a:off x="636253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5" name="Stage1_sixpanel_9946">
            <a:extLst>
              <a:ext uri="{FF2B5EF4-FFF2-40B4-BE49-F238E27FC236}">
                <a16:creationId xmlns:a16="http://schemas.microsoft.com/office/drawing/2014/main" id="{BDA14D34-6CDA-49C7-AE2D-D3476F27CB25}"/>
              </a:ext>
            </a:extLst>
          </p:cNvPr>
          <p:cNvSpPr>
            <a:spLocks noGrp="1"/>
          </p:cNvSpPr>
          <p:nvPr/>
        </p:nvSpPr>
        <p:spPr>
          <a:xfrm>
            <a:off x="6477975" y="8080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6" name="Stage1_sixpanel_9947">
            <a:extLst>
              <a:ext uri="{FF2B5EF4-FFF2-40B4-BE49-F238E27FC236}">
                <a16:creationId xmlns:a16="http://schemas.microsoft.com/office/drawing/2014/main" id="{5B8888CE-4C40-4FA8-9AEE-5083AE0F00B0}"/>
              </a:ext>
            </a:extLst>
          </p:cNvPr>
          <p:cNvSpPr>
            <a:spLocks noGrp="1"/>
          </p:cNvSpPr>
          <p:nvPr/>
        </p:nvSpPr>
        <p:spPr>
          <a:xfrm>
            <a:off x="6278685" y="807551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7" name="Stage1_sixpanel_9948">
            <a:extLst>
              <a:ext uri="{FF2B5EF4-FFF2-40B4-BE49-F238E27FC236}">
                <a16:creationId xmlns:a16="http://schemas.microsoft.com/office/drawing/2014/main" id="{B18C9766-45D6-411F-842F-8561C74B827E}"/>
              </a:ext>
            </a:extLst>
          </p:cNvPr>
          <p:cNvSpPr>
            <a:spLocks noGrp="1"/>
          </p:cNvSpPr>
          <p:nvPr/>
        </p:nvSpPr>
        <p:spPr>
          <a:xfrm>
            <a:off x="636362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8" name="Stage1_sixpanel_9949">
            <a:extLst>
              <a:ext uri="{FF2B5EF4-FFF2-40B4-BE49-F238E27FC236}">
                <a16:creationId xmlns:a16="http://schemas.microsoft.com/office/drawing/2014/main" id="{CF8DAA94-72B4-4B2A-9536-558F13EBAA7B}"/>
              </a:ext>
            </a:extLst>
          </p:cNvPr>
          <p:cNvSpPr>
            <a:spLocks noGrp="1"/>
          </p:cNvSpPr>
          <p:nvPr/>
        </p:nvSpPr>
        <p:spPr>
          <a:xfrm>
            <a:off x="6413699" y="80800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79" name="Stage1_sixpanel_9950">
            <a:extLst>
              <a:ext uri="{FF2B5EF4-FFF2-40B4-BE49-F238E27FC236}">
                <a16:creationId xmlns:a16="http://schemas.microsoft.com/office/drawing/2014/main" id="{BA5F9926-C80C-403C-AA0F-59EF97AF3C7E}"/>
              </a:ext>
            </a:extLst>
          </p:cNvPr>
          <p:cNvSpPr>
            <a:spLocks noGrp="1"/>
          </p:cNvSpPr>
          <p:nvPr/>
        </p:nvSpPr>
        <p:spPr>
          <a:xfrm>
            <a:off x="6319375" y="808144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0" name="Stage1_sixpanel_9951">
            <a:extLst>
              <a:ext uri="{FF2B5EF4-FFF2-40B4-BE49-F238E27FC236}">
                <a16:creationId xmlns:a16="http://schemas.microsoft.com/office/drawing/2014/main" id="{2D8BA5FB-DEC8-4AF7-9DEA-FF981965D4BB}"/>
              </a:ext>
            </a:extLst>
          </p:cNvPr>
          <p:cNvSpPr>
            <a:spLocks noGrp="1"/>
          </p:cNvSpPr>
          <p:nvPr/>
        </p:nvSpPr>
        <p:spPr>
          <a:xfrm>
            <a:off x="6370949" y="806962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1" name="Stage1_sixpanel_9952">
            <a:extLst>
              <a:ext uri="{FF2B5EF4-FFF2-40B4-BE49-F238E27FC236}">
                <a16:creationId xmlns:a16="http://schemas.microsoft.com/office/drawing/2014/main" id="{516C30F6-A0A5-433A-94AC-260808679D78}"/>
              </a:ext>
            </a:extLst>
          </p:cNvPr>
          <p:cNvSpPr>
            <a:spLocks noGrp="1"/>
          </p:cNvSpPr>
          <p:nvPr/>
        </p:nvSpPr>
        <p:spPr>
          <a:xfrm>
            <a:off x="6436185" y="805366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2" name="Stage1_sixpanel_9953">
            <a:extLst>
              <a:ext uri="{FF2B5EF4-FFF2-40B4-BE49-F238E27FC236}">
                <a16:creationId xmlns:a16="http://schemas.microsoft.com/office/drawing/2014/main" id="{E2261535-F22C-40F3-9494-DD23CC94EA1B}"/>
              </a:ext>
            </a:extLst>
          </p:cNvPr>
          <p:cNvSpPr>
            <a:spLocks noGrp="1"/>
          </p:cNvSpPr>
          <p:nvPr/>
        </p:nvSpPr>
        <p:spPr>
          <a:xfrm>
            <a:off x="6458463" y="80748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3" name="Stage1_sixpanel_9954">
            <a:extLst>
              <a:ext uri="{FF2B5EF4-FFF2-40B4-BE49-F238E27FC236}">
                <a16:creationId xmlns:a16="http://schemas.microsoft.com/office/drawing/2014/main" id="{EF2CA0A2-2FF3-43A1-8BDC-D9AA4535C609}"/>
              </a:ext>
            </a:extLst>
          </p:cNvPr>
          <p:cNvSpPr>
            <a:spLocks noGrp="1"/>
          </p:cNvSpPr>
          <p:nvPr/>
        </p:nvSpPr>
        <p:spPr>
          <a:xfrm>
            <a:off x="6342555" y="781377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4" name="Stage1_sixpanel_9955">
            <a:extLst>
              <a:ext uri="{FF2B5EF4-FFF2-40B4-BE49-F238E27FC236}">
                <a16:creationId xmlns:a16="http://schemas.microsoft.com/office/drawing/2014/main" id="{0F0B631F-A5F0-422E-8957-14258089DA52}"/>
              </a:ext>
            </a:extLst>
          </p:cNvPr>
          <p:cNvSpPr>
            <a:spLocks noGrp="1"/>
          </p:cNvSpPr>
          <p:nvPr/>
        </p:nvSpPr>
        <p:spPr>
          <a:xfrm>
            <a:off x="634427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5" name="Stage1_sixpanel_9956">
            <a:extLst>
              <a:ext uri="{FF2B5EF4-FFF2-40B4-BE49-F238E27FC236}">
                <a16:creationId xmlns:a16="http://schemas.microsoft.com/office/drawing/2014/main" id="{1DA0CB91-EEAA-4D3F-85ED-274F653B7EA8}"/>
              </a:ext>
            </a:extLst>
          </p:cNvPr>
          <p:cNvSpPr>
            <a:spLocks noGrp="1"/>
          </p:cNvSpPr>
          <p:nvPr/>
        </p:nvSpPr>
        <p:spPr>
          <a:xfrm>
            <a:off x="643679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6" name="Stage1_sixpanel_9957">
            <a:extLst>
              <a:ext uri="{FF2B5EF4-FFF2-40B4-BE49-F238E27FC236}">
                <a16:creationId xmlns:a16="http://schemas.microsoft.com/office/drawing/2014/main" id="{4C825771-CC64-478D-86D6-7FC24DEB3159}"/>
              </a:ext>
            </a:extLst>
          </p:cNvPr>
          <p:cNvSpPr>
            <a:spLocks noGrp="1"/>
          </p:cNvSpPr>
          <p:nvPr/>
        </p:nvSpPr>
        <p:spPr>
          <a:xfrm>
            <a:off x="6310465" y="807300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7" name="Stage1_sixpanel_9958">
            <a:extLst>
              <a:ext uri="{FF2B5EF4-FFF2-40B4-BE49-F238E27FC236}">
                <a16:creationId xmlns:a16="http://schemas.microsoft.com/office/drawing/2014/main" id="{0B71D6F1-0D7F-4B95-BD42-EEAD2182B793}"/>
              </a:ext>
            </a:extLst>
          </p:cNvPr>
          <p:cNvSpPr>
            <a:spLocks noGrp="1"/>
          </p:cNvSpPr>
          <p:nvPr/>
        </p:nvSpPr>
        <p:spPr>
          <a:xfrm>
            <a:off x="6306191" y="806410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8" name="Stage1_sixpanel_9959">
            <a:extLst>
              <a:ext uri="{FF2B5EF4-FFF2-40B4-BE49-F238E27FC236}">
                <a16:creationId xmlns:a16="http://schemas.microsoft.com/office/drawing/2014/main" id="{397C05E8-32BA-4000-81AC-CFB52B0FB414}"/>
              </a:ext>
            </a:extLst>
          </p:cNvPr>
          <p:cNvSpPr>
            <a:spLocks noGrp="1"/>
          </p:cNvSpPr>
          <p:nvPr/>
        </p:nvSpPr>
        <p:spPr>
          <a:xfrm>
            <a:off x="643719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89" name="Stage1_sixpanel_9960">
            <a:extLst>
              <a:ext uri="{FF2B5EF4-FFF2-40B4-BE49-F238E27FC236}">
                <a16:creationId xmlns:a16="http://schemas.microsoft.com/office/drawing/2014/main" id="{E6A54F0B-CD9B-4500-957C-09179C6B4AA4}"/>
              </a:ext>
            </a:extLst>
          </p:cNvPr>
          <p:cNvSpPr>
            <a:spLocks noGrp="1"/>
          </p:cNvSpPr>
          <p:nvPr/>
        </p:nvSpPr>
        <p:spPr>
          <a:xfrm>
            <a:off x="6478521" y="808023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0" name="Stage1_sixpanel_9961">
            <a:extLst>
              <a:ext uri="{FF2B5EF4-FFF2-40B4-BE49-F238E27FC236}">
                <a16:creationId xmlns:a16="http://schemas.microsoft.com/office/drawing/2014/main" id="{45D46E5B-B7AF-4B59-9968-DD18975E510C}"/>
              </a:ext>
            </a:extLst>
          </p:cNvPr>
          <p:cNvSpPr>
            <a:spLocks noGrp="1"/>
          </p:cNvSpPr>
          <p:nvPr/>
        </p:nvSpPr>
        <p:spPr>
          <a:xfrm>
            <a:off x="6381182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1" name="Stage1_sixpanel_9962">
            <a:extLst>
              <a:ext uri="{FF2B5EF4-FFF2-40B4-BE49-F238E27FC236}">
                <a16:creationId xmlns:a16="http://schemas.microsoft.com/office/drawing/2014/main" id="{6F19EB16-ECB8-4603-A16F-5C9CC8F60346}"/>
              </a:ext>
            </a:extLst>
          </p:cNvPr>
          <p:cNvSpPr>
            <a:spLocks noGrp="1"/>
          </p:cNvSpPr>
          <p:nvPr/>
        </p:nvSpPr>
        <p:spPr>
          <a:xfrm>
            <a:off x="6277321" y="806872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2" name="Stage1_sixpanel_9963">
            <a:extLst>
              <a:ext uri="{FF2B5EF4-FFF2-40B4-BE49-F238E27FC236}">
                <a16:creationId xmlns:a16="http://schemas.microsoft.com/office/drawing/2014/main" id="{1C37623F-4665-4998-9450-5364533516F8}"/>
              </a:ext>
            </a:extLst>
          </p:cNvPr>
          <p:cNvSpPr>
            <a:spLocks noGrp="1"/>
          </p:cNvSpPr>
          <p:nvPr/>
        </p:nvSpPr>
        <p:spPr>
          <a:xfrm>
            <a:off x="629426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3" name="Stage1_sixpanel_9964">
            <a:extLst>
              <a:ext uri="{FF2B5EF4-FFF2-40B4-BE49-F238E27FC236}">
                <a16:creationId xmlns:a16="http://schemas.microsoft.com/office/drawing/2014/main" id="{641C0D58-36FA-44D2-A64D-7574B600C59D}"/>
              </a:ext>
            </a:extLst>
          </p:cNvPr>
          <p:cNvSpPr>
            <a:spLocks noGrp="1"/>
          </p:cNvSpPr>
          <p:nvPr/>
        </p:nvSpPr>
        <p:spPr>
          <a:xfrm>
            <a:off x="6465764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4" name="Stage1_sixpanel_9965">
            <a:extLst>
              <a:ext uri="{FF2B5EF4-FFF2-40B4-BE49-F238E27FC236}">
                <a16:creationId xmlns:a16="http://schemas.microsoft.com/office/drawing/2014/main" id="{BDFA190C-E5BD-4D7A-A4FB-94F5F2A020BA}"/>
              </a:ext>
            </a:extLst>
          </p:cNvPr>
          <p:cNvSpPr>
            <a:spLocks noGrp="1"/>
          </p:cNvSpPr>
          <p:nvPr/>
        </p:nvSpPr>
        <p:spPr>
          <a:xfrm>
            <a:off x="6384582" y="807183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5" name="Stage1_sixpanel_9966">
            <a:extLst>
              <a:ext uri="{FF2B5EF4-FFF2-40B4-BE49-F238E27FC236}">
                <a16:creationId xmlns:a16="http://schemas.microsoft.com/office/drawing/2014/main" id="{AEB250BA-59AD-4408-85C5-AD2DCA4717FC}"/>
              </a:ext>
            </a:extLst>
          </p:cNvPr>
          <p:cNvSpPr>
            <a:spLocks noGrp="1"/>
          </p:cNvSpPr>
          <p:nvPr/>
        </p:nvSpPr>
        <p:spPr>
          <a:xfrm>
            <a:off x="6462333" y="805543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6" name="Stage1_sixpanel_9967">
            <a:extLst>
              <a:ext uri="{FF2B5EF4-FFF2-40B4-BE49-F238E27FC236}">
                <a16:creationId xmlns:a16="http://schemas.microsoft.com/office/drawing/2014/main" id="{C54D7717-500C-42BA-A2A4-95410A176906}"/>
              </a:ext>
            </a:extLst>
          </p:cNvPr>
          <p:cNvSpPr>
            <a:spLocks noGrp="1"/>
          </p:cNvSpPr>
          <p:nvPr/>
        </p:nvSpPr>
        <p:spPr>
          <a:xfrm>
            <a:off x="6428221" y="805497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7" name="Stage1_sixpanel_9968">
            <a:extLst>
              <a:ext uri="{FF2B5EF4-FFF2-40B4-BE49-F238E27FC236}">
                <a16:creationId xmlns:a16="http://schemas.microsoft.com/office/drawing/2014/main" id="{D8E3BC0E-317A-4ACF-A11F-BDA850C22BA5}"/>
              </a:ext>
            </a:extLst>
          </p:cNvPr>
          <p:cNvSpPr>
            <a:spLocks noGrp="1"/>
          </p:cNvSpPr>
          <p:nvPr/>
        </p:nvSpPr>
        <p:spPr>
          <a:xfrm>
            <a:off x="6359154" y="806057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8" name="Stage1_sixpanel_9969">
            <a:extLst>
              <a:ext uri="{FF2B5EF4-FFF2-40B4-BE49-F238E27FC236}">
                <a16:creationId xmlns:a16="http://schemas.microsoft.com/office/drawing/2014/main" id="{D533FD15-505A-40EE-A5DE-D7D4BC0274A1}"/>
              </a:ext>
            </a:extLst>
          </p:cNvPr>
          <p:cNvSpPr>
            <a:spLocks noGrp="1"/>
          </p:cNvSpPr>
          <p:nvPr/>
        </p:nvSpPr>
        <p:spPr>
          <a:xfrm>
            <a:off x="6338983" y="80735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799" name="Stage1_sixpanel_9970">
            <a:extLst>
              <a:ext uri="{FF2B5EF4-FFF2-40B4-BE49-F238E27FC236}">
                <a16:creationId xmlns:a16="http://schemas.microsoft.com/office/drawing/2014/main" id="{EF86D63E-CF98-4C00-86D3-60971602DA3C}"/>
              </a:ext>
            </a:extLst>
          </p:cNvPr>
          <p:cNvSpPr>
            <a:spLocks noGrp="1"/>
          </p:cNvSpPr>
          <p:nvPr/>
        </p:nvSpPr>
        <p:spPr>
          <a:xfrm>
            <a:off x="6288269" y="800028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0" name="Stage1_sixpanel_9971">
            <a:extLst>
              <a:ext uri="{FF2B5EF4-FFF2-40B4-BE49-F238E27FC236}">
                <a16:creationId xmlns:a16="http://schemas.microsoft.com/office/drawing/2014/main" id="{A7A6815F-9F69-4B93-ABB9-86B6C5DDA513}"/>
              </a:ext>
            </a:extLst>
          </p:cNvPr>
          <p:cNvSpPr>
            <a:spLocks noGrp="1"/>
          </p:cNvSpPr>
          <p:nvPr/>
        </p:nvSpPr>
        <p:spPr>
          <a:xfrm>
            <a:off x="633031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1" name="Stage1_sixpanel_9972">
            <a:extLst>
              <a:ext uri="{FF2B5EF4-FFF2-40B4-BE49-F238E27FC236}">
                <a16:creationId xmlns:a16="http://schemas.microsoft.com/office/drawing/2014/main" id="{4AD0B939-C165-443D-B569-0861594F35F4}"/>
              </a:ext>
            </a:extLst>
          </p:cNvPr>
          <p:cNvSpPr>
            <a:spLocks noGrp="1"/>
          </p:cNvSpPr>
          <p:nvPr/>
        </p:nvSpPr>
        <p:spPr>
          <a:xfrm>
            <a:off x="6290239" y="807447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2" name="Stage1_sixpanel_9973">
            <a:extLst>
              <a:ext uri="{FF2B5EF4-FFF2-40B4-BE49-F238E27FC236}">
                <a16:creationId xmlns:a16="http://schemas.microsoft.com/office/drawing/2014/main" id="{68DF1602-738C-4B52-ABC0-2154068E50FB}"/>
              </a:ext>
            </a:extLst>
          </p:cNvPr>
          <p:cNvSpPr>
            <a:spLocks noGrp="1"/>
          </p:cNvSpPr>
          <p:nvPr/>
        </p:nvSpPr>
        <p:spPr>
          <a:xfrm>
            <a:off x="634236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3" name="Stage1_sixpanel_9974">
            <a:extLst>
              <a:ext uri="{FF2B5EF4-FFF2-40B4-BE49-F238E27FC236}">
                <a16:creationId xmlns:a16="http://schemas.microsoft.com/office/drawing/2014/main" id="{137CD18D-C417-48A7-9048-7BCEE3849A9F}"/>
              </a:ext>
            </a:extLst>
          </p:cNvPr>
          <p:cNvSpPr>
            <a:spLocks noGrp="1"/>
          </p:cNvSpPr>
          <p:nvPr/>
        </p:nvSpPr>
        <p:spPr>
          <a:xfrm>
            <a:off x="6292827" y="80546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4" name="Stage1_sixpanel_9975">
            <a:extLst>
              <a:ext uri="{FF2B5EF4-FFF2-40B4-BE49-F238E27FC236}">
                <a16:creationId xmlns:a16="http://schemas.microsoft.com/office/drawing/2014/main" id="{236F3F7B-9EF0-40AC-8171-4FEC425AAF85}"/>
              </a:ext>
            </a:extLst>
          </p:cNvPr>
          <p:cNvSpPr>
            <a:spLocks noGrp="1"/>
          </p:cNvSpPr>
          <p:nvPr/>
        </p:nvSpPr>
        <p:spPr>
          <a:xfrm>
            <a:off x="627278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5" name="Stage1_sixpanel_9976">
            <a:extLst>
              <a:ext uri="{FF2B5EF4-FFF2-40B4-BE49-F238E27FC236}">
                <a16:creationId xmlns:a16="http://schemas.microsoft.com/office/drawing/2014/main" id="{919822C5-E490-4821-9163-8686E7190562}"/>
              </a:ext>
            </a:extLst>
          </p:cNvPr>
          <p:cNvSpPr>
            <a:spLocks noGrp="1"/>
          </p:cNvSpPr>
          <p:nvPr/>
        </p:nvSpPr>
        <p:spPr>
          <a:xfrm>
            <a:off x="6359105" y="80795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6" name="Stage1_sixpanel_9977">
            <a:extLst>
              <a:ext uri="{FF2B5EF4-FFF2-40B4-BE49-F238E27FC236}">
                <a16:creationId xmlns:a16="http://schemas.microsoft.com/office/drawing/2014/main" id="{85C54C85-7C0D-4ED4-B817-AF461ABB3586}"/>
              </a:ext>
            </a:extLst>
          </p:cNvPr>
          <p:cNvSpPr>
            <a:spLocks noGrp="1"/>
          </p:cNvSpPr>
          <p:nvPr/>
        </p:nvSpPr>
        <p:spPr>
          <a:xfrm>
            <a:off x="64378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7" name="Stage1_sixpanel_9978">
            <a:extLst>
              <a:ext uri="{FF2B5EF4-FFF2-40B4-BE49-F238E27FC236}">
                <a16:creationId xmlns:a16="http://schemas.microsoft.com/office/drawing/2014/main" id="{DDCC456F-76C0-4DB7-967F-02788EE528B2}"/>
              </a:ext>
            </a:extLst>
          </p:cNvPr>
          <p:cNvSpPr>
            <a:spLocks noGrp="1"/>
          </p:cNvSpPr>
          <p:nvPr/>
        </p:nvSpPr>
        <p:spPr>
          <a:xfrm>
            <a:off x="6333918" y="807767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8" name="Stage1_sixpanel_9979">
            <a:extLst>
              <a:ext uri="{FF2B5EF4-FFF2-40B4-BE49-F238E27FC236}">
                <a16:creationId xmlns:a16="http://schemas.microsoft.com/office/drawing/2014/main" id="{D5093488-5F5B-4AD6-87F2-6CF85734C15E}"/>
              </a:ext>
            </a:extLst>
          </p:cNvPr>
          <p:cNvSpPr>
            <a:spLocks noGrp="1"/>
          </p:cNvSpPr>
          <p:nvPr/>
        </p:nvSpPr>
        <p:spPr>
          <a:xfrm>
            <a:off x="6394863" y="80570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09" name="Stage1_sixpanel_9980">
            <a:extLst>
              <a:ext uri="{FF2B5EF4-FFF2-40B4-BE49-F238E27FC236}">
                <a16:creationId xmlns:a16="http://schemas.microsoft.com/office/drawing/2014/main" id="{FD9D0386-4145-4AD1-B5ED-6174B1B5B739}"/>
              </a:ext>
            </a:extLst>
          </p:cNvPr>
          <p:cNvSpPr>
            <a:spLocks noGrp="1"/>
          </p:cNvSpPr>
          <p:nvPr/>
        </p:nvSpPr>
        <p:spPr>
          <a:xfrm>
            <a:off x="6269438" y="797029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0" name="Stage1_sixpanel_9981">
            <a:extLst>
              <a:ext uri="{FF2B5EF4-FFF2-40B4-BE49-F238E27FC236}">
                <a16:creationId xmlns:a16="http://schemas.microsoft.com/office/drawing/2014/main" id="{D6F977AF-7D86-4AFF-B1A9-02B1734953A6}"/>
              </a:ext>
            </a:extLst>
          </p:cNvPr>
          <p:cNvSpPr>
            <a:spLocks noGrp="1"/>
          </p:cNvSpPr>
          <p:nvPr/>
        </p:nvSpPr>
        <p:spPr>
          <a:xfrm>
            <a:off x="6388843" y="8079578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1" name="Stage1_sixpanel_9982">
            <a:extLst>
              <a:ext uri="{FF2B5EF4-FFF2-40B4-BE49-F238E27FC236}">
                <a16:creationId xmlns:a16="http://schemas.microsoft.com/office/drawing/2014/main" id="{F6DC92BB-5611-4767-86AF-FB4B4497E913}"/>
              </a:ext>
            </a:extLst>
          </p:cNvPr>
          <p:cNvSpPr>
            <a:spLocks noGrp="1"/>
          </p:cNvSpPr>
          <p:nvPr/>
        </p:nvSpPr>
        <p:spPr>
          <a:xfrm>
            <a:off x="6308863" y="8023859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2" name="Stage1_sixpanel_9983">
            <a:extLst>
              <a:ext uri="{FF2B5EF4-FFF2-40B4-BE49-F238E27FC236}">
                <a16:creationId xmlns:a16="http://schemas.microsoft.com/office/drawing/2014/main" id="{041A6CC8-B63E-4B06-85E9-7B4915F10052}"/>
              </a:ext>
            </a:extLst>
          </p:cNvPr>
          <p:cNvSpPr>
            <a:spLocks noGrp="1"/>
          </p:cNvSpPr>
          <p:nvPr/>
        </p:nvSpPr>
        <p:spPr>
          <a:xfrm>
            <a:off x="6462172" y="801649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3" name="Stage1_sixpanel_9984">
            <a:extLst>
              <a:ext uri="{FF2B5EF4-FFF2-40B4-BE49-F238E27FC236}">
                <a16:creationId xmlns:a16="http://schemas.microsoft.com/office/drawing/2014/main" id="{868E03A1-29FA-4D8B-A41B-BF1FCE8EEFA1}"/>
              </a:ext>
            </a:extLst>
          </p:cNvPr>
          <p:cNvSpPr>
            <a:spLocks noGrp="1"/>
          </p:cNvSpPr>
          <p:nvPr/>
        </p:nvSpPr>
        <p:spPr>
          <a:xfrm>
            <a:off x="637611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4" name="Stage1_sixpanel_9985">
            <a:extLst>
              <a:ext uri="{FF2B5EF4-FFF2-40B4-BE49-F238E27FC236}">
                <a16:creationId xmlns:a16="http://schemas.microsoft.com/office/drawing/2014/main" id="{01244743-CDD7-4405-AA29-D544E4B3894C}"/>
              </a:ext>
            </a:extLst>
          </p:cNvPr>
          <p:cNvSpPr>
            <a:spLocks noGrp="1"/>
          </p:cNvSpPr>
          <p:nvPr/>
        </p:nvSpPr>
        <p:spPr>
          <a:xfrm>
            <a:off x="6313167" y="80653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5" name="Stage1_sixpanel_9986">
            <a:extLst>
              <a:ext uri="{FF2B5EF4-FFF2-40B4-BE49-F238E27FC236}">
                <a16:creationId xmlns:a16="http://schemas.microsoft.com/office/drawing/2014/main" id="{2E1625C9-7E78-4278-A407-F7B8810CA908}"/>
              </a:ext>
            </a:extLst>
          </p:cNvPr>
          <p:cNvSpPr>
            <a:spLocks noGrp="1"/>
          </p:cNvSpPr>
          <p:nvPr/>
        </p:nvSpPr>
        <p:spPr>
          <a:xfrm>
            <a:off x="63321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6" name="Stage1_sixpanel_9987">
            <a:extLst>
              <a:ext uri="{FF2B5EF4-FFF2-40B4-BE49-F238E27FC236}">
                <a16:creationId xmlns:a16="http://schemas.microsoft.com/office/drawing/2014/main" id="{394BDDC7-4BFB-4E66-86DA-FC1E3C2FECF6}"/>
              </a:ext>
            </a:extLst>
          </p:cNvPr>
          <p:cNvSpPr>
            <a:spLocks noGrp="1"/>
          </p:cNvSpPr>
          <p:nvPr/>
        </p:nvSpPr>
        <p:spPr>
          <a:xfrm>
            <a:off x="6450685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7" name="Stage1_sixpanel_9988">
            <a:extLst>
              <a:ext uri="{FF2B5EF4-FFF2-40B4-BE49-F238E27FC236}">
                <a16:creationId xmlns:a16="http://schemas.microsoft.com/office/drawing/2014/main" id="{F9445DF4-9BEF-4D08-A4EE-05D749D88F62}"/>
              </a:ext>
            </a:extLst>
          </p:cNvPr>
          <p:cNvSpPr>
            <a:spLocks noGrp="1"/>
          </p:cNvSpPr>
          <p:nvPr/>
        </p:nvSpPr>
        <p:spPr>
          <a:xfrm>
            <a:off x="6428031" y="80680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8" name="Stage1_sixpanel_9989">
            <a:extLst>
              <a:ext uri="{FF2B5EF4-FFF2-40B4-BE49-F238E27FC236}">
                <a16:creationId xmlns:a16="http://schemas.microsoft.com/office/drawing/2014/main" id="{DA15962F-56A3-4A1F-8493-0EC8ED381F74}"/>
              </a:ext>
            </a:extLst>
          </p:cNvPr>
          <p:cNvSpPr>
            <a:spLocks noGrp="1"/>
          </p:cNvSpPr>
          <p:nvPr/>
        </p:nvSpPr>
        <p:spPr>
          <a:xfrm>
            <a:off x="6433018" y="80713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19" name="Stage1_sixpanel_9990">
            <a:extLst>
              <a:ext uri="{FF2B5EF4-FFF2-40B4-BE49-F238E27FC236}">
                <a16:creationId xmlns:a16="http://schemas.microsoft.com/office/drawing/2014/main" id="{C8C7116E-1061-4746-BDA5-096F3F3542BE}"/>
              </a:ext>
            </a:extLst>
          </p:cNvPr>
          <p:cNvSpPr>
            <a:spLocks noGrp="1"/>
          </p:cNvSpPr>
          <p:nvPr/>
        </p:nvSpPr>
        <p:spPr>
          <a:xfrm>
            <a:off x="6320719" y="808063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0" name="Stage1_sixpanel_9991">
            <a:extLst>
              <a:ext uri="{FF2B5EF4-FFF2-40B4-BE49-F238E27FC236}">
                <a16:creationId xmlns:a16="http://schemas.microsoft.com/office/drawing/2014/main" id="{BD993AEF-F309-4F95-B864-730D7E3C167B}"/>
              </a:ext>
            </a:extLst>
          </p:cNvPr>
          <p:cNvSpPr>
            <a:spLocks noGrp="1"/>
          </p:cNvSpPr>
          <p:nvPr/>
        </p:nvSpPr>
        <p:spPr>
          <a:xfrm>
            <a:off x="632539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1" name="Stage1_sixpanel_9992">
            <a:extLst>
              <a:ext uri="{FF2B5EF4-FFF2-40B4-BE49-F238E27FC236}">
                <a16:creationId xmlns:a16="http://schemas.microsoft.com/office/drawing/2014/main" id="{EB0CB1D3-3539-46AC-A400-D2794AD47A90}"/>
              </a:ext>
            </a:extLst>
          </p:cNvPr>
          <p:cNvSpPr>
            <a:spLocks noGrp="1"/>
          </p:cNvSpPr>
          <p:nvPr/>
        </p:nvSpPr>
        <p:spPr>
          <a:xfrm>
            <a:off x="636415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2" name="Stage1_sixpanel_9993">
            <a:extLst>
              <a:ext uri="{FF2B5EF4-FFF2-40B4-BE49-F238E27FC236}">
                <a16:creationId xmlns:a16="http://schemas.microsoft.com/office/drawing/2014/main" id="{9B2B40A8-6889-4D47-A529-6F09286513BE}"/>
              </a:ext>
            </a:extLst>
          </p:cNvPr>
          <p:cNvSpPr>
            <a:spLocks noGrp="1"/>
          </p:cNvSpPr>
          <p:nvPr/>
        </p:nvSpPr>
        <p:spPr>
          <a:xfrm>
            <a:off x="637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3" name="Stage1_sixpanel_9994">
            <a:extLst>
              <a:ext uri="{FF2B5EF4-FFF2-40B4-BE49-F238E27FC236}">
                <a16:creationId xmlns:a16="http://schemas.microsoft.com/office/drawing/2014/main" id="{02FE7FCD-55F2-4896-8EDC-6838C02E007E}"/>
              </a:ext>
            </a:extLst>
          </p:cNvPr>
          <p:cNvSpPr>
            <a:spLocks noGrp="1"/>
          </p:cNvSpPr>
          <p:nvPr/>
        </p:nvSpPr>
        <p:spPr>
          <a:xfrm>
            <a:off x="6465337" y="807916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4" name="Stage1_sixpanel_9995">
            <a:extLst>
              <a:ext uri="{FF2B5EF4-FFF2-40B4-BE49-F238E27FC236}">
                <a16:creationId xmlns:a16="http://schemas.microsoft.com/office/drawing/2014/main" id="{243107A9-9B2E-46FC-8F2A-722BD6A30DCE}"/>
              </a:ext>
            </a:extLst>
          </p:cNvPr>
          <p:cNvSpPr>
            <a:spLocks noGrp="1"/>
          </p:cNvSpPr>
          <p:nvPr/>
        </p:nvSpPr>
        <p:spPr>
          <a:xfrm>
            <a:off x="6330219" y="807065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5" name="Stage1_sixpanel_9996">
            <a:extLst>
              <a:ext uri="{FF2B5EF4-FFF2-40B4-BE49-F238E27FC236}">
                <a16:creationId xmlns:a16="http://schemas.microsoft.com/office/drawing/2014/main" id="{0DFC557E-814A-448D-BA49-8A7811A2AE39}"/>
              </a:ext>
            </a:extLst>
          </p:cNvPr>
          <p:cNvSpPr>
            <a:spLocks noGrp="1"/>
          </p:cNvSpPr>
          <p:nvPr/>
        </p:nvSpPr>
        <p:spPr>
          <a:xfrm>
            <a:off x="6288597" y="807718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6" name="Stage1_sixpanel_9997">
            <a:extLst>
              <a:ext uri="{FF2B5EF4-FFF2-40B4-BE49-F238E27FC236}">
                <a16:creationId xmlns:a16="http://schemas.microsoft.com/office/drawing/2014/main" id="{EB717F05-4FA2-4E1A-8FAC-6E277C767D6B}"/>
              </a:ext>
            </a:extLst>
          </p:cNvPr>
          <p:cNvSpPr>
            <a:spLocks noGrp="1"/>
          </p:cNvSpPr>
          <p:nvPr/>
        </p:nvSpPr>
        <p:spPr>
          <a:xfrm>
            <a:off x="628089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7" name="Stage1_sixpanel_9998">
            <a:extLst>
              <a:ext uri="{FF2B5EF4-FFF2-40B4-BE49-F238E27FC236}">
                <a16:creationId xmlns:a16="http://schemas.microsoft.com/office/drawing/2014/main" id="{71888C70-B043-49CF-8FAE-3312B1445F28}"/>
              </a:ext>
            </a:extLst>
          </p:cNvPr>
          <p:cNvSpPr>
            <a:spLocks noGrp="1"/>
          </p:cNvSpPr>
          <p:nvPr/>
        </p:nvSpPr>
        <p:spPr>
          <a:xfrm>
            <a:off x="64387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8" name="Stage1_sixpanel_9999">
            <a:extLst>
              <a:ext uri="{FF2B5EF4-FFF2-40B4-BE49-F238E27FC236}">
                <a16:creationId xmlns:a16="http://schemas.microsoft.com/office/drawing/2014/main" id="{674BD174-4FEF-4A4D-840E-5294F6C27F5A}"/>
              </a:ext>
            </a:extLst>
          </p:cNvPr>
          <p:cNvSpPr>
            <a:spLocks noGrp="1"/>
          </p:cNvSpPr>
          <p:nvPr/>
        </p:nvSpPr>
        <p:spPr>
          <a:xfrm>
            <a:off x="6300736" y="8067153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29" name="Stage1_sixpanel_10000">
            <a:extLst>
              <a:ext uri="{FF2B5EF4-FFF2-40B4-BE49-F238E27FC236}">
                <a16:creationId xmlns:a16="http://schemas.microsoft.com/office/drawing/2014/main" id="{8C943E92-0678-4CC4-99B7-5B12B6E21437}"/>
              </a:ext>
            </a:extLst>
          </p:cNvPr>
          <p:cNvSpPr>
            <a:spLocks noGrp="1"/>
          </p:cNvSpPr>
          <p:nvPr/>
        </p:nvSpPr>
        <p:spPr>
          <a:xfrm>
            <a:off x="6322415" y="80585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0" name="Stage1_sixpanel_10001">
            <a:extLst>
              <a:ext uri="{FF2B5EF4-FFF2-40B4-BE49-F238E27FC236}">
                <a16:creationId xmlns:a16="http://schemas.microsoft.com/office/drawing/2014/main" id="{2949338B-D579-41A1-A977-EE833EAA2837}"/>
              </a:ext>
            </a:extLst>
          </p:cNvPr>
          <p:cNvSpPr>
            <a:spLocks noGrp="1"/>
          </p:cNvSpPr>
          <p:nvPr/>
        </p:nvSpPr>
        <p:spPr>
          <a:xfrm>
            <a:off x="6287503" y="806787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1" name="Stage1_sixpanel_10002">
            <a:extLst>
              <a:ext uri="{FF2B5EF4-FFF2-40B4-BE49-F238E27FC236}">
                <a16:creationId xmlns:a16="http://schemas.microsoft.com/office/drawing/2014/main" id="{C48A3BED-5BA7-423A-BA9C-D1718A526601}"/>
              </a:ext>
            </a:extLst>
          </p:cNvPr>
          <p:cNvSpPr>
            <a:spLocks noGrp="1"/>
          </p:cNvSpPr>
          <p:nvPr/>
        </p:nvSpPr>
        <p:spPr>
          <a:xfrm>
            <a:off x="6273296" y="80755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2" name="Stage1_sixpanel_10003">
            <a:extLst>
              <a:ext uri="{FF2B5EF4-FFF2-40B4-BE49-F238E27FC236}">
                <a16:creationId xmlns:a16="http://schemas.microsoft.com/office/drawing/2014/main" id="{6C0A241F-097C-4F86-94DF-73BD071B42C1}"/>
              </a:ext>
            </a:extLst>
          </p:cNvPr>
          <p:cNvSpPr>
            <a:spLocks noGrp="1"/>
          </p:cNvSpPr>
          <p:nvPr/>
        </p:nvSpPr>
        <p:spPr>
          <a:xfrm>
            <a:off x="6415039" y="805332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3" name="Stage1_sixpanel_10004">
            <a:extLst>
              <a:ext uri="{FF2B5EF4-FFF2-40B4-BE49-F238E27FC236}">
                <a16:creationId xmlns:a16="http://schemas.microsoft.com/office/drawing/2014/main" id="{7AC69B7B-7C6A-4666-A8CF-39F4443815CE}"/>
              </a:ext>
            </a:extLst>
          </p:cNvPr>
          <p:cNvSpPr>
            <a:spLocks noGrp="1"/>
          </p:cNvSpPr>
          <p:nvPr/>
        </p:nvSpPr>
        <p:spPr>
          <a:xfrm>
            <a:off x="7111517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17434" y="1237437"/>
                </a:moveTo>
                <a:lnTo>
                  <a:pt x="121917" y="1237437"/>
                </a:lnTo>
                <a:lnTo>
                  <a:pt x="122369" y="1229703"/>
                </a:lnTo>
                <a:lnTo>
                  <a:pt x="123694" y="1221969"/>
                </a:lnTo>
                <a:lnTo>
                  <a:pt x="125806" y="1214235"/>
                </a:lnTo>
                <a:lnTo>
                  <a:pt x="128572" y="1206502"/>
                </a:lnTo>
                <a:lnTo>
                  <a:pt x="131826" y="1198768"/>
                </a:lnTo>
                <a:lnTo>
                  <a:pt x="135386" y="1191034"/>
                </a:lnTo>
                <a:lnTo>
                  <a:pt x="139067" y="1183300"/>
                </a:lnTo>
                <a:lnTo>
                  <a:pt x="142702" y="1175566"/>
                </a:lnTo>
                <a:lnTo>
                  <a:pt x="146149" y="1167832"/>
                </a:lnTo>
                <a:lnTo>
                  <a:pt x="149302" y="1160098"/>
                </a:lnTo>
                <a:lnTo>
                  <a:pt x="152092" y="1152364"/>
                </a:lnTo>
                <a:lnTo>
                  <a:pt x="154483" y="1144630"/>
                </a:lnTo>
                <a:lnTo>
                  <a:pt x="156474" y="1136896"/>
                </a:lnTo>
                <a:lnTo>
                  <a:pt x="158089" y="1129162"/>
                </a:lnTo>
                <a:lnTo>
                  <a:pt x="159369" y="1121428"/>
                </a:lnTo>
                <a:lnTo>
                  <a:pt x="160364" y="1113694"/>
                </a:lnTo>
                <a:lnTo>
                  <a:pt x="161130" y="1105960"/>
                </a:lnTo>
                <a:lnTo>
                  <a:pt x="161723" y="1098226"/>
                </a:lnTo>
                <a:lnTo>
                  <a:pt x="162189" y="1090492"/>
                </a:lnTo>
                <a:lnTo>
                  <a:pt x="162570" y="1082758"/>
                </a:lnTo>
                <a:lnTo>
                  <a:pt x="162899" y="1075024"/>
                </a:lnTo>
                <a:lnTo>
                  <a:pt x="163197" y="1067290"/>
                </a:lnTo>
                <a:lnTo>
                  <a:pt x="163479" y="1059556"/>
                </a:lnTo>
                <a:lnTo>
                  <a:pt x="163749" y="1051822"/>
                </a:lnTo>
                <a:lnTo>
                  <a:pt x="164008" y="1044088"/>
                </a:lnTo>
                <a:lnTo>
                  <a:pt x="164250" y="1036354"/>
                </a:lnTo>
                <a:lnTo>
                  <a:pt x="164465" y="1028620"/>
                </a:lnTo>
                <a:lnTo>
                  <a:pt x="164647" y="1020886"/>
                </a:lnTo>
                <a:lnTo>
                  <a:pt x="164785" y="1013152"/>
                </a:lnTo>
                <a:lnTo>
                  <a:pt x="164875" y="1005418"/>
                </a:lnTo>
                <a:lnTo>
                  <a:pt x="164915" y="997684"/>
                </a:lnTo>
                <a:lnTo>
                  <a:pt x="164907" y="989950"/>
                </a:lnTo>
                <a:lnTo>
                  <a:pt x="164861" y="982216"/>
                </a:lnTo>
                <a:lnTo>
                  <a:pt x="164787" y="974482"/>
                </a:lnTo>
                <a:lnTo>
                  <a:pt x="164701" y="966748"/>
                </a:lnTo>
                <a:lnTo>
                  <a:pt x="164622" y="959014"/>
                </a:lnTo>
                <a:lnTo>
                  <a:pt x="164565" y="951280"/>
                </a:lnTo>
                <a:lnTo>
                  <a:pt x="164546" y="943546"/>
                </a:lnTo>
                <a:lnTo>
                  <a:pt x="164576" y="935812"/>
                </a:lnTo>
                <a:lnTo>
                  <a:pt x="164661" y="928078"/>
                </a:lnTo>
                <a:lnTo>
                  <a:pt x="164801" y="920344"/>
                </a:lnTo>
                <a:lnTo>
                  <a:pt x="164991" y="912610"/>
                </a:lnTo>
                <a:lnTo>
                  <a:pt x="165222" y="904876"/>
                </a:lnTo>
                <a:lnTo>
                  <a:pt x="165480" y="897142"/>
                </a:lnTo>
                <a:lnTo>
                  <a:pt x="165749" y="889408"/>
                </a:lnTo>
                <a:lnTo>
                  <a:pt x="166017" y="881674"/>
                </a:lnTo>
                <a:lnTo>
                  <a:pt x="166269" y="873940"/>
                </a:lnTo>
                <a:lnTo>
                  <a:pt x="166496" y="866206"/>
                </a:lnTo>
                <a:lnTo>
                  <a:pt x="166690" y="858472"/>
                </a:lnTo>
                <a:lnTo>
                  <a:pt x="166850" y="850738"/>
                </a:lnTo>
                <a:lnTo>
                  <a:pt x="166975" y="843004"/>
                </a:lnTo>
                <a:lnTo>
                  <a:pt x="167067" y="835270"/>
                </a:lnTo>
                <a:lnTo>
                  <a:pt x="167129" y="827536"/>
                </a:lnTo>
                <a:lnTo>
                  <a:pt x="167167" y="819802"/>
                </a:lnTo>
                <a:lnTo>
                  <a:pt x="167184" y="812068"/>
                </a:lnTo>
                <a:lnTo>
                  <a:pt x="167183" y="804334"/>
                </a:lnTo>
                <a:lnTo>
                  <a:pt x="167167" y="796600"/>
                </a:lnTo>
                <a:lnTo>
                  <a:pt x="167136" y="788866"/>
                </a:lnTo>
                <a:lnTo>
                  <a:pt x="167092" y="781132"/>
                </a:lnTo>
                <a:lnTo>
                  <a:pt x="167035" y="773398"/>
                </a:lnTo>
                <a:lnTo>
                  <a:pt x="166965" y="765664"/>
                </a:lnTo>
                <a:lnTo>
                  <a:pt x="166880" y="757930"/>
                </a:lnTo>
                <a:lnTo>
                  <a:pt x="166780" y="750196"/>
                </a:lnTo>
                <a:lnTo>
                  <a:pt x="166664" y="742462"/>
                </a:lnTo>
                <a:lnTo>
                  <a:pt x="166531" y="734728"/>
                </a:lnTo>
                <a:lnTo>
                  <a:pt x="166380" y="726994"/>
                </a:lnTo>
                <a:lnTo>
                  <a:pt x="166208" y="719261"/>
                </a:lnTo>
                <a:lnTo>
                  <a:pt x="166016" y="711527"/>
                </a:lnTo>
                <a:lnTo>
                  <a:pt x="165803" y="703793"/>
                </a:lnTo>
                <a:lnTo>
                  <a:pt x="165571" y="696059"/>
                </a:lnTo>
                <a:lnTo>
                  <a:pt x="165324" y="688325"/>
                </a:lnTo>
                <a:lnTo>
                  <a:pt x="165069" y="680591"/>
                </a:lnTo>
                <a:lnTo>
                  <a:pt x="164815" y="672857"/>
                </a:lnTo>
                <a:lnTo>
                  <a:pt x="164574" y="665123"/>
                </a:lnTo>
                <a:lnTo>
                  <a:pt x="164359" y="657389"/>
                </a:lnTo>
                <a:lnTo>
                  <a:pt x="164186" y="649655"/>
                </a:lnTo>
                <a:lnTo>
                  <a:pt x="164068" y="641921"/>
                </a:lnTo>
                <a:lnTo>
                  <a:pt x="164019" y="634187"/>
                </a:lnTo>
                <a:lnTo>
                  <a:pt x="164046" y="626453"/>
                </a:lnTo>
                <a:lnTo>
                  <a:pt x="164153" y="618719"/>
                </a:lnTo>
                <a:lnTo>
                  <a:pt x="164339" y="610985"/>
                </a:lnTo>
                <a:lnTo>
                  <a:pt x="164597" y="603251"/>
                </a:lnTo>
                <a:lnTo>
                  <a:pt x="164913" y="595517"/>
                </a:lnTo>
                <a:lnTo>
                  <a:pt x="165269" y="587783"/>
                </a:lnTo>
                <a:lnTo>
                  <a:pt x="165646" y="580049"/>
                </a:lnTo>
                <a:lnTo>
                  <a:pt x="166020" y="572315"/>
                </a:lnTo>
                <a:lnTo>
                  <a:pt x="166371" y="564581"/>
                </a:lnTo>
                <a:lnTo>
                  <a:pt x="166679" y="556847"/>
                </a:lnTo>
                <a:lnTo>
                  <a:pt x="166928" y="549113"/>
                </a:lnTo>
                <a:lnTo>
                  <a:pt x="167106" y="541379"/>
                </a:lnTo>
                <a:lnTo>
                  <a:pt x="167206" y="533645"/>
                </a:lnTo>
                <a:lnTo>
                  <a:pt x="167226" y="525911"/>
                </a:lnTo>
                <a:lnTo>
                  <a:pt x="167166" y="518177"/>
                </a:lnTo>
                <a:lnTo>
                  <a:pt x="167030" y="510443"/>
                </a:lnTo>
                <a:lnTo>
                  <a:pt x="166826" y="502709"/>
                </a:lnTo>
                <a:lnTo>
                  <a:pt x="166563" y="494975"/>
                </a:lnTo>
                <a:lnTo>
                  <a:pt x="166251" y="487241"/>
                </a:lnTo>
                <a:lnTo>
                  <a:pt x="165902" y="479507"/>
                </a:lnTo>
                <a:lnTo>
                  <a:pt x="165527" y="471773"/>
                </a:lnTo>
                <a:lnTo>
                  <a:pt x="165140" y="464039"/>
                </a:lnTo>
                <a:lnTo>
                  <a:pt x="164754" y="456305"/>
                </a:lnTo>
                <a:lnTo>
                  <a:pt x="164382" y="448571"/>
                </a:lnTo>
                <a:lnTo>
                  <a:pt x="164037" y="440837"/>
                </a:lnTo>
                <a:lnTo>
                  <a:pt x="163730" y="433103"/>
                </a:lnTo>
                <a:lnTo>
                  <a:pt x="163471" y="425369"/>
                </a:lnTo>
                <a:lnTo>
                  <a:pt x="163265" y="417635"/>
                </a:lnTo>
                <a:lnTo>
                  <a:pt x="163114" y="409901"/>
                </a:lnTo>
                <a:lnTo>
                  <a:pt x="163019" y="402167"/>
                </a:lnTo>
                <a:lnTo>
                  <a:pt x="162975" y="394433"/>
                </a:lnTo>
                <a:lnTo>
                  <a:pt x="162976" y="386699"/>
                </a:lnTo>
                <a:lnTo>
                  <a:pt x="163013" y="378965"/>
                </a:lnTo>
                <a:lnTo>
                  <a:pt x="163078" y="371231"/>
                </a:lnTo>
                <a:lnTo>
                  <a:pt x="163162" y="363497"/>
                </a:lnTo>
                <a:lnTo>
                  <a:pt x="163261" y="355763"/>
                </a:lnTo>
                <a:lnTo>
                  <a:pt x="163370" y="348029"/>
                </a:lnTo>
                <a:lnTo>
                  <a:pt x="163489" y="340295"/>
                </a:lnTo>
                <a:lnTo>
                  <a:pt x="163617" y="332561"/>
                </a:lnTo>
                <a:lnTo>
                  <a:pt x="163759" y="324827"/>
                </a:lnTo>
                <a:lnTo>
                  <a:pt x="163916" y="317093"/>
                </a:lnTo>
                <a:lnTo>
                  <a:pt x="164093" y="309359"/>
                </a:lnTo>
                <a:lnTo>
                  <a:pt x="164291" y="301625"/>
                </a:lnTo>
                <a:lnTo>
                  <a:pt x="164510" y="293891"/>
                </a:lnTo>
                <a:lnTo>
                  <a:pt x="164750" y="286157"/>
                </a:lnTo>
                <a:lnTo>
                  <a:pt x="165006" y="278423"/>
                </a:lnTo>
                <a:lnTo>
                  <a:pt x="165274" y="270689"/>
                </a:lnTo>
                <a:lnTo>
                  <a:pt x="165548" y="262955"/>
                </a:lnTo>
                <a:lnTo>
                  <a:pt x="165820" y="255221"/>
                </a:lnTo>
                <a:lnTo>
                  <a:pt x="166083" y="247487"/>
                </a:lnTo>
                <a:lnTo>
                  <a:pt x="166332" y="239754"/>
                </a:lnTo>
                <a:lnTo>
                  <a:pt x="166558" y="232020"/>
                </a:lnTo>
                <a:lnTo>
                  <a:pt x="166757" y="224286"/>
                </a:lnTo>
                <a:lnTo>
                  <a:pt x="166924" y="216552"/>
                </a:lnTo>
                <a:lnTo>
                  <a:pt x="167054" y="208818"/>
                </a:lnTo>
                <a:lnTo>
                  <a:pt x="167142" y="201084"/>
                </a:lnTo>
                <a:lnTo>
                  <a:pt x="167180" y="193350"/>
                </a:lnTo>
                <a:lnTo>
                  <a:pt x="167155" y="185616"/>
                </a:lnTo>
                <a:lnTo>
                  <a:pt x="167045" y="177882"/>
                </a:lnTo>
                <a:lnTo>
                  <a:pt x="166818" y="170148"/>
                </a:lnTo>
                <a:lnTo>
                  <a:pt x="166422" y="162414"/>
                </a:lnTo>
                <a:lnTo>
                  <a:pt x="165784" y="154680"/>
                </a:lnTo>
                <a:lnTo>
                  <a:pt x="164807" y="146946"/>
                </a:lnTo>
                <a:lnTo>
                  <a:pt x="163361" y="139212"/>
                </a:lnTo>
                <a:lnTo>
                  <a:pt x="161286" y="131478"/>
                </a:lnTo>
                <a:lnTo>
                  <a:pt x="158397" y="123744"/>
                </a:lnTo>
                <a:lnTo>
                  <a:pt x="154486" y="116010"/>
                </a:lnTo>
                <a:lnTo>
                  <a:pt x="149341" y="108276"/>
                </a:lnTo>
                <a:lnTo>
                  <a:pt x="142765" y="100542"/>
                </a:lnTo>
                <a:lnTo>
                  <a:pt x="134600" y="92808"/>
                </a:lnTo>
                <a:lnTo>
                  <a:pt x="124761" y="85074"/>
                </a:lnTo>
                <a:lnTo>
                  <a:pt x="113260" y="77340"/>
                </a:lnTo>
                <a:lnTo>
                  <a:pt x="100243" y="69606"/>
                </a:lnTo>
                <a:lnTo>
                  <a:pt x="85998" y="61872"/>
                </a:lnTo>
                <a:lnTo>
                  <a:pt x="70971" y="54138"/>
                </a:lnTo>
                <a:lnTo>
                  <a:pt x="55745" y="46404"/>
                </a:lnTo>
                <a:lnTo>
                  <a:pt x="41019" y="38670"/>
                </a:lnTo>
                <a:lnTo>
                  <a:pt x="27550" y="30936"/>
                </a:lnTo>
                <a:lnTo>
                  <a:pt x="16099" y="23202"/>
                </a:lnTo>
                <a:lnTo>
                  <a:pt x="7355" y="15468"/>
                </a:lnTo>
                <a:lnTo>
                  <a:pt x="1870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82" y="7734"/>
                </a:lnTo>
                <a:lnTo>
                  <a:pt x="331997" y="15468"/>
                </a:lnTo>
                <a:lnTo>
                  <a:pt x="323253" y="23202"/>
                </a:lnTo>
                <a:lnTo>
                  <a:pt x="311801" y="30936"/>
                </a:lnTo>
                <a:lnTo>
                  <a:pt x="298333" y="38670"/>
                </a:lnTo>
                <a:lnTo>
                  <a:pt x="283606" y="46404"/>
                </a:lnTo>
                <a:lnTo>
                  <a:pt x="268381" y="54138"/>
                </a:lnTo>
                <a:lnTo>
                  <a:pt x="253354" y="61872"/>
                </a:lnTo>
                <a:lnTo>
                  <a:pt x="239109" y="69606"/>
                </a:lnTo>
                <a:lnTo>
                  <a:pt x="226091" y="77340"/>
                </a:lnTo>
                <a:lnTo>
                  <a:pt x="214591" y="85074"/>
                </a:lnTo>
                <a:lnTo>
                  <a:pt x="204751" y="92808"/>
                </a:lnTo>
                <a:lnTo>
                  <a:pt x="196587" y="100542"/>
                </a:lnTo>
                <a:lnTo>
                  <a:pt x="190011" y="108276"/>
                </a:lnTo>
                <a:lnTo>
                  <a:pt x="184866" y="116010"/>
                </a:lnTo>
                <a:lnTo>
                  <a:pt x="180955" y="123744"/>
                </a:lnTo>
                <a:lnTo>
                  <a:pt x="178065" y="131478"/>
                </a:lnTo>
                <a:lnTo>
                  <a:pt x="175991" y="139212"/>
                </a:lnTo>
                <a:lnTo>
                  <a:pt x="174545" y="146946"/>
                </a:lnTo>
                <a:lnTo>
                  <a:pt x="173567" y="154680"/>
                </a:lnTo>
                <a:lnTo>
                  <a:pt x="172930" y="162414"/>
                </a:lnTo>
                <a:lnTo>
                  <a:pt x="172534" y="170148"/>
                </a:lnTo>
                <a:lnTo>
                  <a:pt x="172307" y="177882"/>
                </a:lnTo>
                <a:lnTo>
                  <a:pt x="172197" y="185616"/>
                </a:lnTo>
                <a:lnTo>
                  <a:pt x="172172" y="193350"/>
                </a:lnTo>
                <a:lnTo>
                  <a:pt x="172209" y="201084"/>
                </a:lnTo>
                <a:lnTo>
                  <a:pt x="172298" y="208818"/>
                </a:lnTo>
                <a:lnTo>
                  <a:pt x="172428" y="216552"/>
                </a:lnTo>
                <a:lnTo>
                  <a:pt x="172595" y="224286"/>
                </a:lnTo>
                <a:lnTo>
                  <a:pt x="172794" y="232020"/>
                </a:lnTo>
                <a:lnTo>
                  <a:pt x="173020" y="239754"/>
                </a:lnTo>
                <a:lnTo>
                  <a:pt x="173268" y="247487"/>
                </a:lnTo>
                <a:lnTo>
                  <a:pt x="173532" y="255221"/>
                </a:lnTo>
                <a:lnTo>
                  <a:pt x="173804" y="262955"/>
                </a:lnTo>
                <a:lnTo>
                  <a:pt x="174078" y="270689"/>
                </a:lnTo>
                <a:lnTo>
                  <a:pt x="174346" y="278423"/>
                </a:lnTo>
                <a:lnTo>
                  <a:pt x="174602" y="286157"/>
                </a:lnTo>
                <a:lnTo>
                  <a:pt x="174842" y="293891"/>
                </a:lnTo>
                <a:lnTo>
                  <a:pt x="175061" y="301625"/>
                </a:lnTo>
                <a:lnTo>
                  <a:pt x="175259" y="309359"/>
                </a:lnTo>
                <a:lnTo>
                  <a:pt x="175436" y="317093"/>
                </a:lnTo>
                <a:lnTo>
                  <a:pt x="175593" y="324827"/>
                </a:lnTo>
                <a:lnTo>
                  <a:pt x="175734" y="332561"/>
                </a:lnTo>
                <a:lnTo>
                  <a:pt x="175863" y="340295"/>
                </a:lnTo>
                <a:lnTo>
                  <a:pt x="175982" y="348029"/>
                </a:lnTo>
                <a:lnTo>
                  <a:pt x="176091" y="355763"/>
                </a:lnTo>
                <a:lnTo>
                  <a:pt x="176189" y="363497"/>
                </a:lnTo>
                <a:lnTo>
                  <a:pt x="176274" y="371231"/>
                </a:lnTo>
                <a:lnTo>
                  <a:pt x="176339" y="378965"/>
                </a:lnTo>
                <a:lnTo>
                  <a:pt x="176376" y="386699"/>
                </a:lnTo>
                <a:lnTo>
                  <a:pt x="176377" y="394433"/>
                </a:lnTo>
                <a:lnTo>
                  <a:pt x="176333" y="402167"/>
                </a:lnTo>
                <a:lnTo>
                  <a:pt x="176238" y="409901"/>
                </a:lnTo>
                <a:lnTo>
                  <a:pt x="176087" y="417635"/>
                </a:lnTo>
                <a:lnTo>
                  <a:pt x="175881" y="425369"/>
                </a:lnTo>
                <a:lnTo>
                  <a:pt x="175621" y="433103"/>
                </a:lnTo>
                <a:lnTo>
                  <a:pt x="175315" y="440837"/>
                </a:lnTo>
                <a:lnTo>
                  <a:pt x="174970" y="448571"/>
                </a:lnTo>
                <a:lnTo>
                  <a:pt x="174598" y="456305"/>
                </a:lnTo>
                <a:lnTo>
                  <a:pt x="174212" y="464039"/>
                </a:lnTo>
                <a:lnTo>
                  <a:pt x="173825" y="471773"/>
                </a:lnTo>
                <a:lnTo>
                  <a:pt x="173450" y="479507"/>
                </a:lnTo>
                <a:lnTo>
                  <a:pt x="173101" y="487241"/>
                </a:lnTo>
                <a:lnTo>
                  <a:pt x="172788" y="494975"/>
                </a:lnTo>
                <a:lnTo>
                  <a:pt x="172525" y="502709"/>
                </a:lnTo>
                <a:lnTo>
                  <a:pt x="172322" y="510443"/>
                </a:lnTo>
                <a:lnTo>
                  <a:pt x="172186" y="518177"/>
                </a:lnTo>
                <a:lnTo>
                  <a:pt x="172126" y="525911"/>
                </a:lnTo>
                <a:lnTo>
                  <a:pt x="172145" y="533645"/>
                </a:lnTo>
                <a:lnTo>
                  <a:pt x="172246" y="541379"/>
                </a:lnTo>
                <a:lnTo>
                  <a:pt x="172424" y="549113"/>
                </a:lnTo>
                <a:lnTo>
                  <a:pt x="172673" y="556847"/>
                </a:lnTo>
                <a:lnTo>
                  <a:pt x="172981" y="564581"/>
                </a:lnTo>
                <a:lnTo>
                  <a:pt x="173332" y="572315"/>
                </a:lnTo>
                <a:lnTo>
                  <a:pt x="173706" y="580049"/>
                </a:lnTo>
                <a:lnTo>
                  <a:pt x="174083" y="587783"/>
                </a:lnTo>
                <a:lnTo>
                  <a:pt x="174439" y="595517"/>
                </a:lnTo>
                <a:lnTo>
                  <a:pt x="174755" y="603251"/>
                </a:lnTo>
                <a:lnTo>
                  <a:pt x="175012" y="610985"/>
                </a:lnTo>
                <a:lnTo>
                  <a:pt x="175199" y="618719"/>
                </a:lnTo>
                <a:lnTo>
                  <a:pt x="175306" y="626453"/>
                </a:lnTo>
                <a:lnTo>
                  <a:pt x="175333" y="634187"/>
                </a:lnTo>
                <a:lnTo>
                  <a:pt x="175283" y="641921"/>
                </a:lnTo>
                <a:lnTo>
                  <a:pt x="175166" y="649655"/>
                </a:lnTo>
                <a:lnTo>
                  <a:pt x="174993" y="657389"/>
                </a:lnTo>
                <a:lnTo>
                  <a:pt x="174778" y="665123"/>
                </a:lnTo>
                <a:lnTo>
                  <a:pt x="174537" y="672857"/>
                </a:lnTo>
                <a:lnTo>
                  <a:pt x="174283" y="680591"/>
                </a:lnTo>
                <a:lnTo>
                  <a:pt x="174028" y="688325"/>
                </a:lnTo>
                <a:lnTo>
                  <a:pt x="173781" y="696059"/>
                </a:lnTo>
                <a:lnTo>
                  <a:pt x="173549" y="703793"/>
                </a:lnTo>
                <a:lnTo>
                  <a:pt x="173336" y="711527"/>
                </a:lnTo>
                <a:lnTo>
                  <a:pt x="173144" y="719261"/>
                </a:lnTo>
                <a:lnTo>
                  <a:pt x="172972" y="726994"/>
                </a:lnTo>
                <a:lnTo>
                  <a:pt x="172821" y="734728"/>
                </a:lnTo>
                <a:lnTo>
                  <a:pt x="172688" y="742462"/>
                </a:lnTo>
                <a:lnTo>
                  <a:pt x="172572" y="750196"/>
                </a:lnTo>
                <a:lnTo>
                  <a:pt x="172472" y="757930"/>
                </a:lnTo>
                <a:lnTo>
                  <a:pt x="172387" y="765664"/>
                </a:lnTo>
                <a:lnTo>
                  <a:pt x="172317" y="773398"/>
                </a:lnTo>
                <a:lnTo>
                  <a:pt x="172259" y="781132"/>
                </a:lnTo>
                <a:lnTo>
                  <a:pt x="172216" y="788866"/>
                </a:lnTo>
                <a:lnTo>
                  <a:pt x="172185" y="796600"/>
                </a:lnTo>
                <a:lnTo>
                  <a:pt x="172169" y="804334"/>
                </a:lnTo>
                <a:lnTo>
                  <a:pt x="172168" y="812068"/>
                </a:lnTo>
                <a:lnTo>
                  <a:pt x="172185" y="819802"/>
                </a:lnTo>
                <a:lnTo>
                  <a:pt x="172223" y="827536"/>
                </a:lnTo>
                <a:lnTo>
                  <a:pt x="172285" y="835270"/>
                </a:lnTo>
                <a:lnTo>
                  <a:pt x="172377" y="843004"/>
                </a:lnTo>
                <a:lnTo>
                  <a:pt x="172502" y="850738"/>
                </a:lnTo>
                <a:lnTo>
                  <a:pt x="172662" y="858472"/>
                </a:lnTo>
                <a:lnTo>
                  <a:pt x="172856" y="866206"/>
                </a:lnTo>
                <a:lnTo>
                  <a:pt x="173083" y="873940"/>
                </a:lnTo>
                <a:lnTo>
                  <a:pt x="173335" y="881674"/>
                </a:lnTo>
                <a:lnTo>
                  <a:pt x="173602" y="889408"/>
                </a:lnTo>
                <a:lnTo>
                  <a:pt x="173872" y="897142"/>
                </a:lnTo>
                <a:lnTo>
                  <a:pt x="174130" y="904876"/>
                </a:lnTo>
                <a:lnTo>
                  <a:pt x="174361" y="912610"/>
                </a:lnTo>
                <a:lnTo>
                  <a:pt x="174551" y="920344"/>
                </a:lnTo>
                <a:lnTo>
                  <a:pt x="174691" y="928078"/>
                </a:lnTo>
                <a:lnTo>
                  <a:pt x="174776" y="935812"/>
                </a:lnTo>
                <a:lnTo>
                  <a:pt x="174806" y="943546"/>
                </a:lnTo>
                <a:lnTo>
                  <a:pt x="174787" y="951280"/>
                </a:lnTo>
                <a:lnTo>
                  <a:pt x="174730" y="959014"/>
                </a:lnTo>
                <a:lnTo>
                  <a:pt x="174651" y="966748"/>
                </a:lnTo>
                <a:lnTo>
                  <a:pt x="174565" y="974482"/>
                </a:lnTo>
                <a:lnTo>
                  <a:pt x="174491" y="982216"/>
                </a:lnTo>
                <a:lnTo>
                  <a:pt x="174444" y="989950"/>
                </a:lnTo>
                <a:lnTo>
                  <a:pt x="174437" y="997684"/>
                </a:lnTo>
                <a:lnTo>
                  <a:pt x="174477" y="1005418"/>
                </a:lnTo>
                <a:lnTo>
                  <a:pt x="174567" y="1013152"/>
                </a:lnTo>
                <a:lnTo>
                  <a:pt x="174705" y="1020886"/>
                </a:lnTo>
                <a:lnTo>
                  <a:pt x="174886" y="1028620"/>
                </a:lnTo>
                <a:lnTo>
                  <a:pt x="175102" y="1036354"/>
                </a:lnTo>
                <a:lnTo>
                  <a:pt x="175344" y="1044088"/>
                </a:lnTo>
                <a:lnTo>
                  <a:pt x="175603" y="1051822"/>
                </a:lnTo>
                <a:lnTo>
                  <a:pt x="175873" y="1059556"/>
                </a:lnTo>
                <a:lnTo>
                  <a:pt x="176155" y="1067290"/>
                </a:lnTo>
                <a:lnTo>
                  <a:pt x="176453" y="1075024"/>
                </a:lnTo>
                <a:lnTo>
                  <a:pt x="176781" y="1082758"/>
                </a:lnTo>
                <a:lnTo>
                  <a:pt x="177163" y="1090492"/>
                </a:lnTo>
                <a:lnTo>
                  <a:pt x="177629" y="1098226"/>
                </a:lnTo>
                <a:lnTo>
                  <a:pt x="178221" y="1105960"/>
                </a:lnTo>
                <a:lnTo>
                  <a:pt x="178988" y="1113694"/>
                </a:lnTo>
                <a:lnTo>
                  <a:pt x="179983" y="1121428"/>
                </a:lnTo>
                <a:lnTo>
                  <a:pt x="181263" y="1129162"/>
                </a:lnTo>
                <a:lnTo>
                  <a:pt x="182878" y="1136896"/>
                </a:lnTo>
                <a:lnTo>
                  <a:pt x="184869" y="1144630"/>
                </a:lnTo>
                <a:lnTo>
                  <a:pt x="187260" y="1152364"/>
                </a:lnTo>
                <a:lnTo>
                  <a:pt x="190049" y="1160098"/>
                </a:lnTo>
                <a:lnTo>
                  <a:pt x="193202" y="1167832"/>
                </a:lnTo>
                <a:lnTo>
                  <a:pt x="196650" y="1175566"/>
                </a:lnTo>
                <a:lnTo>
                  <a:pt x="200285" y="1183300"/>
                </a:lnTo>
                <a:lnTo>
                  <a:pt x="203966" y="1191034"/>
                </a:lnTo>
                <a:lnTo>
                  <a:pt x="207525" y="1198768"/>
                </a:lnTo>
                <a:lnTo>
                  <a:pt x="210780" y="1206502"/>
                </a:lnTo>
                <a:lnTo>
                  <a:pt x="213546" y="1214235"/>
                </a:lnTo>
                <a:lnTo>
                  <a:pt x="215658" y="1221969"/>
                </a:lnTo>
                <a:lnTo>
                  <a:pt x="216983" y="1229703"/>
                </a:lnTo>
                <a:lnTo>
                  <a:pt x="217434" y="1237437"/>
                </a:lnTo>
                <a:lnTo>
                  <a:pt x="217434" y="1237437"/>
                </a:lnTo>
                <a:close/>
              </a:path>
            </a:pathLst>
          </a:custGeom>
          <a:solidFill>
            <a:srgbClr val="007C83">
              <a:alpha val="16000"/>
            </a:srgbClr>
          </a:solidFill>
          <a:ln w="10933">
            <a:solidFill>
              <a:srgbClr val="007C83">
                <a:alpha val="16000"/>
              </a:srgbClr>
            </a:solidFill>
            <a:prstDash val="solid"/>
          </a:ln>
        </p:spPr>
      </p:sp>
      <p:sp>
        <p:nvSpPr>
          <p:cNvPr id="4834" name="Stage1_sixpanel_10005">
            <a:extLst>
              <a:ext uri="{FF2B5EF4-FFF2-40B4-BE49-F238E27FC236}">
                <a16:creationId xmlns:a16="http://schemas.microsoft.com/office/drawing/2014/main" id="{FD9E74D4-3497-4EF5-9067-90453F69B7D5}"/>
              </a:ext>
            </a:extLst>
          </p:cNvPr>
          <p:cNvSpPr>
            <a:spLocks noGrp="1"/>
          </p:cNvSpPr>
          <p:nvPr/>
        </p:nvSpPr>
        <p:spPr>
          <a:xfrm>
            <a:off x="717647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5" name="Stage1_sixpanel_10006">
            <a:extLst>
              <a:ext uri="{FF2B5EF4-FFF2-40B4-BE49-F238E27FC236}">
                <a16:creationId xmlns:a16="http://schemas.microsoft.com/office/drawing/2014/main" id="{FD8F2D8D-4B29-44EF-A295-2D801EA2D820}"/>
              </a:ext>
            </a:extLst>
          </p:cNvPr>
          <p:cNvSpPr>
            <a:spLocks noGrp="1"/>
          </p:cNvSpPr>
          <p:nvPr/>
        </p:nvSpPr>
        <p:spPr>
          <a:xfrm>
            <a:off x="72959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6" name="Stage1_sixpanel_10007">
            <a:extLst>
              <a:ext uri="{FF2B5EF4-FFF2-40B4-BE49-F238E27FC236}">
                <a16:creationId xmlns:a16="http://schemas.microsoft.com/office/drawing/2014/main" id="{D4FB5A44-854C-49E9-B84E-2E6EB2D196F7}"/>
              </a:ext>
            </a:extLst>
          </p:cNvPr>
          <p:cNvSpPr>
            <a:spLocks noGrp="1"/>
          </p:cNvSpPr>
          <p:nvPr/>
        </p:nvSpPr>
        <p:spPr>
          <a:xfrm>
            <a:off x="727924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7" name="Stage1_sixpanel_10008">
            <a:extLst>
              <a:ext uri="{FF2B5EF4-FFF2-40B4-BE49-F238E27FC236}">
                <a16:creationId xmlns:a16="http://schemas.microsoft.com/office/drawing/2014/main" id="{D019FC34-56D9-4E99-9827-A4A9EE71C6CA}"/>
              </a:ext>
            </a:extLst>
          </p:cNvPr>
          <p:cNvSpPr>
            <a:spLocks noGrp="1"/>
          </p:cNvSpPr>
          <p:nvPr/>
        </p:nvSpPr>
        <p:spPr>
          <a:xfrm>
            <a:off x="728200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8" name="Stage1_sixpanel_10009">
            <a:extLst>
              <a:ext uri="{FF2B5EF4-FFF2-40B4-BE49-F238E27FC236}">
                <a16:creationId xmlns:a16="http://schemas.microsoft.com/office/drawing/2014/main" id="{CEF01746-CE4C-4E1A-BBE0-79465C512EA9}"/>
              </a:ext>
            </a:extLst>
          </p:cNvPr>
          <p:cNvSpPr>
            <a:spLocks noGrp="1"/>
          </p:cNvSpPr>
          <p:nvPr/>
        </p:nvSpPr>
        <p:spPr>
          <a:xfrm>
            <a:off x="724101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39" name="Stage1_sixpanel_10010">
            <a:extLst>
              <a:ext uri="{FF2B5EF4-FFF2-40B4-BE49-F238E27FC236}">
                <a16:creationId xmlns:a16="http://schemas.microsoft.com/office/drawing/2014/main" id="{B4B35DE0-4945-4AC6-815E-9A2585FE6CBE}"/>
              </a:ext>
            </a:extLst>
          </p:cNvPr>
          <p:cNvSpPr>
            <a:spLocks noGrp="1"/>
          </p:cNvSpPr>
          <p:nvPr/>
        </p:nvSpPr>
        <p:spPr>
          <a:xfrm>
            <a:off x="7301774" y="709283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0" name="Stage1_sixpanel_10011">
            <a:extLst>
              <a:ext uri="{FF2B5EF4-FFF2-40B4-BE49-F238E27FC236}">
                <a16:creationId xmlns:a16="http://schemas.microsoft.com/office/drawing/2014/main" id="{B889837F-6BE5-4B1E-ACB5-205E396F7C10}"/>
              </a:ext>
            </a:extLst>
          </p:cNvPr>
          <p:cNvSpPr>
            <a:spLocks noGrp="1"/>
          </p:cNvSpPr>
          <p:nvPr/>
        </p:nvSpPr>
        <p:spPr>
          <a:xfrm>
            <a:off x="71735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1" name="Stage1_sixpanel_10012">
            <a:extLst>
              <a:ext uri="{FF2B5EF4-FFF2-40B4-BE49-F238E27FC236}">
                <a16:creationId xmlns:a16="http://schemas.microsoft.com/office/drawing/2014/main" id="{DBF9B7B3-E807-4A4D-9222-6536208430FE}"/>
              </a:ext>
            </a:extLst>
          </p:cNvPr>
          <p:cNvSpPr>
            <a:spLocks noGrp="1"/>
          </p:cNvSpPr>
          <p:nvPr/>
        </p:nvSpPr>
        <p:spPr>
          <a:xfrm>
            <a:off x="723952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2" name="Stage1_sixpanel_10013">
            <a:extLst>
              <a:ext uri="{FF2B5EF4-FFF2-40B4-BE49-F238E27FC236}">
                <a16:creationId xmlns:a16="http://schemas.microsoft.com/office/drawing/2014/main" id="{04F5B25C-350F-4D07-9B68-F2FFE02A917B}"/>
              </a:ext>
            </a:extLst>
          </p:cNvPr>
          <p:cNvSpPr>
            <a:spLocks noGrp="1"/>
          </p:cNvSpPr>
          <p:nvPr/>
        </p:nvSpPr>
        <p:spPr>
          <a:xfrm>
            <a:off x="7361696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3" name="Stage1_sixpanel_10014">
            <a:extLst>
              <a:ext uri="{FF2B5EF4-FFF2-40B4-BE49-F238E27FC236}">
                <a16:creationId xmlns:a16="http://schemas.microsoft.com/office/drawing/2014/main" id="{B6C737D1-905B-4641-B37F-1C47B9DECC03}"/>
              </a:ext>
            </a:extLst>
          </p:cNvPr>
          <p:cNvSpPr>
            <a:spLocks noGrp="1"/>
          </p:cNvSpPr>
          <p:nvPr/>
        </p:nvSpPr>
        <p:spPr>
          <a:xfrm>
            <a:off x="723876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4" name="Stage1_sixpanel_10015">
            <a:extLst>
              <a:ext uri="{FF2B5EF4-FFF2-40B4-BE49-F238E27FC236}">
                <a16:creationId xmlns:a16="http://schemas.microsoft.com/office/drawing/2014/main" id="{9101FAF3-52AB-4B8F-9F1E-EB7FB9B13D13}"/>
              </a:ext>
            </a:extLst>
          </p:cNvPr>
          <p:cNvSpPr>
            <a:spLocks noGrp="1"/>
          </p:cNvSpPr>
          <p:nvPr/>
        </p:nvSpPr>
        <p:spPr>
          <a:xfrm>
            <a:off x="72533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5" name="Stage1_sixpanel_10016">
            <a:extLst>
              <a:ext uri="{FF2B5EF4-FFF2-40B4-BE49-F238E27FC236}">
                <a16:creationId xmlns:a16="http://schemas.microsoft.com/office/drawing/2014/main" id="{284FD3CC-DFB5-4F4F-BEA4-4467F7645901}"/>
              </a:ext>
            </a:extLst>
          </p:cNvPr>
          <p:cNvSpPr>
            <a:spLocks noGrp="1"/>
          </p:cNvSpPr>
          <p:nvPr/>
        </p:nvSpPr>
        <p:spPr>
          <a:xfrm>
            <a:off x="71692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6" name="Stage1_sixpanel_10017">
            <a:extLst>
              <a:ext uri="{FF2B5EF4-FFF2-40B4-BE49-F238E27FC236}">
                <a16:creationId xmlns:a16="http://schemas.microsoft.com/office/drawing/2014/main" id="{DF75BF88-BE78-4374-8573-E5B43B067290}"/>
              </a:ext>
            </a:extLst>
          </p:cNvPr>
          <p:cNvSpPr>
            <a:spLocks noGrp="1"/>
          </p:cNvSpPr>
          <p:nvPr/>
        </p:nvSpPr>
        <p:spPr>
          <a:xfrm>
            <a:off x="7197536" y="7326572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7" name="Stage1_sixpanel_10018">
            <a:extLst>
              <a:ext uri="{FF2B5EF4-FFF2-40B4-BE49-F238E27FC236}">
                <a16:creationId xmlns:a16="http://schemas.microsoft.com/office/drawing/2014/main" id="{93F7C39C-40A8-4FF2-B15E-3B0469369400}"/>
              </a:ext>
            </a:extLst>
          </p:cNvPr>
          <p:cNvSpPr>
            <a:spLocks noGrp="1"/>
          </p:cNvSpPr>
          <p:nvPr/>
        </p:nvSpPr>
        <p:spPr>
          <a:xfrm>
            <a:off x="72883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8" name="Stage1_sixpanel_10019">
            <a:extLst>
              <a:ext uri="{FF2B5EF4-FFF2-40B4-BE49-F238E27FC236}">
                <a16:creationId xmlns:a16="http://schemas.microsoft.com/office/drawing/2014/main" id="{3A131CDF-F4CC-4EFC-A243-CEABE7D5D165}"/>
              </a:ext>
            </a:extLst>
          </p:cNvPr>
          <p:cNvSpPr>
            <a:spLocks noGrp="1"/>
          </p:cNvSpPr>
          <p:nvPr/>
        </p:nvSpPr>
        <p:spPr>
          <a:xfrm>
            <a:off x="734447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49" name="Stage1_sixpanel_10020">
            <a:extLst>
              <a:ext uri="{FF2B5EF4-FFF2-40B4-BE49-F238E27FC236}">
                <a16:creationId xmlns:a16="http://schemas.microsoft.com/office/drawing/2014/main" id="{4D15E0C6-E510-4612-B119-77278BAF6598}"/>
              </a:ext>
            </a:extLst>
          </p:cNvPr>
          <p:cNvSpPr>
            <a:spLocks noGrp="1"/>
          </p:cNvSpPr>
          <p:nvPr/>
        </p:nvSpPr>
        <p:spPr>
          <a:xfrm>
            <a:off x="732487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0" name="Stage1_sixpanel_10021">
            <a:extLst>
              <a:ext uri="{FF2B5EF4-FFF2-40B4-BE49-F238E27FC236}">
                <a16:creationId xmlns:a16="http://schemas.microsoft.com/office/drawing/2014/main" id="{88DB1669-7006-4D83-B43B-CC41F79A66F4}"/>
              </a:ext>
            </a:extLst>
          </p:cNvPr>
          <p:cNvSpPr>
            <a:spLocks noGrp="1"/>
          </p:cNvSpPr>
          <p:nvPr/>
        </p:nvSpPr>
        <p:spPr>
          <a:xfrm>
            <a:off x="7276275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1" name="Stage1_sixpanel_10022">
            <a:extLst>
              <a:ext uri="{FF2B5EF4-FFF2-40B4-BE49-F238E27FC236}">
                <a16:creationId xmlns:a16="http://schemas.microsoft.com/office/drawing/2014/main" id="{A6B0DB81-0C12-4A92-B740-DD830D374C48}"/>
              </a:ext>
            </a:extLst>
          </p:cNvPr>
          <p:cNvSpPr>
            <a:spLocks noGrp="1"/>
          </p:cNvSpPr>
          <p:nvPr/>
        </p:nvSpPr>
        <p:spPr>
          <a:xfrm>
            <a:off x="720293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2" name="Stage1_sixpanel_10023">
            <a:extLst>
              <a:ext uri="{FF2B5EF4-FFF2-40B4-BE49-F238E27FC236}">
                <a16:creationId xmlns:a16="http://schemas.microsoft.com/office/drawing/2014/main" id="{0CC27519-5A23-4BEE-88BD-5F007B9BD039}"/>
              </a:ext>
            </a:extLst>
          </p:cNvPr>
          <p:cNvSpPr>
            <a:spLocks noGrp="1"/>
          </p:cNvSpPr>
          <p:nvPr/>
        </p:nvSpPr>
        <p:spPr>
          <a:xfrm>
            <a:off x="7272810" y="752593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3" name="Stage1_sixpanel_10024">
            <a:extLst>
              <a:ext uri="{FF2B5EF4-FFF2-40B4-BE49-F238E27FC236}">
                <a16:creationId xmlns:a16="http://schemas.microsoft.com/office/drawing/2014/main" id="{A40F1401-BB2F-4225-925E-9888D4CFAD2D}"/>
              </a:ext>
            </a:extLst>
          </p:cNvPr>
          <p:cNvSpPr>
            <a:spLocks noGrp="1"/>
          </p:cNvSpPr>
          <p:nvPr/>
        </p:nvSpPr>
        <p:spPr>
          <a:xfrm>
            <a:off x="728882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4" name="Stage1_sixpanel_10025">
            <a:extLst>
              <a:ext uri="{FF2B5EF4-FFF2-40B4-BE49-F238E27FC236}">
                <a16:creationId xmlns:a16="http://schemas.microsoft.com/office/drawing/2014/main" id="{27605E3A-5209-404E-9F69-399732CD0EE5}"/>
              </a:ext>
            </a:extLst>
          </p:cNvPr>
          <p:cNvSpPr>
            <a:spLocks noGrp="1"/>
          </p:cNvSpPr>
          <p:nvPr/>
        </p:nvSpPr>
        <p:spPr>
          <a:xfrm>
            <a:off x="72061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5" name="Stage1_sixpanel_10026">
            <a:extLst>
              <a:ext uri="{FF2B5EF4-FFF2-40B4-BE49-F238E27FC236}">
                <a16:creationId xmlns:a16="http://schemas.microsoft.com/office/drawing/2014/main" id="{1420B17D-CCBF-4AC3-86B1-745DE0CD2904}"/>
              </a:ext>
            </a:extLst>
          </p:cNvPr>
          <p:cNvSpPr>
            <a:spLocks noGrp="1"/>
          </p:cNvSpPr>
          <p:nvPr/>
        </p:nvSpPr>
        <p:spPr>
          <a:xfrm>
            <a:off x="726475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6" name="Stage1_sixpanel_10027">
            <a:extLst>
              <a:ext uri="{FF2B5EF4-FFF2-40B4-BE49-F238E27FC236}">
                <a16:creationId xmlns:a16="http://schemas.microsoft.com/office/drawing/2014/main" id="{8DDE2505-6DB8-479F-A019-1217871ED2A0}"/>
              </a:ext>
            </a:extLst>
          </p:cNvPr>
          <p:cNvSpPr>
            <a:spLocks noGrp="1"/>
          </p:cNvSpPr>
          <p:nvPr/>
        </p:nvSpPr>
        <p:spPr>
          <a:xfrm>
            <a:off x="7196261" y="70000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7" name="Stage1_sixpanel_10028">
            <a:extLst>
              <a:ext uri="{FF2B5EF4-FFF2-40B4-BE49-F238E27FC236}">
                <a16:creationId xmlns:a16="http://schemas.microsoft.com/office/drawing/2014/main" id="{71925AEA-CDA1-4445-85EA-0582808137D3}"/>
              </a:ext>
            </a:extLst>
          </p:cNvPr>
          <p:cNvSpPr>
            <a:spLocks noGrp="1"/>
          </p:cNvSpPr>
          <p:nvPr/>
        </p:nvSpPr>
        <p:spPr>
          <a:xfrm>
            <a:off x="727943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8" name="Stage1_sixpanel_10029">
            <a:extLst>
              <a:ext uri="{FF2B5EF4-FFF2-40B4-BE49-F238E27FC236}">
                <a16:creationId xmlns:a16="http://schemas.microsoft.com/office/drawing/2014/main" id="{E93D6DAD-0008-4000-9C53-D3ABE3CF058E}"/>
              </a:ext>
            </a:extLst>
          </p:cNvPr>
          <p:cNvSpPr>
            <a:spLocks noGrp="1"/>
          </p:cNvSpPr>
          <p:nvPr/>
        </p:nvSpPr>
        <p:spPr>
          <a:xfrm>
            <a:off x="72080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59" name="Stage1_sixpanel_10030">
            <a:extLst>
              <a:ext uri="{FF2B5EF4-FFF2-40B4-BE49-F238E27FC236}">
                <a16:creationId xmlns:a16="http://schemas.microsoft.com/office/drawing/2014/main" id="{42B3D0B9-8EFF-4964-BDAF-BEA5585FFA60}"/>
              </a:ext>
            </a:extLst>
          </p:cNvPr>
          <p:cNvSpPr>
            <a:spLocks noGrp="1"/>
          </p:cNvSpPr>
          <p:nvPr/>
        </p:nvSpPr>
        <p:spPr>
          <a:xfrm>
            <a:off x="7172301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0" name="Stage1_sixpanel_10031">
            <a:extLst>
              <a:ext uri="{FF2B5EF4-FFF2-40B4-BE49-F238E27FC236}">
                <a16:creationId xmlns:a16="http://schemas.microsoft.com/office/drawing/2014/main" id="{C1874875-D870-475E-9EA2-44191120B41E}"/>
              </a:ext>
            </a:extLst>
          </p:cNvPr>
          <p:cNvSpPr>
            <a:spLocks noGrp="1"/>
          </p:cNvSpPr>
          <p:nvPr/>
        </p:nvSpPr>
        <p:spPr>
          <a:xfrm>
            <a:off x="72605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1" name="Stage1_sixpanel_10032">
            <a:extLst>
              <a:ext uri="{FF2B5EF4-FFF2-40B4-BE49-F238E27FC236}">
                <a16:creationId xmlns:a16="http://schemas.microsoft.com/office/drawing/2014/main" id="{6B7FBB23-1698-47EF-93A3-0E4CD790251D}"/>
              </a:ext>
            </a:extLst>
          </p:cNvPr>
          <p:cNvSpPr>
            <a:spLocks noGrp="1"/>
          </p:cNvSpPr>
          <p:nvPr/>
        </p:nvSpPr>
        <p:spPr>
          <a:xfrm>
            <a:off x="72784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2" name="Stage1_sixpanel_10033">
            <a:extLst>
              <a:ext uri="{FF2B5EF4-FFF2-40B4-BE49-F238E27FC236}">
                <a16:creationId xmlns:a16="http://schemas.microsoft.com/office/drawing/2014/main" id="{7E48B192-7606-4475-B20F-43AEA47EC967}"/>
              </a:ext>
            </a:extLst>
          </p:cNvPr>
          <p:cNvSpPr>
            <a:spLocks noGrp="1"/>
          </p:cNvSpPr>
          <p:nvPr/>
        </p:nvSpPr>
        <p:spPr>
          <a:xfrm>
            <a:off x="73690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3" name="Stage1_sixpanel_10034">
            <a:extLst>
              <a:ext uri="{FF2B5EF4-FFF2-40B4-BE49-F238E27FC236}">
                <a16:creationId xmlns:a16="http://schemas.microsoft.com/office/drawing/2014/main" id="{070034D5-5640-4BA1-9EE5-388E42B31712}"/>
              </a:ext>
            </a:extLst>
          </p:cNvPr>
          <p:cNvSpPr>
            <a:spLocks noGrp="1"/>
          </p:cNvSpPr>
          <p:nvPr/>
        </p:nvSpPr>
        <p:spPr>
          <a:xfrm>
            <a:off x="735234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4" name="Stage1_sixpanel_10035">
            <a:extLst>
              <a:ext uri="{FF2B5EF4-FFF2-40B4-BE49-F238E27FC236}">
                <a16:creationId xmlns:a16="http://schemas.microsoft.com/office/drawing/2014/main" id="{138C20D0-F6C7-4BF3-ABAB-DCE4DF58F8E3}"/>
              </a:ext>
            </a:extLst>
          </p:cNvPr>
          <p:cNvSpPr>
            <a:spLocks noGrp="1"/>
          </p:cNvSpPr>
          <p:nvPr/>
        </p:nvSpPr>
        <p:spPr>
          <a:xfrm>
            <a:off x="7239866" y="787654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5" name="Stage1_sixpanel_10036">
            <a:extLst>
              <a:ext uri="{FF2B5EF4-FFF2-40B4-BE49-F238E27FC236}">
                <a16:creationId xmlns:a16="http://schemas.microsoft.com/office/drawing/2014/main" id="{0A9EDB24-F8AE-4C97-9D9F-1F9F34C059EE}"/>
              </a:ext>
            </a:extLst>
          </p:cNvPr>
          <p:cNvSpPr>
            <a:spLocks noGrp="1"/>
          </p:cNvSpPr>
          <p:nvPr/>
        </p:nvSpPr>
        <p:spPr>
          <a:xfrm>
            <a:off x="7256006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6" name="Stage1_sixpanel_10037">
            <a:extLst>
              <a:ext uri="{FF2B5EF4-FFF2-40B4-BE49-F238E27FC236}">
                <a16:creationId xmlns:a16="http://schemas.microsoft.com/office/drawing/2014/main" id="{9D0BA38C-E572-42AD-A324-FEEF691957F8}"/>
              </a:ext>
            </a:extLst>
          </p:cNvPr>
          <p:cNvSpPr>
            <a:spLocks noGrp="1"/>
          </p:cNvSpPr>
          <p:nvPr/>
        </p:nvSpPr>
        <p:spPr>
          <a:xfrm>
            <a:off x="7288939" y="804595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7" name="Stage1_sixpanel_10038">
            <a:extLst>
              <a:ext uri="{FF2B5EF4-FFF2-40B4-BE49-F238E27FC236}">
                <a16:creationId xmlns:a16="http://schemas.microsoft.com/office/drawing/2014/main" id="{1E655919-91C7-4578-8E4E-B3EE7BA28D65}"/>
              </a:ext>
            </a:extLst>
          </p:cNvPr>
          <p:cNvSpPr>
            <a:spLocks noGrp="1"/>
          </p:cNvSpPr>
          <p:nvPr/>
        </p:nvSpPr>
        <p:spPr>
          <a:xfrm>
            <a:off x="722334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8" name="Stage1_sixpanel_10039">
            <a:extLst>
              <a:ext uri="{FF2B5EF4-FFF2-40B4-BE49-F238E27FC236}">
                <a16:creationId xmlns:a16="http://schemas.microsoft.com/office/drawing/2014/main" id="{CF4AB0D2-2D8A-4A8A-AB3F-5D554946B483}"/>
              </a:ext>
            </a:extLst>
          </p:cNvPr>
          <p:cNvSpPr>
            <a:spLocks noGrp="1"/>
          </p:cNvSpPr>
          <p:nvPr/>
        </p:nvSpPr>
        <p:spPr>
          <a:xfrm>
            <a:off x="71851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69" name="Stage1_sixpanel_10040">
            <a:extLst>
              <a:ext uri="{FF2B5EF4-FFF2-40B4-BE49-F238E27FC236}">
                <a16:creationId xmlns:a16="http://schemas.microsoft.com/office/drawing/2014/main" id="{02798418-5A47-4AE3-BE0C-1C17D4C977B8}"/>
              </a:ext>
            </a:extLst>
          </p:cNvPr>
          <p:cNvSpPr>
            <a:spLocks noGrp="1"/>
          </p:cNvSpPr>
          <p:nvPr/>
        </p:nvSpPr>
        <p:spPr>
          <a:xfrm>
            <a:off x="7290605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0" name="Stage1_sixpanel_10041">
            <a:extLst>
              <a:ext uri="{FF2B5EF4-FFF2-40B4-BE49-F238E27FC236}">
                <a16:creationId xmlns:a16="http://schemas.microsoft.com/office/drawing/2014/main" id="{679E703C-0332-4ECF-893D-32ECF0F26296}"/>
              </a:ext>
            </a:extLst>
          </p:cNvPr>
          <p:cNvSpPr>
            <a:spLocks noGrp="1"/>
          </p:cNvSpPr>
          <p:nvPr/>
        </p:nvSpPr>
        <p:spPr>
          <a:xfrm>
            <a:off x="731290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1" name="Stage1_sixpanel_10042">
            <a:extLst>
              <a:ext uri="{FF2B5EF4-FFF2-40B4-BE49-F238E27FC236}">
                <a16:creationId xmlns:a16="http://schemas.microsoft.com/office/drawing/2014/main" id="{9EAAA8A4-7EB7-497D-817A-630878EEE4F7}"/>
              </a:ext>
            </a:extLst>
          </p:cNvPr>
          <p:cNvSpPr>
            <a:spLocks noGrp="1"/>
          </p:cNvSpPr>
          <p:nvPr/>
        </p:nvSpPr>
        <p:spPr>
          <a:xfrm>
            <a:off x="727918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2" name="Stage1_sixpanel_10043">
            <a:extLst>
              <a:ext uri="{FF2B5EF4-FFF2-40B4-BE49-F238E27FC236}">
                <a16:creationId xmlns:a16="http://schemas.microsoft.com/office/drawing/2014/main" id="{6E726A8B-907A-4DD8-A85E-29455A724F7B}"/>
              </a:ext>
            </a:extLst>
          </p:cNvPr>
          <p:cNvSpPr>
            <a:spLocks noGrp="1"/>
          </p:cNvSpPr>
          <p:nvPr/>
        </p:nvSpPr>
        <p:spPr>
          <a:xfrm>
            <a:off x="737446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3" name="Stage1_sixpanel_10044">
            <a:extLst>
              <a:ext uri="{FF2B5EF4-FFF2-40B4-BE49-F238E27FC236}">
                <a16:creationId xmlns:a16="http://schemas.microsoft.com/office/drawing/2014/main" id="{7F79ECDD-FFE6-40EC-AD58-322F7B1E2FBC}"/>
              </a:ext>
            </a:extLst>
          </p:cNvPr>
          <p:cNvSpPr>
            <a:spLocks noGrp="1"/>
          </p:cNvSpPr>
          <p:nvPr/>
        </p:nvSpPr>
        <p:spPr>
          <a:xfrm>
            <a:off x="720850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4" name="Stage1_sixpanel_10045">
            <a:extLst>
              <a:ext uri="{FF2B5EF4-FFF2-40B4-BE49-F238E27FC236}">
                <a16:creationId xmlns:a16="http://schemas.microsoft.com/office/drawing/2014/main" id="{DDC97BBE-9336-4364-8E0B-F85D9EE6E6D1}"/>
              </a:ext>
            </a:extLst>
          </p:cNvPr>
          <p:cNvSpPr>
            <a:spLocks noGrp="1"/>
          </p:cNvSpPr>
          <p:nvPr/>
        </p:nvSpPr>
        <p:spPr>
          <a:xfrm>
            <a:off x="734956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5" name="Stage1_sixpanel_10046">
            <a:extLst>
              <a:ext uri="{FF2B5EF4-FFF2-40B4-BE49-F238E27FC236}">
                <a16:creationId xmlns:a16="http://schemas.microsoft.com/office/drawing/2014/main" id="{391E6E63-0F64-41C4-9DDF-5747FC8227F0}"/>
              </a:ext>
            </a:extLst>
          </p:cNvPr>
          <p:cNvSpPr>
            <a:spLocks noGrp="1"/>
          </p:cNvSpPr>
          <p:nvPr/>
        </p:nvSpPr>
        <p:spPr>
          <a:xfrm>
            <a:off x="72574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6" name="Stage1_sixpanel_10047">
            <a:extLst>
              <a:ext uri="{FF2B5EF4-FFF2-40B4-BE49-F238E27FC236}">
                <a16:creationId xmlns:a16="http://schemas.microsoft.com/office/drawing/2014/main" id="{39CC3D15-90A5-40CD-A283-803F2E09713F}"/>
              </a:ext>
            </a:extLst>
          </p:cNvPr>
          <p:cNvSpPr>
            <a:spLocks noGrp="1"/>
          </p:cNvSpPr>
          <p:nvPr/>
        </p:nvSpPr>
        <p:spPr>
          <a:xfrm>
            <a:off x="7191795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7" name="Stage1_sixpanel_10048">
            <a:extLst>
              <a:ext uri="{FF2B5EF4-FFF2-40B4-BE49-F238E27FC236}">
                <a16:creationId xmlns:a16="http://schemas.microsoft.com/office/drawing/2014/main" id="{2B537E7F-9FC9-409E-A004-15299A89EEAC}"/>
              </a:ext>
            </a:extLst>
          </p:cNvPr>
          <p:cNvSpPr>
            <a:spLocks noGrp="1"/>
          </p:cNvSpPr>
          <p:nvPr/>
        </p:nvSpPr>
        <p:spPr>
          <a:xfrm>
            <a:off x="7270440" y="746406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8" name="Stage1_sixpanel_10049">
            <a:extLst>
              <a:ext uri="{FF2B5EF4-FFF2-40B4-BE49-F238E27FC236}">
                <a16:creationId xmlns:a16="http://schemas.microsoft.com/office/drawing/2014/main" id="{9BCB8490-19F5-419D-82AF-8EFF356EA20E}"/>
              </a:ext>
            </a:extLst>
          </p:cNvPr>
          <p:cNvSpPr>
            <a:spLocks noGrp="1"/>
          </p:cNvSpPr>
          <p:nvPr/>
        </p:nvSpPr>
        <p:spPr>
          <a:xfrm>
            <a:off x="7278478" y="7198900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79" name="Stage1_sixpanel_10050">
            <a:extLst>
              <a:ext uri="{FF2B5EF4-FFF2-40B4-BE49-F238E27FC236}">
                <a16:creationId xmlns:a16="http://schemas.microsoft.com/office/drawing/2014/main" id="{72C13DDD-7E45-44F2-BAF2-6805410EA868}"/>
              </a:ext>
            </a:extLst>
          </p:cNvPr>
          <p:cNvSpPr>
            <a:spLocks noGrp="1"/>
          </p:cNvSpPr>
          <p:nvPr/>
        </p:nvSpPr>
        <p:spPr>
          <a:xfrm>
            <a:off x="71925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0" name="Stage1_sixpanel_10051">
            <a:extLst>
              <a:ext uri="{FF2B5EF4-FFF2-40B4-BE49-F238E27FC236}">
                <a16:creationId xmlns:a16="http://schemas.microsoft.com/office/drawing/2014/main" id="{556FD226-4CC9-4DAD-B756-C8C0F0B56B44}"/>
              </a:ext>
            </a:extLst>
          </p:cNvPr>
          <p:cNvSpPr>
            <a:spLocks noGrp="1"/>
          </p:cNvSpPr>
          <p:nvPr/>
        </p:nvSpPr>
        <p:spPr>
          <a:xfrm>
            <a:off x="722705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1" name="Stage1_sixpanel_10052">
            <a:extLst>
              <a:ext uri="{FF2B5EF4-FFF2-40B4-BE49-F238E27FC236}">
                <a16:creationId xmlns:a16="http://schemas.microsoft.com/office/drawing/2014/main" id="{38898A1B-4059-4F71-9D4D-E30FA7D0DDBB}"/>
              </a:ext>
            </a:extLst>
          </p:cNvPr>
          <p:cNvSpPr>
            <a:spLocks noGrp="1"/>
          </p:cNvSpPr>
          <p:nvPr/>
        </p:nvSpPr>
        <p:spPr>
          <a:xfrm>
            <a:off x="7177750" y="7940003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2" name="Stage1_sixpanel_10053">
            <a:extLst>
              <a:ext uri="{FF2B5EF4-FFF2-40B4-BE49-F238E27FC236}">
                <a16:creationId xmlns:a16="http://schemas.microsoft.com/office/drawing/2014/main" id="{3936CF64-D9F0-414B-9DF6-B8B9A358E10A}"/>
              </a:ext>
            </a:extLst>
          </p:cNvPr>
          <p:cNvSpPr>
            <a:spLocks noGrp="1"/>
          </p:cNvSpPr>
          <p:nvPr/>
        </p:nvSpPr>
        <p:spPr>
          <a:xfrm>
            <a:off x="727335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3" name="Stage1_sixpanel_10054">
            <a:extLst>
              <a:ext uri="{FF2B5EF4-FFF2-40B4-BE49-F238E27FC236}">
                <a16:creationId xmlns:a16="http://schemas.microsoft.com/office/drawing/2014/main" id="{3184450D-37A1-4AFB-BE4A-D2F2FD1F8234}"/>
              </a:ext>
            </a:extLst>
          </p:cNvPr>
          <p:cNvSpPr>
            <a:spLocks noGrp="1"/>
          </p:cNvSpPr>
          <p:nvPr/>
        </p:nvSpPr>
        <p:spPr>
          <a:xfrm>
            <a:off x="725876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4" name="Stage1_sixpanel_10055">
            <a:extLst>
              <a:ext uri="{FF2B5EF4-FFF2-40B4-BE49-F238E27FC236}">
                <a16:creationId xmlns:a16="http://schemas.microsoft.com/office/drawing/2014/main" id="{3231490E-FC7A-4707-B6E7-8D132650895C}"/>
              </a:ext>
            </a:extLst>
          </p:cNvPr>
          <p:cNvSpPr>
            <a:spLocks noGrp="1"/>
          </p:cNvSpPr>
          <p:nvPr/>
        </p:nvSpPr>
        <p:spPr>
          <a:xfrm>
            <a:off x="7178071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5" name="Stage1_sixpanel_10056">
            <a:extLst>
              <a:ext uri="{FF2B5EF4-FFF2-40B4-BE49-F238E27FC236}">
                <a16:creationId xmlns:a16="http://schemas.microsoft.com/office/drawing/2014/main" id="{E920FE58-0632-448F-B573-2DFAAFA25CD0}"/>
              </a:ext>
            </a:extLst>
          </p:cNvPr>
          <p:cNvSpPr>
            <a:spLocks noGrp="1"/>
          </p:cNvSpPr>
          <p:nvPr/>
        </p:nvSpPr>
        <p:spPr>
          <a:xfrm>
            <a:off x="730549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6" name="Stage1_sixpanel_10057">
            <a:extLst>
              <a:ext uri="{FF2B5EF4-FFF2-40B4-BE49-F238E27FC236}">
                <a16:creationId xmlns:a16="http://schemas.microsoft.com/office/drawing/2014/main" id="{075993A3-1CB1-4F2B-ABC1-810A09BB7CB6}"/>
              </a:ext>
            </a:extLst>
          </p:cNvPr>
          <p:cNvSpPr>
            <a:spLocks noGrp="1"/>
          </p:cNvSpPr>
          <p:nvPr/>
        </p:nvSpPr>
        <p:spPr>
          <a:xfrm>
            <a:off x="7286337" y="777342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7" name="Stage1_sixpanel_10058">
            <a:extLst>
              <a:ext uri="{FF2B5EF4-FFF2-40B4-BE49-F238E27FC236}">
                <a16:creationId xmlns:a16="http://schemas.microsoft.com/office/drawing/2014/main" id="{973576E2-2CC2-436B-868C-5DEA56068D3B}"/>
              </a:ext>
            </a:extLst>
          </p:cNvPr>
          <p:cNvSpPr>
            <a:spLocks noGrp="1"/>
          </p:cNvSpPr>
          <p:nvPr/>
        </p:nvSpPr>
        <p:spPr>
          <a:xfrm>
            <a:off x="7225715" y="790600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8" name="Stage1_sixpanel_10059">
            <a:extLst>
              <a:ext uri="{FF2B5EF4-FFF2-40B4-BE49-F238E27FC236}">
                <a16:creationId xmlns:a16="http://schemas.microsoft.com/office/drawing/2014/main" id="{B0967118-7CF7-4024-BDBC-7BE84C47DCBE}"/>
              </a:ext>
            </a:extLst>
          </p:cNvPr>
          <p:cNvSpPr>
            <a:spLocks noGrp="1"/>
          </p:cNvSpPr>
          <p:nvPr/>
        </p:nvSpPr>
        <p:spPr>
          <a:xfrm>
            <a:off x="731848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89" name="Stage1_sixpanel_10060">
            <a:extLst>
              <a:ext uri="{FF2B5EF4-FFF2-40B4-BE49-F238E27FC236}">
                <a16:creationId xmlns:a16="http://schemas.microsoft.com/office/drawing/2014/main" id="{9B69336B-E7E8-4EEC-B181-07082613E7BB}"/>
              </a:ext>
            </a:extLst>
          </p:cNvPr>
          <p:cNvSpPr>
            <a:spLocks noGrp="1"/>
          </p:cNvSpPr>
          <p:nvPr/>
        </p:nvSpPr>
        <p:spPr>
          <a:xfrm>
            <a:off x="72953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0" name="Stage1_sixpanel_10061">
            <a:extLst>
              <a:ext uri="{FF2B5EF4-FFF2-40B4-BE49-F238E27FC236}">
                <a16:creationId xmlns:a16="http://schemas.microsoft.com/office/drawing/2014/main" id="{FFF2A984-429B-421C-A6A0-423473C99760}"/>
              </a:ext>
            </a:extLst>
          </p:cNvPr>
          <p:cNvSpPr>
            <a:spLocks noGrp="1"/>
          </p:cNvSpPr>
          <p:nvPr/>
        </p:nvSpPr>
        <p:spPr>
          <a:xfrm>
            <a:off x="733989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1" name="Stage1_sixpanel_10062">
            <a:extLst>
              <a:ext uri="{FF2B5EF4-FFF2-40B4-BE49-F238E27FC236}">
                <a16:creationId xmlns:a16="http://schemas.microsoft.com/office/drawing/2014/main" id="{E5492303-4062-4154-AF7B-4EDB9CDCD7DC}"/>
              </a:ext>
            </a:extLst>
          </p:cNvPr>
          <p:cNvSpPr>
            <a:spLocks noGrp="1"/>
          </p:cNvSpPr>
          <p:nvPr/>
        </p:nvSpPr>
        <p:spPr>
          <a:xfrm>
            <a:off x="7257947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2" name="Stage1_sixpanel_10063">
            <a:extLst>
              <a:ext uri="{FF2B5EF4-FFF2-40B4-BE49-F238E27FC236}">
                <a16:creationId xmlns:a16="http://schemas.microsoft.com/office/drawing/2014/main" id="{45823A45-2BDC-4078-B780-4392E74CAF25}"/>
              </a:ext>
            </a:extLst>
          </p:cNvPr>
          <p:cNvSpPr>
            <a:spLocks noGrp="1"/>
          </p:cNvSpPr>
          <p:nvPr/>
        </p:nvSpPr>
        <p:spPr>
          <a:xfrm>
            <a:off x="723170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3" name="Stage1_sixpanel_10064">
            <a:extLst>
              <a:ext uri="{FF2B5EF4-FFF2-40B4-BE49-F238E27FC236}">
                <a16:creationId xmlns:a16="http://schemas.microsoft.com/office/drawing/2014/main" id="{4CA5BF6C-4070-4E7A-9C0C-B10302F77E95}"/>
              </a:ext>
            </a:extLst>
          </p:cNvPr>
          <p:cNvSpPr>
            <a:spLocks noGrp="1"/>
          </p:cNvSpPr>
          <p:nvPr/>
        </p:nvSpPr>
        <p:spPr>
          <a:xfrm>
            <a:off x="72370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4" name="Stage1_sixpanel_10065">
            <a:extLst>
              <a:ext uri="{FF2B5EF4-FFF2-40B4-BE49-F238E27FC236}">
                <a16:creationId xmlns:a16="http://schemas.microsoft.com/office/drawing/2014/main" id="{E194B7DB-6DFC-4F53-A830-410974AD9629}"/>
              </a:ext>
            </a:extLst>
          </p:cNvPr>
          <p:cNvSpPr>
            <a:spLocks noGrp="1"/>
          </p:cNvSpPr>
          <p:nvPr/>
        </p:nvSpPr>
        <p:spPr>
          <a:xfrm>
            <a:off x="7248818" y="715470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5" name="Stage1_sixpanel_10066">
            <a:extLst>
              <a:ext uri="{FF2B5EF4-FFF2-40B4-BE49-F238E27FC236}">
                <a16:creationId xmlns:a16="http://schemas.microsoft.com/office/drawing/2014/main" id="{930F8A78-B923-4771-B2D5-467856B7CC60}"/>
              </a:ext>
            </a:extLst>
          </p:cNvPr>
          <p:cNvSpPr>
            <a:spLocks noGrp="1"/>
          </p:cNvSpPr>
          <p:nvPr/>
        </p:nvSpPr>
        <p:spPr>
          <a:xfrm>
            <a:off x="7290469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6" name="Stage1_sixpanel_10067">
            <a:extLst>
              <a:ext uri="{FF2B5EF4-FFF2-40B4-BE49-F238E27FC236}">
                <a16:creationId xmlns:a16="http://schemas.microsoft.com/office/drawing/2014/main" id="{9F092036-51F5-4F01-8D16-A458DC828D66}"/>
              </a:ext>
            </a:extLst>
          </p:cNvPr>
          <p:cNvSpPr>
            <a:spLocks noGrp="1"/>
          </p:cNvSpPr>
          <p:nvPr/>
        </p:nvSpPr>
        <p:spPr>
          <a:xfrm>
            <a:off x="731092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7" name="Stage1_sixpanel_10068">
            <a:extLst>
              <a:ext uri="{FF2B5EF4-FFF2-40B4-BE49-F238E27FC236}">
                <a16:creationId xmlns:a16="http://schemas.microsoft.com/office/drawing/2014/main" id="{652C25A1-EA88-439B-B8A6-08DE462BB0D2}"/>
              </a:ext>
            </a:extLst>
          </p:cNvPr>
          <p:cNvSpPr>
            <a:spLocks noGrp="1"/>
          </p:cNvSpPr>
          <p:nvPr/>
        </p:nvSpPr>
        <p:spPr>
          <a:xfrm>
            <a:off x="7245540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8" name="Stage1_sixpanel_10069">
            <a:extLst>
              <a:ext uri="{FF2B5EF4-FFF2-40B4-BE49-F238E27FC236}">
                <a16:creationId xmlns:a16="http://schemas.microsoft.com/office/drawing/2014/main" id="{4ABF9243-0BDC-49B2-A7AB-B287746B9681}"/>
              </a:ext>
            </a:extLst>
          </p:cNvPr>
          <p:cNvSpPr>
            <a:spLocks noGrp="1"/>
          </p:cNvSpPr>
          <p:nvPr/>
        </p:nvSpPr>
        <p:spPr>
          <a:xfrm>
            <a:off x="734445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899" name="Stage1_sixpanel_10070">
            <a:extLst>
              <a:ext uri="{FF2B5EF4-FFF2-40B4-BE49-F238E27FC236}">
                <a16:creationId xmlns:a16="http://schemas.microsoft.com/office/drawing/2014/main" id="{D9CE2D9B-DC96-4237-84ED-8D1A3BA5EBCF}"/>
              </a:ext>
            </a:extLst>
          </p:cNvPr>
          <p:cNvSpPr>
            <a:spLocks noGrp="1"/>
          </p:cNvSpPr>
          <p:nvPr/>
        </p:nvSpPr>
        <p:spPr>
          <a:xfrm>
            <a:off x="730368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0" name="Stage1_sixpanel_10071">
            <a:extLst>
              <a:ext uri="{FF2B5EF4-FFF2-40B4-BE49-F238E27FC236}">
                <a16:creationId xmlns:a16="http://schemas.microsoft.com/office/drawing/2014/main" id="{65DCB61D-4169-4A3E-811C-6EE75227D82C}"/>
              </a:ext>
            </a:extLst>
          </p:cNvPr>
          <p:cNvSpPr>
            <a:spLocks noGrp="1"/>
          </p:cNvSpPr>
          <p:nvPr/>
        </p:nvSpPr>
        <p:spPr>
          <a:xfrm>
            <a:off x="7358371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1" name="Stage1_sixpanel_10072">
            <a:extLst>
              <a:ext uri="{FF2B5EF4-FFF2-40B4-BE49-F238E27FC236}">
                <a16:creationId xmlns:a16="http://schemas.microsoft.com/office/drawing/2014/main" id="{7E0A9B81-4102-4488-9B16-2AE3CE7B9A1E}"/>
              </a:ext>
            </a:extLst>
          </p:cNvPr>
          <p:cNvSpPr>
            <a:spLocks noGrp="1"/>
          </p:cNvSpPr>
          <p:nvPr/>
        </p:nvSpPr>
        <p:spPr>
          <a:xfrm>
            <a:off x="7346670" y="799439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2" name="Stage1_sixpanel_10073">
            <a:extLst>
              <a:ext uri="{FF2B5EF4-FFF2-40B4-BE49-F238E27FC236}">
                <a16:creationId xmlns:a16="http://schemas.microsoft.com/office/drawing/2014/main" id="{9147CB0F-4BCE-4C56-BDA7-B506576E373A}"/>
              </a:ext>
            </a:extLst>
          </p:cNvPr>
          <p:cNvSpPr>
            <a:spLocks noGrp="1"/>
          </p:cNvSpPr>
          <p:nvPr/>
        </p:nvSpPr>
        <p:spPr>
          <a:xfrm>
            <a:off x="733721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3" name="Stage1_sixpanel_10074">
            <a:extLst>
              <a:ext uri="{FF2B5EF4-FFF2-40B4-BE49-F238E27FC236}">
                <a16:creationId xmlns:a16="http://schemas.microsoft.com/office/drawing/2014/main" id="{A4D3C389-81F9-4453-891F-A62B3387599E}"/>
              </a:ext>
            </a:extLst>
          </p:cNvPr>
          <p:cNvSpPr>
            <a:spLocks noGrp="1"/>
          </p:cNvSpPr>
          <p:nvPr/>
        </p:nvSpPr>
        <p:spPr>
          <a:xfrm>
            <a:off x="716411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4" name="Stage1_sixpanel_10075">
            <a:extLst>
              <a:ext uri="{FF2B5EF4-FFF2-40B4-BE49-F238E27FC236}">
                <a16:creationId xmlns:a16="http://schemas.microsoft.com/office/drawing/2014/main" id="{055123E1-C8B0-450E-AE44-BF7D5207BEF0}"/>
              </a:ext>
            </a:extLst>
          </p:cNvPr>
          <p:cNvSpPr>
            <a:spLocks noGrp="1"/>
          </p:cNvSpPr>
          <p:nvPr/>
        </p:nvSpPr>
        <p:spPr>
          <a:xfrm>
            <a:off x="7372480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5" name="Stage1_sixpanel_10076">
            <a:extLst>
              <a:ext uri="{FF2B5EF4-FFF2-40B4-BE49-F238E27FC236}">
                <a16:creationId xmlns:a16="http://schemas.microsoft.com/office/drawing/2014/main" id="{2BFE33B4-DEC4-4DF7-BF40-D904EE019A1B}"/>
              </a:ext>
            </a:extLst>
          </p:cNvPr>
          <p:cNvSpPr>
            <a:spLocks noGrp="1"/>
          </p:cNvSpPr>
          <p:nvPr/>
        </p:nvSpPr>
        <p:spPr>
          <a:xfrm>
            <a:off x="7271086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6" name="Stage1_sixpanel_10077">
            <a:extLst>
              <a:ext uri="{FF2B5EF4-FFF2-40B4-BE49-F238E27FC236}">
                <a16:creationId xmlns:a16="http://schemas.microsoft.com/office/drawing/2014/main" id="{D82886A8-95AE-4FE0-9BFB-02F78DFC33F5}"/>
              </a:ext>
            </a:extLst>
          </p:cNvPr>
          <p:cNvSpPr>
            <a:spLocks noGrp="1"/>
          </p:cNvSpPr>
          <p:nvPr/>
        </p:nvSpPr>
        <p:spPr>
          <a:xfrm>
            <a:off x="7332982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7" name="Stage1_sixpanel_10078">
            <a:extLst>
              <a:ext uri="{FF2B5EF4-FFF2-40B4-BE49-F238E27FC236}">
                <a16:creationId xmlns:a16="http://schemas.microsoft.com/office/drawing/2014/main" id="{FF87F6B8-6B98-4B17-A5F7-225ACE0B3A74}"/>
              </a:ext>
            </a:extLst>
          </p:cNvPr>
          <p:cNvSpPr>
            <a:spLocks noGrp="1"/>
          </p:cNvSpPr>
          <p:nvPr/>
        </p:nvSpPr>
        <p:spPr>
          <a:xfrm>
            <a:off x="7247612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8" name="Stage1_sixpanel_10079">
            <a:extLst>
              <a:ext uri="{FF2B5EF4-FFF2-40B4-BE49-F238E27FC236}">
                <a16:creationId xmlns:a16="http://schemas.microsoft.com/office/drawing/2014/main" id="{2B5E1677-5125-4795-98E0-4C012ECF87AE}"/>
              </a:ext>
            </a:extLst>
          </p:cNvPr>
          <p:cNvSpPr>
            <a:spLocks noGrp="1"/>
          </p:cNvSpPr>
          <p:nvPr/>
        </p:nvSpPr>
        <p:spPr>
          <a:xfrm>
            <a:off x="7167800" y="7670305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09" name="Stage1_sixpanel_10080">
            <a:extLst>
              <a:ext uri="{FF2B5EF4-FFF2-40B4-BE49-F238E27FC236}">
                <a16:creationId xmlns:a16="http://schemas.microsoft.com/office/drawing/2014/main" id="{FB86A7D1-9E15-4063-8412-53FC01F7FD7C}"/>
              </a:ext>
            </a:extLst>
          </p:cNvPr>
          <p:cNvSpPr>
            <a:spLocks noGrp="1"/>
          </p:cNvSpPr>
          <p:nvPr/>
        </p:nvSpPr>
        <p:spPr>
          <a:xfrm>
            <a:off x="7254975" y="8014038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0" name="Stage1_sixpanel_10081">
            <a:extLst>
              <a:ext uri="{FF2B5EF4-FFF2-40B4-BE49-F238E27FC236}">
                <a16:creationId xmlns:a16="http://schemas.microsoft.com/office/drawing/2014/main" id="{DD4C98E9-30D6-4555-894E-48B843778F28}"/>
              </a:ext>
            </a:extLst>
          </p:cNvPr>
          <p:cNvSpPr>
            <a:spLocks noGrp="1"/>
          </p:cNvSpPr>
          <p:nvPr/>
        </p:nvSpPr>
        <p:spPr>
          <a:xfrm>
            <a:off x="7185314" y="779404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1" name="Stage1_sixpanel_10082">
            <a:extLst>
              <a:ext uri="{FF2B5EF4-FFF2-40B4-BE49-F238E27FC236}">
                <a16:creationId xmlns:a16="http://schemas.microsoft.com/office/drawing/2014/main" id="{FBB470D2-8343-41B3-B787-E652BBF4A571}"/>
              </a:ext>
            </a:extLst>
          </p:cNvPr>
          <p:cNvSpPr>
            <a:spLocks noGrp="1"/>
          </p:cNvSpPr>
          <p:nvPr/>
        </p:nvSpPr>
        <p:spPr>
          <a:xfrm>
            <a:off x="7222308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2" name="Stage1_sixpanel_10083">
            <a:extLst>
              <a:ext uri="{FF2B5EF4-FFF2-40B4-BE49-F238E27FC236}">
                <a16:creationId xmlns:a16="http://schemas.microsoft.com/office/drawing/2014/main" id="{413EF47E-D7ED-44DD-AAEB-66E282B2E03A}"/>
              </a:ext>
            </a:extLst>
          </p:cNvPr>
          <p:cNvSpPr>
            <a:spLocks noGrp="1"/>
          </p:cNvSpPr>
          <p:nvPr/>
        </p:nvSpPr>
        <p:spPr>
          <a:xfrm>
            <a:off x="7297871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3" name="Stage1_sixpanel_10084">
            <a:extLst>
              <a:ext uri="{FF2B5EF4-FFF2-40B4-BE49-F238E27FC236}">
                <a16:creationId xmlns:a16="http://schemas.microsoft.com/office/drawing/2014/main" id="{DB43C4B6-CA85-40DD-92D1-0DCC0FB744F3}"/>
              </a:ext>
            </a:extLst>
          </p:cNvPr>
          <p:cNvSpPr>
            <a:spLocks noGrp="1"/>
          </p:cNvSpPr>
          <p:nvPr/>
        </p:nvSpPr>
        <p:spPr>
          <a:xfrm>
            <a:off x="723006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4" name="Stage1_sixpanel_10085">
            <a:extLst>
              <a:ext uri="{FF2B5EF4-FFF2-40B4-BE49-F238E27FC236}">
                <a16:creationId xmlns:a16="http://schemas.microsoft.com/office/drawing/2014/main" id="{E88967DB-D436-4384-AC86-16C6DF922678}"/>
              </a:ext>
            </a:extLst>
          </p:cNvPr>
          <p:cNvSpPr>
            <a:spLocks noGrp="1"/>
          </p:cNvSpPr>
          <p:nvPr/>
        </p:nvSpPr>
        <p:spPr>
          <a:xfrm>
            <a:off x="733949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5" name="Stage1_sixpanel_10086">
            <a:extLst>
              <a:ext uri="{FF2B5EF4-FFF2-40B4-BE49-F238E27FC236}">
                <a16:creationId xmlns:a16="http://schemas.microsoft.com/office/drawing/2014/main" id="{03A54B58-36C4-428A-B810-979767DBDD44}"/>
              </a:ext>
            </a:extLst>
          </p:cNvPr>
          <p:cNvSpPr>
            <a:spLocks noGrp="1"/>
          </p:cNvSpPr>
          <p:nvPr/>
        </p:nvSpPr>
        <p:spPr>
          <a:xfrm>
            <a:off x="7366324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6" name="Stage1_sixpanel_10087">
            <a:extLst>
              <a:ext uri="{FF2B5EF4-FFF2-40B4-BE49-F238E27FC236}">
                <a16:creationId xmlns:a16="http://schemas.microsoft.com/office/drawing/2014/main" id="{B3391BC3-5A31-4397-90F9-B9C8674BA3BA}"/>
              </a:ext>
            </a:extLst>
          </p:cNvPr>
          <p:cNvSpPr>
            <a:spLocks noGrp="1"/>
          </p:cNvSpPr>
          <p:nvPr/>
        </p:nvSpPr>
        <p:spPr>
          <a:xfrm>
            <a:off x="727115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7" name="Stage1_sixpanel_10088">
            <a:extLst>
              <a:ext uri="{FF2B5EF4-FFF2-40B4-BE49-F238E27FC236}">
                <a16:creationId xmlns:a16="http://schemas.microsoft.com/office/drawing/2014/main" id="{9057E285-A582-40E7-A83E-818732B820F2}"/>
              </a:ext>
            </a:extLst>
          </p:cNvPr>
          <p:cNvSpPr>
            <a:spLocks noGrp="1"/>
          </p:cNvSpPr>
          <p:nvPr/>
        </p:nvSpPr>
        <p:spPr>
          <a:xfrm>
            <a:off x="7240327" y="7945291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8" name="Stage1_sixpanel_10089">
            <a:extLst>
              <a:ext uri="{FF2B5EF4-FFF2-40B4-BE49-F238E27FC236}">
                <a16:creationId xmlns:a16="http://schemas.microsoft.com/office/drawing/2014/main" id="{67534C1C-2270-47BE-B13F-A711CB67F53F}"/>
              </a:ext>
            </a:extLst>
          </p:cNvPr>
          <p:cNvSpPr>
            <a:spLocks noGrp="1"/>
          </p:cNvSpPr>
          <p:nvPr/>
        </p:nvSpPr>
        <p:spPr>
          <a:xfrm>
            <a:off x="724583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19" name="Stage1_sixpanel_10090">
            <a:extLst>
              <a:ext uri="{FF2B5EF4-FFF2-40B4-BE49-F238E27FC236}">
                <a16:creationId xmlns:a16="http://schemas.microsoft.com/office/drawing/2014/main" id="{ACDF1171-51C2-4273-9785-7506DF92E799}"/>
              </a:ext>
            </a:extLst>
          </p:cNvPr>
          <p:cNvSpPr>
            <a:spLocks noGrp="1"/>
          </p:cNvSpPr>
          <p:nvPr/>
        </p:nvSpPr>
        <p:spPr>
          <a:xfrm>
            <a:off x="7234371" y="7257826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0" name="Stage1_sixpanel_10091">
            <a:extLst>
              <a:ext uri="{FF2B5EF4-FFF2-40B4-BE49-F238E27FC236}">
                <a16:creationId xmlns:a16="http://schemas.microsoft.com/office/drawing/2014/main" id="{F00C5A97-B6F2-4770-BAD6-99FD7101250B}"/>
              </a:ext>
            </a:extLst>
          </p:cNvPr>
          <p:cNvSpPr>
            <a:spLocks noGrp="1"/>
          </p:cNvSpPr>
          <p:nvPr/>
        </p:nvSpPr>
        <p:spPr>
          <a:xfrm>
            <a:off x="7360208" y="7587809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1" name="Stage1_sixpanel_10092">
            <a:extLst>
              <a:ext uri="{FF2B5EF4-FFF2-40B4-BE49-F238E27FC236}">
                <a16:creationId xmlns:a16="http://schemas.microsoft.com/office/drawing/2014/main" id="{84C38946-C485-495E-A0AD-F3F1EEEF418A}"/>
              </a:ext>
            </a:extLst>
          </p:cNvPr>
          <p:cNvSpPr>
            <a:spLocks noGrp="1"/>
          </p:cNvSpPr>
          <p:nvPr/>
        </p:nvSpPr>
        <p:spPr>
          <a:xfrm>
            <a:off x="7197036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2" name="Stage1_sixpanel_10093">
            <a:extLst>
              <a:ext uri="{FF2B5EF4-FFF2-40B4-BE49-F238E27FC236}">
                <a16:creationId xmlns:a16="http://schemas.microsoft.com/office/drawing/2014/main" id="{F6B634F8-8432-4CFB-BD3C-E0965C4BDC1A}"/>
              </a:ext>
            </a:extLst>
          </p:cNvPr>
          <p:cNvSpPr>
            <a:spLocks noGrp="1"/>
          </p:cNvSpPr>
          <p:nvPr/>
        </p:nvSpPr>
        <p:spPr>
          <a:xfrm>
            <a:off x="723295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3" name="Stage1_sixpanel_10094">
            <a:extLst>
              <a:ext uri="{FF2B5EF4-FFF2-40B4-BE49-F238E27FC236}">
                <a16:creationId xmlns:a16="http://schemas.microsoft.com/office/drawing/2014/main" id="{7B15DFB2-9FB6-459B-8E79-C39ED1BF1D99}"/>
              </a:ext>
            </a:extLst>
          </p:cNvPr>
          <p:cNvSpPr>
            <a:spLocks noGrp="1"/>
          </p:cNvSpPr>
          <p:nvPr/>
        </p:nvSpPr>
        <p:spPr>
          <a:xfrm>
            <a:off x="7245203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4" name="Stage1_sixpanel_10095">
            <a:extLst>
              <a:ext uri="{FF2B5EF4-FFF2-40B4-BE49-F238E27FC236}">
                <a16:creationId xmlns:a16="http://schemas.microsoft.com/office/drawing/2014/main" id="{7B854BEC-490C-46A1-8207-CD8D1B8AE005}"/>
              </a:ext>
            </a:extLst>
          </p:cNvPr>
          <p:cNvSpPr>
            <a:spLocks noGrp="1"/>
          </p:cNvSpPr>
          <p:nvPr/>
        </p:nvSpPr>
        <p:spPr>
          <a:xfrm>
            <a:off x="7312678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5" name="Stage1_sixpanel_10096">
            <a:extLst>
              <a:ext uri="{FF2B5EF4-FFF2-40B4-BE49-F238E27FC236}">
                <a16:creationId xmlns:a16="http://schemas.microsoft.com/office/drawing/2014/main" id="{DCDBE2F0-6F08-41FB-9EA3-95ABC98C0B9D}"/>
              </a:ext>
            </a:extLst>
          </p:cNvPr>
          <p:cNvSpPr>
            <a:spLocks noGrp="1"/>
          </p:cNvSpPr>
          <p:nvPr/>
        </p:nvSpPr>
        <p:spPr>
          <a:xfrm>
            <a:off x="725110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6" name="Stage1_sixpanel_10097">
            <a:extLst>
              <a:ext uri="{FF2B5EF4-FFF2-40B4-BE49-F238E27FC236}">
                <a16:creationId xmlns:a16="http://schemas.microsoft.com/office/drawing/2014/main" id="{7C4A2493-A1C4-475C-B9EE-5B917B4E0032}"/>
              </a:ext>
            </a:extLst>
          </p:cNvPr>
          <p:cNvSpPr>
            <a:spLocks noGrp="1"/>
          </p:cNvSpPr>
          <p:nvPr/>
        </p:nvSpPr>
        <p:spPr>
          <a:xfrm>
            <a:off x="7319379" y="6845347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7" name="Stage1_sixpanel_10098">
            <a:extLst>
              <a:ext uri="{FF2B5EF4-FFF2-40B4-BE49-F238E27FC236}">
                <a16:creationId xmlns:a16="http://schemas.microsoft.com/office/drawing/2014/main" id="{F4951DD9-0A15-4C35-AFC0-3CEB729224A8}"/>
              </a:ext>
            </a:extLst>
          </p:cNvPr>
          <p:cNvSpPr>
            <a:spLocks noGrp="1"/>
          </p:cNvSpPr>
          <p:nvPr/>
        </p:nvSpPr>
        <p:spPr>
          <a:xfrm>
            <a:off x="7290453" y="8082784"/>
            <a:ext cx="33640" cy="33640"/>
          </a:xfrm>
          <a:prstGeom prst="ellipse">
            <a:avLst/>
          </a:prstGeom>
          <a:solidFill>
            <a:srgbClr val="007C83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28" name="Stage1_sixpanel_10099">
            <a:extLst>
              <a:ext uri="{FF2B5EF4-FFF2-40B4-BE49-F238E27FC236}">
                <a16:creationId xmlns:a16="http://schemas.microsoft.com/office/drawing/2014/main" id="{41E48082-04AE-45F9-869A-FE6747183BA9}"/>
              </a:ext>
            </a:extLst>
          </p:cNvPr>
          <p:cNvSpPr>
            <a:spLocks noGrp="1"/>
          </p:cNvSpPr>
          <p:nvPr/>
        </p:nvSpPr>
        <p:spPr>
          <a:xfrm>
            <a:off x="753570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51039" y="1237437"/>
                </a:moveTo>
                <a:lnTo>
                  <a:pt x="88313" y="1237437"/>
                </a:lnTo>
                <a:lnTo>
                  <a:pt x="89171" y="1229703"/>
                </a:lnTo>
                <a:lnTo>
                  <a:pt x="91691" y="1221969"/>
                </a:lnTo>
                <a:lnTo>
                  <a:pt x="95706" y="1214235"/>
                </a:lnTo>
                <a:lnTo>
                  <a:pt x="100961" y="1206502"/>
                </a:lnTo>
                <a:lnTo>
                  <a:pt x="107136" y="1198768"/>
                </a:lnTo>
                <a:lnTo>
                  <a:pt x="113881" y="1191034"/>
                </a:lnTo>
                <a:lnTo>
                  <a:pt x="120848" y="1183300"/>
                </a:lnTo>
                <a:lnTo>
                  <a:pt x="127717" y="1175566"/>
                </a:lnTo>
                <a:lnTo>
                  <a:pt x="134222" y="1167832"/>
                </a:lnTo>
                <a:lnTo>
                  <a:pt x="140164" y="1160098"/>
                </a:lnTo>
                <a:lnTo>
                  <a:pt x="145413" y="1152364"/>
                </a:lnTo>
                <a:lnTo>
                  <a:pt x="149909" y="1144630"/>
                </a:lnTo>
                <a:lnTo>
                  <a:pt x="153648" y="1136896"/>
                </a:lnTo>
                <a:lnTo>
                  <a:pt x="156672" y="1129162"/>
                </a:lnTo>
                <a:lnTo>
                  <a:pt x="159055" y="1121428"/>
                </a:lnTo>
                <a:lnTo>
                  <a:pt x="160885" y="1113694"/>
                </a:lnTo>
                <a:lnTo>
                  <a:pt x="162256" y="1105960"/>
                </a:lnTo>
                <a:lnTo>
                  <a:pt x="163257" y="1098226"/>
                </a:lnTo>
                <a:lnTo>
                  <a:pt x="163969" y="1090492"/>
                </a:lnTo>
                <a:lnTo>
                  <a:pt x="164458" y="1082758"/>
                </a:lnTo>
                <a:lnTo>
                  <a:pt x="164779" y="1075024"/>
                </a:lnTo>
                <a:lnTo>
                  <a:pt x="164974" y="1067290"/>
                </a:lnTo>
                <a:lnTo>
                  <a:pt x="165075" y="1059556"/>
                </a:lnTo>
                <a:lnTo>
                  <a:pt x="165104" y="1051822"/>
                </a:lnTo>
                <a:lnTo>
                  <a:pt x="165079" y="1044088"/>
                </a:lnTo>
                <a:lnTo>
                  <a:pt x="165013" y="1036354"/>
                </a:lnTo>
                <a:lnTo>
                  <a:pt x="164915" y="1028620"/>
                </a:lnTo>
                <a:lnTo>
                  <a:pt x="164791" y="1020886"/>
                </a:lnTo>
                <a:lnTo>
                  <a:pt x="164646" y="1013152"/>
                </a:lnTo>
                <a:lnTo>
                  <a:pt x="164484" y="1005418"/>
                </a:lnTo>
                <a:lnTo>
                  <a:pt x="164308" y="997684"/>
                </a:lnTo>
                <a:lnTo>
                  <a:pt x="164121" y="989950"/>
                </a:lnTo>
                <a:lnTo>
                  <a:pt x="163926" y="982216"/>
                </a:lnTo>
                <a:lnTo>
                  <a:pt x="163728" y="974482"/>
                </a:lnTo>
                <a:lnTo>
                  <a:pt x="163533" y="966748"/>
                </a:lnTo>
                <a:lnTo>
                  <a:pt x="163347" y="959014"/>
                </a:lnTo>
                <a:lnTo>
                  <a:pt x="163177" y="951280"/>
                </a:lnTo>
                <a:lnTo>
                  <a:pt x="163033" y="943546"/>
                </a:lnTo>
                <a:lnTo>
                  <a:pt x="162919" y="935812"/>
                </a:lnTo>
                <a:lnTo>
                  <a:pt x="162842" y="928078"/>
                </a:lnTo>
                <a:lnTo>
                  <a:pt x="162806" y="920344"/>
                </a:lnTo>
                <a:lnTo>
                  <a:pt x="162809" y="912610"/>
                </a:lnTo>
                <a:lnTo>
                  <a:pt x="162851" y="904876"/>
                </a:lnTo>
                <a:lnTo>
                  <a:pt x="162926" y="897142"/>
                </a:lnTo>
                <a:lnTo>
                  <a:pt x="163031" y="889408"/>
                </a:lnTo>
                <a:lnTo>
                  <a:pt x="163159" y="881674"/>
                </a:lnTo>
                <a:lnTo>
                  <a:pt x="163307" y="873940"/>
                </a:lnTo>
                <a:lnTo>
                  <a:pt x="163472" y="866206"/>
                </a:lnTo>
                <a:lnTo>
                  <a:pt x="163653" y="858472"/>
                </a:lnTo>
                <a:lnTo>
                  <a:pt x="163854" y="850738"/>
                </a:lnTo>
                <a:lnTo>
                  <a:pt x="164076" y="843004"/>
                </a:lnTo>
                <a:lnTo>
                  <a:pt x="164325" y="835270"/>
                </a:lnTo>
                <a:lnTo>
                  <a:pt x="164605" y="827536"/>
                </a:lnTo>
                <a:lnTo>
                  <a:pt x="164916" y="819802"/>
                </a:lnTo>
                <a:lnTo>
                  <a:pt x="165257" y="812068"/>
                </a:lnTo>
                <a:lnTo>
                  <a:pt x="165624" y="804334"/>
                </a:lnTo>
                <a:lnTo>
                  <a:pt x="166009" y="796600"/>
                </a:lnTo>
                <a:lnTo>
                  <a:pt x="166400" y="788866"/>
                </a:lnTo>
                <a:lnTo>
                  <a:pt x="166782" y="781132"/>
                </a:lnTo>
                <a:lnTo>
                  <a:pt x="167140" y="773398"/>
                </a:lnTo>
                <a:lnTo>
                  <a:pt x="167456" y="765664"/>
                </a:lnTo>
                <a:lnTo>
                  <a:pt x="167712" y="757930"/>
                </a:lnTo>
                <a:lnTo>
                  <a:pt x="167892" y="750196"/>
                </a:lnTo>
                <a:lnTo>
                  <a:pt x="167978" y="742462"/>
                </a:lnTo>
                <a:lnTo>
                  <a:pt x="167957" y="734728"/>
                </a:lnTo>
                <a:lnTo>
                  <a:pt x="167814" y="726994"/>
                </a:lnTo>
                <a:lnTo>
                  <a:pt x="167539" y="719261"/>
                </a:lnTo>
                <a:lnTo>
                  <a:pt x="167127" y="711527"/>
                </a:lnTo>
                <a:lnTo>
                  <a:pt x="166576" y="703793"/>
                </a:lnTo>
                <a:lnTo>
                  <a:pt x="165891" y="696059"/>
                </a:lnTo>
                <a:lnTo>
                  <a:pt x="165088" y="688325"/>
                </a:lnTo>
                <a:lnTo>
                  <a:pt x="164188" y="680591"/>
                </a:lnTo>
                <a:lnTo>
                  <a:pt x="163225" y="672857"/>
                </a:lnTo>
                <a:lnTo>
                  <a:pt x="162239" y="665123"/>
                </a:lnTo>
                <a:lnTo>
                  <a:pt x="161278" y="657389"/>
                </a:lnTo>
                <a:lnTo>
                  <a:pt x="160392" y="649655"/>
                </a:lnTo>
                <a:lnTo>
                  <a:pt x="159632" y="641921"/>
                </a:lnTo>
                <a:lnTo>
                  <a:pt x="159042" y="634187"/>
                </a:lnTo>
                <a:lnTo>
                  <a:pt x="158659" y="626453"/>
                </a:lnTo>
                <a:lnTo>
                  <a:pt x="158503" y="618719"/>
                </a:lnTo>
                <a:lnTo>
                  <a:pt x="158580" y="610985"/>
                </a:lnTo>
                <a:lnTo>
                  <a:pt x="158880" y="603251"/>
                </a:lnTo>
                <a:lnTo>
                  <a:pt x="159375" y="595517"/>
                </a:lnTo>
                <a:lnTo>
                  <a:pt x="160027" y="587783"/>
                </a:lnTo>
                <a:lnTo>
                  <a:pt x="160785" y="580049"/>
                </a:lnTo>
                <a:lnTo>
                  <a:pt x="161598" y="572315"/>
                </a:lnTo>
                <a:lnTo>
                  <a:pt x="162411" y="564581"/>
                </a:lnTo>
                <a:lnTo>
                  <a:pt x="163177" y="556847"/>
                </a:lnTo>
                <a:lnTo>
                  <a:pt x="163854" y="549113"/>
                </a:lnTo>
                <a:lnTo>
                  <a:pt x="164410" y="541379"/>
                </a:lnTo>
                <a:lnTo>
                  <a:pt x="164824" y="533645"/>
                </a:lnTo>
                <a:lnTo>
                  <a:pt x="165082" y="525911"/>
                </a:lnTo>
                <a:lnTo>
                  <a:pt x="165181" y="518177"/>
                </a:lnTo>
                <a:lnTo>
                  <a:pt x="165122" y="510443"/>
                </a:lnTo>
                <a:lnTo>
                  <a:pt x="164913" y="502709"/>
                </a:lnTo>
                <a:lnTo>
                  <a:pt x="164566" y="494975"/>
                </a:lnTo>
                <a:lnTo>
                  <a:pt x="164097" y="487241"/>
                </a:lnTo>
                <a:lnTo>
                  <a:pt x="163524" y="479507"/>
                </a:lnTo>
                <a:lnTo>
                  <a:pt x="162872" y="471773"/>
                </a:lnTo>
                <a:lnTo>
                  <a:pt x="162168" y="464039"/>
                </a:lnTo>
                <a:lnTo>
                  <a:pt x="161442" y="456305"/>
                </a:lnTo>
                <a:lnTo>
                  <a:pt x="160727" y="448571"/>
                </a:lnTo>
                <a:lnTo>
                  <a:pt x="160058" y="440837"/>
                </a:lnTo>
                <a:lnTo>
                  <a:pt x="159466" y="433103"/>
                </a:lnTo>
                <a:lnTo>
                  <a:pt x="158981" y="425369"/>
                </a:lnTo>
                <a:lnTo>
                  <a:pt x="158625" y="417635"/>
                </a:lnTo>
                <a:lnTo>
                  <a:pt x="158411" y="409901"/>
                </a:lnTo>
                <a:lnTo>
                  <a:pt x="158344" y="402167"/>
                </a:lnTo>
                <a:lnTo>
                  <a:pt x="158416" y="394433"/>
                </a:lnTo>
                <a:lnTo>
                  <a:pt x="158616" y="386699"/>
                </a:lnTo>
                <a:lnTo>
                  <a:pt x="158921" y="378965"/>
                </a:lnTo>
                <a:lnTo>
                  <a:pt x="159309" y="371231"/>
                </a:lnTo>
                <a:lnTo>
                  <a:pt x="159754" y="363497"/>
                </a:lnTo>
                <a:lnTo>
                  <a:pt x="160236" y="355763"/>
                </a:lnTo>
                <a:lnTo>
                  <a:pt x="160735" y="348029"/>
                </a:lnTo>
                <a:lnTo>
                  <a:pt x="161239" y="340295"/>
                </a:lnTo>
                <a:lnTo>
                  <a:pt x="161737" y="332561"/>
                </a:lnTo>
                <a:lnTo>
                  <a:pt x="162227" y="324827"/>
                </a:lnTo>
                <a:lnTo>
                  <a:pt x="162704" y="317093"/>
                </a:lnTo>
                <a:lnTo>
                  <a:pt x="163168" y="309359"/>
                </a:lnTo>
                <a:lnTo>
                  <a:pt x="163617" y="301625"/>
                </a:lnTo>
                <a:lnTo>
                  <a:pt x="164047" y="293891"/>
                </a:lnTo>
                <a:lnTo>
                  <a:pt x="164453" y="286157"/>
                </a:lnTo>
                <a:lnTo>
                  <a:pt x="164828" y="278423"/>
                </a:lnTo>
                <a:lnTo>
                  <a:pt x="165164" y="270689"/>
                </a:lnTo>
                <a:lnTo>
                  <a:pt x="165454" y="262955"/>
                </a:lnTo>
                <a:lnTo>
                  <a:pt x="165693" y="255221"/>
                </a:lnTo>
                <a:lnTo>
                  <a:pt x="165879" y="247487"/>
                </a:lnTo>
                <a:lnTo>
                  <a:pt x="166011" y="239754"/>
                </a:lnTo>
                <a:lnTo>
                  <a:pt x="166094" y="232020"/>
                </a:lnTo>
                <a:lnTo>
                  <a:pt x="166135" y="224286"/>
                </a:lnTo>
                <a:lnTo>
                  <a:pt x="166141" y="216552"/>
                </a:lnTo>
                <a:lnTo>
                  <a:pt x="166121" y="208818"/>
                </a:lnTo>
                <a:lnTo>
                  <a:pt x="166081" y="201084"/>
                </a:lnTo>
                <a:lnTo>
                  <a:pt x="166023" y="193350"/>
                </a:lnTo>
                <a:lnTo>
                  <a:pt x="165939" y="185616"/>
                </a:lnTo>
                <a:lnTo>
                  <a:pt x="165812" y="177882"/>
                </a:lnTo>
                <a:lnTo>
                  <a:pt x="165607" y="170148"/>
                </a:lnTo>
                <a:lnTo>
                  <a:pt x="165272" y="162414"/>
                </a:lnTo>
                <a:lnTo>
                  <a:pt x="164729" y="154680"/>
                </a:lnTo>
                <a:lnTo>
                  <a:pt x="163872" y="146946"/>
                </a:lnTo>
                <a:lnTo>
                  <a:pt x="162566" y="139212"/>
                </a:lnTo>
                <a:lnTo>
                  <a:pt x="160646" y="131478"/>
                </a:lnTo>
                <a:lnTo>
                  <a:pt x="157916" y="123744"/>
                </a:lnTo>
                <a:lnTo>
                  <a:pt x="154164" y="116010"/>
                </a:lnTo>
                <a:lnTo>
                  <a:pt x="149173" y="108276"/>
                </a:lnTo>
                <a:lnTo>
                  <a:pt x="142737" y="100542"/>
                </a:lnTo>
                <a:lnTo>
                  <a:pt x="134695" y="92808"/>
                </a:lnTo>
                <a:lnTo>
                  <a:pt x="124956" y="85074"/>
                </a:lnTo>
                <a:lnTo>
                  <a:pt x="113530" y="77340"/>
                </a:lnTo>
                <a:lnTo>
                  <a:pt x="100557" y="69606"/>
                </a:lnTo>
                <a:lnTo>
                  <a:pt x="86328" y="61872"/>
                </a:lnTo>
                <a:lnTo>
                  <a:pt x="71287" y="54138"/>
                </a:lnTo>
                <a:lnTo>
                  <a:pt x="56025" y="46404"/>
                </a:lnTo>
                <a:lnTo>
                  <a:pt x="41245" y="38670"/>
                </a:lnTo>
                <a:lnTo>
                  <a:pt x="27713" y="30936"/>
                </a:lnTo>
                <a:lnTo>
                  <a:pt x="16199" y="23202"/>
                </a:lnTo>
                <a:lnTo>
                  <a:pt x="7402" y="15468"/>
                </a:lnTo>
                <a:lnTo>
                  <a:pt x="1882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70" y="7734"/>
                </a:lnTo>
                <a:lnTo>
                  <a:pt x="331950" y="15468"/>
                </a:lnTo>
                <a:lnTo>
                  <a:pt x="323153" y="23202"/>
                </a:lnTo>
                <a:lnTo>
                  <a:pt x="311639" y="30936"/>
                </a:lnTo>
                <a:lnTo>
                  <a:pt x="298107" y="38670"/>
                </a:lnTo>
                <a:lnTo>
                  <a:pt x="283326" y="46404"/>
                </a:lnTo>
                <a:lnTo>
                  <a:pt x="268064" y="54138"/>
                </a:lnTo>
                <a:lnTo>
                  <a:pt x="253024" y="61872"/>
                </a:lnTo>
                <a:lnTo>
                  <a:pt x="238795" y="69606"/>
                </a:lnTo>
                <a:lnTo>
                  <a:pt x="225822" y="77340"/>
                </a:lnTo>
                <a:lnTo>
                  <a:pt x="214396" y="85074"/>
                </a:lnTo>
                <a:lnTo>
                  <a:pt x="204656" y="92808"/>
                </a:lnTo>
                <a:lnTo>
                  <a:pt x="196615" y="100542"/>
                </a:lnTo>
                <a:lnTo>
                  <a:pt x="190179" y="108276"/>
                </a:lnTo>
                <a:lnTo>
                  <a:pt x="185187" y="116010"/>
                </a:lnTo>
                <a:lnTo>
                  <a:pt x="181436" y="123744"/>
                </a:lnTo>
                <a:lnTo>
                  <a:pt x="178706" y="131478"/>
                </a:lnTo>
                <a:lnTo>
                  <a:pt x="176785" y="139212"/>
                </a:lnTo>
                <a:lnTo>
                  <a:pt x="175480" y="146946"/>
                </a:lnTo>
                <a:lnTo>
                  <a:pt x="174623" y="154680"/>
                </a:lnTo>
                <a:lnTo>
                  <a:pt x="174080" y="162414"/>
                </a:lnTo>
                <a:lnTo>
                  <a:pt x="173744" y="170148"/>
                </a:lnTo>
                <a:lnTo>
                  <a:pt x="173540" y="177882"/>
                </a:lnTo>
                <a:lnTo>
                  <a:pt x="173412" y="185616"/>
                </a:lnTo>
                <a:lnTo>
                  <a:pt x="173329" y="193350"/>
                </a:lnTo>
                <a:lnTo>
                  <a:pt x="173270" y="201084"/>
                </a:lnTo>
                <a:lnTo>
                  <a:pt x="173231" y="208818"/>
                </a:lnTo>
                <a:lnTo>
                  <a:pt x="173211" y="216552"/>
                </a:lnTo>
                <a:lnTo>
                  <a:pt x="173217" y="224286"/>
                </a:lnTo>
                <a:lnTo>
                  <a:pt x="173258" y="232020"/>
                </a:lnTo>
                <a:lnTo>
                  <a:pt x="173341" y="239754"/>
                </a:lnTo>
                <a:lnTo>
                  <a:pt x="173473" y="247487"/>
                </a:lnTo>
                <a:lnTo>
                  <a:pt x="173659" y="255221"/>
                </a:lnTo>
                <a:lnTo>
                  <a:pt x="173898" y="262955"/>
                </a:lnTo>
                <a:lnTo>
                  <a:pt x="174188" y="270689"/>
                </a:lnTo>
                <a:lnTo>
                  <a:pt x="174524" y="278423"/>
                </a:lnTo>
                <a:lnTo>
                  <a:pt x="174899" y="286157"/>
                </a:lnTo>
                <a:lnTo>
                  <a:pt x="175305" y="293891"/>
                </a:lnTo>
                <a:lnTo>
                  <a:pt x="175735" y="301625"/>
                </a:lnTo>
                <a:lnTo>
                  <a:pt x="176184" y="309359"/>
                </a:lnTo>
                <a:lnTo>
                  <a:pt x="176648" y="317093"/>
                </a:lnTo>
                <a:lnTo>
                  <a:pt x="177125" y="324827"/>
                </a:lnTo>
                <a:lnTo>
                  <a:pt x="177615" y="332561"/>
                </a:lnTo>
                <a:lnTo>
                  <a:pt x="178113" y="340295"/>
                </a:lnTo>
                <a:lnTo>
                  <a:pt x="178617" y="348029"/>
                </a:lnTo>
                <a:lnTo>
                  <a:pt x="179116" y="355763"/>
                </a:lnTo>
                <a:lnTo>
                  <a:pt x="179598" y="363497"/>
                </a:lnTo>
                <a:lnTo>
                  <a:pt x="180043" y="371231"/>
                </a:lnTo>
                <a:lnTo>
                  <a:pt x="180431" y="378965"/>
                </a:lnTo>
                <a:lnTo>
                  <a:pt x="180736" y="386699"/>
                </a:lnTo>
                <a:lnTo>
                  <a:pt x="180935" y="394433"/>
                </a:lnTo>
                <a:lnTo>
                  <a:pt x="181008" y="402167"/>
                </a:lnTo>
                <a:lnTo>
                  <a:pt x="180940" y="409901"/>
                </a:lnTo>
                <a:lnTo>
                  <a:pt x="180726" y="417635"/>
                </a:lnTo>
                <a:lnTo>
                  <a:pt x="180370" y="425369"/>
                </a:lnTo>
                <a:lnTo>
                  <a:pt x="179886" y="433103"/>
                </a:lnTo>
                <a:lnTo>
                  <a:pt x="179294" y="440837"/>
                </a:lnTo>
                <a:lnTo>
                  <a:pt x="178625" y="448571"/>
                </a:lnTo>
                <a:lnTo>
                  <a:pt x="177910" y="456305"/>
                </a:lnTo>
                <a:lnTo>
                  <a:pt x="177184" y="464039"/>
                </a:lnTo>
                <a:lnTo>
                  <a:pt x="176479" y="471773"/>
                </a:lnTo>
                <a:lnTo>
                  <a:pt x="175827" y="479507"/>
                </a:lnTo>
                <a:lnTo>
                  <a:pt x="175255" y="487241"/>
                </a:lnTo>
                <a:lnTo>
                  <a:pt x="174786" y="494975"/>
                </a:lnTo>
                <a:lnTo>
                  <a:pt x="174439" y="502709"/>
                </a:lnTo>
                <a:lnTo>
                  <a:pt x="174230" y="510443"/>
                </a:lnTo>
                <a:lnTo>
                  <a:pt x="174171" y="518177"/>
                </a:lnTo>
                <a:lnTo>
                  <a:pt x="174269" y="525911"/>
                </a:lnTo>
                <a:lnTo>
                  <a:pt x="174528" y="533645"/>
                </a:lnTo>
                <a:lnTo>
                  <a:pt x="174942" y="541379"/>
                </a:lnTo>
                <a:lnTo>
                  <a:pt x="175498" y="549113"/>
                </a:lnTo>
                <a:lnTo>
                  <a:pt x="176175" y="556847"/>
                </a:lnTo>
                <a:lnTo>
                  <a:pt x="176941" y="564581"/>
                </a:lnTo>
                <a:lnTo>
                  <a:pt x="177754" y="572315"/>
                </a:lnTo>
                <a:lnTo>
                  <a:pt x="178567" y="580049"/>
                </a:lnTo>
                <a:lnTo>
                  <a:pt x="179325" y="587783"/>
                </a:lnTo>
                <a:lnTo>
                  <a:pt x="179977" y="595517"/>
                </a:lnTo>
                <a:lnTo>
                  <a:pt x="180472" y="603251"/>
                </a:lnTo>
                <a:lnTo>
                  <a:pt x="180772" y="610985"/>
                </a:lnTo>
                <a:lnTo>
                  <a:pt x="180849" y="618719"/>
                </a:lnTo>
                <a:lnTo>
                  <a:pt x="180693" y="626453"/>
                </a:lnTo>
                <a:lnTo>
                  <a:pt x="180309" y="634187"/>
                </a:lnTo>
                <a:lnTo>
                  <a:pt x="179720" y="641921"/>
                </a:lnTo>
                <a:lnTo>
                  <a:pt x="178960" y="649655"/>
                </a:lnTo>
                <a:lnTo>
                  <a:pt x="178074" y="657389"/>
                </a:lnTo>
                <a:lnTo>
                  <a:pt x="177113" y="665123"/>
                </a:lnTo>
                <a:lnTo>
                  <a:pt x="176127" y="672857"/>
                </a:lnTo>
                <a:lnTo>
                  <a:pt x="175164" y="680591"/>
                </a:lnTo>
                <a:lnTo>
                  <a:pt x="174264" y="688325"/>
                </a:lnTo>
                <a:lnTo>
                  <a:pt x="173460" y="696059"/>
                </a:lnTo>
                <a:lnTo>
                  <a:pt x="172776" y="703793"/>
                </a:lnTo>
                <a:lnTo>
                  <a:pt x="172225" y="711527"/>
                </a:lnTo>
                <a:lnTo>
                  <a:pt x="171813" y="719261"/>
                </a:lnTo>
                <a:lnTo>
                  <a:pt x="171538" y="726994"/>
                </a:lnTo>
                <a:lnTo>
                  <a:pt x="171395" y="734728"/>
                </a:lnTo>
                <a:lnTo>
                  <a:pt x="171373" y="742462"/>
                </a:lnTo>
                <a:lnTo>
                  <a:pt x="171460" y="750196"/>
                </a:lnTo>
                <a:lnTo>
                  <a:pt x="171639" y="757930"/>
                </a:lnTo>
                <a:lnTo>
                  <a:pt x="171896" y="765664"/>
                </a:lnTo>
                <a:lnTo>
                  <a:pt x="172212" y="773398"/>
                </a:lnTo>
                <a:lnTo>
                  <a:pt x="172570" y="781132"/>
                </a:lnTo>
                <a:lnTo>
                  <a:pt x="172952" y="788866"/>
                </a:lnTo>
                <a:lnTo>
                  <a:pt x="173343" y="796600"/>
                </a:lnTo>
                <a:lnTo>
                  <a:pt x="173728" y="804334"/>
                </a:lnTo>
                <a:lnTo>
                  <a:pt x="174095" y="812068"/>
                </a:lnTo>
                <a:lnTo>
                  <a:pt x="174436" y="819802"/>
                </a:lnTo>
                <a:lnTo>
                  <a:pt x="174747" y="827536"/>
                </a:lnTo>
                <a:lnTo>
                  <a:pt x="175026" y="835270"/>
                </a:lnTo>
                <a:lnTo>
                  <a:pt x="175276" y="843004"/>
                </a:lnTo>
                <a:lnTo>
                  <a:pt x="175498" y="850738"/>
                </a:lnTo>
                <a:lnTo>
                  <a:pt x="175698" y="858472"/>
                </a:lnTo>
                <a:lnTo>
                  <a:pt x="175880" y="866206"/>
                </a:lnTo>
                <a:lnTo>
                  <a:pt x="176045" y="873940"/>
                </a:lnTo>
                <a:lnTo>
                  <a:pt x="176192" y="881674"/>
                </a:lnTo>
                <a:lnTo>
                  <a:pt x="176321" y="889408"/>
                </a:lnTo>
                <a:lnTo>
                  <a:pt x="176425" y="897142"/>
                </a:lnTo>
                <a:lnTo>
                  <a:pt x="176501" y="904876"/>
                </a:lnTo>
                <a:lnTo>
                  <a:pt x="176543" y="912610"/>
                </a:lnTo>
                <a:lnTo>
                  <a:pt x="176546" y="920344"/>
                </a:lnTo>
                <a:lnTo>
                  <a:pt x="176509" y="928078"/>
                </a:lnTo>
                <a:lnTo>
                  <a:pt x="176433" y="935812"/>
                </a:lnTo>
                <a:lnTo>
                  <a:pt x="176319" y="943546"/>
                </a:lnTo>
                <a:lnTo>
                  <a:pt x="176175" y="951280"/>
                </a:lnTo>
                <a:lnTo>
                  <a:pt x="176005" y="959014"/>
                </a:lnTo>
                <a:lnTo>
                  <a:pt x="175819" y="966748"/>
                </a:lnTo>
                <a:lnTo>
                  <a:pt x="175624" y="974482"/>
                </a:lnTo>
                <a:lnTo>
                  <a:pt x="175426" y="982216"/>
                </a:lnTo>
                <a:lnTo>
                  <a:pt x="175231" y="989950"/>
                </a:lnTo>
                <a:lnTo>
                  <a:pt x="175044" y="997684"/>
                </a:lnTo>
                <a:lnTo>
                  <a:pt x="174868" y="1005418"/>
                </a:lnTo>
                <a:lnTo>
                  <a:pt x="174705" y="1013152"/>
                </a:lnTo>
                <a:lnTo>
                  <a:pt x="174561" y="1020886"/>
                </a:lnTo>
                <a:lnTo>
                  <a:pt x="174437" y="1028620"/>
                </a:lnTo>
                <a:lnTo>
                  <a:pt x="174338" y="1036354"/>
                </a:lnTo>
                <a:lnTo>
                  <a:pt x="174272" y="1044088"/>
                </a:lnTo>
                <a:lnTo>
                  <a:pt x="174248" y="1051822"/>
                </a:lnTo>
                <a:lnTo>
                  <a:pt x="174277" y="1059556"/>
                </a:lnTo>
                <a:lnTo>
                  <a:pt x="174378" y="1067290"/>
                </a:lnTo>
                <a:lnTo>
                  <a:pt x="174573" y="1075024"/>
                </a:lnTo>
                <a:lnTo>
                  <a:pt x="174894" y="1082758"/>
                </a:lnTo>
                <a:lnTo>
                  <a:pt x="175383" y="1090492"/>
                </a:lnTo>
                <a:lnTo>
                  <a:pt x="176095" y="1098226"/>
                </a:lnTo>
                <a:lnTo>
                  <a:pt x="177096" y="1105960"/>
                </a:lnTo>
                <a:lnTo>
                  <a:pt x="178467" y="1113694"/>
                </a:lnTo>
                <a:lnTo>
                  <a:pt x="180297" y="1121428"/>
                </a:lnTo>
                <a:lnTo>
                  <a:pt x="182679" y="1129162"/>
                </a:lnTo>
                <a:lnTo>
                  <a:pt x="185704" y="1136896"/>
                </a:lnTo>
                <a:lnTo>
                  <a:pt x="189443" y="1144630"/>
                </a:lnTo>
                <a:lnTo>
                  <a:pt x="193939" y="1152364"/>
                </a:lnTo>
                <a:lnTo>
                  <a:pt x="199188" y="1160098"/>
                </a:lnTo>
                <a:lnTo>
                  <a:pt x="205130" y="1167832"/>
                </a:lnTo>
                <a:lnTo>
                  <a:pt x="211635" y="1175566"/>
                </a:lnTo>
                <a:lnTo>
                  <a:pt x="218504" y="1183300"/>
                </a:lnTo>
                <a:lnTo>
                  <a:pt x="225471" y="1191034"/>
                </a:lnTo>
                <a:lnTo>
                  <a:pt x="232216" y="1198768"/>
                </a:lnTo>
                <a:lnTo>
                  <a:pt x="238391" y="1206502"/>
                </a:lnTo>
                <a:lnTo>
                  <a:pt x="243646" y="1214235"/>
                </a:lnTo>
                <a:lnTo>
                  <a:pt x="247661" y="1221969"/>
                </a:lnTo>
                <a:lnTo>
                  <a:pt x="250180" y="1229703"/>
                </a:lnTo>
                <a:lnTo>
                  <a:pt x="251039" y="1237437"/>
                </a:lnTo>
                <a:lnTo>
                  <a:pt x="251039" y="1237437"/>
                </a:lnTo>
                <a:close/>
              </a:path>
            </a:pathLst>
          </a:custGeom>
          <a:solidFill>
            <a:srgbClr val="566AB4">
              <a:alpha val="16000"/>
            </a:srgbClr>
          </a:solidFill>
          <a:ln w="10933">
            <a:solidFill>
              <a:srgbClr val="566AB4">
                <a:alpha val="16000"/>
              </a:srgbClr>
            </a:solidFill>
            <a:prstDash val="solid"/>
          </a:ln>
        </p:spPr>
      </p:sp>
      <p:sp>
        <p:nvSpPr>
          <p:cNvPr id="4929" name="Stage1_sixpanel_10100">
            <a:extLst>
              <a:ext uri="{FF2B5EF4-FFF2-40B4-BE49-F238E27FC236}">
                <a16:creationId xmlns:a16="http://schemas.microsoft.com/office/drawing/2014/main" id="{01376D01-89DC-4A81-B484-0919386AC5DD}"/>
              </a:ext>
            </a:extLst>
          </p:cNvPr>
          <p:cNvSpPr>
            <a:spLocks noGrp="1"/>
          </p:cNvSpPr>
          <p:nvPr/>
        </p:nvSpPr>
        <p:spPr>
          <a:xfrm>
            <a:off x="76209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0" name="Stage1_sixpanel_10101">
            <a:extLst>
              <a:ext uri="{FF2B5EF4-FFF2-40B4-BE49-F238E27FC236}">
                <a16:creationId xmlns:a16="http://schemas.microsoft.com/office/drawing/2014/main" id="{C745FAC4-62D2-4714-B4D5-514428B0CE06}"/>
              </a:ext>
            </a:extLst>
          </p:cNvPr>
          <p:cNvSpPr>
            <a:spLocks noGrp="1"/>
          </p:cNvSpPr>
          <p:nvPr/>
        </p:nvSpPr>
        <p:spPr>
          <a:xfrm>
            <a:off x="76987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1" name="Stage1_sixpanel_10102">
            <a:extLst>
              <a:ext uri="{FF2B5EF4-FFF2-40B4-BE49-F238E27FC236}">
                <a16:creationId xmlns:a16="http://schemas.microsoft.com/office/drawing/2014/main" id="{32B49F2F-95E1-46B8-AAAA-5E44ABE8258F}"/>
              </a:ext>
            </a:extLst>
          </p:cNvPr>
          <p:cNvSpPr>
            <a:spLocks noGrp="1"/>
          </p:cNvSpPr>
          <p:nvPr/>
        </p:nvSpPr>
        <p:spPr>
          <a:xfrm>
            <a:off x="770363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2" name="Stage1_sixpanel_10103">
            <a:extLst>
              <a:ext uri="{FF2B5EF4-FFF2-40B4-BE49-F238E27FC236}">
                <a16:creationId xmlns:a16="http://schemas.microsoft.com/office/drawing/2014/main" id="{9122B7E7-2551-4FBD-8E9F-FE5F17BBBA0D}"/>
              </a:ext>
            </a:extLst>
          </p:cNvPr>
          <p:cNvSpPr>
            <a:spLocks noGrp="1"/>
          </p:cNvSpPr>
          <p:nvPr/>
        </p:nvSpPr>
        <p:spPr>
          <a:xfrm>
            <a:off x="766871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3" name="Stage1_sixpanel_10104">
            <a:extLst>
              <a:ext uri="{FF2B5EF4-FFF2-40B4-BE49-F238E27FC236}">
                <a16:creationId xmlns:a16="http://schemas.microsoft.com/office/drawing/2014/main" id="{63501B53-099A-4F7B-BE7B-08AFDEC85943}"/>
              </a:ext>
            </a:extLst>
          </p:cNvPr>
          <p:cNvSpPr>
            <a:spLocks noGrp="1"/>
          </p:cNvSpPr>
          <p:nvPr/>
        </p:nvSpPr>
        <p:spPr>
          <a:xfrm>
            <a:off x="763383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4" name="Stage1_sixpanel_10105">
            <a:extLst>
              <a:ext uri="{FF2B5EF4-FFF2-40B4-BE49-F238E27FC236}">
                <a16:creationId xmlns:a16="http://schemas.microsoft.com/office/drawing/2014/main" id="{F808F2E7-A5A0-4A4A-883D-D3EBD48BFF95}"/>
              </a:ext>
            </a:extLst>
          </p:cNvPr>
          <p:cNvSpPr>
            <a:spLocks noGrp="1"/>
          </p:cNvSpPr>
          <p:nvPr/>
        </p:nvSpPr>
        <p:spPr>
          <a:xfrm>
            <a:off x="7681797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5" name="Stage1_sixpanel_10106">
            <a:extLst>
              <a:ext uri="{FF2B5EF4-FFF2-40B4-BE49-F238E27FC236}">
                <a16:creationId xmlns:a16="http://schemas.microsoft.com/office/drawing/2014/main" id="{EF712B18-BB3C-4588-B0A1-A4B727BD54C0}"/>
              </a:ext>
            </a:extLst>
          </p:cNvPr>
          <p:cNvSpPr>
            <a:spLocks noGrp="1"/>
          </p:cNvSpPr>
          <p:nvPr/>
        </p:nvSpPr>
        <p:spPr>
          <a:xfrm>
            <a:off x="76301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6" name="Stage1_sixpanel_10107">
            <a:extLst>
              <a:ext uri="{FF2B5EF4-FFF2-40B4-BE49-F238E27FC236}">
                <a16:creationId xmlns:a16="http://schemas.microsoft.com/office/drawing/2014/main" id="{98F0DE53-F359-4474-85DD-DECEE41DF210}"/>
              </a:ext>
            </a:extLst>
          </p:cNvPr>
          <p:cNvSpPr>
            <a:spLocks noGrp="1"/>
          </p:cNvSpPr>
          <p:nvPr/>
        </p:nvSpPr>
        <p:spPr>
          <a:xfrm>
            <a:off x="765572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7" name="Stage1_sixpanel_10108">
            <a:extLst>
              <a:ext uri="{FF2B5EF4-FFF2-40B4-BE49-F238E27FC236}">
                <a16:creationId xmlns:a16="http://schemas.microsoft.com/office/drawing/2014/main" id="{3E8E11A6-F0F8-4B47-8070-3CCACCFDFE21}"/>
              </a:ext>
            </a:extLst>
          </p:cNvPr>
          <p:cNvSpPr>
            <a:spLocks noGrp="1"/>
          </p:cNvSpPr>
          <p:nvPr/>
        </p:nvSpPr>
        <p:spPr>
          <a:xfrm>
            <a:off x="7798772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8" name="Stage1_sixpanel_10109">
            <a:extLst>
              <a:ext uri="{FF2B5EF4-FFF2-40B4-BE49-F238E27FC236}">
                <a16:creationId xmlns:a16="http://schemas.microsoft.com/office/drawing/2014/main" id="{3B024451-6ED6-4530-BF0C-2BC47D900624}"/>
              </a:ext>
            </a:extLst>
          </p:cNvPr>
          <p:cNvSpPr>
            <a:spLocks noGrp="1"/>
          </p:cNvSpPr>
          <p:nvPr/>
        </p:nvSpPr>
        <p:spPr>
          <a:xfrm>
            <a:off x="77748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39" name="Stage1_sixpanel_10110">
            <a:extLst>
              <a:ext uri="{FF2B5EF4-FFF2-40B4-BE49-F238E27FC236}">
                <a16:creationId xmlns:a16="http://schemas.microsoft.com/office/drawing/2014/main" id="{A373CEB2-6EFC-4DC2-8AE4-677303593B33}"/>
              </a:ext>
            </a:extLst>
          </p:cNvPr>
          <p:cNvSpPr>
            <a:spLocks noGrp="1"/>
          </p:cNvSpPr>
          <p:nvPr/>
        </p:nvSpPr>
        <p:spPr>
          <a:xfrm>
            <a:off x="77163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0" name="Stage1_sixpanel_10111">
            <a:extLst>
              <a:ext uri="{FF2B5EF4-FFF2-40B4-BE49-F238E27FC236}">
                <a16:creationId xmlns:a16="http://schemas.microsoft.com/office/drawing/2014/main" id="{DF52D42F-2317-4325-8FF2-A53B75E048E4}"/>
              </a:ext>
            </a:extLst>
          </p:cNvPr>
          <p:cNvSpPr>
            <a:spLocks noGrp="1"/>
          </p:cNvSpPr>
          <p:nvPr/>
        </p:nvSpPr>
        <p:spPr>
          <a:xfrm>
            <a:off x="764363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1" name="Stage1_sixpanel_10112">
            <a:extLst>
              <a:ext uri="{FF2B5EF4-FFF2-40B4-BE49-F238E27FC236}">
                <a16:creationId xmlns:a16="http://schemas.microsoft.com/office/drawing/2014/main" id="{3ACA1825-F3FB-4422-A4DF-180FE3CCDC3C}"/>
              </a:ext>
            </a:extLst>
          </p:cNvPr>
          <p:cNvSpPr>
            <a:spLocks noGrp="1"/>
          </p:cNvSpPr>
          <p:nvPr/>
        </p:nvSpPr>
        <p:spPr>
          <a:xfrm>
            <a:off x="7610454" y="773905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2" name="Stage1_sixpanel_10113">
            <a:extLst>
              <a:ext uri="{FF2B5EF4-FFF2-40B4-BE49-F238E27FC236}">
                <a16:creationId xmlns:a16="http://schemas.microsoft.com/office/drawing/2014/main" id="{55724CE7-1278-4A37-8A69-D9583FB9A377}"/>
              </a:ext>
            </a:extLst>
          </p:cNvPr>
          <p:cNvSpPr>
            <a:spLocks noGrp="1"/>
          </p:cNvSpPr>
          <p:nvPr/>
        </p:nvSpPr>
        <p:spPr>
          <a:xfrm>
            <a:off x="763097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3" name="Stage1_sixpanel_10114">
            <a:extLst>
              <a:ext uri="{FF2B5EF4-FFF2-40B4-BE49-F238E27FC236}">
                <a16:creationId xmlns:a16="http://schemas.microsoft.com/office/drawing/2014/main" id="{E1179491-0083-410F-86C8-5C6C65F8934E}"/>
              </a:ext>
            </a:extLst>
          </p:cNvPr>
          <p:cNvSpPr>
            <a:spLocks noGrp="1"/>
          </p:cNvSpPr>
          <p:nvPr/>
        </p:nvSpPr>
        <p:spPr>
          <a:xfrm>
            <a:off x="765236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4" name="Stage1_sixpanel_10115">
            <a:extLst>
              <a:ext uri="{FF2B5EF4-FFF2-40B4-BE49-F238E27FC236}">
                <a16:creationId xmlns:a16="http://schemas.microsoft.com/office/drawing/2014/main" id="{619855C4-5B12-4C18-B2EB-06A262BA4F87}"/>
              </a:ext>
            </a:extLst>
          </p:cNvPr>
          <p:cNvSpPr>
            <a:spLocks noGrp="1"/>
          </p:cNvSpPr>
          <p:nvPr/>
        </p:nvSpPr>
        <p:spPr>
          <a:xfrm>
            <a:off x="764575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5" name="Stage1_sixpanel_10116">
            <a:extLst>
              <a:ext uri="{FF2B5EF4-FFF2-40B4-BE49-F238E27FC236}">
                <a16:creationId xmlns:a16="http://schemas.microsoft.com/office/drawing/2014/main" id="{C2161519-B28B-477D-8340-F02BD2B78565}"/>
              </a:ext>
            </a:extLst>
          </p:cNvPr>
          <p:cNvSpPr>
            <a:spLocks noGrp="1"/>
          </p:cNvSpPr>
          <p:nvPr/>
        </p:nvSpPr>
        <p:spPr>
          <a:xfrm>
            <a:off x="7601903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6" name="Stage1_sixpanel_10117">
            <a:extLst>
              <a:ext uri="{FF2B5EF4-FFF2-40B4-BE49-F238E27FC236}">
                <a16:creationId xmlns:a16="http://schemas.microsoft.com/office/drawing/2014/main" id="{D0BC403A-3578-4ABB-A29D-AA4482CA1CE3}"/>
              </a:ext>
            </a:extLst>
          </p:cNvPr>
          <p:cNvSpPr>
            <a:spLocks noGrp="1"/>
          </p:cNvSpPr>
          <p:nvPr/>
        </p:nvSpPr>
        <p:spPr>
          <a:xfrm>
            <a:off x="771074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7" name="Stage1_sixpanel_10118">
            <a:extLst>
              <a:ext uri="{FF2B5EF4-FFF2-40B4-BE49-F238E27FC236}">
                <a16:creationId xmlns:a16="http://schemas.microsoft.com/office/drawing/2014/main" id="{C7D430F6-BCF9-4664-ABEC-C855CF56F729}"/>
              </a:ext>
            </a:extLst>
          </p:cNvPr>
          <p:cNvSpPr>
            <a:spLocks noGrp="1"/>
          </p:cNvSpPr>
          <p:nvPr/>
        </p:nvSpPr>
        <p:spPr>
          <a:xfrm>
            <a:off x="7772907" y="78352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8" name="Stage1_sixpanel_10119">
            <a:extLst>
              <a:ext uri="{FF2B5EF4-FFF2-40B4-BE49-F238E27FC236}">
                <a16:creationId xmlns:a16="http://schemas.microsoft.com/office/drawing/2014/main" id="{F1354F00-B948-4A0B-A6B9-88A366437BD4}"/>
              </a:ext>
            </a:extLst>
          </p:cNvPr>
          <p:cNvSpPr>
            <a:spLocks noGrp="1"/>
          </p:cNvSpPr>
          <p:nvPr/>
        </p:nvSpPr>
        <p:spPr>
          <a:xfrm>
            <a:off x="761174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49" name="Stage1_sixpanel_10120">
            <a:extLst>
              <a:ext uri="{FF2B5EF4-FFF2-40B4-BE49-F238E27FC236}">
                <a16:creationId xmlns:a16="http://schemas.microsoft.com/office/drawing/2014/main" id="{9AD2D430-6090-4E2C-8F18-0AD4164EB4D9}"/>
              </a:ext>
            </a:extLst>
          </p:cNvPr>
          <p:cNvSpPr>
            <a:spLocks noGrp="1"/>
          </p:cNvSpPr>
          <p:nvPr/>
        </p:nvSpPr>
        <p:spPr>
          <a:xfrm>
            <a:off x="773230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0" name="Stage1_sixpanel_10121">
            <a:extLst>
              <a:ext uri="{FF2B5EF4-FFF2-40B4-BE49-F238E27FC236}">
                <a16:creationId xmlns:a16="http://schemas.microsoft.com/office/drawing/2014/main" id="{6B3177B0-3DA9-4B61-88CE-113779BF1FC6}"/>
              </a:ext>
            </a:extLst>
          </p:cNvPr>
          <p:cNvSpPr>
            <a:spLocks noGrp="1"/>
          </p:cNvSpPr>
          <p:nvPr/>
        </p:nvSpPr>
        <p:spPr>
          <a:xfrm>
            <a:off x="775206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1" name="Stage1_sixpanel_10122">
            <a:extLst>
              <a:ext uri="{FF2B5EF4-FFF2-40B4-BE49-F238E27FC236}">
                <a16:creationId xmlns:a16="http://schemas.microsoft.com/office/drawing/2014/main" id="{61F9B60B-F0DE-456E-953D-13A7BF4CE389}"/>
              </a:ext>
            </a:extLst>
          </p:cNvPr>
          <p:cNvSpPr>
            <a:spLocks noGrp="1"/>
          </p:cNvSpPr>
          <p:nvPr/>
        </p:nvSpPr>
        <p:spPr>
          <a:xfrm>
            <a:off x="7660216" y="70000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2" name="Stage1_sixpanel_10123">
            <a:extLst>
              <a:ext uri="{FF2B5EF4-FFF2-40B4-BE49-F238E27FC236}">
                <a16:creationId xmlns:a16="http://schemas.microsoft.com/office/drawing/2014/main" id="{F73F26CC-8113-49ED-A8F2-DB7439507A85}"/>
              </a:ext>
            </a:extLst>
          </p:cNvPr>
          <p:cNvSpPr>
            <a:spLocks noGrp="1"/>
          </p:cNvSpPr>
          <p:nvPr/>
        </p:nvSpPr>
        <p:spPr>
          <a:xfrm>
            <a:off x="77659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3" name="Stage1_sixpanel_10124">
            <a:extLst>
              <a:ext uri="{FF2B5EF4-FFF2-40B4-BE49-F238E27FC236}">
                <a16:creationId xmlns:a16="http://schemas.microsoft.com/office/drawing/2014/main" id="{F4C47E6F-C10B-417F-9A7D-57CEF447E5E7}"/>
              </a:ext>
            </a:extLst>
          </p:cNvPr>
          <p:cNvSpPr>
            <a:spLocks noGrp="1"/>
          </p:cNvSpPr>
          <p:nvPr/>
        </p:nvSpPr>
        <p:spPr>
          <a:xfrm>
            <a:off x="76927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4" name="Stage1_sixpanel_10125">
            <a:extLst>
              <a:ext uri="{FF2B5EF4-FFF2-40B4-BE49-F238E27FC236}">
                <a16:creationId xmlns:a16="http://schemas.microsoft.com/office/drawing/2014/main" id="{3682F7F1-E111-4AE1-8A2F-DB64E2F1F821}"/>
              </a:ext>
            </a:extLst>
          </p:cNvPr>
          <p:cNvSpPr>
            <a:spLocks noGrp="1"/>
          </p:cNvSpPr>
          <p:nvPr/>
        </p:nvSpPr>
        <p:spPr>
          <a:xfrm>
            <a:off x="7697711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5" name="Stage1_sixpanel_10126">
            <a:extLst>
              <a:ext uri="{FF2B5EF4-FFF2-40B4-BE49-F238E27FC236}">
                <a16:creationId xmlns:a16="http://schemas.microsoft.com/office/drawing/2014/main" id="{1EB070CA-7B9D-4BFE-8F29-58AD9DCE6C7D}"/>
              </a:ext>
            </a:extLst>
          </p:cNvPr>
          <p:cNvSpPr>
            <a:spLocks noGrp="1"/>
          </p:cNvSpPr>
          <p:nvPr/>
        </p:nvSpPr>
        <p:spPr>
          <a:xfrm>
            <a:off x="778372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6" name="Stage1_sixpanel_10127">
            <a:extLst>
              <a:ext uri="{FF2B5EF4-FFF2-40B4-BE49-F238E27FC236}">
                <a16:creationId xmlns:a16="http://schemas.microsoft.com/office/drawing/2014/main" id="{F50A7223-AD7C-4A64-88C1-D62DA081AA65}"/>
              </a:ext>
            </a:extLst>
          </p:cNvPr>
          <p:cNvSpPr>
            <a:spLocks noGrp="1"/>
          </p:cNvSpPr>
          <p:nvPr/>
        </p:nvSpPr>
        <p:spPr>
          <a:xfrm>
            <a:off x="776248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7" name="Stage1_sixpanel_10128">
            <a:extLst>
              <a:ext uri="{FF2B5EF4-FFF2-40B4-BE49-F238E27FC236}">
                <a16:creationId xmlns:a16="http://schemas.microsoft.com/office/drawing/2014/main" id="{66BEB559-CF44-4DE4-8FE8-4488F50D9C63}"/>
              </a:ext>
            </a:extLst>
          </p:cNvPr>
          <p:cNvSpPr>
            <a:spLocks noGrp="1"/>
          </p:cNvSpPr>
          <p:nvPr/>
        </p:nvSpPr>
        <p:spPr>
          <a:xfrm>
            <a:off x="7736763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8" name="Stage1_sixpanel_10129">
            <a:extLst>
              <a:ext uri="{FF2B5EF4-FFF2-40B4-BE49-F238E27FC236}">
                <a16:creationId xmlns:a16="http://schemas.microsoft.com/office/drawing/2014/main" id="{E54EFCA3-3653-4400-806E-A0405837E4D7}"/>
              </a:ext>
            </a:extLst>
          </p:cNvPr>
          <p:cNvSpPr>
            <a:spLocks noGrp="1"/>
          </p:cNvSpPr>
          <p:nvPr/>
        </p:nvSpPr>
        <p:spPr>
          <a:xfrm>
            <a:off x="766755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59" name="Stage1_sixpanel_10130">
            <a:extLst>
              <a:ext uri="{FF2B5EF4-FFF2-40B4-BE49-F238E27FC236}">
                <a16:creationId xmlns:a16="http://schemas.microsoft.com/office/drawing/2014/main" id="{FC2D08CE-E051-4FA4-8ACA-3437EB217B8B}"/>
              </a:ext>
            </a:extLst>
          </p:cNvPr>
          <p:cNvSpPr>
            <a:spLocks noGrp="1"/>
          </p:cNvSpPr>
          <p:nvPr/>
        </p:nvSpPr>
        <p:spPr>
          <a:xfrm>
            <a:off x="7750625" y="787654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0" name="Stage1_sixpanel_10131">
            <a:extLst>
              <a:ext uri="{FF2B5EF4-FFF2-40B4-BE49-F238E27FC236}">
                <a16:creationId xmlns:a16="http://schemas.microsoft.com/office/drawing/2014/main" id="{67B5B096-2741-4ED7-8FE4-11EEC5C3D1AE}"/>
              </a:ext>
            </a:extLst>
          </p:cNvPr>
          <p:cNvSpPr>
            <a:spLocks noGrp="1"/>
          </p:cNvSpPr>
          <p:nvPr/>
        </p:nvSpPr>
        <p:spPr>
          <a:xfrm>
            <a:off x="7756127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1" name="Stage1_sixpanel_10132">
            <a:extLst>
              <a:ext uri="{FF2B5EF4-FFF2-40B4-BE49-F238E27FC236}">
                <a16:creationId xmlns:a16="http://schemas.microsoft.com/office/drawing/2014/main" id="{4BFE7C2E-26AB-4C15-B935-64E9EC7EEED7}"/>
              </a:ext>
            </a:extLst>
          </p:cNvPr>
          <p:cNvSpPr>
            <a:spLocks noGrp="1"/>
          </p:cNvSpPr>
          <p:nvPr/>
        </p:nvSpPr>
        <p:spPr>
          <a:xfrm>
            <a:off x="7676144" y="805332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2" name="Stage1_sixpanel_10133">
            <a:extLst>
              <a:ext uri="{FF2B5EF4-FFF2-40B4-BE49-F238E27FC236}">
                <a16:creationId xmlns:a16="http://schemas.microsoft.com/office/drawing/2014/main" id="{75CD1221-1A70-401F-BD87-CA4A2CB0392B}"/>
              </a:ext>
            </a:extLst>
          </p:cNvPr>
          <p:cNvSpPr>
            <a:spLocks noGrp="1"/>
          </p:cNvSpPr>
          <p:nvPr/>
        </p:nvSpPr>
        <p:spPr>
          <a:xfrm>
            <a:off x="759639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3" name="Stage1_sixpanel_10134">
            <a:extLst>
              <a:ext uri="{FF2B5EF4-FFF2-40B4-BE49-F238E27FC236}">
                <a16:creationId xmlns:a16="http://schemas.microsoft.com/office/drawing/2014/main" id="{255A975A-466E-4CF6-86B4-472386E45616}"/>
              </a:ext>
            </a:extLst>
          </p:cNvPr>
          <p:cNvSpPr>
            <a:spLocks noGrp="1"/>
          </p:cNvSpPr>
          <p:nvPr/>
        </p:nvSpPr>
        <p:spPr>
          <a:xfrm>
            <a:off x="7651185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4" name="Stage1_sixpanel_10135">
            <a:extLst>
              <a:ext uri="{FF2B5EF4-FFF2-40B4-BE49-F238E27FC236}">
                <a16:creationId xmlns:a16="http://schemas.microsoft.com/office/drawing/2014/main" id="{EFE10B08-F932-47CA-8006-336E5ACBF6FE}"/>
              </a:ext>
            </a:extLst>
          </p:cNvPr>
          <p:cNvSpPr>
            <a:spLocks noGrp="1"/>
          </p:cNvSpPr>
          <p:nvPr/>
        </p:nvSpPr>
        <p:spPr>
          <a:xfrm>
            <a:off x="761719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5" name="Stage1_sixpanel_10136">
            <a:extLst>
              <a:ext uri="{FF2B5EF4-FFF2-40B4-BE49-F238E27FC236}">
                <a16:creationId xmlns:a16="http://schemas.microsoft.com/office/drawing/2014/main" id="{E1E6BB0C-1B8A-45B6-9A72-139C7B401EC5}"/>
              </a:ext>
            </a:extLst>
          </p:cNvPr>
          <p:cNvSpPr>
            <a:spLocks noGrp="1"/>
          </p:cNvSpPr>
          <p:nvPr/>
        </p:nvSpPr>
        <p:spPr>
          <a:xfrm>
            <a:off x="765256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6" name="Stage1_sixpanel_10137">
            <a:extLst>
              <a:ext uri="{FF2B5EF4-FFF2-40B4-BE49-F238E27FC236}">
                <a16:creationId xmlns:a16="http://schemas.microsoft.com/office/drawing/2014/main" id="{CD459BD8-269E-4117-B133-B5EDF2CEFAB7}"/>
              </a:ext>
            </a:extLst>
          </p:cNvPr>
          <p:cNvSpPr>
            <a:spLocks noGrp="1"/>
          </p:cNvSpPr>
          <p:nvPr/>
        </p:nvSpPr>
        <p:spPr>
          <a:xfrm>
            <a:off x="7599889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7" name="Stage1_sixpanel_10138">
            <a:extLst>
              <a:ext uri="{FF2B5EF4-FFF2-40B4-BE49-F238E27FC236}">
                <a16:creationId xmlns:a16="http://schemas.microsoft.com/office/drawing/2014/main" id="{3F807E9F-A364-4AA4-AA01-1F70196FF562}"/>
              </a:ext>
            </a:extLst>
          </p:cNvPr>
          <p:cNvSpPr>
            <a:spLocks noGrp="1"/>
          </p:cNvSpPr>
          <p:nvPr/>
        </p:nvSpPr>
        <p:spPr>
          <a:xfrm>
            <a:off x="777733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8" name="Stage1_sixpanel_10139">
            <a:extLst>
              <a:ext uri="{FF2B5EF4-FFF2-40B4-BE49-F238E27FC236}">
                <a16:creationId xmlns:a16="http://schemas.microsoft.com/office/drawing/2014/main" id="{5EB600E6-2C95-426A-93F4-162A4B8FB02F}"/>
              </a:ext>
            </a:extLst>
          </p:cNvPr>
          <p:cNvSpPr>
            <a:spLocks noGrp="1"/>
          </p:cNvSpPr>
          <p:nvPr/>
        </p:nvSpPr>
        <p:spPr>
          <a:xfrm>
            <a:off x="7735912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69" name="Stage1_sixpanel_10140">
            <a:extLst>
              <a:ext uri="{FF2B5EF4-FFF2-40B4-BE49-F238E27FC236}">
                <a16:creationId xmlns:a16="http://schemas.microsoft.com/office/drawing/2014/main" id="{2FE8AC65-1903-431E-A061-8626DBF1EF8F}"/>
              </a:ext>
            </a:extLst>
          </p:cNvPr>
          <p:cNvSpPr>
            <a:spLocks noGrp="1"/>
          </p:cNvSpPr>
          <p:nvPr/>
        </p:nvSpPr>
        <p:spPr>
          <a:xfrm>
            <a:off x="7774187" y="705158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0" name="Stage1_sixpanel_10141">
            <a:extLst>
              <a:ext uri="{FF2B5EF4-FFF2-40B4-BE49-F238E27FC236}">
                <a16:creationId xmlns:a16="http://schemas.microsoft.com/office/drawing/2014/main" id="{EAE1B9C2-81BD-4DD5-A887-7BE70C9B2141}"/>
              </a:ext>
            </a:extLst>
          </p:cNvPr>
          <p:cNvSpPr>
            <a:spLocks noGrp="1"/>
          </p:cNvSpPr>
          <p:nvPr/>
        </p:nvSpPr>
        <p:spPr>
          <a:xfrm>
            <a:off x="75950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1" name="Stage1_sixpanel_10142">
            <a:extLst>
              <a:ext uri="{FF2B5EF4-FFF2-40B4-BE49-F238E27FC236}">
                <a16:creationId xmlns:a16="http://schemas.microsoft.com/office/drawing/2014/main" id="{8DAC24F4-5234-4B47-8D5C-C1FC7B2F3EDC}"/>
              </a:ext>
            </a:extLst>
          </p:cNvPr>
          <p:cNvSpPr>
            <a:spLocks noGrp="1"/>
          </p:cNvSpPr>
          <p:nvPr/>
        </p:nvSpPr>
        <p:spPr>
          <a:xfrm>
            <a:off x="77556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2" name="Stage1_sixpanel_10143">
            <a:extLst>
              <a:ext uri="{FF2B5EF4-FFF2-40B4-BE49-F238E27FC236}">
                <a16:creationId xmlns:a16="http://schemas.microsoft.com/office/drawing/2014/main" id="{1FE3739B-FF32-4A89-A979-7591E818193F}"/>
              </a:ext>
            </a:extLst>
          </p:cNvPr>
          <p:cNvSpPr>
            <a:spLocks noGrp="1"/>
          </p:cNvSpPr>
          <p:nvPr/>
        </p:nvSpPr>
        <p:spPr>
          <a:xfrm>
            <a:off x="77667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3" name="Stage1_sixpanel_10144">
            <a:extLst>
              <a:ext uri="{FF2B5EF4-FFF2-40B4-BE49-F238E27FC236}">
                <a16:creationId xmlns:a16="http://schemas.microsoft.com/office/drawing/2014/main" id="{1EFC3EA2-E351-4C1A-9EF0-68B3FE92AF04}"/>
              </a:ext>
            </a:extLst>
          </p:cNvPr>
          <p:cNvSpPr>
            <a:spLocks noGrp="1"/>
          </p:cNvSpPr>
          <p:nvPr/>
        </p:nvSpPr>
        <p:spPr>
          <a:xfrm>
            <a:off x="7590177" y="7198900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4" name="Stage1_sixpanel_10145">
            <a:extLst>
              <a:ext uri="{FF2B5EF4-FFF2-40B4-BE49-F238E27FC236}">
                <a16:creationId xmlns:a16="http://schemas.microsoft.com/office/drawing/2014/main" id="{DB3BFE1E-C775-4A88-9AE0-7C6A67C5090E}"/>
              </a:ext>
            </a:extLst>
          </p:cNvPr>
          <p:cNvSpPr>
            <a:spLocks noGrp="1"/>
          </p:cNvSpPr>
          <p:nvPr/>
        </p:nvSpPr>
        <p:spPr>
          <a:xfrm>
            <a:off x="76785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5" name="Stage1_sixpanel_10146">
            <a:extLst>
              <a:ext uri="{FF2B5EF4-FFF2-40B4-BE49-F238E27FC236}">
                <a16:creationId xmlns:a16="http://schemas.microsoft.com/office/drawing/2014/main" id="{4F01DAA1-3E6C-413C-99E4-CB7E2A9E9466}"/>
              </a:ext>
            </a:extLst>
          </p:cNvPr>
          <p:cNvSpPr>
            <a:spLocks noGrp="1"/>
          </p:cNvSpPr>
          <p:nvPr/>
        </p:nvSpPr>
        <p:spPr>
          <a:xfrm>
            <a:off x="773294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6" name="Stage1_sixpanel_10147">
            <a:extLst>
              <a:ext uri="{FF2B5EF4-FFF2-40B4-BE49-F238E27FC236}">
                <a16:creationId xmlns:a16="http://schemas.microsoft.com/office/drawing/2014/main" id="{10341BA4-EB8D-4D55-BD60-FB3F90FD1F73}"/>
              </a:ext>
            </a:extLst>
          </p:cNvPr>
          <p:cNvSpPr>
            <a:spLocks noGrp="1"/>
          </p:cNvSpPr>
          <p:nvPr/>
        </p:nvSpPr>
        <p:spPr>
          <a:xfrm>
            <a:off x="7622894" y="798759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7" name="Stage1_sixpanel_10148">
            <a:extLst>
              <a:ext uri="{FF2B5EF4-FFF2-40B4-BE49-F238E27FC236}">
                <a16:creationId xmlns:a16="http://schemas.microsoft.com/office/drawing/2014/main" id="{EA8F9EE5-61A8-4A06-8AF4-37FD355B429E}"/>
              </a:ext>
            </a:extLst>
          </p:cNvPr>
          <p:cNvSpPr>
            <a:spLocks noGrp="1"/>
          </p:cNvSpPr>
          <p:nvPr/>
        </p:nvSpPr>
        <p:spPr>
          <a:xfrm>
            <a:off x="76924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8" name="Stage1_sixpanel_10149">
            <a:extLst>
              <a:ext uri="{FF2B5EF4-FFF2-40B4-BE49-F238E27FC236}">
                <a16:creationId xmlns:a16="http://schemas.microsoft.com/office/drawing/2014/main" id="{DDA007EA-DEB2-4018-9134-3ADEE60570BC}"/>
              </a:ext>
            </a:extLst>
          </p:cNvPr>
          <p:cNvSpPr>
            <a:spLocks noGrp="1"/>
          </p:cNvSpPr>
          <p:nvPr/>
        </p:nvSpPr>
        <p:spPr>
          <a:xfrm>
            <a:off x="777011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79" name="Stage1_sixpanel_10150">
            <a:extLst>
              <a:ext uri="{FF2B5EF4-FFF2-40B4-BE49-F238E27FC236}">
                <a16:creationId xmlns:a16="http://schemas.microsoft.com/office/drawing/2014/main" id="{F97AB746-9D82-46CF-991E-F534CD17FDDB}"/>
              </a:ext>
            </a:extLst>
          </p:cNvPr>
          <p:cNvSpPr>
            <a:spLocks noGrp="1"/>
          </p:cNvSpPr>
          <p:nvPr/>
        </p:nvSpPr>
        <p:spPr>
          <a:xfrm>
            <a:off x="7668869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0" name="Stage1_sixpanel_10151">
            <a:extLst>
              <a:ext uri="{FF2B5EF4-FFF2-40B4-BE49-F238E27FC236}">
                <a16:creationId xmlns:a16="http://schemas.microsoft.com/office/drawing/2014/main" id="{97C28463-C9EE-489A-9F3D-10BA11A0E2BE}"/>
              </a:ext>
            </a:extLst>
          </p:cNvPr>
          <p:cNvSpPr>
            <a:spLocks noGrp="1"/>
          </p:cNvSpPr>
          <p:nvPr/>
        </p:nvSpPr>
        <p:spPr>
          <a:xfrm>
            <a:off x="7605061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1" name="Stage1_sixpanel_10152">
            <a:extLst>
              <a:ext uri="{FF2B5EF4-FFF2-40B4-BE49-F238E27FC236}">
                <a16:creationId xmlns:a16="http://schemas.microsoft.com/office/drawing/2014/main" id="{643B6B56-5667-4FFE-846D-3C45AD0966EA}"/>
              </a:ext>
            </a:extLst>
          </p:cNvPr>
          <p:cNvSpPr>
            <a:spLocks noGrp="1"/>
          </p:cNvSpPr>
          <p:nvPr/>
        </p:nvSpPr>
        <p:spPr>
          <a:xfrm>
            <a:off x="7758893" y="777342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2" name="Stage1_sixpanel_10153">
            <a:extLst>
              <a:ext uri="{FF2B5EF4-FFF2-40B4-BE49-F238E27FC236}">
                <a16:creationId xmlns:a16="http://schemas.microsoft.com/office/drawing/2014/main" id="{9769D30B-77A9-48D0-A148-AB36C82B5BE3}"/>
              </a:ext>
            </a:extLst>
          </p:cNvPr>
          <p:cNvSpPr>
            <a:spLocks noGrp="1"/>
          </p:cNvSpPr>
          <p:nvPr/>
        </p:nvSpPr>
        <p:spPr>
          <a:xfrm>
            <a:off x="7632401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3" name="Stage1_sixpanel_10154">
            <a:extLst>
              <a:ext uri="{FF2B5EF4-FFF2-40B4-BE49-F238E27FC236}">
                <a16:creationId xmlns:a16="http://schemas.microsoft.com/office/drawing/2014/main" id="{D2BAACC4-9C78-4FA9-BAC8-734262BBDA2C}"/>
              </a:ext>
            </a:extLst>
          </p:cNvPr>
          <p:cNvSpPr>
            <a:spLocks noGrp="1"/>
          </p:cNvSpPr>
          <p:nvPr/>
        </p:nvSpPr>
        <p:spPr>
          <a:xfrm>
            <a:off x="7673038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4" name="Stage1_sixpanel_10155">
            <a:extLst>
              <a:ext uri="{FF2B5EF4-FFF2-40B4-BE49-F238E27FC236}">
                <a16:creationId xmlns:a16="http://schemas.microsoft.com/office/drawing/2014/main" id="{D33CF32A-91AA-4036-BEFA-81D028CE79E3}"/>
              </a:ext>
            </a:extLst>
          </p:cNvPr>
          <p:cNvSpPr>
            <a:spLocks noGrp="1"/>
          </p:cNvSpPr>
          <p:nvPr/>
        </p:nvSpPr>
        <p:spPr>
          <a:xfrm>
            <a:off x="769505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5" name="Stage1_sixpanel_10156">
            <a:extLst>
              <a:ext uri="{FF2B5EF4-FFF2-40B4-BE49-F238E27FC236}">
                <a16:creationId xmlns:a16="http://schemas.microsoft.com/office/drawing/2014/main" id="{0B850DF1-EF0C-4245-88D9-C3300D5AA5B3}"/>
              </a:ext>
            </a:extLst>
          </p:cNvPr>
          <p:cNvSpPr>
            <a:spLocks noGrp="1"/>
          </p:cNvSpPr>
          <p:nvPr/>
        </p:nvSpPr>
        <p:spPr>
          <a:xfrm>
            <a:off x="758116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6" name="Stage1_sixpanel_10157">
            <a:extLst>
              <a:ext uri="{FF2B5EF4-FFF2-40B4-BE49-F238E27FC236}">
                <a16:creationId xmlns:a16="http://schemas.microsoft.com/office/drawing/2014/main" id="{62AE18E8-F8E4-4455-A653-13A179FD8FE3}"/>
              </a:ext>
            </a:extLst>
          </p:cNvPr>
          <p:cNvSpPr>
            <a:spLocks noGrp="1"/>
          </p:cNvSpPr>
          <p:nvPr/>
        </p:nvSpPr>
        <p:spPr>
          <a:xfrm>
            <a:off x="77635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7" name="Stage1_sixpanel_10158">
            <a:extLst>
              <a:ext uri="{FF2B5EF4-FFF2-40B4-BE49-F238E27FC236}">
                <a16:creationId xmlns:a16="http://schemas.microsoft.com/office/drawing/2014/main" id="{FF8F28D7-F177-4DD7-B74A-862AAAC92548}"/>
              </a:ext>
            </a:extLst>
          </p:cNvPr>
          <p:cNvSpPr>
            <a:spLocks noGrp="1"/>
          </p:cNvSpPr>
          <p:nvPr/>
        </p:nvSpPr>
        <p:spPr>
          <a:xfrm>
            <a:off x="7786306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8" name="Stage1_sixpanel_10159">
            <a:extLst>
              <a:ext uri="{FF2B5EF4-FFF2-40B4-BE49-F238E27FC236}">
                <a16:creationId xmlns:a16="http://schemas.microsoft.com/office/drawing/2014/main" id="{DA7A7D43-1C44-45AB-8C4D-E3E7D2D57224}"/>
              </a:ext>
            </a:extLst>
          </p:cNvPr>
          <p:cNvSpPr>
            <a:spLocks noGrp="1"/>
          </p:cNvSpPr>
          <p:nvPr/>
        </p:nvSpPr>
        <p:spPr>
          <a:xfrm>
            <a:off x="764221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89" name="Stage1_sixpanel_10160">
            <a:extLst>
              <a:ext uri="{FF2B5EF4-FFF2-40B4-BE49-F238E27FC236}">
                <a16:creationId xmlns:a16="http://schemas.microsoft.com/office/drawing/2014/main" id="{8A1E307C-D8CB-4172-8D10-E338CF957FEF}"/>
              </a:ext>
            </a:extLst>
          </p:cNvPr>
          <p:cNvSpPr>
            <a:spLocks noGrp="1"/>
          </p:cNvSpPr>
          <p:nvPr/>
        </p:nvSpPr>
        <p:spPr>
          <a:xfrm>
            <a:off x="7720029" y="715470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0" name="Stage1_sixpanel_10161">
            <a:extLst>
              <a:ext uri="{FF2B5EF4-FFF2-40B4-BE49-F238E27FC236}">
                <a16:creationId xmlns:a16="http://schemas.microsoft.com/office/drawing/2014/main" id="{84844C92-66E8-4F62-95E7-0914482FE23B}"/>
              </a:ext>
            </a:extLst>
          </p:cNvPr>
          <p:cNvSpPr>
            <a:spLocks noGrp="1"/>
          </p:cNvSpPr>
          <p:nvPr/>
        </p:nvSpPr>
        <p:spPr>
          <a:xfrm>
            <a:off x="765432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1" name="Stage1_sixpanel_10162">
            <a:extLst>
              <a:ext uri="{FF2B5EF4-FFF2-40B4-BE49-F238E27FC236}">
                <a16:creationId xmlns:a16="http://schemas.microsoft.com/office/drawing/2014/main" id="{7D638B19-CB38-4521-8B8D-537CB43A0498}"/>
              </a:ext>
            </a:extLst>
          </p:cNvPr>
          <p:cNvSpPr>
            <a:spLocks noGrp="1"/>
          </p:cNvSpPr>
          <p:nvPr/>
        </p:nvSpPr>
        <p:spPr>
          <a:xfrm>
            <a:off x="767682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2" name="Stage1_sixpanel_10163">
            <a:extLst>
              <a:ext uri="{FF2B5EF4-FFF2-40B4-BE49-F238E27FC236}">
                <a16:creationId xmlns:a16="http://schemas.microsoft.com/office/drawing/2014/main" id="{22124068-1CB8-4524-9C47-C43D290EC5AC}"/>
              </a:ext>
            </a:extLst>
          </p:cNvPr>
          <p:cNvSpPr>
            <a:spLocks noGrp="1"/>
          </p:cNvSpPr>
          <p:nvPr/>
        </p:nvSpPr>
        <p:spPr>
          <a:xfrm>
            <a:off x="7788847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3" name="Stage1_sixpanel_10164">
            <a:extLst>
              <a:ext uri="{FF2B5EF4-FFF2-40B4-BE49-F238E27FC236}">
                <a16:creationId xmlns:a16="http://schemas.microsoft.com/office/drawing/2014/main" id="{F8647080-35AB-4AFC-BD35-FE4BB5DF7C63}"/>
              </a:ext>
            </a:extLst>
          </p:cNvPr>
          <p:cNvSpPr>
            <a:spLocks noGrp="1"/>
          </p:cNvSpPr>
          <p:nvPr/>
        </p:nvSpPr>
        <p:spPr>
          <a:xfrm>
            <a:off x="768822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4" name="Stage1_sixpanel_10165">
            <a:extLst>
              <a:ext uri="{FF2B5EF4-FFF2-40B4-BE49-F238E27FC236}">
                <a16:creationId xmlns:a16="http://schemas.microsoft.com/office/drawing/2014/main" id="{26D8365C-BF9A-4758-8F83-10E94D190D27}"/>
              </a:ext>
            </a:extLst>
          </p:cNvPr>
          <p:cNvSpPr>
            <a:spLocks noGrp="1"/>
          </p:cNvSpPr>
          <p:nvPr/>
        </p:nvSpPr>
        <p:spPr>
          <a:xfrm>
            <a:off x="778583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5" name="Stage1_sixpanel_10166">
            <a:extLst>
              <a:ext uri="{FF2B5EF4-FFF2-40B4-BE49-F238E27FC236}">
                <a16:creationId xmlns:a16="http://schemas.microsoft.com/office/drawing/2014/main" id="{F7A6A196-CE7A-4366-B3F2-FF0653EFD9DF}"/>
              </a:ext>
            </a:extLst>
          </p:cNvPr>
          <p:cNvSpPr>
            <a:spLocks noGrp="1"/>
          </p:cNvSpPr>
          <p:nvPr/>
        </p:nvSpPr>
        <p:spPr>
          <a:xfrm>
            <a:off x="767432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6" name="Stage1_sixpanel_10167">
            <a:extLst>
              <a:ext uri="{FF2B5EF4-FFF2-40B4-BE49-F238E27FC236}">
                <a16:creationId xmlns:a16="http://schemas.microsoft.com/office/drawing/2014/main" id="{07F57F1F-7BC2-44E7-85F6-97ADA71EF1DC}"/>
              </a:ext>
            </a:extLst>
          </p:cNvPr>
          <p:cNvSpPr>
            <a:spLocks noGrp="1"/>
          </p:cNvSpPr>
          <p:nvPr/>
        </p:nvSpPr>
        <p:spPr>
          <a:xfrm>
            <a:off x="774810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7" name="Stage1_sixpanel_10168">
            <a:extLst>
              <a:ext uri="{FF2B5EF4-FFF2-40B4-BE49-F238E27FC236}">
                <a16:creationId xmlns:a16="http://schemas.microsoft.com/office/drawing/2014/main" id="{67F8F223-D173-441B-8EB6-2508EA2E0972}"/>
              </a:ext>
            </a:extLst>
          </p:cNvPr>
          <p:cNvSpPr>
            <a:spLocks noGrp="1"/>
          </p:cNvSpPr>
          <p:nvPr/>
        </p:nvSpPr>
        <p:spPr>
          <a:xfrm>
            <a:off x="771805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8" name="Stage1_sixpanel_10169">
            <a:extLst>
              <a:ext uri="{FF2B5EF4-FFF2-40B4-BE49-F238E27FC236}">
                <a16:creationId xmlns:a16="http://schemas.microsoft.com/office/drawing/2014/main" id="{904E5C92-F4EA-4AB2-83B7-38F5D6198A96}"/>
              </a:ext>
            </a:extLst>
          </p:cNvPr>
          <p:cNvSpPr>
            <a:spLocks noGrp="1"/>
          </p:cNvSpPr>
          <p:nvPr/>
        </p:nvSpPr>
        <p:spPr>
          <a:xfrm>
            <a:off x="7709298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4999" name="Stage1_sixpanel_10170">
            <a:extLst>
              <a:ext uri="{FF2B5EF4-FFF2-40B4-BE49-F238E27FC236}">
                <a16:creationId xmlns:a16="http://schemas.microsoft.com/office/drawing/2014/main" id="{0B786984-81A9-4165-A136-6EEABACB298B}"/>
              </a:ext>
            </a:extLst>
          </p:cNvPr>
          <p:cNvSpPr>
            <a:spLocks noGrp="1"/>
          </p:cNvSpPr>
          <p:nvPr/>
        </p:nvSpPr>
        <p:spPr>
          <a:xfrm>
            <a:off x="758873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0" name="Stage1_sixpanel_10171">
            <a:extLst>
              <a:ext uri="{FF2B5EF4-FFF2-40B4-BE49-F238E27FC236}">
                <a16:creationId xmlns:a16="http://schemas.microsoft.com/office/drawing/2014/main" id="{1FF6ECEB-0D67-4C6A-96EF-6420319B4F67}"/>
              </a:ext>
            </a:extLst>
          </p:cNvPr>
          <p:cNvSpPr>
            <a:spLocks noGrp="1"/>
          </p:cNvSpPr>
          <p:nvPr/>
        </p:nvSpPr>
        <p:spPr>
          <a:xfrm>
            <a:off x="762785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1" name="Stage1_sixpanel_10172">
            <a:extLst>
              <a:ext uri="{FF2B5EF4-FFF2-40B4-BE49-F238E27FC236}">
                <a16:creationId xmlns:a16="http://schemas.microsoft.com/office/drawing/2014/main" id="{ED51A0BE-8B49-4824-9436-EC5D1760058B}"/>
              </a:ext>
            </a:extLst>
          </p:cNvPr>
          <p:cNvSpPr>
            <a:spLocks noGrp="1"/>
          </p:cNvSpPr>
          <p:nvPr/>
        </p:nvSpPr>
        <p:spPr>
          <a:xfrm>
            <a:off x="7796888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2" name="Stage1_sixpanel_10173">
            <a:extLst>
              <a:ext uri="{FF2B5EF4-FFF2-40B4-BE49-F238E27FC236}">
                <a16:creationId xmlns:a16="http://schemas.microsoft.com/office/drawing/2014/main" id="{ADDCDD94-2999-4390-A930-4EC398087A44}"/>
              </a:ext>
            </a:extLst>
          </p:cNvPr>
          <p:cNvSpPr>
            <a:spLocks noGrp="1"/>
          </p:cNvSpPr>
          <p:nvPr/>
        </p:nvSpPr>
        <p:spPr>
          <a:xfrm>
            <a:off x="7743527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3" name="Stage1_sixpanel_10174">
            <a:extLst>
              <a:ext uri="{FF2B5EF4-FFF2-40B4-BE49-F238E27FC236}">
                <a16:creationId xmlns:a16="http://schemas.microsoft.com/office/drawing/2014/main" id="{C0203172-A34C-4946-BBD6-181F476C58B8}"/>
              </a:ext>
            </a:extLst>
          </p:cNvPr>
          <p:cNvSpPr>
            <a:spLocks noGrp="1"/>
          </p:cNvSpPr>
          <p:nvPr/>
        </p:nvSpPr>
        <p:spPr>
          <a:xfrm>
            <a:off x="7738332" y="767030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4" name="Stage1_sixpanel_10175">
            <a:extLst>
              <a:ext uri="{FF2B5EF4-FFF2-40B4-BE49-F238E27FC236}">
                <a16:creationId xmlns:a16="http://schemas.microsoft.com/office/drawing/2014/main" id="{882EAF53-AA92-43DF-B348-95C1A2F199D7}"/>
              </a:ext>
            </a:extLst>
          </p:cNvPr>
          <p:cNvSpPr>
            <a:spLocks noGrp="1"/>
          </p:cNvSpPr>
          <p:nvPr/>
        </p:nvSpPr>
        <p:spPr>
          <a:xfrm>
            <a:off x="763576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5" name="Stage1_sixpanel_10176">
            <a:extLst>
              <a:ext uri="{FF2B5EF4-FFF2-40B4-BE49-F238E27FC236}">
                <a16:creationId xmlns:a16="http://schemas.microsoft.com/office/drawing/2014/main" id="{3ED7B22A-5679-45C0-8148-EFC0F6C33C2F}"/>
              </a:ext>
            </a:extLst>
          </p:cNvPr>
          <p:cNvSpPr>
            <a:spLocks noGrp="1"/>
          </p:cNvSpPr>
          <p:nvPr/>
        </p:nvSpPr>
        <p:spPr>
          <a:xfrm>
            <a:off x="7725116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6" name="Stage1_sixpanel_10177">
            <a:extLst>
              <a:ext uri="{FF2B5EF4-FFF2-40B4-BE49-F238E27FC236}">
                <a16:creationId xmlns:a16="http://schemas.microsoft.com/office/drawing/2014/main" id="{A3B7890E-3A67-485B-BFBA-E7D36D58918C}"/>
              </a:ext>
            </a:extLst>
          </p:cNvPr>
          <p:cNvSpPr>
            <a:spLocks noGrp="1"/>
          </p:cNvSpPr>
          <p:nvPr/>
        </p:nvSpPr>
        <p:spPr>
          <a:xfrm>
            <a:off x="766435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7" name="Stage1_sixpanel_10178">
            <a:extLst>
              <a:ext uri="{FF2B5EF4-FFF2-40B4-BE49-F238E27FC236}">
                <a16:creationId xmlns:a16="http://schemas.microsoft.com/office/drawing/2014/main" id="{1E50609B-B776-4242-B7FA-0E32104AF56A}"/>
              </a:ext>
            </a:extLst>
          </p:cNvPr>
          <p:cNvSpPr>
            <a:spLocks noGrp="1"/>
          </p:cNvSpPr>
          <p:nvPr/>
        </p:nvSpPr>
        <p:spPr>
          <a:xfrm>
            <a:off x="7587722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8" name="Stage1_sixpanel_10179">
            <a:extLst>
              <a:ext uri="{FF2B5EF4-FFF2-40B4-BE49-F238E27FC236}">
                <a16:creationId xmlns:a16="http://schemas.microsoft.com/office/drawing/2014/main" id="{C5EDD7C4-8DC4-46E5-B315-530E29BBE883}"/>
              </a:ext>
            </a:extLst>
          </p:cNvPr>
          <p:cNvSpPr>
            <a:spLocks noGrp="1"/>
          </p:cNvSpPr>
          <p:nvPr/>
        </p:nvSpPr>
        <p:spPr>
          <a:xfrm>
            <a:off x="7610642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09" name="Stage1_sixpanel_10180">
            <a:extLst>
              <a:ext uri="{FF2B5EF4-FFF2-40B4-BE49-F238E27FC236}">
                <a16:creationId xmlns:a16="http://schemas.microsoft.com/office/drawing/2014/main" id="{77AFD764-C9CD-4BBD-992E-E3C7CB1AD13B}"/>
              </a:ext>
            </a:extLst>
          </p:cNvPr>
          <p:cNvSpPr>
            <a:spLocks noGrp="1"/>
          </p:cNvSpPr>
          <p:nvPr/>
        </p:nvSpPr>
        <p:spPr>
          <a:xfrm>
            <a:off x="7746881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0" name="Stage1_sixpanel_10181">
            <a:extLst>
              <a:ext uri="{FF2B5EF4-FFF2-40B4-BE49-F238E27FC236}">
                <a16:creationId xmlns:a16="http://schemas.microsoft.com/office/drawing/2014/main" id="{F269853E-385E-4A2C-AAC0-80DCE3AA196A}"/>
              </a:ext>
            </a:extLst>
          </p:cNvPr>
          <p:cNvSpPr>
            <a:spLocks noGrp="1"/>
          </p:cNvSpPr>
          <p:nvPr/>
        </p:nvSpPr>
        <p:spPr>
          <a:xfrm>
            <a:off x="777775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1" name="Stage1_sixpanel_10182">
            <a:extLst>
              <a:ext uri="{FF2B5EF4-FFF2-40B4-BE49-F238E27FC236}">
                <a16:creationId xmlns:a16="http://schemas.microsoft.com/office/drawing/2014/main" id="{61EB6CBD-2373-43D9-A338-CA4C12F05ACF}"/>
              </a:ext>
            </a:extLst>
          </p:cNvPr>
          <p:cNvSpPr>
            <a:spLocks noGrp="1"/>
          </p:cNvSpPr>
          <p:nvPr/>
        </p:nvSpPr>
        <p:spPr>
          <a:xfrm>
            <a:off x="768948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2" name="Stage1_sixpanel_10183">
            <a:extLst>
              <a:ext uri="{FF2B5EF4-FFF2-40B4-BE49-F238E27FC236}">
                <a16:creationId xmlns:a16="http://schemas.microsoft.com/office/drawing/2014/main" id="{FC27EB19-4CE1-49B4-97DE-3D96045E042C}"/>
              </a:ext>
            </a:extLst>
          </p:cNvPr>
          <p:cNvSpPr>
            <a:spLocks noGrp="1"/>
          </p:cNvSpPr>
          <p:nvPr/>
        </p:nvSpPr>
        <p:spPr>
          <a:xfrm>
            <a:off x="7711566" y="7945291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3" name="Stage1_sixpanel_10184">
            <a:extLst>
              <a:ext uri="{FF2B5EF4-FFF2-40B4-BE49-F238E27FC236}">
                <a16:creationId xmlns:a16="http://schemas.microsoft.com/office/drawing/2014/main" id="{8431D216-CA10-4C12-9D41-5DE70611D1B4}"/>
              </a:ext>
            </a:extLst>
          </p:cNvPr>
          <p:cNvSpPr>
            <a:spLocks noGrp="1"/>
          </p:cNvSpPr>
          <p:nvPr/>
        </p:nvSpPr>
        <p:spPr>
          <a:xfrm>
            <a:off x="7653410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4" name="Stage1_sixpanel_10185">
            <a:extLst>
              <a:ext uri="{FF2B5EF4-FFF2-40B4-BE49-F238E27FC236}">
                <a16:creationId xmlns:a16="http://schemas.microsoft.com/office/drawing/2014/main" id="{5CBCBD96-0733-4E75-98AF-A50EB8D6129A}"/>
              </a:ext>
            </a:extLst>
          </p:cNvPr>
          <p:cNvSpPr>
            <a:spLocks noGrp="1"/>
          </p:cNvSpPr>
          <p:nvPr/>
        </p:nvSpPr>
        <p:spPr>
          <a:xfrm>
            <a:off x="7604836" y="7257826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5" name="Stage1_sixpanel_10186">
            <a:extLst>
              <a:ext uri="{FF2B5EF4-FFF2-40B4-BE49-F238E27FC236}">
                <a16:creationId xmlns:a16="http://schemas.microsoft.com/office/drawing/2014/main" id="{F8655969-9E85-4F40-9513-50E10CA39DC1}"/>
              </a:ext>
            </a:extLst>
          </p:cNvPr>
          <p:cNvSpPr>
            <a:spLocks noGrp="1"/>
          </p:cNvSpPr>
          <p:nvPr/>
        </p:nvSpPr>
        <p:spPr>
          <a:xfrm>
            <a:off x="7627448" y="7340322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6" name="Stage1_sixpanel_10187">
            <a:extLst>
              <a:ext uri="{FF2B5EF4-FFF2-40B4-BE49-F238E27FC236}">
                <a16:creationId xmlns:a16="http://schemas.microsoft.com/office/drawing/2014/main" id="{416DF4E3-F365-42D0-9DF1-4D8BFABD02E1}"/>
              </a:ext>
            </a:extLst>
          </p:cNvPr>
          <p:cNvSpPr>
            <a:spLocks noGrp="1"/>
          </p:cNvSpPr>
          <p:nvPr/>
        </p:nvSpPr>
        <p:spPr>
          <a:xfrm>
            <a:off x="759907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7" name="Stage1_sixpanel_10188">
            <a:extLst>
              <a:ext uri="{FF2B5EF4-FFF2-40B4-BE49-F238E27FC236}">
                <a16:creationId xmlns:a16="http://schemas.microsoft.com/office/drawing/2014/main" id="{CAF7B968-4D17-401B-8801-B5DE1F8EB2E6}"/>
              </a:ext>
            </a:extLst>
          </p:cNvPr>
          <p:cNvSpPr>
            <a:spLocks noGrp="1"/>
          </p:cNvSpPr>
          <p:nvPr/>
        </p:nvSpPr>
        <p:spPr>
          <a:xfrm>
            <a:off x="7642543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8" name="Stage1_sixpanel_10189">
            <a:extLst>
              <a:ext uri="{FF2B5EF4-FFF2-40B4-BE49-F238E27FC236}">
                <a16:creationId xmlns:a16="http://schemas.microsoft.com/office/drawing/2014/main" id="{62354204-F59A-40E5-BA99-FF1E7AD163AD}"/>
              </a:ext>
            </a:extLst>
          </p:cNvPr>
          <p:cNvSpPr>
            <a:spLocks noGrp="1"/>
          </p:cNvSpPr>
          <p:nvPr/>
        </p:nvSpPr>
        <p:spPr>
          <a:xfrm>
            <a:off x="7621975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19" name="Stage1_sixpanel_10190">
            <a:extLst>
              <a:ext uri="{FF2B5EF4-FFF2-40B4-BE49-F238E27FC236}">
                <a16:creationId xmlns:a16="http://schemas.microsoft.com/office/drawing/2014/main" id="{2E87C477-F16D-46FF-8F85-5C354424644E}"/>
              </a:ext>
            </a:extLst>
          </p:cNvPr>
          <p:cNvSpPr>
            <a:spLocks noGrp="1"/>
          </p:cNvSpPr>
          <p:nvPr/>
        </p:nvSpPr>
        <p:spPr>
          <a:xfrm>
            <a:off x="7661954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0" name="Stage1_sixpanel_10191">
            <a:extLst>
              <a:ext uri="{FF2B5EF4-FFF2-40B4-BE49-F238E27FC236}">
                <a16:creationId xmlns:a16="http://schemas.microsoft.com/office/drawing/2014/main" id="{2BA5512A-92B1-461F-BBA7-AE47B4FEF680}"/>
              </a:ext>
            </a:extLst>
          </p:cNvPr>
          <p:cNvSpPr>
            <a:spLocks noGrp="1"/>
          </p:cNvSpPr>
          <p:nvPr/>
        </p:nvSpPr>
        <p:spPr>
          <a:xfrm>
            <a:off x="7743870" y="7464065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1" name="Stage1_sixpanel_10192">
            <a:extLst>
              <a:ext uri="{FF2B5EF4-FFF2-40B4-BE49-F238E27FC236}">
                <a16:creationId xmlns:a16="http://schemas.microsoft.com/office/drawing/2014/main" id="{11183C72-8EF9-42A9-B454-49812AEFB60A}"/>
              </a:ext>
            </a:extLst>
          </p:cNvPr>
          <p:cNvSpPr>
            <a:spLocks noGrp="1"/>
          </p:cNvSpPr>
          <p:nvPr/>
        </p:nvSpPr>
        <p:spPr>
          <a:xfrm>
            <a:off x="7662029" y="6845347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2" name="Stage1_sixpanel_10193">
            <a:extLst>
              <a:ext uri="{FF2B5EF4-FFF2-40B4-BE49-F238E27FC236}">
                <a16:creationId xmlns:a16="http://schemas.microsoft.com/office/drawing/2014/main" id="{8FC295C8-BABA-4837-9575-FFA99A411F63}"/>
              </a:ext>
            </a:extLst>
          </p:cNvPr>
          <p:cNvSpPr>
            <a:spLocks noGrp="1"/>
          </p:cNvSpPr>
          <p:nvPr/>
        </p:nvSpPr>
        <p:spPr>
          <a:xfrm>
            <a:off x="7760599" y="8082784"/>
            <a:ext cx="33640" cy="33640"/>
          </a:xfrm>
          <a:prstGeom prst="ellipse">
            <a:avLst/>
          </a:prstGeom>
          <a:solidFill>
            <a:srgbClr val="566AB4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3" name="Stage1_sixpanel_10194">
            <a:extLst>
              <a:ext uri="{FF2B5EF4-FFF2-40B4-BE49-F238E27FC236}">
                <a16:creationId xmlns:a16="http://schemas.microsoft.com/office/drawing/2014/main" id="{1632E68D-5F6A-41C7-B72E-EC94D2F87756}"/>
              </a:ext>
            </a:extLst>
          </p:cNvPr>
          <p:cNvSpPr>
            <a:spLocks noGrp="1"/>
          </p:cNvSpPr>
          <p:nvPr/>
        </p:nvSpPr>
        <p:spPr>
          <a:xfrm>
            <a:off x="7959896" y="6862167"/>
            <a:ext cx="339352" cy="1237437"/>
          </a:xfrm>
          <a:custGeom>
            <a:avLst/>
            <a:gdLst/>
            <a:ahLst/>
            <a:cxnLst/>
            <a:rect l="0" t="0" r="0" b="0"/>
            <a:pathLst>
              <a:path w="339352" h="1237437">
                <a:moveTo>
                  <a:pt x="296927" y="1237437"/>
                </a:moveTo>
                <a:lnTo>
                  <a:pt x="42425" y="1237437"/>
                </a:lnTo>
                <a:lnTo>
                  <a:pt x="43794" y="1229703"/>
                </a:lnTo>
                <a:lnTo>
                  <a:pt x="47810" y="1221969"/>
                </a:lnTo>
                <a:lnTo>
                  <a:pt x="54213" y="1214235"/>
                </a:lnTo>
                <a:lnTo>
                  <a:pt x="62601" y="1206502"/>
                </a:lnTo>
                <a:lnTo>
                  <a:pt x="72471" y="1198768"/>
                </a:lnTo>
                <a:lnTo>
                  <a:pt x="83267" y="1191034"/>
                </a:lnTo>
                <a:lnTo>
                  <a:pt x="94431" y="1183300"/>
                </a:lnTo>
                <a:lnTo>
                  <a:pt x="105449" y="1175566"/>
                </a:lnTo>
                <a:lnTo>
                  <a:pt x="115886" y="1167832"/>
                </a:lnTo>
                <a:lnTo>
                  <a:pt x="125408" y="1160098"/>
                </a:lnTo>
                <a:lnTo>
                  <a:pt x="133795" y="1152364"/>
                </a:lnTo>
                <a:lnTo>
                  <a:pt x="140931" y="1144630"/>
                </a:lnTo>
                <a:lnTo>
                  <a:pt x="146798" y="1136896"/>
                </a:lnTo>
                <a:lnTo>
                  <a:pt x="151455" y="1129162"/>
                </a:lnTo>
                <a:lnTo>
                  <a:pt x="155016" y="1121428"/>
                </a:lnTo>
                <a:lnTo>
                  <a:pt x="157629" y="1113694"/>
                </a:lnTo>
                <a:lnTo>
                  <a:pt x="159458" y="1105960"/>
                </a:lnTo>
                <a:lnTo>
                  <a:pt x="160668" y="1098226"/>
                </a:lnTo>
                <a:lnTo>
                  <a:pt x="161412" y="1090492"/>
                </a:lnTo>
                <a:lnTo>
                  <a:pt x="161827" y="1082758"/>
                </a:lnTo>
                <a:lnTo>
                  <a:pt x="162026" y="1075024"/>
                </a:lnTo>
                <a:lnTo>
                  <a:pt x="162101" y="1067290"/>
                </a:lnTo>
                <a:lnTo>
                  <a:pt x="162123" y="1059556"/>
                </a:lnTo>
                <a:lnTo>
                  <a:pt x="162142" y="1051822"/>
                </a:lnTo>
                <a:lnTo>
                  <a:pt x="162191" y="1044088"/>
                </a:lnTo>
                <a:lnTo>
                  <a:pt x="162287" y="1036354"/>
                </a:lnTo>
                <a:lnTo>
                  <a:pt x="162438" y="1028620"/>
                </a:lnTo>
                <a:lnTo>
                  <a:pt x="162640" y="1020886"/>
                </a:lnTo>
                <a:lnTo>
                  <a:pt x="162883" y="1013152"/>
                </a:lnTo>
                <a:lnTo>
                  <a:pt x="163149" y="1005418"/>
                </a:lnTo>
                <a:lnTo>
                  <a:pt x="163418" y="997684"/>
                </a:lnTo>
                <a:lnTo>
                  <a:pt x="163666" y="989950"/>
                </a:lnTo>
                <a:lnTo>
                  <a:pt x="163869" y="982216"/>
                </a:lnTo>
                <a:lnTo>
                  <a:pt x="164000" y="974482"/>
                </a:lnTo>
                <a:lnTo>
                  <a:pt x="164034" y="966748"/>
                </a:lnTo>
                <a:lnTo>
                  <a:pt x="163950" y="959014"/>
                </a:lnTo>
                <a:lnTo>
                  <a:pt x="163727" y="951280"/>
                </a:lnTo>
                <a:lnTo>
                  <a:pt x="163351" y="943546"/>
                </a:lnTo>
                <a:lnTo>
                  <a:pt x="162813" y="935812"/>
                </a:lnTo>
                <a:lnTo>
                  <a:pt x="162112" y="928078"/>
                </a:lnTo>
                <a:lnTo>
                  <a:pt x="161254" y="920344"/>
                </a:lnTo>
                <a:lnTo>
                  <a:pt x="160253" y="912610"/>
                </a:lnTo>
                <a:lnTo>
                  <a:pt x="159133" y="904876"/>
                </a:lnTo>
                <a:lnTo>
                  <a:pt x="157926" y="897142"/>
                </a:lnTo>
                <a:lnTo>
                  <a:pt x="156672" y="889408"/>
                </a:lnTo>
                <a:lnTo>
                  <a:pt x="155418" y="881674"/>
                </a:lnTo>
                <a:lnTo>
                  <a:pt x="154215" y="873940"/>
                </a:lnTo>
                <a:lnTo>
                  <a:pt x="153119" y="866206"/>
                </a:lnTo>
                <a:lnTo>
                  <a:pt x="152182" y="858472"/>
                </a:lnTo>
                <a:lnTo>
                  <a:pt x="151454" y="850738"/>
                </a:lnTo>
                <a:lnTo>
                  <a:pt x="150978" y="843004"/>
                </a:lnTo>
                <a:lnTo>
                  <a:pt x="150783" y="835270"/>
                </a:lnTo>
                <a:lnTo>
                  <a:pt x="150886" y="827536"/>
                </a:lnTo>
                <a:lnTo>
                  <a:pt x="151289" y="819802"/>
                </a:lnTo>
                <a:lnTo>
                  <a:pt x="151976" y="812068"/>
                </a:lnTo>
                <a:lnTo>
                  <a:pt x="152915" y="804334"/>
                </a:lnTo>
                <a:lnTo>
                  <a:pt x="154065" y="796600"/>
                </a:lnTo>
                <a:lnTo>
                  <a:pt x="155370" y="788866"/>
                </a:lnTo>
                <a:lnTo>
                  <a:pt x="156774" y="781132"/>
                </a:lnTo>
                <a:lnTo>
                  <a:pt x="158214" y="773398"/>
                </a:lnTo>
                <a:lnTo>
                  <a:pt x="159633" y="765664"/>
                </a:lnTo>
                <a:lnTo>
                  <a:pt x="160977" y="757930"/>
                </a:lnTo>
                <a:lnTo>
                  <a:pt x="162202" y="750196"/>
                </a:lnTo>
                <a:lnTo>
                  <a:pt x="163269" y="742462"/>
                </a:lnTo>
                <a:lnTo>
                  <a:pt x="164150" y="734728"/>
                </a:lnTo>
                <a:lnTo>
                  <a:pt x="164827" y="726994"/>
                </a:lnTo>
                <a:lnTo>
                  <a:pt x="165289" y="719261"/>
                </a:lnTo>
                <a:lnTo>
                  <a:pt x="165534" y="711527"/>
                </a:lnTo>
                <a:lnTo>
                  <a:pt x="165568" y="703793"/>
                </a:lnTo>
                <a:lnTo>
                  <a:pt x="165405" y="696059"/>
                </a:lnTo>
                <a:lnTo>
                  <a:pt x="165068" y="688325"/>
                </a:lnTo>
                <a:lnTo>
                  <a:pt x="164586" y="680591"/>
                </a:lnTo>
                <a:lnTo>
                  <a:pt x="163997" y="672857"/>
                </a:lnTo>
                <a:lnTo>
                  <a:pt x="163345" y="665123"/>
                </a:lnTo>
                <a:lnTo>
                  <a:pt x="162678" y="657389"/>
                </a:lnTo>
                <a:lnTo>
                  <a:pt x="162046" y="649655"/>
                </a:lnTo>
                <a:lnTo>
                  <a:pt x="161496" y="641921"/>
                </a:lnTo>
                <a:lnTo>
                  <a:pt x="161072" y="634187"/>
                </a:lnTo>
                <a:lnTo>
                  <a:pt x="160808" y="626453"/>
                </a:lnTo>
                <a:lnTo>
                  <a:pt x="160726" y="618719"/>
                </a:lnTo>
                <a:lnTo>
                  <a:pt x="160836" y="610985"/>
                </a:lnTo>
                <a:lnTo>
                  <a:pt x="161133" y="603251"/>
                </a:lnTo>
                <a:lnTo>
                  <a:pt x="161599" y="595517"/>
                </a:lnTo>
                <a:lnTo>
                  <a:pt x="162206" y="587783"/>
                </a:lnTo>
                <a:lnTo>
                  <a:pt x="162917" y="580049"/>
                </a:lnTo>
                <a:lnTo>
                  <a:pt x="163690" y="572315"/>
                </a:lnTo>
                <a:lnTo>
                  <a:pt x="164486" y="564581"/>
                </a:lnTo>
                <a:lnTo>
                  <a:pt x="165266" y="556847"/>
                </a:lnTo>
                <a:lnTo>
                  <a:pt x="165997" y="549113"/>
                </a:lnTo>
                <a:lnTo>
                  <a:pt x="166654" y="541379"/>
                </a:lnTo>
                <a:lnTo>
                  <a:pt x="167219" y="533645"/>
                </a:lnTo>
                <a:lnTo>
                  <a:pt x="167680" y="525911"/>
                </a:lnTo>
                <a:lnTo>
                  <a:pt x="168033" y="518177"/>
                </a:lnTo>
                <a:lnTo>
                  <a:pt x="168280" y="510443"/>
                </a:lnTo>
                <a:lnTo>
                  <a:pt x="168425" y="502709"/>
                </a:lnTo>
                <a:lnTo>
                  <a:pt x="168476" y="494975"/>
                </a:lnTo>
                <a:lnTo>
                  <a:pt x="168440" y="487241"/>
                </a:lnTo>
                <a:lnTo>
                  <a:pt x="168328" y="479507"/>
                </a:lnTo>
                <a:lnTo>
                  <a:pt x="168149" y="471773"/>
                </a:lnTo>
                <a:lnTo>
                  <a:pt x="167912" y="464039"/>
                </a:lnTo>
                <a:lnTo>
                  <a:pt x="167624" y="456305"/>
                </a:lnTo>
                <a:lnTo>
                  <a:pt x="167294" y="448571"/>
                </a:lnTo>
                <a:lnTo>
                  <a:pt x="166929" y="440837"/>
                </a:lnTo>
                <a:lnTo>
                  <a:pt x="166532" y="433103"/>
                </a:lnTo>
                <a:lnTo>
                  <a:pt x="166107" y="425369"/>
                </a:lnTo>
                <a:lnTo>
                  <a:pt x="165658" y="417635"/>
                </a:lnTo>
                <a:lnTo>
                  <a:pt x="165184" y="409901"/>
                </a:lnTo>
                <a:lnTo>
                  <a:pt x="164688" y="402167"/>
                </a:lnTo>
                <a:lnTo>
                  <a:pt x="164171" y="394433"/>
                </a:lnTo>
                <a:lnTo>
                  <a:pt x="163636" y="386699"/>
                </a:lnTo>
                <a:lnTo>
                  <a:pt x="163087" y="378965"/>
                </a:lnTo>
                <a:lnTo>
                  <a:pt x="162533" y="371231"/>
                </a:lnTo>
                <a:lnTo>
                  <a:pt x="161985" y="363497"/>
                </a:lnTo>
                <a:lnTo>
                  <a:pt x="161458" y="355763"/>
                </a:lnTo>
                <a:lnTo>
                  <a:pt x="160968" y="348029"/>
                </a:lnTo>
                <a:lnTo>
                  <a:pt x="160532" y="340295"/>
                </a:lnTo>
                <a:lnTo>
                  <a:pt x="160167" y="332561"/>
                </a:lnTo>
                <a:lnTo>
                  <a:pt x="159886" y="324827"/>
                </a:lnTo>
                <a:lnTo>
                  <a:pt x="159698" y="317093"/>
                </a:lnTo>
                <a:lnTo>
                  <a:pt x="159607" y="309359"/>
                </a:lnTo>
                <a:lnTo>
                  <a:pt x="159609" y="301625"/>
                </a:lnTo>
                <a:lnTo>
                  <a:pt x="159695" y="293891"/>
                </a:lnTo>
                <a:lnTo>
                  <a:pt x="159851" y="286157"/>
                </a:lnTo>
                <a:lnTo>
                  <a:pt x="160061" y="278423"/>
                </a:lnTo>
                <a:lnTo>
                  <a:pt x="160306" y="270689"/>
                </a:lnTo>
                <a:lnTo>
                  <a:pt x="160569" y="262955"/>
                </a:lnTo>
                <a:lnTo>
                  <a:pt x="160837" y="255221"/>
                </a:lnTo>
                <a:lnTo>
                  <a:pt x="161098" y="247487"/>
                </a:lnTo>
                <a:lnTo>
                  <a:pt x="161349" y="239754"/>
                </a:lnTo>
                <a:lnTo>
                  <a:pt x="161586" y="232020"/>
                </a:lnTo>
                <a:lnTo>
                  <a:pt x="161813" y="224286"/>
                </a:lnTo>
                <a:lnTo>
                  <a:pt x="162031" y="216552"/>
                </a:lnTo>
                <a:lnTo>
                  <a:pt x="162244" y="208818"/>
                </a:lnTo>
                <a:lnTo>
                  <a:pt x="162450" y="201084"/>
                </a:lnTo>
                <a:lnTo>
                  <a:pt x="162642" y="193350"/>
                </a:lnTo>
                <a:lnTo>
                  <a:pt x="162804" y="185616"/>
                </a:lnTo>
                <a:lnTo>
                  <a:pt x="162909" y="177882"/>
                </a:lnTo>
                <a:lnTo>
                  <a:pt x="162915" y="170148"/>
                </a:lnTo>
                <a:lnTo>
                  <a:pt x="162762" y="162414"/>
                </a:lnTo>
                <a:lnTo>
                  <a:pt x="162369" y="154680"/>
                </a:lnTo>
                <a:lnTo>
                  <a:pt x="161631" y="146946"/>
                </a:lnTo>
                <a:lnTo>
                  <a:pt x="160415" y="139212"/>
                </a:lnTo>
                <a:lnTo>
                  <a:pt x="158561" y="131478"/>
                </a:lnTo>
                <a:lnTo>
                  <a:pt x="155883" y="123744"/>
                </a:lnTo>
                <a:lnTo>
                  <a:pt x="152179" y="116010"/>
                </a:lnTo>
                <a:lnTo>
                  <a:pt x="147241" y="108276"/>
                </a:lnTo>
                <a:lnTo>
                  <a:pt x="140874" y="100542"/>
                </a:lnTo>
                <a:lnTo>
                  <a:pt x="132923" y="92808"/>
                </a:lnTo>
                <a:lnTo>
                  <a:pt x="123300" y="85074"/>
                </a:lnTo>
                <a:lnTo>
                  <a:pt x="112018" y="77340"/>
                </a:lnTo>
                <a:lnTo>
                  <a:pt x="99215" y="69606"/>
                </a:lnTo>
                <a:lnTo>
                  <a:pt x="85175" y="61872"/>
                </a:lnTo>
                <a:lnTo>
                  <a:pt x="70337" y="54138"/>
                </a:lnTo>
                <a:lnTo>
                  <a:pt x="55280" y="46404"/>
                </a:lnTo>
                <a:lnTo>
                  <a:pt x="40698" y="38670"/>
                </a:lnTo>
                <a:lnTo>
                  <a:pt x="27347" y="30936"/>
                </a:lnTo>
                <a:lnTo>
                  <a:pt x="15986" y="23202"/>
                </a:lnTo>
                <a:lnTo>
                  <a:pt x="7305" y="15468"/>
                </a:lnTo>
                <a:lnTo>
                  <a:pt x="1857" y="7734"/>
                </a:lnTo>
                <a:lnTo>
                  <a:pt x="0" y="0"/>
                </a:lnTo>
                <a:lnTo>
                  <a:pt x="339352" y="0"/>
                </a:lnTo>
                <a:lnTo>
                  <a:pt x="339352" y="0"/>
                </a:lnTo>
                <a:lnTo>
                  <a:pt x="337495" y="7734"/>
                </a:lnTo>
                <a:lnTo>
                  <a:pt x="332047" y="15468"/>
                </a:lnTo>
                <a:lnTo>
                  <a:pt x="323366" y="23202"/>
                </a:lnTo>
                <a:lnTo>
                  <a:pt x="312005" y="30936"/>
                </a:lnTo>
                <a:lnTo>
                  <a:pt x="298654" y="38670"/>
                </a:lnTo>
                <a:lnTo>
                  <a:pt x="284071" y="46404"/>
                </a:lnTo>
                <a:lnTo>
                  <a:pt x="269015" y="54138"/>
                </a:lnTo>
                <a:lnTo>
                  <a:pt x="254177" y="61872"/>
                </a:lnTo>
                <a:lnTo>
                  <a:pt x="240137" y="69606"/>
                </a:lnTo>
                <a:lnTo>
                  <a:pt x="227334" y="77340"/>
                </a:lnTo>
                <a:lnTo>
                  <a:pt x="216052" y="85074"/>
                </a:lnTo>
                <a:lnTo>
                  <a:pt x="206429" y="92808"/>
                </a:lnTo>
                <a:lnTo>
                  <a:pt x="198478" y="100542"/>
                </a:lnTo>
                <a:lnTo>
                  <a:pt x="192111" y="108276"/>
                </a:lnTo>
                <a:lnTo>
                  <a:pt x="187173" y="116010"/>
                </a:lnTo>
                <a:lnTo>
                  <a:pt x="183469" y="123744"/>
                </a:lnTo>
                <a:lnTo>
                  <a:pt x="180791" y="131478"/>
                </a:lnTo>
                <a:lnTo>
                  <a:pt x="178937" y="139212"/>
                </a:lnTo>
                <a:lnTo>
                  <a:pt x="177721" y="146946"/>
                </a:lnTo>
                <a:lnTo>
                  <a:pt x="176983" y="154680"/>
                </a:lnTo>
                <a:lnTo>
                  <a:pt x="176590" y="162414"/>
                </a:lnTo>
                <a:lnTo>
                  <a:pt x="176437" y="170148"/>
                </a:lnTo>
                <a:lnTo>
                  <a:pt x="176443" y="177882"/>
                </a:lnTo>
                <a:lnTo>
                  <a:pt x="176548" y="185616"/>
                </a:lnTo>
                <a:lnTo>
                  <a:pt x="176710" y="193350"/>
                </a:lnTo>
                <a:lnTo>
                  <a:pt x="176902" y="201084"/>
                </a:lnTo>
                <a:lnTo>
                  <a:pt x="177108" y="208818"/>
                </a:lnTo>
                <a:lnTo>
                  <a:pt x="177321" y="216552"/>
                </a:lnTo>
                <a:lnTo>
                  <a:pt x="177539" y="224286"/>
                </a:lnTo>
                <a:lnTo>
                  <a:pt x="177766" y="232020"/>
                </a:lnTo>
                <a:lnTo>
                  <a:pt x="178003" y="239754"/>
                </a:lnTo>
                <a:lnTo>
                  <a:pt x="178254" y="247487"/>
                </a:lnTo>
                <a:lnTo>
                  <a:pt x="178515" y="255221"/>
                </a:lnTo>
                <a:lnTo>
                  <a:pt x="178783" y="262955"/>
                </a:lnTo>
                <a:lnTo>
                  <a:pt x="179046" y="270689"/>
                </a:lnTo>
                <a:lnTo>
                  <a:pt x="179291" y="278423"/>
                </a:lnTo>
                <a:lnTo>
                  <a:pt x="179501" y="286157"/>
                </a:lnTo>
                <a:lnTo>
                  <a:pt x="179657" y="293891"/>
                </a:lnTo>
                <a:lnTo>
                  <a:pt x="179743" y="301625"/>
                </a:lnTo>
                <a:lnTo>
                  <a:pt x="179745" y="309359"/>
                </a:lnTo>
                <a:lnTo>
                  <a:pt x="179653" y="317093"/>
                </a:lnTo>
                <a:lnTo>
                  <a:pt x="179466" y="324827"/>
                </a:lnTo>
                <a:lnTo>
                  <a:pt x="179185" y="332561"/>
                </a:lnTo>
                <a:lnTo>
                  <a:pt x="178820" y="340295"/>
                </a:lnTo>
                <a:lnTo>
                  <a:pt x="178384" y="348029"/>
                </a:lnTo>
                <a:lnTo>
                  <a:pt x="177894" y="355763"/>
                </a:lnTo>
                <a:lnTo>
                  <a:pt x="177367" y="363497"/>
                </a:lnTo>
                <a:lnTo>
                  <a:pt x="176819" y="371231"/>
                </a:lnTo>
                <a:lnTo>
                  <a:pt x="176265" y="378965"/>
                </a:lnTo>
                <a:lnTo>
                  <a:pt x="175716" y="386699"/>
                </a:lnTo>
                <a:lnTo>
                  <a:pt x="175181" y="394433"/>
                </a:lnTo>
                <a:lnTo>
                  <a:pt x="174663" y="402167"/>
                </a:lnTo>
                <a:lnTo>
                  <a:pt x="174167" y="409901"/>
                </a:lnTo>
                <a:lnTo>
                  <a:pt x="173694" y="417635"/>
                </a:lnTo>
                <a:lnTo>
                  <a:pt x="173245" y="425369"/>
                </a:lnTo>
                <a:lnTo>
                  <a:pt x="172820" y="433103"/>
                </a:lnTo>
                <a:lnTo>
                  <a:pt x="172423" y="440837"/>
                </a:lnTo>
                <a:lnTo>
                  <a:pt x="172057" y="448571"/>
                </a:lnTo>
                <a:lnTo>
                  <a:pt x="171728" y="456305"/>
                </a:lnTo>
                <a:lnTo>
                  <a:pt x="171440" y="464039"/>
                </a:lnTo>
                <a:lnTo>
                  <a:pt x="171203" y="471773"/>
                </a:lnTo>
                <a:lnTo>
                  <a:pt x="171023" y="479507"/>
                </a:lnTo>
                <a:lnTo>
                  <a:pt x="170911" y="487241"/>
                </a:lnTo>
                <a:lnTo>
                  <a:pt x="170876" y="494975"/>
                </a:lnTo>
                <a:lnTo>
                  <a:pt x="170927" y="502709"/>
                </a:lnTo>
                <a:lnTo>
                  <a:pt x="171072" y="510443"/>
                </a:lnTo>
                <a:lnTo>
                  <a:pt x="171319" y="518177"/>
                </a:lnTo>
                <a:lnTo>
                  <a:pt x="171672" y="525911"/>
                </a:lnTo>
                <a:lnTo>
                  <a:pt x="172133" y="533645"/>
                </a:lnTo>
                <a:lnTo>
                  <a:pt x="172698" y="541379"/>
                </a:lnTo>
                <a:lnTo>
                  <a:pt x="173354" y="549113"/>
                </a:lnTo>
                <a:lnTo>
                  <a:pt x="174086" y="556847"/>
                </a:lnTo>
                <a:lnTo>
                  <a:pt x="174866" y="564581"/>
                </a:lnTo>
                <a:lnTo>
                  <a:pt x="175662" y="572315"/>
                </a:lnTo>
                <a:lnTo>
                  <a:pt x="176435" y="580049"/>
                </a:lnTo>
                <a:lnTo>
                  <a:pt x="177146" y="587783"/>
                </a:lnTo>
                <a:lnTo>
                  <a:pt x="177752" y="595517"/>
                </a:lnTo>
                <a:lnTo>
                  <a:pt x="178219" y="603251"/>
                </a:lnTo>
                <a:lnTo>
                  <a:pt x="178516" y="610985"/>
                </a:lnTo>
                <a:lnTo>
                  <a:pt x="178626" y="618719"/>
                </a:lnTo>
                <a:lnTo>
                  <a:pt x="178544" y="626453"/>
                </a:lnTo>
                <a:lnTo>
                  <a:pt x="178280" y="634187"/>
                </a:lnTo>
                <a:lnTo>
                  <a:pt x="177856" y="641921"/>
                </a:lnTo>
                <a:lnTo>
                  <a:pt x="177306" y="649655"/>
                </a:lnTo>
                <a:lnTo>
                  <a:pt x="176674" y="657389"/>
                </a:lnTo>
                <a:lnTo>
                  <a:pt x="176007" y="665123"/>
                </a:lnTo>
                <a:lnTo>
                  <a:pt x="175355" y="672857"/>
                </a:lnTo>
                <a:lnTo>
                  <a:pt x="174766" y="680591"/>
                </a:lnTo>
                <a:lnTo>
                  <a:pt x="174284" y="688325"/>
                </a:lnTo>
                <a:lnTo>
                  <a:pt x="173947" y="696059"/>
                </a:lnTo>
                <a:lnTo>
                  <a:pt x="173784" y="703793"/>
                </a:lnTo>
                <a:lnTo>
                  <a:pt x="173818" y="711527"/>
                </a:lnTo>
                <a:lnTo>
                  <a:pt x="174063" y="719261"/>
                </a:lnTo>
                <a:lnTo>
                  <a:pt x="174525" y="726994"/>
                </a:lnTo>
                <a:lnTo>
                  <a:pt x="175202" y="734728"/>
                </a:lnTo>
                <a:lnTo>
                  <a:pt x="176083" y="742462"/>
                </a:lnTo>
                <a:lnTo>
                  <a:pt x="177150" y="750196"/>
                </a:lnTo>
                <a:lnTo>
                  <a:pt x="178375" y="757930"/>
                </a:lnTo>
                <a:lnTo>
                  <a:pt x="179719" y="765664"/>
                </a:lnTo>
                <a:lnTo>
                  <a:pt x="181138" y="773398"/>
                </a:lnTo>
                <a:lnTo>
                  <a:pt x="182578" y="781132"/>
                </a:lnTo>
                <a:lnTo>
                  <a:pt x="183981" y="788866"/>
                </a:lnTo>
                <a:lnTo>
                  <a:pt x="185287" y="796600"/>
                </a:lnTo>
                <a:lnTo>
                  <a:pt x="186436" y="804334"/>
                </a:lnTo>
                <a:lnTo>
                  <a:pt x="187376" y="812068"/>
                </a:lnTo>
                <a:lnTo>
                  <a:pt x="188063" y="819802"/>
                </a:lnTo>
                <a:lnTo>
                  <a:pt x="188465" y="827536"/>
                </a:lnTo>
                <a:lnTo>
                  <a:pt x="188569" y="835270"/>
                </a:lnTo>
                <a:lnTo>
                  <a:pt x="188374" y="843004"/>
                </a:lnTo>
                <a:lnTo>
                  <a:pt x="187898" y="850738"/>
                </a:lnTo>
                <a:lnTo>
                  <a:pt x="187170" y="858472"/>
                </a:lnTo>
                <a:lnTo>
                  <a:pt x="186233" y="866206"/>
                </a:lnTo>
                <a:lnTo>
                  <a:pt x="185137" y="873940"/>
                </a:lnTo>
                <a:lnTo>
                  <a:pt x="183934" y="881674"/>
                </a:lnTo>
                <a:lnTo>
                  <a:pt x="182680" y="889408"/>
                </a:lnTo>
                <a:lnTo>
                  <a:pt x="181426" y="897142"/>
                </a:lnTo>
                <a:lnTo>
                  <a:pt x="180219" y="904876"/>
                </a:lnTo>
                <a:lnTo>
                  <a:pt x="179099" y="912610"/>
                </a:lnTo>
                <a:lnTo>
                  <a:pt x="178098" y="920344"/>
                </a:lnTo>
                <a:lnTo>
                  <a:pt x="177240" y="928078"/>
                </a:lnTo>
                <a:lnTo>
                  <a:pt x="176539" y="935812"/>
                </a:lnTo>
                <a:lnTo>
                  <a:pt x="176001" y="943546"/>
                </a:lnTo>
                <a:lnTo>
                  <a:pt x="175625" y="951280"/>
                </a:lnTo>
                <a:lnTo>
                  <a:pt x="175402" y="959014"/>
                </a:lnTo>
                <a:lnTo>
                  <a:pt x="175318" y="966748"/>
                </a:lnTo>
                <a:lnTo>
                  <a:pt x="175352" y="974482"/>
                </a:lnTo>
                <a:lnTo>
                  <a:pt x="175483" y="982216"/>
                </a:lnTo>
                <a:lnTo>
                  <a:pt x="175686" y="989950"/>
                </a:lnTo>
                <a:lnTo>
                  <a:pt x="175934" y="997684"/>
                </a:lnTo>
                <a:lnTo>
                  <a:pt x="176203" y="1005418"/>
                </a:lnTo>
                <a:lnTo>
                  <a:pt x="176469" y="1013152"/>
                </a:lnTo>
                <a:lnTo>
                  <a:pt x="176711" y="1020886"/>
                </a:lnTo>
                <a:lnTo>
                  <a:pt x="176913" y="1028620"/>
                </a:lnTo>
                <a:lnTo>
                  <a:pt x="177064" y="1036354"/>
                </a:lnTo>
                <a:lnTo>
                  <a:pt x="177161" y="1044088"/>
                </a:lnTo>
                <a:lnTo>
                  <a:pt x="177210" y="1051822"/>
                </a:lnTo>
                <a:lnTo>
                  <a:pt x="177229" y="1059556"/>
                </a:lnTo>
                <a:lnTo>
                  <a:pt x="177251" y="1067290"/>
                </a:lnTo>
                <a:lnTo>
                  <a:pt x="177326" y="1075024"/>
                </a:lnTo>
                <a:lnTo>
                  <a:pt x="177525" y="1082758"/>
                </a:lnTo>
                <a:lnTo>
                  <a:pt x="177940" y="1090492"/>
                </a:lnTo>
                <a:lnTo>
                  <a:pt x="178684" y="1098226"/>
                </a:lnTo>
                <a:lnTo>
                  <a:pt x="179894" y="1105960"/>
                </a:lnTo>
                <a:lnTo>
                  <a:pt x="181723" y="1113694"/>
                </a:lnTo>
                <a:lnTo>
                  <a:pt x="184336" y="1121428"/>
                </a:lnTo>
                <a:lnTo>
                  <a:pt x="187897" y="1129162"/>
                </a:lnTo>
                <a:lnTo>
                  <a:pt x="192554" y="1136896"/>
                </a:lnTo>
                <a:lnTo>
                  <a:pt x="198421" y="1144630"/>
                </a:lnTo>
                <a:lnTo>
                  <a:pt x="205557" y="1152364"/>
                </a:lnTo>
                <a:lnTo>
                  <a:pt x="213943" y="1160098"/>
                </a:lnTo>
                <a:lnTo>
                  <a:pt x="223466" y="1167832"/>
                </a:lnTo>
                <a:lnTo>
                  <a:pt x="233903" y="1175566"/>
                </a:lnTo>
                <a:lnTo>
                  <a:pt x="244921" y="1183300"/>
                </a:lnTo>
                <a:lnTo>
                  <a:pt x="256085" y="1191034"/>
                </a:lnTo>
                <a:lnTo>
                  <a:pt x="266880" y="1198768"/>
                </a:lnTo>
                <a:lnTo>
                  <a:pt x="276750" y="1206502"/>
                </a:lnTo>
                <a:lnTo>
                  <a:pt x="285139" y="1214235"/>
                </a:lnTo>
                <a:lnTo>
                  <a:pt x="291542" y="1221969"/>
                </a:lnTo>
                <a:lnTo>
                  <a:pt x="295558" y="1229703"/>
                </a:lnTo>
                <a:lnTo>
                  <a:pt x="296927" y="1237437"/>
                </a:lnTo>
                <a:lnTo>
                  <a:pt x="296927" y="1237437"/>
                </a:lnTo>
                <a:close/>
              </a:path>
            </a:pathLst>
          </a:custGeom>
          <a:solidFill>
            <a:srgbClr val="8B9298">
              <a:alpha val="16000"/>
            </a:srgbClr>
          </a:solidFill>
          <a:ln w="10933">
            <a:solidFill>
              <a:srgbClr val="8B9298">
                <a:alpha val="16000"/>
              </a:srgbClr>
            </a:solidFill>
            <a:prstDash val="solid"/>
          </a:ln>
        </p:spPr>
      </p:sp>
      <p:sp>
        <p:nvSpPr>
          <p:cNvPr id="5024" name="Stage1_sixpanel_10195">
            <a:extLst>
              <a:ext uri="{FF2B5EF4-FFF2-40B4-BE49-F238E27FC236}">
                <a16:creationId xmlns:a16="http://schemas.microsoft.com/office/drawing/2014/main" id="{90342BC3-760A-4143-A7C9-2403ACAFF90D}"/>
              </a:ext>
            </a:extLst>
          </p:cNvPr>
          <p:cNvSpPr>
            <a:spLocks noGrp="1"/>
          </p:cNvSpPr>
          <p:nvPr/>
        </p:nvSpPr>
        <p:spPr>
          <a:xfrm>
            <a:off x="812269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5" name="Stage1_sixpanel_10196">
            <a:extLst>
              <a:ext uri="{FF2B5EF4-FFF2-40B4-BE49-F238E27FC236}">
                <a16:creationId xmlns:a16="http://schemas.microsoft.com/office/drawing/2014/main" id="{94AD5409-36F8-40C3-8266-99E2B86A90E1}"/>
              </a:ext>
            </a:extLst>
          </p:cNvPr>
          <p:cNvSpPr>
            <a:spLocks noGrp="1"/>
          </p:cNvSpPr>
          <p:nvPr/>
        </p:nvSpPr>
        <p:spPr>
          <a:xfrm>
            <a:off x="8181585" y="695784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6" name="Stage1_sixpanel_10197">
            <a:extLst>
              <a:ext uri="{FF2B5EF4-FFF2-40B4-BE49-F238E27FC236}">
                <a16:creationId xmlns:a16="http://schemas.microsoft.com/office/drawing/2014/main" id="{20CA9701-1AF9-4174-BB6D-7DD2200F74F4}"/>
              </a:ext>
            </a:extLst>
          </p:cNvPr>
          <p:cNvSpPr>
            <a:spLocks noGrp="1"/>
          </p:cNvSpPr>
          <p:nvPr/>
        </p:nvSpPr>
        <p:spPr>
          <a:xfrm>
            <a:off x="821254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7" name="Stage1_sixpanel_10198">
            <a:extLst>
              <a:ext uri="{FF2B5EF4-FFF2-40B4-BE49-F238E27FC236}">
                <a16:creationId xmlns:a16="http://schemas.microsoft.com/office/drawing/2014/main" id="{8BF7014A-395E-4790-B185-A8D5655472FF}"/>
              </a:ext>
            </a:extLst>
          </p:cNvPr>
          <p:cNvSpPr>
            <a:spLocks noGrp="1"/>
          </p:cNvSpPr>
          <p:nvPr/>
        </p:nvSpPr>
        <p:spPr>
          <a:xfrm>
            <a:off x="804345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8" name="Stage1_sixpanel_10199">
            <a:extLst>
              <a:ext uri="{FF2B5EF4-FFF2-40B4-BE49-F238E27FC236}">
                <a16:creationId xmlns:a16="http://schemas.microsoft.com/office/drawing/2014/main" id="{C6E275DF-4488-433C-B394-0EC2FB2FE1D5}"/>
              </a:ext>
            </a:extLst>
          </p:cNvPr>
          <p:cNvSpPr>
            <a:spLocks noGrp="1"/>
          </p:cNvSpPr>
          <p:nvPr/>
        </p:nvSpPr>
        <p:spPr>
          <a:xfrm>
            <a:off x="8147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29" name="Stage1_sixpanel_10200">
            <a:extLst>
              <a:ext uri="{FF2B5EF4-FFF2-40B4-BE49-F238E27FC236}">
                <a16:creationId xmlns:a16="http://schemas.microsoft.com/office/drawing/2014/main" id="{D04C24AB-E2F4-4C3F-A78F-AF692F6FDCDC}"/>
              </a:ext>
            </a:extLst>
          </p:cNvPr>
          <p:cNvSpPr>
            <a:spLocks noGrp="1"/>
          </p:cNvSpPr>
          <p:nvPr/>
        </p:nvSpPr>
        <p:spPr>
          <a:xfrm>
            <a:off x="8203020" y="7030962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0" name="Stage1_sixpanel_10201">
            <a:extLst>
              <a:ext uri="{FF2B5EF4-FFF2-40B4-BE49-F238E27FC236}">
                <a16:creationId xmlns:a16="http://schemas.microsoft.com/office/drawing/2014/main" id="{7D80CC9E-49EA-4C55-9A94-81EAF1107437}"/>
              </a:ext>
            </a:extLst>
          </p:cNvPr>
          <p:cNvSpPr>
            <a:spLocks noGrp="1"/>
          </p:cNvSpPr>
          <p:nvPr/>
        </p:nvSpPr>
        <p:spPr>
          <a:xfrm>
            <a:off x="8069975" y="705158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1" name="Stage1_sixpanel_10202">
            <a:extLst>
              <a:ext uri="{FF2B5EF4-FFF2-40B4-BE49-F238E27FC236}">
                <a16:creationId xmlns:a16="http://schemas.microsoft.com/office/drawing/2014/main" id="{E21A21EF-3F1B-4912-9E45-B6B6746271D5}"/>
              </a:ext>
            </a:extLst>
          </p:cNvPr>
          <p:cNvSpPr>
            <a:spLocks noGrp="1"/>
          </p:cNvSpPr>
          <p:nvPr/>
        </p:nvSpPr>
        <p:spPr>
          <a:xfrm>
            <a:off x="81719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2" name="Stage1_sixpanel_10203">
            <a:extLst>
              <a:ext uri="{FF2B5EF4-FFF2-40B4-BE49-F238E27FC236}">
                <a16:creationId xmlns:a16="http://schemas.microsoft.com/office/drawing/2014/main" id="{38D4C37E-7FCB-4B95-AC7F-49186A1869EB}"/>
              </a:ext>
            </a:extLst>
          </p:cNvPr>
          <p:cNvSpPr>
            <a:spLocks noGrp="1"/>
          </p:cNvSpPr>
          <p:nvPr/>
        </p:nvSpPr>
        <p:spPr>
          <a:xfrm>
            <a:off x="8021967" y="725782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3" name="Stage1_sixpanel_10204">
            <a:extLst>
              <a:ext uri="{FF2B5EF4-FFF2-40B4-BE49-F238E27FC236}">
                <a16:creationId xmlns:a16="http://schemas.microsoft.com/office/drawing/2014/main" id="{2ECF312E-246D-4FBF-B0B3-6A26D9E90A58}"/>
              </a:ext>
            </a:extLst>
          </p:cNvPr>
          <p:cNvSpPr>
            <a:spLocks noGrp="1"/>
          </p:cNvSpPr>
          <p:nvPr/>
        </p:nvSpPr>
        <p:spPr>
          <a:xfrm>
            <a:off x="810498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4" name="Stage1_sixpanel_10205">
            <a:extLst>
              <a:ext uri="{FF2B5EF4-FFF2-40B4-BE49-F238E27FC236}">
                <a16:creationId xmlns:a16="http://schemas.microsoft.com/office/drawing/2014/main" id="{9B1F3C82-6AA1-4069-85F5-82B5EF7DBAFA}"/>
              </a:ext>
            </a:extLst>
          </p:cNvPr>
          <p:cNvSpPr>
            <a:spLocks noGrp="1"/>
          </p:cNvSpPr>
          <p:nvPr/>
        </p:nvSpPr>
        <p:spPr>
          <a:xfrm>
            <a:off x="8118129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5" name="Stage1_sixpanel_10206">
            <a:extLst>
              <a:ext uri="{FF2B5EF4-FFF2-40B4-BE49-F238E27FC236}">
                <a16:creationId xmlns:a16="http://schemas.microsoft.com/office/drawing/2014/main" id="{D74188EC-91BE-4FB1-AF54-6D1A60AC89FA}"/>
              </a:ext>
            </a:extLst>
          </p:cNvPr>
          <p:cNvSpPr>
            <a:spLocks noGrp="1"/>
          </p:cNvSpPr>
          <p:nvPr/>
        </p:nvSpPr>
        <p:spPr>
          <a:xfrm>
            <a:off x="816263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6" name="Stage1_sixpanel_10207">
            <a:extLst>
              <a:ext uri="{FF2B5EF4-FFF2-40B4-BE49-F238E27FC236}">
                <a16:creationId xmlns:a16="http://schemas.microsoft.com/office/drawing/2014/main" id="{E71FEC9F-2FFA-423B-AB16-AE89AEA15B5D}"/>
              </a:ext>
            </a:extLst>
          </p:cNvPr>
          <p:cNvSpPr>
            <a:spLocks noGrp="1"/>
          </p:cNvSpPr>
          <p:nvPr/>
        </p:nvSpPr>
        <p:spPr>
          <a:xfrm>
            <a:off x="8130451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7" name="Stage1_sixpanel_10208">
            <a:extLst>
              <a:ext uri="{FF2B5EF4-FFF2-40B4-BE49-F238E27FC236}">
                <a16:creationId xmlns:a16="http://schemas.microsoft.com/office/drawing/2014/main" id="{24A3D889-E51D-409C-8D16-EE038044BAB3}"/>
              </a:ext>
            </a:extLst>
          </p:cNvPr>
          <p:cNvSpPr>
            <a:spLocks noGrp="1"/>
          </p:cNvSpPr>
          <p:nvPr/>
        </p:nvSpPr>
        <p:spPr>
          <a:xfrm>
            <a:off x="818184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8" name="Stage1_sixpanel_10209">
            <a:extLst>
              <a:ext uri="{FF2B5EF4-FFF2-40B4-BE49-F238E27FC236}">
                <a16:creationId xmlns:a16="http://schemas.microsoft.com/office/drawing/2014/main" id="{954456E2-756F-446C-AA1D-61E883DDC73F}"/>
              </a:ext>
            </a:extLst>
          </p:cNvPr>
          <p:cNvSpPr>
            <a:spLocks noGrp="1"/>
          </p:cNvSpPr>
          <p:nvPr/>
        </p:nvSpPr>
        <p:spPr>
          <a:xfrm>
            <a:off x="812978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39" name="Stage1_sixpanel_10210">
            <a:extLst>
              <a:ext uri="{FF2B5EF4-FFF2-40B4-BE49-F238E27FC236}">
                <a16:creationId xmlns:a16="http://schemas.microsoft.com/office/drawing/2014/main" id="{CC057815-6356-4354-ADDF-F472215DB393}"/>
              </a:ext>
            </a:extLst>
          </p:cNvPr>
          <p:cNvSpPr>
            <a:spLocks noGrp="1"/>
          </p:cNvSpPr>
          <p:nvPr/>
        </p:nvSpPr>
        <p:spPr>
          <a:xfrm>
            <a:off x="821309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0" name="Stage1_sixpanel_10211">
            <a:extLst>
              <a:ext uri="{FF2B5EF4-FFF2-40B4-BE49-F238E27FC236}">
                <a16:creationId xmlns:a16="http://schemas.microsoft.com/office/drawing/2014/main" id="{2BC82DCC-24F4-4892-A052-86F205792E91}"/>
              </a:ext>
            </a:extLst>
          </p:cNvPr>
          <p:cNvSpPr>
            <a:spLocks noGrp="1"/>
          </p:cNvSpPr>
          <p:nvPr/>
        </p:nvSpPr>
        <p:spPr>
          <a:xfrm>
            <a:off x="8124794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1" name="Stage1_sixpanel_10212">
            <a:extLst>
              <a:ext uri="{FF2B5EF4-FFF2-40B4-BE49-F238E27FC236}">
                <a16:creationId xmlns:a16="http://schemas.microsoft.com/office/drawing/2014/main" id="{65B614BD-9E1C-412B-B24D-EE13AE983892}"/>
              </a:ext>
            </a:extLst>
          </p:cNvPr>
          <p:cNvSpPr>
            <a:spLocks noGrp="1"/>
          </p:cNvSpPr>
          <p:nvPr/>
        </p:nvSpPr>
        <p:spPr>
          <a:xfrm>
            <a:off x="81563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2" name="Stage1_sixpanel_10213">
            <a:extLst>
              <a:ext uri="{FF2B5EF4-FFF2-40B4-BE49-F238E27FC236}">
                <a16:creationId xmlns:a16="http://schemas.microsoft.com/office/drawing/2014/main" id="{F398D364-FA41-4AC7-8FA3-FF1CCD60C898}"/>
              </a:ext>
            </a:extLst>
          </p:cNvPr>
          <p:cNvSpPr>
            <a:spLocks noGrp="1"/>
          </p:cNvSpPr>
          <p:nvPr/>
        </p:nvSpPr>
        <p:spPr>
          <a:xfrm>
            <a:off x="8051969" y="783529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3" name="Stage1_sixpanel_10214">
            <a:extLst>
              <a:ext uri="{FF2B5EF4-FFF2-40B4-BE49-F238E27FC236}">
                <a16:creationId xmlns:a16="http://schemas.microsoft.com/office/drawing/2014/main" id="{2F285BE1-7DE6-432B-BC17-5A64B3BFE9B3}"/>
              </a:ext>
            </a:extLst>
          </p:cNvPr>
          <p:cNvSpPr>
            <a:spLocks noGrp="1"/>
          </p:cNvSpPr>
          <p:nvPr/>
        </p:nvSpPr>
        <p:spPr>
          <a:xfrm>
            <a:off x="8012641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4" name="Stage1_sixpanel_10215">
            <a:extLst>
              <a:ext uri="{FF2B5EF4-FFF2-40B4-BE49-F238E27FC236}">
                <a16:creationId xmlns:a16="http://schemas.microsoft.com/office/drawing/2014/main" id="{4950893D-1B87-4A76-87B3-200DFDCFF474}"/>
              </a:ext>
            </a:extLst>
          </p:cNvPr>
          <p:cNvSpPr>
            <a:spLocks noGrp="1"/>
          </p:cNvSpPr>
          <p:nvPr/>
        </p:nvSpPr>
        <p:spPr>
          <a:xfrm>
            <a:off x="810295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5" name="Stage1_sixpanel_10216">
            <a:extLst>
              <a:ext uri="{FF2B5EF4-FFF2-40B4-BE49-F238E27FC236}">
                <a16:creationId xmlns:a16="http://schemas.microsoft.com/office/drawing/2014/main" id="{7FCC0D44-650E-4C39-A17B-4C8C594B1DEA}"/>
              </a:ext>
            </a:extLst>
          </p:cNvPr>
          <p:cNvSpPr>
            <a:spLocks noGrp="1"/>
          </p:cNvSpPr>
          <p:nvPr/>
        </p:nvSpPr>
        <p:spPr>
          <a:xfrm>
            <a:off x="81674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6" name="Stage1_sixpanel_10217">
            <a:extLst>
              <a:ext uri="{FF2B5EF4-FFF2-40B4-BE49-F238E27FC236}">
                <a16:creationId xmlns:a16="http://schemas.microsoft.com/office/drawing/2014/main" id="{1A9C2FDE-D3F5-4D62-88B0-7BADD8F4BBF4}"/>
              </a:ext>
            </a:extLst>
          </p:cNvPr>
          <p:cNvSpPr>
            <a:spLocks noGrp="1"/>
          </p:cNvSpPr>
          <p:nvPr/>
        </p:nvSpPr>
        <p:spPr>
          <a:xfrm>
            <a:off x="8177539" y="76187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7" name="Stage1_sixpanel_10218">
            <a:extLst>
              <a:ext uri="{FF2B5EF4-FFF2-40B4-BE49-F238E27FC236}">
                <a16:creationId xmlns:a16="http://schemas.microsoft.com/office/drawing/2014/main" id="{B7025F66-399D-4E0B-B281-1346307286C4}"/>
              </a:ext>
            </a:extLst>
          </p:cNvPr>
          <p:cNvSpPr>
            <a:spLocks noGrp="1"/>
          </p:cNvSpPr>
          <p:nvPr/>
        </p:nvSpPr>
        <p:spPr>
          <a:xfrm>
            <a:off x="81890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8" name="Stage1_sixpanel_10219">
            <a:extLst>
              <a:ext uri="{FF2B5EF4-FFF2-40B4-BE49-F238E27FC236}">
                <a16:creationId xmlns:a16="http://schemas.microsoft.com/office/drawing/2014/main" id="{F4C1AF6F-748A-4E67-BE78-2086E5ADB0C4}"/>
              </a:ext>
            </a:extLst>
          </p:cNvPr>
          <p:cNvSpPr>
            <a:spLocks noGrp="1"/>
          </p:cNvSpPr>
          <p:nvPr/>
        </p:nvSpPr>
        <p:spPr>
          <a:xfrm>
            <a:off x="82224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49" name="Stage1_sixpanel_10220">
            <a:extLst>
              <a:ext uri="{FF2B5EF4-FFF2-40B4-BE49-F238E27FC236}">
                <a16:creationId xmlns:a16="http://schemas.microsoft.com/office/drawing/2014/main" id="{72FCB827-594E-4F52-8794-43298CCD60B7}"/>
              </a:ext>
            </a:extLst>
          </p:cNvPr>
          <p:cNvSpPr>
            <a:spLocks noGrp="1"/>
          </p:cNvSpPr>
          <p:nvPr/>
        </p:nvSpPr>
        <p:spPr>
          <a:xfrm>
            <a:off x="80291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0" name="Stage1_sixpanel_10221">
            <a:extLst>
              <a:ext uri="{FF2B5EF4-FFF2-40B4-BE49-F238E27FC236}">
                <a16:creationId xmlns:a16="http://schemas.microsoft.com/office/drawing/2014/main" id="{08E708DF-521C-4F15-8064-A91EA7E03B2E}"/>
              </a:ext>
            </a:extLst>
          </p:cNvPr>
          <p:cNvSpPr>
            <a:spLocks noGrp="1"/>
          </p:cNvSpPr>
          <p:nvPr/>
        </p:nvSpPr>
        <p:spPr>
          <a:xfrm>
            <a:off x="815376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1" name="Stage1_sixpanel_10222">
            <a:extLst>
              <a:ext uri="{FF2B5EF4-FFF2-40B4-BE49-F238E27FC236}">
                <a16:creationId xmlns:a16="http://schemas.microsoft.com/office/drawing/2014/main" id="{01119D17-7E4A-4DF3-8F5A-D8E27AA4125B}"/>
              </a:ext>
            </a:extLst>
          </p:cNvPr>
          <p:cNvSpPr>
            <a:spLocks noGrp="1"/>
          </p:cNvSpPr>
          <p:nvPr/>
        </p:nvSpPr>
        <p:spPr>
          <a:xfrm>
            <a:off x="82080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2" name="Stage1_sixpanel_10223">
            <a:extLst>
              <a:ext uri="{FF2B5EF4-FFF2-40B4-BE49-F238E27FC236}">
                <a16:creationId xmlns:a16="http://schemas.microsoft.com/office/drawing/2014/main" id="{AB5404E8-B523-4FA5-9751-48A3B83E29BC}"/>
              </a:ext>
            </a:extLst>
          </p:cNvPr>
          <p:cNvSpPr>
            <a:spLocks noGrp="1"/>
          </p:cNvSpPr>
          <p:nvPr/>
        </p:nvSpPr>
        <p:spPr>
          <a:xfrm>
            <a:off x="81679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3" name="Stage1_sixpanel_10224">
            <a:extLst>
              <a:ext uri="{FF2B5EF4-FFF2-40B4-BE49-F238E27FC236}">
                <a16:creationId xmlns:a16="http://schemas.microsoft.com/office/drawing/2014/main" id="{3E803B28-733C-434A-8FF4-93192FB0E959}"/>
              </a:ext>
            </a:extLst>
          </p:cNvPr>
          <p:cNvSpPr>
            <a:spLocks noGrp="1"/>
          </p:cNvSpPr>
          <p:nvPr/>
        </p:nvSpPr>
        <p:spPr>
          <a:xfrm>
            <a:off x="821102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4" name="Stage1_sixpanel_10225">
            <a:extLst>
              <a:ext uri="{FF2B5EF4-FFF2-40B4-BE49-F238E27FC236}">
                <a16:creationId xmlns:a16="http://schemas.microsoft.com/office/drawing/2014/main" id="{B4609775-3134-49A8-882E-432F047E8C7B}"/>
              </a:ext>
            </a:extLst>
          </p:cNvPr>
          <p:cNvSpPr>
            <a:spLocks noGrp="1"/>
          </p:cNvSpPr>
          <p:nvPr/>
        </p:nvSpPr>
        <p:spPr>
          <a:xfrm>
            <a:off x="82032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5" name="Stage1_sixpanel_10226">
            <a:extLst>
              <a:ext uri="{FF2B5EF4-FFF2-40B4-BE49-F238E27FC236}">
                <a16:creationId xmlns:a16="http://schemas.microsoft.com/office/drawing/2014/main" id="{BB6431D6-3330-4880-9A67-8E86617E68DF}"/>
              </a:ext>
            </a:extLst>
          </p:cNvPr>
          <p:cNvSpPr>
            <a:spLocks noGrp="1"/>
          </p:cNvSpPr>
          <p:nvPr/>
        </p:nvSpPr>
        <p:spPr>
          <a:xfrm>
            <a:off x="802189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6" name="Stage1_sixpanel_10227">
            <a:extLst>
              <a:ext uri="{FF2B5EF4-FFF2-40B4-BE49-F238E27FC236}">
                <a16:creationId xmlns:a16="http://schemas.microsoft.com/office/drawing/2014/main" id="{8903665D-E317-4F83-88AB-14B1769194E3}"/>
              </a:ext>
            </a:extLst>
          </p:cNvPr>
          <p:cNvSpPr>
            <a:spLocks noGrp="1"/>
          </p:cNvSpPr>
          <p:nvPr/>
        </p:nvSpPr>
        <p:spPr>
          <a:xfrm>
            <a:off x="8093157" y="806068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7" name="Stage1_sixpanel_10228">
            <a:extLst>
              <a:ext uri="{FF2B5EF4-FFF2-40B4-BE49-F238E27FC236}">
                <a16:creationId xmlns:a16="http://schemas.microsoft.com/office/drawing/2014/main" id="{B9FCCA46-B2B4-4461-B3B9-A704CB7E2980}"/>
              </a:ext>
            </a:extLst>
          </p:cNvPr>
          <p:cNvSpPr>
            <a:spLocks noGrp="1"/>
          </p:cNvSpPr>
          <p:nvPr/>
        </p:nvSpPr>
        <p:spPr>
          <a:xfrm>
            <a:off x="808254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8" name="Stage1_sixpanel_10229">
            <a:extLst>
              <a:ext uri="{FF2B5EF4-FFF2-40B4-BE49-F238E27FC236}">
                <a16:creationId xmlns:a16="http://schemas.microsoft.com/office/drawing/2014/main" id="{D1820800-FA62-45DA-8E5E-5DD644A833D0}"/>
              </a:ext>
            </a:extLst>
          </p:cNvPr>
          <p:cNvSpPr>
            <a:spLocks noGrp="1"/>
          </p:cNvSpPr>
          <p:nvPr/>
        </p:nvSpPr>
        <p:spPr>
          <a:xfrm>
            <a:off x="8004609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59" name="Stage1_sixpanel_10230">
            <a:extLst>
              <a:ext uri="{FF2B5EF4-FFF2-40B4-BE49-F238E27FC236}">
                <a16:creationId xmlns:a16="http://schemas.microsoft.com/office/drawing/2014/main" id="{B35ED012-EFD1-409F-9B34-950E2E964A53}"/>
              </a:ext>
            </a:extLst>
          </p:cNvPr>
          <p:cNvSpPr>
            <a:spLocks noGrp="1"/>
          </p:cNvSpPr>
          <p:nvPr/>
        </p:nvSpPr>
        <p:spPr>
          <a:xfrm>
            <a:off x="816474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0" name="Stage1_sixpanel_10231">
            <a:extLst>
              <a:ext uri="{FF2B5EF4-FFF2-40B4-BE49-F238E27FC236}">
                <a16:creationId xmlns:a16="http://schemas.microsoft.com/office/drawing/2014/main" id="{D9D3A40E-350C-49BF-9750-CABCCB1276AA}"/>
              </a:ext>
            </a:extLst>
          </p:cNvPr>
          <p:cNvSpPr>
            <a:spLocks noGrp="1"/>
          </p:cNvSpPr>
          <p:nvPr/>
        </p:nvSpPr>
        <p:spPr>
          <a:xfrm>
            <a:off x="806284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1" name="Stage1_sixpanel_10232">
            <a:extLst>
              <a:ext uri="{FF2B5EF4-FFF2-40B4-BE49-F238E27FC236}">
                <a16:creationId xmlns:a16="http://schemas.microsoft.com/office/drawing/2014/main" id="{E38B3570-0A9A-4A78-9A87-3A3472D4C3D2}"/>
              </a:ext>
            </a:extLst>
          </p:cNvPr>
          <p:cNvSpPr>
            <a:spLocks noGrp="1"/>
          </p:cNvSpPr>
          <p:nvPr/>
        </p:nvSpPr>
        <p:spPr>
          <a:xfrm>
            <a:off x="817930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2" name="Stage1_sixpanel_10233">
            <a:extLst>
              <a:ext uri="{FF2B5EF4-FFF2-40B4-BE49-F238E27FC236}">
                <a16:creationId xmlns:a16="http://schemas.microsoft.com/office/drawing/2014/main" id="{2A025F14-4A13-40BB-AF4D-21F7725E7180}"/>
              </a:ext>
            </a:extLst>
          </p:cNvPr>
          <p:cNvSpPr>
            <a:spLocks noGrp="1"/>
          </p:cNvSpPr>
          <p:nvPr/>
        </p:nvSpPr>
        <p:spPr>
          <a:xfrm>
            <a:off x="82155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3" name="Stage1_sixpanel_10234">
            <a:extLst>
              <a:ext uri="{FF2B5EF4-FFF2-40B4-BE49-F238E27FC236}">
                <a16:creationId xmlns:a16="http://schemas.microsoft.com/office/drawing/2014/main" id="{461296C5-5E4B-426D-90C6-2493A5CB5D0F}"/>
              </a:ext>
            </a:extLst>
          </p:cNvPr>
          <p:cNvSpPr>
            <a:spLocks noGrp="1"/>
          </p:cNvSpPr>
          <p:nvPr/>
        </p:nvSpPr>
        <p:spPr>
          <a:xfrm>
            <a:off x="800256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4" name="Stage1_sixpanel_10235">
            <a:extLst>
              <a:ext uri="{FF2B5EF4-FFF2-40B4-BE49-F238E27FC236}">
                <a16:creationId xmlns:a16="http://schemas.microsoft.com/office/drawing/2014/main" id="{D4631C18-CE41-42E1-9C1C-B6B6A22B0589}"/>
              </a:ext>
            </a:extLst>
          </p:cNvPr>
          <p:cNvSpPr>
            <a:spLocks noGrp="1"/>
          </p:cNvSpPr>
          <p:nvPr/>
        </p:nvSpPr>
        <p:spPr>
          <a:xfrm>
            <a:off x="8145473" y="787654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5" name="Stage1_sixpanel_10236">
            <a:extLst>
              <a:ext uri="{FF2B5EF4-FFF2-40B4-BE49-F238E27FC236}">
                <a16:creationId xmlns:a16="http://schemas.microsoft.com/office/drawing/2014/main" id="{51730FED-9EA4-4BCE-95B2-8EAC892E80F8}"/>
              </a:ext>
            </a:extLst>
          </p:cNvPr>
          <p:cNvSpPr>
            <a:spLocks noGrp="1"/>
          </p:cNvSpPr>
          <p:nvPr/>
        </p:nvSpPr>
        <p:spPr>
          <a:xfrm>
            <a:off x="813848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6" name="Stage1_sixpanel_10237">
            <a:extLst>
              <a:ext uri="{FF2B5EF4-FFF2-40B4-BE49-F238E27FC236}">
                <a16:creationId xmlns:a16="http://schemas.microsoft.com/office/drawing/2014/main" id="{D7BD1546-44C8-4C45-A0DE-63A88B42AB05}"/>
              </a:ext>
            </a:extLst>
          </p:cNvPr>
          <p:cNvSpPr>
            <a:spLocks noGrp="1"/>
          </p:cNvSpPr>
          <p:nvPr/>
        </p:nvSpPr>
        <p:spPr>
          <a:xfrm>
            <a:off x="80298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7" name="Stage1_sixpanel_10238">
            <a:extLst>
              <a:ext uri="{FF2B5EF4-FFF2-40B4-BE49-F238E27FC236}">
                <a16:creationId xmlns:a16="http://schemas.microsoft.com/office/drawing/2014/main" id="{B72127C4-0683-444E-AB9C-79F5428F50B8}"/>
              </a:ext>
            </a:extLst>
          </p:cNvPr>
          <p:cNvSpPr>
            <a:spLocks noGrp="1"/>
          </p:cNvSpPr>
          <p:nvPr/>
        </p:nvSpPr>
        <p:spPr>
          <a:xfrm>
            <a:off x="819705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8" name="Stage1_sixpanel_10239">
            <a:extLst>
              <a:ext uri="{FF2B5EF4-FFF2-40B4-BE49-F238E27FC236}">
                <a16:creationId xmlns:a16="http://schemas.microsoft.com/office/drawing/2014/main" id="{34D24F5A-9DEF-4D21-B4C1-0B63D6C013F9}"/>
              </a:ext>
            </a:extLst>
          </p:cNvPr>
          <p:cNvSpPr>
            <a:spLocks noGrp="1"/>
          </p:cNvSpPr>
          <p:nvPr/>
        </p:nvSpPr>
        <p:spPr>
          <a:xfrm>
            <a:off x="8175999" y="7198900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69" name="Stage1_sixpanel_10240">
            <a:extLst>
              <a:ext uri="{FF2B5EF4-FFF2-40B4-BE49-F238E27FC236}">
                <a16:creationId xmlns:a16="http://schemas.microsoft.com/office/drawing/2014/main" id="{F3635446-4896-4517-8E64-43CC5E934D02}"/>
              </a:ext>
            </a:extLst>
          </p:cNvPr>
          <p:cNvSpPr>
            <a:spLocks noGrp="1"/>
          </p:cNvSpPr>
          <p:nvPr/>
        </p:nvSpPr>
        <p:spPr>
          <a:xfrm>
            <a:off x="808290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0" name="Stage1_sixpanel_10241">
            <a:extLst>
              <a:ext uri="{FF2B5EF4-FFF2-40B4-BE49-F238E27FC236}">
                <a16:creationId xmlns:a16="http://schemas.microsoft.com/office/drawing/2014/main" id="{35B9FDED-525D-4E76-8C69-ECDDF7FC66F9}"/>
              </a:ext>
            </a:extLst>
          </p:cNvPr>
          <p:cNvSpPr>
            <a:spLocks noGrp="1"/>
          </p:cNvSpPr>
          <p:nvPr/>
        </p:nvSpPr>
        <p:spPr>
          <a:xfrm>
            <a:off x="812707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1" name="Stage1_sixpanel_10242">
            <a:extLst>
              <a:ext uri="{FF2B5EF4-FFF2-40B4-BE49-F238E27FC236}">
                <a16:creationId xmlns:a16="http://schemas.microsoft.com/office/drawing/2014/main" id="{8AE72EB2-9178-4F04-BE1F-BA1FD426E0EF}"/>
              </a:ext>
            </a:extLst>
          </p:cNvPr>
          <p:cNvSpPr>
            <a:spLocks noGrp="1"/>
          </p:cNvSpPr>
          <p:nvPr/>
        </p:nvSpPr>
        <p:spPr>
          <a:xfrm>
            <a:off x="8099707" y="77020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2" name="Stage1_sixpanel_10243">
            <a:extLst>
              <a:ext uri="{FF2B5EF4-FFF2-40B4-BE49-F238E27FC236}">
                <a16:creationId xmlns:a16="http://schemas.microsoft.com/office/drawing/2014/main" id="{41AE05AF-D6BC-4976-A3EB-F442967300E5}"/>
              </a:ext>
            </a:extLst>
          </p:cNvPr>
          <p:cNvSpPr>
            <a:spLocks noGrp="1"/>
          </p:cNvSpPr>
          <p:nvPr/>
        </p:nvSpPr>
        <p:spPr>
          <a:xfrm>
            <a:off x="8080369" y="686121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3" name="Stage1_sixpanel_10244">
            <a:extLst>
              <a:ext uri="{FF2B5EF4-FFF2-40B4-BE49-F238E27FC236}">
                <a16:creationId xmlns:a16="http://schemas.microsoft.com/office/drawing/2014/main" id="{9FF4C4F0-9A80-454C-81AF-D89C27FAD027}"/>
              </a:ext>
            </a:extLst>
          </p:cNvPr>
          <p:cNvSpPr>
            <a:spLocks noGrp="1"/>
          </p:cNvSpPr>
          <p:nvPr/>
        </p:nvSpPr>
        <p:spPr>
          <a:xfrm>
            <a:off x="820435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4" name="Stage1_sixpanel_10245">
            <a:extLst>
              <a:ext uri="{FF2B5EF4-FFF2-40B4-BE49-F238E27FC236}">
                <a16:creationId xmlns:a16="http://schemas.microsoft.com/office/drawing/2014/main" id="{52982C43-23B0-4102-935D-C7F405D4278B}"/>
              </a:ext>
            </a:extLst>
          </p:cNvPr>
          <p:cNvSpPr>
            <a:spLocks noGrp="1"/>
          </p:cNvSpPr>
          <p:nvPr/>
        </p:nvSpPr>
        <p:spPr>
          <a:xfrm>
            <a:off x="8142111" y="803122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5" name="Stage1_sixpanel_10246">
            <a:extLst>
              <a:ext uri="{FF2B5EF4-FFF2-40B4-BE49-F238E27FC236}">
                <a16:creationId xmlns:a16="http://schemas.microsoft.com/office/drawing/2014/main" id="{394AC5DE-7B54-4019-B87E-CD3D79F06427}"/>
              </a:ext>
            </a:extLst>
          </p:cNvPr>
          <p:cNvSpPr>
            <a:spLocks noGrp="1"/>
          </p:cNvSpPr>
          <p:nvPr/>
        </p:nvSpPr>
        <p:spPr>
          <a:xfrm>
            <a:off x="8140038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6" name="Stage1_sixpanel_10247">
            <a:extLst>
              <a:ext uri="{FF2B5EF4-FFF2-40B4-BE49-F238E27FC236}">
                <a16:creationId xmlns:a16="http://schemas.microsoft.com/office/drawing/2014/main" id="{76918EEF-FCB2-4499-AAEC-7A5BF0E9FB9C}"/>
              </a:ext>
            </a:extLst>
          </p:cNvPr>
          <p:cNvSpPr>
            <a:spLocks noGrp="1"/>
          </p:cNvSpPr>
          <p:nvPr/>
        </p:nvSpPr>
        <p:spPr>
          <a:xfrm>
            <a:off x="8012821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7" name="Stage1_sixpanel_10248">
            <a:extLst>
              <a:ext uri="{FF2B5EF4-FFF2-40B4-BE49-F238E27FC236}">
                <a16:creationId xmlns:a16="http://schemas.microsoft.com/office/drawing/2014/main" id="{B29FA10B-4270-4D7E-B5B9-0E88D2CE938F}"/>
              </a:ext>
            </a:extLst>
          </p:cNvPr>
          <p:cNvSpPr>
            <a:spLocks noGrp="1"/>
          </p:cNvSpPr>
          <p:nvPr/>
        </p:nvSpPr>
        <p:spPr>
          <a:xfrm>
            <a:off x="81429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8" name="Stage1_sixpanel_10249">
            <a:extLst>
              <a:ext uri="{FF2B5EF4-FFF2-40B4-BE49-F238E27FC236}">
                <a16:creationId xmlns:a16="http://schemas.microsoft.com/office/drawing/2014/main" id="{14B0DE32-4E7D-4378-8D6E-4AD085AA3783}"/>
              </a:ext>
            </a:extLst>
          </p:cNvPr>
          <p:cNvSpPr>
            <a:spLocks noGrp="1"/>
          </p:cNvSpPr>
          <p:nvPr/>
        </p:nvSpPr>
        <p:spPr>
          <a:xfrm>
            <a:off x="8179899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79" name="Stage1_sixpanel_10250">
            <a:extLst>
              <a:ext uri="{FF2B5EF4-FFF2-40B4-BE49-F238E27FC236}">
                <a16:creationId xmlns:a16="http://schemas.microsoft.com/office/drawing/2014/main" id="{AEDE9ACE-1756-44AA-B5F3-0A1C3E06603B}"/>
              </a:ext>
            </a:extLst>
          </p:cNvPr>
          <p:cNvSpPr>
            <a:spLocks noGrp="1"/>
          </p:cNvSpPr>
          <p:nvPr/>
        </p:nvSpPr>
        <p:spPr>
          <a:xfrm>
            <a:off x="8207113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0" name="Stage1_sixpanel_10251">
            <a:extLst>
              <a:ext uri="{FF2B5EF4-FFF2-40B4-BE49-F238E27FC236}">
                <a16:creationId xmlns:a16="http://schemas.microsoft.com/office/drawing/2014/main" id="{B5F82AF1-0399-4125-A173-B56ECB17AA16}"/>
              </a:ext>
            </a:extLst>
          </p:cNvPr>
          <p:cNvSpPr>
            <a:spLocks noGrp="1"/>
          </p:cNvSpPr>
          <p:nvPr/>
        </p:nvSpPr>
        <p:spPr>
          <a:xfrm>
            <a:off x="8102546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1" name="Stage1_sixpanel_10252">
            <a:extLst>
              <a:ext uri="{FF2B5EF4-FFF2-40B4-BE49-F238E27FC236}">
                <a16:creationId xmlns:a16="http://schemas.microsoft.com/office/drawing/2014/main" id="{6926F6D1-5C95-4C30-B8D3-1F90B22EE66D}"/>
              </a:ext>
            </a:extLst>
          </p:cNvPr>
          <p:cNvSpPr>
            <a:spLocks noGrp="1"/>
          </p:cNvSpPr>
          <p:nvPr/>
        </p:nvSpPr>
        <p:spPr>
          <a:xfrm>
            <a:off x="811756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2" name="Stage1_sixpanel_10253">
            <a:extLst>
              <a:ext uri="{FF2B5EF4-FFF2-40B4-BE49-F238E27FC236}">
                <a16:creationId xmlns:a16="http://schemas.microsoft.com/office/drawing/2014/main" id="{C8882A10-AE9C-44CA-B43A-34DED3549401}"/>
              </a:ext>
            </a:extLst>
          </p:cNvPr>
          <p:cNvSpPr>
            <a:spLocks noGrp="1"/>
          </p:cNvSpPr>
          <p:nvPr/>
        </p:nvSpPr>
        <p:spPr>
          <a:xfrm>
            <a:off x="817292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3" name="Stage1_sixpanel_10254">
            <a:extLst>
              <a:ext uri="{FF2B5EF4-FFF2-40B4-BE49-F238E27FC236}">
                <a16:creationId xmlns:a16="http://schemas.microsoft.com/office/drawing/2014/main" id="{49D73576-7BF6-4021-965A-5C27621EC7C2}"/>
              </a:ext>
            </a:extLst>
          </p:cNvPr>
          <p:cNvSpPr>
            <a:spLocks noGrp="1"/>
          </p:cNvSpPr>
          <p:nvPr/>
        </p:nvSpPr>
        <p:spPr>
          <a:xfrm>
            <a:off x="8003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4" name="Stage1_sixpanel_10255">
            <a:extLst>
              <a:ext uri="{FF2B5EF4-FFF2-40B4-BE49-F238E27FC236}">
                <a16:creationId xmlns:a16="http://schemas.microsoft.com/office/drawing/2014/main" id="{115C206B-DCF0-4AA0-B916-96967E255734}"/>
              </a:ext>
            </a:extLst>
          </p:cNvPr>
          <p:cNvSpPr>
            <a:spLocks noGrp="1"/>
          </p:cNvSpPr>
          <p:nvPr/>
        </p:nvSpPr>
        <p:spPr>
          <a:xfrm>
            <a:off x="8126116" y="7154706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5" name="Stage1_sixpanel_10256">
            <a:extLst>
              <a:ext uri="{FF2B5EF4-FFF2-40B4-BE49-F238E27FC236}">
                <a16:creationId xmlns:a16="http://schemas.microsoft.com/office/drawing/2014/main" id="{DA10972C-D19F-4EDB-B9F5-082CD9EA8BB2}"/>
              </a:ext>
            </a:extLst>
          </p:cNvPr>
          <p:cNvSpPr>
            <a:spLocks noGrp="1"/>
          </p:cNvSpPr>
          <p:nvPr/>
        </p:nvSpPr>
        <p:spPr>
          <a:xfrm>
            <a:off x="8216678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6" name="Stage1_sixpanel_10257">
            <a:extLst>
              <a:ext uri="{FF2B5EF4-FFF2-40B4-BE49-F238E27FC236}">
                <a16:creationId xmlns:a16="http://schemas.microsoft.com/office/drawing/2014/main" id="{9C99844C-C102-4124-B23C-F92F897CFAB7}"/>
              </a:ext>
            </a:extLst>
          </p:cNvPr>
          <p:cNvSpPr>
            <a:spLocks noGrp="1"/>
          </p:cNvSpPr>
          <p:nvPr/>
        </p:nvSpPr>
        <p:spPr>
          <a:xfrm>
            <a:off x="816953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7" name="Stage1_sixpanel_10258">
            <a:extLst>
              <a:ext uri="{FF2B5EF4-FFF2-40B4-BE49-F238E27FC236}">
                <a16:creationId xmlns:a16="http://schemas.microsoft.com/office/drawing/2014/main" id="{71EFDBC4-E487-4058-AFC2-F57BB4E94344}"/>
              </a:ext>
            </a:extLst>
          </p:cNvPr>
          <p:cNvSpPr>
            <a:spLocks noGrp="1"/>
          </p:cNvSpPr>
          <p:nvPr/>
        </p:nvSpPr>
        <p:spPr>
          <a:xfrm>
            <a:off x="8098184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8" name="Stage1_sixpanel_10259">
            <a:extLst>
              <a:ext uri="{FF2B5EF4-FFF2-40B4-BE49-F238E27FC236}">
                <a16:creationId xmlns:a16="http://schemas.microsoft.com/office/drawing/2014/main" id="{68C85BC4-B42D-4EF5-97CB-2EEDFA1DC193}"/>
              </a:ext>
            </a:extLst>
          </p:cNvPr>
          <p:cNvSpPr>
            <a:spLocks noGrp="1"/>
          </p:cNvSpPr>
          <p:nvPr/>
        </p:nvSpPr>
        <p:spPr>
          <a:xfrm>
            <a:off x="8105330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89" name="Stage1_sixpanel_10260">
            <a:extLst>
              <a:ext uri="{FF2B5EF4-FFF2-40B4-BE49-F238E27FC236}">
                <a16:creationId xmlns:a16="http://schemas.microsoft.com/office/drawing/2014/main" id="{39D15A6B-9872-45F7-9835-F907F9ADA9A3}"/>
              </a:ext>
            </a:extLst>
          </p:cNvPr>
          <p:cNvSpPr>
            <a:spLocks noGrp="1"/>
          </p:cNvSpPr>
          <p:nvPr/>
        </p:nvSpPr>
        <p:spPr>
          <a:xfrm>
            <a:off x="819833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0" name="Stage1_sixpanel_10261">
            <a:extLst>
              <a:ext uri="{FF2B5EF4-FFF2-40B4-BE49-F238E27FC236}">
                <a16:creationId xmlns:a16="http://schemas.microsoft.com/office/drawing/2014/main" id="{BA90E4E1-1355-491D-BD3A-E44D98FF0BFE}"/>
              </a:ext>
            </a:extLst>
          </p:cNvPr>
          <p:cNvSpPr>
            <a:spLocks noGrp="1"/>
          </p:cNvSpPr>
          <p:nvPr/>
        </p:nvSpPr>
        <p:spPr>
          <a:xfrm>
            <a:off x="807659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1" name="Stage1_sixpanel_10262">
            <a:extLst>
              <a:ext uri="{FF2B5EF4-FFF2-40B4-BE49-F238E27FC236}">
                <a16:creationId xmlns:a16="http://schemas.microsoft.com/office/drawing/2014/main" id="{3AF03F37-2609-4CA5-9E35-B57FD33F3AD9}"/>
              </a:ext>
            </a:extLst>
          </p:cNvPr>
          <p:cNvSpPr>
            <a:spLocks noGrp="1"/>
          </p:cNvSpPr>
          <p:nvPr/>
        </p:nvSpPr>
        <p:spPr>
          <a:xfrm>
            <a:off x="80901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2" name="Stage1_sixpanel_10263">
            <a:extLst>
              <a:ext uri="{FF2B5EF4-FFF2-40B4-BE49-F238E27FC236}">
                <a16:creationId xmlns:a16="http://schemas.microsoft.com/office/drawing/2014/main" id="{76E1362F-F2BF-402E-ACFE-767A84C83BEE}"/>
              </a:ext>
            </a:extLst>
          </p:cNvPr>
          <p:cNvSpPr>
            <a:spLocks noGrp="1"/>
          </p:cNvSpPr>
          <p:nvPr/>
        </p:nvSpPr>
        <p:spPr>
          <a:xfrm>
            <a:off x="80704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3" name="Stage1_sixpanel_10264">
            <a:extLst>
              <a:ext uri="{FF2B5EF4-FFF2-40B4-BE49-F238E27FC236}">
                <a16:creationId xmlns:a16="http://schemas.microsoft.com/office/drawing/2014/main" id="{605820C6-707F-4BDD-B909-7DC76985DB78}"/>
              </a:ext>
            </a:extLst>
          </p:cNvPr>
          <p:cNvSpPr>
            <a:spLocks noGrp="1"/>
          </p:cNvSpPr>
          <p:nvPr/>
        </p:nvSpPr>
        <p:spPr>
          <a:xfrm>
            <a:off x="8077298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4" name="Stage1_sixpanel_10265">
            <a:extLst>
              <a:ext uri="{FF2B5EF4-FFF2-40B4-BE49-F238E27FC236}">
                <a16:creationId xmlns:a16="http://schemas.microsoft.com/office/drawing/2014/main" id="{0A103D74-2DD8-4C15-AE7B-60615DC79374}"/>
              </a:ext>
            </a:extLst>
          </p:cNvPr>
          <p:cNvSpPr>
            <a:spLocks noGrp="1"/>
          </p:cNvSpPr>
          <p:nvPr/>
        </p:nvSpPr>
        <p:spPr>
          <a:xfrm>
            <a:off x="8127077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5" name="Stage1_sixpanel_10266">
            <a:extLst>
              <a:ext uri="{FF2B5EF4-FFF2-40B4-BE49-F238E27FC236}">
                <a16:creationId xmlns:a16="http://schemas.microsoft.com/office/drawing/2014/main" id="{9BE4A18A-8A6E-4446-824F-18618963EEED}"/>
              </a:ext>
            </a:extLst>
          </p:cNvPr>
          <p:cNvSpPr>
            <a:spLocks noGrp="1"/>
          </p:cNvSpPr>
          <p:nvPr/>
        </p:nvSpPr>
        <p:spPr>
          <a:xfrm>
            <a:off x="8088661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6" name="Stage1_sixpanel_10267">
            <a:extLst>
              <a:ext uri="{FF2B5EF4-FFF2-40B4-BE49-F238E27FC236}">
                <a16:creationId xmlns:a16="http://schemas.microsoft.com/office/drawing/2014/main" id="{6CB592F8-BA17-478B-A1E4-74EBDC8CBF37}"/>
              </a:ext>
            </a:extLst>
          </p:cNvPr>
          <p:cNvSpPr>
            <a:spLocks noGrp="1"/>
          </p:cNvSpPr>
          <p:nvPr/>
        </p:nvSpPr>
        <p:spPr>
          <a:xfrm>
            <a:off x="8219647" y="792810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7" name="Stage1_sixpanel_10268">
            <a:extLst>
              <a:ext uri="{FF2B5EF4-FFF2-40B4-BE49-F238E27FC236}">
                <a16:creationId xmlns:a16="http://schemas.microsoft.com/office/drawing/2014/main" id="{BB09E304-56EF-44E4-B6C3-F1AB21DE5EF7}"/>
              </a:ext>
            </a:extLst>
          </p:cNvPr>
          <p:cNvSpPr>
            <a:spLocks noGrp="1"/>
          </p:cNvSpPr>
          <p:nvPr/>
        </p:nvSpPr>
        <p:spPr>
          <a:xfrm>
            <a:off x="8188945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8" name="Stage1_sixpanel_10269">
            <a:extLst>
              <a:ext uri="{FF2B5EF4-FFF2-40B4-BE49-F238E27FC236}">
                <a16:creationId xmlns:a16="http://schemas.microsoft.com/office/drawing/2014/main" id="{7560F1FB-2133-4A33-9041-197F751BE720}"/>
              </a:ext>
            </a:extLst>
          </p:cNvPr>
          <p:cNvSpPr>
            <a:spLocks noGrp="1"/>
          </p:cNvSpPr>
          <p:nvPr/>
        </p:nvSpPr>
        <p:spPr>
          <a:xfrm>
            <a:off x="801971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099" name="Stage1_sixpanel_10270">
            <a:extLst>
              <a:ext uri="{FF2B5EF4-FFF2-40B4-BE49-F238E27FC236}">
                <a16:creationId xmlns:a16="http://schemas.microsoft.com/office/drawing/2014/main" id="{BFFF9C30-8021-4D1C-9164-8072F190A92E}"/>
              </a:ext>
            </a:extLst>
          </p:cNvPr>
          <p:cNvSpPr>
            <a:spLocks noGrp="1"/>
          </p:cNvSpPr>
          <p:nvPr/>
        </p:nvSpPr>
        <p:spPr>
          <a:xfrm>
            <a:off x="8116172" y="773905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0" name="Stage1_sixpanel_10271">
            <a:extLst>
              <a:ext uri="{FF2B5EF4-FFF2-40B4-BE49-F238E27FC236}">
                <a16:creationId xmlns:a16="http://schemas.microsoft.com/office/drawing/2014/main" id="{2908C22E-3720-4DCA-9F61-2DADEBB88847}"/>
              </a:ext>
            </a:extLst>
          </p:cNvPr>
          <p:cNvSpPr>
            <a:spLocks noGrp="1"/>
          </p:cNvSpPr>
          <p:nvPr/>
        </p:nvSpPr>
        <p:spPr>
          <a:xfrm>
            <a:off x="8162202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1" name="Stage1_sixpanel_10272">
            <a:extLst>
              <a:ext uri="{FF2B5EF4-FFF2-40B4-BE49-F238E27FC236}">
                <a16:creationId xmlns:a16="http://schemas.microsoft.com/office/drawing/2014/main" id="{B2D3C57D-F37A-44D2-A11F-60F741318D45}"/>
              </a:ext>
            </a:extLst>
          </p:cNvPr>
          <p:cNvSpPr>
            <a:spLocks noGrp="1"/>
          </p:cNvSpPr>
          <p:nvPr/>
        </p:nvSpPr>
        <p:spPr>
          <a:xfrm>
            <a:off x="8178800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2" name="Stage1_sixpanel_10273">
            <a:extLst>
              <a:ext uri="{FF2B5EF4-FFF2-40B4-BE49-F238E27FC236}">
                <a16:creationId xmlns:a16="http://schemas.microsoft.com/office/drawing/2014/main" id="{AFC1A2C5-2FD2-46AD-9B6D-F4416A4F7656}"/>
              </a:ext>
            </a:extLst>
          </p:cNvPr>
          <p:cNvSpPr>
            <a:spLocks noGrp="1"/>
          </p:cNvSpPr>
          <p:nvPr/>
        </p:nvSpPr>
        <p:spPr>
          <a:xfrm>
            <a:off x="8218652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3" name="Stage1_sixpanel_10274">
            <a:extLst>
              <a:ext uri="{FF2B5EF4-FFF2-40B4-BE49-F238E27FC236}">
                <a16:creationId xmlns:a16="http://schemas.microsoft.com/office/drawing/2014/main" id="{AF7E23C6-433A-465A-AAD9-7B01D5F39B8E}"/>
              </a:ext>
            </a:extLst>
          </p:cNvPr>
          <p:cNvSpPr>
            <a:spLocks noGrp="1"/>
          </p:cNvSpPr>
          <p:nvPr/>
        </p:nvSpPr>
        <p:spPr>
          <a:xfrm>
            <a:off x="8018666" y="7729231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4" name="Stage1_sixpanel_10275">
            <a:extLst>
              <a:ext uri="{FF2B5EF4-FFF2-40B4-BE49-F238E27FC236}">
                <a16:creationId xmlns:a16="http://schemas.microsoft.com/office/drawing/2014/main" id="{AF0A2F91-9BE3-48F8-9E5E-2DD3706719DB}"/>
              </a:ext>
            </a:extLst>
          </p:cNvPr>
          <p:cNvSpPr>
            <a:spLocks noGrp="1"/>
          </p:cNvSpPr>
          <p:nvPr/>
        </p:nvSpPr>
        <p:spPr>
          <a:xfrm>
            <a:off x="81431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5" name="Stage1_sixpanel_10276">
            <a:extLst>
              <a:ext uri="{FF2B5EF4-FFF2-40B4-BE49-F238E27FC236}">
                <a16:creationId xmlns:a16="http://schemas.microsoft.com/office/drawing/2014/main" id="{1C77C0A9-5D33-49BA-83CB-E8BCC1765881}"/>
              </a:ext>
            </a:extLst>
          </p:cNvPr>
          <p:cNvSpPr>
            <a:spLocks noGrp="1"/>
          </p:cNvSpPr>
          <p:nvPr/>
        </p:nvSpPr>
        <p:spPr>
          <a:xfrm>
            <a:off x="801682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6" name="Stage1_sixpanel_10277">
            <a:extLst>
              <a:ext uri="{FF2B5EF4-FFF2-40B4-BE49-F238E27FC236}">
                <a16:creationId xmlns:a16="http://schemas.microsoft.com/office/drawing/2014/main" id="{16F40FC8-031C-472E-9D96-1865522827A9}"/>
              </a:ext>
            </a:extLst>
          </p:cNvPr>
          <p:cNvSpPr>
            <a:spLocks noGrp="1"/>
          </p:cNvSpPr>
          <p:nvPr/>
        </p:nvSpPr>
        <p:spPr>
          <a:xfrm>
            <a:off x="8088033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7" name="Stage1_sixpanel_10278">
            <a:extLst>
              <a:ext uri="{FF2B5EF4-FFF2-40B4-BE49-F238E27FC236}">
                <a16:creationId xmlns:a16="http://schemas.microsoft.com/office/drawing/2014/main" id="{72E0024A-49A9-4CE2-A5E1-7BB7BD2E5FA8}"/>
              </a:ext>
            </a:extLst>
          </p:cNvPr>
          <p:cNvSpPr>
            <a:spLocks noGrp="1"/>
          </p:cNvSpPr>
          <p:nvPr/>
        </p:nvSpPr>
        <p:spPr>
          <a:xfrm>
            <a:off x="8034869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8" name="Stage1_sixpanel_10279">
            <a:extLst>
              <a:ext uri="{FF2B5EF4-FFF2-40B4-BE49-F238E27FC236}">
                <a16:creationId xmlns:a16="http://schemas.microsoft.com/office/drawing/2014/main" id="{8E2C9708-2AEF-4AD5-BAFE-47B36F78DC1B}"/>
              </a:ext>
            </a:extLst>
          </p:cNvPr>
          <p:cNvSpPr>
            <a:spLocks noGrp="1"/>
          </p:cNvSpPr>
          <p:nvPr/>
        </p:nvSpPr>
        <p:spPr>
          <a:xfrm>
            <a:off x="8124853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09" name="Stage1_sixpanel_10280">
            <a:extLst>
              <a:ext uri="{FF2B5EF4-FFF2-40B4-BE49-F238E27FC236}">
                <a16:creationId xmlns:a16="http://schemas.microsoft.com/office/drawing/2014/main" id="{7F7C6E3F-316F-47EF-9729-FFDA0B21A986}"/>
              </a:ext>
            </a:extLst>
          </p:cNvPr>
          <p:cNvSpPr>
            <a:spLocks noGrp="1"/>
          </p:cNvSpPr>
          <p:nvPr/>
        </p:nvSpPr>
        <p:spPr>
          <a:xfrm>
            <a:off x="8005247" y="767030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0" name="Stage1_sixpanel_10281">
            <a:extLst>
              <a:ext uri="{FF2B5EF4-FFF2-40B4-BE49-F238E27FC236}">
                <a16:creationId xmlns:a16="http://schemas.microsoft.com/office/drawing/2014/main" id="{B3481B12-041F-43EB-9CB7-AD75BBA67906}"/>
              </a:ext>
            </a:extLst>
          </p:cNvPr>
          <p:cNvSpPr>
            <a:spLocks noGrp="1"/>
          </p:cNvSpPr>
          <p:nvPr/>
        </p:nvSpPr>
        <p:spPr>
          <a:xfrm>
            <a:off x="8067498" y="709283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1" name="Stage1_sixpanel_10282">
            <a:extLst>
              <a:ext uri="{FF2B5EF4-FFF2-40B4-BE49-F238E27FC236}">
                <a16:creationId xmlns:a16="http://schemas.microsoft.com/office/drawing/2014/main" id="{F50BD51C-3519-4D10-806B-55D81A960874}"/>
              </a:ext>
            </a:extLst>
          </p:cNvPr>
          <p:cNvSpPr>
            <a:spLocks noGrp="1"/>
          </p:cNvSpPr>
          <p:nvPr/>
        </p:nvSpPr>
        <p:spPr>
          <a:xfrm>
            <a:off x="8156486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2" name="Stage1_sixpanel_10283">
            <a:extLst>
              <a:ext uri="{FF2B5EF4-FFF2-40B4-BE49-F238E27FC236}">
                <a16:creationId xmlns:a16="http://schemas.microsoft.com/office/drawing/2014/main" id="{43BF266A-FF18-4274-968E-5B4DACFFDFDA}"/>
              </a:ext>
            </a:extLst>
          </p:cNvPr>
          <p:cNvSpPr>
            <a:spLocks noGrp="1"/>
          </p:cNvSpPr>
          <p:nvPr/>
        </p:nvSpPr>
        <p:spPr>
          <a:xfrm>
            <a:off x="8040117" y="8082784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3" name="Stage1_sixpanel_10284">
            <a:extLst>
              <a:ext uri="{FF2B5EF4-FFF2-40B4-BE49-F238E27FC236}">
                <a16:creationId xmlns:a16="http://schemas.microsoft.com/office/drawing/2014/main" id="{DD839708-483D-4DAF-8516-DAA3329A7201}"/>
              </a:ext>
            </a:extLst>
          </p:cNvPr>
          <p:cNvSpPr>
            <a:spLocks noGrp="1"/>
          </p:cNvSpPr>
          <p:nvPr/>
        </p:nvSpPr>
        <p:spPr>
          <a:xfrm>
            <a:off x="8144600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4" name="Stage1_sixpanel_10285">
            <a:extLst>
              <a:ext uri="{FF2B5EF4-FFF2-40B4-BE49-F238E27FC236}">
                <a16:creationId xmlns:a16="http://schemas.microsoft.com/office/drawing/2014/main" id="{4FB1A8A5-3D83-4C1E-BF53-2C4945AF0E78}"/>
              </a:ext>
            </a:extLst>
          </p:cNvPr>
          <p:cNvSpPr>
            <a:spLocks noGrp="1"/>
          </p:cNvSpPr>
          <p:nvPr/>
        </p:nvSpPr>
        <p:spPr>
          <a:xfrm>
            <a:off x="8051842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5" name="Stage1_sixpanel_10286">
            <a:extLst>
              <a:ext uri="{FF2B5EF4-FFF2-40B4-BE49-F238E27FC236}">
                <a16:creationId xmlns:a16="http://schemas.microsoft.com/office/drawing/2014/main" id="{E9E46E57-E5CA-41E4-9517-C83CBF8F7690}"/>
              </a:ext>
            </a:extLst>
          </p:cNvPr>
          <p:cNvSpPr>
            <a:spLocks noGrp="1"/>
          </p:cNvSpPr>
          <p:nvPr/>
        </p:nvSpPr>
        <p:spPr>
          <a:xfrm>
            <a:off x="8206116" y="7464065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6" name="Stage1_sixpanel_10287">
            <a:extLst>
              <a:ext uri="{FF2B5EF4-FFF2-40B4-BE49-F238E27FC236}">
                <a16:creationId xmlns:a16="http://schemas.microsoft.com/office/drawing/2014/main" id="{F7C648AF-75A2-498D-9256-5CDC75150A06}"/>
              </a:ext>
            </a:extLst>
          </p:cNvPr>
          <p:cNvSpPr>
            <a:spLocks noGrp="1"/>
          </p:cNvSpPr>
          <p:nvPr/>
        </p:nvSpPr>
        <p:spPr>
          <a:xfrm>
            <a:off x="8145914" y="684534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7" name="Stage1_sixpanel_10288">
            <a:extLst>
              <a:ext uri="{FF2B5EF4-FFF2-40B4-BE49-F238E27FC236}">
                <a16:creationId xmlns:a16="http://schemas.microsoft.com/office/drawing/2014/main" id="{D5BBC8F8-84EA-4EAE-925B-1C3D3E2E900C}"/>
              </a:ext>
            </a:extLst>
          </p:cNvPr>
          <p:cNvSpPr>
            <a:spLocks noGrp="1"/>
          </p:cNvSpPr>
          <p:nvPr/>
        </p:nvSpPr>
        <p:spPr>
          <a:xfrm>
            <a:off x="8106428" y="7906007"/>
            <a:ext cx="33640" cy="33640"/>
          </a:xfrm>
          <a:prstGeom prst="ellipse">
            <a:avLst/>
          </a:prstGeom>
          <a:solidFill>
            <a:srgbClr val="8B9298">
              <a:alpha val="43000"/>
            </a:srgbClr>
          </a:solidFill>
          <a:ln w="0">
            <a:noFill/>
            <a:prstDash val="solid"/>
          </a:ln>
        </p:spPr>
      </p:sp>
      <p:sp>
        <p:nvSpPr>
          <p:cNvPr id="5118" name="Stage1_sixpanel_10289">
            <a:extLst>
              <a:ext uri="{FF2B5EF4-FFF2-40B4-BE49-F238E27FC236}">
                <a16:creationId xmlns:a16="http://schemas.microsoft.com/office/drawing/2014/main" id="{D83C764A-0061-4964-B69A-23850C85CA05}"/>
              </a:ext>
            </a:extLst>
          </p:cNvPr>
          <p:cNvSpPr>
            <a:spLocks noGrp="1"/>
          </p:cNvSpPr>
          <p:nvPr/>
        </p:nvSpPr>
        <p:spPr>
          <a:xfrm>
            <a:off x="5266291" y="6825044"/>
            <a:ext cx="191" cy="1305496"/>
          </a:xfrm>
          <a:custGeom>
            <a:avLst/>
            <a:gdLst/>
            <a:ahLst/>
            <a:cxnLst/>
            <a:rect l="0" t="0" r="0" b="0"/>
            <a:pathLst>
              <a:path w="191" h="1305496">
                <a:moveTo>
                  <a:pt x="0" y="1305496"/>
                </a:moveTo>
                <a:lnTo>
                  <a:pt x="0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19" name="Stage1_sixpanel_10290">
            <a:extLst>
              <a:ext uri="{FF2B5EF4-FFF2-40B4-BE49-F238E27FC236}">
                <a16:creationId xmlns:a16="http://schemas.microsoft.com/office/drawing/2014/main" id="{5B253EF8-669E-4CA6-B762-F1195598E60D}"/>
              </a:ext>
            </a:extLst>
          </p:cNvPr>
          <p:cNvSpPr>
            <a:spLocks noGrp="1"/>
          </p:cNvSpPr>
          <p:nvPr/>
        </p:nvSpPr>
        <p:spPr>
          <a:xfrm>
            <a:off x="5266291" y="8130540"/>
            <a:ext cx="3139005" cy="191"/>
          </a:xfrm>
          <a:custGeom>
            <a:avLst/>
            <a:gdLst/>
            <a:ahLst/>
            <a:cxnLst/>
            <a:rect l="0" t="0" r="0" b="0"/>
            <a:pathLst>
              <a:path w="3139005" h="191">
                <a:moveTo>
                  <a:pt x="0" y="0"/>
                </a:moveTo>
                <a:lnTo>
                  <a:pt x="3139005" y="0"/>
                </a:lnTo>
              </a:path>
            </a:pathLst>
          </a:custGeom>
          <a:noFill/>
          <a:ln w="10933">
            <a:solidFill>
              <a:srgbClr val="000000"/>
            </a:solidFill>
            <a:prstDash val="solid"/>
          </a:ln>
        </p:spPr>
      </p:sp>
      <p:sp>
        <p:nvSpPr>
          <p:cNvPr id="5120" name="Stage1_sixpanel_10291">
            <a:extLst>
              <a:ext uri="{FF2B5EF4-FFF2-40B4-BE49-F238E27FC236}">
                <a16:creationId xmlns:a16="http://schemas.microsoft.com/office/drawing/2014/main" id="{4E27DA1D-A0A5-4EB9-BBD4-3D0BA7B51A4C}"/>
              </a:ext>
            </a:extLst>
          </p:cNvPr>
          <p:cNvSpPr>
            <a:spLocks noGrp="1"/>
          </p:cNvSpPr>
          <p:nvPr/>
        </p:nvSpPr>
        <p:spPr>
          <a:xfrm>
            <a:off x="5542014" y="6862167"/>
            <a:ext cx="191" cy="572763"/>
          </a:xfrm>
          <a:custGeom>
            <a:avLst/>
            <a:gdLst/>
            <a:ahLst/>
            <a:cxnLst/>
            <a:rect l="0" t="0" r="0" b="0"/>
            <a:pathLst>
              <a:path w="191" h="572763">
                <a:moveTo>
                  <a:pt x="0" y="572763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1" name="Stage1_sixpanel_10292">
            <a:extLst>
              <a:ext uri="{FF2B5EF4-FFF2-40B4-BE49-F238E27FC236}">
                <a16:creationId xmlns:a16="http://schemas.microsoft.com/office/drawing/2014/main" id="{CE5B1F6D-23AB-4D28-B5B7-E771BF303FEB}"/>
              </a:ext>
            </a:extLst>
          </p:cNvPr>
          <p:cNvSpPr>
            <a:spLocks noGrp="1"/>
          </p:cNvSpPr>
          <p:nvPr/>
        </p:nvSpPr>
        <p:spPr>
          <a:xfrm>
            <a:off x="5966204" y="6862167"/>
            <a:ext cx="191" cy="928078"/>
          </a:xfrm>
          <a:custGeom>
            <a:avLst/>
            <a:gdLst/>
            <a:ahLst/>
            <a:cxnLst/>
            <a:rect l="0" t="0" r="0" b="0"/>
            <a:pathLst>
              <a:path w="191" h="928078">
                <a:moveTo>
                  <a:pt x="0" y="92807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2" name="Stage1_sixpanel_10293">
            <a:extLst>
              <a:ext uri="{FF2B5EF4-FFF2-40B4-BE49-F238E27FC236}">
                <a16:creationId xmlns:a16="http://schemas.microsoft.com/office/drawing/2014/main" id="{67DC2F4A-A39A-425B-A1AB-530DC4F346EA}"/>
              </a:ext>
            </a:extLst>
          </p:cNvPr>
          <p:cNvSpPr>
            <a:spLocks noGrp="1"/>
          </p:cNvSpPr>
          <p:nvPr/>
        </p:nvSpPr>
        <p:spPr>
          <a:xfrm>
            <a:off x="6390394" y="8071912"/>
            <a:ext cx="191" cy="27692"/>
          </a:xfrm>
          <a:custGeom>
            <a:avLst/>
            <a:gdLst/>
            <a:ahLst/>
            <a:cxnLst/>
            <a:rect l="0" t="0" r="0" b="0"/>
            <a:pathLst>
              <a:path w="191" h="27692">
                <a:moveTo>
                  <a:pt x="0" y="27692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3" name="Stage1_sixpanel_10294">
            <a:extLst>
              <a:ext uri="{FF2B5EF4-FFF2-40B4-BE49-F238E27FC236}">
                <a16:creationId xmlns:a16="http://schemas.microsoft.com/office/drawing/2014/main" id="{19D34CB0-B5CE-46EF-AEF8-D54624345BAE}"/>
              </a:ext>
            </a:extLst>
          </p:cNvPr>
          <p:cNvSpPr>
            <a:spLocks noGrp="1"/>
          </p:cNvSpPr>
          <p:nvPr/>
        </p:nvSpPr>
        <p:spPr>
          <a:xfrm>
            <a:off x="7281192" y="6862167"/>
            <a:ext cx="191" cy="902298"/>
          </a:xfrm>
          <a:custGeom>
            <a:avLst/>
            <a:gdLst/>
            <a:ahLst/>
            <a:cxnLst/>
            <a:rect l="0" t="0" r="0" b="0"/>
            <a:pathLst>
              <a:path w="191" h="902298">
                <a:moveTo>
                  <a:pt x="0" y="90229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007C83"/>
            </a:solidFill>
            <a:prstDash val="solid"/>
          </a:ln>
        </p:spPr>
      </p:sp>
      <p:sp>
        <p:nvSpPr>
          <p:cNvPr id="5124" name="Stage1_sixpanel_10295">
            <a:extLst>
              <a:ext uri="{FF2B5EF4-FFF2-40B4-BE49-F238E27FC236}">
                <a16:creationId xmlns:a16="http://schemas.microsoft.com/office/drawing/2014/main" id="{B02168A5-959A-4918-ACE6-5D6D216868F6}"/>
              </a:ext>
            </a:extLst>
          </p:cNvPr>
          <p:cNvSpPr>
            <a:spLocks noGrp="1"/>
          </p:cNvSpPr>
          <p:nvPr/>
        </p:nvSpPr>
        <p:spPr>
          <a:xfrm>
            <a:off x="7705382" y="6862167"/>
            <a:ext cx="191" cy="1082758"/>
          </a:xfrm>
          <a:custGeom>
            <a:avLst/>
            <a:gdLst/>
            <a:ahLst/>
            <a:cxnLst/>
            <a:rect l="0" t="0" r="0" b="0"/>
            <a:pathLst>
              <a:path w="191" h="1082758">
                <a:moveTo>
                  <a:pt x="0" y="1082758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566AB4"/>
            </a:solidFill>
            <a:prstDash val="solid"/>
          </a:ln>
        </p:spPr>
      </p:sp>
      <p:sp>
        <p:nvSpPr>
          <p:cNvPr id="5125" name="Stage1_sixpanel_10296">
            <a:extLst>
              <a:ext uri="{FF2B5EF4-FFF2-40B4-BE49-F238E27FC236}">
                <a16:creationId xmlns:a16="http://schemas.microsoft.com/office/drawing/2014/main" id="{C31A3340-F4A7-43F3-AAB5-B00C752699D4}"/>
              </a:ext>
            </a:extLst>
          </p:cNvPr>
          <p:cNvSpPr>
            <a:spLocks noGrp="1"/>
          </p:cNvSpPr>
          <p:nvPr/>
        </p:nvSpPr>
        <p:spPr>
          <a:xfrm>
            <a:off x="8129572" y="6862167"/>
            <a:ext cx="191" cy="1237437"/>
          </a:xfrm>
          <a:custGeom>
            <a:avLst/>
            <a:gdLst/>
            <a:ahLst/>
            <a:cxnLst/>
            <a:rect l="0" t="0" r="0" b="0"/>
            <a:pathLst>
              <a:path w="191" h="1237437">
                <a:moveTo>
                  <a:pt x="0" y="1237437"/>
                </a:moveTo>
                <a:lnTo>
                  <a:pt x="0" y="0"/>
                </a:lnTo>
              </a:path>
            </a:pathLst>
          </a:custGeom>
          <a:noFill/>
          <a:ln w="28594">
            <a:solidFill>
              <a:srgbClr val="8B9298"/>
            </a:solidFill>
            <a:prstDash val="solid"/>
          </a:ln>
        </p:spPr>
      </p:sp>
      <p:sp>
        <p:nvSpPr>
          <p:cNvPr id="5126" name="Stage1_sixpanel_10297">
            <a:extLst>
              <a:ext uri="{FF2B5EF4-FFF2-40B4-BE49-F238E27FC236}">
                <a16:creationId xmlns:a16="http://schemas.microsoft.com/office/drawing/2014/main" id="{8591AE9F-BAEF-4DB6-8E42-8216C8AEC9F7}"/>
              </a:ext>
            </a:extLst>
          </p:cNvPr>
          <p:cNvSpPr>
            <a:spLocks noGrp="1"/>
          </p:cNvSpPr>
          <p:nvPr/>
        </p:nvSpPr>
        <p:spPr>
          <a:xfrm>
            <a:off x="5511692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27" name="Stage1_sixpanel_10298">
            <a:extLst>
              <a:ext uri="{FF2B5EF4-FFF2-40B4-BE49-F238E27FC236}">
                <a16:creationId xmlns:a16="http://schemas.microsoft.com/office/drawing/2014/main" id="{59B7C7F2-D746-4F51-BEA7-636F4BDE40B2}"/>
              </a:ext>
            </a:extLst>
          </p:cNvPr>
          <p:cNvSpPr>
            <a:spLocks noGrp="1"/>
          </p:cNvSpPr>
          <p:nvPr/>
        </p:nvSpPr>
        <p:spPr>
          <a:xfrm>
            <a:off x="5935881" y="724432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28" name="Stage1_sixpanel_10299">
            <a:extLst>
              <a:ext uri="{FF2B5EF4-FFF2-40B4-BE49-F238E27FC236}">
                <a16:creationId xmlns:a16="http://schemas.microsoft.com/office/drawing/2014/main" id="{D01B4B15-864C-409C-81C4-B7F0E1CE6D8A}"/>
              </a:ext>
            </a:extLst>
          </p:cNvPr>
          <p:cNvSpPr>
            <a:spLocks noGrp="1"/>
          </p:cNvSpPr>
          <p:nvPr/>
        </p:nvSpPr>
        <p:spPr>
          <a:xfrm>
            <a:off x="6360071" y="806070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29" name="Stage1_sixpanel_10300">
            <a:extLst>
              <a:ext uri="{FF2B5EF4-FFF2-40B4-BE49-F238E27FC236}">
                <a16:creationId xmlns:a16="http://schemas.microsoft.com/office/drawing/2014/main" id="{50569CE8-B1E6-4A3E-B1A4-EAD31F955652}"/>
              </a:ext>
            </a:extLst>
          </p:cNvPr>
          <p:cNvSpPr>
            <a:spLocks noGrp="1"/>
          </p:cNvSpPr>
          <p:nvPr/>
        </p:nvSpPr>
        <p:spPr>
          <a:xfrm>
            <a:off x="7250870" y="683184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007C83"/>
            </a:solidFill>
            <a:prstDash val="solid"/>
          </a:ln>
        </p:spPr>
      </p:sp>
      <p:sp>
        <p:nvSpPr>
          <p:cNvPr id="5130" name="Stage1_sixpanel_10301">
            <a:extLst>
              <a:ext uri="{FF2B5EF4-FFF2-40B4-BE49-F238E27FC236}">
                <a16:creationId xmlns:a16="http://schemas.microsoft.com/office/drawing/2014/main" id="{869CFDF2-CBCF-4834-A16D-B27C2E893A71}"/>
              </a:ext>
            </a:extLst>
          </p:cNvPr>
          <p:cNvSpPr>
            <a:spLocks noGrp="1"/>
          </p:cNvSpPr>
          <p:nvPr/>
        </p:nvSpPr>
        <p:spPr>
          <a:xfrm>
            <a:off x="7675060" y="7012304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566AB4"/>
            </a:solidFill>
            <a:prstDash val="solid"/>
          </a:ln>
        </p:spPr>
      </p:sp>
      <p:sp>
        <p:nvSpPr>
          <p:cNvPr id="5131" name="Stage1_sixpanel_10302">
            <a:extLst>
              <a:ext uri="{FF2B5EF4-FFF2-40B4-BE49-F238E27FC236}">
                <a16:creationId xmlns:a16="http://schemas.microsoft.com/office/drawing/2014/main" id="{779E9520-28C8-4945-A1D8-40748E1E5CBC}"/>
              </a:ext>
            </a:extLst>
          </p:cNvPr>
          <p:cNvSpPr>
            <a:spLocks noGrp="1"/>
          </p:cNvSpPr>
          <p:nvPr/>
        </p:nvSpPr>
        <p:spPr>
          <a:xfrm>
            <a:off x="8099249" y="7347443"/>
            <a:ext cx="60645" cy="60645"/>
          </a:xfrm>
          <a:prstGeom prst="ellipse">
            <a:avLst/>
          </a:prstGeom>
          <a:solidFill>
            <a:srgbClr val="FFFFFF"/>
          </a:solidFill>
          <a:ln w="13456">
            <a:solidFill>
              <a:srgbClr val="8B9298"/>
            </a:solidFill>
            <a:prstDash val="solid"/>
          </a:ln>
        </p:spPr>
      </p:sp>
      <p:sp>
        <p:nvSpPr>
          <p:cNvPr id="5132" name="text_10303">
            <a:extLst>
              <a:ext uri="{FF2B5EF4-FFF2-40B4-BE49-F238E27FC236}">
                <a16:creationId xmlns:a16="http://schemas.microsoft.com/office/drawing/2014/main" id="{EC931083-BCC6-4F76-B966-FF7AAA5E91B3}"/>
              </a:ext>
            </a:extLst>
          </p:cNvPr>
          <p:cNvSpPr>
            <a:spLocks noGrp="1"/>
          </p:cNvSpPr>
          <p:nvPr/>
        </p:nvSpPr>
        <p:spPr>
          <a:xfrm>
            <a:off x="2686324" y="259646"/>
            <a:ext cx="858994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ligands</a:t>
            </a:r>
          </a:p>
        </p:txBody>
      </p:sp>
      <p:sp>
        <p:nvSpPr>
          <p:cNvPr id="5133" name="text_10304">
            <a:extLst>
              <a:ext uri="{FF2B5EF4-FFF2-40B4-BE49-F238E27FC236}">
                <a16:creationId xmlns:a16="http://schemas.microsoft.com/office/drawing/2014/main" id="{5B8E6EE0-A2EB-402D-9889-CCB0404086EB}"/>
              </a:ext>
            </a:extLst>
          </p:cNvPr>
          <p:cNvSpPr>
            <a:spLocks noGrp="1"/>
          </p:cNvSpPr>
          <p:nvPr/>
        </p:nvSpPr>
        <p:spPr>
          <a:xfrm>
            <a:off x="1220463" y="818495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134" name="text_10305">
            <a:extLst>
              <a:ext uri="{FF2B5EF4-FFF2-40B4-BE49-F238E27FC236}">
                <a16:creationId xmlns:a16="http://schemas.microsoft.com/office/drawing/2014/main" id="{19110271-A818-489D-ACDC-546156FC0B83}"/>
              </a:ext>
            </a:extLst>
          </p:cNvPr>
          <p:cNvSpPr>
            <a:spLocks noGrp="1"/>
          </p:cNvSpPr>
          <p:nvPr/>
        </p:nvSpPr>
        <p:spPr>
          <a:xfrm>
            <a:off x="1623495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033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performance</a:t>
            </a:r>
          </a:p>
        </p:txBody>
      </p:sp>
      <p:sp>
        <p:nvSpPr>
          <p:cNvPr id="5135" name="text_10306">
            <a:extLst>
              <a:ext uri="{FF2B5EF4-FFF2-40B4-BE49-F238E27FC236}">
                <a16:creationId xmlns:a16="http://schemas.microsoft.com/office/drawing/2014/main" id="{ACAA1A18-D162-489D-BFC3-0DE67FE9626C}"/>
              </a:ext>
            </a:extLst>
          </p:cNvPr>
          <p:cNvSpPr>
            <a:spLocks noGrp="1"/>
          </p:cNvSpPr>
          <p:nvPr/>
        </p:nvSpPr>
        <p:spPr>
          <a:xfrm>
            <a:off x="1220463" y="32090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5136" name="text_10307">
            <a:extLst>
              <a:ext uri="{FF2B5EF4-FFF2-40B4-BE49-F238E27FC236}">
                <a16:creationId xmlns:a16="http://schemas.microsoft.com/office/drawing/2014/main" id="{F4E9B4B1-155B-4FD8-BC06-1CDBC7A36FAD}"/>
              </a:ext>
            </a:extLst>
          </p:cNvPr>
          <p:cNvSpPr>
            <a:spLocks noGrp="1"/>
          </p:cNvSpPr>
          <p:nvPr/>
        </p:nvSpPr>
        <p:spPr>
          <a:xfrm>
            <a:off x="1623495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</a:t>
            </a:r>
            <a:r>
              <a:rPr sz="723" b="0" baseline="-2500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5137" name="text_10308">
            <a:extLst>
              <a:ext uri="{FF2B5EF4-FFF2-40B4-BE49-F238E27FC236}">
                <a16:creationId xmlns:a16="http://schemas.microsoft.com/office/drawing/2014/main" id="{E5811A1F-5352-48EE-BBAE-15BA8795C64E}"/>
              </a:ext>
            </a:extLst>
          </p:cNvPr>
          <p:cNvSpPr>
            <a:spLocks noGrp="1"/>
          </p:cNvSpPr>
          <p:nvPr/>
        </p:nvSpPr>
        <p:spPr>
          <a:xfrm>
            <a:off x="1220463" y="6413480"/>
            <a:ext cx="11128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</a:t>
            </a:r>
          </a:p>
        </p:txBody>
      </p:sp>
      <p:sp>
        <p:nvSpPr>
          <p:cNvPr id="5138" name="text_10309">
            <a:extLst>
              <a:ext uri="{FF2B5EF4-FFF2-40B4-BE49-F238E27FC236}">
                <a16:creationId xmlns:a16="http://schemas.microsoft.com/office/drawing/2014/main" id="{98EEED53-D480-4130-889B-982886B22C3A}"/>
              </a:ext>
            </a:extLst>
          </p:cNvPr>
          <p:cNvSpPr>
            <a:spLocks noGrp="1"/>
          </p:cNvSpPr>
          <p:nvPr/>
        </p:nvSpPr>
        <p:spPr>
          <a:xfrm>
            <a:off x="1623495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39" name="text_10310">
            <a:extLst>
              <a:ext uri="{FF2B5EF4-FFF2-40B4-BE49-F238E27FC236}">
                <a16:creationId xmlns:a16="http://schemas.microsoft.com/office/drawing/2014/main" id="{A3C2E376-8711-49B7-98AD-7CE501D760E3}"/>
              </a:ext>
            </a:extLst>
          </p:cNvPr>
          <p:cNvSpPr>
            <a:spLocks noGrp="1"/>
          </p:cNvSpPr>
          <p:nvPr/>
        </p:nvSpPr>
        <p:spPr>
          <a:xfrm>
            <a:off x="6032950" y="261696"/>
            <a:ext cx="1719166" cy="21024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24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4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molecules</a:t>
            </a:r>
          </a:p>
        </p:txBody>
      </p:sp>
      <p:sp>
        <p:nvSpPr>
          <p:cNvPr id="5140" name="text_10311">
            <a:extLst>
              <a:ext uri="{FF2B5EF4-FFF2-40B4-BE49-F238E27FC236}">
                <a16:creationId xmlns:a16="http://schemas.microsoft.com/office/drawing/2014/main" id="{A0CCF81E-A572-41D0-849F-C3EB4290E8C3}"/>
              </a:ext>
            </a:extLst>
          </p:cNvPr>
          <p:cNvSpPr>
            <a:spLocks noGrp="1"/>
          </p:cNvSpPr>
          <p:nvPr/>
        </p:nvSpPr>
        <p:spPr>
          <a:xfrm>
            <a:off x="4863258" y="818495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5141" name="text_10312">
            <a:extLst>
              <a:ext uri="{FF2B5EF4-FFF2-40B4-BE49-F238E27FC236}">
                <a16:creationId xmlns:a16="http://schemas.microsoft.com/office/drawing/2014/main" id="{F825ADC2-8344-4CD9-B5CF-BF0189F8E5CF}"/>
              </a:ext>
            </a:extLst>
          </p:cNvPr>
          <p:cNvSpPr>
            <a:spLocks noGrp="1"/>
          </p:cNvSpPr>
          <p:nvPr/>
        </p:nvSpPr>
        <p:spPr>
          <a:xfrm>
            <a:off x="5266291" y="871453"/>
            <a:ext cx="846749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Overall </a:t>
            </a:r>
            <a:r>
              <a:rPr lang="en-US" altLang="zh-CN"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performance</a:t>
            </a:r>
            <a:endParaRPr sz="1033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2" name="text_10313">
            <a:extLst>
              <a:ext uri="{FF2B5EF4-FFF2-40B4-BE49-F238E27FC236}">
                <a16:creationId xmlns:a16="http://schemas.microsoft.com/office/drawing/2014/main" id="{8D34CEE5-FFEA-44D3-8D5D-B7D7D88E16D1}"/>
              </a:ext>
            </a:extLst>
          </p:cNvPr>
          <p:cNvSpPr>
            <a:spLocks noGrp="1"/>
          </p:cNvSpPr>
          <p:nvPr/>
        </p:nvSpPr>
        <p:spPr>
          <a:xfrm>
            <a:off x="4863258" y="3209080"/>
            <a:ext cx="121457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5143" name="text_10314">
            <a:extLst>
              <a:ext uri="{FF2B5EF4-FFF2-40B4-BE49-F238E27FC236}">
                <a16:creationId xmlns:a16="http://schemas.microsoft.com/office/drawing/2014/main" id="{43E98E29-1C29-46ED-B050-C0DCDEAEDBE6}"/>
              </a:ext>
            </a:extLst>
          </p:cNvPr>
          <p:cNvSpPr>
            <a:spLocks noGrp="1"/>
          </p:cNvSpPr>
          <p:nvPr/>
        </p:nvSpPr>
        <p:spPr>
          <a:xfrm>
            <a:off x="5266291" y="3262038"/>
            <a:ext cx="1668033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</a:t>
            </a:r>
            <a:r>
              <a:rPr sz="723" b="0" baseline="-25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0.3</a:t>
            </a:r>
          </a:p>
        </p:txBody>
      </p:sp>
      <p:sp>
        <p:nvSpPr>
          <p:cNvPr id="5144" name="text_10315">
            <a:extLst>
              <a:ext uri="{FF2B5EF4-FFF2-40B4-BE49-F238E27FC236}">
                <a16:creationId xmlns:a16="http://schemas.microsoft.com/office/drawing/2014/main" id="{81B83B59-FF6E-4B45-B64B-976C05218FFF}"/>
              </a:ext>
            </a:extLst>
          </p:cNvPr>
          <p:cNvSpPr>
            <a:spLocks noGrp="1"/>
          </p:cNvSpPr>
          <p:nvPr/>
        </p:nvSpPr>
        <p:spPr>
          <a:xfrm>
            <a:off x="4863258" y="6413480"/>
            <a:ext cx="70021" cy="23127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5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5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</a:t>
            </a:r>
          </a:p>
        </p:txBody>
      </p:sp>
      <p:sp>
        <p:nvSpPr>
          <p:cNvPr id="5145" name="text_10316">
            <a:extLst>
              <a:ext uri="{FF2B5EF4-FFF2-40B4-BE49-F238E27FC236}">
                <a16:creationId xmlns:a16="http://schemas.microsoft.com/office/drawing/2014/main" id="{68EEE477-CAB5-4C28-B6FA-3C0CD435C86F}"/>
              </a:ext>
            </a:extLst>
          </p:cNvPr>
          <p:cNvSpPr>
            <a:spLocks noGrp="1"/>
          </p:cNvSpPr>
          <p:nvPr/>
        </p:nvSpPr>
        <p:spPr>
          <a:xfrm>
            <a:off x="5266291" y="6466438"/>
            <a:ext cx="1741241" cy="1639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3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3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detection · τ = 0.3</a:t>
            </a:r>
          </a:p>
        </p:txBody>
      </p:sp>
      <p:sp>
        <p:nvSpPr>
          <p:cNvPr id="5146" name="Stage1_sixpanel_10317">
            <a:extLst>
              <a:ext uri="{FF2B5EF4-FFF2-40B4-BE49-F238E27FC236}">
                <a16:creationId xmlns:a16="http://schemas.microsoft.com/office/drawing/2014/main" id="{4C0CAD29-99AF-410C-A9EE-7E1F83E90FD6}"/>
              </a:ext>
            </a:extLst>
          </p:cNvPr>
          <p:cNvSpPr>
            <a:spLocks noGrp="1"/>
          </p:cNvSpPr>
          <p:nvPr/>
        </p:nvSpPr>
        <p:spPr>
          <a:xfrm>
            <a:off x="2001725" y="697023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007C83"/>
          </a:solidFill>
          <a:ln w="0">
            <a:noFill/>
            <a:prstDash val="solid"/>
          </a:ln>
        </p:spPr>
      </p:sp>
      <p:sp>
        <p:nvSpPr>
          <p:cNvPr id="5147" name="text_10318">
            <a:extLst>
              <a:ext uri="{FF2B5EF4-FFF2-40B4-BE49-F238E27FC236}">
                <a16:creationId xmlns:a16="http://schemas.microsoft.com/office/drawing/2014/main" id="{40E35367-151E-47F3-8DE8-C8452AFD64DB}"/>
              </a:ext>
            </a:extLst>
          </p:cNvPr>
          <p:cNvSpPr>
            <a:spLocks noGrp="1"/>
          </p:cNvSpPr>
          <p:nvPr/>
        </p:nvSpPr>
        <p:spPr>
          <a:xfrm>
            <a:off x="2166317" y="664656"/>
            <a:ext cx="292608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deposited receptor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48" name="Stage1_sixpanel_10319">
            <a:extLst>
              <a:ext uri="{FF2B5EF4-FFF2-40B4-BE49-F238E27FC236}">
                <a16:creationId xmlns:a16="http://schemas.microsoft.com/office/drawing/2014/main" id="{8CD0C08F-45FB-4ECB-8B53-42F2E2C82A38}"/>
              </a:ext>
            </a:extLst>
          </p:cNvPr>
          <p:cNvSpPr>
            <a:spLocks noGrp="1"/>
          </p:cNvSpPr>
          <p:nvPr/>
        </p:nvSpPr>
        <p:spPr>
          <a:xfrm>
            <a:off x="4346259" y="705489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566AB4"/>
          </a:solidFill>
          <a:ln w="0">
            <a:noFill/>
            <a:prstDash val="solid"/>
          </a:ln>
        </p:spPr>
      </p:sp>
      <p:sp>
        <p:nvSpPr>
          <p:cNvPr id="5149" name="text_10320">
            <a:extLst>
              <a:ext uri="{FF2B5EF4-FFF2-40B4-BE49-F238E27FC236}">
                <a16:creationId xmlns:a16="http://schemas.microsoft.com/office/drawing/2014/main" id="{5FAD71FD-5E0F-42C2-B6A7-F67C03DA5F84}"/>
              </a:ext>
            </a:extLst>
          </p:cNvPr>
          <p:cNvSpPr>
            <a:spLocks noGrp="1"/>
          </p:cNvSpPr>
          <p:nvPr/>
        </p:nvSpPr>
        <p:spPr>
          <a:xfrm>
            <a:off x="4529139" y="664656"/>
            <a:ext cx="301752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 err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LigandSeek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-Find</a:t>
            </a:r>
            <a:r>
              <a:rPr lang="en-US"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CryoAtom2 receptor</a:t>
            </a:r>
            <a:r>
              <a:rPr lang="en-US" sz="98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</a:t>
            </a:r>
            <a:endParaRPr sz="980" b="0" dirty="0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150" name="Stage1_sixpanel_10321">
            <a:extLst>
              <a:ext uri="{FF2B5EF4-FFF2-40B4-BE49-F238E27FC236}">
                <a16:creationId xmlns:a16="http://schemas.microsoft.com/office/drawing/2014/main" id="{4A98CD9D-DA58-4298-857D-2EDE24815FC4}"/>
              </a:ext>
            </a:extLst>
          </p:cNvPr>
          <p:cNvSpPr>
            <a:spLocks noGrp="1"/>
          </p:cNvSpPr>
          <p:nvPr/>
        </p:nvSpPr>
        <p:spPr>
          <a:xfrm>
            <a:off x="6757522" y="701256"/>
            <a:ext cx="124468" cy="87127"/>
          </a:xfrm>
          <a:custGeom>
            <a:avLst/>
            <a:gdLst/>
            <a:ahLst/>
            <a:cxnLst/>
            <a:rect l="0" t="0" r="0" b="0"/>
            <a:pathLst>
              <a:path w="124468" h="87127">
                <a:moveTo>
                  <a:pt x="0" y="87127"/>
                </a:moveTo>
                <a:lnTo>
                  <a:pt x="124468" y="87127"/>
                </a:lnTo>
                <a:lnTo>
                  <a:pt x="124468" y="0"/>
                </a:lnTo>
                <a:lnTo>
                  <a:pt x="0" y="0"/>
                </a:lnTo>
                <a:lnTo>
                  <a:pt x="0" y="87127"/>
                </a:lnTo>
                <a:close/>
              </a:path>
            </a:pathLst>
          </a:custGeom>
          <a:solidFill>
            <a:srgbClr val="8B9298"/>
          </a:solidFill>
          <a:ln w="0">
            <a:noFill/>
            <a:prstDash val="solid"/>
          </a:ln>
        </p:spPr>
      </p:sp>
      <p:sp>
        <p:nvSpPr>
          <p:cNvPr id="5151" name="text_10322">
            <a:extLst>
              <a:ext uri="{FF2B5EF4-FFF2-40B4-BE49-F238E27FC236}">
                <a16:creationId xmlns:a16="http://schemas.microsoft.com/office/drawing/2014/main" id="{58D089E4-11D4-4E1D-AE16-A73AE0D7F1DA}"/>
              </a:ext>
            </a:extLst>
          </p:cNvPr>
          <p:cNvSpPr>
            <a:spLocks noGrp="1"/>
          </p:cNvSpPr>
          <p:nvPr/>
        </p:nvSpPr>
        <p:spPr>
          <a:xfrm>
            <a:off x="6948868" y="664656"/>
            <a:ext cx="1371600" cy="15558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8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Emap2lig-Find</a:t>
            </a:r>
          </a:p>
        </p:txBody>
      </p:sp>
    </p:spTree>
    <p:extLst>
      <p:ext uri="{BB962C8B-B14F-4D97-AF65-F5344CB8AC3E}">
        <p14:creationId xmlns:p14="http://schemas.microsoft.com/office/powerpoint/2010/main" val="161245658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5" name="01_find_only_0">
            <a:extLst>
              <a:ext uri="{FF2B5EF4-FFF2-40B4-BE49-F238E27FC236}">
                <a16:creationId xmlns:a16="http://schemas.microsoft.com/office/drawing/2014/main" id="{0C29EC50-882D-4AD9-A72B-077BB64B1234}"/>
              </a:ext>
            </a:extLst>
          </p:cNvPr>
          <p:cNvSpPr>
            <a:spLocks noGrp="1"/>
          </p:cNvSpPr>
          <p:nvPr/>
        </p:nvSpPr>
        <p:spPr>
          <a:xfrm>
            <a:off x="1462290" y="1741731"/>
            <a:ext cx="6600243" cy="5316862"/>
          </a:xfrm>
          <a:custGeom>
            <a:avLst/>
            <a:gdLst/>
            <a:ahLst/>
            <a:cxnLst/>
            <a:rect l="0" t="0" r="0" b="0"/>
            <a:pathLst>
              <a:path w="6480000" h="5220000">
                <a:moveTo>
                  <a:pt x="0" y="5220000"/>
                </a:moveTo>
                <a:lnTo>
                  <a:pt x="6480000" y="5220000"/>
                </a:lnTo>
                <a:lnTo>
                  <a:pt x="6480000" y="0"/>
                </a:lnTo>
                <a:lnTo>
                  <a:pt x="0" y="0"/>
                </a:lnTo>
                <a:lnTo>
                  <a:pt x="0" y="5220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1_find_only_1">
            <a:extLst>
              <a:ext uri="{FF2B5EF4-FFF2-40B4-BE49-F238E27FC236}">
                <a16:creationId xmlns:a16="http://schemas.microsoft.com/office/drawing/2014/main" id="{FF72BC82-FEEB-4683-B9CC-A67E09C9CF2D}"/>
              </a:ext>
            </a:extLst>
          </p:cNvPr>
          <p:cNvSpPr>
            <a:spLocks noGrp="1"/>
          </p:cNvSpPr>
          <p:nvPr/>
        </p:nvSpPr>
        <p:spPr>
          <a:xfrm>
            <a:off x="2023311" y="2858272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1_find_only_2">
            <a:extLst>
              <a:ext uri="{FF2B5EF4-FFF2-40B4-BE49-F238E27FC236}">
                <a16:creationId xmlns:a16="http://schemas.microsoft.com/office/drawing/2014/main" id="{64FCD328-CB22-43B6-A764-6E8E6E896FD9}"/>
              </a:ext>
            </a:extLst>
          </p:cNvPr>
          <p:cNvSpPr>
            <a:spLocks noGrp="1"/>
          </p:cNvSpPr>
          <p:nvPr/>
        </p:nvSpPr>
        <p:spPr>
          <a:xfrm>
            <a:off x="2227022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07" y="1257449"/>
                </a:lnTo>
                <a:lnTo>
                  <a:pt x="2780" y="1246883"/>
                </a:lnTo>
                <a:lnTo>
                  <a:pt x="6073" y="1236316"/>
                </a:lnTo>
                <a:lnTo>
                  <a:pt x="10367" y="1225749"/>
                </a:lnTo>
                <a:lnTo>
                  <a:pt x="15384" y="1215182"/>
                </a:lnTo>
                <a:lnTo>
                  <a:pt x="20823" y="1204615"/>
                </a:lnTo>
                <a:lnTo>
                  <a:pt x="26385" y="1194049"/>
                </a:lnTo>
                <a:lnTo>
                  <a:pt x="31798" y="1183482"/>
                </a:lnTo>
                <a:lnTo>
                  <a:pt x="36840" y="1172915"/>
                </a:lnTo>
                <a:lnTo>
                  <a:pt x="41344" y="1162348"/>
                </a:lnTo>
                <a:lnTo>
                  <a:pt x="45210" y="1151781"/>
                </a:lnTo>
                <a:lnTo>
                  <a:pt x="48393" y="1141215"/>
                </a:lnTo>
                <a:lnTo>
                  <a:pt x="50904" y="1130648"/>
                </a:lnTo>
                <a:lnTo>
                  <a:pt x="52786" y="1120081"/>
                </a:lnTo>
                <a:lnTo>
                  <a:pt x="54114" y="1109514"/>
                </a:lnTo>
                <a:lnTo>
                  <a:pt x="54970" y="1098947"/>
                </a:lnTo>
                <a:lnTo>
                  <a:pt x="55441" y="1088381"/>
                </a:lnTo>
                <a:lnTo>
                  <a:pt x="55608" y="1077814"/>
                </a:lnTo>
                <a:lnTo>
                  <a:pt x="55541" y="1067247"/>
                </a:lnTo>
                <a:lnTo>
                  <a:pt x="55295" y="1056680"/>
                </a:lnTo>
                <a:lnTo>
                  <a:pt x="54914" y="1046113"/>
                </a:lnTo>
                <a:lnTo>
                  <a:pt x="54429" y="1035547"/>
                </a:lnTo>
                <a:lnTo>
                  <a:pt x="53858" y="1024980"/>
                </a:lnTo>
                <a:lnTo>
                  <a:pt x="53213" y="1014413"/>
                </a:lnTo>
                <a:lnTo>
                  <a:pt x="52502" y="1003846"/>
                </a:lnTo>
                <a:lnTo>
                  <a:pt x="51725" y="993279"/>
                </a:lnTo>
                <a:lnTo>
                  <a:pt x="50884" y="982713"/>
                </a:lnTo>
                <a:lnTo>
                  <a:pt x="49978" y="972146"/>
                </a:lnTo>
                <a:lnTo>
                  <a:pt x="49007" y="961579"/>
                </a:lnTo>
                <a:lnTo>
                  <a:pt x="47975" y="951012"/>
                </a:lnTo>
                <a:lnTo>
                  <a:pt x="46889" y="940445"/>
                </a:lnTo>
                <a:lnTo>
                  <a:pt x="45759" y="929879"/>
                </a:lnTo>
                <a:lnTo>
                  <a:pt x="44603" y="919312"/>
                </a:lnTo>
                <a:lnTo>
                  <a:pt x="43443" y="908745"/>
                </a:lnTo>
                <a:lnTo>
                  <a:pt x="42306" y="898178"/>
                </a:lnTo>
                <a:lnTo>
                  <a:pt x="41222" y="887611"/>
                </a:lnTo>
                <a:lnTo>
                  <a:pt x="40217" y="877045"/>
                </a:lnTo>
                <a:lnTo>
                  <a:pt x="39316" y="866478"/>
                </a:lnTo>
                <a:lnTo>
                  <a:pt x="38530" y="855911"/>
                </a:lnTo>
                <a:lnTo>
                  <a:pt x="37860" y="845344"/>
                </a:lnTo>
                <a:lnTo>
                  <a:pt x="37287" y="834777"/>
                </a:lnTo>
                <a:lnTo>
                  <a:pt x="36777" y="824211"/>
                </a:lnTo>
                <a:lnTo>
                  <a:pt x="36277" y="813644"/>
                </a:lnTo>
                <a:lnTo>
                  <a:pt x="35718" y="803077"/>
                </a:lnTo>
                <a:lnTo>
                  <a:pt x="35024" y="792510"/>
                </a:lnTo>
                <a:lnTo>
                  <a:pt x="34113" y="781943"/>
                </a:lnTo>
                <a:lnTo>
                  <a:pt x="32908" y="771377"/>
                </a:lnTo>
                <a:lnTo>
                  <a:pt x="31348" y="760810"/>
                </a:lnTo>
                <a:lnTo>
                  <a:pt x="29393" y="750243"/>
                </a:lnTo>
                <a:lnTo>
                  <a:pt x="27037" y="739676"/>
                </a:lnTo>
                <a:lnTo>
                  <a:pt x="24313" y="729109"/>
                </a:lnTo>
                <a:lnTo>
                  <a:pt x="21296" y="718543"/>
                </a:lnTo>
                <a:lnTo>
                  <a:pt x="18111" y="707976"/>
                </a:lnTo>
                <a:lnTo>
                  <a:pt x="14918" y="697409"/>
                </a:lnTo>
                <a:lnTo>
                  <a:pt x="11914" y="686842"/>
                </a:lnTo>
                <a:lnTo>
                  <a:pt x="9308" y="676275"/>
                </a:lnTo>
                <a:lnTo>
                  <a:pt x="7311" y="665709"/>
                </a:lnTo>
                <a:lnTo>
                  <a:pt x="6111" y="655142"/>
                </a:lnTo>
                <a:lnTo>
                  <a:pt x="5854" y="644575"/>
                </a:lnTo>
                <a:lnTo>
                  <a:pt x="6629" y="634008"/>
                </a:lnTo>
                <a:lnTo>
                  <a:pt x="8454" y="623441"/>
                </a:lnTo>
                <a:lnTo>
                  <a:pt x="11275" y="612874"/>
                </a:lnTo>
                <a:lnTo>
                  <a:pt x="14969" y="602308"/>
                </a:lnTo>
                <a:lnTo>
                  <a:pt x="19361" y="591741"/>
                </a:lnTo>
                <a:lnTo>
                  <a:pt x="24233" y="581174"/>
                </a:lnTo>
                <a:lnTo>
                  <a:pt x="29357" y="570607"/>
                </a:lnTo>
                <a:lnTo>
                  <a:pt x="34504" y="560040"/>
                </a:lnTo>
                <a:lnTo>
                  <a:pt x="39473" y="549474"/>
                </a:lnTo>
                <a:lnTo>
                  <a:pt x="44099" y="538907"/>
                </a:lnTo>
                <a:lnTo>
                  <a:pt x="48263" y="528340"/>
                </a:lnTo>
                <a:lnTo>
                  <a:pt x="51894" y="517773"/>
                </a:lnTo>
                <a:lnTo>
                  <a:pt x="54965" y="507206"/>
                </a:lnTo>
                <a:lnTo>
                  <a:pt x="57487" y="496640"/>
                </a:lnTo>
                <a:lnTo>
                  <a:pt x="59501" y="486073"/>
                </a:lnTo>
                <a:lnTo>
                  <a:pt x="61066" y="475506"/>
                </a:lnTo>
                <a:lnTo>
                  <a:pt x="62248" y="464939"/>
                </a:lnTo>
                <a:lnTo>
                  <a:pt x="63118" y="454372"/>
                </a:lnTo>
                <a:lnTo>
                  <a:pt x="63743" y="443806"/>
                </a:lnTo>
                <a:lnTo>
                  <a:pt x="64179" y="433239"/>
                </a:lnTo>
                <a:lnTo>
                  <a:pt x="64475" y="422672"/>
                </a:lnTo>
                <a:lnTo>
                  <a:pt x="64673" y="412105"/>
                </a:lnTo>
                <a:lnTo>
                  <a:pt x="64800" y="401538"/>
                </a:lnTo>
                <a:lnTo>
                  <a:pt x="64881" y="390972"/>
                </a:lnTo>
                <a:lnTo>
                  <a:pt x="64931" y="380405"/>
                </a:lnTo>
                <a:lnTo>
                  <a:pt x="64960" y="369838"/>
                </a:lnTo>
                <a:lnTo>
                  <a:pt x="64978" y="359271"/>
                </a:lnTo>
                <a:lnTo>
                  <a:pt x="64988" y="348704"/>
                </a:lnTo>
                <a:lnTo>
                  <a:pt x="64994" y="338138"/>
                </a:lnTo>
                <a:lnTo>
                  <a:pt x="64997" y="327571"/>
                </a:lnTo>
                <a:lnTo>
                  <a:pt x="64998" y="317004"/>
                </a:lnTo>
                <a:lnTo>
                  <a:pt x="64999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1" y="306437"/>
                </a:lnTo>
                <a:lnTo>
                  <a:pt x="65002" y="317004"/>
                </a:lnTo>
                <a:lnTo>
                  <a:pt x="65003" y="327571"/>
                </a:lnTo>
                <a:lnTo>
                  <a:pt x="65006" y="338138"/>
                </a:lnTo>
                <a:lnTo>
                  <a:pt x="65012" y="348704"/>
                </a:lnTo>
                <a:lnTo>
                  <a:pt x="65022" y="359271"/>
                </a:lnTo>
                <a:lnTo>
                  <a:pt x="65040" y="369838"/>
                </a:lnTo>
                <a:lnTo>
                  <a:pt x="65069" y="380405"/>
                </a:lnTo>
                <a:lnTo>
                  <a:pt x="65119" y="390972"/>
                </a:lnTo>
                <a:lnTo>
                  <a:pt x="65200" y="401538"/>
                </a:lnTo>
                <a:lnTo>
                  <a:pt x="65327" y="412105"/>
                </a:lnTo>
                <a:lnTo>
                  <a:pt x="65525" y="422672"/>
                </a:lnTo>
                <a:lnTo>
                  <a:pt x="65821" y="433239"/>
                </a:lnTo>
                <a:lnTo>
                  <a:pt x="66257" y="443806"/>
                </a:lnTo>
                <a:lnTo>
                  <a:pt x="66882" y="454372"/>
                </a:lnTo>
                <a:lnTo>
                  <a:pt x="67752" y="464939"/>
                </a:lnTo>
                <a:lnTo>
                  <a:pt x="68934" y="475506"/>
                </a:lnTo>
                <a:lnTo>
                  <a:pt x="70499" y="486073"/>
                </a:lnTo>
                <a:lnTo>
                  <a:pt x="72513" y="496640"/>
                </a:lnTo>
                <a:lnTo>
                  <a:pt x="75035" y="507206"/>
                </a:lnTo>
                <a:lnTo>
                  <a:pt x="78106" y="517773"/>
                </a:lnTo>
                <a:lnTo>
                  <a:pt x="81737" y="528340"/>
                </a:lnTo>
                <a:lnTo>
                  <a:pt x="85901" y="538907"/>
                </a:lnTo>
                <a:lnTo>
                  <a:pt x="90527" y="549474"/>
                </a:lnTo>
                <a:lnTo>
                  <a:pt x="95496" y="560040"/>
                </a:lnTo>
                <a:lnTo>
                  <a:pt x="100643" y="570607"/>
                </a:lnTo>
                <a:lnTo>
                  <a:pt x="105767" y="581174"/>
                </a:lnTo>
                <a:lnTo>
                  <a:pt x="110639" y="591741"/>
                </a:lnTo>
                <a:lnTo>
                  <a:pt x="115031" y="602308"/>
                </a:lnTo>
                <a:lnTo>
                  <a:pt x="118725" y="612874"/>
                </a:lnTo>
                <a:lnTo>
                  <a:pt x="121546" y="623441"/>
                </a:lnTo>
                <a:lnTo>
                  <a:pt x="123371" y="634008"/>
                </a:lnTo>
                <a:lnTo>
                  <a:pt x="124146" y="644575"/>
                </a:lnTo>
                <a:lnTo>
                  <a:pt x="123889" y="655142"/>
                </a:lnTo>
                <a:lnTo>
                  <a:pt x="122689" y="665709"/>
                </a:lnTo>
                <a:lnTo>
                  <a:pt x="120692" y="676275"/>
                </a:lnTo>
                <a:lnTo>
                  <a:pt x="118086" y="686842"/>
                </a:lnTo>
                <a:lnTo>
                  <a:pt x="115082" y="697409"/>
                </a:lnTo>
                <a:lnTo>
                  <a:pt x="111889" y="707976"/>
                </a:lnTo>
                <a:lnTo>
                  <a:pt x="108704" y="718543"/>
                </a:lnTo>
                <a:lnTo>
                  <a:pt x="105687" y="729109"/>
                </a:lnTo>
                <a:lnTo>
                  <a:pt x="102963" y="739676"/>
                </a:lnTo>
                <a:lnTo>
                  <a:pt x="100607" y="750243"/>
                </a:lnTo>
                <a:lnTo>
                  <a:pt x="98652" y="760810"/>
                </a:lnTo>
                <a:lnTo>
                  <a:pt x="97092" y="771377"/>
                </a:lnTo>
                <a:lnTo>
                  <a:pt x="95887" y="781943"/>
                </a:lnTo>
                <a:lnTo>
                  <a:pt x="94976" y="792510"/>
                </a:lnTo>
                <a:lnTo>
                  <a:pt x="94282" y="803077"/>
                </a:lnTo>
                <a:lnTo>
                  <a:pt x="93723" y="813644"/>
                </a:lnTo>
                <a:lnTo>
                  <a:pt x="93223" y="824211"/>
                </a:lnTo>
                <a:lnTo>
                  <a:pt x="92713" y="834777"/>
                </a:lnTo>
                <a:lnTo>
                  <a:pt x="92140" y="845344"/>
                </a:lnTo>
                <a:lnTo>
                  <a:pt x="91470" y="855911"/>
                </a:lnTo>
                <a:lnTo>
                  <a:pt x="90684" y="866478"/>
                </a:lnTo>
                <a:lnTo>
                  <a:pt x="89783" y="877045"/>
                </a:lnTo>
                <a:lnTo>
                  <a:pt x="88778" y="887611"/>
                </a:lnTo>
                <a:lnTo>
                  <a:pt x="87694" y="898178"/>
                </a:lnTo>
                <a:lnTo>
                  <a:pt x="86557" y="908745"/>
                </a:lnTo>
                <a:lnTo>
                  <a:pt x="85397" y="919312"/>
                </a:lnTo>
                <a:lnTo>
                  <a:pt x="84241" y="929879"/>
                </a:lnTo>
                <a:lnTo>
                  <a:pt x="83111" y="940445"/>
                </a:lnTo>
                <a:lnTo>
                  <a:pt x="82025" y="951012"/>
                </a:lnTo>
                <a:lnTo>
                  <a:pt x="80993" y="961579"/>
                </a:lnTo>
                <a:lnTo>
                  <a:pt x="80022" y="972146"/>
                </a:lnTo>
                <a:lnTo>
                  <a:pt x="79116" y="982713"/>
                </a:lnTo>
                <a:lnTo>
                  <a:pt x="78275" y="993279"/>
                </a:lnTo>
                <a:lnTo>
                  <a:pt x="77498" y="1003846"/>
                </a:lnTo>
                <a:lnTo>
                  <a:pt x="76787" y="1014413"/>
                </a:lnTo>
                <a:lnTo>
                  <a:pt x="76142" y="1024980"/>
                </a:lnTo>
                <a:lnTo>
                  <a:pt x="75571" y="1035547"/>
                </a:lnTo>
                <a:lnTo>
                  <a:pt x="75086" y="1046113"/>
                </a:lnTo>
                <a:lnTo>
                  <a:pt x="74705" y="1056680"/>
                </a:lnTo>
                <a:lnTo>
                  <a:pt x="74459" y="1067247"/>
                </a:lnTo>
                <a:lnTo>
                  <a:pt x="74392" y="1077814"/>
                </a:lnTo>
                <a:lnTo>
                  <a:pt x="74559" y="1088381"/>
                </a:lnTo>
                <a:lnTo>
                  <a:pt x="75030" y="1098947"/>
                </a:lnTo>
                <a:lnTo>
                  <a:pt x="75886" y="1109514"/>
                </a:lnTo>
                <a:lnTo>
                  <a:pt x="77214" y="1120081"/>
                </a:lnTo>
                <a:lnTo>
                  <a:pt x="79096" y="1130648"/>
                </a:lnTo>
                <a:lnTo>
                  <a:pt x="81607" y="1141215"/>
                </a:lnTo>
                <a:lnTo>
                  <a:pt x="84790" y="1151781"/>
                </a:lnTo>
                <a:lnTo>
                  <a:pt x="88656" y="1162348"/>
                </a:lnTo>
                <a:lnTo>
                  <a:pt x="93160" y="1172915"/>
                </a:lnTo>
                <a:lnTo>
                  <a:pt x="98202" y="1183482"/>
                </a:lnTo>
                <a:lnTo>
                  <a:pt x="103615" y="1194049"/>
                </a:lnTo>
                <a:lnTo>
                  <a:pt x="109177" y="1204615"/>
                </a:lnTo>
                <a:lnTo>
                  <a:pt x="114616" y="1215182"/>
                </a:lnTo>
                <a:lnTo>
                  <a:pt x="119634" y="1225749"/>
                </a:lnTo>
                <a:lnTo>
                  <a:pt x="123927" y="1236316"/>
                </a:lnTo>
                <a:lnTo>
                  <a:pt x="127220" y="1246883"/>
                </a:lnTo>
                <a:lnTo>
                  <a:pt x="129293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4" name="01_find_only_3">
            <a:extLst>
              <a:ext uri="{FF2B5EF4-FFF2-40B4-BE49-F238E27FC236}">
                <a16:creationId xmlns:a16="http://schemas.microsoft.com/office/drawing/2014/main" id="{E9820556-9F49-4819-9440-E56FD88A6FE4}"/>
              </a:ext>
            </a:extLst>
          </p:cNvPr>
          <p:cNvSpPr>
            <a:spLocks noGrp="1"/>
          </p:cNvSpPr>
          <p:nvPr/>
        </p:nvSpPr>
        <p:spPr>
          <a:xfrm>
            <a:off x="2481661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0964" y="1268016"/>
                </a:moveTo>
                <a:lnTo>
                  <a:pt x="49036" y="1268016"/>
                </a:lnTo>
                <a:lnTo>
                  <a:pt x="49199" y="1257449"/>
                </a:lnTo>
                <a:lnTo>
                  <a:pt x="49676" y="1246883"/>
                </a:lnTo>
                <a:lnTo>
                  <a:pt x="50434" y="1236316"/>
                </a:lnTo>
                <a:lnTo>
                  <a:pt x="51421" y="1225749"/>
                </a:lnTo>
                <a:lnTo>
                  <a:pt x="52572" y="1215182"/>
                </a:lnTo>
                <a:lnTo>
                  <a:pt x="53818" y="1204615"/>
                </a:lnTo>
                <a:lnTo>
                  <a:pt x="55089" y="1194049"/>
                </a:lnTo>
                <a:lnTo>
                  <a:pt x="56324" y="1183482"/>
                </a:lnTo>
                <a:lnTo>
                  <a:pt x="57472" y="1172915"/>
                </a:lnTo>
                <a:lnTo>
                  <a:pt x="58498" y="1162348"/>
                </a:lnTo>
                <a:lnTo>
                  <a:pt x="59379" y="1151781"/>
                </a:lnTo>
                <a:lnTo>
                  <a:pt x="60109" y="1141215"/>
                </a:lnTo>
                <a:lnTo>
                  <a:pt x="60693" y="1130648"/>
                </a:lnTo>
                <a:lnTo>
                  <a:pt x="61141" y="1120081"/>
                </a:lnTo>
                <a:lnTo>
                  <a:pt x="61473" y="1109514"/>
                </a:lnTo>
                <a:lnTo>
                  <a:pt x="61708" y="1098947"/>
                </a:lnTo>
                <a:lnTo>
                  <a:pt x="61863" y="1088381"/>
                </a:lnTo>
                <a:lnTo>
                  <a:pt x="61955" y="1077814"/>
                </a:lnTo>
                <a:lnTo>
                  <a:pt x="61998" y="1067247"/>
                </a:lnTo>
                <a:lnTo>
                  <a:pt x="61999" y="1056680"/>
                </a:lnTo>
                <a:lnTo>
                  <a:pt x="61965" y="1046113"/>
                </a:lnTo>
                <a:lnTo>
                  <a:pt x="61899" y="1035547"/>
                </a:lnTo>
                <a:lnTo>
                  <a:pt x="61803" y="1024980"/>
                </a:lnTo>
                <a:lnTo>
                  <a:pt x="61679" y="1014413"/>
                </a:lnTo>
                <a:lnTo>
                  <a:pt x="61527" y="1003846"/>
                </a:lnTo>
                <a:lnTo>
                  <a:pt x="61349" y="993279"/>
                </a:lnTo>
                <a:lnTo>
                  <a:pt x="61149" y="982713"/>
                </a:lnTo>
                <a:lnTo>
                  <a:pt x="60929" y="972146"/>
                </a:lnTo>
                <a:lnTo>
                  <a:pt x="60695" y="961579"/>
                </a:lnTo>
                <a:lnTo>
                  <a:pt x="60453" y="951012"/>
                </a:lnTo>
                <a:lnTo>
                  <a:pt x="60207" y="940445"/>
                </a:lnTo>
                <a:lnTo>
                  <a:pt x="59967" y="929879"/>
                </a:lnTo>
                <a:lnTo>
                  <a:pt x="59739" y="919312"/>
                </a:lnTo>
                <a:lnTo>
                  <a:pt x="59531" y="908745"/>
                </a:lnTo>
                <a:lnTo>
                  <a:pt x="59350" y="898178"/>
                </a:lnTo>
                <a:lnTo>
                  <a:pt x="59202" y="887611"/>
                </a:lnTo>
                <a:lnTo>
                  <a:pt x="59093" y="877045"/>
                </a:lnTo>
                <a:lnTo>
                  <a:pt x="59023" y="866478"/>
                </a:lnTo>
                <a:lnTo>
                  <a:pt x="58991" y="855911"/>
                </a:lnTo>
                <a:lnTo>
                  <a:pt x="58991" y="845344"/>
                </a:lnTo>
                <a:lnTo>
                  <a:pt x="59014" y="834777"/>
                </a:lnTo>
                <a:lnTo>
                  <a:pt x="59045" y="824211"/>
                </a:lnTo>
                <a:lnTo>
                  <a:pt x="59065" y="813644"/>
                </a:lnTo>
                <a:lnTo>
                  <a:pt x="59051" y="803077"/>
                </a:lnTo>
                <a:lnTo>
                  <a:pt x="58978" y="792510"/>
                </a:lnTo>
                <a:lnTo>
                  <a:pt x="58820" y="781943"/>
                </a:lnTo>
                <a:lnTo>
                  <a:pt x="58554" y="771377"/>
                </a:lnTo>
                <a:lnTo>
                  <a:pt x="58159" y="760810"/>
                </a:lnTo>
                <a:lnTo>
                  <a:pt x="57620" y="750243"/>
                </a:lnTo>
                <a:lnTo>
                  <a:pt x="56932" y="739676"/>
                </a:lnTo>
                <a:lnTo>
                  <a:pt x="56102" y="729109"/>
                </a:lnTo>
                <a:lnTo>
                  <a:pt x="55148" y="718543"/>
                </a:lnTo>
                <a:lnTo>
                  <a:pt x="54103" y="707976"/>
                </a:lnTo>
                <a:lnTo>
                  <a:pt x="53012" y="697409"/>
                </a:lnTo>
                <a:lnTo>
                  <a:pt x="51929" y="686842"/>
                </a:lnTo>
                <a:lnTo>
                  <a:pt x="50914" y="676275"/>
                </a:lnTo>
                <a:lnTo>
                  <a:pt x="50029" y="665709"/>
                </a:lnTo>
                <a:lnTo>
                  <a:pt x="49327" y="655142"/>
                </a:lnTo>
                <a:lnTo>
                  <a:pt x="48853" y="644575"/>
                </a:lnTo>
                <a:lnTo>
                  <a:pt x="48633" y="634008"/>
                </a:lnTo>
                <a:lnTo>
                  <a:pt x="48673" y="623441"/>
                </a:lnTo>
                <a:lnTo>
                  <a:pt x="48959" y="612874"/>
                </a:lnTo>
                <a:lnTo>
                  <a:pt x="49458" y="602308"/>
                </a:lnTo>
                <a:lnTo>
                  <a:pt x="50118" y="591741"/>
                </a:lnTo>
                <a:lnTo>
                  <a:pt x="50879" y="581174"/>
                </a:lnTo>
                <a:lnTo>
                  <a:pt x="51675" y="570607"/>
                </a:lnTo>
                <a:lnTo>
                  <a:pt x="52443" y="560040"/>
                </a:lnTo>
                <a:lnTo>
                  <a:pt x="53127" y="549474"/>
                </a:lnTo>
                <a:lnTo>
                  <a:pt x="53685" y="538907"/>
                </a:lnTo>
                <a:lnTo>
                  <a:pt x="54088" y="528340"/>
                </a:lnTo>
                <a:lnTo>
                  <a:pt x="54326" y="517773"/>
                </a:lnTo>
                <a:lnTo>
                  <a:pt x="54404" y="507206"/>
                </a:lnTo>
                <a:lnTo>
                  <a:pt x="54339" y="496640"/>
                </a:lnTo>
                <a:lnTo>
                  <a:pt x="54161" y="486073"/>
                </a:lnTo>
                <a:lnTo>
                  <a:pt x="53904" y="475506"/>
                </a:lnTo>
                <a:lnTo>
                  <a:pt x="53609" y="464939"/>
                </a:lnTo>
                <a:lnTo>
                  <a:pt x="53311" y="454372"/>
                </a:lnTo>
                <a:lnTo>
                  <a:pt x="53044" y="443806"/>
                </a:lnTo>
                <a:lnTo>
                  <a:pt x="52834" y="433239"/>
                </a:lnTo>
                <a:lnTo>
                  <a:pt x="52697" y="422672"/>
                </a:lnTo>
                <a:lnTo>
                  <a:pt x="52642" y="412105"/>
                </a:lnTo>
                <a:lnTo>
                  <a:pt x="52669" y="401538"/>
                </a:lnTo>
                <a:lnTo>
                  <a:pt x="52771" y="390972"/>
                </a:lnTo>
                <a:lnTo>
                  <a:pt x="52937" y="380405"/>
                </a:lnTo>
                <a:lnTo>
                  <a:pt x="53153" y="369838"/>
                </a:lnTo>
                <a:lnTo>
                  <a:pt x="53405" y="359271"/>
                </a:lnTo>
                <a:lnTo>
                  <a:pt x="53683" y="348704"/>
                </a:lnTo>
                <a:lnTo>
                  <a:pt x="53978" y="338138"/>
                </a:lnTo>
                <a:lnTo>
                  <a:pt x="54285" y="327571"/>
                </a:lnTo>
                <a:lnTo>
                  <a:pt x="54606" y="317004"/>
                </a:lnTo>
                <a:lnTo>
                  <a:pt x="54941" y="306437"/>
                </a:lnTo>
                <a:lnTo>
                  <a:pt x="55293" y="295870"/>
                </a:lnTo>
                <a:lnTo>
                  <a:pt x="55667" y="285304"/>
                </a:lnTo>
                <a:lnTo>
                  <a:pt x="56061" y="274737"/>
                </a:lnTo>
                <a:lnTo>
                  <a:pt x="56475" y="264170"/>
                </a:lnTo>
                <a:lnTo>
                  <a:pt x="56900" y="253603"/>
                </a:lnTo>
                <a:lnTo>
                  <a:pt x="57325" y="243036"/>
                </a:lnTo>
                <a:lnTo>
                  <a:pt x="57730" y="232470"/>
                </a:lnTo>
                <a:lnTo>
                  <a:pt x="58087" y="221903"/>
                </a:lnTo>
                <a:lnTo>
                  <a:pt x="58362" y="211336"/>
                </a:lnTo>
                <a:lnTo>
                  <a:pt x="58508" y="200769"/>
                </a:lnTo>
                <a:lnTo>
                  <a:pt x="58469" y="190202"/>
                </a:lnTo>
                <a:lnTo>
                  <a:pt x="58179" y="179636"/>
                </a:lnTo>
                <a:lnTo>
                  <a:pt x="57561" y="169069"/>
                </a:lnTo>
                <a:lnTo>
                  <a:pt x="56531" y="158502"/>
                </a:lnTo>
                <a:lnTo>
                  <a:pt x="55004" y="147935"/>
                </a:lnTo>
                <a:lnTo>
                  <a:pt x="52900" y="137368"/>
                </a:lnTo>
                <a:lnTo>
                  <a:pt x="50154" y="126802"/>
                </a:lnTo>
                <a:lnTo>
                  <a:pt x="46727" y="116235"/>
                </a:lnTo>
                <a:lnTo>
                  <a:pt x="42620" y="105668"/>
                </a:lnTo>
                <a:lnTo>
                  <a:pt x="37884" y="95101"/>
                </a:lnTo>
                <a:lnTo>
                  <a:pt x="32626" y="84534"/>
                </a:lnTo>
                <a:lnTo>
                  <a:pt x="27018" y="73968"/>
                </a:lnTo>
                <a:lnTo>
                  <a:pt x="21286" y="63401"/>
                </a:lnTo>
                <a:lnTo>
                  <a:pt x="15703" y="52834"/>
                </a:lnTo>
                <a:lnTo>
                  <a:pt x="10569" y="42267"/>
                </a:lnTo>
                <a:lnTo>
                  <a:pt x="6186" y="31700"/>
                </a:lnTo>
                <a:lnTo>
                  <a:pt x="2830" y="21134"/>
                </a:lnTo>
                <a:lnTo>
                  <a:pt x="720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80" y="10567"/>
                </a:lnTo>
                <a:lnTo>
                  <a:pt x="127170" y="21134"/>
                </a:lnTo>
                <a:lnTo>
                  <a:pt x="123814" y="31700"/>
                </a:lnTo>
                <a:lnTo>
                  <a:pt x="119431" y="42267"/>
                </a:lnTo>
                <a:lnTo>
                  <a:pt x="114297" y="52834"/>
                </a:lnTo>
                <a:lnTo>
                  <a:pt x="108714" y="63401"/>
                </a:lnTo>
                <a:lnTo>
                  <a:pt x="102982" y="73968"/>
                </a:lnTo>
                <a:lnTo>
                  <a:pt x="97374" y="84534"/>
                </a:lnTo>
                <a:lnTo>
                  <a:pt x="92116" y="95101"/>
                </a:lnTo>
                <a:lnTo>
                  <a:pt x="87380" y="105668"/>
                </a:lnTo>
                <a:lnTo>
                  <a:pt x="83273" y="116235"/>
                </a:lnTo>
                <a:lnTo>
                  <a:pt x="79846" y="126802"/>
                </a:lnTo>
                <a:lnTo>
                  <a:pt x="77100" y="137368"/>
                </a:lnTo>
                <a:lnTo>
                  <a:pt x="74996" y="147935"/>
                </a:lnTo>
                <a:lnTo>
                  <a:pt x="73469" y="158502"/>
                </a:lnTo>
                <a:lnTo>
                  <a:pt x="72439" y="169069"/>
                </a:lnTo>
                <a:lnTo>
                  <a:pt x="71821" y="179636"/>
                </a:lnTo>
                <a:lnTo>
                  <a:pt x="71531" y="190202"/>
                </a:lnTo>
                <a:lnTo>
                  <a:pt x="71492" y="200769"/>
                </a:lnTo>
                <a:lnTo>
                  <a:pt x="71638" y="211336"/>
                </a:lnTo>
                <a:lnTo>
                  <a:pt x="71913" y="221903"/>
                </a:lnTo>
                <a:lnTo>
                  <a:pt x="72270" y="232470"/>
                </a:lnTo>
                <a:lnTo>
                  <a:pt x="72675" y="243036"/>
                </a:lnTo>
                <a:lnTo>
                  <a:pt x="73100" y="253603"/>
                </a:lnTo>
                <a:lnTo>
                  <a:pt x="73525" y="264170"/>
                </a:lnTo>
                <a:lnTo>
                  <a:pt x="73939" y="274737"/>
                </a:lnTo>
                <a:lnTo>
                  <a:pt x="74333" y="285304"/>
                </a:lnTo>
                <a:lnTo>
                  <a:pt x="74707" y="295870"/>
                </a:lnTo>
                <a:lnTo>
                  <a:pt x="75059" y="306437"/>
                </a:lnTo>
                <a:lnTo>
                  <a:pt x="75394" y="317004"/>
                </a:lnTo>
                <a:lnTo>
                  <a:pt x="75715" y="327571"/>
                </a:lnTo>
                <a:lnTo>
                  <a:pt x="76022" y="338138"/>
                </a:lnTo>
                <a:lnTo>
                  <a:pt x="76317" y="348704"/>
                </a:lnTo>
                <a:lnTo>
                  <a:pt x="76595" y="359271"/>
                </a:lnTo>
                <a:lnTo>
                  <a:pt x="76847" y="369838"/>
                </a:lnTo>
                <a:lnTo>
                  <a:pt x="77063" y="380405"/>
                </a:lnTo>
                <a:lnTo>
                  <a:pt x="77229" y="390972"/>
                </a:lnTo>
                <a:lnTo>
                  <a:pt x="77331" y="401538"/>
                </a:lnTo>
                <a:lnTo>
                  <a:pt x="77358" y="412105"/>
                </a:lnTo>
                <a:lnTo>
                  <a:pt x="77303" y="422672"/>
                </a:lnTo>
                <a:lnTo>
                  <a:pt x="77166" y="433239"/>
                </a:lnTo>
                <a:lnTo>
                  <a:pt x="76956" y="443806"/>
                </a:lnTo>
                <a:lnTo>
                  <a:pt x="76689" y="454372"/>
                </a:lnTo>
                <a:lnTo>
                  <a:pt x="76391" y="464939"/>
                </a:lnTo>
                <a:lnTo>
                  <a:pt x="76096" y="475506"/>
                </a:lnTo>
                <a:lnTo>
                  <a:pt x="75839" y="486073"/>
                </a:lnTo>
                <a:lnTo>
                  <a:pt x="75661" y="496640"/>
                </a:lnTo>
                <a:lnTo>
                  <a:pt x="75596" y="507206"/>
                </a:lnTo>
                <a:lnTo>
                  <a:pt x="75674" y="517773"/>
                </a:lnTo>
                <a:lnTo>
                  <a:pt x="75912" y="528340"/>
                </a:lnTo>
                <a:lnTo>
                  <a:pt x="76315" y="538907"/>
                </a:lnTo>
                <a:lnTo>
                  <a:pt x="76873" y="549474"/>
                </a:lnTo>
                <a:lnTo>
                  <a:pt x="77557" y="560040"/>
                </a:lnTo>
                <a:lnTo>
                  <a:pt x="78325" y="570607"/>
                </a:lnTo>
                <a:lnTo>
                  <a:pt x="79121" y="581174"/>
                </a:lnTo>
                <a:lnTo>
                  <a:pt x="79882" y="591741"/>
                </a:lnTo>
                <a:lnTo>
                  <a:pt x="80542" y="602308"/>
                </a:lnTo>
                <a:lnTo>
                  <a:pt x="81041" y="612874"/>
                </a:lnTo>
                <a:lnTo>
                  <a:pt x="81327" y="623441"/>
                </a:lnTo>
                <a:lnTo>
                  <a:pt x="81367" y="634008"/>
                </a:lnTo>
                <a:lnTo>
                  <a:pt x="81147" y="644575"/>
                </a:lnTo>
                <a:lnTo>
                  <a:pt x="80673" y="655142"/>
                </a:lnTo>
                <a:lnTo>
                  <a:pt x="79971" y="665709"/>
                </a:lnTo>
                <a:lnTo>
                  <a:pt x="79086" y="676275"/>
                </a:lnTo>
                <a:lnTo>
                  <a:pt x="78071" y="686842"/>
                </a:lnTo>
                <a:lnTo>
                  <a:pt x="76988" y="697409"/>
                </a:lnTo>
                <a:lnTo>
                  <a:pt x="75897" y="707976"/>
                </a:lnTo>
                <a:lnTo>
                  <a:pt x="74852" y="718543"/>
                </a:lnTo>
                <a:lnTo>
                  <a:pt x="73898" y="729109"/>
                </a:lnTo>
                <a:lnTo>
                  <a:pt x="73068" y="739676"/>
                </a:lnTo>
                <a:lnTo>
                  <a:pt x="72380" y="750243"/>
                </a:lnTo>
                <a:lnTo>
                  <a:pt x="71841" y="760810"/>
                </a:lnTo>
                <a:lnTo>
                  <a:pt x="71446" y="771377"/>
                </a:lnTo>
                <a:lnTo>
                  <a:pt x="71180" y="781943"/>
                </a:lnTo>
                <a:lnTo>
                  <a:pt x="71022" y="792510"/>
                </a:lnTo>
                <a:lnTo>
                  <a:pt x="70949" y="803077"/>
                </a:lnTo>
                <a:lnTo>
                  <a:pt x="70935" y="813644"/>
                </a:lnTo>
                <a:lnTo>
                  <a:pt x="70955" y="824211"/>
                </a:lnTo>
                <a:lnTo>
                  <a:pt x="70986" y="834777"/>
                </a:lnTo>
                <a:lnTo>
                  <a:pt x="71009" y="845344"/>
                </a:lnTo>
                <a:lnTo>
                  <a:pt x="71009" y="855911"/>
                </a:lnTo>
                <a:lnTo>
                  <a:pt x="70977" y="866478"/>
                </a:lnTo>
                <a:lnTo>
                  <a:pt x="70907" y="877045"/>
                </a:lnTo>
                <a:lnTo>
                  <a:pt x="70798" y="887611"/>
                </a:lnTo>
                <a:lnTo>
                  <a:pt x="70650" y="898178"/>
                </a:lnTo>
                <a:lnTo>
                  <a:pt x="70469" y="908745"/>
                </a:lnTo>
                <a:lnTo>
                  <a:pt x="70261" y="919312"/>
                </a:lnTo>
                <a:lnTo>
                  <a:pt x="70033" y="929879"/>
                </a:lnTo>
                <a:lnTo>
                  <a:pt x="69793" y="940445"/>
                </a:lnTo>
                <a:lnTo>
                  <a:pt x="69547" y="951012"/>
                </a:lnTo>
                <a:lnTo>
                  <a:pt x="69305" y="961579"/>
                </a:lnTo>
                <a:lnTo>
                  <a:pt x="69071" y="972146"/>
                </a:lnTo>
                <a:lnTo>
                  <a:pt x="68851" y="982713"/>
                </a:lnTo>
                <a:lnTo>
                  <a:pt x="68651" y="993279"/>
                </a:lnTo>
                <a:lnTo>
                  <a:pt x="68473" y="1003846"/>
                </a:lnTo>
                <a:lnTo>
                  <a:pt x="68321" y="1014413"/>
                </a:lnTo>
                <a:lnTo>
                  <a:pt x="68197" y="1024980"/>
                </a:lnTo>
                <a:lnTo>
                  <a:pt x="68101" y="1035547"/>
                </a:lnTo>
                <a:lnTo>
                  <a:pt x="68035" y="1046113"/>
                </a:lnTo>
                <a:lnTo>
                  <a:pt x="68001" y="1056680"/>
                </a:lnTo>
                <a:lnTo>
                  <a:pt x="68002" y="1067247"/>
                </a:lnTo>
                <a:lnTo>
                  <a:pt x="68045" y="1077814"/>
                </a:lnTo>
                <a:lnTo>
                  <a:pt x="68137" y="1088381"/>
                </a:lnTo>
                <a:lnTo>
                  <a:pt x="68292" y="1098947"/>
                </a:lnTo>
                <a:lnTo>
                  <a:pt x="68527" y="1109514"/>
                </a:lnTo>
                <a:lnTo>
                  <a:pt x="68859" y="1120081"/>
                </a:lnTo>
                <a:lnTo>
                  <a:pt x="69307" y="1130648"/>
                </a:lnTo>
                <a:lnTo>
                  <a:pt x="69891" y="1141215"/>
                </a:lnTo>
                <a:lnTo>
                  <a:pt x="70621" y="1151781"/>
                </a:lnTo>
                <a:lnTo>
                  <a:pt x="71502" y="1162348"/>
                </a:lnTo>
                <a:lnTo>
                  <a:pt x="72528" y="1172915"/>
                </a:lnTo>
                <a:lnTo>
                  <a:pt x="73676" y="1183482"/>
                </a:lnTo>
                <a:lnTo>
                  <a:pt x="74911" y="1194049"/>
                </a:lnTo>
                <a:lnTo>
                  <a:pt x="76182" y="1204615"/>
                </a:lnTo>
                <a:lnTo>
                  <a:pt x="77428" y="1215182"/>
                </a:lnTo>
                <a:lnTo>
                  <a:pt x="78579" y="1225749"/>
                </a:lnTo>
                <a:lnTo>
                  <a:pt x="79566" y="1236316"/>
                </a:lnTo>
                <a:lnTo>
                  <a:pt x="80324" y="1246883"/>
                </a:lnTo>
                <a:lnTo>
                  <a:pt x="80801" y="1257449"/>
                </a:lnTo>
                <a:lnTo>
                  <a:pt x="80964" y="1268016"/>
                </a:lnTo>
                <a:lnTo>
                  <a:pt x="80964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5" name="01_find_only_4">
            <a:extLst>
              <a:ext uri="{FF2B5EF4-FFF2-40B4-BE49-F238E27FC236}">
                <a16:creationId xmlns:a16="http://schemas.microsoft.com/office/drawing/2014/main" id="{524AA670-F532-458B-9CF1-19432040B143}"/>
              </a:ext>
            </a:extLst>
          </p:cNvPr>
          <p:cNvSpPr>
            <a:spLocks noGrp="1"/>
          </p:cNvSpPr>
          <p:nvPr/>
        </p:nvSpPr>
        <p:spPr>
          <a:xfrm>
            <a:off x="2990939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76990" y="1268016"/>
                </a:moveTo>
                <a:lnTo>
                  <a:pt x="53010" y="1268016"/>
                </a:lnTo>
                <a:lnTo>
                  <a:pt x="53133" y="1257449"/>
                </a:lnTo>
                <a:lnTo>
                  <a:pt x="53495" y="1246883"/>
                </a:lnTo>
                <a:lnTo>
                  <a:pt x="54070" y="1236316"/>
                </a:lnTo>
                <a:lnTo>
                  <a:pt x="54820" y="1225749"/>
                </a:lnTo>
                <a:lnTo>
                  <a:pt x="55697" y="1215182"/>
                </a:lnTo>
                <a:lnTo>
                  <a:pt x="56648" y="1204615"/>
                </a:lnTo>
                <a:lnTo>
                  <a:pt x="57622" y="1194049"/>
                </a:lnTo>
                <a:lnTo>
                  <a:pt x="58571" y="1183482"/>
                </a:lnTo>
                <a:lnTo>
                  <a:pt x="59459" y="1172915"/>
                </a:lnTo>
                <a:lnTo>
                  <a:pt x="60256" y="1162348"/>
                </a:lnTo>
                <a:lnTo>
                  <a:pt x="60946" y="1151781"/>
                </a:lnTo>
                <a:lnTo>
                  <a:pt x="61522" y="1141215"/>
                </a:lnTo>
                <a:lnTo>
                  <a:pt x="61985" y="1130648"/>
                </a:lnTo>
                <a:lnTo>
                  <a:pt x="62343" y="1120081"/>
                </a:lnTo>
                <a:lnTo>
                  <a:pt x="62608" y="1109514"/>
                </a:lnTo>
                <a:lnTo>
                  <a:pt x="62793" y="1098947"/>
                </a:lnTo>
                <a:lnTo>
                  <a:pt x="62910" y="1088381"/>
                </a:lnTo>
                <a:lnTo>
                  <a:pt x="62972" y="1077814"/>
                </a:lnTo>
                <a:lnTo>
                  <a:pt x="62987" y="1067247"/>
                </a:lnTo>
                <a:lnTo>
                  <a:pt x="62963" y="1056680"/>
                </a:lnTo>
                <a:lnTo>
                  <a:pt x="62905" y="1046113"/>
                </a:lnTo>
                <a:lnTo>
                  <a:pt x="62819" y="1035547"/>
                </a:lnTo>
                <a:lnTo>
                  <a:pt x="62705" y="1024980"/>
                </a:lnTo>
                <a:lnTo>
                  <a:pt x="62568" y="1014413"/>
                </a:lnTo>
                <a:lnTo>
                  <a:pt x="62409" y="1003846"/>
                </a:lnTo>
                <a:lnTo>
                  <a:pt x="62232" y="993279"/>
                </a:lnTo>
                <a:lnTo>
                  <a:pt x="62039" y="982713"/>
                </a:lnTo>
                <a:lnTo>
                  <a:pt x="61835" y="972146"/>
                </a:lnTo>
                <a:lnTo>
                  <a:pt x="61623" y="961579"/>
                </a:lnTo>
                <a:lnTo>
                  <a:pt x="61409" y="951012"/>
                </a:lnTo>
                <a:lnTo>
                  <a:pt x="61196" y="940445"/>
                </a:lnTo>
                <a:lnTo>
                  <a:pt x="60991" y="929879"/>
                </a:lnTo>
                <a:lnTo>
                  <a:pt x="60799" y="919312"/>
                </a:lnTo>
                <a:lnTo>
                  <a:pt x="60626" y="908745"/>
                </a:lnTo>
                <a:lnTo>
                  <a:pt x="60477" y="898178"/>
                </a:lnTo>
                <a:lnTo>
                  <a:pt x="60358" y="887611"/>
                </a:lnTo>
                <a:lnTo>
                  <a:pt x="60271" y="877045"/>
                </a:lnTo>
                <a:lnTo>
                  <a:pt x="60220" y="866478"/>
                </a:lnTo>
                <a:lnTo>
                  <a:pt x="60204" y="855911"/>
                </a:lnTo>
                <a:lnTo>
                  <a:pt x="60221" y="845344"/>
                </a:lnTo>
                <a:lnTo>
                  <a:pt x="60264" y="834777"/>
                </a:lnTo>
                <a:lnTo>
                  <a:pt x="60326" y="824211"/>
                </a:lnTo>
                <a:lnTo>
                  <a:pt x="60394" y="813644"/>
                </a:lnTo>
                <a:lnTo>
                  <a:pt x="60456" y="803077"/>
                </a:lnTo>
                <a:lnTo>
                  <a:pt x="60496" y="792510"/>
                </a:lnTo>
                <a:lnTo>
                  <a:pt x="60501" y="781943"/>
                </a:lnTo>
                <a:lnTo>
                  <a:pt x="60455" y="771377"/>
                </a:lnTo>
                <a:lnTo>
                  <a:pt x="60346" y="760810"/>
                </a:lnTo>
                <a:lnTo>
                  <a:pt x="60166" y="750243"/>
                </a:lnTo>
                <a:lnTo>
                  <a:pt x="59910" y="739676"/>
                </a:lnTo>
                <a:lnTo>
                  <a:pt x="59579" y="729109"/>
                </a:lnTo>
                <a:lnTo>
                  <a:pt x="59181" y="718543"/>
                </a:lnTo>
                <a:lnTo>
                  <a:pt x="58730" y="707976"/>
                </a:lnTo>
                <a:lnTo>
                  <a:pt x="58246" y="697409"/>
                </a:lnTo>
                <a:lnTo>
                  <a:pt x="57753" y="686842"/>
                </a:lnTo>
                <a:lnTo>
                  <a:pt x="57279" y="676275"/>
                </a:lnTo>
                <a:lnTo>
                  <a:pt x="56851" y="665709"/>
                </a:lnTo>
                <a:lnTo>
                  <a:pt x="56494" y="655142"/>
                </a:lnTo>
                <a:lnTo>
                  <a:pt x="56229" y="644575"/>
                </a:lnTo>
                <a:lnTo>
                  <a:pt x="56068" y="634008"/>
                </a:lnTo>
                <a:lnTo>
                  <a:pt x="56014" y="623441"/>
                </a:lnTo>
                <a:lnTo>
                  <a:pt x="56062" y="612874"/>
                </a:lnTo>
                <a:lnTo>
                  <a:pt x="56195" y="602308"/>
                </a:lnTo>
                <a:lnTo>
                  <a:pt x="56392" y="591741"/>
                </a:lnTo>
                <a:lnTo>
                  <a:pt x="56626" y="581174"/>
                </a:lnTo>
                <a:lnTo>
                  <a:pt x="56867" y="570607"/>
                </a:lnTo>
                <a:lnTo>
                  <a:pt x="57088" y="560040"/>
                </a:lnTo>
                <a:lnTo>
                  <a:pt x="57263" y="549474"/>
                </a:lnTo>
                <a:lnTo>
                  <a:pt x="57374" y="538907"/>
                </a:lnTo>
                <a:lnTo>
                  <a:pt x="57411" y="528340"/>
                </a:lnTo>
                <a:lnTo>
                  <a:pt x="57369" y="517773"/>
                </a:lnTo>
                <a:lnTo>
                  <a:pt x="57255" y="507206"/>
                </a:lnTo>
                <a:lnTo>
                  <a:pt x="57081" y="496640"/>
                </a:lnTo>
                <a:lnTo>
                  <a:pt x="56864" y="486073"/>
                </a:lnTo>
                <a:lnTo>
                  <a:pt x="56628" y="475506"/>
                </a:lnTo>
                <a:lnTo>
                  <a:pt x="56395" y="464939"/>
                </a:lnTo>
                <a:lnTo>
                  <a:pt x="56191" y="454372"/>
                </a:lnTo>
                <a:lnTo>
                  <a:pt x="56034" y="443806"/>
                </a:lnTo>
                <a:lnTo>
                  <a:pt x="55942" y="433239"/>
                </a:lnTo>
                <a:lnTo>
                  <a:pt x="55923" y="422672"/>
                </a:lnTo>
                <a:lnTo>
                  <a:pt x="55981" y="412105"/>
                </a:lnTo>
                <a:lnTo>
                  <a:pt x="56110" y="401538"/>
                </a:lnTo>
                <a:lnTo>
                  <a:pt x="56303" y="390972"/>
                </a:lnTo>
                <a:lnTo>
                  <a:pt x="56544" y="380405"/>
                </a:lnTo>
                <a:lnTo>
                  <a:pt x="56818" y="369838"/>
                </a:lnTo>
                <a:lnTo>
                  <a:pt x="57108" y="359271"/>
                </a:lnTo>
                <a:lnTo>
                  <a:pt x="57399" y="348704"/>
                </a:lnTo>
                <a:lnTo>
                  <a:pt x="57680" y="338138"/>
                </a:lnTo>
                <a:lnTo>
                  <a:pt x="57943" y="327571"/>
                </a:lnTo>
                <a:lnTo>
                  <a:pt x="58185" y="317004"/>
                </a:lnTo>
                <a:lnTo>
                  <a:pt x="58405" y="306437"/>
                </a:lnTo>
                <a:lnTo>
                  <a:pt x="58606" y="295870"/>
                </a:lnTo>
                <a:lnTo>
                  <a:pt x="58792" y="285304"/>
                </a:lnTo>
                <a:lnTo>
                  <a:pt x="58968" y="274737"/>
                </a:lnTo>
                <a:lnTo>
                  <a:pt x="59136" y="264170"/>
                </a:lnTo>
                <a:lnTo>
                  <a:pt x="59295" y="253603"/>
                </a:lnTo>
                <a:lnTo>
                  <a:pt x="59443" y="243036"/>
                </a:lnTo>
                <a:lnTo>
                  <a:pt x="59568" y="232470"/>
                </a:lnTo>
                <a:lnTo>
                  <a:pt x="59654" y="221903"/>
                </a:lnTo>
                <a:lnTo>
                  <a:pt x="59674" y="211336"/>
                </a:lnTo>
                <a:lnTo>
                  <a:pt x="59590" y="200769"/>
                </a:lnTo>
                <a:lnTo>
                  <a:pt x="59352" y="190202"/>
                </a:lnTo>
                <a:lnTo>
                  <a:pt x="58898" y="179636"/>
                </a:lnTo>
                <a:lnTo>
                  <a:pt x="58150" y="169069"/>
                </a:lnTo>
                <a:lnTo>
                  <a:pt x="57025" y="158502"/>
                </a:lnTo>
                <a:lnTo>
                  <a:pt x="55433" y="147935"/>
                </a:lnTo>
                <a:lnTo>
                  <a:pt x="53289" y="137368"/>
                </a:lnTo>
                <a:lnTo>
                  <a:pt x="50519" y="126802"/>
                </a:lnTo>
                <a:lnTo>
                  <a:pt x="47078" y="116235"/>
                </a:lnTo>
                <a:lnTo>
                  <a:pt x="42959" y="105668"/>
                </a:lnTo>
                <a:lnTo>
                  <a:pt x="38207" y="95101"/>
                </a:lnTo>
                <a:lnTo>
                  <a:pt x="32925" y="84534"/>
                </a:lnTo>
                <a:lnTo>
                  <a:pt x="27283" y="73968"/>
                </a:lnTo>
                <a:lnTo>
                  <a:pt x="21508" y="63401"/>
                </a:lnTo>
                <a:lnTo>
                  <a:pt x="15876" y="52834"/>
                </a:lnTo>
                <a:lnTo>
                  <a:pt x="10691" y="42267"/>
                </a:lnTo>
                <a:lnTo>
                  <a:pt x="6260" y="31700"/>
                </a:lnTo>
                <a:lnTo>
                  <a:pt x="2864" y="21134"/>
                </a:lnTo>
                <a:lnTo>
                  <a:pt x="729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71" y="10567"/>
                </a:lnTo>
                <a:lnTo>
                  <a:pt x="127136" y="21134"/>
                </a:lnTo>
                <a:lnTo>
                  <a:pt x="123740" y="31700"/>
                </a:lnTo>
                <a:lnTo>
                  <a:pt x="119309" y="42267"/>
                </a:lnTo>
                <a:lnTo>
                  <a:pt x="114124" y="52834"/>
                </a:lnTo>
                <a:lnTo>
                  <a:pt x="108492" y="63401"/>
                </a:lnTo>
                <a:lnTo>
                  <a:pt x="102717" y="73968"/>
                </a:lnTo>
                <a:lnTo>
                  <a:pt x="97075" y="84534"/>
                </a:lnTo>
                <a:lnTo>
                  <a:pt x="91793" y="95101"/>
                </a:lnTo>
                <a:lnTo>
                  <a:pt x="87041" y="105668"/>
                </a:lnTo>
                <a:lnTo>
                  <a:pt x="82922" y="116235"/>
                </a:lnTo>
                <a:lnTo>
                  <a:pt x="79481" y="126802"/>
                </a:lnTo>
                <a:lnTo>
                  <a:pt x="76711" y="137368"/>
                </a:lnTo>
                <a:lnTo>
                  <a:pt x="74567" y="147935"/>
                </a:lnTo>
                <a:lnTo>
                  <a:pt x="72975" y="158502"/>
                </a:lnTo>
                <a:lnTo>
                  <a:pt x="71850" y="169069"/>
                </a:lnTo>
                <a:lnTo>
                  <a:pt x="71102" y="179636"/>
                </a:lnTo>
                <a:lnTo>
                  <a:pt x="70648" y="190202"/>
                </a:lnTo>
                <a:lnTo>
                  <a:pt x="70410" y="200769"/>
                </a:lnTo>
                <a:lnTo>
                  <a:pt x="70326" y="211336"/>
                </a:lnTo>
                <a:lnTo>
                  <a:pt x="70346" y="221903"/>
                </a:lnTo>
                <a:lnTo>
                  <a:pt x="70432" y="232470"/>
                </a:lnTo>
                <a:lnTo>
                  <a:pt x="70557" y="243036"/>
                </a:lnTo>
                <a:lnTo>
                  <a:pt x="70705" y="253603"/>
                </a:lnTo>
                <a:lnTo>
                  <a:pt x="70864" y="264170"/>
                </a:lnTo>
                <a:lnTo>
                  <a:pt x="71032" y="274737"/>
                </a:lnTo>
                <a:lnTo>
                  <a:pt x="71208" y="285304"/>
                </a:lnTo>
                <a:lnTo>
                  <a:pt x="71394" y="295870"/>
                </a:lnTo>
                <a:lnTo>
                  <a:pt x="71595" y="306437"/>
                </a:lnTo>
                <a:lnTo>
                  <a:pt x="71815" y="317004"/>
                </a:lnTo>
                <a:lnTo>
                  <a:pt x="72057" y="327571"/>
                </a:lnTo>
                <a:lnTo>
                  <a:pt x="72320" y="338138"/>
                </a:lnTo>
                <a:lnTo>
                  <a:pt x="72601" y="348704"/>
                </a:lnTo>
                <a:lnTo>
                  <a:pt x="72892" y="359271"/>
                </a:lnTo>
                <a:lnTo>
                  <a:pt x="73182" y="369838"/>
                </a:lnTo>
                <a:lnTo>
                  <a:pt x="73456" y="380405"/>
                </a:lnTo>
                <a:lnTo>
                  <a:pt x="73697" y="390972"/>
                </a:lnTo>
                <a:lnTo>
                  <a:pt x="73890" y="401538"/>
                </a:lnTo>
                <a:lnTo>
                  <a:pt x="74019" y="412105"/>
                </a:lnTo>
                <a:lnTo>
                  <a:pt x="74077" y="422672"/>
                </a:lnTo>
                <a:lnTo>
                  <a:pt x="74058" y="433239"/>
                </a:lnTo>
                <a:lnTo>
                  <a:pt x="73966" y="443806"/>
                </a:lnTo>
                <a:lnTo>
                  <a:pt x="73809" y="454372"/>
                </a:lnTo>
                <a:lnTo>
                  <a:pt x="73605" y="464939"/>
                </a:lnTo>
                <a:lnTo>
                  <a:pt x="73372" y="475506"/>
                </a:lnTo>
                <a:lnTo>
                  <a:pt x="73136" y="486073"/>
                </a:lnTo>
                <a:lnTo>
                  <a:pt x="72919" y="496640"/>
                </a:lnTo>
                <a:lnTo>
                  <a:pt x="72745" y="507206"/>
                </a:lnTo>
                <a:lnTo>
                  <a:pt x="72631" y="517773"/>
                </a:lnTo>
                <a:lnTo>
                  <a:pt x="72589" y="528340"/>
                </a:lnTo>
                <a:lnTo>
                  <a:pt x="72626" y="538907"/>
                </a:lnTo>
                <a:lnTo>
                  <a:pt x="72737" y="549474"/>
                </a:lnTo>
                <a:lnTo>
                  <a:pt x="72912" y="560040"/>
                </a:lnTo>
                <a:lnTo>
                  <a:pt x="73133" y="570607"/>
                </a:lnTo>
                <a:lnTo>
                  <a:pt x="73374" y="581174"/>
                </a:lnTo>
                <a:lnTo>
                  <a:pt x="73608" y="591741"/>
                </a:lnTo>
                <a:lnTo>
                  <a:pt x="73805" y="602308"/>
                </a:lnTo>
                <a:lnTo>
                  <a:pt x="73938" y="612874"/>
                </a:lnTo>
                <a:lnTo>
                  <a:pt x="73986" y="623441"/>
                </a:lnTo>
                <a:lnTo>
                  <a:pt x="73932" y="634008"/>
                </a:lnTo>
                <a:lnTo>
                  <a:pt x="73771" y="644575"/>
                </a:lnTo>
                <a:lnTo>
                  <a:pt x="73506" y="655142"/>
                </a:lnTo>
                <a:lnTo>
                  <a:pt x="73149" y="665709"/>
                </a:lnTo>
                <a:lnTo>
                  <a:pt x="72721" y="676275"/>
                </a:lnTo>
                <a:lnTo>
                  <a:pt x="72247" y="686842"/>
                </a:lnTo>
                <a:lnTo>
                  <a:pt x="71754" y="697409"/>
                </a:lnTo>
                <a:lnTo>
                  <a:pt x="71270" y="707976"/>
                </a:lnTo>
                <a:lnTo>
                  <a:pt x="70819" y="718543"/>
                </a:lnTo>
                <a:lnTo>
                  <a:pt x="70421" y="729109"/>
                </a:lnTo>
                <a:lnTo>
                  <a:pt x="70090" y="739676"/>
                </a:lnTo>
                <a:lnTo>
                  <a:pt x="69834" y="750243"/>
                </a:lnTo>
                <a:lnTo>
                  <a:pt x="69654" y="760810"/>
                </a:lnTo>
                <a:lnTo>
                  <a:pt x="69545" y="771377"/>
                </a:lnTo>
                <a:lnTo>
                  <a:pt x="69499" y="781943"/>
                </a:lnTo>
                <a:lnTo>
                  <a:pt x="69504" y="792510"/>
                </a:lnTo>
                <a:lnTo>
                  <a:pt x="69544" y="803077"/>
                </a:lnTo>
                <a:lnTo>
                  <a:pt x="69606" y="813644"/>
                </a:lnTo>
                <a:lnTo>
                  <a:pt x="69674" y="824211"/>
                </a:lnTo>
                <a:lnTo>
                  <a:pt x="69736" y="834777"/>
                </a:lnTo>
                <a:lnTo>
                  <a:pt x="69779" y="845344"/>
                </a:lnTo>
                <a:lnTo>
                  <a:pt x="69796" y="855911"/>
                </a:lnTo>
                <a:lnTo>
                  <a:pt x="69780" y="866478"/>
                </a:lnTo>
                <a:lnTo>
                  <a:pt x="69729" y="877045"/>
                </a:lnTo>
                <a:lnTo>
                  <a:pt x="69642" y="887611"/>
                </a:lnTo>
                <a:lnTo>
                  <a:pt x="69523" y="898178"/>
                </a:lnTo>
                <a:lnTo>
                  <a:pt x="69374" y="908745"/>
                </a:lnTo>
                <a:lnTo>
                  <a:pt x="69201" y="919312"/>
                </a:lnTo>
                <a:lnTo>
                  <a:pt x="69009" y="929879"/>
                </a:lnTo>
                <a:lnTo>
                  <a:pt x="68804" y="940445"/>
                </a:lnTo>
                <a:lnTo>
                  <a:pt x="68591" y="951012"/>
                </a:lnTo>
                <a:lnTo>
                  <a:pt x="68377" y="961579"/>
                </a:lnTo>
                <a:lnTo>
                  <a:pt x="68165" y="972146"/>
                </a:lnTo>
                <a:lnTo>
                  <a:pt x="67961" y="982713"/>
                </a:lnTo>
                <a:lnTo>
                  <a:pt x="67768" y="993279"/>
                </a:lnTo>
                <a:lnTo>
                  <a:pt x="67591" y="1003846"/>
                </a:lnTo>
                <a:lnTo>
                  <a:pt x="67432" y="1014413"/>
                </a:lnTo>
                <a:lnTo>
                  <a:pt x="67295" y="1024980"/>
                </a:lnTo>
                <a:lnTo>
                  <a:pt x="67181" y="1035547"/>
                </a:lnTo>
                <a:lnTo>
                  <a:pt x="67095" y="1046113"/>
                </a:lnTo>
                <a:lnTo>
                  <a:pt x="67037" y="1056680"/>
                </a:lnTo>
                <a:lnTo>
                  <a:pt x="67013" y="1067247"/>
                </a:lnTo>
                <a:lnTo>
                  <a:pt x="67028" y="1077814"/>
                </a:lnTo>
                <a:lnTo>
                  <a:pt x="67090" y="1088381"/>
                </a:lnTo>
                <a:lnTo>
                  <a:pt x="67207" y="1098947"/>
                </a:lnTo>
                <a:lnTo>
                  <a:pt x="67392" y="1109514"/>
                </a:lnTo>
                <a:lnTo>
                  <a:pt x="67657" y="1120081"/>
                </a:lnTo>
                <a:lnTo>
                  <a:pt x="68015" y="1130648"/>
                </a:lnTo>
                <a:lnTo>
                  <a:pt x="68478" y="1141215"/>
                </a:lnTo>
                <a:lnTo>
                  <a:pt x="69054" y="1151781"/>
                </a:lnTo>
                <a:lnTo>
                  <a:pt x="69744" y="1162348"/>
                </a:lnTo>
                <a:lnTo>
                  <a:pt x="70541" y="1172915"/>
                </a:lnTo>
                <a:lnTo>
                  <a:pt x="71429" y="1183482"/>
                </a:lnTo>
                <a:lnTo>
                  <a:pt x="72378" y="1194049"/>
                </a:lnTo>
                <a:lnTo>
                  <a:pt x="73352" y="1204615"/>
                </a:lnTo>
                <a:lnTo>
                  <a:pt x="74303" y="1215182"/>
                </a:lnTo>
                <a:lnTo>
                  <a:pt x="75180" y="1225749"/>
                </a:lnTo>
                <a:lnTo>
                  <a:pt x="75930" y="1236316"/>
                </a:lnTo>
                <a:lnTo>
                  <a:pt x="76505" y="1246883"/>
                </a:lnTo>
                <a:lnTo>
                  <a:pt x="76867" y="1257449"/>
                </a:lnTo>
                <a:lnTo>
                  <a:pt x="76990" y="1268016"/>
                </a:lnTo>
                <a:lnTo>
                  <a:pt x="76990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6" name="01_find_only_5">
            <a:extLst>
              <a:ext uri="{FF2B5EF4-FFF2-40B4-BE49-F238E27FC236}">
                <a16:creationId xmlns:a16="http://schemas.microsoft.com/office/drawing/2014/main" id="{D58FDCC6-37D2-40CA-ADBD-EBE3B5946E0F}"/>
              </a:ext>
            </a:extLst>
          </p:cNvPr>
          <p:cNvSpPr>
            <a:spLocks noGrp="1"/>
          </p:cNvSpPr>
          <p:nvPr/>
        </p:nvSpPr>
        <p:spPr>
          <a:xfrm>
            <a:off x="3500217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75202" y="1268016"/>
                </a:moveTo>
                <a:lnTo>
                  <a:pt x="54798" y="1268016"/>
                </a:lnTo>
                <a:lnTo>
                  <a:pt x="54898" y="1257449"/>
                </a:lnTo>
                <a:lnTo>
                  <a:pt x="55190" y="1246883"/>
                </a:lnTo>
                <a:lnTo>
                  <a:pt x="55655" y="1236316"/>
                </a:lnTo>
                <a:lnTo>
                  <a:pt x="56259" y="1225749"/>
                </a:lnTo>
                <a:lnTo>
                  <a:pt x="56963" y="1215182"/>
                </a:lnTo>
                <a:lnTo>
                  <a:pt x="57723" y="1204615"/>
                </a:lnTo>
                <a:lnTo>
                  <a:pt x="58498" y="1194049"/>
                </a:lnTo>
                <a:lnTo>
                  <a:pt x="59250" y="1183482"/>
                </a:lnTo>
                <a:lnTo>
                  <a:pt x="59948" y="1172915"/>
                </a:lnTo>
                <a:lnTo>
                  <a:pt x="60571" y="1162348"/>
                </a:lnTo>
                <a:lnTo>
                  <a:pt x="61107" y="1151781"/>
                </a:lnTo>
                <a:lnTo>
                  <a:pt x="61551" y="1141215"/>
                </a:lnTo>
                <a:lnTo>
                  <a:pt x="61908" y="1130648"/>
                </a:lnTo>
                <a:lnTo>
                  <a:pt x="62185" y="1120081"/>
                </a:lnTo>
                <a:lnTo>
                  <a:pt x="62393" y="1109514"/>
                </a:lnTo>
                <a:lnTo>
                  <a:pt x="62542" y="1098947"/>
                </a:lnTo>
                <a:lnTo>
                  <a:pt x="62643" y="1088381"/>
                </a:lnTo>
                <a:lnTo>
                  <a:pt x="62705" y="1077814"/>
                </a:lnTo>
                <a:lnTo>
                  <a:pt x="62734" y="1067247"/>
                </a:lnTo>
                <a:lnTo>
                  <a:pt x="62734" y="1056680"/>
                </a:lnTo>
                <a:lnTo>
                  <a:pt x="62707" y="1046113"/>
                </a:lnTo>
                <a:lnTo>
                  <a:pt x="62654" y="1035547"/>
                </a:lnTo>
                <a:lnTo>
                  <a:pt x="62576" y="1024980"/>
                </a:lnTo>
                <a:lnTo>
                  <a:pt x="62473" y="1014413"/>
                </a:lnTo>
                <a:lnTo>
                  <a:pt x="62348" y="1003846"/>
                </a:lnTo>
                <a:lnTo>
                  <a:pt x="62201" y="993279"/>
                </a:lnTo>
                <a:lnTo>
                  <a:pt x="62035" y="982713"/>
                </a:lnTo>
                <a:lnTo>
                  <a:pt x="61854" y="972146"/>
                </a:lnTo>
                <a:lnTo>
                  <a:pt x="61663" y="961579"/>
                </a:lnTo>
                <a:lnTo>
                  <a:pt x="61465" y="951012"/>
                </a:lnTo>
                <a:lnTo>
                  <a:pt x="61266" y="940445"/>
                </a:lnTo>
                <a:lnTo>
                  <a:pt x="61072" y="929879"/>
                </a:lnTo>
                <a:lnTo>
                  <a:pt x="60889" y="919312"/>
                </a:lnTo>
                <a:lnTo>
                  <a:pt x="60724" y="908745"/>
                </a:lnTo>
                <a:lnTo>
                  <a:pt x="60580" y="898178"/>
                </a:lnTo>
                <a:lnTo>
                  <a:pt x="60465" y="887611"/>
                </a:lnTo>
                <a:lnTo>
                  <a:pt x="60382" y="877045"/>
                </a:lnTo>
                <a:lnTo>
                  <a:pt x="60333" y="866478"/>
                </a:lnTo>
                <a:lnTo>
                  <a:pt x="60318" y="855911"/>
                </a:lnTo>
                <a:lnTo>
                  <a:pt x="60334" y="845344"/>
                </a:lnTo>
                <a:lnTo>
                  <a:pt x="60377" y="834777"/>
                </a:lnTo>
                <a:lnTo>
                  <a:pt x="60437" y="824211"/>
                </a:lnTo>
                <a:lnTo>
                  <a:pt x="60503" y="813644"/>
                </a:lnTo>
                <a:lnTo>
                  <a:pt x="60564" y="803077"/>
                </a:lnTo>
                <a:lnTo>
                  <a:pt x="60603" y="792510"/>
                </a:lnTo>
                <a:lnTo>
                  <a:pt x="60608" y="781943"/>
                </a:lnTo>
                <a:lnTo>
                  <a:pt x="60563" y="771377"/>
                </a:lnTo>
                <a:lnTo>
                  <a:pt x="60457" y="760810"/>
                </a:lnTo>
                <a:lnTo>
                  <a:pt x="60281" y="750243"/>
                </a:lnTo>
                <a:lnTo>
                  <a:pt x="60031" y="739676"/>
                </a:lnTo>
                <a:lnTo>
                  <a:pt x="59708" y="729109"/>
                </a:lnTo>
                <a:lnTo>
                  <a:pt x="59319" y="718543"/>
                </a:lnTo>
                <a:lnTo>
                  <a:pt x="58879" y="707976"/>
                </a:lnTo>
                <a:lnTo>
                  <a:pt x="58406" y="697409"/>
                </a:lnTo>
                <a:lnTo>
                  <a:pt x="57925" y="686842"/>
                </a:lnTo>
                <a:lnTo>
                  <a:pt x="57463" y="676275"/>
                </a:lnTo>
                <a:lnTo>
                  <a:pt x="57045" y="665709"/>
                </a:lnTo>
                <a:lnTo>
                  <a:pt x="56698" y="655142"/>
                </a:lnTo>
                <a:lnTo>
                  <a:pt x="56440" y="644575"/>
                </a:lnTo>
                <a:lnTo>
                  <a:pt x="56284" y="634008"/>
                </a:lnTo>
                <a:lnTo>
                  <a:pt x="56234" y="623441"/>
                </a:lnTo>
                <a:lnTo>
                  <a:pt x="56283" y="612874"/>
                </a:lnTo>
                <a:lnTo>
                  <a:pt x="56418" y="602308"/>
                </a:lnTo>
                <a:lnTo>
                  <a:pt x="56617" y="591741"/>
                </a:lnTo>
                <a:lnTo>
                  <a:pt x="56854" y="581174"/>
                </a:lnTo>
                <a:lnTo>
                  <a:pt x="57101" y="570607"/>
                </a:lnTo>
                <a:lnTo>
                  <a:pt x="57332" y="560040"/>
                </a:lnTo>
                <a:lnTo>
                  <a:pt x="57521" y="549474"/>
                </a:lnTo>
                <a:lnTo>
                  <a:pt x="57653" y="538907"/>
                </a:lnTo>
                <a:lnTo>
                  <a:pt x="57715" y="528340"/>
                </a:lnTo>
                <a:lnTo>
                  <a:pt x="57705" y="517773"/>
                </a:lnTo>
                <a:lnTo>
                  <a:pt x="57626" y="507206"/>
                </a:lnTo>
                <a:lnTo>
                  <a:pt x="57491" y="496640"/>
                </a:lnTo>
                <a:lnTo>
                  <a:pt x="57316" y="486073"/>
                </a:lnTo>
                <a:lnTo>
                  <a:pt x="57119" y="475506"/>
                </a:lnTo>
                <a:lnTo>
                  <a:pt x="56924" y="464939"/>
                </a:lnTo>
                <a:lnTo>
                  <a:pt x="56752" y="454372"/>
                </a:lnTo>
                <a:lnTo>
                  <a:pt x="56619" y="443806"/>
                </a:lnTo>
                <a:lnTo>
                  <a:pt x="56541" y="433239"/>
                </a:lnTo>
                <a:lnTo>
                  <a:pt x="56526" y="422672"/>
                </a:lnTo>
                <a:lnTo>
                  <a:pt x="56576" y="412105"/>
                </a:lnTo>
                <a:lnTo>
                  <a:pt x="56688" y="401538"/>
                </a:lnTo>
                <a:lnTo>
                  <a:pt x="56852" y="390972"/>
                </a:lnTo>
                <a:lnTo>
                  <a:pt x="57056" y="380405"/>
                </a:lnTo>
                <a:lnTo>
                  <a:pt x="57286" y="369838"/>
                </a:lnTo>
                <a:lnTo>
                  <a:pt x="57527" y="359271"/>
                </a:lnTo>
                <a:lnTo>
                  <a:pt x="57768" y="348704"/>
                </a:lnTo>
                <a:lnTo>
                  <a:pt x="57997" y="338138"/>
                </a:lnTo>
                <a:lnTo>
                  <a:pt x="58210" y="327571"/>
                </a:lnTo>
                <a:lnTo>
                  <a:pt x="58405" y="317004"/>
                </a:lnTo>
                <a:lnTo>
                  <a:pt x="58582" y="306437"/>
                </a:lnTo>
                <a:lnTo>
                  <a:pt x="58746" y="295870"/>
                </a:lnTo>
                <a:lnTo>
                  <a:pt x="58901" y="285304"/>
                </a:lnTo>
                <a:lnTo>
                  <a:pt x="59052" y="274737"/>
                </a:lnTo>
                <a:lnTo>
                  <a:pt x="59202" y="264170"/>
                </a:lnTo>
                <a:lnTo>
                  <a:pt x="59352" y="253603"/>
                </a:lnTo>
                <a:lnTo>
                  <a:pt x="59497" y="243036"/>
                </a:lnTo>
                <a:lnTo>
                  <a:pt x="59626" y="232470"/>
                </a:lnTo>
                <a:lnTo>
                  <a:pt x="59721" y="221903"/>
                </a:lnTo>
                <a:lnTo>
                  <a:pt x="59754" y="211336"/>
                </a:lnTo>
                <a:lnTo>
                  <a:pt x="59686" y="200769"/>
                </a:lnTo>
                <a:lnTo>
                  <a:pt x="59464" y="190202"/>
                </a:lnTo>
                <a:lnTo>
                  <a:pt x="59025" y="179636"/>
                </a:lnTo>
                <a:lnTo>
                  <a:pt x="58290" y="169069"/>
                </a:lnTo>
                <a:lnTo>
                  <a:pt x="57174" y="158502"/>
                </a:lnTo>
                <a:lnTo>
                  <a:pt x="55586" y="147935"/>
                </a:lnTo>
                <a:lnTo>
                  <a:pt x="53441" y="137368"/>
                </a:lnTo>
                <a:lnTo>
                  <a:pt x="50665" y="126802"/>
                </a:lnTo>
                <a:lnTo>
                  <a:pt x="47213" y="116235"/>
                </a:lnTo>
                <a:lnTo>
                  <a:pt x="43080" y="105668"/>
                </a:lnTo>
                <a:lnTo>
                  <a:pt x="38312" y="95101"/>
                </a:lnTo>
                <a:lnTo>
                  <a:pt x="33013" y="84534"/>
                </a:lnTo>
                <a:lnTo>
                  <a:pt x="27353" y="73968"/>
                </a:lnTo>
                <a:lnTo>
                  <a:pt x="21561" y="63401"/>
                </a:lnTo>
                <a:lnTo>
                  <a:pt x="15913" y="52834"/>
                </a:lnTo>
                <a:lnTo>
                  <a:pt x="10715" y="42267"/>
                </a:lnTo>
                <a:lnTo>
                  <a:pt x="6274" y="31700"/>
                </a:lnTo>
                <a:lnTo>
                  <a:pt x="2870" y="21134"/>
                </a:lnTo>
                <a:lnTo>
                  <a:pt x="730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70" y="10567"/>
                </a:lnTo>
                <a:lnTo>
                  <a:pt x="127130" y="21134"/>
                </a:lnTo>
                <a:lnTo>
                  <a:pt x="123726" y="31700"/>
                </a:lnTo>
                <a:lnTo>
                  <a:pt x="119285" y="42267"/>
                </a:lnTo>
                <a:lnTo>
                  <a:pt x="114087" y="52834"/>
                </a:lnTo>
                <a:lnTo>
                  <a:pt x="108439" y="63401"/>
                </a:lnTo>
                <a:lnTo>
                  <a:pt x="102647" y="73968"/>
                </a:lnTo>
                <a:lnTo>
                  <a:pt x="96987" y="84534"/>
                </a:lnTo>
                <a:lnTo>
                  <a:pt x="91688" y="95101"/>
                </a:lnTo>
                <a:lnTo>
                  <a:pt x="86920" y="105668"/>
                </a:lnTo>
                <a:lnTo>
                  <a:pt x="82787" y="116235"/>
                </a:lnTo>
                <a:lnTo>
                  <a:pt x="79335" y="126802"/>
                </a:lnTo>
                <a:lnTo>
                  <a:pt x="76559" y="137368"/>
                </a:lnTo>
                <a:lnTo>
                  <a:pt x="74414" y="147935"/>
                </a:lnTo>
                <a:lnTo>
                  <a:pt x="72826" y="158502"/>
                </a:lnTo>
                <a:lnTo>
                  <a:pt x="71710" y="169069"/>
                </a:lnTo>
                <a:lnTo>
                  <a:pt x="70975" y="179636"/>
                </a:lnTo>
                <a:lnTo>
                  <a:pt x="70536" y="190202"/>
                </a:lnTo>
                <a:lnTo>
                  <a:pt x="70314" y="200769"/>
                </a:lnTo>
                <a:lnTo>
                  <a:pt x="70246" y="211336"/>
                </a:lnTo>
                <a:lnTo>
                  <a:pt x="70279" y="221903"/>
                </a:lnTo>
                <a:lnTo>
                  <a:pt x="70374" y="232470"/>
                </a:lnTo>
                <a:lnTo>
                  <a:pt x="70503" y="243036"/>
                </a:lnTo>
                <a:lnTo>
                  <a:pt x="70648" y="253603"/>
                </a:lnTo>
                <a:lnTo>
                  <a:pt x="70798" y="264170"/>
                </a:lnTo>
                <a:lnTo>
                  <a:pt x="70948" y="274737"/>
                </a:lnTo>
                <a:lnTo>
                  <a:pt x="71099" y="285304"/>
                </a:lnTo>
                <a:lnTo>
                  <a:pt x="71254" y="295870"/>
                </a:lnTo>
                <a:lnTo>
                  <a:pt x="71418" y="306437"/>
                </a:lnTo>
                <a:lnTo>
                  <a:pt x="71595" y="317004"/>
                </a:lnTo>
                <a:lnTo>
                  <a:pt x="71790" y="327571"/>
                </a:lnTo>
                <a:lnTo>
                  <a:pt x="72003" y="338138"/>
                </a:lnTo>
                <a:lnTo>
                  <a:pt x="72232" y="348704"/>
                </a:lnTo>
                <a:lnTo>
                  <a:pt x="72473" y="359271"/>
                </a:lnTo>
                <a:lnTo>
                  <a:pt x="72714" y="369838"/>
                </a:lnTo>
                <a:lnTo>
                  <a:pt x="72944" y="380405"/>
                </a:lnTo>
                <a:lnTo>
                  <a:pt x="73148" y="390972"/>
                </a:lnTo>
                <a:lnTo>
                  <a:pt x="73312" y="401538"/>
                </a:lnTo>
                <a:lnTo>
                  <a:pt x="73424" y="412105"/>
                </a:lnTo>
                <a:lnTo>
                  <a:pt x="73474" y="422672"/>
                </a:lnTo>
                <a:lnTo>
                  <a:pt x="73459" y="433239"/>
                </a:lnTo>
                <a:lnTo>
                  <a:pt x="73381" y="443806"/>
                </a:lnTo>
                <a:lnTo>
                  <a:pt x="73248" y="454372"/>
                </a:lnTo>
                <a:lnTo>
                  <a:pt x="73076" y="464939"/>
                </a:lnTo>
                <a:lnTo>
                  <a:pt x="72881" y="475506"/>
                </a:lnTo>
                <a:lnTo>
                  <a:pt x="72684" y="486073"/>
                </a:lnTo>
                <a:lnTo>
                  <a:pt x="72509" y="496640"/>
                </a:lnTo>
                <a:lnTo>
                  <a:pt x="72374" y="507206"/>
                </a:lnTo>
                <a:lnTo>
                  <a:pt x="72295" y="517773"/>
                </a:lnTo>
                <a:lnTo>
                  <a:pt x="72285" y="528340"/>
                </a:lnTo>
                <a:lnTo>
                  <a:pt x="72347" y="538907"/>
                </a:lnTo>
                <a:lnTo>
                  <a:pt x="72479" y="549474"/>
                </a:lnTo>
                <a:lnTo>
                  <a:pt x="72668" y="560040"/>
                </a:lnTo>
                <a:lnTo>
                  <a:pt x="72899" y="570607"/>
                </a:lnTo>
                <a:lnTo>
                  <a:pt x="73146" y="581174"/>
                </a:lnTo>
                <a:lnTo>
                  <a:pt x="73383" y="591741"/>
                </a:lnTo>
                <a:lnTo>
                  <a:pt x="73582" y="602308"/>
                </a:lnTo>
                <a:lnTo>
                  <a:pt x="73717" y="612874"/>
                </a:lnTo>
                <a:lnTo>
                  <a:pt x="73766" y="623441"/>
                </a:lnTo>
                <a:lnTo>
                  <a:pt x="73716" y="634008"/>
                </a:lnTo>
                <a:lnTo>
                  <a:pt x="73560" y="644575"/>
                </a:lnTo>
                <a:lnTo>
                  <a:pt x="73302" y="655142"/>
                </a:lnTo>
                <a:lnTo>
                  <a:pt x="72955" y="665709"/>
                </a:lnTo>
                <a:lnTo>
                  <a:pt x="72537" y="676275"/>
                </a:lnTo>
                <a:lnTo>
                  <a:pt x="72075" y="686842"/>
                </a:lnTo>
                <a:lnTo>
                  <a:pt x="71594" y="697409"/>
                </a:lnTo>
                <a:lnTo>
                  <a:pt x="71121" y="707976"/>
                </a:lnTo>
                <a:lnTo>
                  <a:pt x="70681" y="718543"/>
                </a:lnTo>
                <a:lnTo>
                  <a:pt x="70292" y="729109"/>
                </a:lnTo>
                <a:lnTo>
                  <a:pt x="69969" y="739676"/>
                </a:lnTo>
                <a:lnTo>
                  <a:pt x="69719" y="750243"/>
                </a:lnTo>
                <a:lnTo>
                  <a:pt x="69543" y="760810"/>
                </a:lnTo>
                <a:lnTo>
                  <a:pt x="69437" y="771377"/>
                </a:lnTo>
                <a:lnTo>
                  <a:pt x="69392" y="781943"/>
                </a:lnTo>
                <a:lnTo>
                  <a:pt x="69397" y="792510"/>
                </a:lnTo>
                <a:lnTo>
                  <a:pt x="69436" y="803077"/>
                </a:lnTo>
                <a:lnTo>
                  <a:pt x="69497" y="813644"/>
                </a:lnTo>
                <a:lnTo>
                  <a:pt x="69563" y="824211"/>
                </a:lnTo>
                <a:lnTo>
                  <a:pt x="69623" y="834777"/>
                </a:lnTo>
                <a:lnTo>
                  <a:pt x="69666" y="845344"/>
                </a:lnTo>
                <a:lnTo>
                  <a:pt x="69682" y="855911"/>
                </a:lnTo>
                <a:lnTo>
                  <a:pt x="69667" y="866478"/>
                </a:lnTo>
                <a:lnTo>
                  <a:pt x="69618" y="877045"/>
                </a:lnTo>
                <a:lnTo>
                  <a:pt x="69535" y="887611"/>
                </a:lnTo>
                <a:lnTo>
                  <a:pt x="69420" y="898178"/>
                </a:lnTo>
                <a:lnTo>
                  <a:pt x="69276" y="908745"/>
                </a:lnTo>
                <a:lnTo>
                  <a:pt x="69111" y="919312"/>
                </a:lnTo>
                <a:lnTo>
                  <a:pt x="68928" y="929879"/>
                </a:lnTo>
                <a:lnTo>
                  <a:pt x="68734" y="940445"/>
                </a:lnTo>
                <a:lnTo>
                  <a:pt x="68535" y="951012"/>
                </a:lnTo>
                <a:lnTo>
                  <a:pt x="68337" y="961579"/>
                </a:lnTo>
                <a:lnTo>
                  <a:pt x="68146" y="972146"/>
                </a:lnTo>
                <a:lnTo>
                  <a:pt x="67965" y="982713"/>
                </a:lnTo>
                <a:lnTo>
                  <a:pt x="67799" y="993279"/>
                </a:lnTo>
                <a:lnTo>
                  <a:pt x="67652" y="1003846"/>
                </a:lnTo>
                <a:lnTo>
                  <a:pt x="67527" y="1014413"/>
                </a:lnTo>
                <a:lnTo>
                  <a:pt x="67424" y="1024980"/>
                </a:lnTo>
                <a:lnTo>
                  <a:pt x="67346" y="1035547"/>
                </a:lnTo>
                <a:lnTo>
                  <a:pt x="67293" y="1046113"/>
                </a:lnTo>
                <a:lnTo>
                  <a:pt x="67266" y="1056680"/>
                </a:lnTo>
                <a:lnTo>
                  <a:pt x="67266" y="1067247"/>
                </a:lnTo>
                <a:lnTo>
                  <a:pt x="67295" y="1077814"/>
                </a:lnTo>
                <a:lnTo>
                  <a:pt x="67357" y="1088381"/>
                </a:lnTo>
                <a:lnTo>
                  <a:pt x="67458" y="1098947"/>
                </a:lnTo>
                <a:lnTo>
                  <a:pt x="67607" y="1109514"/>
                </a:lnTo>
                <a:lnTo>
                  <a:pt x="67815" y="1120081"/>
                </a:lnTo>
                <a:lnTo>
                  <a:pt x="68092" y="1130648"/>
                </a:lnTo>
                <a:lnTo>
                  <a:pt x="68449" y="1141215"/>
                </a:lnTo>
                <a:lnTo>
                  <a:pt x="68893" y="1151781"/>
                </a:lnTo>
                <a:lnTo>
                  <a:pt x="69429" y="1162348"/>
                </a:lnTo>
                <a:lnTo>
                  <a:pt x="70052" y="1172915"/>
                </a:lnTo>
                <a:lnTo>
                  <a:pt x="70750" y="1183482"/>
                </a:lnTo>
                <a:lnTo>
                  <a:pt x="71502" y="1194049"/>
                </a:lnTo>
                <a:lnTo>
                  <a:pt x="72277" y="1204615"/>
                </a:lnTo>
                <a:lnTo>
                  <a:pt x="73037" y="1215182"/>
                </a:lnTo>
                <a:lnTo>
                  <a:pt x="73741" y="1225749"/>
                </a:lnTo>
                <a:lnTo>
                  <a:pt x="74345" y="1236316"/>
                </a:lnTo>
                <a:lnTo>
                  <a:pt x="74810" y="1246883"/>
                </a:lnTo>
                <a:lnTo>
                  <a:pt x="75102" y="1257449"/>
                </a:lnTo>
                <a:lnTo>
                  <a:pt x="75202" y="1268016"/>
                </a:lnTo>
                <a:lnTo>
                  <a:pt x="75202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7" name="01_find_only_6">
            <a:extLst>
              <a:ext uri="{FF2B5EF4-FFF2-40B4-BE49-F238E27FC236}">
                <a16:creationId xmlns:a16="http://schemas.microsoft.com/office/drawing/2014/main" id="{F3A34015-EFF7-43F2-A8E6-E4A2A6AE8601}"/>
              </a:ext>
            </a:extLst>
          </p:cNvPr>
          <p:cNvSpPr>
            <a:spLocks noGrp="1"/>
          </p:cNvSpPr>
          <p:nvPr/>
        </p:nvSpPr>
        <p:spPr>
          <a:xfrm>
            <a:off x="2038589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8" name="01_find_only_7">
            <a:extLst>
              <a:ext uri="{FF2B5EF4-FFF2-40B4-BE49-F238E27FC236}">
                <a16:creationId xmlns:a16="http://schemas.microsoft.com/office/drawing/2014/main" id="{A91C88A9-1906-4D74-9751-2CE49C0EB155}"/>
              </a:ext>
            </a:extLst>
          </p:cNvPr>
          <p:cNvSpPr>
            <a:spLocks noGrp="1"/>
          </p:cNvSpPr>
          <p:nvPr/>
        </p:nvSpPr>
        <p:spPr>
          <a:xfrm>
            <a:off x="2293228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9" name="01_find_only_8">
            <a:extLst>
              <a:ext uri="{FF2B5EF4-FFF2-40B4-BE49-F238E27FC236}">
                <a16:creationId xmlns:a16="http://schemas.microsoft.com/office/drawing/2014/main" id="{DA8CB5CB-56F8-40BE-B73A-CFC279E6C42D}"/>
              </a:ext>
            </a:extLst>
          </p:cNvPr>
          <p:cNvSpPr>
            <a:spLocks noGrp="1"/>
          </p:cNvSpPr>
          <p:nvPr/>
        </p:nvSpPr>
        <p:spPr>
          <a:xfrm>
            <a:off x="2547867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0" name="01_find_only_9">
            <a:extLst>
              <a:ext uri="{FF2B5EF4-FFF2-40B4-BE49-F238E27FC236}">
                <a16:creationId xmlns:a16="http://schemas.microsoft.com/office/drawing/2014/main" id="{8862EC4C-24E5-427C-8110-871FE66F44EF}"/>
              </a:ext>
            </a:extLst>
          </p:cNvPr>
          <p:cNvSpPr>
            <a:spLocks noGrp="1"/>
          </p:cNvSpPr>
          <p:nvPr/>
        </p:nvSpPr>
        <p:spPr>
          <a:xfrm>
            <a:off x="3057145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1" name="01_find_only_10">
            <a:extLst>
              <a:ext uri="{FF2B5EF4-FFF2-40B4-BE49-F238E27FC236}">
                <a16:creationId xmlns:a16="http://schemas.microsoft.com/office/drawing/2014/main" id="{63BD3064-5BDA-4EBA-9F80-9FB50E36D7B0}"/>
              </a:ext>
            </a:extLst>
          </p:cNvPr>
          <p:cNvSpPr>
            <a:spLocks noGrp="1"/>
          </p:cNvSpPr>
          <p:nvPr/>
        </p:nvSpPr>
        <p:spPr>
          <a:xfrm>
            <a:off x="3566423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2" name="01_find_only_11">
            <a:extLst>
              <a:ext uri="{FF2B5EF4-FFF2-40B4-BE49-F238E27FC236}">
                <a16:creationId xmlns:a16="http://schemas.microsoft.com/office/drawing/2014/main" id="{2C516DC2-B1A0-4AED-AC02-07F343A957E8}"/>
              </a:ext>
            </a:extLst>
          </p:cNvPr>
          <p:cNvSpPr>
            <a:spLocks noGrp="1"/>
          </p:cNvSpPr>
          <p:nvPr/>
        </p:nvSpPr>
        <p:spPr>
          <a:xfrm>
            <a:off x="2023311" y="4214395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3" name="01_find_only_12">
            <a:extLst>
              <a:ext uri="{FF2B5EF4-FFF2-40B4-BE49-F238E27FC236}">
                <a16:creationId xmlns:a16="http://schemas.microsoft.com/office/drawing/2014/main" id="{584D327D-7A50-4840-A0D6-BFB1DA0D433E}"/>
              </a:ext>
            </a:extLst>
          </p:cNvPr>
          <p:cNvSpPr>
            <a:spLocks noGrp="1"/>
          </p:cNvSpPr>
          <p:nvPr/>
        </p:nvSpPr>
        <p:spPr>
          <a:xfrm>
            <a:off x="1984504" y="4214395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64E220D2-D924-4562-9A26-B5F9610B44A9}"/>
              </a:ext>
            </a:extLst>
          </p:cNvPr>
          <p:cNvSpPr>
            <a:spLocks noGrp="1"/>
          </p:cNvSpPr>
          <p:nvPr/>
        </p:nvSpPr>
        <p:spPr>
          <a:xfrm>
            <a:off x="1893194" y="4173590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15" name="01_find_only_14">
            <a:extLst>
              <a:ext uri="{FF2B5EF4-FFF2-40B4-BE49-F238E27FC236}">
                <a16:creationId xmlns:a16="http://schemas.microsoft.com/office/drawing/2014/main" id="{427D88C7-03BD-4ED5-ADFC-75DBC4E44C74}"/>
              </a:ext>
            </a:extLst>
          </p:cNvPr>
          <p:cNvSpPr>
            <a:spLocks noGrp="1"/>
          </p:cNvSpPr>
          <p:nvPr/>
        </p:nvSpPr>
        <p:spPr>
          <a:xfrm>
            <a:off x="2023311" y="356862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6" name="01_find_only_15">
            <a:extLst>
              <a:ext uri="{FF2B5EF4-FFF2-40B4-BE49-F238E27FC236}">
                <a16:creationId xmlns:a16="http://schemas.microsoft.com/office/drawing/2014/main" id="{641C2C0A-B5CA-4BC7-8D47-DDC2C686C870}"/>
              </a:ext>
            </a:extLst>
          </p:cNvPr>
          <p:cNvSpPr>
            <a:spLocks noGrp="1"/>
          </p:cNvSpPr>
          <p:nvPr/>
        </p:nvSpPr>
        <p:spPr>
          <a:xfrm>
            <a:off x="1984504" y="3568622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BE8A1AD3-659B-4089-A9AB-2A9A2FA6FD92}"/>
              </a:ext>
            </a:extLst>
          </p:cNvPr>
          <p:cNvSpPr>
            <a:spLocks noGrp="1"/>
          </p:cNvSpPr>
          <p:nvPr/>
        </p:nvSpPr>
        <p:spPr>
          <a:xfrm>
            <a:off x="1840690" y="3527818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18" name="01_find_only_17">
            <a:extLst>
              <a:ext uri="{FF2B5EF4-FFF2-40B4-BE49-F238E27FC236}">
                <a16:creationId xmlns:a16="http://schemas.microsoft.com/office/drawing/2014/main" id="{28AD2704-5E96-478E-ACFF-6F5275A12DA1}"/>
              </a:ext>
            </a:extLst>
          </p:cNvPr>
          <p:cNvSpPr>
            <a:spLocks noGrp="1"/>
          </p:cNvSpPr>
          <p:nvPr/>
        </p:nvSpPr>
        <p:spPr>
          <a:xfrm>
            <a:off x="2023311" y="2922850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9" name="01_find_only_18">
            <a:extLst>
              <a:ext uri="{FF2B5EF4-FFF2-40B4-BE49-F238E27FC236}">
                <a16:creationId xmlns:a16="http://schemas.microsoft.com/office/drawing/2014/main" id="{9A440BA2-2DA4-4850-97E2-769274F00BF2}"/>
              </a:ext>
            </a:extLst>
          </p:cNvPr>
          <p:cNvSpPr>
            <a:spLocks noGrp="1"/>
          </p:cNvSpPr>
          <p:nvPr/>
        </p:nvSpPr>
        <p:spPr>
          <a:xfrm>
            <a:off x="1984504" y="2922850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0" name="text_19">
            <a:extLst>
              <a:ext uri="{FF2B5EF4-FFF2-40B4-BE49-F238E27FC236}">
                <a16:creationId xmlns:a16="http://schemas.microsoft.com/office/drawing/2014/main" id="{1E13D22A-24CF-40EA-AE23-E54877FEE52D}"/>
              </a:ext>
            </a:extLst>
          </p:cNvPr>
          <p:cNvSpPr>
            <a:spLocks noGrp="1"/>
          </p:cNvSpPr>
          <p:nvPr/>
        </p:nvSpPr>
        <p:spPr>
          <a:xfrm>
            <a:off x="1788187" y="2882045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1" name="text_20">
            <a:extLst>
              <a:ext uri="{FF2B5EF4-FFF2-40B4-BE49-F238E27FC236}">
                <a16:creationId xmlns:a16="http://schemas.microsoft.com/office/drawing/2014/main" id="{E0A0A5CC-F70F-479B-B799-29F60E25D016}"/>
              </a:ext>
            </a:extLst>
          </p:cNvPr>
          <p:cNvSpPr>
            <a:spLocks noGrp="1"/>
          </p:cNvSpPr>
          <p:nvPr/>
        </p:nvSpPr>
        <p:spPr>
          <a:xfrm rot="-5400000">
            <a:off x="1162699" y="3503944"/>
            <a:ext cx="1082663" cy="1293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15" dirty="0"/>
              <a:t>Detected instances (%)</a:t>
            </a:r>
          </a:p>
        </p:txBody>
      </p:sp>
      <p:sp>
        <p:nvSpPr>
          <p:cNvPr id="22" name="01_find_only_21">
            <a:extLst>
              <a:ext uri="{FF2B5EF4-FFF2-40B4-BE49-F238E27FC236}">
                <a16:creationId xmlns:a16="http://schemas.microsoft.com/office/drawing/2014/main" id="{F82F967A-9335-4EFE-81D4-5AAC2B0A8558}"/>
              </a:ext>
            </a:extLst>
          </p:cNvPr>
          <p:cNvSpPr>
            <a:spLocks noGrp="1"/>
          </p:cNvSpPr>
          <p:nvPr/>
        </p:nvSpPr>
        <p:spPr>
          <a:xfrm>
            <a:off x="225515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" name="01_find_only_22">
            <a:extLst>
              <a:ext uri="{FF2B5EF4-FFF2-40B4-BE49-F238E27FC236}">
                <a16:creationId xmlns:a16="http://schemas.microsoft.com/office/drawing/2014/main" id="{EDD7B2C8-C05E-40D0-9E11-5171F007B4CE}"/>
              </a:ext>
            </a:extLst>
          </p:cNvPr>
          <p:cNvSpPr>
            <a:spLocks noGrp="1"/>
          </p:cNvSpPr>
          <p:nvPr/>
        </p:nvSpPr>
        <p:spPr>
          <a:xfrm>
            <a:off x="2236505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" name="01_find_only_23">
            <a:extLst>
              <a:ext uri="{FF2B5EF4-FFF2-40B4-BE49-F238E27FC236}">
                <a16:creationId xmlns:a16="http://schemas.microsoft.com/office/drawing/2014/main" id="{1AAFE5C6-5C6F-4BD8-A385-F419206CF13C}"/>
              </a:ext>
            </a:extLst>
          </p:cNvPr>
          <p:cNvSpPr>
            <a:spLocks noGrp="1"/>
          </p:cNvSpPr>
          <p:nvPr/>
        </p:nvSpPr>
        <p:spPr>
          <a:xfrm>
            <a:off x="22516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" name="01_find_only_24">
            <a:extLst>
              <a:ext uri="{FF2B5EF4-FFF2-40B4-BE49-F238E27FC236}">
                <a16:creationId xmlns:a16="http://schemas.microsoft.com/office/drawing/2014/main" id="{7B8351E0-248E-4BDA-BDFA-55C2AD19F7AC}"/>
              </a:ext>
            </a:extLst>
          </p:cNvPr>
          <p:cNvSpPr>
            <a:spLocks noGrp="1"/>
          </p:cNvSpPr>
          <p:nvPr/>
        </p:nvSpPr>
        <p:spPr>
          <a:xfrm>
            <a:off x="22512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" name="01_find_only_25">
            <a:extLst>
              <a:ext uri="{FF2B5EF4-FFF2-40B4-BE49-F238E27FC236}">
                <a16:creationId xmlns:a16="http://schemas.microsoft.com/office/drawing/2014/main" id="{D75891A5-A4D9-4511-94ED-9A8B9AC3F89E}"/>
              </a:ext>
            </a:extLst>
          </p:cNvPr>
          <p:cNvSpPr>
            <a:spLocks noGrp="1"/>
          </p:cNvSpPr>
          <p:nvPr/>
        </p:nvSpPr>
        <p:spPr>
          <a:xfrm>
            <a:off x="2267788" y="366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" name="01_find_only_26">
            <a:extLst>
              <a:ext uri="{FF2B5EF4-FFF2-40B4-BE49-F238E27FC236}">
                <a16:creationId xmlns:a16="http://schemas.microsoft.com/office/drawing/2014/main" id="{ED67A4BD-6619-48EB-AA33-42CD9E09BD1B}"/>
              </a:ext>
            </a:extLst>
          </p:cNvPr>
          <p:cNvSpPr>
            <a:spLocks noGrp="1"/>
          </p:cNvSpPr>
          <p:nvPr/>
        </p:nvSpPr>
        <p:spPr>
          <a:xfrm>
            <a:off x="229605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" name="01_find_only_27">
            <a:extLst>
              <a:ext uri="{FF2B5EF4-FFF2-40B4-BE49-F238E27FC236}">
                <a16:creationId xmlns:a16="http://schemas.microsoft.com/office/drawing/2014/main" id="{1E406E0A-F2BB-4060-983C-B130A4C80E69}"/>
              </a:ext>
            </a:extLst>
          </p:cNvPr>
          <p:cNvSpPr>
            <a:spLocks noGrp="1"/>
          </p:cNvSpPr>
          <p:nvPr/>
        </p:nvSpPr>
        <p:spPr>
          <a:xfrm>
            <a:off x="23138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" name="01_find_only_28">
            <a:extLst>
              <a:ext uri="{FF2B5EF4-FFF2-40B4-BE49-F238E27FC236}">
                <a16:creationId xmlns:a16="http://schemas.microsoft.com/office/drawing/2014/main" id="{B0C1AD3B-CB48-474F-90DA-3BE4FF0128D8}"/>
              </a:ext>
            </a:extLst>
          </p:cNvPr>
          <p:cNvSpPr>
            <a:spLocks noGrp="1"/>
          </p:cNvSpPr>
          <p:nvPr/>
        </p:nvSpPr>
        <p:spPr>
          <a:xfrm>
            <a:off x="224165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" name="01_find_only_29">
            <a:extLst>
              <a:ext uri="{FF2B5EF4-FFF2-40B4-BE49-F238E27FC236}">
                <a16:creationId xmlns:a16="http://schemas.microsoft.com/office/drawing/2014/main" id="{8E742921-C6D9-4B2D-A13B-125586F75864}"/>
              </a:ext>
            </a:extLst>
          </p:cNvPr>
          <p:cNvSpPr>
            <a:spLocks noGrp="1"/>
          </p:cNvSpPr>
          <p:nvPr/>
        </p:nvSpPr>
        <p:spPr>
          <a:xfrm>
            <a:off x="2286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" name="01_find_only_30">
            <a:extLst>
              <a:ext uri="{FF2B5EF4-FFF2-40B4-BE49-F238E27FC236}">
                <a16:creationId xmlns:a16="http://schemas.microsoft.com/office/drawing/2014/main" id="{166DBB21-0F4E-43C1-827C-E32C5CDF66C4}"/>
              </a:ext>
            </a:extLst>
          </p:cNvPr>
          <p:cNvSpPr>
            <a:spLocks noGrp="1"/>
          </p:cNvSpPr>
          <p:nvPr/>
        </p:nvSpPr>
        <p:spPr>
          <a:xfrm>
            <a:off x="22419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" name="01_find_only_31">
            <a:extLst>
              <a:ext uri="{FF2B5EF4-FFF2-40B4-BE49-F238E27FC236}">
                <a16:creationId xmlns:a16="http://schemas.microsoft.com/office/drawing/2014/main" id="{55EADB7D-08D3-40BB-8BC1-311A1375A7BD}"/>
              </a:ext>
            </a:extLst>
          </p:cNvPr>
          <p:cNvSpPr>
            <a:spLocks noGrp="1"/>
          </p:cNvSpPr>
          <p:nvPr/>
        </p:nvSpPr>
        <p:spPr>
          <a:xfrm>
            <a:off x="223125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" name="01_find_only_32">
            <a:extLst>
              <a:ext uri="{FF2B5EF4-FFF2-40B4-BE49-F238E27FC236}">
                <a16:creationId xmlns:a16="http://schemas.microsoft.com/office/drawing/2014/main" id="{9AC40AC7-11F7-4E20-AC9A-325BC6E79703}"/>
              </a:ext>
            </a:extLst>
          </p:cNvPr>
          <p:cNvSpPr>
            <a:spLocks noGrp="1"/>
          </p:cNvSpPr>
          <p:nvPr/>
        </p:nvSpPr>
        <p:spPr>
          <a:xfrm>
            <a:off x="23060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" name="01_find_only_33">
            <a:extLst>
              <a:ext uri="{FF2B5EF4-FFF2-40B4-BE49-F238E27FC236}">
                <a16:creationId xmlns:a16="http://schemas.microsoft.com/office/drawing/2014/main" id="{B241028C-6063-46D9-B66E-29ED23E42149}"/>
              </a:ext>
            </a:extLst>
          </p:cNvPr>
          <p:cNvSpPr>
            <a:spLocks noGrp="1"/>
          </p:cNvSpPr>
          <p:nvPr/>
        </p:nvSpPr>
        <p:spPr>
          <a:xfrm>
            <a:off x="23259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01_find_only_34">
            <a:extLst>
              <a:ext uri="{FF2B5EF4-FFF2-40B4-BE49-F238E27FC236}">
                <a16:creationId xmlns:a16="http://schemas.microsoft.com/office/drawing/2014/main" id="{84AC9477-671E-4322-A922-41680FF46D7B}"/>
              </a:ext>
            </a:extLst>
          </p:cNvPr>
          <p:cNvSpPr>
            <a:spLocks noGrp="1"/>
          </p:cNvSpPr>
          <p:nvPr/>
        </p:nvSpPr>
        <p:spPr>
          <a:xfrm>
            <a:off x="226749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01_find_only_35">
            <a:extLst>
              <a:ext uri="{FF2B5EF4-FFF2-40B4-BE49-F238E27FC236}">
                <a16:creationId xmlns:a16="http://schemas.microsoft.com/office/drawing/2014/main" id="{A90FEBCC-3A8F-47A8-BB2E-E2CA066D7304}"/>
              </a:ext>
            </a:extLst>
          </p:cNvPr>
          <p:cNvSpPr>
            <a:spLocks noGrp="1"/>
          </p:cNvSpPr>
          <p:nvPr/>
        </p:nvSpPr>
        <p:spPr>
          <a:xfrm>
            <a:off x="23207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01_find_only_36">
            <a:extLst>
              <a:ext uri="{FF2B5EF4-FFF2-40B4-BE49-F238E27FC236}">
                <a16:creationId xmlns:a16="http://schemas.microsoft.com/office/drawing/2014/main" id="{F6BBA956-78C6-45D3-B8EC-2BDE591F1FE8}"/>
              </a:ext>
            </a:extLst>
          </p:cNvPr>
          <p:cNvSpPr>
            <a:spLocks noGrp="1"/>
          </p:cNvSpPr>
          <p:nvPr/>
        </p:nvSpPr>
        <p:spPr>
          <a:xfrm>
            <a:off x="2251563" y="369766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01_find_only_37">
            <a:extLst>
              <a:ext uri="{FF2B5EF4-FFF2-40B4-BE49-F238E27FC236}">
                <a16:creationId xmlns:a16="http://schemas.microsoft.com/office/drawing/2014/main" id="{CB9E3D73-0B35-49F0-9A27-E0E3BF974B5C}"/>
              </a:ext>
            </a:extLst>
          </p:cNvPr>
          <p:cNvSpPr>
            <a:spLocks noGrp="1"/>
          </p:cNvSpPr>
          <p:nvPr/>
        </p:nvSpPr>
        <p:spPr>
          <a:xfrm>
            <a:off x="2270022" y="366927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01_find_only_38">
            <a:extLst>
              <a:ext uri="{FF2B5EF4-FFF2-40B4-BE49-F238E27FC236}">
                <a16:creationId xmlns:a16="http://schemas.microsoft.com/office/drawing/2014/main" id="{35FCF9CA-AD63-4DF8-A4A0-E6522E13D7A1}"/>
              </a:ext>
            </a:extLst>
          </p:cNvPr>
          <p:cNvSpPr>
            <a:spLocks noGrp="1"/>
          </p:cNvSpPr>
          <p:nvPr/>
        </p:nvSpPr>
        <p:spPr>
          <a:xfrm>
            <a:off x="2298973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01_find_only_39">
            <a:extLst>
              <a:ext uri="{FF2B5EF4-FFF2-40B4-BE49-F238E27FC236}">
                <a16:creationId xmlns:a16="http://schemas.microsoft.com/office/drawing/2014/main" id="{59FCCFF7-3D12-4B5D-83F6-E4C7A8D32E1A}"/>
              </a:ext>
            </a:extLst>
          </p:cNvPr>
          <p:cNvSpPr>
            <a:spLocks noGrp="1"/>
          </p:cNvSpPr>
          <p:nvPr/>
        </p:nvSpPr>
        <p:spPr>
          <a:xfrm>
            <a:off x="231636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01_find_only_40">
            <a:extLst>
              <a:ext uri="{FF2B5EF4-FFF2-40B4-BE49-F238E27FC236}">
                <a16:creationId xmlns:a16="http://schemas.microsoft.com/office/drawing/2014/main" id="{1818E80E-A5B9-4A76-98D3-8FC5CA32D5CC}"/>
              </a:ext>
            </a:extLst>
          </p:cNvPr>
          <p:cNvSpPr>
            <a:spLocks noGrp="1"/>
          </p:cNvSpPr>
          <p:nvPr/>
        </p:nvSpPr>
        <p:spPr>
          <a:xfrm>
            <a:off x="232578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01_find_only_41">
            <a:extLst>
              <a:ext uri="{FF2B5EF4-FFF2-40B4-BE49-F238E27FC236}">
                <a16:creationId xmlns:a16="http://schemas.microsoft.com/office/drawing/2014/main" id="{9784533F-86E7-479C-9843-F586B24F236A}"/>
              </a:ext>
            </a:extLst>
          </p:cNvPr>
          <p:cNvSpPr>
            <a:spLocks noGrp="1"/>
          </p:cNvSpPr>
          <p:nvPr/>
        </p:nvSpPr>
        <p:spPr>
          <a:xfrm>
            <a:off x="22922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01_find_only_42">
            <a:extLst>
              <a:ext uri="{FF2B5EF4-FFF2-40B4-BE49-F238E27FC236}">
                <a16:creationId xmlns:a16="http://schemas.microsoft.com/office/drawing/2014/main" id="{95FCC931-DD82-4ED8-BA73-612599BEB8FD}"/>
              </a:ext>
            </a:extLst>
          </p:cNvPr>
          <p:cNvSpPr>
            <a:spLocks noGrp="1"/>
          </p:cNvSpPr>
          <p:nvPr/>
        </p:nvSpPr>
        <p:spPr>
          <a:xfrm>
            <a:off x="2234659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01_find_only_43">
            <a:extLst>
              <a:ext uri="{FF2B5EF4-FFF2-40B4-BE49-F238E27FC236}">
                <a16:creationId xmlns:a16="http://schemas.microsoft.com/office/drawing/2014/main" id="{CC9EC987-CBF8-489C-97F4-CD5F31D8365A}"/>
              </a:ext>
            </a:extLst>
          </p:cNvPr>
          <p:cNvSpPr>
            <a:spLocks noGrp="1"/>
          </p:cNvSpPr>
          <p:nvPr/>
        </p:nvSpPr>
        <p:spPr>
          <a:xfrm>
            <a:off x="224903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01_find_only_44">
            <a:extLst>
              <a:ext uri="{FF2B5EF4-FFF2-40B4-BE49-F238E27FC236}">
                <a16:creationId xmlns:a16="http://schemas.microsoft.com/office/drawing/2014/main" id="{A53DB29A-6C1C-4A7E-A5B2-87CB8C112695}"/>
              </a:ext>
            </a:extLst>
          </p:cNvPr>
          <p:cNvSpPr>
            <a:spLocks noGrp="1"/>
          </p:cNvSpPr>
          <p:nvPr/>
        </p:nvSpPr>
        <p:spPr>
          <a:xfrm>
            <a:off x="225535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01_find_only_45">
            <a:extLst>
              <a:ext uri="{FF2B5EF4-FFF2-40B4-BE49-F238E27FC236}">
                <a16:creationId xmlns:a16="http://schemas.microsoft.com/office/drawing/2014/main" id="{D02104A2-A066-48C1-9254-9DBD843D6051}"/>
              </a:ext>
            </a:extLst>
          </p:cNvPr>
          <p:cNvSpPr>
            <a:spLocks noGrp="1"/>
          </p:cNvSpPr>
          <p:nvPr/>
        </p:nvSpPr>
        <p:spPr>
          <a:xfrm>
            <a:off x="223446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01_find_only_46">
            <a:extLst>
              <a:ext uri="{FF2B5EF4-FFF2-40B4-BE49-F238E27FC236}">
                <a16:creationId xmlns:a16="http://schemas.microsoft.com/office/drawing/2014/main" id="{CFE8C616-91D5-4119-B345-1247E37D4D3D}"/>
              </a:ext>
            </a:extLst>
          </p:cNvPr>
          <p:cNvSpPr>
            <a:spLocks noGrp="1"/>
          </p:cNvSpPr>
          <p:nvPr/>
        </p:nvSpPr>
        <p:spPr>
          <a:xfrm>
            <a:off x="2233882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01_find_only_47">
            <a:extLst>
              <a:ext uri="{FF2B5EF4-FFF2-40B4-BE49-F238E27FC236}">
                <a16:creationId xmlns:a16="http://schemas.microsoft.com/office/drawing/2014/main" id="{95E5CF35-1590-4493-A744-F437AF00E459}"/>
              </a:ext>
            </a:extLst>
          </p:cNvPr>
          <p:cNvSpPr>
            <a:spLocks noGrp="1"/>
          </p:cNvSpPr>
          <p:nvPr/>
        </p:nvSpPr>
        <p:spPr>
          <a:xfrm>
            <a:off x="22527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01_find_only_48">
            <a:extLst>
              <a:ext uri="{FF2B5EF4-FFF2-40B4-BE49-F238E27FC236}">
                <a16:creationId xmlns:a16="http://schemas.microsoft.com/office/drawing/2014/main" id="{0BF06AD6-5E05-49D4-8744-BD93E198C685}"/>
              </a:ext>
            </a:extLst>
          </p:cNvPr>
          <p:cNvSpPr>
            <a:spLocks noGrp="1"/>
          </p:cNvSpPr>
          <p:nvPr/>
        </p:nvSpPr>
        <p:spPr>
          <a:xfrm>
            <a:off x="22893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01_find_only_49">
            <a:extLst>
              <a:ext uri="{FF2B5EF4-FFF2-40B4-BE49-F238E27FC236}">
                <a16:creationId xmlns:a16="http://schemas.microsoft.com/office/drawing/2014/main" id="{94E88439-B41A-4C8D-92E1-6F89A37CC225}"/>
              </a:ext>
            </a:extLst>
          </p:cNvPr>
          <p:cNvSpPr>
            <a:spLocks noGrp="1"/>
          </p:cNvSpPr>
          <p:nvPr/>
        </p:nvSpPr>
        <p:spPr>
          <a:xfrm>
            <a:off x="224757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01_find_only_50">
            <a:extLst>
              <a:ext uri="{FF2B5EF4-FFF2-40B4-BE49-F238E27FC236}">
                <a16:creationId xmlns:a16="http://schemas.microsoft.com/office/drawing/2014/main" id="{C6EE425F-2EFB-4982-AE65-B8B069496E5E}"/>
              </a:ext>
            </a:extLst>
          </p:cNvPr>
          <p:cNvSpPr>
            <a:spLocks noGrp="1"/>
          </p:cNvSpPr>
          <p:nvPr/>
        </p:nvSpPr>
        <p:spPr>
          <a:xfrm>
            <a:off x="22767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01_find_only_51">
            <a:extLst>
              <a:ext uri="{FF2B5EF4-FFF2-40B4-BE49-F238E27FC236}">
                <a16:creationId xmlns:a16="http://schemas.microsoft.com/office/drawing/2014/main" id="{64716EED-0FA2-4DB1-AC6E-F693A875518A}"/>
              </a:ext>
            </a:extLst>
          </p:cNvPr>
          <p:cNvSpPr>
            <a:spLocks noGrp="1"/>
          </p:cNvSpPr>
          <p:nvPr/>
        </p:nvSpPr>
        <p:spPr>
          <a:xfrm>
            <a:off x="22664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01_find_only_52">
            <a:extLst>
              <a:ext uri="{FF2B5EF4-FFF2-40B4-BE49-F238E27FC236}">
                <a16:creationId xmlns:a16="http://schemas.microsoft.com/office/drawing/2014/main" id="{2C3609B2-37F6-415D-A43E-72AF6BAA06A5}"/>
              </a:ext>
            </a:extLst>
          </p:cNvPr>
          <p:cNvSpPr>
            <a:spLocks noGrp="1"/>
          </p:cNvSpPr>
          <p:nvPr/>
        </p:nvSpPr>
        <p:spPr>
          <a:xfrm>
            <a:off x="23146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01_find_only_53">
            <a:extLst>
              <a:ext uri="{FF2B5EF4-FFF2-40B4-BE49-F238E27FC236}">
                <a16:creationId xmlns:a16="http://schemas.microsoft.com/office/drawing/2014/main" id="{93AC4809-75D4-44A8-B786-3788FCE92812}"/>
              </a:ext>
            </a:extLst>
          </p:cNvPr>
          <p:cNvSpPr>
            <a:spLocks noGrp="1"/>
          </p:cNvSpPr>
          <p:nvPr/>
        </p:nvSpPr>
        <p:spPr>
          <a:xfrm>
            <a:off x="2256810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01_find_only_54">
            <a:extLst>
              <a:ext uri="{FF2B5EF4-FFF2-40B4-BE49-F238E27FC236}">
                <a16:creationId xmlns:a16="http://schemas.microsoft.com/office/drawing/2014/main" id="{719B737D-6F18-44B4-BF1B-EB7F4499A01D}"/>
              </a:ext>
            </a:extLst>
          </p:cNvPr>
          <p:cNvSpPr>
            <a:spLocks noGrp="1"/>
          </p:cNvSpPr>
          <p:nvPr/>
        </p:nvSpPr>
        <p:spPr>
          <a:xfrm>
            <a:off x="229673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01_find_only_55">
            <a:extLst>
              <a:ext uri="{FF2B5EF4-FFF2-40B4-BE49-F238E27FC236}">
                <a16:creationId xmlns:a16="http://schemas.microsoft.com/office/drawing/2014/main" id="{3D7D4CCE-457A-4CF1-8EFF-F72EB1622358}"/>
              </a:ext>
            </a:extLst>
          </p:cNvPr>
          <p:cNvSpPr>
            <a:spLocks noGrp="1"/>
          </p:cNvSpPr>
          <p:nvPr/>
        </p:nvSpPr>
        <p:spPr>
          <a:xfrm>
            <a:off x="22991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01_find_only_56">
            <a:extLst>
              <a:ext uri="{FF2B5EF4-FFF2-40B4-BE49-F238E27FC236}">
                <a16:creationId xmlns:a16="http://schemas.microsoft.com/office/drawing/2014/main" id="{48CDDBEE-46F7-4A8F-8B5B-4D065EFD5D25}"/>
              </a:ext>
            </a:extLst>
          </p:cNvPr>
          <p:cNvSpPr>
            <a:spLocks noGrp="1"/>
          </p:cNvSpPr>
          <p:nvPr/>
        </p:nvSpPr>
        <p:spPr>
          <a:xfrm>
            <a:off x="223417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01_find_only_57">
            <a:extLst>
              <a:ext uri="{FF2B5EF4-FFF2-40B4-BE49-F238E27FC236}">
                <a16:creationId xmlns:a16="http://schemas.microsoft.com/office/drawing/2014/main" id="{D044E784-A241-4B6F-A23A-30ADCBED39A8}"/>
              </a:ext>
            </a:extLst>
          </p:cNvPr>
          <p:cNvSpPr>
            <a:spLocks noGrp="1"/>
          </p:cNvSpPr>
          <p:nvPr/>
        </p:nvSpPr>
        <p:spPr>
          <a:xfrm>
            <a:off x="23133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01_find_only_58">
            <a:extLst>
              <a:ext uri="{FF2B5EF4-FFF2-40B4-BE49-F238E27FC236}">
                <a16:creationId xmlns:a16="http://schemas.microsoft.com/office/drawing/2014/main" id="{0BB71FE0-E335-4912-A18E-1BAB6492F9C8}"/>
              </a:ext>
            </a:extLst>
          </p:cNvPr>
          <p:cNvSpPr>
            <a:spLocks noGrp="1"/>
          </p:cNvSpPr>
          <p:nvPr/>
        </p:nvSpPr>
        <p:spPr>
          <a:xfrm>
            <a:off x="22318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01_find_only_59">
            <a:extLst>
              <a:ext uri="{FF2B5EF4-FFF2-40B4-BE49-F238E27FC236}">
                <a16:creationId xmlns:a16="http://schemas.microsoft.com/office/drawing/2014/main" id="{AFBA0733-F523-42FB-9C39-2F2BFC0FE76A}"/>
              </a:ext>
            </a:extLst>
          </p:cNvPr>
          <p:cNvSpPr>
            <a:spLocks noGrp="1"/>
          </p:cNvSpPr>
          <p:nvPr/>
        </p:nvSpPr>
        <p:spPr>
          <a:xfrm>
            <a:off x="23131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01_find_only_60">
            <a:extLst>
              <a:ext uri="{FF2B5EF4-FFF2-40B4-BE49-F238E27FC236}">
                <a16:creationId xmlns:a16="http://schemas.microsoft.com/office/drawing/2014/main" id="{6F9B22F7-A492-4721-94B4-A2054B5FA2A7}"/>
              </a:ext>
            </a:extLst>
          </p:cNvPr>
          <p:cNvSpPr>
            <a:spLocks noGrp="1"/>
          </p:cNvSpPr>
          <p:nvPr/>
        </p:nvSpPr>
        <p:spPr>
          <a:xfrm>
            <a:off x="23225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01_find_only_61">
            <a:extLst>
              <a:ext uri="{FF2B5EF4-FFF2-40B4-BE49-F238E27FC236}">
                <a16:creationId xmlns:a16="http://schemas.microsoft.com/office/drawing/2014/main" id="{51CF08E8-5D9B-4233-B37A-E31E9CB827FD}"/>
              </a:ext>
            </a:extLst>
          </p:cNvPr>
          <p:cNvSpPr>
            <a:spLocks noGrp="1"/>
          </p:cNvSpPr>
          <p:nvPr/>
        </p:nvSpPr>
        <p:spPr>
          <a:xfrm>
            <a:off x="22899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01_find_only_62">
            <a:extLst>
              <a:ext uri="{FF2B5EF4-FFF2-40B4-BE49-F238E27FC236}">
                <a16:creationId xmlns:a16="http://schemas.microsoft.com/office/drawing/2014/main" id="{5934E31D-D7D7-402E-BE2F-8E996DCD5A6B}"/>
              </a:ext>
            </a:extLst>
          </p:cNvPr>
          <p:cNvSpPr>
            <a:spLocks noGrp="1"/>
          </p:cNvSpPr>
          <p:nvPr/>
        </p:nvSpPr>
        <p:spPr>
          <a:xfrm>
            <a:off x="22607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01_find_only_63">
            <a:extLst>
              <a:ext uri="{FF2B5EF4-FFF2-40B4-BE49-F238E27FC236}">
                <a16:creationId xmlns:a16="http://schemas.microsoft.com/office/drawing/2014/main" id="{F3E6B4F1-ED0C-4B20-ABB1-8226FCA68175}"/>
              </a:ext>
            </a:extLst>
          </p:cNvPr>
          <p:cNvSpPr>
            <a:spLocks noGrp="1"/>
          </p:cNvSpPr>
          <p:nvPr/>
        </p:nvSpPr>
        <p:spPr>
          <a:xfrm>
            <a:off x="23014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01_find_only_64">
            <a:extLst>
              <a:ext uri="{FF2B5EF4-FFF2-40B4-BE49-F238E27FC236}">
                <a16:creationId xmlns:a16="http://schemas.microsoft.com/office/drawing/2014/main" id="{81E01F3A-6681-4C5F-969C-FB8459505680}"/>
              </a:ext>
            </a:extLst>
          </p:cNvPr>
          <p:cNvSpPr>
            <a:spLocks noGrp="1"/>
          </p:cNvSpPr>
          <p:nvPr/>
        </p:nvSpPr>
        <p:spPr>
          <a:xfrm>
            <a:off x="22520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01_find_only_65">
            <a:extLst>
              <a:ext uri="{FF2B5EF4-FFF2-40B4-BE49-F238E27FC236}">
                <a16:creationId xmlns:a16="http://schemas.microsoft.com/office/drawing/2014/main" id="{749DE3B5-B211-4C4D-80AB-14ECB3B5D73D}"/>
              </a:ext>
            </a:extLst>
          </p:cNvPr>
          <p:cNvSpPr>
            <a:spLocks noGrp="1"/>
          </p:cNvSpPr>
          <p:nvPr/>
        </p:nvSpPr>
        <p:spPr>
          <a:xfrm>
            <a:off x="227701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01_find_only_66">
            <a:extLst>
              <a:ext uri="{FF2B5EF4-FFF2-40B4-BE49-F238E27FC236}">
                <a16:creationId xmlns:a16="http://schemas.microsoft.com/office/drawing/2014/main" id="{AA78EB54-F56E-44D6-8379-5A222513BC71}"/>
              </a:ext>
            </a:extLst>
          </p:cNvPr>
          <p:cNvSpPr>
            <a:spLocks noGrp="1"/>
          </p:cNvSpPr>
          <p:nvPr/>
        </p:nvSpPr>
        <p:spPr>
          <a:xfrm>
            <a:off x="22770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01_find_only_67">
            <a:extLst>
              <a:ext uri="{FF2B5EF4-FFF2-40B4-BE49-F238E27FC236}">
                <a16:creationId xmlns:a16="http://schemas.microsoft.com/office/drawing/2014/main" id="{F67264C7-3E69-47FB-92C4-3AE473407B9A}"/>
              </a:ext>
            </a:extLst>
          </p:cNvPr>
          <p:cNvSpPr>
            <a:spLocks noGrp="1"/>
          </p:cNvSpPr>
          <p:nvPr/>
        </p:nvSpPr>
        <p:spPr>
          <a:xfrm>
            <a:off x="2247872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01_find_only_68">
            <a:extLst>
              <a:ext uri="{FF2B5EF4-FFF2-40B4-BE49-F238E27FC236}">
                <a16:creationId xmlns:a16="http://schemas.microsoft.com/office/drawing/2014/main" id="{C899F059-5CEC-4E12-BBB2-7AD676F2C8E9}"/>
              </a:ext>
            </a:extLst>
          </p:cNvPr>
          <p:cNvSpPr>
            <a:spLocks noGrp="1"/>
          </p:cNvSpPr>
          <p:nvPr/>
        </p:nvSpPr>
        <p:spPr>
          <a:xfrm>
            <a:off x="231558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01_find_only_69">
            <a:extLst>
              <a:ext uri="{FF2B5EF4-FFF2-40B4-BE49-F238E27FC236}">
                <a16:creationId xmlns:a16="http://schemas.microsoft.com/office/drawing/2014/main" id="{56BF14AE-FD6A-4ECD-B50E-3CF9265842B3}"/>
              </a:ext>
            </a:extLst>
          </p:cNvPr>
          <p:cNvSpPr>
            <a:spLocks noGrp="1"/>
          </p:cNvSpPr>
          <p:nvPr/>
        </p:nvSpPr>
        <p:spPr>
          <a:xfrm>
            <a:off x="22624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01_find_only_70">
            <a:extLst>
              <a:ext uri="{FF2B5EF4-FFF2-40B4-BE49-F238E27FC236}">
                <a16:creationId xmlns:a16="http://schemas.microsoft.com/office/drawing/2014/main" id="{78D7C170-DF2F-4C8B-9B86-DEDFBD05EF32}"/>
              </a:ext>
            </a:extLst>
          </p:cNvPr>
          <p:cNvSpPr>
            <a:spLocks noGrp="1"/>
          </p:cNvSpPr>
          <p:nvPr/>
        </p:nvSpPr>
        <p:spPr>
          <a:xfrm>
            <a:off x="227186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01_find_only_71">
            <a:extLst>
              <a:ext uri="{FF2B5EF4-FFF2-40B4-BE49-F238E27FC236}">
                <a16:creationId xmlns:a16="http://schemas.microsoft.com/office/drawing/2014/main" id="{AD9F5388-E8BC-409E-89D0-BAFB569803C9}"/>
              </a:ext>
            </a:extLst>
          </p:cNvPr>
          <p:cNvSpPr>
            <a:spLocks noGrp="1"/>
          </p:cNvSpPr>
          <p:nvPr/>
        </p:nvSpPr>
        <p:spPr>
          <a:xfrm>
            <a:off x="23249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01_find_only_72">
            <a:extLst>
              <a:ext uri="{FF2B5EF4-FFF2-40B4-BE49-F238E27FC236}">
                <a16:creationId xmlns:a16="http://schemas.microsoft.com/office/drawing/2014/main" id="{8274DF92-05C8-486C-B5C9-7CC1CEFFE2B5}"/>
              </a:ext>
            </a:extLst>
          </p:cNvPr>
          <p:cNvSpPr>
            <a:spLocks noGrp="1"/>
          </p:cNvSpPr>
          <p:nvPr/>
        </p:nvSpPr>
        <p:spPr>
          <a:xfrm>
            <a:off x="22957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01_find_only_73">
            <a:extLst>
              <a:ext uri="{FF2B5EF4-FFF2-40B4-BE49-F238E27FC236}">
                <a16:creationId xmlns:a16="http://schemas.microsoft.com/office/drawing/2014/main" id="{5AEE47ED-F255-42B4-A585-D7787D4E6B53}"/>
              </a:ext>
            </a:extLst>
          </p:cNvPr>
          <p:cNvSpPr>
            <a:spLocks noGrp="1"/>
          </p:cNvSpPr>
          <p:nvPr/>
        </p:nvSpPr>
        <p:spPr>
          <a:xfrm>
            <a:off x="2321415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01_find_only_74">
            <a:extLst>
              <a:ext uri="{FF2B5EF4-FFF2-40B4-BE49-F238E27FC236}">
                <a16:creationId xmlns:a16="http://schemas.microsoft.com/office/drawing/2014/main" id="{757A8673-F02E-4B44-B05B-139E6ECC9398}"/>
              </a:ext>
            </a:extLst>
          </p:cNvPr>
          <p:cNvSpPr>
            <a:spLocks noGrp="1"/>
          </p:cNvSpPr>
          <p:nvPr/>
        </p:nvSpPr>
        <p:spPr>
          <a:xfrm>
            <a:off x="22355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01_find_only_75">
            <a:extLst>
              <a:ext uri="{FF2B5EF4-FFF2-40B4-BE49-F238E27FC236}">
                <a16:creationId xmlns:a16="http://schemas.microsoft.com/office/drawing/2014/main" id="{3F4E5FF8-7922-4583-A87F-E2E6BBE5AB3A}"/>
              </a:ext>
            </a:extLst>
          </p:cNvPr>
          <p:cNvSpPr>
            <a:spLocks noGrp="1"/>
          </p:cNvSpPr>
          <p:nvPr/>
        </p:nvSpPr>
        <p:spPr>
          <a:xfrm>
            <a:off x="231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01_find_only_76">
            <a:extLst>
              <a:ext uri="{FF2B5EF4-FFF2-40B4-BE49-F238E27FC236}">
                <a16:creationId xmlns:a16="http://schemas.microsoft.com/office/drawing/2014/main" id="{C9BA0266-2CF1-4254-AB4E-B77BDC83C3C2}"/>
              </a:ext>
            </a:extLst>
          </p:cNvPr>
          <p:cNvSpPr>
            <a:spLocks noGrp="1"/>
          </p:cNvSpPr>
          <p:nvPr/>
        </p:nvSpPr>
        <p:spPr>
          <a:xfrm>
            <a:off x="230140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01_find_only_77">
            <a:extLst>
              <a:ext uri="{FF2B5EF4-FFF2-40B4-BE49-F238E27FC236}">
                <a16:creationId xmlns:a16="http://schemas.microsoft.com/office/drawing/2014/main" id="{D587FE57-5FED-4EA9-8203-E61C36615A2E}"/>
              </a:ext>
            </a:extLst>
          </p:cNvPr>
          <p:cNvSpPr>
            <a:spLocks noGrp="1"/>
          </p:cNvSpPr>
          <p:nvPr/>
        </p:nvSpPr>
        <p:spPr>
          <a:xfrm>
            <a:off x="22678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01_find_only_78">
            <a:extLst>
              <a:ext uri="{FF2B5EF4-FFF2-40B4-BE49-F238E27FC236}">
                <a16:creationId xmlns:a16="http://schemas.microsoft.com/office/drawing/2014/main" id="{732811F3-14FF-4B75-8424-08DFB340AE15}"/>
              </a:ext>
            </a:extLst>
          </p:cNvPr>
          <p:cNvSpPr>
            <a:spLocks noGrp="1"/>
          </p:cNvSpPr>
          <p:nvPr/>
        </p:nvSpPr>
        <p:spPr>
          <a:xfrm>
            <a:off x="230519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01_find_only_79">
            <a:extLst>
              <a:ext uri="{FF2B5EF4-FFF2-40B4-BE49-F238E27FC236}">
                <a16:creationId xmlns:a16="http://schemas.microsoft.com/office/drawing/2014/main" id="{F6FFC0AC-FD8A-4504-B6DC-731A86FFE841}"/>
              </a:ext>
            </a:extLst>
          </p:cNvPr>
          <p:cNvSpPr>
            <a:spLocks noGrp="1"/>
          </p:cNvSpPr>
          <p:nvPr/>
        </p:nvSpPr>
        <p:spPr>
          <a:xfrm>
            <a:off x="232539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01_find_only_80">
            <a:extLst>
              <a:ext uri="{FF2B5EF4-FFF2-40B4-BE49-F238E27FC236}">
                <a16:creationId xmlns:a16="http://schemas.microsoft.com/office/drawing/2014/main" id="{A0BDD9A4-3B13-4B2A-9571-6B3EA966D333}"/>
              </a:ext>
            </a:extLst>
          </p:cNvPr>
          <p:cNvSpPr>
            <a:spLocks noGrp="1"/>
          </p:cNvSpPr>
          <p:nvPr/>
        </p:nvSpPr>
        <p:spPr>
          <a:xfrm>
            <a:off x="2294990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01_find_only_81">
            <a:extLst>
              <a:ext uri="{FF2B5EF4-FFF2-40B4-BE49-F238E27FC236}">
                <a16:creationId xmlns:a16="http://schemas.microsoft.com/office/drawing/2014/main" id="{95F5AF6F-66E2-410E-8E42-4A0E91596B33}"/>
              </a:ext>
            </a:extLst>
          </p:cNvPr>
          <p:cNvSpPr>
            <a:spLocks noGrp="1"/>
          </p:cNvSpPr>
          <p:nvPr/>
        </p:nvSpPr>
        <p:spPr>
          <a:xfrm>
            <a:off x="230247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01_find_only_82">
            <a:extLst>
              <a:ext uri="{FF2B5EF4-FFF2-40B4-BE49-F238E27FC236}">
                <a16:creationId xmlns:a16="http://schemas.microsoft.com/office/drawing/2014/main" id="{11701A4D-5E10-447F-9E64-9E2629818E8E}"/>
              </a:ext>
            </a:extLst>
          </p:cNvPr>
          <p:cNvSpPr>
            <a:spLocks noGrp="1"/>
          </p:cNvSpPr>
          <p:nvPr/>
        </p:nvSpPr>
        <p:spPr>
          <a:xfrm>
            <a:off x="2301596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01_find_only_83">
            <a:extLst>
              <a:ext uri="{FF2B5EF4-FFF2-40B4-BE49-F238E27FC236}">
                <a16:creationId xmlns:a16="http://schemas.microsoft.com/office/drawing/2014/main" id="{ACBB1609-9650-4B2E-8605-0C214314F8BC}"/>
              </a:ext>
            </a:extLst>
          </p:cNvPr>
          <p:cNvSpPr>
            <a:spLocks noGrp="1"/>
          </p:cNvSpPr>
          <p:nvPr/>
        </p:nvSpPr>
        <p:spPr>
          <a:xfrm>
            <a:off x="2286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01_find_only_84">
            <a:extLst>
              <a:ext uri="{FF2B5EF4-FFF2-40B4-BE49-F238E27FC236}">
                <a16:creationId xmlns:a16="http://schemas.microsoft.com/office/drawing/2014/main" id="{DD8A61BC-8586-4244-9C36-908086FF57DD}"/>
              </a:ext>
            </a:extLst>
          </p:cNvPr>
          <p:cNvSpPr>
            <a:spLocks noGrp="1"/>
          </p:cNvSpPr>
          <p:nvPr/>
        </p:nvSpPr>
        <p:spPr>
          <a:xfrm>
            <a:off x="2258947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01_find_only_85">
            <a:extLst>
              <a:ext uri="{FF2B5EF4-FFF2-40B4-BE49-F238E27FC236}">
                <a16:creationId xmlns:a16="http://schemas.microsoft.com/office/drawing/2014/main" id="{08794C4F-0F8F-49C8-A05C-10921E407609}"/>
              </a:ext>
            </a:extLst>
          </p:cNvPr>
          <p:cNvSpPr>
            <a:spLocks noGrp="1"/>
          </p:cNvSpPr>
          <p:nvPr/>
        </p:nvSpPr>
        <p:spPr>
          <a:xfrm>
            <a:off x="231859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01_find_only_86">
            <a:extLst>
              <a:ext uri="{FF2B5EF4-FFF2-40B4-BE49-F238E27FC236}">
                <a16:creationId xmlns:a16="http://schemas.microsoft.com/office/drawing/2014/main" id="{509377C6-B7A3-4A89-A1AB-12143339E6A5}"/>
              </a:ext>
            </a:extLst>
          </p:cNvPr>
          <p:cNvSpPr>
            <a:spLocks noGrp="1"/>
          </p:cNvSpPr>
          <p:nvPr/>
        </p:nvSpPr>
        <p:spPr>
          <a:xfrm>
            <a:off x="2248649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01_find_only_87">
            <a:extLst>
              <a:ext uri="{FF2B5EF4-FFF2-40B4-BE49-F238E27FC236}">
                <a16:creationId xmlns:a16="http://schemas.microsoft.com/office/drawing/2014/main" id="{2E37F5A9-99AD-4244-B65F-C79507043683}"/>
              </a:ext>
            </a:extLst>
          </p:cNvPr>
          <p:cNvSpPr>
            <a:spLocks noGrp="1"/>
          </p:cNvSpPr>
          <p:nvPr/>
        </p:nvSpPr>
        <p:spPr>
          <a:xfrm>
            <a:off x="224787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01_find_only_88">
            <a:extLst>
              <a:ext uri="{FF2B5EF4-FFF2-40B4-BE49-F238E27FC236}">
                <a16:creationId xmlns:a16="http://schemas.microsoft.com/office/drawing/2014/main" id="{4D34C9F1-2C87-4DE5-90C5-B70653D9A473}"/>
              </a:ext>
            </a:extLst>
          </p:cNvPr>
          <p:cNvSpPr>
            <a:spLocks noGrp="1"/>
          </p:cNvSpPr>
          <p:nvPr/>
        </p:nvSpPr>
        <p:spPr>
          <a:xfrm>
            <a:off x="225224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01_find_only_89">
            <a:extLst>
              <a:ext uri="{FF2B5EF4-FFF2-40B4-BE49-F238E27FC236}">
                <a16:creationId xmlns:a16="http://schemas.microsoft.com/office/drawing/2014/main" id="{A61341CB-DB2F-4F6B-B492-D97EB66B580B}"/>
              </a:ext>
            </a:extLst>
          </p:cNvPr>
          <p:cNvSpPr>
            <a:spLocks noGrp="1"/>
          </p:cNvSpPr>
          <p:nvPr/>
        </p:nvSpPr>
        <p:spPr>
          <a:xfrm>
            <a:off x="231995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01_find_only_90">
            <a:extLst>
              <a:ext uri="{FF2B5EF4-FFF2-40B4-BE49-F238E27FC236}">
                <a16:creationId xmlns:a16="http://schemas.microsoft.com/office/drawing/2014/main" id="{A0CF0886-AC17-4844-A288-3A21C7833427}"/>
              </a:ext>
            </a:extLst>
          </p:cNvPr>
          <p:cNvSpPr>
            <a:spLocks noGrp="1"/>
          </p:cNvSpPr>
          <p:nvPr/>
        </p:nvSpPr>
        <p:spPr>
          <a:xfrm>
            <a:off x="2309659" y="37528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01_find_only_91">
            <a:extLst>
              <a:ext uri="{FF2B5EF4-FFF2-40B4-BE49-F238E27FC236}">
                <a16:creationId xmlns:a16="http://schemas.microsoft.com/office/drawing/2014/main" id="{C8BD02F9-2D3C-473D-8590-1AE24480926A}"/>
              </a:ext>
            </a:extLst>
          </p:cNvPr>
          <p:cNvSpPr>
            <a:spLocks noGrp="1"/>
          </p:cNvSpPr>
          <p:nvPr/>
        </p:nvSpPr>
        <p:spPr>
          <a:xfrm>
            <a:off x="23138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01_find_only_92">
            <a:extLst>
              <a:ext uri="{FF2B5EF4-FFF2-40B4-BE49-F238E27FC236}">
                <a16:creationId xmlns:a16="http://schemas.microsoft.com/office/drawing/2014/main" id="{D97937FA-91B6-4E4D-94B6-0577A3DE2B28}"/>
              </a:ext>
            </a:extLst>
          </p:cNvPr>
          <p:cNvSpPr>
            <a:spLocks noGrp="1"/>
          </p:cNvSpPr>
          <p:nvPr/>
        </p:nvSpPr>
        <p:spPr>
          <a:xfrm>
            <a:off x="2301790" y="361286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01_find_only_93">
            <a:extLst>
              <a:ext uri="{FF2B5EF4-FFF2-40B4-BE49-F238E27FC236}">
                <a16:creationId xmlns:a16="http://schemas.microsoft.com/office/drawing/2014/main" id="{C09F58C0-C440-49B9-92C7-F33661610C18}"/>
              </a:ext>
            </a:extLst>
          </p:cNvPr>
          <p:cNvSpPr>
            <a:spLocks noGrp="1"/>
          </p:cNvSpPr>
          <p:nvPr/>
        </p:nvSpPr>
        <p:spPr>
          <a:xfrm>
            <a:off x="23092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01_find_only_94">
            <a:extLst>
              <a:ext uri="{FF2B5EF4-FFF2-40B4-BE49-F238E27FC236}">
                <a16:creationId xmlns:a16="http://schemas.microsoft.com/office/drawing/2014/main" id="{0E9D8887-7131-4538-977F-E448EB0A6E0F}"/>
              </a:ext>
            </a:extLst>
          </p:cNvPr>
          <p:cNvSpPr>
            <a:spLocks noGrp="1"/>
          </p:cNvSpPr>
          <p:nvPr/>
        </p:nvSpPr>
        <p:spPr>
          <a:xfrm>
            <a:off x="23176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01_find_only_95">
            <a:extLst>
              <a:ext uri="{FF2B5EF4-FFF2-40B4-BE49-F238E27FC236}">
                <a16:creationId xmlns:a16="http://schemas.microsoft.com/office/drawing/2014/main" id="{4B5AD29A-03B7-4503-885F-E8B1836732F8}"/>
              </a:ext>
            </a:extLst>
          </p:cNvPr>
          <p:cNvSpPr>
            <a:spLocks noGrp="1"/>
          </p:cNvSpPr>
          <p:nvPr/>
        </p:nvSpPr>
        <p:spPr>
          <a:xfrm>
            <a:off x="22463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01_find_only_96">
            <a:extLst>
              <a:ext uri="{FF2B5EF4-FFF2-40B4-BE49-F238E27FC236}">
                <a16:creationId xmlns:a16="http://schemas.microsoft.com/office/drawing/2014/main" id="{6A91F38F-32FC-4C24-B7BD-0454542ABBB0}"/>
              </a:ext>
            </a:extLst>
          </p:cNvPr>
          <p:cNvSpPr>
            <a:spLocks noGrp="1"/>
          </p:cNvSpPr>
          <p:nvPr/>
        </p:nvSpPr>
        <p:spPr>
          <a:xfrm>
            <a:off x="22539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01_find_only_97">
            <a:extLst>
              <a:ext uri="{FF2B5EF4-FFF2-40B4-BE49-F238E27FC236}">
                <a16:creationId xmlns:a16="http://schemas.microsoft.com/office/drawing/2014/main" id="{29F803AE-C4B1-4403-A8A6-8059BA746DC7}"/>
              </a:ext>
            </a:extLst>
          </p:cNvPr>
          <p:cNvSpPr>
            <a:spLocks noGrp="1"/>
          </p:cNvSpPr>
          <p:nvPr/>
        </p:nvSpPr>
        <p:spPr>
          <a:xfrm>
            <a:off x="2300139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01_find_only_98">
            <a:extLst>
              <a:ext uri="{FF2B5EF4-FFF2-40B4-BE49-F238E27FC236}">
                <a16:creationId xmlns:a16="http://schemas.microsoft.com/office/drawing/2014/main" id="{6C1ED081-672B-4002-BA95-9B8C73859D31}"/>
              </a:ext>
            </a:extLst>
          </p:cNvPr>
          <p:cNvSpPr>
            <a:spLocks noGrp="1"/>
          </p:cNvSpPr>
          <p:nvPr/>
        </p:nvSpPr>
        <p:spPr>
          <a:xfrm>
            <a:off x="2251272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01_find_only_99">
            <a:extLst>
              <a:ext uri="{FF2B5EF4-FFF2-40B4-BE49-F238E27FC236}">
                <a16:creationId xmlns:a16="http://schemas.microsoft.com/office/drawing/2014/main" id="{CBBAD634-713B-4CB4-9894-73DC031F4B39}"/>
              </a:ext>
            </a:extLst>
          </p:cNvPr>
          <p:cNvSpPr>
            <a:spLocks noGrp="1"/>
          </p:cNvSpPr>
          <p:nvPr/>
        </p:nvSpPr>
        <p:spPr>
          <a:xfrm>
            <a:off x="2260695" y="36196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01_find_only_100">
            <a:extLst>
              <a:ext uri="{FF2B5EF4-FFF2-40B4-BE49-F238E27FC236}">
                <a16:creationId xmlns:a16="http://schemas.microsoft.com/office/drawing/2014/main" id="{093BAC22-8DA7-4CAA-BCE7-B79454A12F43}"/>
              </a:ext>
            </a:extLst>
          </p:cNvPr>
          <p:cNvSpPr>
            <a:spLocks noGrp="1"/>
          </p:cNvSpPr>
          <p:nvPr/>
        </p:nvSpPr>
        <p:spPr>
          <a:xfrm>
            <a:off x="22447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01_find_only_101">
            <a:extLst>
              <a:ext uri="{FF2B5EF4-FFF2-40B4-BE49-F238E27FC236}">
                <a16:creationId xmlns:a16="http://schemas.microsoft.com/office/drawing/2014/main" id="{B0633225-0E0B-4F88-8C95-0DA7C41B2F6B}"/>
              </a:ext>
            </a:extLst>
          </p:cNvPr>
          <p:cNvSpPr>
            <a:spLocks noGrp="1"/>
          </p:cNvSpPr>
          <p:nvPr/>
        </p:nvSpPr>
        <p:spPr>
          <a:xfrm>
            <a:off x="22550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01_find_only_102">
            <a:extLst>
              <a:ext uri="{FF2B5EF4-FFF2-40B4-BE49-F238E27FC236}">
                <a16:creationId xmlns:a16="http://schemas.microsoft.com/office/drawing/2014/main" id="{D91721DE-28CC-4E99-8E5E-57C3D930E70E}"/>
              </a:ext>
            </a:extLst>
          </p:cNvPr>
          <p:cNvSpPr>
            <a:spLocks noGrp="1"/>
          </p:cNvSpPr>
          <p:nvPr/>
        </p:nvSpPr>
        <p:spPr>
          <a:xfrm>
            <a:off x="2258850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01_find_only_103">
            <a:extLst>
              <a:ext uri="{FF2B5EF4-FFF2-40B4-BE49-F238E27FC236}">
                <a16:creationId xmlns:a16="http://schemas.microsoft.com/office/drawing/2014/main" id="{72CE357B-266C-4E0B-9BE2-5FEC976242D4}"/>
              </a:ext>
            </a:extLst>
          </p:cNvPr>
          <p:cNvSpPr>
            <a:spLocks noGrp="1"/>
          </p:cNvSpPr>
          <p:nvPr/>
        </p:nvSpPr>
        <p:spPr>
          <a:xfrm>
            <a:off x="231918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01_find_only_104">
            <a:extLst>
              <a:ext uri="{FF2B5EF4-FFF2-40B4-BE49-F238E27FC236}">
                <a16:creationId xmlns:a16="http://schemas.microsoft.com/office/drawing/2014/main" id="{0B120530-EF9F-45F3-AE62-C34F35E0DF54}"/>
              </a:ext>
            </a:extLst>
          </p:cNvPr>
          <p:cNvSpPr>
            <a:spLocks noGrp="1"/>
          </p:cNvSpPr>
          <p:nvPr/>
        </p:nvSpPr>
        <p:spPr>
          <a:xfrm>
            <a:off x="227798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01_find_only_105">
            <a:extLst>
              <a:ext uri="{FF2B5EF4-FFF2-40B4-BE49-F238E27FC236}">
                <a16:creationId xmlns:a16="http://schemas.microsoft.com/office/drawing/2014/main" id="{FBB26C85-5DFE-4551-88B7-9698D809D60C}"/>
              </a:ext>
            </a:extLst>
          </p:cNvPr>
          <p:cNvSpPr>
            <a:spLocks noGrp="1"/>
          </p:cNvSpPr>
          <p:nvPr/>
        </p:nvSpPr>
        <p:spPr>
          <a:xfrm>
            <a:off x="22463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01_find_only_106">
            <a:extLst>
              <a:ext uri="{FF2B5EF4-FFF2-40B4-BE49-F238E27FC236}">
                <a16:creationId xmlns:a16="http://schemas.microsoft.com/office/drawing/2014/main" id="{330FAB57-CB4B-4AC2-A352-AD4F638E9703}"/>
              </a:ext>
            </a:extLst>
          </p:cNvPr>
          <p:cNvSpPr>
            <a:spLocks noGrp="1"/>
          </p:cNvSpPr>
          <p:nvPr/>
        </p:nvSpPr>
        <p:spPr>
          <a:xfrm>
            <a:off x="226040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01_find_only_107">
            <a:extLst>
              <a:ext uri="{FF2B5EF4-FFF2-40B4-BE49-F238E27FC236}">
                <a16:creationId xmlns:a16="http://schemas.microsoft.com/office/drawing/2014/main" id="{622846F6-536E-4E13-B79C-8D2D8C7E3A27}"/>
              </a:ext>
            </a:extLst>
          </p:cNvPr>
          <p:cNvSpPr>
            <a:spLocks noGrp="1"/>
          </p:cNvSpPr>
          <p:nvPr/>
        </p:nvSpPr>
        <p:spPr>
          <a:xfrm>
            <a:off x="2314129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01_find_only_108">
            <a:extLst>
              <a:ext uri="{FF2B5EF4-FFF2-40B4-BE49-F238E27FC236}">
                <a16:creationId xmlns:a16="http://schemas.microsoft.com/office/drawing/2014/main" id="{0E5DC43C-C060-4500-9124-A93AA9A6A371}"/>
              </a:ext>
            </a:extLst>
          </p:cNvPr>
          <p:cNvSpPr>
            <a:spLocks noGrp="1"/>
          </p:cNvSpPr>
          <p:nvPr/>
        </p:nvSpPr>
        <p:spPr>
          <a:xfrm>
            <a:off x="22957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01_find_only_109">
            <a:extLst>
              <a:ext uri="{FF2B5EF4-FFF2-40B4-BE49-F238E27FC236}">
                <a16:creationId xmlns:a16="http://schemas.microsoft.com/office/drawing/2014/main" id="{E9E1E4F8-E53F-4F65-B7B7-2BE639B528C6}"/>
              </a:ext>
            </a:extLst>
          </p:cNvPr>
          <p:cNvSpPr>
            <a:spLocks noGrp="1"/>
          </p:cNvSpPr>
          <p:nvPr/>
        </p:nvSpPr>
        <p:spPr>
          <a:xfrm>
            <a:off x="2313740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01_find_only_110">
            <a:extLst>
              <a:ext uri="{FF2B5EF4-FFF2-40B4-BE49-F238E27FC236}">
                <a16:creationId xmlns:a16="http://schemas.microsoft.com/office/drawing/2014/main" id="{89E8CF04-3FA0-4E19-9970-C25CE5E6146F}"/>
              </a:ext>
            </a:extLst>
          </p:cNvPr>
          <p:cNvSpPr>
            <a:spLocks noGrp="1"/>
          </p:cNvSpPr>
          <p:nvPr/>
        </p:nvSpPr>
        <p:spPr>
          <a:xfrm>
            <a:off x="22522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01_find_only_111">
            <a:extLst>
              <a:ext uri="{FF2B5EF4-FFF2-40B4-BE49-F238E27FC236}">
                <a16:creationId xmlns:a16="http://schemas.microsoft.com/office/drawing/2014/main" id="{28D549B0-620C-4603-BB55-142BC83AB7F4}"/>
              </a:ext>
            </a:extLst>
          </p:cNvPr>
          <p:cNvSpPr>
            <a:spLocks noGrp="1"/>
          </p:cNvSpPr>
          <p:nvPr/>
        </p:nvSpPr>
        <p:spPr>
          <a:xfrm>
            <a:off x="2270508" y="36655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01_find_only_112">
            <a:extLst>
              <a:ext uri="{FF2B5EF4-FFF2-40B4-BE49-F238E27FC236}">
                <a16:creationId xmlns:a16="http://schemas.microsoft.com/office/drawing/2014/main" id="{360208C8-C364-4824-AC9C-831097E2ECA7}"/>
              </a:ext>
            </a:extLst>
          </p:cNvPr>
          <p:cNvSpPr>
            <a:spLocks noGrp="1"/>
          </p:cNvSpPr>
          <p:nvPr/>
        </p:nvSpPr>
        <p:spPr>
          <a:xfrm>
            <a:off x="2314420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01_find_only_113">
            <a:extLst>
              <a:ext uri="{FF2B5EF4-FFF2-40B4-BE49-F238E27FC236}">
                <a16:creationId xmlns:a16="http://schemas.microsoft.com/office/drawing/2014/main" id="{43E25369-4B70-4E7A-B63D-DF85C2A11DD3}"/>
              </a:ext>
            </a:extLst>
          </p:cNvPr>
          <p:cNvSpPr>
            <a:spLocks noGrp="1"/>
          </p:cNvSpPr>
          <p:nvPr/>
        </p:nvSpPr>
        <p:spPr>
          <a:xfrm>
            <a:off x="23145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01_find_only_114">
            <a:extLst>
              <a:ext uri="{FF2B5EF4-FFF2-40B4-BE49-F238E27FC236}">
                <a16:creationId xmlns:a16="http://schemas.microsoft.com/office/drawing/2014/main" id="{8A29B7BA-B0F7-4E73-AA5F-0CF541D87FF2}"/>
              </a:ext>
            </a:extLst>
          </p:cNvPr>
          <p:cNvSpPr>
            <a:spLocks noGrp="1"/>
          </p:cNvSpPr>
          <p:nvPr/>
        </p:nvSpPr>
        <p:spPr>
          <a:xfrm>
            <a:off x="23084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01_find_only_115">
            <a:extLst>
              <a:ext uri="{FF2B5EF4-FFF2-40B4-BE49-F238E27FC236}">
                <a16:creationId xmlns:a16="http://schemas.microsoft.com/office/drawing/2014/main" id="{140F5D43-BAEF-4B5B-A55F-4C1F01087EFC}"/>
              </a:ext>
            </a:extLst>
          </p:cNvPr>
          <p:cNvSpPr>
            <a:spLocks noGrp="1"/>
          </p:cNvSpPr>
          <p:nvPr/>
        </p:nvSpPr>
        <p:spPr>
          <a:xfrm>
            <a:off x="23170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01_find_only_116">
            <a:extLst>
              <a:ext uri="{FF2B5EF4-FFF2-40B4-BE49-F238E27FC236}">
                <a16:creationId xmlns:a16="http://schemas.microsoft.com/office/drawing/2014/main" id="{9AA4170B-77C5-4084-9AAA-3DF80E15797B}"/>
              </a:ext>
            </a:extLst>
          </p:cNvPr>
          <p:cNvSpPr>
            <a:spLocks noGrp="1"/>
          </p:cNvSpPr>
          <p:nvPr/>
        </p:nvSpPr>
        <p:spPr>
          <a:xfrm>
            <a:off x="2261181" y="39416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01_find_only_117">
            <a:extLst>
              <a:ext uri="{FF2B5EF4-FFF2-40B4-BE49-F238E27FC236}">
                <a16:creationId xmlns:a16="http://schemas.microsoft.com/office/drawing/2014/main" id="{6B7B692C-069C-45BD-BFAD-BC59245D3E85}"/>
              </a:ext>
            </a:extLst>
          </p:cNvPr>
          <p:cNvSpPr>
            <a:spLocks noGrp="1"/>
          </p:cNvSpPr>
          <p:nvPr/>
        </p:nvSpPr>
        <p:spPr>
          <a:xfrm>
            <a:off x="22465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01_find_only_118">
            <a:extLst>
              <a:ext uri="{FF2B5EF4-FFF2-40B4-BE49-F238E27FC236}">
                <a16:creationId xmlns:a16="http://schemas.microsoft.com/office/drawing/2014/main" id="{52018E54-55DB-46D3-80A9-5C1477B376E5}"/>
              </a:ext>
            </a:extLst>
          </p:cNvPr>
          <p:cNvSpPr>
            <a:spLocks noGrp="1"/>
          </p:cNvSpPr>
          <p:nvPr/>
        </p:nvSpPr>
        <p:spPr>
          <a:xfrm>
            <a:off x="23030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01_find_only_119">
            <a:extLst>
              <a:ext uri="{FF2B5EF4-FFF2-40B4-BE49-F238E27FC236}">
                <a16:creationId xmlns:a16="http://schemas.microsoft.com/office/drawing/2014/main" id="{241834CF-748A-4EC5-9D53-2A7B4DB7CC09}"/>
              </a:ext>
            </a:extLst>
          </p:cNvPr>
          <p:cNvSpPr>
            <a:spLocks noGrp="1"/>
          </p:cNvSpPr>
          <p:nvPr/>
        </p:nvSpPr>
        <p:spPr>
          <a:xfrm>
            <a:off x="22419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01_find_only_120">
            <a:extLst>
              <a:ext uri="{FF2B5EF4-FFF2-40B4-BE49-F238E27FC236}">
                <a16:creationId xmlns:a16="http://schemas.microsoft.com/office/drawing/2014/main" id="{71D54AF1-78AC-40CD-BE36-CBBFACD340C4}"/>
              </a:ext>
            </a:extLst>
          </p:cNvPr>
          <p:cNvSpPr>
            <a:spLocks noGrp="1"/>
          </p:cNvSpPr>
          <p:nvPr/>
        </p:nvSpPr>
        <p:spPr>
          <a:xfrm>
            <a:off x="22480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01_find_only_121">
            <a:extLst>
              <a:ext uri="{FF2B5EF4-FFF2-40B4-BE49-F238E27FC236}">
                <a16:creationId xmlns:a16="http://schemas.microsoft.com/office/drawing/2014/main" id="{6E4E3BC7-CD90-4A7F-A67E-3C8A296DB875}"/>
              </a:ext>
            </a:extLst>
          </p:cNvPr>
          <p:cNvSpPr>
            <a:spLocks noGrp="1"/>
          </p:cNvSpPr>
          <p:nvPr/>
        </p:nvSpPr>
        <p:spPr>
          <a:xfrm>
            <a:off x="23054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01_find_only_122">
            <a:extLst>
              <a:ext uri="{FF2B5EF4-FFF2-40B4-BE49-F238E27FC236}">
                <a16:creationId xmlns:a16="http://schemas.microsoft.com/office/drawing/2014/main" id="{1B618FA2-7D60-4AF1-A99C-7AB649650219}"/>
              </a:ext>
            </a:extLst>
          </p:cNvPr>
          <p:cNvSpPr>
            <a:spLocks noGrp="1"/>
          </p:cNvSpPr>
          <p:nvPr/>
        </p:nvSpPr>
        <p:spPr>
          <a:xfrm>
            <a:off x="224282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01_find_only_123">
            <a:extLst>
              <a:ext uri="{FF2B5EF4-FFF2-40B4-BE49-F238E27FC236}">
                <a16:creationId xmlns:a16="http://schemas.microsoft.com/office/drawing/2014/main" id="{C4461B9C-5DF0-469F-9874-EA96E022E06B}"/>
              </a:ext>
            </a:extLst>
          </p:cNvPr>
          <p:cNvSpPr>
            <a:spLocks noGrp="1"/>
          </p:cNvSpPr>
          <p:nvPr/>
        </p:nvSpPr>
        <p:spPr>
          <a:xfrm>
            <a:off x="23241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01_find_only_124">
            <a:extLst>
              <a:ext uri="{FF2B5EF4-FFF2-40B4-BE49-F238E27FC236}">
                <a16:creationId xmlns:a16="http://schemas.microsoft.com/office/drawing/2014/main" id="{86A3E8C5-483E-49DE-BBCD-DC8D6DA966EA}"/>
              </a:ext>
            </a:extLst>
          </p:cNvPr>
          <p:cNvSpPr>
            <a:spLocks noGrp="1"/>
          </p:cNvSpPr>
          <p:nvPr/>
        </p:nvSpPr>
        <p:spPr>
          <a:xfrm>
            <a:off x="230927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01_find_only_125">
            <a:extLst>
              <a:ext uri="{FF2B5EF4-FFF2-40B4-BE49-F238E27FC236}">
                <a16:creationId xmlns:a16="http://schemas.microsoft.com/office/drawing/2014/main" id="{806EFCA2-40F5-4988-8ED5-8997112866DE}"/>
              </a:ext>
            </a:extLst>
          </p:cNvPr>
          <p:cNvSpPr>
            <a:spLocks noGrp="1"/>
          </p:cNvSpPr>
          <p:nvPr/>
        </p:nvSpPr>
        <p:spPr>
          <a:xfrm>
            <a:off x="227410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01_find_only_126">
            <a:extLst>
              <a:ext uri="{FF2B5EF4-FFF2-40B4-BE49-F238E27FC236}">
                <a16:creationId xmlns:a16="http://schemas.microsoft.com/office/drawing/2014/main" id="{19EADA21-A634-4185-B178-465E539DBF30}"/>
              </a:ext>
            </a:extLst>
          </p:cNvPr>
          <p:cNvSpPr>
            <a:spLocks noGrp="1"/>
          </p:cNvSpPr>
          <p:nvPr/>
        </p:nvSpPr>
        <p:spPr>
          <a:xfrm>
            <a:off x="22576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01_find_only_127">
            <a:extLst>
              <a:ext uri="{FF2B5EF4-FFF2-40B4-BE49-F238E27FC236}">
                <a16:creationId xmlns:a16="http://schemas.microsoft.com/office/drawing/2014/main" id="{4561625E-8F19-4BB5-A0FB-CBD79064087D}"/>
              </a:ext>
            </a:extLst>
          </p:cNvPr>
          <p:cNvSpPr>
            <a:spLocks noGrp="1"/>
          </p:cNvSpPr>
          <p:nvPr/>
        </p:nvSpPr>
        <p:spPr>
          <a:xfrm>
            <a:off x="2322678" y="360276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01_find_only_128">
            <a:extLst>
              <a:ext uri="{FF2B5EF4-FFF2-40B4-BE49-F238E27FC236}">
                <a16:creationId xmlns:a16="http://schemas.microsoft.com/office/drawing/2014/main" id="{D5514286-8DB1-448B-8D17-C3547F14D978}"/>
              </a:ext>
            </a:extLst>
          </p:cNvPr>
          <p:cNvSpPr>
            <a:spLocks noGrp="1"/>
          </p:cNvSpPr>
          <p:nvPr/>
        </p:nvSpPr>
        <p:spPr>
          <a:xfrm>
            <a:off x="2326856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01_find_only_129">
            <a:extLst>
              <a:ext uri="{FF2B5EF4-FFF2-40B4-BE49-F238E27FC236}">
                <a16:creationId xmlns:a16="http://schemas.microsoft.com/office/drawing/2014/main" id="{E8301272-EAAC-424B-9756-EA96E9F7A74C}"/>
              </a:ext>
            </a:extLst>
          </p:cNvPr>
          <p:cNvSpPr>
            <a:spLocks noGrp="1"/>
          </p:cNvSpPr>
          <p:nvPr/>
        </p:nvSpPr>
        <p:spPr>
          <a:xfrm>
            <a:off x="22915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01_find_only_130">
            <a:extLst>
              <a:ext uri="{FF2B5EF4-FFF2-40B4-BE49-F238E27FC236}">
                <a16:creationId xmlns:a16="http://schemas.microsoft.com/office/drawing/2014/main" id="{84C7ECAD-53BF-4942-80BA-6173B6A5485E}"/>
              </a:ext>
            </a:extLst>
          </p:cNvPr>
          <p:cNvSpPr>
            <a:spLocks noGrp="1"/>
          </p:cNvSpPr>
          <p:nvPr/>
        </p:nvSpPr>
        <p:spPr>
          <a:xfrm>
            <a:off x="231374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01_find_only_131">
            <a:extLst>
              <a:ext uri="{FF2B5EF4-FFF2-40B4-BE49-F238E27FC236}">
                <a16:creationId xmlns:a16="http://schemas.microsoft.com/office/drawing/2014/main" id="{5D877337-F8CD-45A7-93A0-518B2B96CABA}"/>
              </a:ext>
            </a:extLst>
          </p:cNvPr>
          <p:cNvSpPr>
            <a:spLocks noGrp="1"/>
          </p:cNvSpPr>
          <p:nvPr/>
        </p:nvSpPr>
        <p:spPr>
          <a:xfrm>
            <a:off x="2245637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01_find_only_132">
            <a:extLst>
              <a:ext uri="{FF2B5EF4-FFF2-40B4-BE49-F238E27FC236}">
                <a16:creationId xmlns:a16="http://schemas.microsoft.com/office/drawing/2014/main" id="{F861FA86-F8A8-4EA5-B48E-B55B772A43FD}"/>
              </a:ext>
            </a:extLst>
          </p:cNvPr>
          <p:cNvSpPr>
            <a:spLocks noGrp="1"/>
          </p:cNvSpPr>
          <p:nvPr/>
        </p:nvSpPr>
        <p:spPr>
          <a:xfrm>
            <a:off x="22730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01_find_only_133">
            <a:extLst>
              <a:ext uri="{FF2B5EF4-FFF2-40B4-BE49-F238E27FC236}">
                <a16:creationId xmlns:a16="http://schemas.microsoft.com/office/drawing/2014/main" id="{0C8D8780-BDB4-4E69-BBA0-FC8D18865592}"/>
              </a:ext>
            </a:extLst>
          </p:cNvPr>
          <p:cNvSpPr>
            <a:spLocks noGrp="1"/>
          </p:cNvSpPr>
          <p:nvPr/>
        </p:nvSpPr>
        <p:spPr>
          <a:xfrm>
            <a:off x="230771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01_find_only_134">
            <a:extLst>
              <a:ext uri="{FF2B5EF4-FFF2-40B4-BE49-F238E27FC236}">
                <a16:creationId xmlns:a16="http://schemas.microsoft.com/office/drawing/2014/main" id="{04EBA921-2BA6-4E46-B42C-1CD49E82641B}"/>
              </a:ext>
            </a:extLst>
          </p:cNvPr>
          <p:cNvSpPr>
            <a:spLocks noGrp="1"/>
          </p:cNvSpPr>
          <p:nvPr/>
        </p:nvSpPr>
        <p:spPr>
          <a:xfrm>
            <a:off x="22397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01_find_only_135">
            <a:extLst>
              <a:ext uri="{FF2B5EF4-FFF2-40B4-BE49-F238E27FC236}">
                <a16:creationId xmlns:a16="http://schemas.microsoft.com/office/drawing/2014/main" id="{AB40C941-2A6C-4059-BC2A-93E935899EF3}"/>
              </a:ext>
            </a:extLst>
          </p:cNvPr>
          <p:cNvSpPr>
            <a:spLocks noGrp="1"/>
          </p:cNvSpPr>
          <p:nvPr/>
        </p:nvSpPr>
        <p:spPr>
          <a:xfrm>
            <a:off x="22362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01_find_only_136">
            <a:extLst>
              <a:ext uri="{FF2B5EF4-FFF2-40B4-BE49-F238E27FC236}">
                <a16:creationId xmlns:a16="http://schemas.microsoft.com/office/drawing/2014/main" id="{7039ED06-78C5-401E-B02C-92534E93D76E}"/>
              </a:ext>
            </a:extLst>
          </p:cNvPr>
          <p:cNvSpPr>
            <a:spLocks noGrp="1"/>
          </p:cNvSpPr>
          <p:nvPr/>
        </p:nvSpPr>
        <p:spPr>
          <a:xfrm>
            <a:off x="22936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01_find_only_137">
            <a:extLst>
              <a:ext uri="{FF2B5EF4-FFF2-40B4-BE49-F238E27FC236}">
                <a16:creationId xmlns:a16="http://schemas.microsoft.com/office/drawing/2014/main" id="{80535FA2-D560-44B8-9E7C-1FB5607293A4}"/>
              </a:ext>
            </a:extLst>
          </p:cNvPr>
          <p:cNvSpPr>
            <a:spLocks noGrp="1"/>
          </p:cNvSpPr>
          <p:nvPr/>
        </p:nvSpPr>
        <p:spPr>
          <a:xfrm>
            <a:off x="2322095" y="36402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01_find_only_138">
            <a:extLst>
              <a:ext uri="{FF2B5EF4-FFF2-40B4-BE49-F238E27FC236}">
                <a16:creationId xmlns:a16="http://schemas.microsoft.com/office/drawing/2014/main" id="{C99A5C52-18F8-446B-ABA5-223FE3142A85}"/>
              </a:ext>
            </a:extLst>
          </p:cNvPr>
          <p:cNvSpPr>
            <a:spLocks noGrp="1"/>
          </p:cNvSpPr>
          <p:nvPr/>
        </p:nvSpPr>
        <p:spPr>
          <a:xfrm>
            <a:off x="22319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01_find_only_139">
            <a:extLst>
              <a:ext uri="{FF2B5EF4-FFF2-40B4-BE49-F238E27FC236}">
                <a16:creationId xmlns:a16="http://schemas.microsoft.com/office/drawing/2014/main" id="{CB75676F-645B-4018-916E-C8F3CBDD941A}"/>
              </a:ext>
            </a:extLst>
          </p:cNvPr>
          <p:cNvSpPr>
            <a:spLocks noGrp="1"/>
          </p:cNvSpPr>
          <p:nvPr/>
        </p:nvSpPr>
        <p:spPr>
          <a:xfrm>
            <a:off x="22699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01_find_only_140">
            <a:extLst>
              <a:ext uri="{FF2B5EF4-FFF2-40B4-BE49-F238E27FC236}">
                <a16:creationId xmlns:a16="http://schemas.microsoft.com/office/drawing/2014/main" id="{18C82EF1-3467-4A26-93F3-5ACE35FFE36F}"/>
              </a:ext>
            </a:extLst>
          </p:cNvPr>
          <p:cNvSpPr>
            <a:spLocks noGrp="1"/>
          </p:cNvSpPr>
          <p:nvPr/>
        </p:nvSpPr>
        <p:spPr>
          <a:xfrm>
            <a:off x="23011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01_find_only_141">
            <a:extLst>
              <a:ext uri="{FF2B5EF4-FFF2-40B4-BE49-F238E27FC236}">
                <a16:creationId xmlns:a16="http://schemas.microsoft.com/office/drawing/2014/main" id="{491924C5-1857-4572-8262-A68A45C1C4CD}"/>
              </a:ext>
            </a:extLst>
          </p:cNvPr>
          <p:cNvSpPr>
            <a:spLocks noGrp="1"/>
          </p:cNvSpPr>
          <p:nvPr/>
        </p:nvSpPr>
        <p:spPr>
          <a:xfrm>
            <a:off x="22719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01_find_only_142">
            <a:extLst>
              <a:ext uri="{FF2B5EF4-FFF2-40B4-BE49-F238E27FC236}">
                <a16:creationId xmlns:a16="http://schemas.microsoft.com/office/drawing/2014/main" id="{C878F255-937F-48CB-8194-174D433C39F3}"/>
              </a:ext>
            </a:extLst>
          </p:cNvPr>
          <p:cNvSpPr>
            <a:spLocks noGrp="1"/>
          </p:cNvSpPr>
          <p:nvPr/>
        </p:nvSpPr>
        <p:spPr>
          <a:xfrm>
            <a:off x="2255547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01_find_only_143">
            <a:extLst>
              <a:ext uri="{FF2B5EF4-FFF2-40B4-BE49-F238E27FC236}">
                <a16:creationId xmlns:a16="http://schemas.microsoft.com/office/drawing/2014/main" id="{EEFC314D-D24E-4922-AF71-291377BBA8D4}"/>
              </a:ext>
            </a:extLst>
          </p:cNvPr>
          <p:cNvSpPr>
            <a:spLocks noGrp="1"/>
          </p:cNvSpPr>
          <p:nvPr/>
        </p:nvSpPr>
        <p:spPr>
          <a:xfrm>
            <a:off x="22932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01_find_only_144">
            <a:extLst>
              <a:ext uri="{FF2B5EF4-FFF2-40B4-BE49-F238E27FC236}">
                <a16:creationId xmlns:a16="http://schemas.microsoft.com/office/drawing/2014/main" id="{B5EF9D4C-1902-41D4-B3CD-179D3699A70A}"/>
              </a:ext>
            </a:extLst>
          </p:cNvPr>
          <p:cNvSpPr>
            <a:spLocks noGrp="1"/>
          </p:cNvSpPr>
          <p:nvPr/>
        </p:nvSpPr>
        <p:spPr>
          <a:xfrm>
            <a:off x="22901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01_find_only_145">
            <a:extLst>
              <a:ext uri="{FF2B5EF4-FFF2-40B4-BE49-F238E27FC236}">
                <a16:creationId xmlns:a16="http://schemas.microsoft.com/office/drawing/2014/main" id="{EE3731C6-0B46-4BDA-8C33-29FE75424E43}"/>
              </a:ext>
            </a:extLst>
          </p:cNvPr>
          <p:cNvSpPr>
            <a:spLocks noGrp="1"/>
          </p:cNvSpPr>
          <p:nvPr/>
        </p:nvSpPr>
        <p:spPr>
          <a:xfrm>
            <a:off x="22783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01_find_only_146">
            <a:extLst>
              <a:ext uri="{FF2B5EF4-FFF2-40B4-BE49-F238E27FC236}">
                <a16:creationId xmlns:a16="http://schemas.microsoft.com/office/drawing/2014/main" id="{DCA581CD-7E39-4F6C-86A6-ED400FBD48ED}"/>
              </a:ext>
            </a:extLst>
          </p:cNvPr>
          <p:cNvSpPr>
            <a:spLocks noGrp="1"/>
          </p:cNvSpPr>
          <p:nvPr/>
        </p:nvSpPr>
        <p:spPr>
          <a:xfrm>
            <a:off x="22878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01_find_only_147">
            <a:extLst>
              <a:ext uri="{FF2B5EF4-FFF2-40B4-BE49-F238E27FC236}">
                <a16:creationId xmlns:a16="http://schemas.microsoft.com/office/drawing/2014/main" id="{C1280D73-6207-4AFD-BAE6-F6F32BB27E7D}"/>
              </a:ext>
            </a:extLst>
          </p:cNvPr>
          <p:cNvSpPr>
            <a:spLocks noGrp="1"/>
          </p:cNvSpPr>
          <p:nvPr/>
        </p:nvSpPr>
        <p:spPr>
          <a:xfrm>
            <a:off x="22599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01_find_only_148">
            <a:extLst>
              <a:ext uri="{FF2B5EF4-FFF2-40B4-BE49-F238E27FC236}">
                <a16:creationId xmlns:a16="http://schemas.microsoft.com/office/drawing/2014/main" id="{8F37B63D-D9D0-40E0-B51B-22B4BA3DAAAD}"/>
              </a:ext>
            </a:extLst>
          </p:cNvPr>
          <p:cNvSpPr>
            <a:spLocks noGrp="1"/>
          </p:cNvSpPr>
          <p:nvPr/>
        </p:nvSpPr>
        <p:spPr>
          <a:xfrm>
            <a:off x="228168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01_find_only_149">
            <a:extLst>
              <a:ext uri="{FF2B5EF4-FFF2-40B4-BE49-F238E27FC236}">
                <a16:creationId xmlns:a16="http://schemas.microsoft.com/office/drawing/2014/main" id="{49CCB677-5C3A-4860-A35A-67877AA09B11}"/>
              </a:ext>
            </a:extLst>
          </p:cNvPr>
          <p:cNvSpPr>
            <a:spLocks noGrp="1"/>
          </p:cNvSpPr>
          <p:nvPr/>
        </p:nvSpPr>
        <p:spPr>
          <a:xfrm>
            <a:off x="226089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01_find_only_150">
            <a:extLst>
              <a:ext uri="{FF2B5EF4-FFF2-40B4-BE49-F238E27FC236}">
                <a16:creationId xmlns:a16="http://schemas.microsoft.com/office/drawing/2014/main" id="{0AF31748-849D-4394-B709-3728AFD43CD1}"/>
              </a:ext>
            </a:extLst>
          </p:cNvPr>
          <p:cNvSpPr>
            <a:spLocks noGrp="1"/>
          </p:cNvSpPr>
          <p:nvPr/>
        </p:nvSpPr>
        <p:spPr>
          <a:xfrm>
            <a:off x="226943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01_find_only_151">
            <a:extLst>
              <a:ext uri="{FF2B5EF4-FFF2-40B4-BE49-F238E27FC236}">
                <a16:creationId xmlns:a16="http://schemas.microsoft.com/office/drawing/2014/main" id="{7813219B-5991-4133-89F0-D31AE541F78D}"/>
              </a:ext>
            </a:extLst>
          </p:cNvPr>
          <p:cNvSpPr>
            <a:spLocks noGrp="1"/>
          </p:cNvSpPr>
          <p:nvPr/>
        </p:nvSpPr>
        <p:spPr>
          <a:xfrm>
            <a:off x="2311408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01_find_only_152">
            <a:extLst>
              <a:ext uri="{FF2B5EF4-FFF2-40B4-BE49-F238E27FC236}">
                <a16:creationId xmlns:a16="http://schemas.microsoft.com/office/drawing/2014/main" id="{23350C48-9312-4ABC-BEF6-87737AC33B3D}"/>
              </a:ext>
            </a:extLst>
          </p:cNvPr>
          <p:cNvSpPr>
            <a:spLocks noGrp="1"/>
          </p:cNvSpPr>
          <p:nvPr/>
        </p:nvSpPr>
        <p:spPr>
          <a:xfrm>
            <a:off x="22426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01_find_only_153">
            <a:extLst>
              <a:ext uri="{FF2B5EF4-FFF2-40B4-BE49-F238E27FC236}">
                <a16:creationId xmlns:a16="http://schemas.microsoft.com/office/drawing/2014/main" id="{BE24B214-8367-4DC5-94C8-C9F4F1A525A7}"/>
              </a:ext>
            </a:extLst>
          </p:cNvPr>
          <p:cNvSpPr>
            <a:spLocks noGrp="1"/>
          </p:cNvSpPr>
          <p:nvPr/>
        </p:nvSpPr>
        <p:spPr>
          <a:xfrm>
            <a:off x="224709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01_find_only_154">
            <a:extLst>
              <a:ext uri="{FF2B5EF4-FFF2-40B4-BE49-F238E27FC236}">
                <a16:creationId xmlns:a16="http://schemas.microsoft.com/office/drawing/2014/main" id="{FDC25F31-9DA9-4F20-8D71-4CBF0F6CD320}"/>
              </a:ext>
            </a:extLst>
          </p:cNvPr>
          <p:cNvSpPr>
            <a:spLocks noGrp="1"/>
          </p:cNvSpPr>
          <p:nvPr/>
        </p:nvSpPr>
        <p:spPr>
          <a:xfrm>
            <a:off x="22875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01_find_only_155">
            <a:extLst>
              <a:ext uri="{FF2B5EF4-FFF2-40B4-BE49-F238E27FC236}">
                <a16:creationId xmlns:a16="http://schemas.microsoft.com/office/drawing/2014/main" id="{F94E9D75-8FEC-4E98-86D2-CA92F99FF4E8}"/>
              </a:ext>
            </a:extLst>
          </p:cNvPr>
          <p:cNvSpPr>
            <a:spLocks noGrp="1"/>
          </p:cNvSpPr>
          <p:nvPr/>
        </p:nvSpPr>
        <p:spPr>
          <a:xfrm>
            <a:off x="228663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01_find_only_156">
            <a:extLst>
              <a:ext uri="{FF2B5EF4-FFF2-40B4-BE49-F238E27FC236}">
                <a16:creationId xmlns:a16="http://schemas.microsoft.com/office/drawing/2014/main" id="{6AE51B99-1A1D-4598-8C0D-73C02F333D7C}"/>
              </a:ext>
            </a:extLst>
          </p:cNvPr>
          <p:cNvSpPr>
            <a:spLocks noGrp="1"/>
          </p:cNvSpPr>
          <p:nvPr/>
        </p:nvSpPr>
        <p:spPr>
          <a:xfrm>
            <a:off x="23182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01_find_only_157">
            <a:extLst>
              <a:ext uri="{FF2B5EF4-FFF2-40B4-BE49-F238E27FC236}">
                <a16:creationId xmlns:a16="http://schemas.microsoft.com/office/drawing/2014/main" id="{7FBEFBD4-1764-4C00-BBA6-D32D149BC493}"/>
              </a:ext>
            </a:extLst>
          </p:cNvPr>
          <p:cNvSpPr>
            <a:spLocks noGrp="1"/>
          </p:cNvSpPr>
          <p:nvPr/>
        </p:nvSpPr>
        <p:spPr>
          <a:xfrm>
            <a:off x="230353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01_find_only_158">
            <a:extLst>
              <a:ext uri="{FF2B5EF4-FFF2-40B4-BE49-F238E27FC236}">
                <a16:creationId xmlns:a16="http://schemas.microsoft.com/office/drawing/2014/main" id="{F7F6CD58-94CF-4A1A-8BB6-594B70EBF25B}"/>
              </a:ext>
            </a:extLst>
          </p:cNvPr>
          <p:cNvSpPr>
            <a:spLocks noGrp="1"/>
          </p:cNvSpPr>
          <p:nvPr/>
        </p:nvSpPr>
        <p:spPr>
          <a:xfrm>
            <a:off x="22435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01_find_only_159">
            <a:extLst>
              <a:ext uri="{FF2B5EF4-FFF2-40B4-BE49-F238E27FC236}">
                <a16:creationId xmlns:a16="http://schemas.microsoft.com/office/drawing/2014/main" id="{FE2D5CCF-1E3B-4F89-BCD0-846DF63F7059}"/>
              </a:ext>
            </a:extLst>
          </p:cNvPr>
          <p:cNvSpPr>
            <a:spLocks noGrp="1"/>
          </p:cNvSpPr>
          <p:nvPr/>
        </p:nvSpPr>
        <p:spPr>
          <a:xfrm>
            <a:off x="225768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01_find_only_160">
            <a:extLst>
              <a:ext uri="{FF2B5EF4-FFF2-40B4-BE49-F238E27FC236}">
                <a16:creationId xmlns:a16="http://schemas.microsoft.com/office/drawing/2014/main" id="{1059F66E-90EF-4E19-9C32-9663693B6993}"/>
              </a:ext>
            </a:extLst>
          </p:cNvPr>
          <p:cNvSpPr>
            <a:spLocks noGrp="1"/>
          </p:cNvSpPr>
          <p:nvPr/>
        </p:nvSpPr>
        <p:spPr>
          <a:xfrm>
            <a:off x="229625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01_find_only_161">
            <a:extLst>
              <a:ext uri="{FF2B5EF4-FFF2-40B4-BE49-F238E27FC236}">
                <a16:creationId xmlns:a16="http://schemas.microsoft.com/office/drawing/2014/main" id="{E16C2636-63FA-436D-B673-C36AF369ED83}"/>
              </a:ext>
            </a:extLst>
          </p:cNvPr>
          <p:cNvSpPr>
            <a:spLocks noGrp="1"/>
          </p:cNvSpPr>
          <p:nvPr/>
        </p:nvSpPr>
        <p:spPr>
          <a:xfrm>
            <a:off x="223796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01_find_only_162">
            <a:extLst>
              <a:ext uri="{FF2B5EF4-FFF2-40B4-BE49-F238E27FC236}">
                <a16:creationId xmlns:a16="http://schemas.microsoft.com/office/drawing/2014/main" id="{C6F998FE-DD8A-48CC-BBF7-F81D6EF4DB5A}"/>
              </a:ext>
            </a:extLst>
          </p:cNvPr>
          <p:cNvSpPr>
            <a:spLocks noGrp="1"/>
          </p:cNvSpPr>
          <p:nvPr/>
        </p:nvSpPr>
        <p:spPr>
          <a:xfrm>
            <a:off x="2305482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01_find_only_163">
            <a:extLst>
              <a:ext uri="{FF2B5EF4-FFF2-40B4-BE49-F238E27FC236}">
                <a16:creationId xmlns:a16="http://schemas.microsoft.com/office/drawing/2014/main" id="{0C58344A-1AF6-4CF8-90A2-5F2B7135A6FD}"/>
              </a:ext>
            </a:extLst>
          </p:cNvPr>
          <p:cNvSpPr>
            <a:spLocks noGrp="1"/>
          </p:cNvSpPr>
          <p:nvPr/>
        </p:nvSpPr>
        <p:spPr>
          <a:xfrm>
            <a:off x="230878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01_find_only_164">
            <a:extLst>
              <a:ext uri="{FF2B5EF4-FFF2-40B4-BE49-F238E27FC236}">
                <a16:creationId xmlns:a16="http://schemas.microsoft.com/office/drawing/2014/main" id="{11A17A7B-035E-4144-95E4-A19B25648AA3}"/>
              </a:ext>
            </a:extLst>
          </p:cNvPr>
          <p:cNvSpPr>
            <a:spLocks noGrp="1"/>
          </p:cNvSpPr>
          <p:nvPr/>
        </p:nvSpPr>
        <p:spPr>
          <a:xfrm>
            <a:off x="22984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01_find_only_165">
            <a:extLst>
              <a:ext uri="{FF2B5EF4-FFF2-40B4-BE49-F238E27FC236}">
                <a16:creationId xmlns:a16="http://schemas.microsoft.com/office/drawing/2014/main" id="{4333A219-2A8A-404B-A149-C46F43D0042C}"/>
              </a:ext>
            </a:extLst>
          </p:cNvPr>
          <p:cNvSpPr>
            <a:spLocks noGrp="1"/>
          </p:cNvSpPr>
          <p:nvPr/>
        </p:nvSpPr>
        <p:spPr>
          <a:xfrm>
            <a:off x="22976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01_find_only_166">
            <a:extLst>
              <a:ext uri="{FF2B5EF4-FFF2-40B4-BE49-F238E27FC236}">
                <a16:creationId xmlns:a16="http://schemas.microsoft.com/office/drawing/2014/main" id="{6591BDA8-D6F0-4070-8C12-A8DBEAD394DD}"/>
              </a:ext>
            </a:extLst>
          </p:cNvPr>
          <p:cNvSpPr>
            <a:spLocks noGrp="1"/>
          </p:cNvSpPr>
          <p:nvPr/>
        </p:nvSpPr>
        <p:spPr>
          <a:xfrm>
            <a:off x="23017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01_find_only_167">
            <a:extLst>
              <a:ext uri="{FF2B5EF4-FFF2-40B4-BE49-F238E27FC236}">
                <a16:creationId xmlns:a16="http://schemas.microsoft.com/office/drawing/2014/main" id="{2983E531-9879-4D0A-9314-651D5E57DD42}"/>
              </a:ext>
            </a:extLst>
          </p:cNvPr>
          <p:cNvSpPr>
            <a:spLocks noGrp="1"/>
          </p:cNvSpPr>
          <p:nvPr/>
        </p:nvSpPr>
        <p:spPr>
          <a:xfrm>
            <a:off x="22834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01_find_only_168">
            <a:extLst>
              <a:ext uri="{FF2B5EF4-FFF2-40B4-BE49-F238E27FC236}">
                <a16:creationId xmlns:a16="http://schemas.microsoft.com/office/drawing/2014/main" id="{A2022623-5336-40AB-B8C4-CD8CA2C37CE5}"/>
              </a:ext>
            </a:extLst>
          </p:cNvPr>
          <p:cNvSpPr>
            <a:spLocks noGrp="1"/>
          </p:cNvSpPr>
          <p:nvPr/>
        </p:nvSpPr>
        <p:spPr>
          <a:xfrm>
            <a:off x="22330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01_find_only_169">
            <a:extLst>
              <a:ext uri="{FF2B5EF4-FFF2-40B4-BE49-F238E27FC236}">
                <a16:creationId xmlns:a16="http://schemas.microsoft.com/office/drawing/2014/main" id="{35115A67-D7A0-4FE8-B1C3-AB1C540EAAEF}"/>
              </a:ext>
            </a:extLst>
          </p:cNvPr>
          <p:cNvSpPr>
            <a:spLocks noGrp="1"/>
          </p:cNvSpPr>
          <p:nvPr/>
        </p:nvSpPr>
        <p:spPr>
          <a:xfrm>
            <a:off x="228323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01_find_only_170">
            <a:extLst>
              <a:ext uri="{FF2B5EF4-FFF2-40B4-BE49-F238E27FC236}">
                <a16:creationId xmlns:a16="http://schemas.microsoft.com/office/drawing/2014/main" id="{F54D6058-055B-4FC8-8383-7C3476C7A12B}"/>
              </a:ext>
            </a:extLst>
          </p:cNvPr>
          <p:cNvSpPr>
            <a:spLocks noGrp="1"/>
          </p:cNvSpPr>
          <p:nvPr/>
        </p:nvSpPr>
        <p:spPr>
          <a:xfrm>
            <a:off x="224583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01_find_only_171">
            <a:extLst>
              <a:ext uri="{FF2B5EF4-FFF2-40B4-BE49-F238E27FC236}">
                <a16:creationId xmlns:a16="http://schemas.microsoft.com/office/drawing/2014/main" id="{867833C8-3415-49D0-9D46-5B377E9A3FE4}"/>
              </a:ext>
            </a:extLst>
          </p:cNvPr>
          <p:cNvSpPr>
            <a:spLocks noGrp="1"/>
          </p:cNvSpPr>
          <p:nvPr/>
        </p:nvSpPr>
        <p:spPr>
          <a:xfrm>
            <a:off x="2298002" y="37528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01_find_only_172">
            <a:extLst>
              <a:ext uri="{FF2B5EF4-FFF2-40B4-BE49-F238E27FC236}">
                <a16:creationId xmlns:a16="http://schemas.microsoft.com/office/drawing/2014/main" id="{B934D434-1DDF-4171-B55F-4554D797D442}"/>
              </a:ext>
            </a:extLst>
          </p:cNvPr>
          <p:cNvSpPr>
            <a:spLocks noGrp="1"/>
          </p:cNvSpPr>
          <p:nvPr/>
        </p:nvSpPr>
        <p:spPr>
          <a:xfrm>
            <a:off x="23108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01_find_only_173">
            <a:extLst>
              <a:ext uri="{FF2B5EF4-FFF2-40B4-BE49-F238E27FC236}">
                <a16:creationId xmlns:a16="http://schemas.microsoft.com/office/drawing/2014/main" id="{5DF914F5-FD57-4A40-BF19-20EC6B2CA70E}"/>
              </a:ext>
            </a:extLst>
          </p:cNvPr>
          <p:cNvSpPr>
            <a:spLocks noGrp="1"/>
          </p:cNvSpPr>
          <p:nvPr/>
        </p:nvSpPr>
        <p:spPr>
          <a:xfrm>
            <a:off x="224427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01_find_only_174">
            <a:extLst>
              <a:ext uri="{FF2B5EF4-FFF2-40B4-BE49-F238E27FC236}">
                <a16:creationId xmlns:a16="http://schemas.microsoft.com/office/drawing/2014/main" id="{7CBAFB84-C07E-4DE0-B565-A1BB9556D212}"/>
              </a:ext>
            </a:extLst>
          </p:cNvPr>
          <p:cNvSpPr>
            <a:spLocks noGrp="1"/>
          </p:cNvSpPr>
          <p:nvPr/>
        </p:nvSpPr>
        <p:spPr>
          <a:xfrm>
            <a:off x="22988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01_find_only_175">
            <a:extLst>
              <a:ext uri="{FF2B5EF4-FFF2-40B4-BE49-F238E27FC236}">
                <a16:creationId xmlns:a16="http://schemas.microsoft.com/office/drawing/2014/main" id="{BE31A010-4354-400A-8CF4-E81FC599A91A}"/>
              </a:ext>
            </a:extLst>
          </p:cNvPr>
          <p:cNvSpPr>
            <a:spLocks noGrp="1"/>
          </p:cNvSpPr>
          <p:nvPr/>
        </p:nvSpPr>
        <p:spPr>
          <a:xfrm>
            <a:off x="22491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01_find_only_176">
            <a:extLst>
              <a:ext uri="{FF2B5EF4-FFF2-40B4-BE49-F238E27FC236}">
                <a16:creationId xmlns:a16="http://schemas.microsoft.com/office/drawing/2014/main" id="{4A6993FF-809A-4548-A07B-BA4EB8665837}"/>
              </a:ext>
            </a:extLst>
          </p:cNvPr>
          <p:cNvSpPr>
            <a:spLocks noGrp="1"/>
          </p:cNvSpPr>
          <p:nvPr/>
        </p:nvSpPr>
        <p:spPr>
          <a:xfrm>
            <a:off x="225340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01_find_only_177">
            <a:extLst>
              <a:ext uri="{FF2B5EF4-FFF2-40B4-BE49-F238E27FC236}">
                <a16:creationId xmlns:a16="http://schemas.microsoft.com/office/drawing/2014/main" id="{D38DFCE5-C65A-4009-B641-29ACC2546EE3}"/>
              </a:ext>
            </a:extLst>
          </p:cNvPr>
          <p:cNvSpPr>
            <a:spLocks noGrp="1"/>
          </p:cNvSpPr>
          <p:nvPr/>
        </p:nvSpPr>
        <p:spPr>
          <a:xfrm>
            <a:off x="22418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01_find_only_178">
            <a:extLst>
              <a:ext uri="{FF2B5EF4-FFF2-40B4-BE49-F238E27FC236}">
                <a16:creationId xmlns:a16="http://schemas.microsoft.com/office/drawing/2014/main" id="{06583E1E-664B-49AA-BA59-89F35AD9E928}"/>
              </a:ext>
            </a:extLst>
          </p:cNvPr>
          <p:cNvSpPr>
            <a:spLocks noGrp="1"/>
          </p:cNvSpPr>
          <p:nvPr/>
        </p:nvSpPr>
        <p:spPr>
          <a:xfrm>
            <a:off x="22978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01_find_only_179">
            <a:extLst>
              <a:ext uri="{FF2B5EF4-FFF2-40B4-BE49-F238E27FC236}">
                <a16:creationId xmlns:a16="http://schemas.microsoft.com/office/drawing/2014/main" id="{9E6DBF45-D101-4715-A50A-622F31F4C53C}"/>
              </a:ext>
            </a:extLst>
          </p:cNvPr>
          <p:cNvSpPr>
            <a:spLocks noGrp="1"/>
          </p:cNvSpPr>
          <p:nvPr/>
        </p:nvSpPr>
        <p:spPr>
          <a:xfrm>
            <a:off x="23228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01_find_only_180">
            <a:extLst>
              <a:ext uri="{FF2B5EF4-FFF2-40B4-BE49-F238E27FC236}">
                <a16:creationId xmlns:a16="http://schemas.microsoft.com/office/drawing/2014/main" id="{865B1C70-FEB9-450F-9FB0-3DE5E56469A0}"/>
              </a:ext>
            </a:extLst>
          </p:cNvPr>
          <p:cNvSpPr>
            <a:spLocks noGrp="1"/>
          </p:cNvSpPr>
          <p:nvPr/>
        </p:nvSpPr>
        <p:spPr>
          <a:xfrm>
            <a:off x="2327050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01_find_only_181">
            <a:extLst>
              <a:ext uri="{FF2B5EF4-FFF2-40B4-BE49-F238E27FC236}">
                <a16:creationId xmlns:a16="http://schemas.microsoft.com/office/drawing/2014/main" id="{FB65AA1D-02A8-4D27-85A9-F8D641546A49}"/>
              </a:ext>
            </a:extLst>
          </p:cNvPr>
          <p:cNvSpPr>
            <a:spLocks noGrp="1"/>
          </p:cNvSpPr>
          <p:nvPr/>
        </p:nvSpPr>
        <p:spPr>
          <a:xfrm>
            <a:off x="226701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01_find_only_182">
            <a:extLst>
              <a:ext uri="{FF2B5EF4-FFF2-40B4-BE49-F238E27FC236}">
                <a16:creationId xmlns:a16="http://schemas.microsoft.com/office/drawing/2014/main" id="{70C25487-84C7-413C-9184-779A4A68046E}"/>
              </a:ext>
            </a:extLst>
          </p:cNvPr>
          <p:cNvSpPr>
            <a:spLocks noGrp="1"/>
          </p:cNvSpPr>
          <p:nvPr/>
        </p:nvSpPr>
        <p:spPr>
          <a:xfrm>
            <a:off x="23026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01_find_only_183">
            <a:extLst>
              <a:ext uri="{FF2B5EF4-FFF2-40B4-BE49-F238E27FC236}">
                <a16:creationId xmlns:a16="http://schemas.microsoft.com/office/drawing/2014/main" id="{A1B73846-5386-4C5A-8D6C-25E594BF6A17}"/>
              </a:ext>
            </a:extLst>
          </p:cNvPr>
          <p:cNvSpPr>
            <a:spLocks noGrp="1"/>
          </p:cNvSpPr>
          <p:nvPr/>
        </p:nvSpPr>
        <p:spPr>
          <a:xfrm>
            <a:off x="23215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01_find_only_184">
            <a:extLst>
              <a:ext uri="{FF2B5EF4-FFF2-40B4-BE49-F238E27FC236}">
                <a16:creationId xmlns:a16="http://schemas.microsoft.com/office/drawing/2014/main" id="{B2FC3939-1E7E-487E-BF4D-8E2475B815FB}"/>
              </a:ext>
            </a:extLst>
          </p:cNvPr>
          <p:cNvSpPr>
            <a:spLocks noGrp="1"/>
          </p:cNvSpPr>
          <p:nvPr/>
        </p:nvSpPr>
        <p:spPr>
          <a:xfrm>
            <a:off x="231004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01_find_only_185">
            <a:extLst>
              <a:ext uri="{FF2B5EF4-FFF2-40B4-BE49-F238E27FC236}">
                <a16:creationId xmlns:a16="http://schemas.microsoft.com/office/drawing/2014/main" id="{B14F5436-A77E-4E90-B845-659C49280466}"/>
              </a:ext>
            </a:extLst>
          </p:cNvPr>
          <p:cNvSpPr>
            <a:spLocks noGrp="1"/>
          </p:cNvSpPr>
          <p:nvPr/>
        </p:nvSpPr>
        <p:spPr>
          <a:xfrm>
            <a:off x="22997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01_find_only_186">
            <a:extLst>
              <a:ext uri="{FF2B5EF4-FFF2-40B4-BE49-F238E27FC236}">
                <a16:creationId xmlns:a16="http://schemas.microsoft.com/office/drawing/2014/main" id="{F72A74EF-B11B-4E98-9981-0C047A625CAA}"/>
              </a:ext>
            </a:extLst>
          </p:cNvPr>
          <p:cNvSpPr>
            <a:spLocks noGrp="1"/>
          </p:cNvSpPr>
          <p:nvPr/>
        </p:nvSpPr>
        <p:spPr>
          <a:xfrm>
            <a:off x="22759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01_find_only_187">
            <a:extLst>
              <a:ext uri="{FF2B5EF4-FFF2-40B4-BE49-F238E27FC236}">
                <a16:creationId xmlns:a16="http://schemas.microsoft.com/office/drawing/2014/main" id="{82DFAA31-41CC-4E7F-A216-85DC0AB6E979}"/>
              </a:ext>
            </a:extLst>
          </p:cNvPr>
          <p:cNvSpPr>
            <a:spLocks noGrp="1"/>
          </p:cNvSpPr>
          <p:nvPr/>
        </p:nvSpPr>
        <p:spPr>
          <a:xfrm>
            <a:off x="2273033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01_find_only_188">
            <a:extLst>
              <a:ext uri="{FF2B5EF4-FFF2-40B4-BE49-F238E27FC236}">
                <a16:creationId xmlns:a16="http://schemas.microsoft.com/office/drawing/2014/main" id="{0407FFE7-0962-4BED-80C2-A8B4AA6E7128}"/>
              </a:ext>
            </a:extLst>
          </p:cNvPr>
          <p:cNvSpPr>
            <a:spLocks noGrp="1"/>
          </p:cNvSpPr>
          <p:nvPr/>
        </p:nvSpPr>
        <p:spPr>
          <a:xfrm>
            <a:off x="22406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01_find_only_189">
            <a:extLst>
              <a:ext uri="{FF2B5EF4-FFF2-40B4-BE49-F238E27FC236}">
                <a16:creationId xmlns:a16="http://schemas.microsoft.com/office/drawing/2014/main" id="{BC6B065C-F5E8-47F7-9B5C-6F63C6DDF72D}"/>
              </a:ext>
            </a:extLst>
          </p:cNvPr>
          <p:cNvSpPr>
            <a:spLocks noGrp="1"/>
          </p:cNvSpPr>
          <p:nvPr/>
        </p:nvSpPr>
        <p:spPr>
          <a:xfrm>
            <a:off x="23218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01_find_only_190">
            <a:extLst>
              <a:ext uri="{FF2B5EF4-FFF2-40B4-BE49-F238E27FC236}">
                <a16:creationId xmlns:a16="http://schemas.microsoft.com/office/drawing/2014/main" id="{D79B383B-564F-42C2-8110-9B89EBBB7A6F}"/>
              </a:ext>
            </a:extLst>
          </p:cNvPr>
          <p:cNvSpPr>
            <a:spLocks noGrp="1"/>
          </p:cNvSpPr>
          <p:nvPr/>
        </p:nvSpPr>
        <p:spPr>
          <a:xfrm>
            <a:off x="23115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01_find_only_191">
            <a:extLst>
              <a:ext uri="{FF2B5EF4-FFF2-40B4-BE49-F238E27FC236}">
                <a16:creationId xmlns:a16="http://schemas.microsoft.com/office/drawing/2014/main" id="{68AB32E5-A405-415A-922D-105DA1D39384}"/>
              </a:ext>
            </a:extLst>
          </p:cNvPr>
          <p:cNvSpPr>
            <a:spLocks noGrp="1"/>
          </p:cNvSpPr>
          <p:nvPr/>
        </p:nvSpPr>
        <p:spPr>
          <a:xfrm>
            <a:off x="22968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01_find_only_192">
            <a:extLst>
              <a:ext uri="{FF2B5EF4-FFF2-40B4-BE49-F238E27FC236}">
                <a16:creationId xmlns:a16="http://schemas.microsoft.com/office/drawing/2014/main" id="{2A74E260-0F58-4B3B-A7BB-FA68A34A4CA2}"/>
              </a:ext>
            </a:extLst>
          </p:cNvPr>
          <p:cNvSpPr>
            <a:spLocks noGrp="1"/>
          </p:cNvSpPr>
          <p:nvPr/>
        </p:nvSpPr>
        <p:spPr>
          <a:xfrm>
            <a:off x="22372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01_find_only_193">
            <a:extLst>
              <a:ext uri="{FF2B5EF4-FFF2-40B4-BE49-F238E27FC236}">
                <a16:creationId xmlns:a16="http://schemas.microsoft.com/office/drawing/2014/main" id="{16CE6AB9-BAD8-4CAD-98A3-BFC28BE3EE85}"/>
              </a:ext>
            </a:extLst>
          </p:cNvPr>
          <p:cNvSpPr>
            <a:spLocks noGrp="1"/>
          </p:cNvSpPr>
          <p:nvPr/>
        </p:nvSpPr>
        <p:spPr>
          <a:xfrm>
            <a:off x="2246706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01_find_only_194">
            <a:extLst>
              <a:ext uri="{FF2B5EF4-FFF2-40B4-BE49-F238E27FC236}">
                <a16:creationId xmlns:a16="http://schemas.microsoft.com/office/drawing/2014/main" id="{D57236B7-7D84-4CBA-8443-CED5A114CEAC}"/>
              </a:ext>
            </a:extLst>
          </p:cNvPr>
          <p:cNvSpPr>
            <a:spLocks noGrp="1"/>
          </p:cNvSpPr>
          <p:nvPr/>
        </p:nvSpPr>
        <p:spPr>
          <a:xfrm>
            <a:off x="22561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01_find_only_195">
            <a:extLst>
              <a:ext uri="{FF2B5EF4-FFF2-40B4-BE49-F238E27FC236}">
                <a16:creationId xmlns:a16="http://schemas.microsoft.com/office/drawing/2014/main" id="{F05783F2-1B09-4B7C-BC23-0D89CC1ADE2E}"/>
              </a:ext>
            </a:extLst>
          </p:cNvPr>
          <p:cNvSpPr>
            <a:spLocks noGrp="1"/>
          </p:cNvSpPr>
          <p:nvPr/>
        </p:nvSpPr>
        <p:spPr>
          <a:xfrm>
            <a:off x="22978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01_find_only_196">
            <a:extLst>
              <a:ext uri="{FF2B5EF4-FFF2-40B4-BE49-F238E27FC236}">
                <a16:creationId xmlns:a16="http://schemas.microsoft.com/office/drawing/2014/main" id="{187DC3D5-8F56-45FB-93F1-33244BC53650}"/>
              </a:ext>
            </a:extLst>
          </p:cNvPr>
          <p:cNvSpPr>
            <a:spLocks noGrp="1"/>
          </p:cNvSpPr>
          <p:nvPr/>
        </p:nvSpPr>
        <p:spPr>
          <a:xfrm>
            <a:off x="228799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01_find_only_197">
            <a:extLst>
              <a:ext uri="{FF2B5EF4-FFF2-40B4-BE49-F238E27FC236}">
                <a16:creationId xmlns:a16="http://schemas.microsoft.com/office/drawing/2014/main" id="{B3726358-6BE4-41C2-9D06-7ADA6E1092DD}"/>
              </a:ext>
            </a:extLst>
          </p:cNvPr>
          <p:cNvSpPr>
            <a:spLocks noGrp="1"/>
          </p:cNvSpPr>
          <p:nvPr/>
        </p:nvSpPr>
        <p:spPr>
          <a:xfrm>
            <a:off x="225078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01_find_only_198">
            <a:extLst>
              <a:ext uri="{FF2B5EF4-FFF2-40B4-BE49-F238E27FC236}">
                <a16:creationId xmlns:a16="http://schemas.microsoft.com/office/drawing/2014/main" id="{00FCF7B3-25E8-4653-9EFD-3EAD6183DEAB}"/>
              </a:ext>
            </a:extLst>
          </p:cNvPr>
          <p:cNvSpPr>
            <a:spLocks noGrp="1"/>
          </p:cNvSpPr>
          <p:nvPr/>
        </p:nvSpPr>
        <p:spPr>
          <a:xfrm>
            <a:off x="22683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01_find_only_199">
            <a:extLst>
              <a:ext uri="{FF2B5EF4-FFF2-40B4-BE49-F238E27FC236}">
                <a16:creationId xmlns:a16="http://schemas.microsoft.com/office/drawing/2014/main" id="{200627B2-2043-4F66-8225-894342AFE213}"/>
              </a:ext>
            </a:extLst>
          </p:cNvPr>
          <p:cNvSpPr>
            <a:spLocks noGrp="1"/>
          </p:cNvSpPr>
          <p:nvPr/>
        </p:nvSpPr>
        <p:spPr>
          <a:xfrm>
            <a:off x="2233979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01_find_only_200">
            <a:extLst>
              <a:ext uri="{FF2B5EF4-FFF2-40B4-BE49-F238E27FC236}">
                <a16:creationId xmlns:a16="http://schemas.microsoft.com/office/drawing/2014/main" id="{3B8526E0-DE09-4A35-AA94-7A03F46EB063}"/>
              </a:ext>
            </a:extLst>
          </p:cNvPr>
          <p:cNvSpPr>
            <a:spLocks noGrp="1"/>
          </p:cNvSpPr>
          <p:nvPr/>
        </p:nvSpPr>
        <p:spPr>
          <a:xfrm>
            <a:off x="250979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01_find_only_201">
            <a:extLst>
              <a:ext uri="{FF2B5EF4-FFF2-40B4-BE49-F238E27FC236}">
                <a16:creationId xmlns:a16="http://schemas.microsoft.com/office/drawing/2014/main" id="{1E7711AF-7D8D-4A64-BD05-A149C686D8A0}"/>
              </a:ext>
            </a:extLst>
          </p:cNvPr>
          <p:cNvSpPr>
            <a:spLocks noGrp="1"/>
          </p:cNvSpPr>
          <p:nvPr/>
        </p:nvSpPr>
        <p:spPr>
          <a:xfrm>
            <a:off x="2491144" y="32850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01_find_only_202">
            <a:extLst>
              <a:ext uri="{FF2B5EF4-FFF2-40B4-BE49-F238E27FC236}">
                <a16:creationId xmlns:a16="http://schemas.microsoft.com/office/drawing/2014/main" id="{0487D04C-9E72-4B27-9021-9F8E316D4CA1}"/>
              </a:ext>
            </a:extLst>
          </p:cNvPr>
          <p:cNvSpPr>
            <a:spLocks noGrp="1"/>
          </p:cNvSpPr>
          <p:nvPr/>
        </p:nvSpPr>
        <p:spPr>
          <a:xfrm>
            <a:off x="25063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01_find_only_203">
            <a:extLst>
              <a:ext uri="{FF2B5EF4-FFF2-40B4-BE49-F238E27FC236}">
                <a16:creationId xmlns:a16="http://schemas.microsoft.com/office/drawing/2014/main" id="{118D69E5-1F87-4718-9741-F2EBD882C04C}"/>
              </a:ext>
            </a:extLst>
          </p:cNvPr>
          <p:cNvSpPr>
            <a:spLocks noGrp="1"/>
          </p:cNvSpPr>
          <p:nvPr/>
        </p:nvSpPr>
        <p:spPr>
          <a:xfrm>
            <a:off x="25059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01_find_only_204">
            <a:extLst>
              <a:ext uri="{FF2B5EF4-FFF2-40B4-BE49-F238E27FC236}">
                <a16:creationId xmlns:a16="http://schemas.microsoft.com/office/drawing/2014/main" id="{2AEF0D52-BDD7-4271-AFD4-8A8B4C2F1996}"/>
              </a:ext>
            </a:extLst>
          </p:cNvPr>
          <p:cNvSpPr>
            <a:spLocks noGrp="1"/>
          </p:cNvSpPr>
          <p:nvPr/>
        </p:nvSpPr>
        <p:spPr>
          <a:xfrm>
            <a:off x="2522427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01_find_only_205">
            <a:extLst>
              <a:ext uri="{FF2B5EF4-FFF2-40B4-BE49-F238E27FC236}">
                <a16:creationId xmlns:a16="http://schemas.microsoft.com/office/drawing/2014/main" id="{EEC6A79F-5D7F-4DFF-AAD8-587B944BD158}"/>
              </a:ext>
            </a:extLst>
          </p:cNvPr>
          <p:cNvSpPr>
            <a:spLocks noGrp="1"/>
          </p:cNvSpPr>
          <p:nvPr/>
        </p:nvSpPr>
        <p:spPr>
          <a:xfrm>
            <a:off x="255069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01_find_only_206">
            <a:extLst>
              <a:ext uri="{FF2B5EF4-FFF2-40B4-BE49-F238E27FC236}">
                <a16:creationId xmlns:a16="http://schemas.microsoft.com/office/drawing/2014/main" id="{9F6FA799-FDAD-444D-81AE-A4624EE65F2A}"/>
              </a:ext>
            </a:extLst>
          </p:cNvPr>
          <p:cNvSpPr>
            <a:spLocks noGrp="1"/>
          </p:cNvSpPr>
          <p:nvPr/>
        </p:nvSpPr>
        <p:spPr>
          <a:xfrm>
            <a:off x="256847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01_find_only_207">
            <a:extLst>
              <a:ext uri="{FF2B5EF4-FFF2-40B4-BE49-F238E27FC236}">
                <a16:creationId xmlns:a16="http://schemas.microsoft.com/office/drawing/2014/main" id="{374B73FE-7003-4D63-88E2-3310FC64B6F8}"/>
              </a:ext>
            </a:extLst>
          </p:cNvPr>
          <p:cNvSpPr>
            <a:spLocks noGrp="1"/>
          </p:cNvSpPr>
          <p:nvPr/>
        </p:nvSpPr>
        <p:spPr>
          <a:xfrm>
            <a:off x="249629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01_find_only_208">
            <a:extLst>
              <a:ext uri="{FF2B5EF4-FFF2-40B4-BE49-F238E27FC236}">
                <a16:creationId xmlns:a16="http://schemas.microsoft.com/office/drawing/2014/main" id="{BA124EE5-9E38-4B15-82AD-5AFDD9CC9B10}"/>
              </a:ext>
            </a:extLst>
          </p:cNvPr>
          <p:cNvSpPr>
            <a:spLocks noGrp="1"/>
          </p:cNvSpPr>
          <p:nvPr/>
        </p:nvSpPr>
        <p:spPr>
          <a:xfrm>
            <a:off x="25406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01_find_only_209">
            <a:extLst>
              <a:ext uri="{FF2B5EF4-FFF2-40B4-BE49-F238E27FC236}">
                <a16:creationId xmlns:a16="http://schemas.microsoft.com/office/drawing/2014/main" id="{B765F48E-08BD-4657-AFB6-0EB0D838F664}"/>
              </a:ext>
            </a:extLst>
          </p:cNvPr>
          <p:cNvSpPr>
            <a:spLocks noGrp="1"/>
          </p:cNvSpPr>
          <p:nvPr/>
        </p:nvSpPr>
        <p:spPr>
          <a:xfrm>
            <a:off x="249658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01_find_only_210">
            <a:extLst>
              <a:ext uri="{FF2B5EF4-FFF2-40B4-BE49-F238E27FC236}">
                <a16:creationId xmlns:a16="http://schemas.microsoft.com/office/drawing/2014/main" id="{EF09B2F3-C93E-4E0A-A303-0CF6E0FA256A}"/>
              </a:ext>
            </a:extLst>
          </p:cNvPr>
          <p:cNvSpPr>
            <a:spLocks noGrp="1"/>
          </p:cNvSpPr>
          <p:nvPr/>
        </p:nvSpPr>
        <p:spPr>
          <a:xfrm>
            <a:off x="248589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01_find_only_211">
            <a:extLst>
              <a:ext uri="{FF2B5EF4-FFF2-40B4-BE49-F238E27FC236}">
                <a16:creationId xmlns:a16="http://schemas.microsoft.com/office/drawing/2014/main" id="{67899452-D54E-4C6F-B543-CA66539954F8}"/>
              </a:ext>
            </a:extLst>
          </p:cNvPr>
          <p:cNvSpPr>
            <a:spLocks noGrp="1"/>
          </p:cNvSpPr>
          <p:nvPr/>
        </p:nvSpPr>
        <p:spPr>
          <a:xfrm>
            <a:off x="2560704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01_find_only_212">
            <a:extLst>
              <a:ext uri="{FF2B5EF4-FFF2-40B4-BE49-F238E27FC236}">
                <a16:creationId xmlns:a16="http://schemas.microsoft.com/office/drawing/2014/main" id="{217110A6-D6FE-423E-B0A2-49D0286BE59E}"/>
              </a:ext>
            </a:extLst>
          </p:cNvPr>
          <p:cNvSpPr>
            <a:spLocks noGrp="1"/>
          </p:cNvSpPr>
          <p:nvPr/>
        </p:nvSpPr>
        <p:spPr>
          <a:xfrm>
            <a:off x="258062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01_find_only_213">
            <a:extLst>
              <a:ext uri="{FF2B5EF4-FFF2-40B4-BE49-F238E27FC236}">
                <a16:creationId xmlns:a16="http://schemas.microsoft.com/office/drawing/2014/main" id="{8055B501-920E-42C1-B59F-85A0988C3067}"/>
              </a:ext>
            </a:extLst>
          </p:cNvPr>
          <p:cNvSpPr>
            <a:spLocks noGrp="1"/>
          </p:cNvSpPr>
          <p:nvPr/>
        </p:nvSpPr>
        <p:spPr>
          <a:xfrm>
            <a:off x="252213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01_find_only_214">
            <a:extLst>
              <a:ext uri="{FF2B5EF4-FFF2-40B4-BE49-F238E27FC236}">
                <a16:creationId xmlns:a16="http://schemas.microsoft.com/office/drawing/2014/main" id="{13030B5F-FB1C-47B1-8599-43FC9337CAA3}"/>
              </a:ext>
            </a:extLst>
          </p:cNvPr>
          <p:cNvSpPr>
            <a:spLocks noGrp="1"/>
          </p:cNvSpPr>
          <p:nvPr/>
        </p:nvSpPr>
        <p:spPr>
          <a:xfrm>
            <a:off x="25753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01_find_only_215">
            <a:extLst>
              <a:ext uri="{FF2B5EF4-FFF2-40B4-BE49-F238E27FC236}">
                <a16:creationId xmlns:a16="http://schemas.microsoft.com/office/drawing/2014/main" id="{2BAE706F-9180-4537-948E-92F8B608B3BB}"/>
              </a:ext>
            </a:extLst>
          </p:cNvPr>
          <p:cNvSpPr>
            <a:spLocks noGrp="1"/>
          </p:cNvSpPr>
          <p:nvPr/>
        </p:nvSpPr>
        <p:spPr>
          <a:xfrm>
            <a:off x="250620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01_find_only_216">
            <a:extLst>
              <a:ext uri="{FF2B5EF4-FFF2-40B4-BE49-F238E27FC236}">
                <a16:creationId xmlns:a16="http://schemas.microsoft.com/office/drawing/2014/main" id="{396CDAAA-F06E-4632-90EE-09D3A0BB95FB}"/>
              </a:ext>
            </a:extLst>
          </p:cNvPr>
          <p:cNvSpPr>
            <a:spLocks noGrp="1"/>
          </p:cNvSpPr>
          <p:nvPr/>
        </p:nvSpPr>
        <p:spPr>
          <a:xfrm>
            <a:off x="2524661" y="33155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01_find_only_217">
            <a:extLst>
              <a:ext uri="{FF2B5EF4-FFF2-40B4-BE49-F238E27FC236}">
                <a16:creationId xmlns:a16="http://schemas.microsoft.com/office/drawing/2014/main" id="{DFA9BAD8-8C21-4A21-A92D-04C1967925D7}"/>
              </a:ext>
            </a:extLst>
          </p:cNvPr>
          <p:cNvSpPr>
            <a:spLocks noGrp="1"/>
          </p:cNvSpPr>
          <p:nvPr/>
        </p:nvSpPr>
        <p:spPr>
          <a:xfrm>
            <a:off x="2553612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01_find_only_218">
            <a:extLst>
              <a:ext uri="{FF2B5EF4-FFF2-40B4-BE49-F238E27FC236}">
                <a16:creationId xmlns:a16="http://schemas.microsoft.com/office/drawing/2014/main" id="{FC4AACE4-B4BB-495E-A06F-A0BF28C9D74F}"/>
              </a:ext>
            </a:extLst>
          </p:cNvPr>
          <p:cNvSpPr>
            <a:spLocks noGrp="1"/>
          </p:cNvSpPr>
          <p:nvPr/>
        </p:nvSpPr>
        <p:spPr>
          <a:xfrm>
            <a:off x="25710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01_find_only_219">
            <a:extLst>
              <a:ext uri="{FF2B5EF4-FFF2-40B4-BE49-F238E27FC236}">
                <a16:creationId xmlns:a16="http://schemas.microsoft.com/office/drawing/2014/main" id="{9EB67C98-7115-412A-AA58-F9FCC6F726DB}"/>
              </a:ext>
            </a:extLst>
          </p:cNvPr>
          <p:cNvSpPr>
            <a:spLocks noGrp="1"/>
          </p:cNvSpPr>
          <p:nvPr/>
        </p:nvSpPr>
        <p:spPr>
          <a:xfrm>
            <a:off x="25804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01_find_only_220">
            <a:extLst>
              <a:ext uri="{FF2B5EF4-FFF2-40B4-BE49-F238E27FC236}">
                <a16:creationId xmlns:a16="http://schemas.microsoft.com/office/drawing/2014/main" id="{7CAAD9DE-80A3-4941-8787-79AD6C3F5C51}"/>
              </a:ext>
            </a:extLst>
          </p:cNvPr>
          <p:cNvSpPr>
            <a:spLocks noGrp="1"/>
          </p:cNvSpPr>
          <p:nvPr/>
        </p:nvSpPr>
        <p:spPr>
          <a:xfrm>
            <a:off x="25469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01_find_only_221">
            <a:extLst>
              <a:ext uri="{FF2B5EF4-FFF2-40B4-BE49-F238E27FC236}">
                <a16:creationId xmlns:a16="http://schemas.microsoft.com/office/drawing/2014/main" id="{B0F04234-6121-4778-B876-903D80B9822B}"/>
              </a:ext>
            </a:extLst>
          </p:cNvPr>
          <p:cNvSpPr>
            <a:spLocks noGrp="1"/>
          </p:cNvSpPr>
          <p:nvPr/>
        </p:nvSpPr>
        <p:spPr>
          <a:xfrm>
            <a:off x="2489298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01_find_only_222">
            <a:extLst>
              <a:ext uri="{FF2B5EF4-FFF2-40B4-BE49-F238E27FC236}">
                <a16:creationId xmlns:a16="http://schemas.microsoft.com/office/drawing/2014/main" id="{8E258791-9671-4937-83F7-3F8CABD7DE30}"/>
              </a:ext>
            </a:extLst>
          </p:cNvPr>
          <p:cNvSpPr>
            <a:spLocks noGrp="1"/>
          </p:cNvSpPr>
          <p:nvPr/>
        </p:nvSpPr>
        <p:spPr>
          <a:xfrm>
            <a:off x="250367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01_find_only_223">
            <a:extLst>
              <a:ext uri="{FF2B5EF4-FFF2-40B4-BE49-F238E27FC236}">
                <a16:creationId xmlns:a16="http://schemas.microsoft.com/office/drawing/2014/main" id="{A6B3AAFD-2BD1-43D9-9EB2-D2ABAA149574}"/>
              </a:ext>
            </a:extLst>
          </p:cNvPr>
          <p:cNvSpPr>
            <a:spLocks noGrp="1"/>
          </p:cNvSpPr>
          <p:nvPr/>
        </p:nvSpPr>
        <p:spPr>
          <a:xfrm>
            <a:off x="25099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01_find_only_224">
            <a:extLst>
              <a:ext uri="{FF2B5EF4-FFF2-40B4-BE49-F238E27FC236}">
                <a16:creationId xmlns:a16="http://schemas.microsoft.com/office/drawing/2014/main" id="{4E90B2C4-1CD5-4A7F-87F9-094930ACF8E4}"/>
              </a:ext>
            </a:extLst>
          </p:cNvPr>
          <p:cNvSpPr>
            <a:spLocks noGrp="1"/>
          </p:cNvSpPr>
          <p:nvPr/>
        </p:nvSpPr>
        <p:spPr>
          <a:xfrm>
            <a:off x="248910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01_find_only_225">
            <a:extLst>
              <a:ext uri="{FF2B5EF4-FFF2-40B4-BE49-F238E27FC236}">
                <a16:creationId xmlns:a16="http://schemas.microsoft.com/office/drawing/2014/main" id="{BD0FED62-E108-4EE3-BFD9-A39ADE93E8F6}"/>
              </a:ext>
            </a:extLst>
          </p:cNvPr>
          <p:cNvSpPr>
            <a:spLocks noGrp="1"/>
          </p:cNvSpPr>
          <p:nvPr/>
        </p:nvSpPr>
        <p:spPr>
          <a:xfrm>
            <a:off x="2488521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01_find_only_226">
            <a:extLst>
              <a:ext uri="{FF2B5EF4-FFF2-40B4-BE49-F238E27FC236}">
                <a16:creationId xmlns:a16="http://schemas.microsoft.com/office/drawing/2014/main" id="{E3581317-854C-49A0-B01D-1AC08853E0D0}"/>
              </a:ext>
            </a:extLst>
          </p:cNvPr>
          <p:cNvSpPr>
            <a:spLocks noGrp="1"/>
          </p:cNvSpPr>
          <p:nvPr/>
        </p:nvSpPr>
        <p:spPr>
          <a:xfrm>
            <a:off x="25073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01_find_only_227">
            <a:extLst>
              <a:ext uri="{FF2B5EF4-FFF2-40B4-BE49-F238E27FC236}">
                <a16:creationId xmlns:a16="http://schemas.microsoft.com/office/drawing/2014/main" id="{2F0205BA-5F31-4CA5-B137-6978B7F36052}"/>
              </a:ext>
            </a:extLst>
          </p:cNvPr>
          <p:cNvSpPr>
            <a:spLocks noGrp="1"/>
          </p:cNvSpPr>
          <p:nvPr/>
        </p:nvSpPr>
        <p:spPr>
          <a:xfrm>
            <a:off x="25439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01_find_only_228">
            <a:extLst>
              <a:ext uri="{FF2B5EF4-FFF2-40B4-BE49-F238E27FC236}">
                <a16:creationId xmlns:a16="http://schemas.microsoft.com/office/drawing/2014/main" id="{0C1C1D34-FB1A-4016-ACC0-B206AE4FFA34}"/>
              </a:ext>
            </a:extLst>
          </p:cNvPr>
          <p:cNvSpPr>
            <a:spLocks noGrp="1"/>
          </p:cNvSpPr>
          <p:nvPr/>
        </p:nvSpPr>
        <p:spPr>
          <a:xfrm>
            <a:off x="250221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01_find_only_229">
            <a:extLst>
              <a:ext uri="{FF2B5EF4-FFF2-40B4-BE49-F238E27FC236}">
                <a16:creationId xmlns:a16="http://schemas.microsoft.com/office/drawing/2014/main" id="{2A8717D3-B62A-4662-837D-51BB708DE1F0}"/>
              </a:ext>
            </a:extLst>
          </p:cNvPr>
          <p:cNvSpPr>
            <a:spLocks noGrp="1"/>
          </p:cNvSpPr>
          <p:nvPr/>
        </p:nvSpPr>
        <p:spPr>
          <a:xfrm>
            <a:off x="25313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01_find_only_230">
            <a:extLst>
              <a:ext uri="{FF2B5EF4-FFF2-40B4-BE49-F238E27FC236}">
                <a16:creationId xmlns:a16="http://schemas.microsoft.com/office/drawing/2014/main" id="{7E4CF7D4-A574-4D86-B895-DA221093FC13}"/>
              </a:ext>
            </a:extLst>
          </p:cNvPr>
          <p:cNvSpPr>
            <a:spLocks noGrp="1"/>
          </p:cNvSpPr>
          <p:nvPr/>
        </p:nvSpPr>
        <p:spPr>
          <a:xfrm>
            <a:off x="2521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01_find_only_231">
            <a:extLst>
              <a:ext uri="{FF2B5EF4-FFF2-40B4-BE49-F238E27FC236}">
                <a16:creationId xmlns:a16="http://schemas.microsoft.com/office/drawing/2014/main" id="{74BB854B-EAD6-485F-A1D3-F29E8080798C}"/>
              </a:ext>
            </a:extLst>
          </p:cNvPr>
          <p:cNvSpPr>
            <a:spLocks noGrp="1"/>
          </p:cNvSpPr>
          <p:nvPr/>
        </p:nvSpPr>
        <p:spPr>
          <a:xfrm>
            <a:off x="25692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01_find_only_232">
            <a:extLst>
              <a:ext uri="{FF2B5EF4-FFF2-40B4-BE49-F238E27FC236}">
                <a16:creationId xmlns:a16="http://schemas.microsoft.com/office/drawing/2014/main" id="{BB4A7EEF-C83F-4C42-9C93-D0021F4AC73C}"/>
              </a:ext>
            </a:extLst>
          </p:cNvPr>
          <p:cNvSpPr>
            <a:spLocks noGrp="1"/>
          </p:cNvSpPr>
          <p:nvPr/>
        </p:nvSpPr>
        <p:spPr>
          <a:xfrm>
            <a:off x="2511449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01_find_only_233">
            <a:extLst>
              <a:ext uri="{FF2B5EF4-FFF2-40B4-BE49-F238E27FC236}">
                <a16:creationId xmlns:a16="http://schemas.microsoft.com/office/drawing/2014/main" id="{C7F6D6F6-DA24-4848-9B40-ACDA12796305}"/>
              </a:ext>
            </a:extLst>
          </p:cNvPr>
          <p:cNvSpPr>
            <a:spLocks noGrp="1"/>
          </p:cNvSpPr>
          <p:nvPr/>
        </p:nvSpPr>
        <p:spPr>
          <a:xfrm>
            <a:off x="255137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01_find_only_234">
            <a:extLst>
              <a:ext uri="{FF2B5EF4-FFF2-40B4-BE49-F238E27FC236}">
                <a16:creationId xmlns:a16="http://schemas.microsoft.com/office/drawing/2014/main" id="{D590DA09-9C7F-45A1-B32E-430A7A8BE5F9}"/>
              </a:ext>
            </a:extLst>
          </p:cNvPr>
          <p:cNvSpPr>
            <a:spLocks noGrp="1"/>
          </p:cNvSpPr>
          <p:nvPr/>
        </p:nvSpPr>
        <p:spPr>
          <a:xfrm>
            <a:off x="25538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01_find_only_235">
            <a:extLst>
              <a:ext uri="{FF2B5EF4-FFF2-40B4-BE49-F238E27FC236}">
                <a16:creationId xmlns:a16="http://schemas.microsoft.com/office/drawing/2014/main" id="{19B8CA84-E532-478A-A57D-50CF500C0691}"/>
              </a:ext>
            </a:extLst>
          </p:cNvPr>
          <p:cNvSpPr>
            <a:spLocks noGrp="1"/>
          </p:cNvSpPr>
          <p:nvPr/>
        </p:nvSpPr>
        <p:spPr>
          <a:xfrm>
            <a:off x="248881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01_find_only_236">
            <a:extLst>
              <a:ext uri="{FF2B5EF4-FFF2-40B4-BE49-F238E27FC236}">
                <a16:creationId xmlns:a16="http://schemas.microsoft.com/office/drawing/2014/main" id="{E340B9B1-6A95-4C8F-B8BA-04A827E0A9DD}"/>
              </a:ext>
            </a:extLst>
          </p:cNvPr>
          <p:cNvSpPr>
            <a:spLocks noGrp="1"/>
          </p:cNvSpPr>
          <p:nvPr/>
        </p:nvSpPr>
        <p:spPr>
          <a:xfrm>
            <a:off x="25679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01_find_only_237">
            <a:extLst>
              <a:ext uri="{FF2B5EF4-FFF2-40B4-BE49-F238E27FC236}">
                <a16:creationId xmlns:a16="http://schemas.microsoft.com/office/drawing/2014/main" id="{C120653D-BCB1-42D6-BFBE-CB48960E4AF2}"/>
              </a:ext>
            </a:extLst>
          </p:cNvPr>
          <p:cNvSpPr>
            <a:spLocks noGrp="1"/>
          </p:cNvSpPr>
          <p:nvPr/>
        </p:nvSpPr>
        <p:spPr>
          <a:xfrm>
            <a:off x="24864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01_find_only_238">
            <a:extLst>
              <a:ext uri="{FF2B5EF4-FFF2-40B4-BE49-F238E27FC236}">
                <a16:creationId xmlns:a16="http://schemas.microsoft.com/office/drawing/2014/main" id="{D2798A61-0701-48FD-8706-48A5B8D9CB94}"/>
              </a:ext>
            </a:extLst>
          </p:cNvPr>
          <p:cNvSpPr>
            <a:spLocks noGrp="1"/>
          </p:cNvSpPr>
          <p:nvPr/>
        </p:nvSpPr>
        <p:spPr>
          <a:xfrm>
            <a:off x="256779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01_find_only_239">
            <a:extLst>
              <a:ext uri="{FF2B5EF4-FFF2-40B4-BE49-F238E27FC236}">
                <a16:creationId xmlns:a16="http://schemas.microsoft.com/office/drawing/2014/main" id="{A6D4174E-C6C8-4E7C-951C-57AB1D817C80}"/>
              </a:ext>
            </a:extLst>
          </p:cNvPr>
          <p:cNvSpPr>
            <a:spLocks noGrp="1"/>
          </p:cNvSpPr>
          <p:nvPr/>
        </p:nvSpPr>
        <p:spPr>
          <a:xfrm>
            <a:off x="257722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01_find_only_240">
            <a:extLst>
              <a:ext uri="{FF2B5EF4-FFF2-40B4-BE49-F238E27FC236}">
                <a16:creationId xmlns:a16="http://schemas.microsoft.com/office/drawing/2014/main" id="{6881E1A7-E3DF-4A90-AC5F-65A4ED63F4BE}"/>
              </a:ext>
            </a:extLst>
          </p:cNvPr>
          <p:cNvSpPr>
            <a:spLocks noGrp="1"/>
          </p:cNvSpPr>
          <p:nvPr/>
        </p:nvSpPr>
        <p:spPr>
          <a:xfrm>
            <a:off x="25445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01_find_only_241">
            <a:extLst>
              <a:ext uri="{FF2B5EF4-FFF2-40B4-BE49-F238E27FC236}">
                <a16:creationId xmlns:a16="http://schemas.microsoft.com/office/drawing/2014/main" id="{8C875E10-73A4-458A-A6E0-2B6BAE64FC33}"/>
              </a:ext>
            </a:extLst>
          </p:cNvPr>
          <p:cNvSpPr>
            <a:spLocks noGrp="1"/>
          </p:cNvSpPr>
          <p:nvPr/>
        </p:nvSpPr>
        <p:spPr>
          <a:xfrm>
            <a:off x="25154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01_find_only_242">
            <a:extLst>
              <a:ext uri="{FF2B5EF4-FFF2-40B4-BE49-F238E27FC236}">
                <a16:creationId xmlns:a16="http://schemas.microsoft.com/office/drawing/2014/main" id="{7A5259FC-7DE8-4633-AB1A-F0BB29100DF8}"/>
              </a:ext>
            </a:extLst>
          </p:cNvPr>
          <p:cNvSpPr>
            <a:spLocks noGrp="1"/>
          </p:cNvSpPr>
          <p:nvPr/>
        </p:nvSpPr>
        <p:spPr>
          <a:xfrm>
            <a:off x="25561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01_find_only_243">
            <a:extLst>
              <a:ext uri="{FF2B5EF4-FFF2-40B4-BE49-F238E27FC236}">
                <a16:creationId xmlns:a16="http://schemas.microsoft.com/office/drawing/2014/main" id="{3F1D062E-562B-427F-9724-5D829BF8A0E0}"/>
              </a:ext>
            </a:extLst>
          </p:cNvPr>
          <p:cNvSpPr>
            <a:spLocks noGrp="1"/>
          </p:cNvSpPr>
          <p:nvPr/>
        </p:nvSpPr>
        <p:spPr>
          <a:xfrm>
            <a:off x="250668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01_find_only_244">
            <a:extLst>
              <a:ext uri="{FF2B5EF4-FFF2-40B4-BE49-F238E27FC236}">
                <a16:creationId xmlns:a16="http://schemas.microsoft.com/office/drawing/2014/main" id="{CAFAE271-F28C-495D-82E2-59432EF8CDA2}"/>
              </a:ext>
            </a:extLst>
          </p:cNvPr>
          <p:cNvSpPr>
            <a:spLocks noGrp="1"/>
          </p:cNvSpPr>
          <p:nvPr/>
        </p:nvSpPr>
        <p:spPr>
          <a:xfrm>
            <a:off x="25316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01_find_only_245">
            <a:extLst>
              <a:ext uri="{FF2B5EF4-FFF2-40B4-BE49-F238E27FC236}">
                <a16:creationId xmlns:a16="http://schemas.microsoft.com/office/drawing/2014/main" id="{04284F52-CCB3-4752-8632-11F89A1AA283}"/>
              </a:ext>
            </a:extLst>
          </p:cNvPr>
          <p:cNvSpPr>
            <a:spLocks noGrp="1"/>
          </p:cNvSpPr>
          <p:nvPr/>
        </p:nvSpPr>
        <p:spPr>
          <a:xfrm>
            <a:off x="25316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01_find_only_246">
            <a:extLst>
              <a:ext uri="{FF2B5EF4-FFF2-40B4-BE49-F238E27FC236}">
                <a16:creationId xmlns:a16="http://schemas.microsoft.com/office/drawing/2014/main" id="{F27BD651-2BDC-48A4-8090-CE830167A231}"/>
              </a:ext>
            </a:extLst>
          </p:cNvPr>
          <p:cNvSpPr>
            <a:spLocks noGrp="1"/>
          </p:cNvSpPr>
          <p:nvPr/>
        </p:nvSpPr>
        <p:spPr>
          <a:xfrm>
            <a:off x="2502511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01_find_only_247">
            <a:extLst>
              <a:ext uri="{FF2B5EF4-FFF2-40B4-BE49-F238E27FC236}">
                <a16:creationId xmlns:a16="http://schemas.microsoft.com/office/drawing/2014/main" id="{E939F68D-7685-4750-9E10-DF2748E8B43F}"/>
              </a:ext>
            </a:extLst>
          </p:cNvPr>
          <p:cNvSpPr>
            <a:spLocks noGrp="1"/>
          </p:cNvSpPr>
          <p:nvPr/>
        </p:nvSpPr>
        <p:spPr>
          <a:xfrm>
            <a:off x="257022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01_find_only_248">
            <a:extLst>
              <a:ext uri="{FF2B5EF4-FFF2-40B4-BE49-F238E27FC236}">
                <a16:creationId xmlns:a16="http://schemas.microsoft.com/office/drawing/2014/main" id="{513B95B0-A78D-4A60-9256-56C9D8DB2DC6}"/>
              </a:ext>
            </a:extLst>
          </p:cNvPr>
          <p:cNvSpPr>
            <a:spLocks noGrp="1"/>
          </p:cNvSpPr>
          <p:nvPr/>
        </p:nvSpPr>
        <p:spPr>
          <a:xfrm>
            <a:off x="25170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01_find_only_249">
            <a:extLst>
              <a:ext uri="{FF2B5EF4-FFF2-40B4-BE49-F238E27FC236}">
                <a16:creationId xmlns:a16="http://schemas.microsoft.com/office/drawing/2014/main" id="{05555608-5CC2-4C63-9F2A-55CC5EFF5FF7}"/>
              </a:ext>
            </a:extLst>
          </p:cNvPr>
          <p:cNvSpPr>
            <a:spLocks noGrp="1"/>
          </p:cNvSpPr>
          <p:nvPr/>
        </p:nvSpPr>
        <p:spPr>
          <a:xfrm>
            <a:off x="25265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01_find_only_250">
            <a:extLst>
              <a:ext uri="{FF2B5EF4-FFF2-40B4-BE49-F238E27FC236}">
                <a16:creationId xmlns:a16="http://schemas.microsoft.com/office/drawing/2014/main" id="{25C31D97-7EE0-4D71-9E3A-9A7B93BB040B}"/>
              </a:ext>
            </a:extLst>
          </p:cNvPr>
          <p:cNvSpPr>
            <a:spLocks noGrp="1"/>
          </p:cNvSpPr>
          <p:nvPr/>
        </p:nvSpPr>
        <p:spPr>
          <a:xfrm>
            <a:off x="25795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01_find_only_251">
            <a:extLst>
              <a:ext uri="{FF2B5EF4-FFF2-40B4-BE49-F238E27FC236}">
                <a16:creationId xmlns:a16="http://schemas.microsoft.com/office/drawing/2014/main" id="{56089CCA-1E3F-49A8-A694-37B74B08C05E}"/>
              </a:ext>
            </a:extLst>
          </p:cNvPr>
          <p:cNvSpPr>
            <a:spLocks noGrp="1"/>
          </p:cNvSpPr>
          <p:nvPr/>
        </p:nvSpPr>
        <p:spPr>
          <a:xfrm>
            <a:off x="25504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01_find_only_252">
            <a:extLst>
              <a:ext uri="{FF2B5EF4-FFF2-40B4-BE49-F238E27FC236}">
                <a16:creationId xmlns:a16="http://schemas.microsoft.com/office/drawing/2014/main" id="{6DCAF212-ADB1-443B-B1FC-F114F65F001D}"/>
              </a:ext>
            </a:extLst>
          </p:cNvPr>
          <p:cNvSpPr>
            <a:spLocks noGrp="1"/>
          </p:cNvSpPr>
          <p:nvPr/>
        </p:nvSpPr>
        <p:spPr>
          <a:xfrm>
            <a:off x="257605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01_find_only_253">
            <a:extLst>
              <a:ext uri="{FF2B5EF4-FFF2-40B4-BE49-F238E27FC236}">
                <a16:creationId xmlns:a16="http://schemas.microsoft.com/office/drawing/2014/main" id="{AFBDA1D8-7AED-4CA9-9A2E-85277C3FB09B}"/>
              </a:ext>
            </a:extLst>
          </p:cNvPr>
          <p:cNvSpPr>
            <a:spLocks noGrp="1"/>
          </p:cNvSpPr>
          <p:nvPr/>
        </p:nvSpPr>
        <p:spPr>
          <a:xfrm>
            <a:off x="24901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01_find_only_254">
            <a:extLst>
              <a:ext uri="{FF2B5EF4-FFF2-40B4-BE49-F238E27FC236}">
                <a16:creationId xmlns:a16="http://schemas.microsoft.com/office/drawing/2014/main" id="{5E476844-73BE-4B88-AEC8-3BE2C5E8CEA8}"/>
              </a:ext>
            </a:extLst>
          </p:cNvPr>
          <p:cNvSpPr>
            <a:spLocks noGrp="1"/>
          </p:cNvSpPr>
          <p:nvPr/>
        </p:nvSpPr>
        <p:spPr>
          <a:xfrm>
            <a:off x="25688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01_find_only_255">
            <a:extLst>
              <a:ext uri="{FF2B5EF4-FFF2-40B4-BE49-F238E27FC236}">
                <a16:creationId xmlns:a16="http://schemas.microsoft.com/office/drawing/2014/main" id="{BE9F3D27-448D-4B60-A31B-61670EF73F5C}"/>
              </a:ext>
            </a:extLst>
          </p:cNvPr>
          <p:cNvSpPr>
            <a:spLocks noGrp="1"/>
          </p:cNvSpPr>
          <p:nvPr/>
        </p:nvSpPr>
        <p:spPr>
          <a:xfrm>
            <a:off x="255604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01_find_only_256">
            <a:extLst>
              <a:ext uri="{FF2B5EF4-FFF2-40B4-BE49-F238E27FC236}">
                <a16:creationId xmlns:a16="http://schemas.microsoft.com/office/drawing/2014/main" id="{E4EC82EC-B95A-4D68-B4C6-E569D1600A1F}"/>
              </a:ext>
            </a:extLst>
          </p:cNvPr>
          <p:cNvSpPr>
            <a:spLocks noGrp="1"/>
          </p:cNvSpPr>
          <p:nvPr/>
        </p:nvSpPr>
        <p:spPr>
          <a:xfrm>
            <a:off x="25225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01_find_only_257">
            <a:extLst>
              <a:ext uri="{FF2B5EF4-FFF2-40B4-BE49-F238E27FC236}">
                <a16:creationId xmlns:a16="http://schemas.microsoft.com/office/drawing/2014/main" id="{480C6F5A-9D7E-4D7D-BB21-2D038ADCCDEE}"/>
              </a:ext>
            </a:extLst>
          </p:cNvPr>
          <p:cNvSpPr>
            <a:spLocks noGrp="1"/>
          </p:cNvSpPr>
          <p:nvPr/>
        </p:nvSpPr>
        <p:spPr>
          <a:xfrm>
            <a:off x="255983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01_find_only_258">
            <a:extLst>
              <a:ext uri="{FF2B5EF4-FFF2-40B4-BE49-F238E27FC236}">
                <a16:creationId xmlns:a16="http://schemas.microsoft.com/office/drawing/2014/main" id="{83F88375-BEBC-4D18-B010-A11E22D962A5}"/>
              </a:ext>
            </a:extLst>
          </p:cNvPr>
          <p:cNvSpPr>
            <a:spLocks noGrp="1"/>
          </p:cNvSpPr>
          <p:nvPr/>
        </p:nvSpPr>
        <p:spPr>
          <a:xfrm>
            <a:off x="2580037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01_find_only_259">
            <a:extLst>
              <a:ext uri="{FF2B5EF4-FFF2-40B4-BE49-F238E27FC236}">
                <a16:creationId xmlns:a16="http://schemas.microsoft.com/office/drawing/2014/main" id="{FFA4850F-3DE0-4903-AAD3-0FD074E129A0}"/>
              </a:ext>
            </a:extLst>
          </p:cNvPr>
          <p:cNvSpPr>
            <a:spLocks noGrp="1"/>
          </p:cNvSpPr>
          <p:nvPr/>
        </p:nvSpPr>
        <p:spPr>
          <a:xfrm>
            <a:off x="254962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01_find_only_260">
            <a:extLst>
              <a:ext uri="{FF2B5EF4-FFF2-40B4-BE49-F238E27FC236}">
                <a16:creationId xmlns:a16="http://schemas.microsoft.com/office/drawing/2014/main" id="{951E6021-E82B-46F4-A8A6-2267E33B017F}"/>
              </a:ext>
            </a:extLst>
          </p:cNvPr>
          <p:cNvSpPr>
            <a:spLocks noGrp="1"/>
          </p:cNvSpPr>
          <p:nvPr/>
        </p:nvSpPr>
        <p:spPr>
          <a:xfrm>
            <a:off x="25571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01_find_only_261">
            <a:extLst>
              <a:ext uri="{FF2B5EF4-FFF2-40B4-BE49-F238E27FC236}">
                <a16:creationId xmlns:a16="http://schemas.microsoft.com/office/drawing/2014/main" id="{EB1C556D-FA95-44D0-B72E-CF24B55275C9}"/>
              </a:ext>
            </a:extLst>
          </p:cNvPr>
          <p:cNvSpPr>
            <a:spLocks noGrp="1"/>
          </p:cNvSpPr>
          <p:nvPr/>
        </p:nvSpPr>
        <p:spPr>
          <a:xfrm>
            <a:off x="2556235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01_find_only_262">
            <a:extLst>
              <a:ext uri="{FF2B5EF4-FFF2-40B4-BE49-F238E27FC236}">
                <a16:creationId xmlns:a16="http://schemas.microsoft.com/office/drawing/2014/main" id="{CED0EF54-0066-41DE-A9AB-3BC61C5735FD}"/>
              </a:ext>
            </a:extLst>
          </p:cNvPr>
          <p:cNvSpPr>
            <a:spLocks noGrp="1"/>
          </p:cNvSpPr>
          <p:nvPr/>
        </p:nvSpPr>
        <p:spPr>
          <a:xfrm>
            <a:off x="25406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01_find_only_263">
            <a:extLst>
              <a:ext uri="{FF2B5EF4-FFF2-40B4-BE49-F238E27FC236}">
                <a16:creationId xmlns:a16="http://schemas.microsoft.com/office/drawing/2014/main" id="{7B88DFDB-0CB6-42F9-8484-CAFB0DFFD35F}"/>
              </a:ext>
            </a:extLst>
          </p:cNvPr>
          <p:cNvSpPr>
            <a:spLocks noGrp="1"/>
          </p:cNvSpPr>
          <p:nvPr/>
        </p:nvSpPr>
        <p:spPr>
          <a:xfrm>
            <a:off x="2513585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01_find_only_264">
            <a:extLst>
              <a:ext uri="{FF2B5EF4-FFF2-40B4-BE49-F238E27FC236}">
                <a16:creationId xmlns:a16="http://schemas.microsoft.com/office/drawing/2014/main" id="{E68EC438-1E8C-4156-9311-1376459A17DA}"/>
              </a:ext>
            </a:extLst>
          </p:cNvPr>
          <p:cNvSpPr>
            <a:spLocks noGrp="1"/>
          </p:cNvSpPr>
          <p:nvPr/>
        </p:nvSpPr>
        <p:spPr>
          <a:xfrm>
            <a:off x="257323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01_find_only_265">
            <a:extLst>
              <a:ext uri="{FF2B5EF4-FFF2-40B4-BE49-F238E27FC236}">
                <a16:creationId xmlns:a16="http://schemas.microsoft.com/office/drawing/2014/main" id="{8A61669A-59F5-41E7-AB96-54DB02E6CA72}"/>
              </a:ext>
            </a:extLst>
          </p:cNvPr>
          <p:cNvSpPr>
            <a:spLocks noGrp="1"/>
          </p:cNvSpPr>
          <p:nvPr/>
        </p:nvSpPr>
        <p:spPr>
          <a:xfrm>
            <a:off x="25032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01_find_only_266">
            <a:extLst>
              <a:ext uri="{FF2B5EF4-FFF2-40B4-BE49-F238E27FC236}">
                <a16:creationId xmlns:a16="http://schemas.microsoft.com/office/drawing/2014/main" id="{F03CD282-92AE-4076-9321-769E851B9A83}"/>
              </a:ext>
            </a:extLst>
          </p:cNvPr>
          <p:cNvSpPr>
            <a:spLocks noGrp="1"/>
          </p:cNvSpPr>
          <p:nvPr/>
        </p:nvSpPr>
        <p:spPr>
          <a:xfrm>
            <a:off x="25025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01_find_only_267">
            <a:extLst>
              <a:ext uri="{FF2B5EF4-FFF2-40B4-BE49-F238E27FC236}">
                <a16:creationId xmlns:a16="http://schemas.microsoft.com/office/drawing/2014/main" id="{47D05FFD-C8C2-4333-B058-A57BF0288C46}"/>
              </a:ext>
            </a:extLst>
          </p:cNvPr>
          <p:cNvSpPr>
            <a:spLocks noGrp="1"/>
          </p:cNvSpPr>
          <p:nvPr/>
        </p:nvSpPr>
        <p:spPr>
          <a:xfrm>
            <a:off x="25068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01_find_only_268">
            <a:extLst>
              <a:ext uri="{FF2B5EF4-FFF2-40B4-BE49-F238E27FC236}">
                <a16:creationId xmlns:a16="http://schemas.microsoft.com/office/drawing/2014/main" id="{EFACA2AF-B3C4-41A1-B941-1C7E1E6C6CD6}"/>
              </a:ext>
            </a:extLst>
          </p:cNvPr>
          <p:cNvSpPr>
            <a:spLocks noGrp="1"/>
          </p:cNvSpPr>
          <p:nvPr/>
        </p:nvSpPr>
        <p:spPr>
          <a:xfrm>
            <a:off x="257459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01_find_only_269">
            <a:extLst>
              <a:ext uri="{FF2B5EF4-FFF2-40B4-BE49-F238E27FC236}">
                <a16:creationId xmlns:a16="http://schemas.microsoft.com/office/drawing/2014/main" id="{588B86C1-D584-49DF-96F3-4474107749B2}"/>
              </a:ext>
            </a:extLst>
          </p:cNvPr>
          <p:cNvSpPr>
            <a:spLocks noGrp="1"/>
          </p:cNvSpPr>
          <p:nvPr/>
        </p:nvSpPr>
        <p:spPr>
          <a:xfrm>
            <a:off x="2564298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01_find_only_270">
            <a:extLst>
              <a:ext uri="{FF2B5EF4-FFF2-40B4-BE49-F238E27FC236}">
                <a16:creationId xmlns:a16="http://schemas.microsoft.com/office/drawing/2014/main" id="{4EB5D8FD-20E6-46C1-9080-148BD27D8CFD}"/>
              </a:ext>
            </a:extLst>
          </p:cNvPr>
          <p:cNvSpPr>
            <a:spLocks noGrp="1"/>
          </p:cNvSpPr>
          <p:nvPr/>
        </p:nvSpPr>
        <p:spPr>
          <a:xfrm>
            <a:off x="2568476" y="31953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01_find_only_271">
            <a:extLst>
              <a:ext uri="{FF2B5EF4-FFF2-40B4-BE49-F238E27FC236}">
                <a16:creationId xmlns:a16="http://schemas.microsoft.com/office/drawing/2014/main" id="{01B83C18-3A25-4970-B5C9-3C30A6CC6E96}"/>
              </a:ext>
            </a:extLst>
          </p:cNvPr>
          <p:cNvSpPr>
            <a:spLocks noGrp="1"/>
          </p:cNvSpPr>
          <p:nvPr/>
        </p:nvSpPr>
        <p:spPr>
          <a:xfrm>
            <a:off x="25564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01_find_only_272">
            <a:extLst>
              <a:ext uri="{FF2B5EF4-FFF2-40B4-BE49-F238E27FC236}">
                <a16:creationId xmlns:a16="http://schemas.microsoft.com/office/drawing/2014/main" id="{4194CDF7-E087-4605-B719-2758B0D2D293}"/>
              </a:ext>
            </a:extLst>
          </p:cNvPr>
          <p:cNvSpPr>
            <a:spLocks noGrp="1"/>
          </p:cNvSpPr>
          <p:nvPr/>
        </p:nvSpPr>
        <p:spPr>
          <a:xfrm>
            <a:off x="25639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01_find_only_273">
            <a:extLst>
              <a:ext uri="{FF2B5EF4-FFF2-40B4-BE49-F238E27FC236}">
                <a16:creationId xmlns:a16="http://schemas.microsoft.com/office/drawing/2014/main" id="{1FD83A2A-7A4B-4759-95A2-D0B61E55FC79}"/>
              </a:ext>
            </a:extLst>
          </p:cNvPr>
          <p:cNvSpPr>
            <a:spLocks noGrp="1"/>
          </p:cNvSpPr>
          <p:nvPr/>
        </p:nvSpPr>
        <p:spPr>
          <a:xfrm>
            <a:off x="25722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01_find_only_274">
            <a:extLst>
              <a:ext uri="{FF2B5EF4-FFF2-40B4-BE49-F238E27FC236}">
                <a16:creationId xmlns:a16="http://schemas.microsoft.com/office/drawing/2014/main" id="{32350563-6963-417E-89AC-0D91B3098177}"/>
              </a:ext>
            </a:extLst>
          </p:cNvPr>
          <p:cNvSpPr>
            <a:spLocks noGrp="1"/>
          </p:cNvSpPr>
          <p:nvPr/>
        </p:nvSpPr>
        <p:spPr>
          <a:xfrm>
            <a:off x="25009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01_find_only_275">
            <a:extLst>
              <a:ext uri="{FF2B5EF4-FFF2-40B4-BE49-F238E27FC236}">
                <a16:creationId xmlns:a16="http://schemas.microsoft.com/office/drawing/2014/main" id="{85514523-D0F1-4F74-B70E-13B8C4E20D1C}"/>
              </a:ext>
            </a:extLst>
          </p:cNvPr>
          <p:cNvSpPr>
            <a:spLocks noGrp="1"/>
          </p:cNvSpPr>
          <p:nvPr/>
        </p:nvSpPr>
        <p:spPr>
          <a:xfrm>
            <a:off x="25086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01_find_only_276">
            <a:extLst>
              <a:ext uri="{FF2B5EF4-FFF2-40B4-BE49-F238E27FC236}">
                <a16:creationId xmlns:a16="http://schemas.microsoft.com/office/drawing/2014/main" id="{2F19290D-296E-47B3-BDE3-65BF4A47121A}"/>
              </a:ext>
            </a:extLst>
          </p:cNvPr>
          <p:cNvSpPr>
            <a:spLocks noGrp="1"/>
          </p:cNvSpPr>
          <p:nvPr/>
        </p:nvSpPr>
        <p:spPr>
          <a:xfrm>
            <a:off x="25547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01_find_only_277">
            <a:extLst>
              <a:ext uri="{FF2B5EF4-FFF2-40B4-BE49-F238E27FC236}">
                <a16:creationId xmlns:a16="http://schemas.microsoft.com/office/drawing/2014/main" id="{2098C7CD-7345-41A1-9507-47516C17B6FC}"/>
              </a:ext>
            </a:extLst>
          </p:cNvPr>
          <p:cNvSpPr>
            <a:spLocks noGrp="1"/>
          </p:cNvSpPr>
          <p:nvPr/>
        </p:nvSpPr>
        <p:spPr>
          <a:xfrm>
            <a:off x="25059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01_find_only_278">
            <a:extLst>
              <a:ext uri="{FF2B5EF4-FFF2-40B4-BE49-F238E27FC236}">
                <a16:creationId xmlns:a16="http://schemas.microsoft.com/office/drawing/2014/main" id="{3098C86F-28F0-4E9E-A67E-0E182BD4277F}"/>
              </a:ext>
            </a:extLst>
          </p:cNvPr>
          <p:cNvSpPr>
            <a:spLocks noGrp="1"/>
          </p:cNvSpPr>
          <p:nvPr/>
        </p:nvSpPr>
        <p:spPr>
          <a:xfrm>
            <a:off x="2515334" y="318915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01_find_only_279">
            <a:extLst>
              <a:ext uri="{FF2B5EF4-FFF2-40B4-BE49-F238E27FC236}">
                <a16:creationId xmlns:a16="http://schemas.microsoft.com/office/drawing/2014/main" id="{04B84ACF-E51B-47D5-824C-37E0AEF20242}"/>
              </a:ext>
            </a:extLst>
          </p:cNvPr>
          <p:cNvSpPr>
            <a:spLocks noGrp="1"/>
          </p:cNvSpPr>
          <p:nvPr/>
        </p:nvSpPr>
        <p:spPr>
          <a:xfrm>
            <a:off x="24994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01_find_only_280">
            <a:extLst>
              <a:ext uri="{FF2B5EF4-FFF2-40B4-BE49-F238E27FC236}">
                <a16:creationId xmlns:a16="http://schemas.microsoft.com/office/drawing/2014/main" id="{67560E67-38EA-4B18-B51D-B18BDCE9A195}"/>
              </a:ext>
            </a:extLst>
          </p:cNvPr>
          <p:cNvSpPr>
            <a:spLocks noGrp="1"/>
          </p:cNvSpPr>
          <p:nvPr/>
        </p:nvSpPr>
        <p:spPr>
          <a:xfrm>
            <a:off x="25097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01_find_only_281">
            <a:extLst>
              <a:ext uri="{FF2B5EF4-FFF2-40B4-BE49-F238E27FC236}">
                <a16:creationId xmlns:a16="http://schemas.microsoft.com/office/drawing/2014/main" id="{CF311F6D-6A39-4661-A59A-326F3B0E09AC}"/>
              </a:ext>
            </a:extLst>
          </p:cNvPr>
          <p:cNvSpPr>
            <a:spLocks noGrp="1"/>
          </p:cNvSpPr>
          <p:nvPr/>
        </p:nvSpPr>
        <p:spPr>
          <a:xfrm>
            <a:off x="2513489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01_find_only_282">
            <a:extLst>
              <a:ext uri="{FF2B5EF4-FFF2-40B4-BE49-F238E27FC236}">
                <a16:creationId xmlns:a16="http://schemas.microsoft.com/office/drawing/2014/main" id="{EF7D747C-0DD9-4828-9CBA-735E0539C7FE}"/>
              </a:ext>
            </a:extLst>
          </p:cNvPr>
          <p:cNvSpPr>
            <a:spLocks noGrp="1"/>
          </p:cNvSpPr>
          <p:nvPr/>
        </p:nvSpPr>
        <p:spPr>
          <a:xfrm>
            <a:off x="257382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01_find_only_283">
            <a:extLst>
              <a:ext uri="{FF2B5EF4-FFF2-40B4-BE49-F238E27FC236}">
                <a16:creationId xmlns:a16="http://schemas.microsoft.com/office/drawing/2014/main" id="{8090C95E-D218-44A3-8355-ADA2213855FF}"/>
              </a:ext>
            </a:extLst>
          </p:cNvPr>
          <p:cNvSpPr>
            <a:spLocks noGrp="1"/>
          </p:cNvSpPr>
          <p:nvPr/>
        </p:nvSpPr>
        <p:spPr>
          <a:xfrm>
            <a:off x="2532627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01_find_only_284">
            <a:extLst>
              <a:ext uri="{FF2B5EF4-FFF2-40B4-BE49-F238E27FC236}">
                <a16:creationId xmlns:a16="http://schemas.microsoft.com/office/drawing/2014/main" id="{3E937F1A-B11B-40DE-B79E-9177F784B342}"/>
              </a:ext>
            </a:extLst>
          </p:cNvPr>
          <p:cNvSpPr>
            <a:spLocks noGrp="1"/>
          </p:cNvSpPr>
          <p:nvPr/>
        </p:nvSpPr>
        <p:spPr>
          <a:xfrm>
            <a:off x="250095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01_find_only_285">
            <a:extLst>
              <a:ext uri="{FF2B5EF4-FFF2-40B4-BE49-F238E27FC236}">
                <a16:creationId xmlns:a16="http://schemas.microsoft.com/office/drawing/2014/main" id="{4E1CB197-A6C2-4D8E-BDDF-BBBEA52FE36E}"/>
              </a:ext>
            </a:extLst>
          </p:cNvPr>
          <p:cNvSpPr>
            <a:spLocks noGrp="1"/>
          </p:cNvSpPr>
          <p:nvPr/>
        </p:nvSpPr>
        <p:spPr>
          <a:xfrm>
            <a:off x="251504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01_find_only_286">
            <a:extLst>
              <a:ext uri="{FF2B5EF4-FFF2-40B4-BE49-F238E27FC236}">
                <a16:creationId xmlns:a16="http://schemas.microsoft.com/office/drawing/2014/main" id="{29325D3C-BD57-47F5-A7B7-766942E27AB6}"/>
              </a:ext>
            </a:extLst>
          </p:cNvPr>
          <p:cNvSpPr>
            <a:spLocks noGrp="1"/>
          </p:cNvSpPr>
          <p:nvPr/>
        </p:nvSpPr>
        <p:spPr>
          <a:xfrm>
            <a:off x="25687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01_find_only_287">
            <a:extLst>
              <a:ext uri="{FF2B5EF4-FFF2-40B4-BE49-F238E27FC236}">
                <a16:creationId xmlns:a16="http://schemas.microsoft.com/office/drawing/2014/main" id="{BBD2ABDF-86B4-4B4B-B8F4-14A1C445B016}"/>
              </a:ext>
            </a:extLst>
          </p:cNvPr>
          <p:cNvSpPr>
            <a:spLocks noGrp="1"/>
          </p:cNvSpPr>
          <p:nvPr/>
        </p:nvSpPr>
        <p:spPr>
          <a:xfrm>
            <a:off x="2550406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01_find_only_288">
            <a:extLst>
              <a:ext uri="{FF2B5EF4-FFF2-40B4-BE49-F238E27FC236}">
                <a16:creationId xmlns:a16="http://schemas.microsoft.com/office/drawing/2014/main" id="{0C88AE06-432C-4FE0-8ACA-8F88085CD851}"/>
              </a:ext>
            </a:extLst>
          </p:cNvPr>
          <p:cNvSpPr>
            <a:spLocks noGrp="1"/>
          </p:cNvSpPr>
          <p:nvPr/>
        </p:nvSpPr>
        <p:spPr>
          <a:xfrm>
            <a:off x="2568379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01_find_only_289">
            <a:extLst>
              <a:ext uri="{FF2B5EF4-FFF2-40B4-BE49-F238E27FC236}">
                <a16:creationId xmlns:a16="http://schemas.microsoft.com/office/drawing/2014/main" id="{56BCB185-F147-4552-B04C-686569D86B2D}"/>
              </a:ext>
            </a:extLst>
          </p:cNvPr>
          <p:cNvSpPr>
            <a:spLocks noGrp="1"/>
          </p:cNvSpPr>
          <p:nvPr/>
        </p:nvSpPr>
        <p:spPr>
          <a:xfrm>
            <a:off x="2506882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01_find_only_290">
            <a:extLst>
              <a:ext uri="{FF2B5EF4-FFF2-40B4-BE49-F238E27FC236}">
                <a16:creationId xmlns:a16="http://schemas.microsoft.com/office/drawing/2014/main" id="{50AB3662-4BC9-4DCD-B982-25E9D989C5FA}"/>
              </a:ext>
            </a:extLst>
          </p:cNvPr>
          <p:cNvSpPr>
            <a:spLocks noGrp="1"/>
          </p:cNvSpPr>
          <p:nvPr/>
        </p:nvSpPr>
        <p:spPr>
          <a:xfrm>
            <a:off x="2525147" y="322013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01_find_only_291">
            <a:extLst>
              <a:ext uri="{FF2B5EF4-FFF2-40B4-BE49-F238E27FC236}">
                <a16:creationId xmlns:a16="http://schemas.microsoft.com/office/drawing/2014/main" id="{17F1E9AE-2FB5-4C7C-AEBA-50DD07A1AB42}"/>
              </a:ext>
            </a:extLst>
          </p:cNvPr>
          <p:cNvSpPr>
            <a:spLocks noGrp="1"/>
          </p:cNvSpPr>
          <p:nvPr/>
        </p:nvSpPr>
        <p:spPr>
          <a:xfrm>
            <a:off x="2569059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01_find_only_292">
            <a:extLst>
              <a:ext uri="{FF2B5EF4-FFF2-40B4-BE49-F238E27FC236}">
                <a16:creationId xmlns:a16="http://schemas.microsoft.com/office/drawing/2014/main" id="{FB929825-DAD6-4550-8E3E-4E1E6FFFDC31}"/>
              </a:ext>
            </a:extLst>
          </p:cNvPr>
          <p:cNvSpPr>
            <a:spLocks noGrp="1"/>
          </p:cNvSpPr>
          <p:nvPr/>
        </p:nvSpPr>
        <p:spPr>
          <a:xfrm>
            <a:off x="25691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01_find_only_293">
            <a:extLst>
              <a:ext uri="{FF2B5EF4-FFF2-40B4-BE49-F238E27FC236}">
                <a16:creationId xmlns:a16="http://schemas.microsoft.com/office/drawing/2014/main" id="{FF37C933-1966-4ABE-A4D3-38FC670F6823}"/>
              </a:ext>
            </a:extLst>
          </p:cNvPr>
          <p:cNvSpPr>
            <a:spLocks noGrp="1"/>
          </p:cNvSpPr>
          <p:nvPr/>
        </p:nvSpPr>
        <p:spPr>
          <a:xfrm>
            <a:off x="25631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01_find_only_294">
            <a:extLst>
              <a:ext uri="{FF2B5EF4-FFF2-40B4-BE49-F238E27FC236}">
                <a16:creationId xmlns:a16="http://schemas.microsoft.com/office/drawing/2014/main" id="{94B62BAD-F462-48D4-AC78-794FA734C06C}"/>
              </a:ext>
            </a:extLst>
          </p:cNvPr>
          <p:cNvSpPr>
            <a:spLocks noGrp="1"/>
          </p:cNvSpPr>
          <p:nvPr/>
        </p:nvSpPr>
        <p:spPr>
          <a:xfrm>
            <a:off x="257168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01_find_only_295">
            <a:extLst>
              <a:ext uri="{FF2B5EF4-FFF2-40B4-BE49-F238E27FC236}">
                <a16:creationId xmlns:a16="http://schemas.microsoft.com/office/drawing/2014/main" id="{A08E7D06-6E50-463A-9D10-EA24E56E7773}"/>
              </a:ext>
            </a:extLst>
          </p:cNvPr>
          <p:cNvSpPr>
            <a:spLocks noGrp="1"/>
          </p:cNvSpPr>
          <p:nvPr/>
        </p:nvSpPr>
        <p:spPr>
          <a:xfrm>
            <a:off x="251582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01_find_only_296">
            <a:extLst>
              <a:ext uri="{FF2B5EF4-FFF2-40B4-BE49-F238E27FC236}">
                <a16:creationId xmlns:a16="http://schemas.microsoft.com/office/drawing/2014/main" id="{6B45A0D9-D47A-4102-AFD5-6A7588FD0CB3}"/>
              </a:ext>
            </a:extLst>
          </p:cNvPr>
          <p:cNvSpPr>
            <a:spLocks noGrp="1"/>
          </p:cNvSpPr>
          <p:nvPr/>
        </p:nvSpPr>
        <p:spPr>
          <a:xfrm>
            <a:off x="25011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01_find_only_297">
            <a:extLst>
              <a:ext uri="{FF2B5EF4-FFF2-40B4-BE49-F238E27FC236}">
                <a16:creationId xmlns:a16="http://schemas.microsoft.com/office/drawing/2014/main" id="{02776D56-B08D-4921-9F14-F416B37FA282}"/>
              </a:ext>
            </a:extLst>
          </p:cNvPr>
          <p:cNvSpPr>
            <a:spLocks noGrp="1"/>
          </p:cNvSpPr>
          <p:nvPr/>
        </p:nvSpPr>
        <p:spPr>
          <a:xfrm>
            <a:off x="255769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01_find_only_298">
            <a:extLst>
              <a:ext uri="{FF2B5EF4-FFF2-40B4-BE49-F238E27FC236}">
                <a16:creationId xmlns:a16="http://schemas.microsoft.com/office/drawing/2014/main" id="{B718DBFD-B5F3-4828-9D6F-5C4693E17669}"/>
              </a:ext>
            </a:extLst>
          </p:cNvPr>
          <p:cNvSpPr>
            <a:spLocks noGrp="1"/>
          </p:cNvSpPr>
          <p:nvPr/>
        </p:nvSpPr>
        <p:spPr>
          <a:xfrm>
            <a:off x="249658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01_find_only_299">
            <a:extLst>
              <a:ext uri="{FF2B5EF4-FFF2-40B4-BE49-F238E27FC236}">
                <a16:creationId xmlns:a16="http://schemas.microsoft.com/office/drawing/2014/main" id="{E4841614-CBA8-4C89-8DA1-18E5DF7DD534}"/>
              </a:ext>
            </a:extLst>
          </p:cNvPr>
          <p:cNvSpPr>
            <a:spLocks noGrp="1"/>
          </p:cNvSpPr>
          <p:nvPr/>
        </p:nvSpPr>
        <p:spPr>
          <a:xfrm>
            <a:off x="25027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01_find_only_300">
            <a:extLst>
              <a:ext uri="{FF2B5EF4-FFF2-40B4-BE49-F238E27FC236}">
                <a16:creationId xmlns:a16="http://schemas.microsoft.com/office/drawing/2014/main" id="{E52A4711-7E00-4400-9736-EAC9553B34BF}"/>
              </a:ext>
            </a:extLst>
          </p:cNvPr>
          <p:cNvSpPr>
            <a:spLocks noGrp="1"/>
          </p:cNvSpPr>
          <p:nvPr/>
        </p:nvSpPr>
        <p:spPr>
          <a:xfrm>
            <a:off x="2560121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01_find_only_301">
            <a:extLst>
              <a:ext uri="{FF2B5EF4-FFF2-40B4-BE49-F238E27FC236}">
                <a16:creationId xmlns:a16="http://schemas.microsoft.com/office/drawing/2014/main" id="{E3CE7857-A316-47ED-B543-D0E1EC0120CB}"/>
              </a:ext>
            </a:extLst>
          </p:cNvPr>
          <p:cNvSpPr>
            <a:spLocks noGrp="1"/>
          </p:cNvSpPr>
          <p:nvPr/>
        </p:nvSpPr>
        <p:spPr>
          <a:xfrm>
            <a:off x="24974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01_find_only_302">
            <a:extLst>
              <a:ext uri="{FF2B5EF4-FFF2-40B4-BE49-F238E27FC236}">
                <a16:creationId xmlns:a16="http://schemas.microsoft.com/office/drawing/2014/main" id="{3BFBFB8F-304A-4847-8527-4FC6B7BB20EC}"/>
              </a:ext>
            </a:extLst>
          </p:cNvPr>
          <p:cNvSpPr>
            <a:spLocks noGrp="1"/>
          </p:cNvSpPr>
          <p:nvPr/>
        </p:nvSpPr>
        <p:spPr>
          <a:xfrm>
            <a:off x="25787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01_find_only_303">
            <a:extLst>
              <a:ext uri="{FF2B5EF4-FFF2-40B4-BE49-F238E27FC236}">
                <a16:creationId xmlns:a16="http://schemas.microsoft.com/office/drawing/2014/main" id="{D27A70A2-86B9-4737-AC1A-45B4BA66F82E}"/>
              </a:ext>
            </a:extLst>
          </p:cNvPr>
          <p:cNvSpPr>
            <a:spLocks noGrp="1"/>
          </p:cNvSpPr>
          <p:nvPr/>
        </p:nvSpPr>
        <p:spPr>
          <a:xfrm>
            <a:off x="256391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01_find_only_304">
            <a:extLst>
              <a:ext uri="{FF2B5EF4-FFF2-40B4-BE49-F238E27FC236}">
                <a16:creationId xmlns:a16="http://schemas.microsoft.com/office/drawing/2014/main" id="{73704B42-1A9C-4D16-A063-D2C3F782CB34}"/>
              </a:ext>
            </a:extLst>
          </p:cNvPr>
          <p:cNvSpPr>
            <a:spLocks noGrp="1"/>
          </p:cNvSpPr>
          <p:nvPr/>
        </p:nvSpPr>
        <p:spPr>
          <a:xfrm>
            <a:off x="252874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01_find_only_305">
            <a:extLst>
              <a:ext uri="{FF2B5EF4-FFF2-40B4-BE49-F238E27FC236}">
                <a16:creationId xmlns:a16="http://schemas.microsoft.com/office/drawing/2014/main" id="{4A2794F4-ECC0-43F2-99CE-24C5903DE5C3}"/>
              </a:ext>
            </a:extLst>
          </p:cNvPr>
          <p:cNvSpPr>
            <a:spLocks noGrp="1"/>
          </p:cNvSpPr>
          <p:nvPr/>
        </p:nvSpPr>
        <p:spPr>
          <a:xfrm>
            <a:off x="251232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01_find_only_306">
            <a:extLst>
              <a:ext uri="{FF2B5EF4-FFF2-40B4-BE49-F238E27FC236}">
                <a16:creationId xmlns:a16="http://schemas.microsoft.com/office/drawing/2014/main" id="{981D4B63-BA64-4539-BBF6-FA4BB8984BCD}"/>
              </a:ext>
            </a:extLst>
          </p:cNvPr>
          <p:cNvSpPr>
            <a:spLocks noGrp="1"/>
          </p:cNvSpPr>
          <p:nvPr/>
        </p:nvSpPr>
        <p:spPr>
          <a:xfrm>
            <a:off x="2577317" y="32000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01_find_only_307">
            <a:extLst>
              <a:ext uri="{FF2B5EF4-FFF2-40B4-BE49-F238E27FC236}">
                <a16:creationId xmlns:a16="http://schemas.microsoft.com/office/drawing/2014/main" id="{CD7A8287-21C9-4213-B38F-14863970FF0A}"/>
              </a:ext>
            </a:extLst>
          </p:cNvPr>
          <p:cNvSpPr>
            <a:spLocks noGrp="1"/>
          </p:cNvSpPr>
          <p:nvPr/>
        </p:nvSpPr>
        <p:spPr>
          <a:xfrm>
            <a:off x="2581495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01_find_only_308">
            <a:extLst>
              <a:ext uri="{FF2B5EF4-FFF2-40B4-BE49-F238E27FC236}">
                <a16:creationId xmlns:a16="http://schemas.microsoft.com/office/drawing/2014/main" id="{966748EF-A223-4C16-A226-831D830F7E51}"/>
              </a:ext>
            </a:extLst>
          </p:cNvPr>
          <p:cNvSpPr>
            <a:spLocks noGrp="1"/>
          </p:cNvSpPr>
          <p:nvPr/>
        </p:nvSpPr>
        <p:spPr>
          <a:xfrm>
            <a:off x="25462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01_find_only_309">
            <a:extLst>
              <a:ext uri="{FF2B5EF4-FFF2-40B4-BE49-F238E27FC236}">
                <a16:creationId xmlns:a16="http://schemas.microsoft.com/office/drawing/2014/main" id="{55354DE5-B8A6-4D8A-8F3A-7040E3810E8E}"/>
              </a:ext>
            </a:extLst>
          </p:cNvPr>
          <p:cNvSpPr>
            <a:spLocks noGrp="1"/>
          </p:cNvSpPr>
          <p:nvPr/>
        </p:nvSpPr>
        <p:spPr>
          <a:xfrm>
            <a:off x="25683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01_find_only_310">
            <a:extLst>
              <a:ext uri="{FF2B5EF4-FFF2-40B4-BE49-F238E27FC236}">
                <a16:creationId xmlns:a16="http://schemas.microsoft.com/office/drawing/2014/main" id="{7808E1B3-8DE6-4BAC-97A6-DF017980B8C9}"/>
              </a:ext>
            </a:extLst>
          </p:cNvPr>
          <p:cNvSpPr>
            <a:spLocks noGrp="1"/>
          </p:cNvSpPr>
          <p:nvPr/>
        </p:nvSpPr>
        <p:spPr>
          <a:xfrm>
            <a:off x="250027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01_find_only_311">
            <a:extLst>
              <a:ext uri="{FF2B5EF4-FFF2-40B4-BE49-F238E27FC236}">
                <a16:creationId xmlns:a16="http://schemas.microsoft.com/office/drawing/2014/main" id="{264599A0-6B89-4535-A882-F83809FECE3B}"/>
              </a:ext>
            </a:extLst>
          </p:cNvPr>
          <p:cNvSpPr>
            <a:spLocks noGrp="1"/>
          </p:cNvSpPr>
          <p:nvPr/>
        </p:nvSpPr>
        <p:spPr>
          <a:xfrm>
            <a:off x="252767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01_find_only_312">
            <a:extLst>
              <a:ext uri="{FF2B5EF4-FFF2-40B4-BE49-F238E27FC236}">
                <a16:creationId xmlns:a16="http://schemas.microsoft.com/office/drawing/2014/main" id="{56A52CE2-B886-45BD-89EC-C417F0A3DEC7}"/>
              </a:ext>
            </a:extLst>
          </p:cNvPr>
          <p:cNvSpPr>
            <a:spLocks noGrp="1"/>
          </p:cNvSpPr>
          <p:nvPr/>
        </p:nvSpPr>
        <p:spPr>
          <a:xfrm>
            <a:off x="2562356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01_find_only_313">
            <a:extLst>
              <a:ext uri="{FF2B5EF4-FFF2-40B4-BE49-F238E27FC236}">
                <a16:creationId xmlns:a16="http://schemas.microsoft.com/office/drawing/2014/main" id="{A2CDA613-21B6-415F-B734-4655293A69F9}"/>
              </a:ext>
            </a:extLst>
          </p:cNvPr>
          <p:cNvSpPr>
            <a:spLocks noGrp="1"/>
          </p:cNvSpPr>
          <p:nvPr/>
        </p:nvSpPr>
        <p:spPr>
          <a:xfrm>
            <a:off x="24943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01_find_only_314">
            <a:extLst>
              <a:ext uri="{FF2B5EF4-FFF2-40B4-BE49-F238E27FC236}">
                <a16:creationId xmlns:a16="http://schemas.microsoft.com/office/drawing/2014/main" id="{E01D2A73-ED8F-407B-AF51-558137E3D5B5}"/>
              </a:ext>
            </a:extLst>
          </p:cNvPr>
          <p:cNvSpPr>
            <a:spLocks noGrp="1"/>
          </p:cNvSpPr>
          <p:nvPr/>
        </p:nvSpPr>
        <p:spPr>
          <a:xfrm>
            <a:off x="24908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01_find_only_315">
            <a:extLst>
              <a:ext uri="{FF2B5EF4-FFF2-40B4-BE49-F238E27FC236}">
                <a16:creationId xmlns:a16="http://schemas.microsoft.com/office/drawing/2014/main" id="{8A5D4C9A-CE89-4F24-97F5-A9527584C9B3}"/>
              </a:ext>
            </a:extLst>
          </p:cNvPr>
          <p:cNvSpPr>
            <a:spLocks noGrp="1"/>
          </p:cNvSpPr>
          <p:nvPr/>
        </p:nvSpPr>
        <p:spPr>
          <a:xfrm>
            <a:off x="25482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01_find_only_316">
            <a:extLst>
              <a:ext uri="{FF2B5EF4-FFF2-40B4-BE49-F238E27FC236}">
                <a16:creationId xmlns:a16="http://schemas.microsoft.com/office/drawing/2014/main" id="{0520C904-829F-4CDA-8A63-187BBDA55762}"/>
              </a:ext>
            </a:extLst>
          </p:cNvPr>
          <p:cNvSpPr>
            <a:spLocks noGrp="1"/>
          </p:cNvSpPr>
          <p:nvPr/>
        </p:nvSpPr>
        <p:spPr>
          <a:xfrm>
            <a:off x="2576734" y="32097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01_find_only_317">
            <a:extLst>
              <a:ext uri="{FF2B5EF4-FFF2-40B4-BE49-F238E27FC236}">
                <a16:creationId xmlns:a16="http://schemas.microsoft.com/office/drawing/2014/main" id="{3E0B3570-0E0C-402E-9187-527039E5F05C}"/>
              </a:ext>
            </a:extLst>
          </p:cNvPr>
          <p:cNvSpPr>
            <a:spLocks noGrp="1"/>
          </p:cNvSpPr>
          <p:nvPr/>
        </p:nvSpPr>
        <p:spPr>
          <a:xfrm>
            <a:off x="248657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01_find_only_318">
            <a:extLst>
              <a:ext uri="{FF2B5EF4-FFF2-40B4-BE49-F238E27FC236}">
                <a16:creationId xmlns:a16="http://schemas.microsoft.com/office/drawing/2014/main" id="{87553954-AEA3-41DE-873C-8D221BBB95DA}"/>
              </a:ext>
            </a:extLst>
          </p:cNvPr>
          <p:cNvSpPr>
            <a:spLocks noGrp="1"/>
          </p:cNvSpPr>
          <p:nvPr/>
        </p:nvSpPr>
        <p:spPr>
          <a:xfrm>
            <a:off x="252456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01_find_only_319">
            <a:extLst>
              <a:ext uri="{FF2B5EF4-FFF2-40B4-BE49-F238E27FC236}">
                <a16:creationId xmlns:a16="http://schemas.microsoft.com/office/drawing/2014/main" id="{1587DD76-3397-490D-8F20-012C96B53643}"/>
              </a:ext>
            </a:extLst>
          </p:cNvPr>
          <p:cNvSpPr>
            <a:spLocks noGrp="1"/>
          </p:cNvSpPr>
          <p:nvPr/>
        </p:nvSpPr>
        <p:spPr>
          <a:xfrm>
            <a:off x="25557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01_find_only_320">
            <a:extLst>
              <a:ext uri="{FF2B5EF4-FFF2-40B4-BE49-F238E27FC236}">
                <a16:creationId xmlns:a16="http://schemas.microsoft.com/office/drawing/2014/main" id="{3669CDCF-430F-463E-9531-9D61541EE948}"/>
              </a:ext>
            </a:extLst>
          </p:cNvPr>
          <p:cNvSpPr>
            <a:spLocks noGrp="1"/>
          </p:cNvSpPr>
          <p:nvPr/>
        </p:nvSpPr>
        <p:spPr>
          <a:xfrm>
            <a:off x="25266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01_find_only_321">
            <a:extLst>
              <a:ext uri="{FF2B5EF4-FFF2-40B4-BE49-F238E27FC236}">
                <a16:creationId xmlns:a16="http://schemas.microsoft.com/office/drawing/2014/main" id="{57754C32-8B78-429B-90DA-CD8B70A07A6E}"/>
              </a:ext>
            </a:extLst>
          </p:cNvPr>
          <p:cNvSpPr>
            <a:spLocks noGrp="1"/>
          </p:cNvSpPr>
          <p:nvPr/>
        </p:nvSpPr>
        <p:spPr>
          <a:xfrm>
            <a:off x="2510186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01_find_only_322">
            <a:extLst>
              <a:ext uri="{FF2B5EF4-FFF2-40B4-BE49-F238E27FC236}">
                <a16:creationId xmlns:a16="http://schemas.microsoft.com/office/drawing/2014/main" id="{B5BDF530-A0C1-40CC-8E2A-40AD3572941B}"/>
              </a:ext>
            </a:extLst>
          </p:cNvPr>
          <p:cNvSpPr>
            <a:spLocks noGrp="1"/>
          </p:cNvSpPr>
          <p:nvPr/>
        </p:nvSpPr>
        <p:spPr>
          <a:xfrm>
            <a:off x="254788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01_find_only_323">
            <a:extLst>
              <a:ext uri="{FF2B5EF4-FFF2-40B4-BE49-F238E27FC236}">
                <a16:creationId xmlns:a16="http://schemas.microsoft.com/office/drawing/2014/main" id="{5D07692F-AEF6-45E1-987B-48687665D6E2}"/>
              </a:ext>
            </a:extLst>
          </p:cNvPr>
          <p:cNvSpPr>
            <a:spLocks noGrp="1"/>
          </p:cNvSpPr>
          <p:nvPr/>
        </p:nvSpPr>
        <p:spPr>
          <a:xfrm>
            <a:off x="25447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01_find_only_324">
            <a:extLst>
              <a:ext uri="{FF2B5EF4-FFF2-40B4-BE49-F238E27FC236}">
                <a16:creationId xmlns:a16="http://schemas.microsoft.com/office/drawing/2014/main" id="{0D5295CB-FE5F-4D7A-86B4-DE68C53D2EE5}"/>
              </a:ext>
            </a:extLst>
          </p:cNvPr>
          <p:cNvSpPr>
            <a:spLocks noGrp="1"/>
          </p:cNvSpPr>
          <p:nvPr/>
        </p:nvSpPr>
        <p:spPr>
          <a:xfrm>
            <a:off x="253301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01_find_only_325">
            <a:extLst>
              <a:ext uri="{FF2B5EF4-FFF2-40B4-BE49-F238E27FC236}">
                <a16:creationId xmlns:a16="http://schemas.microsoft.com/office/drawing/2014/main" id="{7DA13CD3-D2A7-4E95-AE46-9B1D68C393F3}"/>
              </a:ext>
            </a:extLst>
          </p:cNvPr>
          <p:cNvSpPr>
            <a:spLocks noGrp="1"/>
          </p:cNvSpPr>
          <p:nvPr/>
        </p:nvSpPr>
        <p:spPr>
          <a:xfrm>
            <a:off x="254243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01_find_only_326">
            <a:extLst>
              <a:ext uri="{FF2B5EF4-FFF2-40B4-BE49-F238E27FC236}">
                <a16:creationId xmlns:a16="http://schemas.microsoft.com/office/drawing/2014/main" id="{F40385A0-465D-4E00-83F6-675319C63C40}"/>
              </a:ext>
            </a:extLst>
          </p:cNvPr>
          <p:cNvSpPr>
            <a:spLocks noGrp="1"/>
          </p:cNvSpPr>
          <p:nvPr/>
        </p:nvSpPr>
        <p:spPr>
          <a:xfrm>
            <a:off x="25145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01_find_only_327">
            <a:extLst>
              <a:ext uri="{FF2B5EF4-FFF2-40B4-BE49-F238E27FC236}">
                <a16:creationId xmlns:a16="http://schemas.microsoft.com/office/drawing/2014/main" id="{17C9A44C-C6BE-4F6B-BCCA-1032C16B17FD}"/>
              </a:ext>
            </a:extLst>
          </p:cNvPr>
          <p:cNvSpPr>
            <a:spLocks noGrp="1"/>
          </p:cNvSpPr>
          <p:nvPr/>
        </p:nvSpPr>
        <p:spPr>
          <a:xfrm>
            <a:off x="253631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01_find_only_328">
            <a:extLst>
              <a:ext uri="{FF2B5EF4-FFF2-40B4-BE49-F238E27FC236}">
                <a16:creationId xmlns:a16="http://schemas.microsoft.com/office/drawing/2014/main" id="{06DCF2ED-EB69-4677-9FE9-1E2E96530275}"/>
              </a:ext>
            </a:extLst>
          </p:cNvPr>
          <p:cNvSpPr>
            <a:spLocks noGrp="1"/>
          </p:cNvSpPr>
          <p:nvPr/>
        </p:nvSpPr>
        <p:spPr>
          <a:xfrm>
            <a:off x="2515529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01_find_only_329">
            <a:extLst>
              <a:ext uri="{FF2B5EF4-FFF2-40B4-BE49-F238E27FC236}">
                <a16:creationId xmlns:a16="http://schemas.microsoft.com/office/drawing/2014/main" id="{B24C0970-D2E3-4EAA-8AF8-DA8FCA739C1B}"/>
              </a:ext>
            </a:extLst>
          </p:cNvPr>
          <p:cNvSpPr>
            <a:spLocks noGrp="1"/>
          </p:cNvSpPr>
          <p:nvPr/>
        </p:nvSpPr>
        <p:spPr>
          <a:xfrm>
            <a:off x="2524078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01_find_only_330">
            <a:extLst>
              <a:ext uri="{FF2B5EF4-FFF2-40B4-BE49-F238E27FC236}">
                <a16:creationId xmlns:a16="http://schemas.microsoft.com/office/drawing/2014/main" id="{FEB37CC3-FED4-4052-A8E5-58FC1705755D}"/>
              </a:ext>
            </a:extLst>
          </p:cNvPr>
          <p:cNvSpPr>
            <a:spLocks noGrp="1"/>
          </p:cNvSpPr>
          <p:nvPr/>
        </p:nvSpPr>
        <p:spPr>
          <a:xfrm>
            <a:off x="2566047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01_find_only_331">
            <a:extLst>
              <a:ext uri="{FF2B5EF4-FFF2-40B4-BE49-F238E27FC236}">
                <a16:creationId xmlns:a16="http://schemas.microsoft.com/office/drawing/2014/main" id="{E2619A04-8EDB-495A-892C-57AB562F7071}"/>
              </a:ext>
            </a:extLst>
          </p:cNvPr>
          <p:cNvSpPr>
            <a:spLocks noGrp="1"/>
          </p:cNvSpPr>
          <p:nvPr/>
        </p:nvSpPr>
        <p:spPr>
          <a:xfrm>
            <a:off x="249726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01_find_only_332">
            <a:extLst>
              <a:ext uri="{FF2B5EF4-FFF2-40B4-BE49-F238E27FC236}">
                <a16:creationId xmlns:a16="http://schemas.microsoft.com/office/drawing/2014/main" id="{EE19CF8A-E811-4DB0-8F97-EE5314980B1F}"/>
              </a:ext>
            </a:extLst>
          </p:cNvPr>
          <p:cNvSpPr>
            <a:spLocks noGrp="1"/>
          </p:cNvSpPr>
          <p:nvPr/>
        </p:nvSpPr>
        <p:spPr>
          <a:xfrm>
            <a:off x="250173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01_find_only_333">
            <a:extLst>
              <a:ext uri="{FF2B5EF4-FFF2-40B4-BE49-F238E27FC236}">
                <a16:creationId xmlns:a16="http://schemas.microsoft.com/office/drawing/2014/main" id="{C182ADA4-57AE-4ED2-82A0-E6EC2687AA97}"/>
              </a:ext>
            </a:extLst>
          </p:cNvPr>
          <p:cNvSpPr>
            <a:spLocks noGrp="1"/>
          </p:cNvSpPr>
          <p:nvPr/>
        </p:nvSpPr>
        <p:spPr>
          <a:xfrm>
            <a:off x="25421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01_find_only_334">
            <a:extLst>
              <a:ext uri="{FF2B5EF4-FFF2-40B4-BE49-F238E27FC236}">
                <a16:creationId xmlns:a16="http://schemas.microsoft.com/office/drawing/2014/main" id="{7574347E-EDA5-488E-BEC0-7F538871A7D3}"/>
              </a:ext>
            </a:extLst>
          </p:cNvPr>
          <p:cNvSpPr>
            <a:spLocks noGrp="1"/>
          </p:cNvSpPr>
          <p:nvPr/>
        </p:nvSpPr>
        <p:spPr>
          <a:xfrm>
            <a:off x="254127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01_find_only_335">
            <a:extLst>
              <a:ext uri="{FF2B5EF4-FFF2-40B4-BE49-F238E27FC236}">
                <a16:creationId xmlns:a16="http://schemas.microsoft.com/office/drawing/2014/main" id="{F0DF08E5-E85B-40E7-8206-3E8B7B1F7848}"/>
              </a:ext>
            </a:extLst>
          </p:cNvPr>
          <p:cNvSpPr>
            <a:spLocks noGrp="1"/>
          </p:cNvSpPr>
          <p:nvPr/>
        </p:nvSpPr>
        <p:spPr>
          <a:xfrm>
            <a:off x="25728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01_find_only_336">
            <a:extLst>
              <a:ext uri="{FF2B5EF4-FFF2-40B4-BE49-F238E27FC236}">
                <a16:creationId xmlns:a16="http://schemas.microsoft.com/office/drawing/2014/main" id="{8F749266-2D81-4A91-9E55-54E863B9E446}"/>
              </a:ext>
            </a:extLst>
          </p:cNvPr>
          <p:cNvSpPr>
            <a:spLocks noGrp="1"/>
          </p:cNvSpPr>
          <p:nvPr/>
        </p:nvSpPr>
        <p:spPr>
          <a:xfrm>
            <a:off x="2558178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01_find_only_337">
            <a:extLst>
              <a:ext uri="{FF2B5EF4-FFF2-40B4-BE49-F238E27FC236}">
                <a16:creationId xmlns:a16="http://schemas.microsoft.com/office/drawing/2014/main" id="{9368811E-D970-4F59-AACC-F9D55395F090}"/>
              </a:ext>
            </a:extLst>
          </p:cNvPr>
          <p:cNvSpPr>
            <a:spLocks noGrp="1"/>
          </p:cNvSpPr>
          <p:nvPr/>
        </p:nvSpPr>
        <p:spPr>
          <a:xfrm>
            <a:off x="24982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01_find_only_338">
            <a:extLst>
              <a:ext uri="{FF2B5EF4-FFF2-40B4-BE49-F238E27FC236}">
                <a16:creationId xmlns:a16="http://schemas.microsoft.com/office/drawing/2014/main" id="{0BE9D8B8-4DFE-47FD-A077-2826FDC72C54}"/>
              </a:ext>
            </a:extLst>
          </p:cNvPr>
          <p:cNvSpPr>
            <a:spLocks noGrp="1"/>
          </p:cNvSpPr>
          <p:nvPr/>
        </p:nvSpPr>
        <p:spPr>
          <a:xfrm>
            <a:off x="2512322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01_find_only_339">
            <a:extLst>
              <a:ext uri="{FF2B5EF4-FFF2-40B4-BE49-F238E27FC236}">
                <a16:creationId xmlns:a16="http://schemas.microsoft.com/office/drawing/2014/main" id="{7BBA6DC6-F663-43F8-A1C6-96067C806300}"/>
              </a:ext>
            </a:extLst>
          </p:cNvPr>
          <p:cNvSpPr>
            <a:spLocks noGrp="1"/>
          </p:cNvSpPr>
          <p:nvPr/>
        </p:nvSpPr>
        <p:spPr>
          <a:xfrm>
            <a:off x="25508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01_find_only_340">
            <a:extLst>
              <a:ext uri="{FF2B5EF4-FFF2-40B4-BE49-F238E27FC236}">
                <a16:creationId xmlns:a16="http://schemas.microsoft.com/office/drawing/2014/main" id="{196F4CA8-E030-46F3-A882-691B87279BE1}"/>
              </a:ext>
            </a:extLst>
          </p:cNvPr>
          <p:cNvSpPr>
            <a:spLocks noGrp="1"/>
          </p:cNvSpPr>
          <p:nvPr/>
        </p:nvSpPr>
        <p:spPr>
          <a:xfrm>
            <a:off x="24926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01_find_only_341">
            <a:extLst>
              <a:ext uri="{FF2B5EF4-FFF2-40B4-BE49-F238E27FC236}">
                <a16:creationId xmlns:a16="http://schemas.microsoft.com/office/drawing/2014/main" id="{9493F945-AC7F-4268-8177-701720EB5E5E}"/>
              </a:ext>
            </a:extLst>
          </p:cNvPr>
          <p:cNvSpPr>
            <a:spLocks noGrp="1"/>
          </p:cNvSpPr>
          <p:nvPr/>
        </p:nvSpPr>
        <p:spPr>
          <a:xfrm>
            <a:off x="256012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01_find_only_342">
            <a:extLst>
              <a:ext uri="{FF2B5EF4-FFF2-40B4-BE49-F238E27FC236}">
                <a16:creationId xmlns:a16="http://schemas.microsoft.com/office/drawing/2014/main" id="{85C8BCB3-6625-4AC4-B717-6BD57E885DAB}"/>
              </a:ext>
            </a:extLst>
          </p:cNvPr>
          <p:cNvSpPr>
            <a:spLocks noGrp="1"/>
          </p:cNvSpPr>
          <p:nvPr/>
        </p:nvSpPr>
        <p:spPr>
          <a:xfrm>
            <a:off x="256342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01_find_only_343">
            <a:extLst>
              <a:ext uri="{FF2B5EF4-FFF2-40B4-BE49-F238E27FC236}">
                <a16:creationId xmlns:a16="http://schemas.microsoft.com/office/drawing/2014/main" id="{76300D56-0BD1-4EFA-8460-9F333B7DEBC1}"/>
              </a:ext>
            </a:extLst>
          </p:cNvPr>
          <p:cNvSpPr>
            <a:spLocks noGrp="1"/>
          </p:cNvSpPr>
          <p:nvPr/>
        </p:nvSpPr>
        <p:spPr>
          <a:xfrm>
            <a:off x="25531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01_find_only_344">
            <a:extLst>
              <a:ext uri="{FF2B5EF4-FFF2-40B4-BE49-F238E27FC236}">
                <a16:creationId xmlns:a16="http://schemas.microsoft.com/office/drawing/2014/main" id="{E348B200-6641-4B12-8A4C-128513D6D92C}"/>
              </a:ext>
            </a:extLst>
          </p:cNvPr>
          <p:cNvSpPr>
            <a:spLocks noGrp="1"/>
          </p:cNvSpPr>
          <p:nvPr/>
        </p:nvSpPr>
        <p:spPr>
          <a:xfrm>
            <a:off x="25522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01_find_only_345">
            <a:extLst>
              <a:ext uri="{FF2B5EF4-FFF2-40B4-BE49-F238E27FC236}">
                <a16:creationId xmlns:a16="http://schemas.microsoft.com/office/drawing/2014/main" id="{9D282BF8-40CC-4607-B150-8FC248174ADC}"/>
              </a:ext>
            </a:extLst>
          </p:cNvPr>
          <p:cNvSpPr>
            <a:spLocks noGrp="1"/>
          </p:cNvSpPr>
          <p:nvPr/>
        </p:nvSpPr>
        <p:spPr>
          <a:xfrm>
            <a:off x="25564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01_find_only_346">
            <a:extLst>
              <a:ext uri="{FF2B5EF4-FFF2-40B4-BE49-F238E27FC236}">
                <a16:creationId xmlns:a16="http://schemas.microsoft.com/office/drawing/2014/main" id="{D22B76FB-D94E-4AC4-95E7-DC968FD4C6AE}"/>
              </a:ext>
            </a:extLst>
          </p:cNvPr>
          <p:cNvSpPr>
            <a:spLocks noGrp="1"/>
          </p:cNvSpPr>
          <p:nvPr/>
        </p:nvSpPr>
        <p:spPr>
          <a:xfrm>
            <a:off x="2538068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01_find_only_347">
            <a:extLst>
              <a:ext uri="{FF2B5EF4-FFF2-40B4-BE49-F238E27FC236}">
                <a16:creationId xmlns:a16="http://schemas.microsoft.com/office/drawing/2014/main" id="{FC80AABF-F85E-488E-AD0C-57EB87784002}"/>
              </a:ext>
            </a:extLst>
          </p:cNvPr>
          <p:cNvSpPr>
            <a:spLocks noGrp="1"/>
          </p:cNvSpPr>
          <p:nvPr/>
        </p:nvSpPr>
        <p:spPr>
          <a:xfrm>
            <a:off x="24876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01_find_only_348">
            <a:extLst>
              <a:ext uri="{FF2B5EF4-FFF2-40B4-BE49-F238E27FC236}">
                <a16:creationId xmlns:a16="http://schemas.microsoft.com/office/drawing/2014/main" id="{30D1B07D-49F8-4F43-977B-A47129A80D68}"/>
              </a:ext>
            </a:extLst>
          </p:cNvPr>
          <p:cNvSpPr>
            <a:spLocks noGrp="1"/>
          </p:cNvSpPr>
          <p:nvPr/>
        </p:nvSpPr>
        <p:spPr>
          <a:xfrm>
            <a:off x="253787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01_find_only_349">
            <a:extLst>
              <a:ext uri="{FF2B5EF4-FFF2-40B4-BE49-F238E27FC236}">
                <a16:creationId xmlns:a16="http://schemas.microsoft.com/office/drawing/2014/main" id="{C3429362-CA58-4948-8458-F469F2E869A3}"/>
              </a:ext>
            </a:extLst>
          </p:cNvPr>
          <p:cNvSpPr>
            <a:spLocks noGrp="1"/>
          </p:cNvSpPr>
          <p:nvPr/>
        </p:nvSpPr>
        <p:spPr>
          <a:xfrm>
            <a:off x="250047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01_find_only_350">
            <a:extLst>
              <a:ext uri="{FF2B5EF4-FFF2-40B4-BE49-F238E27FC236}">
                <a16:creationId xmlns:a16="http://schemas.microsoft.com/office/drawing/2014/main" id="{7FD2F1A2-9679-4583-BA3A-88D318283F8A}"/>
              </a:ext>
            </a:extLst>
          </p:cNvPr>
          <p:cNvSpPr>
            <a:spLocks noGrp="1"/>
          </p:cNvSpPr>
          <p:nvPr/>
        </p:nvSpPr>
        <p:spPr>
          <a:xfrm>
            <a:off x="2552641" y="34051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01_find_only_351">
            <a:extLst>
              <a:ext uri="{FF2B5EF4-FFF2-40B4-BE49-F238E27FC236}">
                <a16:creationId xmlns:a16="http://schemas.microsoft.com/office/drawing/2014/main" id="{D519FD94-940A-428C-97A6-16AAB741DD42}"/>
              </a:ext>
            </a:extLst>
          </p:cNvPr>
          <p:cNvSpPr>
            <a:spLocks noGrp="1"/>
          </p:cNvSpPr>
          <p:nvPr/>
        </p:nvSpPr>
        <p:spPr>
          <a:xfrm>
            <a:off x="2565465" y="341065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01_find_only_352">
            <a:extLst>
              <a:ext uri="{FF2B5EF4-FFF2-40B4-BE49-F238E27FC236}">
                <a16:creationId xmlns:a16="http://schemas.microsoft.com/office/drawing/2014/main" id="{B7B7FD7B-A5C0-4E48-8AC3-BC5697FA138B}"/>
              </a:ext>
            </a:extLst>
          </p:cNvPr>
          <p:cNvSpPr>
            <a:spLocks noGrp="1"/>
          </p:cNvSpPr>
          <p:nvPr/>
        </p:nvSpPr>
        <p:spPr>
          <a:xfrm>
            <a:off x="249891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01_find_only_353">
            <a:extLst>
              <a:ext uri="{FF2B5EF4-FFF2-40B4-BE49-F238E27FC236}">
                <a16:creationId xmlns:a16="http://schemas.microsoft.com/office/drawing/2014/main" id="{8A59CE2B-B087-4C86-8DBF-1515E315217C}"/>
              </a:ext>
            </a:extLst>
          </p:cNvPr>
          <p:cNvSpPr>
            <a:spLocks noGrp="1"/>
          </p:cNvSpPr>
          <p:nvPr/>
        </p:nvSpPr>
        <p:spPr>
          <a:xfrm>
            <a:off x="2553515" y="29580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01_find_only_354">
            <a:extLst>
              <a:ext uri="{FF2B5EF4-FFF2-40B4-BE49-F238E27FC236}">
                <a16:creationId xmlns:a16="http://schemas.microsoft.com/office/drawing/2014/main" id="{CA9A7563-E148-4F90-A986-5CDBCBB4BFE2}"/>
              </a:ext>
            </a:extLst>
          </p:cNvPr>
          <p:cNvSpPr>
            <a:spLocks noGrp="1"/>
          </p:cNvSpPr>
          <p:nvPr/>
        </p:nvSpPr>
        <p:spPr>
          <a:xfrm>
            <a:off x="25037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01_find_only_355">
            <a:extLst>
              <a:ext uri="{FF2B5EF4-FFF2-40B4-BE49-F238E27FC236}">
                <a16:creationId xmlns:a16="http://schemas.microsoft.com/office/drawing/2014/main" id="{4EC4A727-54FC-4200-9B06-0186817CE2AB}"/>
              </a:ext>
            </a:extLst>
          </p:cNvPr>
          <p:cNvSpPr>
            <a:spLocks noGrp="1"/>
          </p:cNvSpPr>
          <p:nvPr/>
        </p:nvSpPr>
        <p:spPr>
          <a:xfrm>
            <a:off x="250804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01_find_only_356">
            <a:extLst>
              <a:ext uri="{FF2B5EF4-FFF2-40B4-BE49-F238E27FC236}">
                <a16:creationId xmlns:a16="http://schemas.microsoft.com/office/drawing/2014/main" id="{4603344D-AB86-4187-9675-AE5F7BE8ABFA}"/>
              </a:ext>
            </a:extLst>
          </p:cNvPr>
          <p:cNvSpPr>
            <a:spLocks noGrp="1"/>
          </p:cNvSpPr>
          <p:nvPr/>
        </p:nvSpPr>
        <p:spPr>
          <a:xfrm>
            <a:off x="24964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01_find_only_357">
            <a:extLst>
              <a:ext uri="{FF2B5EF4-FFF2-40B4-BE49-F238E27FC236}">
                <a16:creationId xmlns:a16="http://schemas.microsoft.com/office/drawing/2014/main" id="{6F3D7C2A-0EDA-48B4-B56D-41CF1083D1FA}"/>
              </a:ext>
            </a:extLst>
          </p:cNvPr>
          <p:cNvSpPr>
            <a:spLocks noGrp="1"/>
          </p:cNvSpPr>
          <p:nvPr/>
        </p:nvSpPr>
        <p:spPr>
          <a:xfrm>
            <a:off x="2552446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01_find_only_358">
            <a:extLst>
              <a:ext uri="{FF2B5EF4-FFF2-40B4-BE49-F238E27FC236}">
                <a16:creationId xmlns:a16="http://schemas.microsoft.com/office/drawing/2014/main" id="{627D1E50-BFD1-434B-B7FE-848B35313929}"/>
              </a:ext>
            </a:extLst>
          </p:cNvPr>
          <p:cNvSpPr>
            <a:spLocks noGrp="1"/>
          </p:cNvSpPr>
          <p:nvPr/>
        </p:nvSpPr>
        <p:spPr>
          <a:xfrm>
            <a:off x="25775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01_find_only_359">
            <a:extLst>
              <a:ext uri="{FF2B5EF4-FFF2-40B4-BE49-F238E27FC236}">
                <a16:creationId xmlns:a16="http://schemas.microsoft.com/office/drawing/2014/main" id="{DBD046AF-737E-4438-9B43-E0055C158927}"/>
              </a:ext>
            </a:extLst>
          </p:cNvPr>
          <p:cNvSpPr>
            <a:spLocks noGrp="1"/>
          </p:cNvSpPr>
          <p:nvPr/>
        </p:nvSpPr>
        <p:spPr>
          <a:xfrm>
            <a:off x="258168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01_find_only_360">
            <a:extLst>
              <a:ext uri="{FF2B5EF4-FFF2-40B4-BE49-F238E27FC236}">
                <a16:creationId xmlns:a16="http://schemas.microsoft.com/office/drawing/2014/main" id="{4F6D4F4F-511C-4977-B86B-E14EB0E1444C}"/>
              </a:ext>
            </a:extLst>
          </p:cNvPr>
          <p:cNvSpPr>
            <a:spLocks noGrp="1"/>
          </p:cNvSpPr>
          <p:nvPr/>
        </p:nvSpPr>
        <p:spPr>
          <a:xfrm>
            <a:off x="252164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01_find_only_361">
            <a:extLst>
              <a:ext uri="{FF2B5EF4-FFF2-40B4-BE49-F238E27FC236}">
                <a16:creationId xmlns:a16="http://schemas.microsoft.com/office/drawing/2014/main" id="{069E069F-A127-4D22-A2AA-596E7C159C14}"/>
              </a:ext>
            </a:extLst>
          </p:cNvPr>
          <p:cNvSpPr>
            <a:spLocks noGrp="1"/>
          </p:cNvSpPr>
          <p:nvPr/>
        </p:nvSpPr>
        <p:spPr>
          <a:xfrm>
            <a:off x="255730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01_find_only_362">
            <a:extLst>
              <a:ext uri="{FF2B5EF4-FFF2-40B4-BE49-F238E27FC236}">
                <a16:creationId xmlns:a16="http://schemas.microsoft.com/office/drawing/2014/main" id="{3DAE0B96-0379-42CD-94E0-B5C495292EFC}"/>
              </a:ext>
            </a:extLst>
          </p:cNvPr>
          <p:cNvSpPr>
            <a:spLocks noGrp="1"/>
          </p:cNvSpPr>
          <p:nvPr/>
        </p:nvSpPr>
        <p:spPr>
          <a:xfrm>
            <a:off x="257615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01_find_only_363">
            <a:extLst>
              <a:ext uri="{FF2B5EF4-FFF2-40B4-BE49-F238E27FC236}">
                <a16:creationId xmlns:a16="http://schemas.microsoft.com/office/drawing/2014/main" id="{7544ADD5-A154-40A9-B30E-4D8B949947F9}"/>
              </a:ext>
            </a:extLst>
          </p:cNvPr>
          <p:cNvSpPr>
            <a:spLocks noGrp="1"/>
          </p:cNvSpPr>
          <p:nvPr/>
        </p:nvSpPr>
        <p:spPr>
          <a:xfrm>
            <a:off x="256468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01_find_only_364">
            <a:extLst>
              <a:ext uri="{FF2B5EF4-FFF2-40B4-BE49-F238E27FC236}">
                <a16:creationId xmlns:a16="http://schemas.microsoft.com/office/drawing/2014/main" id="{37F34928-71F6-4990-8739-5E602C2F547E}"/>
              </a:ext>
            </a:extLst>
          </p:cNvPr>
          <p:cNvSpPr>
            <a:spLocks noGrp="1"/>
          </p:cNvSpPr>
          <p:nvPr/>
        </p:nvSpPr>
        <p:spPr>
          <a:xfrm>
            <a:off x="25543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01_find_only_365">
            <a:extLst>
              <a:ext uri="{FF2B5EF4-FFF2-40B4-BE49-F238E27FC236}">
                <a16:creationId xmlns:a16="http://schemas.microsoft.com/office/drawing/2014/main" id="{E20249BE-8643-474F-A7E7-D97F71B2118F}"/>
              </a:ext>
            </a:extLst>
          </p:cNvPr>
          <p:cNvSpPr>
            <a:spLocks noGrp="1"/>
          </p:cNvSpPr>
          <p:nvPr/>
        </p:nvSpPr>
        <p:spPr>
          <a:xfrm>
            <a:off x="25305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01_find_only_366">
            <a:extLst>
              <a:ext uri="{FF2B5EF4-FFF2-40B4-BE49-F238E27FC236}">
                <a16:creationId xmlns:a16="http://schemas.microsoft.com/office/drawing/2014/main" id="{7C3EE567-7997-4B1F-B114-03469C10772F}"/>
              </a:ext>
            </a:extLst>
          </p:cNvPr>
          <p:cNvSpPr>
            <a:spLocks noGrp="1"/>
          </p:cNvSpPr>
          <p:nvPr/>
        </p:nvSpPr>
        <p:spPr>
          <a:xfrm>
            <a:off x="2527672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01_find_only_367">
            <a:extLst>
              <a:ext uri="{FF2B5EF4-FFF2-40B4-BE49-F238E27FC236}">
                <a16:creationId xmlns:a16="http://schemas.microsoft.com/office/drawing/2014/main" id="{529124F9-3EAA-413D-A73C-6943E693A7C2}"/>
              </a:ext>
            </a:extLst>
          </p:cNvPr>
          <p:cNvSpPr>
            <a:spLocks noGrp="1"/>
          </p:cNvSpPr>
          <p:nvPr/>
        </p:nvSpPr>
        <p:spPr>
          <a:xfrm>
            <a:off x="24953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01_find_only_368">
            <a:extLst>
              <a:ext uri="{FF2B5EF4-FFF2-40B4-BE49-F238E27FC236}">
                <a16:creationId xmlns:a16="http://schemas.microsoft.com/office/drawing/2014/main" id="{25A3B803-CBC4-4935-8E66-69B609B5F70D}"/>
              </a:ext>
            </a:extLst>
          </p:cNvPr>
          <p:cNvSpPr>
            <a:spLocks noGrp="1"/>
          </p:cNvSpPr>
          <p:nvPr/>
        </p:nvSpPr>
        <p:spPr>
          <a:xfrm>
            <a:off x="25764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01_find_only_369">
            <a:extLst>
              <a:ext uri="{FF2B5EF4-FFF2-40B4-BE49-F238E27FC236}">
                <a16:creationId xmlns:a16="http://schemas.microsoft.com/office/drawing/2014/main" id="{067C7887-8415-4C62-A6EB-CFE2EEA66307}"/>
              </a:ext>
            </a:extLst>
          </p:cNvPr>
          <p:cNvSpPr>
            <a:spLocks noGrp="1"/>
          </p:cNvSpPr>
          <p:nvPr/>
        </p:nvSpPr>
        <p:spPr>
          <a:xfrm>
            <a:off x="25661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01_find_only_370">
            <a:extLst>
              <a:ext uri="{FF2B5EF4-FFF2-40B4-BE49-F238E27FC236}">
                <a16:creationId xmlns:a16="http://schemas.microsoft.com/office/drawing/2014/main" id="{DC292025-8830-4192-9571-5C543D16FCF4}"/>
              </a:ext>
            </a:extLst>
          </p:cNvPr>
          <p:cNvSpPr>
            <a:spLocks noGrp="1"/>
          </p:cNvSpPr>
          <p:nvPr/>
        </p:nvSpPr>
        <p:spPr>
          <a:xfrm>
            <a:off x="255147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01_find_only_371">
            <a:extLst>
              <a:ext uri="{FF2B5EF4-FFF2-40B4-BE49-F238E27FC236}">
                <a16:creationId xmlns:a16="http://schemas.microsoft.com/office/drawing/2014/main" id="{D894F062-791D-4474-9652-F7D0A4964CE1}"/>
              </a:ext>
            </a:extLst>
          </p:cNvPr>
          <p:cNvSpPr>
            <a:spLocks noGrp="1"/>
          </p:cNvSpPr>
          <p:nvPr/>
        </p:nvSpPr>
        <p:spPr>
          <a:xfrm>
            <a:off x="24919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01_find_only_372">
            <a:extLst>
              <a:ext uri="{FF2B5EF4-FFF2-40B4-BE49-F238E27FC236}">
                <a16:creationId xmlns:a16="http://schemas.microsoft.com/office/drawing/2014/main" id="{EA256C66-56CA-4AB6-B81B-0472B9A1C5BE}"/>
              </a:ext>
            </a:extLst>
          </p:cNvPr>
          <p:cNvSpPr>
            <a:spLocks noGrp="1"/>
          </p:cNvSpPr>
          <p:nvPr/>
        </p:nvSpPr>
        <p:spPr>
          <a:xfrm>
            <a:off x="2501344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01_find_only_373">
            <a:extLst>
              <a:ext uri="{FF2B5EF4-FFF2-40B4-BE49-F238E27FC236}">
                <a16:creationId xmlns:a16="http://schemas.microsoft.com/office/drawing/2014/main" id="{3609D104-96A1-4E48-9305-17A02B80E1BF}"/>
              </a:ext>
            </a:extLst>
          </p:cNvPr>
          <p:cNvSpPr>
            <a:spLocks noGrp="1"/>
          </p:cNvSpPr>
          <p:nvPr/>
        </p:nvSpPr>
        <p:spPr>
          <a:xfrm>
            <a:off x="25107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01_find_only_374">
            <a:extLst>
              <a:ext uri="{FF2B5EF4-FFF2-40B4-BE49-F238E27FC236}">
                <a16:creationId xmlns:a16="http://schemas.microsoft.com/office/drawing/2014/main" id="{DF3AFDC2-E670-41E7-9F5D-4952A1D4EBEF}"/>
              </a:ext>
            </a:extLst>
          </p:cNvPr>
          <p:cNvSpPr>
            <a:spLocks noGrp="1"/>
          </p:cNvSpPr>
          <p:nvPr/>
        </p:nvSpPr>
        <p:spPr>
          <a:xfrm>
            <a:off x="25524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01_find_only_375">
            <a:extLst>
              <a:ext uri="{FF2B5EF4-FFF2-40B4-BE49-F238E27FC236}">
                <a16:creationId xmlns:a16="http://schemas.microsoft.com/office/drawing/2014/main" id="{2F5C0AB9-D03F-4F2D-BD9D-A6824518F974}"/>
              </a:ext>
            </a:extLst>
          </p:cNvPr>
          <p:cNvSpPr>
            <a:spLocks noGrp="1"/>
          </p:cNvSpPr>
          <p:nvPr/>
        </p:nvSpPr>
        <p:spPr>
          <a:xfrm>
            <a:off x="25426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01_find_only_376">
            <a:extLst>
              <a:ext uri="{FF2B5EF4-FFF2-40B4-BE49-F238E27FC236}">
                <a16:creationId xmlns:a16="http://schemas.microsoft.com/office/drawing/2014/main" id="{3F87F125-793D-44DB-91D2-A9191E127156}"/>
              </a:ext>
            </a:extLst>
          </p:cNvPr>
          <p:cNvSpPr>
            <a:spLocks noGrp="1"/>
          </p:cNvSpPr>
          <p:nvPr/>
        </p:nvSpPr>
        <p:spPr>
          <a:xfrm>
            <a:off x="250542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01_find_only_377">
            <a:extLst>
              <a:ext uri="{FF2B5EF4-FFF2-40B4-BE49-F238E27FC236}">
                <a16:creationId xmlns:a16="http://schemas.microsoft.com/office/drawing/2014/main" id="{89B8CBE1-B31A-4639-AA60-1D8C4F648D41}"/>
              </a:ext>
            </a:extLst>
          </p:cNvPr>
          <p:cNvSpPr>
            <a:spLocks noGrp="1"/>
          </p:cNvSpPr>
          <p:nvPr/>
        </p:nvSpPr>
        <p:spPr>
          <a:xfrm>
            <a:off x="25230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01_find_only_378">
            <a:extLst>
              <a:ext uri="{FF2B5EF4-FFF2-40B4-BE49-F238E27FC236}">
                <a16:creationId xmlns:a16="http://schemas.microsoft.com/office/drawing/2014/main" id="{D1088841-D673-4B4C-960D-4774D83FF839}"/>
              </a:ext>
            </a:extLst>
          </p:cNvPr>
          <p:cNvSpPr>
            <a:spLocks noGrp="1"/>
          </p:cNvSpPr>
          <p:nvPr/>
        </p:nvSpPr>
        <p:spPr>
          <a:xfrm>
            <a:off x="2488618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01_find_only_379">
            <a:extLst>
              <a:ext uri="{FF2B5EF4-FFF2-40B4-BE49-F238E27FC236}">
                <a16:creationId xmlns:a16="http://schemas.microsoft.com/office/drawing/2014/main" id="{F6C81549-178A-4BFE-9974-438FCA3E014A}"/>
              </a:ext>
            </a:extLst>
          </p:cNvPr>
          <p:cNvSpPr>
            <a:spLocks noGrp="1"/>
          </p:cNvSpPr>
          <p:nvPr/>
        </p:nvSpPr>
        <p:spPr>
          <a:xfrm>
            <a:off x="30190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01_find_only_380">
            <a:extLst>
              <a:ext uri="{FF2B5EF4-FFF2-40B4-BE49-F238E27FC236}">
                <a16:creationId xmlns:a16="http://schemas.microsoft.com/office/drawing/2014/main" id="{32F39798-BDC4-4806-8856-2D9D3767EA75}"/>
              </a:ext>
            </a:extLst>
          </p:cNvPr>
          <p:cNvSpPr>
            <a:spLocks noGrp="1"/>
          </p:cNvSpPr>
          <p:nvPr/>
        </p:nvSpPr>
        <p:spPr>
          <a:xfrm>
            <a:off x="3000422" y="31774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01_find_only_381">
            <a:extLst>
              <a:ext uri="{FF2B5EF4-FFF2-40B4-BE49-F238E27FC236}">
                <a16:creationId xmlns:a16="http://schemas.microsoft.com/office/drawing/2014/main" id="{D0E66807-ECE9-408C-A168-7398E4940F04}"/>
              </a:ext>
            </a:extLst>
          </p:cNvPr>
          <p:cNvSpPr>
            <a:spLocks noGrp="1"/>
          </p:cNvSpPr>
          <p:nvPr/>
        </p:nvSpPr>
        <p:spPr>
          <a:xfrm>
            <a:off x="30155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01_find_only_382">
            <a:extLst>
              <a:ext uri="{FF2B5EF4-FFF2-40B4-BE49-F238E27FC236}">
                <a16:creationId xmlns:a16="http://schemas.microsoft.com/office/drawing/2014/main" id="{37F6F0D8-1409-416F-82E3-A847DD40EDE9}"/>
              </a:ext>
            </a:extLst>
          </p:cNvPr>
          <p:cNvSpPr>
            <a:spLocks noGrp="1"/>
          </p:cNvSpPr>
          <p:nvPr/>
        </p:nvSpPr>
        <p:spPr>
          <a:xfrm>
            <a:off x="30151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01_find_only_383">
            <a:extLst>
              <a:ext uri="{FF2B5EF4-FFF2-40B4-BE49-F238E27FC236}">
                <a16:creationId xmlns:a16="http://schemas.microsoft.com/office/drawing/2014/main" id="{89802846-F291-4150-BFF1-91A259873B8F}"/>
              </a:ext>
            </a:extLst>
          </p:cNvPr>
          <p:cNvSpPr>
            <a:spLocks noGrp="1"/>
          </p:cNvSpPr>
          <p:nvPr/>
        </p:nvSpPr>
        <p:spPr>
          <a:xfrm>
            <a:off x="30317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01_find_only_384">
            <a:extLst>
              <a:ext uri="{FF2B5EF4-FFF2-40B4-BE49-F238E27FC236}">
                <a16:creationId xmlns:a16="http://schemas.microsoft.com/office/drawing/2014/main" id="{875145CF-E6CF-48E6-9951-B1315C203899}"/>
              </a:ext>
            </a:extLst>
          </p:cNvPr>
          <p:cNvSpPr>
            <a:spLocks noGrp="1"/>
          </p:cNvSpPr>
          <p:nvPr/>
        </p:nvSpPr>
        <p:spPr>
          <a:xfrm>
            <a:off x="30599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01_find_only_385">
            <a:extLst>
              <a:ext uri="{FF2B5EF4-FFF2-40B4-BE49-F238E27FC236}">
                <a16:creationId xmlns:a16="http://schemas.microsoft.com/office/drawing/2014/main" id="{4410B4EA-7CE9-4056-BC56-0E32257F792B}"/>
              </a:ext>
            </a:extLst>
          </p:cNvPr>
          <p:cNvSpPr>
            <a:spLocks noGrp="1"/>
          </p:cNvSpPr>
          <p:nvPr/>
        </p:nvSpPr>
        <p:spPr>
          <a:xfrm>
            <a:off x="30777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01_find_only_386">
            <a:extLst>
              <a:ext uri="{FF2B5EF4-FFF2-40B4-BE49-F238E27FC236}">
                <a16:creationId xmlns:a16="http://schemas.microsoft.com/office/drawing/2014/main" id="{8B24B70D-6054-4795-B3FA-496B729A7981}"/>
              </a:ext>
            </a:extLst>
          </p:cNvPr>
          <p:cNvSpPr>
            <a:spLocks noGrp="1"/>
          </p:cNvSpPr>
          <p:nvPr/>
        </p:nvSpPr>
        <p:spPr>
          <a:xfrm>
            <a:off x="300557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01_find_only_387">
            <a:extLst>
              <a:ext uri="{FF2B5EF4-FFF2-40B4-BE49-F238E27FC236}">
                <a16:creationId xmlns:a16="http://schemas.microsoft.com/office/drawing/2014/main" id="{C8336243-1A74-45A8-83C9-61DFBE05D973}"/>
              </a:ext>
            </a:extLst>
          </p:cNvPr>
          <p:cNvSpPr>
            <a:spLocks noGrp="1"/>
          </p:cNvSpPr>
          <p:nvPr/>
        </p:nvSpPr>
        <p:spPr>
          <a:xfrm>
            <a:off x="30499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01_find_only_388">
            <a:extLst>
              <a:ext uri="{FF2B5EF4-FFF2-40B4-BE49-F238E27FC236}">
                <a16:creationId xmlns:a16="http://schemas.microsoft.com/office/drawing/2014/main" id="{F14AAD93-9F5D-4E7F-BCC7-EDBA8FEFF5E2}"/>
              </a:ext>
            </a:extLst>
          </p:cNvPr>
          <p:cNvSpPr>
            <a:spLocks noGrp="1"/>
          </p:cNvSpPr>
          <p:nvPr/>
        </p:nvSpPr>
        <p:spPr>
          <a:xfrm>
            <a:off x="300586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01_find_only_389">
            <a:extLst>
              <a:ext uri="{FF2B5EF4-FFF2-40B4-BE49-F238E27FC236}">
                <a16:creationId xmlns:a16="http://schemas.microsoft.com/office/drawing/2014/main" id="{AC5BDFC5-0563-493A-B732-959C5C1017E8}"/>
              </a:ext>
            </a:extLst>
          </p:cNvPr>
          <p:cNvSpPr>
            <a:spLocks noGrp="1"/>
          </p:cNvSpPr>
          <p:nvPr/>
        </p:nvSpPr>
        <p:spPr>
          <a:xfrm>
            <a:off x="299517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01_find_only_390">
            <a:extLst>
              <a:ext uri="{FF2B5EF4-FFF2-40B4-BE49-F238E27FC236}">
                <a16:creationId xmlns:a16="http://schemas.microsoft.com/office/drawing/2014/main" id="{FFC4FB64-A08F-429A-9CB2-B5E3C42542CD}"/>
              </a:ext>
            </a:extLst>
          </p:cNvPr>
          <p:cNvSpPr>
            <a:spLocks noGrp="1"/>
          </p:cNvSpPr>
          <p:nvPr/>
        </p:nvSpPr>
        <p:spPr>
          <a:xfrm>
            <a:off x="3069982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01_find_only_391">
            <a:extLst>
              <a:ext uri="{FF2B5EF4-FFF2-40B4-BE49-F238E27FC236}">
                <a16:creationId xmlns:a16="http://schemas.microsoft.com/office/drawing/2014/main" id="{60A9F4A0-B67C-4C7E-B568-3E8197CA0B23}"/>
              </a:ext>
            </a:extLst>
          </p:cNvPr>
          <p:cNvSpPr>
            <a:spLocks noGrp="1"/>
          </p:cNvSpPr>
          <p:nvPr/>
        </p:nvSpPr>
        <p:spPr>
          <a:xfrm>
            <a:off x="308989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01_find_only_392">
            <a:extLst>
              <a:ext uri="{FF2B5EF4-FFF2-40B4-BE49-F238E27FC236}">
                <a16:creationId xmlns:a16="http://schemas.microsoft.com/office/drawing/2014/main" id="{FF1490FB-CB85-473C-9826-667F215879AA}"/>
              </a:ext>
            </a:extLst>
          </p:cNvPr>
          <p:cNvSpPr>
            <a:spLocks noGrp="1"/>
          </p:cNvSpPr>
          <p:nvPr/>
        </p:nvSpPr>
        <p:spPr>
          <a:xfrm>
            <a:off x="30314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01_find_only_393">
            <a:extLst>
              <a:ext uri="{FF2B5EF4-FFF2-40B4-BE49-F238E27FC236}">
                <a16:creationId xmlns:a16="http://schemas.microsoft.com/office/drawing/2014/main" id="{4FC60BD4-0496-40CA-92A4-727FFFDEEA4D}"/>
              </a:ext>
            </a:extLst>
          </p:cNvPr>
          <p:cNvSpPr>
            <a:spLocks noGrp="1"/>
          </p:cNvSpPr>
          <p:nvPr/>
        </p:nvSpPr>
        <p:spPr>
          <a:xfrm>
            <a:off x="30846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01_find_only_394">
            <a:extLst>
              <a:ext uri="{FF2B5EF4-FFF2-40B4-BE49-F238E27FC236}">
                <a16:creationId xmlns:a16="http://schemas.microsoft.com/office/drawing/2014/main" id="{3670B35F-4ADC-42E9-AF96-CD116D44155F}"/>
              </a:ext>
            </a:extLst>
          </p:cNvPr>
          <p:cNvSpPr>
            <a:spLocks noGrp="1"/>
          </p:cNvSpPr>
          <p:nvPr/>
        </p:nvSpPr>
        <p:spPr>
          <a:xfrm>
            <a:off x="3015480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01_find_only_395">
            <a:extLst>
              <a:ext uri="{FF2B5EF4-FFF2-40B4-BE49-F238E27FC236}">
                <a16:creationId xmlns:a16="http://schemas.microsoft.com/office/drawing/2014/main" id="{B67651EE-1CA1-4A09-BE7C-8F3D3893C8C5}"/>
              </a:ext>
            </a:extLst>
          </p:cNvPr>
          <p:cNvSpPr>
            <a:spLocks noGrp="1"/>
          </p:cNvSpPr>
          <p:nvPr/>
        </p:nvSpPr>
        <p:spPr>
          <a:xfrm>
            <a:off x="3033939" y="33070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01_find_only_396">
            <a:extLst>
              <a:ext uri="{FF2B5EF4-FFF2-40B4-BE49-F238E27FC236}">
                <a16:creationId xmlns:a16="http://schemas.microsoft.com/office/drawing/2014/main" id="{2DC68384-7020-448B-B72A-F85A0C90B55A}"/>
              </a:ext>
            </a:extLst>
          </p:cNvPr>
          <p:cNvSpPr>
            <a:spLocks noGrp="1"/>
          </p:cNvSpPr>
          <p:nvPr/>
        </p:nvSpPr>
        <p:spPr>
          <a:xfrm>
            <a:off x="3062890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01_find_only_397">
            <a:extLst>
              <a:ext uri="{FF2B5EF4-FFF2-40B4-BE49-F238E27FC236}">
                <a16:creationId xmlns:a16="http://schemas.microsoft.com/office/drawing/2014/main" id="{A8266B92-1EFD-4781-91FE-C87D9AC43969}"/>
              </a:ext>
            </a:extLst>
          </p:cNvPr>
          <p:cNvSpPr>
            <a:spLocks noGrp="1"/>
          </p:cNvSpPr>
          <p:nvPr/>
        </p:nvSpPr>
        <p:spPr>
          <a:xfrm>
            <a:off x="30802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01_find_only_398">
            <a:extLst>
              <a:ext uri="{FF2B5EF4-FFF2-40B4-BE49-F238E27FC236}">
                <a16:creationId xmlns:a16="http://schemas.microsoft.com/office/drawing/2014/main" id="{A6D6FFD9-69AE-40D7-BD00-830E65F7A0EA}"/>
              </a:ext>
            </a:extLst>
          </p:cNvPr>
          <p:cNvSpPr>
            <a:spLocks noGrp="1"/>
          </p:cNvSpPr>
          <p:nvPr/>
        </p:nvSpPr>
        <p:spPr>
          <a:xfrm>
            <a:off x="308970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01_find_only_399">
            <a:extLst>
              <a:ext uri="{FF2B5EF4-FFF2-40B4-BE49-F238E27FC236}">
                <a16:creationId xmlns:a16="http://schemas.microsoft.com/office/drawing/2014/main" id="{56986980-0F2A-4B65-8310-2E64CAD904CD}"/>
              </a:ext>
            </a:extLst>
          </p:cNvPr>
          <p:cNvSpPr>
            <a:spLocks noGrp="1"/>
          </p:cNvSpPr>
          <p:nvPr/>
        </p:nvSpPr>
        <p:spPr>
          <a:xfrm>
            <a:off x="30561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01_find_only_400">
            <a:extLst>
              <a:ext uri="{FF2B5EF4-FFF2-40B4-BE49-F238E27FC236}">
                <a16:creationId xmlns:a16="http://schemas.microsoft.com/office/drawing/2014/main" id="{5756B06E-9809-476F-9FA7-55121D2C2278}"/>
              </a:ext>
            </a:extLst>
          </p:cNvPr>
          <p:cNvSpPr>
            <a:spLocks noGrp="1"/>
          </p:cNvSpPr>
          <p:nvPr/>
        </p:nvSpPr>
        <p:spPr>
          <a:xfrm>
            <a:off x="2998576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01_find_only_401">
            <a:extLst>
              <a:ext uri="{FF2B5EF4-FFF2-40B4-BE49-F238E27FC236}">
                <a16:creationId xmlns:a16="http://schemas.microsoft.com/office/drawing/2014/main" id="{AA16FA6A-42DE-46AB-8A65-3963B19EF96A}"/>
              </a:ext>
            </a:extLst>
          </p:cNvPr>
          <p:cNvSpPr>
            <a:spLocks noGrp="1"/>
          </p:cNvSpPr>
          <p:nvPr/>
        </p:nvSpPr>
        <p:spPr>
          <a:xfrm>
            <a:off x="3012954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01_find_only_402">
            <a:extLst>
              <a:ext uri="{FF2B5EF4-FFF2-40B4-BE49-F238E27FC236}">
                <a16:creationId xmlns:a16="http://schemas.microsoft.com/office/drawing/2014/main" id="{43923053-6072-4103-A31A-C119D0A74243}"/>
              </a:ext>
            </a:extLst>
          </p:cNvPr>
          <p:cNvSpPr>
            <a:spLocks noGrp="1"/>
          </p:cNvSpPr>
          <p:nvPr/>
        </p:nvSpPr>
        <p:spPr>
          <a:xfrm>
            <a:off x="30192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01_find_only_403">
            <a:extLst>
              <a:ext uri="{FF2B5EF4-FFF2-40B4-BE49-F238E27FC236}">
                <a16:creationId xmlns:a16="http://schemas.microsoft.com/office/drawing/2014/main" id="{11B69AAA-A4BA-4935-8CB0-7F2A2B2EF72F}"/>
              </a:ext>
            </a:extLst>
          </p:cNvPr>
          <p:cNvSpPr>
            <a:spLocks noGrp="1"/>
          </p:cNvSpPr>
          <p:nvPr/>
        </p:nvSpPr>
        <p:spPr>
          <a:xfrm>
            <a:off x="299838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01_find_only_404">
            <a:extLst>
              <a:ext uri="{FF2B5EF4-FFF2-40B4-BE49-F238E27FC236}">
                <a16:creationId xmlns:a16="http://schemas.microsoft.com/office/drawing/2014/main" id="{D1C0E0AB-2626-4B87-9C86-176000CFFF94}"/>
              </a:ext>
            </a:extLst>
          </p:cNvPr>
          <p:cNvSpPr>
            <a:spLocks noGrp="1"/>
          </p:cNvSpPr>
          <p:nvPr/>
        </p:nvSpPr>
        <p:spPr>
          <a:xfrm>
            <a:off x="2997799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01_find_only_405">
            <a:extLst>
              <a:ext uri="{FF2B5EF4-FFF2-40B4-BE49-F238E27FC236}">
                <a16:creationId xmlns:a16="http://schemas.microsoft.com/office/drawing/2014/main" id="{573E291E-6264-44F3-87ED-170757D988D3}"/>
              </a:ext>
            </a:extLst>
          </p:cNvPr>
          <p:cNvSpPr>
            <a:spLocks noGrp="1"/>
          </p:cNvSpPr>
          <p:nvPr/>
        </p:nvSpPr>
        <p:spPr>
          <a:xfrm>
            <a:off x="30166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01_find_only_406">
            <a:extLst>
              <a:ext uri="{FF2B5EF4-FFF2-40B4-BE49-F238E27FC236}">
                <a16:creationId xmlns:a16="http://schemas.microsoft.com/office/drawing/2014/main" id="{0D680C20-4619-4AFC-B46D-AAB33ADF9392}"/>
              </a:ext>
            </a:extLst>
          </p:cNvPr>
          <p:cNvSpPr>
            <a:spLocks noGrp="1"/>
          </p:cNvSpPr>
          <p:nvPr/>
        </p:nvSpPr>
        <p:spPr>
          <a:xfrm>
            <a:off x="30532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01_find_only_407">
            <a:extLst>
              <a:ext uri="{FF2B5EF4-FFF2-40B4-BE49-F238E27FC236}">
                <a16:creationId xmlns:a16="http://schemas.microsoft.com/office/drawing/2014/main" id="{58959C87-5EC1-40FD-B6F0-83395147D547}"/>
              </a:ext>
            </a:extLst>
          </p:cNvPr>
          <p:cNvSpPr>
            <a:spLocks noGrp="1"/>
          </p:cNvSpPr>
          <p:nvPr/>
        </p:nvSpPr>
        <p:spPr>
          <a:xfrm>
            <a:off x="301149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01_find_only_408">
            <a:extLst>
              <a:ext uri="{FF2B5EF4-FFF2-40B4-BE49-F238E27FC236}">
                <a16:creationId xmlns:a16="http://schemas.microsoft.com/office/drawing/2014/main" id="{A1D66A2F-26CE-466F-BEDF-EE219B9CF057}"/>
              </a:ext>
            </a:extLst>
          </p:cNvPr>
          <p:cNvSpPr>
            <a:spLocks noGrp="1"/>
          </p:cNvSpPr>
          <p:nvPr/>
        </p:nvSpPr>
        <p:spPr>
          <a:xfrm>
            <a:off x="304064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01_find_only_409">
            <a:extLst>
              <a:ext uri="{FF2B5EF4-FFF2-40B4-BE49-F238E27FC236}">
                <a16:creationId xmlns:a16="http://schemas.microsoft.com/office/drawing/2014/main" id="{6300B276-010C-4B5C-933B-6F7DABEFAF6C}"/>
              </a:ext>
            </a:extLst>
          </p:cNvPr>
          <p:cNvSpPr>
            <a:spLocks noGrp="1"/>
          </p:cNvSpPr>
          <p:nvPr/>
        </p:nvSpPr>
        <p:spPr>
          <a:xfrm>
            <a:off x="30303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01_find_only_410">
            <a:extLst>
              <a:ext uri="{FF2B5EF4-FFF2-40B4-BE49-F238E27FC236}">
                <a16:creationId xmlns:a16="http://schemas.microsoft.com/office/drawing/2014/main" id="{159F6A39-4BEF-48C8-863D-C820DE8E64E2}"/>
              </a:ext>
            </a:extLst>
          </p:cNvPr>
          <p:cNvSpPr>
            <a:spLocks noGrp="1"/>
          </p:cNvSpPr>
          <p:nvPr/>
        </p:nvSpPr>
        <p:spPr>
          <a:xfrm>
            <a:off x="30785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01_find_only_411">
            <a:extLst>
              <a:ext uri="{FF2B5EF4-FFF2-40B4-BE49-F238E27FC236}">
                <a16:creationId xmlns:a16="http://schemas.microsoft.com/office/drawing/2014/main" id="{1A28C0DE-F715-4EBD-BDED-4FC8A692EDD6}"/>
              </a:ext>
            </a:extLst>
          </p:cNvPr>
          <p:cNvSpPr>
            <a:spLocks noGrp="1"/>
          </p:cNvSpPr>
          <p:nvPr/>
        </p:nvSpPr>
        <p:spPr>
          <a:xfrm>
            <a:off x="3020727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01_find_only_412">
            <a:extLst>
              <a:ext uri="{FF2B5EF4-FFF2-40B4-BE49-F238E27FC236}">
                <a16:creationId xmlns:a16="http://schemas.microsoft.com/office/drawing/2014/main" id="{C4D1B68D-3E54-4AE7-BCF6-813028C387A9}"/>
              </a:ext>
            </a:extLst>
          </p:cNvPr>
          <p:cNvSpPr>
            <a:spLocks noGrp="1"/>
          </p:cNvSpPr>
          <p:nvPr/>
        </p:nvSpPr>
        <p:spPr>
          <a:xfrm>
            <a:off x="306065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01_find_only_413">
            <a:extLst>
              <a:ext uri="{FF2B5EF4-FFF2-40B4-BE49-F238E27FC236}">
                <a16:creationId xmlns:a16="http://schemas.microsoft.com/office/drawing/2014/main" id="{8DEC5A1C-4875-4688-8879-55BD8DA9ECA2}"/>
              </a:ext>
            </a:extLst>
          </p:cNvPr>
          <p:cNvSpPr>
            <a:spLocks noGrp="1"/>
          </p:cNvSpPr>
          <p:nvPr/>
        </p:nvSpPr>
        <p:spPr>
          <a:xfrm>
            <a:off x="306308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01_find_only_414">
            <a:extLst>
              <a:ext uri="{FF2B5EF4-FFF2-40B4-BE49-F238E27FC236}">
                <a16:creationId xmlns:a16="http://schemas.microsoft.com/office/drawing/2014/main" id="{430F8A8B-E3C5-4A36-AE4D-4A62DDD3D477}"/>
              </a:ext>
            </a:extLst>
          </p:cNvPr>
          <p:cNvSpPr>
            <a:spLocks noGrp="1"/>
          </p:cNvSpPr>
          <p:nvPr/>
        </p:nvSpPr>
        <p:spPr>
          <a:xfrm>
            <a:off x="2998090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01_find_only_415">
            <a:extLst>
              <a:ext uri="{FF2B5EF4-FFF2-40B4-BE49-F238E27FC236}">
                <a16:creationId xmlns:a16="http://schemas.microsoft.com/office/drawing/2014/main" id="{3AEF7D8A-E080-477D-BD69-24F6B09588BF}"/>
              </a:ext>
            </a:extLst>
          </p:cNvPr>
          <p:cNvSpPr>
            <a:spLocks noGrp="1"/>
          </p:cNvSpPr>
          <p:nvPr/>
        </p:nvSpPr>
        <p:spPr>
          <a:xfrm>
            <a:off x="30772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01_find_only_416">
            <a:extLst>
              <a:ext uri="{FF2B5EF4-FFF2-40B4-BE49-F238E27FC236}">
                <a16:creationId xmlns:a16="http://schemas.microsoft.com/office/drawing/2014/main" id="{A795F63A-E15D-421D-96F2-79DBD8DA9029}"/>
              </a:ext>
            </a:extLst>
          </p:cNvPr>
          <p:cNvSpPr>
            <a:spLocks noGrp="1"/>
          </p:cNvSpPr>
          <p:nvPr/>
        </p:nvSpPr>
        <p:spPr>
          <a:xfrm>
            <a:off x="29957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01_find_only_417">
            <a:extLst>
              <a:ext uri="{FF2B5EF4-FFF2-40B4-BE49-F238E27FC236}">
                <a16:creationId xmlns:a16="http://schemas.microsoft.com/office/drawing/2014/main" id="{11D569D3-F56C-4C24-BD6C-A029D6ED8DB1}"/>
              </a:ext>
            </a:extLst>
          </p:cNvPr>
          <p:cNvSpPr>
            <a:spLocks noGrp="1"/>
          </p:cNvSpPr>
          <p:nvPr/>
        </p:nvSpPr>
        <p:spPr>
          <a:xfrm>
            <a:off x="30770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01_find_only_418">
            <a:extLst>
              <a:ext uri="{FF2B5EF4-FFF2-40B4-BE49-F238E27FC236}">
                <a16:creationId xmlns:a16="http://schemas.microsoft.com/office/drawing/2014/main" id="{8E9CC6B2-ECC9-498F-B49B-932A1BBF88D3}"/>
              </a:ext>
            </a:extLst>
          </p:cNvPr>
          <p:cNvSpPr>
            <a:spLocks noGrp="1"/>
          </p:cNvSpPr>
          <p:nvPr/>
        </p:nvSpPr>
        <p:spPr>
          <a:xfrm>
            <a:off x="308649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01_find_only_419">
            <a:extLst>
              <a:ext uri="{FF2B5EF4-FFF2-40B4-BE49-F238E27FC236}">
                <a16:creationId xmlns:a16="http://schemas.microsoft.com/office/drawing/2014/main" id="{197A967D-1521-47CD-88AE-EE446943BA45}"/>
              </a:ext>
            </a:extLst>
          </p:cNvPr>
          <p:cNvSpPr>
            <a:spLocks noGrp="1"/>
          </p:cNvSpPr>
          <p:nvPr/>
        </p:nvSpPr>
        <p:spPr>
          <a:xfrm>
            <a:off x="305385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01_find_only_420">
            <a:extLst>
              <a:ext uri="{FF2B5EF4-FFF2-40B4-BE49-F238E27FC236}">
                <a16:creationId xmlns:a16="http://schemas.microsoft.com/office/drawing/2014/main" id="{EECD85F5-E6DB-48BA-9B31-34E9FA07B37F}"/>
              </a:ext>
            </a:extLst>
          </p:cNvPr>
          <p:cNvSpPr>
            <a:spLocks noGrp="1"/>
          </p:cNvSpPr>
          <p:nvPr/>
        </p:nvSpPr>
        <p:spPr>
          <a:xfrm>
            <a:off x="30247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01_find_only_421">
            <a:extLst>
              <a:ext uri="{FF2B5EF4-FFF2-40B4-BE49-F238E27FC236}">
                <a16:creationId xmlns:a16="http://schemas.microsoft.com/office/drawing/2014/main" id="{3DFC94F7-4EBC-4064-B324-A14F3DAD4A54}"/>
              </a:ext>
            </a:extLst>
          </p:cNvPr>
          <p:cNvSpPr>
            <a:spLocks noGrp="1"/>
          </p:cNvSpPr>
          <p:nvPr/>
        </p:nvSpPr>
        <p:spPr>
          <a:xfrm>
            <a:off x="306541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01_find_only_422">
            <a:extLst>
              <a:ext uri="{FF2B5EF4-FFF2-40B4-BE49-F238E27FC236}">
                <a16:creationId xmlns:a16="http://schemas.microsoft.com/office/drawing/2014/main" id="{23B80638-3621-4FA7-AF32-1513D5CE168E}"/>
              </a:ext>
            </a:extLst>
          </p:cNvPr>
          <p:cNvSpPr>
            <a:spLocks noGrp="1"/>
          </p:cNvSpPr>
          <p:nvPr/>
        </p:nvSpPr>
        <p:spPr>
          <a:xfrm>
            <a:off x="30159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01_find_only_423">
            <a:extLst>
              <a:ext uri="{FF2B5EF4-FFF2-40B4-BE49-F238E27FC236}">
                <a16:creationId xmlns:a16="http://schemas.microsoft.com/office/drawing/2014/main" id="{DECDA8A3-F0AE-4954-BB99-312A4264C47B}"/>
              </a:ext>
            </a:extLst>
          </p:cNvPr>
          <p:cNvSpPr>
            <a:spLocks noGrp="1"/>
          </p:cNvSpPr>
          <p:nvPr/>
        </p:nvSpPr>
        <p:spPr>
          <a:xfrm>
            <a:off x="30409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01_find_only_424">
            <a:extLst>
              <a:ext uri="{FF2B5EF4-FFF2-40B4-BE49-F238E27FC236}">
                <a16:creationId xmlns:a16="http://schemas.microsoft.com/office/drawing/2014/main" id="{3A98BC76-D652-4B3F-958C-40C9FE233A08}"/>
              </a:ext>
            </a:extLst>
          </p:cNvPr>
          <p:cNvSpPr>
            <a:spLocks noGrp="1"/>
          </p:cNvSpPr>
          <p:nvPr/>
        </p:nvSpPr>
        <p:spPr>
          <a:xfrm>
            <a:off x="30409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01_find_only_425">
            <a:extLst>
              <a:ext uri="{FF2B5EF4-FFF2-40B4-BE49-F238E27FC236}">
                <a16:creationId xmlns:a16="http://schemas.microsoft.com/office/drawing/2014/main" id="{6321E915-FBCB-49EF-BF91-A79CE93CF717}"/>
              </a:ext>
            </a:extLst>
          </p:cNvPr>
          <p:cNvSpPr>
            <a:spLocks noGrp="1"/>
          </p:cNvSpPr>
          <p:nvPr/>
        </p:nvSpPr>
        <p:spPr>
          <a:xfrm>
            <a:off x="3011789" y="309289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01_find_only_426">
            <a:extLst>
              <a:ext uri="{FF2B5EF4-FFF2-40B4-BE49-F238E27FC236}">
                <a16:creationId xmlns:a16="http://schemas.microsoft.com/office/drawing/2014/main" id="{AF56314A-1983-4685-9071-4955BAF5FA7A}"/>
              </a:ext>
            </a:extLst>
          </p:cNvPr>
          <p:cNvSpPr>
            <a:spLocks noGrp="1"/>
          </p:cNvSpPr>
          <p:nvPr/>
        </p:nvSpPr>
        <p:spPr>
          <a:xfrm>
            <a:off x="30795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01_find_only_427">
            <a:extLst>
              <a:ext uri="{FF2B5EF4-FFF2-40B4-BE49-F238E27FC236}">
                <a16:creationId xmlns:a16="http://schemas.microsoft.com/office/drawing/2014/main" id="{22C64427-5E8E-4FAA-9483-89F389676340}"/>
              </a:ext>
            </a:extLst>
          </p:cNvPr>
          <p:cNvSpPr>
            <a:spLocks noGrp="1"/>
          </p:cNvSpPr>
          <p:nvPr/>
        </p:nvSpPr>
        <p:spPr>
          <a:xfrm>
            <a:off x="302636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01_find_only_428">
            <a:extLst>
              <a:ext uri="{FF2B5EF4-FFF2-40B4-BE49-F238E27FC236}">
                <a16:creationId xmlns:a16="http://schemas.microsoft.com/office/drawing/2014/main" id="{8108DB3A-FDD7-4C50-8B22-0E9D06419BC9}"/>
              </a:ext>
            </a:extLst>
          </p:cNvPr>
          <p:cNvSpPr>
            <a:spLocks noGrp="1"/>
          </p:cNvSpPr>
          <p:nvPr/>
        </p:nvSpPr>
        <p:spPr>
          <a:xfrm>
            <a:off x="30357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01_find_only_429">
            <a:extLst>
              <a:ext uri="{FF2B5EF4-FFF2-40B4-BE49-F238E27FC236}">
                <a16:creationId xmlns:a16="http://schemas.microsoft.com/office/drawing/2014/main" id="{3E24BB00-5092-4B17-A91F-24E0A13AD74B}"/>
              </a:ext>
            </a:extLst>
          </p:cNvPr>
          <p:cNvSpPr>
            <a:spLocks noGrp="1"/>
          </p:cNvSpPr>
          <p:nvPr/>
        </p:nvSpPr>
        <p:spPr>
          <a:xfrm>
            <a:off x="30888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01_find_only_430">
            <a:extLst>
              <a:ext uri="{FF2B5EF4-FFF2-40B4-BE49-F238E27FC236}">
                <a16:creationId xmlns:a16="http://schemas.microsoft.com/office/drawing/2014/main" id="{2232E1BA-1686-4889-8EDA-236C05ABB269}"/>
              </a:ext>
            </a:extLst>
          </p:cNvPr>
          <p:cNvSpPr>
            <a:spLocks noGrp="1"/>
          </p:cNvSpPr>
          <p:nvPr/>
        </p:nvSpPr>
        <p:spPr>
          <a:xfrm>
            <a:off x="30596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01_find_only_431">
            <a:extLst>
              <a:ext uri="{FF2B5EF4-FFF2-40B4-BE49-F238E27FC236}">
                <a16:creationId xmlns:a16="http://schemas.microsoft.com/office/drawing/2014/main" id="{5F12B768-3D1C-4726-A6D2-FA9308EE686C}"/>
              </a:ext>
            </a:extLst>
          </p:cNvPr>
          <p:cNvSpPr>
            <a:spLocks noGrp="1"/>
          </p:cNvSpPr>
          <p:nvPr/>
        </p:nvSpPr>
        <p:spPr>
          <a:xfrm>
            <a:off x="3085331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01_find_only_432">
            <a:extLst>
              <a:ext uri="{FF2B5EF4-FFF2-40B4-BE49-F238E27FC236}">
                <a16:creationId xmlns:a16="http://schemas.microsoft.com/office/drawing/2014/main" id="{E782A812-9598-4472-B983-BB3278044C99}"/>
              </a:ext>
            </a:extLst>
          </p:cNvPr>
          <p:cNvSpPr>
            <a:spLocks noGrp="1"/>
          </p:cNvSpPr>
          <p:nvPr/>
        </p:nvSpPr>
        <p:spPr>
          <a:xfrm>
            <a:off x="29994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01_find_only_433">
            <a:extLst>
              <a:ext uri="{FF2B5EF4-FFF2-40B4-BE49-F238E27FC236}">
                <a16:creationId xmlns:a16="http://schemas.microsoft.com/office/drawing/2014/main" id="{11F3DB5E-D99D-4143-8D60-C8EAD539F938}"/>
              </a:ext>
            </a:extLst>
          </p:cNvPr>
          <p:cNvSpPr>
            <a:spLocks noGrp="1"/>
          </p:cNvSpPr>
          <p:nvPr/>
        </p:nvSpPr>
        <p:spPr>
          <a:xfrm>
            <a:off x="30781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01_find_only_434">
            <a:extLst>
              <a:ext uri="{FF2B5EF4-FFF2-40B4-BE49-F238E27FC236}">
                <a16:creationId xmlns:a16="http://schemas.microsoft.com/office/drawing/2014/main" id="{FD553E94-86AB-4393-9752-5167306343D0}"/>
              </a:ext>
            </a:extLst>
          </p:cNvPr>
          <p:cNvSpPr>
            <a:spLocks noGrp="1"/>
          </p:cNvSpPr>
          <p:nvPr/>
        </p:nvSpPr>
        <p:spPr>
          <a:xfrm>
            <a:off x="306531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01_find_only_435">
            <a:extLst>
              <a:ext uri="{FF2B5EF4-FFF2-40B4-BE49-F238E27FC236}">
                <a16:creationId xmlns:a16="http://schemas.microsoft.com/office/drawing/2014/main" id="{69213D3C-089A-45DE-8057-ED17D31E0898}"/>
              </a:ext>
            </a:extLst>
          </p:cNvPr>
          <p:cNvSpPr>
            <a:spLocks noGrp="1"/>
          </p:cNvSpPr>
          <p:nvPr/>
        </p:nvSpPr>
        <p:spPr>
          <a:xfrm>
            <a:off x="30318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01_find_only_436">
            <a:extLst>
              <a:ext uri="{FF2B5EF4-FFF2-40B4-BE49-F238E27FC236}">
                <a16:creationId xmlns:a16="http://schemas.microsoft.com/office/drawing/2014/main" id="{9115F582-E4C5-4062-BFDB-B98BBA611183}"/>
              </a:ext>
            </a:extLst>
          </p:cNvPr>
          <p:cNvSpPr>
            <a:spLocks noGrp="1"/>
          </p:cNvSpPr>
          <p:nvPr/>
        </p:nvSpPr>
        <p:spPr>
          <a:xfrm>
            <a:off x="3069108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01_find_only_437">
            <a:extLst>
              <a:ext uri="{FF2B5EF4-FFF2-40B4-BE49-F238E27FC236}">
                <a16:creationId xmlns:a16="http://schemas.microsoft.com/office/drawing/2014/main" id="{C1949342-2F30-4BC6-AA31-3750E6F8309A}"/>
              </a:ext>
            </a:extLst>
          </p:cNvPr>
          <p:cNvSpPr>
            <a:spLocks noGrp="1"/>
          </p:cNvSpPr>
          <p:nvPr/>
        </p:nvSpPr>
        <p:spPr>
          <a:xfrm>
            <a:off x="308931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01_find_only_438">
            <a:extLst>
              <a:ext uri="{FF2B5EF4-FFF2-40B4-BE49-F238E27FC236}">
                <a16:creationId xmlns:a16="http://schemas.microsoft.com/office/drawing/2014/main" id="{CC3BDBC8-38F3-4BFA-9E02-3E886EADB4A2}"/>
              </a:ext>
            </a:extLst>
          </p:cNvPr>
          <p:cNvSpPr>
            <a:spLocks noGrp="1"/>
          </p:cNvSpPr>
          <p:nvPr/>
        </p:nvSpPr>
        <p:spPr>
          <a:xfrm>
            <a:off x="305890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01_find_only_439">
            <a:extLst>
              <a:ext uri="{FF2B5EF4-FFF2-40B4-BE49-F238E27FC236}">
                <a16:creationId xmlns:a16="http://schemas.microsoft.com/office/drawing/2014/main" id="{36955E5F-91A1-44FF-83B9-8818C0B84033}"/>
              </a:ext>
            </a:extLst>
          </p:cNvPr>
          <p:cNvSpPr>
            <a:spLocks noGrp="1"/>
          </p:cNvSpPr>
          <p:nvPr/>
        </p:nvSpPr>
        <p:spPr>
          <a:xfrm>
            <a:off x="30663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01_find_only_440">
            <a:extLst>
              <a:ext uri="{FF2B5EF4-FFF2-40B4-BE49-F238E27FC236}">
                <a16:creationId xmlns:a16="http://schemas.microsoft.com/office/drawing/2014/main" id="{365A90F7-D9DE-4302-BDF5-503C6D4D2CD9}"/>
              </a:ext>
            </a:extLst>
          </p:cNvPr>
          <p:cNvSpPr>
            <a:spLocks noGrp="1"/>
          </p:cNvSpPr>
          <p:nvPr/>
        </p:nvSpPr>
        <p:spPr>
          <a:xfrm>
            <a:off x="3065513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01_find_only_441">
            <a:extLst>
              <a:ext uri="{FF2B5EF4-FFF2-40B4-BE49-F238E27FC236}">
                <a16:creationId xmlns:a16="http://schemas.microsoft.com/office/drawing/2014/main" id="{125E1F69-F057-48F1-901E-C9E3A3190397}"/>
              </a:ext>
            </a:extLst>
          </p:cNvPr>
          <p:cNvSpPr>
            <a:spLocks noGrp="1"/>
          </p:cNvSpPr>
          <p:nvPr/>
        </p:nvSpPr>
        <p:spPr>
          <a:xfrm>
            <a:off x="30499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01_find_only_442">
            <a:extLst>
              <a:ext uri="{FF2B5EF4-FFF2-40B4-BE49-F238E27FC236}">
                <a16:creationId xmlns:a16="http://schemas.microsoft.com/office/drawing/2014/main" id="{6B2CA372-5779-471D-B309-3852735BB765}"/>
              </a:ext>
            </a:extLst>
          </p:cNvPr>
          <p:cNvSpPr>
            <a:spLocks noGrp="1"/>
          </p:cNvSpPr>
          <p:nvPr/>
        </p:nvSpPr>
        <p:spPr>
          <a:xfrm>
            <a:off x="3022863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01_find_only_443">
            <a:extLst>
              <a:ext uri="{FF2B5EF4-FFF2-40B4-BE49-F238E27FC236}">
                <a16:creationId xmlns:a16="http://schemas.microsoft.com/office/drawing/2014/main" id="{790CC7AF-ECD6-4193-A33D-9A83509D1AA0}"/>
              </a:ext>
            </a:extLst>
          </p:cNvPr>
          <p:cNvSpPr>
            <a:spLocks noGrp="1"/>
          </p:cNvSpPr>
          <p:nvPr/>
        </p:nvSpPr>
        <p:spPr>
          <a:xfrm>
            <a:off x="308251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01_find_only_444">
            <a:extLst>
              <a:ext uri="{FF2B5EF4-FFF2-40B4-BE49-F238E27FC236}">
                <a16:creationId xmlns:a16="http://schemas.microsoft.com/office/drawing/2014/main" id="{FC62771E-8775-414C-B400-39200CC8D4D5}"/>
              </a:ext>
            </a:extLst>
          </p:cNvPr>
          <p:cNvSpPr>
            <a:spLocks noGrp="1"/>
          </p:cNvSpPr>
          <p:nvPr/>
        </p:nvSpPr>
        <p:spPr>
          <a:xfrm>
            <a:off x="301256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01_find_only_445">
            <a:extLst>
              <a:ext uri="{FF2B5EF4-FFF2-40B4-BE49-F238E27FC236}">
                <a16:creationId xmlns:a16="http://schemas.microsoft.com/office/drawing/2014/main" id="{B3151BF3-F2A9-4CDB-94A4-A0957331A6C9}"/>
              </a:ext>
            </a:extLst>
          </p:cNvPr>
          <p:cNvSpPr>
            <a:spLocks noGrp="1"/>
          </p:cNvSpPr>
          <p:nvPr/>
        </p:nvSpPr>
        <p:spPr>
          <a:xfrm>
            <a:off x="30117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01_find_only_446">
            <a:extLst>
              <a:ext uri="{FF2B5EF4-FFF2-40B4-BE49-F238E27FC236}">
                <a16:creationId xmlns:a16="http://schemas.microsoft.com/office/drawing/2014/main" id="{AFB0EC9E-5F8F-421D-9449-7D3264DAEA66}"/>
              </a:ext>
            </a:extLst>
          </p:cNvPr>
          <p:cNvSpPr>
            <a:spLocks noGrp="1"/>
          </p:cNvSpPr>
          <p:nvPr/>
        </p:nvSpPr>
        <p:spPr>
          <a:xfrm>
            <a:off x="301616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01_find_only_447">
            <a:extLst>
              <a:ext uri="{FF2B5EF4-FFF2-40B4-BE49-F238E27FC236}">
                <a16:creationId xmlns:a16="http://schemas.microsoft.com/office/drawing/2014/main" id="{783B73A3-FB86-4AAB-8ADC-C818FBA61A28}"/>
              </a:ext>
            </a:extLst>
          </p:cNvPr>
          <p:cNvSpPr>
            <a:spLocks noGrp="1"/>
          </p:cNvSpPr>
          <p:nvPr/>
        </p:nvSpPr>
        <p:spPr>
          <a:xfrm>
            <a:off x="308387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01_find_only_448">
            <a:extLst>
              <a:ext uri="{FF2B5EF4-FFF2-40B4-BE49-F238E27FC236}">
                <a16:creationId xmlns:a16="http://schemas.microsoft.com/office/drawing/2014/main" id="{DB6B5618-B2FA-4E03-A66D-8FE040F907C4}"/>
              </a:ext>
            </a:extLst>
          </p:cNvPr>
          <p:cNvSpPr>
            <a:spLocks noGrp="1"/>
          </p:cNvSpPr>
          <p:nvPr/>
        </p:nvSpPr>
        <p:spPr>
          <a:xfrm>
            <a:off x="3073576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01_find_only_449">
            <a:extLst>
              <a:ext uri="{FF2B5EF4-FFF2-40B4-BE49-F238E27FC236}">
                <a16:creationId xmlns:a16="http://schemas.microsoft.com/office/drawing/2014/main" id="{035BCC33-F82C-48C7-9969-ABEBF776982E}"/>
              </a:ext>
            </a:extLst>
          </p:cNvPr>
          <p:cNvSpPr>
            <a:spLocks noGrp="1"/>
          </p:cNvSpPr>
          <p:nvPr/>
        </p:nvSpPr>
        <p:spPr>
          <a:xfrm>
            <a:off x="30777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01_find_only_450">
            <a:extLst>
              <a:ext uri="{FF2B5EF4-FFF2-40B4-BE49-F238E27FC236}">
                <a16:creationId xmlns:a16="http://schemas.microsoft.com/office/drawing/2014/main" id="{4648E507-CB76-4DB4-B346-FDD6094DF6DE}"/>
              </a:ext>
            </a:extLst>
          </p:cNvPr>
          <p:cNvSpPr>
            <a:spLocks noGrp="1"/>
          </p:cNvSpPr>
          <p:nvPr/>
        </p:nvSpPr>
        <p:spPr>
          <a:xfrm>
            <a:off x="30657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01_find_only_451">
            <a:extLst>
              <a:ext uri="{FF2B5EF4-FFF2-40B4-BE49-F238E27FC236}">
                <a16:creationId xmlns:a16="http://schemas.microsoft.com/office/drawing/2014/main" id="{21A06D36-73A0-4D40-B41B-A78CF36A9DD6}"/>
              </a:ext>
            </a:extLst>
          </p:cNvPr>
          <p:cNvSpPr>
            <a:spLocks noGrp="1"/>
          </p:cNvSpPr>
          <p:nvPr/>
        </p:nvSpPr>
        <p:spPr>
          <a:xfrm>
            <a:off x="30731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01_find_only_452">
            <a:extLst>
              <a:ext uri="{FF2B5EF4-FFF2-40B4-BE49-F238E27FC236}">
                <a16:creationId xmlns:a16="http://schemas.microsoft.com/office/drawing/2014/main" id="{74E7F3CE-0A30-445A-9035-E0EA5A28E007}"/>
              </a:ext>
            </a:extLst>
          </p:cNvPr>
          <p:cNvSpPr>
            <a:spLocks noGrp="1"/>
          </p:cNvSpPr>
          <p:nvPr/>
        </p:nvSpPr>
        <p:spPr>
          <a:xfrm>
            <a:off x="30815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01_find_only_453">
            <a:extLst>
              <a:ext uri="{FF2B5EF4-FFF2-40B4-BE49-F238E27FC236}">
                <a16:creationId xmlns:a16="http://schemas.microsoft.com/office/drawing/2014/main" id="{C7E59709-B6C5-4245-B1F2-1B573D34DE72}"/>
              </a:ext>
            </a:extLst>
          </p:cNvPr>
          <p:cNvSpPr>
            <a:spLocks noGrp="1"/>
          </p:cNvSpPr>
          <p:nvPr/>
        </p:nvSpPr>
        <p:spPr>
          <a:xfrm>
            <a:off x="301023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01_find_only_454">
            <a:extLst>
              <a:ext uri="{FF2B5EF4-FFF2-40B4-BE49-F238E27FC236}">
                <a16:creationId xmlns:a16="http://schemas.microsoft.com/office/drawing/2014/main" id="{45648904-105E-4905-9ABA-F74FC3220491}"/>
              </a:ext>
            </a:extLst>
          </p:cNvPr>
          <p:cNvSpPr>
            <a:spLocks noGrp="1"/>
          </p:cNvSpPr>
          <p:nvPr/>
        </p:nvSpPr>
        <p:spPr>
          <a:xfrm>
            <a:off x="30179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01_find_only_455">
            <a:extLst>
              <a:ext uri="{FF2B5EF4-FFF2-40B4-BE49-F238E27FC236}">
                <a16:creationId xmlns:a16="http://schemas.microsoft.com/office/drawing/2014/main" id="{C444E411-3CE1-4AF4-A5F5-F7DF2AF2A5F7}"/>
              </a:ext>
            </a:extLst>
          </p:cNvPr>
          <p:cNvSpPr>
            <a:spLocks noGrp="1"/>
          </p:cNvSpPr>
          <p:nvPr/>
        </p:nvSpPr>
        <p:spPr>
          <a:xfrm>
            <a:off x="30640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01_find_only_456">
            <a:extLst>
              <a:ext uri="{FF2B5EF4-FFF2-40B4-BE49-F238E27FC236}">
                <a16:creationId xmlns:a16="http://schemas.microsoft.com/office/drawing/2014/main" id="{D704297D-2ABB-4004-A55B-FB65A3950BD6}"/>
              </a:ext>
            </a:extLst>
          </p:cNvPr>
          <p:cNvSpPr>
            <a:spLocks noGrp="1"/>
          </p:cNvSpPr>
          <p:nvPr/>
        </p:nvSpPr>
        <p:spPr>
          <a:xfrm>
            <a:off x="30151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01_find_only_457">
            <a:extLst>
              <a:ext uri="{FF2B5EF4-FFF2-40B4-BE49-F238E27FC236}">
                <a16:creationId xmlns:a16="http://schemas.microsoft.com/office/drawing/2014/main" id="{38018432-6C77-4734-B898-F5DF26379B65}"/>
              </a:ext>
            </a:extLst>
          </p:cNvPr>
          <p:cNvSpPr>
            <a:spLocks noGrp="1"/>
          </p:cNvSpPr>
          <p:nvPr/>
        </p:nvSpPr>
        <p:spPr>
          <a:xfrm>
            <a:off x="3024612" y="318915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01_find_only_458">
            <a:extLst>
              <a:ext uri="{FF2B5EF4-FFF2-40B4-BE49-F238E27FC236}">
                <a16:creationId xmlns:a16="http://schemas.microsoft.com/office/drawing/2014/main" id="{DC64F746-414D-44BF-8081-5571D7B4A6DE}"/>
              </a:ext>
            </a:extLst>
          </p:cNvPr>
          <p:cNvSpPr>
            <a:spLocks noGrp="1"/>
          </p:cNvSpPr>
          <p:nvPr/>
        </p:nvSpPr>
        <p:spPr>
          <a:xfrm>
            <a:off x="30086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01_find_only_459">
            <a:extLst>
              <a:ext uri="{FF2B5EF4-FFF2-40B4-BE49-F238E27FC236}">
                <a16:creationId xmlns:a16="http://schemas.microsoft.com/office/drawing/2014/main" id="{B31C57EA-1FF0-4E03-83E5-DC96253F2EA2}"/>
              </a:ext>
            </a:extLst>
          </p:cNvPr>
          <p:cNvSpPr>
            <a:spLocks noGrp="1"/>
          </p:cNvSpPr>
          <p:nvPr/>
        </p:nvSpPr>
        <p:spPr>
          <a:xfrm>
            <a:off x="30189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01_find_only_460">
            <a:extLst>
              <a:ext uri="{FF2B5EF4-FFF2-40B4-BE49-F238E27FC236}">
                <a16:creationId xmlns:a16="http://schemas.microsoft.com/office/drawing/2014/main" id="{9DFAA277-B9C1-4397-9F47-694A8A6265EC}"/>
              </a:ext>
            </a:extLst>
          </p:cNvPr>
          <p:cNvSpPr>
            <a:spLocks noGrp="1"/>
          </p:cNvSpPr>
          <p:nvPr/>
        </p:nvSpPr>
        <p:spPr>
          <a:xfrm>
            <a:off x="3022767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01_find_only_461">
            <a:extLst>
              <a:ext uri="{FF2B5EF4-FFF2-40B4-BE49-F238E27FC236}">
                <a16:creationId xmlns:a16="http://schemas.microsoft.com/office/drawing/2014/main" id="{6EE84F2E-A584-422C-BC33-630AE1948CD9}"/>
              </a:ext>
            </a:extLst>
          </p:cNvPr>
          <p:cNvSpPr>
            <a:spLocks noGrp="1"/>
          </p:cNvSpPr>
          <p:nvPr/>
        </p:nvSpPr>
        <p:spPr>
          <a:xfrm>
            <a:off x="308309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01_find_only_462">
            <a:extLst>
              <a:ext uri="{FF2B5EF4-FFF2-40B4-BE49-F238E27FC236}">
                <a16:creationId xmlns:a16="http://schemas.microsoft.com/office/drawing/2014/main" id="{E56D4225-93AA-4610-B74A-24825238CB55}"/>
              </a:ext>
            </a:extLst>
          </p:cNvPr>
          <p:cNvSpPr>
            <a:spLocks noGrp="1"/>
          </p:cNvSpPr>
          <p:nvPr/>
        </p:nvSpPr>
        <p:spPr>
          <a:xfrm>
            <a:off x="30419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01_find_only_463">
            <a:extLst>
              <a:ext uri="{FF2B5EF4-FFF2-40B4-BE49-F238E27FC236}">
                <a16:creationId xmlns:a16="http://schemas.microsoft.com/office/drawing/2014/main" id="{A2584FD5-3682-4159-8485-A63FAF39295A}"/>
              </a:ext>
            </a:extLst>
          </p:cNvPr>
          <p:cNvSpPr>
            <a:spLocks noGrp="1"/>
          </p:cNvSpPr>
          <p:nvPr/>
        </p:nvSpPr>
        <p:spPr>
          <a:xfrm>
            <a:off x="3010234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01_find_only_464">
            <a:extLst>
              <a:ext uri="{FF2B5EF4-FFF2-40B4-BE49-F238E27FC236}">
                <a16:creationId xmlns:a16="http://schemas.microsoft.com/office/drawing/2014/main" id="{3EE4CA57-7667-4714-9D9F-1905432733F7}"/>
              </a:ext>
            </a:extLst>
          </p:cNvPr>
          <p:cNvSpPr>
            <a:spLocks noGrp="1"/>
          </p:cNvSpPr>
          <p:nvPr/>
        </p:nvSpPr>
        <p:spPr>
          <a:xfrm>
            <a:off x="302432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01_find_only_465">
            <a:extLst>
              <a:ext uri="{FF2B5EF4-FFF2-40B4-BE49-F238E27FC236}">
                <a16:creationId xmlns:a16="http://schemas.microsoft.com/office/drawing/2014/main" id="{B1928282-4E44-4233-98EE-56ACAAC30F56}"/>
              </a:ext>
            </a:extLst>
          </p:cNvPr>
          <p:cNvSpPr>
            <a:spLocks noGrp="1"/>
          </p:cNvSpPr>
          <p:nvPr/>
        </p:nvSpPr>
        <p:spPr>
          <a:xfrm>
            <a:off x="3078046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01_find_only_466">
            <a:extLst>
              <a:ext uri="{FF2B5EF4-FFF2-40B4-BE49-F238E27FC236}">
                <a16:creationId xmlns:a16="http://schemas.microsoft.com/office/drawing/2014/main" id="{3613D5A2-8935-40C0-9C0D-0C0F7332035F}"/>
              </a:ext>
            </a:extLst>
          </p:cNvPr>
          <p:cNvSpPr>
            <a:spLocks noGrp="1"/>
          </p:cNvSpPr>
          <p:nvPr/>
        </p:nvSpPr>
        <p:spPr>
          <a:xfrm>
            <a:off x="305968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01_find_only_467">
            <a:extLst>
              <a:ext uri="{FF2B5EF4-FFF2-40B4-BE49-F238E27FC236}">
                <a16:creationId xmlns:a16="http://schemas.microsoft.com/office/drawing/2014/main" id="{328ECB98-0DE5-4B4F-87F8-F9D9C0BDB999}"/>
              </a:ext>
            </a:extLst>
          </p:cNvPr>
          <p:cNvSpPr>
            <a:spLocks noGrp="1"/>
          </p:cNvSpPr>
          <p:nvPr/>
        </p:nvSpPr>
        <p:spPr>
          <a:xfrm>
            <a:off x="3077657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01_find_only_468">
            <a:extLst>
              <a:ext uri="{FF2B5EF4-FFF2-40B4-BE49-F238E27FC236}">
                <a16:creationId xmlns:a16="http://schemas.microsoft.com/office/drawing/2014/main" id="{4A5C2440-524D-4681-A94A-4BEDB16F57D6}"/>
              </a:ext>
            </a:extLst>
          </p:cNvPr>
          <p:cNvSpPr>
            <a:spLocks noGrp="1"/>
          </p:cNvSpPr>
          <p:nvPr/>
        </p:nvSpPr>
        <p:spPr>
          <a:xfrm>
            <a:off x="3016160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01_find_only_469">
            <a:extLst>
              <a:ext uri="{FF2B5EF4-FFF2-40B4-BE49-F238E27FC236}">
                <a16:creationId xmlns:a16="http://schemas.microsoft.com/office/drawing/2014/main" id="{333986D1-123D-4706-BECD-56D2BBEDB674}"/>
              </a:ext>
            </a:extLst>
          </p:cNvPr>
          <p:cNvSpPr>
            <a:spLocks noGrp="1"/>
          </p:cNvSpPr>
          <p:nvPr/>
        </p:nvSpPr>
        <p:spPr>
          <a:xfrm>
            <a:off x="3034425" y="322013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01_find_only_470">
            <a:extLst>
              <a:ext uri="{FF2B5EF4-FFF2-40B4-BE49-F238E27FC236}">
                <a16:creationId xmlns:a16="http://schemas.microsoft.com/office/drawing/2014/main" id="{37F89752-62FC-4E46-B9F4-A4F1FD917145}"/>
              </a:ext>
            </a:extLst>
          </p:cNvPr>
          <p:cNvSpPr>
            <a:spLocks noGrp="1"/>
          </p:cNvSpPr>
          <p:nvPr/>
        </p:nvSpPr>
        <p:spPr>
          <a:xfrm>
            <a:off x="3078337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01_find_only_471">
            <a:extLst>
              <a:ext uri="{FF2B5EF4-FFF2-40B4-BE49-F238E27FC236}">
                <a16:creationId xmlns:a16="http://schemas.microsoft.com/office/drawing/2014/main" id="{426FA80B-B44A-4EE7-875D-0C5081480221}"/>
              </a:ext>
            </a:extLst>
          </p:cNvPr>
          <p:cNvSpPr>
            <a:spLocks noGrp="1"/>
          </p:cNvSpPr>
          <p:nvPr/>
        </p:nvSpPr>
        <p:spPr>
          <a:xfrm>
            <a:off x="30784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01_find_only_472">
            <a:extLst>
              <a:ext uri="{FF2B5EF4-FFF2-40B4-BE49-F238E27FC236}">
                <a16:creationId xmlns:a16="http://schemas.microsoft.com/office/drawing/2014/main" id="{80F28C63-DD40-4BF4-BBE2-A99F2C182A48}"/>
              </a:ext>
            </a:extLst>
          </p:cNvPr>
          <p:cNvSpPr>
            <a:spLocks noGrp="1"/>
          </p:cNvSpPr>
          <p:nvPr/>
        </p:nvSpPr>
        <p:spPr>
          <a:xfrm>
            <a:off x="30724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01_find_only_473">
            <a:extLst>
              <a:ext uri="{FF2B5EF4-FFF2-40B4-BE49-F238E27FC236}">
                <a16:creationId xmlns:a16="http://schemas.microsoft.com/office/drawing/2014/main" id="{53568E27-0CD7-420A-A81B-E6FD652C888E}"/>
              </a:ext>
            </a:extLst>
          </p:cNvPr>
          <p:cNvSpPr>
            <a:spLocks noGrp="1"/>
          </p:cNvSpPr>
          <p:nvPr/>
        </p:nvSpPr>
        <p:spPr>
          <a:xfrm>
            <a:off x="308096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01_find_only_474">
            <a:extLst>
              <a:ext uri="{FF2B5EF4-FFF2-40B4-BE49-F238E27FC236}">
                <a16:creationId xmlns:a16="http://schemas.microsoft.com/office/drawing/2014/main" id="{6B1A46A4-E089-4F22-88EA-7852C7EFD042}"/>
              </a:ext>
            </a:extLst>
          </p:cNvPr>
          <p:cNvSpPr>
            <a:spLocks noGrp="1"/>
          </p:cNvSpPr>
          <p:nvPr/>
        </p:nvSpPr>
        <p:spPr>
          <a:xfrm>
            <a:off x="3025098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01_find_only_475">
            <a:extLst>
              <a:ext uri="{FF2B5EF4-FFF2-40B4-BE49-F238E27FC236}">
                <a16:creationId xmlns:a16="http://schemas.microsoft.com/office/drawing/2014/main" id="{C6AD498D-D082-477E-AE6C-07C13E95DD30}"/>
              </a:ext>
            </a:extLst>
          </p:cNvPr>
          <p:cNvSpPr>
            <a:spLocks noGrp="1"/>
          </p:cNvSpPr>
          <p:nvPr/>
        </p:nvSpPr>
        <p:spPr>
          <a:xfrm>
            <a:off x="30104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01_find_only_476">
            <a:extLst>
              <a:ext uri="{FF2B5EF4-FFF2-40B4-BE49-F238E27FC236}">
                <a16:creationId xmlns:a16="http://schemas.microsoft.com/office/drawing/2014/main" id="{3F8FEC9F-62B2-44D2-9CD7-B79CF8314EA1}"/>
              </a:ext>
            </a:extLst>
          </p:cNvPr>
          <p:cNvSpPr>
            <a:spLocks noGrp="1"/>
          </p:cNvSpPr>
          <p:nvPr/>
        </p:nvSpPr>
        <p:spPr>
          <a:xfrm>
            <a:off x="306697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01_find_only_477">
            <a:extLst>
              <a:ext uri="{FF2B5EF4-FFF2-40B4-BE49-F238E27FC236}">
                <a16:creationId xmlns:a16="http://schemas.microsoft.com/office/drawing/2014/main" id="{8F1A30B1-8C8F-4151-9F0F-9B2093C64056}"/>
              </a:ext>
            </a:extLst>
          </p:cNvPr>
          <p:cNvSpPr>
            <a:spLocks noGrp="1"/>
          </p:cNvSpPr>
          <p:nvPr/>
        </p:nvSpPr>
        <p:spPr>
          <a:xfrm>
            <a:off x="300586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01_find_only_478">
            <a:extLst>
              <a:ext uri="{FF2B5EF4-FFF2-40B4-BE49-F238E27FC236}">
                <a16:creationId xmlns:a16="http://schemas.microsoft.com/office/drawing/2014/main" id="{09CE5494-9525-4488-A1FD-2E485AFC3137}"/>
              </a:ext>
            </a:extLst>
          </p:cNvPr>
          <p:cNvSpPr>
            <a:spLocks noGrp="1"/>
          </p:cNvSpPr>
          <p:nvPr/>
        </p:nvSpPr>
        <p:spPr>
          <a:xfrm>
            <a:off x="30119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01_find_only_479">
            <a:extLst>
              <a:ext uri="{FF2B5EF4-FFF2-40B4-BE49-F238E27FC236}">
                <a16:creationId xmlns:a16="http://schemas.microsoft.com/office/drawing/2014/main" id="{5FF9633B-0DD9-47DF-B62C-7596D94372A4}"/>
              </a:ext>
            </a:extLst>
          </p:cNvPr>
          <p:cNvSpPr>
            <a:spLocks noGrp="1"/>
          </p:cNvSpPr>
          <p:nvPr/>
        </p:nvSpPr>
        <p:spPr>
          <a:xfrm>
            <a:off x="3069399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01_find_only_480">
            <a:extLst>
              <a:ext uri="{FF2B5EF4-FFF2-40B4-BE49-F238E27FC236}">
                <a16:creationId xmlns:a16="http://schemas.microsoft.com/office/drawing/2014/main" id="{DD502A3F-EA9C-4BE3-93B8-BDDD1EE4D443}"/>
              </a:ext>
            </a:extLst>
          </p:cNvPr>
          <p:cNvSpPr>
            <a:spLocks noGrp="1"/>
          </p:cNvSpPr>
          <p:nvPr/>
        </p:nvSpPr>
        <p:spPr>
          <a:xfrm>
            <a:off x="30067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01_find_only_481">
            <a:extLst>
              <a:ext uri="{FF2B5EF4-FFF2-40B4-BE49-F238E27FC236}">
                <a16:creationId xmlns:a16="http://schemas.microsoft.com/office/drawing/2014/main" id="{670DB1DB-551B-4DEC-B26D-6BBEB169C047}"/>
              </a:ext>
            </a:extLst>
          </p:cNvPr>
          <p:cNvSpPr>
            <a:spLocks noGrp="1"/>
          </p:cNvSpPr>
          <p:nvPr/>
        </p:nvSpPr>
        <p:spPr>
          <a:xfrm>
            <a:off x="3088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01_find_only_482">
            <a:extLst>
              <a:ext uri="{FF2B5EF4-FFF2-40B4-BE49-F238E27FC236}">
                <a16:creationId xmlns:a16="http://schemas.microsoft.com/office/drawing/2014/main" id="{FE7D2800-05B1-4F67-A695-DC92986714F8}"/>
              </a:ext>
            </a:extLst>
          </p:cNvPr>
          <p:cNvSpPr>
            <a:spLocks noGrp="1"/>
          </p:cNvSpPr>
          <p:nvPr/>
        </p:nvSpPr>
        <p:spPr>
          <a:xfrm>
            <a:off x="30731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01_find_only_483">
            <a:extLst>
              <a:ext uri="{FF2B5EF4-FFF2-40B4-BE49-F238E27FC236}">
                <a16:creationId xmlns:a16="http://schemas.microsoft.com/office/drawing/2014/main" id="{396445E6-8A18-48CB-B78E-8EBC3913435A}"/>
              </a:ext>
            </a:extLst>
          </p:cNvPr>
          <p:cNvSpPr>
            <a:spLocks noGrp="1"/>
          </p:cNvSpPr>
          <p:nvPr/>
        </p:nvSpPr>
        <p:spPr>
          <a:xfrm>
            <a:off x="303802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01_find_only_484">
            <a:extLst>
              <a:ext uri="{FF2B5EF4-FFF2-40B4-BE49-F238E27FC236}">
                <a16:creationId xmlns:a16="http://schemas.microsoft.com/office/drawing/2014/main" id="{63911C5C-AAFA-4E9C-9548-8D3485E6E59E}"/>
              </a:ext>
            </a:extLst>
          </p:cNvPr>
          <p:cNvSpPr>
            <a:spLocks noGrp="1"/>
          </p:cNvSpPr>
          <p:nvPr/>
        </p:nvSpPr>
        <p:spPr>
          <a:xfrm>
            <a:off x="30216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01_find_only_485">
            <a:extLst>
              <a:ext uri="{FF2B5EF4-FFF2-40B4-BE49-F238E27FC236}">
                <a16:creationId xmlns:a16="http://schemas.microsoft.com/office/drawing/2014/main" id="{D9DE927A-C8F9-4004-9F9F-80A37E2C0A6E}"/>
              </a:ext>
            </a:extLst>
          </p:cNvPr>
          <p:cNvSpPr>
            <a:spLocks noGrp="1"/>
          </p:cNvSpPr>
          <p:nvPr/>
        </p:nvSpPr>
        <p:spPr>
          <a:xfrm>
            <a:off x="3086595" y="32000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01_find_only_486">
            <a:extLst>
              <a:ext uri="{FF2B5EF4-FFF2-40B4-BE49-F238E27FC236}">
                <a16:creationId xmlns:a16="http://schemas.microsoft.com/office/drawing/2014/main" id="{80EEAB57-5AAC-4B53-B766-20812B0CAD70}"/>
              </a:ext>
            </a:extLst>
          </p:cNvPr>
          <p:cNvSpPr>
            <a:spLocks noGrp="1"/>
          </p:cNvSpPr>
          <p:nvPr/>
        </p:nvSpPr>
        <p:spPr>
          <a:xfrm>
            <a:off x="3090773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01_find_only_487">
            <a:extLst>
              <a:ext uri="{FF2B5EF4-FFF2-40B4-BE49-F238E27FC236}">
                <a16:creationId xmlns:a16="http://schemas.microsoft.com/office/drawing/2014/main" id="{0717CA02-027D-4AA0-9387-96CA7C1E5DE0}"/>
              </a:ext>
            </a:extLst>
          </p:cNvPr>
          <p:cNvSpPr>
            <a:spLocks noGrp="1"/>
          </p:cNvSpPr>
          <p:nvPr/>
        </p:nvSpPr>
        <p:spPr>
          <a:xfrm>
            <a:off x="30555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01_find_only_488">
            <a:extLst>
              <a:ext uri="{FF2B5EF4-FFF2-40B4-BE49-F238E27FC236}">
                <a16:creationId xmlns:a16="http://schemas.microsoft.com/office/drawing/2014/main" id="{0B4071DD-7DB8-4225-8A93-81959BB1D990}"/>
              </a:ext>
            </a:extLst>
          </p:cNvPr>
          <p:cNvSpPr>
            <a:spLocks noGrp="1"/>
          </p:cNvSpPr>
          <p:nvPr/>
        </p:nvSpPr>
        <p:spPr>
          <a:xfrm>
            <a:off x="30776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01_find_only_489">
            <a:extLst>
              <a:ext uri="{FF2B5EF4-FFF2-40B4-BE49-F238E27FC236}">
                <a16:creationId xmlns:a16="http://schemas.microsoft.com/office/drawing/2014/main" id="{052524E3-ED64-40ED-95F5-560337AC1211}"/>
              </a:ext>
            </a:extLst>
          </p:cNvPr>
          <p:cNvSpPr>
            <a:spLocks noGrp="1"/>
          </p:cNvSpPr>
          <p:nvPr/>
        </p:nvSpPr>
        <p:spPr>
          <a:xfrm>
            <a:off x="30095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01_find_only_490">
            <a:extLst>
              <a:ext uri="{FF2B5EF4-FFF2-40B4-BE49-F238E27FC236}">
                <a16:creationId xmlns:a16="http://schemas.microsoft.com/office/drawing/2014/main" id="{7A7D9A14-B4E6-457B-8199-DFC8F3A7615E}"/>
              </a:ext>
            </a:extLst>
          </p:cNvPr>
          <p:cNvSpPr>
            <a:spLocks noGrp="1"/>
          </p:cNvSpPr>
          <p:nvPr/>
        </p:nvSpPr>
        <p:spPr>
          <a:xfrm>
            <a:off x="30369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01_find_only_491">
            <a:extLst>
              <a:ext uri="{FF2B5EF4-FFF2-40B4-BE49-F238E27FC236}">
                <a16:creationId xmlns:a16="http://schemas.microsoft.com/office/drawing/2014/main" id="{B394EA8B-60F9-494D-9469-7434125AA70F}"/>
              </a:ext>
            </a:extLst>
          </p:cNvPr>
          <p:cNvSpPr>
            <a:spLocks noGrp="1"/>
          </p:cNvSpPr>
          <p:nvPr/>
        </p:nvSpPr>
        <p:spPr>
          <a:xfrm>
            <a:off x="3071634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01_find_only_492">
            <a:extLst>
              <a:ext uri="{FF2B5EF4-FFF2-40B4-BE49-F238E27FC236}">
                <a16:creationId xmlns:a16="http://schemas.microsoft.com/office/drawing/2014/main" id="{2FCBFA3E-88C0-47F7-9AC0-A3C91F703194}"/>
              </a:ext>
            </a:extLst>
          </p:cNvPr>
          <p:cNvSpPr>
            <a:spLocks noGrp="1"/>
          </p:cNvSpPr>
          <p:nvPr/>
        </p:nvSpPr>
        <p:spPr>
          <a:xfrm>
            <a:off x="30036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01_find_only_493">
            <a:extLst>
              <a:ext uri="{FF2B5EF4-FFF2-40B4-BE49-F238E27FC236}">
                <a16:creationId xmlns:a16="http://schemas.microsoft.com/office/drawing/2014/main" id="{D026E91A-B319-44F8-BD0F-59287DBCC078}"/>
              </a:ext>
            </a:extLst>
          </p:cNvPr>
          <p:cNvSpPr>
            <a:spLocks noGrp="1"/>
          </p:cNvSpPr>
          <p:nvPr/>
        </p:nvSpPr>
        <p:spPr>
          <a:xfrm>
            <a:off x="30001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01_find_only_494">
            <a:extLst>
              <a:ext uri="{FF2B5EF4-FFF2-40B4-BE49-F238E27FC236}">
                <a16:creationId xmlns:a16="http://schemas.microsoft.com/office/drawing/2014/main" id="{D31CFFA8-2DBC-4F37-9E89-115DE00D7719}"/>
              </a:ext>
            </a:extLst>
          </p:cNvPr>
          <p:cNvSpPr>
            <a:spLocks noGrp="1"/>
          </p:cNvSpPr>
          <p:nvPr/>
        </p:nvSpPr>
        <p:spPr>
          <a:xfrm>
            <a:off x="30575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01_find_only_495">
            <a:extLst>
              <a:ext uri="{FF2B5EF4-FFF2-40B4-BE49-F238E27FC236}">
                <a16:creationId xmlns:a16="http://schemas.microsoft.com/office/drawing/2014/main" id="{234DD949-9FF0-4669-8748-96E91B8A4BB1}"/>
              </a:ext>
            </a:extLst>
          </p:cNvPr>
          <p:cNvSpPr>
            <a:spLocks noGrp="1"/>
          </p:cNvSpPr>
          <p:nvPr/>
        </p:nvSpPr>
        <p:spPr>
          <a:xfrm>
            <a:off x="30860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01_find_only_496">
            <a:extLst>
              <a:ext uri="{FF2B5EF4-FFF2-40B4-BE49-F238E27FC236}">
                <a16:creationId xmlns:a16="http://schemas.microsoft.com/office/drawing/2014/main" id="{D038E9D4-68CB-47CE-835C-35D9E88349CF}"/>
              </a:ext>
            </a:extLst>
          </p:cNvPr>
          <p:cNvSpPr>
            <a:spLocks noGrp="1"/>
          </p:cNvSpPr>
          <p:nvPr/>
        </p:nvSpPr>
        <p:spPr>
          <a:xfrm>
            <a:off x="29958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01_find_only_497">
            <a:extLst>
              <a:ext uri="{FF2B5EF4-FFF2-40B4-BE49-F238E27FC236}">
                <a16:creationId xmlns:a16="http://schemas.microsoft.com/office/drawing/2014/main" id="{3A740E67-F3A2-4ED5-9EBE-F35CBD58B78D}"/>
              </a:ext>
            </a:extLst>
          </p:cNvPr>
          <p:cNvSpPr>
            <a:spLocks noGrp="1"/>
          </p:cNvSpPr>
          <p:nvPr/>
        </p:nvSpPr>
        <p:spPr>
          <a:xfrm>
            <a:off x="303384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01_find_only_498">
            <a:extLst>
              <a:ext uri="{FF2B5EF4-FFF2-40B4-BE49-F238E27FC236}">
                <a16:creationId xmlns:a16="http://schemas.microsoft.com/office/drawing/2014/main" id="{E3A23A76-3633-47AE-BBCA-93DC77754FD3}"/>
              </a:ext>
            </a:extLst>
          </p:cNvPr>
          <p:cNvSpPr>
            <a:spLocks noGrp="1"/>
          </p:cNvSpPr>
          <p:nvPr/>
        </p:nvSpPr>
        <p:spPr>
          <a:xfrm>
            <a:off x="30650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01_find_only_499">
            <a:extLst>
              <a:ext uri="{FF2B5EF4-FFF2-40B4-BE49-F238E27FC236}">
                <a16:creationId xmlns:a16="http://schemas.microsoft.com/office/drawing/2014/main" id="{830AEB96-698D-4483-A2F2-7636ECDA1409}"/>
              </a:ext>
            </a:extLst>
          </p:cNvPr>
          <p:cNvSpPr>
            <a:spLocks noGrp="1"/>
          </p:cNvSpPr>
          <p:nvPr/>
        </p:nvSpPr>
        <p:spPr>
          <a:xfrm>
            <a:off x="30358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01_find_only_500">
            <a:extLst>
              <a:ext uri="{FF2B5EF4-FFF2-40B4-BE49-F238E27FC236}">
                <a16:creationId xmlns:a16="http://schemas.microsoft.com/office/drawing/2014/main" id="{A65B202D-8DE8-4558-A7FE-0C0B1BE51762}"/>
              </a:ext>
            </a:extLst>
          </p:cNvPr>
          <p:cNvSpPr>
            <a:spLocks noGrp="1"/>
          </p:cNvSpPr>
          <p:nvPr/>
        </p:nvSpPr>
        <p:spPr>
          <a:xfrm>
            <a:off x="3019464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01_find_only_501">
            <a:extLst>
              <a:ext uri="{FF2B5EF4-FFF2-40B4-BE49-F238E27FC236}">
                <a16:creationId xmlns:a16="http://schemas.microsoft.com/office/drawing/2014/main" id="{4DE2F9E3-7985-4CB7-B619-06182D0FAAE8}"/>
              </a:ext>
            </a:extLst>
          </p:cNvPr>
          <p:cNvSpPr>
            <a:spLocks noGrp="1"/>
          </p:cNvSpPr>
          <p:nvPr/>
        </p:nvSpPr>
        <p:spPr>
          <a:xfrm>
            <a:off x="305715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01_find_only_502">
            <a:extLst>
              <a:ext uri="{FF2B5EF4-FFF2-40B4-BE49-F238E27FC236}">
                <a16:creationId xmlns:a16="http://schemas.microsoft.com/office/drawing/2014/main" id="{BA528F24-DB67-4A49-B047-D3759ED3CAD7}"/>
              </a:ext>
            </a:extLst>
          </p:cNvPr>
          <p:cNvSpPr>
            <a:spLocks noGrp="1"/>
          </p:cNvSpPr>
          <p:nvPr/>
        </p:nvSpPr>
        <p:spPr>
          <a:xfrm>
            <a:off x="30540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01_find_only_503">
            <a:extLst>
              <a:ext uri="{FF2B5EF4-FFF2-40B4-BE49-F238E27FC236}">
                <a16:creationId xmlns:a16="http://schemas.microsoft.com/office/drawing/2014/main" id="{D15511CF-139C-4A32-B034-279D40EF5BFD}"/>
              </a:ext>
            </a:extLst>
          </p:cNvPr>
          <p:cNvSpPr>
            <a:spLocks noGrp="1"/>
          </p:cNvSpPr>
          <p:nvPr/>
        </p:nvSpPr>
        <p:spPr>
          <a:xfrm>
            <a:off x="304229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01_find_only_504">
            <a:extLst>
              <a:ext uri="{FF2B5EF4-FFF2-40B4-BE49-F238E27FC236}">
                <a16:creationId xmlns:a16="http://schemas.microsoft.com/office/drawing/2014/main" id="{0142AA35-190E-486A-9D54-D65030908DBC}"/>
              </a:ext>
            </a:extLst>
          </p:cNvPr>
          <p:cNvSpPr>
            <a:spLocks noGrp="1"/>
          </p:cNvSpPr>
          <p:nvPr/>
        </p:nvSpPr>
        <p:spPr>
          <a:xfrm>
            <a:off x="305171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01_find_only_505">
            <a:extLst>
              <a:ext uri="{FF2B5EF4-FFF2-40B4-BE49-F238E27FC236}">
                <a16:creationId xmlns:a16="http://schemas.microsoft.com/office/drawing/2014/main" id="{A12566F3-E1A0-45F9-BB95-4CDBDEC24B7E}"/>
              </a:ext>
            </a:extLst>
          </p:cNvPr>
          <p:cNvSpPr>
            <a:spLocks noGrp="1"/>
          </p:cNvSpPr>
          <p:nvPr/>
        </p:nvSpPr>
        <p:spPr>
          <a:xfrm>
            <a:off x="30238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01_find_only_506">
            <a:extLst>
              <a:ext uri="{FF2B5EF4-FFF2-40B4-BE49-F238E27FC236}">
                <a16:creationId xmlns:a16="http://schemas.microsoft.com/office/drawing/2014/main" id="{D8E4CD7A-FA38-457F-82A9-79DADE06157B}"/>
              </a:ext>
            </a:extLst>
          </p:cNvPr>
          <p:cNvSpPr>
            <a:spLocks noGrp="1"/>
          </p:cNvSpPr>
          <p:nvPr/>
        </p:nvSpPr>
        <p:spPr>
          <a:xfrm>
            <a:off x="304559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01_find_only_507">
            <a:extLst>
              <a:ext uri="{FF2B5EF4-FFF2-40B4-BE49-F238E27FC236}">
                <a16:creationId xmlns:a16="http://schemas.microsoft.com/office/drawing/2014/main" id="{54C7FC6C-84A1-4405-B6AE-B6997DD9AA37}"/>
              </a:ext>
            </a:extLst>
          </p:cNvPr>
          <p:cNvSpPr>
            <a:spLocks noGrp="1"/>
          </p:cNvSpPr>
          <p:nvPr/>
        </p:nvSpPr>
        <p:spPr>
          <a:xfrm>
            <a:off x="3024807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01_find_only_508">
            <a:extLst>
              <a:ext uri="{FF2B5EF4-FFF2-40B4-BE49-F238E27FC236}">
                <a16:creationId xmlns:a16="http://schemas.microsoft.com/office/drawing/2014/main" id="{6C181840-BE09-48FD-8305-2A14E2BA2452}"/>
              </a:ext>
            </a:extLst>
          </p:cNvPr>
          <p:cNvSpPr>
            <a:spLocks noGrp="1"/>
          </p:cNvSpPr>
          <p:nvPr/>
        </p:nvSpPr>
        <p:spPr>
          <a:xfrm>
            <a:off x="3033356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01_find_only_509">
            <a:extLst>
              <a:ext uri="{FF2B5EF4-FFF2-40B4-BE49-F238E27FC236}">
                <a16:creationId xmlns:a16="http://schemas.microsoft.com/office/drawing/2014/main" id="{3A2BA744-9A29-4D57-B4A3-3D0A686F27D1}"/>
              </a:ext>
            </a:extLst>
          </p:cNvPr>
          <p:cNvSpPr>
            <a:spLocks noGrp="1"/>
          </p:cNvSpPr>
          <p:nvPr/>
        </p:nvSpPr>
        <p:spPr>
          <a:xfrm>
            <a:off x="3075325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01_find_only_510">
            <a:extLst>
              <a:ext uri="{FF2B5EF4-FFF2-40B4-BE49-F238E27FC236}">
                <a16:creationId xmlns:a16="http://schemas.microsoft.com/office/drawing/2014/main" id="{87F64C40-93EB-42B4-A9C7-9FAF7D687A1B}"/>
              </a:ext>
            </a:extLst>
          </p:cNvPr>
          <p:cNvSpPr>
            <a:spLocks noGrp="1"/>
          </p:cNvSpPr>
          <p:nvPr/>
        </p:nvSpPr>
        <p:spPr>
          <a:xfrm>
            <a:off x="300654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01_find_only_511">
            <a:extLst>
              <a:ext uri="{FF2B5EF4-FFF2-40B4-BE49-F238E27FC236}">
                <a16:creationId xmlns:a16="http://schemas.microsoft.com/office/drawing/2014/main" id="{F8BEDF89-FAAB-4F62-BE5E-D2A9ED3D9469}"/>
              </a:ext>
            </a:extLst>
          </p:cNvPr>
          <p:cNvSpPr>
            <a:spLocks noGrp="1"/>
          </p:cNvSpPr>
          <p:nvPr/>
        </p:nvSpPr>
        <p:spPr>
          <a:xfrm>
            <a:off x="301101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01_find_only_512">
            <a:extLst>
              <a:ext uri="{FF2B5EF4-FFF2-40B4-BE49-F238E27FC236}">
                <a16:creationId xmlns:a16="http://schemas.microsoft.com/office/drawing/2014/main" id="{69AD8A8A-0E20-4C37-8CC4-D42F3A10BA63}"/>
              </a:ext>
            </a:extLst>
          </p:cNvPr>
          <p:cNvSpPr>
            <a:spLocks noGrp="1"/>
          </p:cNvSpPr>
          <p:nvPr/>
        </p:nvSpPr>
        <p:spPr>
          <a:xfrm>
            <a:off x="30514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01_find_only_513">
            <a:extLst>
              <a:ext uri="{FF2B5EF4-FFF2-40B4-BE49-F238E27FC236}">
                <a16:creationId xmlns:a16="http://schemas.microsoft.com/office/drawing/2014/main" id="{933FE0D2-C532-4844-9A06-B928F1E07862}"/>
              </a:ext>
            </a:extLst>
          </p:cNvPr>
          <p:cNvSpPr>
            <a:spLocks noGrp="1"/>
          </p:cNvSpPr>
          <p:nvPr/>
        </p:nvSpPr>
        <p:spPr>
          <a:xfrm>
            <a:off x="305055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01_find_only_514">
            <a:extLst>
              <a:ext uri="{FF2B5EF4-FFF2-40B4-BE49-F238E27FC236}">
                <a16:creationId xmlns:a16="http://schemas.microsoft.com/office/drawing/2014/main" id="{63DCB763-52A8-4D91-A010-061FFD79302B}"/>
              </a:ext>
            </a:extLst>
          </p:cNvPr>
          <p:cNvSpPr>
            <a:spLocks noGrp="1"/>
          </p:cNvSpPr>
          <p:nvPr/>
        </p:nvSpPr>
        <p:spPr>
          <a:xfrm>
            <a:off x="30821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01_find_only_515">
            <a:extLst>
              <a:ext uri="{FF2B5EF4-FFF2-40B4-BE49-F238E27FC236}">
                <a16:creationId xmlns:a16="http://schemas.microsoft.com/office/drawing/2014/main" id="{CF9BF30D-F41E-412A-A693-BC5EF88830B2}"/>
              </a:ext>
            </a:extLst>
          </p:cNvPr>
          <p:cNvSpPr>
            <a:spLocks noGrp="1"/>
          </p:cNvSpPr>
          <p:nvPr/>
        </p:nvSpPr>
        <p:spPr>
          <a:xfrm>
            <a:off x="30674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01_find_only_516">
            <a:extLst>
              <a:ext uri="{FF2B5EF4-FFF2-40B4-BE49-F238E27FC236}">
                <a16:creationId xmlns:a16="http://schemas.microsoft.com/office/drawing/2014/main" id="{FF2B2D92-A50B-4562-A1B2-B234CA028297}"/>
              </a:ext>
            </a:extLst>
          </p:cNvPr>
          <p:cNvSpPr>
            <a:spLocks noGrp="1"/>
          </p:cNvSpPr>
          <p:nvPr/>
        </p:nvSpPr>
        <p:spPr>
          <a:xfrm>
            <a:off x="30075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01_find_only_517">
            <a:extLst>
              <a:ext uri="{FF2B5EF4-FFF2-40B4-BE49-F238E27FC236}">
                <a16:creationId xmlns:a16="http://schemas.microsoft.com/office/drawing/2014/main" id="{BEFD38B1-7EDF-4982-B545-6923942FCB4A}"/>
              </a:ext>
            </a:extLst>
          </p:cNvPr>
          <p:cNvSpPr>
            <a:spLocks noGrp="1"/>
          </p:cNvSpPr>
          <p:nvPr/>
        </p:nvSpPr>
        <p:spPr>
          <a:xfrm>
            <a:off x="3021600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01_find_only_518">
            <a:extLst>
              <a:ext uri="{FF2B5EF4-FFF2-40B4-BE49-F238E27FC236}">
                <a16:creationId xmlns:a16="http://schemas.microsoft.com/office/drawing/2014/main" id="{DF164753-3474-4954-BD2B-4A4F58F10C6A}"/>
              </a:ext>
            </a:extLst>
          </p:cNvPr>
          <p:cNvSpPr>
            <a:spLocks noGrp="1"/>
          </p:cNvSpPr>
          <p:nvPr/>
        </p:nvSpPr>
        <p:spPr>
          <a:xfrm>
            <a:off x="306017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01_find_only_519">
            <a:extLst>
              <a:ext uri="{FF2B5EF4-FFF2-40B4-BE49-F238E27FC236}">
                <a16:creationId xmlns:a16="http://schemas.microsoft.com/office/drawing/2014/main" id="{6DDC797C-4576-436D-9934-587033EDEEB6}"/>
              </a:ext>
            </a:extLst>
          </p:cNvPr>
          <p:cNvSpPr>
            <a:spLocks noGrp="1"/>
          </p:cNvSpPr>
          <p:nvPr/>
        </p:nvSpPr>
        <p:spPr>
          <a:xfrm>
            <a:off x="30018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01_find_only_520">
            <a:extLst>
              <a:ext uri="{FF2B5EF4-FFF2-40B4-BE49-F238E27FC236}">
                <a16:creationId xmlns:a16="http://schemas.microsoft.com/office/drawing/2014/main" id="{22F407E2-14BE-4426-9C4F-B839D81868C1}"/>
              </a:ext>
            </a:extLst>
          </p:cNvPr>
          <p:cNvSpPr>
            <a:spLocks noGrp="1"/>
          </p:cNvSpPr>
          <p:nvPr/>
        </p:nvSpPr>
        <p:spPr>
          <a:xfrm>
            <a:off x="306939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01_find_only_521">
            <a:extLst>
              <a:ext uri="{FF2B5EF4-FFF2-40B4-BE49-F238E27FC236}">
                <a16:creationId xmlns:a16="http://schemas.microsoft.com/office/drawing/2014/main" id="{9747B6CF-BB0C-433D-91D9-560CC592C43D}"/>
              </a:ext>
            </a:extLst>
          </p:cNvPr>
          <p:cNvSpPr>
            <a:spLocks noGrp="1"/>
          </p:cNvSpPr>
          <p:nvPr/>
        </p:nvSpPr>
        <p:spPr>
          <a:xfrm>
            <a:off x="30727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01_find_only_522">
            <a:extLst>
              <a:ext uri="{FF2B5EF4-FFF2-40B4-BE49-F238E27FC236}">
                <a16:creationId xmlns:a16="http://schemas.microsoft.com/office/drawing/2014/main" id="{5817864B-D0C3-458B-89FF-1B831C8E3D08}"/>
              </a:ext>
            </a:extLst>
          </p:cNvPr>
          <p:cNvSpPr>
            <a:spLocks noGrp="1"/>
          </p:cNvSpPr>
          <p:nvPr/>
        </p:nvSpPr>
        <p:spPr>
          <a:xfrm>
            <a:off x="30624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01_find_only_523">
            <a:extLst>
              <a:ext uri="{FF2B5EF4-FFF2-40B4-BE49-F238E27FC236}">
                <a16:creationId xmlns:a16="http://schemas.microsoft.com/office/drawing/2014/main" id="{CBC021E3-727B-4AE5-999D-C206C73F1A25}"/>
              </a:ext>
            </a:extLst>
          </p:cNvPr>
          <p:cNvSpPr>
            <a:spLocks noGrp="1"/>
          </p:cNvSpPr>
          <p:nvPr/>
        </p:nvSpPr>
        <p:spPr>
          <a:xfrm>
            <a:off x="30615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01_find_only_524">
            <a:extLst>
              <a:ext uri="{FF2B5EF4-FFF2-40B4-BE49-F238E27FC236}">
                <a16:creationId xmlns:a16="http://schemas.microsoft.com/office/drawing/2014/main" id="{CF66BCF3-E853-4D09-832D-DCD216FB90FD}"/>
              </a:ext>
            </a:extLst>
          </p:cNvPr>
          <p:cNvSpPr>
            <a:spLocks noGrp="1"/>
          </p:cNvSpPr>
          <p:nvPr/>
        </p:nvSpPr>
        <p:spPr>
          <a:xfrm>
            <a:off x="30657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01_find_only_525">
            <a:extLst>
              <a:ext uri="{FF2B5EF4-FFF2-40B4-BE49-F238E27FC236}">
                <a16:creationId xmlns:a16="http://schemas.microsoft.com/office/drawing/2014/main" id="{E67E9125-378B-4B18-ADAE-D598BD986A48}"/>
              </a:ext>
            </a:extLst>
          </p:cNvPr>
          <p:cNvSpPr>
            <a:spLocks noGrp="1"/>
          </p:cNvSpPr>
          <p:nvPr/>
        </p:nvSpPr>
        <p:spPr>
          <a:xfrm>
            <a:off x="30473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01_find_only_526">
            <a:extLst>
              <a:ext uri="{FF2B5EF4-FFF2-40B4-BE49-F238E27FC236}">
                <a16:creationId xmlns:a16="http://schemas.microsoft.com/office/drawing/2014/main" id="{51DD91EC-B6DC-4A01-ABF9-8AA128E01BAA}"/>
              </a:ext>
            </a:extLst>
          </p:cNvPr>
          <p:cNvSpPr>
            <a:spLocks noGrp="1"/>
          </p:cNvSpPr>
          <p:nvPr/>
        </p:nvSpPr>
        <p:spPr>
          <a:xfrm>
            <a:off x="29969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01_find_only_527">
            <a:extLst>
              <a:ext uri="{FF2B5EF4-FFF2-40B4-BE49-F238E27FC236}">
                <a16:creationId xmlns:a16="http://schemas.microsoft.com/office/drawing/2014/main" id="{26C28B22-8DF1-4FC7-97B7-168F18F67AC0}"/>
              </a:ext>
            </a:extLst>
          </p:cNvPr>
          <p:cNvSpPr>
            <a:spLocks noGrp="1"/>
          </p:cNvSpPr>
          <p:nvPr/>
        </p:nvSpPr>
        <p:spPr>
          <a:xfrm>
            <a:off x="304715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01_find_only_528">
            <a:extLst>
              <a:ext uri="{FF2B5EF4-FFF2-40B4-BE49-F238E27FC236}">
                <a16:creationId xmlns:a16="http://schemas.microsoft.com/office/drawing/2014/main" id="{95B58C0B-87C8-4935-B06E-260D45C79660}"/>
              </a:ext>
            </a:extLst>
          </p:cNvPr>
          <p:cNvSpPr>
            <a:spLocks noGrp="1"/>
          </p:cNvSpPr>
          <p:nvPr/>
        </p:nvSpPr>
        <p:spPr>
          <a:xfrm>
            <a:off x="300974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01_find_only_529">
            <a:extLst>
              <a:ext uri="{FF2B5EF4-FFF2-40B4-BE49-F238E27FC236}">
                <a16:creationId xmlns:a16="http://schemas.microsoft.com/office/drawing/2014/main" id="{F9699593-D166-4691-9A19-8F76C617FB6C}"/>
              </a:ext>
            </a:extLst>
          </p:cNvPr>
          <p:cNvSpPr>
            <a:spLocks noGrp="1"/>
          </p:cNvSpPr>
          <p:nvPr/>
        </p:nvSpPr>
        <p:spPr>
          <a:xfrm>
            <a:off x="3061919" y="34051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01_find_only_530">
            <a:extLst>
              <a:ext uri="{FF2B5EF4-FFF2-40B4-BE49-F238E27FC236}">
                <a16:creationId xmlns:a16="http://schemas.microsoft.com/office/drawing/2014/main" id="{4D351281-5C16-4FE7-8679-01F2A5C42B60}"/>
              </a:ext>
            </a:extLst>
          </p:cNvPr>
          <p:cNvSpPr>
            <a:spLocks noGrp="1"/>
          </p:cNvSpPr>
          <p:nvPr/>
        </p:nvSpPr>
        <p:spPr>
          <a:xfrm>
            <a:off x="3074743" y="341065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01_find_only_531">
            <a:extLst>
              <a:ext uri="{FF2B5EF4-FFF2-40B4-BE49-F238E27FC236}">
                <a16:creationId xmlns:a16="http://schemas.microsoft.com/office/drawing/2014/main" id="{3656E2B7-DCA8-494C-BA1B-9680138AB412}"/>
              </a:ext>
            </a:extLst>
          </p:cNvPr>
          <p:cNvSpPr>
            <a:spLocks noGrp="1"/>
          </p:cNvSpPr>
          <p:nvPr/>
        </p:nvSpPr>
        <p:spPr>
          <a:xfrm>
            <a:off x="300819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01_find_only_532">
            <a:extLst>
              <a:ext uri="{FF2B5EF4-FFF2-40B4-BE49-F238E27FC236}">
                <a16:creationId xmlns:a16="http://schemas.microsoft.com/office/drawing/2014/main" id="{70968130-DD59-4792-BDB7-F79C4E180BD4}"/>
              </a:ext>
            </a:extLst>
          </p:cNvPr>
          <p:cNvSpPr>
            <a:spLocks noGrp="1"/>
          </p:cNvSpPr>
          <p:nvPr/>
        </p:nvSpPr>
        <p:spPr>
          <a:xfrm>
            <a:off x="306279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01_find_only_533">
            <a:extLst>
              <a:ext uri="{FF2B5EF4-FFF2-40B4-BE49-F238E27FC236}">
                <a16:creationId xmlns:a16="http://schemas.microsoft.com/office/drawing/2014/main" id="{D1D6FCDB-7163-448A-ACFE-69E4B962F2B8}"/>
              </a:ext>
            </a:extLst>
          </p:cNvPr>
          <p:cNvSpPr>
            <a:spLocks noGrp="1"/>
          </p:cNvSpPr>
          <p:nvPr/>
        </p:nvSpPr>
        <p:spPr>
          <a:xfrm>
            <a:off x="30130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01_find_only_534">
            <a:extLst>
              <a:ext uri="{FF2B5EF4-FFF2-40B4-BE49-F238E27FC236}">
                <a16:creationId xmlns:a16="http://schemas.microsoft.com/office/drawing/2014/main" id="{EC8FF4F7-0DCE-46E8-8CA1-E1C2750A8899}"/>
              </a:ext>
            </a:extLst>
          </p:cNvPr>
          <p:cNvSpPr>
            <a:spLocks noGrp="1"/>
          </p:cNvSpPr>
          <p:nvPr/>
        </p:nvSpPr>
        <p:spPr>
          <a:xfrm>
            <a:off x="301732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01_find_only_535">
            <a:extLst>
              <a:ext uri="{FF2B5EF4-FFF2-40B4-BE49-F238E27FC236}">
                <a16:creationId xmlns:a16="http://schemas.microsoft.com/office/drawing/2014/main" id="{C6716878-6AE3-4576-8B5F-3E221360FE7E}"/>
              </a:ext>
            </a:extLst>
          </p:cNvPr>
          <p:cNvSpPr>
            <a:spLocks noGrp="1"/>
          </p:cNvSpPr>
          <p:nvPr/>
        </p:nvSpPr>
        <p:spPr>
          <a:xfrm>
            <a:off x="30057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01_find_only_536">
            <a:extLst>
              <a:ext uri="{FF2B5EF4-FFF2-40B4-BE49-F238E27FC236}">
                <a16:creationId xmlns:a16="http://schemas.microsoft.com/office/drawing/2014/main" id="{D42730E8-E694-4A7F-BCCA-669C92178D4D}"/>
              </a:ext>
            </a:extLst>
          </p:cNvPr>
          <p:cNvSpPr>
            <a:spLocks noGrp="1"/>
          </p:cNvSpPr>
          <p:nvPr/>
        </p:nvSpPr>
        <p:spPr>
          <a:xfrm>
            <a:off x="3061724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01_find_only_537">
            <a:extLst>
              <a:ext uri="{FF2B5EF4-FFF2-40B4-BE49-F238E27FC236}">
                <a16:creationId xmlns:a16="http://schemas.microsoft.com/office/drawing/2014/main" id="{DB0303FD-9FA9-4BB5-9A66-58A7835F9BE6}"/>
              </a:ext>
            </a:extLst>
          </p:cNvPr>
          <p:cNvSpPr>
            <a:spLocks noGrp="1"/>
          </p:cNvSpPr>
          <p:nvPr/>
        </p:nvSpPr>
        <p:spPr>
          <a:xfrm>
            <a:off x="30867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01_find_only_538">
            <a:extLst>
              <a:ext uri="{FF2B5EF4-FFF2-40B4-BE49-F238E27FC236}">
                <a16:creationId xmlns:a16="http://schemas.microsoft.com/office/drawing/2014/main" id="{C118CCBC-1D85-4097-B268-F4A40F4ABEE4}"/>
              </a:ext>
            </a:extLst>
          </p:cNvPr>
          <p:cNvSpPr>
            <a:spLocks noGrp="1"/>
          </p:cNvSpPr>
          <p:nvPr/>
        </p:nvSpPr>
        <p:spPr>
          <a:xfrm>
            <a:off x="309096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01_find_only_539">
            <a:extLst>
              <a:ext uri="{FF2B5EF4-FFF2-40B4-BE49-F238E27FC236}">
                <a16:creationId xmlns:a16="http://schemas.microsoft.com/office/drawing/2014/main" id="{CEF03DF0-8C8B-46A1-BF1E-EC09C476848C}"/>
              </a:ext>
            </a:extLst>
          </p:cNvPr>
          <p:cNvSpPr>
            <a:spLocks noGrp="1"/>
          </p:cNvSpPr>
          <p:nvPr/>
        </p:nvSpPr>
        <p:spPr>
          <a:xfrm>
            <a:off x="30309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01_find_only_540">
            <a:extLst>
              <a:ext uri="{FF2B5EF4-FFF2-40B4-BE49-F238E27FC236}">
                <a16:creationId xmlns:a16="http://schemas.microsoft.com/office/drawing/2014/main" id="{E7BD03F6-857B-4A2A-B33C-A9861ECF74AE}"/>
              </a:ext>
            </a:extLst>
          </p:cNvPr>
          <p:cNvSpPr>
            <a:spLocks noGrp="1"/>
          </p:cNvSpPr>
          <p:nvPr/>
        </p:nvSpPr>
        <p:spPr>
          <a:xfrm>
            <a:off x="306658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01_find_only_541">
            <a:extLst>
              <a:ext uri="{FF2B5EF4-FFF2-40B4-BE49-F238E27FC236}">
                <a16:creationId xmlns:a16="http://schemas.microsoft.com/office/drawing/2014/main" id="{A6DA21F5-F2D5-4F9A-87E6-3592C9F398CE}"/>
              </a:ext>
            </a:extLst>
          </p:cNvPr>
          <p:cNvSpPr>
            <a:spLocks noGrp="1"/>
          </p:cNvSpPr>
          <p:nvPr/>
        </p:nvSpPr>
        <p:spPr>
          <a:xfrm>
            <a:off x="30854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01_find_only_542">
            <a:extLst>
              <a:ext uri="{FF2B5EF4-FFF2-40B4-BE49-F238E27FC236}">
                <a16:creationId xmlns:a16="http://schemas.microsoft.com/office/drawing/2014/main" id="{B4E6EA9E-AA19-4ECD-A214-32D1430789DA}"/>
              </a:ext>
            </a:extLst>
          </p:cNvPr>
          <p:cNvSpPr>
            <a:spLocks noGrp="1"/>
          </p:cNvSpPr>
          <p:nvPr/>
        </p:nvSpPr>
        <p:spPr>
          <a:xfrm>
            <a:off x="307396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01_find_only_543">
            <a:extLst>
              <a:ext uri="{FF2B5EF4-FFF2-40B4-BE49-F238E27FC236}">
                <a16:creationId xmlns:a16="http://schemas.microsoft.com/office/drawing/2014/main" id="{33E19E5A-275C-4CDD-A4EA-2D752D027679}"/>
              </a:ext>
            </a:extLst>
          </p:cNvPr>
          <p:cNvSpPr>
            <a:spLocks noGrp="1"/>
          </p:cNvSpPr>
          <p:nvPr/>
        </p:nvSpPr>
        <p:spPr>
          <a:xfrm>
            <a:off x="30636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01_find_only_544">
            <a:extLst>
              <a:ext uri="{FF2B5EF4-FFF2-40B4-BE49-F238E27FC236}">
                <a16:creationId xmlns:a16="http://schemas.microsoft.com/office/drawing/2014/main" id="{7388310C-100B-4E7D-B4D7-4E80E0664CFF}"/>
              </a:ext>
            </a:extLst>
          </p:cNvPr>
          <p:cNvSpPr>
            <a:spLocks noGrp="1"/>
          </p:cNvSpPr>
          <p:nvPr/>
        </p:nvSpPr>
        <p:spPr>
          <a:xfrm>
            <a:off x="30398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01_find_only_545">
            <a:extLst>
              <a:ext uri="{FF2B5EF4-FFF2-40B4-BE49-F238E27FC236}">
                <a16:creationId xmlns:a16="http://schemas.microsoft.com/office/drawing/2014/main" id="{3C2DB7A8-D1D9-4C8D-A6A8-6F01686FF325}"/>
              </a:ext>
            </a:extLst>
          </p:cNvPr>
          <p:cNvSpPr>
            <a:spLocks noGrp="1"/>
          </p:cNvSpPr>
          <p:nvPr/>
        </p:nvSpPr>
        <p:spPr>
          <a:xfrm>
            <a:off x="3036950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01_find_only_546">
            <a:extLst>
              <a:ext uri="{FF2B5EF4-FFF2-40B4-BE49-F238E27FC236}">
                <a16:creationId xmlns:a16="http://schemas.microsoft.com/office/drawing/2014/main" id="{B517232D-9652-4BF2-B26A-30F139E5A46B}"/>
              </a:ext>
            </a:extLst>
          </p:cNvPr>
          <p:cNvSpPr>
            <a:spLocks noGrp="1"/>
          </p:cNvSpPr>
          <p:nvPr/>
        </p:nvSpPr>
        <p:spPr>
          <a:xfrm>
            <a:off x="30045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01_find_only_547">
            <a:extLst>
              <a:ext uri="{FF2B5EF4-FFF2-40B4-BE49-F238E27FC236}">
                <a16:creationId xmlns:a16="http://schemas.microsoft.com/office/drawing/2014/main" id="{8265D445-035A-48D8-AFF9-471C33B810F8}"/>
              </a:ext>
            </a:extLst>
          </p:cNvPr>
          <p:cNvSpPr>
            <a:spLocks noGrp="1"/>
          </p:cNvSpPr>
          <p:nvPr/>
        </p:nvSpPr>
        <p:spPr>
          <a:xfrm>
            <a:off x="30857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01_find_only_548">
            <a:extLst>
              <a:ext uri="{FF2B5EF4-FFF2-40B4-BE49-F238E27FC236}">
                <a16:creationId xmlns:a16="http://schemas.microsoft.com/office/drawing/2014/main" id="{246779E6-51C6-44F1-9B6A-0ED580061F64}"/>
              </a:ext>
            </a:extLst>
          </p:cNvPr>
          <p:cNvSpPr>
            <a:spLocks noGrp="1"/>
          </p:cNvSpPr>
          <p:nvPr/>
        </p:nvSpPr>
        <p:spPr>
          <a:xfrm>
            <a:off x="30754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01_find_only_549">
            <a:extLst>
              <a:ext uri="{FF2B5EF4-FFF2-40B4-BE49-F238E27FC236}">
                <a16:creationId xmlns:a16="http://schemas.microsoft.com/office/drawing/2014/main" id="{CFCFBF33-59EC-4DF5-A3CB-9A4345452C11}"/>
              </a:ext>
            </a:extLst>
          </p:cNvPr>
          <p:cNvSpPr>
            <a:spLocks noGrp="1"/>
          </p:cNvSpPr>
          <p:nvPr/>
        </p:nvSpPr>
        <p:spPr>
          <a:xfrm>
            <a:off x="306075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01_find_only_550">
            <a:extLst>
              <a:ext uri="{FF2B5EF4-FFF2-40B4-BE49-F238E27FC236}">
                <a16:creationId xmlns:a16="http://schemas.microsoft.com/office/drawing/2014/main" id="{A7A330DB-AECF-4BF3-9A7B-269BAFF14BF8}"/>
              </a:ext>
            </a:extLst>
          </p:cNvPr>
          <p:cNvSpPr>
            <a:spLocks noGrp="1"/>
          </p:cNvSpPr>
          <p:nvPr/>
        </p:nvSpPr>
        <p:spPr>
          <a:xfrm>
            <a:off x="30011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01_find_only_551">
            <a:extLst>
              <a:ext uri="{FF2B5EF4-FFF2-40B4-BE49-F238E27FC236}">
                <a16:creationId xmlns:a16="http://schemas.microsoft.com/office/drawing/2014/main" id="{FDB89EB7-D461-40A2-83AC-F34B336DE543}"/>
              </a:ext>
            </a:extLst>
          </p:cNvPr>
          <p:cNvSpPr>
            <a:spLocks noGrp="1"/>
          </p:cNvSpPr>
          <p:nvPr/>
        </p:nvSpPr>
        <p:spPr>
          <a:xfrm>
            <a:off x="3010622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01_find_only_552">
            <a:extLst>
              <a:ext uri="{FF2B5EF4-FFF2-40B4-BE49-F238E27FC236}">
                <a16:creationId xmlns:a16="http://schemas.microsoft.com/office/drawing/2014/main" id="{661F0AE9-4635-4DD8-8487-CA922C3E6551}"/>
              </a:ext>
            </a:extLst>
          </p:cNvPr>
          <p:cNvSpPr>
            <a:spLocks noGrp="1"/>
          </p:cNvSpPr>
          <p:nvPr/>
        </p:nvSpPr>
        <p:spPr>
          <a:xfrm>
            <a:off x="30200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01_find_only_553">
            <a:extLst>
              <a:ext uri="{FF2B5EF4-FFF2-40B4-BE49-F238E27FC236}">
                <a16:creationId xmlns:a16="http://schemas.microsoft.com/office/drawing/2014/main" id="{6CBDCB2D-C70A-4152-AE7B-0C5A8AE94145}"/>
              </a:ext>
            </a:extLst>
          </p:cNvPr>
          <p:cNvSpPr>
            <a:spLocks noGrp="1"/>
          </p:cNvSpPr>
          <p:nvPr/>
        </p:nvSpPr>
        <p:spPr>
          <a:xfrm>
            <a:off x="30617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01_find_only_554">
            <a:extLst>
              <a:ext uri="{FF2B5EF4-FFF2-40B4-BE49-F238E27FC236}">
                <a16:creationId xmlns:a16="http://schemas.microsoft.com/office/drawing/2014/main" id="{18ED8FC6-7903-4C93-B3B2-FB81CC7CBD16}"/>
              </a:ext>
            </a:extLst>
          </p:cNvPr>
          <p:cNvSpPr>
            <a:spLocks noGrp="1"/>
          </p:cNvSpPr>
          <p:nvPr/>
        </p:nvSpPr>
        <p:spPr>
          <a:xfrm>
            <a:off x="30519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01_find_only_555">
            <a:extLst>
              <a:ext uri="{FF2B5EF4-FFF2-40B4-BE49-F238E27FC236}">
                <a16:creationId xmlns:a16="http://schemas.microsoft.com/office/drawing/2014/main" id="{F20E7E2E-6173-4E7C-85FA-2261071A564A}"/>
              </a:ext>
            </a:extLst>
          </p:cNvPr>
          <p:cNvSpPr>
            <a:spLocks noGrp="1"/>
          </p:cNvSpPr>
          <p:nvPr/>
        </p:nvSpPr>
        <p:spPr>
          <a:xfrm>
            <a:off x="301470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01_find_only_556">
            <a:extLst>
              <a:ext uri="{FF2B5EF4-FFF2-40B4-BE49-F238E27FC236}">
                <a16:creationId xmlns:a16="http://schemas.microsoft.com/office/drawing/2014/main" id="{77F0AD10-A54F-431E-9A72-E9F4A674F254}"/>
              </a:ext>
            </a:extLst>
          </p:cNvPr>
          <p:cNvSpPr>
            <a:spLocks noGrp="1"/>
          </p:cNvSpPr>
          <p:nvPr/>
        </p:nvSpPr>
        <p:spPr>
          <a:xfrm>
            <a:off x="30322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01_find_only_557">
            <a:extLst>
              <a:ext uri="{FF2B5EF4-FFF2-40B4-BE49-F238E27FC236}">
                <a16:creationId xmlns:a16="http://schemas.microsoft.com/office/drawing/2014/main" id="{7E56258D-1306-476D-BDF6-D0F206BC4466}"/>
              </a:ext>
            </a:extLst>
          </p:cNvPr>
          <p:cNvSpPr>
            <a:spLocks noGrp="1"/>
          </p:cNvSpPr>
          <p:nvPr/>
        </p:nvSpPr>
        <p:spPr>
          <a:xfrm>
            <a:off x="2997896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01_find_only_558">
            <a:extLst>
              <a:ext uri="{FF2B5EF4-FFF2-40B4-BE49-F238E27FC236}">
                <a16:creationId xmlns:a16="http://schemas.microsoft.com/office/drawing/2014/main" id="{348B2A9B-B0EF-471C-BE40-3EE5C2A04019}"/>
              </a:ext>
            </a:extLst>
          </p:cNvPr>
          <p:cNvSpPr>
            <a:spLocks noGrp="1"/>
          </p:cNvSpPr>
          <p:nvPr/>
        </p:nvSpPr>
        <p:spPr>
          <a:xfrm>
            <a:off x="35283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01_find_only_559">
            <a:extLst>
              <a:ext uri="{FF2B5EF4-FFF2-40B4-BE49-F238E27FC236}">
                <a16:creationId xmlns:a16="http://schemas.microsoft.com/office/drawing/2014/main" id="{9E88B4F3-A618-4F17-B044-14106931178D}"/>
              </a:ext>
            </a:extLst>
          </p:cNvPr>
          <p:cNvSpPr>
            <a:spLocks noGrp="1"/>
          </p:cNvSpPr>
          <p:nvPr/>
        </p:nvSpPr>
        <p:spPr>
          <a:xfrm>
            <a:off x="3509700" y="31774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01_find_only_560">
            <a:extLst>
              <a:ext uri="{FF2B5EF4-FFF2-40B4-BE49-F238E27FC236}">
                <a16:creationId xmlns:a16="http://schemas.microsoft.com/office/drawing/2014/main" id="{1803C01E-C78F-48E0-A8FD-85FD9FAF72EE}"/>
              </a:ext>
            </a:extLst>
          </p:cNvPr>
          <p:cNvSpPr>
            <a:spLocks noGrp="1"/>
          </p:cNvSpPr>
          <p:nvPr/>
        </p:nvSpPr>
        <p:spPr>
          <a:xfrm>
            <a:off x="35248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01_find_only_561">
            <a:extLst>
              <a:ext uri="{FF2B5EF4-FFF2-40B4-BE49-F238E27FC236}">
                <a16:creationId xmlns:a16="http://schemas.microsoft.com/office/drawing/2014/main" id="{98824672-6C13-4596-93D4-17BA5C0D019B}"/>
              </a:ext>
            </a:extLst>
          </p:cNvPr>
          <p:cNvSpPr>
            <a:spLocks noGrp="1"/>
          </p:cNvSpPr>
          <p:nvPr/>
        </p:nvSpPr>
        <p:spPr>
          <a:xfrm>
            <a:off x="35244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01_find_only_562">
            <a:extLst>
              <a:ext uri="{FF2B5EF4-FFF2-40B4-BE49-F238E27FC236}">
                <a16:creationId xmlns:a16="http://schemas.microsoft.com/office/drawing/2014/main" id="{251B5C6A-3602-40C5-A4F1-32EA286077FA}"/>
              </a:ext>
            </a:extLst>
          </p:cNvPr>
          <p:cNvSpPr>
            <a:spLocks noGrp="1"/>
          </p:cNvSpPr>
          <p:nvPr/>
        </p:nvSpPr>
        <p:spPr>
          <a:xfrm>
            <a:off x="35409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01_find_only_563">
            <a:extLst>
              <a:ext uri="{FF2B5EF4-FFF2-40B4-BE49-F238E27FC236}">
                <a16:creationId xmlns:a16="http://schemas.microsoft.com/office/drawing/2014/main" id="{7C16C3B0-46FB-421C-BAD1-81F14E33259F}"/>
              </a:ext>
            </a:extLst>
          </p:cNvPr>
          <p:cNvSpPr>
            <a:spLocks noGrp="1"/>
          </p:cNvSpPr>
          <p:nvPr/>
        </p:nvSpPr>
        <p:spPr>
          <a:xfrm>
            <a:off x="356925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01_find_only_564">
            <a:extLst>
              <a:ext uri="{FF2B5EF4-FFF2-40B4-BE49-F238E27FC236}">
                <a16:creationId xmlns:a16="http://schemas.microsoft.com/office/drawing/2014/main" id="{A932FDCE-A88F-4AE7-B9BB-F4B346D7B14A}"/>
              </a:ext>
            </a:extLst>
          </p:cNvPr>
          <p:cNvSpPr>
            <a:spLocks noGrp="1"/>
          </p:cNvSpPr>
          <p:nvPr/>
        </p:nvSpPr>
        <p:spPr>
          <a:xfrm>
            <a:off x="35870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01_find_only_565">
            <a:extLst>
              <a:ext uri="{FF2B5EF4-FFF2-40B4-BE49-F238E27FC236}">
                <a16:creationId xmlns:a16="http://schemas.microsoft.com/office/drawing/2014/main" id="{C48A06FC-97B6-49B1-8341-7C3309B4ECAD}"/>
              </a:ext>
            </a:extLst>
          </p:cNvPr>
          <p:cNvSpPr>
            <a:spLocks noGrp="1"/>
          </p:cNvSpPr>
          <p:nvPr/>
        </p:nvSpPr>
        <p:spPr>
          <a:xfrm>
            <a:off x="35148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01_find_only_566">
            <a:extLst>
              <a:ext uri="{FF2B5EF4-FFF2-40B4-BE49-F238E27FC236}">
                <a16:creationId xmlns:a16="http://schemas.microsoft.com/office/drawing/2014/main" id="{0B82A83B-6737-45F8-B31B-BBB1B87E5D07}"/>
              </a:ext>
            </a:extLst>
          </p:cNvPr>
          <p:cNvSpPr>
            <a:spLocks noGrp="1"/>
          </p:cNvSpPr>
          <p:nvPr/>
        </p:nvSpPr>
        <p:spPr>
          <a:xfrm>
            <a:off x="35592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01_find_only_567">
            <a:extLst>
              <a:ext uri="{FF2B5EF4-FFF2-40B4-BE49-F238E27FC236}">
                <a16:creationId xmlns:a16="http://schemas.microsoft.com/office/drawing/2014/main" id="{9D7A4B25-8330-4D20-83F8-9FAD148DAB58}"/>
              </a:ext>
            </a:extLst>
          </p:cNvPr>
          <p:cNvSpPr>
            <a:spLocks noGrp="1"/>
          </p:cNvSpPr>
          <p:nvPr/>
        </p:nvSpPr>
        <p:spPr>
          <a:xfrm>
            <a:off x="351514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01_find_only_568">
            <a:extLst>
              <a:ext uri="{FF2B5EF4-FFF2-40B4-BE49-F238E27FC236}">
                <a16:creationId xmlns:a16="http://schemas.microsoft.com/office/drawing/2014/main" id="{E516EFFA-DC9C-4F3D-9A54-38C852EFD207}"/>
              </a:ext>
            </a:extLst>
          </p:cNvPr>
          <p:cNvSpPr>
            <a:spLocks noGrp="1"/>
          </p:cNvSpPr>
          <p:nvPr/>
        </p:nvSpPr>
        <p:spPr>
          <a:xfrm>
            <a:off x="350445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01_find_only_569">
            <a:extLst>
              <a:ext uri="{FF2B5EF4-FFF2-40B4-BE49-F238E27FC236}">
                <a16:creationId xmlns:a16="http://schemas.microsoft.com/office/drawing/2014/main" id="{7CB0C842-3A57-42E1-9DCF-9C83AE66C8FD}"/>
              </a:ext>
            </a:extLst>
          </p:cNvPr>
          <p:cNvSpPr>
            <a:spLocks noGrp="1"/>
          </p:cNvSpPr>
          <p:nvPr/>
        </p:nvSpPr>
        <p:spPr>
          <a:xfrm>
            <a:off x="3579260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01_find_only_570">
            <a:extLst>
              <a:ext uri="{FF2B5EF4-FFF2-40B4-BE49-F238E27FC236}">
                <a16:creationId xmlns:a16="http://schemas.microsoft.com/office/drawing/2014/main" id="{6B876EDB-8FA1-43D0-8144-7DC552CA3E2E}"/>
              </a:ext>
            </a:extLst>
          </p:cNvPr>
          <p:cNvSpPr>
            <a:spLocks noGrp="1"/>
          </p:cNvSpPr>
          <p:nvPr/>
        </p:nvSpPr>
        <p:spPr>
          <a:xfrm>
            <a:off x="35991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01_find_only_571">
            <a:extLst>
              <a:ext uri="{FF2B5EF4-FFF2-40B4-BE49-F238E27FC236}">
                <a16:creationId xmlns:a16="http://schemas.microsoft.com/office/drawing/2014/main" id="{7E0758F7-29D8-411D-AE76-FEA64D5B9146}"/>
              </a:ext>
            </a:extLst>
          </p:cNvPr>
          <p:cNvSpPr>
            <a:spLocks noGrp="1"/>
          </p:cNvSpPr>
          <p:nvPr/>
        </p:nvSpPr>
        <p:spPr>
          <a:xfrm>
            <a:off x="35406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01_find_only_572">
            <a:extLst>
              <a:ext uri="{FF2B5EF4-FFF2-40B4-BE49-F238E27FC236}">
                <a16:creationId xmlns:a16="http://schemas.microsoft.com/office/drawing/2014/main" id="{D997CDC7-5FF4-4009-9AE3-DB1ADB1D4E9B}"/>
              </a:ext>
            </a:extLst>
          </p:cNvPr>
          <p:cNvSpPr>
            <a:spLocks noGrp="1"/>
          </p:cNvSpPr>
          <p:nvPr/>
        </p:nvSpPr>
        <p:spPr>
          <a:xfrm>
            <a:off x="35939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01_find_only_573">
            <a:extLst>
              <a:ext uri="{FF2B5EF4-FFF2-40B4-BE49-F238E27FC236}">
                <a16:creationId xmlns:a16="http://schemas.microsoft.com/office/drawing/2014/main" id="{689FFCFD-7DA7-4E12-B885-7457A39153F6}"/>
              </a:ext>
            </a:extLst>
          </p:cNvPr>
          <p:cNvSpPr>
            <a:spLocks noGrp="1"/>
          </p:cNvSpPr>
          <p:nvPr/>
        </p:nvSpPr>
        <p:spPr>
          <a:xfrm>
            <a:off x="352475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01_find_only_574">
            <a:extLst>
              <a:ext uri="{FF2B5EF4-FFF2-40B4-BE49-F238E27FC236}">
                <a16:creationId xmlns:a16="http://schemas.microsoft.com/office/drawing/2014/main" id="{7C1EE36E-7F14-462E-8129-D1F248F953E1}"/>
              </a:ext>
            </a:extLst>
          </p:cNvPr>
          <p:cNvSpPr>
            <a:spLocks noGrp="1"/>
          </p:cNvSpPr>
          <p:nvPr/>
        </p:nvSpPr>
        <p:spPr>
          <a:xfrm>
            <a:off x="3543217" y="33070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01_find_only_575">
            <a:extLst>
              <a:ext uri="{FF2B5EF4-FFF2-40B4-BE49-F238E27FC236}">
                <a16:creationId xmlns:a16="http://schemas.microsoft.com/office/drawing/2014/main" id="{F3CD7F3D-6917-46C9-A637-F14B7D0C8E6D}"/>
              </a:ext>
            </a:extLst>
          </p:cNvPr>
          <p:cNvSpPr>
            <a:spLocks noGrp="1"/>
          </p:cNvSpPr>
          <p:nvPr/>
        </p:nvSpPr>
        <p:spPr>
          <a:xfrm>
            <a:off x="3572168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01_find_only_576">
            <a:extLst>
              <a:ext uri="{FF2B5EF4-FFF2-40B4-BE49-F238E27FC236}">
                <a16:creationId xmlns:a16="http://schemas.microsoft.com/office/drawing/2014/main" id="{CEA7782E-75C2-4B2F-8106-17B286D72119}"/>
              </a:ext>
            </a:extLst>
          </p:cNvPr>
          <p:cNvSpPr>
            <a:spLocks noGrp="1"/>
          </p:cNvSpPr>
          <p:nvPr/>
        </p:nvSpPr>
        <p:spPr>
          <a:xfrm>
            <a:off x="35895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01_find_only_577">
            <a:extLst>
              <a:ext uri="{FF2B5EF4-FFF2-40B4-BE49-F238E27FC236}">
                <a16:creationId xmlns:a16="http://schemas.microsoft.com/office/drawing/2014/main" id="{A64C116D-01B4-4098-8BA7-524AB0334F75}"/>
              </a:ext>
            </a:extLst>
          </p:cNvPr>
          <p:cNvSpPr>
            <a:spLocks noGrp="1"/>
          </p:cNvSpPr>
          <p:nvPr/>
        </p:nvSpPr>
        <p:spPr>
          <a:xfrm>
            <a:off x="359898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01_find_only_578">
            <a:extLst>
              <a:ext uri="{FF2B5EF4-FFF2-40B4-BE49-F238E27FC236}">
                <a16:creationId xmlns:a16="http://schemas.microsoft.com/office/drawing/2014/main" id="{4A63C133-F4C1-4310-88F4-A2AFAFEE739B}"/>
              </a:ext>
            </a:extLst>
          </p:cNvPr>
          <p:cNvSpPr>
            <a:spLocks noGrp="1"/>
          </p:cNvSpPr>
          <p:nvPr/>
        </p:nvSpPr>
        <p:spPr>
          <a:xfrm>
            <a:off x="35654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01_find_only_579">
            <a:extLst>
              <a:ext uri="{FF2B5EF4-FFF2-40B4-BE49-F238E27FC236}">
                <a16:creationId xmlns:a16="http://schemas.microsoft.com/office/drawing/2014/main" id="{BF1D8CEE-13DF-4D50-ABD0-2B459452E780}"/>
              </a:ext>
            </a:extLst>
          </p:cNvPr>
          <p:cNvSpPr>
            <a:spLocks noGrp="1"/>
          </p:cNvSpPr>
          <p:nvPr/>
        </p:nvSpPr>
        <p:spPr>
          <a:xfrm>
            <a:off x="3507854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01_find_only_580">
            <a:extLst>
              <a:ext uri="{FF2B5EF4-FFF2-40B4-BE49-F238E27FC236}">
                <a16:creationId xmlns:a16="http://schemas.microsoft.com/office/drawing/2014/main" id="{487C75FD-FE23-4B33-A981-CF86AD139152}"/>
              </a:ext>
            </a:extLst>
          </p:cNvPr>
          <p:cNvSpPr>
            <a:spLocks noGrp="1"/>
          </p:cNvSpPr>
          <p:nvPr/>
        </p:nvSpPr>
        <p:spPr>
          <a:xfrm>
            <a:off x="352223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01_find_only_581">
            <a:extLst>
              <a:ext uri="{FF2B5EF4-FFF2-40B4-BE49-F238E27FC236}">
                <a16:creationId xmlns:a16="http://schemas.microsoft.com/office/drawing/2014/main" id="{41C17961-5080-4873-BF2D-BFC91615EBFE}"/>
              </a:ext>
            </a:extLst>
          </p:cNvPr>
          <p:cNvSpPr>
            <a:spLocks noGrp="1"/>
          </p:cNvSpPr>
          <p:nvPr/>
        </p:nvSpPr>
        <p:spPr>
          <a:xfrm>
            <a:off x="35285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01_find_only_582">
            <a:extLst>
              <a:ext uri="{FF2B5EF4-FFF2-40B4-BE49-F238E27FC236}">
                <a16:creationId xmlns:a16="http://schemas.microsoft.com/office/drawing/2014/main" id="{0C6A3F28-C55C-4222-84F7-A8A955DFD8D7}"/>
              </a:ext>
            </a:extLst>
          </p:cNvPr>
          <p:cNvSpPr>
            <a:spLocks noGrp="1"/>
          </p:cNvSpPr>
          <p:nvPr/>
        </p:nvSpPr>
        <p:spPr>
          <a:xfrm>
            <a:off x="350765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01_find_only_583">
            <a:extLst>
              <a:ext uri="{FF2B5EF4-FFF2-40B4-BE49-F238E27FC236}">
                <a16:creationId xmlns:a16="http://schemas.microsoft.com/office/drawing/2014/main" id="{55E99381-985D-4E1E-A5C5-BDAD37946C7F}"/>
              </a:ext>
            </a:extLst>
          </p:cNvPr>
          <p:cNvSpPr>
            <a:spLocks noGrp="1"/>
          </p:cNvSpPr>
          <p:nvPr/>
        </p:nvSpPr>
        <p:spPr>
          <a:xfrm>
            <a:off x="3507077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01_find_only_584">
            <a:extLst>
              <a:ext uri="{FF2B5EF4-FFF2-40B4-BE49-F238E27FC236}">
                <a16:creationId xmlns:a16="http://schemas.microsoft.com/office/drawing/2014/main" id="{9900D3E7-3BCC-49FE-88A0-B2B47035F8B3}"/>
              </a:ext>
            </a:extLst>
          </p:cNvPr>
          <p:cNvSpPr>
            <a:spLocks noGrp="1"/>
          </p:cNvSpPr>
          <p:nvPr/>
        </p:nvSpPr>
        <p:spPr>
          <a:xfrm>
            <a:off x="35259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01_find_only_585">
            <a:extLst>
              <a:ext uri="{FF2B5EF4-FFF2-40B4-BE49-F238E27FC236}">
                <a16:creationId xmlns:a16="http://schemas.microsoft.com/office/drawing/2014/main" id="{D290F7EE-D94D-4B7B-9FEA-7CFDE4D0B852}"/>
              </a:ext>
            </a:extLst>
          </p:cNvPr>
          <p:cNvSpPr>
            <a:spLocks noGrp="1"/>
          </p:cNvSpPr>
          <p:nvPr/>
        </p:nvSpPr>
        <p:spPr>
          <a:xfrm>
            <a:off x="35625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01_find_only_586">
            <a:extLst>
              <a:ext uri="{FF2B5EF4-FFF2-40B4-BE49-F238E27FC236}">
                <a16:creationId xmlns:a16="http://schemas.microsoft.com/office/drawing/2014/main" id="{54DB583A-5FD1-491E-9488-335993DEE6AB}"/>
              </a:ext>
            </a:extLst>
          </p:cNvPr>
          <p:cNvSpPr>
            <a:spLocks noGrp="1"/>
          </p:cNvSpPr>
          <p:nvPr/>
        </p:nvSpPr>
        <p:spPr>
          <a:xfrm>
            <a:off x="352077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01_find_only_587">
            <a:extLst>
              <a:ext uri="{FF2B5EF4-FFF2-40B4-BE49-F238E27FC236}">
                <a16:creationId xmlns:a16="http://schemas.microsoft.com/office/drawing/2014/main" id="{031380E3-7C2B-4FA4-B63A-AB3869AAAB06}"/>
              </a:ext>
            </a:extLst>
          </p:cNvPr>
          <p:cNvSpPr>
            <a:spLocks noGrp="1"/>
          </p:cNvSpPr>
          <p:nvPr/>
        </p:nvSpPr>
        <p:spPr>
          <a:xfrm>
            <a:off x="354992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01_find_only_588">
            <a:extLst>
              <a:ext uri="{FF2B5EF4-FFF2-40B4-BE49-F238E27FC236}">
                <a16:creationId xmlns:a16="http://schemas.microsoft.com/office/drawing/2014/main" id="{9C85A31B-95A5-44E4-B133-3BED3ACDEC62}"/>
              </a:ext>
            </a:extLst>
          </p:cNvPr>
          <p:cNvSpPr>
            <a:spLocks noGrp="1"/>
          </p:cNvSpPr>
          <p:nvPr/>
        </p:nvSpPr>
        <p:spPr>
          <a:xfrm>
            <a:off x="35396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01_find_only_589">
            <a:extLst>
              <a:ext uri="{FF2B5EF4-FFF2-40B4-BE49-F238E27FC236}">
                <a16:creationId xmlns:a16="http://schemas.microsoft.com/office/drawing/2014/main" id="{E23595B3-9588-4479-B79F-6BED17D95906}"/>
              </a:ext>
            </a:extLst>
          </p:cNvPr>
          <p:cNvSpPr>
            <a:spLocks noGrp="1"/>
          </p:cNvSpPr>
          <p:nvPr/>
        </p:nvSpPr>
        <p:spPr>
          <a:xfrm>
            <a:off x="35878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01_find_only_590">
            <a:extLst>
              <a:ext uri="{FF2B5EF4-FFF2-40B4-BE49-F238E27FC236}">
                <a16:creationId xmlns:a16="http://schemas.microsoft.com/office/drawing/2014/main" id="{006F7107-2572-4A97-8B99-97447FD23415}"/>
              </a:ext>
            </a:extLst>
          </p:cNvPr>
          <p:cNvSpPr>
            <a:spLocks noGrp="1"/>
          </p:cNvSpPr>
          <p:nvPr/>
        </p:nvSpPr>
        <p:spPr>
          <a:xfrm>
            <a:off x="3530005" y="414785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01_find_only_591">
            <a:extLst>
              <a:ext uri="{FF2B5EF4-FFF2-40B4-BE49-F238E27FC236}">
                <a16:creationId xmlns:a16="http://schemas.microsoft.com/office/drawing/2014/main" id="{A448D0EC-5A50-4F11-B689-FF42E3E2F315}"/>
              </a:ext>
            </a:extLst>
          </p:cNvPr>
          <p:cNvSpPr>
            <a:spLocks noGrp="1"/>
          </p:cNvSpPr>
          <p:nvPr/>
        </p:nvSpPr>
        <p:spPr>
          <a:xfrm>
            <a:off x="356993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01_find_only_592">
            <a:extLst>
              <a:ext uri="{FF2B5EF4-FFF2-40B4-BE49-F238E27FC236}">
                <a16:creationId xmlns:a16="http://schemas.microsoft.com/office/drawing/2014/main" id="{F5AA103A-6A72-443B-A73D-E7BC02117404}"/>
              </a:ext>
            </a:extLst>
          </p:cNvPr>
          <p:cNvSpPr>
            <a:spLocks noGrp="1"/>
          </p:cNvSpPr>
          <p:nvPr/>
        </p:nvSpPr>
        <p:spPr>
          <a:xfrm>
            <a:off x="357236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01_find_only_593">
            <a:extLst>
              <a:ext uri="{FF2B5EF4-FFF2-40B4-BE49-F238E27FC236}">
                <a16:creationId xmlns:a16="http://schemas.microsoft.com/office/drawing/2014/main" id="{FE5E2BE9-70D4-4429-9CC8-A62C35BD8D94}"/>
              </a:ext>
            </a:extLst>
          </p:cNvPr>
          <p:cNvSpPr>
            <a:spLocks noGrp="1"/>
          </p:cNvSpPr>
          <p:nvPr/>
        </p:nvSpPr>
        <p:spPr>
          <a:xfrm>
            <a:off x="350736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01_find_only_594">
            <a:extLst>
              <a:ext uri="{FF2B5EF4-FFF2-40B4-BE49-F238E27FC236}">
                <a16:creationId xmlns:a16="http://schemas.microsoft.com/office/drawing/2014/main" id="{8D2707CF-68B2-4D36-8D10-4E98BBF7E057}"/>
              </a:ext>
            </a:extLst>
          </p:cNvPr>
          <p:cNvSpPr>
            <a:spLocks noGrp="1"/>
          </p:cNvSpPr>
          <p:nvPr/>
        </p:nvSpPr>
        <p:spPr>
          <a:xfrm>
            <a:off x="35865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01_find_only_595">
            <a:extLst>
              <a:ext uri="{FF2B5EF4-FFF2-40B4-BE49-F238E27FC236}">
                <a16:creationId xmlns:a16="http://schemas.microsoft.com/office/drawing/2014/main" id="{5B1711EA-D2FA-43AD-BE6C-CC4470EAA7DD}"/>
              </a:ext>
            </a:extLst>
          </p:cNvPr>
          <p:cNvSpPr>
            <a:spLocks noGrp="1"/>
          </p:cNvSpPr>
          <p:nvPr/>
        </p:nvSpPr>
        <p:spPr>
          <a:xfrm>
            <a:off x="35050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01_find_only_596">
            <a:extLst>
              <a:ext uri="{FF2B5EF4-FFF2-40B4-BE49-F238E27FC236}">
                <a16:creationId xmlns:a16="http://schemas.microsoft.com/office/drawing/2014/main" id="{FBA5D376-4BFD-4CFF-85FE-AB057CEF80F7}"/>
              </a:ext>
            </a:extLst>
          </p:cNvPr>
          <p:cNvSpPr>
            <a:spLocks noGrp="1"/>
          </p:cNvSpPr>
          <p:nvPr/>
        </p:nvSpPr>
        <p:spPr>
          <a:xfrm>
            <a:off x="35863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01_find_only_597">
            <a:extLst>
              <a:ext uri="{FF2B5EF4-FFF2-40B4-BE49-F238E27FC236}">
                <a16:creationId xmlns:a16="http://schemas.microsoft.com/office/drawing/2014/main" id="{B06E4DFD-DF1D-42D7-8CC3-B9C9A5FB4C13}"/>
              </a:ext>
            </a:extLst>
          </p:cNvPr>
          <p:cNvSpPr>
            <a:spLocks noGrp="1"/>
          </p:cNvSpPr>
          <p:nvPr/>
        </p:nvSpPr>
        <p:spPr>
          <a:xfrm>
            <a:off x="359577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01_find_only_598">
            <a:extLst>
              <a:ext uri="{FF2B5EF4-FFF2-40B4-BE49-F238E27FC236}">
                <a16:creationId xmlns:a16="http://schemas.microsoft.com/office/drawing/2014/main" id="{9E9F4A7E-6CCE-423C-9E8B-4AA77B77362D}"/>
              </a:ext>
            </a:extLst>
          </p:cNvPr>
          <p:cNvSpPr>
            <a:spLocks noGrp="1"/>
          </p:cNvSpPr>
          <p:nvPr/>
        </p:nvSpPr>
        <p:spPr>
          <a:xfrm>
            <a:off x="35631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01_find_only_599">
            <a:extLst>
              <a:ext uri="{FF2B5EF4-FFF2-40B4-BE49-F238E27FC236}">
                <a16:creationId xmlns:a16="http://schemas.microsoft.com/office/drawing/2014/main" id="{F30D36C3-10FA-44D5-BF20-CF8CA57E8AA8}"/>
              </a:ext>
            </a:extLst>
          </p:cNvPr>
          <p:cNvSpPr>
            <a:spLocks noGrp="1"/>
          </p:cNvSpPr>
          <p:nvPr/>
        </p:nvSpPr>
        <p:spPr>
          <a:xfrm>
            <a:off x="35339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01_find_only_600">
            <a:extLst>
              <a:ext uri="{FF2B5EF4-FFF2-40B4-BE49-F238E27FC236}">
                <a16:creationId xmlns:a16="http://schemas.microsoft.com/office/drawing/2014/main" id="{9E395609-BB72-4D1A-9F7C-C50B278A7440}"/>
              </a:ext>
            </a:extLst>
          </p:cNvPr>
          <p:cNvSpPr>
            <a:spLocks noGrp="1"/>
          </p:cNvSpPr>
          <p:nvPr/>
        </p:nvSpPr>
        <p:spPr>
          <a:xfrm>
            <a:off x="357469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01_find_only_601">
            <a:extLst>
              <a:ext uri="{FF2B5EF4-FFF2-40B4-BE49-F238E27FC236}">
                <a16:creationId xmlns:a16="http://schemas.microsoft.com/office/drawing/2014/main" id="{E73CFA3E-28F2-48A3-962F-5E88A1389F98}"/>
              </a:ext>
            </a:extLst>
          </p:cNvPr>
          <p:cNvSpPr>
            <a:spLocks noGrp="1"/>
          </p:cNvSpPr>
          <p:nvPr/>
        </p:nvSpPr>
        <p:spPr>
          <a:xfrm>
            <a:off x="35252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01_find_only_602">
            <a:extLst>
              <a:ext uri="{FF2B5EF4-FFF2-40B4-BE49-F238E27FC236}">
                <a16:creationId xmlns:a16="http://schemas.microsoft.com/office/drawing/2014/main" id="{C93EA0C0-86AB-41CA-AA69-EB395CB85520}"/>
              </a:ext>
            </a:extLst>
          </p:cNvPr>
          <p:cNvSpPr>
            <a:spLocks noGrp="1"/>
          </p:cNvSpPr>
          <p:nvPr/>
        </p:nvSpPr>
        <p:spPr>
          <a:xfrm>
            <a:off x="35502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01_find_only_603">
            <a:extLst>
              <a:ext uri="{FF2B5EF4-FFF2-40B4-BE49-F238E27FC236}">
                <a16:creationId xmlns:a16="http://schemas.microsoft.com/office/drawing/2014/main" id="{4D75D0F4-F023-46C6-B097-2A282400EE54}"/>
              </a:ext>
            </a:extLst>
          </p:cNvPr>
          <p:cNvSpPr>
            <a:spLocks noGrp="1"/>
          </p:cNvSpPr>
          <p:nvPr/>
        </p:nvSpPr>
        <p:spPr>
          <a:xfrm>
            <a:off x="35502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01_find_only_604">
            <a:extLst>
              <a:ext uri="{FF2B5EF4-FFF2-40B4-BE49-F238E27FC236}">
                <a16:creationId xmlns:a16="http://schemas.microsoft.com/office/drawing/2014/main" id="{487C9F61-5609-4843-9C65-2DFF8BC56F1F}"/>
              </a:ext>
            </a:extLst>
          </p:cNvPr>
          <p:cNvSpPr>
            <a:spLocks noGrp="1"/>
          </p:cNvSpPr>
          <p:nvPr/>
        </p:nvSpPr>
        <p:spPr>
          <a:xfrm>
            <a:off x="3521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01_find_only_605">
            <a:extLst>
              <a:ext uri="{FF2B5EF4-FFF2-40B4-BE49-F238E27FC236}">
                <a16:creationId xmlns:a16="http://schemas.microsoft.com/office/drawing/2014/main" id="{3E59B504-7273-40D0-91D2-CCE7815A16BC}"/>
              </a:ext>
            </a:extLst>
          </p:cNvPr>
          <p:cNvSpPr>
            <a:spLocks noGrp="1"/>
          </p:cNvSpPr>
          <p:nvPr/>
        </p:nvSpPr>
        <p:spPr>
          <a:xfrm>
            <a:off x="35887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01_find_only_606">
            <a:extLst>
              <a:ext uri="{FF2B5EF4-FFF2-40B4-BE49-F238E27FC236}">
                <a16:creationId xmlns:a16="http://schemas.microsoft.com/office/drawing/2014/main" id="{8F734C9B-5AF5-424B-B282-C22E86673481}"/>
              </a:ext>
            </a:extLst>
          </p:cNvPr>
          <p:cNvSpPr>
            <a:spLocks noGrp="1"/>
          </p:cNvSpPr>
          <p:nvPr/>
        </p:nvSpPr>
        <p:spPr>
          <a:xfrm>
            <a:off x="353563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01_find_only_607">
            <a:extLst>
              <a:ext uri="{FF2B5EF4-FFF2-40B4-BE49-F238E27FC236}">
                <a16:creationId xmlns:a16="http://schemas.microsoft.com/office/drawing/2014/main" id="{EEDAA5D1-FA12-4233-A706-509D18E10A8B}"/>
              </a:ext>
            </a:extLst>
          </p:cNvPr>
          <p:cNvSpPr>
            <a:spLocks noGrp="1"/>
          </p:cNvSpPr>
          <p:nvPr/>
        </p:nvSpPr>
        <p:spPr>
          <a:xfrm>
            <a:off x="35450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01_find_only_608">
            <a:extLst>
              <a:ext uri="{FF2B5EF4-FFF2-40B4-BE49-F238E27FC236}">
                <a16:creationId xmlns:a16="http://schemas.microsoft.com/office/drawing/2014/main" id="{91C81AE4-B5CB-4E93-BC31-5243046FBCFD}"/>
              </a:ext>
            </a:extLst>
          </p:cNvPr>
          <p:cNvSpPr>
            <a:spLocks noGrp="1"/>
          </p:cNvSpPr>
          <p:nvPr/>
        </p:nvSpPr>
        <p:spPr>
          <a:xfrm>
            <a:off x="35981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01_find_only_609">
            <a:extLst>
              <a:ext uri="{FF2B5EF4-FFF2-40B4-BE49-F238E27FC236}">
                <a16:creationId xmlns:a16="http://schemas.microsoft.com/office/drawing/2014/main" id="{57B9119B-A666-4DBF-B1C3-02ADD9FD5EE4}"/>
              </a:ext>
            </a:extLst>
          </p:cNvPr>
          <p:cNvSpPr>
            <a:spLocks noGrp="1"/>
          </p:cNvSpPr>
          <p:nvPr/>
        </p:nvSpPr>
        <p:spPr>
          <a:xfrm>
            <a:off x="35689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01_find_only_610">
            <a:extLst>
              <a:ext uri="{FF2B5EF4-FFF2-40B4-BE49-F238E27FC236}">
                <a16:creationId xmlns:a16="http://schemas.microsoft.com/office/drawing/2014/main" id="{5BEEAE2F-BA3C-47B9-A9CB-A933512067A1}"/>
              </a:ext>
            </a:extLst>
          </p:cNvPr>
          <p:cNvSpPr>
            <a:spLocks noGrp="1"/>
          </p:cNvSpPr>
          <p:nvPr/>
        </p:nvSpPr>
        <p:spPr>
          <a:xfrm>
            <a:off x="3594609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01_find_only_611">
            <a:extLst>
              <a:ext uri="{FF2B5EF4-FFF2-40B4-BE49-F238E27FC236}">
                <a16:creationId xmlns:a16="http://schemas.microsoft.com/office/drawing/2014/main" id="{A04694F9-028F-49CD-B712-3C8BA9C6A6CB}"/>
              </a:ext>
            </a:extLst>
          </p:cNvPr>
          <p:cNvSpPr>
            <a:spLocks noGrp="1"/>
          </p:cNvSpPr>
          <p:nvPr/>
        </p:nvSpPr>
        <p:spPr>
          <a:xfrm>
            <a:off x="3508728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01_find_only_612">
            <a:extLst>
              <a:ext uri="{FF2B5EF4-FFF2-40B4-BE49-F238E27FC236}">
                <a16:creationId xmlns:a16="http://schemas.microsoft.com/office/drawing/2014/main" id="{5D57599F-D737-4E16-AB20-DA5B1B35B3A6}"/>
              </a:ext>
            </a:extLst>
          </p:cNvPr>
          <p:cNvSpPr>
            <a:spLocks noGrp="1"/>
          </p:cNvSpPr>
          <p:nvPr/>
        </p:nvSpPr>
        <p:spPr>
          <a:xfrm>
            <a:off x="35874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01_find_only_613">
            <a:extLst>
              <a:ext uri="{FF2B5EF4-FFF2-40B4-BE49-F238E27FC236}">
                <a16:creationId xmlns:a16="http://schemas.microsoft.com/office/drawing/2014/main" id="{D2A1A0A5-33C3-434B-BF7E-9BBBA6A885FB}"/>
              </a:ext>
            </a:extLst>
          </p:cNvPr>
          <p:cNvSpPr>
            <a:spLocks noGrp="1"/>
          </p:cNvSpPr>
          <p:nvPr/>
        </p:nvSpPr>
        <p:spPr>
          <a:xfrm>
            <a:off x="357459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01_find_only_614">
            <a:extLst>
              <a:ext uri="{FF2B5EF4-FFF2-40B4-BE49-F238E27FC236}">
                <a16:creationId xmlns:a16="http://schemas.microsoft.com/office/drawing/2014/main" id="{A72295BA-BB64-4F08-A690-86C4A766FE35}"/>
              </a:ext>
            </a:extLst>
          </p:cNvPr>
          <p:cNvSpPr>
            <a:spLocks noGrp="1"/>
          </p:cNvSpPr>
          <p:nvPr/>
        </p:nvSpPr>
        <p:spPr>
          <a:xfrm>
            <a:off x="35410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01_find_only_615">
            <a:extLst>
              <a:ext uri="{FF2B5EF4-FFF2-40B4-BE49-F238E27FC236}">
                <a16:creationId xmlns:a16="http://schemas.microsoft.com/office/drawing/2014/main" id="{16380848-FA26-4112-A457-395B53EACE80}"/>
              </a:ext>
            </a:extLst>
          </p:cNvPr>
          <p:cNvSpPr>
            <a:spLocks noGrp="1"/>
          </p:cNvSpPr>
          <p:nvPr/>
        </p:nvSpPr>
        <p:spPr>
          <a:xfrm>
            <a:off x="357838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01_find_only_616">
            <a:extLst>
              <a:ext uri="{FF2B5EF4-FFF2-40B4-BE49-F238E27FC236}">
                <a16:creationId xmlns:a16="http://schemas.microsoft.com/office/drawing/2014/main" id="{FECFFAC4-9B88-4330-9862-7C9050E96AD5}"/>
              </a:ext>
            </a:extLst>
          </p:cNvPr>
          <p:cNvSpPr>
            <a:spLocks noGrp="1"/>
          </p:cNvSpPr>
          <p:nvPr/>
        </p:nvSpPr>
        <p:spPr>
          <a:xfrm>
            <a:off x="359859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01_find_only_617">
            <a:extLst>
              <a:ext uri="{FF2B5EF4-FFF2-40B4-BE49-F238E27FC236}">
                <a16:creationId xmlns:a16="http://schemas.microsoft.com/office/drawing/2014/main" id="{54364450-1B26-4A95-BBD8-C8187E7FD357}"/>
              </a:ext>
            </a:extLst>
          </p:cNvPr>
          <p:cNvSpPr>
            <a:spLocks noGrp="1"/>
          </p:cNvSpPr>
          <p:nvPr/>
        </p:nvSpPr>
        <p:spPr>
          <a:xfrm>
            <a:off x="356818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01_find_only_618">
            <a:extLst>
              <a:ext uri="{FF2B5EF4-FFF2-40B4-BE49-F238E27FC236}">
                <a16:creationId xmlns:a16="http://schemas.microsoft.com/office/drawing/2014/main" id="{34E489C0-4729-4340-B6C6-5EC8530B9C55}"/>
              </a:ext>
            </a:extLst>
          </p:cNvPr>
          <p:cNvSpPr>
            <a:spLocks noGrp="1"/>
          </p:cNvSpPr>
          <p:nvPr/>
        </p:nvSpPr>
        <p:spPr>
          <a:xfrm>
            <a:off x="35756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01_find_only_619">
            <a:extLst>
              <a:ext uri="{FF2B5EF4-FFF2-40B4-BE49-F238E27FC236}">
                <a16:creationId xmlns:a16="http://schemas.microsoft.com/office/drawing/2014/main" id="{F292B8DF-401B-415E-908A-A56C2DC06963}"/>
              </a:ext>
            </a:extLst>
          </p:cNvPr>
          <p:cNvSpPr>
            <a:spLocks noGrp="1"/>
          </p:cNvSpPr>
          <p:nvPr/>
        </p:nvSpPr>
        <p:spPr>
          <a:xfrm>
            <a:off x="3574791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01_find_only_620">
            <a:extLst>
              <a:ext uri="{FF2B5EF4-FFF2-40B4-BE49-F238E27FC236}">
                <a16:creationId xmlns:a16="http://schemas.microsoft.com/office/drawing/2014/main" id="{7F47F44C-CB8E-4998-801B-0C3D4564A3C5}"/>
              </a:ext>
            </a:extLst>
          </p:cNvPr>
          <p:cNvSpPr>
            <a:spLocks noGrp="1"/>
          </p:cNvSpPr>
          <p:nvPr/>
        </p:nvSpPr>
        <p:spPr>
          <a:xfrm>
            <a:off x="355924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01_find_only_621">
            <a:extLst>
              <a:ext uri="{FF2B5EF4-FFF2-40B4-BE49-F238E27FC236}">
                <a16:creationId xmlns:a16="http://schemas.microsoft.com/office/drawing/2014/main" id="{85182346-57A2-429A-BA2D-4C2F503D84A2}"/>
              </a:ext>
            </a:extLst>
          </p:cNvPr>
          <p:cNvSpPr>
            <a:spLocks noGrp="1"/>
          </p:cNvSpPr>
          <p:nvPr/>
        </p:nvSpPr>
        <p:spPr>
          <a:xfrm>
            <a:off x="353214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01_find_only_622">
            <a:extLst>
              <a:ext uri="{FF2B5EF4-FFF2-40B4-BE49-F238E27FC236}">
                <a16:creationId xmlns:a16="http://schemas.microsoft.com/office/drawing/2014/main" id="{F5230032-51D7-46D8-B1B1-6745B83F81E9}"/>
              </a:ext>
            </a:extLst>
          </p:cNvPr>
          <p:cNvSpPr>
            <a:spLocks noGrp="1"/>
          </p:cNvSpPr>
          <p:nvPr/>
        </p:nvSpPr>
        <p:spPr>
          <a:xfrm>
            <a:off x="359179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01_find_only_623">
            <a:extLst>
              <a:ext uri="{FF2B5EF4-FFF2-40B4-BE49-F238E27FC236}">
                <a16:creationId xmlns:a16="http://schemas.microsoft.com/office/drawing/2014/main" id="{8AB58B69-4F6E-49CF-96C9-9108430FEE68}"/>
              </a:ext>
            </a:extLst>
          </p:cNvPr>
          <p:cNvSpPr>
            <a:spLocks noGrp="1"/>
          </p:cNvSpPr>
          <p:nvPr/>
        </p:nvSpPr>
        <p:spPr>
          <a:xfrm>
            <a:off x="352184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01_find_only_624">
            <a:extLst>
              <a:ext uri="{FF2B5EF4-FFF2-40B4-BE49-F238E27FC236}">
                <a16:creationId xmlns:a16="http://schemas.microsoft.com/office/drawing/2014/main" id="{93FB3229-EFFA-4574-9848-D0EB9E47B104}"/>
              </a:ext>
            </a:extLst>
          </p:cNvPr>
          <p:cNvSpPr>
            <a:spLocks noGrp="1"/>
          </p:cNvSpPr>
          <p:nvPr/>
        </p:nvSpPr>
        <p:spPr>
          <a:xfrm>
            <a:off x="3521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01_find_only_625">
            <a:extLst>
              <a:ext uri="{FF2B5EF4-FFF2-40B4-BE49-F238E27FC236}">
                <a16:creationId xmlns:a16="http://schemas.microsoft.com/office/drawing/2014/main" id="{79A5C756-BEC2-4D99-B8C5-77EB3E77AE76}"/>
              </a:ext>
            </a:extLst>
          </p:cNvPr>
          <p:cNvSpPr>
            <a:spLocks noGrp="1"/>
          </p:cNvSpPr>
          <p:nvPr/>
        </p:nvSpPr>
        <p:spPr>
          <a:xfrm>
            <a:off x="35254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01_find_only_626">
            <a:extLst>
              <a:ext uri="{FF2B5EF4-FFF2-40B4-BE49-F238E27FC236}">
                <a16:creationId xmlns:a16="http://schemas.microsoft.com/office/drawing/2014/main" id="{F29CC810-1D0E-4949-8FA2-F89B08BF2BC1}"/>
              </a:ext>
            </a:extLst>
          </p:cNvPr>
          <p:cNvSpPr>
            <a:spLocks noGrp="1"/>
          </p:cNvSpPr>
          <p:nvPr/>
        </p:nvSpPr>
        <p:spPr>
          <a:xfrm>
            <a:off x="359315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01_find_only_627">
            <a:extLst>
              <a:ext uri="{FF2B5EF4-FFF2-40B4-BE49-F238E27FC236}">
                <a16:creationId xmlns:a16="http://schemas.microsoft.com/office/drawing/2014/main" id="{37F6848C-867C-44D4-9994-8223C02E8231}"/>
              </a:ext>
            </a:extLst>
          </p:cNvPr>
          <p:cNvSpPr>
            <a:spLocks noGrp="1"/>
          </p:cNvSpPr>
          <p:nvPr/>
        </p:nvSpPr>
        <p:spPr>
          <a:xfrm>
            <a:off x="3582854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01_find_only_628">
            <a:extLst>
              <a:ext uri="{FF2B5EF4-FFF2-40B4-BE49-F238E27FC236}">
                <a16:creationId xmlns:a16="http://schemas.microsoft.com/office/drawing/2014/main" id="{44C80C4D-1FF2-4EC8-8A42-4626681D2B2D}"/>
              </a:ext>
            </a:extLst>
          </p:cNvPr>
          <p:cNvSpPr>
            <a:spLocks noGrp="1"/>
          </p:cNvSpPr>
          <p:nvPr/>
        </p:nvSpPr>
        <p:spPr>
          <a:xfrm>
            <a:off x="35870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01_find_only_629">
            <a:extLst>
              <a:ext uri="{FF2B5EF4-FFF2-40B4-BE49-F238E27FC236}">
                <a16:creationId xmlns:a16="http://schemas.microsoft.com/office/drawing/2014/main" id="{8149CDE8-A8C1-4833-997E-DC0E668275B2}"/>
              </a:ext>
            </a:extLst>
          </p:cNvPr>
          <p:cNvSpPr>
            <a:spLocks noGrp="1"/>
          </p:cNvSpPr>
          <p:nvPr/>
        </p:nvSpPr>
        <p:spPr>
          <a:xfrm>
            <a:off x="35749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01_find_only_630">
            <a:extLst>
              <a:ext uri="{FF2B5EF4-FFF2-40B4-BE49-F238E27FC236}">
                <a16:creationId xmlns:a16="http://schemas.microsoft.com/office/drawing/2014/main" id="{1AC9FD92-DBAB-45EE-8849-C3CE1BC42D5F}"/>
              </a:ext>
            </a:extLst>
          </p:cNvPr>
          <p:cNvSpPr>
            <a:spLocks noGrp="1"/>
          </p:cNvSpPr>
          <p:nvPr/>
        </p:nvSpPr>
        <p:spPr>
          <a:xfrm>
            <a:off x="35824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01_find_only_631">
            <a:extLst>
              <a:ext uri="{FF2B5EF4-FFF2-40B4-BE49-F238E27FC236}">
                <a16:creationId xmlns:a16="http://schemas.microsoft.com/office/drawing/2014/main" id="{A1F4B928-9719-4449-BF88-A8057278CFA3}"/>
              </a:ext>
            </a:extLst>
          </p:cNvPr>
          <p:cNvSpPr>
            <a:spLocks noGrp="1"/>
          </p:cNvSpPr>
          <p:nvPr/>
        </p:nvSpPr>
        <p:spPr>
          <a:xfrm>
            <a:off x="35908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01_find_only_632">
            <a:extLst>
              <a:ext uri="{FF2B5EF4-FFF2-40B4-BE49-F238E27FC236}">
                <a16:creationId xmlns:a16="http://schemas.microsoft.com/office/drawing/2014/main" id="{528662C7-92F6-48A5-85CD-EE8760CBDCEA}"/>
              </a:ext>
            </a:extLst>
          </p:cNvPr>
          <p:cNvSpPr>
            <a:spLocks noGrp="1"/>
          </p:cNvSpPr>
          <p:nvPr/>
        </p:nvSpPr>
        <p:spPr>
          <a:xfrm>
            <a:off x="35195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01_find_only_633">
            <a:extLst>
              <a:ext uri="{FF2B5EF4-FFF2-40B4-BE49-F238E27FC236}">
                <a16:creationId xmlns:a16="http://schemas.microsoft.com/office/drawing/2014/main" id="{81C7EB4C-A69D-4024-BDE5-BE324DB0C99B}"/>
              </a:ext>
            </a:extLst>
          </p:cNvPr>
          <p:cNvSpPr>
            <a:spLocks noGrp="1"/>
          </p:cNvSpPr>
          <p:nvPr/>
        </p:nvSpPr>
        <p:spPr>
          <a:xfrm>
            <a:off x="35271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01_find_only_634">
            <a:extLst>
              <a:ext uri="{FF2B5EF4-FFF2-40B4-BE49-F238E27FC236}">
                <a16:creationId xmlns:a16="http://schemas.microsoft.com/office/drawing/2014/main" id="{EC135D46-B16B-4E71-BB3F-D1834ED3E12F}"/>
              </a:ext>
            </a:extLst>
          </p:cNvPr>
          <p:cNvSpPr>
            <a:spLocks noGrp="1"/>
          </p:cNvSpPr>
          <p:nvPr/>
        </p:nvSpPr>
        <p:spPr>
          <a:xfrm>
            <a:off x="35733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01_find_only_635">
            <a:extLst>
              <a:ext uri="{FF2B5EF4-FFF2-40B4-BE49-F238E27FC236}">
                <a16:creationId xmlns:a16="http://schemas.microsoft.com/office/drawing/2014/main" id="{80F3EA81-37C3-449B-8AFD-08ABAC830C97}"/>
              </a:ext>
            </a:extLst>
          </p:cNvPr>
          <p:cNvSpPr>
            <a:spLocks noGrp="1"/>
          </p:cNvSpPr>
          <p:nvPr/>
        </p:nvSpPr>
        <p:spPr>
          <a:xfrm>
            <a:off x="35244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01_find_only_636">
            <a:extLst>
              <a:ext uri="{FF2B5EF4-FFF2-40B4-BE49-F238E27FC236}">
                <a16:creationId xmlns:a16="http://schemas.microsoft.com/office/drawing/2014/main" id="{B3F31C65-12BD-4334-8B79-38948C7C5B4A}"/>
              </a:ext>
            </a:extLst>
          </p:cNvPr>
          <p:cNvSpPr>
            <a:spLocks noGrp="1"/>
          </p:cNvSpPr>
          <p:nvPr/>
        </p:nvSpPr>
        <p:spPr>
          <a:xfrm>
            <a:off x="3533890" y="318915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01_find_only_637">
            <a:extLst>
              <a:ext uri="{FF2B5EF4-FFF2-40B4-BE49-F238E27FC236}">
                <a16:creationId xmlns:a16="http://schemas.microsoft.com/office/drawing/2014/main" id="{D5C8B91B-4A0C-4977-882C-99B761539860}"/>
              </a:ext>
            </a:extLst>
          </p:cNvPr>
          <p:cNvSpPr>
            <a:spLocks noGrp="1"/>
          </p:cNvSpPr>
          <p:nvPr/>
        </p:nvSpPr>
        <p:spPr>
          <a:xfrm>
            <a:off x="35179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01_find_only_638">
            <a:extLst>
              <a:ext uri="{FF2B5EF4-FFF2-40B4-BE49-F238E27FC236}">
                <a16:creationId xmlns:a16="http://schemas.microsoft.com/office/drawing/2014/main" id="{56426A7D-3D64-46FB-8B83-1BFB43D346A3}"/>
              </a:ext>
            </a:extLst>
          </p:cNvPr>
          <p:cNvSpPr>
            <a:spLocks noGrp="1"/>
          </p:cNvSpPr>
          <p:nvPr/>
        </p:nvSpPr>
        <p:spPr>
          <a:xfrm>
            <a:off x="35282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01_find_only_639">
            <a:extLst>
              <a:ext uri="{FF2B5EF4-FFF2-40B4-BE49-F238E27FC236}">
                <a16:creationId xmlns:a16="http://schemas.microsoft.com/office/drawing/2014/main" id="{A18E76D3-7686-479D-9394-89C3A4FB46D2}"/>
              </a:ext>
            </a:extLst>
          </p:cNvPr>
          <p:cNvSpPr>
            <a:spLocks noGrp="1"/>
          </p:cNvSpPr>
          <p:nvPr/>
        </p:nvSpPr>
        <p:spPr>
          <a:xfrm>
            <a:off x="3532045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01_find_only_640">
            <a:extLst>
              <a:ext uri="{FF2B5EF4-FFF2-40B4-BE49-F238E27FC236}">
                <a16:creationId xmlns:a16="http://schemas.microsoft.com/office/drawing/2014/main" id="{031BA341-216F-4774-AAEA-59DA6E9EECF0}"/>
              </a:ext>
            </a:extLst>
          </p:cNvPr>
          <p:cNvSpPr>
            <a:spLocks noGrp="1"/>
          </p:cNvSpPr>
          <p:nvPr/>
        </p:nvSpPr>
        <p:spPr>
          <a:xfrm>
            <a:off x="359237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01_find_only_641">
            <a:extLst>
              <a:ext uri="{FF2B5EF4-FFF2-40B4-BE49-F238E27FC236}">
                <a16:creationId xmlns:a16="http://schemas.microsoft.com/office/drawing/2014/main" id="{B5AD8ABC-C989-475A-B0A9-69526D9026E6}"/>
              </a:ext>
            </a:extLst>
          </p:cNvPr>
          <p:cNvSpPr>
            <a:spLocks noGrp="1"/>
          </p:cNvSpPr>
          <p:nvPr/>
        </p:nvSpPr>
        <p:spPr>
          <a:xfrm>
            <a:off x="35511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01_find_only_642">
            <a:extLst>
              <a:ext uri="{FF2B5EF4-FFF2-40B4-BE49-F238E27FC236}">
                <a16:creationId xmlns:a16="http://schemas.microsoft.com/office/drawing/2014/main" id="{6AF2F2A3-1835-4889-8513-09C3A729AC0C}"/>
              </a:ext>
            </a:extLst>
          </p:cNvPr>
          <p:cNvSpPr>
            <a:spLocks noGrp="1"/>
          </p:cNvSpPr>
          <p:nvPr/>
        </p:nvSpPr>
        <p:spPr>
          <a:xfrm>
            <a:off x="351951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01_find_only_643">
            <a:extLst>
              <a:ext uri="{FF2B5EF4-FFF2-40B4-BE49-F238E27FC236}">
                <a16:creationId xmlns:a16="http://schemas.microsoft.com/office/drawing/2014/main" id="{6D9909BE-D2D5-44DB-AB60-DFDAD0B5AAF9}"/>
              </a:ext>
            </a:extLst>
          </p:cNvPr>
          <p:cNvSpPr>
            <a:spLocks noGrp="1"/>
          </p:cNvSpPr>
          <p:nvPr/>
        </p:nvSpPr>
        <p:spPr>
          <a:xfrm>
            <a:off x="3533599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01_find_only_644">
            <a:extLst>
              <a:ext uri="{FF2B5EF4-FFF2-40B4-BE49-F238E27FC236}">
                <a16:creationId xmlns:a16="http://schemas.microsoft.com/office/drawing/2014/main" id="{9E65615D-BEFE-4037-9FBF-63B6A05ECA7C}"/>
              </a:ext>
            </a:extLst>
          </p:cNvPr>
          <p:cNvSpPr>
            <a:spLocks noGrp="1"/>
          </p:cNvSpPr>
          <p:nvPr/>
        </p:nvSpPr>
        <p:spPr>
          <a:xfrm>
            <a:off x="3587324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01_find_only_645">
            <a:extLst>
              <a:ext uri="{FF2B5EF4-FFF2-40B4-BE49-F238E27FC236}">
                <a16:creationId xmlns:a16="http://schemas.microsoft.com/office/drawing/2014/main" id="{0D2294EB-DE60-4390-AFF5-1347CF03AB16}"/>
              </a:ext>
            </a:extLst>
          </p:cNvPr>
          <p:cNvSpPr>
            <a:spLocks noGrp="1"/>
          </p:cNvSpPr>
          <p:nvPr/>
        </p:nvSpPr>
        <p:spPr>
          <a:xfrm>
            <a:off x="356896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01_find_only_646">
            <a:extLst>
              <a:ext uri="{FF2B5EF4-FFF2-40B4-BE49-F238E27FC236}">
                <a16:creationId xmlns:a16="http://schemas.microsoft.com/office/drawing/2014/main" id="{F89D4C80-A418-4191-88B9-B06A2CDE813F}"/>
              </a:ext>
            </a:extLst>
          </p:cNvPr>
          <p:cNvSpPr>
            <a:spLocks noGrp="1"/>
          </p:cNvSpPr>
          <p:nvPr/>
        </p:nvSpPr>
        <p:spPr>
          <a:xfrm>
            <a:off x="3586935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01_find_only_647">
            <a:extLst>
              <a:ext uri="{FF2B5EF4-FFF2-40B4-BE49-F238E27FC236}">
                <a16:creationId xmlns:a16="http://schemas.microsoft.com/office/drawing/2014/main" id="{224F5583-9829-46BA-A8AD-B483F3DDD3AC}"/>
              </a:ext>
            </a:extLst>
          </p:cNvPr>
          <p:cNvSpPr>
            <a:spLocks noGrp="1"/>
          </p:cNvSpPr>
          <p:nvPr/>
        </p:nvSpPr>
        <p:spPr>
          <a:xfrm>
            <a:off x="3525438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01_find_only_648">
            <a:extLst>
              <a:ext uri="{FF2B5EF4-FFF2-40B4-BE49-F238E27FC236}">
                <a16:creationId xmlns:a16="http://schemas.microsoft.com/office/drawing/2014/main" id="{C7369C32-21D0-4951-A009-243A1A52D375}"/>
              </a:ext>
            </a:extLst>
          </p:cNvPr>
          <p:cNvSpPr>
            <a:spLocks noGrp="1"/>
          </p:cNvSpPr>
          <p:nvPr/>
        </p:nvSpPr>
        <p:spPr>
          <a:xfrm>
            <a:off x="3543703" y="322013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01_find_only_649">
            <a:extLst>
              <a:ext uri="{FF2B5EF4-FFF2-40B4-BE49-F238E27FC236}">
                <a16:creationId xmlns:a16="http://schemas.microsoft.com/office/drawing/2014/main" id="{EE5C4805-D17D-480A-9FBA-B5F2C83A141B}"/>
              </a:ext>
            </a:extLst>
          </p:cNvPr>
          <p:cNvSpPr>
            <a:spLocks noGrp="1"/>
          </p:cNvSpPr>
          <p:nvPr/>
        </p:nvSpPr>
        <p:spPr>
          <a:xfrm>
            <a:off x="3587615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01_find_only_650">
            <a:extLst>
              <a:ext uri="{FF2B5EF4-FFF2-40B4-BE49-F238E27FC236}">
                <a16:creationId xmlns:a16="http://schemas.microsoft.com/office/drawing/2014/main" id="{6014070D-D68C-4E42-85DA-FF2A49F747B8}"/>
              </a:ext>
            </a:extLst>
          </p:cNvPr>
          <p:cNvSpPr>
            <a:spLocks noGrp="1"/>
          </p:cNvSpPr>
          <p:nvPr/>
        </p:nvSpPr>
        <p:spPr>
          <a:xfrm>
            <a:off x="35877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01_find_only_651">
            <a:extLst>
              <a:ext uri="{FF2B5EF4-FFF2-40B4-BE49-F238E27FC236}">
                <a16:creationId xmlns:a16="http://schemas.microsoft.com/office/drawing/2014/main" id="{F5870615-29DD-4C12-9662-D2763590D974}"/>
              </a:ext>
            </a:extLst>
          </p:cNvPr>
          <p:cNvSpPr>
            <a:spLocks noGrp="1"/>
          </p:cNvSpPr>
          <p:nvPr/>
        </p:nvSpPr>
        <p:spPr>
          <a:xfrm>
            <a:off x="35816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01_find_only_652">
            <a:extLst>
              <a:ext uri="{FF2B5EF4-FFF2-40B4-BE49-F238E27FC236}">
                <a16:creationId xmlns:a16="http://schemas.microsoft.com/office/drawing/2014/main" id="{828832DE-FF81-4DBC-A5B5-0A020E69A2BE}"/>
              </a:ext>
            </a:extLst>
          </p:cNvPr>
          <p:cNvSpPr>
            <a:spLocks noGrp="1"/>
          </p:cNvSpPr>
          <p:nvPr/>
        </p:nvSpPr>
        <p:spPr>
          <a:xfrm>
            <a:off x="359023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01_find_only_653">
            <a:extLst>
              <a:ext uri="{FF2B5EF4-FFF2-40B4-BE49-F238E27FC236}">
                <a16:creationId xmlns:a16="http://schemas.microsoft.com/office/drawing/2014/main" id="{585095B0-0348-483E-9C63-87FC3FD1B859}"/>
              </a:ext>
            </a:extLst>
          </p:cNvPr>
          <p:cNvSpPr>
            <a:spLocks noGrp="1"/>
          </p:cNvSpPr>
          <p:nvPr/>
        </p:nvSpPr>
        <p:spPr>
          <a:xfrm>
            <a:off x="353437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01_find_only_654">
            <a:extLst>
              <a:ext uri="{FF2B5EF4-FFF2-40B4-BE49-F238E27FC236}">
                <a16:creationId xmlns:a16="http://schemas.microsoft.com/office/drawing/2014/main" id="{D3316D22-625A-4E7D-AC3A-E322A1603103}"/>
              </a:ext>
            </a:extLst>
          </p:cNvPr>
          <p:cNvSpPr>
            <a:spLocks noGrp="1"/>
          </p:cNvSpPr>
          <p:nvPr/>
        </p:nvSpPr>
        <p:spPr>
          <a:xfrm>
            <a:off x="351970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01_find_only_655">
            <a:extLst>
              <a:ext uri="{FF2B5EF4-FFF2-40B4-BE49-F238E27FC236}">
                <a16:creationId xmlns:a16="http://schemas.microsoft.com/office/drawing/2014/main" id="{36103783-011E-450B-9642-3E54982CDF74}"/>
              </a:ext>
            </a:extLst>
          </p:cNvPr>
          <p:cNvSpPr>
            <a:spLocks noGrp="1"/>
          </p:cNvSpPr>
          <p:nvPr/>
        </p:nvSpPr>
        <p:spPr>
          <a:xfrm>
            <a:off x="35762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01_find_only_656">
            <a:extLst>
              <a:ext uri="{FF2B5EF4-FFF2-40B4-BE49-F238E27FC236}">
                <a16:creationId xmlns:a16="http://schemas.microsoft.com/office/drawing/2014/main" id="{0A9757BB-0C0D-47EA-A897-8D242536E298}"/>
              </a:ext>
            </a:extLst>
          </p:cNvPr>
          <p:cNvSpPr>
            <a:spLocks noGrp="1"/>
          </p:cNvSpPr>
          <p:nvPr/>
        </p:nvSpPr>
        <p:spPr>
          <a:xfrm>
            <a:off x="351514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01_find_only_657">
            <a:extLst>
              <a:ext uri="{FF2B5EF4-FFF2-40B4-BE49-F238E27FC236}">
                <a16:creationId xmlns:a16="http://schemas.microsoft.com/office/drawing/2014/main" id="{F2907E2C-46BF-41A7-A957-4C8A7721231F}"/>
              </a:ext>
            </a:extLst>
          </p:cNvPr>
          <p:cNvSpPr>
            <a:spLocks noGrp="1"/>
          </p:cNvSpPr>
          <p:nvPr/>
        </p:nvSpPr>
        <p:spPr>
          <a:xfrm>
            <a:off x="35212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01_find_only_658">
            <a:extLst>
              <a:ext uri="{FF2B5EF4-FFF2-40B4-BE49-F238E27FC236}">
                <a16:creationId xmlns:a16="http://schemas.microsoft.com/office/drawing/2014/main" id="{D0D743B9-2E57-4852-9042-7941C018B11F}"/>
              </a:ext>
            </a:extLst>
          </p:cNvPr>
          <p:cNvSpPr>
            <a:spLocks noGrp="1"/>
          </p:cNvSpPr>
          <p:nvPr/>
        </p:nvSpPr>
        <p:spPr>
          <a:xfrm>
            <a:off x="3578677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01_find_only_659">
            <a:extLst>
              <a:ext uri="{FF2B5EF4-FFF2-40B4-BE49-F238E27FC236}">
                <a16:creationId xmlns:a16="http://schemas.microsoft.com/office/drawing/2014/main" id="{36E2C5C0-5CDA-4DA9-8859-0905BD81B886}"/>
              </a:ext>
            </a:extLst>
          </p:cNvPr>
          <p:cNvSpPr>
            <a:spLocks noGrp="1"/>
          </p:cNvSpPr>
          <p:nvPr/>
        </p:nvSpPr>
        <p:spPr>
          <a:xfrm>
            <a:off x="351601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01_find_only_660">
            <a:extLst>
              <a:ext uri="{FF2B5EF4-FFF2-40B4-BE49-F238E27FC236}">
                <a16:creationId xmlns:a16="http://schemas.microsoft.com/office/drawing/2014/main" id="{9FAC71FF-3694-45A7-B162-9A17AD121162}"/>
              </a:ext>
            </a:extLst>
          </p:cNvPr>
          <p:cNvSpPr>
            <a:spLocks noGrp="1"/>
          </p:cNvSpPr>
          <p:nvPr/>
        </p:nvSpPr>
        <p:spPr>
          <a:xfrm>
            <a:off x="359733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01_find_only_661">
            <a:extLst>
              <a:ext uri="{FF2B5EF4-FFF2-40B4-BE49-F238E27FC236}">
                <a16:creationId xmlns:a16="http://schemas.microsoft.com/office/drawing/2014/main" id="{A6354353-1565-4C34-B7EC-935F0AE301C4}"/>
              </a:ext>
            </a:extLst>
          </p:cNvPr>
          <p:cNvSpPr>
            <a:spLocks noGrp="1"/>
          </p:cNvSpPr>
          <p:nvPr/>
        </p:nvSpPr>
        <p:spPr>
          <a:xfrm>
            <a:off x="358246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01_find_only_662">
            <a:extLst>
              <a:ext uri="{FF2B5EF4-FFF2-40B4-BE49-F238E27FC236}">
                <a16:creationId xmlns:a16="http://schemas.microsoft.com/office/drawing/2014/main" id="{115D751D-E764-4C1A-9B70-38C142D3CF15}"/>
              </a:ext>
            </a:extLst>
          </p:cNvPr>
          <p:cNvSpPr>
            <a:spLocks noGrp="1"/>
          </p:cNvSpPr>
          <p:nvPr/>
        </p:nvSpPr>
        <p:spPr>
          <a:xfrm>
            <a:off x="354729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01_find_only_663">
            <a:extLst>
              <a:ext uri="{FF2B5EF4-FFF2-40B4-BE49-F238E27FC236}">
                <a16:creationId xmlns:a16="http://schemas.microsoft.com/office/drawing/2014/main" id="{B2483092-C7DB-46DF-AE2D-0CA09FBA4DAA}"/>
              </a:ext>
            </a:extLst>
          </p:cNvPr>
          <p:cNvSpPr>
            <a:spLocks noGrp="1"/>
          </p:cNvSpPr>
          <p:nvPr/>
        </p:nvSpPr>
        <p:spPr>
          <a:xfrm>
            <a:off x="35308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01_find_only_664">
            <a:extLst>
              <a:ext uri="{FF2B5EF4-FFF2-40B4-BE49-F238E27FC236}">
                <a16:creationId xmlns:a16="http://schemas.microsoft.com/office/drawing/2014/main" id="{30D42FEA-233E-4A23-9D26-4DF7A85F849D}"/>
              </a:ext>
            </a:extLst>
          </p:cNvPr>
          <p:cNvSpPr>
            <a:spLocks noGrp="1"/>
          </p:cNvSpPr>
          <p:nvPr/>
        </p:nvSpPr>
        <p:spPr>
          <a:xfrm>
            <a:off x="3595872" y="32000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01_find_only_665">
            <a:extLst>
              <a:ext uri="{FF2B5EF4-FFF2-40B4-BE49-F238E27FC236}">
                <a16:creationId xmlns:a16="http://schemas.microsoft.com/office/drawing/2014/main" id="{26AE5293-CA34-4137-B5F4-17FECF5BA722}"/>
              </a:ext>
            </a:extLst>
          </p:cNvPr>
          <p:cNvSpPr>
            <a:spLocks noGrp="1"/>
          </p:cNvSpPr>
          <p:nvPr/>
        </p:nvSpPr>
        <p:spPr>
          <a:xfrm>
            <a:off x="3600051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01_find_only_666">
            <a:extLst>
              <a:ext uri="{FF2B5EF4-FFF2-40B4-BE49-F238E27FC236}">
                <a16:creationId xmlns:a16="http://schemas.microsoft.com/office/drawing/2014/main" id="{3B5D349F-167B-4230-8E11-2219F9376474}"/>
              </a:ext>
            </a:extLst>
          </p:cNvPr>
          <p:cNvSpPr>
            <a:spLocks noGrp="1"/>
          </p:cNvSpPr>
          <p:nvPr/>
        </p:nvSpPr>
        <p:spPr>
          <a:xfrm>
            <a:off x="35647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01_find_only_667">
            <a:extLst>
              <a:ext uri="{FF2B5EF4-FFF2-40B4-BE49-F238E27FC236}">
                <a16:creationId xmlns:a16="http://schemas.microsoft.com/office/drawing/2014/main" id="{A18CA036-AE91-49E4-8BF2-6EB4FBE521A1}"/>
              </a:ext>
            </a:extLst>
          </p:cNvPr>
          <p:cNvSpPr>
            <a:spLocks noGrp="1"/>
          </p:cNvSpPr>
          <p:nvPr/>
        </p:nvSpPr>
        <p:spPr>
          <a:xfrm>
            <a:off x="35869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01_find_only_668">
            <a:extLst>
              <a:ext uri="{FF2B5EF4-FFF2-40B4-BE49-F238E27FC236}">
                <a16:creationId xmlns:a16="http://schemas.microsoft.com/office/drawing/2014/main" id="{B05537E7-BAC3-448A-956C-0C0B456915AD}"/>
              </a:ext>
            </a:extLst>
          </p:cNvPr>
          <p:cNvSpPr>
            <a:spLocks noGrp="1"/>
          </p:cNvSpPr>
          <p:nvPr/>
        </p:nvSpPr>
        <p:spPr>
          <a:xfrm>
            <a:off x="35188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01_find_only_669">
            <a:extLst>
              <a:ext uri="{FF2B5EF4-FFF2-40B4-BE49-F238E27FC236}">
                <a16:creationId xmlns:a16="http://schemas.microsoft.com/office/drawing/2014/main" id="{E5113611-9E67-4437-8357-3A1B6CFD747F}"/>
              </a:ext>
            </a:extLst>
          </p:cNvPr>
          <p:cNvSpPr>
            <a:spLocks noGrp="1"/>
          </p:cNvSpPr>
          <p:nvPr/>
        </p:nvSpPr>
        <p:spPr>
          <a:xfrm>
            <a:off x="35462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01_find_only_670">
            <a:extLst>
              <a:ext uri="{FF2B5EF4-FFF2-40B4-BE49-F238E27FC236}">
                <a16:creationId xmlns:a16="http://schemas.microsoft.com/office/drawing/2014/main" id="{9A56E6AB-FD6C-4D61-9F7B-EB2CBE2D6AD3}"/>
              </a:ext>
            </a:extLst>
          </p:cNvPr>
          <p:cNvSpPr>
            <a:spLocks noGrp="1"/>
          </p:cNvSpPr>
          <p:nvPr/>
        </p:nvSpPr>
        <p:spPr>
          <a:xfrm>
            <a:off x="3580912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01_find_only_671">
            <a:extLst>
              <a:ext uri="{FF2B5EF4-FFF2-40B4-BE49-F238E27FC236}">
                <a16:creationId xmlns:a16="http://schemas.microsoft.com/office/drawing/2014/main" id="{10A9B5DE-76F2-403F-8960-63916F0051C7}"/>
              </a:ext>
            </a:extLst>
          </p:cNvPr>
          <p:cNvSpPr>
            <a:spLocks noGrp="1"/>
          </p:cNvSpPr>
          <p:nvPr/>
        </p:nvSpPr>
        <p:spPr>
          <a:xfrm>
            <a:off x="35129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01_find_only_672">
            <a:extLst>
              <a:ext uri="{FF2B5EF4-FFF2-40B4-BE49-F238E27FC236}">
                <a16:creationId xmlns:a16="http://schemas.microsoft.com/office/drawing/2014/main" id="{2929F62F-EFDF-44A7-B3E5-DAD85189CF18}"/>
              </a:ext>
            </a:extLst>
          </p:cNvPr>
          <p:cNvSpPr>
            <a:spLocks noGrp="1"/>
          </p:cNvSpPr>
          <p:nvPr/>
        </p:nvSpPr>
        <p:spPr>
          <a:xfrm>
            <a:off x="350940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01_find_only_673">
            <a:extLst>
              <a:ext uri="{FF2B5EF4-FFF2-40B4-BE49-F238E27FC236}">
                <a16:creationId xmlns:a16="http://schemas.microsoft.com/office/drawing/2014/main" id="{8277784A-2F9A-4AB4-8DAE-A88BF087907E}"/>
              </a:ext>
            </a:extLst>
          </p:cNvPr>
          <p:cNvSpPr>
            <a:spLocks noGrp="1"/>
          </p:cNvSpPr>
          <p:nvPr/>
        </p:nvSpPr>
        <p:spPr>
          <a:xfrm>
            <a:off x="35668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01_find_only_674">
            <a:extLst>
              <a:ext uri="{FF2B5EF4-FFF2-40B4-BE49-F238E27FC236}">
                <a16:creationId xmlns:a16="http://schemas.microsoft.com/office/drawing/2014/main" id="{BF067B65-5982-4D72-B7CC-81799AF40481}"/>
              </a:ext>
            </a:extLst>
          </p:cNvPr>
          <p:cNvSpPr>
            <a:spLocks noGrp="1"/>
          </p:cNvSpPr>
          <p:nvPr/>
        </p:nvSpPr>
        <p:spPr>
          <a:xfrm>
            <a:off x="359529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01_find_only_675">
            <a:extLst>
              <a:ext uri="{FF2B5EF4-FFF2-40B4-BE49-F238E27FC236}">
                <a16:creationId xmlns:a16="http://schemas.microsoft.com/office/drawing/2014/main" id="{9EF8009D-C250-495F-B1CE-9C6784242490}"/>
              </a:ext>
            </a:extLst>
          </p:cNvPr>
          <p:cNvSpPr>
            <a:spLocks noGrp="1"/>
          </p:cNvSpPr>
          <p:nvPr/>
        </p:nvSpPr>
        <p:spPr>
          <a:xfrm>
            <a:off x="35051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01_find_only_676">
            <a:extLst>
              <a:ext uri="{FF2B5EF4-FFF2-40B4-BE49-F238E27FC236}">
                <a16:creationId xmlns:a16="http://schemas.microsoft.com/office/drawing/2014/main" id="{38412AC5-199C-44D7-8E80-843EB5FA6EB5}"/>
              </a:ext>
            </a:extLst>
          </p:cNvPr>
          <p:cNvSpPr>
            <a:spLocks noGrp="1"/>
          </p:cNvSpPr>
          <p:nvPr/>
        </p:nvSpPr>
        <p:spPr>
          <a:xfrm>
            <a:off x="354311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01_find_only_677">
            <a:extLst>
              <a:ext uri="{FF2B5EF4-FFF2-40B4-BE49-F238E27FC236}">
                <a16:creationId xmlns:a16="http://schemas.microsoft.com/office/drawing/2014/main" id="{CF210988-68D1-4AC2-A4FF-F32373D4AF77}"/>
              </a:ext>
            </a:extLst>
          </p:cNvPr>
          <p:cNvSpPr>
            <a:spLocks noGrp="1"/>
          </p:cNvSpPr>
          <p:nvPr/>
        </p:nvSpPr>
        <p:spPr>
          <a:xfrm>
            <a:off x="35743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01_find_only_678">
            <a:extLst>
              <a:ext uri="{FF2B5EF4-FFF2-40B4-BE49-F238E27FC236}">
                <a16:creationId xmlns:a16="http://schemas.microsoft.com/office/drawing/2014/main" id="{86292359-E310-46B1-994E-5DF5A7BA497D}"/>
              </a:ext>
            </a:extLst>
          </p:cNvPr>
          <p:cNvSpPr>
            <a:spLocks noGrp="1"/>
          </p:cNvSpPr>
          <p:nvPr/>
        </p:nvSpPr>
        <p:spPr>
          <a:xfrm>
            <a:off x="35451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01_find_only_679">
            <a:extLst>
              <a:ext uri="{FF2B5EF4-FFF2-40B4-BE49-F238E27FC236}">
                <a16:creationId xmlns:a16="http://schemas.microsoft.com/office/drawing/2014/main" id="{453AD5AA-DA02-4110-95F0-3AF6DEE71A34}"/>
              </a:ext>
            </a:extLst>
          </p:cNvPr>
          <p:cNvSpPr>
            <a:spLocks noGrp="1"/>
          </p:cNvSpPr>
          <p:nvPr/>
        </p:nvSpPr>
        <p:spPr>
          <a:xfrm>
            <a:off x="3528741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01_find_only_680">
            <a:extLst>
              <a:ext uri="{FF2B5EF4-FFF2-40B4-BE49-F238E27FC236}">
                <a16:creationId xmlns:a16="http://schemas.microsoft.com/office/drawing/2014/main" id="{C50B7354-765F-4D00-87CC-1CD6F77FD3A7}"/>
              </a:ext>
            </a:extLst>
          </p:cNvPr>
          <p:cNvSpPr>
            <a:spLocks noGrp="1"/>
          </p:cNvSpPr>
          <p:nvPr/>
        </p:nvSpPr>
        <p:spPr>
          <a:xfrm>
            <a:off x="35664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01_find_only_681">
            <a:extLst>
              <a:ext uri="{FF2B5EF4-FFF2-40B4-BE49-F238E27FC236}">
                <a16:creationId xmlns:a16="http://schemas.microsoft.com/office/drawing/2014/main" id="{351E9A2D-0B1D-41EA-B1E4-679E48442559}"/>
              </a:ext>
            </a:extLst>
          </p:cNvPr>
          <p:cNvSpPr>
            <a:spLocks noGrp="1"/>
          </p:cNvSpPr>
          <p:nvPr/>
        </p:nvSpPr>
        <p:spPr>
          <a:xfrm>
            <a:off x="35633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01_find_only_682">
            <a:extLst>
              <a:ext uri="{FF2B5EF4-FFF2-40B4-BE49-F238E27FC236}">
                <a16:creationId xmlns:a16="http://schemas.microsoft.com/office/drawing/2014/main" id="{319870A5-E577-40AE-9BD6-ADA554D2CBF3}"/>
              </a:ext>
            </a:extLst>
          </p:cNvPr>
          <p:cNvSpPr>
            <a:spLocks noGrp="1"/>
          </p:cNvSpPr>
          <p:nvPr/>
        </p:nvSpPr>
        <p:spPr>
          <a:xfrm>
            <a:off x="35515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01_find_only_683">
            <a:extLst>
              <a:ext uri="{FF2B5EF4-FFF2-40B4-BE49-F238E27FC236}">
                <a16:creationId xmlns:a16="http://schemas.microsoft.com/office/drawing/2014/main" id="{E4A4575C-325D-45E1-B0BC-260BE62DF9DE}"/>
              </a:ext>
            </a:extLst>
          </p:cNvPr>
          <p:cNvSpPr>
            <a:spLocks noGrp="1"/>
          </p:cNvSpPr>
          <p:nvPr/>
        </p:nvSpPr>
        <p:spPr>
          <a:xfrm>
            <a:off x="356099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01_find_only_684">
            <a:extLst>
              <a:ext uri="{FF2B5EF4-FFF2-40B4-BE49-F238E27FC236}">
                <a16:creationId xmlns:a16="http://schemas.microsoft.com/office/drawing/2014/main" id="{5FFA3650-15A2-4A40-B6EF-19F3FC3FAC80}"/>
              </a:ext>
            </a:extLst>
          </p:cNvPr>
          <p:cNvSpPr>
            <a:spLocks noGrp="1"/>
          </p:cNvSpPr>
          <p:nvPr/>
        </p:nvSpPr>
        <p:spPr>
          <a:xfrm>
            <a:off x="35331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01_find_only_685">
            <a:extLst>
              <a:ext uri="{FF2B5EF4-FFF2-40B4-BE49-F238E27FC236}">
                <a16:creationId xmlns:a16="http://schemas.microsoft.com/office/drawing/2014/main" id="{7ED79F7E-DBF7-4E75-A52A-0F0BB5B5F2AF}"/>
              </a:ext>
            </a:extLst>
          </p:cNvPr>
          <p:cNvSpPr>
            <a:spLocks noGrp="1"/>
          </p:cNvSpPr>
          <p:nvPr/>
        </p:nvSpPr>
        <p:spPr>
          <a:xfrm>
            <a:off x="355487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01_find_only_686">
            <a:extLst>
              <a:ext uri="{FF2B5EF4-FFF2-40B4-BE49-F238E27FC236}">
                <a16:creationId xmlns:a16="http://schemas.microsoft.com/office/drawing/2014/main" id="{E62D1E10-9EE7-41A5-B917-DEE945671445}"/>
              </a:ext>
            </a:extLst>
          </p:cNvPr>
          <p:cNvSpPr>
            <a:spLocks noGrp="1"/>
          </p:cNvSpPr>
          <p:nvPr/>
        </p:nvSpPr>
        <p:spPr>
          <a:xfrm>
            <a:off x="353408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01_find_only_687">
            <a:extLst>
              <a:ext uri="{FF2B5EF4-FFF2-40B4-BE49-F238E27FC236}">
                <a16:creationId xmlns:a16="http://schemas.microsoft.com/office/drawing/2014/main" id="{980094EA-C531-4BEA-8728-9FF95F221C81}"/>
              </a:ext>
            </a:extLst>
          </p:cNvPr>
          <p:cNvSpPr>
            <a:spLocks noGrp="1"/>
          </p:cNvSpPr>
          <p:nvPr/>
        </p:nvSpPr>
        <p:spPr>
          <a:xfrm>
            <a:off x="3542634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01_find_only_688">
            <a:extLst>
              <a:ext uri="{FF2B5EF4-FFF2-40B4-BE49-F238E27FC236}">
                <a16:creationId xmlns:a16="http://schemas.microsoft.com/office/drawing/2014/main" id="{980A9B2B-9D08-4843-8AFA-B9733BE5CCE9}"/>
              </a:ext>
            </a:extLst>
          </p:cNvPr>
          <p:cNvSpPr>
            <a:spLocks noGrp="1"/>
          </p:cNvSpPr>
          <p:nvPr/>
        </p:nvSpPr>
        <p:spPr>
          <a:xfrm>
            <a:off x="358460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01_find_only_689">
            <a:extLst>
              <a:ext uri="{FF2B5EF4-FFF2-40B4-BE49-F238E27FC236}">
                <a16:creationId xmlns:a16="http://schemas.microsoft.com/office/drawing/2014/main" id="{51E61EFA-030C-4499-B7B1-5E9F8E920471}"/>
              </a:ext>
            </a:extLst>
          </p:cNvPr>
          <p:cNvSpPr>
            <a:spLocks noGrp="1"/>
          </p:cNvSpPr>
          <p:nvPr/>
        </p:nvSpPr>
        <p:spPr>
          <a:xfrm>
            <a:off x="351582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01_find_only_690">
            <a:extLst>
              <a:ext uri="{FF2B5EF4-FFF2-40B4-BE49-F238E27FC236}">
                <a16:creationId xmlns:a16="http://schemas.microsoft.com/office/drawing/2014/main" id="{37E8D1EA-E12B-44EE-B703-CD23DD29CCE5}"/>
              </a:ext>
            </a:extLst>
          </p:cNvPr>
          <p:cNvSpPr>
            <a:spLocks noGrp="1"/>
          </p:cNvSpPr>
          <p:nvPr/>
        </p:nvSpPr>
        <p:spPr>
          <a:xfrm>
            <a:off x="352029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01_find_only_691">
            <a:extLst>
              <a:ext uri="{FF2B5EF4-FFF2-40B4-BE49-F238E27FC236}">
                <a16:creationId xmlns:a16="http://schemas.microsoft.com/office/drawing/2014/main" id="{E0015032-6FE7-4FED-8C38-7A2208D2B181}"/>
              </a:ext>
            </a:extLst>
          </p:cNvPr>
          <p:cNvSpPr>
            <a:spLocks noGrp="1"/>
          </p:cNvSpPr>
          <p:nvPr/>
        </p:nvSpPr>
        <p:spPr>
          <a:xfrm>
            <a:off x="35607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01_find_only_692">
            <a:extLst>
              <a:ext uri="{FF2B5EF4-FFF2-40B4-BE49-F238E27FC236}">
                <a16:creationId xmlns:a16="http://schemas.microsoft.com/office/drawing/2014/main" id="{CFA7CF55-62DA-47ED-8371-CF15BD1FE1C1}"/>
              </a:ext>
            </a:extLst>
          </p:cNvPr>
          <p:cNvSpPr>
            <a:spLocks noGrp="1"/>
          </p:cNvSpPr>
          <p:nvPr/>
        </p:nvSpPr>
        <p:spPr>
          <a:xfrm>
            <a:off x="355983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01_find_only_693">
            <a:extLst>
              <a:ext uri="{FF2B5EF4-FFF2-40B4-BE49-F238E27FC236}">
                <a16:creationId xmlns:a16="http://schemas.microsoft.com/office/drawing/2014/main" id="{D3D0AE43-1542-4807-9220-69A134A1A266}"/>
              </a:ext>
            </a:extLst>
          </p:cNvPr>
          <p:cNvSpPr>
            <a:spLocks noGrp="1"/>
          </p:cNvSpPr>
          <p:nvPr/>
        </p:nvSpPr>
        <p:spPr>
          <a:xfrm>
            <a:off x="359140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01_find_only_694">
            <a:extLst>
              <a:ext uri="{FF2B5EF4-FFF2-40B4-BE49-F238E27FC236}">
                <a16:creationId xmlns:a16="http://schemas.microsoft.com/office/drawing/2014/main" id="{317611D6-3634-4B7B-9555-4C8F21CA908C}"/>
              </a:ext>
            </a:extLst>
          </p:cNvPr>
          <p:cNvSpPr>
            <a:spLocks noGrp="1"/>
          </p:cNvSpPr>
          <p:nvPr/>
        </p:nvSpPr>
        <p:spPr>
          <a:xfrm>
            <a:off x="35767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01_find_only_695">
            <a:extLst>
              <a:ext uri="{FF2B5EF4-FFF2-40B4-BE49-F238E27FC236}">
                <a16:creationId xmlns:a16="http://schemas.microsoft.com/office/drawing/2014/main" id="{2D94FF41-AF19-4F41-BE3D-F7EE3A6C9279}"/>
              </a:ext>
            </a:extLst>
          </p:cNvPr>
          <p:cNvSpPr>
            <a:spLocks noGrp="1"/>
          </p:cNvSpPr>
          <p:nvPr/>
        </p:nvSpPr>
        <p:spPr>
          <a:xfrm>
            <a:off x="35167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01_find_only_696">
            <a:extLst>
              <a:ext uri="{FF2B5EF4-FFF2-40B4-BE49-F238E27FC236}">
                <a16:creationId xmlns:a16="http://schemas.microsoft.com/office/drawing/2014/main" id="{0DE3C0BC-A94C-456D-B255-9B9BB9A695B5}"/>
              </a:ext>
            </a:extLst>
          </p:cNvPr>
          <p:cNvSpPr>
            <a:spLocks noGrp="1"/>
          </p:cNvSpPr>
          <p:nvPr/>
        </p:nvSpPr>
        <p:spPr>
          <a:xfrm>
            <a:off x="3530878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01_find_only_697">
            <a:extLst>
              <a:ext uri="{FF2B5EF4-FFF2-40B4-BE49-F238E27FC236}">
                <a16:creationId xmlns:a16="http://schemas.microsoft.com/office/drawing/2014/main" id="{39F49F5B-21B7-4840-ACBF-0820F119D800}"/>
              </a:ext>
            </a:extLst>
          </p:cNvPr>
          <p:cNvSpPr>
            <a:spLocks noGrp="1"/>
          </p:cNvSpPr>
          <p:nvPr/>
        </p:nvSpPr>
        <p:spPr>
          <a:xfrm>
            <a:off x="356944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01_find_only_698">
            <a:extLst>
              <a:ext uri="{FF2B5EF4-FFF2-40B4-BE49-F238E27FC236}">
                <a16:creationId xmlns:a16="http://schemas.microsoft.com/office/drawing/2014/main" id="{AC5E3190-5DE5-4135-A3DF-E679D3F4D327}"/>
              </a:ext>
            </a:extLst>
          </p:cNvPr>
          <p:cNvSpPr>
            <a:spLocks noGrp="1"/>
          </p:cNvSpPr>
          <p:nvPr/>
        </p:nvSpPr>
        <p:spPr>
          <a:xfrm>
            <a:off x="3511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01_find_only_699">
            <a:extLst>
              <a:ext uri="{FF2B5EF4-FFF2-40B4-BE49-F238E27FC236}">
                <a16:creationId xmlns:a16="http://schemas.microsoft.com/office/drawing/2014/main" id="{ED538878-248A-4506-84B2-7A6ECFD8F6F2}"/>
              </a:ext>
            </a:extLst>
          </p:cNvPr>
          <p:cNvSpPr>
            <a:spLocks noGrp="1"/>
          </p:cNvSpPr>
          <p:nvPr/>
        </p:nvSpPr>
        <p:spPr>
          <a:xfrm>
            <a:off x="357867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01_find_only_700">
            <a:extLst>
              <a:ext uri="{FF2B5EF4-FFF2-40B4-BE49-F238E27FC236}">
                <a16:creationId xmlns:a16="http://schemas.microsoft.com/office/drawing/2014/main" id="{614F4901-A795-4F29-82C5-6B24739F0C0F}"/>
              </a:ext>
            </a:extLst>
          </p:cNvPr>
          <p:cNvSpPr>
            <a:spLocks noGrp="1"/>
          </p:cNvSpPr>
          <p:nvPr/>
        </p:nvSpPr>
        <p:spPr>
          <a:xfrm>
            <a:off x="35819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01_find_only_701">
            <a:extLst>
              <a:ext uri="{FF2B5EF4-FFF2-40B4-BE49-F238E27FC236}">
                <a16:creationId xmlns:a16="http://schemas.microsoft.com/office/drawing/2014/main" id="{1CD8FD14-0555-42DE-AE4F-E7315E679209}"/>
              </a:ext>
            </a:extLst>
          </p:cNvPr>
          <p:cNvSpPr>
            <a:spLocks noGrp="1"/>
          </p:cNvSpPr>
          <p:nvPr/>
        </p:nvSpPr>
        <p:spPr>
          <a:xfrm>
            <a:off x="35716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01_find_only_702">
            <a:extLst>
              <a:ext uri="{FF2B5EF4-FFF2-40B4-BE49-F238E27FC236}">
                <a16:creationId xmlns:a16="http://schemas.microsoft.com/office/drawing/2014/main" id="{1C1E9496-ED92-4080-BFB3-BDD3E373FE17}"/>
              </a:ext>
            </a:extLst>
          </p:cNvPr>
          <p:cNvSpPr>
            <a:spLocks noGrp="1"/>
          </p:cNvSpPr>
          <p:nvPr/>
        </p:nvSpPr>
        <p:spPr>
          <a:xfrm>
            <a:off x="357080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01_find_only_703">
            <a:extLst>
              <a:ext uri="{FF2B5EF4-FFF2-40B4-BE49-F238E27FC236}">
                <a16:creationId xmlns:a16="http://schemas.microsoft.com/office/drawing/2014/main" id="{23FEFC27-EACC-4287-9526-4F5322FE6B6C}"/>
              </a:ext>
            </a:extLst>
          </p:cNvPr>
          <p:cNvSpPr>
            <a:spLocks noGrp="1"/>
          </p:cNvSpPr>
          <p:nvPr/>
        </p:nvSpPr>
        <p:spPr>
          <a:xfrm>
            <a:off x="35749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01_find_only_704">
            <a:extLst>
              <a:ext uri="{FF2B5EF4-FFF2-40B4-BE49-F238E27FC236}">
                <a16:creationId xmlns:a16="http://schemas.microsoft.com/office/drawing/2014/main" id="{0832F2F9-6FCE-48EE-95D1-AFF245D3D85F}"/>
              </a:ext>
            </a:extLst>
          </p:cNvPr>
          <p:cNvSpPr>
            <a:spLocks noGrp="1"/>
          </p:cNvSpPr>
          <p:nvPr/>
        </p:nvSpPr>
        <p:spPr>
          <a:xfrm>
            <a:off x="35566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01_find_only_705">
            <a:extLst>
              <a:ext uri="{FF2B5EF4-FFF2-40B4-BE49-F238E27FC236}">
                <a16:creationId xmlns:a16="http://schemas.microsoft.com/office/drawing/2014/main" id="{D87CDBC4-AC88-414B-8334-A648775FA601}"/>
              </a:ext>
            </a:extLst>
          </p:cNvPr>
          <p:cNvSpPr>
            <a:spLocks noGrp="1"/>
          </p:cNvSpPr>
          <p:nvPr/>
        </p:nvSpPr>
        <p:spPr>
          <a:xfrm>
            <a:off x="35062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01_find_only_706">
            <a:extLst>
              <a:ext uri="{FF2B5EF4-FFF2-40B4-BE49-F238E27FC236}">
                <a16:creationId xmlns:a16="http://schemas.microsoft.com/office/drawing/2014/main" id="{4B0B0635-EAA6-4020-9A7B-3448E18A0B67}"/>
              </a:ext>
            </a:extLst>
          </p:cNvPr>
          <p:cNvSpPr>
            <a:spLocks noGrp="1"/>
          </p:cNvSpPr>
          <p:nvPr/>
        </p:nvSpPr>
        <p:spPr>
          <a:xfrm>
            <a:off x="355643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01_find_only_707">
            <a:extLst>
              <a:ext uri="{FF2B5EF4-FFF2-40B4-BE49-F238E27FC236}">
                <a16:creationId xmlns:a16="http://schemas.microsoft.com/office/drawing/2014/main" id="{9257CF74-D11E-4366-A846-33FA940F6EFF}"/>
              </a:ext>
            </a:extLst>
          </p:cNvPr>
          <p:cNvSpPr>
            <a:spLocks noGrp="1"/>
          </p:cNvSpPr>
          <p:nvPr/>
        </p:nvSpPr>
        <p:spPr>
          <a:xfrm>
            <a:off x="35190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01_find_only_708">
            <a:extLst>
              <a:ext uri="{FF2B5EF4-FFF2-40B4-BE49-F238E27FC236}">
                <a16:creationId xmlns:a16="http://schemas.microsoft.com/office/drawing/2014/main" id="{9ACB97A6-4405-471E-B274-194309C4A409}"/>
              </a:ext>
            </a:extLst>
          </p:cNvPr>
          <p:cNvSpPr>
            <a:spLocks noGrp="1"/>
          </p:cNvSpPr>
          <p:nvPr/>
        </p:nvSpPr>
        <p:spPr>
          <a:xfrm>
            <a:off x="3571197" y="34051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01_find_only_709">
            <a:extLst>
              <a:ext uri="{FF2B5EF4-FFF2-40B4-BE49-F238E27FC236}">
                <a16:creationId xmlns:a16="http://schemas.microsoft.com/office/drawing/2014/main" id="{31CAA8FD-AF6C-4275-B6BA-EA237DACFD05}"/>
              </a:ext>
            </a:extLst>
          </p:cNvPr>
          <p:cNvSpPr>
            <a:spLocks noGrp="1"/>
          </p:cNvSpPr>
          <p:nvPr/>
        </p:nvSpPr>
        <p:spPr>
          <a:xfrm>
            <a:off x="3584021" y="341065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01_find_only_710">
            <a:extLst>
              <a:ext uri="{FF2B5EF4-FFF2-40B4-BE49-F238E27FC236}">
                <a16:creationId xmlns:a16="http://schemas.microsoft.com/office/drawing/2014/main" id="{C9486BDC-995C-48E5-8718-E06BC3444200}"/>
              </a:ext>
            </a:extLst>
          </p:cNvPr>
          <p:cNvSpPr>
            <a:spLocks noGrp="1"/>
          </p:cNvSpPr>
          <p:nvPr/>
        </p:nvSpPr>
        <p:spPr>
          <a:xfrm>
            <a:off x="351747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01_find_only_711">
            <a:extLst>
              <a:ext uri="{FF2B5EF4-FFF2-40B4-BE49-F238E27FC236}">
                <a16:creationId xmlns:a16="http://schemas.microsoft.com/office/drawing/2014/main" id="{4979660D-C5DD-4B1B-8D80-B687509EA76C}"/>
              </a:ext>
            </a:extLst>
          </p:cNvPr>
          <p:cNvSpPr>
            <a:spLocks noGrp="1"/>
          </p:cNvSpPr>
          <p:nvPr/>
        </p:nvSpPr>
        <p:spPr>
          <a:xfrm>
            <a:off x="35720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01_find_only_712">
            <a:extLst>
              <a:ext uri="{FF2B5EF4-FFF2-40B4-BE49-F238E27FC236}">
                <a16:creationId xmlns:a16="http://schemas.microsoft.com/office/drawing/2014/main" id="{30F556A8-0288-4D90-B98B-A799947B869D}"/>
              </a:ext>
            </a:extLst>
          </p:cNvPr>
          <p:cNvSpPr>
            <a:spLocks noGrp="1"/>
          </p:cNvSpPr>
          <p:nvPr/>
        </p:nvSpPr>
        <p:spPr>
          <a:xfrm>
            <a:off x="352233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01_find_only_713">
            <a:extLst>
              <a:ext uri="{FF2B5EF4-FFF2-40B4-BE49-F238E27FC236}">
                <a16:creationId xmlns:a16="http://schemas.microsoft.com/office/drawing/2014/main" id="{AD0EFF97-EEA7-459E-9E50-C229FBC0B90D}"/>
              </a:ext>
            </a:extLst>
          </p:cNvPr>
          <p:cNvSpPr>
            <a:spLocks noGrp="1"/>
          </p:cNvSpPr>
          <p:nvPr/>
        </p:nvSpPr>
        <p:spPr>
          <a:xfrm>
            <a:off x="352660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01_find_only_714">
            <a:extLst>
              <a:ext uri="{FF2B5EF4-FFF2-40B4-BE49-F238E27FC236}">
                <a16:creationId xmlns:a16="http://schemas.microsoft.com/office/drawing/2014/main" id="{B20F92C7-AC8C-4B7F-8325-E777D6B2FCC6}"/>
              </a:ext>
            </a:extLst>
          </p:cNvPr>
          <p:cNvSpPr>
            <a:spLocks noGrp="1"/>
          </p:cNvSpPr>
          <p:nvPr/>
        </p:nvSpPr>
        <p:spPr>
          <a:xfrm>
            <a:off x="35150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01_find_only_715">
            <a:extLst>
              <a:ext uri="{FF2B5EF4-FFF2-40B4-BE49-F238E27FC236}">
                <a16:creationId xmlns:a16="http://schemas.microsoft.com/office/drawing/2014/main" id="{F695135C-6F6D-4A8A-B3E2-C33D040D9954}"/>
              </a:ext>
            </a:extLst>
          </p:cNvPr>
          <p:cNvSpPr>
            <a:spLocks noGrp="1"/>
          </p:cNvSpPr>
          <p:nvPr/>
        </p:nvSpPr>
        <p:spPr>
          <a:xfrm>
            <a:off x="3571002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01_find_only_716">
            <a:extLst>
              <a:ext uri="{FF2B5EF4-FFF2-40B4-BE49-F238E27FC236}">
                <a16:creationId xmlns:a16="http://schemas.microsoft.com/office/drawing/2014/main" id="{3407BAD3-AA23-4CB7-961F-F874107DA56E}"/>
              </a:ext>
            </a:extLst>
          </p:cNvPr>
          <p:cNvSpPr>
            <a:spLocks noGrp="1"/>
          </p:cNvSpPr>
          <p:nvPr/>
        </p:nvSpPr>
        <p:spPr>
          <a:xfrm>
            <a:off x="35960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01_find_only_717">
            <a:extLst>
              <a:ext uri="{FF2B5EF4-FFF2-40B4-BE49-F238E27FC236}">
                <a16:creationId xmlns:a16="http://schemas.microsoft.com/office/drawing/2014/main" id="{70BF7971-2948-40F5-B005-82446B9C204B}"/>
              </a:ext>
            </a:extLst>
          </p:cNvPr>
          <p:cNvSpPr>
            <a:spLocks noGrp="1"/>
          </p:cNvSpPr>
          <p:nvPr/>
        </p:nvSpPr>
        <p:spPr>
          <a:xfrm>
            <a:off x="360024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01_find_only_718">
            <a:extLst>
              <a:ext uri="{FF2B5EF4-FFF2-40B4-BE49-F238E27FC236}">
                <a16:creationId xmlns:a16="http://schemas.microsoft.com/office/drawing/2014/main" id="{4A6DC209-EDE0-40F0-BC3F-716D147C677A}"/>
              </a:ext>
            </a:extLst>
          </p:cNvPr>
          <p:cNvSpPr>
            <a:spLocks noGrp="1"/>
          </p:cNvSpPr>
          <p:nvPr/>
        </p:nvSpPr>
        <p:spPr>
          <a:xfrm>
            <a:off x="35402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01_find_only_719">
            <a:extLst>
              <a:ext uri="{FF2B5EF4-FFF2-40B4-BE49-F238E27FC236}">
                <a16:creationId xmlns:a16="http://schemas.microsoft.com/office/drawing/2014/main" id="{71CA8CD1-0385-486C-A7BB-CAAB2D2307D6}"/>
              </a:ext>
            </a:extLst>
          </p:cNvPr>
          <p:cNvSpPr>
            <a:spLocks noGrp="1"/>
          </p:cNvSpPr>
          <p:nvPr/>
        </p:nvSpPr>
        <p:spPr>
          <a:xfrm>
            <a:off x="357586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01_find_only_720">
            <a:extLst>
              <a:ext uri="{FF2B5EF4-FFF2-40B4-BE49-F238E27FC236}">
                <a16:creationId xmlns:a16="http://schemas.microsoft.com/office/drawing/2014/main" id="{02B6ACFB-B254-4486-956F-14D22D88A0A5}"/>
              </a:ext>
            </a:extLst>
          </p:cNvPr>
          <p:cNvSpPr>
            <a:spLocks noGrp="1"/>
          </p:cNvSpPr>
          <p:nvPr/>
        </p:nvSpPr>
        <p:spPr>
          <a:xfrm>
            <a:off x="35947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01_find_only_721">
            <a:extLst>
              <a:ext uri="{FF2B5EF4-FFF2-40B4-BE49-F238E27FC236}">
                <a16:creationId xmlns:a16="http://schemas.microsoft.com/office/drawing/2014/main" id="{DA563FFA-ED3C-4396-AF19-8B2BA5FE7C6E}"/>
              </a:ext>
            </a:extLst>
          </p:cNvPr>
          <p:cNvSpPr>
            <a:spLocks noGrp="1"/>
          </p:cNvSpPr>
          <p:nvPr/>
        </p:nvSpPr>
        <p:spPr>
          <a:xfrm>
            <a:off x="358324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01_find_only_722">
            <a:extLst>
              <a:ext uri="{FF2B5EF4-FFF2-40B4-BE49-F238E27FC236}">
                <a16:creationId xmlns:a16="http://schemas.microsoft.com/office/drawing/2014/main" id="{2A7AAF09-241D-41B9-B3A0-29A640483552}"/>
              </a:ext>
            </a:extLst>
          </p:cNvPr>
          <p:cNvSpPr>
            <a:spLocks noGrp="1"/>
          </p:cNvSpPr>
          <p:nvPr/>
        </p:nvSpPr>
        <p:spPr>
          <a:xfrm>
            <a:off x="35729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01_find_only_723">
            <a:extLst>
              <a:ext uri="{FF2B5EF4-FFF2-40B4-BE49-F238E27FC236}">
                <a16:creationId xmlns:a16="http://schemas.microsoft.com/office/drawing/2014/main" id="{D9761904-A242-4D8E-9FF7-5B86A47CAFC3}"/>
              </a:ext>
            </a:extLst>
          </p:cNvPr>
          <p:cNvSpPr>
            <a:spLocks noGrp="1"/>
          </p:cNvSpPr>
          <p:nvPr/>
        </p:nvSpPr>
        <p:spPr>
          <a:xfrm>
            <a:off x="35491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01_find_only_724">
            <a:extLst>
              <a:ext uri="{FF2B5EF4-FFF2-40B4-BE49-F238E27FC236}">
                <a16:creationId xmlns:a16="http://schemas.microsoft.com/office/drawing/2014/main" id="{E829F6A2-042F-44AD-B448-841929BDD6B0}"/>
              </a:ext>
            </a:extLst>
          </p:cNvPr>
          <p:cNvSpPr>
            <a:spLocks noGrp="1"/>
          </p:cNvSpPr>
          <p:nvPr/>
        </p:nvSpPr>
        <p:spPr>
          <a:xfrm>
            <a:off x="3546228" y="38756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01_find_only_725">
            <a:extLst>
              <a:ext uri="{FF2B5EF4-FFF2-40B4-BE49-F238E27FC236}">
                <a16:creationId xmlns:a16="http://schemas.microsoft.com/office/drawing/2014/main" id="{2E020D39-27BC-4C43-A5B3-C2B3472D4F5D}"/>
              </a:ext>
            </a:extLst>
          </p:cNvPr>
          <p:cNvSpPr>
            <a:spLocks noGrp="1"/>
          </p:cNvSpPr>
          <p:nvPr/>
        </p:nvSpPr>
        <p:spPr>
          <a:xfrm>
            <a:off x="35138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01_find_only_726">
            <a:extLst>
              <a:ext uri="{FF2B5EF4-FFF2-40B4-BE49-F238E27FC236}">
                <a16:creationId xmlns:a16="http://schemas.microsoft.com/office/drawing/2014/main" id="{B5186B82-33D6-4B25-86DE-19F62529B9ED}"/>
              </a:ext>
            </a:extLst>
          </p:cNvPr>
          <p:cNvSpPr>
            <a:spLocks noGrp="1"/>
          </p:cNvSpPr>
          <p:nvPr/>
        </p:nvSpPr>
        <p:spPr>
          <a:xfrm>
            <a:off x="35949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01_find_only_727">
            <a:extLst>
              <a:ext uri="{FF2B5EF4-FFF2-40B4-BE49-F238E27FC236}">
                <a16:creationId xmlns:a16="http://schemas.microsoft.com/office/drawing/2014/main" id="{60DE58A7-E5E2-497B-BE45-A335646A05C0}"/>
              </a:ext>
            </a:extLst>
          </p:cNvPr>
          <p:cNvSpPr>
            <a:spLocks noGrp="1"/>
          </p:cNvSpPr>
          <p:nvPr/>
        </p:nvSpPr>
        <p:spPr>
          <a:xfrm>
            <a:off x="35847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01_find_only_728">
            <a:extLst>
              <a:ext uri="{FF2B5EF4-FFF2-40B4-BE49-F238E27FC236}">
                <a16:creationId xmlns:a16="http://schemas.microsoft.com/office/drawing/2014/main" id="{73044635-F3FA-4EBB-95A9-CC16622C4131}"/>
              </a:ext>
            </a:extLst>
          </p:cNvPr>
          <p:cNvSpPr>
            <a:spLocks noGrp="1"/>
          </p:cNvSpPr>
          <p:nvPr/>
        </p:nvSpPr>
        <p:spPr>
          <a:xfrm>
            <a:off x="35700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01_find_only_729">
            <a:extLst>
              <a:ext uri="{FF2B5EF4-FFF2-40B4-BE49-F238E27FC236}">
                <a16:creationId xmlns:a16="http://schemas.microsoft.com/office/drawing/2014/main" id="{844B7E61-9980-477E-9F5A-78688E82A032}"/>
              </a:ext>
            </a:extLst>
          </p:cNvPr>
          <p:cNvSpPr>
            <a:spLocks noGrp="1"/>
          </p:cNvSpPr>
          <p:nvPr/>
        </p:nvSpPr>
        <p:spPr>
          <a:xfrm>
            <a:off x="35104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01_find_only_730">
            <a:extLst>
              <a:ext uri="{FF2B5EF4-FFF2-40B4-BE49-F238E27FC236}">
                <a16:creationId xmlns:a16="http://schemas.microsoft.com/office/drawing/2014/main" id="{756DA816-64A4-41EE-B6D1-6033D57848BA}"/>
              </a:ext>
            </a:extLst>
          </p:cNvPr>
          <p:cNvSpPr>
            <a:spLocks noGrp="1"/>
          </p:cNvSpPr>
          <p:nvPr/>
        </p:nvSpPr>
        <p:spPr>
          <a:xfrm>
            <a:off x="3519900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01_find_only_731">
            <a:extLst>
              <a:ext uri="{FF2B5EF4-FFF2-40B4-BE49-F238E27FC236}">
                <a16:creationId xmlns:a16="http://schemas.microsoft.com/office/drawing/2014/main" id="{08301E52-1063-42F5-8810-C4CF2D0696F3}"/>
              </a:ext>
            </a:extLst>
          </p:cNvPr>
          <p:cNvSpPr>
            <a:spLocks noGrp="1"/>
          </p:cNvSpPr>
          <p:nvPr/>
        </p:nvSpPr>
        <p:spPr>
          <a:xfrm>
            <a:off x="35293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01_find_only_732">
            <a:extLst>
              <a:ext uri="{FF2B5EF4-FFF2-40B4-BE49-F238E27FC236}">
                <a16:creationId xmlns:a16="http://schemas.microsoft.com/office/drawing/2014/main" id="{4CF5CB80-9588-45FE-B83D-CA5EF2EF0E61}"/>
              </a:ext>
            </a:extLst>
          </p:cNvPr>
          <p:cNvSpPr>
            <a:spLocks noGrp="1"/>
          </p:cNvSpPr>
          <p:nvPr/>
        </p:nvSpPr>
        <p:spPr>
          <a:xfrm>
            <a:off x="35710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01_find_only_733">
            <a:extLst>
              <a:ext uri="{FF2B5EF4-FFF2-40B4-BE49-F238E27FC236}">
                <a16:creationId xmlns:a16="http://schemas.microsoft.com/office/drawing/2014/main" id="{54B432C9-45DE-4817-9069-5DEE9725120B}"/>
              </a:ext>
            </a:extLst>
          </p:cNvPr>
          <p:cNvSpPr>
            <a:spLocks noGrp="1"/>
          </p:cNvSpPr>
          <p:nvPr/>
        </p:nvSpPr>
        <p:spPr>
          <a:xfrm>
            <a:off x="35611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01_find_only_734">
            <a:extLst>
              <a:ext uri="{FF2B5EF4-FFF2-40B4-BE49-F238E27FC236}">
                <a16:creationId xmlns:a16="http://schemas.microsoft.com/office/drawing/2014/main" id="{5D6368F2-F3D7-4CF2-944E-2C4646AF3627}"/>
              </a:ext>
            </a:extLst>
          </p:cNvPr>
          <p:cNvSpPr>
            <a:spLocks noGrp="1"/>
          </p:cNvSpPr>
          <p:nvPr/>
        </p:nvSpPr>
        <p:spPr>
          <a:xfrm>
            <a:off x="352398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01_find_only_735">
            <a:extLst>
              <a:ext uri="{FF2B5EF4-FFF2-40B4-BE49-F238E27FC236}">
                <a16:creationId xmlns:a16="http://schemas.microsoft.com/office/drawing/2014/main" id="{DB5C6AE6-A159-4D40-AD5D-2FD337B9D516}"/>
              </a:ext>
            </a:extLst>
          </p:cNvPr>
          <p:cNvSpPr>
            <a:spLocks noGrp="1"/>
          </p:cNvSpPr>
          <p:nvPr/>
        </p:nvSpPr>
        <p:spPr>
          <a:xfrm>
            <a:off x="35415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01_find_only_736">
            <a:extLst>
              <a:ext uri="{FF2B5EF4-FFF2-40B4-BE49-F238E27FC236}">
                <a16:creationId xmlns:a16="http://schemas.microsoft.com/office/drawing/2014/main" id="{ADFF3A4E-16AD-4AC2-A323-02060D62E187}"/>
              </a:ext>
            </a:extLst>
          </p:cNvPr>
          <p:cNvSpPr>
            <a:spLocks noGrp="1"/>
          </p:cNvSpPr>
          <p:nvPr/>
        </p:nvSpPr>
        <p:spPr>
          <a:xfrm>
            <a:off x="3507174" y="40615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01_find_only_737">
            <a:extLst>
              <a:ext uri="{FF2B5EF4-FFF2-40B4-BE49-F238E27FC236}">
                <a16:creationId xmlns:a16="http://schemas.microsoft.com/office/drawing/2014/main" id="{5C2E5265-C07C-4BF2-B9BC-97C7CFA61B99}"/>
              </a:ext>
            </a:extLst>
          </p:cNvPr>
          <p:cNvSpPr>
            <a:spLocks noGrp="1"/>
          </p:cNvSpPr>
          <p:nvPr/>
        </p:nvSpPr>
        <p:spPr>
          <a:xfrm>
            <a:off x="2023311" y="2858272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39" name="01_find_only_738">
            <a:extLst>
              <a:ext uri="{FF2B5EF4-FFF2-40B4-BE49-F238E27FC236}">
                <a16:creationId xmlns:a16="http://schemas.microsoft.com/office/drawing/2014/main" id="{0F50577F-CE20-4CD6-9744-8BE0DEA263EF}"/>
              </a:ext>
            </a:extLst>
          </p:cNvPr>
          <p:cNvSpPr>
            <a:spLocks noGrp="1"/>
          </p:cNvSpPr>
          <p:nvPr/>
        </p:nvSpPr>
        <p:spPr>
          <a:xfrm>
            <a:off x="2023311" y="427897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740" name="text_739">
            <a:extLst>
              <a:ext uri="{FF2B5EF4-FFF2-40B4-BE49-F238E27FC236}">
                <a16:creationId xmlns:a16="http://schemas.microsoft.com/office/drawing/2014/main" id="{363337D4-484F-48AC-A863-F61FF69C3461}"/>
              </a:ext>
            </a:extLst>
          </p:cNvPr>
          <p:cNvSpPr>
            <a:spLocks noGrp="1"/>
          </p:cNvSpPr>
          <p:nvPr/>
        </p:nvSpPr>
        <p:spPr>
          <a:xfrm>
            <a:off x="1792302" y="2663980"/>
            <a:ext cx="84858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a</a:t>
            </a:r>
          </a:p>
        </p:txBody>
      </p:sp>
      <p:sp>
        <p:nvSpPr>
          <p:cNvPr id="741" name="text_740">
            <a:extLst>
              <a:ext uri="{FF2B5EF4-FFF2-40B4-BE49-F238E27FC236}">
                <a16:creationId xmlns:a16="http://schemas.microsoft.com/office/drawing/2014/main" id="{6254AAF0-4711-43CB-9093-60F48B86EDD9}"/>
              </a:ext>
            </a:extLst>
          </p:cNvPr>
          <p:cNvSpPr>
            <a:spLocks noGrp="1"/>
          </p:cNvSpPr>
          <p:nvPr/>
        </p:nvSpPr>
        <p:spPr>
          <a:xfrm>
            <a:off x="2023311" y="2654988"/>
            <a:ext cx="727851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All ligands, GT</a:t>
            </a:r>
          </a:p>
        </p:txBody>
      </p:sp>
      <p:sp>
        <p:nvSpPr>
          <p:cNvPr id="742" name="01_find_only_741">
            <a:extLst>
              <a:ext uri="{FF2B5EF4-FFF2-40B4-BE49-F238E27FC236}">
                <a16:creationId xmlns:a16="http://schemas.microsoft.com/office/drawing/2014/main" id="{2EA30FE5-2718-4D4F-9E29-70FDCFA1F3EC}"/>
              </a:ext>
            </a:extLst>
          </p:cNvPr>
          <p:cNvSpPr>
            <a:spLocks noGrp="1"/>
          </p:cNvSpPr>
          <p:nvPr/>
        </p:nvSpPr>
        <p:spPr>
          <a:xfrm>
            <a:off x="2038589" y="3288146"/>
            <a:ext cx="1527834" cy="926249"/>
          </a:xfrm>
          <a:custGeom>
            <a:avLst/>
            <a:gdLst/>
            <a:ahLst/>
            <a:cxnLst/>
            <a:rect l="0" t="0" r="0" b="0"/>
            <a:pathLst>
              <a:path w="1500000" h="909375">
                <a:moveTo>
                  <a:pt x="0" y="909375"/>
                </a:moveTo>
                <a:lnTo>
                  <a:pt x="14493" y="907968"/>
                </a:lnTo>
                <a:lnTo>
                  <a:pt x="15217" y="907819"/>
                </a:lnTo>
                <a:lnTo>
                  <a:pt x="19231" y="906685"/>
                </a:lnTo>
                <a:lnTo>
                  <a:pt x="20161" y="905157"/>
                </a:lnTo>
                <a:lnTo>
                  <a:pt x="25000" y="904094"/>
                </a:lnTo>
                <a:lnTo>
                  <a:pt x="26316" y="902388"/>
                </a:lnTo>
                <a:lnTo>
                  <a:pt x="27778" y="902296"/>
                </a:lnTo>
                <a:lnTo>
                  <a:pt x="28986" y="899983"/>
                </a:lnTo>
                <a:lnTo>
                  <a:pt x="33333" y="898663"/>
                </a:lnTo>
                <a:lnTo>
                  <a:pt x="34632" y="897546"/>
                </a:lnTo>
                <a:lnTo>
                  <a:pt x="35714" y="897531"/>
                </a:lnTo>
                <a:lnTo>
                  <a:pt x="36797" y="894852"/>
                </a:lnTo>
                <a:lnTo>
                  <a:pt x="40984" y="893518"/>
                </a:lnTo>
                <a:lnTo>
                  <a:pt x="41667" y="889204"/>
                </a:lnTo>
                <a:lnTo>
                  <a:pt x="47826" y="887800"/>
                </a:lnTo>
                <a:lnTo>
                  <a:pt x="49180" y="887577"/>
                </a:lnTo>
                <a:lnTo>
                  <a:pt x="50000" y="887546"/>
                </a:lnTo>
                <a:lnTo>
                  <a:pt x="51282" y="885905"/>
                </a:lnTo>
                <a:lnTo>
                  <a:pt x="55556" y="884583"/>
                </a:lnTo>
                <a:lnTo>
                  <a:pt x="56522" y="881191"/>
                </a:lnTo>
                <a:lnTo>
                  <a:pt x="62500" y="880020"/>
                </a:lnTo>
                <a:lnTo>
                  <a:pt x="62771" y="870396"/>
                </a:lnTo>
                <a:lnTo>
                  <a:pt x="68966" y="869137"/>
                </a:lnTo>
                <a:lnTo>
                  <a:pt x="69444" y="868666"/>
                </a:lnTo>
                <a:lnTo>
                  <a:pt x="71429" y="868559"/>
                </a:lnTo>
                <a:lnTo>
                  <a:pt x="72826" y="863251"/>
                </a:lnTo>
                <a:lnTo>
                  <a:pt x="76923" y="862140"/>
                </a:lnTo>
                <a:lnTo>
                  <a:pt x="78261" y="860626"/>
                </a:lnTo>
                <a:lnTo>
                  <a:pt x="83333" y="859835"/>
                </a:lnTo>
                <a:lnTo>
                  <a:pt x="84416" y="841339"/>
                </a:lnTo>
                <a:lnTo>
                  <a:pt x="90909" y="840348"/>
                </a:lnTo>
                <a:lnTo>
                  <a:pt x="91667" y="839479"/>
                </a:lnTo>
                <a:lnTo>
                  <a:pt x="95652" y="838077"/>
                </a:lnTo>
                <a:lnTo>
                  <a:pt x="96774" y="836517"/>
                </a:lnTo>
                <a:lnTo>
                  <a:pt x="100000" y="836127"/>
                </a:lnTo>
                <a:lnTo>
                  <a:pt x="101087" y="827478"/>
                </a:lnTo>
                <a:lnTo>
                  <a:pt x="107143" y="826270"/>
                </a:lnTo>
                <a:lnTo>
                  <a:pt x="108333" y="823784"/>
                </a:lnTo>
                <a:lnTo>
                  <a:pt x="111111" y="823544"/>
                </a:lnTo>
                <a:lnTo>
                  <a:pt x="111957" y="820184"/>
                </a:lnTo>
                <a:lnTo>
                  <a:pt x="115385" y="820015"/>
                </a:lnTo>
                <a:lnTo>
                  <a:pt x="116667" y="818090"/>
                </a:lnTo>
                <a:lnTo>
                  <a:pt x="125000" y="816994"/>
                </a:lnTo>
                <a:lnTo>
                  <a:pt x="126087" y="773019"/>
                </a:lnTo>
                <a:lnTo>
                  <a:pt x="133333" y="772223"/>
                </a:lnTo>
                <a:lnTo>
                  <a:pt x="134615" y="769851"/>
                </a:lnTo>
                <a:lnTo>
                  <a:pt x="138889" y="768784"/>
                </a:lnTo>
                <a:lnTo>
                  <a:pt x="140217" y="766982"/>
                </a:lnTo>
                <a:lnTo>
                  <a:pt x="142857" y="766742"/>
                </a:lnTo>
                <a:lnTo>
                  <a:pt x="143478" y="761583"/>
                </a:lnTo>
                <a:lnTo>
                  <a:pt x="150000" y="760941"/>
                </a:lnTo>
                <a:lnTo>
                  <a:pt x="151087" y="758709"/>
                </a:lnTo>
                <a:lnTo>
                  <a:pt x="155172" y="757424"/>
                </a:lnTo>
                <a:lnTo>
                  <a:pt x="156522" y="755745"/>
                </a:lnTo>
                <a:lnTo>
                  <a:pt x="166667" y="754892"/>
                </a:lnTo>
                <a:lnTo>
                  <a:pt x="167391" y="700943"/>
                </a:lnTo>
                <a:lnTo>
                  <a:pt x="173077" y="700546"/>
                </a:lnTo>
                <a:lnTo>
                  <a:pt x="173913" y="698990"/>
                </a:lnTo>
                <a:lnTo>
                  <a:pt x="178571" y="697687"/>
                </a:lnTo>
                <a:lnTo>
                  <a:pt x="179487" y="696078"/>
                </a:lnTo>
                <a:lnTo>
                  <a:pt x="187500" y="694848"/>
                </a:lnTo>
                <a:lnTo>
                  <a:pt x="188406" y="685356"/>
                </a:lnTo>
                <a:lnTo>
                  <a:pt x="192308" y="684729"/>
                </a:lnTo>
                <a:lnTo>
                  <a:pt x="193548" y="683714"/>
                </a:lnTo>
                <a:lnTo>
                  <a:pt x="194444" y="683714"/>
                </a:lnTo>
                <a:lnTo>
                  <a:pt x="195652" y="682006"/>
                </a:lnTo>
                <a:lnTo>
                  <a:pt x="200000" y="681808"/>
                </a:lnTo>
                <a:lnTo>
                  <a:pt x="201087" y="671742"/>
                </a:lnTo>
                <a:lnTo>
                  <a:pt x="208333" y="671135"/>
                </a:lnTo>
                <a:lnTo>
                  <a:pt x="209677" y="667089"/>
                </a:lnTo>
                <a:lnTo>
                  <a:pt x="211538" y="666582"/>
                </a:lnTo>
                <a:lnTo>
                  <a:pt x="211957" y="665386"/>
                </a:lnTo>
                <a:lnTo>
                  <a:pt x="214286" y="665356"/>
                </a:lnTo>
                <a:lnTo>
                  <a:pt x="215217" y="659361"/>
                </a:lnTo>
                <a:lnTo>
                  <a:pt x="222222" y="658041"/>
                </a:lnTo>
                <a:lnTo>
                  <a:pt x="222222" y="655286"/>
                </a:lnTo>
                <a:lnTo>
                  <a:pt x="227273" y="653893"/>
                </a:lnTo>
                <a:lnTo>
                  <a:pt x="228261" y="653233"/>
                </a:lnTo>
                <a:lnTo>
                  <a:pt x="233696" y="651828"/>
                </a:lnTo>
                <a:lnTo>
                  <a:pt x="234783" y="651797"/>
                </a:lnTo>
                <a:lnTo>
                  <a:pt x="247826" y="650395"/>
                </a:lnTo>
                <a:lnTo>
                  <a:pt x="247826" y="650379"/>
                </a:lnTo>
                <a:lnTo>
                  <a:pt x="250000" y="650379"/>
                </a:lnTo>
                <a:lnTo>
                  <a:pt x="251087" y="511223"/>
                </a:lnTo>
                <a:lnTo>
                  <a:pt x="263158" y="509861"/>
                </a:lnTo>
                <a:lnTo>
                  <a:pt x="264130" y="509397"/>
                </a:lnTo>
                <a:lnTo>
                  <a:pt x="269231" y="509054"/>
                </a:lnTo>
                <a:lnTo>
                  <a:pt x="269565" y="507585"/>
                </a:lnTo>
                <a:lnTo>
                  <a:pt x="275862" y="506197"/>
                </a:lnTo>
                <a:lnTo>
                  <a:pt x="277174" y="505922"/>
                </a:lnTo>
                <a:lnTo>
                  <a:pt x="277778" y="505922"/>
                </a:lnTo>
                <a:lnTo>
                  <a:pt x="278261" y="503151"/>
                </a:lnTo>
                <a:lnTo>
                  <a:pt x="285714" y="502168"/>
                </a:lnTo>
                <a:lnTo>
                  <a:pt x="286957" y="498764"/>
                </a:lnTo>
                <a:lnTo>
                  <a:pt x="289855" y="497452"/>
                </a:lnTo>
                <a:lnTo>
                  <a:pt x="290323" y="497258"/>
                </a:lnTo>
                <a:lnTo>
                  <a:pt x="291667" y="497242"/>
                </a:lnTo>
                <a:lnTo>
                  <a:pt x="292391" y="494748"/>
                </a:lnTo>
                <a:lnTo>
                  <a:pt x="300000" y="494401"/>
                </a:lnTo>
                <a:lnTo>
                  <a:pt x="301282" y="485954"/>
                </a:lnTo>
                <a:lnTo>
                  <a:pt x="307692" y="484579"/>
                </a:lnTo>
                <a:lnTo>
                  <a:pt x="308696" y="483383"/>
                </a:lnTo>
                <a:lnTo>
                  <a:pt x="312500" y="482592"/>
                </a:lnTo>
                <a:lnTo>
                  <a:pt x="313043" y="477854"/>
                </a:lnTo>
                <a:lnTo>
                  <a:pt x="321429" y="476623"/>
                </a:lnTo>
                <a:lnTo>
                  <a:pt x="322581" y="475520"/>
                </a:lnTo>
                <a:lnTo>
                  <a:pt x="333333" y="474169"/>
                </a:lnTo>
                <a:lnTo>
                  <a:pt x="333333" y="425726"/>
                </a:lnTo>
                <a:lnTo>
                  <a:pt x="346154" y="424925"/>
                </a:lnTo>
                <a:lnTo>
                  <a:pt x="346739" y="424002"/>
                </a:lnTo>
                <a:lnTo>
                  <a:pt x="354167" y="422829"/>
                </a:lnTo>
                <a:lnTo>
                  <a:pt x="355435" y="422324"/>
                </a:lnTo>
                <a:lnTo>
                  <a:pt x="357143" y="422324"/>
                </a:lnTo>
                <a:lnTo>
                  <a:pt x="358333" y="418817"/>
                </a:lnTo>
                <a:lnTo>
                  <a:pt x="362069" y="417454"/>
                </a:lnTo>
                <a:lnTo>
                  <a:pt x="363043" y="417092"/>
                </a:lnTo>
                <a:lnTo>
                  <a:pt x="365385" y="416432"/>
                </a:lnTo>
                <a:lnTo>
                  <a:pt x="366667" y="415315"/>
                </a:lnTo>
                <a:lnTo>
                  <a:pt x="375000" y="414999"/>
                </a:lnTo>
                <a:lnTo>
                  <a:pt x="376344" y="393095"/>
                </a:lnTo>
                <a:lnTo>
                  <a:pt x="389130" y="391689"/>
                </a:lnTo>
                <a:lnTo>
                  <a:pt x="390217" y="391658"/>
                </a:lnTo>
                <a:lnTo>
                  <a:pt x="392857" y="391240"/>
                </a:lnTo>
                <a:lnTo>
                  <a:pt x="393478" y="390212"/>
                </a:lnTo>
                <a:lnTo>
                  <a:pt x="400000" y="389601"/>
                </a:lnTo>
                <a:lnTo>
                  <a:pt x="401087" y="383077"/>
                </a:lnTo>
                <a:lnTo>
                  <a:pt x="409091" y="382186"/>
                </a:lnTo>
                <a:lnTo>
                  <a:pt x="410256" y="381451"/>
                </a:lnTo>
                <a:lnTo>
                  <a:pt x="416667" y="381088"/>
                </a:lnTo>
                <a:lnTo>
                  <a:pt x="417391" y="364945"/>
                </a:lnTo>
                <a:lnTo>
                  <a:pt x="428571" y="364459"/>
                </a:lnTo>
                <a:lnTo>
                  <a:pt x="429487" y="362328"/>
                </a:lnTo>
                <a:lnTo>
                  <a:pt x="437500" y="361860"/>
                </a:lnTo>
                <a:lnTo>
                  <a:pt x="438043" y="358893"/>
                </a:lnTo>
                <a:lnTo>
                  <a:pt x="444444" y="358483"/>
                </a:lnTo>
                <a:lnTo>
                  <a:pt x="444444" y="357303"/>
                </a:lnTo>
                <a:lnTo>
                  <a:pt x="458333" y="356084"/>
                </a:lnTo>
                <a:lnTo>
                  <a:pt x="458696" y="353589"/>
                </a:lnTo>
                <a:lnTo>
                  <a:pt x="464286" y="352938"/>
                </a:lnTo>
                <a:lnTo>
                  <a:pt x="464286" y="351926"/>
                </a:lnTo>
                <a:lnTo>
                  <a:pt x="500000" y="350611"/>
                </a:lnTo>
                <a:lnTo>
                  <a:pt x="500000" y="67402"/>
                </a:lnTo>
                <a:lnTo>
                  <a:pt x="541667" y="66404"/>
                </a:lnTo>
                <a:lnTo>
                  <a:pt x="541667" y="65814"/>
                </a:lnTo>
                <a:lnTo>
                  <a:pt x="562500" y="65106"/>
                </a:lnTo>
                <a:lnTo>
                  <a:pt x="562500" y="63925"/>
                </a:lnTo>
                <a:lnTo>
                  <a:pt x="583333" y="62913"/>
                </a:lnTo>
                <a:lnTo>
                  <a:pt x="583333" y="57797"/>
                </a:lnTo>
                <a:lnTo>
                  <a:pt x="600000" y="57797"/>
                </a:lnTo>
                <a:lnTo>
                  <a:pt x="600000" y="56380"/>
                </a:lnTo>
                <a:lnTo>
                  <a:pt x="625000" y="55691"/>
                </a:lnTo>
                <a:lnTo>
                  <a:pt x="625000" y="53478"/>
                </a:lnTo>
                <a:lnTo>
                  <a:pt x="642857" y="53478"/>
                </a:lnTo>
                <a:lnTo>
                  <a:pt x="642857" y="51454"/>
                </a:lnTo>
                <a:lnTo>
                  <a:pt x="666667" y="51011"/>
                </a:lnTo>
                <a:lnTo>
                  <a:pt x="666667" y="47076"/>
                </a:lnTo>
                <a:lnTo>
                  <a:pt x="694444" y="45747"/>
                </a:lnTo>
                <a:lnTo>
                  <a:pt x="694444" y="45354"/>
                </a:lnTo>
                <a:lnTo>
                  <a:pt x="750000" y="44911"/>
                </a:lnTo>
                <a:lnTo>
                  <a:pt x="750000" y="19675"/>
                </a:lnTo>
                <a:lnTo>
                  <a:pt x="833333" y="18848"/>
                </a:lnTo>
                <a:lnTo>
                  <a:pt x="833333" y="16487"/>
                </a:lnTo>
                <a:lnTo>
                  <a:pt x="875000" y="16251"/>
                </a:lnTo>
                <a:lnTo>
                  <a:pt x="875000" y="12709"/>
                </a:lnTo>
                <a:lnTo>
                  <a:pt x="1000000" y="12473"/>
                </a:lnTo>
                <a:lnTo>
                  <a:pt x="1000000" y="10162"/>
                </a:lnTo>
                <a:lnTo>
                  <a:pt x="1312500" y="8981"/>
                </a:lnTo>
                <a:lnTo>
                  <a:pt x="1312500" y="8096"/>
                </a:lnTo>
                <a:lnTo>
                  <a:pt x="1500000" y="7084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743" name="01_find_only_742">
            <a:extLst>
              <a:ext uri="{FF2B5EF4-FFF2-40B4-BE49-F238E27FC236}">
                <a16:creationId xmlns:a16="http://schemas.microsoft.com/office/drawing/2014/main" id="{AC833347-B655-4403-B9DC-24E56A5291B0}"/>
              </a:ext>
            </a:extLst>
          </p:cNvPr>
          <p:cNvSpPr>
            <a:spLocks noGrp="1"/>
          </p:cNvSpPr>
          <p:nvPr/>
        </p:nvSpPr>
        <p:spPr>
          <a:xfrm>
            <a:off x="2038589" y="3138107"/>
            <a:ext cx="1527834" cy="1076288"/>
          </a:xfrm>
          <a:custGeom>
            <a:avLst/>
            <a:gdLst/>
            <a:ahLst/>
            <a:cxnLst/>
            <a:rect l="0" t="0" r="0" b="0"/>
            <a:pathLst>
              <a:path w="1500000" h="1056680">
                <a:moveTo>
                  <a:pt x="0" y="1056680"/>
                </a:moveTo>
                <a:lnTo>
                  <a:pt x="125000" y="1056680"/>
                </a:lnTo>
                <a:lnTo>
                  <a:pt x="125000" y="1005550"/>
                </a:lnTo>
                <a:lnTo>
                  <a:pt x="126087" y="1005550"/>
                </a:lnTo>
                <a:lnTo>
                  <a:pt x="142857" y="1005550"/>
                </a:lnTo>
                <a:lnTo>
                  <a:pt x="142857" y="920821"/>
                </a:lnTo>
                <a:lnTo>
                  <a:pt x="143478" y="920821"/>
                </a:lnTo>
                <a:lnTo>
                  <a:pt x="166667" y="920821"/>
                </a:lnTo>
                <a:lnTo>
                  <a:pt x="166667" y="786447"/>
                </a:lnTo>
                <a:lnTo>
                  <a:pt x="167391" y="786447"/>
                </a:lnTo>
                <a:lnTo>
                  <a:pt x="173077" y="786447"/>
                </a:lnTo>
                <a:lnTo>
                  <a:pt x="173913" y="774899"/>
                </a:lnTo>
                <a:lnTo>
                  <a:pt x="173913" y="774899"/>
                </a:lnTo>
                <a:lnTo>
                  <a:pt x="187500" y="774899"/>
                </a:lnTo>
                <a:lnTo>
                  <a:pt x="187500" y="764061"/>
                </a:lnTo>
                <a:lnTo>
                  <a:pt x="188406" y="764061"/>
                </a:lnTo>
                <a:lnTo>
                  <a:pt x="194444" y="764061"/>
                </a:lnTo>
                <a:lnTo>
                  <a:pt x="194444" y="739676"/>
                </a:lnTo>
                <a:lnTo>
                  <a:pt x="195652" y="739676"/>
                </a:lnTo>
                <a:lnTo>
                  <a:pt x="250000" y="739676"/>
                </a:lnTo>
                <a:lnTo>
                  <a:pt x="250000" y="563563"/>
                </a:lnTo>
                <a:lnTo>
                  <a:pt x="251087" y="563563"/>
                </a:lnTo>
                <a:lnTo>
                  <a:pt x="270833" y="563563"/>
                </a:lnTo>
                <a:lnTo>
                  <a:pt x="270833" y="549474"/>
                </a:lnTo>
                <a:lnTo>
                  <a:pt x="271739" y="549474"/>
                </a:lnTo>
                <a:lnTo>
                  <a:pt x="300000" y="549474"/>
                </a:lnTo>
                <a:lnTo>
                  <a:pt x="300000" y="520212"/>
                </a:lnTo>
                <a:lnTo>
                  <a:pt x="301282" y="520212"/>
                </a:lnTo>
                <a:lnTo>
                  <a:pt x="307692" y="520212"/>
                </a:lnTo>
                <a:lnTo>
                  <a:pt x="307692" y="513245"/>
                </a:lnTo>
                <a:lnTo>
                  <a:pt x="308696" y="513245"/>
                </a:lnTo>
                <a:lnTo>
                  <a:pt x="312500" y="513245"/>
                </a:lnTo>
                <a:lnTo>
                  <a:pt x="312500" y="486073"/>
                </a:lnTo>
                <a:lnTo>
                  <a:pt x="313043" y="486073"/>
                </a:lnTo>
                <a:lnTo>
                  <a:pt x="325000" y="486073"/>
                </a:lnTo>
                <a:lnTo>
                  <a:pt x="325000" y="475506"/>
                </a:lnTo>
                <a:lnTo>
                  <a:pt x="326087" y="475506"/>
                </a:lnTo>
                <a:lnTo>
                  <a:pt x="333333" y="475506"/>
                </a:lnTo>
                <a:lnTo>
                  <a:pt x="333333" y="422672"/>
                </a:lnTo>
                <a:lnTo>
                  <a:pt x="500000" y="422672"/>
                </a:lnTo>
                <a:lnTo>
                  <a:pt x="500000" y="211336"/>
                </a:lnTo>
                <a:lnTo>
                  <a:pt x="562500" y="211336"/>
                </a:lnTo>
                <a:lnTo>
                  <a:pt x="562500" y="184919"/>
                </a:lnTo>
                <a:lnTo>
                  <a:pt x="583333" y="184919"/>
                </a:lnTo>
                <a:lnTo>
                  <a:pt x="583333" y="180095"/>
                </a:lnTo>
                <a:lnTo>
                  <a:pt x="625000" y="180095"/>
                </a:lnTo>
                <a:lnTo>
                  <a:pt x="625000" y="150954"/>
                </a:lnTo>
                <a:lnTo>
                  <a:pt x="642857" y="150954"/>
                </a:lnTo>
                <a:lnTo>
                  <a:pt x="642857" y="105668"/>
                </a:lnTo>
                <a:lnTo>
                  <a:pt x="750000" y="105668"/>
                </a:lnTo>
                <a:lnTo>
                  <a:pt x="750000" y="74990"/>
                </a:lnTo>
                <a:lnTo>
                  <a:pt x="875000" y="74990"/>
                </a:lnTo>
                <a:lnTo>
                  <a:pt x="875000" y="52834"/>
                </a:lnTo>
                <a:lnTo>
                  <a:pt x="1250000" y="52834"/>
                </a:lnTo>
                <a:lnTo>
                  <a:pt x="1250000" y="42267"/>
                </a:lnTo>
                <a:lnTo>
                  <a:pt x="1500000" y="42267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744" name="01_find_only_743">
            <a:extLst>
              <a:ext uri="{FF2B5EF4-FFF2-40B4-BE49-F238E27FC236}">
                <a16:creationId xmlns:a16="http://schemas.microsoft.com/office/drawing/2014/main" id="{6CA53177-6B02-45EC-AEEA-D7D9D07EAFEA}"/>
              </a:ext>
            </a:extLst>
          </p:cNvPr>
          <p:cNvSpPr>
            <a:spLocks noGrp="1"/>
          </p:cNvSpPr>
          <p:nvPr/>
        </p:nvSpPr>
        <p:spPr>
          <a:xfrm>
            <a:off x="2271238" y="3786880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5" name="01_find_only_744">
            <a:extLst>
              <a:ext uri="{FF2B5EF4-FFF2-40B4-BE49-F238E27FC236}">
                <a16:creationId xmlns:a16="http://schemas.microsoft.com/office/drawing/2014/main" id="{84589AEF-7579-42B8-948B-7322B7A20C26}"/>
              </a:ext>
            </a:extLst>
          </p:cNvPr>
          <p:cNvSpPr>
            <a:spLocks noGrp="1"/>
          </p:cNvSpPr>
          <p:nvPr/>
        </p:nvSpPr>
        <p:spPr>
          <a:xfrm>
            <a:off x="2525877" y="3334808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6" name="01_find_only_745">
            <a:extLst>
              <a:ext uri="{FF2B5EF4-FFF2-40B4-BE49-F238E27FC236}">
                <a16:creationId xmlns:a16="http://schemas.microsoft.com/office/drawing/2014/main" id="{E5DAC7B3-E0CA-4991-9C23-8FCA4030FDF0}"/>
              </a:ext>
            </a:extLst>
          </p:cNvPr>
          <p:cNvSpPr>
            <a:spLocks noGrp="1"/>
          </p:cNvSpPr>
          <p:nvPr/>
        </p:nvSpPr>
        <p:spPr>
          <a:xfrm>
            <a:off x="3035155" y="3276505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7" name="01_find_only_746">
            <a:extLst>
              <a:ext uri="{FF2B5EF4-FFF2-40B4-BE49-F238E27FC236}">
                <a16:creationId xmlns:a16="http://schemas.microsoft.com/office/drawing/2014/main" id="{77CBD04C-DB0E-459A-BE42-902FDD5EC56C}"/>
              </a:ext>
            </a:extLst>
          </p:cNvPr>
          <p:cNvSpPr>
            <a:spLocks noGrp="1"/>
          </p:cNvSpPr>
          <p:nvPr/>
        </p:nvSpPr>
        <p:spPr>
          <a:xfrm>
            <a:off x="3544432" y="3266155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748" name="01_find_only_747">
            <a:extLst>
              <a:ext uri="{FF2B5EF4-FFF2-40B4-BE49-F238E27FC236}">
                <a16:creationId xmlns:a16="http://schemas.microsoft.com/office/drawing/2014/main" id="{6986E5B9-3D4C-4528-8B19-6DC71B7FE4E5}"/>
              </a:ext>
            </a:extLst>
          </p:cNvPr>
          <p:cNvSpPr>
            <a:spLocks noGrp="1"/>
          </p:cNvSpPr>
          <p:nvPr/>
        </p:nvSpPr>
        <p:spPr>
          <a:xfrm>
            <a:off x="2256641" y="3675540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49" name="01_find_only_748">
            <a:extLst>
              <a:ext uri="{FF2B5EF4-FFF2-40B4-BE49-F238E27FC236}">
                <a16:creationId xmlns:a16="http://schemas.microsoft.com/office/drawing/2014/main" id="{694DA40C-0834-49B0-A996-B47A621A8FEE}"/>
              </a:ext>
            </a:extLst>
          </p:cNvPr>
          <p:cNvSpPr>
            <a:spLocks noGrp="1"/>
          </p:cNvSpPr>
          <p:nvPr/>
        </p:nvSpPr>
        <p:spPr>
          <a:xfrm>
            <a:off x="2511280" y="331677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0" name="01_find_only_749">
            <a:extLst>
              <a:ext uri="{FF2B5EF4-FFF2-40B4-BE49-F238E27FC236}">
                <a16:creationId xmlns:a16="http://schemas.microsoft.com/office/drawing/2014/main" id="{F6A678CC-F83D-4DC0-A2B3-4E968D2332C2}"/>
              </a:ext>
            </a:extLst>
          </p:cNvPr>
          <p:cNvSpPr>
            <a:spLocks noGrp="1"/>
          </p:cNvSpPr>
          <p:nvPr/>
        </p:nvSpPr>
        <p:spPr>
          <a:xfrm>
            <a:off x="3020558" y="3155334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1" name="01_find_only_750">
            <a:extLst>
              <a:ext uri="{FF2B5EF4-FFF2-40B4-BE49-F238E27FC236}">
                <a16:creationId xmlns:a16="http://schemas.microsoft.com/office/drawing/2014/main" id="{2ABC3EE0-B449-481A-A21C-73529D8314E7}"/>
              </a:ext>
            </a:extLst>
          </p:cNvPr>
          <p:cNvSpPr>
            <a:spLocks noGrp="1"/>
          </p:cNvSpPr>
          <p:nvPr/>
        </p:nvSpPr>
        <p:spPr>
          <a:xfrm>
            <a:off x="3529835" y="3101519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752" name="01_find_only_751">
            <a:extLst>
              <a:ext uri="{FF2B5EF4-FFF2-40B4-BE49-F238E27FC236}">
                <a16:creationId xmlns:a16="http://schemas.microsoft.com/office/drawing/2014/main" id="{278C4736-CA00-4EE2-B407-2713E97554F9}"/>
              </a:ext>
            </a:extLst>
          </p:cNvPr>
          <p:cNvSpPr>
            <a:spLocks noGrp="1"/>
          </p:cNvSpPr>
          <p:nvPr/>
        </p:nvSpPr>
        <p:spPr>
          <a:xfrm>
            <a:off x="4184890" y="2858272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53" name="01_find_only_752">
            <a:extLst>
              <a:ext uri="{FF2B5EF4-FFF2-40B4-BE49-F238E27FC236}">
                <a16:creationId xmlns:a16="http://schemas.microsoft.com/office/drawing/2014/main" id="{5E33967C-2C0A-44AC-8C5F-5F6D98851AF3}"/>
              </a:ext>
            </a:extLst>
          </p:cNvPr>
          <p:cNvSpPr>
            <a:spLocks noGrp="1"/>
          </p:cNvSpPr>
          <p:nvPr/>
        </p:nvSpPr>
        <p:spPr>
          <a:xfrm>
            <a:off x="4388601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697" y="1257449"/>
                </a:lnTo>
                <a:lnTo>
                  <a:pt x="2740" y="1246883"/>
                </a:lnTo>
                <a:lnTo>
                  <a:pt x="5991" y="1236316"/>
                </a:lnTo>
                <a:lnTo>
                  <a:pt x="10236" y="1225749"/>
                </a:lnTo>
                <a:lnTo>
                  <a:pt x="15209" y="1215182"/>
                </a:lnTo>
                <a:lnTo>
                  <a:pt x="20619" y="1204615"/>
                </a:lnTo>
                <a:lnTo>
                  <a:pt x="26177" y="1194049"/>
                </a:lnTo>
                <a:lnTo>
                  <a:pt x="31617" y="1183482"/>
                </a:lnTo>
                <a:lnTo>
                  <a:pt x="36723" y="1172915"/>
                </a:lnTo>
                <a:lnTo>
                  <a:pt x="41329" y="1162348"/>
                </a:lnTo>
                <a:lnTo>
                  <a:pt x="45332" y="1151781"/>
                </a:lnTo>
                <a:lnTo>
                  <a:pt x="48685" y="1141215"/>
                </a:lnTo>
                <a:lnTo>
                  <a:pt x="51387" y="1130648"/>
                </a:lnTo>
                <a:lnTo>
                  <a:pt x="53478" y="1120081"/>
                </a:lnTo>
                <a:lnTo>
                  <a:pt x="55020" y="1109514"/>
                </a:lnTo>
                <a:lnTo>
                  <a:pt x="56088" y="1098947"/>
                </a:lnTo>
                <a:lnTo>
                  <a:pt x="56762" y="1088381"/>
                </a:lnTo>
                <a:lnTo>
                  <a:pt x="57115" y="1077814"/>
                </a:lnTo>
                <a:lnTo>
                  <a:pt x="57215" y="1067247"/>
                </a:lnTo>
                <a:lnTo>
                  <a:pt x="57115" y="1056680"/>
                </a:lnTo>
                <a:lnTo>
                  <a:pt x="56858" y="1046113"/>
                </a:lnTo>
                <a:lnTo>
                  <a:pt x="56478" y="1035547"/>
                </a:lnTo>
                <a:lnTo>
                  <a:pt x="55996" y="1024980"/>
                </a:lnTo>
                <a:lnTo>
                  <a:pt x="55431" y="1014413"/>
                </a:lnTo>
                <a:lnTo>
                  <a:pt x="54794" y="1003846"/>
                </a:lnTo>
                <a:lnTo>
                  <a:pt x="54095" y="993279"/>
                </a:lnTo>
                <a:lnTo>
                  <a:pt x="53341" y="982713"/>
                </a:lnTo>
                <a:lnTo>
                  <a:pt x="52538" y="972146"/>
                </a:lnTo>
                <a:lnTo>
                  <a:pt x="51692" y="961579"/>
                </a:lnTo>
                <a:lnTo>
                  <a:pt x="50810" y="951012"/>
                </a:lnTo>
                <a:lnTo>
                  <a:pt x="49901" y="940445"/>
                </a:lnTo>
                <a:lnTo>
                  <a:pt x="48975" y="929879"/>
                </a:lnTo>
                <a:lnTo>
                  <a:pt x="48047" y="919312"/>
                </a:lnTo>
                <a:lnTo>
                  <a:pt x="47131" y="908745"/>
                </a:lnTo>
                <a:lnTo>
                  <a:pt x="46248" y="898178"/>
                </a:lnTo>
                <a:lnTo>
                  <a:pt x="45416" y="887611"/>
                </a:lnTo>
                <a:lnTo>
                  <a:pt x="44654" y="877045"/>
                </a:lnTo>
                <a:lnTo>
                  <a:pt x="43980" y="866478"/>
                </a:lnTo>
                <a:lnTo>
                  <a:pt x="43401" y="855911"/>
                </a:lnTo>
                <a:lnTo>
                  <a:pt x="42919" y="845344"/>
                </a:lnTo>
                <a:lnTo>
                  <a:pt x="42525" y="834777"/>
                </a:lnTo>
                <a:lnTo>
                  <a:pt x="42197" y="824211"/>
                </a:lnTo>
                <a:lnTo>
                  <a:pt x="41901" y="813644"/>
                </a:lnTo>
                <a:lnTo>
                  <a:pt x="41593" y="803077"/>
                </a:lnTo>
                <a:lnTo>
                  <a:pt x="41224" y="792510"/>
                </a:lnTo>
                <a:lnTo>
                  <a:pt x="40737" y="781943"/>
                </a:lnTo>
                <a:lnTo>
                  <a:pt x="40082" y="771377"/>
                </a:lnTo>
                <a:lnTo>
                  <a:pt x="39214" y="760810"/>
                </a:lnTo>
                <a:lnTo>
                  <a:pt x="38104" y="750243"/>
                </a:lnTo>
                <a:lnTo>
                  <a:pt x="36744" y="739676"/>
                </a:lnTo>
                <a:lnTo>
                  <a:pt x="35150" y="729109"/>
                </a:lnTo>
                <a:lnTo>
                  <a:pt x="33370" y="718543"/>
                </a:lnTo>
                <a:lnTo>
                  <a:pt x="31479" y="707976"/>
                </a:lnTo>
                <a:lnTo>
                  <a:pt x="29582" y="697409"/>
                </a:lnTo>
                <a:lnTo>
                  <a:pt x="27806" y="686842"/>
                </a:lnTo>
                <a:lnTo>
                  <a:pt x="26287" y="676275"/>
                </a:lnTo>
                <a:lnTo>
                  <a:pt x="25163" y="665709"/>
                </a:lnTo>
                <a:lnTo>
                  <a:pt x="24558" y="655142"/>
                </a:lnTo>
                <a:lnTo>
                  <a:pt x="24567" y="644575"/>
                </a:lnTo>
                <a:lnTo>
                  <a:pt x="25248" y="634008"/>
                </a:lnTo>
                <a:lnTo>
                  <a:pt x="26613" y="623441"/>
                </a:lnTo>
                <a:lnTo>
                  <a:pt x="28625" y="612874"/>
                </a:lnTo>
                <a:lnTo>
                  <a:pt x="31203" y="602308"/>
                </a:lnTo>
                <a:lnTo>
                  <a:pt x="34229" y="591741"/>
                </a:lnTo>
                <a:lnTo>
                  <a:pt x="37560" y="581174"/>
                </a:lnTo>
                <a:lnTo>
                  <a:pt x="41043" y="570607"/>
                </a:lnTo>
                <a:lnTo>
                  <a:pt x="44528" y="560040"/>
                </a:lnTo>
                <a:lnTo>
                  <a:pt x="47883" y="549474"/>
                </a:lnTo>
                <a:lnTo>
                  <a:pt x="50998" y="538907"/>
                </a:lnTo>
                <a:lnTo>
                  <a:pt x="53798" y="528340"/>
                </a:lnTo>
                <a:lnTo>
                  <a:pt x="56234" y="517773"/>
                </a:lnTo>
                <a:lnTo>
                  <a:pt x="58293" y="507206"/>
                </a:lnTo>
                <a:lnTo>
                  <a:pt x="59982" y="496640"/>
                </a:lnTo>
                <a:lnTo>
                  <a:pt x="61330" y="486073"/>
                </a:lnTo>
                <a:lnTo>
                  <a:pt x="62375" y="475506"/>
                </a:lnTo>
                <a:lnTo>
                  <a:pt x="63165" y="464939"/>
                </a:lnTo>
                <a:lnTo>
                  <a:pt x="63746" y="454372"/>
                </a:lnTo>
                <a:lnTo>
                  <a:pt x="64162" y="443806"/>
                </a:lnTo>
                <a:lnTo>
                  <a:pt x="64453" y="433239"/>
                </a:lnTo>
                <a:lnTo>
                  <a:pt x="64651" y="422672"/>
                </a:lnTo>
                <a:lnTo>
                  <a:pt x="64782" y="412105"/>
                </a:lnTo>
                <a:lnTo>
                  <a:pt x="64867" y="401538"/>
                </a:lnTo>
                <a:lnTo>
                  <a:pt x="64921" y="390972"/>
                </a:lnTo>
                <a:lnTo>
                  <a:pt x="64954" y="380405"/>
                </a:lnTo>
                <a:lnTo>
                  <a:pt x="64974" y="369838"/>
                </a:lnTo>
                <a:lnTo>
                  <a:pt x="64985" y="359271"/>
                </a:lnTo>
                <a:lnTo>
                  <a:pt x="64992" y="348704"/>
                </a:lnTo>
                <a:lnTo>
                  <a:pt x="64996" y="338138"/>
                </a:lnTo>
                <a:lnTo>
                  <a:pt x="64998" y="327571"/>
                </a:lnTo>
                <a:lnTo>
                  <a:pt x="64999" y="317004"/>
                </a:lnTo>
                <a:lnTo>
                  <a:pt x="64999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1" y="306437"/>
                </a:lnTo>
                <a:lnTo>
                  <a:pt x="65001" y="317004"/>
                </a:lnTo>
                <a:lnTo>
                  <a:pt x="65002" y="327571"/>
                </a:lnTo>
                <a:lnTo>
                  <a:pt x="65004" y="338138"/>
                </a:lnTo>
                <a:lnTo>
                  <a:pt x="65008" y="348704"/>
                </a:lnTo>
                <a:lnTo>
                  <a:pt x="65015" y="359271"/>
                </a:lnTo>
                <a:lnTo>
                  <a:pt x="65026" y="369838"/>
                </a:lnTo>
                <a:lnTo>
                  <a:pt x="65046" y="380405"/>
                </a:lnTo>
                <a:lnTo>
                  <a:pt x="65079" y="390972"/>
                </a:lnTo>
                <a:lnTo>
                  <a:pt x="65133" y="401538"/>
                </a:lnTo>
                <a:lnTo>
                  <a:pt x="65218" y="412105"/>
                </a:lnTo>
                <a:lnTo>
                  <a:pt x="65349" y="422672"/>
                </a:lnTo>
                <a:lnTo>
                  <a:pt x="65547" y="433239"/>
                </a:lnTo>
                <a:lnTo>
                  <a:pt x="65838" y="443806"/>
                </a:lnTo>
                <a:lnTo>
                  <a:pt x="66254" y="454372"/>
                </a:lnTo>
                <a:lnTo>
                  <a:pt x="66835" y="464939"/>
                </a:lnTo>
                <a:lnTo>
                  <a:pt x="67625" y="475506"/>
                </a:lnTo>
                <a:lnTo>
                  <a:pt x="68670" y="486073"/>
                </a:lnTo>
                <a:lnTo>
                  <a:pt x="70018" y="496640"/>
                </a:lnTo>
                <a:lnTo>
                  <a:pt x="71707" y="507206"/>
                </a:lnTo>
                <a:lnTo>
                  <a:pt x="73766" y="517773"/>
                </a:lnTo>
                <a:lnTo>
                  <a:pt x="76202" y="528340"/>
                </a:lnTo>
                <a:lnTo>
                  <a:pt x="79002" y="538907"/>
                </a:lnTo>
                <a:lnTo>
                  <a:pt x="82117" y="549474"/>
                </a:lnTo>
                <a:lnTo>
                  <a:pt x="85472" y="560040"/>
                </a:lnTo>
                <a:lnTo>
                  <a:pt x="88958" y="570607"/>
                </a:lnTo>
                <a:lnTo>
                  <a:pt x="92440" y="581174"/>
                </a:lnTo>
                <a:lnTo>
                  <a:pt x="95771" y="591741"/>
                </a:lnTo>
                <a:lnTo>
                  <a:pt x="98797" y="602308"/>
                </a:lnTo>
                <a:lnTo>
                  <a:pt x="101375" y="612874"/>
                </a:lnTo>
                <a:lnTo>
                  <a:pt x="103387" y="623441"/>
                </a:lnTo>
                <a:lnTo>
                  <a:pt x="104752" y="634008"/>
                </a:lnTo>
                <a:lnTo>
                  <a:pt x="105433" y="644575"/>
                </a:lnTo>
                <a:lnTo>
                  <a:pt x="105442" y="655142"/>
                </a:lnTo>
                <a:lnTo>
                  <a:pt x="104837" y="665709"/>
                </a:lnTo>
                <a:lnTo>
                  <a:pt x="103713" y="676275"/>
                </a:lnTo>
                <a:lnTo>
                  <a:pt x="102194" y="686842"/>
                </a:lnTo>
                <a:lnTo>
                  <a:pt x="100418" y="697409"/>
                </a:lnTo>
                <a:lnTo>
                  <a:pt x="98521" y="707976"/>
                </a:lnTo>
                <a:lnTo>
                  <a:pt x="96630" y="718543"/>
                </a:lnTo>
                <a:lnTo>
                  <a:pt x="94850" y="729109"/>
                </a:lnTo>
                <a:lnTo>
                  <a:pt x="93256" y="739676"/>
                </a:lnTo>
                <a:lnTo>
                  <a:pt x="91896" y="750243"/>
                </a:lnTo>
                <a:lnTo>
                  <a:pt x="90786" y="760810"/>
                </a:lnTo>
                <a:lnTo>
                  <a:pt x="89918" y="771377"/>
                </a:lnTo>
                <a:lnTo>
                  <a:pt x="89263" y="781943"/>
                </a:lnTo>
                <a:lnTo>
                  <a:pt x="88776" y="792510"/>
                </a:lnTo>
                <a:lnTo>
                  <a:pt x="88407" y="803077"/>
                </a:lnTo>
                <a:lnTo>
                  <a:pt x="88099" y="813644"/>
                </a:lnTo>
                <a:lnTo>
                  <a:pt x="87803" y="824211"/>
                </a:lnTo>
                <a:lnTo>
                  <a:pt x="87475" y="834777"/>
                </a:lnTo>
                <a:lnTo>
                  <a:pt x="87081" y="845344"/>
                </a:lnTo>
                <a:lnTo>
                  <a:pt x="86599" y="855911"/>
                </a:lnTo>
                <a:lnTo>
                  <a:pt x="86020" y="866478"/>
                </a:lnTo>
                <a:lnTo>
                  <a:pt x="85346" y="877045"/>
                </a:lnTo>
                <a:lnTo>
                  <a:pt x="84584" y="887611"/>
                </a:lnTo>
                <a:lnTo>
                  <a:pt x="83752" y="898178"/>
                </a:lnTo>
                <a:lnTo>
                  <a:pt x="82869" y="908745"/>
                </a:lnTo>
                <a:lnTo>
                  <a:pt x="81953" y="919312"/>
                </a:lnTo>
                <a:lnTo>
                  <a:pt x="81025" y="929879"/>
                </a:lnTo>
                <a:lnTo>
                  <a:pt x="80099" y="940445"/>
                </a:lnTo>
                <a:lnTo>
                  <a:pt x="79190" y="951012"/>
                </a:lnTo>
                <a:lnTo>
                  <a:pt x="78308" y="961579"/>
                </a:lnTo>
                <a:lnTo>
                  <a:pt x="77462" y="972146"/>
                </a:lnTo>
                <a:lnTo>
                  <a:pt x="76659" y="982713"/>
                </a:lnTo>
                <a:lnTo>
                  <a:pt x="75905" y="993279"/>
                </a:lnTo>
                <a:lnTo>
                  <a:pt x="75206" y="1003846"/>
                </a:lnTo>
                <a:lnTo>
                  <a:pt x="74569" y="1014413"/>
                </a:lnTo>
                <a:lnTo>
                  <a:pt x="74004" y="1024980"/>
                </a:lnTo>
                <a:lnTo>
                  <a:pt x="73522" y="1035547"/>
                </a:lnTo>
                <a:lnTo>
                  <a:pt x="73142" y="1046113"/>
                </a:lnTo>
                <a:lnTo>
                  <a:pt x="72885" y="1056680"/>
                </a:lnTo>
                <a:lnTo>
                  <a:pt x="72785" y="1067247"/>
                </a:lnTo>
                <a:lnTo>
                  <a:pt x="72885" y="1077814"/>
                </a:lnTo>
                <a:lnTo>
                  <a:pt x="73238" y="1088381"/>
                </a:lnTo>
                <a:lnTo>
                  <a:pt x="73912" y="1098947"/>
                </a:lnTo>
                <a:lnTo>
                  <a:pt x="74980" y="1109514"/>
                </a:lnTo>
                <a:lnTo>
                  <a:pt x="76522" y="1120081"/>
                </a:lnTo>
                <a:lnTo>
                  <a:pt x="78613" y="1130648"/>
                </a:lnTo>
                <a:lnTo>
                  <a:pt x="81315" y="1141215"/>
                </a:lnTo>
                <a:lnTo>
                  <a:pt x="84668" y="1151781"/>
                </a:lnTo>
                <a:lnTo>
                  <a:pt x="88671" y="1162348"/>
                </a:lnTo>
                <a:lnTo>
                  <a:pt x="93277" y="1172915"/>
                </a:lnTo>
                <a:lnTo>
                  <a:pt x="98383" y="1183482"/>
                </a:lnTo>
                <a:lnTo>
                  <a:pt x="103823" y="1194049"/>
                </a:lnTo>
                <a:lnTo>
                  <a:pt x="109381" y="1204615"/>
                </a:lnTo>
                <a:lnTo>
                  <a:pt x="114791" y="1215182"/>
                </a:lnTo>
                <a:lnTo>
                  <a:pt x="119764" y="1225749"/>
                </a:lnTo>
                <a:lnTo>
                  <a:pt x="124009" y="1236316"/>
                </a:lnTo>
                <a:lnTo>
                  <a:pt x="127260" y="1246883"/>
                </a:lnTo>
                <a:lnTo>
                  <a:pt x="129303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4" name="01_find_only_753">
            <a:extLst>
              <a:ext uri="{FF2B5EF4-FFF2-40B4-BE49-F238E27FC236}">
                <a16:creationId xmlns:a16="http://schemas.microsoft.com/office/drawing/2014/main" id="{0EDA5066-0F85-4659-98BC-11D3AE998F5E}"/>
              </a:ext>
            </a:extLst>
          </p:cNvPr>
          <p:cNvSpPr>
            <a:spLocks noGrp="1"/>
          </p:cNvSpPr>
          <p:nvPr/>
        </p:nvSpPr>
        <p:spPr>
          <a:xfrm>
            <a:off x="4643240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06859" y="1268016"/>
                </a:moveTo>
                <a:lnTo>
                  <a:pt x="23141" y="1268016"/>
                </a:lnTo>
                <a:lnTo>
                  <a:pt x="23581" y="1257449"/>
                </a:lnTo>
                <a:lnTo>
                  <a:pt x="24871" y="1246883"/>
                </a:lnTo>
                <a:lnTo>
                  <a:pt x="26925" y="1236316"/>
                </a:lnTo>
                <a:lnTo>
                  <a:pt x="29609" y="1225749"/>
                </a:lnTo>
                <a:lnTo>
                  <a:pt x="32758" y="1215182"/>
                </a:lnTo>
                <a:lnTo>
                  <a:pt x="36188" y="1204615"/>
                </a:lnTo>
                <a:lnTo>
                  <a:pt x="39719" y="1194049"/>
                </a:lnTo>
                <a:lnTo>
                  <a:pt x="43183" y="1183482"/>
                </a:lnTo>
                <a:lnTo>
                  <a:pt x="46443" y="1172915"/>
                </a:lnTo>
                <a:lnTo>
                  <a:pt x="49393" y="1162348"/>
                </a:lnTo>
                <a:lnTo>
                  <a:pt x="51967" y="1151781"/>
                </a:lnTo>
                <a:lnTo>
                  <a:pt x="54130" y="1141215"/>
                </a:lnTo>
                <a:lnTo>
                  <a:pt x="55882" y="1130648"/>
                </a:lnTo>
                <a:lnTo>
                  <a:pt x="57241" y="1120081"/>
                </a:lnTo>
                <a:lnTo>
                  <a:pt x="58243" y="1109514"/>
                </a:lnTo>
                <a:lnTo>
                  <a:pt x="58933" y="1098947"/>
                </a:lnTo>
                <a:lnTo>
                  <a:pt x="59357" y="1088381"/>
                </a:lnTo>
                <a:lnTo>
                  <a:pt x="59557" y="1077814"/>
                </a:lnTo>
                <a:lnTo>
                  <a:pt x="59573" y="1067247"/>
                </a:lnTo>
                <a:lnTo>
                  <a:pt x="59438" y="1056680"/>
                </a:lnTo>
                <a:lnTo>
                  <a:pt x="59177" y="1046113"/>
                </a:lnTo>
                <a:lnTo>
                  <a:pt x="58811" y="1035547"/>
                </a:lnTo>
                <a:lnTo>
                  <a:pt x="58357" y="1024980"/>
                </a:lnTo>
                <a:lnTo>
                  <a:pt x="57829" y="1014413"/>
                </a:lnTo>
                <a:lnTo>
                  <a:pt x="57241" y="1003846"/>
                </a:lnTo>
                <a:lnTo>
                  <a:pt x="56602" y="993279"/>
                </a:lnTo>
                <a:lnTo>
                  <a:pt x="55923" y="982713"/>
                </a:lnTo>
                <a:lnTo>
                  <a:pt x="55216" y="972146"/>
                </a:lnTo>
                <a:lnTo>
                  <a:pt x="54491" y="961579"/>
                </a:lnTo>
                <a:lnTo>
                  <a:pt x="53758" y="951012"/>
                </a:lnTo>
                <a:lnTo>
                  <a:pt x="53030" y="940445"/>
                </a:lnTo>
                <a:lnTo>
                  <a:pt x="52319" y="929879"/>
                </a:lnTo>
                <a:lnTo>
                  <a:pt x="51639" y="919312"/>
                </a:lnTo>
                <a:lnTo>
                  <a:pt x="51008" y="908745"/>
                </a:lnTo>
                <a:lnTo>
                  <a:pt x="50442" y="898178"/>
                </a:lnTo>
                <a:lnTo>
                  <a:pt x="49960" y="887611"/>
                </a:lnTo>
                <a:lnTo>
                  <a:pt x="49576" y="877045"/>
                </a:lnTo>
                <a:lnTo>
                  <a:pt x="49302" y="866478"/>
                </a:lnTo>
                <a:lnTo>
                  <a:pt x="49145" y="855911"/>
                </a:lnTo>
                <a:lnTo>
                  <a:pt x="49099" y="845344"/>
                </a:lnTo>
                <a:lnTo>
                  <a:pt x="49152" y="834777"/>
                </a:lnTo>
                <a:lnTo>
                  <a:pt x="49277" y="824211"/>
                </a:lnTo>
                <a:lnTo>
                  <a:pt x="49438" y="813644"/>
                </a:lnTo>
                <a:lnTo>
                  <a:pt x="49590" y="803077"/>
                </a:lnTo>
                <a:lnTo>
                  <a:pt x="49682" y="792510"/>
                </a:lnTo>
                <a:lnTo>
                  <a:pt x="49657" y="781943"/>
                </a:lnTo>
                <a:lnTo>
                  <a:pt x="49466" y="771377"/>
                </a:lnTo>
                <a:lnTo>
                  <a:pt x="49064" y="760810"/>
                </a:lnTo>
                <a:lnTo>
                  <a:pt x="48418" y="750243"/>
                </a:lnTo>
                <a:lnTo>
                  <a:pt x="47514" y="739676"/>
                </a:lnTo>
                <a:lnTo>
                  <a:pt x="46358" y="729109"/>
                </a:lnTo>
                <a:lnTo>
                  <a:pt x="44979" y="718543"/>
                </a:lnTo>
                <a:lnTo>
                  <a:pt x="43429" y="707976"/>
                </a:lnTo>
                <a:lnTo>
                  <a:pt x="41784" y="697409"/>
                </a:lnTo>
                <a:lnTo>
                  <a:pt x="40132" y="686842"/>
                </a:lnTo>
                <a:lnTo>
                  <a:pt x="38577" y="676275"/>
                </a:lnTo>
                <a:lnTo>
                  <a:pt x="37220" y="665709"/>
                </a:lnTo>
                <a:lnTo>
                  <a:pt x="36156" y="655142"/>
                </a:lnTo>
                <a:lnTo>
                  <a:pt x="35460" y="644575"/>
                </a:lnTo>
                <a:lnTo>
                  <a:pt x="35182" y="634008"/>
                </a:lnTo>
                <a:lnTo>
                  <a:pt x="35339" y="623441"/>
                </a:lnTo>
                <a:lnTo>
                  <a:pt x="35916" y="612874"/>
                </a:lnTo>
                <a:lnTo>
                  <a:pt x="36862" y="602308"/>
                </a:lnTo>
                <a:lnTo>
                  <a:pt x="38099" y="591741"/>
                </a:lnTo>
                <a:lnTo>
                  <a:pt x="39530" y="581174"/>
                </a:lnTo>
                <a:lnTo>
                  <a:pt x="41046" y="570607"/>
                </a:lnTo>
                <a:lnTo>
                  <a:pt x="42538" y="560040"/>
                </a:lnTo>
                <a:lnTo>
                  <a:pt x="43908" y="549474"/>
                </a:lnTo>
                <a:lnTo>
                  <a:pt x="45074" y="538907"/>
                </a:lnTo>
                <a:lnTo>
                  <a:pt x="45977" y="528340"/>
                </a:lnTo>
                <a:lnTo>
                  <a:pt x="46588" y="517773"/>
                </a:lnTo>
                <a:lnTo>
                  <a:pt x="46904" y="507206"/>
                </a:lnTo>
                <a:lnTo>
                  <a:pt x="46947" y="496640"/>
                </a:lnTo>
                <a:lnTo>
                  <a:pt x="46763" y="486073"/>
                </a:lnTo>
                <a:lnTo>
                  <a:pt x="46413" y="475506"/>
                </a:lnTo>
                <a:lnTo>
                  <a:pt x="45969" y="464939"/>
                </a:lnTo>
                <a:lnTo>
                  <a:pt x="45503" y="454372"/>
                </a:lnTo>
                <a:lnTo>
                  <a:pt x="45085" y="443806"/>
                </a:lnTo>
                <a:lnTo>
                  <a:pt x="44772" y="433239"/>
                </a:lnTo>
                <a:lnTo>
                  <a:pt x="44606" y="422672"/>
                </a:lnTo>
                <a:lnTo>
                  <a:pt x="44613" y="412105"/>
                </a:lnTo>
                <a:lnTo>
                  <a:pt x="44799" y="401538"/>
                </a:lnTo>
                <a:lnTo>
                  <a:pt x="45154" y="390972"/>
                </a:lnTo>
                <a:lnTo>
                  <a:pt x="45657" y="380405"/>
                </a:lnTo>
                <a:lnTo>
                  <a:pt x="46277" y="369838"/>
                </a:lnTo>
                <a:lnTo>
                  <a:pt x="46981" y="359271"/>
                </a:lnTo>
                <a:lnTo>
                  <a:pt x="47736" y="348704"/>
                </a:lnTo>
                <a:lnTo>
                  <a:pt x="48514" y="338138"/>
                </a:lnTo>
                <a:lnTo>
                  <a:pt x="49293" y="327571"/>
                </a:lnTo>
                <a:lnTo>
                  <a:pt x="50057" y="317004"/>
                </a:lnTo>
                <a:lnTo>
                  <a:pt x="50798" y="306437"/>
                </a:lnTo>
                <a:lnTo>
                  <a:pt x="51511" y="295870"/>
                </a:lnTo>
                <a:lnTo>
                  <a:pt x="52195" y="285304"/>
                </a:lnTo>
                <a:lnTo>
                  <a:pt x="52848" y="274737"/>
                </a:lnTo>
                <a:lnTo>
                  <a:pt x="53468" y="264170"/>
                </a:lnTo>
                <a:lnTo>
                  <a:pt x="54051" y="253603"/>
                </a:lnTo>
                <a:lnTo>
                  <a:pt x="54586" y="243036"/>
                </a:lnTo>
                <a:lnTo>
                  <a:pt x="55060" y="232470"/>
                </a:lnTo>
                <a:lnTo>
                  <a:pt x="55453" y="221903"/>
                </a:lnTo>
                <a:lnTo>
                  <a:pt x="55735" y="211336"/>
                </a:lnTo>
                <a:lnTo>
                  <a:pt x="55870" y="200769"/>
                </a:lnTo>
                <a:lnTo>
                  <a:pt x="55811" y="190202"/>
                </a:lnTo>
                <a:lnTo>
                  <a:pt x="55501" y="179636"/>
                </a:lnTo>
                <a:lnTo>
                  <a:pt x="54873" y="169069"/>
                </a:lnTo>
                <a:lnTo>
                  <a:pt x="53854" y="158502"/>
                </a:lnTo>
                <a:lnTo>
                  <a:pt x="52367" y="147935"/>
                </a:lnTo>
                <a:lnTo>
                  <a:pt x="50338" y="137368"/>
                </a:lnTo>
                <a:lnTo>
                  <a:pt x="47707" y="126802"/>
                </a:lnTo>
                <a:lnTo>
                  <a:pt x="44438" y="116235"/>
                </a:lnTo>
                <a:lnTo>
                  <a:pt x="40529" y="105668"/>
                </a:lnTo>
                <a:lnTo>
                  <a:pt x="36027" y="95101"/>
                </a:lnTo>
                <a:lnTo>
                  <a:pt x="31032" y="84534"/>
                </a:lnTo>
                <a:lnTo>
                  <a:pt x="25703" y="73968"/>
                </a:lnTo>
                <a:lnTo>
                  <a:pt x="20255" y="63401"/>
                </a:lnTo>
                <a:lnTo>
                  <a:pt x="14947" y="52834"/>
                </a:lnTo>
                <a:lnTo>
                  <a:pt x="10063" y="42267"/>
                </a:lnTo>
                <a:lnTo>
                  <a:pt x="5891" y="31700"/>
                </a:lnTo>
                <a:lnTo>
                  <a:pt x="2695" y="21134"/>
                </a:lnTo>
                <a:lnTo>
                  <a:pt x="686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314" y="10567"/>
                </a:lnTo>
                <a:lnTo>
                  <a:pt x="127305" y="21134"/>
                </a:lnTo>
                <a:lnTo>
                  <a:pt x="124109" y="31700"/>
                </a:lnTo>
                <a:lnTo>
                  <a:pt x="119937" y="42267"/>
                </a:lnTo>
                <a:lnTo>
                  <a:pt x="115053" y="52834"/>
                </a:lnTo>
                <a:lnTo>
                  <a:pt x="109745" y="63401"/>
                </a:lnTo>
                <a:lnTo>
                  <a:pt x="104297" y="73968"/>
                </a:lnTo>
                <a:lnTo>
                  <a:pt x="98968" y="84534"/>
                </a:lnTo>
                <a:lnTo>
                  <a:pt x="93973" y="95101"/>
                </a:lnTo>
                <a:lnTo>
                  <a:pt x="89471" y="105668"/>
                </a:lnTo>
                <a:lnTo>
                  <a:pt x="85562" y="116235"/>
                </a:lnTo>
                <a:lnTo>
                  <a:pt x="82293" y="126802"/>
                </a:lnTo>
                <a:lnTo>
                  <a:pt x="79662" y="137368"/>
                </a:lnTo>
                <a:lnTo>
                  <a:pt x="77633" y="147935"/>
                </a:lnTo>
                <a:lnTo>
                  <a:pt x="76146" y="158502"/>
                </a:lnTo>
                <a:lnTo>
                  <a:pt x="75127" y="169069"/>
                </a:lnTo>
                <a:lnTo>
                  <a:pt x="74499" y="179636"/>
                </a:lnTo>
                <a:lnTo>
                  <a:pt x="74189" y="190202"/>
                </a:lnTo>
                <a:lnTo>
                  <a:pt x="74130" y="200769"/>
                </a:lnTo>
                <a:lnTo>
                  <a:pt x="74265" y="211336"/>
                </a:lnTo>
                <a:lnTo>
                  <a:pt x="74547" y="221903"/>
                </a:lnTo>
                <a:lnTo>
                  <a:pt x="74940" y="232470"/>
                </a:lnTo>
                <a:lnTo>
                  <a:pt x="75414" y="243036"/>
                </a:lnTo>
                <a:lnTo>
                  <a:pt x="75949" y="253603"/>
                </a:lnTo>
                <a:lnTo>
                  <a:pt x="76532" y="264170"/>
                </a:lnTo>
                <a:lnTo>
                  <a:pt x="77152" y="274737"/>
                </a:lnTo>
                <a:lnTo>
                  <a:pt x="77805" y="285304"/>
                </a:lnTo>
                <a:lnTo>
                  <a:pt x="78489" y="295870"/>
                </a:lnTo>
                <a:lnTo>
                  <a:pt x="79202" y="306437"/>
                </a:lnTo>
                <a:lnTo>
                  <a:pt x="79943" y="317004"/>
                </a:lnTo>
                <a:lnTo>
                  <a:pt x="80707" y="327571"/>
                </a:lnTo>
                <a:lnTo>
                  <a:pt x="81486" y="338138"/>
                </a:lnTo>
                <a:lnTo>
                  <a:pt x="82264" y="348704"/>
                </a:lnTo>
                <a:lnTo>
                  <a:pt x="83019" y="359271"/>
                </a:lnTo>
                <a:lnTo>
                  <a:pt x="83723" y="369838"/>
                </a:lnTo>
                <a:lnTo>
                  <a:pt x="84343" y="380405"/>
                </a:lnTo>
                <a:lnTo>
                  <a:pt x="84846" y="390972"/>
                </a:lnTo>
                <a:lnTo>
                  <a:pt x="85201" y="401538"/>
                </a:lnTo>
                <a:lnTo>
                  <a:pt x="85387" y="412105"/>
                </a:lnTo>
                <a:lnTo>
                  <a:pt x="85394" y="422672"/>
                </a:lnTo>
                <a:lnTo>
                  <a:pt x="85228" y="433239"/>
                </a:lnTo>
                <a:lnTo>
                  <a:pt x="84915" y="443806"/>
                </a:lnTo>
                <a:lnTo>
                  <a:pt x="84497" y="454372"/>
                </a:lnTo>
                <a:lnTo>
                  <a:pt x="84031" y="464939"/>
                </a:lnTo>
                <a:lnTo>
                  <a:pt x="83587" y="475506"/>
                </a:lnTo>
                <a:lnTo>
                  <a:pt x="83237" y="486073"/>
                </a:lnTo>
                <a:lnTo>
                  <a:pt x="83053" y="496640"/>
                </a:lnTo>
                <a:lnTo>
                  <a:pt x="83096" y="507206"/>
                </a:lnTo>
                <a:lnTo>
                  <a:pt x="83412" y="517773"/>
                </a:lnTo>
                <a:lnTo>
                  <a:pt x="84023" y="528340"/>
                </a:lnTo>
                <a:lnTo>
                  <a:pt x="84926" y="538907"/>
                </a:lnTo>
                <a:lnTo>
                  <a:pt x="86092" y="549474"/>
                </a:lnTo>
                <a:lnTo>
                  <a:pt x="87462" y="560040"/>
                </a:lnTo>
                <a:lnTo>
                  <a:pt x="88954" y="570607"/>
                </a:lnTo>
                <a:lnTo>
                  <a:pt x="90470" y="581174"/>
                </a:lnTo>
                <a:lnTo>
                  <a:pt x="91901" y="591741"/>
                </a:lnTo>
                <a:lnTo>
                  <a:pt x="93138" y="602308"/>
                </a:lnTo>
                <a:lnTo>
                  <a:pt x="94084" y="612874"/>
                </a:lnTo>
                <a:lnTo>
                  <a:pt x="94661" y="623441"/>
                </a:lnTo>
                <a:lnTo>
                  <a:pt x="94818" y="634008"/>
                </a:lnTo>
                <a:lnTo>
                  <a:pt x="94540" y="644575"/>
                </a:lnTo>
                <a:lnTo>
                  <a:pt x="93844" y="655142"/>
                </a:lnTo>
                <a:lnTo>
                  <a:pt x="92780" y="665709"/>
                </a:lnTo>
                <a:lnTo>
                  <a:pt x="91423" y="676275"/>
                </a:lnTo>
                <a:lnTo>
                  <a:pt x="89868" y="686842"/>
                </a:lnTo>
                <a:lnTo>
                  <a:pt x="88216" y="697409"/>
                </a:lnTo>
                <a:lnTo>
                  <a:pt x="86571" y="707976"/>
                </a:lnTo>
                <a:lnTo>
                  <a:pt x="85021" y="718543"/>
                </a:lnTo>
                <a:lnTo>
                  <a:pt x="83642" y="729109"/>
                </a:lnTo>
                <a:lnTo>
                  <a:pt x="82486" y="739676"/>
                </a:lnTo>
                <a:lnTo>
                  <a:pt x="81582" y="750243"/>
                </a:lnTo>
                <a:lnTo>
                  <a:pt x="80936" y="760810"/>
                </a:lnTo>
                <a:lnTo>
                  <a:pt x="80534" y="771377"/>
                </a:lnTo>
                <a:lnTo>
                  <a:pt x="80343" y="781943"/>
                </a:lnTo>
                <a:lnTo>
                  <a:pt x="80318" y="792510"/>
                </a:lnTo>
                <a:lnTo>
                  <a:pt x="80410" y="803077"/>
                </a:lnTo>
                <a:lnTo>
                  <a:pt x="80562" y="813644"/>
                </a:lnTo>
                <a:lnTo>
                  <a:pt x="80723" y="824211"/>
                </a:lnTo>
                <a:lnTo>
                  <a:pt x="80848" y="834777"/>
                </a:lnTo>
                <a:lnTo>
                  <a:pt x="80901" y="845344"/>
                </a:lnTo>
                <a:lnTo>
                  <a:pt x="80855" y="855911"/>
                </a:lnTo>
                <a:lnTo>
                  <a:pt x="80698" y="866478"/>
                </a:lnTo>
                <a:lnTo>
                  <a:pt x="80424" y="877045"/>
                </a:lnTo>
                <a:lnTo>
                  <a:pt x="80040" y="887611"/>
                </a:lnTo>
                <a:lnTo>
                  <a:pt x="79558" y="898178"/>
                </a:lnTo>
                <a:lnTo>
                  <a:pt x="78992" y="908745"/>
                </a:lnTo>
                <a:lnTo>
                  <a:pt x="78361" y="919312"/>
                </a:lnTo>
                <a:lnTo>
                  <a:pt x="77681" y="929879"/>
                </a:lnTo>
                <a:lnTo>
                  <a:pt x="76970" y="940445"/>
                </a:lnTo>
                <a:lnTo>
                  <a:pt x="76242" y="951012"/>
                </a:lnTo>
                <a:lnTo>
                  <a:pt x="75509" y="961579"/>
                </a:lnTo>
                <a:lnTo>
                  <a:pt x="74784" y="972146"/>
                </a:lnTo>
                <a:lnTo>
                  <a:pt x="74077" y="982713"/>
                </a:lnTo>
                <a:lnTo>
                  <a:pt x="73398" y="993279"/>
                </a:lnTo>
                <a:lnTo>
                  <a:pt x="72759" y="1003846"/>
                </a:lnTo>
                <a:lnTo>
                  <a:pt x="72171" y="1014413"/>
                </a:lnTo>
                <a:lnTo>
                  <a:pt x="71643" y="1024980"/>
                </a:lnTo>
                <a:lnTo>
                  <a:pt x="71189" y="1035547"/>
                </a:lnTo>
                <a:lnTo>
                  <a:pt x="70823" y="1046113"/>
                </a:lnTo>
                <a:lnTo>
                  <a:pt x="70562" y="1056680"/>
                </a:lnTo>
                <a:lnTo>
                  <a:pt x="70427" y="1067247"/>
                </a:lnTo>
                <a:lnTo>
                  <a:pt x="70443" y="1077814"/>
                </a:lnTo>
                <a:lnTo>
                  <a:pt x="70643" y="1088381"/>
                </a:lnTo>
                <a:lnTo>
                  <a:pt x="71067" y="1098947"/>
                </a:lnTo>
                <a:lnTo>
                  <a:pt x="71757" y="1109514"/>
                </a:lnTo>
                <a:lnTo>
                  <a:pt x="72759" y="1120081"/>
                </a:lnTo>
                <a:lnTo>
                  <a:pt x="74118" y="1130648"/>
                </a:lnTo>
                <a:lnTo>
                  <a:pt x="75870" y="1141215"/>
                </a:lnTo>
                <a:lnTo>
                  <a:pt x="78033" y="1151781"/>
                </a:lnTo>
                <a:lnTo>
                  <a:pt x="80607" y="1162348"/>
                </a:lnTo>
                <a:lnTo>
                  <a:pt x="83557" y="1172915"/>
                </a:lnTo>
                <a:lnTo>
                  <a:pt x="86817" y="1183482"/>
                </a:lnTo>
                <a:lnTo>
                  <a:pt x="90281" y="1194049"/>
                </a:lnTo>
                <a:lnTo>
                  <a:pt x="93812" y="1204615"/>
                </a:lnTo>
                <a:lnTo>
                  <a:pt x="97242" y="1215182"/>
                </a:lnTo>
                <a:lnTo>
                  <a:pt x="100391" y="1225749"/>
                </a:lnTo>
                <a:lnTo>
                  <a:pt x="103075" y="1236316"/>
                </a:lnTo>
                <a:lnTo>
                  <a:pt x="105129" y="1246883"/>
                </a:lnTo>
                <a:lnTo>
                  <a:pt x="106419" y="1257449"/>
                </a:lnTo>
                <a:lnTo>
                  <a:pt x="106859" y="1268016"/>
                </a:lnTo>
                <a:lnTo>
                  <a:pt x="106859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5" name="01_find_only_754">
            <a:extLst>
              <a:ext uri="{FF2B5EF4-FFF2-40B4-BE49-F238E27FC236}">
                <a16:creationId xmlns:a16="http://schemas.microsoft.com/office/drawing/2014/main" id="{54CEFB34-FC64-4083-A397-71CEC19E6C17}"/>
              </a:ext>
            </a:extLst>
          </p:cNvPr>
          <p:cNvSpPr>
            <a:spLocks noGrp="1"/>
          </p:cNvSpPr>
          <p:nvPr/>
        </p:nvSpPr>
        <p:spPr>
          <a:xfrm>
            <a:off x="5152518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90067" y="1268016"/>
                </a:moveTo>
                <a:lnTo>
                  <a:pt x="39933" y="1268016"/>
                </a:lnTo>
                <a:lnTo>
                  <a:pt x="40194" y="1257449"/>
                </a:lnTo>
                <a:lnTo>
                  <a:pt x="40958" y="1246883"/>
                </a:lnTo>
                <a:lnTo>
                  <a:pt x="42174" y="1236316"/>
                </a:lnTo>
                <a:lnTo>
                  <a:pt x="43763" y="1225749"/>
                </a:lnTo>
                <a:lnTo>
                  <a:pt x="45628" y="1215182"/>
                </a:lnTo>
                <a:lnTo>
                  <a:pt x="47660" y="1204615"/>
                </a:lnTo>
                <a:lnTo>
                  <a:pt x="49751" y="1194049"/>
                </a:lnTo>
                <a:lnTo>
                  <a:pt x="51802" y="1183482"/>
                </a:lnTo>
                <a:lnTo>
                  <a:pt x="53733" y="1172915"/>
                </a:lnTo>
                <a:lnTo>
                  <a:pt x="55479" y="1162348"/>
                </a:lnTo>
                <a:lnTo>
                  <a:pt x="57002" y="1151781"/>
                </a:lnTo>
                <a:lnTo>
                  <a:pt x="58283" y="1141215"/>
                </a:lnTo>
                <a:lnTo>
                  <a:pt x="59319" y="1130648"/>
                </a:lnTo>
                <a:lnTo>
                  <a:pt x="60123" y="1120081"/>
                </a:lnTo>
                <a:lnTo>
                  <a:pt x="60718" y="1109514"/>
                </a:lnTo>
                <a:lnTo>
                  <a:pt x="61129" y="1098947"/>
                </a:lnTo>
                <a:lnTo>
                  <a:pt x="61384" y="1088381"/>
                </a:lnTo>
                <a:lnTo>
                  <a:pt x="61511" y="1077814"/>
                </a:lnTo>
                <a:lnTo>
                  <a:pt x="61533" y="1067247"/>
                </a:lnTo>
                <a:lnTo>
                  <a:pt x="61470" y="1056680"/>
                </a:lnTo>
                <a:lnTo>
                  <a:pt x="61338" y="1046113"/>
                </a:lnTo>
                <a:lnTo>
                  <a:pt x="61151" y="1035547"/>
                </a:lnTo>
                <a:lnTo>
                  <a:pt x="60920" y="1024980"/>
                </a:lnTo>
                <a:lnTo>
                  <a:pt x="60655" y="1014413"/>
                </a:lnTo>
                <a:lnTo>
                  <a:pt x="60365" y="1003846"/>
                </a:lnTo>
                <a:lnTo>
                  <a:pt x="60057" y="993279"/>
                </a:lnTo>
                <a:lnTo>
                  <a:pt x="59739" y="982713"/>
                </a:lnTo>
                <a:lnTo>
                  <a:pt x="59419" y="972146"/>
                </a:lnTo>
                <a:lnTo>
                  <a:pt x="59104" y="961579"/>
                </a:lnTo>
                <a:lnTo>
                  <a:pt x="58799" y="951012"/>
                </a:lnTo>
                <a:lnTo>
                  <a:pt x="58511" y="940445"/>
                </a:lnTo>
                <a:lnTo>
                  <a:pt x="58245" y="929879"/>
                </a:lnTo>
                <a:lnTo>
                  <a:pt x="58005" y="919312"/>
                </a:lnTo>
                <a:lnTo>
                  <a:pt x="57795" y="908745"/>
                </a:lnTo>
                <a:lnTo>
                  <a:pt x="57618" y="898178"/>
                </a:lnTo>
                <a:lnTo>
                  <a:pt x="57477" y="887611"/>
                </a:lnTo>
                <a:lnTo>
                  <a:pt x="57374" y="877045"/>
                </a:lnTo>
                <a:lnTo>
                  <a:pt x="57308" y="866478"/>
                </a:lnTo>
                <a:lnTo>
                  <a:pt x="57278" y="855911"/>
                </a:lnTo>
                <a:lnTo>
                  <a:pt x="57277" y="845344"/>
                </a:lnTo>
                <a:lnTo>
                  <a:pt x="57298" y="834777"/>
                </a:lnTo>
                <a:lnTo>
                  <a:pt x="57328" y="824211"/>
                </a:lnTo>
                <a:lnTo>
                  <a:pt x="57351" y="813644"/>
                </a:lnTo>
                <a:lnTo>
                  <a:pt x="57347" y="803077"/>
                </a:lnTo>
                <a:lnTo>
                  <a:pt x="57295" y="792510"/>
                </a:lnTo>
                <a:lnTo>
                  <a:pt x="57172" y="781943"/>
                </a:lnTo>
                <a:lnTo>
                  <a:pt x="56958" y="771377"/>
                </a:lnTo>
                <a:lnTo>
                  <a:pt x="56633" y="760810"/>
                </a:lnTo>
                <a:lnTo>
                  <a:pt x="56186" y="750243"/>
                </a:lnTo>
                <a:lnTo>
                  <a:pt x="55610" y="739676"/>
                </a:lnTo>
                <a:lnTo>
                  <a:pt x="54911" y="729109"/>
                </a:lnTo>
                <a:lnTo>
                  <a:pt x="54104" y="718543"/>
                </a:lnTo>
                <a:lnTo>
                  <a:pt x="53217" y="707976"/>
                </a:lnTo>
                <a:lnTo>
                  <a:pt x="52286" y="697409"/>
                </a:lnTo>
                <a:lnTo>
                  <a:pt x="51360" y="686842"/>
                </a:lnTo>
                <a:lnTo>
                  <a:pt x="50490" y="676275"/>
                </a:lnTo>
                <a:lnTo>
                  <a:pt x="49728" y="665709"/>
                </a:lnTo>
                <a:lnTo>
                  <a:pt x="49122" y="655142"/>
                </a:lnTo>
                <a:lnTo>
                  <a:pt x="48711" y="644575"/>
                </a:lnTo>
                <a:lnTo>
                  <a:pt x="48518" y="634008"/>
                </a:lnTo>
                <a:lnTo>
                  <a:pt x="48549" y="623441"/>
                </a:lnTo>
                <a:lnTo>
                  <a:pt x="48794" y="612874"/>
                </a:lnTo>
                <a:lnTo>
                  <a:pt x="49222" y="602308"/>
                </a:lnTo>
                <a:lnTo>
                  <a:pt x="49790" y="591741"/>
                </a:lnTo>
                <a:lnTo>
                  <a:pt x="50441" y="581174"/>
                </a:lnTo>
                <a:lnTo>
                  <a:pt x="51118" y="570607"/>
                </a:lnTo>
                <a:lnTo>
                  <a:pt x="51760" y="560040"/>
                </a:lnTo>
                <a:lnTo>
                  <a:pt x="52315" y="549474"/>
                </a:lnTo>
                <a:lnTo>
                  <a:pt x="52741" y="538907"/>
                </a:lnTo>
                <a:lnTo>
                  <a:pt x="53011" y="528340"/>
                </a:lnTo>
                <a:lnTo>
                  <a:pt x="53114" y="517773"/>
                </a:lnTo>
                <a:lnTo>
                  <a:pt x="53055" y="507206"/>
                </a:lnTo>
                <a:lnTo>
                  <a:pt x="52857" y="496640"/>
                </a:lnTo>
                <a:lnTo>
                  <a:pt x="52553" y="486073"/>
                </a:lnTo>
                <a:lnTo>
                  <a:pt x="52187" y="475506"/>
                </a:lnTo>
                <a:lnTo>
                  <a:pt x="51809" y="464939"/>
                </a:lnTo>
                <a:lnTo>
                  <a:pt x="51470" y="454372"/>
                </a:lnTo>
                <a:lnTo>
                  <a:pt x="51214" y="443806"/>
                </a:lnTo>
                <a:lnTo>
                  <a:pt x="51080" y="433239"/>
                </a:lnTo>
                <a:lnTo>
                  <a:pt x="51093" y="422672"/>
                </a:lnTo>
                <a:lnTo>
                  <a:pt x="51267" y="412105"/>
                </a:lnTo>
                <a:lnTo>
                  <a:pt x="51600" y="401538"/>
                </a:lnTo>
                <a:lnTo>
                  <a:pt x="52080" y="390972"/>
                </a:lnTo>
                <a:lnTo>
                  <a:pt x="52682" y="380405"/>
                </a:lnTo>
                <a:lnTo>
                  <a:pt x="53376" y="369838"/>
                </a:lnTo>
                <a:lnTo>
                  <a:pt x="54128" y="359271"/>
                </a:lnTo>
                <a:lnTo>
                  <a:pt x="54906" y="348704"/>
                </a:lnTo>
                <a:lnTo>
                  <a:pt x="55677" y="338138"/>
                </a:lnTo>
                <a:lnTo>
                  <a:pt x="56416" y="327571"/>
                </a:lnTo>
                <a:lnTo>
                  <a:pt x="57104" y="317004"/>
                </a:lnTo>
                <a:lnTo>
                  <a:pt x="57726" y="306437"/>
                </a:lnTo>
                <a:lnTo>
                  <a:pt x="58274" y="295870"/>
                </a:lnTo>
                <a:lnTo>
                  <a:pt x="58742" y="285304"/>
                </a:lnTo>
                <a:lnTo>
                  <a:pt x="59131" y="274737"/>
                </a:lnTo>
                <a:lnTo>
                  <a:pt x="59440" y="264170"/>
                </a:lnTo>
                <a:lnTo>
                  <a:pt x="59669" y="253603"/>
                </a:lnTo>
                <a:lnTo>
                  <a:pt x="59817" y="243036"/>
                </a:lnTo>
                <a:lnTo>
                  <a:pt x="59880" y="232470"/>
                </a:lnTo>
                <a:lnTo>
                  <a:pt x="59848" y="221903"/>
                </a:lnTo>
                <a:lnTo>
                  <a:pt x="59704" y="211336"/>
                </a:lnTo>
                <a:lnTo>
                  <a:pt x="59422" y="200769"/>
                </a:lnTo>
                <a:lnTo>
                  <a:pt x="58965" y="190202"/>
                </a:lnTo>
                <a:lnTo>
                  <a:pt x="58283" y="179636"/>
                </a:lnTo>
                <a:lnTo>
                  <a:pt x="57314" y="169069"/>
                </a:lnTo>
                <a:lnTo>
                  <a:pt x="55987" y="158502"/>
                </a:lnTo>
                <a:lnTo>
                  <a:pt x="54225" y="147935"/>
                </a:lnTo>
                <a:lnTo>
                  <a:pt x="51951" y="137368"/>
                </a:lnTo>
                <a:lnTo>
                  <a:pt x="49102" y="126802"/>
                </a:lnTo>
                <a:lnTo>
                  <a:pt x="45637" y="116235"/>
                </a:lnTo>
                <a:lnTo>
                  <a:pt x="41549" y="105668"/>
                </a:lnTo>
                <a:lnTo>
                  <a:pt x="36882" y="95101"/>
                </a:lnTo>
                <a:lnTo>
                  <a:pt x="31733" y="84534"/>
                </a:lnTo>
                <a:lnTo>
                  <a:pt x="26261" y="73968"/>
                </a:lnTo>
                <a:lnTo>
                  <a:pt x="20681" y="63401"/>
                </a:lnTo>
                <a:lnTo>
                  <a:pt x="15253" y="52834"/>
                </a:lnTo>
                <a:lnTo>
                  <a:pt x="10265" y="42267"/>
                </a:lnTo>
                <a:lnTo>
                  <a:pt x="6008" y="31700"/>
                </a:lnTo>
                <a:lnTo>
                  <a:pt x="2748" y="21134"/>
                </a:lnTo>
                <a:lnTo>
                  <a:pt x="699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301" y="10567"/>
                </a:lnTo>
                <a:lnTo>
                  <a:pt x="127252" y="21134"/>
                </a:lnTo>
                <a:lnTo>
                  <a:pt x="123992" y="31700"/>
                </a:lnTo>
                <a:lnTo>
                  <a:pt x="119735" y="42267"/>
                </a:lnTo>
                <a:lnTo>
                  <a:pt x="114747" y="52834"/>
                </a:lnTo>
                <a:lnTo>
                  <a:pt x="109319" y="63401"/>
                </a:lnTo>
                <a:lnTo>
                  <a:pt x="103739" y="73968"/>
                </a:lnTo>
                <a:lnTo>
                  <a:pt x="98267" y="84534"/>
                </a:lnTo>
                <a:lnTo>
                  <a:pt x="93118" y="95101"/>
                </a:lnTo>
                <a:lnTo>
                  <a:pt x="88451" y="105668"/>
                </a:lnTo>
                <a:lnTo>
                  <a:pt x="84363" y="116235"/>
                </a:lnTo>
                <a:lnTo>
                  <a:pt x="80898" y="126802"/>
                </a:lnTo>
                <a:lnTo>
                  <a:pt x="78048" y="137368"/>
                </a:lnTo>
                <a:lnTo>
                  <a:pt x="75775" y="147935"/>
                </a:lnTo>
                <a:lnTo>
                  <a:pt x="74013" y="158502"/>
                </a:lnTo>
                <a:lnTo>
                  <a:pt x="72686" y="169069"/>
                </a:lnTo>
                <a:lnTo>
                  <a:pt x="71717" y="179636"/>
                </a:lnTo>
                <a:lnTo>
                  <a:pt x="71035" y="190202"/>
                </a:lnTo>
                <a:lnTo>
                  <a:pt x="70578" y="200769"/>
                </a:lnTo>
                <a:lnTo>
                  <a:pt x="70296" y="211336"/>
                </a:lnTo>
                <a:lnTo>
                  <a:pt x="70152" y="221903"/>
                </a:lnTo>
                <a:lnTo>
                  <a:pt x="70120" y="232470"/>
                </a:lnTo>
                <a:lnTo>
                  <a:pt x="70183" y="243036"/>
                </a:lnTo>
                <a:lnTo>
                  <a:pt x="70331" y="253603"/>
                </a:lnTo>
                <a:lnTo>
                  <a:pt x="70560" y="264170"/>
                </a:lnTo>
                <a:lnTo>
                  <a:pt x="70869" y="274737"/>
                </a:lnTo>
                <a:lnTo>
                  <a:pt x="71258" y="285304"/>
                </a:lnTo>
                <a:lnTo>
                  <a:pt x="71726" y="295870"/>
                </a:lnTo>
                <a:lnTo>
                  <a:pt x="72274" y="306437"/>
                </a:lnTo>
                <a:lnTo>
                  <a:pt x="72896" y="317004"/>
                </a:lnTo>
                <a:lnTo>
                  <a:pt x="73584" y="327571"/>
                </a:lnTo>
                <a:lnTo>
                  <a:pt x="74323" y="338138"/>
                </a:lnTo>
                <a:lnTo>
                  <a:pt x="75094" y="348704"/>
                </a:lnTo>
                <a:lnTo>
                  <a:pt x="75872" y="359271"/>
                </a:lnTo>
                <a:lnTo>
                  <a:pt x="76624" y="369838"/>
                </a:lnTo>
                <a:lnTo>
                  <a:pt x="77318" y="380405"/>
                </a:lnTo>
                <a:lnTo>
                  <a:pt x="77920" y="390972"/>
                </a:lnTo>
                <a:lnTo>
                  <a:pt x="78400" y="401538"/>
                </a:lnTo>
                <a:lnTo>
                  <a:pt x="78733" y="412105"/>
                </a:lnTo>
                <a:lnTo>
                  <a:pt x="78907" y="422672"/>
                </a:lnTo>
                <a:lnTo>
                  <a:pt x="78920" y="433239"/>
                </a:lnTo>
                <a:lnTo>
                  <a:pt x="78786" y="443806"/>
                </a:lnTo>
                <a:lnTo>
                  <a:pt x="78530" y="454372"/>
                </a:lnTo>
                <a:lnTo>
                  <a:pt x="78191" y="464939"/>
                </a:lnTo>
                <a:lnTo>
                  <a:pt x="77813" y="475506"/>
                </a:lnTo>
                <a:lnTo>
                  <a:pt x="77447" y="486073"/>
                </a:lnTo>
                <a:lnTo>
                  <a:pt x="77143" y="496640"/>
                </a:lnTo>
                <a:lnTo>
                  <a:pt x="76944" y="507206"/>
                </a:lnTo>
                <a:lnTo>
                  <a:pt x="76886" y="517773"/>
                </a:lnTo>
                <a:lnTo>
                  <a:pt x="76989" y="528340"/>
                </a:lnTo>
                <a:lnTo>
                  <a:pt x="77259" y="538907"/>
                </a:lnTo>
                <a:lnTo>
                  <a:pt x="77685" y="549474"/>
                </a:lnTo>
                <a:lnTo>
                  <a:pt x="78240" y="560040"/>
                </a:lnTo>
                <a:lnTo>
                  <a:pt x="78882" y="570607"/>
                </a:lnTo>
                <a:lnTo>
                  <a:pt x="79559" y="581174"/>
                </a:lnTo>
                <a:lnTo>
                  <a:pt x="80210" y="591741"/>
                </a:lnTo>
                <a:lnTo>
                  <a:pt x="80778" y="602308"/>
                </a:lnTo>
                <a:lnTo>
                  <a:pt x="81206" y="612874"/>
                </a:lnTo>
                <a:lnTo>
                  <a:pt x="81451" y="623441"/>
                </a:lnTo>
                <a:lnTo>
                  <a:pt x="81482" y="634008"/>
                </a:lnTo>
                <a:lnTo>
                  <a:pt x="81289" y="644575"/>
                </a:lnTo>
                <a:lnTo>
                  <a:pt x="80878" y="655142"/>
                </a:lnTo>
                <a:lnTo>
                  <a:pt x="80272" y="665709"/>
                </a:lnTo>
                <a:lnTo>
                  <a:pt x="79510" y="676275"/>
                </a:lnTo>
                <a:lnTo>
                  <a:pt x="78640" y="686842"/>
                </a:lnTo>
                <a:lnTo>
                  <a:pt x="77714" y="697409"/>
                </a:lnTo>
                <a:lnTo>
                  <a:pt x="76783" y="707976"/>
                </a:lnTo>
                <a:lnTo>
                  <a:pt x="75896" y="718543"/>
                </a:lnTo>
                <a:lnTo>
                  <a:pt x="75089" y="729109"/>
                </a:lnTo>
                <a:lnTo>
                  <a:pt x="74390" y="739676"/>
                </a:lnTo>
                <a:lnTo>
                  <a:pt x="73814" y="750243"/>
                </a:lnTo>
                <a:lnTo>
                  <a:pt x="73367" y="760810"/>
                </a:lnTo>
                <a:lnTo>
                  <a:pt x="73042" y="771377"/>
                </a:lnTo>
                <a:lnTo>
                  <a:pt x="72828" y="781943"/>
                </a:lnTo>
                <a:lnTo>
                  <a:pt x="72705" y="792510"/>
                </a:lnTo>
                <a:lnTo>
                  <a:pt x="72653" y="803077"/>
                </a:lnTo>
                <a:lnTo>
                  <a:pt x="72649" y="813644"/>
                </a:lnTo>
                <a:lnTo>
                  <a:pt x="72672" y="824211"/>
                </a:lnTo>
                <a:lnTo>
                  <a:pt x="72702" y="834777"/>
                </a:lnTo>
                <a:lnTo>
                  <a:pt x="72723" y="845344"/>
                </a:lnTo>
                <a:lnTo>
                  <a:pt x="72722" y="855911"/>
                </a:lnTo>
                <a:lnTo>
                  <a:pt x="72692" y="866478"/>
                </a:lnTo>
                <a:lnTo>
                  <a:pt x="72626" y="877045"/>
                </a:lnTo>
                <a:lnTo>
                  <a:pt x="72523" y="887611"/>
                </a:lnTo>
                <a:lnTo>
                  <a:pt x="72382" y="898178"/>
                </a:lnTo>
                <a:lnTo>
                  <a:pt x="72205" y="908745"/>
                </a:lnTo>
                <a:lnTo>
                  <a:pt x="71995" y="919312"/>
                </a:lnTo>
                <a:lnTo>
                  <a:pt x="71755" y="929879"/>
                </a:lnTo>
                <a:lnTo>
                  <a:pt x="71489" y="940445"/>
                </a:lnTo>
                <a:lnTo>
                  <a:pt x="71201" y="951012"/>
                </a:lnTo>
                <a:lnTo>
                  <a:pt x="70896" y="961579"/>
                </a:lnTo>
                <a:lnTo>
                  <a:pt x="70581" y="972146"/>
                </a:lnTo>
                <a:lnTo>
                  <a:pt x="70261" y="982713"/>
                </a:lnTo>
                <a:lnTo>
                  <a:pt x="69943" y="993279"/>
                </a:lnTo>
                <a:lnTo>
                  <a:pt x="69635" y="1003846"/>
                </a:lnTo>
                <a:lnTo>
                  <a:pt x="69345" y="1014413"/>
                </a:lnTo>
                <a:lnTo>
                  <a:pt x="69080" y="1024980"/>
                </a:lnTo>
                <a:lnTo>
                  <a:pt x="68849" y="1035547"/>
                </a:lnTo>
                <a:lnTo>
                  <a:pt x="68662" y="1046113"/>
                </a:lnTo>
                <a:lnTo>
                  <a:pt x="68530" y="1056680"/>
                </a:lnTo>
                <a:lnTo>
                  <a:pt x="68467" y="1067247"/>
                </a:lnTo>
                <a:lnTo>
                  <a:pt x="68489" y="1077814"/>
                </a:lnTo>
                <a:lnTo>
                  <a:pt x="68616" y="1088381"/>
                </a:lnTo>
                <a:lnTo>
                  <a:pt x="68871" y="1098947"/>
                </a:lnTo>
                <a:lnTo>
                  <a:pt x="69282" y="1109514"/>
                </a:lnTo>
                <a:lnTo>
                  <a:pt x="69877" y="1120081"/>
                </a:lnTo>
                <a:lnTo>
                  <a:pt x="70681" y="1130648"/>
                </a:lnTo>
                <a:lnTo>
                  <a:pt x="71717" y="1141215"/>
                </a:lnTo>
                <a:lnTo>
                  <a:pt x="72998" y="1151781"/>
                </a:lnTo>
                <a:lnTo>
                  <a:pt x="74521" y="1162348"/>
                </a:lnTo>
                <a:lnTo>
                  <a:pt x="76267" y="1172915"/>
                </a:lnTo>
                <a:lnTo>
                  <a:pt x="78198" y="1183482"/>
                </a:lnTo>
                <a:lnTo>
                  <a:pt x="80249" y="1194049"/>
                </a:lnTo>
                <a:lnTo>
                  <a:pt x="82340" y="1204615"/>
                </a:lnTo>
                <a:lnTo>
                  <a:pt x="84372" y="1215182"/>
                </a:lnTo>
                <a:lnTo>
                  <a:pt x="86237" y="1225749"/>
                </a:lnTo>
                <a:lnTo>
                  <a:pt x="87826" y="1236316"/>
                </a:lnTo>
                <a:lnTo>
                  <a:pt x="89042" y="1246883"/>
                </a:lnTo>
                <a:lnTo>
                  <a:pt x="89806" y="1257449"/>
                </a:lnTo>
                <a:lnTo>
                  <a:pt x="90067" y="1268016"/>
                </a:lnTo>
                <a:lnTo>
                  <a:pt x="90067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6" name="01_find_only_755">
            <a:extLst>
              <a:ext uri="{FF2B5EF4-FFF2-40B4-BE49-F238E27FC236}">
                <a16:creationId xmlns:a16="http://schemas.microsoft.com/office/drawing/2014/main" id="{EC327409-9CF6-4987-9360-F7EC21011014}"/>
              </a:ext>
            </a:extLst>
          </p:cNvPr>
          <p:cNvSpPr>
            <a:spLocks noGrp="1"/>
          </p:cNvSpPr>
          <p:nvPr/>
        </p:nvSpPr>
        <p:spPr>
          <a:xfrm>
            <a:off x="5661796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7607" y="1268016"/>
                </a:moveTo>
                <a:lnTo>
                  <a:pt x="42393" y="1268016"/>
                </a:lnTo>
                <a:lnTo>
                  <a:pt x="42627" y="1257449"/>
                </a:lnTo>
                <a:lnTo>
                  <a:pt x="43312" y="1246883"/>
                </a:lnTo>
                <a:lnTo>
                  <a:pt x="44404" y="1236316"/>
                </a:lnTo>
                <a:lnTo>
                  <a:pt x="45832" y="1225749"/>
                </a:lnTo>
                <a:lnTo>
                  <a:pt x="47506" y="1215182"/>
                </a:lnTo>
                <a:lnTo>
                  <a:pt x="49330" y="1204615"/>
                </a:lnTo>
                <a:lnTo>
                  <a:pt x="51208" y="1194049"/>
                </a:lnTo>
                <a:lnTo>
                  <a:pt x="53050" y="1183482"/>
                </a:lnTo>
                <a:lnTo>
                  <a:pt x="54782" y="1172915"/>
                </a:lnTo>
                <a:lnTo>
                  <a:pt x="56350" y="1162348"/>
                </a:lnTo>
                <a:lnTo>
                  <a:pt x="57716" y="1151781"/>
                </a:lnTo>
                <a:lnTo>
                  <a:pt x="58864" y="1141215"/>
                </a:lnTo>
                <a:lnTo>
                  <a:pt x="59792" y="1130648"/>
                </a:lnTo>
                <a:lnTo>
                  <a:pt x="60511" y="1120081"/>
                </a:lnTo>
                <a:lnTo>
                  <a:pt x="61041" y="1109514"/>
                </a:lnTo>
                <a:lnTo>
                  <a:pt x="61405" y="1098947"/>
                </a:lnTo>
                <a:lnTo>
                  <a:pt x="61629" y="1088381"/>
                </a:lnTo>
                <a:lnTo>
                  <a:pt x="61736" y="1077814"/>
                </a:lnTo>
                <a:lnTo>
                  <a:pt x="61748" y="1067247"/>
                </a:lnTo>
                <a:lnTo>
                  <a:pt x="61683" y="1056680"/>
                </a:lnTo>
                <a:lnTo>
                  <a:pt x="61554" y="1046113"/>
                </a:lnTo>
                <a:lnTo>
                  <a:pt x="61376" y="1035547"/>
                </a:lnTo>
                <a:lnTo>
                  <a:pt x="61157" y="1024980"/>
                </a:lnTo>
                <a:lnTo>
                  <a:pt x="60906" y="1014413"/>
                </a:lnTo>
                <a:lnTo>
                  <a:pt x="60632" y="1003846"/>
                </a:lnTo>
                <a:lnTo>
                  <a:pt x="60341" y="993279"/>
                </a:lnTo>
                <a:lnTo>
                  <a:pt x="60041" y="982713"/>
                </a:lnTo>
                <a:lnTo>
                  <a:pt x="59739" y="972146"/>
                </a:lnTo>
                <a:lnTo>
                  <a:pt x="59442" y="961579"/>
                </a:lnTo>
                <a:lnTo>
                  <a:pt x="59155" y="951012"/>
                </a:lnTo>
                <a:lnTo>
                  <a:pt x="58884" y="940445"/>
                </a:lnTo>
                <a:lnTo>
                  <a:pt x="58633" y="929879"/>
                </a:lnTo>
                <a:lnTo>
                  <a:pt x="58407" y="919312"/>
                </a:lnTo>
                <a:lnTo>
                  <a:pt x="58209" y="908745"/>
                </a:lnTo>
                <a:lnTo>
                  <a:pt x="58042" y="898178"/>
                </a:lnTo>
                <a:lnTo>
                  <a:pt x="57910" y="887611"/>
                </a:lnTo>
                <a:lnTo>
                  <a:pt x="57814" y="877045"/>
                </a:lnTo>
                <a:lnTo>
                  <a:pt x="57753" y="866478"/>
                </a:lnTo>
                <a:lnTo>
                  <a:pt x="57727" y="855911"/>
                </a:lnTo>
                <a:lnTo>
                  <a:pt x="57731" y="845344"/>
                </a:lnTo>
                <a:lnTo>
                  <a:pt x="57757" y="834777"/>
                </a:lnTo>
                <a:lnTo>
                  <a:pt x="57793" y="824211"/>
                </a:lnTo>
                <a:lnTo>
                  <a:pt x="57827" y="813644"/>
                </a:lnTo>
                <a:lnTo>
                  <a:pt x="57841" y="803077"/>
                </a:lnTo>
                <a:lnTo>
                  <a:pt x="57815" y="792510"/>
                </a:lnTo>
                <a:lnTo>
                  <a:pt x="57731" y="781943"/>
                </a:lnTo>
                <a:lnTo>
                  <a:pt x="57569" y="771377"/>
                </a:lnTo>
                <a:lnTo>
                  <a:pt x="57313" y="760810"/>
                </a:lnTo>
                <a:lnTo>
                  <a:pt x="56953" y="750243"/>
                </a:lnTo>
                <a:lnTo>
                  <a:pt x="56483" y="739676"/>
                </a:lnTo>
                <a:lnTo>
                  <a:pt x="55908" y="729109"/>
                </a:lnTo>
                <a:lnTo>
                  <a:pt x="55241" y="718543"/>
                </a:lnTo>
                <a:lnTo>
                  <a:pt x="54506" y="707976"/>
                </a:lnTo>
                <a:lnTo>
                  <a:pt x="53736" y="697409"/>
                </a:lnTo>
                <a:lnTo>
                  <a:pt x="52971" y="686842"/>
                </a:lnTo>
                <a:lnTo>
                  <a:pt x="52256" y="676275"/>
                </a:lnTo>
                <a:lnTo>
                  <a:pt x="51636" y="665709"/>
                </a:lnTo>
                <a:lnTo>
                  <a:pt x="51152" y="655142"/>
                </a:lnTo>
                <a:lnTo>
                  <a:pt x="50836" y="644575"/>
                </a:lnTo>
                <a:lnTo>
                  <a:pt x="50709" y="634008"/>
                </a:lnTo>
                <a:lnTo>
                  <a:pt x="50775" y="623441"/>
                </a:lnTo>
                <a:lnTo>
                  <a:pt x="51022" y="612874"/>
                </a:lnTo>
                <a:lnTo>
                  <a:pt x="51423" y="602308"/>
                </a:lnTo>
                <a:lnTo>
                  <a:pt x="51939" y="591741"/>
                </a:lnTo>
                <a:lnTo>
                  <a:pt x="52519" y="581174"/>
                </a:lnTo>
                <a:lnTo>
                  <a:pt x="53111" y="570607"/>
                </a:lnTo>
                <a:lnTo>
                  <a:pt x="53662" y="560040"/>
                </a:lnTo>
                <a:lnTo>
                  <a:pt x="54125" y="549474"/>
                </a:lnTo>
                <a:lnTo>
                  <a:pt x="54464" y="538907"/>
                </a:lnTo>
                <a:lnTo>
                  <a:pt x="54654" y="528340"/>
                </a:lnTo>
                <a:lnTo>
                  <a:pt x="54687" y="517773"/>
                </a:lnTo>
                <a:lnTo>
                  <a:pt x="54568" y="507206"/>
                </a:lnTo>
                <a:lnTo>
                  <a:pt x="54319" y="496640"/>
                </a:lnTo>
                <a:lnTo>
                  <a:pt x="53970" y="486073"/>
                </a:lnTo>
                <a:lnTo>
                  <a:pt x="53563" y="475506"/>
                </a:lnTo>
                <a:lnTo>
                  <a:pt x="53143" y="464939"/>
                </a:lnTo>
                <a:lnTo>
                  <a:pt x="52755" y="454372"/>
                </a:lnTo>
                <a:lnTo>
                  <a:pt x="52442" y="443806"/>
                </a:lnTo>
                <a:lnTo>
                  <a:pt x="52239" y="433239"/>
                </a:lnTo>
                <a:lnTo>
                  <a:pt x="52170" y="422672"/>
                </a:lnTo>
                <a:lnTo>
                  <a:pt x="52249" y="412105"/>
                </a:lnTo>
                <a:lnTo>
                  <a:pt x="52477" y="401538"/>
                </a:lnTo>
                <a:lnTo>
                  <a:pt x="52843" y="390972"/>
                </a:lnTo>
                <a:lnTo>
                  <a:pt x="53328" y="380405"/>
                </a:lnTo>
                <a:lnTo>
                  <a:pt x="53904" y="369838"/>
                </a:lnTo>
                <a:lnTo>
                  <a:pt x="54542" y="359271"/>
                </a:lnTo>
                <a:lnTo>
                  <a:pt x="55212" y="348704"/>
                </a:lnTo>
                <a:lnTo>
                  <a:pt x="55886" y="338138"/>
                </a:lnTo>
                <a:lnTo>
                  <a:pt x="56538" y="327571"/>
                </a:lnTo>
                <a:lnTo>
                  <a:pt x="57148" y="317004"/>
                </a:lnTo>
                <a:lnTo>
                  <a:pt x="57703" y="306437"/>
                </a:lnTo>
                <a:lnTo>
                  <a:pt x="58193" y="295870"/>
                </a:lnTo>
                <a:lnTo>
                  <a:pt x="58613" y="285304"/>
                </a:lnTo>
                <a:lnTo>
                  <a:pt x="58962" y="274737"/>
                </a:lnTo>
                <a:lnTo>
                  <a:pt x="59239" y="264170"/>
                </a:lnTo>
                <a:lnTo>
                  <a:pt x="59446" y="253603"/>
                </a:lnTo>
                <a:lnTo>
                  <a:pt x="59583" y="243036"/>
                </a:lnTo>
                <a:lnTo>
                  <a:pt x="59647" y="232470"/>
                </a:lnTo>
                <a:lnTo>
                  <a:pt x="59629" y="221903"/>
                </a:lnTo>
                <a:lnTo>
                  <a:pt x="59514" y="211336"/>
                </a:lnTo>
                <a:lnTo>
                  <a:pt x="59276" y="200769"/>
                </a:lnTo>
                <a:lnTo>
                  <a:pt x="58877" y="190202"/>
                </a:lnTo>
                <a:lnTo>
                  <a:pt x="58266" y="179636"/>
                </a:lnTo>
                <a:lnTo>
                  <a:pt x="57376" y="169069"/>
                </a:lnTo>
                <a:lnTo>
                  <a:pt x="56133" y="158502"/>
                </a:lnTo>
                <a:lnTo>
                  <a:pt x="54454" y="147935"/>
                </a:lnTo>
                <a:lnTo>
                  <a:pt x="52258" y="137368"/>
                </a:lnTo>
                <a:lnTo>
                  <a:pt x="49474" y="126802"/>
                </a:lnTo>
                <a:lnTo>
                  <a:pt x="46056" y="116235"/>
                </a:lnTo>
                <a:lnTo>
                  <a:pt x="41994" y="105668"/>
                </a:lnTo>
                <a:lnTo>
                  <a:pt x="37329" y="95101"/>
                </a:lnTo>
                <a:lnTo>
                  <a:pt x="32159" y="84534"/>
                </a:lnTo>
                <a:lnTo>
                  <a:pt x="26644" y="73968"/>
                </a:lnTo>
                <a:lnTo>
                  <a:pt x="21003" y="63401"/>
                </a:lnTo>
                <a:lnTo>
                  <a:pt x="15503" y="52834"/>
                </a:lnTo>
                <a:lnTo>
                  <a:pt x="10441" y="42267"/>
                </a:lnTo>
                <a:lnTo>
                  <a:pt x="6114" y="31700"/>
                </a:lnTo>
                <a:lnTo>
                  <a:pt x="2797" y="21134"/>
                </a:lnTo>
                <a:lnTo>
                  <a:pt x="712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88" y="10567"/>
                </a:lnTo>
                <a:lnTo>
                  <a:pt x="127203" y="21134"/>
                </a:lnTo>
                <a:lnTo>
                  <a:pt x="123886" y="31700"/>
                </a:lnTo>
                <a:lnTo>
                  <a:pt x="119560" y="42267"/>
                </a:lnTo>
                <a:lnTo>
                  <a:pt x="114497" y="52834"/>
                </a:lnTo>
                <a:lnTo>
                  <a:pt x="108997" y="63401"/>
                </a:lnTo>
                <a:lnTo>
                  <a:pt x="103356" y="73968"/>
                </a:lnTo>
                <a:lnTo>
                  <a:pt x="97841" y="84534"/>
                </a:lnTo>
                <a:lnTo>
                  <a:pt x="92671" y="95101"/>
                </a:lnTo>
                <a:lnTo>
                  <a:pt x="88006" y="105668"/>
                </a:lnTo>
                <a:lnTo>
                  <a:pt x="83944" y="116235"/>
                </a:lnTo>
                <a:lnTo>
                  <a:pt x="80526" y="126802"/>
                </a:lnTo>
                <a:lnTo>
                  <a:pt x="77742" y="137368"/>
                </a:lnTo>
                <a:lnTo>
                  <a:pt x="75546" y="147935"/>
                </a:lnTo>
                <a:lnTo>
                  <a:pt x="73867" y="158502"/>
                </a:lnTo>
                <a:lnTo>
                  <a:pt x="72624" y="169069"/>
                </a:lnTo>
                <a:lnTo>
                  <a:pt x="71734" y="179636"/>
                </a:lnTo>
                <a:lnTo>
                  <a:pt x="71123" y="190202"/>
                </a:lnTo>
                <a:lnTo>
                  <a:pt x="70724" y="200769"/>
                </a:lnTo>
                <a:lnTo>
                  <a:pt x="70486" y="211336"/>
                </a:lnTo>
                <a:lnTo>
                  <a:pt x="70371" y="221903"/>
                </a:lnTo>
                <a:lnTo>
                  <a:pt x="70353" y="232470"/>
                </a:lnTo>
                <a:lnTo>
                  <a:pt x="70417" y="243036"/>
                </a:lnTo>
                <a:lnTo>
                  <a:pt x="70554" y="253603"/>
                </a:lnTo>
                <a:lnTo>
                  <a:pt x="70761" y="264170"/>
                </a:lnTo>
                <a:lnTo>
                  <a:pt x="71038" y="274737"/>
                </a:lnTo>
                <a:lnTo>
                  <a:pt x="71387" y="285304"/>
                </a:lnTo>
                <a:lnTo>
                  <a:pt x="71807" y="295870"/>
                </a:lnTo>
                <a:lnTo>
                  <a:pt x="72297" y="306437"/>
                </a:lnTo>
                <a:lnTo>
                  <a:pt x="72852" y="317004"/>
                </a:lnTo>
                <a:lnTo>
                  <a:pt x="73463" y="327571"/>
                </a:lnTo>
                <a:lnTo>
                  <a:pt x="74114" y="338138"/>
                </a:lnTo>
                <a:lnTo>
                  <a:pt x="74788" y="348704"/>
                </a:lnTo>
                <a:lnTo>
                  <a:pt x="75458" y="359271"/>
                </a:lnTo>
                <a:lnTo>
                  <a:pt x="76096" y="369838"/>
                </a:lnTo>
                <a:lnTo>
                  <a:pt x="76672" y="380405"/>
                </a:lnTo>
                <a:lnTo>
                  <a:pt x="77157" y="390972"/>
                </a:lnTo>
                <a:lnTo>
                  <a:pt x="77523" y="401538"/>
                </a:lnTo>
                <a:lnTo>
                  <a:pt x="77751" y="412105"/>
                </a:lnTo>
                <a:lnTo>
                  <a:pt x="77830" y="422672"/>
                </a:lnTo>
                <a:lnTo>
                  <a:pt x="77761" y="433239"/>
                </a:lnTo>
                <a:lnTo>
                  <a:pt x="77558" y="443806"/>
                </a:lnTo>
                <a:lnTo>
                  <a:pt x="77245" y="454372"/>
                </a:lnTo>
                <a:lnTo>
                  <a:pt x="76857" y="464939"/>
                </a:lnTo>
                <a:lnTo>
                  <a:pt x="76437" y="475506"/>
                </a:lnTo>
                <a:lnTo>
                  <a:pt x="76030" y="486073"/>
                </a:lnTo>
                <a:lnTo>
                  <a:pt x="75681" y="496640"/>
                </a:lnTo>
                <a:lnTo>
                  <a:pt x="75432" y="507206"/>
                </a:lnTo>
                <a:lnTo>
                  <a:pt x="75313" y="517773"/>
                </a:lnTo>
                <a:lnTo>
                  <a:pt x="75346" y="528340"/>
                </a:lnTo>
                <a:lnTo>
                  <a:pt x="75536" y="538907"/>
                </a:lnTo>
                <a:lnTo>
                  <a:pt x="75875" y="549474"/>
                </a:lnTo>
                <a:lnTo>
                  <a:pt x="76338" y="560040"/>
                </a:lnTo>
                <a:lnTo>
                  <a:pt x="76889" y="570607"/>
                </a:lnTo>
                <a:lnTo>
                  <a:pt x="77481" y="581174"/>
                </a:lnTo>
                <a:lnTo>
                  <a:pt x="78061" y="591741"/>
                </a:lnTo>
                <a:lnTo>
                  <a:pt x="78577" y="602308"/>
                </a:lnTo>
                <a:lnTo>
                  <a:pt x="78978" y="612874"/>
                </a:lnTo>
                <a:lnTo>
                  <a:pt x="79225" y="623441"/>
                </a:lnTo>
                <a:lnTo>
                  <a:pt x="79291" y="634008"/>
                </a:lnTo>
                <a:lnTo>
                  <a:pt x="79164" y="644575"/>
                </a:lnTo>
                <a:lnTo>
                  <a:pt x="78848" y="655142"/>
                </a:lnTo>
                <a:lnTo>
                  <a:pt x="78364" y="665709"/>
                </a:lnTo>
                <a:lnTo>
                  <a:pt x="77744" y="676275"/>
                </a:lnTo>
                <a:lnTo>
                  <a:pt x="77029" y="686842"/>
                </a:lnTo>
                <a:lnTo>
                  <a:pt x="76264" y="697409"/>
                </a:lnTo>
                <a:lnTo>
                  <a:pt x="75494" y="707976"/>
                </a:lnTo>
                <a:lnTo>
                  <a:pt x="74759" y="718543"/>
                </a:lnTo>
                <a:lnTo>
                  <a:pt x="74092" y="729109"/>
                </a:lnTo>
                <a:lnTo>
                  <a:pt x="73517" y="739676"/>
                </a:lnTo>
                <a:lnTo>
                  <a:pt x="73047" y="750243"/>
                </a:lnTo>
                <a:lnTo>
                  <a:pt x="72687" y="760810"/>
                </a:lnTo>
                <a:lnTo>
                  <a:pt x="72431" y="771377"/>
                </a:lnTo>
                <a:lnTo>
                  <a:pt x="72269" y="781943"/>
                </a:lnTo>
                <a:lnTo>
                  <a:pt x="72185" y="792510"/>
                </a:lnTo>
                <a:lnTo>
                  <a:pt x="72159" y="803077"/>
                </a:lnTo>
                <a:lnTo>
                  <a:pt x="72173" y="813644"/>
                </a:lnTo>
                <a:lnTo>
                  <a:pt x="72207" y="824211"/>
                </a:lnTo>
                <a:lnTo>
                  <a:pt x="72243" y="834777"/>
                </a:lnTo>
                <a:lnTo>
                  <a:pt x="72269" y="845344"/>
                </a:lnTo>
                <a:lnTo>
                  <a:pt x="72273" y="855911"/>
                </a:lnTo>
                <a:lnTo>
                  <a:pt x="72247" y="866478"/>
                </a:lnTo>
                <a:lnTo>
                  <a:pt x="72186" y="877045"/>
                </a:lnTo>
                <a:lnTo>
                  <a:pt x="72090" y="887611"/>
                </a:lnTo>
                <a:lnTo>
                  <a:pt x="71958" y="898178"/>
                </a:lnTo>
                <a:lnTo>
                  <a:pt x="71791" y="908745"/>
                </a:lnTo>
                <a:lnTo>
                  <a:pt x="71593" y="919312"/>
                </a:lnTo>
                <a:lnTo>
                  <a:pt x="71367" y="929879"/>
                </a:lnTo>
                <a:lnTo>
                  <a:pt x="71116" y="940445"/>
                </a:lnTo>
                <a:lnTo>
                  <a:pt x="70845" y="951012"/>
                </a:lnTo>
                <a:lnTo>
                  <a:pt x="70558" y="961579"/>
                </a:lnTo>
                <a:lnTo>
                  <a:pt x="70261" y="972146"/>
                </a:lnTo>
                <a:lnTo>
                  <a:pt x="69959" y="982713"/>
                </a:lnTo>
                <a:lnTo>
                  <a:pt x="69659" y="993279"/>
                </a:lnTo>
                <a:lnTo>
                  <a:pt x="69368" y="1003846"/>
                </a:lnTo>
                <a:lnTo>
                  <a:pt x="69094" y="1014413"/>
                </a:lnTo>
                <a:lnTo>
                  <a:pt x="68843" y="1024980"/>
                </a:lnTo>
                <a:lnTo>
                  <a:pt x="68624" y="1035547"/>
                </a:lnTo>
                <a:lnTo>
                  <a:pt x="68446" y="1046113"/>
                </a:lnTo>
                <a:lnTo>
                  <a:pt x="68317" y="1056680"/>
                </a:lnTo>
                <a:lnTo>
                  <a:pt x="68252" y="1067247"/>
                </a:lnTo>
                <a:lnTo>
                  <a:pt x="68264" y="1077814"/>
                </a:lnTo>
                <a:lnTo>
                  <a:pt x="68371" y="1088381"/>
                </a:lnTo>
                <a:lnTo>
                  <a:pt x="68595" y="1098947"/>
                </a:lnTo>
                <a:lnTo>
                  <a:pt x="68959" y="1109514"/>
                </a:lnTo>
                <a:lnTo>
                  <a:pt x="69489" y="1120081"/>
                </a:lnTo>
                <a:lnTo>
                  <a:pt x="70208" y="1130648"/>
                </a:lnTo>
                <a:lnTo>
                  <a:pt x="71136" y="1141215"/>
                </a:lnTo>
                <a:lnTo>
                  <a:pt x="72284" y="1151781"/>
                </a:lnTo>
                <a:lnTo>
                  <a:pt x="73650" y="1162348"/>
                </a:lnTo>
                <a:lnTo>
                  <a:pt x="75218" y="1172915"/>
                </a:lnTo>
                <a:lnTo>
                  <a:pt x="76950" y="1183482"/>
                </a:lnTo>
                <a:lnTo>
                  <a:pt x="78792" y="1194049"/>
                </a:lnTo>
                <a:lnTo>
                  <a:pt x="80670" y="1204615"/>
                </a:lnTo>
                <a:lnTo>
                  <a:pt x="82494" y="1215182"/>
                </a:lnTo>
                <a:lnTo>
                  <a:pt x="84168" y="1225749"/>
                </a:lnTo>
                <a:lnTo>
                  <a:pt x="85596" y="1236316"/>
                </a:lnTo>
                <a:lnTo>
                  <a:pt x="86688" y="1246883"/>
                </a:lnTo>
                <a:lnTo>
                  <a:pt x="87373" y="1257449"/>
                </a:lnTo>
                <a:lnTo>
                  <a:pt x="87607" y="1268016"/>
                </a:lnTo>
                <a:lnTo>
                  <a:pt x="87607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757" name="01_find_only_756">
            <a:extLst>
              <a:ext uri="{FF2B5EF4-FFF2-40B4-BE49-F238E27FC236}">
                <a16:creationId xmlns:a16="http://schemas.microsoft.com/office/drawing/2014/main" id="{291BE996-CC40-4D74-B11C-BBBCA01B72ED}"/>
              </a:ext>
            </a:extLst>
          </p:cNvPr>
          <p:cNvSpPr>
            <a:spLocks noGrp="1"/>
          </p:cNvSpPr>
          <p:nvPr/>
        </p:nvSpPr>
        <p:spPr>
          <a:xfrm>
            <a:off x="4200169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58" name="01_find_only_757">
            <a:extLst>
              <a:ext uri="{FF2B5EF4-FFF2-40B4-BE49-F238E27FC236}">
                <a16:creationId xmlns:a16="http://schemas.microsoft.com/office/drawing/2014/main" id="{F852CB9F-5E47-43CE-998C-375A02BD05EB}"/>
              </a:ext>
            </a:extLst>
          </p:cNvPr>
          <p:cNvSpPr>
            <a:spLocks noGrp="1"/>
          </p:cNvSpPr>
          <p:nvPr/>
        </p:nvSpPr>
        <p:spPr>
          <a:xfrm>
            <a:off x="4454808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59" name="01_find_only_758">
            <a:extLst>
              <a:ext uri="{FF2B5EF4-FFF2-40B4-BE49-F238E27FC236}">
                <a16:creationId xmlns:a16="http://schemas.microsoft.com/office/drawing/2014/main" id="{26BA8DE7-E9D3-488E-855C-619A6E36C693}"/>
              </a:ext>
            </a:extLst>
          </p:cNvPr>
          <p:cNvSpPr>
            <a:spLocks noGrp="1"/>
          </p:cNvSpPr>
          <p:nvPr/>
        </p:nvSpPr>
        <p:spPr>
          <a:xfrm>
            <a:off x="4709447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0" name="01_find_only_759">
            <a:extLst>
              <a:ext uri="{FF2B5EF4-FFF2-40B4-BE49-F238E27FC236}">
                <a16:creationId xmlns:a16="http://schemas.microsoft.com/office/drawing/2014/main" id="{21810CE2-9C69-45AE-A81C-FEB0FB85A5F4}"/>
              </a:ext>
            </a:extLst>
          </p:cNvPr>
          <p:cNvSpPr>
            <a:spLocks noGrp="1"/>
          </p:cNvSpPr>
          <p:nvPr/>
        </p:nvSpPr>
        <p:spPr>
          <a:xfrm>
            <a:off x="5218725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1" name="01_find_only_760">
            <a:extLst>
              <a:ext uri="{FF2B5EF4-FFF2-40B4-BE49-F238E27FC236}">
                <a16:creationId xmlns:a16="http://schemas.microsoft.com/office/drawing/2014/main" id="{0EED7357-32F9-4A0E-892B-A54AF486F6C3}"/>
              </a:ext>
            </a:extLst>
          </p:cNvPr>
          <p:cNvSpPr>
            <a:spLocks noGrp="1"/>
          </p:cNvSpPr>
          <p:nvPr/>
        </p:nvSpPr>
        <p:spPr>
          <a:xfrm>
            <a:off x="5728003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2" name="01_find_only_761">
            <a:extLst>
              <a:ext uri="{FF2B5EF4-FFF2-40B4-BE49-F238E27FC236}">
                <a16:creationId xmlns:a16="http://schemas.microsoft.com/office/drawing/2014/main" id="{02D2E821-7F2A-4739-AC31-2CC0BF9832E0}"/>
              </a:ext>
            </a:extLst>
          </p:cNvPr>
          <p:cNvSpPr>
            <a:spLocks noGrp="1"/>
          </p:cNvSpPr>
          <p:nvPr/>
        </p:nvSpPr>
        <p:spPr>
          <a:xfrm>
            <a:off x="4184890" y="4214395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63" name="01_find_only_762">
            <a:extLst>
              <a:ext uri="{FF2B5EF4-FFF2-40B4-BE49-F238E27FC236}">
                <a16:creationId xmlns:a16="http://schemas.microsoft.com/office/drawing/2014/main" id="{5B213607-8C05-41F1-95BC-96777535C1D5}"/>
              </a:ext>
            </a:extLst>
          </p:cNvPr>
          <p:cNvSpPr>
            <a:spLocks noGrp="1"/>
          </p:cNvSpPr>
          <p:nvPr/>
        </p:nvSpPr>
        <p:spPr>
          <a:xfrm>
            <a:off x="4146083" y="4214395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4" name="text_763">
            <a:extLst>
              <a:ext uri="{FF2B5EF4-FFF2-40B4-BE49-F238E27FC236}">
                <a16:creationId xmlns:a16="http://schemas.microsoft.com/office/drawing/2014/main" id="{3743A05C-D051-42A4-8AAE-B3787DB7DF02}"/>
              </a:ext>
            </a:extLst>
          </p:cNvPr>
          <p:cNvSpPr>
            <a:spLocks noGrp="1"/>
          </p:cNvSpPr>
          <p:nvPr/>
        </p:nvSpPr>
        <p:spPr>
          <a:xfrm>
            <a:off x="4054773" y="4173590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765" name="01_find_only_764">
            <a:extLst>
              <a:ext uri="{FF2B5EF4-FFF2-40B4-BE49-F238E27FC236}">
                <a16:creationId xmlns:a16="http://schemas.microsoft.com/office/drawing/2014/main" id="{5B31F991-42F8-4BBA-AB69-A642AF96CF6C}"/>
              </a:ext>
            </a:extLst>
          </p:cNvPr>
          <p:cNvSpPr>
            <a:spLocks noGrp="1"/>
          </p:cNvSpPr>
          <p:nvPr/>
        </p:nvSpPr>
        <p:spPr>
          <a:xfrm>
            <a:off x="4184890" y="356862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66" name="01_find_only_765">
            <a:extLst>
              <a:ext uri="{FF2B5EF4-FFF2-40B4-BE49-F238E27FC236}">
                <a16:creationId xmlns:a16="http://schemas.microsoft.com/office/drawing/2014/main" id="{107DBC53-50F1-4CC6-817B-A6057CC9926B}"/>
              </a:ext>
            </a:extLst>
          </p:cNvPr>
          <p:cNvSpPr>
            <a:spLocks noGrp="1"/>
          </p:cNvSpPr>
          <p:nvPr/>
        </p:nvSpPr>
        <p:spPr>
          <a:xfrm>
            <a:off x="4146083" y="3568622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67" name="text_766">
            <a:extLst>
              <a:ext uri="{FF2B5EF4-FFF2-40B4-BE49-F238E27FC236}">
                <a16:creationId xmlns:a16="http://schemas.microsoft.com/office/drawing/2014/main" id="{15682E56-2A2E-4E2F-85F7-16BF9B1EA7B2}"/>
              </a:ext>
            </a:extLst>
          </p:cNvPr>
          <p:cNvSpPr>
            <a:spLocks noGrp="1"/>
          </p:cNvSpPr>
          <p:nvPr/>
        </p:nvSpPr>
        <p:spPr>
          <a:xfrm>
            <a:off x="4002269" y="3527818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768" name="01_find_only_767">
            <a:extLst>
              <a:ext uri="{FF2B5EF4-FFF2-40B4-BE49-F238E27FC236}">
                <a16:creationId xmlns:a16="http://schemas.microsoft.com/office/drawing/2014/main" id="{EEB2C4ED-A190-401F-9DD3-481F4C63CCB8}"/>
              </a:ext>
            </a:extLst>
          </p:cNvPr>
          <p:cNvSpPr>
            <a:spLocks noGrp="1"/>
          </p:cNvSpPr>
          <p:nvPr/>
        </p:nvSpPr>
        <p:spPr>
          <a:xfrm>
            <a:off x="4184890" y="2922850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769" name="01_find_only_768">
            <a:extLst>
              <a:ext uri="{FF2B5EF4-FFF2-40B4-BE49-F238E27FC236}">
                <a16:creationId xmlns:a16="http://schemas.microsoft.com/office/drawing/2014/main" id="{92F86A8A-5B6D-4C07-A924-FD925D7C94A1}"/>
              </a:ext>
            </a:extLst>
          </p:cNvPr>
          <p:cNvSpPr>
            <a:spLocks noGrp="1"/>
          </p:cNvSpPr>
          <p:nvPr/>
        </p:nvSpPr>
        <p:spPr>
          <a:xfrm>
            <a:off x="4146083" y="2922850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770" name="text_769">
            <a:extLst>
              <a:ext uri="{FF2B5EF4-FFF2-40B4-BE49-F238E27FC236}">
                <a16:creationId xmlns:a16="http://schemas.microsoft.com/office/drawing/2014/main" id="{84020FA2-D8B4-43BC-8E5F-810F7A51A778}"/>
              </a:ext>
            </a:extLst>
          </p:cNvPr>
          <p:cNvSpPr>
            <a:spLocks noGrp="1"/>
          </p:cNvSpPr>
          <p:nvPr/>
        </p:nvSpPr>
        <p:spPr>
          <a:xfrm>
            <a:off x="3949767" y="2882045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771" name="01_find_only_770">
            <a:extLst>
              <a:ext uri="{FF2B5EF4-FFF2-40B4-BE49-F238E27FC236}">
                <a16:creationId xmlns:a16="http://schemas.microsoft.com/office/drawing/2014/main" id="{6FED5938-B4C9-472F-B22F-F20D17906826}"/>
              </a:ext>
            </a:extLst>
          </p:cNvPr>
          <p:cNvSpPr>
            <a:spLocks noGrp="1"/>
          </p:cNvSpPr>
          <p:nvPr/>
        </p:nvSpPr>
        <p:spPr>
          <a:xfrm>
            <a:off x="441673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2" name="01_find_only_771">
            <a:extLst>
              <a:ext uri="{FF2B5EF4-FFF2-40B4-BE49-F238E27FC236}">
                <a16:creationId xmlns:a16="http://schemas.microsoft.com/office/drawing/2014/main" id="{FD2DED29-A2FA-434C-9584-55411A7FE497}"/>
              </a:ext>
            </a:extLst>
          </p:cNvPr>
          <p:cNvSpPr>
            <a:spLocks noGrp="1"/>
          </p:cNvSpPr>
          <p:nvPr/>
        </p:nvSpPr>
        <p:spPr>
          <a:xfrm>
            <a:off x="4398084" y="366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3" name="01_find_only_772">
            <a:extLst>
              <a:ext uri="{FF2B5EF4-FFF2-40B4-BE49-F238E27FC236}">
                <a16:creationId xmlns:a16="http://schemas.microsoft.com/office/drawing/2014/main" id="{A8B70907-D8F3-4769-91DA-57F76F549778}"/>
              </a:ext>
            </a:extLst>
          </p:cNvPr>
          <p:cNvSpPr>
            <a:spLocks noGrp="1"/>
          </p:cNvSpPr>
          <p:nvPr/>
        </p:nvSpPr>
        <p:spPr>
          <a:xfrm>
            <a:off x="441324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4" name="01_find_only_773">
            <a:extLst>
              <a:ext uri="{FF2B5EF4-FFF2-40B4-BE49-F238E27FC236}">
                <a16:creationId xmlns:a16="http://schemas.microsoft.com/office/drawing/2014/main" id="{6E09C504-7264-4F57-869E-F7ED3C26F21E}"/>
              </a:ext>
            </a:extLst>
          </p:cNvPr>
          <p:cNvSpPr>
            <a:spLocks noGrp="1"/>
          </p:cNvSpPr>
          <p:nvPr/>
        </p:nvSpPr>
        <p:spPr>
          <a:xfrm>
            <a:off x="44128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5" name="01_find_only_774">
            <a:extLst>
              <a:ext uri="{FF2B5EF4-FFF2-40B4-BE49-F238E27FC236}">
                <a16:creationId xmlns:a16="http://schemas.microsoft.com/office/drawing/2014/main" id="{AE266A26-A611-4EBD-B8A9-7D7873E56B70}"/>
              </a:ext>
            </a:extLst>
          </p:cNvPr>
          <p:cNvSpPr>
            <a:spLocks noGrp="1"/>
          </p:cNvSpPr>
          <p:nvPr/>
        </p:nvSpPr>
        <p:spPr>
          <a:xfrm>
            <a:off x="44293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6" name="01_find_only_775">
            <a:extLst>
              <a:ext uri="{FF2B5EF4-FFF2-40B4-BE49-F238E27FC236}">
                <a16:creationId xmlns:a16="http://schemas.microsoft.com/office/drawing/2014/main" id="{EF96A642-B7C2-40B0-A931-BAAA85F16DF1}"/>
              </a:ext>
            </a:extLst>
          </p:cNvPr>
          <p:cNvSpPr>
            <a:spLocks noGrp="1"/>
          </p:cNvSpPr>
          <p:nvPr/>
        </p:nvSpPr>
        <p:spPr>
          <a:xfrm>
            <a:off x="44576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7" name="01_find_only_776">
            <a:extLst>
              <a:ext uri="{FF2B5EF4-FFF2-40B4-BE49-F238E27FC236}">
                <a16:creationId xmlns:a16="http://schemas.microsoft.com/office/drawing/2014/main" id="{9A02D74F-DAD8-4D4B-81BD-EEE1B841EC43}"/>
              </a:ext>
            </a:extLst>
          </p:cNvPr>
          <p:cNvSpPr>
            <a:spLocks noGrp="1"/>
          </p:cNvSpPr>
          <p:nvPr/>
        </p:nvSpPr>
        <p:spPr>
          <a:xfrm>
            <a:off x="44754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8" name="01_find_only_777">
            <a:extLst>
              <a:ext uri="{FF2B5EF4-FFF2-40B4-BE49-F238E27FC236}">
                <a16:creationId xmlns:a16="http://schemas.microsoft.com/office/drawing/2014/main" id="{B79305FD-7A56-4954-BA4B-A8BACFBD6739}"/>
              </a:ext>
            </a:extLst>
          </p:cNvPr>
          <p:cNvSpPr>
            <a:spLocks noGrp="1"/>
          </p:cNvSpPr>
          <p:nvPr/>
        </p:nvSpPr>
        <p:spPr>
          <a:xfrm>
            <a:off x="440323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9" name="01_find_only_778">
            <a:extLst>
              <a:ext uri="{FF2B5EF4-FFF2-40B4-BE49-F238E27FC236}">
                <a16:creationId xmlns:a16="http://schemas.microsoft.com/office/drawing/2014/main" id="{32CBD20D-C7D7-4555-BAEB-8E4EC49512A9}"/>
              </a:ext>
            </a:extLst>
          </p:cNvPr>
          <p:cNvSpPr>
            <a:spLocks noGrp="1"/>
          </p:cNvSpPr>
          <p:nvPr/>
        </p:nvSpPr>
        <p:spPr>
          <a:xfrm>
            <a:off x="444763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0" name="01_find_only_779">
            <a:extLst>
              <a:ext uri="{FF2B5EF4-FFF2-40B4-BE49-F238E27FC236}">
                <a16:creationId xmlns:a16="http://schemas.microsoft.com/office/drawing/2014/main" id="{44015680-4E07-47B7-B060-50EC5FC9D18E}"/>
              </a:ext>
            </a:extLst>
          </p:cNvPr>
          <p:cNvSpPr>
            <a:spLocks noGrp="1"/>
          </p:cNvSpPr>
          <p:nvPr/>
        </p:nvSpPr>
        <p:spPr>
          <a:xfrm>
            <a:off x="44035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1" name="01_find_only_780">
            <a:extLst>
              <a:ext uri="{FF2B5EF4-FFF2-40B4-BE49-F238E27FC236}">
                <a16:creationId xmlns:a16="http://schemas.microsoft.com/office/drawing/2014/main" id="{BAD5C4FA-9E9D-4288-A430-F6B7E22DF4F3}"/>
              </a:ext>
            </a:extLst>
          </p:cNvPr>
          <p:cNvSpPr>
            <a:spLocks noGrp="1"/>
          </p:cNvSpPr>
          <p:nvPr/>
        </p:nvSpPr>
        <p:spPr>
          <a:xfrm>
            <a:off x="43928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2" name="01_find_only_781">
            <a:extLst>
              <a:ext uri="{FF2B5EF4-FFF2-40B4-BE49-F238E27FC236}">
                <a16:creationId xmlns:a16="http://schemas.microsoft.com/office/drawing/2014/main" id="{EC411FC7-83EB-4B52-BBD4-9547FB69CD0B}"/>
              </a:ext>
            </a:extLst>
          </p:cNvPr>
          <p:cNvSpPr>
            <a:spLocks noGrp="1"/>
          </p:cNvSpPr>
          <p:nvPr/>
        </p:nvSpPr>
        <p:spPr>
          <a:xfrm>
            <a:off x="4467644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3" name="01_find_only_782">
            <a:extLst>
              <a:ext uri="{FF2B5EF4-FFF2-40B4-BE49-F238E27FC236}">
                <a16:creationId xmlns:a16="http://schemas.microsoft.com/office/drawing/2014/main" id="{EA8B2E31-CDC8-4D6E-9106-41D233069A16}"/>
              </a:ext>
            </a:extLst>
          </p:cNvPr>
          <p:cNvSpPr>
            <a:spLocks noGrp="1"/>
          </p:cNvSpPr>
          <p:nvPr/>
        </p:nvSpPr>
        <p:spPr>
          <a:xfrm>
            <a:off x="44875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4" name="01_find_only_783">
            <a:extLst>
              <a:ext uri="{FF2B5EF4-FFF2-40B4-BE49-F238E27FC236}">
                <a16:creationId xmlns:a16="http://schemas.microsoft.com/office/drawing/2014/main" id="{36D0457F-75A0-4ADF-8079-0BF57EB8F02A}"/>
              </a:ext>
            </a:extLst>
          </p:cNvPr>
          <p:cNvSpPr>
            <a:spLocks noGrp="1"/>
          </p:cNvSpPr>
          <p:nvPr/>
        </p:nvSpPr>
        <p:spPr>
          <a:xfrm>
            <a:off x="44290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5" name="01_find_only_784">
            <a:extLst>
              <a:ext uri="{FF2B5EF4-FFF2-40B4-BE49-F238E27FC236}">
                <a16:creationId xmlns:a16="http://schemas.microsoft.com/office/drawing/2014/main" id="{EBECE399-B601-4F13-9421-BD1CCA5DAC64}"/>
              </a:ext>
            </a:extLst>
          </p:cNvPr>
          <p:cNvSpPr>
            <a:spLocks noGrp="1"/>
          </p:cNvSpPr>
          <p:nvPr/>
        </p:nvSpPr>
        <p:spPr>
          <a:xfrm>
            <a:off x="44823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6" name="01_find_only_785">
            <a:extLst>
              <a:ext uri="{FF2B5EF4-FFF2-40B4-BE49-F238E27FC236}">
                <a16:creationId xmlns:a16="http://schemas.microsoft.com/office/drawing/2014/main" id="{0AE81050-6B25-4F42-9E65-B7AE03FB7489}"/>
              </a:ext>
            </a:extLst>
          </p:cNvPr>
          <p:cNvSpPr>
            <a:spLocks noGrp="1"/>
          </p:cNvSpPr>
          <p:nvPr/>
        </p:nvSpPr>
        <p:spPr>
          <a:xfrm>
            <a:off x="441314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7" name="01_find_only_786">
            <a:extLst>
              <a:ext uri="{FF2B5EF4-FFF2-40B4-BE49-F238E27FC236}">
                <a16:creationId xmlns:a16="http://schemas.microsoft.com/office/drawing/2014/main" id="{2AFF90FA-B7FD-42FC-975F-D083FDC81612}"/>
              </a:ext>
            </a:extLst>
          </p:cNvPr>
          <p:cNvSpPr>
            <a:spLocks noGrp="1"/>
          </p:cNvSpPr>
          <p:nvPr/>
        </p:nvSpPr>
        <p:spPr>
          <a:xfrm>
            <a:off x="4431602" y="36608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8" name="01_find_only_787">
            <a:extLst>
              <a:ext uri="{FF2B5EF4-FFF2-40B4-BE49-F238E27FC236}">
                <a16:creationId xmlns:a16="http://schemas.microsoft.com/office/drawing/2014/main" id="{4EA09CEA-9BC1-46B6-A696-3EFAE38051E0}"/>
              </a:ext>
            </a:extLst>
          </p:cNvPr>
          <p:cNvSpPr>
            <a:spLocks noGrp="1"/>
          </p:cNvSpPr>
          <p:nvPr/>
        </p:nvSpPr>
        <p:spPr>
          <a:xfrm>
            <a:off x="4460552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9" name="01_find_only_788">
            <a:extLst>
              <a:ext uri="{FF2B5EF4-FFF2-40B4-BE49-F238E27FC236}">
                <a16:creationId xmlns:a16="http://schemas.microsoft.com/office/drawing/2014/main" id="{E193F6FA-4E4A-4AE6-8747-230C8764B486}"/>
              </a:ext>
            </a:extLst>
          </p:cNvPr>
          <p:cNvSpPr>
            <a:spLocks noGrp="1"/>
          </p:cNvSpPr>
          <p:nvPr/>
        </p:nvSpPr>
        <p:spPr>
          <a:xfrm>
            <a:off x="44779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0" name="01_find_only_789">
            <a:extLst>
              <a:ext uri="{FF2B5EF4-FFF2-40B4-BE49-F238E27FC236}">
                <a16:creationId xmlns:a16="http://schemas.microsoft.com/office/drawing/2014/main" id="{4C9773A9-544C-4E6D-8F44-B596FCC14798}"/>
              </a:ext>
            </a:extLst>
          </p:cNvPr>
          <p:cNvSpPr>
            <a:spLocks noGrp="1"/>
          </p:cNvSpPr>
          <p:nvPr/>
        </p:nvSpPr>
        <p:spPr>
          <a:xfrm>
            <a:off x="44873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1" name="01_find_only_790">
            <a:extLst>
              <a:ext uri="{FF2B5EF4-FFF2-40B4-BE49-F238E27FC236}">
                <a16:creationId xmlns:a16="http://schemas.microsoft.com/office/drawing/2014/main" id="{4B76AE34-0668-4B20-AF91-06F41468F9CF}"/>
              </a:ext>
            </a:extLst>
          </p:cNvPr>
          <p:cNvSpPr>
            <a:spLocks noGrp="1"/>
          </p:cNvSpPr>
          <p:nvPr/>
        </p:nvSpPr>
        <p:spPr>
          <a:xfrm>
            <a:off x="445384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2" name="01_find_only_791">
            <a:extLst>
              <a:ext uri="{FF2B5EF4-FFF2-40B4-BE49-F238E27FC236}">
                <a16:creationId xmlns:a16="http://schemas.microsoft.com/office/drawing/2014/main" id="{38961AC0-527B-40A6-BAA7-6E4A0D672082}"/>
              </a:ext>
            </a:extLst>
          </p:cNvPr>
          <p:cNvSpPr>
            <a:spLocks noGrp="1"/>
          </p:cNvSpPr>
          <p:nvPr/>
        </p:nvSpPr>
        <p:spPr>
          <a:xfrm>
            <a:off x="4396238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3" name="01_find_only_792">
            <a:extLst>
              <a:ext uri="{FF2B5EF4-FFF2-40B4-BE49-F238E27FC236}">
                <a16:creationId xmlns:a16="http://schemas.microsoft.com/office/drawing/2014/main" id="{9180226D-1302-4E54-9299-318D6CF91690}"/>
              </a:ext>
            </a:extLst>
          </p:cNvPr>
          <p:cNvSpPr>
            <a:spLocks noGrp="1"/>
          </p:cNvSpPr>
          <p:nvPr/>
        </p:nvSpPr>
        <p:spPr>
          <a:xfrm>
            <a:off x="441061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4" name="01_find_only_793">
            <a:extLst>
              <a:ext uri="{FF2B5EF4-FFF2-40B4-BE49-F238E27FC236}">
                <a16:creationId xmlns:a16="http://schemas.microsoft.com/office/drawing/2014/main" id="{2A55E869-B816-41A5-BA83-93D3F23FA8DD}"/>
              </a:ext>
            </a:extLst>
          </p:cNvPr>
          <p:cNvSpPr>
            <a:spLocks noGrp="1"/>
          </p:cNvSpPr>
          <p:nvPr/>
        </p:nvSpPr>
        <p:spPr>
          <a:xfrm>
            <a:off x="44169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5" name="01_find_only_794">
            <a:extLst>
              <a:ext uri="{FF2B5EF4-FFF2-40B4-BE49-F238E27FC236}">
                <a16:creationId xmlns:a16="http://schemas.microsoft.com/office/drawing/2014/main" id="{492D2C0B-E1A4-4DA5-A77E-7805081A7D8B}"/>
              </a:ext>
            </a:extLst>
          </p:cNvPr>
          <p:cNvSpPr>
            <a:spLocks noGrp="1"/>
          </p:cNvSpPr>
          <p:nvPr/>
        </p:nvSpPr>
        <p:spPr>
          <a:xfrm>
            <a:off x="439604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6" name="01_find_only_795">
            <a:extLst>
              <a:ext uri="{FF2B5EF4-FFF2-40B4-BE49-F238E27FC236}">
                <a16:creationId xmlns:a16="http://schemas.microsoft.com/office/drawing/2014/main" id="{5CB41849-A216-465F-AE03-988949C02E71}"/>
              </a:ext>
            </a:extLst>
          </p:cNvPr>
          <p:cNvSpPr>
            <a:spLocks noGrp="1"/>
          </p:cNvSpPr>
          <p:nvPr/>
        </p:nvSpPr>
        <p:spPr>
          <a:xfrm>
            <a:off x="439546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7" name="01_find_only_796">
            <a:extLst>
              <a:ext uri="{FF2B5EF4-FFF2-40B4-BE49-F238E27FC236}">
                <a16:creationId xmlns:a16="http://schemas.microsoft.com/office/drawing/2014/main" id="{9712F0E6-4517-4277-9326-C9F4D929B61D}"/>
              </a:ext>
            </a:extLst>
          </p:cNvPr>
          <p:cNvSpPr>
            <a:spLocks noGrp="1"/>
          </p:cNvSpPr>
          <p:nvPr/>
        </p:nvSpPr>
        <p:spPr>
          <a:xfrm>
            <a:off x="441430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8" name="01_find_only_797">
            <a:extLst>
              <a:ext uri="{FF2B5EF4-FFF2-40B4-BE49-F238E27FC236}">
                <a16:creationId xmlns:a16="http://schemas.microsoft.com/office/drawing/2014/main" id="{25772F25-1185-49FE-A41D-9223A303AE7C}"/>
              </a:ext>
            </a:extLst>
          </p:cNvPr>
          <p:cNvSpPr>
            <a:spLocks noGrp="1"/>
          </p:cNvSpPr>
          <p:nvPr/>
        </p:nvSpPr>
        <p:spPr>
          <a:xfrm>
            <a:off x="44509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9" name="01_find_only_798">
            <a:extLst>
              <a:ext uri="{FF2B5EF4-FFF2-40B4-BE49-F238E27FC236}">
                <a16:creationId xmlns:a16="http://schemas.microsoft.com/office/drawing/2014/main" id="{135C8474-CCAA-4A52-A97D-4281A5ACBF38}"/>
              </a:ext>
            </a:extLst>
          </p:cNvPr>
          <p:cNvSpPr>
            <a:spLocks noGrp="1"/>
          </p:cNvSpPr>
          <p:nvPr/>
        </p:nvSpPr>
        <p:spPr>
          <a:xfrm>
            <a:off x="440915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0" name="01_find_only_799">
            <a:extLst>
              <a:ext uri="{FF2B5EF4-FFF2-40B4-BE49-F238E27FC236}">
                <a16:creationId xmlns:a16="http://schemas.microsoft.com/office/drawing/2014/main" id="{211A018C-B8A1-4D74-BC3B-C646D731265D}"/>
              </a:ext>
            </a:extLst>
          </p:cNvPr>
          <p:cNvSpPr>
            <a:spLocks noGrp="1"/>
          </p:cNvSpPr>
          <p:nvPr/>
        </p:nvSpPr>
        <p:spPr>
          <a:xfrm>
            <a:off x="44383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1" name="01_find_only_800">
            <a:extLst>
              <a:ext uri="{FF2B5EF4-FFF2-40B4-BE49-F238E27FC236}">
                <a16:creationId xmlns:a16="http://schemas.microsoft.com/office/drawing/2014/main" id="{5EC77C9F-ADEB-49CA-B339-87AF0335D8A9}"/>
              </a:ext>
            </a:extLst>
          </p:cNvPr>
          <p:cNvSpPr>
            <a:spLocks noGrp="1"/>
          </p:cNvSpPr>
          <p:nvPr/>
        </p:nvSpPr>
        <p:spPr>
          <a:xfrm>
            <a:off x="44280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2" name="01_find_only_801">
            <a:extLst>
              <a:ext uri="{FF2B5EF4-FFF2-40B4-BE49-F238E27FC236}">
                <a16:creationId xmlns:a16="http://schemas.microsoft.com/office/drawing/2014/main" id="{83BD3DA1-61A4-41A0-948C-F200F9405712}"/>
              </a:ext>
            </a:extLst>
          </p:cNvPr>
          <p:cNvSpPr>
            <a:spLocks noGrp="1"/>
          </p:cNvSpPr>
          <p:nvPr/>
        </p:nvSpPr>
        <p:spPr>
          <a:xfrm>
            <a:off x="44761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3" name="01_find_only_802">
            <a:extLst>
              <a:ext uri="{FF2B5EF4-FFF2-40B4-BE49-F238E27FC236}">
                <a16:creationId xmlns:a16="http://schemas.microsoft.com/office/drawing/2014/main" id="{F408006B-D06D-444E-995D-F416C12BC227}"/>
              </a:ext>
            </a:extLst>
          </p:cNvPr>
          <p:cNvSpPr>
            <a:spLocks noGrp="1"/>
          </p:cNvSpPr>
          <p:nvPr/>
        </p:nvSpPr>
        <p:spPr>
          <a:xfrm>
            <a:off x="4418389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4" name="01_find_only_803">
            <a:extLst>
              <a:ext uri="{FF2B5EF4-FFF2-40B4-BE49-F238E27FC236}">
                <a16:creationId xmlns:a16="http://schemas.microsoft.com/office/drawing/2014/main" id="{90967391-484E-480F-9AF2-92574EDD405D}"/>
              </a:ext>
            </a:extLst>
          </p:cNvPr>
          <p:cNvSpPr>
            <a:spLocks noGrp="1"/>
          </p:cNvSpPr>
          <p:nvPr/>
        </p:nvSpPr>
        <p:spPr>
          <a:xfrm>
            <a:off x="4458318" y="35849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5" name="01_find_only_804">
            <a:extLst>
              <a:ext uri="{FF2B5EF4-FFF2-40B4-BE49-F238E27FC236}">
                <a16:creationId xmlns:a16="http://schemas.microsoft.com/office/drawing/2014/main" id="{12A30212-A6D1-4540-9C45-4301713BF9E8}"/>
              </a:ext>
            </a:extLst>
          </p:cNvPr>
          <p:cNvSpPr>
            <a:spLocks noGrp="1"/>
          </p:cNvSpPr>
          <p:nvPr/>
        </p:nvSpPr>
        <p:spPr>
          <a:xfrm>
            <a:off x="44607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6" name="01_find_only_805">
            <a:extLst>
              <a:ext uri="{FF2B5EF4-FFF2-40B4-BE49-F238E27FC236}">
                <a16:creationId xmlns:a16="http://schemas.microsoft.com/office/drawing/2014/main" id="{DD305404-8C56-4D32-AC30-C6D5A762F6E0}"/>
              </a:ext>
            </a:extLst>
          </p:cNvPr>
          <p:cNvSpPr>
            <a:spLocks noGrp="1"/>
          </p:cNvSpPr>
          <p:nvPr/>
        </p:nvSpPr>
        <p:spPr>
          <a:xfrm>
            <a:off x="439575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7" name="01_find_only_806">
            <a:extLst>
              <a:ext uri="{FF2B5EF4-FFF2-40B4-BE49-F238E27FC236}">
                <a16:creationId xmlns:a16="http://schemas.microsoft.com/office/drawing/2014/main" id="{933BCC99-589F-4AA0-A85C-F0362B4DBEBA}"/>
              </a:ext>
            </a:extLst>
          </p:cNvPr>
          <p:cNvSpPr>
            <a:spLocks noGrp="1"/>
          </p:cNvSpPr>
          <p:nvPr/>
        </p:nvSpPr>
        <p:spPr>
          <a:xfrm>
            <a:off x="44749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8" name="01_find_only_807">
            <a:extLst>
              <a:ext uri="{FF2B5EF4-FFF2-40B4-BE49-F238E27FC236}">
                <a16:creationId xmlns:a16="http://schemas.microsoft.com/office/drawing/2014/main" id="{6C195288-E5DB-417C-9FBD-464B2D8293A3}"/>
              </a:ext>
            </a:extLst>
          </p:cNvPr>
          <p:cNvSpPr>
            <a:spLocks noGrp="1"/>
          </p:cNvSpPr>
          <p:nvPr/>
        </p:nvSpPr>
        <p:spPr>
          <a:xfrm>
            <a:off x="43934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9" name="01_find_only_808">
            <a:extLst>
              <a:ext uri="{FF2B5EF4-FFF2-40B4-BE49-F238E27FC236}">
                <a16:creationId xmlns:a16="http://schemas.microsoft.com/office/drawing/2014/main" id="{0C301780-657A-4021-B966-B5BC92AFCD26}"/>
              </a:ext>
            </a:extLst>
          </p:cNvPr>
          <p:cNvSpPr>
            <a:spLocks noGrp="1"/>
          </p:cNvSpPr>
          <p:nvPr/>
        </p:nvSpPr>
        <p:spPr>
          <a:xfrm>
            <a:off x="447473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0" name="01_find_only_809">
            <a:extLst>
              <a:ext uri="{FF2B5EF4-FFF2-40B4-BE49-F238E27FC236}">
                <a16:creationId xmlns:a16="http://schemas.microsoft.com/office/drawing/2014/main" id="{A440C08D-60DD-4787-AEE3-7AE2759525B3}"/>
              </a:ext>
            </a:extLst>
          </p:cNvPr>
          <p:cNvSpPr>
            <a:spLocks noGrp="1"/>
          </p:cNvSpPr>
          <p:nvPr/>
        </p:nvSpPr>
        <p:spPr>
          <a:xfrm>
            <a:off x="44841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1" name="01_find_only_810">
            <a:extLst>
              <a:ext uri="{FF2B5EF4-FFF2-40B4-BE49-F238E27FC236}">
                <a16:creationId xmlns:a16="http://schemas.microsoft.com/office/drawing/2014/main" id="{637A7F70-5337-4E85-949B-B76D7E058A9F}"/>
              </a:ext>
            </a:extLst>
          </p:cNvPr>
          <p:cNvSpPr>
            <a:spLocks noGrp="1"/>
          </p:cNvSpPr>
          <p:nvPr/>
        </p:nvSpPr>
        <p:spPr>
          <a:xfrm>
            <a:off x="44515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2" name="01_find_only_811">
            <a:extLst>
              <a:ext uri="{FF2B5EF4-FFF2-40B4-BE49-F238E27FC236}">
                <a16:creationId xmlns:a16="http://schemas.microsoft.com/office/drawing/2014/main" id="{66EF84D4-CA63-4BAB-8ADD-1A03570F41FA}"/>
              </a:ext>
            </a:extLst>
          </p:cNvPr>
          <p:cNvSpPr>
            <a:spLocks noGrp="1"/>
          </p:cNvSpPr>
          <p:nvPr/>
        </p:nvSpPr>
        <p:spPr>
          <a:xfrm>
            <a:off x="44223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3" name="01_find_only_812">
            <a:extLst>
              <a:ext uri="{FF2B5EF4-FFF2-40B4-BE49-F238E27FC236}">
                <a16:creationId xmlns:a16="http://schemas.microsoft.com/office/drawing/2014/main" id="{3A536C5B-122A-48A9-AAC5-6806B07BB8A1}"/>
              </a:ext>
            </a:extLst>
          </p:cNvPr>
          <p:cNvSpPr>
            <a:spLocks noGrp="1"/>
          </p:cNvSpPr>
          <p:nvPr/>
        </p:nvSpPr>
        <p:spPr>
          <a:xfrm>
            <a:off x="446307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4" name="01_find_only_813">
            <a:extLst>
              <a:ext uri="{FF2B5EF4-FFF2-40B4-BE49-F238E27FC236}">
                <a16:creationId xmlns:a16="http://schemas.microsoft.com/office/drawing/2014/main" id="{2149C08A-9D93-44C8-BB91-C8E1B3605EE1}"/>
              </a:ext>
            </a:extLst>
          </p:cNvPr>
          <p:cNvSpPr>
            <a:spLocks noGrp="1"/>
          </p:cNvSpPr>
          <p:nvPr/>
        </p:nvSpPr>
        <p:spPr>
          <a:xfrm>
            <a:off x="44136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5" name="01_find_only_814">
            <a:extLst>
              <a:ext uri="{FF2B5EF4-FFF2-40B4-BE49-F238E27FC236}">
                <a16:creationId xmlns:a16="http://schemas.microsoft.com/office/drawing/2014/main" id="{2D8BEE4F-E042-402D-AB90-515DC92FB194}"/>
              </a:ext>
            </a:extLst>
          </p:cNvPr>
          <p:cNvSpPr>
            <a:spLocks noGrp="1"/>
          </p:cNvSpPr>
          <p:nvPr/>
        </p:nvSpPr>
        <p:spPr>
          <a:xfrm>
            <a:off x="443859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6" name="01_find_only_815">
            <a:extLst>
              <a:ext uri="{FF2B5EF4-FFF2-40B4-BE49-F238E27FC236}">
                <a16:creationId xmlns:a16="http://schemas.microsoft.com/office/drawing/2014/main" id="{32D6BB99-5B62-49DE-ABF5-4EB6BE181F73}"/>
              </a:ext>
            </a:extLst>
          </p:cNvPr>
          <p:cNvSpPr>
            <a:spLocks noGrp="1"/>
          </p:cNvSpPr>
          <p:nvPr/>
        </p:nvSpPr>
        <p:spPr>
          <a:xfrm>
            <a:off x="443859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7" name="01_find_only_816">
            <a:extLst>
              <a:ext uri="{FF2B5EF4-FFF2-40B4-BE49-F238E27FC236}">
                <a16:creationId xmlns:a16="http://schemas.microsoft.com/office/drawing/2014/main" id="{D69E0EE7-3C4E-4177-8879-F565A948A223}"/>
              </a:ext>
            </a:extLst>
          </p:cNvPr>
          <p:cNvSpPr>
            <a:spLocks noGrp="1"/>
          </p:cNvSpPr>
          <p:nvPr/>
        </p:nvSpPr>
        <p:spPr>
          <a:xfrm>
            <a:off x="4409451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8" name="01_find_only_817">
            <a:extLst>
              <a:ext uri="{FF2B5EF4-FFF2-40B4-BE49-F238E27FC236}">
                <a16:creationId xmlns:a16="http://schemas.microsoft.com/office/drawing/2014/main" id="{F432B513-90E4-4E99-9983-F45E3A71134A}"/>
              </a:ext>
            </a:extLst>
          </p:cNvPr>
          <p:cNvSpPr>
            <a:spLocks noGrp="1"/>
          </p:cNvSpPr>
          <p:nvPr/>
        </p:nvSpPr>
        <p:spPr>
          <a:xfrm>
            <a:off x="447716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9" name="01_find_only_818">
            <a:extLst>
              <a:ext uri="{FF2B5EF4-FFF2-40B4-BE49-F238E27FC236}">
                <a16:creationId xmlns:a16="http://schemas.microsoft.com/office/drawing/2014/main" id="{DE716A6B-9D1A-4A2D-9775-6FCA9B832205}"/>
              </a:ext>
            </a:extLst>
          </p:cNvPr>
          <p:cNvSpPr>
            <a:spLocks noGrp="1"/>
          </p:cNvSpPr>
          <p:nvPr/>
        </p:nvSpPr>
        <p:spPr>
          <a:xfrm>
            <a:off x="44240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0" name="01_find_only_819">
            <a:extLst>
              <a:ext uri="{FF2B5EF4-FFF2-40B4-BE49-F238E27FC236}">
                <a16:creationId xmlns:a16="http://schemas.microsoft.com/office/drawing/2014/main" id="{8DA7BA5F-7570-441C-8054-8D1E9A8BDDDE}"/>
              </a:ext>
            </a:extLst>
          </p:cNvPr>
          <p:cNvSpPr>
            <a:spLocks noGrp="1"/>
          </p:cNvSpPr>
          <p:nvPr/>
        </p:nvSpPr>
        <p:spPr>
          <a:xfrm>
            <a:off x="44334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1" name="01_find_only_820">
            <a:extLst>
              <a:ext uri="{FF2B5EF4-FFF2-40B4-BE49-F238E27FC236}">
                <a16:creationId xmlns:a16="http://schemas.microsoft.com/office/drawing/2014/main" id="{34FD6B8B-180E-424F-A94E-2935648D8946}"/>
              </a:ext>
            </a:extLst>
          </p:cNvPr>
          <p:cNvSpPr>
            <a:spLocks noGrp="1"/>
          </p:cNvSpPr>
          <p:nvPr/>
        </p:nvSpPr>
        <p:spPr>
          <a:xfrm>
            <a:off x="44864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2" name="01_find_only_821">
            <a:extLst>
              <a:ext uri="{FF2B5EF4-FFF2-40B4-BE49-F238E27FC236}">
                <a16:creationId xmlns:a16="http://schemas.microsoft.com/office/drawing/2014/main" id="{27AF203F-511B-41EB-A123-2D745F897A7D}"/>
              </a:ext>
            </a:extLst>
          </p:cNvPr>
          <p:cNvSpPr>
            <a:spLocks noGrp="1"/>
          </p:cNvSpPr>
          <p:nvPr/>
        </p:nvSpPr>
        <p:spPr>
          <a:xfrm>
            <a:off x="44573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3" name="01_find_only_822">
            <a:extLst>
              <a:ext uri="{FF2B5EF4-FFF2-40B4-BE49-F238E27FC236}">
                <a16:creationId xmlns:a16="http://schemas.microsoft.com/office/drawing/2014/main" id="{24196C49-C6DC-4B0B-9CE4-C129ED89AABB}"/>
              </a:ext>
            </a:extLst>
          </p:cNvPr>
          <p:cNvSpPr>
            <a:spLocks noGrp="1"/>
          </p:cNvSpPr>
          <p:nvPr/>
        </p:nvSpPr>
        <p:spPr>
          <a:xfrm>
            <a:off x="448299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4" name="01_find_only_823">
            <a:extLst>
              <a:ext uri="{FF2B5EF4-FFF2-40B4-BE49-F238E27FC236}">
                <a16:creationId xmlns:a16="http://schemas.microsoft.com/office/drawing/2014/main" id="{33F838C8-6803-42AE-9466-53B2BD5CB114}"/>
              </a:ext>
            </a:extLst>
          </p:cNvPr>
          <p:cNvSpPr>
            <a:spLocks noGrp="1"/>
          </p:cNvSpPr>
          <p:nvPr/>
        </p:nvSpPr>
        <p:spPr>
          <a:xfrm>
            <a:off x="43971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5" name="01_find_only_824">
            <a:extLst>
              <a:ext uri="{FF2B5EF4-FFF2-40B4-BE49-F238E27FC236}">
                <a16:creationId xmlns:a16="http://schemas.microsoft.com/office/drawing/2014/main" id="{60201D5C-5C0A-4D5D-A176-55A3E7300E19}"/>
              </a:ext>
            </a:extLst>
          </p:cNvPr>
          <p:cNvSpPr>
            <a:spLocks noGrp="1"/>
          </p:cNvSpPr>
          <p:nvPr/>
        </p:nvSpPr>
        <p:spPr>
          <a:xfrm>
            <a:off x="44758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6" name="01_find_only_825">
            <a:extLst>
              <a:ext uri="{FF2B5EF4-FFF2-40B4-BE49-F238E27FC236}">
                <a16:creationId xmlns:a16="http://schemas.microsoft.com/office/drawing/2014/main" id="{304A5BFD-1D24-4DA9-A952-C19C9D048320}"/>
              </a:ext>
            </a:extLst>
          </p:cNvPr>
          <p:cNvSpPr>
            <a:spLocks noGrp="1"/>
          </p:cNvSpPr>
          <p:nvPr/>
        </p:nvSpPr>
        <p:spPr>
          <a:xfrm>
            <a:off x="446298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7" name="01_find_only_826">
            <a:extLst>
              <a:ext uri="{FF2B5EF4-FFF2-40B4-BE49-F238E27FC236}">
                <a16:creationId xmlns:a16="http://schemas.microsoft.com/office/drawing/2014/main" id="{35FEAB9F-19AF-44D5-B1C0-89317D24FFEC}"/>
              </a:ext>
            </a:extLst>
          </p:cNvPr>
          <p:cNvSpPr>
            <a:spLocks noGrp="1"/>
          </p:cNvSpPr>
          <p:nvPr/>
        </p:nvSpPr>
        <p:spPr>
          <a:xfrm>
            <a:off x="44294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8" name="01_find_only_827">
            <a:extLst>
              <a:ext uri="{FF2B5EF4-FFF2-40B4-BE49-F238E27FC236}">
                <a16:creationId xmlns:a16="http://schemas.microsoft.com/office/drawing/2014/main" id="{16FCB37A-F2B9-4D71-8555-C0E0B586788C}"/>
              </a:ext>
            </a:extLst>
          </p:cNvPr>
          <p:cNvSpPr>
            <a:spLocks noGrp="1"/>
          </p:cNvSpPr>
          <p:nvPr/>
        </p:nvSpPr>
        <p:spPr>
          <a:xfrm>
            <a:off x="446677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9" name="01_find_only_828">
            <a:extLst>
              <a:ext uri="{FF2B5EF4-FFF2-40B4-BE49-F238E27FC236}">
                <a16:creationId xmlns:a16="http://schemas.microsoft.com/office/drawing/2014/main" id="{F4EAB19B-65F7-4776-9831-2FD911E0FE81}"/>
              </a:ext>
            </a:extLst>
          </p:cNvPr>
          <p:cNvSpPr>
            <a:spLocks noGrp="1"/>
          </p:cNvSpPr>
          <p:nvPr/>
        </p:nvSpPr>
        <p:spPr>
          <a:xfrm>
            <a:off x="44869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0" name="01_find_only_829">
            <a:extLst>
              <a:ext uri="{FF2B5EF4-FFF2-40B4-BE49-F238E27FC236}">
                <a16:creationId xmlns:a16="http://schemas.microsoft.com/office/drawing/2014/main" id="{71D3AC49-2B2F-42DD-AD88-D2AF1DA9B054}"/>
              </a:ext>
            </a:extLst>
          </p:cNvPr>
          <p:cNvSpPr>
            <a:spLocks noGrp="1"/>
          </p:cNvSpPr>
          <p:nvPr/>
        </p:nvSpPr>
        <p:spPr>
          <a:xfrm>
            <a:off x="4456570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1" name="01_find_only_830">
            <a:extLst>
              <a:ext uri="{FF2B5EF4-FFF2-40B4-BE49-F238E27FC236}">
                <a16:creationId xmlns:a16="http://schemas.microsoft.com/office/drawing/2014/main" id="{B1C4BD61-4B69-4CA3-A0E6-00857DD9BFAF}"/>
              </a:ext>
            </a:extLst>
          </p:cNvPr>
          <p:cNvSpPr>
            <a:spLocks noGrp="1"/>
          </p:cNvSpPr>
          <p:nvPr/>
        </p:nvSpPr>
        <p:spPr>
          <a:xfrm>
            <a:off x="446405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2" name="01_find_only_831">
            <a:extLst>
              <a:ext uri="{FF2B5EF4-FFF2-40B4-BE49-F238E27FC236}">
                <a16:creationId xmlns:a16="http://schemas.microsoft.com/office/drawing/2014/main" id="{95347DFB-A9F8-4071-97C8-2841D18BC4B4}"/>
              </a:ext>
            </a:extLst>
          </p:cNvPr>
          <p:cNvSpPr>
            <a:spLocks noGrp="1"/>
          </p:cNvSpPr>
          <p:nvPr/>
        </p:nvSpPr>
        <p:spPr>
          <a:xfrm>
            <a:off x="4463176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3" name="01_find_only_832">
            <a:extLst>
              <a:ext uri="{FF2B5EF4-FFF2-40B4-BE49-F238E27FC236}">
                <a16:creationId xmlns:a16="http://schemas.microsoft.com/office/drawing/2014/main" id="{13FC3BC7-D975-4D2A-97AC-D27D57A2EEF1}"/>
              </a:ext>
            </a:extLst>
          </p:cNvPr>
          <p:cNvSpPr>
            <a:spLocks noGrp="1"/>
          </p:cNvSpPr>
          <p:nvPr/>
        </p:nvSpPr>
        <p:spPr>
          <a:xfrm>
            <a:off x="444763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4" name="01_find_only_833">
            <a:extLst>
              <a:ext uri="{FF2B5EF4-FFF2-40B4-BE49-F238E27FC236}">
                <a16:creationId xmlns:a16="http://schemas.microsoft.com/office/drawing/2014/main" id="{96F6C4E0-53B9-4E67-8DE7-7B80378A9D25}"/>
              </a:ext>
            </a:extLst>
          </p:cNvPr>
          <p:cNvSpPr>
            <a:spLocks noGrp="1"/>
          </p:cNvSpPr>
          <p:nvPr/>
        </p:nvSpPr>
        <p:spPr>
          <a:xfrm>
            <a:off x="4420526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5" name="01_find_only_834">
            <a:extLst>
              <a:ext uri="{FF2B5EF4-FFF2-40B4-BE49-F238E27FC236}">
                <a16:creationId xmlns:a16="http://schemas.microsoft.com/office/drawing/2014/main" id="{66D3A814-DF35-446F-B4D0-6F5C4448FDFA}"/>
              </a:ext>
            </a:extLst>
          </p:cNvPr>
          <p:cNvSpPr>
            <a:spLocks noGrp="1"/>
          </p:cNvSpPr>
          <p:nvPr/>
        </p:nvSpPr>
        <p:spPr>
          <a:xfrm>
            <a:off x="448017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6" name="01_find_only_835">
            <a:extLst>
              <a:ext uri="{FF2B5EF4-FFF2-40B4-BE49-F238E27FC236}">
                <a16:creationId xmlns:a16="http://schemas.microsoft.com/office/drawing/2014/main" id="{8EA3A474-888B-455B-B734-2FFC65182104}"/>
              </a:ext>
            </a:extLst>
          </p:cNvPr>
          <p:cNvSpPr>
            <a:spLocks noGrp="1"/>
          </p:cNvSpPr>
          <p:nvPr/>
        </p:nvSpPr>
        <p:spPr>
          <a:xfrm>
            <a:off x="441022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7" name="01_find_only_836">
            <a:extLst>
              <a:ext uri="{FF2B5EF4-FFF2-40B4-BE49-F238E27FC236}">
                <a16:creationId xmlns:a16="http://schemas.microsoft.com/office/drawing/2014/main" id="{613E28F4-8CB0-4F1F-B81A-97B0C1C0F9CE}"/>
              </a:ext>
            </a:extLst>
          </p:cNvPr>
          <p:cNvSpPr>
            <a:spLocks noGrp="1"/>
          </p:cNvSpPr>
          <p:nvPr/>
        </p:nvSpPr>
        <p:spPr>
          <a:xfrm>
            <a:off x="44094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8" name="01_find_only_837">
            <a:extLst>
              <a:ext uri="{FF2B5EF4-FFF2-40B4-BE49-F238E27FC236}">
                <a16:creationId xmlns:a16="http://schemas.microsoft.com/office/drawing/2014/main" id="{3215BA19-11A7-4A95-9B91-5202FFDC5813}"/>
              </a:ext>
            </a:extLst>
          </p:cNvPr>
          <p:cNvSpPr>
            <a:spLocks noGrp="1"/>
          </p:cNvSpPr>
          <p:nvPr/>
        </p:nvSpPr>
        <p:spPr>
          <a:xfrm>
            <a:off x="44138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9" name="01_find_only_838">
            <a:extLst>
              <a:ext uri="{FF2B5EF4-FFF2-40B4-BE49-F238E27FC236}">
                <a16:creationId xmlns:a16="http://schemas.microsoft.com/office/drawing/2014/main" id="{F0281E39-AC02-48B1-87BF-D420765E8A68}"/>
              </a:ext>
            </a:extLst>
          </p:cNvPr>
          <p:cNvSpPr>
            <a:spLocks noGrp="1"/>
          </p:cNvSpPr>
          <p:nvPr/>
        </p:nvSpPr>
        <p:spPr>
          <a:xfrm>
            <a:off x="448153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0" name="01_find_only_839">
            <a:extLst>
              <a:ext uri="{FF2B5EF4-FFF2-40B4-BE49-F238E27FC236}">
                <a16:creationId xmlns:a16="http://schemas.microsoft.com/office/drawing/2014/main" id="{D8B0A5D4-37F5-4360-8CA4-EDCE4E486FC1}"/>
              </a:ext>
            </a:extLst>
          </p:cNvPr>
          <p:cNvSpPr>
            <a:spLocks noGrp="1"/>
          </p:cNvSpPr>
          <p:nvPr/>
        </p:nvSpPr>
        <p:spPr>
          <a:xfrm>
            <a:off x="4471239" y="37528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1" name="01_find_only_840">
            <a:extLst>
              <a:ext uri="{FF2B5EF4-FFF2-40B4-BE49-F238E27FC236}">
                <a16:creationId xmlns:a16="http://schemas.microsoft.com/office/drawing/2014/main" id="{B07C5898-67A5-464D-AE0E-19BF0A2A41A4}"/>
              </a:ext>
            </a:extLst>
          </p:cNvPr>
          <p:cNvSpPr>
            <a:spLocks noGrp="1"/>
          </p:cNvSpPr>
          <p:nvPr/>
        </p:nvSpPr>
        <p:spPr>
          <a:xfrm>
            <a:off x="44754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2" name="01_find_only_841">
            <a:extLst>
              <a:ext uri="{FF2B5EF4-FFF2-40B4-BE49-F238E27FC236}">
                <a16:creationId xmlns:a16="http://schemas.microsoft.com/office/drawing/2014/main" id="{2E259DC8-E37D-499B-A6FA-F0F4DFAA8662}"/>
              </a:ext>
            </a:extLst>
          </p:cNvPr>
          <p:cNvSpPr>
            <a:spLocks noGrp="1"/>
          </p:cNvSpPr>
          <p:nvPr/>
        </p:nvSpPr>
        <p:spPr>
          <a:xfrm>
            <a:off x="4463369" y="373027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3" name="01_find_only_842">
            <a:extLst>
              <a:ext uri="{FF2B5EF4-FFF2-40B4-BE49-F238E27FC236}">
                <a16:creationId xmlns:a16="http://schemas.microsoft.com/office/drawing/2014/main" id="{CC6BBBBF-DA06-4148-8EC1-B94ECA71A329}"/>
              </a:ext>
            </a:extLst>
          </p:cNvPr>
          <p:cNvSpPr>
            <a:spLocks noGrp="1"/>
          </p:cNvSpPr>
          <p:nvPr/>
        </p:nvSpPr>
        <p:spPr>
          <a:xfrm>
            <a:off x="44708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4" name="01_find_only_843">
            <a:extLst>
              <a:ext uri="{FF2B5EF4-FFF2-40B4-BE49-F238E27FC236}">
                <a16:creationId xmlns:a16="http://schemas.microsoft.com/office/drawing/2014/main" id="{7B4E8EC0-3DA2-4E57-B1AC-9B3BEC79AE20}"/>
              </a:ext>
            </a:extLst>
          </p:cNvPr>
          <p:cNvSpPr>
            <a:spLocks noGrp="1"/>
          </p:cNvSpPr>
          <p:nvPr/>
        </p:nvSpPr>
        <p:spPr>
          <a:xfrm>
            <a:off x="44792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5" name="01_find_only_844">
            <a:extLst>
              <a:ext uri="{FF2B5EF4-FFF2-40B4-BE49-F238E27FC236}">
                <a16:creationId xmlns:a16="http://schemas.microsoft.com/office/drawing/2014/main" id="{680FB0A9-7B22-4EA5-9D3B-4F0B82132B8D}"/>
              </a:ext>
            </a:extLst>
          </p:cNvPr>
          <p:cNvSpPr>
            <a:spLocks noGrp="1"/>
          </p:cNvSpPr>
          <p:nvPr/>
        </p:nvSpPr>
        <p:spPr>
          <a:xfrm>
            <a:off x="44078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6" name="01_find_only_845">
            <a:extLst>
              <a:ext uri="{FF2B5EF4-FFF2-40B4-BE49-F238E27FC236}">
                <a16:creationId xmlns:a16="http://schemas.microsoft.com/office/drawing/2014/main" id="{16A50A6F-96E6-477F-9AC0-89AED6B87CA3}"/>
              </a:ext>
            </a:extLst>
          </p:cNvPr>
          <p:cNvSpPr>
            <a:spLocks noGrp="1"/>
          </p:cNvSpPr>
          <p:nvPr/>
        </p:nvSpPr>
        <p:spPr>
          <a:xfrm>
            <a:off x="44155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7" name="01_find_only_846">
            <a:extLst>
              <a:ext uri="{FF2B5EF4-FFF2-40B4-BE49-F238E27FC236}">
                <a16:creationId xmlns:a16="http://schemas.microsoft.com/office/drawing/2014/main" id="{C7654264-2688-4F9D-84D9-EFFA85D1315D}"/>
              </a:ext>
            </a:extLst>
          </p:cNvPr>
          <p:cNvSpPr>
            <a:spLocks noGrp="1"/>
          </p:cNvSpPr>
          <p:nvPr/>
        </p:nvSpPr>
        <p:spPr>
          <a:xfrm>
            <a:off x="4461718" y="38025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8" name="01_find_only_847">
            <a:extLst>
              <a:ext uri="{FF2B5EF4-FFF2-40B4-BE49-F238E27FC236}">
                <a16:creationId xmlns:a16="http://schemas.microsoft.com/office/drawing/2014/main" id="{A6AFD3B9-37C1-4F49-991C-6604560D0D51}"/>
              </a:ext>
            </a:extLst>
          </p:cNvPr>
          <p:cNvSpPr>
            <a:spLocks noGrp="1"/>
          </p:cNvSpPr>
          <p:nvPr/>
        </p:nvSpPr>
        <p:spPr>
          <a:xfrm>
            <a:off x="441285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9" name="01_find_only_848">
            <a:extLst>
              <a:ext uri="{FF2B5EF4-FFF2-40B4-BE49-F238E27FC236}">
                <a16:creationId xmlns:a16="http://schemas.microsoft.com/office/drawing/2014/main" id="{1735DA44-DAAC-4049-97A3-1161CB63B525}"/>
              </a:ext>
            </a:extLst>
          </p:cNvPr>
          <p:cNvSpPr>
            <a:spLocks noGrp="1"/>
          </p:cNvSpPr>
          <p:nvPr/>
        </p:nvSpPr>
        <p:spPr>
          <a:xfrm>
            <a:off x="4422275" y="36196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0" name="01_find_only_849">
            <a:extLst>
              <a:ext uri="{FF2B5EF4-FFF2-40B4-BE49-F238E27FC236}">
                <a16:creationId xmlns:a16="http://schemas.microsoft.com/office/drawing/2014/main" id="{3515918C-133C-4E2C-A85B-4FD340BA824F}"/>
              </a:ext>
            </a:extLst>
          </p:cNvPr>
          <p:cNvSpPr>
            <a:spLocks noGrp="1"/>
          </p:cNvSpPr>
          <p:nvPr/>
        </p:nvSpPr>
        <p:spPr>
          <a:xfrm>
            <a:off x="44063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1" name="01_find_only_850">
            <a:extLst>
              <a:ext uri="{FF2B5EF4-FFF2-40B4-BE49-F238E27FC236}">
                <a16:creationId xmlns:a16="http://schemas.microsoft.com/office/drawing/2014/main" id="{8AE18145-2379-4F8A-9D94-03AACDDB052F}"/>
              </a:ext>
            </a:extLst>
          </p:cNvPr>
          <p:cNvSpPr>
            <a:spLocks noGrp="1"/>
          </p:cNvSpPr>
          <p:nvPr/>
        </p:nvSpPr>
        <p:spPr>
          <a:xfrm>
            <a:off x="4416640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2" name="01_find_only_851">
            <a:extLst>
              <a:ext uri="{FF2B5EF4-FFF2-40B4-BE49-F238E27FC236}">
                <a16:creationId xmlns:a16="http://schemas.microsoft.com/office/drawing/2014/main" id="{EE710A54-B8E7-40D4-B389-75C2E70C5BCE}"/>
              </a:ext>
            </a:extLst>
          </p:cNvPr>
          <p:cNvSpPr>
            <a:spLocks noGrp="1"/>
          </p:cNvSpPr>
          <p:nvPr/>
        </p:nvSpPr>
        <p:spPr>
          <a:xfrm>
            <a:off x="4420429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3" name="01_find_only_852">
            <a:extLst>
              <a:ext uri="{FF2B5EF4-FFF2-40B4-BE49-F238E27FC236}">
                <a16:creationId xmlns:a16="http://schemas.microsoft.com/office/drawing/2014/main" id="{82110621-EAD4-41D2-910D-6D95BA55D713}"/>
              </a:ext>
            </a:extLst>
          </p:cNvPr>
          <p:cNvSpPr>
            <a:spLocks noGrp="1"/>
          </p:cNvSpPr>
          <p:nvPr/>
        </p:nvSpPr>
        <p:spPr>
          <a:xfrm>
            <a:off x="4480760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4" name="01_find_only_853">
            <a:extLst>
              <a:ext uri="{FF2B5EF4-FFF2-40B4-BE49-F238E27FC236}">
                <a16:creationId xmlns:a16="http://schemas.microsoft.com/office/drawing/2014/main" id="{27EF750E-D0C6-442D-9AC1-181E79DE76C0}"/>
              </a:ext>
            </a:extLst>
          </p:cNvPr>
          <p:cNvSpPr>
            <a:spLocks noGrp="1"/>
          </p:cNvSpPr>
          <p:nvPr/>
        </p:nvSpPr>
        <p:spPr>
          <a:xfrm>
            <a:off x="44395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5" name="01_find_only_854">
            <a:extLst>
              <a:ext uri="{FF2B5EF4-FFF2-40B4-BE49-F238E27FC236}">
                <a16:creationId xmlns:a16="http://schemas.microsoft.com/office/drawing/2014/main" id="{13A00C21-AF24-4BC7-89B3-7407F9BE04B1}"/>
              </a:ext>
            </a:extLst>
          </p:cNvPr>
          <p:cNvSpPr>
            <a:spLocks noGrp="1"/>
          </p:cNvSpPr>
          <p:nvPr/>
        </p:nvSpPr>
        <p:spPr>
          <a:xfrm>
            <a:off x="440789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6" name="01_find_only_855">
            <a:extLst>
              <a:ext uri="{FF2B5EF4-FFF2-40B4-BE49-F238E27FC236}">
                <a16:creationId xmlns:a16="http://schemas.microsoft.com/office/drawing/2014/main" id="{5D206756-2127-4C44-8D2D-E3207AC9C101}"/>
              </a:ext>
            </a:extLst>
          </p:cNvPr>
          <p:cNvSpPr>
            <a:spLocks noGrp="1"/>
          </p:cNvSpPr>
          <p:nvPr/>
        </p:nvSpPr>
        <p:spPr>
          <a:xfrm>
            <a:off x="44219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7" name="01_find_only_856">
            <a:extLst>
              <a:ext uri="{FF2B5EF4-FFF2-40B4-BE49-F238E27FC236}">
                <a16:creationId xmlns:a16="http://schemas.microsoft.com/office/drawing/2014/main" id="{5515507F-DE42-4AC8-9306-98D68D49E32C}"/>
              </a:ext>
            </a:extLst>
          </p:cNvPr>
          <p:cNvSpPr>
            <a:spLocks noGrp="1"/>
          </p:cNvSpPr>
          <p:nvPr/>
        </p:nvSpPr>
        <p:spPr>
          <a:xfrm>
            <a:off x="4475708" y="39416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8" name="01_find_only_857">
            <a:extLst>
              <a:ext uri="{FF2B5EF4-FFF2-40B4-BE49-F238E27FC236}">
                <a16:creationId xmlns:a16="http://schemas.microsoft.com/office/drawing/2014/main" id="{39ED6E60-084E-4078-96CA-3203E74556A3}"/>
              </a:ext>
            </a:extLst>
          </p:cNvPr>
          <p:cNvSpPr>
            <a:spLocks noGrp="1"/>
          </p:cNvSpPr>
          <p:nvPr/>
        </p:nvSpPr>
        <p:spPr>
          <a:xfrm>
            <a:off x="445734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9" name="01_find_only_858">
            <a:extLst>
              <a:ext uri="{FF2B5EF4-FFF2-40B4-BE49-F238E27FC236}">
                <a16:creationId xmlns:a16="http://schemas.microsoft.com/office/drawing/2014/main" id="{4C0C4A23-AD58-489A-B6AD-65DA897823F1}"/>
              </a:ext>
            </a:extLst>
          </p:cNvPr>
          <p:cNvSpPr>
            <a:spLocks noGrp="1"/>
          </p:cNvSpPr>
          <p:nvPr/>
        </p:nvSpPr>
        <p:spPr>
          <a:xfrm>
            <a:off x="447531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0" name="01_find_only_859">
            <a:extLst>
              <a:ext uri="{FF2B5EF4-FFF2-40B4-BE49-F238E27FC236}">
                <a16:creationId xmlns:a16="http://schemas.microsoft.com/office/drawing/2014/main" id="{99318F77-C7ED-40AF-8150-A4380984D064}"/>
              </a:ext>
            </a:extLst>
          </p:cNvPr>
          <p:cNvSpPr>
            <a:spLocks noGrp="1"/>
          </p:cNvSpPr>
          <p:nvPr/>
        </p:nvSpPr>
        <p:spPr>
          <a:xfrm>
            <a:off x="44138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1" name="01_find_only_860">
            <a:extLst>
              <a:ext uri="{FF2B5EF4-FFF2-40B4-BE49-F238E27FC236}">
                <a16:creationId xmlns:a16="http://schemas.microsoft.com/office/drawing/2014/main" id="{B3EFDF31-9135-45D7-9F73-F22B60216CE7}"/>
              </a:ext>
            </a:extLst>
          </p:cNvPr>
          <p:cNvSpPr>
            <a:spLocks noGrp="1"/>
          </p:cNvSpPr>
          <p:nvPr/>
        </p:nvSpPr>
        <p:spPr>
          <a:xfrm>
            <a:off x="4432088" y="36655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2" name="01_find_only_861">
            <a:extLst>
              <a:ext uri="{FF2B5EF4-FFF2-40B4-BE49-F238E27FC236}">
                <a16:creationId xmlns:a16="http://schemas.microsoft.com/office/drawing/2014/main" id="{56987106-4BF0-4997-A03E-643FEDDCF45A}"/>
              </a:ext>
            </a:extLst>
          </p:cNvPr>
          <p:cNvSpPr>
            <a:spLocks noGrp="1"/>
          </p:cNvSpPr>
          <p:nvPr/>
        </p:nvSpPr>
        <p:spPr>
          <a:xfrm>
            <a:off x="4476000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3" name="01_find_only_862">
            <a:extLst>
              <a:ext uri="{FF2B5EF4-FFF2-40B4-BE49-F238E27FC236}">
                <a16:creationId xmlns:a16="http://schemas.microsoft.com/office/drawing/2014/main" id="{3792F8A6-1381-45C9-A88F-65B618833539}"/>
              </a:ext>
            </a:extLst>
          </p:cNvPr>
          <p:cNvSpPr>
            <a:spLocks noGrp="1"/>
          </p:cNvSpPr>
          <p:nvPr/>
        </p:nvSpPr>
        <p:spPr>
          <a:xfrm>
            <a:off x="447609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4" name="01_find_only_863">
            <a:extLst>
              <a:ext uri="{FF2B5EF4-FFF2-40B4-BE49-F238E27FC236}">
                <a16:creationId xmlns:a16="http://schemas.microsoft.com/office/drawing/2014/main" id="{1359CED6-5679-4338-ADD1-009812A8DC85}"/>
              </a:ext>
            </a:extLst>
          </p:cNvPr>
          <p:cNvSpPr>
            <a:spLocks noGrp="1"/>
          </p:cNvSpPr>
          <p:nvPr/>
        </p:nvSpPr>
        <p:spPr>
          <a:xfrm>
            <a:off x="44700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5" name="01_find_only_864">
            <a:extLst>
              <a:ext uri="{FF2B5EF4-FFF2-40B4-BE49-F238E27FC236}">
                <a16:creationId xmlns:a16="http://schemas.microsoft.com/office/drawing/2014/main" id="{1FCD5C57-D502-4FBA-B209-C5CC9F9DC847}"/>
              </a:ext>
            </a:extLst>
          </p:cNvPr>
          <p:cNvSpPr>
            <a:spLocks noGrp="1"/>
          </p:cNvSpPr>
          <p:nvPr/>
        </p:nvSpPr>
        <p:spPr>
          <a:xfrm>
            <a:off x="44786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6" name="01_find_only_865">
            <a:extLst>
              <a:ext uri="{FF2B5EF4-FFF2-40B4-BE49-F238E27FC236}">
                <a16:creationId xmlns:a16="http://schemas.microsoft.com/office/drawing/2014/main" id="{E6411D36-96B2-4269-8227-8B293061D79B}"/>
              </a:ext>
            </a:extLst>
          </p:cNvPr>
          <p:cNvSpPr>
            <a:spLocks noGrp="1"/>
          </p:cNvSpPr>
          <p:nvPr/>
        </p:nvSpPr>
        <p:spPr>
          <a:xfrm>
            <a:off x="4422761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7" name="01_find_only_866">
            <a:extLst>
              <a:ext uri="{FF2B5EF4-FFF2-40B4-BE49-F238E27FC236}">
                <a16:creationId xmlns:a16="http://schemas.microsoft.com/office/drawing/2014/main" id="{FBC748B0-1D1D-400E-A839-FA992A193ED7}"/>
              </a:ext>
            </a:extLst>
          </p:cNvPr>
          <p:cNvSpPr>
            <a:spLocks noGrp="1"/>
          </p:cNvSpPr>
          <p:nvPr/>
        </p:nvSpPr>
        <p:spPr>
          <a:xfrm>
            <a:off x="44080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8" name="01_find_only_867">
            <a:extLst>
              <a:ext uri="{FF2B5EF4-FFF2-40B4-BE49-F238E27FC236}">
                <a16:creationId xmlns:a16="http://schemas.microsoft.com/office/drawing/2014/main" id="{64FBB218-FF49-4A42-A50B-0FE83F899A20}"/>
              </a:ext>
            </a:extLst>
          </p:cNvPr>
          <p:cNvSpPr>
            <a:spLocks noGrp="1"/>
          </p:cNvSpPr>
          <p:nvPr/>
        </p:nvSpPr>
        <p:spPr>
          <a:xfrm>
            <a:off x="446463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9" name="01_find_only_868">
            <a:extLst>
              <a:ext uri="{FF2B5EF4-FFF2-40B4-BE49-F238E27FC236}">
                <a16:creationId xmlns:a16="http://schemas.microsoft.com/office/drawing/2014/main" id="{B90B9BD6-95BC-4AA4-BC09-F4C838B1949E}"/>
              </a:ext>
            </a:extLst>
          </p:cNvPr>
          <p:cNvSpPr>
            <a:spLocks noGrp="1"/>
          </p:cNvSpPr>
          <p:nvPr/>
        </p:nvSpPr>
        <p:spPr>
          <a:xfrm>
            <a:off x="440352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0" name="01_find_only_869">
            <a:extLst>
              <a:ext uri="{FF2B5EF4-FFF2-40B4-BE49-F238E27FC236}">
                <a16:creationId xmlns:a16="http://schemas.microsoft.com/office/drawing/2014/main" id="{B6F73CA2-FF82-4036-87F6-E6F6C2EBCE83}"/>
              </a:ext>
            </a:extLst>
          </p:cNvPr>
          <p:cNvSpPr>
            <a:spLocks noGrp="1"/>
          </p:cNvSpPr>
          <p:nvPr/>
        </p:nvSpPr>
        <p:spPr>
          <a:xfrm>
            <a:off x="44096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1" name="01_find_only_870">
            <a:extLst>
              <a:ext uri="{FF2B5EF4-FFF2-40B4-BE49-F238E27FC236}">
                <a16:creationId xmlns:a16="http://schemas.microsoft.com/office/drawing/2014/main" id="{7ACCDCB3-3DEC-43F6-8E96-1D90CFEC2878}"/>
              </a:ext>
            </a:extLst>
          </p:cNvPr>
          <p:cNvSpPr>
            <a:spLocks noGrp="1"/>
          </p:cNvSpPr>
          <p:nvPr/>
        </p:nvSpPr>
        <p:spPr>
          <a:xfrm>
            <a:off x="446706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2" name="01_find_only_871">
            <a:extLst>
              <a:ext uri="{FF2B5EF4-FFF2-40B4-BE49-F238E27FC236}">
                <a16:creationId xmlns:a16="http://schemas.microsoft.com/office/drawing/2014/main" id="{824B6C9A-9B8C-42DE-B147-DCED1C2D2788}"/>
              </a:ext>
            </a:extLst>
          </p:cNvPr>
          <p:cNvSpPr>
            <a:spLocks noGrp="1"/>
          </p:cNvSpPr>
          <p:nvPr/>
        </p:nvSpPr>
        <p:spPr>
          <a:xfrm>
            <a:off x="440439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3" name="01_find_only_872">
            <a:extLst>
              <a:ext uri="{FF2B5EF4-FFF2-40B4-BE49-F238E27FC236}">
                <a16:creationId xmlns:a16="http://schemas.microsoft.com/office/drawing/2014/main" id="{82602FC5-5526-4E98-97B4-3F9EB1CC19B2}"/>
              </a:ext>
            </a:extLst>
          </p:cNvPr>
          <p:cNvSpPr>
            <a:spLocks noGrp="1"/>
          </p:cNvSpPr>
          <p:nvPr/>
        </p:nvSpPr>
        <p:spPr>
          <a:xfrm>
            <a:off x="44857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4" name="01_find_only_873">
            <a:extLst>
              <a:ext uri="{FF2B5EF4-FFF2-40B4-BE49-F238E27FC236}">
                <a16:creationId xmlns:a16="http://schemas.microsoft.com/office/drawing/2014/main" id="{E75AB5C5-A7F4-4549-9800-D910633F5E3D}"/>
              </a:ext>
            </a:extLst>
          </p:cNvPr>
          <p:cNvSpPr>
            <a:spLocks noGrp="1"/>
          </p:cNvSpPr>
          <p:nvPr/>
        </p:nvSpPr>
        <p:spPr>
          <a:xfrm>
            <a:off x="447085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5" name="01_find_only_874">
            <a:extLst>
              <a:ext uri="{FF2B5EF4-FFF2-40B4-BE49-F238E27FC236}">
                <a16:creationId xmlns:a16="http://schemas.microsoft.com/office/drawing/2014/main" id="{3393A193-ACB1-4847-B97A-35405F500CB5}"/>
              </a:ext>
            </a:extLst>
          </p:cNvPr>
          <p:cNvSpPr>
            <a:spLocks noGrp="1"/>
          </p:cNvSpPr>
          <p:nvPr/>
        </p:nvSpPr>
        <p:spPr>
          <a:xfrm>
            <a:off x="443568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6" name="01_find_only_875">
            <a:extLst>
              <a:ext uri="{FF2B5EF4-FFF2-40B4-BE49-F238E27FC236}">
                <a16:creationId xmlns:a16="http://schemas.microsoft.com/office/drawing/2014/main" id="{DF1871FB-0BC3-4D7D-B840-F08CD5333EFF}"/>
              </a:ext>
            </a:extLst>
          </p:cNvPr>
          <p:cNvSpPr>
            <a:spLocks noGrp="1"/>
          </p:cNvSpPr>
          <p:nvPr/>
        </p:nvSpPr>
        <p:spPr>
          <a:xfrm>
            <a:off x="44192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7" name="01_find_only_876">
            <a:extLst>
              <a:ext uri="{FF2B5EF4-FFF2-40B4-BE49-F238E27FC236}">
                <a16:creationId xmlns:a16="http://schemas.microsoft.com/office/drawing/2014/main" id="{D269EDD1-1B57-4CB3-BA68-910F43B6EE58}"/>
              </a:ext>
            </a:extLst>
          </p:cNvPr>
          <p:cNvSpPr>
            <a:spLocks noGrp="1"/>
          </p:cNvSpPr>
          <p:nvPr/>
        </p:nvSpPr>
        <p:spPr>
          <a:xfrm>
            <a:off x="4484257" y="363054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8" name="01_find_only_877">
            <a:extLst>
              <a:ext uri="{FF2B5EF4-FFF2-40B4-BE49-F238E27FC236}">
                <a16:creationId xmlns:a16="http://schemas.microsoft.com/office/drawing/2014/main" id="{13680451-5C2A-44ED-85AF-6CBAC9A357E1}"/>
              </a:ext>
            </a:extLst>
          </p:cNvPr>
          <p:cNvSpPr>
            <a:spLocks noGrp="1"/>
          </p:cNvSpPr>
          <p:nvPr/>
        </p:nvSpPr>
        <p:spPr>
          <a:xfrm>
            <a:off x="448843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9" name="01_find_only_878">
            <a:extLst>
              <a:ext uri="{FF2B5EF4-FFF2-40B4-BE49-F238E27FC236}">
                <a16:creationId xmlns:a16="http://schemas.microsoft.com/office/drawing/2014/main" id="{E0AD4837-2640-4003-A197-655854AA414C}"/>
              </a:ext>
            </a:extLst>
          </p:cNvPr>
          <p:cNvSpPr>
            <a:spLocks noGrp="1"/>
          </p:cNvSpPr>
          <p:nvPr/>
        </p:nvSpPr>
        <p:spPr>
          <a:xfrm>
            <a:off x="44531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0" name="01_find_only_879">
            <a:extLst>
              <a:ext uri="{FF2B5EF4-FFF2-40B4-BE49-F238E27FC236}">
                <a16:creationId xmlns:a16="http://schemas.microsoft.com/office/drawing/2014/main" id="{054AC38E-A351-4EAD-93F5-F79EB27402C7}"/>
              </a:ext>
            </a:extLst>
          </p:cNvPr>
          <p:cNvSpPr>
            <a:spLocks noGrp="1"/>
          </p:cNvSpPr>
          <p:nvPr/>
        </p:nvSpPr>
        <p:spPr>
          <a:xfrm>
            <a:off x="447531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1" name="01_find_only_880">
            <a:extLst>
              <a:ext uri="{FF2B5EF4-FFF2-40B4-BE49-F238E27FC236}">
                <a16:creationId xmlns:a16="http://schemas.microsoft.com/office/drawing/2014/main" id="{DC4FCE1A-884E-46B5-BD17-07FB7A9124F9}"/>
              </a:ext>
            </a:extLst>
          </p:cNvPr>
          <p:cNvSpPr>
            <a:spLocks noGrp="1"/>
          </p:cNvSpPr>
          <p:nvPr/>
        </p:nvSpPr>
        <p:spPr>
          <a:xfrm>
            <a:off x="440721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2" name="01_find_only_881">
            <a:extLst>
              <a:ext uri="{FF2B5EF4-FFF2-40B4-BE49-F238E27FC236}">
                <a16:creationId xmlns:a16="http://schemas.microsoft.com/office/drawing/2014/main" id="{11DFF823-E67A-46CE-8C71-DE223C3AA6C2}"/>
              </a:ext>
            </a:extLst>
          </p:cNvPr>
          <p:cNvSpPr>
            <a:spLocks noGrp="1"/>
          </p:cNvSpPr>
          <p:nvPr/>
        </p:nvSpPr>
        <p:spPr>
          <a:xfrm>
            <a:off x="44346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3" name="01_find_only_882">
            <a:extLst>
              <a:ext uri="{FF2B5EF4-FFF2-40B4-BE49-F238E27FC236}">
                <a16:creationId xmlns:a16="http://schemas.microsoft.com/office/drawing/2014/main" id="{0FBD5C5B-0C8A-44F8-A568-11463FA2CF29}"/>
              </a:ext>
            </a:extLst>
          </p:cNvPr>
          <p:cNvSpPr>
            <a:spLocks noGrp="1"/>
          </p:cNvSpPr>
          <p:nvPr/>
        </p:nvSpPr>
        <p:spPr>
          <a:xfrm>
            <a:off x="4469296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4" name="01_find_only_883">
            <a:extLst>
              <a:ext uri="{FF2B5EF4-FFF2-40B4-BE49-F238E27FC236}">
                <a16:creationId xmlns:a16="http://schemas.microsoft.com/office/drawing/2014/main" id="{0A1A2E1C-CE59-4644-AAA4-23B5EB101D97}"/>
              </a:ext>
            </a:extLst>
          </p:cNvPr>
          <p:cNvSpPr>
            <a:spLocks noGrp="1"/>
          </p:cNvSpPr>
          <p:nvPr/>
        </p:nvSpPr>
        <p:spPr>
          <a:xfrm>
            <a:off x="44012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5" name="01_find_only_884">
            <a:extLst>
              <a:ext uri="{FF2B5EF4-FFF2-40B4-BE49-F238E27FC236}">
                <a16:creationId xmlns:a16="http://schemas.microsoft.com/office/drawing/2014/main" id="{0F03A1BE-71BA-4F09-B9D8-71AB580E0366}"/>
              </a:ext>
            </a:extLst>
          </p:cNvPr>
          <p:cNvSpPr>
            <a:spLocks noGrp="1"/>
          </p:cNvSpPr>
          <p:nvPr/>
        </p:nvSpPr>
        <p:spPr>
          <a:xfrm>
            <a:off x="439779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6" name="01_find_only_885">
            <a:extLst>
              <a:ext uri="{FF2B5EF4-FFF2-40B4-BE49-F238E27FC236}">
                <a16:creationId xmlns:a16="http://schemas.microsoft.com/office/drawing/2014/main" id="{9E0B6896-90C7-41AA-8BAD-D04F26795337}"/>
              </a:ext>
            </a:extLst>
          </p:cNvPr>
          <p:cNvSpPr>
            <a:spLocks noGrp="1"/>
          </p:cNvSpPr>
          <p:nvPr/>
        </p:nvSpPr>
        <p:spPr>
          <a:xfrm>
            <a:off x="44552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7" name="01_find_only_886">
            <a:extLst>
              <a:ext uri="{FF2B5EF4-FFF2-40B4-BE49-F238E27FC236}">
                <a16:creationId xmlns:a16="http://schemas.microsoft.com/office/drawing/2014/main" id="{B86B66E0-7D4E-4961-AE63-AB436BE8AA22}"/>
              </a:ext>
            </a:extLst>
          </p:cNvPr>
          <p:cNvSpPr>
            <a:spLocks noGrp="1"/>
          </p:cNvSpPr>
          <p:nvPr/>
        </p:nvSpPr>
        <p:spPr>
          <a:xfrm>
            <a:off x="4483674" y="37048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8" name="01_find_only_887">
            <a:extLst>
              <a:ext uri="{FF2B5EF4-FFF2-40B4-BE49-F238E27FC236}">
                <a16:creationId xmlns:a16="http://schemas.microsoft.com/office/drawing/2014/main" id="{7A88E9C1-E890-46D5-8B4E-57587C475330}"/>
              </a:ext>
            </a:extLst>
          </p:cNvPr>
          <p:cNvSpPr>
            <a:spLocks noGrp="1"/>
          </p:cNvSpPr>
          <p:nvPr/>
        </p:nvSpPr>
        <p:spPr>
          <a:xfrm>
            <a:off x="439351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9" name="01_find_only_888">
            <a:extLst>
              <a:ext uri="{FF2B5EF4-FFF2-40B4-BE49-F238E27FC236}">
                <a16:creationId xmlns:a16="http://schemas.microsoft.com/office/drawing/2014/main" id="{349FE75D-FF89-4E8C-B3C7-252CF3AC74B6}"/>
              </a:ext>
            </a:extLst>
          </p:cNvPr>
          <p:cNvSpPr>
            <a:spLocks noGrp="1"/>
          </p:cNvSpPr>
          <p:nvPr/>
        </p:nvSpPr>
        <p:spPr>
          <a:xfrm>
            <a:off x="4431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0" name="01_find_only_889">
            <a:extLst>
              <a:ext uri="{FF2B5EF4-FFF2-40B4-BE49-F238E27FC236}">
                <a16:creationId xmlns:a16="http://schemas.microsoft.com/office/drawing/2014/main" id="{440567D2-69F1-4AEC-A322-C9CC0A866919}"/>
              </a:ext>
            </a:extLst>
          </p:cNvPr>
          <p:cNvSpPr>
            <a:spLocks noGrp="1"/>
          </p:cNvSpPr>
          <p:nvPr/>
        </p:nvSpPr>
        <p:spPr>
          <a:xfrm>
            <a:off x="44626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1" name="01_find_only_890">
            <a:extLst>
              <a:ext uri="{FF2B5EF4-FFF2-40B4-BE49-F238E27FC236}">
                <a16:creationId xmlns:a16="http://schemas.microsoft.com/office/drawing/2014/main" id="{5B3B4D85-DBB0-49AF-97AB-7AD8204A4A73}"/>
              </a:ext>
            </a:extLst>
          </p:cNvPr>
          <p:cNvSpPr>
            <a:spLocks noGrp="1"/>
          </p:cNvSpPr>
          <p:nvPr/>
        </p:nvSpPr>
        <p:spPr>
          <a:xfrm>
            <a:off x="44335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2" name="01_find_only_891">
            <a:extLst>
              <a:ext uri="{FF2B5EF4-FFF2-40B4-BE49-F238E27FC236}">
                <a16:creationId xmlns:a16="http://schemas.microsoft.com/office/drawing/2014/main" id="{0C9B0678-34A6-44C6-9738-D5EA3B8AD67D}"/>
              </a:ext>
            </a:extLst>
          </p:cNvPr>
          <p:cNvSpPr>
            <a:spLocks noGrp="1"/>
          </p:cNvSpPr>
          <p:nvPr/>
        </p:nvSpPr>
        <p:spPr>
          <a:xfrm>
            <a:off x="4417126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3" name="01_find_only_892">
            <a:extLst>
              <a:ext uri="{FF2B5EF4-FFF2-40B4-BE49-F238E27FC236}">
                <a16:creationId xmlns:a16="http://schemas.microsoft.com/office/drawing/2014/main" id="{01246DC1-1E08-41D6-9F1D-65A0E5ADCFCA}"/>
              </a:ext>
            </a:extLst>
          </p:cNvPr>
          <p:cNvSpPr>
            <a:spLocks noGrp="1"/>
          </p:cNvSpPr>
          <p:nvPr/>
        </p:nvSpPr>
        <p:spPr>
          <a:xfrm>
            <a:off x="4454821" y="40923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4" name="01_find_only_893">
            <a:extLst>
              <a:ext uri="{FF2B5EF4-FFF2-40B4-BE49-F238E27FC236}">
                <a16:creationId xmlns:a16="http://schemas.microsoft.com/office/drawing/2014/main" id="{BA967164-77EE-481D-91C9-685DA066EDA8}"/>
              </a:ext>
            </a:extLst>
          </p:cNvPr>
          <p:cNvSpPr>
            <a:spLocks noGrp="1"/>
          </p:cNvSpPr>
          <p:nvPr/>
        </p:nvSpPr>
        <p:spPr>
          <a:xfrm>
            <a:off x="44517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5" name="01_find_only_894">
            <a:extLst>
              <a:ext uri="{FF2B5EF4-FFF2-40B4-BE49-F238E27FC236}">
                <a16:creationId xmlns:a16="http://schemas.microsoft.com/office/drawing/2014/main" id="{4622DC55-ABE7-44F0-A436-C0F5F64275D4}"/>
              </a:ext>
            </a:extLst>
          </p:cNvPr>
          <p:cNvSpPr>
            <a:spLocks noGrp="1"/>
          </p:cNvSpPr>
          <p:nvPr/>
        </p:nvSpPr>
        <p:spPr>
          <a:xfrm>
            <a:off x="44399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6" name="01_find_only_895">
            <a:extLst>
              <a:ext uri="{FF2B5EF4-FFF2-40B4-BE49-F238E27FC236}">
                <a16:creationId xmlns:a16="http://schemas.microsoft.com/office/drawing/2014/main" id="{116506BE-95CF-4C58-992D-DEADC1BF4CB2}"/>
              </a:ext>
            </a:extLst>
          </p:cNvPr>
          <p:cNvSpPr>
            <a:spLocks noGrp="1"/>
          </p:cNvSpPr>
          <p:nvPr/>
        </p:nvSpPr>
        <p:spPr>
          <a:xfrm>
            <a:off x="444938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7" name="01_find_only_896">
            <a:extLst>
              <a:ext uri="{FF2B5EF4-FFF2-40B4-BE49-F238E27FC236}">
                <a16:creationId xmlns:a16="http://schemas.microsoft.com/office/drawing/2014/main" id="{D7332931-9ADA-4352-9703-5F02EE8E67E9}"/>
              </a:ext>
            </a:extLst>
          </p:cNvPr>
          <p:cNvSpPr>
            <a:spLocks noGrp="1"/>
          </p:cNvSpPr>
          <p:nvPr/>
        </p:nvSpPr>
        <p:spPr>
          <a:xfrm>
            <a:off x="44214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8" name="01_find_only_897">
            <a:extLst>
              <a:ext uri="{FF2B5EF4-FFF2-40B4-BE49-F238E27FC236}">
                <a16:creationId xmlns:a16="http://schemas.microsoft.com/office/drawing/2014/main" id="{60786664-F5C3-45EB-8CE8-B585F934C9D9}"/>
              </a:ext>
            </a:extLst>
          </p:cNvPr>
          <p:cNvSpPr>
            <a:spLocks noGrp="1"/>
          </p:cNvSpPr>
          <p:nvPr/>
        </p:nvSpPr>
        <p:spPr>
          <a:xfrm>
            <a:off x="444325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9" name="01_find_only_898">
            <a:extLst>
              <a:ext uri="{FF2B5EF4-FFF2-40B4-BE49-F238E27FC236}">
                <a16:creationId xmlns:a16="http://schemas.microsoft.com/office/drawing/2014/main" id="{F0E20B95-DCFD-42C9-88C7-0BAF6C722B96}"/>
              </a:ext>
            </a:extLst>
          </p:cNvPr>
          <p:cNvSpPr>
            <a:spLocks noGrp="1"/>
          </p:cNvSpPr>
          <p:nvPr/>
        </p:nvSpPr>
        <p:spPr>
          <a:xfrm>
            <a:off x="4422469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0" name="01_find_only_899">
            <a:extLst>
              <a:ext uri="{FF2B5EF4-FFF2-40B4-BE49-F238E27FC236}">
                <a16:creationId xmlns:a16="http://schemas.microsoft.com/office/drawing/2014/main" id="{ACA37BF6-0D48-451D-9BD0-1DC70CB2DDD4}"/>
              </a:ext>
            </a:extLst>
          </p:cNvPr>
          <p:cNvSpPr>
            <a:spLocks noGrp="1"/>
          </p:cNvSpPr>
          <p:nvPr/>
        </p:nvSpPr>
        <p:spPr>
          <a:xfrm>
            <a:off x="4431018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1" name="01_find_only_900">
            <a:extLst>
              <a:ext uri="{FF2B5EF4-FFF2-40B4-BE49-F238E27FC236}">
                <a16:creationId xmlns:a16="http://schemas.microsoft.com/office/drawing/2014/main" id="{499B2B31-D825-4306-BC63-B201D954F1BB}"/>
              </a:ext>
            </a:extLst>
          </p:cNvPr>
          <p:cNvSpPr>
            <a:spLocks noGrp="1"/>
          </p:cNvSpPr>
          <p:nvPr/>
        </p:nvSpPr>
        <p:spPr>
          <a:xfrm>
            <a:off x="4472988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2" name="01_find_only_901">
            <a:extLst>
              <a:ext uri="{FF2B5EF4-FFF2-40B4-BE49-F238E27FC236}">
                <a16:creationId xmlns:a16="http://schemas.microsoft.com/office/drawing/2014/main" id="{445C05EA-9C13-48A9-8D7E-50F1A4DB9C9A}"/>
              </a:ext>
            </a:extLst>
          </p:cNvPr>
          <p:cNvSpPr>
            <a:spLocks noGrp="1"/>
          </p:cNvSpPr>
          <p:nvPr/>
        </p:nvSpPr>
        <p:spPr>
          <a:xfrm>
            <a:off x="440420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3" name="01_find_only_902">
            <a:extLst>
              <a:ext uri="{FF2B5EF4-FFF2-40B4-BE49-F238E27FC236}">
                <a16:creationId xmlns:a16="http://schemas.microsoft.com/office/drawing/2014/main" id="{048C8252-8B42-4053-A949-94D67F563FAF}"/>
              </a:ext>
            </a:extLst>
          </p:cNvPr>
          <p:cNvSpPr>
            <a:spLocks noGrp="1"/>
          </p:cNvSpPr>
          <p:nvPr/>
        </p:nvSpPr>
        <p:spPr>
          <a:xfrm>
            <a:off x="44086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4" name="01_find_only_903">
            <a:extLst>
              <a:ext uri="{FF2B5EF4-FFF2-40B4-BE49-F238E27FC236}">
                <a16:creationId xmlns:a16="http://schemas.microsoft.com/office/drawing/2014/main" id="{295AD25F-ED74-4DE2-A350-0ECCC0C60AAA}"/>
              </a:ext>
            </a:extLst>
          </p:cNvPr>
          <p:cNvSpPr>
            <a:spLocks noGrp="1"/>
          </p:cNvSpPr>
          <p:nvPr/>
        </p:nvSpPr>
        <p:spPr>
          <a:xfrm>
            <a:off x="444908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5" name="01_find_only_904">
            <a:extLst>
              <a:ext uri="{FF2B5EF4-FFF2-40B4-BE49-F238E27FC236}">
                <a16:creationId xmlns:a16="http://schemas.microsoft.com/office/drawing/2014/main" id="{E7D09A05-E934-4F7F-870F-235C30768D77}"/>
              </a:ext>
            </a:extLst>
          </p:cNvPr>
          <p:cNvSpPr>
            <a:spLocks noGrp="1"/>
          </p:cNvSpPr>
          <p:nvPr/>
        </p:nvSpPr>
        <p:spPr>
          <a:xfrm>
            <a:off x="444821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6" name="01_find_only_905">
            <a:extLst>
              <a:ext uri="{FF2B5EF4-FFF2-40B4-BE49-F238E27FC236}">
                <a16:creationId xmlns:a16="http://schemas.microsoft.com/office/drawing/2014/main" id="{C40B9236-FE8A-4A4B-97C3-82C986A2604C}"/>
              </a:ext>
            </a:extLst>
          </p:cNvPr>
          <p:cNvSpPr>
            <a:spLocks noGrp="1"/>
          </p:cNvSpPr>
          <p:nvPr/>
        </p:nvSpPr>
        <p:spPr>
          <a:xfrm>
            <a:off x="44797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7" name="01_find_only_906">
            <a:extLst>
              <a:ext uri="{FF2B5EF4-FFF2-40B4-BE49-F238E27FC236}">
                <a16:creationId xmlns:a16="http://schemas.microsoft.com/office/drawing/2014/main" id="{2A306585-E458-40FE-AADA-7168BB316CA4}"/>
              </a:ext>
            </a:extLst>
          </p:cNvPr>
          <p:cNvSpPr>
            <a:spLocks noGrp="1"/>
          </p:cNvSpPr>
          <p:nvPr/>
        </p:nvSpPr>
        <p:spPr>
          <a:xfrm>
            <a:off x="44651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8" name="01_find_only_907">
            <a:extLst>
              <a:ext uri="{FF2B5EF4-FFF2-40B4-BE49-F238E27FC236}">
                <a16:creationId xmlns:a16="http://schemas.microsoft.com/office/drawing/2014/main" id="{92A6AE4A-991A-436F-ABB4-12684CB2254A}"/>
              </a:ext>
            </a:extLst>
          </p:cNvPr>
          <p:cNvSpPr>
            <a:spLocks noGrp="1"/>
          </p:cNvSpPr>
          <p:nvPr/>
        </p:nvSpPr>
        <p:spPr>
          <a:xfrm>
            <a:off x="44051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9" name="01_find_only_908">
            <a:extLst>
              <a:ext uri="{FF2B5EF4-FFF2-40B4-BE49-F238E27FC236}">
                <a16:creationId xmlns:a16="http://schemas.microsoft.com/office/drawing/2014/main" id="{1064AB5E-54A5-474C-B319-9DFE1E4D3A91}"/>
              </a:ext>
            </a:extLst>
          </p:cNvPr>
          <p:cNvSpPr>
            <a:spLocks noGrp="1"/>
          </p:cNvSpPr>
          <p:nvPr/>
        </p:nvSpPr>
        <p:spPr>
          <a:xfrm>
            <a:off x="441926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0" name="01_find_only_909">
            <a:extLst>
              <a:ext uri="{FF2B5EF4-FFF2-40B4-BE49-F238E27FC236}">
                <a16:creationId xmlns:a16="http://schemas.microsoft.com/office/drawing/2014/main" id="{16CDDD9E-4910-473D-ABD0-CABFCF859FEC}"/>
              </a:ext>
            </a:extLst>
          </p:cNvPr>
          <p:cNvSpPr>
            <a:spLocks noGrp="1"/>
          </p:cNvSpPr>
          <p:nvPr/>
        </p:nvSpPr>
        <p:spPr>
          <a:xfrm>
            <a:off x="445783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1" name="01_find_only_910">
            <a:extLst>
              <a:ext uri="{FF2B5EF4-FFF2-40B4-BE49-F238E27FC236}">
                <a16:creationId xmlns:a16="http://schemas.microsoft.com/office/drawing/2014/main" id="{A793658F-BC55-43C2-A11E-2824BB172D59}"/>
              </a:ext>
            </a:extLst>
          </p:cNvPr>
          <p:cNvSpPr>
            <a:spLocks noGrp="1"/>
          </p:cNvSpPr>
          <p:nvPr/>
        </p:nvSpPr>
        <p:spPr>
          <a:xfrm>
            <a:off x="439954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2" name="01_find_only_911">
            <a:extLst>
              <a:ext uri="{FF2B5EF4-FFF2-40B4-BE49-F238E27FC236}">
                <a16:creationId xmlns:a16="http://schemas.microsoft.com/office/drawing/2014/main" id="{8B929719-9533-4C59-BDAB-15E4562C7693}"/>
              </a:ext>
            </a:extLst>
          </p:cNvPr>
          <p:cNvSpPr>
            <a:spLocks noGrp="1"/>
          </p:cNvSpPr>
          <p:nvPr/>
        </p:nvSpPr>
        <p:spPr>
          <a:xfrm>
            <a:off x="4467062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3" name="01_find_only_912">
            <a:extLst>
              <a:ext uri="{FF2B5EF4-FFF2-40B4-BE49-F238E27FC236}">
                <a16:creationId xmlns:a16="http://schemas.microsoft.com/office/drawing/2014/main" id="{626B63CE-E2E2-4E8E-80A7-EF8AE7A61231}"/>
              </a:ext>
            </a:extLst>
          </p:cNvPr>
          <p:cNvSpPr>
            <a:spLocks noGrp="1"/>
          </p:cNvSpPr>
          <p:nvPr/>
        </p:nvSpPr>
        <p:spPr>
          <a:xfrm>
            <a:off x="44703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4" name="01_find_only_913">
            <a:extLst>
              <a:ext uri="{FF2B5EF4-FFF2-40B4-BE49-F238E27FC236}">
                <a16:creationId xmlns:a16="http://schemas.microsoft.com/office/drawing/2014/main" id="{88EA2452-E55E-40B3-9FFF-7D487BC9128D}"/>
              </a:ext>
            </a:extLst>
          </p:cNvPr>
          <p:cNvSpPr>
            <a:spLocks noGrp="1"/>
          </p:cNvSpPr>
          <p:nvPr/>
        </p:nvSpPr>
        <p:spPr>
          <a:xfrm>
            <a:off x="446006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5" name="01_find_only_914">
            <a:extLst>
              <a:ext uri="{FF2B5EF4-FFF2-40B4-BE49-F238E27FC236}">
                <a16:creationId xmlns:a16="http://schemas.microsoft.com/office/drawing/2014/main" id="{1580E612-0429-499B-B5F0-99855AC91DC4}"/>
              </a:ext>
            </a:extLst>
          </p:cNvPr>
          <p:cNvSpPr>
            <a:spLocks noGrp="1"/>
          </p:cNvSpPr>
          <p:nvPr/>
        </p:nvSpPr>
        <p:spPr>
          <a:xfrm>
            <a:off x="44591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6" name="01_find_only_915">
            <a:extLst>
              <a:ext uri="{FF2B5EF4-FFF2-40B4-BE49-F238E27FC236}">
                <a16:creationId xmlns:a16="http://schemas.microsoft.com/office/drawing/2014/main" id="{60EA7462-A65B-4641-9819-4B37998FF1E0}"/>
              </a:ext>
            </a:extLst>
          </p:cNvPr>
          <p:cNvSpPr>
            <a:spLocks noGrp="1"/>
          </p:cNvSpPr>
          <p:nvPr/>
        </p:nvSpPr>
        <p:spPr>
          <a:xfrm>
            <a:off x="44633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7" name="01_find_only_916">
            <a:extLst>
              <a:ext uri="{FF2B5EF4-FFF2-40B4-BE49-F238E27FC236}">
                <a16:creationId xmlns:a16="http://schemas.microsoft.com/office/drawing/2014/main" id="{98C1D935-20FF-47AB-B019-7F13E87CF0B7}"/>
              </a:ext>
            </a:extLst>
          </p:cNvPr>
          <p:cNvSpPr>
            <a:spLocks noGrp="1"/>
          </p:cNvSpPr>
          <p:nvPr/>
        </p:nvSpPr>
        <p:spPr>
          <a:xfrm>
            <a:off x="4445008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8" name="01_find_only_917">
            <a:extLst>
              <a:ext uri="{FF2B5EF4-FFF2-40B4-BE49-F238E27FC236}">
                <a16:creationId xmlns:a16="http://schemas.microsoft.com/office/drawing/2014/main" id="{41AC5026-322F-4F14-8EE4-C7852C7461CA}"/>
              </a:ext>
            </a:extLst>
          </p:cNvPr>
          <p:cNvSpPr>
            <a:spLocks noGrp="1"/>
          </p:cNvSpPr>
          <p:nvPr/>
        </p:nvSpPr>
        <p:spPr>
          <a:xfrm>
            <a:off x="439458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9" name="01_find_only_918">
            <a:extLst>
              <a:ext uri="{FF2B5EF4-FFF2-40B4-BE49-F238E27FC236}">
                <a16:creationId xmlns:a16="http://schemas.microsoft.com/office/drawing/2014/main" id="{66AE5AB1-EB61-4B24-B3AB-D865BCEEDF0B}"/>
              </a:ext>
            </a:extLst>
          </p:cNvPr>
          <p:cNvSpPr>
            <a:spLocks noGrp="1"/>
          </p:cNvSpPr>
          <p:nvPr/>
        </p:nvSpPr>
        <p:spPr>
          <a:xfrm>
            <a:off x="444481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0" name="01_find_only_919">
            <a:extLst>
              <a:ext uri="{FF2B5EF4-FFF2-40B4-BE49-F238E27FC236}">
                <a16:creationId xmlns:a16="http://schemas.microsoft.com/office/drawing/2014/main" id="{4D1E15AD-444D-4EF1-94CF-29AAB408F836}"/>
              </a:ext>
            </a:extLst>
          </p:cNvPr>
          <p:cNvSpPr>
            <a:spLocks noGrp="1"/>
          </p:cNvSpPr>
          <p:nvPr/>
        </p:nvSpPr>
        <p:spPr>
          <a:xfrm>
            <a:off x="44074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1" name="01_find_only_920">
            <a:extLst>
              <a:ext uri="{FF2B5EF4-FFF2-40B4-BE49-F238E27FC236}">
                <a16:creationId xmlns:a16="http://schemas.microsoft.com/office/drawing/2014/main" id="{F07936A3-A379-4EBA-8A80-D558D66C8FE8}"/>
              </a:ext>
            </a:extLst>
          </p:cNvPr>
          <p:cNvSpPr>
            <a:spLocks noGrp="1"/>
          </p:cNvSpPr>
          <p:nvPr/>
        </p:nvSpPr>
        <p:spPr>
          <a:xfrm>
            <a:off x="4459581" y="38025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2" name="01_find_only_921">
            <a:extLst>
              <a:ext uri="{FF2B5EF4-FFF2-40B4-BE49-F238E27FC236}">
                <a16:creationId xmlns:a16="http://schemas.microsoft.com/office/drawing/2014/main" id="{8EC2FAFA-6FCB-464B-AA14-25C4C00EAD0A}"/>
              </a:ext>
            </a:extLst>
          </p:cNvPr>
          <p:cNvSpPr>
            <a:spLocks noGrp="1"/>
          </p:cNvSpPr>
          <p:nvPr/>
        </p:nvSpPr>
        <p:spPr>
          <a:xfrm>
            <a:off x="4472405" y="369766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3" name="01_find_only_922">
            <a:extLst>
              <a:ext uri="{FF2B5EF4-FFF2-40B4-BE49-F238E27FC236}">
                <a16:creationId xmlns:a16="http://schemas.microsoft.com/office/drawing/2014/main" id="{5989EE9B-90FB-49F0-B5B0-09070A68F689}"/>
              </a:ext>
            </a:extLst>
          </p:cNvPr>
          <p:cNvSpPr>
            <a:spLocks noGrp="1"/>
          </p:cNvSpPr>
          <p:nvPr/>
        </p:nvSpPr>
        <p:spPr>
          <a:xfrm>
            <a:off x="440585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4" name="01_find_only_923">
            <a:extLst>
              <a:ext uri="{FF2B5EF4-FFF2-40B4-BE49-F238E27FC236}">
                <a16:creationId xmlns:a16="http://schemas.microsoft.com/office/drawing/2014/main" id="{CB691D21-1FD9-434D-8062-614E893AC7FD}"/>
              </a:ext>
            </a:extLst>
          </p:cNvPr>
          <p:cNvSpPr>
            <a:spLocks noGrp="1"/>
          </p:cNvSpPr>
          <p:nvPr/>
        </p:nvSpPr>
        <p:spPr>
          <a:xfrm>
            <a:off x="4460455" y="360383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5" name="01_find_only_924">
            <a:extLst>
              <a:ext uri="{FF2B5EF4-FFF2-40B4-BE49-F238E27FC236}">
                <a16:creationId xmlns:a16="http://schemas.microsoft.com/office/drawing/2014/main" id="{BE3A9113-5D8C-4C9E-A703-C11592462081}"/>
              </a:ext>
            </a:extLst>
          </p:cNvPr>
          <p:cNvSpPr>
            <a:spLocks noGrp="1"/>
          </p:cNvSpPr>
          <p:nvPr/>
        </p:nvSpPr>
        <p:spPr>
          <a:xfrm>
            <a:off x="441071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6" name="01_find_only_925">
            <a:extLst>
              <a:ext uri="{FF2B5EF4-FFF2-40B4-BE49-F238E27FC236}">
                <a16:creationId xmlns:a16="http://schemas.microsoft.com/office/drawing/2014/main" id="{4A951265-BB32-46A1-9E51-40CD45EEB60E}"/>
              </a:ext>
            </a:extLst>
          </p:cNvPr>
          <p:cNvSpPr>
            <a:spLocks noGrp="1"/>
          </p:cNvSpPr>
          <p:nvPr/>
        </p:nvSpPr>
        <p:spPr>
          <a:xfrm>
            <a:off x="44149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7" name="01_find_only_926">
            <a:extLst>
              <a:ext uri="{FF2B5EF4-FFF2-40B4-BE49-F238E27FC236}">
                <a16:creationId xmlns:a16="http://schemas.microsoft.com/office/drawing/2014/main" id="{B0F423CD-290A-457F-9ACD-3777DA149939}"/>
              </a:ext>
            </a:extLst>
          </p:cNvPr>
          <p:cNvSpPr>
            <a:spLocks noGrp="1"/>
          </p:cNvSpPr>
          <p:nvPr/>
        </p:nvSpPr>
        <p:spPr>
          <a:xfrm>
            <a:off x="440342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8" name="01_find_only_927">
            <a:extLst>
              <a:ext uri="{FF2B5EF4-FFF2-40B4-BE49-F238E27FC236}">
                <a16:creationId xmlns:a16="http://schemas.microsoft.com/office/drawing/2014/main" id="{8D1D7E89-342B-419F-934E-3276E1915D5C}"/>
              </a:ext>
            </a:extLst>
          </p:cNvPr>
          <p:cNvSpPr>
            <a:spLocks noGrp="1"/>
          </p:cNvSpPr>
          <p:nvPr/>
        </p:nvSpPr>
        <p:spPr>
          <a:xfrm>
            <a:off x="44593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9" name="01_find_only_928">
            <a:extLst>
              <a:ext uri="{FF2B5EF4-FFF2-40B4-BE49-F238E27FC236}">
                <a16:creationId xmlns:a16="http://schemas.microsoft.com/office/drawing/2014/main" id="{290DCE7B-1CA0-42F5-A268-08333769DACE}"/>
              </a:ext>
            </a:extLst>
          </p:cNvPr>
          <p:cNvSpPr>
            <a:spLocks noGrp="1"/>
          </p:cNvSpPr>
          <p:nvPr/>
        </p:nvSpPr>
        <p:spPr>
          <a:xfrm>
            <a:off x="44844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0" name="01_find_only_929">
            <a:extLst>
              <a:ext uri="{FF2B5EF4-FFF2-40B4-BE49-F238E27FC236}">
                <a16:creationId xmlns:a16="http://schemas.microsoft.com/office/drawing/2014/main" id="{E71B7BA0-0D7A-46E4-8CCC-0175C35782A6}"/>
              </a:ext>
            </a:extLst>
          </p:cNvPr>
          <p:cNvSpPr>
            <a:spLocks noGrp="1"/>
          </p:cNvSpPr>
          <p:nvPr/>
        </p:nvSpPr>
        <p:spPr>
          <a:xfrm>
            <a:off x="4488630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1" name="01_find_only_930">
            <a:extLst>
              <a:ext uri="{FF2B5EF4-FFF2-40B4-BE49-F238E27FC236}">
                <a16:creationId xmlns:a16="http://schemas.microsoft.com/office/drawing/2014/main" id="{5121921B-491B-4F97-A53E-24AF5887B915}"/>
              </a:ext>
            </a:extLst>
          </p:cNvPr>
          <p:cNvSpPr>
            <a:spLocks noGrp="1"/>
          </p:cNvSpPr>
          <p:nvPr/>
        </p:nvSpPr>
        <p:spPr>
          <a:xfrm>
            <a:off x="44285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2" name="01_find_only_931">
            <a:extLst>
              <a:ext uri="{FF2B5EF4-FFF2-40B4-BE49-F238E27FC236}">
                <a16:creationId xmlns:a16="http://schemas.microsoft.com/office/drawing/2014/main" id="{1BD667D0-13A5-4FBD-9A5F-CE3B0CDE9DA7}"/>
              </a:ext>
            </a:extLst>
          </p:cNvPr>
          <p:cNvSpPr>
            <a:spLocks noGrp="1"/>
          </p:cNvSpPr>
          <p:nvPr/>
        </p:nvSpPr>
        <p:spPr>
          <a:xfrm>
            <a:off x="44642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3" name="01_find_only_932">
            <a:extLst>
              <a:ext uri="{FF2B5EF4-FFF2-40B4-BE49-F238E27FC236}">
                <a16:creationId xmlns:a16="http://schemas.microsoft.com/office/drawing/2014/main" id="{168B6FEA-D370-482F-84E7-80ED7BAB4148}"/>
              </a:ext>
            </a:extLst>
          </p:cNvPr>
          <p:cNvSpPr>
            <a:spLocks noGrp="1"/>
          </p:cNvSpPr>
          <p:nvPr/>
        </p:nvSpPr>
        <p:spPr>
          <a:xfrm>
            <a:off x="44830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4" name="01_find_only_933">
            <a:extLst>
              <a:ext uri="{FF2B5EF4-FFF2-40B4-BE49-F238E27FC236}">
                <a16:creationId xmlns:a16="http://schemas.microsoft.com/office/drawing/2014/main" id="{E6DFA11F-77F7-483E-8B94-A0C956056E94}"/>
              </a:ext>
            </a:extLst>
          </p:cNvPr>
          <p:cNvSpPr>
            <a:spLocks noGrp="1"/>
          </p:cNvSpPr>
          <p:nvPr/>
        </p:nvSpPr>
        <p:spPr>
          <a:xfrm>
            <a:off x="447162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5" name="01_find_only_934">
            <a:extLst>
              <a:ext uri="{FF2B5EF4-FFF2-40B4-BE49-F238E27FC236}">
                <a16:creationId xmlns:a16="http://schemas.microsoft.com/office/drawing/2014/main" id="{B1D936B8-5C33-4322-8280-380CFBAD89C7}"/>
              </a:ext>
            </a:extLst>
          </p:cNvPr>
          <p:cNvSpPr>
            <a:spLocks noGrp="1"/>
          </p:cNvSpPr>
          <p:nvPr/>
        </p:nvSpPr>
        <p:spPr>
          <a:xfrm>
            <a:off x="44613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6" name="01_find_only_935">
            <a:extLst>
              <a:ext uri="{FF2B5EF4-FFF2-40B4-BE49-F238E27FC236}">
                <a16:creationId xmlns:a16="http://schemas.microsoft.com/office/drawing/2014/main" id="{82D14969-01F0-4E66-9A07-D1708D3D412D}"/>
              </a:ext>
            </a:extLst>
          </p:cNvPr>
          <p:cNvSpPr>
            <a:spLocks noGrp="1"/>
          </p:cNvSpPr>
          <p:nvPr/>
        </p:nvSpPr>
        <p:spPr>
          <a:xfrm>
            <a:off x="44375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7" name="01_find_only_936">
            <a:extLst>
              <a:ext uri="{FF2B5EF4-FFF2-40B4-BE49-F238E27FC236}">
                <a16:creationId xmlns:a16="http://schemas.microsoft.com/office/drawing/2014/main" id="{FA37AC13-7EB8-43E4-A701-7F20365E3B7D}"/>
              </a:ext>
            </a:extLst>
          </p:cNvPr>
          <p:cNvSpPr>
            <a:spLocks noGrp="1"/>
          </p:cNvSpPr>
          <p:nvPr/>
        </p:nvSpPr>
        <p:spPr>
          <a:xfrm>
            <a:off x="4434613" y="37917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8" name="01_find_only_937">
            <a:extLst>
              <a:ext uri="{FF2B5EF4-FFF2-40B4-BE49-F238E27FC236}">
                <a16:creationId xmlns:a16="http://schemas.microsoft.com/office/drawing/2014/main" id="{4EC14785-138E-4271-A2F2-B1FF7CC5D6E2}"/>
              </a:ext>
            </a:extLst>
          </p:cNvPr>
          <p:cNvSpPr>
            <a:spLocks noGrp="1"/>
          </p:cNvSpPr>
          <p:nvPr/>
        </p:nvSpPr>
        <p:spPr>
          <a:xfrm>
            <a:off x="44022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9" name="01_find_only_938">
            <a:extLst>
              <a:ext uri="{FF2B5EF4-FFF2-40B4-BE49-F238E27FC236}">
                <a16:creationId xmlns:a16="http://schemas.microsoft.com/office/drawing/2014/main" id="{F7EB1AB0-EA19-47A6-B1ED-BEF58B9CCABD}"/>
              </a:ext>
            </a:extLst>
          </p:cNvPr>
          <p:cNvSpPr>
            <a:spLocks noGrp="1"/>
          </p:cNvSpPr>
          <p:nvPr/>
        </p:nvSpPr>
        <p:spPr>
          <a:xfrm>
            <a:off x="44833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0" name="01_find_only_939">
            <a:extLst>
              <a:ext uri="{FF2B5EF4-FFF2-40B4-BE49-F238E27FC236}">
                <a16:creationId xmlns:a16="http://schemas.microsoft.com/office/drawing/2014/main" id="{9CCFE265-F679-4B70-8936-AA45333776C8}"/>
              </a:ext>
            </a:extLst>
          </p:cNvPr>
          <p:cNvSpPr>
            <a:spLocks noGrp="1"/>
          </p:cNvSpPr>
          <p:nvPr/>
        </p:nvSpPr>
        <p:spPr>
          <a:xfrm>
            <a:off x="44730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1" name="01_find_only_940">
            <a:extLst>
              <a:ext uri="{FF2B5EF4-FFF2-40B4-BE49-F238E27FC236}">
                <a16:creationId xmlns:a16="http://schemas.microsoft.com/office/drawing/2014/main" id="{B9248EE1-B0FE-4041-B8D9-5FB790FD3201}"/>
              </a:ext>
            </a:extLst>
          </p:cNvPr>
          <p:cNvSpPr>
            <a:spLocks noGrp="1"/>
          </p:cNvSpPr>
          <p:nvPr/>
        </p:nvSpPr>
        <p:spPr>
          <a:xfrm>
            <a:off x="44584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2" name="01_find_only_941">
            <a:extLst>
              <a:ext uri="{FF2B5EF4-FFF2-40B4-BE49-F238E27FC236}">
                <a16:creationId xmlns:a16="http://schemas.microsoft.com/office/drawing/2014/main" id="{48FBCB86-A379-4A46-89E0-7C92852666C1}"/>
              </a:ext>
            </a:extLst>
          </p:cNvPr>
          <p:cNvSpPr>
            <a:spLocks noGrp="1"/>
          </p:cNvSpPr>
          <p:nvPr/>
        </p:nvSpPr>
        <p:spPr>
          <a:xfrm>
            <a:off x="43988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3" name="01_find_only_942">
            <a:extLst>
              <a:ext uri="{FF2B5EF4-FFF2-40B4-BE49-F238E27FC236}">
                <a16:creationId xmlns:a16="http://schemas.microsoft.com/office/drawing/2014/main" id="{EE011411-9FC5-49F4-914C-B23C73E4629D}"/>
              </a:ext>
            </a:extLst>
          </p:cNvPr>
          <p:cNvSpPr>
            <a:spLocks noGrp="1"/>
          </p:cNvSpPr>
          <p:nvPr/>
        </p:nvSpPr>
        <p:spPr>
          <a:xfrm>
            <a:off x="4408285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4" name="01_find_only_943">
            <a:extLst>
              <a:ext uri="{FF2B5EF4-FFF2-40B4-BE49-F238E27FC236}">
                <a16:creationId xmlns:a16="http://schemas.microsoft.com/office/drawing/2014/main" id="{43ECB1FE-33DC-4C22-9595-4989682A3145}"/>
              </a:ext>
            </a:extLst>
          </p:cNvPr>
          <p:cNvSpPr>
            <a:spLocks noGrp="1"/>
          </p:cNvSpPr>
          <p:nvPr/>
        </p:nvSpPr>
        <p:spPr>
          <a:xfrm>
            <a:off x="44177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5" name="01_find_only_944">
            <a:extLst>
              <a:ext uri="{FF2B5EF4-FFF2-40B4-BE49-F238E27FC236}">
                <a16:creationId xmlns:a16="http://schemas.microsoft.com/office/drawing/2014/main" id="{06F0B6F3-C3BF-4B20-9DBA-E4598838E49F}"/>
              </a:ext>
            </a:extLst>
          </p:cNvPr>
          <p:cNvSpPr>
            <a:spLocks noGrp="1"/>
          </p:cNvSpPr>
          <p:nvPr/>
        </p:nvSpPr>
        <p:spPr>
          <a:xfrm>
            <a:off x="44593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6" name="01_find_only_945">
            <a:extLst>
              <a:ext uri="{FF2B5EF4-FFF2-40B4-BE49-F238E27FC236}">
                <a16:creationId xmlns:a16="http://schemas.microsoft.com/office/drawing/2014/main" id="{504AB01F-9AC4-4BA3-A3D1-D936AAFCB173}"/>
              </a:ext>
            </a:extLst>
          </p:cNvPr>
          <p:cNvSpPr>
            <a:spLocks noGrp="1"/>
          </p:cNvSpPr>
          <p:nvPr/>
        </p:nvSpPr>
        <p:spPr>
          <a:xfrm>
            <a:off x="44495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7" name="01_find_only_946">
            <a:extLst>
              <a:ext uri="{FF2B5EF4-FFF2-40B4-BE49-F238E27FC236}">
                <a16:creationId xmlns:a16="http://schemas.microsoft.com/office/drawing/2014/main" id="{86D41DB0-2746-4522-B54C-F64C974004BE}"/>
              </a:ext>
            </a:extLst>
          </p:cNvPr>
          <p:cNvSpPr>
            <a:spLocks noGrp="1"/>
          </p:cNvSpPr>
          <p:nvPr/>
        </p:nvSpPr>
        <p:spPr>
          <a:xfrm>
            <a:off x="441236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8" name="01_find_only_947">
            <a:extLst>
              <a:ext uri="{FF2B5EF4-FFF2-40B4-BE49-F238E27FC236}">
                <a16:creationId xmlns:a16="http://schemas.microsoft.com/office/drawing/2014/main" id="{BF962D5E-8DA0-41DB-BA80-FB2B9E62B667}"/>
              </a:ext>
            </a:extLst>
          </p:cNvPr>
          <p:cNvSpPr>
            <a:spLocks noGrp="1"/>
          </p:cNvSpPr>
          <p:nvPr/>
        </p:nvSpPr>
        <p:spPr>
          <a:xfrm>
            <a:off x="44299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9" name="01_find_only_948">
            <a:extLst>
              <a:ext uri="{FF2B5EF4-FFF2-40B4-BE49-F238E27FC236}">
                <a16:creationId xmlns:a16="http://schemas.microsoft.com/office/drawing/2014/main" id="{546AE752-A9A6-49C3-8CC7-3D1AEFF88A7A}"/>
              </a:ext>
            </a:extLst>
          </p:cNvPr>
          <p:cNvSpPr>
            <a:spLocks noGrp="1"/>
          </p:cNvSpPr>
          <p:nvPr/>
        </p:nvSpPr>
        <p:spPr>
          <a:xfrm>
            <a:off x="4395558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0" name="01_find_only_949">
            <a:extLst>
              <a:ext uri="{FF2B5EF4-FFF2-40B4-BE49-F238E27FC236}">
                <a16:creationId xmlns:a16="http://schemas.microsoft.com/office/drawing/2014/main" id="{621BD9D6-F634-4BCD-BBAB-A472ABFF618D}"/>
              </a:ext>
            </a:extLst>
          </p:cNvPr>
          <p:cNvSpPr>
            <a:spLocks noGrp="1"/>
          </p:cNvSpPr>
          <p:nvPr/>
        </p:nvSpPr>
        <p:spPr>
          <a:xfrm>
            <a:off x="467137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1" name="01_find_only_950">
            <a:extLst>
              <a:ext uri="{FF2B5EF4-FFF2-40B4-BE49-F238E27FC236}">
                <a16:creationId xmlns:a16="http://schemas.microsoft.com/office/drawing/2014/main" id="{ED42D65B-83CA-4F26-95A3-89974354512D}"/>
              </a:ext>
            </a:extLst>
          </p:cNvPr>
          <p:cNvSpPr>
            <a:spLocks noGrp="1"/>
          </p:cNvSpPr>
          <p:nvPr/>
        </p:nvSpPr>
        <p:spPr>
          <a:xfrm>
            <a:off x="46527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2" name="01_find_only_951">
            <a:extLst>
              <a:ext uri="{FF2B5EF4-FFF2-40B4-BE49-F238E27FC236}">
                <a16:creationId xmlns:a16="http://schemas.microsoft.com/office/drawing/2014/main" id="{1BDEAD0F-C5AF-4AB6-948E-5D88C3C46645}"/>
              </a:ext>
            </a:extLst>
          </p:cNvPr>
          <p:cNvSpPr>
            <a:spLocks noGrp="1"/>
          </p:cNvSpPr>
          <p:nvPr/>
        </p:nvSpPr>
        <p:spPr>
          <a:xfrm>
            <a:off x="46678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3" name="01_find_only_952">
            <a:extLst>
              <a:ext uri="{FF2B5EF4-FFF2-40B4-BE49-F238E27FC236}">
                <a16:creationId xmlns:a16="http://schemas.microsoft.com/office/drawing/2014/main" id="{6727C1AB-2A18-4E74-B632-E0892CAA0313}"/>
              </a:ext>
            </a:extLst>
          </p:cNvPr>
          <p:cNvSpPr>
            <a:spLocks noGrp="1"/>
          </p:cNvSpPr>
          <p:nvPr/>
        </p:nvSpPr>
        <p:spPr>
          <a:xfrm>
            <a:off x="4667490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4" name="01_find_only_953">
            <a:extLst>
              <a:ext uri="{FF2B5EF4-FFF2-40B4-BE49-F238E27FC236}">
                <a16:creationId xmlns:a16="http://schemas.microsoft.com/office/drawing/2014/main" id="{8CE07DF1-CB60-452E-BE12-C1DD4D6A02B4}"/>
              </a:ext>
            </a:extLst>
          </p:cNvPr>
          <p:cNvSpPr>
            <a:spLocks noGrp="1"/>
          </p:cNvSpPr>
          <p:nvPr/>
        </p:nvSpPr>
        <p:spPr>
          <a:xfrm>
            <a:off x="46840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5" name="01_find_only_954">
            <a:extLst>
              <a:ext uri="{FF2B5EF4-FFF2-40B4-BE49-F238E27FC236}">
                <a16:creationId xmlns:a16="http://schemas.microsoft.com/office/drawing/2014/main" id="{723A02D5-E40F-491A-AF43-04186306E499}"/>
              </a:ext>
            </a:extLst>
          </p:cNvPr>
          <p:cNvSpPr>
            <a:spLocks noGrp="1"/>
          </p:cNvSpPr>
          <p:nvPr/>
        </p:nvSpPr>
        <p:spPr>
          <a:xfrm>
            <a:off x="471227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6" name="01_find_only_955">
            <a:extLst>
              <a:ext uri="{FF2B5EF4-FFF2-40B4-BE49-F238E27FC236}">
                <a16:creationId xmlns:a16="http://schemas.microsoft.com/office/drawing/2014/main" id="{8F36C275-3B5D-4CCE-B3C6-23D397CC4435}"/>
              </a:ext>
            </a:extLst>
          </p:cNvPr>
          <p:cNvSpPr>
            <a:spLocks noGrp="1"/>
          </p:cNvSpPr>
          <p:nvPr/>
        </p:nvSpPr>
        <p:spPr>
          <a:xfrm>
            <a:off x="47300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7" name="01_find_only_956">
            <a:extLst>
              <a:ext uri="{FF2B5EF4-FFF2-40B4-BE49-F238E27FC236}">
                <a16:creationId xmlns:a16="http://schemas.microsoft.com/office/drawing/2014/main" id="{9BA2FE49-96E9-4649-80BC-5B0D3DE5645C}"/>
              </a:ext>
            </a:extLst>
          </p:cNvPr>
          <p:cNvSpPr>
            <a:spLocks noGrp="1"/>
          </p:cNvSpPr>
          <p:nvPr/>
        </p:nvSpPr>
        <p:spPr>
          <a:xfrm>
            <a:off x="465787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8" name="01_find_only_957">
            <a:extLst>
              <a:ext uri="{FF2B5EF4-FFF2-40B4-BE49-F238E27FC236}">
                <a16:creationId xmlns:a16="http://schemas.microsoft.com/office/drawing/2014/main" id="{6B6AD308-9E31-4D79-88C4-94FB2D41019F}"/>
              </a:ext>
            </a:extLst>
          </p:cNvPr>
          <p:cNvSpPr>
            <a:spLocks noGrp="1"/>
          </p:cNvSpPr>
          <p:nvPr/>
        </p:nvSpPr>
        <p:spPr>
          <a:xfrm>
            <a:off x="47022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9" name="01_find_only_958">
            <a:extLst>
              <a:ext uri="{FF2B5EF4-FFF2-40B4-BE49-F238E27FC236}">
                <a16:creationId xmlns:a16="http://schemas.microsoft.com/office/drawing/2014/main" id="{6A6A6FE3-907D-4769-A321-9C6CC3C4D318}"/>
              </a:ext>
            </a:extLst>
          </p:cNvPr>
          <p:cNvSpPr>
            <a:spLocks noGrp="1"/>
          </p:cNvSpPr>
          <p:nvPr/>
        </p:nvSpPr>
        <p:spPr>
          <a:xfrm>
            <a:off x="46581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0" name="01_find_only_959">
            <a:extLst>
              <a:ext uri="{FF2B5EF4-FFF2-40B4-BE49-F238E27FC236}">
                <a16:creationId xmlns:a16="http://schemas.microsoft.com/office/drawing/2014/main" id="{233B4B1D-4B56-46F0-986C-2B4D0B2E290A}"/>
              </a:ext>
            </a:extLst>
          </p:cNvPr>
          <p:cNvSpPr>
            <a:spLocks noGrp="1"/>
          </p:cNvSpPr>
          <p:nvPr/>
        </p:nvSpPr>
        <p:spPr>
          <a:xfrm>
            <a:off x="46474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1" name="01_find_only_960">
            <a:extLst>
              <a:ext uri="{FF2B5EF4-FFF2-40B4-BE49-F238E27FC236}">
                <a16:creationId xmlns:a16="http://schemas.microsoft.com/office/drawing/2014/main" id="{D6B6ECAD-0182-4AC0-9A4C-4B29094C861B}"/>
              </a:ext>
            </a:extLst>
          </p:cNvPr>
          <p:cNvSpPr>
            <a:spLocks noGrp="1"/>
          </p:cNvSpPr>
          <p:nvPr/>
        </p:nvSpPr>
        <p:spPr>
          <a:xfrm>
            <a:off x="472228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2" name="01_find_only_961">
            <a:extLst>
              <a:ext uri="{FF2B5EF4-FFF2-40B4-BE49-F238E27FC236}">
                <a16:creationId xmlns:a16="http://schemas.microsoft.com/office/drawing/2014/main" id="{BCB8D3CB-418F-40FB-BD67-253CF9582283}"/>
              </a:ext>
            </a:extLst>
          </p:cNvPr>
          <p:cNvSpPr>
            <a:spLocks noGrp="1"/>
          </p:cNvSpPr>
          <p:nvPr/>
        </p:nvSpPr>
        <p:spPr>
          <a:xfrm>
            <a:off x="474219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3" name="01_find_only_962">
            <a:extLst>
              <a:ext uri="{FF2B5EF4-FFF2-40B4-BE49-F238E27FC236}">
                <a16:creationId xmlns:a16="http://schemas.microsoft.com/office/drawing/2014/main" id="{B32C40BF-6218-43F8-B419-7E57B22E46D9}"/>
              </a:ext>
            </a:extLst>
          </p:cNvPr>
          <p:cNvSpPr>
            <a:spLocks noGrp="1"/>
          </p:cNvSpPr>
          <p:nvPr/>
        </p:nvSpPr>
        <p:spPr>
          <a:xfrm>
            <a:off x="468371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4" name="01_find_only_963">
            <a:extLst>
              <a:ext uri="{FF2B5EF4-FFF2-40B4-BE49-F238E27FC236}">
                <a16:creationId xmlns:a16="http://schemas.microsoft.com/office/drawing/2014/main" id="{CAE7BE4E-D177-4A0E-9CED-FB99D3D6F776}"/>
              </a:ext>
            </a:extLst>
          </p:cNvPr>
          <p:cNvSpPr>
            <a:spLocks noGrp="1"/>
          </p:cNvSpPr>
          <p:nvPr/>
        </p:nvSpPr>
        <p:spPr>
          <a:xfrm>
            <a:off x="47369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5" name="01_find_only_964">
            <a:extLst>
              <a:ext uri="{FF2B5EF4-FFF2-40B4-BE49-F238E27FC236}">
                <a16:creationId xmlns:a16="http://schemas.microsoft.com/office/drawing/2014/main" id="{2031DFD0-106E-4F75-94C2-5CE51DB506D1}"/>
              </a:ext>
            </a:extLst>
          </p:cNvPr>
          <p:cNvSpPr>
            <a:spLocks noGrp="1"/>
          </p:cNvSpPr>
          <p:nvPr/>
        </p:nvSpPr>
        <p:spPr>
          <a:xfrm>
            <a:off x="4667781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6" name="01_find_only_965">
            <a:extLst>
              <a:ext uri="{FF2B5EF4-FFF2-40B4-BE49-F238E27FC236}">
                <a16:creationId xmlns:a16="http://schemas.microsoft.com/office/drawing/2014/main" id="{44D489DE-729F-4EA3-BA2A-5128C5B2D34A}"/>
              </a:ext>
            </a:extLst>
          </p:cNvPr>
          <p:cNvSpPr>
            <a:spLocks noGrp="1"/>
          </p:cNvSpPr>
          <p:nvPr/>
        </p:nvSpPr>
        <p:spPr>
          <a:xfrm>
            <a:off x="4686241" y="334077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7" name="01_find_only_966">
            <a:extLst>
              <a:ext uri="{FF2B5EF4-FFF2-40B4-BE49-F238E27FC236}">
                <a16:creationId xmlns:a16="http://schemas.microsoft.com/office/drawing/2014/main" id="{322F6911-1AA2-4C04-9F42-BF8B35FE832E}"/>
              </a:ext>
            </a:extLst>
          </p:cNvPr>
          <p:cNvSpPr>
            <a:spLocks noGrp="1"/>
          </p:cNvSpPr>
          <p:nvPr/>
        </p:nvSpPr>
        <p:spPr>
          <a:xfrm>
            <a:off x="4715191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8" name="01_find_only_967">
            <a:extLst>
              <a:ext uri="{FF2B5EF4-FFF2-40B4-BE49-F238E27FC236}">
                <a16:creationId xmlns:a16="http://schemas.microsoft.com/office/drawing/2014/main" id="{80458CD4-D958-4962-A8D3-2C6CD311F984}"/>
              </a:ext>
            </a:extLst>
          </p:cNvPr>
          <p:cNvSpPr>
            <a:spLocks noGrp="1"/>
          </p:cNvSpPr>
          <p:nvPr/>
        </p:nvSpPr>
        <p:spPr>
          <a:xfrm>
            <a:off x="47325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9" name="01_find_only_968">
            <a:extLst>
              <a:ext uri="{FF2B5EF4-FFF2-40B4-BE49-F238E27FC236}">
                <a16:creationId xmlns:a16="http://schemas.microsoft.com/office/drawing/2014/main" id="{4D6B26DF-9649-46C8-BE39-BC8807E62546}"/>
              </a:ext>
            </a:extLst>
          </p:cNvPr>
          <p:cNvSpPr>
            <a:spLocks noGrp="1"/>
          </p:cNvSpPr>
          <p:nvPr/>
        </p:nvSpPr>
        <p:spPr>
          <a:xfrm>
            <a:off x="47420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0" name="01_find_only_969">
            <a:extLst>
              <a:ext uri="{FF2B5EF4-FFF2-40B4-BE49-F238E27FC236}">
                <a16:creationId xmlns:a16="http://schemas.microsoft.com/office/drawing/2014/main" id="{5E49342E-007E-4803-BDA5-3FEEC0D64A33}"/>
              </a:ext>
            </a:extLst>
          </p:cNvPr>
          <p:cNvSpPr>
            <a:spLocks noGrp="1"/>
          </p:cNvSpPr>
          <p:nvPr/>
        </p:nvSpPr>
        <p:spPr>
          <a:xfrm>
            <a:off x="4708488" y="34465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1" name="01_find_only_970">
            <a:extLst>
              <a:ext uri="{FF2B5EF4-FFF2-40B4-BE49-F238E27FC236}">
                <a16:creationId xmlns:a16="http://schemas.microsoft.com/office/drawing/2014/main" id="{7D02946F-7ECC-4A2E-A336-540833F6AB1D}"/>
              </a:ext>
            </a:extLst>
          </p:cNvPr>
          <p:cNvSpPr>
            <a:spLocks noGrp="1"/>
          </p:cNvSpPr>
          <p:nvPr/>
        </p:nvSpPr>
        <p:spPr>
          <a:xfrm>
            <a:off x="4650877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2" name="01_find_only_971">
            <a:extLst>
              <a:ext uri="{FF2B5EF4-FFF2-40B4-BE49-F238E27FC236}">
                <a16:creationId xmlns:a16="http://schemas.microsoft.com/office/drawing/2014/main" id="{D3C7485C-C12E-4F4B-8EE8-A741070A97ED}"/>
              </a:ext>
            </a:extLst>
          </p:cNvPr>
          <p:cNvSpPr>
            <a:spLocks noGrp="1"/>
          </p:cNvSpPr>
          <p:nvPr/>
        </p:nvSpPr>
        <p:spPr>
          <a:xfrm>
            <a:off x="466525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3" name="01_find_only_972">
            <a:extLst>
              <a:ext uri="{FF2B5EF4-FFF2-40B4-BE49-F238E27FC236}">
                <a16:creationId xmlns:a16="http://schemas.microsoft.com/office/drawing/2014/main" id="{0A79760B-B3B9-4F8C-8156-990A922ECAE1}"/>
              </a:ext>
            </a:extLst>
          </p:cNvPr>
          <p:cNvSpPr>
            <a:spLocks noGrp="1"/>
          </p:cNvSpPr>
          <p:nvPr/>
        </p:nvSpPr>
        <p:spPr>
          <a:xfrm>
            <a:off x="46715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4" name="01_find_only_973">
            <a:extLst>
              <a:ext uri="{FF2B5EF4-FFF2-40B4-BE49-F238E27FC236}">
                <a16:creationId xmlns:a16="http://schemas.microsoft.com/office/drawing/2014/main" id="{D1079F78-017D-4030-9297-2D3BF78822FE}"/>
              </a:ext>
            </a:extLst>
          </p:cNvPr>
          <p:cNvSpPr>
            <a:spLocks noGrp="1"/>
          </p:cNvSpPr>
          <p:nvPr/>
        </p:nvSpPr>
        <p:spPr>
          <a:xfrm>
            <a:off x="465068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5" name="01_find_only_974">
            <a:extLst>
              <a:ext uri="{FF2B5EF4-FFF2-40B4-BE49-F238E27FC236}">
                <a16:creationId xmlns:a16="http://schemas.microsoft.com/office/drawing/2014/main" id="{8FAFD2E1-81EA-47D1-A7CD-0796BC66FFC5}"/>
              </a:ext>
            </a:extLst>
          </p:cNvPr>
          <p:cNvSpPr>
            <a:spLocks noGrp="1"/>
          </p:cNvSpPr>
          <p:nvPr/>
        </p:nvSpPr>
        <p:spPr>
          <a:xfrm>
            <a:off x="465010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6" name="01_find_only_975">
            <a:extLst>
              <a:ext uri="{FF2B5EF4-FFF2-40B4-BE49-F238E27FC236}">
                <a16:creationId xmlns:a16="http://schemas.microsoft.com/office/drawing/2014/main" id="{F5917130-4E2B-4A50-844C-D5E51615FB13}"/>
              </a:ext>
            </a:extLst>
          </p:cNvPr>
          <p:cNvSpPr>
            <a:spLocks noGrp="1"/>
          </p:cNvSpPr>
          <p:nvPr/>
        </p:nvSpPr>
        <p:spPr>
          <a:xfrm>
            <a:off x="46689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7" name="01_find_only_976">
            <a:extLst>
              <a:ext uri="{FF2B5EF4-FFF2-40B4-BE49-F238E27FC236}">
                <a16:creationId xmlns:a16="http://schemas.microsoft.com/office/drawing/2014/main" id="{1ED1C2CD-29B2-4163-84CE-D3AFCAA49E62}"/>
              </a:ext>
            </a:extLst>
          </p:cNvPr>
          <p:cNvSpPr>
            <a:spLocks noGrp="1"/>
          </p:cNvSpPr>
          <p:nvPr/>
        </p:nvSpPr>
        <p:spPr>
          <a:xfrm>
            <a:off x="470557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8" name="01_find_only_977">
            <a:extLst>
              <a:ext uri="{FF2B5EF4-FFF2-40B4-BE49-F238E27FC236}">
                <a16:creationId xmlns:a16="http://schemas.microsoft.com/office/drawing/2014/main" id="{BD3FD589-1903-4E37-BE01-CD5B206A6D02}"/>
              </a:ext>
            </a:extLst>
          </p:cNvPr>
          <p:cNvSpPr>
            <a:spLocks noGrp="1"/>
          </p:cNvSpPr>
          <p:nvPr/>
        </p:nvSpPr>
        <p:spPr>
          <a:xfrm>
            <a:off x="466379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9" name="01_find_only_978">
            <a:extLst>
              <a:ext uri="{FF2B5EF4-FFF2-40B4-BE49-F238E27FC236}">
                <a16:creationId xmlns:a16="http://schemas.microsoft.com/office/drawing/2014/main" id="{EB7A93DB-53CF-4222-A7FF-BF1DBEC880D9}"/>
              </a:ext>
            </a:extLst>
          </p:cNvPr>
          <p:cNvSpPr>
            <a:spLocks noGrp="1"/>
          </p:cNvSpPr>
          <p:nvPr/>
        </p:nvSpPr>
        <p:spPr>
          <a:xfrm>
            <a:off x="469294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0" name="01_find_only_979">
            <a:extLst>
              <a:ext uri="{FF2B5EF4-FFF2-40B4-BE49-F238E27FC236}">
                <a16:creationId xmlns:a16="http://schemas.microsoft.com/office/drawing/2014/main" id="{A9CB87EF-91CE-48C7-AA56-9EA294F3A29D}"/>
              </a:ext>
            </a:extLst>
          </p:cNvPr>
          <p:cNvSpPr>
            <a:spLocks noGrp="1"/>
          </p:cNvSpPr>
          <p:nvPr/>
        </p:nvSpPr>
        <p:spPr>
          <a:xfrm>
            <a:off x="46826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1" name="01_find_only_980">
            <a:extLst>
              <a:ext uri="{FF2B5EF4-FFF2-40B4-BE49-F238E27FC236}">
                <a16:creationId xmlns:a16="http://schemas.microsoft.com/office/drawing/2014/main" id="{36DBAE76-CA3C-487A-8602-00FBF8DB7355}"/>
              </a:ext>
            </a:extLst>
          </p:cNvPr>
          <p:cNvSpPr>
            <a:spLocks noGrp="1"/>
          </p:cNvSpPr>
          <p:nvPr/>
        </p:nvSpPr>
        <p:spPr>
          <a:xfrm>
            <a:off x="47308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2" name="01_find_only_981">
            <a:extLst>
              <a:ext uri="{FF2B5EF4-FFF2-40B4-BE49-F238E27FC236}">
                <a16:creationId xmlns:a16="http://schemas.microsoft.com/office/drawing/2014/main" id="{6D934F7F-1657-41F0-8C30-8C200939AA9A}"/>
              </a:ext>
            </a:extLst>
          </p:cNvPr>
          <p:cNvSpPr>
            <a:spLocks noGrp="1"/>
          </p:cNvSpPr>
          <p:nvPr/>
        </p:nvSpPr>
        <p:spPr>
          <a:xfrm>
            <a:off x="4673028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3" name="01_find_only_982">
            <a:extLst>
              <a:ext uri="{FF2B5EF4-FFF2-40B4-BE49-F238E27FC236}">
                <a16:creationId xmlns:a16="http://schemas.microsoft.com/office/drawing/2014/main" id="{3825054D-850F-4CEA-872A-7AAE3C6C06E0}"/>
              </a:ext>
            </a:extLst>
          </p:cNvPr>
          <p:cNvSpPr>
            <a:spLocks noGrp="1"/>
          </p:cNvSpPr>
          <p:nvPr/>
        </p:nvSpPr>
        <p:spPr>
          <a:xfrm>
            <a:off x="471295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4" name="01_find_only_983">
            <a:extLst>
              <a:ext uri="{FF2B5EF4-FFF2-40B4-BE49-F238E27FC236}">
                <a16:creationId xmlns:a16="http://schemas.microsoft.com/office/drawing/2014/main" id="{682F361A-A68E-4C0E-A117-4B13A06B1EC9}"/>
              </a:ext>
            </a:extLst>
          </p:cNvPr>
          <p:cNvSpPr>
            <a:spLocks noGrp="1"/>
          </p:cNvSpPr>
          <p:nvPr/>
        </p:nvSpPr>
        <p:spPr>
          <a:xfrm>
            <a:off x="471538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5" name="01_find_only_984">
            <a:extLst>
              <a:ext uri="{FF2B5EF4-FFF2-40B4-BE49-F238E27FC236}">
                <a16:creationId xmlns:a16="http://schemas.microsoft.com/office/drawing/2014/main" id="{D5DB9465-BBB8-4732-81D3-48155F98D0D4}"/>
              </a:ext>
            </a:extLst>
          </p:cNvPr>
          <p:cNvSpPr>
            <a:spLocks noGrp="1"/>
          </p:cNvSpPr>
          <p:nvPr/>
        </p:nvSpPr>
        <p:spPr>
          <a:xfrm>
            <a:off x="465039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6" name="01_find_only_985">
            <a:extLst>
              <a:ext uri="{FF2B5EF4-FFF2-40B4-BE49-F238E27FC236}">
                <a16:creationId xmlns:a16="http://schemas.microsoft.com/office/drawing/2014/main" id="{9DE5FA11-90A1-4DC1-9BCE-9604895F647C}"/>
              </a:ext>
            </a:extLst>
          </p:cNvPr>
          <p:cNvSpPr>
            <a:spLocks noGrp="1"/>
          </p:cNvSpPr>
          <p:nvPr/>
        </p:nvSpPr>
        <p:spPr>
          <a:xfrm>
            <a:off x="472957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7" name="01_find_only_986">
            <a:extLst>
              <a:ext uri="{FF2B5EF4-FFF2-40B4-BE49-F238E27FC236}">
                <a16:creationId xmlns:a16="http://schemas.microsoft.com/office/drawing/2014/main" id="{CBF0E98B-CDBF-4C58-9063-FCAC0F5B258E}"/>
              </a:ext>
            </a:extLst>
          </p:cNvPr>
          <p:cNvSpPr>
            <a:spLocks noGrp="1"/>
          </p:cNvSpPr>
          <p:nvPr/>
        </p:nvSpPr>
        <p:spPr>
          <a:xfrm>
            <a:off x="46480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8" name="01_find_only_987">
            <a:extLst>
              <a:ext uri="{FF2B5EF4-FFF2-40B4-BE49-F238E27FC236}">
                <a16:creationId xmlns:a16="http://schemas.microsoft.com/office/drawing/2014/main" id="{376C4EB1-2EDB-4BE0-83C8-9698B10D9D8D}"/>
              </a:ext>
            </a:extLst>
          </p:cNvPr>
          <p:cNvSpPr>
            <a:spLocks noGrp="1"/>
          </p:cNvSpPr>
          <p:nvPr/>
        </p:nvSpPr>
        <p:spPr>
          <a:xfrm>
            <a:off x="472937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9" name="01_find_only_988">
            <a:extLst>
              <a:ext uri="{FF2B5EF4-FFF2-40B4-BE49-F238E27FC236}">
                <a16:creationId xmlns:a16="http://schemas.microsoft.com/office/drawing/2014/main" id="{AF4C4555-77DF-4518-8896-DEB062BA7A05}"/>
              </a:ext>
            </a:extLst>
          </p:cNvPr>
          <p:cNvSpPr>
            <a:spLocks noGrp="1"/>
          </p:cNvSpPr>
          <p:nvPr/>
        </p:nvSpPr>
        <p:spPr>
          <a:xfrm>
            <a:off x="47387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0" name="01_find_only_989">
            <a:extLst>
              <a:ext uri="{FF2B5EF4-FFF2-40B4-BE49-F238E27FC236}">
                <a16:creationId xmlns:a16="http://schemas.microsoft.com/office/drawing/2014/main" id="{3CF49011-13BA-4D42-A0C3-7DB45BB0FA4F}"/>
              </a:ext>
            </a:extLst>
          </p:cNvPr>
          <p:cNvSpPr>
            <a:spLocks noGrp="1"/>
          </p:cNvSpPr>
          <p:nvPr/>
        </p:nvSpPr>
        <p:spPr>
          <a:xfrm>
            <a:off x="4706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1" name="01_find_only_990">
            <a:extLst>
              <a:ext uri="{FF2B5EF4-FFF2-40B4-BE49-F238E27FC236}">
                <a16:creationId xmlns:a16="http://schemas.microsoft.com/office/drawing/2014/main" id="{1534A6FD-B899-447C-8A80-6BC202FD5B51}"/>
              </a:ext>
            </a:extLst>
          </p:cNvPr>
          <p:cNvSpPr>
            <a:spLocks noGrp="1"/>
          </p:cNvSpPr>
          <p:nvPr/>
        </p:nvSpPr>
        <p:spPr>
          <a:xfrm>
            <a:off x="46770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2" name="01_find_only_991">
            <a:extLst>
              <a:ext uri="{FF2B5EF4-FFF2-40B4-BE49-F238E27FC236}">
                <a16:creationId xmlns:a16="http://schemas.microsoft.com/office/drawing/2014/main" id="{B934E15D-1AF0-4AF1-B0E1-B77207520944}"/>
              </a:ext>
            </a:extLst>
          </p:cNvPr>
          <p:cNvSpPr>
            <a:spLocks noGrp="1"/>
          </p:cNvSpPr>
          <p:nvPr/>
        </p:nvSpPr>
        <p:spPr>
          <a:xfrm>
            <a:off x="471771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3" name="01_find_only_992">
            <a:extLst>
              <a:ext uri="{FF2B5EF4-FFF2-40B4-BE49-F238E27FC236}">
                <a16:creationId xmlns:a16="http://schemas.microsoft.com/office/drawing/2014/main" id="{823F041E-5199-4ACF-9CD0-EE87415C1A59}"/>
              </a:ext>
            </a:extLst>
          </p:cNvPr>
          <p:cNvSpPr>
            <a:spLocks noGrp="1"/>
          </p:cNvSpPr>
          <p:nvPr/>
        </p:nvSpPr>
        <p:spPr>
          <a:xfrm>
            <a:off x="46682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4" name="01_find_only_993">
            <a:extLst>
              <a:ext uri="{FF2B5EF4-FFF2-40B4-BE49-F238E27FC236}">
                <a16:creationId xmlns:a16="http://schemas.microsoft.com/office/drawing/2014/main" id="{D08984F9-62CE-4A92-A2CC-2595DE7978D6}"/>
              </a:ext>
            </a:extLst>
          </p:cNvPr>
          <p:cNvSpPr>
            <a:spLocks noGrp="1"/>
          </p:cNvSpPr>
          <p:nvPr/>
        </p:nvSpPr>
        <p:spPr>
          <a:xfrm>
            <a:off x="469323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5" name="01_find_only_994">
            <a:extLst>
              <a:ext uri="{FF2B5EF4-FFF2-40B4-BE49-F238E27FC236}">
                <a16:creationId xmlns:a16="http://schemas.microsoft.com/office/drawing/2014/main" id="{2311F126-EDEF-4C3A-A106-68D3D94D862C}"/>
              </a:ext>
            </a:extLst>
          </p:cNvPr>
          <p:cNvSpPr>
            <a:spLocks noGrp="1"/>
          </p:cNvSpPr>
          <p:nvPr/>
        </p:nvSpPr>
        <p:spPr>
          <a:xfrm>
            <a:off x="46932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6" name="01_find_only_995">
            <a:extLst>
              <a:ext uri="{FF2B5EF4-FFF2-40B4-BE49-F238E27FC236}">
                <a16:creationId xmlns:a16="http://schemas.microsoft.com/office/drawing/2014/main" id="{6A0350C5-38F9-4D47-AD6D-237E432ED4D4}"/>
              </a:ext>
            </a:extLst>
          </p:cNvPr>
          <p:cNvSpPr>
            <a:spLocks noGrp="1"/>
          </p:cNvSpPr>
          <p:nvPr/>
        </p:nvSpPr>
        <p:spPr>
          <a:xfrm>
            <a:off x="4664090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7" name="01_find_only_996">
            <a:extLst>
              <a:ext uri="{FF2B5EF4-FFF2-40B4-BE49-F238E27FC236}">
                <a16:creationId xmlns:a16="http://schemas.microsoft.com/office/drawing/2014/main" id="{F00E28F2-B521-458F-8458-6CCE325BA1DB}"/>
              </a:ext>
            </a:extLst>
          </p:cNvPr>
          <p:cNvSpPr>
            <a:spLocks noGrp="1"/>
          </p:cNvSpPr>
          <p:nvPr/>
        </p:nvSpPr>
        <p:spPr>
          <a:xfrm>
            <a:off x="473180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8" name="01_find_only_997">
            <a:extLst>
              <a:ext uri="{FF2B5EF4-FFF2-40B4-BE49-F238E27FC236}">
                <a16:creationId xmlns:a16="http://schemas.microsoft.com/office/drawing/2014/main" id="{3300F388-2DA1-47DC-BCBE-D9B678D348BB}"/>
              </a:ext>
            </a:extLst>
          </p:cNvPr>
          <p:cNvSpPr>
            <a:spLocks noGrp="1"/>
          </p:cNvSpPr>
          <p:nvPr/>
        </p:nvSpPr>
        <p:spPr>
          <a:xfrm>
            <a:off x="467866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9" name="01_find_only_998">
            <a:extLst>
              <a:ext uri="{FF2B5EF4-FFF2-40B4-BE49-F238E27FC236}">
                <a16:creationId xmlns:a16="http://schemas.microsoft.com/office/drawing/2014/main" id="{2BD5E910-592C-418D-8DE6-67FFA3A2C85C}"/>
              </a:ext>
            </a:extLst>
          </p:cNvPr>
          <p:cNvSpPr>
            <a:spLocks noGrp="1"/>
          </p:cNvSpPr>
          <p:nvPr/>
        </p:nvSpPr>
        <p:spPr>
          <a:xfrm>
            <a:off x="468808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0" name="01_find_only_999">
            <a:extLst>
              <a:ext uri="{FF2B5EF4-FFF2-40B4-BE49-F238E27FC236}">
                <a16:creationId xmlns:a16="http://schemas.microsoft.com/office/drawing/2014/main" id="{4A11D42F-A876-46F3-929F-AE68A42EDDF0}"/>
              </a:ext>
            </a:extLst>
          </p:cNvPr>
          <p:cNvSpPr>
            <a:spLocks noGrp="1"/>
          </p:cNvSpPr>
          <p:nvPr/>
        </p:nvSpPr>
        <p:spPr>
          <a:xfrm>
            <a:off x="47411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1" name="01_find_only_1000">
            <a:extLst>
              <a:ext uri="{FF2B5EF4-FFF2-40B4-BE49-F238E27FC236}">
                <a16:creationId xmlns:a16="http://schemas.microsoft.com/office/drawing/2014/main" id="{0F061288-D4D3-4C10-AC17-EE1B8DFE94D1}"/>
              </a:ext>
            </a:extLst>
          </p:cNvPr>
          <p:cNvSpPr>
            <a:spLocks noGrp="1"/>
          </p:cNvSpPr>
          <p:nvPr/>
        </p:nvSpPr>
        <p:spPr>
          <a:xfrm>
            <a:off x="47119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2" name="01_find_only_1001">
            <a:extLst>
              <a:ext uri="{FF2B5EF4-FFF2-40B4-BE49-F238E27FC236}">
                <a16:creationId xmlns:a16="http://schemas.microsoft.com/office/drawing/2014/main" id="{3A7D2C46-2AF0-4366-BD00-9670795D222C}"/>
              </a:ext>
            </a:extLst>
          </p:cNvPr>
          <p:cNvSpPr>
            <a:spLocks noGrp="1"/>
          </p:cNvSpPr>
          <p:nvPr/>
        </p:nvSpPr>
        <p:spPr>
          <a:xfrm>
            <a:off x="4737633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3" name="01_find_only_1002">
            <a:extLst>
              <a:ext uri="{FF2B5EF4-FFF2-40B4-BE49-F238E27FC236}">
                <a16:creationId xmlns:a16="http://schemas.microsoft.com/office/drawing/2014/main" id="{50282A16-A494-440F-BFD8-29F39CCDE07B}"/>
              </a:ext>
            </a:extLst>
          </p:cNvPr>
          <p:cNvSpPr>
            <a:spLocks noGrp="1"/>
          </p:cNvSpPr>
          <p:nvPr/>
        </p:nvSpPr>
        <p:spPr>
          <a:xfrm>
            <a:off x="46517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4" name="01_find_only_1003">
            <a:extLst>
              <a:ext uri="{FF2B5EF4-FFF2-40B4-BE49-F238E27FC236}">
                <a16:creationId xmlns:a16="http://schemas.microsoft.com/office/drawing/2014/main" id="{7EB82CDA-5FDE-48E0-8848-E80DD7646D88}"/>
              </a:ext>
            </a:extLst>
          </p:cNvPr>
          <p:cNvSpPr>
            <a:spLocks noGrp="1"/>
          </p:cNvSpPr>
          <p:nvPr/>
        </p:nvSpPr>
        <p:spPr>
          <a:xfrm>
            <a:off x="47304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5" name="01_find_only_1004">
            <a:extLst>
              <a:ext uri="{FF2B5EF4-FFF2-40B4-BE49-F238E27FC236}">
                <a16:creationId xmlns:a16="http://schemas.microsoft.com/office/drawing/2014/main" id="{4415607C-F5B3-4BD9-AA96-38774CB3EADF}"/>
              </a:ext>
            </a:extLst>
          </p:cNvPr>
          <p:cNvSpPr>
            <a:spLocks noGrp="1"/>
          </p:cNvSpPr>
          <p:nvPr/>
        </p:nvSpPr>
        <p:spPr>
          <a:xfrm>
            <a:off x="471762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6" name="01_find_only_1005">
            <a:extLst>
              <a:ext uri="{FF2B5EF4-FFF2-40B4-BE49-F238E27FC236}">
                <a16:creationId xmlns:a16="http://schemas.microsoft.com/office/drawing/2014/main" id="{E5F77351-6479-49CC-B56D-3081669F72E8}"/>
              </a:ext>
            </a:extLst>
          </p:cNvPr>
          <p:cNvSpPr>
            <a:spLocks noGrp="1"/>
          </p:cNvSpPr>
          <p:nvPr/>
        </p:nvSpPr>
        <p:spPr>
          <a:xfrm>
            <a:off x="46841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7" name="01_find_only_1006">
            <a:extLst>
              <a:ext uri="{FF2B5EF4-FFF2-40B4-BE49-F238E27FC236}">
                <a16:creationId xmlns:a16="http://schemas.microsoft.com/office/drawing/2014/main" id="{9B44D1D8-3C7E-414C-B233-C49B6C6F98C2}"/>
              </a:ext>
            </a:extLst>
          </p:cNvPr>
          <p:cNvSpPr>
            <a:spLocks noGrp="1"/>
          </p:cNvSpPr>
          <p:nvPr/>
        </p:nvSpPr>
        <p:spPr>
          <a:xfrm>
            <a:off x="472140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8" name="01_find_only_1007">
            <a:extLst>
              <a:ext uri="{FF2B5EF4-FFF2-40B4-BE49-F238E27FC236}">
                <a16:creationId xmlns:a16="http://schemas.microsoft.com/office/drawing/2014/main" id="{3AA38532-6BAE-4089-8DE9-96675E4677C6}"/>
              </a:ext>
            </a:extLst>
          </p:cNvPr>
          <p:cNvSpPr>
            <a:spLocks noGrp="1"/>
          </p:cNvSpPr>
          <p:nvPr/>
        </p:nvSpPr>
        <p:spPr>
          <a:xfrm>
            <a:off x="47416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9" name="01_find_only_1008">
            <a:extLst>
              <a:ext uri="{FF2B5EF4-FFF2-40B4-BE49-F238E27FC236}">
                <a16:creationId xmlns:a16="http://schemas.microsoft.com/office/drawing/2014/main" id="{B9E04E84-2F22-4BD3-8381-6F0B573ECDD0}"/>
              </a:ext>
            </a:extLst>
          </p:cNvPr>
          <p:cNvSpPr>
            <a:spLocks noGrp="1"/>
          </p:cNvSpPr>
          <p:nvPr/>
        </p:nvSpPr>
        <p:spPr>
          <a:xfrm>
            <a:off x="471120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0" name="01_find_only_1009">
            <a:extLst>
              <a:ext uri="{FF2B5EF4-FFF2-40B4-BE49-F238E27FC236}">
                <a16:creationId xmlns:a16="http://schemas.microsoft.com/office/drawing/2014/main" id="{4886D9DD-4410-4C8C-9C87-CC9ED16BA377}"/>
              </a:ext>
            </a:extLst>
          </p:cNvPr>
          <p:cNvSpPr>
            <a:spLocks noGrp="1"/>
          </p:cNvSpPr>
          <p:nvPr/>
        </p:nvSpPr>
        <p:spPr>
          <a:xfrm>
            <a:off x="47186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1" name="01_find_only_1010">
            <a:extLst>
              <a:ext uri="{FF2B5EF4-FFF2-40B4-BE49-F238E27FC236}">
                <a16:creationId xmlns:a16="http://schemas.microsoft.com/office/drawing/2014/main" id="{8AFB7F69-67FA-4436-9A01-F6B04167C33C}"/>
              </a:ext>
            </a:extLst>
          </p:cNvPr>
          <p:cNvSpPr>
            <a:spLocks noGrp="1"/>
          </p:cNvSpPr>
          <p:nvPr/>
        </p:nvSpPr>
        <p:spPr>
          <a:xfrm>
            <a:off x="4717815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2" name="01_find_only_1011">
            <a:extLst>
              <a:ext uri="{FF2B5EF4-FFF2-40B4-BE49-F238E27FC236}">
                <a16:creationId xmlns:a16="http://schemas.microsoft.com/office/drawing/2014/main" id="{0DEB80B2-5980-4FA8-9E01-CAC487B89218}"/>
              </a:ext>
            </a:extLst>
          </p:cNvPr>
          <p:cNvSpPr>
            <a:spLocks noGrp="1"/>
          </p:cNvSpPr>
          <p:nvPr/>
        </p:nvSpPr>
        <p:spPr>
          <a:xfrm>
            <a:off x="470227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3" name="01_find_only_1012">
            <a:extLst>
              <a:ext uri="{FF2B5EF4-FFF2-40B4-BE49-F238E27FC236}">
                <a16:creationId xmlns:a16="http://schemas.microsoft.com/office/drawing/2014/main" id="{0AD985B9-D7E7-4A55-B8EF-29401E150576}"/>
              </a:ext>
            </a:extLst>
          </p:cNvPr>
          <p:cNvSpPr>
            <a:spLocks noGrp="1"/>
          </p:cNvSpPr>
          <p:nvPr/>
        </p:nvSpPr>
        <p:spPr>
          <a:xfrm>
            <a:off x="4675165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4" name="01_find_only_1013">
            <a:extLst>
              <a:ext uri="{FF2B5EF4-FFF2-40B4-BE49-F238E27FC236}">
                <a16:creationId xmlns:a16="http://schemas.microsoft.com/office/drawing/2014/main" id="{CB2D2E4A-94A3-462E-9F0E-732760628688}"/>
              </a:ext>
            </a:extLst>
          </p:cNvPr>
          <p:cNvSpPr>
            <a:spLocks noGrp="1"/>
          </p:cNvSpPr>
          <p:nvPr/>
        </p:nvSpPr>
        <p:spPr>
          <a:xfrm>
            <a:off x="473481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5" name="01_find_only_1014">
            <a:extLst>
              <a:ext uri="{FF2B5EF4-FFF2-40B4-BE49-F238E27FC236}">
                <a16:creationId xmlns:a16="http://schemas.microsoft.com/office/drawing/2014/main" id="{E50E37A1-4604-4278-99A2-19D7D72173FE}"/>
              </a:ext>
            </a:extLst>
          </p:cNvPr>
          <p:cNvSpPr>
            <a:spLocks noGrp="1"/>
          </p:cNvSpPr>
          <p:nvPr/>
        </p:nvSpPr>
        <p:spPr>
          <a:xfrm>
            <a:off x="466486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6" name="01_find_only_1015">
            <a:extLst>
              <a:ext uri="{FF2B5EF4-FFF2-40B4-BE49-F238E27FC236}">
                <a16:creationId xmlns:a16="http://schemas.microsoft.com/office/drawing/2014/main" id="{66618620-4702-4D44-939F-E1D72CC07D9A}"/>
              </a:ext>
            </a:extLst>
          </p:cNvPr>
          <p:cNvSpPr>
            <a:spLocks noGrp="1"/>
          </p:cNvSpPr>
          <p:nvPr/>
        </p:nvSpPr>
        <p:spPr>
          <a:xfrm>
            <a:off x="46640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7" name="01_find_only_1016">
            <a:extLst>
              <a:ext uri="{FF2B5EF4-FFF2-40B4-BE49-F238E27FC236}">
                <a16:creationId xmlns:a16="http://schemas.microsoft.com/office/drawing/2014/main" id="{C84C8719-501C-4F66-B207-A3A2CA759656}"/>
              </a:ext>
            </a:extLst>
          </p:cNvPr>
          <p:cNvSpPr>
            <a:spLocks noGrp="1"/>
          </p:cNvSpPr>
          <p:nvPr/>
        </p:nvSpPr>
        <p:spPr>
          <a:xfrm>
            <a:off x="46684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8" name="01_find_only_1017">
            <a:extLst>
              <a:ext uri="{FF2B5EF4-FFF2-40B4-BE49-F238E27FC236}">
                <a16:creationId xmlns:a16="http://schemas.microsoft.com/office/drawing/2014/main" id="{2D1E6E79-2127-40DE-85AF-01B9EB55AFDE}"/>
              </a:ext>
            </a:extLst>
          </p:cNvPr>
          <p:cNvSpPr>
            <a:spLocks noGrp="1"/>
          </p:cNvSpPr>
          <p:nvPr/>
        </p:nvSpPr>
        <p:spPr>
          <a:xfrm>
            <a:off x="473617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9" name="01_find_only_1018">
            <a:extLst>
              <a:ext uri="{FF2B5EF4-FFF2-40B4-BE49-F238E27FC236}">
                <a16:creationId xmlns:a16="http://schemas.microsoft.com/office/drawing/2014/main" id="{1A7FB321-7ED6-4A13-8737-0739D07D576D}"/>
              </a:ext>
            </a:extLst>
          </p:cNvPr>
          <p:cNvSpPr>
            <a:spLocks noGrp="1"/>
          </p:cNvSpPr>
          <p:nvPr/>
        </p:nvSpPr>
        <p:spPr>
          <a:xfrm>
            <a:off x="4725878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0" name="01_find_only_1019">
            <a:extLst>
              <a:ext uri="{FF2B5EF4-FFF2-40B4-BE49-F238E27FC236}">
                <a16:creationId xmlns:a16="http://schemas.microsoft.com/office/drawing/2014/main" id="{A5AF4AAC-5796-40D5-8139-0D9F682BD923}"/>
              </a:ext>
            </a:extLst>
          </p:cNvPr>
          <p:cNvSpPr>
            <a:spLocks noGrp="1"/>
          </p:cNvSpPr>
          <p:nvPr/>
        </p:nvSpPr>
        <p:spPr>
          <a:xfrm>
            <a:off x="4730056" y="3051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1" name="01_find_only_1020">
            <a:extLst>
              <a:ext uri="{FF2B5EF4-FFF2-40B4-BE49-F238E27FC236}">
                <a16:creationId xmlns:a16="http://schemas.microsoft.com/office/drawing/2014/main" id="{6A415713-5E94-4839-85FF-7F840EB9FFE5}"/>
              </a:ext>
            </a:extLst>
          </p:cNvPr>
          <p:cNvSpPr>
            <a:spLocks noGrp="1"/>
          </p:cNvSpPr>
          <p:nvPr/>
        </p:nvSpPr>
        <p:spPr>
          <a:xfrm>
            <a:off x="4718008" y="30258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2" name="01_find_only_1021">
            <a:extLst>
              <a:ext uri="{FF2B5EF4-FFF2-40B4-BE49-F238E27FC236}">
                <a16:creationId xmlns:a16="http://schemas.microsoft.com/office/drawing/2014/main" id="{FCF47A4D-09C1-40B7-AB6B-A201C61458DF}"/>
              </a:ext>
            </a:extLst>
          </p:cNvPr>
          <p:cNvSpPr>
            <a:spLocks noGrp="1"/>
          </p:cNvSpPr>
          <p:nvPr/>
        </p:nvSpPr>
        <p:spPr>
          <a:xfrm>
            <a:off x="47254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3" name="01_find_only_1022">
            <a:extLst>
              <a:ext uri="{FF2B5EF4-FFF2-40B4-BE49-F238E27FC236}">
                <a16:creationId xmlns:a16="http://schemas.microsoft.com/office/drawing/2014/main" id="{3EA44EF4-EC83-4354-B13F-E053BAB6F2BD}"/>
              </a:ext>
            </a:extLst>
          </p:cNvPr>
          <p:cNvSpPr>
            <a:spLocks noGrp="1"/>
          </p:cNvSpPr>
          <p:nvPr/>
        </p:nvSpPr>
        <p:spPr>
          <a:xfrm>
            <a:off x="47338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4" name="01_find_only_1023">
            <a:extLst>
              <a:ext uri="{FF2B5EF4-FFF2-40B4-BE49-F238E27FC236}">
                <a16:creationId xmlns:a16="http://schemas.microsoft.com/office/drawing/2014/main" id="{ED70816A-48BF-4455-A6F8-8BF11262611F}"/>
              </a:ext>
            </a:extLst>
          </p:cNvPr>
          <p:cNvSpPr>
            <a:spLocks noGrp="1"/>
          </p:cNvSpPr>
          <p:nvPr/>
        </p:nvSpPr>
        <p:spPr>
          <a:xfrm>
            <a:off x="46625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5" name="01_find_only_1024">
            <a:extLst>
              <a:ext uri="{FF2B5EF4-FFF2-40B4-BE49-F238E27FC236}">
                <a16:creationId xmlns:a16="http://schemas.microsoft.com/office/drawing/2014/main" id="{D8EE44FD-1B02-4309-896A-3BC53D56954E}"/>
              </a:ext>
            </a:extLst>
          </p:cNvPr>
          <p:cNvSpPr>
            <a:spLocks noGrp="1"/>
          </p:cNvSpPr>
          <p:nvPr/>
        </p:nvSpPr>
        <p:spPr>
          <a:xfrm>
            <a:off x="4670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6" name="01_find_only_1025">
            <a:extLst>
              <a:ext uri="{FF2B5EF4-FFF2-40B4-BE49-F238E27FC236}">
                <a16:creationId xmlns:a16="http://schemas.microsoft.com/office/drawing/2014/main" id="{E121104C-4614-4274-BBFF-010C1FBF46B9}"/>
              </a:ext>
            </a:extLst>
          </p:cNvPr>
          <p:cNvSpPr>
            <a:spLocks noGrp="1"/>
          </p:cNvSpPr>
          <p:nvPr/>
        </p:nvSpPr>
        <p:spPr>
          <a:xfrm>
            <a:off x="4716357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7" name="01_find_only_1026">
            <a:extLst>
              <a:ext uri="{FF2B5EF4-FFF2-40B4-BE49-F238E27FC236}">
                <a16:creationId xmlns:a16="http://schemas.microsoft.com/office/drawing/2014/main" id="{E87A40A6-07B5-4F1B-9065-8F746FB35799}"/>
              </a:ext>
            </a:extLst>
          </p:cNvPr>
          <p:cNvSpPr>
            <a:spLocks noGrp="1"/>
          </p:cNvSpPr>
          <p:nvPr/>
        </p:nvSpPr>
        <p:spPr>
          <a:xfrm>
            <a:off x="466749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8" name="01_find_only_1027">
            <a:extLst>
              <a:ext uri="{FF2B5EF4-FFF2-40B4-BE49-F238E27FC236}">
                <a16:creationId xmlns:a16="http://schemas.microsoft.com/office/drawing/2014/main" id="{1B2AC527-C231-4020-AE0B-45D454FC4691}"/>
              </a:ext>
            </a:extLst>
          </p:cNvPr>
          <p:cNvSpPr>
            <a:spLocks noGrp="1"/>
          </p:cNvSpPr>
          <p:nvPr/>
        </p:nvSpPr>
        <p:spPr>
          <a:xfrm>
            <a:off x="4676914" y="33763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9" name="01_find_only_1028">
            <a:extLst>
              <a:ext uri="{FF2B5EF4-FFF2-40B4-BE49-F238E27FC236}">
                <a16:creationId xmlns:a16="http://schemas.microsoft.com/office/drawing/2014/main" id="{9A35F644-EEF2-4A13-9310-E1B6880E5BE4}"/>
              </a:ext>
            </a:extLst>
          </p:cNvPr>
          <p:cNvSpPr>
            <a:spLocks noGrp="1"/>
          </p:cNvSpPr>
          <p:nvPr/>
        </p:nvSpPr>
        <p:spPr>
          <a:xfrm>
            <a:off x="46609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0" name="01_find_only_1029">
            <a:extLst>
              <a:ext uri="{FF2B5EF4-FFF2-40B4-BE49-F238E27FC236}">
                <a16:creationId xmlns:a16="http://schemas.microsoft.com/office/drawing/2014/main" id="{B8567344-96B8-45A9-B7E6-7F043A62FF8E}"/>
              </a:ext>
            </a:extLst>
          </p:cNvPr>
          <p:cNvSpPr>
            <a:spLocks noGrp="1"/>
          </p:cNvSpPr>
          <p:nvPr/>
        </p:nvSpPr>
        <p:spPr>
          <a:xfrm>
            <a:off x="4671279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1" name="01_find_only_1030">
            <a:extLst>
              <a:ext uri="{FF2B5EF4-FFF2-40B4-BE49-F238E27FC236}">
                <a16:creationId xmlns:a16="http://schemas.microsoft.com/office/drawing/2014/main" id="{366ADC85-B7B0-4147-AE0A-D5DE086CE5A8}"/>
              </a:ext>
            </a:extLst>
          </p:cNvPr>
          <p:cNvSpPr>
            <a:spLocks noGrp="1"/>
          </p:cNvSpPr>
          <p:nvPr/>
        </p:nvSpPr>
        <p:spPr>
          <a:xfrm>
            <a:off x="4675068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2" name="01_find_only_1031">
            <a:extLst>
              <a:ext uri="{FF2B5EF4-FFF2-40B4-BE49-F238E27FC236}">
                <a16:creationId xmlns:a16="http://schemas.microsoft.com/office/drawing/2014/main" id="{26595BF2-1837-4A4C-977A-60566AD1025C}"/>
              </a:ext>
            </a:extLst>
          </p:cNvPr>
          <p:cNvSpPr>
            <a:spLocks noGrp="1"/>
          </p:cNvSpPr>
          <p:nvPr/>
        </p:nvSpPr>
        <p:spPr>
          <a:xfrm>
            <a:off x="4735399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3" name="01_find_only_1032">
            <a:extLst>
              <a:ext uri="{FF2B5EF4-FFF2-40B4-BE49-F238E27FC236}">
                <a16:creationId xmlns:a16="http://schemas.microsoft.com/office/drawing/2014/main" id="{EDBF355C-C3CA-4548-A820-41074895A521}"/>
              </a:ext>
            </a:extLst>
          </p:cNvPr>
          <p:cNvSpPr>
            <a:spLocks noGrp="1"/>
          </p:cNvSpPr>
          <p:nvPr/>
        </p:nvSpPr>
        <p:spPr>
          <a:xfrm>
            <a:off x="4694207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4" name="01_find_only_1033">
            <a:extLst>
              <a:ext uri="{FF2B5EF4-FFF2-40B4-BE49-F238E27FC236}">
                <a16:creationId xmlns:a16="http://schemas.microsoft.com/office/drawing/2014/main" id="{BF0666A9-0967-4738-969B-BD60B4375C39}"/>
              </a:ext>
            </a:extLst>
          </p:cNvPr>
          <p:cNvSpPr>
            <a:spLocks noGrp="1"/>
          </p:cNvSpPr>
          <p:nvPr/>
        </p:nvSpPr>
        <p:spPr>
          <a:xfrm>
            <a:off x="466253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5" name="01_find_only_1034">
            <a:extLst>
              <a:ext uri="{FF2B5EF4-FFF2-40B4-BE49-F238E27FC236}">
                <a16:creationId xmlns:a16="http://schemas.microsoft.com/office/drawing/2014/main" id="{22EC62D3-07D4-4AF8-BE70-9F66EBCF3E21}"/>
              </a:ext>
            </a:extLst>
          </p:cNvPr>
          <p:cNvSpPr>
            <a:spLocks noGrp="1"/>
          </p:cNvSpPr>
          <p:nvPr/>
        </p:nvSpPr>
        <p:spPr>
          <a:xfrm>
            <a:off x="467662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6" name="01_find_only_1035">
            <a:extLst>
              <a:ext uri="{FF2B5EF4-FFF2-40B4-BE49-F238E27FC236}">
                <a16:creationId xmlns:a16="http://schemas.microsoft.com/office/drawing/2014/main" id="{B8423B5C-E21B-4C88-AD23-BF6853599FBE}"/>
              </a:ext>
            </a:extLst>
          </p:cNvPr>
          <p:cNvSpPr>
            <a:spLocks noGrp="1"/>
          </p:cNvSpPr>
          <p:nvPr/>
        </p:nvSpPr>
        <p:spPr>
          <a:xfrm>
            <a:off x="4730347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7" name="01_find_only_1036">
            <a:extLst>
              <a:ext uri="{FF2B5EF4-FFF2-40B4-BE49-F238E27FC236}">
                <a16:creationId xmlns:a16="http://schemas.microsoft.com/office/drawing/2014/main" id="{663B896F-9C3D-4A38-B938-60D44CB3BF8A}"/>
              </a:ext>
            </a:extLst>
          </p:cNvPr>
          <p:cNvSpPr>
            <a:spLocks noGrp="1"/>
          </p:cNvSpPr>
          <p:nvPr/>
        </p:nvSpPr>
        <p:spPr>
          <a:xfrm>
            <a:off x="471198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8" name="01_find_only_1037">
            <a:extLst>
              <a:ext uri="{FF2B5EF4-FFF2-40B4-BE49-F238E27FC236}">
                <a16:creationId xmlns:a16="http://schemas.microsoft.com/office/drawing/2014/main" id="{AC49BA27-CC99-42B6-9ED0-81633F24CEA4}"/>
              </a:ext>
            </a:extLst>
          </p:cNvPr>
          <p:cNvSpPr>
            <a:spLocks noGrp="1"/>
          </p:cNvSpPr>
          <p:nvPr/>
        </p:nvSpPr>
        <p:spPr>
          <a:xfrm>
            <a:off x="4729958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9" name="01_find_only_1038">
            <a:extLst>
              <a:ext uri="{FF2B5EF4-FFF2-40B4-BE49-F238E27FC236}">
                <a16:creationId xmlns:a16="http://schemas.microsoft.com/office/drawing/2014/main" id="{B51A8485-DB1E-4FD8-9166-677A22AD121D}"/>
              </a:ext>
            </a:extLst>
          </p:cNvPr>
          <p:cNvSpPr>
            <a:spLocks noGrp="1"/>
          </p:cNvSpPr>
          <p:nvPr/>
        </p:nvSpPr>
        <p:spPr>
          <a:xfrm>
            <a:off x="4668462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0" name="01_find_only_1039">
            <a:extLst>
              <a:ext uri="{FF2B5EF4-FFF2-40B4-BE49-F238E27FC236}">
                <a16:creationId xmlns:a16="http://schemas.microsoft.com/office/drawing/2014/main" id="{F3073B04-43EC-4ACA-8340-CCB438763F9E}"/>
              </a:ext>
            </a:extLst>
          </p:cNvPr>
          <p:cNvSpPr>
            <a:spLocks noGrp="1"/>
          </p:cNvSpPr>
          <p:nvPr/>
        </p:nvSpPr>
        <p:spPr>
          <a:xfrm>
            <a:off x="4686727" y="34873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1" name="01_find_only_1040">
            <a:extLst>
              <a:ext uri="{FF2B5EF4-FFF2-40B4-BE49-F238E27FC236}">
                <a16:creationId xmlns:a16="http://schemas.microsoft.com/office/drawing/2014/main" id="{E8A3E5B2-9C72-4D87-9CB1-4367AE1CFB7F}"/>
              </a:ext>
            </a:extLst>
          </p:cNvPr>
          <p:cNvSpPr>
            <a:spLocks noGrp="1"/>
          </p:cNvSpPr>
          <p:nvPr/>
        </p:nvSpPr>
        <p:spPr>
          <a:xfrm>
            <a:off x="4730639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2" name="01_find_only_1041">
            <a:extLst>
              <a:ext uri="{FF2B5EF4-FFF2-40B4-BE49-F238E27FC236}">
                <a16:creationId xmlns:a16="http://schemas.microsoft.com/office/drawing/2014/main" id="{2DBCE5C4-F154-400F-9E07-DBC872CEC934}"/>
              </a:ext>
            </a:extLst>
          </p:cNvPr>
          <p:cNvSpPr>
            <a:spLocks noGrp="1"/>
          </p:cNvSpPr>
          <p:nvPr/>
        </p:nvSpPr>
        <p:spPr>
          <a:xfrm>
            <a:off x="47307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3" name="01_find_only_1042">
            <a:extLst>
              <a:ext uri="{FF2B5EF4-FFF2-40B4-BE49-F238E27FC236}">
                <a16:creationId xmlns:a16="http://schemas.microsoft.com/office/drawing/2014/main" id="{A1C0DEB9-A495-4343-AE1C-5002927797FB}"/>
              </a:ext>
            </a:extLst>
          </p:cNvPr>
          <p:cNvSpPr>
            <a:spLocks noGrp="1"/>
          </p:cNvSpPr>
          <p:nvPr/>
        </p:nvSpPr>
        <p:spPr>
          <a:xfrm>
            <a:off x="47247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4" name="01_find_only_1043">
            <a:extLst>
              <a:ext uri="{FF2B5EF4-FFF2-40B4-BE49-F238E27FC236}">
                <a16:creationId xmlns:a16="http://schemas.microsoft.com/office/drawing/2014/main" id="{B5A5C2F0-BB95-47DE-8A6C-3306AD11FAB0}"/>
              </a:ext>
            </a:extLst>
          </p:cNvPr>
          <p:cNvSpPr>
            <a:spLocks noGrp="1"/>
          </p:cNvSpPr>
          <p:nvPr/>
        </p:nvSpPr>
        <p:spPr>
          <a:xfrm>
            <a:off x="47332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5" name="01_find_only_1044">
            <a:extLst>
              <a:ext uri="{FF2B5EF4-FFF2-40B4-BE49-F238E27FC236}">
                <a16:creationId xmlns:a16="http://schemas.microsoft.com/office/drawing/2014/main" id="{5417F565-F6F2-4174-9A39-FA975E06DA09}"/>
              </a:ext>
            </a:extLst>
          </p:cNvPr>
          <p:cNvSpPr>
            <a:spLocks noGrp="1"/>
          </p:cNvSpPr>
          <p:nvPr/>
        </p:nvSpPr>
        <p:spPr>
          <a:xfrm>
            <a:off x="4677400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6" name="01_find_only_1045">
            <a:extLst>
              <a:ext uri="{FF2B5EF4-FFF2-40B4-BE49-F238E27FC236}">
                <a16:creationId xmlns:a16="http://schemas.microsoft.com/office/drawing/2014/main" id="{30682A0B-231B-4E42-A862-C48FF1A7F0BB}"/>
              </a:ext>
            </a:extLst>
          </p:cNvPr>
          <p:cNvSpPr>
            <a:spLocks noGrp="1"/>
          </p:cNvSpPr>
          <p:nvPr/>
        </p:nvSpPr>
        <p:spPr>
          <a:xfrm>
            <a:off x="46627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7" name="01_find_only_1046">
            <a:extLst>
              <a:ext uri="{FF2B5EF4-FFF2-40B4-BE49-F238E27FC236}">
                <a16:creationId xmlns:a16="http://schemas.microsoft.com/office/drawing/2014/main" id="{1F9F2B29-B4E9-4CBC-86B6-0AA9FC601246}"/>
              </a:ext>
            </a:extLst>
          </p:cNvPr>
          <p:cNvSpPr>
            <a:spLocks noGrp="1"/>
          </p:cNvSpPr>
          <p:nvPr/>
        </p:nvSpPr>
        <p:spPr>
          <a:xfrm>
            <a:off x="47192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8" name="01_find_only_1047">
            <a:extLst>
              <a:ext uri="{FF2B5EF4-FFF2-40B4-BE49-F238E27FC236}">
                <a16:creationId xmlns:a16="http://schemas.microsoft.com/office/drawing/2014/main" id="{F038B7C9-6BCE-4223-AC7C-6730FC6F71AC}"/>
              </a:ext>
            </a:extLst>
          </p:cNvPr>
          <p:cNvSpPr>
            <a:spLocks noGrp="1"/>
          </p:cNvSpPr>
          <p:nvPr/>
        </p:nvSpPr>
        <p:spPr>
          <a:xfrm>
            <a:off x="46581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9" name="01_find_only_1048">
            <a:extLst>
              <a:ext uri="{FF2B5EF4-FFF2-40B4-BE49-F238E27FC236}">
                <a16:creationId xmlns:a16="http://schemas.microsoft.com/office/drawing/2014/main" id="{390CED8A-1603-4CD9-9E49-6597533797BD}"/>
              </a:ext>
            </a:extLst>
          </p:cNvPr>
          <p:cNvSpPr>
            <a:spLocks noGrp="1"/>
          </p:cNvSpPr>
          <p:nvPr/>
        </p:nvSpPr>
        <p:spPr>
          <a:xfrm>
            <a:off x="46642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0" name="01_find_only_1049">
            <a:extLst>
              <a:ext uri="{FF2B5EF4-FFF2-40B4-BE49-F238E27FC236}">
                <a16:creationId xmlns:a16="http://schemas.microsoft.com/office/drawing/2014/main" id="{58F4A363-474D-4859-8AA9-E1695B089555}"/>
              </a:ext>
            </a:extLst>
          </p:cNvPr>
          <p:cNvSpPr>
            <a:spLocks noGrp="1"/>
          </p:cNvSpPr>
          <p:nvPr/>
        </p:nvSpPr>
        <p:spPr>
          <a:xfrm>
            <a:off x="4721701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1" name="01_find_only_1050">
            <a:extLst>
              <a:ext uri="{FF2B5EF4-FFF2-40B4-BE49-F238E27FC236}">
                <a16:creationId xmlns:a16="http://schemas.microsoft.com/office/drawing/2014/main" id="{534984EE-C940-4A5D-BC18-0334FE1C017F}"/>
              </a:ext>
            </a:extLst>
          </p:cNvPr>
          <p:cNvSpPr>
            <a:spLocks noGrp="1"/>
          </p:cNvSpPr>
          <p:nvPr/>
        </p:nvSpPr>
        <p:spPr>
          <a:xfrm>
            <a:off x="46590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2" name="01_find_only_1051">
            <a:extLst>
              <a:ext uri="{FF2B5EF4-FFF2-40B4-BE49-F238E27FC236}">
                <a16:creationId xmlns:a16="http://schemas.microsoft.com/office/drawing/2014/main" id="{A0BCA4A0-4895-4AA3-9643-00623DF647B7}"/>
              </a:ext>
            </a:extLst>
          </p:cNvPr>
          <p:cNvSpPr>
            <a:spLocks noGrp="1"/>
          </p:cNvSpPr>
          <p:nvPr/>
        </p:nvSpPr>
        <p:spPr>
          <a:xfrm>
            <a:off x="474035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3" name="01_find_only_1052">
            <a:extLst>
              <a:ext uri="{FF2B5EF4-FFF2-40B4-BE49-F238E27FC236}">
                <a16:creationId xmlns:a16="http://schemas.microsoft.com/office/drawing/2014/main" id="{671FC14E-4A5E-41FC-B4D2-46AC28A97E84}"/>
              </a:ext>
            </a:extLst>
          </p:cNvPr>
          <p:cNvSpPr>
            <a:spLocks noGrp="1"/>
          </p:cNvSpPr>
          <p:nvPr/>
        </p:nvSpPr>
        <p:spPr>
          <a:xfrm>
            <a:off x="472549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4" name="01_find_only_1053">
            <a:extLst>
              <a:ext uri="{FF2B5EF4-FFF2-40B4-BE49-F238E27FC236}">
                <a16:creationId xmlns:a16="http://schemas.microsoft.com/office/drawing/2014/main" id="{468DF765-5C80-40B4-9DAE-DABCCB1CA347}"/>
              </a:ext>
            </a:extLst>
          </p:cNvPr>
          <p:cNvSpPr>
            <a:spLocks noGrp="1"/>
          </p:cNvSpPr>
          <p:nvPr/>
        </p:nvSpPr>
        <p:spPr>
          <a:xfrm>
            <a:off x="469032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5" name="01_find_only_1054">
            <a:extLst>
              <a:ext uri="{FF2B5EF4-FFF2-40B4-BE49-F238E27FC236}">
                <a16:creationId xmlns:a16="http://schemas.microsoft.com/office/drawing/2014/main" id="{841BF906-BB26-4C85-A955-F521682CE975}"/>
              </a:ext>
            </a:extLst>
          </p:cNvPr>
          <p:cNvSpPr>
            <a:spLocks noGrp="1"/>
          </p:cNvSpPr>
          <p:nvPr/>
        </p:nvSpPr>
        <p:spPr>
          <a:xfrm>
            <a:off x="46739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6" name="01_find_only_1055">
            <a:extLst>
              <a:ext uri="{FF2B5EF4-FFF2-40B4-BE49-F238E27FC236}">
                <a16:creationId xmlns:a16="http://schemas.microsoft.com/office/drawing/2014/main" id="{D7F52177-BA69-4ED5-A18F-54D97E129C31}"/>
              </a:ext>
            </a:extLst>
          </p:cNvPr>
          <p:cNvSpPr>
            <a:spLocks noGrp="1"/>
          </p:cNvSpPr>
          <p:nvPr/>
        </p:nvSpPr>
        <p:spPr>
          <a:xfrm>
            <a:off x="4738896" y="322780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7" name="01_find_only_1056">
            <a:extLst>
              <a:ext uri="{FF2B5EF4-FFF2-40B4-BE49-F238E27FC236}">
                <a16:creationId xmlns:a16="http://schemas.microsoft.com/office/drawing/2014/main" id="{F7A8B031-144E-48C1-B8FD-32B5318AAA9D}"/>
              </a:ext>
            </a:extLst>
          </p:cNvPr>
          <p:cNvSpPr>
            <a:spLocks noGrp="1"/>
          </p:cNvSpPr>
          <p:nvPr/>
        </p:nvSpPr>
        <p:spPr>
          <a:xfrm>
            <a:off x="4743074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8" name="01_find_only_1057">
            <a:extLst>
              <a:ext uri="{FF2B5EF4-FFF2-40B4-BE49-F238E27FC236}">
                <a16:creationId xmlns:a16="http://schemas.microsoft.com/office/drawing/2014/main" id="{9965F1F5-FC64-406F-A068-EF0A1294194C}"/>
              </a:ext>
            </a:extLst>
          </p:cNvPr>
          <p:cNvSpPr>
            <a:spLocks noGrp="1"/>
          </p:cNvSpPr>
          <p:nvPr/>
        </p:nvSpPr>
        <p:spPr>
          <a:xfrm>
            <a:off x="47078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9" name="01_find_only_1058">
            <a:extLst>
              <a:ext uri="{FF2B5EF4-FFF2-40B4-BE49-F238E27FC236}">
                <a16:creationId xmlns:a16="http://schemas.microsoft.com/office/drawing/2014/main" id="{33878A90-96CA-426B-A3E1-33BBBDA8E0F5}"/>
              </a:ext>
            </a:extLst>
          </p:cNvPr>
          <p:cNvSpPr>
            <a:spLocks noGrp="1"/>
          </p:cNvSpPr>
          <p:nvPr/>
        </p:nvSpPr>
        <p:spPr>
          <a:xfrm>
            <a:off x="472995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0" name="01_find_only_1059">
            <a:extLst>
              <a:ext uri="{FF2B5EF4-FFF2-40B4-BE49-F238E27FC236}">
                <a16:creationId xmlns:a16="http://schemas.microsoft.com/office/drawing/2014/main" id="{DCDA06DB-63FD-45BD-8FE7-237F77A56428}"/>
              </a:ext>
            </a:extLst>
          </p:cNvPr>
          <p:cNvSpPr>
            <a:spLocks noGrp="1"/>
          </p:cNvSpPr>
          <p:nvPr/>
        </p:nvSpPr>
        <p:spPr>
          <a:xfrm>
            <a:off x="4661855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1" name="01_find_only_1060">
            <a:extLst>
              <a:ext uri="{FF2B5EF4-FFF2-40B4-BE49-F238E27FC236}">
                <a16:creationId xmlns:a16="http://schemas.microsoft.com/office/drawing/2014/main" id="{192B33B8-DBD0-4872-B30B-31DCF0FE157A}"/>
              </a:ext>
            </a:extLst>
          </p:cNvPr>
          <p:cNvSpPr>
            <a:spLocks noGrp="1"/>
          </p:cNvSpPr>
          <p:nvPr/>
        </p:nvSpPr>
        <p:spPr>
          <a:xfrm>
            <a:off x="46892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2" name="01_find_only_1061">
            <a:extLst>
              <a:ext uri="{FF2B5EF4-FFF2-40B4-BE49-F238E27FC236}">
                <a16:creationId xmlns:a16="http://schemas.microsoft.com/office/drawing/2014/main" id="{72F4F59C-15EF-4E91-9952-A25C6D88E357}"/>
              </a:ext>
            </a:extLst>
          </p:cNvPr>
          <p:cNvSpPr>
            <a:spLocks noGrp="1"/>
          </p:cNvSpPr>
          <p:nvPr/>
        </p:nvSpPr>
        <p:spPr>
          <a:xfrm>
            <a:off x="472393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3" name="01_find_only_1062">
            <a:extLst>
              <a:ext uri="{FF2B5EF4-FFF2-40B4-BE49-F238E27FC236}">
                <a16:creationId xmlns:a16="http://schemas.microsoft.com/office/drawing/2014/main" id="{A9390857-50D3-4D98-91B9-05F87E7AF8ED}"/>
              </a:ext>
            </a:extLst>
          </p:cNvPr>
          <p:cNvSpPr>
            <a:spLocks noGrp="1"/>
          </p:cNvSpPr>
          <p:nvPr/>
        </p:nvSpPr>
        <p:spPr>
          <a:xfrm>
            <a:off x="46559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4" name="01_find_only_1063">
            <a:extLst>
              <a:ext uri="{FF2B5EF4-FFF2-40B4-BE49-F238E27FC236}">
                <a16:creationId xmlns:a16="http://schemas.microsoft.com/office/drawing/2014/main" id="{F0876C2B-9D1D-40C8-8EEA-AD0FFBA22C51}"/>
              </a:ext>
            </a:extLst>
          </p:cNvPr>
          <p:cNvSpPr>
            <a:spLocks noGrp="1"/>
          </p:cNvSpPr>
          <p:nvPr/>
        </p:nvSpPr>
        <p:spPr>
          <a:xfrm>
            <a:off x="465243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5" name="01_find_only_1064">
            <a:extLst>
              <a:ext uri="{FF2B5EF4-FFF2-40B4-BE49-F238E27FC236}">
                <a16:creationId xmlns:a16="http://schemas.microsoft.com/office/drawing/2014/main" id="{BD92F2C8-9EF4-455C-8951-B5856E806629}"/>
              </a:ext>
            </a:extLst>
          </p:cNvPr>
          <p:cNvSpPr>
            <a:spLocks noGrp="1"/>
          </p:cNvSpPr>
          <p:nvPr/>
        </p:nvSpPr>
        <p:spPr>
          <a:xfrm>
            <a:off x="470984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6" name="01_find_only_1065">
            <a:extLst>
              <a:ext uri="{FF2B5EF4-FFF2-40B4-BE49-F238E27FC236}">
                <a16:creationId xmlns:a16="http://schemas.microsoft.com/office/drawing/2014/main" id="{1E1B262E-8067-4019-B79B-999D4E2FA57D}"/>
              </a:ext>
            </a:extLst>
          </p:cNvPr>
          <p:cNvSpPr>
            <a:spLocks noGrp="1"/>
          </p:cNvSpPr>
          <p:nvPr/>
        </p:nvSpPr>
        <p:spPr>
          <a:xfrm>
            <a:off x="473831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7" name="01_find_only_1066">
            <a:extLst>
              <a:ext uri="{FF2B5EF4-FFF2-40B4-BE49-F238E27FC236}">
                <a16:creationId xmlns:a16="http://schemas.microsoft.com/office/drawing/2014/main" id="{F836731B-0E09-4233-934C-BEBE73B75691}"/>
              </a:ext>
            </a:extLst>
          </p:cNvPr>
          <p:cNvSpPr>
            <a:spLocks noGrp="1"/>
          </p:cNvSpPr>
          <p:nvPr/>
        </p:nvSpPr>
        <p:spPr>
          <a:xfrm>
            <a:off x="46481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8" name="01_find_only_1067">
            <a:extLst>
              <a:ext uri="{FF2B5EF4-FFF2-40B4-BE49-F238E27FC236}">
                <a16:creationId xmlns:a16="http://schemas.microsoft.com/office/drawing/2014/main" id="{42E5130A-F3A8-4C7A-A158-E11C0F4FBC9E}"/>
              </a:ext>
            </a:extLst>
          </p:cNvPr>
          <p:cNvSpPr>
            <a:spLocks noGrp="1"/>
          </p:cNvSpPr>
          <p:nvPr/>
        </p:nvSpPr>
        <p:spPr>
          <a:xfrm>
            <a:off x="46861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9" name="01_find_only_1068">
            <a:extLst>
              <a:ext uri="{FF2B5EF4-FFF2-40B4-BE49-F238E27FC236}">
                <a16:creationId xmlns:a16="http://schemas.microsoft.com/office/drawing/2014/main" id="{0B42ABCD-8E51-487D-94DE-47195DD292F7}"/>
              </a:ext>
            </a:extLst>
          </p:cNvPr>
          <p:cNvSpPr>
            <a:spLocks noGrp="1"/>
          </p:cNvSpPr>
          <p:nvPr/>
        </p:nvSpPr>
        <p:spPr>
          <a:xfrm>
            <a:off x="47173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0" name="01_find_only_1069">
            <a:extLst>
              <a:ext uri="{FF2B5EF4-FFF2-40B4-BE49-F238E27FC236}">
                <a16:creationId xmlns:a16="http://schemas.microsoft.com/office/drawing/2014/main" id="{3812386B-FC32-4191-8F3E-C8447F0F90B9}"/>
              </a:ext>
            </a:extLst>
          </p:cNvPr>
          <p:cNvSpPr>
            <a:spLocks noGrp="1"/>
          </p:cNvSpPr>
          <p:nvPr/>
        </p:nvSpPr>
        <p:spPr>
          <a:xfrm>
            <a:off x="46881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1" name="01_find_only_1070">
            <a:extLst>
              <a:ext uri="{FF2B5EF4-FFF2-40B4-BE49-F238E27FC236}">
                <a16:creationId xmlns:a16="http://schemas.microsoft.com/office/drawing/2014/main" id="{C21C812E-9191-4ECA-847C-9CC6D951B82B}"/>
              </a:ext>
            </a:extLst>
          </p:cNvPr>
          <p:cNvSpPr>
            <a:spLocks noGrp="1"/>
          </p:cNvSpPr>
          <p:nvPr/>
        </p:nvSpPr>
        <p:spPr>
          <a:xfrm>
            <a:off x="4671765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2" name="01_find_only_1071">
            <a:extLst>
              <a:ext uri="{FF2B5EF4-FFF2-40B4-BE49-F238E27FC236}">
                <a16:creationId xmlns:a16="http://schemas.microsoft.com/office/drawing/2014/main" id="{B26EDBAF-67AE-49E4-9402-25EC2A0C4266}"/>
              </a:ext>
            </a:extLst>
          </p:cNvPr>
          <p:cNvSpPr>
            <a:spLocks noGrp="1"/>
          </p:cNvSpPr>
          <p:nvPr/>
        </p:nvSpPr>
        <p:spPr>
          <a:xfrm>
            <a:off x="470946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3" name="01_find_only_1072">
            <a:extLst>
              <a:ext uri="{FF2B5EF4-FFF2-40B4-BE49-F238E27FC236}">
                <a16:creationId xmlns:a16="http://schemas.microsoft.com/office/drawing/2014/main" id="{88442AC9-10E1-42A9-AF3B-018BD8840FAB}"/>
              </a:ext>
            </a:extLst>
          </p:cNvPr>
          <p:cNvSpPr>
            <a:spLocks noGrp="1"/>
          </p:cNvSpPr>
          <p:nvPr/>
        </p:nvSpPr>
        <p:spPr>
          <a:xfrm>
            <a:off x="47063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4" name="01_find_only_1073">
            <a:extLst>
              <a:ext uri="{FF2B5EF4-FFF2-40B4-BE49-F238E27FC236}">
                <a16:creationId xmlns:a16="http://schemas.microsoft.com/office/drawing/2014/main" id="{0F7FA416-7C38-465C-BACA-5D1EC8BF9DE4}"/>
              </a:ext>
            </a:extLst>
          </p:cNvPr>
          <p:cNvSpPr>
            <a:spLocks noGrp="1"/>
          </p:cNvSpPr>
          <p:nvPr/>
        </p:nvSpPr>
        <p:spPr>
          <a:xfrm>
            <a:off x="469459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5" name="01_find_only_1074">
            <a:extLst>
              <a:ext uri="{FF2B5EF4-FFF2-40B4-BE49-F238E27FC236}">
                <a16:creationId xmlns:a16="http://schemas.microsoft.com/office/drawing/2014/main" id="{AAE37275-B7C0-4CF2-B81E-8E4C8450796F}"/>
              </a:ext>
            </a:extLst>
          </p:cNvPr>
          <p:cNvSpPr>
            <a:spLocks noGrp="1"/>
          </p:cNvSpPr>
          <p:nvPr/>
        </p:nvSpPr>
        <p:spPr>
          <a:xfrm>
            <a:off x="470401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6" name="01_find_only_1075">
            <a:extLst>
              <a:ext uri="{FF2B5EF4-FFF2-40B4-BE49-F238E27FC236}">
                <a16:creationId xmlns:a16="http://schemas.microsoft.com/office/drawing/2014/main" id="{6E6DCC54-61DB-4055-B459-404BCCF0BE8F}"/>
              </a:ext>
            </a:extLst>
          </p:cNvPr>
          <p:cNvSpPr>
            <a:spLocks noGrp="1"/>
          </p:cNvSpPr>
          <p:nvPr/>
        </p:nvSpPr>
        <p:spPr>
          <a:xfrm>
            <a:off x="46761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7" name="01_find_only_1076">
            <a:extLst>
              <a:ext uri="{FF2B5EF4-FFF2-40B4-BE49-F238E27FC236}">
                <a16:creationId xmlns:a16="http://schemas.microsoft.com/office/drawing/2014/main" id="{351A0482-6D37-43AB-BF01-28E5D465D8B9}"/>
              </a:ext>
            </a:extLst>
          </p:cNvPr>
          <p:cNvSpPr>
            <a:spLocks noGrp="1"/>
          </p:cNvSpPr>
          <p:nvPr/>
        </p:nvSpPr>
        <p:spPr>
          <a:xfrm>
            <a:off x="469789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8" name="01_find_only_1077">
            <a:extLst>
              <a:ext uri="{FF2B5EF4-FFF2-40B4-BE49-F238E27FC236}">
                <a16:creationId xmlns:a16="http://schemas.microsoft.com/office/drawing/2014/main" id="{550FF756-1AD2-4088-A7CC-C17CAFFDA85D}"/>
              </a:ext>
            </a:extLst>
          </p:cNvPr>
          <p:cNvSpPr>
            <a:spLocks noGrp="1"/>
          </p:cNvSpPr>
          <p:nvPr/>
        </p:nvSpPr>
        <p:spPr>
          <a:xfrm>
            <a:off x="4677108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9" name="01_find_only_1078">
            <a:extLst>
              <a:ext uri="{FF2B5EF4-FFF2-40B4-BE49-F238E27FC236}">
                <a16:creationId xmlns:a16="http://schemas.microsoft.com/office/drawing/2014/main" id="{D015106F-244E-472D-AB14-01D53681FE71}"/>
              </a:ext>
            </a:extLst>
          </p:cNvPr>
          <p:cNvSpPr>
            <a:spLocks noGrp="1"/>
          </p:cNvSpPr>
          <p:nvPr/>
        </p:nvSpPr>
        <p:spPr>
          <a:xfrm>
            <a:off x="468565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0" name="01_find_only_1079">
            <a:extLst>
              <a:ext uri="{FF2B5EF4-FFF2-40B4-BE49-F238E27FC236}">
                <a16:creationId xmlns:a16="http://schemas.microsoft.com/office/drawing/2014/main" id="{4A48EEC6-2157-4945-88DA-2E6B106B533E}"/>
              </a:ext>
            </a:extLst>
          </p:cNvPr>
          <p:cNvSpPr>
            <a:spLocks noGrp="1"/>
          </p:cNvSpPr>
          <p:nvPr/>
        </p:nvSpPr>
        <p:spPr>
          <a:xfrm>
            <a:off x="4727627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1" name="01_find_only_1080">
            <a:extLst>
              <a:ext uri="{FF2B5EF4-FFF2-40B4-BE49-F238E27FC236}">
                <a16:creationId xmlns:a16="http://schemas.microsoft.com/office/drawing/2014/main" id="{D42FDAE9-5EAE-4E62-AB52-65186B0C8A7C}"/>
              </a:ext>
            </a:extLst>
          </p:cNvPr>
          <p:cNvSpPr>
            <a:spLocks noGrp="1"/>
          </p:cNvSpPr>
          <p:nvPr/>
        </p:nvSpPr>
        <p:spPr>
          <a:xfrm>
            <a:off x="465884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2" name="01_find_only_1081">
            <a:extLst>
              <a:ext uri="{FF2B5EF4-FFF2-40B4-BE49-F238E27FC236}">
                <a16:creationId xmlns:a16="http://schemas.microsoft.com/office/drawing/2014/main" id="{26273B81-3122-416C-BCD9-601A212DB508}"/>
              </a:ext>
            </a:extLst>
          </p:cNvPr>
          <p:cNvSpPr>
            <a:spLocks noGrp="1"/>
          </p:cNvSpPr>
          <p:nvPr/>
        </p:nvSpPr>
        <p:spPr>
          <a:xfrm>
            <a:off x="466331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3" name="01_find_only_1082">
            <a:extLst>
              <a:ext uri="{FF2B5EF4-FFF2-40B4-BE49-F238E27FC236}">
                <a16:creationId xmlns:a16="http://schemas.microsoft.com/office/drawing/2014/main" id="{6EF4B5B0-893D-4046-B4DD-DB4E48550B87}"/>
              </a:ext>
            </a:extLst>
          </p:cNvPr>
          <p:cNvSpPr>
            <a:spLocks noGrp="1"/>
          </p:cNvSpPr>
          <p:nvPr/>
        </p:nvSpPr>
        <p:spPr>
          <a:xfrm>
            <a:off x="47037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4" name="01_find_only_1083">
            <a:extLst>
              <a:ext uri="{FF2B5EF4-FFF2-40B4-BE49-F238E27FC236}">
                <a16:creationId xmlns:a16="http://schemas.microsoft.com/office/drawing/2014/main" id="{265E2C89-D552-4A11-A914-C35A3D496BBB}"/>
              </a:ext>
            </a:extLst>
          </p:cNvPr>
          <p:cNvSpPr>
            <a:spLocks noGrp="1"/>
          </p:cNvSpPr>
          <p:nvPr/>
        </p:nvSpPr>
        <p:spPr>
          <a:xfrm>
            <a:off x="470285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5" name="01_find_only_1084">
            <a:extLst>
              <a:ext uri="{FF2B5EF4-FFF2-40B4-BE49-F238E27FC236}">
                <a16:creationId xmlns:a16="http://schemas.microsoft.com/office/drawing/2014/main" id="{BB9B41B8-316D-41FC-9CCA-A0BB4E83E0B1}"/>
              </a:ext>
            </a:extLst>
          </p:cNvPr>
          <p:cNvSpPr>
            <a:spLocks noGrp="1"/>
          </p:cNvSpPr>
          <p:nvPr/>
        </p:nvSpPr>
        <p:spPr>
          <a:xfrm>
            <a:off x="473442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6" name="01_find_only_1085">
            <a:extLst>
              <a:ext uri="{FF2B5EF4-FFF2-40B4-BE49-F238E27FC236}">
                <a16:creationId xmlns:a16="http://schemas.microsoft.com/office/drawing/2014/main" id="{D5CCEC74-6C2B-44A6-A4FB-F484352C1372}"/>
              </a:ext>
            </a:extLst>
          </p:cNvPr>
          <p:cNvSpPr>
            <a:spLocks noGrp="1"/>
          </p:cNvSpPr>
          <p:nvPr/>
        </p:nvSpPr>
        <p:spPr>
          <a:xfrm>
            <a:off x="47197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7" name="01_find_only_1086">
            <a:extLst>
              <a:ext uri="{FF2B5EF4-FFF2-40B4-BE49-F238E27FC236}">
                <a16:creationId xmlns:a16="http://schemas.microsoft.com/office/drawing/2014/main" id="{B485F006-8544-4650-800E-376E0B1D5CE1}"/>
              </a:ext>
            </a:extLst>
          </p:cNvPr>
          <p:cNvSpPr>
            <a:spLocks noGrp="1"/>
          </p:cNvSpPr>
          <p:nvPr/>
        </p:nvSpPr>
        <p:spPr>
          <a:xfrm>
            <a:off x="4659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8" name="01_find_only_1087">
            <a:extLst>
              <a:ext uri="{FF2B5EF4-FFF2-40B4-BE49-F238E27FC236}">
                <a16:creationId xmlns:a16="http://schemas.microsoft.com/office/drawing/2014/main" id="{F0FAE3F4-343F-466A-917D-93932CA6BBCB}"/>
              </a:ext>
            </a:extLst>
          </p:cNvPr>
          <p:cNvSpPr>
            <a:spLocks noGrp="1"/>
          </p:cNvSpPr>
          <p:nvPr/>
        </p:nvSpPr>
        <p:spPr>
          <a:xfrm>
            <a:off x="4673902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9" name="01_find_only_1088">
            <a:extLst>
              <a:ext uri="{FF2B5EF4-FFF2-40B4-BE49-F238E27FC236}">
                <a16:creationId xmlns:a16="http://schemas.microsoft.com/office/drawing/2014/main" id="{763D83A7-F25B-49F4-8438-3B4019025675}"/>
              </a:ext>
            </a:extLst>
          </p:cNvPr>
          <p:cNvSpPr>
            <a:spLocks noGrp="1"/>
          </p:cNvSpPr>
          <p:nvPr/>
        </p:nvSpPr>
        <p:spPr>
          <a:xfrm>
            <a:off x="47124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0" name="01_find_only_1089">
            <a:extLst>
              <a:ext uri="{FF2B5EF4-FFF2-40B4-BE49-F238E27FC236}">
                <a16:creationId xmlns:a16="http://schemas.microsoft.com/office/drawing/2014/main" id="{CA4C1234-EA56-4462-9244-1C7CF896AB69}"/>
              </a:ext>
            </a:extLst>
          </p:cNvPr>
          <p:cNvSpPr>
            <a:spLocks noGrp="1"/>
          </p:cNvSpPr>
          <p:nvPr/>
        </p:nvSpPr>
        <p:spPr>
          <a:xfrm>
            <a:off x="46541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1" name="01_find_only_1090">
            <a:extLst>
              <a:ext uri="{FF2B5EF4-FFF2-40B4-BE49-F238E27FC236}">
                <a16:creationId xmlns:a16="http://schemas.microsoft.com/office/drawing/2014/main" id="{ABEDDF5B-B2E9-460E-AB27-7C2A07376F8B}"/>
              </a:ext>
            </a:extLst>
          </p:cNvPr>
          <p:cNvSpPr>
            <a:spLocks noGrp="1"/>
          </p:cNvSpPr>
          <p:nvPr/>
        </p:nvSpPr>
        <p:spPr>
          <a:xfrm>
            <a:off x="472170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2" name="01_find_only_1091">
            <a:extLst>
              <a:ext uri="{FF2B5EF4-FFF2-40B4-BE49-F238E27FC236}">
                <a16:creationId xmlns:a16="http://schemas.microsoft.com/office/drawing/2014/main" id="{8446E2FB-ACDF-438B-B782-74A693D792C9}"/>
              </a:ext>
            </a:extLst>
          </p:cNvPr>
          <p:cNvSpPr>
            <a:spLocks noGrp="1"/>
          </p:cNvSpPr>
          <p:nvPr/>
        </p:nvSpPr>
        <p:spPr>
          <a:xfrm>
            <a:off x="47250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3" name="01_find_only_1092">
            <a:extLst>
              <a:ext uri="{FF2B5EF4-FFF2-40B4-BE49-F238E27FC236}">
                <a16:creationId xmlns:a16="http://schemas.microsoft.com/office/drawing/2014/main" id="{7F1BCE23-6D2D-4CD6-83BE-978CAF801349}"/>
              </a:ext>
            </a:extLst>
          </p:cNvPr>
          <p:cNvSpPr>
            <a:spLocks noGrp="1"/>
          </p:cNvSpPr>
          <p:nvPr/>
        </p:nvSpPr>
        <p:spPr>
          <a:xfrm>
            <a:off x="471470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4" name="01_find_only_1093">
            <a:extLst>
              <a:ext uri="{FF2B5EF4-FFF2-40B4-BE49-F238E27FC236}">
                <a16:creationId xmlns:a16="http://schemas.microsoft.com/office/drawing/2014/main" id="{AB53E035-EB87-4CA9-AA24-AE372C47F535}"/>
              </a:ext>
            </a:extLst>
          </p:cNvPr>
          <p:cNvSpPr>
            <a:spLocks noGrp="1"/>
          </p:cNvSpPr>
          <p:nvPr/>
        </p:nvSpPr>
        <p:spPr>
          <a:xfrm>
            <a:off x="471383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5" name="01_find_only_1094">
            <a:extLst>
              <a:ext uri="{FF2B5EF4-FFF2-40B4-BE49-F238E27FC236}">
                <a16:creationId xmlns:a16="http://schemas.microsoft.com/office/drawing/2014/main" id="{04020494-D95D-4196-9401-D211D84726A1}"/>
              </a:ext>
            </a:extLst>
          </p:cNvPr>
          <p:cNvSpPr>
            <a:spLocks noGrp="1"/>
          </p:cNvSpPr>
          <p:nvPr/>
        </p:nvSpPr>
        <p:spPr>
          <a:xfrm>
            <a:off x="47180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6" name="01_find_only_1095">
            <a:extLst>
              <a:ext uri="{FF2B5EF4-FFF2-40B4-BE49-F238E27FC236}">
                <a16:creationId xmlns:a16="http://schemas.microsoft.com/office/drawing/2014/main" id="{7332588C-3D6B-4310-B193-1FA5847AFC5E}"/>
              </a:ext>
            </a:extLst>
          </p:cNvPr>
          <p:cNvSpPr>
            <a:spLocks noGrp="1"/>
          </p:cNvSpPr>
          <p:nvPr/>
        </p:nvSpPr>
        <p:spPr>
          <a:xfrm>
            <a:off x="469964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7" name="01_find_only_1096">
            <a:extLst>
              <a:ext uri="{FF2B5EF4-FFF2-40B4-BE49-F238E27FC236}">
                <a16:creationId xmlns:a16="http://schemas.microsoft.com/office/drawing/2014/main" id="{31776D0E-38BB-4400-8125-7A7B1BD9460C}"/>
              </a:ext>
            </a:extLst>
          </p:cNvPr>
          <p:cNvSpPr>
            <a:spLocks noGrp="1"/>
          </p:cNvSpPr>
          <p:nvPr/>
        </p:nvSpPr>
        <p:spPr>
          <a:xfrm>
            <a:off x="464922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8" name="01_find_only_1097">
            <a:extLst>
              <a:ext uri="{FF2B5EF4-FFF2-40B4-BE49-F238E27FC236}">
                <a16:creationId xmlns:a16="http://schemas.microsoft.com/office/drawing/2014/main" id="{E646629C-6E39-44C9-A50A-FEEDB78268EF}"/>
              </a:ext>
            </a:extLst>
          </p:cNvPr>
          <p:cNvSpPr>
            <a:spLocks noGrp="1"/>
          </p:cNvSpPr>
          <p:nvPr/>
        </p:nvSpPr>
        <p:spPr>
          <a:xfrm>
            <a:off x="469945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9" name="01_find_only_1098">
            <a:extLst>
              <a:ext uri="{FF2B5EF4-FFF2-40B4-BE49-F238E27FC236}">
                <a16:creationId xmlns:a16="http://schemas.microsoft.com/office/drawing/2014/main" id="{2491655E-8986-476E-A2F5-08200EFC0A3F}"/>
              </a:ext>
            </a:extLst>
          </p:cNvPr>
          <p:cNvSpPr>
            <a:spLocks noGrp="1"/>
          </p:cNvSpPr>
          <p:nvPr/>
        </p:nvSpPr>
        <p:spPr>
          <a:xfrm>
            <a:off x="466205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0" name="01_find_only_1099">
            <a:extLst>
              <a:ext uri="{FF2B5EF4-FFF2-40B4-BE49-F238E27FC236}">
                <a16:creationId xmlns:a16="http://schemas.microsoft.com/office/drawing/2014/main" id="{DD38BAF7-C3AE-4B1B-9C75-8F2AC34F084F}"/>
              </a:ext>
            </a:extLst>
          </p:cNvPr>
          <p:cNvSpPr>
            <a:spLocks noGrp="1"/>
          </p:cNvSpPr>
          <p:nvPr/>
        </p:nvSpPr>
        <p:spPr>
          <a:xfrm>
            <a:off x="4714220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1" name="01_find_only_1100">
            <a:extLst>
              <a:ext uri="{FF2B5EF4-FFF2-40B4-BE49-F238E27FC236}">
                <a16:creationId xmlns:a16="http://schemas.microsoft.com/office/drawing/2014/main" id="{88F413F1-3C50-4CC8-8593-7556F4292492}"/>
              </a:ext>
            </a:extLst>
          </p:cNvPr>
          <p:cNvSpPr>
            <a:spLocks noGrp="1"/>
          </p:cNvSpPr>
          <p:nvPr/>
        </p:nvSpPr>
        <p:spPr>
          <a:xfrm>
            <a:off x="472704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2" name="01_find_only_1101">
            <a:extLst>
              <a:ext uri="{FF2B5EF4-FFF2-40B4-BE49-F238E27FC236}">
                <a16:creationId xmlns:a16="http://schemas.microsoft.com/office/drawing/2014/main" id="{D5A95C5F-68F2-4262-8B94-21DE7472C84E}"/>
              </a:ext>
            </a:extLst>
          </p:cNvPr>
          <p:cNvSpPr>
            <a:spLocks noGrp="1"/>
          </p:cNvSpPr>
          <p:nvPr/>
        </p:nvSpPr>
        <p:spPr>
          <a:xfrm>
            <a:off x="466049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3" name="01_find_only_1102">
            <a:extLst>
              <a:ext uri="{FF2B5EF4-FFF2-40B4-BE49-F238E27FC236}">
                <a16:creationId xmlns:a16="http://schemas.microsoft.com/office/drawing/2014/main" id="{0486AC41-5C6D-4242-91EF-C59710B429D9}"/>
              </a:ext>
            </a:extLst>
          </p:cNvPr>
          <p:cNvSpPr>
            <a:spLocks noGrp="1"/>
          </p:cNvSpPr>
          <p:nvPr/>
        </p:nvSpPr>
        <p:spPr>
          <a:xfrm>
            <a:off x="4715094" y="29580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4" name="01_find_only_1103">
            <a:extLst>
              <a:ext uri="{FF2B5EF4-FFF2-40B4-BE49-F238E27FC236}">
                <a16:creationId xmlns:a16="http://schemas.microsoft.com/office/drawing/2014/main" id="{B9360AE9-2739-4BA2-AAE2-C4B29A434382}"/>
              </a:ext>
            </a:extLst>
          </p:cNvPr>
          <p:cNvSpPr>
            <a:spLocks noGrp="1"/>
          </p:cNvSpPr>
          <p:nvPr/>
        </p:nvSpPr>
        <p:spPr>
          <a:xfrm>
            <a:off x="466535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5" name="01_find_only_1104">
            <a:extLst>
              <a:ext uri="{FF2B5EF4-FFF2-40B4-BE49-F238E27FC236}">
                <a16:creationId xmlns:a16="http://schemas.microsoft.com/office/drawing/2014/main" id="{0EC02F43-5A10-4C7F-839B-9216E4BB8EE7}"/>
              </a:ext>
            </a:extLst>
          </p:cNvPr>
          <p:cNvSpPr>
            <a:spLocks noGrp="1"/>
          </p:cNvSpPr>
          <p:nvPr/>
        </p:nvSpPr>
        <p:spPr>
          <a:xfrm>
            <a:off x="466962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6" name="01_find_only_1105">
            <a:extLst>
              <a:ext uri="{FF2B5EF4-FFF2-40B4-BE49-F238E27FC236}">
                <a16:creationId xmlns:a16="http://schemas.microsoft.com/office/drawing/2014/main" id="{EB39137C-AB96-4F08-9BC8-64B5DBB650FB}"/>
              </a:ext>
            </a:extLst>
          </p:cNvPr>
          <p:cNvSpPr>
            <a:spLocks noGrp="1"/>
          </p:cNvSpPr>
          <p:nvPr/>
        </p:nvSpPr>
        <p:spPr>
          <a:xfrm>
            <a:off x="465806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7" name="01_find_only_1106">
            <a:extLst>
              <a:ext uri="{FF2B5EF4-FFF2-40B4-BE49-F238E27FC236}">
                <a16:creationId xmlns:a16="http://schemas.microsoft.com/office/drawing/2014/main" id="{167A716D-7493-4FEF-9F56-521458B09842}"/>
              </a:ext>
            </a:extLst>
          </p:cNvPr>
          <p:cNvSpPr>
            <a:spLocks noGrp="1"/>
          </p:cNvSpPr>
          <p:nvPr/>
        </p:nvSpPr>
        <p:spPr>
          <a:xfrm>
            <a:off x="4714026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8" name="01_find_only_1107">
            <a:extLst>
              <a:ext uri="{FF2B5EF4-FFF2-40B4-BE49-F238E27FC236}">
                <a16:creationId xmlns:a16="http://schemas.microsoft.com/office/drawing/2014/main" id="{189584DC-7429-4C9D-8D5C-4546BD3F9253}"/>
              </a:ext>
            </a:extLst>
          </p:cNvPr>
          <p:cNvSpPr>
            <a:spLocks noGrp="1"/>
          </p:cNvSpPr>
          <p:nvPr/>
        </p:nvSpPr>
        <p:spPr>
          <a:xfrm>
            <a:off x="47390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9" name="01_find_only_1108">
            <a:extLst>
              <a:ext uri="{FF2B5EF4-FFF2-40B4-BE49-F238E27FC236}">
                <a16:creationId xmlns:a16="http://schemas.microsoft.com/office/drawing/2014/main" id="{1E35BB8A-E215-4282-B5BC-4AEAED1CFEAE}"/>
              </a:ext>
            </a:extLst>
          </p:cNvPr>
          <p:cNvSpPr>
            <a:spLocks noGrp="1"/>
          </p:cNvSpPr>
          <p:nvPr/>
        </p:nvSpPr>
        <p:spPr>
          <a:xfrm>
            <a:off x="474326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0" name="01_find_only_1109">
            <a:extLst>
              <a:ext uri="{FF2B5EF4-FFF2-40B4-BE49-F238E27FC236}">
                <a16:creationId xmlns:a16="http://schemas.microsoft.com/office/drawing/2014/main" id="{AD0D3E51-9112-4340-91FA-92BAC0D0A318}"/>
              </a:ext>
            </a:extLst>
          </p:cNvPr>
          <p:cNvSpPr>
            <a:spLocks noGrp="1"/>
          </p:cNvSpPr>
          <p:nvPr/>
        </p:nvSpPr>
        <p:spPr>
          <a:xfrm>
            <a:off x="468322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1" name="01_find_only_1110">
            <a:extLst>
              <a:ext uri="{FF2B5EF4-FFF2-40B4-BE49-F238E27FC236}">
                <a16:creationId xmlns:a16="http://schemas.microsoft.com/office/drawing/2014/main" id="{3C166DAE-7AE4-4829-99DA-FC93EB158B91}"/>
              </a:ext>
            </a:extLst>
          </p:cNvPr>
          <p:cNvSpPr>
            <a:spLocks noGrp="1"/>
          </p:cNvSpPr>
          <p:nvPr/>
        </p:nvSpPr>
        <p:spPr>
          <a:xfrm>
            <a:off x="471888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2" name="01_find_only_1111">
            <a:extLst>
              <a:ext uri="{FF2B5EF4-FFF2-40B4-BE49-F238E27FC236}">
                <a16:creationId xmlns:a16="http://schemas.microsoft.com/office/drawing/2014/main" id="{FFB85862-4338-47F2-9848-86D59404A496}"/>
              </a:ext>
            </a:extLst>
          </p:cNvPr>
          <p:cNvSpPr>
            <a:spLocks noGrp="1"/>
          </p:cNvSpPr>
          <p:nvPr/>
        </p:nvSpPr>
        <p:spPr>
          <a:xfrm>
            <a:off x="473773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3" name="01_find_only_1112">
            <a:extLst>
              <a:ext uri="{FF2B5EF4-FFF2-40B4-BE49-F238E27FC236}">
                <a16:creationId xmlns:a16="http://schemas.microsoft.com/office/drawing/2014/main" id="{A34D54C9-BA4D-4FC2-8D89-75A90D7AB496}"/>
              </a:ext>
            </a:extLst>
          </p:cNvPr>
          <p:cNvSpPr>
            <a:spLocks noGrp="1"/>
          </p:cNvSpPr>
          <p:nvPr/>
        </p:nvSpPr>
        <p:spPr>
          <a:xfrm>
            <a:off x="472626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4" name="01_find_only_1113">
            <a:extLst>
              <a:ext uri="{FF2B5EF4-FFF2-40B4-BE49-F238E27FC236}">
                <a16:creationId xmlns:a16="http://schemas.microsoft.com/office/drawing/2014/main" id="{8BE1451B-FF45-423B-A525-D492FEDE3F3F}"/>
              </a:ext>
            </a:extLst>
          </p:cNvPr>
          <p:cNvSpPr>
            <a:spLocks noGrp="1"/>
          </p:cNvSpPr>
          <p:nvPr/>
        </p:nvSpPr>
        <p:spPr>
          <a:xfrm>
            <a:off x="47159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5" name="01_find_only_1114">
            <a:extLst>
              <a:ext uri="{FF2B5EF4-FFF2-40B4-BE49-F238E27FC236}">
                <a16:creationId xmlns:a16="http://schemas.microsoft.com/office/drawing/2014/main" id="{C3D157B3-7440-4A5C-9674-2DD86DC28CE2}"/>
              </a:ext>
            </a:extLst>
          </p:cNvPr>
          <p:cNvSpPr>
            <a:spLocks noGrp="1"/>
          </p:cNvSpPr>
          <p:nvPr/>
        </p:nvSpPr>
        <p:spPr>
          <a:xfrm>
            <a:off x="46921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6" name="01_find_only_1115">
            <a:extLst>
              <a:ext uri="{FF2B5EF4-FFF2-40B4-BE49-F238E27FC236}">
                <a16:creationId xmlns:a16="http://schemas.microsoft.com/office/drawing/2014/main" id="{22651E26-6395-4949-97F4-56768A0D0B96}"/>
              </a:ext>
            </a:extLst>
          </p:cNvPr>
          <p:cNvSpPr>
            <a:spLocks noGrp="1"/>
          </p:cNvSpPr>
          <p:nvPr/>
        </p:nvSpPr>
        <p:spPr>
          <a:xfrm>
            <a:off x="4689252" y="34730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7" name="01_find_only_1116">
            <a:extLst>
              <a:ext uri="{FF2B5EF4-FFF2-40B4-BE49-F238E27FC236}">
                <a16:creationId xmlns:a16="http://schemas.microsoft.com/office/drawing/2014/main" id="{5ABD7DB3-3047-47EB-A606-E5640C50F0A7}"/>
              </a:ext>
            </a:extLst>
          </p:cNvPr>
          <p:cNvSpPr>
            <a:spLocks noGrp="1"/>
          </p:cNvSpPr>
          <p:nvPr/>
        </p:nvSpPr>
        <p:spPr>
          <a:xfrm>
            <a:off x="46569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8" name="01_find_only_1117">
            <a:extLst>
              <a:ext uri="{FF2B5EF4-FFF2-40B4-BE49-F238E27FC236}">
                <a16:creationId xmlns:a16="http://schemas.microsoft.com/office/drawing/2014/main" id="{D5A33166-149D-4992-B925-6BF33B718D3A}"/>
              </a:ext>
            </a:extLst>
          </p:cNvPr>
          <p:cNvSpPr>
            <a:spLocks noGrp="1"/>
          </p:cNvSpPr>
          <p:nvPr/>
        </p:nvSpPr>
        <p:spPr>
          <a:xfrm>
            <a:off x="473802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9" name="01_find_only_1118">
            <a:extLst>
              <a:ext uri="{FF2B5EF4-FFF2-40B4-BE49-F238E27FC236}">
                <a16:creationId xmlns:a16="http://schemas.microsoft.com/office/drawing/2014/main" id="{FC70C4BE-925D-4F9F-A94A-DD90D5730A7F}"/>
              </a:ext>
            </a:extLst>
          </p:cNvPr>
          <p:cNvSpPr>
            <a:spLocks noGrp="1"/>
          </p:cNvSpPr>
          <p:nvPr/>
        </p:nvSpPr>
        <p:spPr>
          <a:xfrm>
            <a:off x="47277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0" name="01_find_only_1119">
            <a:extLst>
              <a:ext uri="{FF2B5EF4-FFF2-40B4-BE49-F238E27FC236}">
                <a16:creationId xmlns:a16="http://schemas.microsoft.com/office/drawing/2014/main" id="{B967A8D1-DA6B-4004-9B64-0011AF98EAE3}"/>
              </a:ext>
            </a:extLst>
          </p:cNvPr>
          <p:cNvSpPr>
            <a:spLocks noGrp="1"/>
          </p:cNvSpPr>
          <p:nvPr/>
        </p:nvSpPr>
        <p:spPr>
          <a:xfrm>
            <a:off x="47130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1" name="01_find_only_1120">
            <a:extLst>
              <a:ext uri="{FF2B5EF4-FFF2-40B4-BE49-F238E27FC236}">
                <a16:creationId xmlns:a16="http://schemas.microsoft.com/office/drawing/2014/main" id="{1F0C7C7B-FA02-43C4-8633-B3461F2DECA1}"/>
              </a:ext>
            </a:extLst>
          </p:cNvPr>
          <p:cNvSpPr>
            <a:spLocks noGrp="1"/>
          </p:cNvSpPr>
          <p:nvPr/>
        </p:nvSpPr>
        <p:spPr>
          <a:xfrm>
            <a:off x="46535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2" name="01_find_only_1121">
            <a:extLst>
              <a:ext uri="{FF2B5EF4-FFF2-40B4-BE49-F238E27FC236}">
                <a16:creationId xmlns:a16="http://schemas.microsoft.com/office/drawing/2014/main" id="{07991CB0-473B-4A2A-AB71-B4D5BCCD07E3}"/>
              </a:ext>
            </a:extLst>
          </p:cNvPr>
          <p:cNvSpPr>
            <a:spLocks noGrp="1"/>
          </p:cNvSpPr>
          <p:nvPr/>
        </p:nvSpPr>
        <p:spPr>
          <a:xfrm>
            <a:off x="4662924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3" name="01_find_only_1122">
            <a:extLst>
              <a:ext uri="{FF2B5EF4-FFF2-40B4-BE49-F238E27FC236}">
                <a16:creationId xmlns:a16="http://schemas.microsoft.com/office/drawing/2014/main" id="{811F896E-6A54-4438-B0B5-BD80172C3F03}"/>
              </a:ext>
            </a:extLst>
          </p:cNvPr>
          <p:cNvSpPr>
            <a:spLocks noGrp="1"/>
          </p:cNvSpPr>
          <p:nvPr/>
        </p:nvSpPr>
        <p:spPr>
          <a:xfrm>
            <a:off x="467234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4" name="01_find_only_1123">
            <a:extLst>
              <a:ext uri="{FF2B5EF4-FFF2-40B4-BE49-F238E27FC236}">
                <a16:creationId xmlns:a16="http://schemas.microsoft.com/office/drawing/2014/main" id="{87CA167E-1038-42BA-AFBD-C7B12C8EBCC6}"/>
              </a:ext>
            </a:extLst>
          </p:cNvPr>
          <p:cNvSpPr>
            <a:spLocks noGrp="1"/>
          </p:cNvSpPr>
          <p:nvPr/>
        </p:nvSpPr>
        <p:spPr>
          <a:xfrm>
            <a:off x="47140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5" name="01_find_only_1124">
            <a:extLst>
              <a:ext uri="{FF2B5EF4-FFF2-40B4-BE49-F238E27FC236}">
                <a16:creationId xmlns:a16="http://schemas.microsoft.com/office/drawing/2014/main" id="{1DCA939D-BA93-4D6F-B7D7-231EA5504C38}"/>
              </a:ext>
            </a:extLst>
          </p:cNvPr>
          <p:cNvSpPr>
            <a:spLocks noGrp="1"/>
          </p:cNvSpPr>
          <p:nvPr/>
        </p:nvSpPr>
        <p:spPr>
          <a:xfrm>
            <a:off x="47042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6" name="01_find_only_1125">
            <a:extLst>
              <a:ext uri="{FF2B5EF4-FFF2-40B4-BE49-F238E27FC236}">
                <a16:creationId xmlns:a16="http://schemas.microsoft.com/office/drawing/2014/main" id="{D737EF48-6654-4F91-8F67-F9D665D93B2F}"/>
              </a:ext>
            </a:extLst>
          </p:cNvPr>
          <p:cNvSpPr>
            <a:spLocks noGrp="1"/>
          </p:cNvSpPr>
          <p:nvPr/>
        </p:nvSpPr>
        <p:spPr>
          <a:xfrm>
            <a:off x="466700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7" name="01_find_only_1126">
            <a:extLst>
              <a:ext uri="{FF2B5EF4-FFF2-40B4-BE49-F238E27FC236}">
                <a16:creationId xmlns:a16="http://schemas.microsoft.com/office/drawing/2014/main" id="{52F386EA-EFA7-43C5-9FAC-9D3AC707B670}"/>
              </a:ext>
            </a:extLst>
          </p:cNvPr>
          <p:cNvSpPr>
            <a:spLocks noGrp="1"/>
          </p:cNvSpPr>
          <p:nvPr/>
        </p:nvSpPr>
        <p:spPr>
          <a:xfrm>
            <a:off x="46845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8" name="01_find_only_1127">
            <a:extLst>
              <a:ext uri="{FF2B5EF4-FFF2-40B4-BE49-F238E27FC236}">
                <a16:creationId xmlns:a16="http://schemas.microsoft.com/office/drawing/2014/main" id="{927FC731-46F5-47B3-A088-FBA26240CDD0}"/>
              </a:ext>
            </a:extLst>
          </p:cNvPr>
          <p:cNvSpPr>
            <a:spLocks noGrp="1"/>
          </p:cNvSpPr>
          <p:nvPr/>
        </p:nvSpPr>
        <p:spPr>
          <a:xfrm>
            <a:off x="4650197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9" name="01_find_only_1128">
            <a:extLst>
              <a:ext uri="{FF2B5EF4-FFF2-40B4-BE49-F238E27FC236}">
                <a16:creationId xmlns:a16="http://schemas.microsoft.com/office/drawing/2014/main" id="{C14C794F-49F1-4742-AFA3-BAF119C06C80}"/>
              </a:ext>
            </a:extLst>
          </p:cNvPr>
          <p:cNvSpPr>
            <a:spLocks noGrp="1"/>
          </p:cNvSpPr>
          <p:nvPr/>
        </p:nvSpPr>
        <p:spPr>
          <a:xfrm>
            <a:off x="51806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0" name="01_find_only_1129">
            <a:extLst>
              <a:ext uri="{FF2B5EF4-FFF2-40B4-BE49-F238E27FC236}">
                <a16:creationId xmlns:a16="http://schemas.microsoft.com/office/drawing/2014/main" id="{FE21B94B-6401-406C-A00A-327D87EC8914}"/>
              </a:ext>
            </a:extLst>
          </p:cNvPr>
          <p:cNvSpPr>
            <a:spLocks noGrp="1"/>
          </p:cNvSpPr>
          <p:nvPr/>
        </p:nvSpPr>
        <p:spPr>
          <a:xfrm>
            <a:off x="516200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1" name="01_find_only_1130">
            <a:extLst>
              <a:ext uri="{FF2B5EF4-FFF2-40B4-BE49-F238E27FC236}">
                <a16:creationId xmlns:a16="http://schemas.microsoft.com/office/drawing/2014/main" id="{BAC08835-E8CA-4D86-93DF-F1A718C9403F}"/>
              </a:ext>
            </a:extLst>
          </p:cNvPr>
          <p:cNvSpPr>
            <a:spLocks noGrp="1"/>
          </p:cNvSpPr>
          <p:nvPr/>
        </p:nvSpPr>
        <p:spPr>
          <a:xfrm>
            <a:off x="5177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2" name="01_find_only_1131">
            <a:extLst>
              <a:ext uri="{FF2B5EF4-FFF2-40B4-BE49-F238E27FC236}">
                <a16:creationId xmlns:a16="http://schemas.microsoft.com/office/drawing/2014/main" id="{51188A4A-CB3A-414A-BD10-14F7F7468C72}"/>
              </a:ext>
            </a:extLst>
          </p:cNvPr>
          <p:cNvSpPr>
            <a:spLocks noGrp="1"/>
          </p:cNvSpPr>
          <p:nvPr/>
        </p:nvSpPr>
        <p:spPr>
          <a:xfrm>
            <a:off x="5176768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3" name="01_find_only_1132">
            <a:extLst>
              <a:ext uri="{FF2B5EF4-FFF2-40B4-BE49-F238E27FC236}">
                <a16:creationId xmlns:a16="http://schemas.microsoft.com/office/drawing/2014/main" id="{9CFC3C68-F37C-4981-9E00-89D72164F33E}"/>
              </a:ext>
            </a:extLst>
          </p:cNvPr>
          <p:cNvSpPr>
            <a:spLocks noGrp="1"/>
          </p:cNvSpPr>
          <p:nvPr/>
        </p:nvSpPr>
        <p:spPr>
          <a:xfrm>
            <a:off x="519328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4" name="01_find_only_1133">
            <a:extLst>
              <a:ext uri="{FF2B5EF4-FFF2-40B4-BE49-F238E27FC236}">
                <a16:creationId xmlns:a16="http://schemas.microsoft.com/office/drawing/2014/main" id="{67FD86C8-260E-4940-950E-5381F1C83016}"/>
              </a:ext>
            </a:extLst>
          </p:cNvPr>
          <p:cNvSpPr>
            <a:spLocks noGrp="1"/>
          </p:cNvSpPr>
          <p:nvPr/>
        </p:nvSpPr>
        <p:spPr>
          <a:xfrm>
            <a:off x="522155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5" name="01_find_only_1134">
            <a:extLst>
              <a:ext uri="{FF2B5EF4-FFF2-40B4-BE49-F238E27FC236}">
                <a16:creationId xmlns:a16="http://schemas.microsoft.com/office/drawing/2014/main" id="{EF2D8ACE-EF37-48CC-ABEF-937D4BBC4028}"/>
              </a:ext>
            </a:extLst>
          </p:cNvPr>
          <p:cNvSpPr>
            <a:spLocks noGrp="1"/>
          </p:cNvSpPr>
          <p:nvPr/>
        </p:nvSpPr>
        <p:spPr>
          <a:xfrm>
            <a:off x="52393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6" name="01_find_only_1135">
            <a:extLst>
              <a:ext uri="{FF2B5EF4-FFF2-40B4-BE49-F238E27FC236}">
                <a16:creationId xmlns:a16="http://schemas.microsoft.com/office/drawing/2014/main" id="{8ADC0F03-0103-4A05-844B-732E1D2CF372}"/>
              </a:ext>
            </a:extLst>
          </p:cNvPr>
          <p:cNvSpPr>
            <a:spLocks noGrp="1"/>
          </p:cNvSpPr>
          <p:nvPr/>
        </p:nvSpPr>
        <p:spPr>
          <a:xfrm>
            <a:off x="51671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7" name="01_find_only_1136">
            <a:extLst>
              <a:ext uri="{FF2B5EF4-FFF2-40B4-BE49-F238E27FC236}">
                <a16:creationId xmlns:a16="http://schemas.microsoft.com/office/drawing/2014/main" id="{4E2A4B01-AD56-41FB-A979-5F79A23754A7}"/>
              </a:ext>
            </a:extLst>
          </p:cNvPr>
          <p:cNvSpPr>
            <a:spLocks noGrp="1"/>
          </p:cNvSpPr>
          <p:nvPr/>
        </p:nvSpPr>
        <p:spPr>
          <a:xfrm>
            <a:off x="521154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8" name="01_find_only_1137">
            <a:extLst>
              <a:ext uri="{FF2B5EF4-FFF2-40B4-BE49-F238E27FC236}">
                <a16:creationId xmlns:a16="http://schemas.microsoft.com/office/drawing/2014/main" id="{BEC28523-C13D-44B7-8146-FC8ACA5F8EB0}"/>
              </a:ext>
            </a:extLst>
          </p:cNvPr>
          <p:cNvSpPr>
            <a:spLocks noGrp="1"/>
          </p:cNvSpPr>
          <p:nvPr/>
        </p:nvSpPr>
        <p:spPr>
          <a:xfrm>
            <a:off x="51674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9" name="01_find_only_1138">
            <a:extLst>
              <a:ext uri="{FF2B5EF4-FFF2-40B4-BE49-F238E27FC236}">
                <a16:creationId xmlns:a16="http://schemas.microsoft.com/office/drawing/2014/main" id="{546FC062-614D-49F2-ACE5-830BC7CC5350}"/>
              </a:ext>
            </a:extLst>
          </p:cNvPr>
          <p:cNvSpPr>
            <a:spLocks noGrp="1"/>
          </p:cNvSpPr>
          <p:nvPr/>
        </p:nvSpPr>
        <p:spPr>
          <a:xfrm>
            <a:off x="515675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0" name="01_find_only_1139">
            <a:extLst>
              <a:ext uri="{FF2B5EF4-FFF2-40B4-BE49-F238E27FC236}">
                <a16:creationId xmlns:a16="http://schemas.microsoft.com/office/drawing/2014/main" id="{E65854CC-1B6F-42DC-9424-7EBBE4D17478}"/>
              </a:ext>
            </a:extLst>
          </p:cNvPr>
          <p:cNvSpPr>
            <a:spLocks noGrp="1"/>
          </p:cNvSpPr>
          <p:nvPr/>
        </p:nvSpPr>
        <p:spPr>
          <a:xfrm>
            <a:off x="5231561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1" name="01_find_only_1140">
            <a:extLst>
              <a:ext uri="{FF2B5EF4-FFF2-40B4-BE49-F238E27FC236}">
                <a16:creationId xmlns:a16="http://schemas.microsoft.com/office/drawing/2014/main" id="{295DBF99-5275-42DB-8668-51C6A995CCEF}"/>
              </a:ext>
            </a:extLst>
          </p:cNvPr>
          <p:cNvSpPr>
            <a:spLocks noGrp="1"/>
          </p:cNvSpPr>
          <p:nvPr/>
        </p:nvSpPr>
        <p:spPr>
          <a:xfrm>
            <a:off x="525147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2" name="01_find_only_1141">
            <a:extLst>
              <a:ext uri="{FF2B5EF4-FFF2-40B4-BE49-F238E27FC236}">
                <a16:creationId xmlns:a16="http://schemas.microsoft.com/office/drawing/2014/main" id="{DB64C877-FBC6-45CD-B5F9-013B23F181B5}"/>
              </a:ext>
            </a:extLst>
          </p:cNvPr>
          <p:cNvSpPr>
            <a:spLocks noGrp="1"/>
          </p:cNvSpPr>
          <p:nvPr/>
        </p:nvSpPr>
        <p:spPr>
          <a:xfrm>
            <a:off x="519299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3" name="01_find_only_1142">
            <a:extLst>
              <a:ext uri="{FF2B5EF4-FFF2-40B4-BE49-F238E27FC236}">
                <a16:creationId xmlns:a16="http://schemas.microsoft.com/office/drawing/2014/main" id="{11A390B2-8A24-4AFD-8337-F390EEA0CA08}"/>
              </a:ext>
            </a:extLst>
          </p:cNvPr>
          <p:cNvSpPr>
            <a:spLocks noGrp="1"/>
          </p:cNvSpPr>
          <p:nvPr/>
        </p:nvSpPr>
        <p:spPr>
          <a:xfrm>
            <a:off x="52462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4" name="01_find_only_1143">
            <a:extLst>
              <a:ext uri="{FF2B5EF4-FFF2-40B4-BE49-F238E27FC236}">
                <a16:creationId xmlns:a16="http://schemas.microsoft.com/office/drawing/2014/main" id="{AE683825-FB38-43DF-B823-B84FF102543E}"/>
              </a:ext>
            </a:extLst>
          </p:cNvPr>
          <p:cNvSpPr>
            <a:spLocks noGrp="1"/>
          </p:cNvSpPr>
          <p:nvPr/>
        </p:nvSpPr>
        <p:spPr>
          <a:xfrm>
            <a:off x="5177059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5" name="01_find_only_1144">
            <a:extLst>
              <a:ext uri="{FF2B5EF4-FFF2-40B4-BE49-F238E27FC236}">
                <a16:creationId xmlns:a16="http://schemas.microsoft.com/office/drawing/2014/main" id="{6A33ACDF-BBB1-4D3C-824A-8CD33123232E}"/>
              </a:ext>
            </a:extLst>
          </p:cNvPr>
          <p:cNvSpPr>
            <a:spLocks noGrp="1"/>
          </p:cNvSpPr>
          <p:nvPr/>
        </p:nvSpPr>
        <p:spPr>
          <a:xfrm>
            <a:off x="5195519" y="334077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6" name="01_find_only_1145">
            <a:extLst>
              <a:ext uri="{FF2B5EF4-FFF2-40B4-BE49-F238E27FC236}">
                <a16:creationId xmlns:a16="http://schemas.microsoft.com/office/drawing/2014/main" id="{374CE679-B79A-4CCA-B4C0-9D0C35B43066}"/>
              </a:ext>
            </a:extLst>
          </p:cNvPr>
          <p:cNvSpPr>
            <a:spLocks noGrp="1"/>
          </p:cNvSpPr>
          <p:nvPr/>
        </p:nvSpPr>
        <p:spPr>
          <a:xfrm>
            <a:off x="5224469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7" name="01_find_only_1146">
            <a:extLst>
              <a:ext uri="{FF2B5EF4-FFF2-40B4-BE49-F238E27FC236}">
                <a16:creationId xmlns:a16="http://schemas.microsoft.com/office/drawing/2014/main" id="{73453101-7440-49D2-9423-E11FA080CEA1}"/>
              </a:ext>
            </a:extLst>
          </p:cNvPr>
          <p:cNvSpPr>
            <a:spLocks noGrp="1"/>
          </p:cNvSpPr>
          <p:nvPr/>
        </p:nvSpPr>
        <p:spPr>
          <a:xfrm>
            <a:off x="52418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8" name="01_find_only_1147">
            <a:extLst>
              <a:ext uri="{FF2B5EF4-FFF2-40B4-BE49-F238E27FC236}">
                <a16:creationId xmlns:a16="http://schemas.microsoft.com/office/drawing/2014/main" id="{75C1F1B1-30B5-4449-90C0-431DD2A1371D}"/>
              </a:ext>
            </a:extLst>
          </p:cNvPr>
          <p:cNvSpPr>
            <a:spLocks noGrp="1"/>
          </p:cNvSpPr>
          <p:nvPr/>
        </p:nvSpPr>
        <p:spPr>
          <a:xfrm>
            <a:off x="525128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9" name="01_find_only_1148">
            <a:extLst>
              <a:ext uri="{FF2B5EF4-FFF2-40B4-BE49-F238E27FC236}">
                <a16:creationId xmlns:a16="http://schemas.microsoft.com/office/drawing/2014/main" id="{7F4B9088-45FC-48AA-88F9-FCEA477B05F8}"/>
              </a:ext>
            </a:extLst>
          </p:cNvPr>
          <p:cNvSpPr>
            <a:spLocks noGrp="1"/>
          </p:cNvSpPr>
          <p:nvPr/>
        </p:nvSpPr>
        <p:spPr>
          <a:xfrm>
            <a:off x="52177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0" name="01_find_only_1149">
            <a:extLst>
              <a:ext uri="{FF2B5EF4-FFF2-40B4-BE49-F238E27FC236}">
                <a16:creationId xmlns:a16="http://schemas.microsoft.com/office/drawing/2014/main" id="{3817BC47-D69B-4797-B90A-DF566766A661}"/>
              </a:ext>
            </a:extLst>
          </p:cNvPr>
          <p:cNvSpPr>
            <a:spLocks noGrp="1"/>
          </p:cNvSpPr>
          <p:nvPr/>
        </p:nvSpPr>
        <p:spPr>
          <a:xfrm>
            <a:off x="5160155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1" name="01_find_only_1150">
            <a:extLst>
              <a:ext uri="{FF2B5EF4-FFF2-40B4-BE49-F238E27FC236}">
                <a16:creationId xmlns:a16="http://schemas.microsoft.com/office/drawing/2014/main" id="{CF8CBD25-C5C6-4699-A750-7FF5C0F9EFE5}"/>
              </a:ext>
            </a:extLst>
          </p:cNvPr>
          <p:cNvSpPr>
            <a:spLocks noGrp="1"/>
          </p:cNvSpPr>
          <p:nvPr/>
        </p:nvSpPr>
        <p:spPr>
          <a:xfrm>
            <a:off x="517453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2" name="01_find_only_1151">
            <a:extLst>
              <a:ext uri="{FF2B5EF4-FFF2-40B4-BE49-F238E27FC236}">
                <a16:creationId xmlns:a16="http://schemas.microsoft.com/office/drawing/2014/main" id="{B71C1212-D4B7-4941-AB73-BE26D5E88001}"/>
              </a:ext>
            </a:extLst>
          </p:cNvPr>
          <p:cNvSpPr>
            <a:spLocks noGrp="1"/>
          </p:cNvSpPr>
          <p:nvPr/>
        </p:nvSpPr>
        <p:spPr>
          <a:xfrm>
            <a:off x="51808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3" name="01_find_only_1152">
            <a:extLst>
              <a:ext uri="{FF2B5EF4-FFF2-40B4-BE49-F238E27FC236}">
                <a16:creationId xmlns:a16="http://schemas.microsoft.com/office/drawing/2014/main" id="{EAC806A4-2FE5-4A88-9991-92755B6B962E}"/>
              </a:ext>
            </a:extLst>
          </p:cNvPr>
          <p:cNvSpPr>
            <a:spLocks noGrp="1"/>
          </p:cNvSpPr>
          <p:nvPr/>
        </p:nvSpPr>
        <p:spPr>
          <a:xfrm>
            <a:off x="515996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4" name="01_find_only_1153">
            <a:extLst>
              <a:ext uri="{FF2B5EF4-FFF2-40B4-BE49-F238E27FC236}">
                <a16:creationId xmlns:a16="http://schemas.microsoft.com/office/drawing/2014/main" id="{E406C5BB-68F5-435F-B240-A856DED0ECA4}"/>
              </a:ext>
            </a:extLst>
          </p:cNvPr>
          <p:cNvSpPr>
            <a:spLocks noGrp="1"/>
          </p:cNvSpPr>
          <p:nvPr/>
        </p:nvSpPr>
        <p:spPr>
          <a:xfrm>
            <a:off x="5159378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5" name="01_find_only_1154">
            <a:extLst>
              <a:ext uri="{FF2B5EF4-FFF2-40B4-BE49-F238E27FC236}">
                <a16:creationId xmlns:a16="http://schemas.microsoft.com/office/drawing/2014/main" id="{4756446C-EF96-4CE9-AA62-C1403CCF47C8}"/>
              </a:ext>
            </a:extLst>
          </p:cNvPr>
          <p:cNvSpPr>
            <a:spLocks noGrp="1"/>
          </p:cNvSpPr>
          <p:nvPr/>
        </p:nvSpPr>
        <p:spPr>
          <a:xfrm>
            <a:off x="5178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6" name="01_find_only_1155">
            <a:extLst>
              <a:ext uri="{FF2B5EF4-FFF2-40B4-BE49-F238E27FC236}">
                <a16:creationId xmlns:a16="http://schemas.microsoft.com/office/drawing/2014/main" id="{7C6F535D-7116-4949-BBDE-9A23FB5CAE1F}"/>
              </a:ext>
            </a:extLst>
          </p:cNvPr>
          <p:cNvSpPr>
            <a:spLocks noGrp="1"/>
          </p:cNvSpPr>
          <p:nvPr/>
        </p:nvSpPr>
        <p:spPr>
          <a:xfrm>
            <a:off x="521485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7" name="01_find_only_1156">
            <a:extLst>
              <a:ext uri="{FF2B5EF4-FFF2-40B4-BE49-F238E27FC236}">
                <a16:creationId xmlns:a16="http://schemas.microsoft.com/office/drawing/2014/main" id="{51FDB4BC-2179-4E7B-96CF-8EC54F1F15B5}"/>
              </a:ext>
            </a:extLst>
          </p:cNvPr>
          <p:cNvSpPr>
            <a:spLocks noGrp="1"/>
          </p:cNvSpPr>
          <p:nvPr/>
        </p:nvSpPr>
        <p:spPr>
          <a:xfrm>
            <a:off x="51730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8" name="01_find_only_1157">
            <a:extLst>
              <a:ext uri="{FF2B5EF4-FFF2-40B4-BE49-F238E27FC236}">
                <a16:creationId xmlns:a16="http://schemas.microsoft.com/office/drawing/2014/main" id="{6C9EA615-6A4D-42FE-8AF3-8D9017CA5EE0}"/>
              </a:ext>
            </a:extLst>
          </p:cNvPr>
          <p:cNvSpPr>
            <a:spLocks noGrp="1"/>
          </p:cNvSpPr>
          <p:nvPr/>
        </p:nvSpPr>
        <p:spPr>
          <a:xfrm>
            <a:off x="52022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9" name="01_find_only_1158">
            <a:extLst>
              <a:ext uri="{FF2B5EF4-FFF2-40B4-BE49-F238E27FC236}">
                <a16:creationId xmlns:a16="http://schemas.microsoft.com/office/drawing/2014/main" id="{99D0914B-0D70-467D-943F-D66B034E5194}"/>
              </a:ext>
            </a:extLst>
          </p:cNvPr>
          <p:cNvSpPr>
            <a:spLocks noGrp="1"/>
          </p:cNvSpPr>
          <p:nvPr/>
        </p:nvSpPr>
        <p:spPr>
          <a:xfrm>
            <a:off x="519192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0" name="01_find_only_1159">
            <a:extLst>
              <a:ext uri="{FF2B5EF4-FFF2-40B4-BE49-F238E27FC236}">
                <a16:creationId xmlns:a16="http://schemas.microsoft.com/office/drawing/2014/main" id="{657EB740-ADDC-4261-AE22-0A784275645B}"/>
              </a:ext>
            </a:extLst>
          </p:cNvPr>
          <p:cNvSpPr>
            <a:spLocks noGrp="1"/>
          </p:cNvSpPr>
          <p:nvPr/>
        </p:nvSpPr>
        <p:spPr>
          <a:xfrm>
            <a:off x="52401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1" name="01_find_only_1160">
            <a:extLst>
              <a:ext uri="{FF2B5EF4-FFF2-40B4-BE49-F238E27FC236}">
                <a16:creationId xmlns:a16="http://schemas.microsoft.com/office/drawing/2014/main" id="{365B85A5-D2DB-4415-BC79-442E621A6C00}"/>
              </a:ext>
            </a:extLst>
          </p:cNvPr>
          <p:cNvSpPr>
            <a:spLocks noGrp="1"/>
          </p:cNvSpPr>
          <p:nvPr/>
        </p:nvSpPr>
        <p:spPr>
          <a:xfrm>
            <a:off x="5182306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2" name="01_find_only_1161">
            <a:extLst>
              <a:ext uri="{FF2B5EF4-FFF2-40B4-BE49-F238E27FC236}">
                <a16:creationId xmlns:a16="http://schemas.microsoft.com/office/drawing/2014/main" id="{AC601FA7-F788-46B7-973F-4D94ABA7F14C}"/>
              </a:ext>
            </a:extLst>
          </p:cNvPr>
          <p:cNvSpPr>
            <a:spLocks noGrp="1"/>
          </p:cNvSpPr>
          <p:nvPr/>
        </p:nvSpPr>
        <p:spPr>
          <a:xfrm>
            <a:off x="522223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3" name="01_find_only_1162">
            <a:extLst>
              <a:ext uri="{FF2B5EF4-FFF2-40B4-BE49-F238E27FC236}">
                <a16:creationId xmlns:a16="http://schemas.microsoft.com/office/drawing/2014/main" id="{4A57EFB4-8254-4E54-9888-EFB246EF8265}"/>
              </a:ext>
            </a:extLst>
          </p:cNvPr>
          <p:cNvSpPr>
            <a:spLocks noGrp="1"/>
          </p:cNvSpPr>
          <p:nvPr/>
        </p:nvSpPr>
        <p:spPr>
          <a:xfrm>
            <a:off x="52246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4" name="01_find_only_1163">
            <a:extLst>
              <a:ext uri="{FF2B5EF4-FFF2-40B4-BE49-F238E27FC236}">
                <a16:creationId xmlns:a16="http://schemas.microsoft.com/office/drawing/2014/main" id="{36739264-BA35-44E3-8735-B9608C94A5B0}"/>
              </a:ext>
            </a:extLst>
          </p:cNvPr>
          <p:cNvSpPr>
            <a:spLocks noGrp="1"/>
          </p:cNvSpPr>
          <p:nvPr/>
        </p:nvSpPr>
        <p:spPr>
          <a:xfrm>
            <a:off x="5159670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5" name="01_find_only_1164">
            <a:extLst>
              <a:ext uri="{FF2B5EF4-FFF2-40B4-BE49-F238E27FC236}">
                <a16:creationId xmlns:a16="http://schemas.microsoft.com/office/drawing/2014/main" id="{9CE32CD0-551E-4471-B997-59F39416D7B2}"/>
              </a:ext>
            </a:extLst>
          </p:cNvPr>
          <p:cNvSpPr>
            <a:spLocks noGrp="1"/>
          </p:cNvSpPr>
          <p:nvPr/>
        </p:nvSpPr>
        <p:spPr>
          <a:xfrm>
            <a:off x="523884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6" name="01_find_only_1165">
            <a:extLst>
              <a:ext uri="{FF2B5EF4-FFF2-40B4-BE49-F238E27FC236}">
                <a16:creationId xmlns:a16="http://schemas.microsoft.com/office/drawing/2014/main" id="{B267B2F5-362B-4350-99F8-1A646F8AC37E}"/>
              </a:ext>
            </a:extLst>
          </p:cNvPr>
          <p:cNvSpPr>
            <a:spLocks noGrp="1"/>
          </p:cNvSpPr>
          <p:nvPr/>
        </p:nvSpPr>
        <p:spPr>
          <a:xfrm>
            <a:off x="51573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7" name="01_find_only_1166">
            <a:extLst>
              <a:ext uri="{FF2B5EF4-FFF2-40B4-BE49-F238E27FC236}">
                <a16:creationId xmlns:a16="http://schemas.microsoft.com/office/drawing/2014/main" id="{4C1F4AD4-D1D2-47CA-B6F5-7F67EB2A0FB0}"/>
              </a:ext>
            </a:extLst>
          </p:cNvPr>
          <p:cNvSpPr>
            <a:spLocks noGrp="1"/>
          </p:cNvSpPr>
          <p:nvPr/>
        </p:nvSpPr>
        <p:spPr>
          <a:xfrm>
            <a:off x="523865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8" name="01_find_only_1167">
            <a:extLst>
              <a:ext uri="{FF2B5EF4-FFF2-40B4-BE49-F238E27FC236}">
                <a16:creationId xmlns:a16="http://schemas.microsoft.com/office/drawing/2014/main" id="{5F3710E7-78F5-442C-BD13-D8650D11BC8F}"/>
              </a:ext>
            </a:extLst>
          </p:cNvPr>
          <p:cNvSpPr>
            <a:spLocks noGrp="1"/>
          </p:cNvSpPr>
          <p:nvPr/>
        </p:nvSpPr>
        <p:spPr>
          <a:xfrm>
            <a:off x="524807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9" name="01_find_only_1168">
            <a:extLst>
              <a:ext uri="{FF2B5EF4-FFF2-40B4-BE49-F238E27FC236}">
                <a16:creationId xmlns:a16="http://schemas.microsoft.com/office/drawing/2014/main" id="{BFB099BE-8E58-4DD9-A052-E54DA7161CB6}"/>
              </a:ext>
            </a:extLst>
          </p:cNvPr>
          <p:cNvSpPr>
            <a:spLocks noGrp="1"/>
          </p:cNvSpPr>
          <p:nvPr/>
        </p:nvSpPr>
        <p:spPr>
          <a:xfrm>
            <a:off x="52154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0" name="01_find_only_1169">
            <a:extLst>
              <a:ext uri="{FF2B5EF4-FFF2-40B4-BE49-F238E27FC236}">
                <a16:creationId xmlns:a16="http://schemas.microsoft.com/office/drawing/2014/main" id="{E382683A-9849-4876-9561-C6A5BD7C2D24}"/>
              </a:ext>
            </a:extLst>
          </p:cNvPr>
          <p:cNvSpPr>
            <a:spLocks noGrp="1"/>
          </p:cNvSpPr>
          <p:nvPr/>
        </p:nvSpPr>
        <p:spPr>
          <a:xfrm>
            <a:off x="51862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1" name="01_find_only_1170">
            <a:extLst>
              <a:ext uri="{FF2B5EF4-FFF2-40B4-BE49-F238E27FC236}">
                <a16:creationId xmlns:a16="http://schemas.microsoft.com/office/drawing/2014/main" id="{F50F2580-17DE-45E1-8C1B-80366CA42130}"/>
              </a:ext>
            </a:extLst>
          </p:cNvPr>
          <p:cNvSpPr>
            <a:spLocks noGrp="1"/>
          </p:cNvSpPr>
          <p:nvPr/>
        </p:nvSpPr>
        <p:spPr>
          <a:xfrm>
            <a:off x="522699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2" name="01_find_only_1171">
            <a:extLst>
              <a:ext uri="{FF2B5EF4-FFF2-40B4-BE49-F238E27FC236}">
                <a16:creationId xmlns:a16="http://schemas.microsoft.com/office/drawing/2014/main" id="{EF96423A-F656-4002-B4AC-76CCB0BD3946}"/>
              </a:ext>
            </a:extLst>
          </p:cNvPr>
          <p:cNvSpPr>
            <a:spLocks noGrp="1"/>
          </p:cNvSpPr>
          <p:nvPr/>
        </p:nvSpPr>
        <p:spPr>
          <a:xfrm>
            <a:off x="51775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3" name="01_find_only_1172">
            <a:extLst>
              <a:ext uri="{FF2B5EF4-FFF2-40B4-BE49-F238E27FC236}">
                <a16:creationId xmlns:a16="http://schemas.microsoft.com/office/drawing/2014/main" id="{5E82C6DD-205C-4222-9512-EE61D738183F}"/>
              </a:ext>
            </a:extLst>
          </p:cNvPr>
          <p:cNvSpPr>
            <a:spLocks noGrp="1"/>
          </p:cNvSpPr>
          <p:nvPr/>
        </p:nvSpPr>
        <p:spPr>
          <a:xfrm>
            <a:off x="52025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4" name="01_find_only_1173">
            <a:extLst>
              <a:ext uri="{FF2B5EF4-FFF2-40B4-BE49-F238E27FC236}">
                <a16:creationId xmlns:a16="http://schemas.microsoft.com/office/drawing/2014/main" id="{0E6BB4D3-CA89-4F52-94E1-A23D6B7B10C4}"/>
              </a:ext>
            </a:extLst>
          </p:cNvPr>
          <p:cNvSpPr>
            <a:spLocks noGrp="1"/>
          </p:cNvSpPr>
          <p:nvPr/>
        </p:nvSpPr>
        <p:spPr>
          <a:xfrm>
            <a:off x="52025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5" name="01_find_only_1174">
            <a:extLst>
              <a:ext uri="{FF2B5EF4-FFF2-40B4-BE49-F238E27FC236}">
                <a16:creationId xmlns:a16="http://schemas.microsoft.com/office/drawing/2014/main" id="{A7FB8342-CE40-4F73-BD7A-98507696413C}"/>
              </a:ext>
            </a:extLst>
          </p:cNvPr>
          <p:cNvSpPr>
            <a:spLocks noGrp="1"/>
          </p:cNvSpPr>
          <p:nvPr/>
        </p:nvSpPr>
        <p:spPr>
          <a:xfrm>
            <a:off x="5173368" y="309289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6" name="01_find_only_1175">
            <a:extLst>
              <a:ext uri="{FF2B5EF4-FFF2-40B4-BE49-F238E27FC236}">
                <a16:creationId xmlns:a16="http://schemas.microsoft.com/office/drawing/2014/main" id="{DA345CED-997A-43E0-A85F-14CA61558240}"/>
              </a:ext>
            </a:extLst>
          </p:cNvPr>
          <p:cNvSpPr>
            <a:spLocks noGrp="1"/>
          </p:cNvSpPr>
          <p:nvPr/>
        </p:nvSpPr>
        <p:spPr>
          <a:xfrm>
            <a:off x="52410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7" name="01_find_only_1176">
            <a:extLst>
              <a:ext uri="{FF2B5EF4-FFF2-40B4-BE49-F238E27FC236}">
                <a16:creationId xmlns:a16="http://schemas.microsoft.com/office/drawing/2014/main" id="{5DF16DA6-0C77-41B1-BA8C-257F628FC852}"/>
              </a:ext>
            </a:extLst>
          </p:cNvPr>
          <p:cNvSpPr>
            <a:spLocks noGrp="1"/>
          </p:cNvSpPr>
          <p:nvPr/>
        </p:nvSpPr>
        <p:spPr>
          <a:xfrm>
            <a:off x="518794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8" name="01_find_only_1177">
            <a:extLst>
              <a:ext uri="{FF2B5EF4-FFF2-40B4-BE49-F238E27FC236}">
                <a16:creationId xmlns:a16="http://schemas.microsoft.com/office/drawing/2014/main" id="{20E3227E-C297-473F-82B3-6B23A8613359}"/>
              </a:ext>
            </a:extLst>
          </p:cNvPr>
          <p:cNvSpPr>
            <a:spLocks noGrp="1"/>
          </p:cNvSpPr>
          <p:nvPr/>
        </p:nvSpPr>
        <p:spPr>
          <a:xfrm>
            <a:off x="519736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9" name="01_find_only_1178">
            <a:extLst>
              <a:ext uri="{FF2B5EF4-FFF2-40B4-BE49-F238E27FC236}">
                <a16:creationId xmlns:a16="http://schemas.microsoft.com/office/drawing/2014/main" id="{4C8149AE-AC3E-4B50-AC6C-D5D8A62EBF32}"/>
              </a:ext>
            </a:extLst>
          </p:cNvPr>
          <p:cNvSpPr>
            <a:spLocks noGrp="1"/>
          </p:cNvSpPr>
          <p:nvPr/>
        </p:nvSpPr>
        <p:spPr>
          <a:xfrm>
            <a:off x="52504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0" name="01_find_only_1179">
            <a:extLst>
              <a:ext uri="{FF2B5EF4-FFF2-40B4-BE49-F238E27FC236}">
                <a16:creationId xmlns:a16="http://schemas.microsoft.com/office/drawing/2014/main" id="{63582FC4-09BE-4EE2-904C-2E6F779EA0C1}"/>
              </a:ext>
            </a:extLst>
          </p:cNvPr>
          <p:cNvSpPr>
            <a:spLocks noGrp="1"/>
          </p:cNvSpPr>
          <p:nvPr/>
        </p:nvSpPr>
        <p:spPr>
          <a:xfrm>
            <a:off x="52212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1" name="01_find_only_1180">
            <a:extLst>
              <a:ext uri="{FF2B5EF4-FFF2-40B4-BE49-F238E27FC236}">
                <a16:creationId xmlns:a16="http://schemas.microsoft.com/office/drawing/2014/main" id="{0AA56CC2-0460-4E86-BDAA-D4B1A32F898D}"/>
              </a:ext>
            </a:extLst>
          </p:cNvPr>
          <p:cNvSpPr>
            <a:spLocks noGrp="1"/>
          </p:cNvSpPr>
          <p:nvPr/>
        </p:nvSpPr>
        <p:spPr>
          <a:xfrm>
            <a:off x="5246911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2" name="01_find_only_1181">
            <a:extLst>
              <a:ext uri="{FF2B5EF4-FFF2-40B4-BE49-F238E27FC236}">
                <a16:creationId xmlns:a16="http://schemas.microsoft.com/office/drawing/2014/main" id="{6BDAC259-0561-407B-B5AB-49728D0918EF}"/>
              </a:ext>
            </a:extLst>
          </p:cNvPr>
          <p:cNvSpPr>
            <a:spLocks noGrp="1"/>
          </p:cNvSpPr>
          <p:nvPr/>
        </p:nvSpPr>
        <p:spPr>
          <a:xfrm>
            <a:off x="51610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3" name="01_find_only_1182">
            <a:extLst>
              <a:ext uri="{FF2B5EF4-FFF2-40B4-BE49-F238E27FC236}">
                <a16:creationId xmlns:a16="http://schemas.microsoft.com/office/drawing/2014/main" id="{6CF92A79-7FF0-4E8F-8BC2-C15B36EDF4C8}"/>
              </a:ext>
            </a:extLst>
          </p:cNvPr>
          <p:cNvSpPr>
            <a:spLocks noGrp="1"/>
          </p:cNvSpPr>
          <p:nvPr/>
        </p:nvSpPr>
        <p:spPr>
          <a:xfrm>
            <a:off x="52397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4" name="01_find_only_1183">
            <a:extLst>
              <a:ext uri="{FF2B5EF4-FFF2-40B4-BE49-F238E27FC236}">
                <a16:creationId xmlns:a16="http://schemas.microsoft.com/office/drawing/2014/main" id="{38A44FB3-D6C4-4F5F-80DC-2D7F1B26F4B5}"/>
              </a:ext>
            </a:extLst>
          </p:cNvPr>
          <p:cNvSpPr>
            <a:spLocks noGrp="1"/>
          </p:cNvSpPr>
          <p:nvPr/>
        </p:nvSpPr>
        <p:spPr>
          <a:xfrm>
            <a:off x="522689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5" name="01_find_only_1184">
            <a:extLst>
              <a:ext uri="{FF2B5EF4-FFF2-40B4-BE49-F238E27FC236}">
                <a16:creationId xmlns:a16="http://schemas.microsoft.com/office/drawing/2014/main" id="{EC88FE19-0A31-4884-8E00-3C456D81C8F6}"/>
              </a:ext>
            </a:extLst>
          </p:cNvPr>
          <p:cNvSpPr>
            <a:spLocks noGrp="1"/>
          </p:cNvSpPr>
          <p:nvPr/>
        </p:nvSpPr>
        <p:spPr>
          <a:xfrm>
            <a:off x="519338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6" name="01_find_only_1185">
            <a:extLst>
              <a:ext uri="{FF2B5EF4-FFF2-40B4-BE49-F238E27FC236}">
                <a16:creationId xmlns:a16="http://schemas.microsoft.com/office/drawing/2014/main" id="{F31C6655-AE1D-4B62-AF42-ECAFDF4EB42E}"/>
              </a:ext>
            </a:extLst>
          </p:cNvPr>
          <p:cNvSpPr>
            <a:spLocks noGrp="1"/>
          </p:cNvSpPr>
          <p:nvPr/>
        </p:nvSpPr>
        <p:spPr>
          <a:xfrm>
            <a:off x="523068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7" name="01_find_only_1186">
            <a:extLst>
              <a:ext uri="{FF2B5EF4-FFF2-40B4-BE49-F238E27FC236}">
                <a16:creationId xmlns:a16="http://schemas.microsoft.com/office/drawing/2014/main" id="{68D7C537-BF19-4451-AC58-B3A26BF23B85}"/>
              </a:ext>
            </a:extLst>
          </p:cNvPr>
          <p:cNvSpPr>
            <a:spLocks noGrp="1"/>
          </p:cNvSpPr>
          <p:nvPr/>
        </p:nvSpPr>
        <p:spPr>
          <a:xfrm>
            <a:off x="52508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8" name="01_find_only_1187">
            <a:extLst>
              <a:ext uri="{FF2B5EF4-FFF2-40B4-BE49-F238E27FC236}">
                <a16:creationId xmlns:a16="http://schemas.microsoft.com/office/drawing/2014/main" id="{964D8D1B-4CD5-46C8-B5EE-4BF1AF46ED37}"/>
              </a:ext>
            </a:extLst>
          </p:cNvPr>
          <p:cNvSpPr>
            <a:spLocks noGrp="1"/>
          </p:cNvSpPr>
          <p:nvPr/>
        </p:nvSpPr>
        <p:spPr>
          <a:xfrm>
            <a:off x="522048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9" name="01_find_only_1188">
            <a:extLst>
              <a:ext uri="{FF2B5EF4-FFF2-40B4-BE49-F238E27FC236}">
                <a16:creationId xmlns:a16="http://schemas.microsoft.com/office/drawing/2014/main" id="{73B534BA-D494-4756-84B3-B61D5CA22EDE}"/>
              </a:ext>
            </a:extLst>
          </p:cNvPr>
          <p:cNvSpPr>
            <a:spLocks noGrp="1"/>
          </p:cNvSpPr>
          <p:nvPr/>
        </p:nvSpPr>
        <p:spPr>
          <a:xfrm>
            <a:off x="522796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0" name="01_find_only_1189">
            <a:extLst>
              <a:ext uri="{FF2B5EF4-FFF2-40B4-BE49-F238E27FC236}">
                <a16:creationId xmlns:a16="http://schemas.microsoft.com/office/drawing/2014/main" id="{5B27CBB2-F291-4645-A886-05094919D955}"/>
              </a:ext>
            </a:extLst>
          </p:cNvPr>
          <p:cNvSpPr>
            <a:spLocks noGrp="1"/>
          </p:cNvSpPr>
          <p:nvPr/>
        </p:nvSpPr>
        <p:spPr>
          <a:xfrm>
            <a:off x="5227093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1" name="01_find_only_1190">
            <a:extLst>
              <a:ext uri="{FF2B5EF4-FFF2-40B4-BE49-F238E27FC236}">
                <a16:creationId xmlns:a16="http://schemas.microsoft.com/office/drawing/2014/main" id="{E1DFC827-9783-4878-882B-793F77C3D493}"/>
              </a:ext>
            </a:extLst>
          </p:cNvPr>
          <p:cNvSpPr>
            <a:spLocks noGrp="1"/>
          </p:cNvSpPr>
          <p:nvPr/>
        </p:nvSpPr>
        <p:spPr>
          <a:xfrm>
            <a:off x="521154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2" name="01_find_only_1191">
            <a:extLst>
              <a:ext uri="{FF2B5EF4-FFF2-40B4-BE49-F238E27FC236}">
                <a16:creationId xmlns:a16="http://schemas.microsoft.com/office/drawing/2014/main" id="{E1978932-E42A-45C1-B315-565C1797A3AE}"/>
              </a:ext>
            </a:extLst>
          </p:cNvPr>
          <p:cNvSpPr>
            <a:spLocks noGrp="1"/>
          </p:cNvSpPr>
          <p:nvPr/>
        </p:nvSpPr>
        <p:spPr>
          <a:xfrm>
            <a:off x="5184443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3" name="01_find_only_1192">
            <a:extLst>
              <a:ext uri="{FF2B5EF4-FFF2-40B4-BE49-F238E27FC236}">
                <a16:creationId xmlns:a16="http://schemas.microsoft.com/office/drawing/2014/main" id="{AFEA4B5D-9938-415D-B199-5A1B301D1A3A}"/>
              </a:ext>
            </a:extLst>
          </p:cNvPr>
          <p:cNvSpPr>
            <a:spLocks noGrp="1"/>
          </p:cNvSpPr>
          <p:nvPr/>
        </p:nvSpPr>
        <p:spPr>
          <a:xfrm>
            <a:off x="524409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4" name="01_find_only_1193">
            <a:extLst>
              <a:ext uri="{FF2B5EF4-FFF2-40B4-BE49-F238E27FC236}">
                <a16:creationId xmlns:a16="http://schemas.microsoft.com/office/drawing/2014/main" id="{FEF614D4-C947-4B83-AF43-ED4C9A2D1C88}"/>
              </a:ext>
            </a:extLst>
          </p:cNvPr>
          <p:cNvSpPr>
            <a:spLocks noGrp="1"/>
          </p:cNvSpPr>
          <p:nvPr/>
        </p:nvSpPr>
        <p:spPr>
          <a:xfrm>
            <a:off x="51741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5" name="01_find_only_1194">
            <a:extLst>
              <a:ext uri="{FF2B5EF4-FFF2-40B4-BE49-F238E27FC236}">
                <a16:creationId xmlns:a16="http://schemas.microsoft.com/office/drawing/2014/main" id="{335F410A-61DB-48A8-8CA6-A24D9F15F831}"/>
              </a:ext>
            </a:extLst>
          </p:cNvPr>
          <p:cNvSpPr>
            <a:spLocks noGrp="1"/>
          </p:cNvSpPr>
          <p:nvPr/>
        </p:nvSpPr>
        <p:spPr>
          <a:xfrm>
            <a:off x="51733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6" name="01_find_only_1195">
            <a:extLst>
              <a:ext uri="{FF2B5EF4-FFF2-40B4-BE49-F238E27FC236}">
                <a16:creationId xmlns:a16="http://schemas.microsoft.com/office/drawing/2014/main" id="{7C78E3DA-DE91-4F64-AE31-99155F61967A}"/>
              </a:ext>
            </a:extLst>
          </p:cNvPr>
          <p:cNvSpPr>
            <a:spLocks noGrp="1"/>
          </p:cNvSpPr>
          <p:nvPr/>
        </p:nvSpPr>
        <p:spPr>
          <a:xfrm>
            <a:off x="51777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7" name="01_find_only_1196">
            <a:extLst>
              <a:ext uri="{FF2B5EF4-FFF2-40B4-BE49-F238E27FC236}">
                <a16:creationId xmlns:a16="http://schemas.microsoft.com/office/drawing/2014/main" id="{72A75D54-DFCE-401D-8A64-7794E8358622}"/>
              </a:ext>
            </a:extLst>
          </p:cNvPr>
          <p:cNvSpPr>
            <a:spLocks noGrp="1"/>
          </p:cNvSpPr>
          <p:nvPr/>
        </p:nvSpPr>
        <p:spPr>
          <a:xfrm>
            <a:off x="524545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8" name="01_find_only_1197">
            <a:extLst>
              <a:ext uri="{FF2B5EF4-FFF2-40B4-BE49-F238E27FC236}">
                <a16:creationId xmlns:a16="http://schemas.microsoft.com/office/drawing/2014/main" id="{75BFB1C7-55A0-4946-A026-D075AD0E6564}"/>
              </a:ext>
            </a:extLst>
          </p:cNvPr>
          <p:cNvSpPr>
            <a:spLocks noGrp="1"/>
          </p:cNvSpPr>
          <p:nvPr/>
        </p:nvSpPr>
        <p:spPr>
          <a:xfrm>
            <a:off x="5235156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9" name="01_find_only_1198">
            <a:extLst>
              <a:ext uri="{FF2B5EF4-FFF2-40B4-BE49-F238E27FC236}">
                <a16:creationId xmlns:a16="http://schemas.microsoft.com/office/drawing/2014/main" id="{D13D0232-D6E4-4176-A8BE-CB83070D6DA5}"/>
              </a:ext>
            </a:extLst>
          </p:cNvPr>
          <p:cNvSpPr>
            <a:spLocks noGrp="1"/>
          </p:cNvSpPr>
          <p:nvPr/>
        </p:nvSpPr>
        <p:spPr>
          <a:xfrm>
            <a:off x="5239334" y="3051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0" name="01_find_only_1199">
            <a:extLst>
              <a:ext uri="{FF2B5EF4-FFF2-40B4-BE49-F238E27FC236}">
                <a16:creationId xmlns:a16="http://schemas.microsoft.com/office/drawing/2014/main" id="{3EEA78B2-F429-4D20-B725-313A817F9326}"/>
              </a:ext>
            </a:extLst>
          </p:cNvPr>
          <p:cNvSpPr>
            <a:spLocks noGrp="1"/>
          </p:cNvSpPr>
          <p:nvPr/>
        </p:nvSpPr>
        <p:spPr>
          <a:xfrm>
            <a:off x="522728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1" name="01_find_only_1200">
            <a:extLst>
              <a:ext uri="{FF2B5EF4-FFF2-40B4-BE49-F238E27FC236}">
                <a16:creationId xmlns:a16="http://schemas.microsoft.com/office/drawing/2014/main" id="{FFFAEB7B-5F37-4229-A5C1-C5E227F62442}"/>
              </a:ext>
            </a:extLst>
          </p:cNvPr>
          <p:cNvSpPr>
            <a:spLocks noGrp="1"/>
          </p:cNvSpPr>
          <p:nvPr/>
        </p:nvSpPr>
        <p:spPr>
          <a:xfrm>
            <a:off x="52347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2" name="01_find_only_1201">
            <a:extLst>
              <a:ext uri="{FF2B5EF4-FFF2-40B4-BE49-F238E27FC236}">
                <a16:creationId xmlns:a16="http://schemas.microsoft.com/office/drawing/2014/main" id="{76C20C6E-08B6-4C9E-9BB0-FB84BC898368}"/>
              </a:ext>
            </a:extLst>
          </p:cNvPr>
          <p:cNvSpPr>
            <a:spLocks noGrp="1"/>
          </p:cNvSpPr>
          <p:nvPr/>
        </p:nvSpPr>
        <p:spPr>
          <a:xfrm>
            <a:off x="52431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3" name="01_find_only_1202">
            <a:extLst>
              <a:ext uri="{FF2B5EF4-FFF2-40B4-BE49-F238E27FC236}">
                <a16:creationId xmlns:a16="http://schemas.microsoft.com/office/drawing/2014/main" id="{0B283C5D-507B-402A-B00F-891FF370B262}"/>
              </a:ext>
            </a:extLst>
          </p:cNvPr>
          <p:cNvSpPr>
            <a:spLocks noGrp="1"/>
          </p:cNvSpPr>
          <p:nvPr/>
        </p:nvSpPr>
        <p:spPr>
          <a:xfrm>
            <a:off x="51718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4" name="01_find_only_1203">
            <a:extLst>
              <a:ext uri="{FF2B5EF4-FFF2-40B4-BE49-F238E27FC236}">
                <a16:creationId xmlns:a16="http://schemas.microsoft.com/office/drawing/2014/main" id="{3574E9DB-8354-4F34-BD86-0064C9C9FBF0}"/>
              </a:ext>
            </a:extLst>
          </p:cNvPr>
          <p:cNvSpPr>
            <a:spLocks noGrp="1"/>
          </p:cNvSpPr>
          <p:nvPr/>
        </p:nvSpPr>
        <p:spPr>
          <a:xfrm>
            <a:off x="51794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5" name="01_find_only_1204">
            <a:extLst>
              <a:ext uri="{FF2B5EF4-FFF2-40B4-BE49-F238E27FC236}">
                <a16:creationId xmlns:a16="http://schemas.microsoft.com/office/drawing/2014/main" id="{66637C13-599B-4BDC-AD18-86BB4BA2E4C6}"/>
              </a:ext>
            </a:extLst>
          </p:cNvPr>
          <p:cNvSpPr>
            <a:spLocks noGrp="1"/>
          </p:cNvSpPr>
          <p:nvPr/>
        </p:nvSpPr>
        <p:spPr>
          <a:xfrm>
            <a:off x="5225635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6" name="01_find_only_1205">
            <a:extLst>
              <a:ext uri="{FF2B5EF4-FFF2-40B4-BE49-F238E27FC236}">
                <a16:creationId xmlns:a16="http://schemas.microsoft.com/office/drawing/2014/main" id="{A25103F9-F756-4041-824D-CAD4E9ED5891}"/>
              </a:ext>
            </a:extLst>
          </p:cNvPr>
          <p:cNvSpPr>
            <a:spLocks noGrp="1"/>
          </p:cNvSpPr>
          <p:nvPr/>
        </p:nvSpPr>
        <p:spPr>
          <a:xfrm>
            <a:off x="51767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7" name="01_find_only_1206">
            <a:extLst>
              <a:ext uri="{FF2B5EF4-FFF2-40B4-BE49-F238E27FC236}">
                <a16:creationId xmlns:a16="http://schemas.microsoft.com/office/drawing/2014/main" id="{111AAE25-0778-4827-8C29-0C328001FD9E}"/>
              </a:ext>
            </a:extLst>
          </p:cNvPr>
          <p:cNvSpPr>
            <a:spLocks noGrp="1"/>
          </p:cNvSpPr>
          <p:nvPr/>
        </p:nvSpPr>
        <p:spPr>
          <a:xfrm>
            <a:off x="5186192" y="33763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8" name="01_find_only_1207">
            <a:extLst>
              <a:ext uri="{FF2B5EF4-FFF2-40B4-BE49-F238E27FC236}">
                <a16:creationId xmlns:a16="http://schemas.microsoft.com/office/drawing/2014/main" id="{2957991F-7A78-4539-A702-6FA3BB544850}"/>
              </a:ext>
            </a:extLst>
          </p:cNvPr>
          <p:cNvSpPr>
            <a:spLocks noGrp="1"/>
          </p:cNvSpPr>
          <p:nvPr/>
        </p:nvSpPr>
        <p:spPr>
          <a:xfrm>
            <a:off x="51702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9" name="01_find_only_1208">
            <a:extLst>
              <a:ext uri="{FF2B5EF4-FFF2-40B4-BE49-F238E27FC236}">
                <a16:creationId xmlns:a16="http://schemas.microsoft.com/office/drawing/2014/main" id="{4C37B5C5-BF5D-4692-BBA2-F1B6BC67FD74}"/>
              </a:ext>
            </a:extLst>
          </p:cNvPr>
          <p:cNvSpPr>
            <a:spLocks noGrp="1"/>
          </p:cNvSpPr>
          <p:nvPr/>
        </p:nvSpPr>
        <p:spPr>
          <a:xfrm>
            <a:off x="5180557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0" name="01_find_only_1209">
            <a:extLst>
              <a:ext uri="{FF2B5EF4-FFF2-40B4-BE49-F238E27FC236}">
                <a16:creationId xmlns:a16="http://schemas.microsoft.com/office/drawing/2014/main" id="{0281BA5E-C607-483F-9CE5-1B064C046A0C}"/>
              </a:ext>
            </a:extLst>
          </p:cNvPr>
          <p:cNvSpPr>
            <a:spLocks noGrp="1"/>
          </p:cNvSpPr>
          <p:nvPr/>
        </p:nvSpPr>
        <p:spPr>
          <a:xfrm>
            <a:off x="5184346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1" name="01_find_only_1210">
            <a:extLst>
              <a:ext uri="{FF2B5EF4-FFF2-40B4-BE49-F238E27FC236}">
                <a16:creationId xmlns:a16="http://schemas.microsoft.com/office/drawing/2014/main" id="{7A15CB1A-3425-4242-A19A-F0CDE4D8EAAA}"/>
              </a:ext>
            </a:extLst>
          </p:cNvPr>
          <p:cNvSpPr>
            <a:spLocks noGrp="1"/>
          </p:cNvSpPr>
          <p:nvPr/>
        </p:nvSpPr>
        <p:spPr>
          <a:xfrm>
            <a:off x="524467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2" name="01_find_only_1211">
            <a:extLst>
              <a:ext uri="{FF2B5EF4-FFF2-40B4-BE49-F238E27FC236}">
                <a16:creationId xmlns:a16="http://schemas.microsoft.com/office/drawing/2014/main" id="{7A65103E-78D7-4A6D-BAFB-1CC3DD1DAD63}"/>
              </a:ext>
            </a:extLst>
          </p:cNvPr>
          <p:cNvSpPr>
            <a:spLocks noGrp="1"/>
          </p:cNvSpPr>
          <p:nvPr/>
        </p:nvSpPr>
        <p:spPr>
          <a:xfrm>
            <a:off x="52034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3" name="01_find_only_1212">
            <a:extLst>
              <a:ext uri="{FF2B5EF4-FFF2-40B4-BE49-F238E27FC236}">
                <a16:creationId xmlns:a16="http://schemas.microsoft.com/office/drawing/2014/main" id="{74985E60-2FFD-4B56-BA48-F67C012A570C}"/>
              </a:ext>
            </a:extLst>
          </p:cNvPr>
          <p:cNvSpPr>
            <a:spLocks noGrp="1"/>
          </p:cNvSpPr>
          <p:nvPr/>
        </p:nvSpPr>
        <p:spPr>
          <a:xfrm>
            <a:off x="5171814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4" name="01_find_only_1213">
            <a:extLst>
              <a:ext uri="{FF2B5EF4-FFF2-40B4-BE49-F238E27FC236}">
                <a16:creationId xmlns:a16="http://schemas.microsoft.com/office/drawing/2014/main" id="{1DA9913C-58E6-44E1-88FB-798ABEFC4B88}"/>
              </a:ext>
            </a:extLst>
          </p:cNvPr>
          <p:cNvSpPr>
            <a:spLocks noGrp="1"/>
          </p:cNvSpPr>
          <p:nvPr/>
        </p:nvSpPr>
        <p:spPr>
          <a:xfrm>
            <a:off x="5185900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5" name="01_find_only_1214">
            <a:extLst>
              <a:ext uri="{FF2B5EF4-FFF2-40B4-BE49-F238E27FC236}">
                <a16:creationId xmlns:a16="http://schemas.microsoft.com/office/drawing/2014/main" id="{19C8D582-A0E5-417B-B7FD-653CE33F0BA6}"/>
              </a:ext>
            </a:extLst>
          </p:cNvPr>
          <p:cNvSpPr>
            <a:spLocks noGrp="1"/>
          </p:cNvSpPr>
          <p:nvPr/>
        </p:nvSpPr>
        <p:spPr>
          <a:xfrm>
            <a:off x="5239625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6" name="01_find_only_1215">
            <a:extLst>
              <a:ext uri="{FF2B5EF4-FFF2-40B4-BE49-F238E27FC236}">
                <a16:creationId xmlns:a16="http://schemas.microsoft.com/office/drawing/2014/main" id="{C26A162A-4D5D-4DAC-B62E-E013871B7450}"/>
              </a:ext>
            </a:extLst>
          </p:cNvPr>
          <p:cNvSpPr>
            <a:spLocks noGrp="1"/>
          </p:cNvSpPr>
          <p:nvPr/>
        </p:nvSpPr>
        <p:spPr>
          <a:xfrm>
            <a:off x="522126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7" name="01_find_only_1216">
            <a:extLst>
              <a:ext uri="{FF2B5EF4-FFF2-40B4-BE49-F238E27FC236}">
                <a16:creationId xmlns:a16="http://schemas.microsoft.com/office/drawing/2014/main" id="{1AAC8AEE-113B-4F95-B905-672C5F7F360B}"/>
              </a:ext>
            </a:extLst>
          </p:cNvPr>
          <p:cNvSpPr>
            <a:spLocks noGrp="1"/>
          </p:cNvSpPr>
          <p:nvPr/>
        </p:nvSpPr>
        <p:spPr>
          <a:xfrm>
            <a:off x="5239236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8" name="01_find_only_1217">
            <a:extLst>
              <a:ext uri="{FF2B5EF4-FFF2-40B4-BE49-F238E27FC236}">
                <a16:creationId xmlns:a16="http://schemas.microsoft.com/office/drawing/2014/main" id="{0A68A0A7-88F0-457C-8005-0F22E32C6464}"/>
              </a:ext>
            </a:extLst>
          </p:cNvPr>
          <p:cNvSpPr>
            <a:spLocks noGrp="1"/>
          </p:cNvSpPr>
          <p:nvPr/>
        </p:nvSpPr>
        <p:spPr>
          <a:xfrm>
            <a:off x="5177740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9" name="01_find_only_1218">
            <a:extLst>
              <a:ext uri="{FF2B5EF4-FFF2-40B4-BE49-F238E27FC236}">
                <a16:creationId xmlns:a16="http://schemas.microsoft.com/office/drawing/2014/main" id="{3B16FBBE-62D6-43C0-81C3-2E8C668FF7B4}"/>
              </a:ext>
            </a:extLst>
          </p:cNvPr>
          <p:cNvSpPr>
            <a:spLocks noGrp="1"/>
          </p:cNvSpPr>
          <p:nvPr/>
        </p:nvSpPr>
        <p:spPr>
          <a:xfrm>
            <a:off x="5196005" y="34873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0" name="01_find_only_1219">
            <a:extLst>
              <a:ext uri="{FF2B5EF4-FFF2-40B4-BE49-F238E27FC236}">
                <a16:creationId xmlns:a16="http://schemas.microsoft.com/office/drawing/2014/main" id="{10D7EE3F-E6EB-4B77-99E7-34E36F85770F}"/>
              </a:ext>
            </a:extLst>
          </p:cNvPr>
          <p:cNvSpPr>
            <a:spLocks noGrp="1"/>
          </p:cNvSpPr>
          <p:nvPr/>
        </p:nvSpPr>
        <p:spPr>
          <a:xfrm>
            <a:off x="5239916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1" name="01_find_only_1220">
            <a:extLst>
              <a:ext uri="{FF2B5EF4-FFF2-40B4-BE49-F238E27FC236}">
                <a16:creationId xmlns:a16="http://schemas.microsoft.com/office/drawing/2014/main" id="{4520A63D-2365-48A3-B4BC-1A4BF1E23E1D}"/>
              </a:ext>
            </a:extLst>
          </p:cNvPr>
          <p:cNvSpPr>
            <a:spLocks noGrp="1"/>
          </p:cNvSpPr>
          <p:nvPr/>
        </p:nvSpPr>
        <p:spPr>
          <a:xfrm>
            <a:off x="52400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2" name="01_find_only_1221">
            <a:extLst>
              <a:ext uri="{FF2B5EF4-FFF2-40B4-BE49-F238E27FC236}">
                <a16:creationId xmlns:a16="http://schemas.microsoft.com/office/drawing/2014/main" id="{CA38C8F6-76E8-4CA1-8917-DCFAA4BCAB2A}"/>
              </a:ext>
            </a:extLst>
          </p:cNvPr>
          <p:cNvSpPr>
            <a:spLocks noGrp="1"/>
          </p:cNvSpPr>
          <p:nvPr/>
        </p:nvSpPr>
        <p:spPr>
          <a:xfrm>
            <a:off x="52339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3" name="01_find_only_1222">
            <a:extLst>
              <a:ext uri="{FF2B5EF4-FFF2-40B4-BE49-F238E27FC236}">
                <a16:creationId xmlns:a16="http://schemas.microsoft.com/office/drawing/2014/main" id="{84947922-D1A3-472A-8FB4-77C798BAEFAA}"/>
              </a:ext>
            </a:extLst>
          </p:cNvPr>
          <p:cNvSpPr>
            <a:spLocks noGrp="1"/>
          </p:cNvSpPr>
          <p:nvPr/>
        </p:nvSpPr>
        <p:spPr>
          <a:xfrm>
            <a:off x="524253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4" name="01_find_only_1223">
            <a:extLst>
              <a:ext uri="{FF2B5EF4-FFF2-40B4-BE49-F238E27FC236}">
                <a16:creationId xmlns:a16="http://schemas.microsoft.com/office/drawing/2014/main" id="{070A232B-FAEB-432A-8B83-232C86FC1A4A}"/>
              </a:ext>
            </a:extLst>
          </p:cNvPr>
          <p:cNvSpPr>
            <a:spLocks noGrp="1"/>
          </p:cNvSpPr>
          <p:nvPr/>
        </p:nvSpPr>
        <p:spPr>
          <a:xfrm>
            <a:off x="5186678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5" name="01_find_only_1224">
            <a:extLst>
              <a:ext uri="{FF2B5EF4-FFF2-40B4-BE49-F238E27FC236}">
                <a16:creationId xmlns:a16="http://schemas.microsoft.com/office/drawing/2014/main" id="{DD5ACF9D-19CF-4BEC-81CD-0D046D93417F}"/>
              </a:ext>
            </a:extLst>
          </p:cNvPr>
          <p:cNvSpPr>
            <a:spLocks noGrp="1"/>
          </p:cNvSpPr>
          <p:nvPr/>
        </p:nvSpPr>
        <p:spPr>
          <a:xfrm>
            <a:off x="51720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6" name="01_find_only_1225">
            <a:extLst>
              <a:ext uri="{FF2B5EF4-FFF2-40B4-BE49-F238E27FC236}">
                <a16:creationId xmlns:a16="http://schemas.microsoft.com/office/drawing/2014/main" id="{8C3CAAEF-FB17-4FDC-874D-91BDB0B3447F}"/>
              </a:ext>
            </a:extLst>
          </p:cNvPr>
          <p:cNvSpPr>
            <a:spLocks noGrp="1"/>
          </p:cNvSpPr>
          <p:nvPr/>
        </p:nvSpPr>
        <p:spPr>
          <a:xfrm>
            <a:off x="52285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7" name="01_find_only_1226">
            <a:extLst>
              <a:ext uri="{FF2B5EF4-FFF2-40B4-BE49-F238E27FC236}">
                <a16:creationId xmlns:a16="http://schemas.microsoft.com/office/drawing/2014/main" id="{D24F90D6-519E-4AFE-92A5-1E347936BD76}"/>
              </a:ext>
            </a:extLst>
          </p:cNvPr>
          <p:cNvSpPr>
            <a:spLocks noGrp="1"/>
          </p:cNvSpPr>
          <p:nvPr/>
        </p:nvSpPr>
        <p:spPr>
          <a:xfrm>
            <a:off x="516744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8" name="01_find_only_1227">
            <a:extLst>
              <a:ext uri="{FF2B5EF4-FFF2-40B4-BE49-F238E27FC236}">
                <a16:creationId xmlns:a16="http://schemas.microsoft.com/office/drawing/2014/main" id="{28BB9B48-7A33-4051-89A6-3335289A2F54}"/>
              </a:ext>
            </a:extLst>
          </p:cNvPr>
          <p:cNvSpPr>
            <a:spLocks noGrp="1"/>
          </p:cNvSpPr>
          <p:nvPr/>
        </p:nvSpPr>
        <p:spPr>
          <a:xfrm>
            <a:off x="51735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9" name="01_find_only_1228">
            <a:extLst>
              <a:ext uri="{FF2B5EF4-FFF2-40B4-BE49-F238E27FC236}">
                <a16:creationId xmlns:a16="http://schemas.microsoft.com/office/drawing/2014/main" id="{D238397B-539F-4325-986C-95D6E3D87A43}"/>
              </a:ext>
            </a:extLst>
          </p:cNvPr>
          <p:cNvSpPr>
            <a:spLocks noGrp="1"/>
          </p:cNvSpPr>
          <p:nvPr/>
        </p:nvSpPr>
        <p:spPr>
          <a:xfrm>
            <a:off x="5230979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0" name="01_find_only_1229">
            <a:extLst>
              <a:ext uri="{FF2B5EF4-FFF2-40B4-BE49-F238E27FC236}">
                <a16:creationId xmlns:a16="http://schemas.microsoft.com/office/drawing/2014/main" id="{2554B3BC-C50A-4589-B535-A6AC1B99543E}"/>
              </a:ext>
            </a:extLst>
          </p:cNvPr>
          <p:cNvSpPr>
            <a:spLocks noGrp="1"/>
          </p:cNvSpPr>
          <p:nvPr/>
        </p:nvSpPr>
        <p:spPr>
          <a:xfrm>
            <a:off x="516831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1" name="01_find_only_1230">
            <a:extLst>
              <a:ext uri="{FF2B5EF4-FFF2-40B4-BE49-F238E27FC236}">
                <a16:creationId xmlns:a16="http://schemas.microsoft.com/office/drawing/2014/main" id="{263A48E0-4FEA-4351-A7D9-61CC94AE9612}"/>
              </a:ext>
            </a:extLst>
          </p:cNvPr>
          <p:cNvSpPr>
            <a:spLocks noGrp="1"/>
          </p:cNvSpPr>
          <p:nvPr/>
        </p:nvSpPr>
        <p:spPr>
          <a:xfrm>
            <a:off x="52496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2" name="01_find_only_1231">
            <a:extLst>
              <a:ext uri="{FF2B5EF4-FFF2-40B4-BE49-F238E27FC236}">
                <a16:creationId xmlns:a16="http://schemas.microsoft.com/office/drawing/2014/main" id="{E248BCF1-ECC5-4611-822D-0C8780CC27AE}"/>
              </a:ext>
            </a:extLst>
          </p:cNvPr>
          <p:cNvSpPr>
            <a:spLocks noGrp="1"/>
          </p:cNvSpPr>
          <p:nvPr/>
        </p:nvSpPr>
        <p:spPr>
          <a:xfrm>
            <a:off x="523476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3" name="01_find_only_1232">
            <a:extLst>
              <a:ext uri="{FF2B5EF4-FFF2-40B4-BE49-F238E27FC236}">
                <a16:creationId xmlns:a16="http://schemas.microsoft.com/office/drawing/2014/main" id="{DC2498BD-55E0-402A-9144-EE2216DB9F3A}"/>
              </a:ext>
            </a:extLst>
          </p:cNvPr>
          <p:cNvSpPr>
            <a:spLocks noGrp="1"/>
          </p:cNvSpPr>
          <p:nvPr/>
        </p:nvSpPr>
        <p:spPr>
          <a:xfrm>
            <a:off x="519959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4" name="01_find_only_1233">
            <a:extLst>
              <a:ext uri="{FF2B5EF4-FFF2-40B4-BE49-F238E27FC236}">
                <a16:creationId xmlns:a16="http://schemas.microsoft.com/office/drawing/2014/main" id="{0FFA30A9-9A59-414A-B0D4-AEED0F98CDE3}"/>
              </a:ext>
            </a:extLst>
          </p:cNvPr>
          <p:cNvSpPr>
            <a:spLocks noGrp="1"/>
          </p:cNvSpPr>
          <p:nvPr/>
        </p:nvSpPr>
        <p:spPr>
          <a:xfrm>
            <a:off x="51831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5" name="01_find_only_1234">
            <a:extLst>
              <a:ext uri="{FF2B5EF4-FFF2-40B4-BE49-F238E27FC236}">
                <a16:creationId xmlns:a16="http://schemas.microsoft.com/office/drawing/2014/main" id="{54C33186-F05F-4F47-A997-CF93E46B5A05}"/>
              </a:ext>
            </a:extLst>
          </p:cNvPr>
          <p:cNvSpPr>
            <a:spLocks noGrp="1"/>
          </p:cNvSpPr>
          <p:nvPr/>
        </p:nvSpPr>
        <p:spPr>
          <a:xfrm>
            <a:off x="5248174" y="322780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6" name="01_find_only_1235">
            <a:extLst>
              <a:ext uri="{FF2B5EF4-FFF2-40B4-BE49-F238E27FC236}">
                <a16:creationId xmlns:a16="http://schemas.microsoft.com/office/drawing/2014/main" id="{09D6D423-17B5-4DF0-A69B-62F4364BEFCA}"/>
              </a:ext>
            </a:extLst>
          </p:cNvPr>
          <p:cNvSpPr>
            <a:spLocks noGrp="1"/>
          </p:cNvSpPr>
          <p:nvPr/>
        </p:nvSpPr>
        <p:spPr>
          <a:xfrm>
            <a:off x="5252352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7" name="01_find_only_1236">
            <a:extLst>
              <a:ext uri="{FF2B5EF4-FFF2-40B4-BE49-F238E27FC236}">
                <a16:creationId xmlns:a16="http://schemas.microsoft.com/office/drawing/2014/main" id="{9C4C759E-E2FB-42D1-88C2-B1FEBF2C55F8}"/>
              </a:ext>
            </a:extLst>
          </p:cNvPr>
          <p:cNvSpPr>
            <a:spLocks noGrp="1"/>
          </p:cNvSpPr>
          <p:nvPr/>
        </p:nvSpPr>
        <p:spPr>
          <a:xfrm>
            <a:off x="52170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8" name="01_find_only_1237">
            <a:extLst>
              <a:ext uri="{FF2B5EF4-FFF2-40B4-BE49-F238E27FC236}">
                <a16:creationId xmlns:a16="http://schemas.microsoft.com/office/drawing/2014/main" id="{D6407AC3-4366-46EA-AE7D-5AE9F3755BE1}"/>
              </a:ext>
            </a:extLst>
          </p:cNvPr>
          <p:cNvSpPr>
            <a:spLocks noGrp="1"/>
          </p:cNvSpPr>
          <p:nvPr/>
        </p:nvSpPr>
        <p:spPr>
          <a:xfrm>
            <a:off x="523923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9" name="01_find_only_1238">
            <a:extLst>
              <a:ext uri="{FF2B5EF4-FFF2-40B4-BE49-F238E27FC236}">
                <a16:creationId xmlns:a16="http://schemas.microsoft.com/office/drawing/2014/main" id="{1BA23E23-AC63-47A4-B2B7-09043B4AD76B}"/>
              </a:ext>
            </a:extLst>
          </p:cNvPr>
          <p:cNvSpPr>
            <a:spLocks noGrp="1"/>
          </p:cNvSpPr>
          <p:nvPr/>
        </p:nvSpPr>
        <p:spPr>
          <a:xfrm>
            <a:off x="51711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0" name="01_find_only_1239">
            <a:extLst>
              <a:ext uri="{FF2B5EF4-FFF2-40B4-BE49-F238E27FC236}">
                <a16:creationId xmlns:a16="http://schemas.microsoft.com/office/drawing/2014/main" id="{96E7163E-0BAF-4E69-AC70-2F982CCA087E}"/>
              </a:ext>
            </a:extLst>
          </p:cNvPr>
          <p:cNvSpPr>
            <a:spLocks noGrp="1"/>
          </p:cNvSpPr>
          <p:nvPr/>
        </p:nvSpPr>
        <p:spPr>
          <a:xfrm>
            <a:off x="519853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1" name="01_find_only_1240">
            <a:extLst>
              <a:ext uri="{FF2B5EF4-FFF2-40B4-BE49-F238E27FC236}">
                <a16:creationId xmlns:a16="http://schemas.microsoft.com/office/drawing/2014/main" id="{9349D9C5-7B90-4C2A-9307-1342B4578C2D}"/>
              </a:ext>
            </a:extLst>
          </p:cNvPr>
          <p:cNvSpPr>
            <a:spLocks noGrp="1"/>
          </p:cNvSpPr>
          <p:nvPr/>
        </p:nvSpPr>
        <p:spPr>
          <a:xfrm>
            <a:off x="5233213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2" name="01_find_only_1241">
            <a:extLst>
              <a:ext uri="{FF2B5EF4-FFF2-40B4-BE49-F238E27FC236}">
                <a16:creationId xmlns:a16="http://schemas.microsoft.com/office/drawing/2014/main" id="{F44BD1BB-2C9C-44F9-82B5-93CDB134C541}"/>
              </a:ext>
            </a:extLst>
          </p:cNvPr>
          <p:cNvSpPr>
            <a:spLocks noGrp="1"/>
          </p:cNvSpPr>
          <p:nvPr/>
        </p:nvSpPr>
        <p:spPr>
          <a:xfrm>
            <a:off x="51652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3" name="01_find_only_1242">
            <a:extLst>
              <a:ext uri="{FF2B5EF4-FFF2-40B4-BE49-F238E27FC236}">
                <a16:creationId xmlns:a16="http://schemas.microsoft.com/office/drawing/2014/main" id="{6A97892D-B336-4374-BDDA-B8486C36424A}"/>
              </a:ext>
            </a:extLst>
          </p:cNvPr>
          <p:cNvSpPr>
            <a:spLocks noGrp="1"/>
          </p:cNvSpPr>
          <p:nvPr/>
        </p:nvSpPr>
        <p:spPr>
          <a:xfrm>
            <a:off x="51617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4" name="01_find_only_1243">
            <a:extLst>
              <a:ext uri="{FF2B5EF4-FFF2-40B4-BE49-F238E27FC236}">
                <a16:creationId xmlns:a16="http://schemas.microsoft.com/office/drawing/2014/main" id="{74DBD69A-F1F7-4A10-8B52-F64B4F29C92B}"/>
              </a:ext>
            </a:extLst>
          </p:cNvPr>
          <p:cNvSpPr>
            <a:spLocks noGrp="1"/>
          </p:cNvSpPr>
          <p:nvPr/>
        </p:nvSpPr>
        <p:spPr>
          <a:xfrm>
            <a:off x="521912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5" name="01_find_only_1244">
            <a:extLst>
              <a:ext uri="{FF2B5EF4-FFF2-40B4-BE49-F238E27FC236}">
                <a16:creationId xmlns:a16="http://schemas.microsoft.com/office/drawing/2014/main" id="{F9EC7E91-BF79-4F2B-8DAE-E02998B3EA13}"/>
              </a:ext>
            </a:extLst>
          </p:cNvPr>
          <p:cNvSpPr>
            <a:spLocks noGrp="1"/>
          </p:cNvSpPr>
          <p:nvPr/>
        </p:nvSpPr>
        <p:spPr>
          <a:xfrm>
            <a:off x="5247591" y="29514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6" name="01_find_only_1245">
            <a:extLst>
              <a:ext uri="{FF2B5EF4-FFF2-40B4-BE49-F238E27FC236}">
                <a16:creationId xmlns:a16="http://schemas.microsoft.com/office/drawing/2014/main" id="{D227056B-C97E-455F-9E29-212885DADD96}"/>
              </a:ext>
            </a:extLst>
          </p:cNvPr>
          <p:cNvSpPr>
            <a:spLocks noGrp="1"/>
          </p:cNvSpPr>
          <p:nvPr/>
        </p:nvSpPr>
        <p:spPr>
          <a:xfrm>
            <a:off x="51574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7" name="01_find_only_1246">
            <a:extLst>
              <a:ext uri="{FF2B5EF4-FFF2-40B4-BE49-F238E27FC236}">
                <a16:creationId xmlns:a16="http://schemas.microsoft.com/office/drawing/2014/main" id="{A9B26296-43FD-4558-9B93-8C643CCB9D2E}"/>
              </a:ext>
            </a:extLst>
          </p:cNvPr>
          <p:cNvSpPr>
            <a:spLocks noGrp="1"/>
          </p:cNvSpPr>
          <p:nvPr/>
        </p:nvSpPr>
        <p:spPr>
          <a:xfrm>
            <a:off x="51954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8" name="01_find_only_1247">
            <a:extLst>
              <a:ext uri="{FF2B5EF4-FFF2-40B4-BE49-F238E27FC236}">
                <a16:creationId xmlns:a16="http://schemas.microsoft.com/office/drawing/2014/main" id="{F627716B-C357-4EE1-A917-521BEFC50C7A}"/>
              </a:ext>
            </a:extLst>
          </p:cNvPr>
          <p:cNvSpPr>
            <a:spLocks noGrp="1"/>
          </p:cNvSpPr>
          <p:nvPr/>
        </p:nvSpPr>
        <p:spPr>
          <a:xfrm>
            <a:off x="52266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9" name="01_find_only_1248">
            <a:extLst>
              <a:ext uri="{FF2B5EF4-FFF2-40B4-BE49-F238E27FC236}">
                <a16:creationId xmlns:a16="http://schemas.microsoft.com/office/drawing/2014/main" id="{20BC2972-72D8-4CBC-8CE4-78B9478A421E}"/>
              </a:ext>
            </a:extLst>
          </p:cNvPr>
          <p:cNvSpPr>
            <a:spLocks noGrp="1"/>
          </p:cNvSpPr>
          <p:nvPr/>
        </p:nvSpPr>
        <p:spPr>
          <a:xfrm>
            <a:off x="519746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0" name="01_find_only_1249">
            <a:extLst>
              <a:ext uri="{FF2B5EF4-FFF2-40B4-BE49-F238E27FC236}">
                <a16:creationId xmlns:a16="http://schemas.microsoft.com/office/drawing/2014/main" id="{B9F068AB-F492-4CFD-B44B-B3D29C8C5881}"/>
              </a:ext>
            </a:extLst>
          </p:cNvPr>
          <p:cNvSpPr>
            <a:spLocks noGrp="1"/>
          </p:cNvSpPr>
          <p:nvPr/>
        </p:nvSpPr>
        <p:spPr>
          <a:xfrm>
            <a:off x="5181043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1" name="01_find_only_1250">
            <a:extLst>
              <a:ext uri="{FF2B5EF4-FFF2-40B4-BE49-F238E27FC236}">
                <a16:creationId xmlns:a16="http://schemas.microsoft.com/office/drawing/2014/main" id="{46645D76-D4F1-4688-AADF-419A31B917F1}"/>
              </a:ext>
            </a:extLst>
          </p:cNvPr>
          <p:cNvSpPr>
            <a:spLocks noGrp="1"/>
          </p:cNvSpPr>
          <p:nvPr/>
        </p:nvSpPr>
        <p:spPr>
          <a:xfrm>
            <a:off x="5218738" y="34465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2" name="01_find_only_1251">
            <a:extLst>
              <a:ext uri="{FF2B5EF4-FFF2-40B4-BE49-F238E27FC236}">
                <a16:creationId xmlns:a16="http://schemas.microsoft.com/office/drawing/2014/main" id="{7388E9A7-67C0-4850-B8C1-B6149F899BEB}"/>
              </a:ext>
            </a:extLst>
          </p:cNvPr>
          <p:cNvSpPr>
            <a:spLocks noGrp="1"/>
          </p:cNvSpPr>
          <p:nvPr/>
        </p:nvSpPr>
        <p:spPr>
          <a:xfrm>
            <a:off x="52156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3" name="01_find_only_1252">
            <a:extLst>
              <a:ext uri="{FF2B5EF4-FFF2-40B4-BE49-F238E27FC236}">
                <a16:creationId xmlns:a16="http://schemas.microsoft.com/office/drawing/2014/main" id="{4AED7634-5A06-406E-AB26-944C7FBCBDBB}"/>
              </a:ext>
            </a:extLst>
          </p:cNvPr>
          <p:cNvSpPr>
            <a:spLocks noGrp="1"/>
          </p:cNvSpPr>
          <p:nvPr/>
        </p:nvSpPr>
        <p:spPr>
          <a:xfrm>
            <a:off x="520387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4" name="01_find_only_1253">
            <a:extLst>
              <a:ext uri="{FF2B5EF4-FFF2-40B4-BE49-F238E27FC236}">
                <a16:creationId xmlns:a16="http://schemas.microsoft.com/office/drawing/2014/main" id="{5E482121-0823-49F5-92AF-F71DB69E6C49}"/>
              </a:ext>
            </a:extLst>
          </p:cNvPr>
          <p:cNvSpPr>
            <a:spLocks noGrp="1"/>
          </p:cNvSpPr>
          <p:nvPr/>
        </p:nvSpPr>
        <p:spPr>
          <a:xfrm>
            <a:off x="521329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5" name="01_find_only_1254">
            <a:extLst>
              <a:ext uri="{FF2B5EF4-FFF2-40B4-BE49-F238E27FC236}">
                <a16:creationId xmlns:a16="http://schemas.microsoft.com/office/drawing/2014/main" id="{40E75442-889E-4E19-BFD7-CC3B8E241657}"/>
              </a:ext>
            </a:extLst>
          </p:cNvPr>
          <p:cNvSpPr>
            <a:spLocks noGrp="1"/>
          </p:cNvSpPr>
          <p:nvPr/>
        </p:nvSpPr>
        <p:spPr>
          <a:xfrm>
            <a:off x="51854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6" name="01_find_only_1255">
            <a:extLst>
              <a:ext uri="{FF2B5EF4-FFF2-40B4-BE49-F238E27FC236}">
                <a16:creationId xmlns:a16="http://schemas.microsoft.com/office/drawing/2014/main" id="{12F2A8DC-145E-4F8C-A4C8-1E1EF382C336}"/>
              </a:ext>
            </a:extLst>
          </p:cNvPr>
          <p:cNvSpPr>
            <a:spLocks noGrp="1"/>
          </p:cNvSpPr>
          <p:nvPr/>
        </p:nvSpPr>
        <p:spPr>
          <a:xfrm>
            <a:off x="52071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7" name="01_find_only_1256">
            <a:extLst>
              <a:ext uri="{FF2B5EF4-FFF2-40B4-BE49-F238E27FC236}">
                <a16:creationId xmlns:a16="http://schemas.microsoft.com/office/drawing/2014/main" id="{655639EB-2D31-45D4-B1E7-881EEDCBA664}"/>
              </a:ext>
            </a:extLst>
          </p:cNvPr>
          <p:cNvSpPr>
            <a:spLocks noGrp="1"/>
          </p:cNvSpPr>
          <p:nvPr/>
        </p:nvSpPr>
        <p:spPr>
          <a:xfrm>
            <a:off x="5186386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8" name="01_find_only_1257">
            <a:extLst>
              <a:ext uri="{FF2B5EF4-FFF2-40B4-BE49-F238E27FC236}">
                <a16:creationId xmlns:a16="http://schemas.microsoft.com/office/drawing/2014/main" id="{7684D068-C386-4098-A8E9-FE2DAF0CAC6B}"/>
              </a:ext>
            </a:extLst>
          </p:cNvPr>
          <p:cNvSpPr>
            <a:spLocks noGrp="1"/>
          </p:cNvSpPr>
          <p:nvPr/>
        </p:nvSpPr>
        <p:spPr>
          <a:xfrm>
            <a:off x="519493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9" name="01_find_only_1258">
            <a:extLst>
              <a:ext uri="{FF2B5EF4-FFF2-40B4-BE49-F238E27FC236}">
                <a16:creationId xmlns:a16="http://schemas.microsoft.com/office/drawing/2014/main" id="{8F8ACEB0-6013-4D48-BD69-61860828C8B3}"/>
              </a:ext>
            </a:extLst>
          </p:cNvPr>
          <p:cNvSpPr>
            <a:spLocks noGrp="1"/>
          </p:cNvSpPr>
          <p:nvPr/>
        </p:nvSpPr>
        <p:spPr>
          <a:xfrm>
            <a:off x="5236905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0" name="01_find_only_1259">
            <a:extLst>
              <a:ext uri="{FF2B5EF4-FFF2-40B4-BE49-F238E27FC236}">
                <a16:creationId xmlns:a16="http://schemas.microsoft.com/office/drawing/2014/main" id="{C33C68B6-0D45-45E5-B723-AFFF63541F71}"/>
              </a:ext>
            </a:extLst>
          </p:cNvPr>
          <p:cNvSpPr>
            <a:spLocks noGrp="1"/>
          </p:cNvSpPr>
          <p:nvPr/>
        </p:nvSpPr>
        <p:spPr>
          <a:xfrm>
            <a:off x="51681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1" name="01_find_only_1260">
            <a:extLst>
              <a:ext uri="{FF2B5EF4-FFF2-40B4-BE49-F238E27FC236}">
                <a16:creationId xmlns:a16="http://schemas.microsoft.com/office/drawing/2014/main" id="{90A3F83F-BB35-4F85-B0FD-38D3341B999C}"/>
              </a:ext>
            </a:extLst>
          </p:cNvPr>
          <p:cNvSpPr>
            <a:spLocks noGrp="1"/>
          </p:cNvSpPr>
          <p:nvPr/>
        </p:nvSpPr>
        <p:spPr>
          <a:xfrm>
            <a:off x="517259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2" name="01_find_only_1261">
            <a:extLst>
              <a:ext uri="{FF2B5EF4-FFF2-40B4-BE49-F238E27FC236}">
                <a16:creationId xmlns:a16="http://schemas.microsoft.com/office/drawing/2014/main" id="{EF5A1C3D-E840-46B6-81CD-4AA173FBA243}"/>
              </a:ext>
            </a:extLst>
          </p:cNvPr>
          <p:cNvSpPr>
            <a:spLocks noGrp="1"/>
          </p:cNvSpPr>
          <p:nvPr/>
        </p:nvSpPr>
        <p:spPr>
          <a:xfrm>
            <a:off x="52130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3" name="01_find_only_1262">
            <a:extLst>
              <a:ext uri="{FF2B5EF4-FFF2-40B4-BE49-F238E27FC236}">
                <a16:creationId xmlns:a16="http://schemas.microsoft.com/office/drawing/2014/main" id="{5B15677C-6FBB-46C0-A6C9-0BC12DAD918D}"/>
              </a:ext>
            </a:extLst>
          </p:cNvPr>
          <p:cNvSpPr>
            <a:spLocks noGrp="1"/>
          </p:cNvSpPr>
          <p:nvPr/>
        </p:nvSpPr>
        <p:spPr>
          <a:xfrm>
            <a:off x="521213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4" name="01_find_only_1263">
            <a:extLst>
              <a:ext uri="{FF2B5EF4-FFF2-40B4-BE49-F238E27FC236}">
                <a16:creationId xmlns:a16="http://schemas.microsoft.com/office/drawing/2014/main" id="{ACD29539-2EC1-4BB7-95C3-984138A8CDA0}"/>
              </a:ext>
            </a:extLst>
          </p:cNvPr>
          <p:cNvSpPr>
            <a:spLocks noGrp="1"/>
          </p:cNvSpPr>
          <p:nvPr/>
        </p:nvSpPr>
        <p:spPr>
          <a:xfrm>
            <a:off x="524370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5" name="01_find_only_1264">
            <a:extLst>
              <a:ext uri="{FF2B5EF4-FFF2-40B4-BE49-F238E27FC236}">
                <a16:creationId xmlns:a16="http://schemas.microsoft.com/office/drawing/2014/main" id="{16EC27FC-6C44-40E6-8783-7C157D24C991}"/>
              </a:ext>
            </a:extLst>
          </p:cNvPr>
          <p:cNvSpPr>
            <a:spLocks noGrp="1"/>
          </p:cNvSpPr>
          <p:nvPr/>
        </p:nvSpPr>
        <p:spPr>
          <a:xfrm>
            <a:off x="522903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6" name="01_find_only_1265">
            <a:extLst>
              <a:ext uri="{FF2B5EF4-FFF2-40B4-BE49-F238E27FC236}">
                <a16:creationId xmlns:a16="http://schemas.microsoft.com/office/drawing/2014/main" id="{40BB62B9-D2CF-4312-9596-B11FBA11205D}"/>
              </a:ext>
            </a:extLst>
          </p:cNvPr>
          <p:cNvSpPr>
            <a:spLocks noGrp="1"/>
          </p:cNvSpPr>
          <p:nvPr/>
        </p:nvSpPr>
        <p:spPr>
          <a:xfrm>
            <a:off x="5169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7" name="01_find_only_1266">
            <a:extLst>
              <a:ext uri="{FF2B5EF4-FFF2-40B4-BE49-F238E27FC236}">
                <a16:creationId xmlns:a16="http://schemas.microsoft.com/office/drawing/2014/main" id="{9E94DEA1-A690-4635-BE38-1DD8D7FBE11A}"/>
              </a:ext>
            </a:extLst>
          </p:cNvPr>
          <p:cNvSpPr>
            <a:spLocks noGrp="1"/>
          </p:cNvSpPr>
          <p:nvPr/>
        </p:nvSpPr>
        <p:spPr>
          <a:xfrm>
            <a:off x="5183180" y="34619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8" name="01_find_only_1267">
            <a:extLst>
              <a:ext uri="{FF2B5EF4-FFF2-40B4-BE49-F238E27FC236}">
                <a16:creationId xmlns:a16="http://schemas.microsoft.com/office/drawing/2014/main" id="{D33DEDA8-8357-4C1B-9F0B-AF9A19E8255E}"/>
              </a:ext>
            </a:extLst>
          </p:cNvPr>
          <p:cNvSpPr>
            <a:spLocks noGrp="1"/>
          </p:cNvSpPr>
          <p:nvPr/>
        </p:nvSpPr>
        <p:spPr>
          <a:xfrm>
            <a:off x="522175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9" name="01_find_only_1268">
            <a:extLst>
              <a:ext uri="{FF2B5EF4-FFF2-40B4-BE49-F238E27FC236}">
                <a16:creationId xmlns:a16="http://schemas.microsoft.com/office/drawing/2014/main" id="{55F9944E-CCCA-4658-A52C-85C00CD85303}"/>
              </a:ext>
            </a:extLst>
          </p:cNvPr>
          <p:cNvSpPr>
            <a:spLocks noGrp="1"/>
          </p:cNvSpPr>
          <p:nvPr/>
        </p:nvSpPr>
        <p:spPr>
          <a:xfrm>
            <a:off x="51634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0" name="01_find_only_1269">
            <a:extLst>
              <a:ext uri="{FF2B5EF4-FFF2-40B4-BE49-F238E27FC236}">
                <a16:creationId xmlns:a16="http://schemas.microsoft.com/office/drawing/2014/main" id="{2EFD71D3-70EA-4277-83A7-6A5F38FD39CF}"/>
              </a:ext>
            </a:extLst>
          </p:cNvPr>
          <p:cNvSpPr>
            <a:spLocks noGrp="1"/>
          </p:cNvSpPr>
          <p:nvPr/>
        </p:nvSpPr>
        <p:spPr>
          <a:xfrm>
            <a:off x="523097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1" name="01_find_only_1270">
            <a:extLst>
              <a:ext uri="{FF2B5EF4-FFF2-40B4-BE49-F238E27FC236}">
                <a16:creationId xmlns:a16="http://schemas.microsoft.com/office/drawing/2014/main" id="{3F5AE31B-A99B-4AF8-BFE9-5A1DF8A8968F}"/>
              </a:ext>
            </a:extLst>
          </p:cNvPr>
          <p:cNvSpPr>
            <a:spLocks noGrp="1"/>
          </p:cNvSpPr>
          <p:nvPr/>
        </p:nvSpPr>
        <p:spPr>
          <a:xfrm>
            <a:off x="52342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2" name="01_find_only_1271">
            <a:extLst>
              <a:ext uri="{FF2B5EF4-FFF2-40B4-BE49-F238E27FC236}">
                <a16:creationId xmlns:a16="http://schemas.microsoft.com/office/drawing/2014/main" id="{3CEBE938-E5EC-4483-8EF9-0BBFA045C095}"/>
              </a:ext>
            </a:extLst>
          </p:cNvPr>
          <p:cNvSpPr>
            <a:spLocks noGrp="1"/>
          </p:cNvSpPr>
          <p:nvPr/>
        </p:nvSpPr>
        <p:spPr>
          <a:xfrm>
            <a:off x="522398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3" name="01_find_only_1272">
            <a:extLst>
              <a:ext uri="{FF2B5EF4-FFF2-40B4-BE49-F238E27FC236}">
                <a16:creationId xmlns:a16="http://schemas.microsoft.com/office/drawing/2014/main" id="{902AC863-CCA7-411F-872D-ED8CFF161550}"/>
              </a:ext>
            </a:extLst>
          </p:cNvPr>
          <p:cNvSpPr>
            <a:spLocks noGrp="1"/>
          </p:cNvSpPr>
          <p:nvPr/>
        </p:nvSpPr>
        <p:spPr>
          <a:xfrm>
            <a:off x="52231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4" name="01_find_only_1273">
            <a:extLst>
              <a:ext uri="{FF2B5EF4-FFF2-40B4-BE49-F238E27FC236}">
                <a16:creationId xmlns:a16="http://schemas.microsoft.com/office/drawing/2014/main" id="{306DA2A9-8240-467F-B6C8-993CD1461709}"/>
              </a:ext>
            </a:extLst>
          </p:cNvPr>
          <p:cNvSpPr>
            <a:spLocks noGrp="1"/>
          </p:cNvSpPr>
          <p:nvPr/>
        </p:nvSpPr>
        <p:spPr>
          <a:xfrm>
            <a:off x="52272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5" name="01_find_only_1274">
            <a:extLst>
              <a:ext uri="{FF2B5EF4-FFF2-40B4-BE49-F238E27FC236}">
                <a16:creationId xmlns:a16="http://schemas.microsoft.com/office/drawing/2014/main" id="{D5904AC4-EA02-4D55-803A-3E7CF45B901D}"/>
              </a:ext>
            </a:extLst>
          </p:cNvPr>
          <p:cNvSpPr>
            <a:spLocks noGrp="1"/>
          </p:cNvSpPr>
          <p:nvPr/>
        </p:nvSpPr>
        <p:spPr>
          <a:xfrm>
            <a:off x="5208925" y="2989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6" name="01_find_only_1275">
            <a:extLst>
              <a:ext uri="{FF2B5EF4-FFF2-40B4-BE49-F238E27FC236}">
                <a16:creationId xmlns:a16="http://schemas.microsoft.com/office/drawing/2014/main" id="{391C850B-6C12-4572-B64F-B913875CADF0}"/>
              </a:ext>
            </a:extLst>
          </p:cNvPr>
          <p:cNvSpPr>
            <a:spLocks noGrp="1"/>
          </p:cNvSpPr>
          <p:nvPr/>
        </p:nvSpPr>
        <p:spPr>
          <a:xfrm>
            <a:off x="515850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7" name="01_find_only_1276">
            <a:extLst>
              <a:ext uri="{FF2B5EF4-FFF2-40B4-BE49-F238E27FC236}">
                <a16:creationId xmlns:a16="http://schemas.microsoft.com/office/drawing/2014/main" id="{45CCB8EE-A4CE-4109-A0A1-5F973AF30DEF}"/>
              </a:ext>
            </a:extLst>
          </p:cNvPr>
          <p:cNvSpPr>
            <a:spLocks noGrp="1"/>
          </p:cNvSpPr>
          <p:nvPr/>
        </p:nvSpPr>
        <p:spPr>
          <a:xfrm>
            <a:off x="520873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8" name="01_find_only_1277">
            <a:extLst>
              <a:ext uri="{FF2B5EF4-FFF2-40B4-BE49-F238E27FC236}">
                <a16:creationId xmlns:a16="http://schemas.microsoft.com/office/drawing/2014/main" id="{19BA5539-A056-4F8B-9426-099BD54AAE86}"/>
              </a:ext>
            </a:extLst>
          </p:cNvPr>
          <p:cNvSpPr>
            <a:spLocks noGrp="1"/>
          </p:cNvSpPr>
          <p:nvPr/>
        </p:nvSpPr>
        <p:spPr>
          <a:xfrm>
            <a:off x="51713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9" name="01_find_only_1278">
            <a:extLst>
              <a:ext uri="{FF2B5EF4-FFF2-40B4-BE49-F238E27FC236}">
                <a16:creationId xmlns:a16="http://schemas.microsoft.com/office/drawing/2014/main" id="{D239EDEE-8556-41A0-88AA-13EF4AA4EB0E}"/>
              </a:ext>
            </a:extLst>
          </p:cNvPr>
          <p:cNvSpPr>
            <a:spLocks noGrp="1"/>
          </p:cNvSpPr>
          <p:nvPr/>
        </p:nvSpPr>
        <p:spPr>
          <a:xfrm>
            <a:off x="5223498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0" name="01_find_only_1279">
            <a:extLst>
              <a:ext uri="{FF2B5EF4-FFF2-40B4-BE49-F238E27FC236}">
                <a16:creationId xmlns:a16="http://schemas.microsoft.com/office/drawing/2014/main" id="{BA71D564-4CE3-401A-B794-B8A550196C82}"/>
              </a:ext>
            </a:extLst>
          </p:cNvPr>
          <p:cNvSpPr>
            <a:spLocks noGrp="1"/>
          </p:cNvSpPr>
          <p:nvPr/>
        </p:nvSpPr>
        <p:spPr>
          <a:xfrm>
            <a:off x="52363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1" name="01_find_only_1280">
            <a:extLst>
              <a:ext uri="{FF2B5EF4-FFF2-40B4-BE49-F238E27FC236}">
                <a16:creationId xmlns:a16="http://schemas.microsoft.com/office/drawing/2014/main" id="{F81D6F26-6B21-4708-99B3-659D5BA5F585}"/>
              </a:ext>
            </a:extLst>
          </p:cNvPr>
          <p:cNvSpPr>
            <a:spLocks noGrp="1"/>
          </p:cNvSpPr>
          <p:nvPr/>
        </p:nvSpPr>
        <p:spPr>
          <a:xfrm>
            <a:off x="516977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2" name="01_find_only_1281">
            <a:extLst>
              <a:ext uri="{FF2B5EF4-FFF2-40B4-BE49-F238E27FC236}">
                <a16:creationId xmlns:a16="http://schemas.microsoft.com/office/drawing/2014/main" id="{EE56F2E4-4062-47F8-A2C3-36942E52B3DA}"/>
              </a:ext>
            </a:extLst>
          </p:cNvPr>
          <p:cNvSpPr>
            <a:spLocks noGrp="1"/>
          </p:cNvSpPr>
          <p:nvPr/>
        </p:nvSpPr>
        <p:spPr>
          <a:xfrm>
            <a:off x="522437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3" name="01_find_only_1282">
            <a:extLst>
              <a:ext uri="{FF2B5EF4-FFF2-40B4-BE49-F238E27FC236}">
                <a16:creationId xmlns:a16="http://schemas.microsoft.com/office/drawing/2014/main" id="{E3C6B18E-E256-49DA-888E-93E5EEE5B868}"/>
              </a:ext>
            </a:extLst>
          </p:cNvPr>
          <p:cNvSpPr>
            <a:spLocks noGrp="1"/>
          </p:cNvSpPr>
          <p:nvPr/>
        </p:nvSpPr>
        <p:spPr>
          <a:xfrm>
            <a:off x="517463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4" name="01_find_only_1283">
            <a:extLst>
              <a:ext uri="{FF2B5EF4-FFF2-40B4-BE49-F238E27FC236}">
                <a16:creationId xmlns:a16="http://schemas.microsoft.com/office/drawing/2014/main" id="{37AD86E4-66F0-4066-A337-F2EC051A2688}"/>
              </a:ext>
            </a:extLst>
          </p:cNvPr>
          <p:cNvSpPr>
            <a:spLocks noGrp="1"/>
          </p:cNvSpPr>
          <p:nvPr/>
        </p:nvSpPr>
        <p:spPr>
          <a:xfrm>
            <a:off x="517890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5" name="01_find_only_1284">
            <a:extLst>
              <a:ext uri="{FF2B5EF4-FFF2-40B4-BE49-F238E27FC236}">
                <a16:creationId xmlns:a16="http://schemas.microsoft.com/office/drawing/2014/main" id="{C474A213-21E1-4727-A3D3-0280A4C76BA5}"/>
              </a:ext>
            </a:extLst>
          </p:cNvPr>
          <p:cNvSpPr>
            <a:spLocks noGrp="1"/>
          </p:cNvSpPr>
          <p:nvPr/>
        </p:nvSpPr>
        <p:spPr>
          <a:xfrm>
            <a:off x="51673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6" name="01_find_only_1285">
            <a:extLst>
              <a:ext uri="{FF2B5EF4-FFF2-40B4-BE49-F238E27FC236}">
                <a16:creationId xmlns:a16="http://schemas.microsoft.com/office/drawing/2014/main" id="{FF645DE3-7878-4DCA-9ED6-6A854AF5E21F}"/>
              </a:ext>
            </a:extLst>
          </p:cNvPr>
          <p:cNvSpPr>
            <a:spLocks noGrp="1"/>
          </p:cNvSpPr>
          <p:nvPr/>
        </p:nvSpPr>
        <p:spPr>
          <a:xfrm>
            <a:off x="5223304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7" name="01_find_only_1286">
            <a:extLst>
              <a:ext uri="{FF2B5EF4-FFF2-40B4-BE49-F238E27FC236}">
                <a16:creationId xmlns:a16="http://schemas.microsoft.com/office/drawing/2014/main" id="{D57F8BBA-9BC4-4C42-9091-20D2B7FBE511}"/>
              </a:ext>
            </a:extLst>
          </p:cNvPr>
          <p:cNvSpPr>
            <a:spLocks noGrp="1"/>
          </p:cNvSpPr>
          <p:nvPr/>
        </p:nvSpPr>
        <p:spPr>
          <a:xfrm>
            <a:off x="524836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8" name="01_find_only_1287">
            <a:extLst>
              <a:ext uri="{FF2B5EF4-FFF2-40B4-BE49-F238E27FC236}">
                <a16:creationId xmlns:a16="http://schemas.microsoft.com/office/drawing/2014/main" id="{D9C8B837-5B0D-45E9-B30D-072479132B09}"/>
              </a:ext>
            </a:extLst>
          </p:cNvPr>
          <p:cNvSpPr>
            <a:spLocks noGrp="1"/>
          </p:cNvSpPr>
          <p:nvPr/>
        </p:nvSpPr>
        <p:spPr>
          <a:xfrm>
            <a:off x="525254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9" name="01_find_only_1288">
            <a:extLst>
              <a:ext uri="{FF2B5EF4-FFF2-40B4-BE49-F238E27FC236}">
                <a16:creationId xmlns:a16="http://schemas.microsoft.com/office/drawing/2014/main" id="{F543F85C-4366-4F43-816E-78DBDF093098}"/>
              </a:ext>
            </a:extLst>
          </p:cNvPr>
          <p:cNvSpPr>
            <a:spLocks noGrp="1"/>
          </p:cNvSpPr>
          <p:nvPr/>
        </p:nvSpPr>
        <p:spPr>
          <a:xfrm>
            <a:off x="51925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0" name="01_find_only_1289">
            <a:extLst>
              <a:ext uri="{FF2B5EF4-FFF2-40B4-BE49-F238E27FC236}">
                <a16:creationId xmlns:a16="http://schemas.microsoft.com/office/drawing/2014/main" id="{3D254881-B3AB-4C15-85B3-3B53A0F7FCD4}"/>
              </a:ext>
            </a:extLst>
          </p:cNvPr>
          <p:cNvSpPr>
            <a:spLocks noGrp="1"/>
          </p:cNvSpPr>
          <p:nvPr/>
        </p:nvSpPr>
        <p:spPr>
          <a:xfrm>
            <a:off x="522816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1" name="01_find_only_1290">
            <a:extLst>
              <a:ext uri="{FF2B5EF4-FFF2-40B4-BE49-F238E27FC236}">
                <a16:creationId xmlns:a16="http://schemas.microsoft.com/office/drawing/2014/main" id="{A5C0BC99-4430-4C8A-B577-1F7B94BE6D5F}"/>
              </a:ext>
            </a:extLst>
          </p:cNvPr>
          <p:cNvSpPr>
            <a:spLocks noGrp="1"/>
          </p:cNvSpPr>
          <p:nvPr/>
        </p:nvSpPr>
        <p:spPr>
          <a:xfrm>
            <a:off x="524700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2" name="01_find_only_1291">
            <a:extLst>
              <a:ext uri="{FF2B5EF4-FFF2-40B4-BE49-F238E27FC236}">
                <a16:creationId xmlns:a16="http://schemas.microsoft.com/office/drawing/2014/main" id="{17704B6C-7AC5-4CC1-BAE3-31BCE0E05304}"/>
              </a:ext>
            </a:extLst>
          </p:cNvPr>
          <p:cNvSpPr>
            <a:spLocks noGrp="1"/>
          </p:cNvSpPr>
          <p:nvPr/>
        </p:nvSpPr>
        <p:spPr>
          <a:xfrm>
            <a:off x="5235545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3" name="01_find_only_1292">
            <a:extLst>
              <a:ext uri="{FF2B5EF4-FFF2-40B4-BE49-F238E27FC236}">
                <a16:creationId xmlns:a16="http://schemas.microsoft.com/office/drawing/2014/main" id="{78D466C0-2929-48D9-B353-569156D36F43}"/>
              </a:ext>
            </a:extLst>
          </p:cNvPr>
          <p:cNvSpPr>
            <a:spLocks noGrp="1"/>
          </p:cNvSpPr>
          <p:nvPr/>
        </p:nvSpPr>
        <p:spPr>
          <a:xfrm>
            <a:off x="52252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4" name="01_find_only_1293">
            <a:extLst>
              <a:ext uri="{FF2B5EF4-FFF2-40B4-BE49-F238E27FC236}">
                <a16:creationId xmlns:a16="http://schemas.microsoft.com/office/drawing/2014/main" id="{8F38F7F4-FD63-43D6-9EE4-E2E4A9BF8693}"/>
              </a:ext>
            </a:extLst>
          </p:cNvPr>
          <p:cNvSpPr>
            <a:spLocks noGrp="1"/>
          </p:cNvSpPr>
          <p:nvPr/>
        </p:nvSpPr>
        <p:spPr>
          <a:xfrm>
            <a:off x="52014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5" name="01_find_only_1294">
            <a:extLst>
              <a:ext uri="{FF2B5EF4-FFF2-40B4-BE49-F238E27FC236}">
                <a16:creationId xmlns:a16="http://schemas.microsoft.com/office/drawing/2014/main" id="{83C9E5B0-3611-41A0-AA51-9FC215A1BD80}"/>
              </a:ext>
            </a:extLst>
          </p:cNvPr>
          <p:cNvSpPr>
            <a:spLocks noGrp="1"/>
          </p:cNvSpPr>
          <p:nvPr/>
        </p:nvSpPr>
        <p:spPr>
          <a:xfrm>
            <a:off x="5198530" y="342276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6" name="01_find_only_1295">
            <a:extLst>
              <a:ext uri="{FF2B5EF4-FFF2-40B4-BE49-F238E27FC236}">
                <a16:creationId xmlns:a16="http://schemas.microsoft.com/office/drawing/2014/main" id="{95C98CAB-F298-4E73-BE83-66274ABF8297}"/>
              </a:ext>
            </a:extLst>
          </p:cNvPr>
          <p:cNvSpPr>
            <a:spLocks noGrp="1"/>
          </p:cNvSpPr>
          <p:nvPr/>
        </p:nvSpPr>
        <p:spPr>
          <a:xfrm>
            <a:off x="51661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7" name="01_find_only_1296">
            <a:extLst>
              <a:ext uri="{FF2B5EF4-FFF2-40B4-BE49-F238E27FC236}">
                <a16:creationId xmlns:a16="http://schemas.microsoft.com/office/drawing/2014/main" id="{2A12DF97-6763-475F-B1FE-4EB2C3836F37}"/>
              </a:ext>
            </a:extLst>
          </p:cNvPr>
          <p:cNvSpPr>
            <a:spLocks noGrp="1"/>
          </p:cNvSpPr>
          <p:nvPr/>
        </p:nvSpPr>
        <p:spPr>
          <a:xfrm>
            <a:off x="52473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8" name="01_find_only_1297">
            <a:extLst>
              <a:ext uri="{FF2B5EF4-FFF2-40B4-BE49-F238E27FC236}">
                <a16:creationId xmlns:a16="http://schemas.microsoft.com/office/drawing/2014/main" id="{43364ED7-7FA4-4B82-941A-DEA09AEE5AF7}"/>
              </a:ext>
            </a:extLst>
          </p:cNvPr>
          <p:cNvSpPr>
            <a:spLocks noGrp="1"/>
          </p:cNvSpPr>
          <p:nvPr/>
        </p:nvSpPr>
        <p:spPr>
          <a:xfrm>
            <a:off x="52370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9" name="01_find_only_1298">
            <a:extLst>
              <a:ext uri="{FF2B5EF4-FFF2-40B4-BE49-F238E27FC236}">
                <a16:creationId xmlns:a16="http://schemas.microsoft.com/office/drawing/2014/main" id="{ED1C5C4D-89D9-4024-9C3F-A0369B2CED9D}"/>
              </a:ext>
            </a:extLst>
          </p:cNvPr>
          <p:cNvSpPr>
            <a:spLocks noGrp="1"/>
          </p:cNvSpPr>
          <p:nvPr/>
        </p:nvSpPr>
        <p:spPr>
          <a:xfrm>
            <a:off x="52223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0" name="01_find_only_1299">
            <a:extLst>
              <a:ext uri="{FF2B5EF4-FFF2-40B4-BE49-F238E27FC236}">
                <a16:creationId xmlns:a16="http://schemas.microsoft.com/office/drawing/2014/main" id="{0749B6C0-96FB-4809-BA10-1532DE0AD4FF}"/>
              </a:ext>
            </a:extLst>
          </p:cNvPr>
          <p:cNvSpPr>
            <a:spLocks noGrp="1"/>
          </p:cNvSpPr>
          <p:nvPr/>
        </p:nvSpPr>
        <p:spPr>
          <a:xfrm>
            <a:off x="51627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1" name="01_find_only_1300">
            <a:extLst>
              <a:ext uri="{FF2B5EF4-FFF2-40B4-BE49-F238E27FC236}">
                <a16:creationId xmlns:a16="http://schemas.microsoft.com/office/drawing/2014/main" id="{980BCFBE-E136-4C04-AE19-19D74A5D1B48}"/>
              </a:ext>
            </a:extLst>
          </p:cNvPr>
          <p:cNvSpPr>
            <a:spLocks noGrp="1"/>
          </p:cNvSpPr>
          <p:nvPr/>
        </p:nvSpPr>
        <p:spPr>
          <a:xfrm>
            <a:off x="5172202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2" name="01_find_only_1301">
            <a:extLst>
              <a:ext uri="{FF2B5EF4-FFF2-40B4-BE49-F238E27FC236}">
                <a16:creationId xmlns:a16="http://schemas.microsoft.com/office/drawing/2014/main" id="{C4483E7D-6BB1-435B-A75A-F2978EB9A572}"/>
              </a:ext>
            </a:extLst>
          </p:cNvPr>
          <p:cNvSpPr>
            <a:spLocks noGrp="1"/>
          </p:cNvSpPr>
          <p:nvPr/>
        </p:nvSpPr>
        <p:spPr>
          <a:xfrm>
            <a:off x="51816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3" name="01_find_only_1302">
            <a:extLst>
              <a:ext uri="{FF2B5EF4-FFF2-40B4-BE49-F238E27FC236}">
                <a16:creationId xmlns:a16="http://schemas.microsoft.com/office/drawing/2014/main" id="{8618C236-9CD7-4757-A6AA-7C6CB7A40686}"/>
              </a:ext>
            </a:extLst>
          </p:cNvPr>
          <p:cNvSpPr>
            <a:spLocks noGrp="1"/>
          </p:cNvSpPr>
          <p:nvPr/>
        </p:nvSpPr>
        <p:spPr>
          <a:xfrm>
            <a:off x="52233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4" name="01_find_only_1303">
            <a:extLst>
              <a:ext uri="{FF2B5EF4-FFF2-40B4-BE49-F238E27FC236}">
                <a16:creationId xmlns:a16="http://schemas.microsoft.com/office/drawing/2014/main" id="{290BA35F-D3AE-47C3-9730-E7F0C4942CAE}"/>
              </a:ext>
            </a:extLst>
          </p:cNvPr>
          <p:cNvSpPr>
            <a:spLocks noGrp="1"/>
          </p:cNvSpPr>
          <p:nvPr/>
        </p:nvSpPr>
        <p:spPr>
          <a:xfrm>
            <a:off x="52134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5" name="01_find_only_1304">
            <a:extLst>
              <a:ext uri="{FF2B5EF4-FFF2-40B4-BE49-F238E27FC236}">
                <a16:creationId xmlns:a16="http://schemas.microsoft.com/office/drawing/2014/main" id="{F2581C4E-50EB-41AF-A0D0-5C10501B7221}"/>
              </a:ext>
            </a:extLst>
          </p:cNvPr>
          <p:cNvSpPr>
            <a:spLocks noGrp="1"/>
          </p:cNvSpPr>
          <p:nvPr/>
        </p:nvSpPr>
        <p:spPr>
          <a:xfrm>
            <a:off x="517628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6" name="01_find_only_1305">
            <a:extLst>
              <a:ext uri="{FF2B5EF4-FFF2-40B4-BE49-F238E27FC236}">
                <a16:creationId xmlns:a16="http://schemas.microsoft.com/office/drawing/2014/main" id="{2F9DC535-5CA3-441D-84C7-E065D7484C47}"/>
              </a:ext>
            </a:extLst>
          </p:cNvPr>
          <p:cNvSpPr>
            <a:spLocks noGrp="1"/>
          </p:cNvSpPr>
          <p:nvPr/>
        </p:nvSpPr>
        <p:spPr>
          <a:xfrm>
            <a:off x="51938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7" name="01_find_only_1306">
            <a:extLst>
              <a:ext uri="{FF2B5EF4-FFF2-40B4-BE49-F238E27FC236}">
                <a16:creationId xmlns:a16="http://schemas.microsoft.com/office/drawing/2014/main" id="{7A9457E5-02FE-43CC-AC34-C85A1198107E}"/>
              </a:ext>
            </a:extLst>
          </p:cNvPr>
          <p:cNvSpPr>
            <a:spLocks noGrp="1"/>
          </p:cNvSpPr>
          <p:nvPr/>
        </p:nvSpPr>
        <p:spPr>
          <a:xfrm>
            <a:off x="5159475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8" name="01_find_only_1307">
            <a:extLst>
              <a:ext uri="{FF2B5EF4-FFF2-40B4-BE49-F238E27FC236}">
                <a16:creationId xmlns:a16="http://schemas.microsoft.com/office/drawing/2014/main" id="{897005BE-99C4-42A1-9C73-9FA94571ACED}"/>
              </a:ext>
            </a:extLst>
          </p:cNvPr>
          <p:cNvSpPr>
            <a:spLocks noGrp="1"/>
          </p:cNvSpPr>
          <p:nvPr/>
        </p:nvSpPr>
        <p:spPr>
          <a:xfrm>
            <a:off x="56899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9" name="01_find_only_1308">
            <a:extLst>
              <a:ext uri="{FF2B5EF4-FFF2-40B4-BE49-F238E27FC236}">
                <a16:creationId xmlns:a16="http://schemas.microsoft.com/office/drawing/2014/main" id="{AD452880-0A8B-4F10-A712-5C333F43E3DC}"/>
              </a:ext>
            </a:extLst>
          </p:cNvPr>
          <p:cNvSpPr>
            <a:spLocks noGrp="1"/>
          </p:cNvSpPr>
          <p:nvPr/>
        </p:nvSpPr>
        <p:spPr>
          <a:xfrm>
            <a:off x="56712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0" name="01_find_only_1309">
            <a:extLst>
              <a:ext uri="{FF2B5EF4-FFF2-40B4-BE49-F238E27FC236}">
                <a16:creationId xmlns:a16="http://schemas.microsoft.com/office/drawing/2014/main" id="{17889EEB-91DA-46FA-92CD-7BFAE6CAD5B5}"/>
              </a:ext>
            </a:extLst>
          </p:cNvPr>
          <p:cNvSpPr>
            <a:spLocks noGrp="1"/>
          </p:cNvSpPr>
          <p:nvPr/>
        </p:nvSpPr>
        <p:spPr>
          <a:xfrm>
            <a:off x="568643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1" name="01_find_only_1310">
            <a:extLst>
              <a:ext uri="{FF2B5EF4-FFF2-40B4-BE49-F238E27FC236}">
                <a16:creationId xmlns:a16="http://schemas.microsoft.com/office/drawing/2014/main" id="{9E966056-4B29-48CE-9794-94EB48F4B8CD}"/>
              </a:ext>
            </a:extLst>
          </p:cNvPr>
          <p:cNvSpPr>
            <a:spLocks noGrp="1"/>
          </p:cNvSpPr>
          <p:nvPr/>
        </p:nvSpPr>
        <p:spPr>
          <a:xfrm>
            <a:off x="5686046" y="30160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2" name="01_find_only_1311">
            <a:extLst>
              <a:ext uri="{FF2B5EF4-FFF2-40B4-BE49-F238E27FC236}">
                <a16:creationId xmlns:a16="http://schemas.microsoft.com/office/drawing/2014/main" id="{6BD7B9C4-687D-471F-BCE3-D1FB9CC140FD}"/>
              </a:ext>
            </a:extLst>
          </p:cNvPr>
          <p:cNvSpPr>
            <a:spLocks noGrp="1"/>
          </p:cNvSpPr>
          <p:nvPr/>
        </p:nvSpPr>
        <p:spPr>
          <a:xfrm>
            <a:off x="570256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3" name="01_find_only_1312">
            <a:extLst>
              <a:ext uri="{FF2B5EF4-FFF2-40B4-BE49-F238E27FC236}">
                <a16:creationId xmlns:a16="http://schemas.microsoft.com/office/drawing/2014/main" id="{CF5DBDDF-1CB2-4E4B-BF25-527271360BF0}"/>
              </a:ext>
            </a:extLst>
          </p:cNvPr>
          <p:cNvSpPr>
            <a:spLocks noGrp="1"/>
          </p:cNvSpPr>
          <p:nvPr/>
        </p:nvSpPr>
        <p:spPr>
          <a:xfrm>
            <a:off x="573083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4" name="01_find_only_1313">
            <a:extLst>
              <a:ext uri="{FF2B5EF4-FFF2-40B4-BE49-F238E27FC236}">
                <a16:creationId xmlns:a16="http://schemas.microsoft.com/office/drawing/2014/main" id="{228B8E77-868B-4A07-B3A4-6FDEDE1BB095}"/>
              </a:ext>
            </a:extLst>
          </p:cNvPr>
          <p:cNvSpPr>
            <a:spLocks noGrp="1"/>
          </p:cNvSpPr>
          <p:nvPr/>
        </p:nvSpPr>
        <p:spPr>
          <a:xfrm>
            <a:off x="57486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5" name="01_find_only_1314">
            <a:extLst>
              <a:ext uri="{FF2B5EF4-FFF2-40B4-BE49-F238E27FC236}">
                <a16:creationId xmlns:a16="http://schemas.microsoft.com/office/drawing/2014/main" id="{71F0C87C-D1D6-4888-80C6-32FD0BA05A62}"/>
              </a:ext>
            </a:extLst>
          </p:cNvPr>
          <p:cNvSpPr>
            <a:spLocks noGrp="1"/>
          </p:cNvSpPr>
          <p:nvPr/>
        </p:nvSpPr>
        <p:spPr>
          <a:xfrm>
            <a:off x="56764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6" name="01_find_only_1315">
            <a:extLst>
              <a:ext uri="{FF2B5EF4-FFF2-40B4-BE49-F238E27FC236}">
                <a16:creationId xmlns:a16="http://schemas.microsoft.com/office/drawing/2014/main" id="{F947E25D-2302-4B83-BD16-DDAB5FC7275D}"/>
              </a:ext>
            </a:extLst>
          </p:cNvPr>
          <p:cNvSpPr>
            <a:spLocks noGrp="1"/>
          </p:cNvSpPr>
          <p:nvPr/>
        </p:nvSpPr>
        <p:spPr>
          <a:xfrm>
            <a:off x="57208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7" name="01_find_only_1316">
            <a:extLst>
              <a:ext uri="{FF2B5EF4-FFF2-40B4-BE49-F238E27FC236}">
                <a16:creationId xmlns:a16="http://schemas.microsoft.com/office/drawing/2014/main" id="{4929F2A0-42F5-429B-BBF4-460BE4ADF38B}"/>
              </a:ext>
            </a:extLst>
          </p:cNvPr>
          <p:cNvSpPr>
            <a:spLocks noGrp="1"/>
          </p:cNvSpPr>
          <p:nvPr/>
        </p:nvSpPr>
        <p:spPr>
          <a:xfrm>
            <a:off x="56767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8" name="01_find_only_1317">
            <a:extLst>
              <a:ext uri="{FF2B5EF4-FFF2-40B4-BE49-F238E27FC236}">
                <a16:creationId xmlns:a16="http://schemas.microsoft.com/office/drawing/2014/main" id="{BA992096-62C7-47BF-8C3C-BA6D1C93EEED}"/>
              </a:ext>
            </a:extLst>
          </p:cNvPr>
          <p:cNvSpPr>
            <a:spLocks noGrp="1"/>
          </p:cNvSpPr>
          <p:nvPr/>
        </p:nvSpPr>
        <p:spPr>
          <a:xfrm>
            <a:off x="566603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9" name="01_find_only_1318">
            <a:extLst>
              <a:ext uri="{FF2B5EF4-FFF2-40B4-BE49-F238E27FC236}">
                <a16:creationId xmlns:a16="http://schemas.microsoft.com/office/drawing/2014/main" id="{5CD17590-767E-49D3-BC36-CF9A9316AB95}"/>
              </a:ext>
            </a:extLst>
          </p:cNvPr>
          <p:cNvSpPr>
            <a:spLocks noGrp="1"/>
          </p:cNvSpPr>
          <p:nvPr/>
        </p:nvSpPr>
        <p:spPr>
          <a:xfrm>
            <a:off x="5740839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0" name="01_find_only_1319">
            <a:extLst>
              <a:ext uri="{FF2B5EF4-FFF2-40B4-BE49-F238E27FC236}">
                <a16:creationId xmlns:a16="http://schemas.microsoft.com/office/drawing/2014/main" id="{F4095572-27EC-4329-9F95-94BE94A1DAD1}"/>
              </a:ext>
            </a:extLst>
          </p:cNvPr>
          <p:cNvSpPr>
            <a:spLocks noGrp="1"/>
          </p:cNvSpPr>
          <p:nvPr/>
        </p:nvSpPr>
        <p:spPr>
          <a:xfrm>
            <a:off x="576075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1" name="01_find_only_1320">
            <a:extLst>
              <a:ext uri="{FF2B5EF4-FFF2-40B4-BE49-F238E27FC236}">
                <a16:creationId xmlns:a16="http://schemas.microsoft.com/office/drawing/2014/main" id="{FC10FE9D-AF8D-49F7-A0F3-D550B02C55A3}"/>
              </a:ext>
            </a:extLst>
          </p:cNvPr>
          <p:cNvSpPr>
            <a:spLocks noGrp="1"/>
          </p:cNvSpPr>
          <p:nvPr/>
        </p:nvSpPr>
        <p:spPr>
          <a:xfrm>
            <a:off x="570227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2" name="01_find_only_1321">
            <a:extLst>
              <a:ext uri="{FF2B5EF4-FFF2-40B4-BE49-F238E27FC236}">
                <a16:creationId xmlns:a16="http://schemas.microsoft.com/office/drawing/2014/main" id="{7F9C3031-D4A5-47B6-BC7C-C102FD83508C}"/>
              </a:ext>
            </a:extLst>
          </p:cNvPr>
          <p:cNvSpPr>
            <a:spLocks noGrp="1"/>
          </p:cNvSpPr>
          <p:nvPr/>
        </p:nvSpPr>
        <p:spPr>
          <a:xfrm>
            <a:off x="57555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3" name="01_find_only_1322">
            <a:extLst>
              <a:ext uri="{FF2B5EF4-FFF2-40B4-BE49-F238E27FC236}">
                <a16:creationId xmlns:a16="http://schemas.microsoft.com/office/drawing/2014/main" id="{6E924DA8-4C40-4F2E-9E72-57E6D945D803}"/>
              </a:ext>
            </a:extLst>
          </p:cNvPr>
          <p:cNvSpPr>
            <a:spLocks noGrp="1"/>
          </p:cNvSpPr>
          <p:nvPr/>
        </p:nvSpPr>
        <p:spPr>
          <a:xfrm>
            <a:off x="5686337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4" name="01_find_only_1323">
            <a:extLst>
              <a:ext uri="{FF2B5EF4-FFF2-40B4-BE49-F238E27FC236}">
                <a16:creationId xmlns:a16="http://schemas.microsoft.com/office/drawing/2014/main" id="{A7729632-9777-4AE6-B571-F7A9C624D118}"/>
              </a:ext>
            </a:extLst>
          </p:cNvPr>
          <p:cNvSpPr>
            <a:spLocks noGrp="1"/>
          </p:cNvSpPr>
          <p:nvPr/>
        </p:nvSpPr>
        <p:spPr>
          <a:xfrm>
            <a:off x="5704797" y="334077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5" name="01_find_only_1324">
            <a:extLst>
              <a:ext uri="{FF2B5EF4-FFF2-40B4-BE49-F238E27FC236}">
                <a16:creationId xmlns:a16="http://schemas.microsoft.com/office/drawing/2014/main" id="{D951C918-68C6-4CFB-8F95-EFD009F1154A}"/>
              </a:ext>
            </a:extLst>
          </p:cNvPr>
          <p:cNvSpPr>
            <a:spLocks noGrp="1"/>
          </p:cNvSpPr>
          <p:nvPr/>
        </p:nvSpPr>
        <p:spPr>
          <a:xfrm>
            <a:off x="5733747" y="348958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6" name="01_find_only_1325">
            <a:extLst>
              <a:ext uri="{FF2B5EF4-FFF2-40B4-BE49-F238E27FC236}">
                <a16:creationId xmlns:a16="http://schemas.microsoft.com/office/drawing/2014/main" id="{D3B378C6-24A4-4C33-A195-F64FCF17F18B}"/>
              </a:ext>
            </a:extLst>
          </p:cNvPr>
          <p:cNvSpPr>
            <a:spLocks noGrp="1"/>
          </p:cNvSpPr>
          <p:nvPr/>
        </p:nvSpPr>
        <p:spPr>
          <a:xfrm>
            <a:off x="57511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7" name="01_find_only_1326">
            <a:extLst>
              <a:ext uri="{FF2B5EF4-FFF2-40B4-BE49-F238E27FC236}">
                <a16:creationId xmlns:a16="http://schemas.microsoft.com/office/drawing/2014/main" id="{57DBDF7A-D0B4-406B-B630-8C2C2192F194}"/>
              </a:ext>
            </a:extLst>
          </p:cNvPr>
          <p:cNvSpPr>
            <a:spLocks noGrp="1"/>
          </p:cNvSpPr>
          <p:nvPr/>
        </p:nvSpPr>
        <p:spPr>
          <a:xfrm>
            <a:off x="576056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8" name="01_find_only_1327">
            <a:extLst>
              <a:ext uri="{FF2B5EF4-FFF2-40B4-BE49-F238E27FC236}">
                <a16:creationId xmlns:a16="http://schemas.microsoft.com/office/drawing/2014/main" id="{70D48603-F143-4C01-8E25-08ED19E8BA33}"/>
              </a:ext>
            </a:extLst>
          </p:cNvPr>
          <p:cNvSpPr>
            <a:spLocks noGrp="1"/>
          </p:cNvSpPr>
          <p:nvPr/>
        </p:nvSpPr>
        <p:spPr>
          <a:xfrm>
            <a:off x="57270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9" name="01_find_only_1328">
            <a:extLst>
              <a:ext uri="{FF2B5EF4-FFF2-40B4-BE49-F238E27FC236}">
                <a16:creationId xmlns:a16="http://schemas.microsoft.com/office/drawing/2014/main" id="{B71BAEC6-AEF6-48FF-A9EC-526EB8E4DE88}"/>
              </a:ext>
            </a:extLst>
          </p:cNvPr>
          <p:cNvSpPr>
            <a:spLocks noGrp="1"/>
          </p:cNvSpPr>
          <p:nvPr/>
        </p:nvSpPr>
        <p:spPr>
          <a:xfrm>
            <a:off x="5669433" y="34521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0" name="01_find_only_1329">
            <a:extLst>
              <a:ext uri="{FF2B5EF4-FFF2-40B4-BE49-F238E27FC236}">
                <a16:creationId xmlns:a16="http://schemas.microsoft.com/office/drawing/2014/main" id="{EAE1E3CE-15AF-4570-B050-168EB29D9882}"/>
              </a:ext>
            </a:extLst>
          </p:cNvPr>
          <p:cNvSpPr>
            <a:spLocks noGrp="1"/>
          </p:cNvSpPr>
          <p:nvPr/>
        </p:nvSpPr>
        <p:spPr>
          <a:xfrm>
            <a:off x="568381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1" name="01_find_only_1330">
            <a:extLst>
              <a:ext uri="{FF2B5EF4-FFF2-40B4-BE49-F238E27FC236}">
                <a16:creationId xmlns:a16="http://schemas.microsoft.com/office/drawing/2014/main" id="{3B884AA3-70A0-4247-B6E1-10EC45CA4496}"/>
              </a:ext>
            </a:extLst>
          </p:cNvPr>
          <p:cNvSpPr>
            <a:spLocks noGrp="1"/>
          </p:cNvSpPr>
          <p:nvPr/>
        </p:nvSpPr>
        <p:spPr>
          <a:xfrm>
            <a:off x="56901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2" name="01_find_only_1331">
            <a:extLst>
              <a:ext uri="{FF2B5EF4-FFF2-40B4-BE49-F238E27FC236}">
                <a16:creationId xmlns:a16="http://schemas.microsoft.com/office/drawing/2014/main" id="{4897DC53-2AE0-4400-894F-B8AD684B69DD}"/>
              </a:ext>
            </a:extLst>
          </p:cNvPr>
          <p:cNvSpPr>
            <a:spLocks noGrp="1"/>
          </p:cNvSpPr>
          <p:nvPr/>
        </p:nvSpPr>
        <p:spPr>
          <a:xfrm>
            <a:off x="566923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3" name="01_find_only_1332">
            <a:extLst>
              <a:ext uri="{FF2B5EF4-FFF2-40B4-BE49-F238E27FC236}">
                <a16:creationId xmlns:a16="http://schemas.microsoft.com/office/drawing/2014/main" id="{5437D693-2826-40DE-9D1D-4D15FDFCF6AA}"/>
              </a:ext>
            </a:extLst>
          </p:cNvPr>
          <p:cNvSpPr>
            <a:spLocks noGrp="1"/>
          </p:cNvSpPr>
          <p:nvPr/>
        </p:nvSpPr>
        <p:spPr>
          <a:xfrm>
            <a:off x="566865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4" name="01_find_only_1333">
            <a:extLst>
              <a:ext uri="{FF2B5EF4-FFF2-40B4-BE49-F238E27FC236}">
                <a16:creationId xmlns:a16="http://schemas.microsoft.com/office/drawing/2014/main" id="{A8611F20-6B10-4270-A14A-B68076D94FD8}"/>
              </a:ext>
            </a:extLst>
          </p:cNvPr>
          <p:cNvSpPr>
            <a:spLocks noGrp="1"/>
          </p:cNvSpPr>
          <p:nvPr/>
        </p:nvSpPr>
        <p:spPr>
          <a:xfrm>
            <a:off x="5687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5" name="01_find_only_1334">
            <a:extLst>
              <a:ext uri="{FF2B5EF4-FFF2-40B4-BE49-F238E27FC236}">
                <a16:creationId xmlns:a16="http://schemas.microsoft.com/office/drawing/2014/main" id="{B07E03AE-B3B1-4F64-8EF8-C8DE20DE703E}"/>
              </a:ext>
            </a:extLst>
          </p:cNvPr>
          <p:cNvSpPr>
            <a:spLocks noGrp="1"/>
          </p:cNvSpPr>
          <p:nvPr/>
        </p:nvSpPr>
        <p:spPr>
          <a:xfrm>
            <a:off x="572413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6" name="01_find_only_1335">
            <a:extLst>
              <a:ext uri="{FF2B5EF4-FFF2-40B4-BE49-F238E27FC236}">
                <a16:creationId xmlns:a16="http://schemas.microsoft.com/office/drawing/2014/main" id="{FF831C73-661B-413F-A0BE-7A416275D32C}"/>
              </a:ext>
            </a:extLst>
          </p:cNvPr>
          <p:cNvSpPr>
            <a:spLocks noGrp="1"/>
          </p:cNvSpPr>
          <p:nvPr/>
        </p:nvSpPr>
        <p:spPr>
          <a:xfrm>
            <a:off x="568235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7" name="01_find_only_1336">
            <a:extLst>
              <a:ext uri="{FF2B5EF4-FFF2-40B4-BE49-F238E27FC236}">
                <a16:creationId xmlns:a16="http://schemas.microsoft.com/office/drawing/2014/main" id="{244DE95B-DE46-4E93-8EEF-0E10103B83E1}"/>
              </a:ext>
            </a:extLst>
          </p:cNvPr>
          <p:cNvSpPr>
            <a:spLocks noGrp="1"/>
          </p:cNvSpPr>
          <p:nvPr/>
        </p:nvSpPr>
        <p:spPr>
          <a:xfrm>
            <a:off x="57115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8" name="01_find_only_1337">
            <a:extLst>
              <a:ext uri="{FF2B5EF4-FFF2-40B4-BE49-F238E27FC236}">
                <a16:creationId xmlns:a16="http://schemas.microsoft.com/office/drawing/2014/main" id="{BFAD0DD3-EB05-4C8F-B722-4EF71B80F040}"/>
              </a:ext>
            </a:extLst>
          </p:cNvPr>
          <p:cNvSpPr>
            <a:spLocks noGrp="1"/>
          </p:cNvSpPr>
          <p:nvPr/>
        </p:nvSpPr>
        <p:spPr>
          <a:xfrm>
            <a:off x="570120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9" name="01_find_only_1338">
            <a:extLst>
              <a:ext uri="{FF2B5EF4-FFF2-40B4-BE49-F238E27FC236}">
                <a16:creationId xmlns:a16="http://schemas.microsoft.com/office/drawing/2014/main" id="{31B2A378-E539-4D60-AB96-DB669045DC55}"/>
              </a:ext>
            </a:extLst>
          </p:cNvPr>
          <p:cNvSpPr>
            <a:spLocks noGrp="1"/>
          </p:cNvSpPr>
          <p:nvPr/>
        </p:nvSpPr>
        <p:spPr>
          <a:xfrm>
            <a:off x="57493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0" name="01_find_only_1339">
            <a:extLst>
              <a:ext uri="{FF2B5EF4-FFF2-40B4-BE49-F238E27FC236}">
                <a16:creationId xmlns:a16="http://schemas.microsoft.com/office/drawing/2014/main" id="{341BA005-4E49-42AB-B5F7-E3FEA29134C1}"/>
              </a:ext>
            </a:extLst>
          </p:cNvPr>
          <p:cNvSpPr>
            <a:spLocks noGrp="1"/>
          </p:cNvSpPr>
          <p:nvPr/>
        </p:nvSpPr>
        <p:spPr>
          <a:xfrm>
            <a:off x="5691584" y="41530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1" name="01_find_only_1340">
            <a:extLst>
              <a:ext uri="{FF2B5EF4-FFF2-40B4-BE49-F238E27FC236}">
                <a16:creationId xmlns:a16="http://schemas.microsoft.com/office/drawing/2014/main" id="{16AB33F2-51C2-4B1C-BE9E-93DCEB4A4C70}"/>
              </a:ext>
            </a:extLst>
          </p:cNvPr>
          <p:cNvSpPr>
            <a:spLocks noGrp="1"/>
          </p:cNvSpPr>
          <p:nvPr/>
        </p:nvSpPr>
        <p:spPr>
          <a:xfrm>
            <a:off x="573151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2" name="01_find_only_1341">
            <a:extLst>
              <a:ext uri="{FF2B5EF4-FFF2-40B4-BE49-F238E27FC236}">
                <a16:creationId xmlns:a16="http://schemas.microsoft.com/office/drawing/2014/main" id="{C265FC63-EF53-422F-BEEF-EA2F32600834}"/>
              </a:ext>
            </a:extLst>
          </p:cNvPr>
          <p:cNvSpPr>
            <a:spLocks noGrp="1"/>
          </p:cNvSpPr>
          <p:nvPr/>
        </p:nvSpPr>
        <p:spPr>
          <a:xfrm>
            <a:off x="573394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3" name="01_find_only_1342">
            <a:extLst>
              <a:ext uri="{FF2B5EF4-FFF2-40B4-BE49-F238E27FC236}">
                <a16:creationId xmlns:a16="http://schemas.microsoft.com/office/drawing/2014/main" id="{280373C9-7A35-4EEE-BA90-01A802D2EF5D}"/>
              </a:ext>
            </a:extLst>
          </p:cNvPr>
          <p:cNvSpPr>
            <a:spLocks noGrp="1"/>
          </p:cNvSpPr>
          <p:nvPr/>
        </p:nvSpPr>
        <p:spPr>
          <a:xfrm>
            <a:off x="5668948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4" name="01_find_only_1343">
            <a:extLst>
              <a:ext uri="{FF2B5EF4-FFF2-40B4-BE49-F238E27FC236}">
                <a16:creationId xmlns:a16="http://schemas.microsoft.com/office/drawing/2014/main" id="{E28D1952-F929-41AB-AAD7-8425A52218E6}"/>
              </a:ext>
            </a:extLst>
          </p:cNvPr>
          <p:cNvSpPr>
            <a:spLocks noGrp="1"/>
          </p:cNvSpPr>
          <p:nvPr/>
        </p:nvSpPr>
        <p:spPr>
          <a:xfrm>
            <a:off x="574812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5" name="01_find_only_1344">
            <a:extLst>
              <a:ext uri="{FF2B5EF4-FFF2-40B4-BE49-F238E27FC236}">
                <a16:creationId xmlns:a16="http://schemas.microsoft.com/office/drawing/2014/main" id="{C40F18B3-F07D-4EB8-945F-5305DAEDF919}"/>
              </a:ext>
            </a:extLst>
          </p:cNvPr>
          <p:cNvSpPr>
            <a:spLocks noGrp="1"/>
          </p:cNvSpPr>
          <p:nvPr/>
        </p:nvSpPr>
        <p:spPr>
          <a:xfrm>
            <a:off x="56666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6" name="01_find_only_1345">
            <a:extLst>
              <a:ext uri="{FF2B5EF4-FFF2-40B4-BE49-F238E27FC236}">
                <a16:creationId xmlns:a16="http://schemas.microsoft.com/office/drawing/2014/main" id="{BF3078B3-ACD8-45A7-A9A8-E3AE8EC6F309}"/>
              </a:ext>
            </a:extLst>
          </p:cNvPr>
          <p:cNvSpPr>
            <a:spLocks noGrp="1"/>
          </p:cNvSpPr>
          <p:nvPr/>
        </p:nvSpPr>
        <p:spPr>
          <a:xfrm>
            <a:off x="574793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7" name="01_find_only_1346">
            <a:extLst>
              <a:ext uri="{FF2B5EF4-FFF2-40B4-BE49-F238E27FC236}">
                <a16:creationId xmlns:a16="http://schemas.microsoft.com/office/drawing/2014/main" id="{0BA55F54-9D59-4072-86EA-B98F0F1B22D2}"/>
              </a:ext>
            </a:extLst>
          </p:cNvPr>
          <p:cNvSpPr>
            <a:spLocks noGrp="1"/>
          </p:cNvSpPr>
          <p:nvPr/>
        </p:nvSpPr>
        <p:spPr>
          <a:xfrm>
            <a:off x="575735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8" name="01_find_only_1347">
            <a:extLst>
              <a:ext uri="{FF2B5EF4-FFF2-40B4-BE49-F238E27FC236}">
                <a16:creationId xmlns:a16="http://schemas.microsoft.com/office/drawing/2014/main" id="{A1C1954B-E6AD-4BEA-8605-49A908BD74DB}"/>
              </a:ext>
            </a:extLst>
          </p:cNvPr>
          <p:cNvSpPr>
            <a:spLocks noGrp="1"/>
          </p:cNvSpPr>
          <p:nvPr/>
        </p:nvSpPr>
        <p:spPr>
          <a:xfrm>
            <a:off x="57247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9" name="01_find_only_1348">
            <a:extLst>
              <a:ext uri="{FF2B5EF4-FFF2-40B4-BE49-F238E27FC236}">
                <a16:creationId xmlns:a16="http://schemas.microsoft.com/office/drawing/2014/main" id="{77F2E192-75C5-40CF-B657-699216EA2AEF}"/>
              </a:ext>
            </a:extLst>
          </p:cNvPr>
          <p:cNvSpPr>
            <a:spLocks noGrp="1"/>
          </p:cNvSpPr>
          <p:nvPr/>
        </p:nvSpPr>
        <p:spPr>
          <a:xfrm>
            <a:off x="56955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0" name="01_find_only_1349">
            <a:extLst>
              <a:ext uri="{FF2B5EF4-FFF2-40B4-BE49-F238E27FC236}">
                <a16:creationId xmlns:a16="http://schemas.microsoft.com/office/drawing/2014/main" id="{1E7402CA-BC04-475F-8A78-F8D8ED621400}"/>
              </a:ext>
            </a:extLst>
          </p:cNvPr>
          <p:cNvSpPr>
            <a:spLocks noGrp="1"/>
          </p:cNvSpPr>
          <p:nvPr/>
        </p:nvSpPr>
        <p:spPr>
          <a:xfrm>
            <a:off x="573627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1" name="01_find_only_1350">
            <a:extLst>
              <a:ext uri="{FF2B5EF4-FFF2-40B4-BE49-F238E27FC236}">
                <a16:creationId xmlns:a16="http://schemas.microsoft.com/office/drawing/2014/main" id="{236D1476-2ECD-455C-BDFB-E390863AE97D}"/>
              </a:ext>
            </a:extLst>
          </p:cNvPr>
          <p:cNvSpPr>
            <a:spLocks noGrp="1"/>
          </p:cNvSpPr>
          <p:nvPr/>
        </p:nvSpPr>
        <p:spPr>
          <a:xfrm>
            <a:off x="56868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2" name="01_find_only_1351">
            <a:extLst>
              <a:ext uri="{FF2B5EF4-FFF2-40B4-BE49-F238E27FC236}">
                <a16:creationId xmlns:a16="http://schemas.microsoft.com/office/drawing/2014/main" id="{7DB31407-85CC-47EC-98AF-BADE99245AB9}"/>
              </a:ext>
            </a:extLst>
          </p:cNvPr>
          <p:cNvSpPr>
            <a:spLocks noGrp="1"/>
          </p:cNvSpPr>
          <p:nvPr/>
        </p:nvSpPr>
        <p:spPr>
          <a:xfrm>
            <a:off x="57117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3" name="01_find_only_1352">
            <a:extLst>
              <a:ext uri="{FF2B5EF4-FFF2-40B4-BE49-F238E27FC236}">
                <a16:creationId xmlns:a16="http://schemas.microsoft.com/office/drawing/2014/main" id="{0D590ED9-BE00-4D96-B6F0-6E5AB9C8F8B4}"/>
              </a:ext>
            </a:extLst>
          </p:cNvPr>
          <p:cNvSpPr>
            <a:spLocks noGrp="1"/>
          </p:cNvSpPr>
          <p:nvPr/>
        </p:nvSpPr>
        <p:spPr>
          <a:xfrm>
            <a:off x="57117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4" name="01_find_only_1353">
            <a:extLst>
              <a:ext uri="{FF2B5EF4-FFF2-40B4-BE49-F238E27FC236}">
                <a16:creationId xmlns:a16="http://schemas.microsoft.com/office/drawing/2014/main" id="{AED96A5E-6597-4702-B94D-6B6F32D95FFF}"/>
              </a:ext>
            </a:extLst>
          </p:cNvPr>
          <p:cNvSpPr>
            <a:spLocks noGrp="1"/>
          </p:cNvSpPr>
          <p:nvPr/>
        </p:nvSpPr>
        <p:spPr>
          <a:xfrm>
            <a:off x="5682646" y="309289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5" name="01_find_only_1354">
            <a:extLst>
              <a:ext uri="{FF2B5EF4-FFF2-40B4-BE49-F238E27FC236}">
                <a16:creationId xmlns:a16="http://schemas.microsoft.com/office/drawing/2014/main" id="{B9D85F62-D461-4ED4-852A-0DDC9F51EEC7}"/>
              </a:ext>
            </a:extLst>
          </p:cNvPr>
          <p:cNvSpPr>
            <a:spLocks noGrp="1"/>
          </p:cNvSpPr>
          <p:nvPr/>
        </p:nvSpPr>
        <p:spPr>
          <a:xfrm>
            <a:off x="575036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6" name="01_find_only_1355">
            <a:extLst>
              <a:ext uri="{FF2B5EF4-FFF2-40B4-BE49-F238E27FC236}">
                <a16:creationId xmlns:a16="http://schemas.microsoft.com/office/drawing/2014/main" id="{6BCAF62E-8A99-4AF8-AB92-B4A42C679744}"/>
              </a:ext>
            </a:extLst>
          </p:cNvPr>
          <p:cNvSpPr>
            <a:spLocks noGrp="1"/>
          </p:cNvSpPr>
          <p:nvPr/>
        </p:nvSpPr>
        <p:spPr>
          <a:xfrm>
            <a:off x="569721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7" name="01_find_only_1356">
            <a:extLst>
              <a:ext uri="{FF2B5EF4-FFF2-40B4-BE49-F238E27FC236}">
                <a16:creationId xmlns:a16="http://schemas.microsoft.com/office/drawing/2014/main" id="{4E0EB5D1-F6E6-4E18-B7C8-BA20BCC58538}"/>
              </a:ext>
            </a:extLst>
          </p:cNvPr>
          <p:cNvSpPr>
            <a:spLocks noGrp="1"/>
          </p:cNvSpPr>
          <p:nvPr/>
        </p:nvSpPr>
        <p:spPr>
          <a:xfrm>
            <a:off x="570664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8" name="01_find_only_1357">
            <a:extLst>
              <a:ext uri="{FF2B5EF4-FFF2-40B4-BE49-F238E27FC236}">
                <a16:creationId xmlns:a16="http://schemas.microsoft.com/office/drawing/2014/main" id="{FB1A0D81-EC23-4429-B75D-B34AA48A034F}"/>
              </a:ext>
            </a:extLst>
          </p:cNvPr>
          <p:cNvSpPr>
            <a:spLocks noGrp="1"/>
          </p:cNvSpPr>
          <p:nvPr/>
        </p:nvSpPr>
        <p:spPr>
          <a:xfrm>
            <a:off x="57596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9" name="01_find_only_1358">
            <a:extLst>
              <a:ext uri="{FF2B5EF4-FFF2-40B4-BE49-F238E27FC236}">
                <a16:creationId xmlns:a16="http://schemas.microsoft.com/office/drawing/2014/main" id="{ECB1577B-0629-4A33-BA8C-2932C14DBDD9}"/>
              </a:ext>
            </a:extLst>
          </p:cNvPr>
          <p:cNvSpPr>
            <a:spLocks noGrp="1"/>
          </p:cNvSpPr>
          <p:nvPr/>
        </p:nvSpPr>
        <p:spPr>
          <a:xfrm>
            <a:off x="57305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0" name="01_find_only_1359">
            <a:extLst>
              <a:ext uri="{FF2B5EF4-FFF2-40B4-BE49-F238E27FC236}">
                <a16:creationId xmlns:a16="http://schemas.microsoft.com/office/drawing/2014/main" id="{B97F5889-589B-40CB-AC29-214D7E3B22AD}"/>
              </a:ext>
            </a:extLst>
          </p:cNvPr>
          <p:cNvSpPr>
            <a:spLocks noGrp="1"/>
          </p:cNvSpPr>
          <p:nvPr/>
        </p:nvSpPr>
        <p:spPr>
          <a:xfrm>
            <a:off x="5756189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1" name="01_find_only_1360">
            <a:extLst>
              <a:ext uri="{FF2B5EF4-FFF2-40B4-BE49-F238E27FC236}">
                <a16:creationId xmlns:a16="http://schemas.microsoft.com/office/drawing/2014/main" id="{B4EA57A9-DDF1-4C6D-95DF-B02AEDCE49F6}"/>
              </a:ext>
            </a:extLst>
          </p:cNvPr>
          <p:cNvSpPr>
            <a:spLocks noGrp="1"/>
          </p:cNvSpPr>
          <p:nvPr/>
        </p:nvSpPr>
        <p:spPr>
          <a:xfrm>
            <a:off x="56703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2" name="01_find_only_1361">
            <a:extLst>
              <a:ext uri="{FF2B5EF4-FFF2-40B4-BE49-F238E27FC236}">
                <a16:creationId xmlns:a16="http://schemas.microsoft.com/office/drawing/2014/main" id="{C943739C-4994-4EF8-9F00-74520B9B5397}"/>
              </a:ext>
            </a:extLst>
          </p:cNvPr>
          <p:cNvSpPr>
            <a:spLocks noGrp="1"/>
          </p:cNvSpPr>
          <p:nvPr/>
        </p:nvSpPr>
        <p:spPr>
          <a:xfrm>
            <a:off x="574900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3" name="01_find_only_1362">
            <a:extLst>
              <a:ext uri="{FF2B5EF4-FFF2-40B4-BE49-F238E27FC236}">
                <a16:creationId xmlns:a16="http://schemas.microsoft.com/office/drawing/2014/main" id="{029A4C5E-7384-4490-9F5A-FDA7CE156B72}"/>
              </a:ext>
            </a:extLst>
          </p:cNvPr>
          <p:cNvSpPr>
            <a:spLocks noGrp="1"/>
          </p:cNvSpPr>
          <p:nvPr/>
        </p:nvSpPr>
        <p:spPr>
          <a:xfrm>
            <a:off x="573617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4" name="01_find_only_1363">
            <a:extLst>
              <a:ext uri="{FF2B5EF4-FFF2-40B4-BE49-F238E27FC236}">
                <a16:creationId xmlns:a16="http://schemas.microsoft.com/office/drawing/2014/main" id="{B232E04A-BE7C-43E6-916F-88F2C91A846E}"/>
              </a:ext>
            </a:extLst>
          </p:cNvPr>
          <p:cNvSpPr>
            <a:spLocks noGrp="1"/>
          </p:cNvSpPr>
          <p:nvPr/>
        </p:nvSpPr>
        <p:spPr>
          <a:xfrm>
            <a:off x="57026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5" name="01_find_only_1364">
            <a:extLst>
              <a:ext uri="{FF2B5EF4-FFF2-40B4-BE49-F238E27FC236}">
                <a16:creationId xmlns:a16="http://schemas.microsoft.com/office/drawing/2014/main" id="{CAF158DB-9313-4A73-BCAD-1FA8E24E8557}"/>
              </a:ext>
            </a:extLst>
          </p:cNvPr>
          <p:cNvSpPr>
            <a:spLocks noGrp="1"/>
          </p:cNvSpPr>
          <p:nvPr/>
        </p:nvSpPr>
        <p:spPr>
          <a:xfrm>
            <a:off x="573996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6" name="01_find_only_1365">
            <a:extLst>
              <a:ext uri="{FF2B5EF4-FFF2-40B4-BE49-F238E27FC236}">
                <a16:creationId xmlns:a16="http://schemas.microsoft.com/office/drawing/2014/main" id="{241394CC-8146-4178-9441-19F2B56DD3CA}"/>
              </a:ext>
            </a:extLst>
          </p:cNvPr>
          <p:cNvSpPr>
            <a:spLocks noGrp="1"/>
          </p:cNvSpPr>
          <p:nvPr/>
        </p:nvSpPr>
        <p:spPr>
          <a:xfrm>
            <a:off x="57601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7" name="01_find_only_1366">
            <a:extLst>
              <a:ext uri="{FF2B5EF4-FFF2-40B4-BE49-F238E27FC236}">
                <a16:creationId xmlns:a16="http://schemas.microsoft.com/office/drawing/2014/main" id="{AD8DDF93-8DA5-43FD-9B65-529F98707ADA}"/>
              </a:ext>
            </a:extLst>
          </p:cNvPr>
          <p:cNvSpPr>
            <a:spLocks noGrp="1"/>
          </p:cNvSpPr>
          <p:nvPr/>
        </p:nvSpPr>
        <p:spPr>
          <a:xfrm>
            <a:off x="572976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8" name="01_find_only_1367">
            <a:extLst>
              <a:ext uri="{FF2B5EF4-FFF2-40B4-BE49-F238E27FC236}">
                <a16:creationId xmlns:a16="http://schemas.microsoft.com/office/drawing/2014/main" id="{35896856-7E17-4ED8-8245-1B3A60C7437F}"/>
              </a:ext>
            </a:extLst>
          </p:cNvPr>
          <p:cNvSpPr>
            <a:spLocks noGrp="1"/>
          </p:cNvSpPr>
          <p:nvPr/>
        </p:nvSpPr>
        <p:spPr>
          <a:xfrm>
            <a:off x="573724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9" name="01_find_only_1368">
            <a:extLst>
              <a:ext uri="{FF2B5EF4-FFF2-40B4-BE49-F238E27FC236}">
                <a16:creationId xmlns:a16="http://schemas.microsoft.com/office/drawing/2014/main" id="{43E8FC3C-0BAE-41AD-8E29-047CCEFD5B8A}"/>
              </a:ext>
            </a:extLst>
          </p:cNvPr>
          <p:cNvSpPr>
            <a:spLocks noGrp="1"/>
          </p:cNvSpPr>
          <p:nvPr/>
        </p:nvSpPr>
        <p:spPr>
          <a:xfrm>
            <a:off x="5736371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0" name="01_find_only_1369">
            <a:extLst>
              <a:ext uri="{FF2B5EF4-FFF2-40B4-BE49-F238E27FC236}">
                <a16:creationId xmlns:a16="http://schemas.microsoft.com/office/drawing/2014/main" id="{2D6B7B06-5844-4E68-9A28-57EE8035E486}"/>
              </a:ext>
            </a:extLst>
          </p:cNvPr>
          <p:cNvSpPr>
            <a:spLocks noGrp="1"/>
          </p:cNvSpPr>
          <p:nvPr/>
        </p:nvSpPr>
        <p:spPr>
          <a:xfrm>
            <a:off x="572082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1" name="01_find_only_1370">
            <a:extLst>
              <a:ext uri="{FF2B5EF4-FFF2-40B4-BE49-F238E27FC236}">
                <a16:creationId xmlns:a16="http://schemas.microsoft.com/office/drawing/2014/main" id="{A64136C3-11EE-4529-A7FC-58D3128DA31F}"/>
              </a:ext>
            </a:extLst>
          </p:cNvPr>
          <p:cNvSpPr>
            <a:spLocks noGrp="1"/>
          </p:cNvSpPr>
          <p:nvPr/>
        </p:nvSpPr>
        <p:spPr>
          <a:xfrm>
            <a:off x="5693721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2" name="01_find_only_1371">
            <a:extLst>
              <a:ext uri="{FF2B5EF4-FFF2-40B4-BE49-F238E27FC236}">
                <a16:creationId xmlns:a16="http://schemas.microsoft.com/office/drawing/2014/main" id="{3AFC42DD-BF98-479D-99B0-35A2E16DDA2D}"/>
              </a:ext>
            </a:extLst>
          </p:cNvPr>
          <p:cNvSpPr>
            <a:spLocks noGrp="1"/>
          </p:cNvSpPr>
          <p:nvPr/>
        </p:nvSpPr>
        <p:spPr>
          <a:xfrm>
            <a:off x="575337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3" name="01_find_only_1372">
            <a:extLst>
              <a:ext uri="{FF2B5EF4-FFF2-40B4-BE49-F238E27FC236}">
                <a16:creationId xmlns:a16="http://schemas.microsoft.com/office/drawing/2014/main" id="{EB3AD9D4-BAE2-4EB0-A7A0-E1CB18B9A871}"/>
              </a:ext>
            </a:extLst>
          </p:cNvPr>
          <p:cNvSpPr>
            <a:spLocks noGrp="1"/>
          </p:cNvSpPr>
          <p:nvPr/>
        </p:nvSpPr>
        <p:spPr>
          <a:xfrm>
            <a:off x="56834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4" name="01_find_only_1373">
            <a:extLst>
              <a:ext uri="{FF2B5EF4-FFF2-40B4-BE49-F238E27FC236}">
                <a16:creationId xmlns:a16="http://schemas.microsoft.com/office/drawing/2014/main" id="{DD8332EB-6158-46BE-A7C7-1188C80570F1}"/>
              </a:ext>
            </a:extLst>
          </p:cNvPr>
          <p:cNvSpPr>
            <a:spLocks noGrp="1"/>
          </p:cNvSpPr>
          <p:nvPr/>
        </p:nvSpPr>
        <p:spPr>
          <a:xfrm>
            <a:off x="56826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5" name="01_find_only_1374">
            <a:extLst>
              <a:ext uri="{FF2B5EF4-FFF2-40B4-BE49-F238E27FC236}">
                <a16:creationId xmlns:a16="http://schemas.microsoft.com/office/drawing/2014/main" id="{D6CA5030-6634-4465-A39E-04E872BA6299}"/>
              </a:ext>
            </a:extLst>
          </p:cNvPr>
          <p:cNvSpPr>
            <a:spLocks noGrp="1"/>
          </p:cNvSpPr>
          <p:nvPr/>
        </p:nvSpPr>
        <p:spPr>
          <a:xfrm>
            <a:off x="56870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6" name="01_find_only_1375">
            <a:extLst>
              <a:ext uri="{FF2B5EF4-FFF2-40B4-BE49-F238E27FC236}">
                <a16:creationId xmlns:a16="http://schemas.microsoft.com/office/drawing/2014/main" id="{A578992C-00B2-4C78-AB65-6C4C88D18465}"/>
              </a:ext>
            </a:extLst>
          </p:cNvPr>
          <p:cNvSpPr>
            <a:spLocks noGrp="1"/>
          </p:cNvSpPr>
          <p:nvPr/>
        </p:nvSpPr>
        <p:spPr>
          <a:xfrm>
            <a:off x="575473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7" name="01_find_only_1376">
            <a:extLst>
              <a:ext uri="{FF2B5EF4-FFF2-40B4-BE49-F238E27FC236}">
                <a16:creationId xmlns:a16="http://schemas.microsoft.com/office/drawing/2014/main" id="{889FAF86-774F-4212-B23B-646D5DE3F2DB}"/>
              </a:ext>
            </a:extLst>
          </p:cNvPr>
          <p:cNvSpPr>
            <a:spLocks noGrp="1"/>
          </p:cNvSpPr>
          <p:nvPr/>
        </p:nvSpPr>
        <p:spPr>
          <a:xfrm>
            <a:off x="5744434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8" name="01_find_only_1377">
            <a:extLst>
              <a:ext uri="{FF2B5EF4-FFF2-40B4-BE49-F238E27FC236}">
                <a16:creationId xmlns:a16="http://schemas.microsoft.com/office/drawing/2014/main" id="{265DF77A-EA8D-4938-8E2E-B93B3C4FC636}"/>
              </a:ext>
            </a:extLst>
          </p:cNvPr>
          <p:cNvSpPr>
            <a:spLocks noGrp="1"/>
          </p:cNvSpPr>
          <p:nvPr/>
        </p:nvSpPr>
        <p:spPr>
          <a:xfrm>
            <a:off x="5748612" y="3051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9" name="01_find_only_1378">
            <a:extLst>
              <a:ext uri="{FF2B5EF4-FFF2-40B4-BE49-F238E27FC236}">
                <a16:creationId xmlns:a16="http://schemas.microsoft.com/office/drawing/2014/main" id="{924EB11E-56A8-4FC7-9A46-25BD7349FDFA}"/>
              </a:ext>
            </a:extLst>
          </p:cNvPr>
          <p:cNvSpPr>
            <a:spLocks noGrp="1"/>
          </p:cNvSpPr>
          <p:nvPr/>
        </p:nvSpPr>
        <p:spPr>
          <a:xfrm>
            <a:off x="57365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0" name="01_find_only_1379">
            <a:extLst>
              <a:ext uri="{FF2B5EF4-FFF2-40B4-BE49-F238E27FC236}">
                <a16:creationId xmlns:a16="http://schemas.microsoft.com/office/drawing/2014/main" id="{D598D318-E9EA-415A-9CEF-15A1AF96436F}"/>
              </a:ext>
            </a:extLst>
          </p:cNvPr>
          <p:cNvSpPr>
            <a:spLocks noGrp="1"/>
          </p:cNvSpPr>
          <p:nvPr/>
        </p:nvSpPr>
        <p:spPr>
          <a:xfrm>
            <a:off x="57440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1" name="01_find_only_1380">
            <a:extLst>
              <a:ext uri="{FF2B5EF4-FFF2-40B4-BE49-F238E27FC236}">
                <a16:creationId xmlns:a16="http://schemas.microsoft.com/office/drawing/2014/main" id="{E6765037-1BA6-4986-82CB-7DEFE3993A7C}"/>
              </a:ext>
            </a:extLst>
          </p:cNvPr>
          <p:cNvSpPr>
            <a:spLocks noGrp="1"/>
          </p:cNvSpPr>
          <p:nvPr/>
        </p:nvSpPr>
        <p:spPr>
          <a:xfrm>
            <a:off x="57524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2" name="01_find_only_1381">
            <a:extLst>
              <a:ext uri="{FF2B5EF4-FFF2-40B4-BE49-F238E27FC236}">
                <a16:creationId xmlns:a16="http://schemas.microsoft.com/office/drawing/2014/main" id="{04E25B89-A662-4F88-A5EB-625B8805E02E}"/>
              </a:ext>
            </a:extLst>
          </p:cNvPr>
          <p:cNvSpPr>
            <a:spLocks noGrp="1"/>
          </p:cNvSpPr>
          <p:nvPr/>
        </p:nvSpPr>
        <p:spPr>
          <a:xfrm>
            <a:off x="56810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3" name="01_find_only_1382">
            <a:extLst>
              <a:ext uri="{FF2B5EF4-FFF2-40B4-BE49-F238E27FC236}">
                <a16:creationId xmlns:a16="http://schemas.microsoft.com/office/drawing/2014/main" id="{0D16BDD9-48EB-492C-9401-43B06D8D2793}"/>
              </a:ext>
            </a:extLst>
          </p:cNvPr>
          <p:cNvSpPr>
            <a:spLocks noGrp="1"/>
          </p:cNvSpPr>
          <p:nvPr/>
        </p:nvSpPr>
        <p:spPr>
          <a:xfrm>
            <a:off x="56887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4" name="01_find_only_1383">
            <a:extLst>
              <a:ext uri="{FF2B5EF4-FFF2-40B4-BE49-F238E27FC236}">
                <a16:creationId xmlns:a16="http://schemas.microsoft.com/office/drawing/2014/main" id="{E7F3866F-1D93-4DC8-9341-C0F0E3D7C71A}"/>
              </a:ext>
            </a:extLst>
          </p:cNvPr>
          <p:cNvSpPr>
            <a:spLocks noGrp="1"/>
          </p:cNvSpPr>
          <p:nvPr/>
        </p:nvSpPr>
        <p:spPr>
          <a:xfrm>
            <a:off x="5734913" y="365350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5" name="01_find_only_1384">
            <a:extLst>
              <a:ext uri="{FF2B5EF4-FFF2-40B4-BE49-F238E27FC236}">
                <a16:creationId xmlns:a16="http://schemas.microsoft.com/office/drawing/2014/main" id="{32C78615-4CF0-401B-84C4-5D3165427F65}"/>
              </a:ext>
            </a:extLst>
          </p:cNvPr>
          <p:cNvSpPr>
            <a:spLocks noGrp="1"/>
          </p:cNvSpPr>
          <p:nvPr/>
        </p:nvSpPr>
        <p:spPr>
          <a:xfrm>
            <a:off x="56860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6" name="01_find_only_1385">
            <a:extLst>
              <a:ext uri="{FF2B5EF4-FFF2-40B4-BE49-F238E27FC236}">
                <a16:creationId xmlns:a16="http://schemas.microsoft.com/office/drawing/2014/main" id="{0F38565E-5B8D-43AD-A74E-3E2C2D0712BB}"/>
              </a:ext>
            </a:extLst>
          </p:cNvPr>
          <p:cNvSpPr>
            <a:spLocks noGrp="1"/>
          </p:cNvSpPr>
          <p:nvPr/>
        </p:nvSpPr>
        <p:spPr>
          <a:xfrm>
            <a:off x="5695470" y="33763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7" name="01_find_only_1386">
            <a:extLst>
              <a:ext uri="{FF2B5EF4-FFF2-40B4-BE49-F238E27FC236}">
                <a16:creationId xmlns:a16="http://schemas.microsoft.com/office/drawing/2014/main" id="{930FFD39-0AC5-46B2-A0C4-F04D40691E91}"/>
              </a:ext>
            </a:extLst>
          </p:cNvPr>
          <p:cNvSpPr>
            <a:spLocks noGrp="1"/>
          </p:cNvSpPr>
          <p:nvPr/>
        </p:nvSpPr>
        <p:spPr>
          <a:xfrm>
            <a:off x="567953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8" name="01_find_only_1387">
            <a:extLst>
              <a:ext uri="{FF2B5EF4-FFF2-40B4-BE49-F238E27FC236}">
                <a16:creationId xmlns:a16="http://schemas.microsoft.com/office/drawing/2014/main" id="{7C923442-CBF2-47AF-BE72-48EF126D1DD9}"/>
              </a:ext>
            </a:extLst>
          </p:cNvPr>
          <p:cNvSpPr>
            <a:spLocks noGrp="1"/>
          </p:cNvSpPr>
          <p:nvPr/>
        </p:nvSpPr>
        <p:spPr>
          <a:xfrm>
            <a:off x="5689835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9" name="01_find_only_1388">
            <a:extLst>
              <a:ext uri="{FF2B5EF4-FFF2-40B4-BE49-F238E27FC236}">
                <a16:creationId xmlns:a16="http://schemas.microsoft.com/office/drawing/2014/main" id="{822583FE-29F3-43AE-BA6D-C5629A69B02C}"/>
              </a:ext>
            </a:extLst>
          </p:cNvPr>
          <p:cNvSpPr>
            <a:spLocks noGrp="1"/>
          </p:cNvSpPr>
          <p:nvPr/>
        </p:nvSpPr>
        <p:spPr>
          <a:xfrm>
            <a:off x="5693624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0" name="01_find_only_1389">
            <a:extLst>
              <a:ext uri="{FF2B5EF4-FFF2-40B4-BE49-F238E27FC236}">
                <a16:creationId xmlns:a16="http://schemas.microsoft.com/office/drawing/2014/main" id="{F91E993D-62BD-4492-B915-1C2FA44E5413}"/>
              </a:ext>
            </a:extLst>
          </p:cNvPr>
          <p:cNvSpPr>
            <a:spLocks noGrp="1"/>
          </p:cNvSpPr>
          <p:nvPr/>
        </p:nvSpPr>
        <p:spPr>
          <a:xfrm>
            <a:off x="5753955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1" name="01_find_only_1390">
            <a:extLst>
              <a:ext uri="{FF2B5EF4-FFF2-40B4-BE49-F238E27FC236}">
                <a16:creationId xmlns:a16="http://schemas.microsoft.com/office/drawing/2014/main" id="{F4406F7A-CA30-4724-AC9B-8918BD3458D9}"/>
              </a:ext>
            </a:extLst>
          </p:cNvPr>
          <p:cNvSpPr>
            <a:spLocks noGrp="1"/>
          </p:cNvSpPr>
          <p:nvPr/>
        </p:nvSpPr>
        <p:spPr>
          <a:xfrm>
            <a:off x="57127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2" name="01_find_only_1391">
            <a:extLst>
              <a:ext uri="{FF2B5EF4-FFF2-40B4-BE49-F238E27FC236}">
                <a16:creationId xmlns:a16="http://schemas.microsoft.com/office/drawing/2014/main" id="{493C250A-7375-4366-B3CA-ED6E593AD9EF}"/>
              </a:ext>
            </a:extLst>
          </p:cNvPr>
          <p:cNvSpPr>
            <a:spLocks noGrp="1"/>
          </p:cNvSpPr>
          <p:nvPr/>
        </p:nvSpPr>
        <p:spPr>
          <a:xfrm>
            <a:off x="568109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3" name="01_find_only_1392">
            <a:extLst>
              <a:ext uri="{FF2B5EF4-FFF2-40B4-BE49-F238E27FC236}">
                <a16:creationId xmlns:a16="http://schemas.microsoft.com/office/drawing/2014/main" id="{494A5D99-1565-476D-AB99-A3E1FA33595B}"/>
              </a:ext>
            </a:extLst>
          </p:cNvPr>
          <p:cNvSpPr>
            <a:spLocks noGrp="1"/>
          </p:cNvSpPr>
          <p:nvPr/>
        </p:nvSpPr>
        <p:spPr>
          <a:xfrm>
            <a:off x="5695178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4" name="01_find_only_1393">
            <a:extLst>
              <a:ext uri="{FF2B5EF4-FFF2-40B4-BE49-F238E27FC236}">
                <a16:creationId xmlns:a16="http://schemas.microsoft.com/office/drawing/2014/main" id="{360AC5B3-CA43-4CCD-BD6C-57186DEA998C}"/>
              </a:ext>
            </a:extLst>
          </p:cNvPr>
          <p:cNvSpPr>
            <a:spLocks noGrp="1"/>
          </p:cNvSpPr>
          <p:nvPr/>
        </p:nvSpPr>
        <p:spPr>
          <a:xfrm>
            <a:off x="5748903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5" name="01_find_only_1394">
            <a:extLst>
              <a:ext uri="{FF2B5EF4-FFF2-40B4-BE49-F238E27FC236}">
                <a16:creationId xmlns:a16="http://schemas.microsoft.com/office/drawing/2014/main" id="{C15B4A72-9F60-43FA-A2B9-2DD66B566BD4}"/>
              </a:ext>
            </a:extLst>
          </p:cNvPr>
          <p:cNvSpPr>
            <a:spLocks noGrp="1"/>
          </p:cNvSpPr>
          <p:nvPr/>
        </p:nvSpPr>
        <p:spPr>
          <a:xfrm>
            <a:off x="5730542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6" name="01_find_only_1395">
            <a:extLst>
              <a:ext uri="{FF2B5EF4-FFF2-40B4-BE49-F238E27FC236}">
                <a16:creationId xmlns:a16="http://schemas.microsoft.com/office/drawing/2014/main" id="{A9B78432-7155-466D-BBD3-A49042374437}"/>
              </a:ext>
            </a:extLst>
          </p:cNvPr>
          <p:cNvSpPr>
            <a:spLocks noGrp="1"/>
          </p:cNvSpPr>
          <p:nvPr/>
        </p:nvSpPr>
        <p:spPr>
          <a:xfrm>
            <a:off x="5748514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7" name="01_find_only_1396">
            <a:extLst>
              <a:ext uri="{FF2B5EF4-FFF2-40B4-BE49-F238E27FC236}">
                <a16:creationId xmlns:a16="http://schemas.microsoft.com/office/drawing/2014/main" id="{A365EA64-6E2C-414B-BD5D-DC9B64D50D56}"/>
              </a:ext>
            </a:extLst>
          </p:cNvPr>
          <p:cNvSpPr>
            <a:spLocks noGrp="1"/>
          </p:cNvSpPr>
          <p:nvPr/>
        </p:nvSpPr>
        <p:spPr>
          <a:xfrm>
            <a:off x="5687018" y="320643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8" name="01_find_only_1397">
            <a:extLst>
              <a:ext uri="{FF2B5EF4-FFF2-40B4-BE49-F238E27FC236}">
                <a16:creationId xmlns:a16="http://schemas.microsoft.com/office/drawing/2014/main" id="{5F7F9516-8778-4E9B-922F-1E12E7A82EF4}"/>
              </a:ext>
            </a:extLst>
          </p:cNvPr>
          <p:cNvSpPr>
            <a:spLocks noGrp="1"/>
          </p:cNvSpPr>
          <p:nvPr/>
        </p:nvSpPr>
        <p:spPr>
          <a:xfrm>
            <a:off x="5705282" y="34873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9" name="01_find_only_1398">
            <a:extLst>
              <a:ext uri="{FF2B5EF4-FFF2-40B4-BE49-F238E27FC236}">
                <a16:creationId xmlns:a16="http://schemas.microsoft.com/office/drawing/2014/main" id="{6A242B45-F2C4-4671-99F0-186968331515}"/>
              </a:ext>
            </a:extLst>
          </p:cNvPr>
          <p:cNvSpPr>
            <a:spLocks noGrp="1"/>
          </p:cNvSpPr>
          <p:nvPr/>
        </p:nvSpPr>
        <p:spPr>
          <a:xfrm>
            <a:off x="5749194" y="3924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0" name="01_find_only_1399">
            <a:extLst>
              <a:ext uri="{FF2B5EF4-FFF2-40B4-BE49-F238E27FC236}">
                <a16:creationId xmlns:a16="http://schemas.microsoft.com/office/drawing/2014/main" id="{4194D5AB-F2F4-4A1D-8919-45FFEF2473E0}"/>
              </a:ext>
            </a:extLst>
          </p:cNvPr>
          <p:cNvSpPr>
            <a:spLocks noGrp="1"/>
          </p:cNvSpPr>
          <p:nvPr/>
        </p:nvSpPr>
        <p:spPr>
          <a:xfrm>
            <a:off x="574929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1" name="01_find_only_1400">
            <a:extLst>
              <a:ext uri="{FF2B5EF4-FFF2-40B4-BE49-F238E27FC236}">
                <a16:creationId xmlns:a16="http://schemas.microsoft.com/office/drawing/2014/main" id="{5E3DC014-CE45-40F4-A5DC-9279F10E6B76}"/>
              </a:ext>
            </a:extLst>
          </p:cNvPr>
          <p:cNvSpPr>
            <a:spLocks noGrp="1"/>
          </p:cNvSpPr>
          <p:nvPr/>
        </p:nvSpPr>
        <p:spPr>
          <a:xfrm>
            <a:off x="57432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2" name="01_find_only_1401">
            <a:extLst>
              <a:ext uri="{FF2B5EF4-FFF2-40B4-BE49-F238E27FC236}">
                <a16:creationId xmlns:a16="http://schemas.microsoft.com/office/drawing/2014/main" id="{3D05DD76-EE3E-4485-96D9-6678AA0B4D14}"/>
              </a:ext>
            </a:extLst>
          </p:cNvPr>
          <p:cNvSpPr>
            <a:spLocks noGrp="1"/>
          </p:cNvSpPr>
          <p:nvPr/>
        </p:nvSpPr>
        <p:spPr>
          <a:xfrm>
            <a:off x="575181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3" name="01_find_only_1402">
            <a:extLst>
              <a:ext uri="{FF2B5EF4-FFF2-40B4-BE49-F238E27FC236}">
                <a16:creationId xmlns:a16="http://schemas.microsoft.com/office/drawing/2014/main" id="{36476626-121C-44C8-B2BF-37A3414A7C06}"/>
              </a:ext>
            </a:extLst>
          </p:cNvPr>
          <p:cNvSpPr>
            <a:spLocks noGrp="1"/>
          </p:cNvSpPr>
          <p:nvPr/>
        </p:nvSpPr>
        <p:spPr>
          <a:xfrm>
            <a:off x="5695956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4" name="01_find_only_1403">
            <a:extLst>
              <a:ext uri="{FF2B5EF4-FFF2-40B4-BE49-F238E27FC236}">
                <a16:creationId xmlns:a16="http://schemas.microsoft.com/office/drawing/2014/main" id="{D00EE22E-5A7B-4635-9CD2-1AB3E86FC69D}"/>
              </a:ext>
            </a:extLst>
          </p:cNvPr>
          <p:cNvSpPr>
            <a:spLocks noGrp="1"/>
          </p:cNvSpPr>
          <p:nvPr/>
        </p:nvSpPr>
        <p:spPr>
          <a:xfrm>
            <a:off x="568128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5" name="01_find_only_1404">
            <a:extLst>
              <a:ext uri="{FF2B5EF4-FFF2-40B4-BE49-F238E27FC236}">
                <a16:creationId xmlns:a16="http://schemas.microsoft.com/office/drawing/2014/main" id="{61701392-42C9-45CE-B89B-D77D40C92AF8}"/>
              </a:ext>
            </a:extLst>
          </p:cNvPr>
          <p:cNvSpPr>
            <a:spLocks noGrp="1"/>
          </p:cNvSpPr>
          <p:nvPr/>
        </p:nvSpPr>
        <p:spPr>
          <a:xfrm>
            <a:off x="57378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6" name="01_find_only_1405">
            <a:extLst>
              <a:ext uri="{FF2B5EF4-FFF2-40B4-BE49-F238E27FC236}">
                <a16:creationId xmlns:a16="http://schemas.microsoft.com/office/drawing/2014/main" id="{AEC3B0C7-025C-4B2B-95C6-E45C870BFCEF}"/>
              </a:ext>
            </a:extLst>
          </p:cNvPr>
          <p:cNvSpPr>
            <a:spLocks noGrp="1"/>
          </p:cNvSpPr>
          <p:nvPr/>
        </p:nvSpPr>
        <p:spPr>
          <a:xfrm>
            <a:off x="567671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7" name="01_find_only_1406">
            <a:extLst>
              <a:ext uri="{FF2B5EF4-FFF2-40B4-BE49-F238E27FC236}">
                <a16:creationId xmlns:a16="http://schemas.microsoft.com/office/drawing/2014/main" id="{391AABCD-EF5D-445D-B105-DF9E32E9EE4D}"/>
              </a:ext>
            </a:extLst>
          </p:cNvPr>
          <p:cNvSpPr>
            <a:spLocks noGrp="1"/>
          </p:cNvSpPr>
          <p:nvPr/>
        </p:nvSpPr>
        <p:spPr>
          <a:xfrm>
            <a:off x="56828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8" name="01_find_only_1407">
            <a:extLst>
              <a:ext uri="{FF2B5EF4-FFF2-40B4-BE49-F238E27FC236}">
                <a16:creationId xmlns:a16="http://schemas.microsoft.com/office/drawing/2014/main" id="{51DBF055-72AC-4781-9E6E-6B2B59ABB1C9}"/>
              </a:ext>
            </a:extLst>
          </p:cNvPr>
          <p:cNvSpPr>
            <a:spLocks noGrp="1"/>
          </p:cNvSpPr>
          <p:nvPr/>
        </p:nvSpPr>
        <p:spPr>
          <a:xfrm>
            <a:off x="5740257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9" name="01_find_only_1408">
            <a:extLst>
              <a:ext uri="{FF2B5EF4-FFF2-40B4-BE49-F238E27FC236}">
                <a16:creationId xmlns:a16="http://schemas.microsoft.com/office/drawing/2014/main" id="{5E6821FF-E4C7-4764-A0E4-069731044184}"/>
              </a:ext>
            </a:extLst>
          </p:cNvPr>
          <p:cNvSpPr>
            <a:spLocks noGrp="1"/>
          </p:cNvSpPr>
          <p:nvPr/>
        </p:nvSpPr>
        <p:spPr>
          <a:xfrm>
            <a:off x="567759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0" name="01_find_only_1409">
            <a:extLst>
              <a:ext uri="{FF2B5EF4-FFF2-40B4-BE49-F238E27FC236}">
                <a16:creationId xmlns:a16="http://schemas.microsoft.com/office/drawing/2014/main" id="{4934BDD0-2EFC-44FD-B544-F8229850A3DB}"/>
              </a:ext>
            </a:extLst>
          </p:cNvPr>
          <p:cNvSpPr>
            <a:spLocks noGrp="1"/>
          </p:cNvSpPr>
          <p:nvPr/>
        </p:nvSpPr>
        <p:spPr>
          <a:xfrm>
            <a:off x="57589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1" name="01_find_only_1410">
            <a:extLst>
              <a:ext uri="{FF2B5EF4-FFF2-40B4-BE49-F238E27FC236}">
                <a16:creationId xmlns:a16="http://schemas.microsoft.com/office/drawing/2014/main" id="{C5DBE8AF-B9B6-4DCF-88D5-FB441C2B780B}"/>
              </a:ext>
            </a:extLst>
          </p:cNvPr>
          <p:cNvSpPr>
            <a:spLocks noGrp="1"/>
          </p:cNvSpPr>
          <p:nvPr/>
        </p:nvSpPr>
        <p:spPr>
          <a:xfrm>
            <a:off x="574404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2" name="01_find_only_1411">
            <a:extLst>
              <a:ext uri="{FF2B5EF4-FFF2-40B4-BE49-F238E27FC236}">
                <a16:creationId xmlns:a16="http://schemas.microsoft.com/office/drawing/2014/main" id="{EF1748D4-A881-49C1-8E28-0F7D6435452B}"/>
              </a:ext>
            </a:extLst>
          </p:cNvPr>
          <p:cNvSpPr>
            <a:spLocks noGrp="1"/>
          </p:cNvSpPr>
          <p:nvPr/>
        </p:nvSpPr>
        <p:spPr>
          <a:xfrm>
            <a:off x="570887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3" name="01_find_only_1412">
            <a:extLst>
              <a:ext uri="{FF2B5EF4-FFF2-40B4-BE49-F238E27FC236}">
                <a16:creationId xmlns:a16="http://schemas.microsoft.com/office/drawing/2014/main" id="{E6608C8C-3DB6-4EE6-93BD-E6F2F5538A7A}"/>
              </a:ext>
            </a:extLst>
          </p:cNvPr>
          <p:cNvSpPr>
            <a:spLocks noGrp="1"/>
          </p:cNvSpPr>
          <p:nvPr/>
        </p:nvSpPr>
        <p:spPr>
          <a:xfrm>
            <a:off x="56924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4" name="01_find_only_1413">
            <a:extLst>
              <a:ext uri="{FF2B5EF4-FFF2-40B4-BE49-F238E27FC236}">
                <a16:creationId xmlns:a16="http://schemas.microsoft.com/office/drawing/2014/main" id="{96F63A57-06F3-46CD-8B61-EE5E73F3CFCA}"/>
              </a:ext>
            </a:extLst>
          </p:cNvPr>
          <p:cNvSpPr>
            <a:spLocks noGrp="1"/>
          </p:cNvSpPr>
          <p:nvPr/>
        </p:nvSpPr>
        <p:spPr>
          <a:xfrm>
            <a:off x="5757452" y="322780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5" name="01_find_only_1414">
            <a:extLst>
              <a:ext uri="{FF2B5EF4-FFF2-40B4-BE49-F238E27FC236}">
                <a16:creationId xmlns:a16="http://schemas.microsoft.com/office/drawing/2014/main" id="{F8B3E4A4-2583-4BCB-BB98-B9ADC4FD20CC}"/>
              </a:ext>
            </a:extLst>
          </p:cNvPr>
          <p:cNvSpPr>
            <a:spLocks noGrp="1"/>
          </p:cNvSpPr>
          <p:nvPr/>
        </p:nvSpPr>
        <p:spPr>
          <a:xfrm>
            <a:off x="5761630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6" name="01_find_only_1415">
            <a:extLst>
              <a:ext uri="{FF2B5EF4-FFF2-40B4-BE49-F238E27FC236}">
                <a16:creationId xmlns:a16="http://schemas.microsoft.com/office/drawing/2014/main" id="{B00A10CE-1FD1-4F07-81D2-168249BD0C31}"/>
              </a:ext>
            </a:extLst>
          </p:cNvPr>
          <p:cNvSpPr>
            <a:spLocks noGrp="1"/>
          </p:cNvSpPr>
          <p:nvPr/>
        </p:nvSpPr>
        <p:spPr>
          <a:xfrm>
            <a:off x="57263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7" name="01_find_only_1416">
            <a:extLst>
              <a:ext uri="{FF2B5EF4-FFF2-40B4-BE49-F238E27FC236}">
                <a16:creationId xmlns:a16="http://schemas.microsoft.com/office/drawing/2014/main" id="{0BDB444D-C24F-47CA-BCF7-0A863EED8F88}"/>
              </a:ext>
            </a:extLst>
          </p:cNvPr>
          <p:cNvSpPr>
            <a:spLocks noGrp="1"/>
          </p:cNvSpPr>
          <p:nvPr/>
        </p:nvSpPr>
        <p:spPr>
          <a:xfrm>
            <a:off x="574851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8" name="01_find_only_1417">
            <a:extLst>
              <a:ext uri="{FF2B5EF4-FFF2-40B4-BE49-F238E27FC236}">
                <a16:creationId xmlns:a16="http://schemas.microsoft.com/office/drawing/2014/main" id="{90452EB2-08F0-4A22-92AD-4A744C55F69A}"/>
              </a:ext>
            </a:extLst>
          </p:cNvPr>
          <p:cNvSpPr>
            <a:spLocks noGrp="1"/>
          </p:cNvSpPr>
          <p:nvPr/>
        </p:nvSpPr>
        <p:spPr>
          <a:xfrm>
            <a:off x="56804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9" name="01_find_only_1418">
            <a:extLst>
              <a:ext uri="{FF2B5EF4-FFF2-40B4-BE49-F238E27FC236}">
                <a16:creationId xmlns:a16="http://schemas.microsoft.com/office/drawing/2014/main" id="{9D97109C-E715-4E66-BF92-639BA3822E00}"/>
              </a:ext>
            </a:extLst>
          </p:cNvPr>
          <p:cNvSpPr>
            <a:spLocks noGrp="1"/>
          </p:cNvSpPr>
          <p:nvPr/>
        </p:nvSpPr>
        <p:spPr>
          <a:xfrm>
            <a:off x="57078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0" name="01_find_only_1419">
            <a:extLst>
              <a:ext uri="{FF2B5EF4-FFF2-40B4-BE49-F238E27FC236}">
                <a16:creationId xmlns:a16="http://schemas.microsoft.com/office/drawing/2014/main" id="{60D4A873-4A5F-478B-954F-95B339FDB2CA}"/>
              </a:ext>
            </a:extLst>
          </p:cNvPr>
          <p:cNvSpPr>
            <a:spLocks noGrp="1"/>
          </p:cNvSpPr>
          <p:nvPr/>
        </p:nvSpPr>
        <p:spPr>
          <a:xfrm>
            <a:off x="5742491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1" name="01_find_only_1420">
            <a:extLst>
              <a:ext uri="{FF2B5EF4-FFF2-40B4-BE49-F238E27FC236}">
                <a16:creationId xmlns:a16="http://schemas.microsoft.com/office/drawing/2014/main" id="{11112DC7-93DD-402F-B40B-9A0FC1CDF002}"/>
              </a:ext>
            </a:extLst>
          </p:cNvPr>
          <p:cNvSpPr>
            <a:spLocks noGrp="1"/>
          </p:cNvSpPr>
          <p:nvPr/>
        </p:nvSpPr>
        <p:spPr>
          <a:xfrm>
            <a:off x="56744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2" name="01_find_only_1421">
            <a:extLst>
              <a:ext uri="{FF2B5EF4-FFF2-40B4-BE49-F238E27FC236}">
                <a16:creationId xmlns:a16="http://schemas.microsoft.com/office/drawing/2014/main" id="{54E42D27-3DBA-41DA-A348-F96E497282AD}"/>
              </a:ext>
            </a:extLst>
          </p:cNvPr>
          <p:cNvSpPr>
            <a:spLocks noGrp="1"/>
          </p:cNvSpPr>
          <p:nvPr/>
        </p:nvSpPr>
        <p:spPr>
          <a:xfrm>
            <a:off x="567098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3" name="01_find_only_1422">
            <a:extLst>
              <a:ext uri="{FF2B5EF4-FFF2-40B4-BE49-F238E27FC236}">
                <a16:creationId xmlns:a16="http://schemas.microsoft.com/office/drawing/2014/main" id="{3565DDB4-059B-4BC1-9ECC-A91A2F72EE5E}"/>
              </a:ext>
            </a:extLst>
          </p:cNvPr>
          <p:cNvSpPr>
            <a:spLocks noGrp="1"/>
          </p:cNvSpPr>
          <p:nvPr/>
        </p:nvSpPr>
        <p:spPr>
          <a:xfrm>
            <a:off x="5728404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4" name="01_find_only_1423">
            <a:extLst>
              <a:ext uri="{FF2B5EF4-FFF2-40B4-BE49-F238E27FC236}">
                <a16:creationId xmlns:a16="http://schemas.microsoft.com/office/drawing/2014/main" id="{A2876AED-46B0-43B3-9DBC-AE8ECE24A055}"/>
              </a:ext>
            </a:extLst>
          </p:cNvPr>
          <p:cNvSpPr>
            <a:spLocks noGrp="1"/>
          </p:cNvSpPr>
          <p:nvPr/>
        </p:nvSpPr>
        <p:spPr>
          <a:xfrm>
            <a:off x="575686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5" name="01_find_only_1424">
            <a:extLst>
              <a:ext uri="{FF2B5EF4-FFF2-40B4-BE49-F238E27FC236}">
                <a16:creationId xmlns:a16="http://schemas.microsoft.com/office/drawing/2014/main" id="{57BB15A3-8AF9-464D-8953-372008A6BC44}"/>
              </a:ext>
            </a:extLst>
          </p:cNvPr>
          <p:cNvSpPr>
            <a:spLocks noGrp="1"/>
          </p:cNvSpPr>
          <p:nvPr/>
        </p:nvSpPr>
        <p:spPr>
          <a:xfrm>
            <a:off x="566671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6" name="01_find_only_1425">
            <a:extLst>
              <a:ext uri="{FF2B5EF4-FFF2-40B4-BE49-F238E27FC236}">
                <a16:creationId xmlns:a16="http://schemas.microsoft.com/office/drawing/2014/main" id="{24C9EB03-15A8-4C1A-9B27-15CED16274A4}"/>
              </a:ext>
            </a:extLst>
          </p:cNvPr>
          <p:cNvSpPr>
            <a:spLocks noGrp="1"/>
          </p:cNvSpPr>
          <p:nvPr/>
        </p:nvSpPr>
        <p:spPr>
          <a:xfrm>
            <a:off x="570469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7" name="01_find_only_1426">
            <a:extLst>
              <a:ext uri="{FF2B5EF4-FFF2-40B4-BE49-F238E27FC236}">
                <a16:creationId xmlns:a16="http://schemas.microsoft.com/office/drawing/2014/main" id="{C3967B54-64DC-4555-82A3-73B38DFEBF01}"/>
              </a:ext>
            </a:extLst>
          </p:cNvPr>
          <p:cNvSpPr>
            <a:spLocks noGrp="1"/>
          </p:cNvSpPr>
          <p:nvPr/>
        </p:nvSpPr>
        <p:spPr>
          <a:xfrm>
            <a:off x="57358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8" name="01_find_only_1427">
            <a:extLst>
              <a:ext uri="{FF2B5EF4-FFF2-40B4-BE49-F238E27FC236}">
                <a16:creationId xmlns:a16="http://schemas.microsoft.com/office/drawing/2014/main" id="{DC3A954A-D286-4F45-BD48-27E9BC22C4CC}"/>
              </a:ext>
            </a:extLst>
          </p:cNvPr>
          <p:cNvSpPr>
            <a:spLocks noGrp="1"/>
          </p:cNvSpPr>
          <p:nvPr/>
        </p:nvSpPr>
        <p:spPr>
          <a:xfrm>
            <a:off x="57067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9" name="01_find_only_1428">
            <a:extLst>
              <a:ext uri="{FF2B5EF4-FFF2-40B4-BE49-F238E27FC236}">
                <a16:creationId xmlns:a16="http://schemas.microsoft.com/office/drawing/2014/main" id="{9A6C300B-E07E-400B-85C5-7B75E4253AD1}"/>
              </a:ext>
            </a:extLst>
          </p:cNvPr>
          <p:cNvSpPr>
            <a:spLocks noGrp="1"/>
          </p:cNvSpPr>
          <p:nvPr/>
        </p:nvSpPr>
        <p:spPr>
          <a:xfrm>
            <a:off x="5690321" y="38555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0" name="01_find_only_1429">
            <a:extLst>
              <a:ext uri="{FF2B5EF4-FFF2-40B4-BE49-F238E27FC236}">
                <a16:creationId xmlns:a16="http://schemas.microsoft.com/office/drawing/2014/main" id="{BCD4B461-132B-4B0C-89D1-FC66C73CE15E}"/>
              </a:ext>
            </a:extLst>
          </p:cNvPr>
          <p:cNvSpPr>
            <a:spLocks noGrp="1"/>
          </p:cNvSpPr>
          <p:nvPr/>
        </p:nvSpPr>
        <p:spPr>
          <a:xfrm>
            <a:off x="5728016" y="34465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1" name="01_find_only_1430">
            <a:extLst>
              <a:ext uri="{FF2B5EF4-FFF2-40B4-BE49-F238E27FC236}">
                <a16:creationId xmlns:a16="http://schemas.microsoft.com/office/drawing/2014/main" id="{478E6A5A-0CF8-48DE-BB59-239B56770662}"/>
              </a:ext>
            </a:extLst>
          </p:cNvPr>
          <p:cNvSpPr>
            <a:spLocks noGrp="1"/>
          </p:cNvSpPr>
          <p:nvPr/>
        </p:nvSpPr>
        <p:spPr>
          <a:xfrm>
            <a:off x="57249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2" name="01_find_only_1431">
            <a:extLst>
              <a:ext uri="{FF2B5EF4-FFF2-40B4-BE49-F238E27FC236}">
                <a16:creationId xmlns:a16="http://schemas.microsoft.com/office/drawing/2014/main" id="{BDAE67CD-9A14-4050-BA01-55996A240621}"/>
              </a:ext>
            </a:extLst>
          </p:cNvPr>
          <p:cNvSpPr>
            <a:spLocks noGrp="1"/>
          </p:cNvSpPr>
          <p:nvPr/>
        </p:nvSpPr>
        <p:spPr>
          <a:xfrm>
            <a:off x="571315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3" name="01_find_only_1432">
            <a:extLst>
              <a:ext uri="{FF2B5EF4-FFF2-40B4-BE49-F238E27FC236}">
                <a16:creationId xmlns:a16="http://schemas.microsoft.com/office/drawing/2014/main" id="{76B954C0-B4A7-4B7E-9B39-89A11B52E853}"/>
              </a:ext>
            </a:extLst>
          </p:cNvPr>
          <p:cNvSpPr>
            <a:spLocks noGrp="1"/>
          </p:cNvSpPr>
          <p:nvPr/>
        </p:nvSpPr>
        <p:spPr>
          <a:xfrm>
            <a:off x="572257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4" name="01_find_only_1433">
            <a:extLst>
              <a:ext uri="{FF2B5EF4-FFF2-40B4-BE49-F238E27FC236}">
                <a16:creationId xmlns:a16="http://schemas.microsoft.com/office/drawing/2014/main" id="{2FE78D98-9B36-43DF-ACDA-530E22F5AEC6}"/>
              </a:ext>
            </a:extLst>
          </p:cNvPr>
          <p:cNvSpPr>
            <a:spLocks noGrp="1"/>
          </p:cNvSpPr>
          <p:nvPr/>
        </p:nvSpPr>
        <p:spPr>
          <a:xfrm>
            <a:off x="56946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5" name="01_find_only_1434">
            <a:extLst>
              <a:ext uri="{FF2B5EF4-FFF2-40B4-BE49-F238E27FC236}">
                <a16:creationId xmlns:a16="http://schemas.microsoft.com/office/drawing/2014/main" id="{5C47EC54-CBB2-42AB-97E3-8EA7035B17BB}"/>
              </a:ext>
            </a:extLst>
          </p:cNvPr>
          <p:cNvSpPr>
            <a:spLocks noGrp="1"/>
          </p:cNvSpPr>
          <p:nvPr/>
        </p:nvSpPr>
        <p:spPr>
          <a:xfrm>
            <a:off x="571645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6" name="01_find_only_1435">
            <a:extLst>
              <a:ext uri="{FF2B5EF4-FFF2-40B4-BE49-F238E27FC236}">
                <a16:creationId xmlns:a16="http://schemas.microsoft.com/office/drawing/2014/main" id="{22EBFADC-014A-47E2-9709-BE8C53257FCA}"/>
              </a:ext>
            </a:extLst>
          </p:cNvPr>
          <p:cNvSpPr>
            <a:spLocks noGrp="1"/>
          </p:cNvSpPr>
          <p:nvPr/>
        </p:nvSpPr>
        <p:spPr>
          <a:xfrm>
            <a:off x="5695664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7" name="01_find_only_1436">
            <a:extLst>
              <a:ext uri="{FF2B5EF4-FFF2-40B4-BE49-F238E27FC236}">
                <a16:creationId xmlns:a16="http://schemas.microsoft.com/office/drawing/2014/main" id="{98BB2ACD-B99E-47BA-8FDF-EA88BE1E5696}"/>
              </a:ext>
            </a:extLst>
          </p:cNvPr>
          <p:cNvSpPr>
            <a:spLocks noGrp="1"/>
          </p:cNvSpPr>
          <p:nvPr/>
        </p:nvSpPr>
        <p:spPr>
          <a:xfrm>
            <a:off x="570421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8" name="01_find_only_1437">
            <a:extLst>
              <a:ext uri="{FF2B5EF4-FFF2-40B4-BE49-F238E27FC236}">
                <a16:creationId xmlns:a16="http://schemas.microsoft.com/office/drawing/2014/main" id="{BA5890CB-87D0-484B-B414-AF6ECA0B509D}"/>
              </a:ext>
            </a:extLst>
          </p:cNvPr>
          <p:cNvSpPr>
            <a:spLocks noGrp="1"/>
          </p:cNvSpPr>
          <p:nvPr/>
        </p:nvSpPr>
        <p:spPr>
          <a:xfrm>
            <a:off x="5746183" y="410767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9" name="01_find_only_1438">
            <a:extLst>
              <a:ext uri="{FF2B5EF4-FFF2-40B4-BE49-F238E27FC236}">
                <a16:creationId xmlns:a16="http://schemas.microsoft.com/office/drawing/2014/main" id="{2D36E780-54E7-4A76-882C-B40C122121F3}"/>
              </a:ext>
            </a:extLst>
          </p:cNvPr>
          <p:cNvSpPr>
            <a:spLocks noGrp="1"/>
          </p:cNvSpPr>
          <p:nvPr/>
        </p:nvSpPr>
        <p:spPr>
          <a:xfrm>
            <a:off x="56774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0" name="01_find_only_1439">
            <a:extLst>
              <a:ext uri="{FF2B5EF4-FFF2-40B4-BE49-F238E27FC236}">
                <a16:creationId xmlns:a16="http://schemas.microsoft.com/office/drawing/2014/main" id="{40E8F97E-F086-401A-BADC-BF903CC612B1}"/>
              </a:ext>
            </a:extLst>
          </p:cNvPr>
          <p:cNvSpPr>
            <a:spLocks noGrp="1"/>
          </p:cNvSpPr>
          <p:nvPr/>
        </p:nvSpPr>
        <p:spPr>
          <a:xfrm>
            <a:off x="568186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1" name="01_find_only_1440">
            <a:extLst>
              <a:ext uri="{FF2B5EF4-FFF2-40B4-BE49-F238E27FC236}">
                <a16:creationId xmlns:a16="http://schemas.microsoft.com/office/drawing/2014/main" id="{7353241F-D6A9-4906-836F-F6769C90A1BB}"/>
              </a:ext>
            </a:extLst>
          </p:cNvPr>
          <p:cNvSpPr>
            <a:spLocks noGrp="1"/>
          </p:cNvSpPr>
          <p:nvPr/>
        </p:nvSpPr>
        <p:spPr>
          <a:xfrm>
            <a:off x="57222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2" name="01_find_only_1441">
            <a:extLst>
              <a:ext uri="{FF2B5EF4-FFF2-40B4-BE49-F238E27FC236}">
                <a16:creationId xmlns:a16="http://schemas.microsoft.com/office/drawing/2014/main" id="{2CC2F39D-9BF3-4D17-B9ED-0168E7EC7D4D}"/>
              </a:ext>
            </a:extLst>
          </p:cNvPr>
          <p:cNvSpPr>
            <a:spLocks noGrp="1"/>
          </p:cNvSpPr>
          <p:nvPr/>
        </p:nvSpPr>
        <p:spPr>
          <a:xfrm>
            <a:off x="572140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3" name="01_find_only_1442">
            <a:extLst>
              <a:ext uri="{FF2B5EF4-FFF2-40B4-BE49-F238E27FC236}">
                <a16:creationId xmlns:a16="http://schemas.microsoft.com/office/drawing/2014/main" id="{CAA11967-0A4F-4B41-B8A2-C50A8CFAE14D}"/>
              </a:ext>
            </a:extLst>
          </p:cNvPr>
          <p:cNvSpPr>
            <a:spLocks noGrp="1"/>
          </p:cNvSpPr>
          <p:nvPr/>
        </p:nvSpPr>
        <p:spPr>
          <a:xfrm>
            <a:off x="57529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4" name="01_find_only_1443">
            <a:extLst>
              <a:ext uri="{FF2B5EF4-FFF2-40B4-BE49-F238E27FC236}">
                <a16:creationId xmlns:a16="http://schemas.microsoft.com/office/drawing/2014/main" id="{6B95027A-5E69-47BC-B7A6-B111789D474A}"/>
              </a:ext>
            </a:extLst>
          </p:cNvPr>
          <p:cNvSpPr>
            <a:spLocks noGrp="1"/>
          </p:cNvSpPr>
          <p:nvPr/>
        </p:nvSpPr>
        <p:spPr>
          <a:xfrm>
            <a:off x="57383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5" name="01_find_only_1444">
            <a:extLst>
              <a:ext uri="{FF2B5EF4-FFF2-40B4-BE49-F238E27FC236}">
                <a16:creationId xmlns:a16="http://schemas.microsoft.com/office/drawing/2014/main" id="{45A3445D-61B7-4BA2-A544-25A6E2B589A0}"/>
              </a:ext>
            </a:extLst>
          </p:cNvPr>
          <p:cNvSpPr>
            <a:spLocks noGrp="1"/>
          </p:cNvSpPr>
          <p:nvPr/>
        </p:nvSpPr>
        <p:spPr>
          <a:xfrm>
            <a:off x="56783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6" name="01_find_only_1445">
            <a:extLst>
              <a:ext uri="{FF2B5EF4-FFF2-40B4-BE49-F238E27FC236}">
                <a16:creationId xmlns:a16="http://schemas.microsoft.com/office/drawing/2014/main" id="{F1A0E0A7-2687-45A5-8E1C-93EE66A21D13}"/>
              </a:ext>
            </a:extLst>
          </p:cNvPr>
          <p:cNvSpPr>
            <a:spLocks noGrp="1"/>
          </p:cNvSpPr>
          <p:nvPr/>
        </p:nvSpPr>
        <p:spPr>
          <a:xfrm>
            <a:off x="5692458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7" name="01_find_only_1446">
            <a:extLst>
              <a:ext uri="{FF2B5EF4-FFF2-40B4-BE49-F238E27FC236}">
                <a16:creationId xmlns:a16="http://schemas.microsoft.com/office/drawing/2014/main" id="{AB0DD939-DC15-481B-A946-FBABD98326CB}"/>
              </a:ext>
            </a:extLst>
          </p:cNvPr>
          <p:cNvSpPr>
            <a:spLocks noGrp="1"/>
          </p:cNvSpPr>
          <p:nvPr/>
        </p:nvSpPr>
        <p:spPr>
          <a:xfrm>
            <a:off x="573102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8" name="01_find_only_1447">
            <a:extLst>
              <a:ext uri="{FF2B5EF4-FFF2-40B4-BE49-F238E27FC236}">
                <a16:creationId xmlns:a16="http://schemas.microsoft.com/office/drawing/2014/main" id="{4061ADFE-20EE-4A86-9D78-C6AA57E3916E}"/>
              </a:ext>
            </a:extLst>
          </p:cNvPr>
          <p:cNvSpPr>
            <a:spLocks noGrp="1"/>
          </p:cNvSpPr>
          <p:nvPr/>
        </p:nvSpPr>
        <p:spPr>
          <a:xfrm>
            <a:off x="56727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9" name="01_find_only_1448">
            <a:extLst>
              <a:ext uri="{FF2B5EF4-FFF2-40B4-BE49-F238E27FC236}">
                <a16:creationId xmlns:a16="http://schemas.microsoft.com/office/drawing/2014/main" id="{26D4CD1F-D3CC-484B-A7FD-C74796C66DF2}"/>
              </a:ext>
            </a:extLst>
          </p:cNvPr>
          <p:cNvSpPr>
            <a:spLocks noGrp="1"/>
          </p:cNvSpPr>
          <p:nvPr/>
        </p:nvSpPr>
        <p:spPr>
          <a:xfrm>
            <a:off x="574025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0" name="01_find_only_1449">
            <a:extLst>
              <a:ext uri="{FF2B5EF4-FFF2-40B4-BE49-F238E27FC236}">
                <a16:creationId xmlns:a16="http://schemas.microsoft.com/office/drawing/2014/main" id="{13BB352F-5254-4F32-9458-72E168D618F7}"/>
              </a:ext>
            </a:extLst>
          </p:cNvPr>
          <p:cNvSpPr>
            <a:spLocks noGrp="1"/>
          </p:cNvSpPr>
          <p:nvPr/>
        </p:nvSpPr>
        <p:spPr>
          <a:xfrm>
            <a:off x="57435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1" name="01_find_only_1450">
            <a:extLst>
              <a:ext uri="{FF2B5EF4-FFF2-40B4-BE49-F238E27FC236}">
                <a16:creationId xmlns:a16="http://schemas.microsoft.com/office/drawing/2014/main" id="{5E62E3D8-CC95-4719-9B64-1F4D4BCD7CB7}"/>
              </a:ext>
            </a:extLst>
          </p:cNvPr>
          <p:cNvSpPr>
            <a:spLocks noGrp="1"/>
          </p:cNvSpPr>
          <p:nvPr/>
        </p:nvSpPr>
        <p:spPr>
          <a:xfrm>
            <a:off x="573326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2" name="01_find_only_1451">
            <a:extLst>
              <a:ext uri="{FF2B5EF4-FFF2-40B4-BE49-F238E27FC236}">
                <a16:creationId xmlns:a16="http://schemas.microsoft.com/office/drawing/2014/main" id="{46DAF2F3-724A-4CFA-AB37-BEB262DBDFBC}"/>
              </a:ext>
            </a:extLst>
          </p:cNvPr>
          <p:cNvSpPr>
            <a:spLocks noGrp="1"/>
          </p:cNvSpPr>
          <p:nvPr/>
        </p:nvSpPr>
        <p:spPr>
          <a:xfrm>
            <a:off x="57323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3" name="01_find_only_1452">
            <a:extLst>
              <a:ext uri="{FF2B5EF4-FFF2-40B4-BE49-F238E27FC236}">
                <a16:creationId xmlns:a16="http://schemas.microsoft.com/office/drawing/2014/main" id="{65882875-E9AF-4153-B4FE-F0B24F8D66B7}"/>
              </a:ext>
            </a:extLst>
          </p:cNvPr>
          <p:cNvSpPr>
            <a:spLocks noGrp="1"/>
          </p:cNvSpPr>
          <p:nvPr/>
        </p:nvSpPr>
        <p:spPr>
          <a:xfrm>
            <a:off x="57365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4" name="01_find_only_1453">
            <a:extLst>
              <a:ext uri="{FF2B5EF4-FFF2-40B4-BE49-F238E27FC236}">
                <a16:creationId xmlns:a16="http://schemas.microsoft.com/office/drawing/2014/main" id="{F8A918AB-0FD8-439B-BDDF-9D36C6AB4048}"/>
              </a:ext>
            </a:extLst>
          </p:cNvPr>
          <p:cNvSpPr>
            <a:spLocks noGrp="1"/>
          </p:cNvSpPr>
          <p:nvPr/>
        </p:nvSpPr>
        <p:spPr>
          <a:xfrm>
            <a:off x="571820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5" name="01_find_only_1454">
            <a:extLst>
              <a:ext uri="{FF2B5EF4-FFF2-40B4-BE49-F238E27FC236}">
                <a16:creationId xmlns:a16="http://schemas.microsoft.com/office/drawing/2014/main" id="{DC23E70D-D281-43D0-B1C0-CBFD1BBDD17C}"/>
              </a:ext>
            </a:extLst>
          </p:cNvPr>
          <p:cNvSpPr>
            <a:spLocks noGrp="1"/>
          </p:cNvSpPr>
          <p:nvPr/>
        </p:nvSpPr>
        <p:spPr>
          <a:xfrm>
            <a:off x="566778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6" name="01_find_only_1455">
            <a:extLst>
              <a:ext uri="{FF2B5EF4-FFF2-40B4-BE49-F238E27FC236}">
                <a16:creationId xmlns:a16="http://schemas.microsoft.com/office/drawing/2014/main" id="{AFA8F0EB-65C4-4F37-8C8D-D72F7308F1CF}"/>
              </a:ext>
            </a:extLst>
          </p:cNvPr>
          <p:cNvSpPr>
            <a:spLocks noGrp="1"/>
          </p:cNvSpPr>
          <p:nvPr/>
        </p:nvSpPr>
        <p:spPr>
          <a:xfrm>
            <a:off x="571800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7" name="01_find_only_1456">
            <a:extLst>
              <a:ext uri="{FF2B5EF4-FFF2-40B4-BE49-F238E27FC236}">
                <a16:creationId xmlns:a16="http://schemas.microsoft.com/office/drawing/2014/main" id="{B05F5AE6-6453-4629-8182-925D60D6B494}"/>
              </a:ext>
            </a:extLst>
          </p:cNvPr>
          <p:cNvSpPr>
            <a:spLocks noGrp="1"/>
          </p:cNvSpPr>
          <p:nvPr/>
        </p:nvSpPr>
        <p:spPr>
          <a:xfrm>
            <a:off x="56806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8" name="01_find_only_1457">
            <a:extLst>
              <a:ext uri="{FF2B5EF4-FFF2-40B4-BE49-F238E27FC236}">
                <a16:creationId xmlns:a16="http://schemas.microsoft.com/office/drawing/2014/main" id="{3C432365-C629-46DC-8B08-486707652A03}"/>
              </a:ext>
            </a:extLst>
          </p:cNvPr>
          <p:cNvSpPr>
            <a:spLocks noGrp="1"/>
          </p:cNvSpPr>
          <p:nvPr/>
        </p:nvSpPr>
        <p:spPr>
          <a:xfrm>
            <a:off x="5732776" y="37031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9" name="01_find_only_1458">
            <a:extLst>
              <a:ext uri="{FF2B5EF4-FFF2-40B4-BE49-F238E27FC236}">
                <a16:creationId xmlns:a16="http://schemas.microsoft.com/office/drawing/2014/main" id="{157844C2-71E7-4E2E-80F0-11AEBCA0F2BE}"/>
              </a:ext>
            </a:extLst>
          </p:cNvPr>
          <p:cNvSpPr>
            <a:spLocks noGrp="1"/>
          </p:cNvSpPr>
          <p:nvPr/>
        </p:nvSpPr>
        <p:spPr>
          <a:xfrm>
            <a:off x="57456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0" name="01_find_only_1459">
            <a:extLst>
              <a:ext uri="{FF2B5EF4-FFF2-40B4-BE49-F238E27FC236}">
                <a16:creationId xmlns:a16="http://schemas.microsoft.com/office/drawing/2014/main" id="{F7361622-0AD2-4E41-A8B4-B6C6CAA7372A}"/>
              </a:ext>
            </a:extLst>
          </p:cNvPr>
          <p:cNvSpPr>
            <a:spLocks noGrp="1"/>
          </p:cNvSpPr>
          <p:nvPr/>
        </p:nvSpPr>
        <p:spPr>
          <a:xfrm>
            <a:off x="567905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1" name="01_find_only_1460">
            <a:extLst>
              <a:ext uri="{FF2B5EF4-FFF2-40B4-BE49-F238E27FC236}">
                <a16:creationId xmlns:a16="http://schemas.microsoft.com/office/drawing/2014/main" id="{F09CEE74-8C69-4C68-9030-79DF491E0DCA}"/>
              </a:ext>
            </a:extLst>
          </p:cNvPr>
          <p:cNvSpPr>
            <a:spLocks noGrp="1"/>
          </p:cNvSpPr>
          <p:nvPr/>
        </p:nvSpPr>
        <p:spPr>
          <a:xfrm>
            <a:off x="57336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2" name="01_find_only_1461">
            <a:extLst>
              <a:ext uri="{FF2B5EF4-FFF2-40B4-BE49-F238E27FC236}">
                <a16:creationId xmlns:a16="http://schemas.microsoft.com/office/drawing/2014/main" id="{A80EC69B-A7E8-4F68-B942-70FDAD1537CA}"/>
              </a:ext>
            </a:extLst>
          </p:cNvPr>
          <p:cNvSpPr>
            <a:spLocks noGrp="1"/>
          </p:cNvSpPr>
          <p:nvPr/>
        </p:nvSpPr>
        <p:spPr>
          <a:xfrm>
            <a:off x="56839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3" name="01_find_only_1462">
            <a:extLst>
              <a:ext uri="{FF2B5EF4-FFF2-40B4-BE49-F238E27FC236}">
                <a16:creationId xmlns:a16="http://schemas.microsoft.com/office/drawing/2014/main" id="{07B2EE98-8131-4103-BF9C-83D3D03C07C9}"/>
              </a:ext>
            </a:extLst>
          </p:cNvPr>
          <p:cNvSpPr>
            <a:spLocks noGrp="1"/>
          </p:cNvSpPr>
          <p:nvPr/>
        </p:nvSpPr>
        <p:spPr>
          <a:xfrm>
            <a:off x="568818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4" name="01_find_only_1463">
            <a:extLst>
              <a:ext uri="{FF2B5EF4-FFF2-40B4-BE49-F238E27FC236}">
                <a16:creationId xmlns:a16="http://schemas.microsoft.com/office/drawing/2014/main" id="{BF13527D-0EA6-4AAD-A6D8-5B99D14E2312}"/>
              </a:ext>
            </a:extLst>
          </p:cNvPr>
          <p:cNvSpPr>
            <a:spLocks noGrp="1"/>
          </p:cNvSpPr>
          <p:nvPr/>
        </p:nvSpPr>
        <p:spPr>
          <a:xfrm>
            <a:off x="567662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5" name="01_find_only_1464">
            <a:extLst>
              <a:ext uri="{FF2B5EF4-FFF2-40B4-BE49-F238E27FC236}">
                <a16:creationId xmlns:a16="http://schemas.microsoft.com/office/drawing/2014/main" id="{0830EE26-B0D5-45A2-A517-8EE29122F78C}"/>
              </a:ext>
            </a:extLst>
          </p:cNvPr>
          <p:cNvSpPr>
            <a:spLocks noGrp="1"/>
          </p:cNvSpPr>
          <p:nvPr/>
        </p:nvSpPr>
        <p:spPr>
          <a:xfrm>
            <a:off x="5732582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6" name="01_find_only_1465">
            <a:extLst>
              <a:ext uri="{FF2B5EF4-FFF2-40B4-BE49-F238E27FC236}">
                <a16:creationId xmlns:a16="http://schemas.microsoft.com/office/drawing/2014/main" id="{0B463FC6-8A03-442A-B17F-C5313B3822F3}"/>
              </a:ext>
            </a:extLst>
          </p:cNvPr>
          <p:cNvSpPr>
            <a:spLocks noGrp="1"/>
          </p:cNvSpPr>
          <p:nvPr/>
        </p:nvSpPr>
        <p:spPr>
          <a:xfrm>
            <a:off x="575764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7" name="01_find_only_1466">
            <a:extLst>
              <a:ext uri="{FF2B5EF4-FFF2-40B4-BE49-F238E27FC236}">
                <a16:creationId xmlns:a16="http://schemas.microsoft.com/office/drawing/2014/main" id="{816C8E1E-30DD-46A8-8361-2472244F5A6D}"/>
              </a:ext>
            </a:extLst>
          </p:cNvPr>
          <p:cNvSpPr>
            <a:spLocks noGrp="1"/>
          </p:cNvSpPr>
          <p:nvPr/>
        </p:nvSpPr>
        <p:spPr>
          <a:xfrm>
            <a:off x="576182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8" name="01_find_only_1467">
            <a:extLst>
              <a:ext uri="{FF2B5EF4-FFF2-40B4-BE49-F238E27FC236}">
                <a16:creationId xmlns:a16="http://schemas.microsoft.com/office/drawing/2014/main" id="{51130641-F632-4F8E-893C-0540623AF132}"/>
              </a:ext>
            </a:extLst>
          </p:cNvPr>
          <p:cNvSpPr>
            <a:spLocks noGrp="1"/>
          </p:cNvSpPr>
          <p:nvPr/>
        </p:nvSpPr>
        <p:spPr>
          <a:xfrm>
            <a:off x="57017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9" name="01_find_only_1468">
            <a:extLst>
              <a:ext uri="{FF2B5EF4-FFF2-40B4-BE49-F238E27FC236}">
                <a16:creationId xmlns:a16="http://schemas.microsoft.com/office/drawing/2014/main" id="{36C3C6DB-109A-4E96-8CFA-6D10364B396D}"/>
              </a:ext>
            </a:extLst>
          </p:cNvPr>
          <p:cNvSpPr>
            <a:spLocks noGrp="1"/>
          </p:cNvSpPr>
          <p:nvPr/>
        </p:nvSpPr>
        <p:spPr>
          <a:xfrm>
            <a:off x="573743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0" name="01_find_only_1469">
            <a:extLst>
              <a:ext uri="{FF2B5EF4-FFF2-40B4-BE49-F238E27FC236}">
                <a16:creationId xmlns:a16="http://schemas.microsoft.com/office/drawing/2014/main" id="{8CB8B2A6-A8AE-42D1-BF74-7BC409BDD13B}"/>
              </a:ext>
            </a:extLst>
          </p:cNvPr>
          <p:cNvSpPr>
            <a:spLocks noGrp="1"/>
          </p:cNvSpPr>
          <p:nvPr/>
        </p:nvSpPr>
        <p:spPr>
          <a:xfrm>
            <a:off x="575628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1" name="01_find_only_1470">
            <a:extLst>
              <a:ext uri="{FF2B5EF4-FFF2-40B4-BE49-F238E27FC236}">
                <a16:creationId xmlns:a16="http://schemas.microsoft.com/office/drawing/2014/main" id="{19408ED2-EA7D-4512-B088-D7CA5F44DBAD}"/>
              </a:ext>
            </a:extLst>
          </p:cNvPr>
          <p:cNvSpPr>
            <a:spLocks noGrp="1"/>
          </p:cNvSpPr>
          <p:nvPr/>
        </p:nvSpPr>
        <p:spPr>
          <a:xfrm>
            <a:off x="574482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2" name="01_find_only_1471">
            <a:extLst>
              <a:ext uri="{FF2B5EF4-FFF2-40B4-BE49-F238E27FC236}">
                <a16:creationId xmlns:a16="http://schemas.microsoft.com/office/drawing/2014/main" id="{F87A9FB6-1734-486B-A73D-9084641FF512}"/>
              </a:ext>
            </a:extLst>
          </p:cNvPr>
          <p:cNvSpPr>
            <a:spLocks noGrp="1"/>
          </p:cNvSpPr>
          <p:nvPr/>
        </p:nvSpPr>
        <p:spPr>
          <a:xfrm>
            <a:off x="57345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3" name="01_find_only_1472">
            <a:extLst>
              <a:ext uri="{FF2B5EF4-FFF2-40B4-BE49-F238E27FC236}">
                <a16:creationId xmlns:a16="http://schemas.microsoft.com/office/drawing/2014/main" id="{E9F90CEF-C2F0-4BC1-A3AD-93EFF4D3FB44}"/>
              </a:ext>
            </a:extLst>
          </p:cNvPr>
          <p:cNvSpPr>
            <a:spLocks noGrp="1"/>
          </p:cNvSpPr>
          <p:nvPr/>
        </p:nvSpPr>
        <p:spPr>
          <a:xfrm>
            <a:off x="571072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4" name="01_find_only_1473">
            <a:extLst>
              <a:ext uri="{FF2B5EF4-FFF2-40B4-BE49-F238E27FC236}">
                <a16:creationId xmlns:a16="http://schemas.microsoft.com/office/drawing/2014/main" id="{9B123927-833A-4339-A0D6-FE61B87F761C}"/>
              </a:ext>
            </a:extLst>
          </p:cNvPr>
          <p:cNvSpPr>
            <a:spLocks noGrp="1"/>
          </p:cNvSpPr>
          <p:nvPr/>
        </p:nvSpPr>
        <p:spPr>
          <a:xfrm>
            <a:off x="5707807" y="342276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5" name="01_find_only_1474">
            <a:extLst>
              <a:ext uri="{FF2B5EF4-FFF2-40B4-BE49-F238E27FC236}">
                <a16:creationId xmlns:a16="http://schemas.microsoft.com/office/drawing/2014/main" id="{C38DAB1F-18BE-4A34-9AA0-81AA34D2BFEE}"/>
              </a:ext>
            </a:extLst>
          </p:cNvPr>
          <p:cNvSpPr>
            <a:spLocks noGrp="1"/>
          </p:cNvSpPr>
          <p:nvPr/>
        </p:nvSpPr>
        <p:spPr>
          <a:xfrm>
            <a:off x="56754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6" name="01_find_only_1475">
            <a:extLst>
              <a:ext uri="{FF2B5EF4-FFF2-40B4-BE49-F238E27FC236}">
                <a16:creationId xmlns:a16="http://schemas.microsoft.com/office/drawing/2014/main" id="{C1D29A15-2F88-4602-A0E7-6222B4EE0DBF}"/>
              </a:ext>
            </a:extLst>
          </p:cNvPr>
          <p:cNvSpPr>
            <a:spLocks noGrp="1"/>
          </p:cNvSpPr>
          <p:nvPr/>
        </p:nvSpPr>
        <p:spPr>
          <a:xfrm>
            <a:off x="57565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7" name="01_find_only_1476">
            <a:extLst>
              <a:ext uri="{FF2B5EF4-FFF2-40B4-BE49-F238E27FC236}">
                <a16:creationId xmlns:a16="http://schemas.microsoft.com/office/drawing/2014/main" id="{2033AF56-FC7C-4247-8FBB-6990AFB8877B}"/>
              </a:ext>
            </a:extLst>
          </p:cNvPr>
          <p:cNvSpPr>
            <a:spLocks noGrp="1"/>
          </p:cNvSpPr>
          <p:nvPr/>
        </p:nvSpPr>
        <p:spPr>
          <a:xfrm>
            <a:off x="57462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8" name="01_find_only_1477">
            <a:extLst>
              <a:ext uri="{FF2B5EF4-FFF2-40B4-BE49-F238E27FC236}">
                <a16:creationId xmlns:a16="http://schemas.microsoft.com/office/drawing/2014/main" id="{D5662078-684A-4846-9A42-386A4D5443AF}"/>
              </a:ext>
            </a:extLst>
          </p:cNvPr>
          <p:cNvSpPr>
            <a:spLocks noGrp="1"/>
          </p:cNvSpPr>
          <p:nvPr/>
        </p:nvSpPr>
        <p:spPr>
          <a:xfrm>
            <a:off x="573161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9" name="01_find_only_1478">
            <a:extLst>
              <a:ext uri="{FF2B5EF4-FFF2-40B4-BE49-F238E27FC236}">
                <a16:creationId xmlns:a16="http://schemas.microsoft.com/office/drawing/2014/main" id="{EF4F83D7-F18D-4EB3-9B86-D3F44085E966}"/>
              </a:ext>
            </a:extLst>
          </p:cNvPr>
          <p:cNvSpPr>
            <a:spLocks noGrp="1"/>
          </p:cNvSpPr>
          <p:nvPr/>
        </p:nvSpPr>
        <p:spPr>
          <a:xfrm>
            <a:off x="567205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0" name="01_find_only_1479">
            <a:extLst>
              <a:ext uri="{FF2B5EF4-FFF2-40B4-BE49-F238E27FC236}">
                <a16:creationId xmlns:a16="http://schemas.microsoft.com/office/drawing/2014/main" id="{E224C98E-1358-4EDC-84EB-F742430C1AEC}"/>
              </a:ext>
            </a:extLst>
          </p:cNvPr>
          <p:cNvSpPr>
            <a:spLocks noGrp="1"/>
          </p:cNvSpPr>
          <p:nvPr/>
        </p:nvSpPr>
        <p:spPr>
          <a:xfrm>
            <a:off x="5681480" y="40277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1" name="01_find_only_1480">
            <a:extLst>
              <a:ext uri="{FF2B5EF4-FFF2-40B4-BE49-F238E27FC236}">
                <a16:creationId xmlns:a16="http://schemas.microsoft.com/office/drawing/2014/main" id="{75A9B149-9EA7-448B-8744-0518A0DB7087}"/>
              </a:ext>
            </a:extLst>
          </p:cNvPr>
          <p:cNvSpPr>
            <a:spLocks noGrp="1"/>
          </p:cNvSpPr>
          <p:nvPr/>
        </p:nvSpPr>
        <p:spPr>
          <a:xfrm>
            <a:off x="56909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2" name="01_find_only_1481">
            <a:extLst>
              <a:ext uri="{FF2B5EF4-FFF2-40B4-BE49-F238E27FC236}">
                <a16:creationId xmlns:a16="http://schemas.microsoft.com/office/drawing/2014/main" id="{A85CF83D-A661-4EFC-A3C7-783AA39DCC6A}"/>
              </a:ext>
            </a:extLst>
          </p:cNvPr>
          <p:cNvSpPr>
            <a:spLocks noGrp="1"/>
          </p:cNvSpPr>
          <p:nvPr/>
        </p:nvSpPr>
        <p:spPr>
          <a:xfrm>
            <a:off x="57325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3" name="01_find_only_1482">
            <a:extLst>
              <a:ext uri="{FF2B5EF4-FFF2-40B4-BE49-F238E27FC236}">
                <a16:creationId xmlns:a16="http://schemas.microsoft.com/office/drawing/2014/main" id="{E7A12FD6-EC15-4D86-A481-7579EE5C6BBE}"/>
              </a:ext>
            </a:extLst>
          </p:cNvPr>
          <p:cNvSpPr>
            <a:spLocks noGrp="1"/>
          </p:cNvSpPr>
          <p:nvPr/>
        </p:nvSpPr>
        <p:spPr>
          <a:xfrm>
            <a:off x="572276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4" name="01_find_only_1483">
            <a:extLst>
              <a:ext uri="{FF2B5EF4-FFF2-40B4-BE49-F238E27FC236}">
                <a16:creationId xmlns:a16="http://schemas.microsoft.com/office/drawing/2014/main" id="{B9FBD070-7584-43AE-8F73-EAFB3CD2968F}"/>
              </a:ext>
            </a:extLst>
          </p:cNvPr>
          <p:cNvSpPr>
            <a:spLocks noGrp="1"/>
          </p:cNvSpPr>
          <p:nvPr/>
        </p:nvSpPr>
        <p:spPr>
          <a:xfrm>
            <a:off x="568556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5" name="01_find_only_1484">
            <a:extLst>
              <a:ext uri="{FF2B5EF4-FFF2-40B4-BE49-F238E27FC236}">
                <a16:creationId xmlns:a16="http://schemas.microsoft.com/office/drawing/2014/main" id="{8EF0EAD6-DF6B-418E-9644-82C4BC1AC975}"/>
              </a:ext>
            </a:extLst>
          </p:cNvPr>
          <p:cNvSpPr>
            <a:spLocks noGrp="1"/>
          </p:cNvSpPr>
          <p:nvPr/>
        </p:nvSpPr>
        <p:spPr>
          <a:xfrm>
            <a:off x="570314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6" name="01_find_only_1485">
            <a:extLst>
              <a:ext uri="{FF2B5EF4-FFF2-40B4-BE49-F238E27FC236}">
                <a16:creationId xmlns:a16="http://schemas.microsoft.com/office/drawing/2014/main" id="{93BB951C-C484-4A36-99AD-C251BA82EBF4}"/>
              </a:ext>
            </a:extLst>
          </p:cNvPr>
          <p:cNvSpPr>
            <a:spLocks noGrp="1"/>
          </p:cNvSpPr>
          <p:nvPr/>
        </p:nvSpPr>
        <p:spPr>
          <a:xfrm>
            <a:off x="5668753" y="41538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7" name="01_find_only_1486">
            <a:extLst>
              <a:ext uri="{FF2B5EF4-FFF2-40B4-BE49-F238E27FC236}">
                <a16:creationId xmlns:a16="http://schemas.microsoft.com/office/drawing/2014/main" id="{DBFB5DA9-D914-42A9-A273-383E6473FA03}"/>
              </a:ext>
            </a:extLst>
          </p:cNvPr>
          <p:cNvSpPr>
            <a:spLocks noGrp="1"/>
          </p:cNvSpPr>
          <p:nvPr/>
        </p:nvSpPr>
        <p:spPr>
          <a:xfrm>
            <a:off x="4184890" y="2858272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8" name="01_find_only_1487">
            <a:extLst>
              <a:ext uri="{FF2B5EF4-FFF2-40B4-BE49-F238E27FC236}">
                <a16:creationId xmlns:a16="http://schemas.microsoft.com/office/drawing/2014/main" id="{3EDD909C-F9A9-4560-9FBF-C7BBAAE19722}"/>
              </a:ext>
            </a:extLst>
          </p:cNvPr>
          <p:cNvSpPr>
            <a:spLocks noGrp="1"/>
          </p:cNvSpPr>
          <p:nvPr/>
        </p:nvSpPr>
        <p:spPr>
          <a:xfrm>
            <a:off x="4184890" y="427897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9" name="text_1488">
            <a:extLst>
              <a:ext uri="{FF2B5EF4-FFF2-40B4-BE49-F238E27FC236}">
                <a16:creationId xmlns:a16="http://schemas.microsoft.com/office/drawing/2014/main" id="{144595BB-D138-4DA9-A1D1-26CDC12F7A9A}"/>
              </a:ext>
            </a:extLst>
          </p:cNvPr>
          <p:cNvSpPr>
            <a:spLocks noGrp="1"/>
          </p:cNvSpPr>
          <p:nvPr/>
        </p:nvSpPr>
        <p:spPr>
          <a:xfrm>
            <a:off x="3953882" y="2663980"/>
            <a:ext cx="91973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b</a:t>
            </a:r>
          </a:p>
        </p:txBody>
      </p:sp>
      <p:sp>
        <p:nvSpPr>
          <p:cNvPr id="1490" name="text_1489">
            <a:extLst>
              <a:ext uri="{FF2B5EF4-FFF2-40B4-BE49-F238E27FC236}">
                <a16:creationId xmlns:a16="http://schemas.microsoft.com/office/drawing/2014/main" id="{9D5DAE44-14C9-4E32-BA43-42616A0F18C4}"/>
              </a:ext>
            </a:extLst>
          </p:cNvPr>
          <p:cNvSpPr>
            <a:spLocks noGrp="1"/>
          </p:cNvSpPr>
          <p:nvPr/>
        </p:nvSpPr>
        <p:spPr>
          <a:xfrm>
            <a:off x="4184890" y="2654988"/>
            <a:ext cx="788985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All ligands, CA2</a:t>
            </a:r>
          </a:p>
        </p:txBody>
      </p:sp>
      <p:sp>
        <p:nvSpPr>
          <p:cNvPr id="1491" name="01_find_only_1490">
            <a:extLst>
              <a:ext uri="{FF2B5EF4-FFF2-40B4-BE49-F238E27FC236}">
                <a16:creationId xmlns:a16="http://schemas.microsoft.com/office/drawing/2014/main" id="{0BCA3B29-D190-4C19-B37B-BA3D0B46EEAE}"/>
              </a:ext>
            </a:extLst>
          </p:cNvPr>
          <p:cNvSpPr>
            <a:spLocks noGrp="1"/>
          </p:cNvSpPr>
          <p:nvPr/>
        </p:nvSpPr>
        <p:spPr>
          <a:xfrm>
            <a:off x="4200168" y="3396949"/>
            <a:ext cx="1527834" cy="817446"/>
          </a:xfrm>
          <a:custGeom>
            <a:avLst/>
            <a:gdLst/>
            <a:ahLst/>
            <a:cxnLst/>
            <a:rect l="0" t="0" r="0" b="0"/>
            <a:pathLst>
              <a:path w="1500000" h="802554">
                <a:moveTo>
                  <a:pt x="0" y="802554"/>
                </a:moveTo>
                <a:lnTo>
                  <a:pt x="14493" y="801176"/>
                </a:lnTo>
                <a:lnTo>
                  <a:pt x="15217" y="801028"/>
                </a:lnTo>
                <a:lnTo>
                  <a:pt x="19231" y="800233"/>
                </a:lnTo>
                <a:lnTo>
                  <a:pt x="19565" y="798734"/>
                </a:lnTo>
                <a:lnTo>
                  <a:pt x="25000" y="797701"/>
                </a:lnTo>
                <a:lnTo>
                  <a:pt x="26316" y="796349"/>
                </a:lnTo>
                <a:lnTo>
                  <a:pt x="27778" y="796257"/>
                </a:lnTo>
                <a:lnTo>
                  <a:pt x="28986" y="793916"/>
                </a:lnTo>
                <a:lnTo>
                  <a:pt x="32051" y="792511"/>
                </a:lnTo>
                <a:lnTo>
                  <a:pt x="33333" y="791355"/>
                </a:lnTo>
                <a:lnTo>
                  <a:pt x="35714" y="791324"/>
                </a:lnTo>
                <a:lnTo>
                  <a:pt x="36957" y="788883"/>
                </a:lnTo>
                <a:lnTo>
                  <a:pt x="40984" y="787549"/>
                </a:lnTo>
                <a:lnTo>
                  <a:pt x="42391" y="782676"/>
                </a:lnTo>
                <a:lnTo>
                  <a:pt x="48387" y="781286"/>
                </a:lnTo>
                <a:lnTo>
                  <a:pt x="49180" y="781079"/>
                </a:lnTo>
                <a:lnTo>
                  <a:pt x="50000" y="781079"/>
                </a:lnTo>
                <a:lnTo>
                  <a:pt x="51282" y="779453"/>
                </a:lnTo>
                <a:lnTo>
                  <a:pt x="55556" y="778430"/>
                </a:lnTo>
                <a:lnTo>
                  <a:pt x="56522" y="775069"/>
                </a:lnTo>
                <a:lnTo>
                  <a:pt x="62500" y="774170"/>
                </a:lnTo>
                <a:lnTo>
                  <a:pt x="63043" y="764531"/>
                </a:lnTo>
                <a:lnTo>
                  <a:pt x="68966" y="763211"/>
                </a:lnTo>
                <a:lnTo>
                  <a:pt x="69565" y="762755"/>
                </a:lnTo>
                <a:lnTo>
                  <a:pt x="71429" y="762649"/>
                </a:lnTo>
                <a:lnTo>
                  <a:pt x="72826" y="756328"/>
                </a:lnTo>
                <a:lnTo>
                  <a:pt x="76923" y="754939"/>
                </a:lnTo>
                <a:lnTo>
                  <a:pt x="78261" y="753455"/>
                </a:lnTo>
                <a:lnTo>
                  <a:pt x="83333" y="752771"/>
                </a:lnTo>
                <a:lnTo>
                  <a:pt x="83696" y="734149"/>
                </a:lnTo>
                <a:lnTo>
                  <a:pt x="90909" y="733261"/>
                </a:lnTo>
                <a:lnTo>
                  <a:pt x="91667" y="732376"/>
                </a:lnTo>
                <a:lnTo>
                  <a:pt x="96154" y="731401"/>
                </a:lnTo>
                <a:lnTo>
                  <a:pt x="97222" y="730205"/>
                </a:lnTo>
                <a:lnTo>
                  <a:pt x="100000" y="730027"/>
                </a:lnTo>
                <a:lnTo>
                  <a:pt x="101087" y="719725"/>
                </a:lnTo>
                <a:lnTo>
                  <a:pt x="107143" y="718395"/>
                </a:lnTo>
                <a:lnTo>
                  <a:pt x="108333" y="716162"/>
                </a:lnTo>
                <a:lnTo>
                  <a:pt x="111111" y="715938"/>
                </a:lnTo>
                <a:lnTo>
                  <a:pt x="111111" y="712592"/>
                </a:lnTo>
                <a:lnTo>
                  <a:pt x="115385" y="712439"/>
                </a:lnTo>
                <a:lnTo>
                  <a:pt x="116304" y="710868"/>
                </a:lnTo>
                <a:lnTo>
                  <a:pt x="125000" y="710047"/>
                </a:lnTo>
                <a:lnTo>
                  <a:pt x="126087" y="674736"/>
                </a:lnTo>
                <a:lnTo>
                  <a:pt x="134409" y="673334"/>
                </a:lnTo>
                <a:lnTo>
                  <a:pt x="134615" y="671805"/>
                </a:lnTo>
                <a:lnTo>
                  <a:pt x="138889" y="670809"/>
                </a:lnTo>
                <a:lnTo>
                  <a:pt x="140217" y="668947"/>
                </a:lnTo>
                <a:lnTo>
                  <a:pt x="142857" y="668676"/>
                </a:lnTo>
                <a:lnTo>
                  <a:pt x="143478" y="662474"/>
                </a:lnTo>
                <a:lnTo>
                  <a:pt x="150000" y="661771"/>
                </a:lnTo>
                <a:lnTo>
                  <a:pt x="151087" y="660837"/>
                </a:lnTo>
                <a:lnTo>
                  <a:pt x="153846" y="660579"/>
                </a:lnTo>
                <a:lnTo>
                  <a:pt x="155172" y="659139"/>
                </a:lnTo>
                <a:lnTo>
                  <a:pt x="156250" y="659017"/>
                </a:lnTo>
                <a:lnTo>
                  <a:pt x="157609" y="657657"/>
                </a:lnTo>
                <a:lnTo>
                  <a:pt x="166667" y="656815"/>
                </a:lnTo>
                <a:lnTo>
                  <a:pt x="167391" y="618983"/>
                </a:lnTo>
                <a:lnTo>
                  <a:pt x="173077" y="618555"/>
                </a:lnTo>
                <a:lnTo>
                  <a:pt x="173913" y="617225"/>
                </a:lnTo>
                <a:lnTo>
                  <a:pt x="178571" y="616246"/>
                </a:lnTo>
                <a:lnTo>
                  <a:pt x="179487" y="614622"/>
                </a:lnTo>
                <a:lnTo>
                  <a:pt x="187500" y="613825"/>
                </a:lnTo>
                <a:lnTo>
                  <a:pt x="188406" y="605336"/>
                </a:lnTo>
                <a:lnTo>
                  <a:pt x="192308" y="604559"/>
                </a:lnTo>
                <a:lnTo>
                  <a:pt x="193478" y="603636"/>
                </a:lnTo>
                <a:lnTo>
                  <a:pt x="200000" y="602441"/>
                </a:lnTo>
                <a:lnTo>
                  <a:pt x="201299" y="591990"/>
                </a:lnTo>
                <a:lnTo>
                  <a:pt x="208333" y="591322"/>
                </a:lnTo>
                <a:lnTo>
                  <a:pt x="209677" y="587098"/>
                </a:lnTo>
                <a:lnTo>
                  <a:pt x="211538" y="586577"/>
                </a:lnTo>
                <a:lnTo>
                  <a:pt x="212121" y="585093"/>
                </a:lnTo>
                <a:lnTo>
                  <a:pt x="214286" y="585078"/>
                </a:lnTo>
                <a:lnTo>
                  <a:pt x="215217" y="580095"/>
                </a:lnTo>
                <a:lnTo>
                  <a:pt x="222222" y="579630"/>
                </a:lnTo>
                <a:lnTo>
                  <a:pt x="222222" y="577269"/>
                </a:lnTo>
                <a:lnTo>
                  <a:pt x="227174" y="575867"/>
                </a:lnTo>
                <a:lnTo>
                  <a:pt x="228261" y="575192"/>
                </a:lnTo>
                <a:lnTo>
                  <a:pt x="231884" y="573866"/>
                </a:lnTo>
                <a:lnTo>
                  <a:pt x="231884" y="573764"/>
                </a:lnTo>
                <a:lnTo>
                  <a:pt x="241379" y="572481"/>
                </a:lnTo>
                <a:lnTo>
                  <a:pt x="242424" y="571997"/>
                </a:lnTo>
                <a:lnTo>
                  <a:pt x="250000" y="571619"/>
                </a:lnTo>
                <a:lnTo>
                  <a:pt x="251087" y="444126"/>
                </a:lnTo>
                <a:lnTo>
                  <a:pt x="262821" y="442717"/>
                </a:lnTo>
                <a:lnTo>
                  <a:pt x="264130" y="442146"/>
                </a:lnTo>
                <a:lnTo>
                  <a:pt x="269231" y="441757"/>
                </a:lnTo>
                <a:lnTo>
                  <a:pt x="269565" y="440289"/>
                </a:lnTo>
                <a:lnTo>
                  <a:pt x="275000" y="439227"/>
                </a:lnTo>
                <a:lnTo>
                  <a:pt x="275862" y="438066"/>
                </a:lnTo>
                <a:lnTo>
                  <a:pt x="277778" y="438050"/>
                </a:lnTo>
                <a:lnTo>
                  <a:pt x="277778" y="435295"/>
                </a:lnTo>
                <a:lnTo>
                  <a:pt x="285714" y="434445"/>
                </a:lnTo>
                <a:lnTo>
                  <a:pt x="286957" y="432053"/>
                </a:lnTo>
                <a:lnTo>
                  <a:pt x="291667" y="430889"/>
                </a:lnTo>
                <a:lnTo>
                  <a:pt x="292391" y="427596"/>
                </a:lnTo>
                <a:lnTo>
                  <a:pt x="300000" y="426929"/>
                </a:lnTo>
                <a:lnTo>
                  <a:pt x="301282" y="421095"/>
                </a:lnTo>
                <a:lnTo>
                  <a:pt x="306452" y="419688"/>
                </a:lnTo>
                <a:lnTo>
                  <a:pt x="307692" y="418915"/>
                </a:lnTo>
                <a:lnTo>
                  <a:pt x="312500" y="418235"/>
                </a:lnTo>
                <a:lnTo>
                  <a:pt x="313853" y="413761"/>
                </a:lnTo>
                <a:lnTo>
                  <a:pt x="321429" y="412516"/>
                </a:lnTo>
                <a:lnTo>
                  <a:pt x="322826" y="411366"/>
                </a:lnTo>
                <a:lnTo>
                  <a:pt x="327586" y="410197"/>
                </a:lnTo>
                <a:lnTo>
                  <a:pt x="327957" y="409876"/>
                </a:lnTo>
                <a:lnTo>
                  <a:pt x="333333" y="409769"/>
                </a:lnTo>
                <a:lnTo>
                  <a:pt x="333333" y="366556"/>
                </a:lnTo>
                <a:lnTo>
                  <a:pt x="346154" y="365566"/>
                </a:lnTo>
                <a:lnTo>
                  <a:pt x="346739" y="364914"/>
                </a:lnTo>
                <a:lnTo>
                  <a:pt x="357143" y="364343"/>
                </a:lnTo>
                <a:lnTo>
                  <a:pt x="358333" y="359794"/>
                </a:lnTo>
                <a:lnTo>
                  <a:pt x="363636" y="358675"/>
                </a:lnTo>
                <a:lnTo>
                  <a:pt x="364130" y="357985"/>
                </a:lnTo>
                <a:lnTo>
                  <a:pt x="375000" y="357153"/>
                </a:lnTo>
                <a:lnTo>
                  <a:pt x="376344" y="340119"/>
                </a:lnTo>
                <a:lnTo>
                  <a:pt x="388889" y="339071"/>
                </a:lnTo>
                <a:lnTo>
                  <a:pt x="390217" y="338253"/>
                </a:lnTo>
                <a:lnTo>
                  <a:pt x="397436" y="336848"/>
                </a:lnTo>
                <a:lnTo>
                  <a:pt x="398268" y="336635"/>
                </a:lnTo>
                <a:lnTo>
                  <a:pt x="400000" y="336635"/>
                </a:lnTo>
                <a:lnTo>
                  <a:pt x="401087" y="331173"/>
                </a:lnTo>
                <a:lnTo>
                  <a:pt x="409091" y="330369"/>
                </a:lnTo>
                <a:lnTo>
                  <a:pt x="410256" y="329634"/>
                </a:lnTo>
                <a:lnTo>
                  <a:pt x="416667" y="329512"/>
                </a:lnTo>
                <a:lnTo>
                  <a:pt x="417749" y="318962"/>
                </a:lnTo>
                <a:lnTo>
                  <a:pt x="428571" y="317685"/>
                </a:lnTo>
                <a:lnTo>
                  <a:pt x="429487" y="316582"/>
                </a:lnTo>
                <a:lnTo>
                  <a:pt x="437500" y="316327"/>
                </a:lnTo>
                <a:lnTo>
                  <a:pt x="437500" y="314556"/>
                </a:lnTo>
                <a:lnTo>
                  <a:pt x="454545" y="313675"/>
                </a:lnTo>
                <a:lnTo>
                  <a:pt x="455128" y="312910"/>
                </a:lnTo>
                <a:lnTo>
                  <a:pt x="458333" y="312910"/>
                </a:lnTo>
                <a:lnTo>
                  <a:pt x="458874" y="310400"/>
                </a:lnTo>
                <a:lnTo>
                  <a:pt x="464286" y="309975"/>
                </a:lnTo>
                <a:lnTo>
                  <a:pt x="465368" y="308933"/>
                </a:lnTo>
                <a:lnTo>
                  <a:pt x="480769" y="307692"/>
                </a:lnTo>
                <a:lnTo>
                  <a:pt x="480769" y="307329"/>
                </a:lnTo>
                <a:lnTo>
                  <a:pt x="500000" y="307025"/>
                </a:lnTo>
                <a:lnTo>
                  <a:pt x="500000" y="98098"/>
                </a:lnTo>
                <a:lnTo>
                  <a:pt x="541667" y="97107"/>
                </a:lnTo>
                <a:lnTo>
                  <a:pt x="541667" y="96517"/>
                </a:lnTo>
                <a:lnTo>
                  <a:pt x="583333" y="95430"/>
                </a:lnTo>
                <a:lnTo>
                  <a:pt x="583333" y="87048"/>
                </a:lnTo>
                <a:lnTo>
                  <a:pt x="600000" y="86487"/>
                </a:lnTo>
                <a:lnTo>
                  <a:pt x="600000" y="83535"/>
                </a:lnTo>
                <a:lnTo>
                  <a:pt x="625000" y="83417"/>
                </a:lnTo>
                <a:lnTo>
                  <a:pt x="625000" y="76481"/>
                </a:lnTo>
                <a:lnTo>
                  <a:pt x="666667" y="75684"/>
                </a:lnTo>
                <a:lnTo>
                  <a:pt x="666667" y="66711"/>
                </a:lnTo>
                <a:lnTo>
                  <a:pt x="700000" y="65383"/>
                </a:lnTo>
                <a:lnTo>
                  <a:pt x="700000" y="65265"/>
                </a:lnTo>
                <a:lnTo>
                  <a:pt x="714286" y="64674"/>
                </a:lnTo>
                <a:lnTo>
                  <a:pt x="714286" y="63662"/>
                </a:lnTo>
                <a:lnTo>
                  <a:pt x="750000" y="63101"/>
                </a:lnTo>
                <a:lnTo>
                  <a:pt x="750000" y="38898"/>
                </a:lnTo>
                <a:lnTo>
                  <a:pt x="785714" y="38780"/>
                </a:lnTo>
                <a:lnTo>
                  <a:pt x="785714" y="36756"/>
                </a:lnTo>
                <a:lnTo>
                  <a:pt x="875000" y="36284"/>
                </a:lnTo>
                <a:lnTo>
                  <a:pt x="875000" y="33923"/>
                </a:lnTo>
                <a:lnTo>
                  <a:pt x="958333" y="32624"/>
                </a:lnTo>
                <a:lnTo>
                  <a:pt x="958333" y="32506"/>
                </a:lnTo>
                <a:lnTo>
                  <a:pt x="1000000" y="32388"/>
                </a:lnTo>
                <a:lnTo>
                  <a:pt x="1000000" y="17039"/>
                </a:lnTo>
                <a:lnTo>
                  <a:pt x="1083333" y="15791"/>
                </a:lnTo>
                <a:lnTo>
                  <a:pt x="1083333" y="14611"/>
                </a:lnTo>
                <a:lnTo>
                  <a:pt x="1125000" y="14611"/>
                </a:lnTo>
                <a:lnTo>
                  <a:pt x="1125000" y="12840"/>
                </a:lnTo>
                <a:lnTo>
                  <a:pt x="1500000" y="12397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1492" name="01_find_only_1491">
            <a:extLst>
              <a:ext uri="{FF2B5EF4-FFF2-40B4-BE49-F238E27FC236}">
                <a16:creationId xmlns:a16="http://schemas.microsoft.com/office/drawing/2014/main" id="{77A2C8A2-EB33-49B6-B95F-DB5809818EFE}"/>
              </a:ext>
            </a:extLst>
          </p:cNvPr>
          <p:cNvSpPr>
            <a:spLocks noGrp="1"/>
          </p:cNvSpPr>
          <p:nvPr/>
        </p:nvSpPr>
        <p:spPr>
          <a:xfrm>
            <a:off x="4200168" y="3353365"/>
            <a:ext cx="1527834" cy="861030"/>
          </a:xfrm>
          <a:custGeom>
            <a:avLst/>
            <a:gdLst/>
            <a:ahLst/>
            <a:cxnLst/>
            <a:rect l="0" t="0" r="0" b="0"/>
            <a:pathLst>
              <a:path w="1500000" h="845344">
                <a:moveTo>
                  <a:pt x="0" y="845344"/>
                </a:moveTo>
                <a:lnTo>
                  <a:pt x="142857" y="845344"/>
                </a:lnTo>
                <a:lnTo>
                  <a:pt x="142857" y="800058"/>
                </a:lnTo>
                <a:lnTo>
                  <a:pt x="143478" y="800058"/>
                </a:lnTo>
                <a:lnTo>
                  <a:pt x="166667" y="800058"/>
                </a:lnTo>
                <a:lnTo>
                  <a:pt x="166667" y="634008"/>
                </a:lnTo>
                <a:lnTo>
                  <a:pt x="167391" y="634008"/>
                </a:lnTo>
                <a:lnTo>
                  <a:pt x="250000" y="634008"/>
                </a:lnTo>
                <a:lnTo>
                  <a:pt x="250000" y="422672"/>
                </a:lnTo>
                <a:lnTo>
                  <a:pt x="251087" y="422672"/>
                </a:lnTo>
                <a:lnTo>
                  <a:pt x="333333" y="422672"/>
                </a:lnTo>
                <a:lnTo>
                  <a:pt x="333333" y="301909"/>
                </a:lnTo>
                <a:lnTo>
                  <a:pt x="375000" y="301909"/>
                </a:lnTo>
                <a:lnTo>
                  <a:pt x="375000" y="268973"/>
                </a:lnTo>
                <a:lnTo>
                  <a:pt x="376344" y="268973"/>
                </a:lnTo>
                <a:lnTo>
                  <a:pt x="378788" y="268973"/>
                </a:lnTo>
                <a:lnTo>
                  <a:pt x="378788" y="263484"/>
                </a:lnTo>
                <a:lnTo>
                  <a:pt x="385281" y="263484"/>
                </a:lnTo>
                <a:lnTo>
                  <a:pt x="385281" y="257995"/>
                </a:lnTo>
                <a:lnTo>
                  <a:pt x="391775" y="257995"/>
                </a:lnTo>
                <a:lnTo>
                  <a:pt x="391775" y="252505"/>
                </a:lnTo>
                <a:lnTo>
                  <a:pt x="392857" y="252505"/>
                </a:lnTo>
                <a:lnTo>
                  <a:pt x="393939" y="252505"/>
                </a:lnTo>
                <a:lnTo>
                  <a:pt x="393939" y="247016"/>
                </a:lnTo>
                <a:lnTo>
                  <a:pt x="394565" y="247016"/>
                </a:lnTo>
                <a:lnTo>
                  <a:pt x="398268" y="247016"/>
                </a:lnTo>
                <a:lnTo>
                  <a:pt x="398268" y="241527"/>
                </a:lnTo>
                <a:lnTo>
                  <a:pt x="400000" y="241527"/>
                </a:lnTo>
                <a:lnTo>
                  <a:pt x="400000" y="211336"/>
                </a:lnTo>
                <a:lnTo>
                  <a:pt x="401087" y="211336"/>
                </a:lnTo>
                <a:lnTo>
                  <a:pt x="666667" y="211336"/>
                </a:lnTo>
                <a:lnTo>
                  <a:pt x="666667" y="145749"/>
                </a:lnTo>
                <a:lnTo>
                  <a:pt x="750000" y="145749"/>
                </a:lnTo>
                <a:lnTo>
                  <a:pt x="750000" y="1838"/>
                </a:lnTo>
                <a:lnTo>
                  <a:pt x="916667" y="1838"/>
                </a:lnTo>
                <a:lnTo>
                  <a:pt x="916667" y="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1493" name="01_find_only_1492">
            <a:extLst>
              <a:ext uri="{FF2B5EF4-FFF2-40B4-BE49-F238E27FC236}">
                <a16:creationId xmlns:a16="http://schemas.microsoft.com/office/drawing/2014/main" id="{78FC753B-F586-4503-849F-BC1C52A84448}"/>
              </a:ext>
            </a:extLst>
          </p:cNvPr>
          <p:cNvSpPr>
            <a:spLocks noGrp="1"/>
          </p:cNvSpPr>
          <p:nvPr/>
        </p:nvSpPr>
        <p:spPr>
          <a:xfrm>
            <a:off x="4432817" y="382734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4" name="01_find_only_1493">
            <a:extLst>
              <a:ext uri="{FF2B5EF4-FFF2-40B4-BE49-F238E27FC236}">
                <a16:creationId xmlns:a16="http://schemas.microsoft.com/office/drawing/2014/main" id="{95C9F7DB-D243-4099-A016-21E12EB110D0}"/>
              </a:ext>
            </a:extLst>
          </p:cNvPr>
          <p:cNvSpPr>
            <a:spLocks noGrp="1"/>
          </p:cNvSpPr>
          <p:nvPr/>
        </p:nvSpPr>
        <p:spPr>
          <a:xfrm>
            <a:off x="4687456" y="3474877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5" name="01_find_only_1494">
            <a:extLst>
              <a:ext uri="{FF2B5EF4-FFF2-40B4-BE49-F238E27FC236}">
                <a16:creationId xmlns:a16="http://schemas.microsoft.com/office/drawing/2014/main" id="{21CECF89-85F5-4C28-ADFF-C5D4413EDC12}"/>
              </a:ext>
            </a:extLst>
          </p:cNvPr>
          <p:cNvSpPr>
            <a:spLocks noGrp="1"/>
          </p:cNvSpPr>
          <p:nvPr/>
        </p:nvSpPr>
        <p:spPr>
          <a:xfrm>
            <a:off x="5196734" y="3392314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6" name="01_find_only_1495">
            <a:extLst>
              <a:ext uri="{FF2B5EF4-FFF2-40B4-BE49-F238E27FC236}">
                <a16:creationId xmlns:a16="http://schemas.microsoft.com/office/drawing/2014/main" id="{C8A32DAC-5234-44E9-8C67-E4A9D9B62490}"/>
              </a:ext>
            </a:extLst>
          </p:cNvPr>
          <p:cNvSpPr>
            <a:spLocks noGrp="1"/>
          </p:cNvSpPr>
          <p:nvPr/>
        </p:nvSpPr>
        <p:spPr>
          <a:xfrm>
            <a:off x="5706012" y="3374958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1497" name="01_find_only_1496">
            <a:extLst>
              <a:ext uri="{FF2B5EF4-FFF2-40B4-BE49-F238E27FC236}">
                <a16:creationId xmlns:a16="http://schemas.microsoft.com/office/drawing/2014/main" id="{2EFA459F-A47C-47E9-BF43-3D1391FAC56E}"/>
              </a:ext>
            </a:extLst>
          </p:cNvPr>
          <p:cNvSpPr>
            <a:spLocks noGrp="1"/>
          </p:cNvSpPr>
          <p:nvPr/>
        </p:nvSpPr>
        <p:spPr>
          <a:xfrm>
            <a:off x="4418220" y="3747292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498" name="01_find_only_1497">
            <a:extLst>
              <a:ext uri="{FF2B5EF4-FFF2-40B4-BE49-F238E27FC236}">
                <a16:creationId xmlns:a16="http://schemas.microsoft.com/office/drawing/2014/main" id="{3A52A5EF-6E0C-4330-9CA5-289FA468ECCE}"/>
              </a:ext>
            </a:extLst>
          </p:cNvPr>
          <p:cNvSpPr>
            <a:spLocks noGrp="1"/>
          </p:cNvSpPr>
          <p:nvPr/>
        </p:nvSpPr>
        <p:spPr>
          <a:xfrm>
            <a:off x="4672859" y="3532035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499" name="01_find_only_1498">
            <a:extLst>
              <a:ext uri="{FF2B5EF4-FFF2-40B4-BE49-F238E27FC236}">
                <a16:creationId xmlns:a16="http://schemas.microsoft.com/office/drawing/2014/main" id="{6007867A-F565-4E03-B689-BD80E3B3FFE3}"/>
              </a:ext>
            </a:extLst>
          </p:cNvPr>
          <p:cNvSpPr>
            <a:spLocks noGrp="1"/>
          </p:cNvSpPr>
          <p:nvPr/>
        </p:nvSpPr>
        <p:spPr>
          <a:xfrm>
            <a:off x="5182137" y="331677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00" name="01_find_only_1499">
            <a:extLst>
              <a:ext uri="{FF2B5EF4-FFF2-40B4-BE49-F238E27FC236}">
                <a16:creationId xmlns:a16="http://schemas.microsoft.com/office/drawing/2014/main" id="{9BF91A9F-BDFD-4C93-AB7A-99DB33E58803}"/>
              </a:ext>
            </a:extLst>
          </p:cNvPr>
          <p:cNvSpPr>
            <a:spLocks noGrp="1"/>
          </p:cNvSpPr>
          <p:nvPr/>
        </p:nvSpPr>
        <p:spPr>
          <a:xfrm>
            <a:off x="5691415" y="331677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1501" name="01_find_only_1500">
            <a:extLst>
              <a:ext uri="{FF2B5EF4-FFF2-40B4-BE49-F238E27FC236}">
                <a16:creationId xmlns:a16="http://schemas.microsoft.com/office/drawing/2014/main" id="{A1BF0658-55C8-4D5D-AB74-D2FA28B982CC}"/>
              </a:ext>
            </a:extLst>
          </p:cNvPr>
          <p:cNvSpPr>
            <a:spLocks noGrp="1"/>
          </p:cNvSpPr>
          <p:nvPr/>
        </p:nvSpPr>
        <p:spPr>
          <a:xfrm>
            <a:off x="6346469" y="2858272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502" name="01_find_only_1501">
            <a:extLst>
              <a:ext uri="{FF2B5EF4-FFF2-40B4-BE49-F238E27FC236}">
                <a16:creationId xmlns:a16="http://schemas.microsoft.com/office/drawing/2014/main" id="{779A701F-2B45-4A45-AF4C-CB87DB732750}"/>
              </a:ext>
            </a:extLst>
          </p:cNvPr>
          <p:cNvSpPr>
            <a:spLocks noGrp="1"/>
          </p:cNvSpPr>
          <p:nvPr/>
        </p:nvSpPr>
        <p:spPr>
          <a:xfrm>
            <a:off x="6550181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1" y="1257449"/>
                </a:lnTo>
                <a:lnTo>
                  <a:pt x="2836" y="1246883"/>
                </a:lnTo>
                <a:lnTo>
                  <a:pt x="6201" y="1236316"/>
                </a:lnTo>
                <a:lnTo>
                  <a:pt x="10594" y="1225749"/>
                </a:lnTo>
                <a:lnTo>
                  <a:pt x="15741" y="1215182"/>
                </a:lnTo>
                <a:lnTo>
                  <a:pt x="21340" y="1204615"/>
                </a:lnTo>
                <a:lnTo>
                  <a:pt x="27093" y="1194049"/>
                </a:lnTo>
                <a:lnTo>
                  <a:pt x="32730" y="1183482"/>
                </a:lnTo>
                <a:lnTo>
                  <a:pt x="38026" y="1172915"/>
                </a:lnTo>
                <a:lnTo>
                  <a:pt x="42818" y="1162348"/>
                </a:lnTo>
                <a:lnTo>
                  <a:pt x="47003" y="1151781"/>
                </a:lnTo>
                <a:lnTo>
                  <a:pt x="50537" y="1141215"/>
                </a:lnTo>
                <a:lnTo>
                  <a:pt x="53427" y="1130648"/>
                </a:lnTo>
                <a:lnTo>
                  <a:pt x="55717" y="1120081"/>
                </a:lnTo>
                <a:lnTo>
                  <a:pt x="57477" y="1109514"/>
                </a:lnTo>
                <a:lnTo>
                  <a:pt x="58790" y="1098947"/>
                </a:lnTo>
                <a:lnTo>
                  <a:pt x="59742" y="1088381"/>
                </a:lnTo>
                <a:lnTo>
                  <a:pt x="60413" y="1077814"/>
                </a:lnTo>
                <a:lnTo>
                  <a:pt x="60873" y="1067247"/>
                </a:lnTo>
                <a:lnTo>
                  <a:pt x="61180" y="1056680"/>
                </a:lnTo>
                <a:lnTo>
                  <a:pt x="61378" y="1046113"/>
                </a:lnTo>
                <a:lnTo>
                  <a:pt x="61499" y="1035547"/>
                </a:lnTo>
                <a:lnTo>
                  <a:pt x="61562" y="1024980"/>
                </a:lnTo>
                <a:lnTo>
                  <a:pt x="61582" y="1014413"/>
                </a:lnTo>
                <a:lnTo>
                  <a:pt x="61565" y="1003846"/>
                </a:lnTo>
                <a:lnTo>
                  <a:pt x="61514" y="993279"/>
                </a:lnTo>
                <a:lnTo>
                  <a:pt x="61429" y="982713"/>
                </a:lnTo>
                <a:lnTo>
                  <a:pt x="61311" y="972146"/>
                </a:lnTo>
                <a:lnTo>
                  <a:pt x="61159" y="961579"/>
                </a:lnTo>
                <a:lnTo>
                  <a:pt x="60973" y="951012"/>
                </a:lnTo>
                <a:lnTo>
                  <a:pt x="60758" y="940445"/>
                </a:lnTo>
                <a:lnTo>
                  <a:pt x="60516" y="929879"/>
                </a:lnTo>
                <a:lnTo>
                  <a:pt x="60253" y="919312"/>
                </a:lnTo>
                <a:lnTo>
                  <a:pt x="59977" y="908745"/>
                </a:lnTo>
                <a:lnTo>
                  <a:pt x="59694" y="898178"/>
                </a:lnTo>
                <a:lnTo>
                  <a:pt x="59414" y="887611"/>
                </a:lnTo>
                <a:lnTo>
                  <a:pt x="59145" y="877045"/>
                </a:lnTo>
                <a:lnTo>
                  <a:pt x="58893" y="866478"/>
                </a:lnTo>
                <a:lnTo>
                  <a:pt x="58664" y="855911"/>
                </a:lnTo>
                <a:lnTo>
                  <a:pt x="58460" y="845344"/>
                </a:lnTo>
                <a:lnTo>
                  <a:pt x="58281" y="834777"/>
                </a:lnTo>
                <a:lnTo>
                  <a:pt x="58122" y="824211"/>
                </a:lnTo>
                <a:lnTo>
                  <a:pt x="57978" y="813644"/>
                </a:lnTo>
                <a:lnTo>
                  <a:pt x="57837" y="803077"/>
                </a:lnTo>
                <a:lnTo>
                  <a:pt x="57690" y="792510"/>
                </a:lnTo>
                <a:lnTo>
                  <a:pt x="57524" y="781943"/>
                </a:lnTo>
                <a:lnTo>
                  <a:pt x="57328" y="771377"/>
                </a:lnTo>
                <a:lnTo>
                  <a:pt x="57093" y="760810"/>
                </a:lnTo>
                <a:lnTo>
                  <a:pt x="56813" y="750243"/>
                </a:lnTo>
                <a:lnTo>
                  <a:pt x="56487" y="739676"/>
                </a:lnTo>
                <a:lnTo>
                  <a:pt x="56120" y="729109"/>
                </a:lnTo>
                <a:lnTo>
                  <a:pt x="55722" y="718543"/>
                </a:lnTo>
                <a:lnTo>
                  <a:pt x="55314" y="707976"/>
                </a:lnTo>
                <a:lnTo>
                  <a:pt x="54918" y="697409"/>
                </a:lnTo>
                <a:lnTo>
                  <a:pt x="54565" y="686842"/>
                </a:lnTo>
                <a:lnTo>
                  <a:pt x="54285" y="676275"/>
                </a:lnTo>
                <a:lnTo>
                  <a:pt x="54110" y="665709"/>
                </a:lnTo>
                <a:lnTo>
                  <a:pt x="54067" y="655142"/>
                </a:lnTo>
                <a:lnTo>
                  <a:pt x="54178" y="644575"/>
                </a:lnTo>
                <a:lnTo>
                  <a:pt x="54453" y="634008"/>
                </a:lnTo>
                <a:lnTo>
                  <a:pt x="54892" y="623441"/>
                </a:lnTo>
                <a:lnTo>
                  <a:pt x="55486" y="612874"/>
                </a:lnTo>
                <a:lnTo>
                  <a:pt x="56212" y="602308"/>
                </a:lnTo>
                <a:lnTo>
                  <a:pt x="57039" y="591741"/>
                </a:lnTo>
                <a:lnTo>
                  <a:pt x="57932" y="581174"/>
                </a:lnTo>
                <a:lnTo>
                  <a:pt x="58854" y="570607"/>
                </a:lnTo>
                <a:lnTo>
                  <a:pt x="59766" y="560040"/>
                </a:lnTo>
                <a:lnTo>
                  <a:pt x="60637" y="549474"/>
                </a:lnTo>
                <a:lnTo>
                  <a:pt x="61441" y="538907"/>
                </a:lnTo>
                <a:lnTo>
                  <a:pt x="62159" y="528340"/>
                </a:lnTo>
                <a:lnTo>
                  <a:pt x="62782" y="517773"/>
                </a:lnTo>
                <a:lnTo>
                  <a:pt x="63306" y="507206"/>
                </a:lnTo>
                <a:lnTo>
                  <a:pt x="63735" y="496640"/>
                </a:lnTo>
                <a:lnTo>
                  <a:pt x="64076" y="486073"/>
                </a:lnTo>
                <a:lnTo>
                  <a:pt x="64341" y="475506"/>
                </a:lnTo>
                <a:lnTo>
                  <a:pt x="64540" y="464939"/>
                </a:lnTo>
                <a:lnTo>
                  <a:pt x="64686" y="454372"/>
                </a:lnTo>
                <a:lnTo>
                  <a:pt x="64790" y="443806"/>
                </a:lnTo>
                <a:lnTo>
                  <a:pt x="64863" y="433239"/>
                </a:lnTo>
                <a:lnTo>
                  <a:pt x="64913" y="422672"/>
                </a:lnTo>
                <a:lnTo>
                  <a:pt x="64946" y="412105"/>
                </a:lnTo>
                <a:lnTo>
                  <a:pt x="64967" y="401538"/>
                </a:lnTo>
                <a:lnTo>
                  <a:pt x="64980" y="390972"/>
                </a:lnTo>
                <a:lnTo>
                  <a:pt x="64989" y="380405"/>
                </a:lnTo>
                <a:lnTo>
                  <a:pt x="64993" y="369838"/>
                </a:lnTo>
                <a:lnTo>
                  <a:pt x="64996" y="359271"/>
                </a:lnTo>
                <a:lnTo>
                  <a:pt x="64998" y="348704"/>
                </a:lnTo>
                <a:lnTo>
                  <a:pt x="64999" y="338138"/>
                </a:lnTo>
                <a:lnTo>
                  <a:pt x="64999" y="327571"/>
                </a:lnTo>
                <a:lnTo>
                  <a:pt x="65000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0" y="317004"/>
                </a:lnTo>
                <a:lnTo>
                  <a:pt x="65001" y="327571"/>
                </a:lnTo>
                <a:lnTo>
                  <a:pt x="65001" y="338138"/>
                </a:lnTo>
                <a:lnTo>
                  <a:pt x="65002" y="348704"/>
                </a:lnTo>
                <a:lnTo>
                  <a:pt x="65004" y="359271"/>
                </a:lnTo>
                <a:lnTo>
                  <a:pt x="65007" y="369838"/>
                </a:lnTo>
                <a:lnTo>
                  <a:pt x="65011" y="380405"/>
                </a:lnTo>
                <a:lnTo>
                  <a:pt x="65020" y="390972"/>
                </a:lnTo>
                <a:lnTo>
                  <a:pt x="65033" y="401538"/>
                </a:lnTo>
                <a:lnTo>
                  <a:pt x="65054" y="412105"/>
                </a:lnTo>
                <a:lnTo>
                  <a:pt x="65087" y="422672"/>
                </a:lnTo>
                <a:lnTo>
                  <a:pt x="65137" y="433239"/>
                </a:lnTo>
                <a:lnTo>
                  <a:pt x="65210" y="443806"/>
                </a:lnTo>
                <a:lnTo>
                  <a:pt x="65314" y="454372"/>
                </a:lnTo>
                <a:lnTo>
                  <a:pt x="65460" y="464939"/>
                </a:lnTo>
                <a:lnTo>
                  <a:pt x="65659" y="475506"/>
                </a:lnTo>
                <a:lnTo>
                  <a:pt x="65924" y="486073"/>
                </a:lnTo>
                <a:lnTo>
                  <a:pt x="66265" y="496640"/>
                </a:lnTo>
                <a:lnTo>
                  <a:pt x="66694" y="507206"/>
                </a:lnTo>
                <a:lnTo>
                  <a:pt x="67218" y="517773"/>
                </a:lnTo>
                <a:lnTo>
                  <a:pt x="67841" y="528340"/>
                </a:lnTo>
                <a:lnTo>
                  <a:pt x="68559" y="538907"/>
                </a:lnTo>
                <a:lnTo>
                  <a:pt x="69363" y="549474"/>
                </a:lnTo>
                <a:lnTo>
                  <a:pt x="70234" y="560040"/>
                </a:lnTo>
                <a:lnTo>
                  <a:pt x="71146" y="570607"/>
                </a:lnTo>
                <a:lnTo>
                  <a:pt x="72068" y="581174"/>
                </a:lnTo>
                <a:lnTo>
                  <a:pt x="72961" y="591741"/>
                </a:lnTo>
                <a:lnTo>
                  <a:pt x="73788" y="602308"/>
                </a:lnTo>
                <a:lnTo>
                  <a:pt x="74514" y="612874"/>
                </a:lnTo>
                <a:lnTo>
                  <a:pt x="75108" y="623441"/>
                </a:lnTo>
                <a:lnTo>
                  <a:pt x="75547" y="634008"/>
                </a:lnTo>
                <a:lnTo>
                  <a:pt x="75822" y="644575"/>
                </a:lnTo>
                <a:lnTo>
                  <a:pt x="75933" y="655142"/>
                </a:lnTo>
                <a:lnTo>
                  <a:pt x="75890" y="665709"/>
                </a:lnTo>
                <a:lnTo>
                  <a:pt x="75715" y="676275"/>
                </a:lnTo>
                <a:lnTo>
                  <a:pt x="75435" y="686842"/>
                </a:lnTo>
                <a:lnTo>
                  <a:pt x="75082" y="697409"/>
                </a:lnTo>
                <a:lnTo>
                  <a:pt x="74686" y="707976"/>
                </a:lnTo>
                <a:lnTo>
                  <a:pt x="74277" y="718543"/>
                </a:lnTo>
                <a:lnTo>
                  <a:pt x="73880" y="729109"/>
                </a:lnTo>
                <a:lnTo>
                  <a:pt x="73513" y="739676"/>
                </a:lnTo>
                <a:lnTo>
                  <a:pt x="73187" y="750243"/>
                </a:lnTo>
                <a:lnTo>
                  <a:pt x="72907" y="760810"/>
                </a:lnTo>
                <a:lnTo>
                  <a:pt x="72672" y="771377"/>
                </a:lnTo>
                <a:lnTo>
                  <a:pt x="72476" y="781943"/>
                </a:lnTo>
                <a:lnTo>
                  <a:pt x="72310" y="792510"/>
                </a:lnTo>
                <a:lnTo>
                  <a:pt x="72163" y="803077"/>
                </a:lnTo>
                <a:lnTo>
                  <a:pt x="72022" y="813644"/>
                </a:lnTo>
                <a:lnTo>
                  <a:pt x="71878" y="824211"/>
                </a:lnTo>
                <a:lnTo>
                  <a:pt x="71719" y="834777"/>
                </a:lnTo>
                <a:lnTo>
                  <a:pt x="71540" y="845344"/>
                </a:lnTo>
                <a:lnTo>
                  <a:pt x="71336" y="855911"/>
                </a:lnTo>
                <a:lnTo>
                  <a:pt x="71107" y="866478"/>
                </a:lnTo>
                <a:lnTo>
                  <a:pt x="70855" y="877045"/>
                </a:lnTo>
                <a:lnTo>
                  <a:pt x="70586" y="887611"/>
                </a:lnTo>
                <a:lnTo>
                  <a:pt x="70306" y="898178"/>
                </a:lnTo>
                <a:lnTo>
                  <a:pt x="70023" y="908745"/>
                </a:lnTo>
                <a:lnTo>
                  <a:pt x="69747" y="919312"/>
                </a:lnTo>
                <a:lnTo>
                  <a:pt x="69484" y="929879"/>
                </a:lnTo>
                <a:lnTo>
                  <a:pt x="69242" y="940445"/>
                </a:lnTo>
                <a:lnTo>
                  <a:pt x="69027" y="951012"/>
                </a:lnTo>
                <a:lnTo>
                  <a:pt x="68841" y="961579"/>
                </a:lnTo>
                <a:lnTo>
                  <a:pt x="68689" y="972146"/>
                </a:lnTo>
                <a:lnTo>
                  <a:pt x="68571" y="982713"/>
                </a:lnTo>
                <a:lnTo>
                  <a:pt x="68486" y="993279"/>
                </a:lnTo>
                <a:lnTo>
                  <a:pt x="68434" y="1003846"/>
                </a:lnTo>
                <a:lnTo>
                  <a:pt x="68418" y="1014413"/>
                </a:lnTo>
                <a:lnTo>
                  <a:pt x="68438" y="1024980"/>
                </a:lnTo>
                <a:lnTo>
                  <a:pt x="68501" y="1035547"/>
                </a:lnTo>
                <a:lnTo>
                  <a:pt x="68622" y="1046113"/>
                </a:lnTo>
                <a:lnTo>
                  <a:pt x="68820" y="1056680"/>
                </a:lnTo>
                <a:lnTo>
                  <a:pt x="69127" y="1067247"/>
                </a:lnTo>
                <a:lnTo>
                  <a:pt x="69587" y="1077814"/>
                </a:lnTo>
                <a:lnTo>
                  <a:pt x="70258" y="1088381"/>
                </a:lnTo>
                <a:lnTo>
                  <a:pt x="71210" y="1098947"/>
                </a:lnTo>
                <a:lnTo>
                  <a:pt x="72523" y="1109514"/>
                </a:lnTo>
                <a:lnTo>
                  <a:pt x="74283" y="1120081"/>
                </a:lnTo>
                <a:lnTo>
                  <a:pt x="76573" y="1130648"/>
                </a:lnTo>
                <a:lnTo>
                  <a:pt x="79463" y="1141215"/>
                </a:lnTo>
                <a:lnTo>
                  <a:pt x="82997" y="1151781"/>
                </a:lnTo>
                <a:lnTo>
                  <a:pt x="87182" y="1162348"/>
                </a:lnTo>
                <a:lnTo>
                  <a:pt x="91974" y="1172915"/>
                </a:lnTo>
                <a:lnTo>
                  <a:pt x="97270" y="1183482"/>
                </a:lnTo>
                <a:lnTo>
                  <a:pt x="102907" y="1194049"/>
                </a:lnTo>
                <a:lnTo>
                  <a:pt x="108660" y="1204615"/>
                </a:lnTo>
                <a:lnTo>
                  <a:pt x="114259" y="1215182"/>
                </a:lnTo>
                <a:lnTo>
                  <a:pt x="119406" y="1225749"/>
                </a:lnTo>
                <a:lnTo>
                  <a:pt x="123799" y="1236316"/>
                </a:lnTo>
                <a:lnTo>
                  <a:pt x="127164" y="1246883"/>
                </a:lnTo>
                <a:lnTo>
                  <a:pt x="129279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3" name="01_find_only_1502">
            <a:extLst>
              <a:ext uri="{FF2B5EF4-FFF2-40B4-BE49-F238E27FC236}">
                <a16:creationId xmlns:a16="http://schemas.microsoft.com/office/drawing/2014/main" id="{96CEB1DB-330C-41EC-B437-B3C5315E190B}"/>
              </a:ext>
            </a:extLst>
          </p:cNvPr>
          <p:cNvSpPr>
            <a:spLocks noGrp="1"/>
          </p:cNvSpPr>
          <p:nvPr/>
        </p:nvSpPr>
        <p:spPr>
          <a:xfrm>
            <a:off x="6804820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4" y="1257449"/>
                </a:lnTo>
                <a:lnTo>
                  <a:pt x="2846" y="1246883"/>
                </a:lnTo>
                <a:lnTo>
                  <a:pt x="6222" y="1236316"/>
                </a:lnTo>
                <a:lnTo>
                  <a:pt x="10630" y="1225749"/>
                </a:lnTo>
                <a:lnTo>
                  <a:pt x="15792" y="1215182"/>
                </a:lnTo>
                <a:lnTo>
                  <a:pt x="21405" y="1204615"/>
                </a:lnTo>
                <a:lnTo>
                  <a:pt x="27169" y="1194049"/>
                </a:lnTo>
                <a:lnTo>
                  <a:pt x="32812" y="1183482"/>
                </a:lnTo>
                <a:lnTo>
                  <a:pt x="38109" y="1172915"/>
                </a:lnTo>
                <a:lnTo>
                  <a:pt x="42896" y="1162348"/>
                </a:lnTo>
                <a:lnTo>
                  <a:pt x="47069" y="1151781"/>
                </a:lnTo>
                <a:lnTo>
                  <a:pt x="50585" y="1141215"/>
                </a:lnTo>
                <a:lnTo>
                  <a:pt x="53451" y="1130648"/>
                </a:lnTo>
                <a:lnTo>
                  <a:pt x="55715" y="1120081"/>
                </a:lnTo>
                <a:lnTo>
                  <a:pt x="57447" y="1109514"/>
                </a:lnTo>
                <a:lnTo>
                  <a:pt x="58733" y="1098947"/>
                </a:lnTo>
                <a:lnTo>
                  <a:pt x="59660" y="1088381"/>
                </a:lnTo>
                <a:lnTo>
                  <a:pt x="60310" y="1077814"/>
                </a:lnTo>
                <a:lnTo>
                  <a:pt x="60755" y="1067247"/>
                </a:lnTo>
                <a:lnTo>
                  <a:pt x="61052" y="1056680"/>
                </a:lnTo>
                <a:lnTo>
                  <a:pt x="61247" y="1046113"/>
                </a:lnTo>
                <a:lnTo>
                  <a:pt x="61370" y="1035547"/>
                </a:lnTo>
                <a:lnTo>
                  <a:pt x="61441" y="1024980"/>
                </a:lnTo>
                <a:lnTo>
                  <a:pt x="61473" y="1014413"/>
                </a:lnTo>
                <a:lnTo>
                  <a:pt x="61470" y="1003846"/>
                </a:lnTo>
                <a:lnTo>
                  <a:pt x="61436" y="993279"/>
                </a:lnTo>
                <a:lnTo>
                  <a:pt x="61369" y="982713"/>
                </a:lnTo>
                <a:lnTo>
                  <a:pt x="61269" y="972146"/>
                </a:lnTo>
                <a:lnTo>
                  <a:pt x="61136" y="961579"/>
                </a:lnTo>
                <a:lnTo>
                  <a:pt x="60972" y="951012"/>
                </a:lnTo>
                <a:lnTo>
                  <a:pt x="60780" y="940445"/>
                </a:lnTo>
                <a:lnTo>
                  <a:pt x="60564" y="929879"/>
                </a:lnTo>
                <a:lnTo>
                  <a:pt x="60333" y="919312"/>
                </a:lnTo>
                <a:lnTo>
                  <a:pt x="60094" y="908745"/>
                </a:lnTo>
                <a:lnTo>
                  <a:pt x="59859" y="898178"/>
                </a:lnTo>
                <a:lnTo>
                  <a:pt x="59639" y="887611"/>
                </a:lnTo>
                <a:lnTo>
                  <a:pt x="59445" y="877045"/>
                </a:lnTo>
                <a:lnTo>
                  <a:pt x="59287" y="866478"/>
                </a:lnTo>
                <a:lnTo>
                  <a:pt x="59173" y="855911"/>
                </a:lnTo>
                <a:lnTo>
                  <a:pt x="59108" y="845344"/>
                </a:lnTo>
                <a:lnTo>
                  <a:pt x="59091" y="834777"/>
                </a:lnTo>
                <a:lnTo>
                  <a:pt x="59119" y="824211"/>
                </a:lnTo>
                <a:lnTo>
                  <a:pt x="59181" y="813644"/>
                </a:lnTo>
                <a:lnTo>
                  <a:pt x="59263" y="803077"/>
                </a:lnTo>
                <a:lnTo>
                  <a:pt x="59348" y="792510"/>
                </a:lnTo>
                <a:lnTo>
                  <a:pt x="59415" y="781943"/>
                </a:lnTo>
                <a:lnTo>
                  <a:pt x="59443" y="771377"/>
                </a:lnTo>
                <a:lnTo>
                  <a:pt x="59414" y="760810"/>
                </a:lnTo>
                <a:lnTo>
                  <a:pt x="59312" y="750243"/>
                </a:lnTo>
                <a:lnTo>
                  <a:pt x="59128" y="739676"/>
                </a:lnTo>
                <a:lnTo>
                  <a:pt x="58858" y="729109"/>
                </a:lnTo>
                <a:lnTo>
                  <a:pt x="58508" y="718543"/>
                </a:lnTo>
                <a:lnTo>
                  <a:pt x="58094" y="707976"/>
                </a:lnTo>
                <a:lnTo>
                  <a:pt x="57637" y="697409"/>
                </a:lnTo>
                <a:lnTo>
                  <a:pt x="57166" y="686842"/>
                </a:lnTo>
                <a:lnTo>
                  <a:pt x="56716" y="676275"/>
                </a:lnTo>
                <a:lnTo>
                  <a:pt x="56321" y="665709"/>
                </a:lnTo>
                <a:lnTo>
                  <a:pt x="56012" y="655142"/>
                </a:lnTo>
                <a:lnTo>
                  <a:pt x="55816" y="644575"/>
                </a:lnTo>
                <a:lnTo>
                  <a:pt x="55751" y="634008"/>
                </a:lnTo>
                <a:lnTo>
                  <a:pt x="55824" y="623441"/>
                </a:lnTo>
                <a:lnTo>
                  <a:pt x="56032" y="612874"/>
                </a:lnTo>
                <a:lnTo>
                  <a:pt x="56361" y="602308"/>
                </a:lnTo>
                <a:lnTo>
                  <a:pt x="56787" y="591741"/>
                </a:lnTo>
                <a:lnTo>
                  <a:pt x="57283" y="581174"/>
                </a:lnTo>
                <a:lnTo>
                  <a:pt x="57817" y="570607"/>
                </a:lnTo>
                <a:lnTo>
                  <a:pt x="58359" y="560040"/>
                </a:lnTo>
                <a:lnTo>
                  <a:pt x="58883" y="549474"/>
                </a:lnTo>
                <a:lnTo>
                  <a:pt x="59367" y="538907"/>
                </a:lnTo>
                <a:lnTo>
                  <a:pt x="59797" y="528340"/>
                </a:lnTo>
                <a:lnTo>
                  <a:pt x="60166" y="517773"/>
                </a:lnTo>
                <a:lnTo>
                  <a:pt x="60471" y="507206"/>
                </a:lnTo>
                <a:lnTo>
                  <a:pt x="60717" y="496640"/>
                </a:lnTo>
                <a:lnTo>
                  <a:pt x="60910" y="486073"/>
                </a:lnTo>
                <a:lnTo>
                  <a:pt x="61059" y="475506"/>
                </a:lnTo>
                <a:lnTo>
                  <a:pt x="61173" y="464939"/>
                </a:lnTo>
                <a:lnTo>
                  <a:pt x="61261" y="454372"/>
                </a:lnTo>
                <a:lnTo>
                  <a:pt x="61329" y="443806"/>
                </a:lnTo>
                <a:lnTo>
                  <a:pt x="61384" y="433239"/>
                </a:lnTo>
                <a:lnTo>
                  <a:pt x="61428" y="422672"/>
                </a:lnTo>
                <a:lnTo>
                  <a:pt x="61466" y="412105"/>
                </a:lnTo>
                <a:lnTo>
                  <a:pt x="61499" y="401538"/>
                </a:lnTo>
                <a:lnTo>
                  <a:pt x="61531" y="390972"/>
                </a:lnTo>
                <a:lnTo>
                  <a:pt x="61563" y="380405"/>
                </a:lnTo>
                <a:lnTo>
                  <a:pt x="61599" y="369838"/>
                </a:lnTo>
                <a:lnTo>
                  <a:pt x="61643" y="359271"/>
                </a:lnTo>
                <a:lnTo>
                  <a:pt x="61698" y="348704"/>
                </a:lnTo>
                <a:lnTo>
                  <a:pt x="61768" y="338138"/>
                </a:lnTo>
                <a:lnTo>
                  <a:pt x="61857" y="327571"/>
                </a:lnTo>
                <a:lnTo>
                  <a:pt x="61967" y="317004"/>
                </a:lnTo>
                <a:lnTo>
                  <a:pt x="62100" y="306437"/>
                </a:lnTo>
                <a:lnTo>
                  <a:pt x="62254" y="295870"/>
                </a:lnTo>
                <a:lnTo>
                  <a:pt x="62430" y="285304"/>
                </a:lnTo>
                <a:lnTo>
                  <a:pt x="62622" y="274737"/>
                </a:lnTo>
                <a:lnTo>
                  <a:pt x="62827" y="264170"/>
                </a:lnTo>
                <a:lnTo>
                  <a:pt x="63039" y="253603"/>
                </a:lnTo>
                <a:lnTo>
                  <a:pt x="63250" y="243036"/>
                </a:lnTo>
                <a:lnTo>
                  <a:pt x="63453" y="232470"/>
                </a:lnTo>
                <a:lnTo>
                  <a:pt x="63640" y="221903"/>
                </a:lnTo>
                <a:lnTo>
                  <a:pt x="63803" y="211336"/>
                </a:lnTo>
                <a:lnTo>
                  <a:pt x="63933" y="200769"/>
                </a:lnTo>
                <a:lnTo>
                  <a:pt x="64021" y="190202"/>
                </a:lnTo>
                <a:lnTo>
                  <a:pt x="64057" y="179636"/>
                </a:lnTo>
                <a:lnTo>
                  <a:pt x="64030" y="169069"/>
                </a:lnTo>
                <a:lnTo>
                  <a:pt x="63929" y="158502"/>
                </a:lnTo>
                <a:lnTo>
                  <a:pt x="63744" y="147935"/>
                </a:lnTo>
                <a:lnTo>
                  <a:pt x="63466" y="137368"/>
                </a:lnTo>
                <a:lnTo>
                  <a:pt x="63086" y="126802"/>
                </a:lnTo>
                <a:lnTo>
                  <a:pt x="62601" y="116235"/>
                </a:lnTo>
                <a:lnTo>
                  <a:pt x="62014" y="105668"/>
                </a:lnTo>
                <a:lnTo>
                  <a:pt x="61333" y="95101"/>
                </a:lnTo>
                <a:lnTo>
                  <a:pt x="60574" y="84534"/>
                </a:lnTo>
                <a:lnTo>
                  <a:pt x="59763" y="73968"/>
                </a:lnTo>
                <a:lnTo>
                  <a:pt x="58934" y="63401"/>
                </a:lnTo>
                <a:lnTo>
                  <a:pt x="58127" y="52834"/>
                </a:lnTo>
                <a:lnTo>
                  <a:pt x="57384" y="42267"/>
                </a:lnTo>
                <a:lnTo>
                  <a:pt x="56750" y="31700"/>
                </a:lnTo>
                <a:lnTo>
                  <a:pt x="56265" y="21134"/>
                </a:lnTo>
                <a:lnTo>
                  <a:pt x="55960" y="10567"/>
                </a:lnTo>
                <a:lnTo>
                  <a:pt x="55856" y="0"/>
                </a:lnTo>
                <a:lnTo>
                  <a:pt x="74144" y="0"/>
                </a:lnTo>
                <a:lnTo>
                  <a:pt x="74144" y="0"/>
                </a:lnTo>
                <a:lnTo>
                  <a:pt x="74040" y="10567"/>
                </a:lnTo>
                <a:lnTo>
                  <a:pt x="73735" y="21134"/>
                </a:lnTo>
                <a:lnTo>
                  <a:pt x="73250" y="31700"/>
                </a:lnTo>
                <a:lnTo>
                  <a:pt x="72616" y="42267"/>
                </a:lnTo>
                <a:lnTo>
                  <a:pt x="71873" y="52834"/>
                </a:lnTo>
                <a:lnTo>
                  <a:pt x="71066" y="63401"/>
                </a:lnTo>
                <a:lnTo>
                  <a:pt x="70237" y="73968"/>
                </a:lnTo>
                <a:lnTo>
                  <a:pt x="69426" y="84534"/>
                </a:lnTo>
                <a:lnTo>
                  <a:pt x="68667" y="95101"/>
                </a:lnTo>
                <a:lnTo>
                  <a:pt x="67986" y="105668"/>
                </a:lnTo>
                <a:lnTo>
                  <a:pt x="67399" y="116235"/>
                </a:lnTo>
                <a:lnTo>
                  <a:pt x="66914" y="126802"/>
                </a:lnTo>
                <a:lnTo>
                  <a:pt x="66534" y="137368"/>
                </a:lnTo>
                <a:lnTo>
                  <a:pt x="66256" y="147935"/>
                </a:lnTo>
                <a:lnTo>
                  <a:pt x="66071" y="158502"/>
                </a:lnTo>
                <a:lnTo>
                  <a:pt x="65970" y="169069"/>
                </a:lnTo>
                <a:lnTo>
                  <a:pt x="65943" y="179636"/>
                </a:lnTo>
                <a:lnTo>
                  <a:pt x="65979" y="190202"/>
                </a:lnTo>
                <a:lnTo>
                  <a:pt x="66067" y="200769"/>
                </a:lnTo>
                <a:lnTo>
                  <a:pt x="66197" y="211336"/>
                </a:lnTo>
                <a:lnTo>
                  <a:pt x="66360" y="221903"/>
                </a:lnTo>
                <a:lnTo>
                  <a:pt x="66547" y="232470"/>
                </a:lnTo>
                <a:lnTo>
                  <a:pt x="66750" y="243036"/>
                </a:lnTo>
                <a:lnTo>
                  <a:pt x="66961" y="253603"/>
                </a:lnTo>
                <a:lnTo>
                  <a:pt x="67173" y="264170"/>
                </a:lnTo>
                <a:lnTo>
                  <a:pt x="67378" y="274737"/>
                </a:lnTo>
                <a:lnTo>
                  <a:pt x="67570" y="285304"/>
                </a:lnTo>
                <a:lnTo>
                  <a:pt x="67746" y="295870"/>
                </a:lnTo>
                <a:lnTo>
                  <a:pt x="67900" y="306437"/>
                </a:lnTo>
                <a:lnTo>
                  <a:pt x="68033" y="317004"/>
                </a:lnTo>
                <a:lnTo>
                  <a:pt x="68143" y="327571"/>
                </a:lnTo>
                <a:lnTo>
                  <a:pt x="68232" y="338138"/>
                </a:lnTo>
                <a:lnTo>
                  <a:pt x="68302" y="348704"/>
                </a:lnTo>
                <a:lnTo>
                  <a:pt x="68357" y="359271"/>
                </a:lnTo>
                <a:lnTo>
                  <a:pt x="68401" y="369838"/>
                </a:lnTo>
                <a:lnTo>
                  <a:pt x="68437" y="380405"/>
                </a:lnTo>
                <a:lnTo>
                  <a:pt x="68469" y="390972"/>
                </a:lnTo>
                <a:lnTo>
                  <a:pt x="68501" y="401538"/>
                </a:lnTo>
                <a:lnTo>
                  <a:pt x="68534" y="412105"/>
                </a:lnTo>
                <a:lnTo>
                  <a:pt x="68572" y="422672"/>
                </a:lnTo>
                <a:lnTo>
                  <a:pt x="68616" y="433239"/>
                </a:lnTo>
                <a:lnTo>
                  <a:pt x="68671" y="443806"/>
                </a:lnTo>
                <a:lnTo>
                  <a:pt x="68739" y="454372"/>
                </a:lnTo>
                <a:lnTo>
                  <a:pt x="68826" y="464939"/>
                </a:lnTo>
                <a:lnTo>
                  <a:pt x="68941" y="475506"/>
                </a:lnTo>
                <a:lnTo>
                  <a:pt x="69090" y="486073"/>
                </a:lnTo>
                <a:lnTo>
                  <a:pt x="69283" y="496640"/>
                </a:lnTo>
                <a:lnTo>
                  <a:pt x="69529" y="507206"/>
                </a:lnTo>
                <a:lnTo>
                  <a:pt x="69834" y="517773"/>
                </a:lnTo>
                <a:lnTo>
                  <a:pt x="70203" y="528340"/>
                </a:lnTo>
                <a:lnTo>
                  <a:pt x="70633" y="538907"/>
                </a:lnTo>
                <a:lnTo>
                  <a:pt x="71117" y="549474"/>
                </a:lnTo>
                <a:lnTo>
                  <a:pt x="71641" y="560040"/>
                </a:lnTo>
                <a:lnTo>
                  <a:pt x="72183" y="570607"/>
                </a:lnTo>
                <a:lnTo>
                  <a:pt x="72717" y="581174"/>
                </a:lnTo>
                <a:lnTo>
                  <a:pt x="73213" y="591741"/>
                </a:lnTo>
                <a:lnTo>
                  <a:pt x="73639" y="602308"/>
                </a:lnTo>
                <a:lnTo>
                  <a:pt x="73968" y="612874"/>
                </a:lnTo>
                <a:lnTo>
                  <a:pt x="74176" y="623441"/>
                </a:lnTo>
                <a:lnTo>
                  <a:pt x="74249" y="634008"/>
                </a:lnTo>
                <a:lnTo>
                  <a:pt x="74184" y="644575"/>
                </a:lnTo>
                <a:lnTo>
                  <a:pt x="73988" y="655142"/>
                </a:lnTo>
                <a:lnTo>
                  <a:pt x="73679" y="665709"/>
                </a:lnTo>
                <a:lnTo>
                  <a:pt x="73284" y="676275"/>
                </a:lnTo>
                <a:lnTo>
                  <a:pt x="72834" y="686842"/>
                </a:lnTo>
                <a:lnTo>
                  <a:pt x="72363" y="697409"/>
                </a:lnTo>
                <a:lnTo>
                  <a:pt x="71906" y="707976"/>
                </a:lnTo>
                <a:lnTo>
                  <a:pt x="71492" y="718543"/>
                </a:lnTo>
                <a:lnTo>
                  <a:pt x="71142" y="729109"/>
                </a:lnTo>
                <a:lnTo>
                  <a:pt x="70872" y="739676"/>
                </a:lnTo>
                <a:lnTo>
                  <a:pt x="70688" y="750243"/>
                </a:lnTo>
                <a:lnTo>
                  <a:pt x="70586" y="760810"/>
                </a:lnTo>
                <a:lnTo>
                  <a:pt x="70557" y="771377"/>
                </a:lnTo>
                <a:lnTo>
                  <a:pt x="70585" y="781943"/>
                </a:lnTo>
                <a:lnTo>
                  <a:pt x="70652" y="792510"/>
                </a:lnTo>
                <a:lnTo>
                  <a:pt x="70737" y="803077"/>
                </a:lnTo>
                <a:lnTo>
                  <a:pt x="70819" y="813644"/>
                </a:lnTo>
                <a:lnTo>
                  <a:pt x="70881" y="824211"/>
                </a:lnTo>
                <a:lnTo>
                  <a:pt x="70909" y="834777"/>
                </a:lnTo>
                <a:lnTo>
                  <a:pt x="70892" y="845344"/>
                </a:lnTo>
                <a:lnTo>
                  <a:pt x="70827" y="855911"/>
                </a:lnTo>
                <a:lnTo>
                  <a:pt x="70713" y="866478"/>
                </a:lnTo>
                <a:lnTo>
                  <a:pt x="70555" y="877045"/>
                </a:lnTo>
                <a:lnTo>
                  <a:pt x="70361" y="887611"/>
                </a:lnTo>
                <a:lnTo>
                  <a:pt x="70141" y="898178"/>
                </a:lnTo>
                <a:lnTo>
                  <a:pt x="69906" y="908745"/>
                </a:lnTo>
                <a:lnTo>
                  <a:pt x="69667" y="919312"/>
                </a:lnTo>
                <a:lnTo>
                  <a:pt x="69436" y="929879"/>
                </a:lnTo>
                <a:lnTo>
                  <a:pt x="69220" y="940445"/>
                </a:lnTo>
                <a:lnTo>
                  <a:pt x="69028" y="951012"/>
                </a:lnTo>
                <a:lnTo>
                  <a:pt x="68864" y="961579"/>
                </a:lnTo>
                <a:lnTo>
                  <a:pt x="68731" y="972146"/>
                </a:lnTo>
                <a:lnTo>
                  <a:pt x="68631" y="982713"/>
                </a:lnTo>
                <a:lnTo>
                  <a:pt x="68564" y="993279"/>
                </a:lnTo>
                <a:lnTo>
                  <a:pt x="68530" y="1003846"/>
                </a:lnTo>
                <a:lnTo>
                  <a:pt x="68527" y="1014413"/>
                </a:lnTo>
                <a:lnTo>
                  <a:pt x="68559" y="1024980"/>
                </a:lnTo>
                <a:lnTo>
                  <a:pt x="68630" y="1035547"/>
                </a:lnTo>
                <a:lnTo>
                  <a:pt x="68753" y="1046113"/>
                </a:lnTo>
                <a:lnTo>
                  <a:pt x="68948" y="1056680"/>
                </a:lnTo>
                <a:lnTo>
                  <a:pt x="69245" y="1067247"/>
                </a:lnTo>
                <a:lnTo>
                  <a:pt x="69690" y="1077814"/>
                </a:lnTo>
                <a:lnTo>
                  <a:pt x="70340" y="1088381"/>
                </a:lnTo>
                <a:lnTo>
                  <a:pt x="71267" y="1098947"/>
                </a:lnTo>
                <a:lnTo>
                  <a:pt x="72553" y="1109514"/>
                </a:lnTo>
                <a:lnTo>
                  <a:pt x="74285" y="1120081"/>
                </a:lnTo>
                <a:lnTo>
                  <a:pt x="76549" y="1130648"/>
                </a:lnTo>
                <a:lnTo>
                  <a:pt x="79415" y="1141215"/>
                </a:lnTo>
                <a:lnTo>
                  <a:pt x="82931" y="1151781"/>
                </a:lnTo>
                <a:lnTo>
                  <a:pt x="87104" y="1162348"/>
                </a:lnTo>
                <a:lnTo>
                  <a:pt x="91891" y="1172915"/>
                </a:lnTo>
                <a:lnTo>
                  <a:pt x="97188" y="1183482"/>
                </a:lnTo>
                <a:lnTo>
                  <a:pt x="102831" y="1194049"/>
                </a:lnTo>
                <a:lnTo>
                  <a:pt x="108595" y="1204615"/>
                </a:lnTo>
                <a:lnTo>
                  <a:pt x="114208" y="1215182"/>
                </a:lnTo>
                <a:lnTo>
                  <a:pt x="119370" y="1225749"/>
                </a:lnTo>
                <a:lnTo>
                  <a:pt x="123778" y="1236316"/>
                </a:lnTo>
                <a:lnTo>
                  <a:pt x="127154" y="1246883"/>
                </a:lnTo>
                <a:lnTo>
                  <a:pt x="129276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4" name="01_find_only_1503">
            <a:extLst>
              <a:ext uri="{FF2B5EF4-FFF2-40B4-BE49-F238E27FC236}">
                <a16:creationId xmlns:a16="http://schemas.microsoft.com/office/drawing/2014/main" id="{1621B154-3DDF-4D27-84F0-CA200FB11A4C}"/>
              </a:ext>
            </a:extLst>
          </p:cNvPr>
          <p:cNvSpPr>
            <a:spLocks noGrp="1"/>
          </p:cNvSpPr>
          <p:nvPr/>
        </p:nvSpPr>
        <p:spPr>
          <a:xfrm>
            <a:off x="7314098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2" y="1257449"/>
                </a:lnTo>
                <a:lnTo>
                  <a:pt x="2840" y="1246883"/>
                </a:lnTo>
                <a:lnTo>
                  <a:pt x="6208" y="1236316"/>
                </a:lnTo>
                <a:lnTo>
                  <a:pt x="10608" y="1225749"/>
                </a:lnTo>
                <a:lnTo>
                  <a:pt x="15762" y="1215182"/>
                </a:lnTo>
                <a:lnTo>
                  <a:pt x="21370" y="1204615"/>
                </a:lnTo>
                <a:lnTo>
                  <a:pt x="27133" y="1194049"/>
                </a:lnTo>
                <a:lnTo>
                  <a:pt x="32780" y="1183482"/>
                </a:lnTo>
                <a:lnTo>
                  <a:pt x="38088" y="1172915"/>
                </a:lnTo>
                <a:lnTo>
                  <a:pt x="42890" y="1162348"/>
                </a:lnTo>
                <a:lnTo>
                  <a:pt x="47084" y="1151781"/>
                </a:lnTo>
                <a:lnTo>
                  <a:pt x="50626" y="1141215"/>
                </a:lnTo>
                <a:lnTo>
                  <a:pt x="53521" y="1130648"/>
                </a:lnTo>
                <a:lnTo>
                  <a:pt x="55813" y="1120081"/>
                </a:lnTo>
                <a:lnTo>
                  <a:pt x="57572" y="1109514"/>
                </a:lnTo>
                <a:lnTo>
                  <a:pt x="58879" y="1098947"/>
                </a:lnTo>
                <a:lnTo>
                  <a:pt x="59820" y="1088381"/>
                </a:lnTo>
                <a:lnTo>
                  <a:pt x="60475" y="1077814"/>
                </a:lnTo>
                <a:lnTo>
                  <a:pt x="60915" y="1067247"/>
                </a:lnTo>
                <a:lnTo>
                  <a:pt x="61197" y="1056680"/>
                </a:lnTo>
                <a:lnTo>
                  <a:pt x="61366" y="1046113"/>
                </a:lnTo>
                <a:lnTo>
                  <a:pt x="61456" y="1035547"/>
                </a:lnTo>
                <a:lnTo>
                  <a:pt x="61487" y="1024980"/>
                </a:lnTo>
                <a:lnTo>
                  <a:pt x="61477" y="1014413"/>
                </a:lnTo>
                <a:lnTo>
                  <a:pt x="61432" y="1003846"/>
                </a:lnTo>
                <a:lnTo>
                  <a:pt x="61359" y="993279"/>
                </a:lnTo>
                <a:lnTo>
                  <a:pt x="61259" y="982713"/>
                </a:lnTo>
                <a:lnTo>
                  <a:pt x="61133" y="972146"/>
                </a:lnTo>
                <a:lnTo>
                  <a:pt x="60981" y="961579"/>
                </a:lnTo>
                <a:lnTo>
                  <a:pt x="60806" y="951012"/>
                </a:lnTo>
                <a:lnTo>
                  <a:pt x="60609" y="940445"/>
                </a:lnTo>
                <a:lnTo>
                  <a:pt x="60394" y="929879"/>
                </a:lnTo>
                <a:lnTo>
                  <a:pt x="60167" y="919312"/>
                </a:lnTo>
                <a:lnTo>
                  <a:pt x="59937" y="908745"/>
                </a:lnTo>
                <a:lnTo>
                  <a:pt x="59714" y="898178"/>
                </a:lnTo>
                <a:lnTo>
                  <a:pt x="59509" y="887611"/>
                </a:lnTo>
                <a:lnTo>
                  <a:pt x="59335" y="877045"/>
                </a:lnTo>
                <a:lnTo>
                  <a:pt x="59201" y="866478"/>
                </a:lnTo>
                <a:lnTo>
                  <a:pt x="59116" y="855911"/>
                </a:lnTo>
                <a:lnTo>
                  <a:pt x="59085" y="845344"/>
                </a:lnTo>
                <a:lnTo>
                  <a:pt x="59107" y="834777"/>
                </a:lnTo>
                <a:lnTo>
                  <a:pt x="59177" y="824211"/>
                </a:lnTo>
                <a:lnTo>
                  <a:pt x="59283" y="813644"/>
                </a:lnTo>
                <a:lnTo>
                  <a:pt x="59410" y="803077"/>
                </a:lnTo>
                <a:lnTo>
                  <a:pt x="59540" y="792510"/>
                </a:lnTo>
                <a:lnTo>
                  <a:pt x="59650" y="781943"/>
                </a:lnTo>
                <a:lnTo>
                  <a:pt x="59721" y="771377"/>
                </a:lnTo>
                <a:lnTo>
                  <a:pt x="59735" y="760810"/>
                </a:lnTo>
                <a:lnTo>
                  <a:pt x="59680" y="750243"/>
                </a:lnTo>
                <a:lnTo>
                  <a:pt x="59548" y="739676"/>
                </a:lnTo>
                <a:lnTo>
                  <a:pt x="59339" y="729109"/>
                </a:lnTo>
                <a:lnTo>
                  <a:pt x="59063" y="718543"/>
                </a:lnTo>
                <a:lnTo>
                  <a:pt x="58734" y="707976"/>
                </a:lnTo>
                <a:lnTo>
                  <a:pt x="58376" y="697409"/>
                </a:lnTo>
                <a:lnTo>
                  <a:pt x="58014" y="686842"/>
                </a:lnTo>
                <a:lnTo>
                  <a:pt x="57679" y="676275"/>
                </a:lnTo>
                <a:lnTo>
                  <a:pt x="57400" y="665709"/>
                </a:lnTo>
                <a:lnTo>
                  <a:pt x="57200" y="655142"/>
                </a:lnTo>
                <a:lnTo>
                  <a:pt x="57101" y="644575"/>
                </a:lnTo>
                <a:lnTo>
                  <a:pt x="57112" y="634008"/>
                </a:lnTo>
                <a:lnTo>
                  <a:pt x="57236" y="623441"/>
                </a:lnTo>
                <a:lnTo>
                  <a:pt x="57464" y="612874"/>
                </a:lnTo>
                <a:lnTo>
                  <a:pt x="57781" y="602308"/>
                </a:lnTo>
                <a:lnTo>
                  <a:pt x="58164" y="591741"/>
                </a:lnTo>
                <a:lnTo>
                  <a:pt x="58585" y="581174"/>
                </a:lnTo>
                <a:lnTo>
                  <a:pt x="59019" y="570607"/>
                </a:lnTo>
                <a:lnTo>
                  <a:pt x="59438" y="560040"/>
                </a:lnTo>
                <a:lnTo>
                  <a:pt x="59822" y="549474"/>
                </a:lnTo>
                <a:lnTo>
                  <a:pt x="60156" y="538907"/>
                </a:lnTo>
                <a:lnTo>
                  <a:pt x="60429" y="528340"/>
                </a:lnTo>
                <a:lnTo>
                  <a:pt x="60639" y="517773"/>
                </a:lnTo>
                <a:lnTo>
                  <a:pt x="60788" y="507206"/>
                </a:lnTo>
                <a:lnTo>
                  <a:pt x="60884" y="496640"/>
                </a:lnTo>
                <a:lnTo>
                  <a:pt x="60934" y="486073"/>
                </a:lnTo>
                <a:lnTo>
                  <a:pt x="60950" y="475506"/>
                </a:lnTo>
                <a:lnTo>
                  <a:pt x="60940" y="464939"/>
                </a:lnTo>
                <a:lnTo>
                  <a:pt x="60915" y="454372"/>
                </a:lnTo>
                <a:lnTo>
                  <a:pt x="60880" y="443806"/>
                </a:lnTo>
                <a:lnTo>
                  <a:pt x="60842" y="433239"/>
                </a:lnTo>
                <a:lnTo>
                  <a:pt x="60805" y="422672"/>
                </a:lnTo>
                <a:lnTo>
                  <a:pt x="60770" y="412105"/>
                </a:lnTo>
                <a:lnTo>
                  <a:pt x="60742" y="401538"/>
                </a:lnTo>
                <a:lnTo>
                  <a:pt x="60722" y="390972"/>
                </a:lnTo>
                <a:lnTo>
                  <a:pt x="60713" y="380405"/>
                </a:lnTo>
                <a:lnTo>
                  <a:pt x="60718" y="369838"/>
                </a:lnTo>
                <a:lnTo>
                  <a:pt x="60739" y="359271"/>
                </a:lnTo>
                <a:lnTo>
                  <a:pt x="60781" y="348704"/>
                </a:lnTo>
                <a:lnTo>
                  <a:pt x="60845" y="338138"/>
                </a:lnTo>
                <a:lnTo>
                  <a:pt x="60934" y="327571"/>
                </a:lnTo>
                <a:lnTo>
                  <a:pt x="61049" y="317004"/>
                </a:lnTo>
                <a:lnTo>
                  <a:pt x="61189" y="306437"/>
                </a:lnTo>
                <a:lnTo>
                  <a:pt x="61353" y="295870"/>
                </a:lnTo>
                <a:lnTo>
                  <a:pt x="61536" y="285304"/>
                </a:lnTo>
                <a:lnTo>
                  <a:pt x="61735" y="274737"/>
                </a:lnTo>
                <a:lnTo>
                  <a:pt x="61945" y="264170"/>
                </a:lnTo>
                <a:lnTo>
                  <a:pt x="62158" y="253603"/>
                </a:lnTo>
                <a:lnTo>
                  <a:pt x="62369" y="243036"/>
                </a:lnTo>
                <a:lnTo>
                  <a:pt x="62570" y="232470"/>
                </a:lnTo>
                <a:lnTo>
                  <a:pt x="62755" y="221903"/>
                </a:lnTo>
                <a:lnTo>
                  <a:pt x="62916" y="211336"/>
                </a:lnTo>
                <a:lnTo>
                  <a:pt x="63043" y="200769"/>
                </a:lnTo>
                <a:lnTo>
                  <a:pt x="63126" y="190202"/>
                </a:lnTo>
                <a:lnTo>
                  <a:pt x="63152" y="179636"/>
                </a:lnTo>
                <a:lnTo>
                  <a:pt x="63106" y="169069"/>
                </a:lnTo>
                <a:lnTo>
                  <a:pt x="62971" y="158502"/>
                </a:lnTo>
                <a:lnTo>
                  <a:pt x="62730" y="147935"/>
                </a:lnTo>
                <a:lnTo>
                  <a:pt x="62367" y="137368"/>
                </a:lnTo>
                <a:lnTo>
                  <a:pt x="61866" y="126802"/>
                </a:lnTo>
                <a:lnTo>
                  <a:pt x="61221" y="116235"/>
                </a:lnTo>
                <a:lnTo>
                  <a:pt x="60429" y="105668"/>
                </a:lnTo>
                <a:lnTo>
                  <a:pt x="59501" y="95101"/>
                </a:lnTo>
                <a:lnTo>
                  <a:pt x="58460" y="84534"/>
                </a:lnTo>
                <a:lnTo>
                  <a:pt x="57339" y="73968"/>
                </a:lnTo>
                <a:lnTo>
                  <a:pt x="56186" y="63401"/>
                </a:lnTo>
                <a:lnTo>
                  <a:pt x="55058" y="52834"/>
                </a:lnTo>
                <a:lnTo>
                  <a:pt x="54017" y="42267"/>
                </a:lnTo>
                <a:lnTo>
                  <a:pt x="53126" y="31700"/>
                </a:lnTo>
                <a:lnTo>
                  <a:pt x="52442" y="21134"/>
                </a:lnTo>
                <a:lnTo>
                  <a:pt x="52012" y="10567"/>
                </a:lnTo>
                <a:lnTo>
                  <a:pt x="51865" y="0"/>
                </a:lnTo>
                <a:lnTo>
                  <a:pt x="78135" y="0"/>
                </a:lnTo>
                <a:lnTo>
                  <a:pt x="78135" y="0"/>
                </a:lnTo>
                <a:lnTo>
                  <a:pt x="77988" y="10567"/>
                </a:lnTo>
                <a:lnTo>
                  <a:pt x="77558" y="21134"/>
                </a:lnTo>
                <a:lnTo>
                  <a:pt x="76874" y="31700"/>
                </a:lnTo>
                <a:lnTo>
                  <a:pt x="75983" y="42267"/>
                </a:lnTo>
                <a:lnTo>
                  <a:pt x="74942" y="52834"/>
                </a:lnTo>
                <a:lnTo>
                  <a:pt x="73814" y="63401"/>
                </a:lnTo>
                <a:lnTo>
                  <a:pt x="72661" y="73968"/>
                </a:lnTo>
                <a:lnTo>
                  <a:pt x="71540" y="84534"/>
                </a:lnTo>
                <a:lnTo>
                  <a:pt x="70499" y="95101"/>
                </a:lnTo>
                <a:lnTo>
                  <a:pt x="69571" y="105668"/>
                </a:lnTo>
                <a:lnTo>
                  <a:pt x="68779" y="116235"/>
                </a:lnTo>
                <a:lnTo>
                  <a:pt x="68134" y="126802"/>
                </a:lnTo>
                <a:lnTo>
                  <a:pt x="67633" y="137368"/>
                </a:lnTo>
                <a:lnTo>
                  <a:pt x="67270" y="147935"/>
                </a:lnTo>
                <a:lnTo>
                  <a:pt x="67029" y="158502"/>
                </a:lnTo>
                <a:lnTo>
                  <a:pt x="66894" y="169069"/>
                </a:lnTo>
                <a:lnTo>
                  <a:pt x="66848" y="179636"/>
                </a:lnTo>
                <a:lnTo>
                  <a:pt x="66874" y="190202"/>
                </a:lnTo>
                <a:lnTo>
                  <a:pt x="66957" y="200769"/>
                </a:lnTo>
                <a:lnTo>
                  <a:pt x="67084" y="211336"/>
                </a:lnTo>
                <a:lnTo>
                  <a:pt x="67245" y="221903"/>
                </a:lnTo>
                <a:lnTo>
                  <a:pt x="67430" y="232470"/>
                </a:lnTo>
                <a:lnTo>
                  <a:pt x="67631" y="243036"/>
                </a:lnTo>
                <a:lnTo>
                  <a:pt x="67842" y="253603"/>
                </a:lnTo>
                <a:lnTo>
                  <a:pt x="68055" y="264170"/>
                </a:lnTo>
                <a:lnTo>
                  <a:pt x="68265" y="274737"/>
                </a:lnTo>
                <a:lnTo>
                  <a:pt x="68464" y="285304"/>
                </a:lnTo>
                <a:lnTo>
                  <a:pt x="68647" y="295870"/>
                </a:lnTo>
                <a:lnTo>
                  <a:pt x="68811" y="306437"/>
                </a:lnTo>
                <a:lnTo>
                  <a:pt x="68951" y="317004"/>
                </a:lnTo>
                <a:lnTo>
                  <a:pt x="69066" y="327571"/>
                </a:lnTo>
                <a:lnTo>
                  <a:pt x="69155" y="338138"/>
                </a:lnTo>
                <a:lnTo>
                  <a:pt x="69219" y="348704"/>
                </a:lnTo>
                <a:lnTo>
                  <a:pt x="69261" y="359271"/>
                </a:lnTo>
                <a:lnTo>
                  <a:pt x="69282" y="369838"/>
                </a:lnTo>
                <a:lnTo>
                  <a:pt x="69287" y="380405"/>
                </a:lnTo>
                <a:lnTo>
                  <a:pt x="69278" y="390972"/>
                </a:lnTo>
                <a:lnTo>
                  <a:pt x="69258" y="401538"/>
                </a:lnTo>
                <a:lnTo>
                  <a:pt x="69230" y="412105"/>
                </a:lnTo>
                <a:lnTo>
                  <a:pt x="69195" y="422672"/>
                </a:lnTo>
                <a:lnTo>
                  <a:pt x="69158" y="433239"/>
                </a:lnTo>
                <a:lnTo>
                  <a:pt x="69120" y="443806"/>
                </a:lnTo>
                <a:lnTo>
                  <a:pt x="69085" y="454372"/>
                </a:lnTo>
                <a:lnTo>
                  <a:pt x="69060" y="464939"/>
                </a:lnTo>
                <a:lnTo>
                  <a:pt x="69050" y="475506"/>
                </a:lnTo>
                <a:lnTo>
                  <a:pt x="69066" y="486073"/>
                </a:lnTo>
                <a:lnTo>
                  <a:pt x="69116" y="496640"/>
                </a:lnTo>
                <a:lnTo>
                  <a:pt x="69212" y="507206"/>
                </a:lnTo>
                <a:lnTo>
                  <a:pt x="69361" y="517773"/>
                </a:lnTo>
                <a:lnTo>
                  <a:pt x="69571" y="528340"/>
                </a:lnTo>
                <a:lnTo>
                  <a:pt x="69844" y="538907"/>
                </a:lnTo>
                <a:lnTo>
                  <a:pt x="70178" y="549474"/>
                </a:lnTo>
                <a:lnTo>
                  <a:pt x="70562" y="560040"/>
                </a:lnTo>
                <a:lnTo>
                  <a:pt x="70981" y="570607"/>
                </a:lnTo>
                <a:lnTo>
                  <a:pt x="71415" y="581174"/>
                </a:lnTo>
                <a:lnTo>
                  <a:pt x="71836" y="591741"/>
                </a:lnTo>
                <a:lnTo>
                  <a:pt x="72219" y="602308"/>
                </a:lnTo>
                <a:lnTo>
                  <a:pt x="72536" y="612874"/>
                </a:lnTo>
                <a:lnTo>
                  <a:pt x="72764" y="623441"/>
                </a:lnTo>
                <a:lnTo>
                  <a:pt x="72888" y="634008"/>
                </a:lnTo>
                <a:lnTo>
                  <a:pt x="72899" y="644575"/>
                </a:lnTo>
                <a:lnTo>
                  <a:pt x="72800" y="655142"/>
                </a:lnTo>
                <a:lnTo>
                  <a:pt x="72600" y="665709"/>
                </a:lnTo>
                <a:lnTo>
                  <a:pt x="72321" y="676275"/>
                </a:lnTo>
                <a:lnTo>
                  <a:pt x="71986" y="686842"/>
                </a:lnTo>
                <a:lnTo>
                  <a:pt x="71624" y="697409"/>
                </a:lnTo>
                <a:lnTo>
                  <a:pt x="71266" y="707976"/>
                </a:lnTo>
                <a:lnTo>
                  <a:pt x="70937" y="718543"/>
                </a:lnTo>
                <a:lnTo>
                  <a:pt x="70661" y="729109"/>
                </a:lnTo>
                <a:lnTo>
                  <a:pt x="70452" y="739676"/>
                </a:lnTo>
                <a:lnTo>
                  <a:pt x="70320" y="750243"/>
                </a:lnTo>
                <a:lnTo>
                  <a:pt x="70265" y="760810"/>
                </a:lnTo>
                <a:lnTo>
                  <a:pt x="70279" y="771377"/>
                </a:lnTo>
                <a:lnTo>
                  <a:pt x="70350" y="781943"/>
                </a:lnTo>
                <a:lnTo>
                  <a:pt x="70460" y="792510"/>
                </a:lnTo>
                <a:lnTo>
                  <a:pt x="70590" y="803077"/>
                </a:lnTo>
                <a:lnTo>
                  <a:pt x="70717" y="813644"/>
                </a:lnTo>
                <a:lnTo>
                  <a:pt x="70823" y="824211"/>
                </a:lnTo>
                <a:lnTo>
                  <a:pt x="70893" y="834777"/>
                </a:lnTo>
                <a:lnTo>
                  <a:pt x="70915" y="845344"/>
                </a:lnTo>
                <a:lnTo>
                  <a:pt x="70884" y="855911"/>
                </a:lnTo>
                <a:lnTo>
                  <a:pt x="70799" y="866478"/>
                </a:lnTo>
                <a:lnTo>
                  <a:pt x="70665" y="877045"/>
                </a:lnTo>
                <a:lnTo>
                  <a:pt x="70491" y="887611"/>
                </a:lnTo>
                <a:lnTo>
                  <a:pt x="70286" y="898178"/>
                </a:lnTo>
                <a:lnTo>
                  <a:pt x="70063" y="908745"/>
                </a:lnTo>
                <a:lnTo>
                  <a:pt x="69833" y="919312"/>
                </a:lnTo>
                <a:lnTo>
                  <a:pt x="69606" y="929879"/>
                </a:lnTo>
                <a:lnTo>
                  <a:pt x="69391" y="940445"/>
                </a:lnTo>
                <a:lnTo>
                  <a:pt x="69194" y="951012"/>
                </a:lnTo>
                <a:lnTo>
                  <a:pt x="69019" y="961579"/>
                </a:lnTo>
                <a:lnTo>
                  <a:pt x="68867" y="972146"/>
                </a:lnTo>
                <a:lnTo>
                  <a:pt x="68741" y="982713"/>
                </a:lnTo>
                <a:lnTo>
                  <a:pt x="68641" y="993279"/>
                </a:lnTo>
                <a:lnTo>
                  <a:pt x="68568" y="1003846"/>
                </a:lnTo>
                <a:lnTo>
                  <a:pt x="68523" y="1014413"/>
                </a:lnTo>
                <a:lnTo>
                  <a:pt x="68513" y="1024980"/>
                </a:lnTo>
                <a:lnTo>
                  <a:pt x="68544" y="1035547"/>
                </a:lnTo>
                <a:lnTo>
                  <a:pt x="68634" y="1046113"/>
                </a:lnTo>
                <a:lnTo>
                  <a:pt x="68803" y="1056680"/>
                </a:lnTo>
                <a:lnTo>
                  <a:pt x="69085" y="1067247"/>
                </a:lnTo>
                <a:lnTo>
                  <a:pt x="69525" y="1077814"/>
                </a:lnTo>
                <a:lnTo>
                  <a:pt x="70180" y="1088381"/>
                </a:lnTo>
                <a:lnTo>
                  <a:pt x="71121" y="1098947"/>
                </a:lnTo>
                <a:lnTo>
                  <a:pt x="72428" y="1109514"/>
                </a:lnTo>
                <a:lnTo>
                  <a:pt x="74187" y="1120081"/>
                </a:lnTo>
                <a:lnTo>
                  <a:pt x="76479" y="1130648"/>
                </a:lnTo>
                <a:lnTo>
                  <a:pt x="79374" y="1141215"/>
                </a:lnTo>
                <a:lnTo>
                  <a:pt x="82916" y="1151781"/>
                </a:lnTo>
                <a:lnTo>
                  <a:pt x="87110" y="1162348"/>
                </a:lnTo>
                <a:lnTo>
                  <a:pt x="91912" y="1172915"/>
                </a:lnTo>
                <a:lnTo>
                  <a:pt x="97220" y="1183482"/>
                </a:lnTo>
                <a:lnTo>
                  <a:pt x="102867" y="1194049"/>
                </a:lnTo>
                <a:lnTo>
                  <a:pt x="108630" y="1204615"/>
                </a:lnTo>
                <a:lnTo>
                  <a:pt x="114238" y="1215182"/>
                </a:lnTo>
                <a:lnTo>
                  <a:pt x="119392" y="1225749"/>
                </a:lnTo>
                <a:lnTo>
                  <a:pt x="123792" y="1236316"/>
                </a:lnTo>
                <a:lnTo>
                  <a:pt x="127160" y="1246883"/>
                </a:lnTo>
                <a:lnTo>
                  <a:pt x="129278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5" name="01_find_only_1504">
            <a:extLst>
              <a:ext uri="{FF2B5EF4-FFF2-40B4-BE49-F238E27FC236}">
                <a16:creationId xmlns:a16="http://schemas.microsoft.com/office/drawing/2014/main" id="{AED729A6-8332-4FA8-8438-ED474DF23D5E}"/>
              </a:ext>
            </a:extLst>
          </p:cNvPr>
          <p:cNvSpPr>
            <a:spLocks noGrp="1"/>
          </p:cNvSpPr>
          <p:nvPr/>
        </p:nvSpPr>
        <p:spPr>
          <a:xfrm>
            <a:off x="7823376" y="2922850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2" y="1257449"/>
                </a:lnTo>
                <a:lnTo>
                  <a:pt x="2839" y="1246883"/>
                </a:lnTo>
                <a:lnTo>
                  <a:pt x="6207" y="1236316"/>
                </a:lnTo>
                <a:lnTo>
                  <a:pt x="10604" y="1225749"/>
                </a:lnTo>
                <a:lnTo>
                  <a:pt x="15757" y="1215182"/>
                </a:lnTo>
                <a:lnTo>
                  <a:pt x="21363" y="1204615"/>
                </a:lnTo>
                <a:lnTo>
                  <a:pt x="27124" y="1194049"/>
                </a:lnTo>
                <a:lnTo>
                  <a:pt x="32770" y="1183482"/>
                </a:lnTo>
                <a:lnTo>
                  <a:pt x="38076" y="1172915"/>
                </a:lnTo>
                <a:lnTo>
                  <a:pt x="42877" y="1162348"/>
                </a:lnTo>
                <a:lnTo>
                  <a:pt x="47071" y="1151781"/>
                </a:lnTo>
                <a:lnTo>
                  <a:pt x="50613" y="1141215"/>
                </a:lnTo>
                <a:lnTo>
                  <a:pt x="53510" y="1130648"/>
                </a:lnTo>
                <a:lnTo>
                  <a:pt x="55806" y="1120081"/>
                </a:lnTo>
                <a:lnTo>
                  <a:pt x="57571" y="1109514"/>
                </a:lnTo>
                <a:lnTo>
                  <a:pt x="58888" y="1098947"/>
                </a:lnTo>
                <a:lnTo>
                  <a:pt x="59842" y="1088381"/>
                </a:lnTo>
                <a:lnTo>
                  <a:pt x="60514" y="1077814"/>
                </a:lnTo>
                <a:lnTo>
                  <a:pt x="60975" y="1067247"/>
                </a:lnTo>
                <a:lnTo>
                  <a:pt x="61282" y="1056680"/>
                </a:lnTo>
                <a:lnTo>
                  <a:pt x="61481" y="1046113"/>
                </a:lnTo>
                <a:lnTo>
                  <a:pt x="61604" y="1035547"/>
                </a:lnTo>
                <a:lnTo>
                  <a:pt x="61672" y="1024980"/>
                </a:lnTo>
                <a:lnTo>
                  <a:pt x="61701" y="1014413"/>
                </a:lnTo>
                <a:lnTo>
                  <a:pt x="61697" y="1003846"/>
                </a:lnTo>
                <a:lnTo>
                  <a:pt x="61663" y="993279"/>
                </a:lnTo>
                <a:lnTo>
                  <a:pt x="61601" y="982713"/>
                </a:lnTo>
                <a:lnTo>
                  <a:pt x="61511" y="972146"/>
                </a:lnTo>
                <a:lnTo>
                  <a:pt x="61391" y="961579"/>
                </a:lnTo>
                <a:lnTo>
                  <a:pt x="61243" y="951012"/>
                </a:lnTo>
                <a:lnTo>
                  <a:pt x="61068" y="940445"/>
                </a:lnTo>
                <a:lnTo>
                  <a:pt x="60869" y="929879"/>
                </a:lnTo>
                <a:lnTo>
                  <a:pt x="60654" y="919312"/>
                </a:lnTo>
                <a:lnTo>
                  <a:pt x="60429" y="908745"/>
                </a:lnTo>
                <a:lnTo>
                  <a:pt x="60206" y="898178"/>
                </a:lnTo>
                <a:lnTo>
                  <a:pt x="59996" y="887611"/>
                </a:lnTo>
                <a:lnTo>
                  <a:pt x="59811" y="877045"/>
                </a:lnTo>
                <a:lnTo>
                  <a:pt x="59662" y="866478"/>
                </a:lnTo>
                <a:lnTo>
                  <a:pt x="59556" y="855911"/>
                </a:lnTo>
                <a:lnTo>
                  <a:pt x="59499" y="845344"/>
                </a:lnTo>
                <a:lnTo>
                  <a:pt x="59490" y="834777"/>
                </a:lnTo>
                <a:lnTo>
                  <a:pt x="59524" y="824211"/>
                </a:lnTo>
                <a:lnTo>
                  <a:pt x="59590" y="813644"/>
                </a:lnTo>
                <a:lnTo>
                  <a:pt x="59673" y="803077"/>
                </a:lnTo>
                <a:lnTo>
                  <a:pt x="59754" y="792510"/>
                </a:lnTo>
                <a:lnTo>
                  <a:pt x="59813" y="781943"/>
                </a:lnTo>
                <a:lnTo>
                  <a:pt x="59831" y="771377"/>
                </a:lnTo>
                <a:lnTo>
                  <a:pt x="59791" y="760810"/>
                </a:lnTo>
                <a:lnTo>
                  <a:pt x="59679" y="750243"/>
                </a:lnTo>
                <a:lnTo>
                  <a:pt x="59490" y="739676"/>
                </a:lnTo>
                <a:lnTo>
                  <a:pt x="59224" y="729109"/>
                </a:lnTo>
                <a:lnTo>
                  <a:pt x="58891" y="718543"/>
                </a:lnTo>
                <a:lnTo>
                  <a:pt x="58508" y="707976"/>
                </a:lnTo>
                <a:lnTo>
                  <a:pt x="58098" y="697409"/>
                </a:lnTo>
                <a:lnTo>
                  <a:pt x="57690" y="686842"/>
                </a:lnTo>
                <a:lnTo>
                  <a:pt x="57314" y="676275"/>
                </a:lnTo>
                <a:lnTo>
                  <a:pt x="57001" y="665709"/>
                </a:lnTo>
                <a:lnTo>
                  <a:pt x="56779" y="655142"/>
                </a:lnTo>
                <a:lnTo>
                  <a:pt x="56667" y="644575"/>
                </a:lnTo>
                <a:lnTo>
                  <a:pt x="56678" y="634008"/>
                </a:lnTo>
                <a:lnTo>
                  <a:pt x="56814" y="623441"/>
                </a:lnTo>
                <a:lnTo>
                  <a:pt x="57067" y="612874"/>
                </a:lnTo>
                <a:lnTo>
                  <a:pt x="57419" y="602308"/>
                </a:lnTo>
                <a:lnTo>
                  <a:pt x="57847" y="591741"/>
                </a:lnTo>
                <a:lnTo>
                  <a:pt x="58323" y="581174"/>
                </a:lnTo>
                <a:lnTo>
                  <a:pt x="58817" y="570607"/>
                </a:lnTo>
                <a:lnTo>
                  <a:pt x="59301" y="560040"/>
                </a:lnTo>
                <a:lnTo>
                  <a:pt x="59753" y="549474"/>
                </a:lnTo>
                <a:lnTo>
                  <a:pt x="60154" y="538907"/>
                </a:lnTo>
                <a:lnTo>
                  <a:pt x="60495" y="528340"/>
                </a:lnTo>
                <a:lnTo>
                  <a:pt x="60770" y="517773"/>
                </a:lnTo>
                <a:lnTo>
                  <a:pt x="60982" y="507206"/>
                </a:lnTo>
                <a:lnTo>
                  <a:pt x="61137" y="496640"/>
                </a:lnTo>
                <a:lnTo>
                  <a:pt x="61242" y="486073"/>
                </a:lnTo>
                <a:lnTo>
                  <a:pt x="61307" y="475506"/>
                </a:lnTo>
                <a:lnTo>
                  <a:pt x="61341" y="464939"/>
                </a:lnTo>
                <a:lnTo>
                  <a:pt x="61353" y="454372"/>
                </a:lnTo>
                <a:lnTo>
                  <a:pt x="61348" y="443806"/>
                </a:lnTo>
                <a:lnTo>
                  <a:pt x="61329" y="433239"/>
                </a:lnTo>
                <a:lnTo>
                  <a:pt x="61301" y="422672"/>
                </a:lnTo>
                <a:lnTo>
                  <a:pt x="61263" y="412105"/>
                </a:lnTo>
                <a:lnTo>
                  <a:pt x="61218" y="401538"/>
                </a:lnTo>
                <a:lnTo>
                  <a:pt x="61166" y="390972"/>
                </a:lnTo>
                <a:lnTo>
                  <a:pt x="61109" y="380405"/>
                </a:lnTo>
                <a:lnTo>
                  <a:pt x="61050" y="369838"/>
                </a:lnTo>
                <a:lnTo>
                  <a:pt x="60994" y="359271"/>
                </a:lnTo>
                <a:lnTo>
                  <a:pt x="60945" y="348704"/>
                </a:lnTo>
                <a:lnTo>
                  <a:pt x="60908" y="338138"/>
                </a:lnTo>
                <a:lnTo>
                  <a:pt x="60889" y="327571"/>
                </a:lnTo>
                <a:lnTo>
                  <a:pt x="60891" y="317004"/>
                </a:lnTo>
                <a:lnTo>
                  <a:pt x="60919" y="306437"/>
                </a:lnTo>
                <a:lnTo>
                  <a:pt x="60972" y="295870"/>
                </a:lnTo>
                <a:lnTo>
                  <a:pt x="61052" y="285304"/>
                </a:lnTo>
                <a:lnTo>
                  <a:pt x="61156" y="274737"/>
                </a:lnTo>
                <a:lnTo>
                  <a:pt x="61280" y="264170"/>
                </a:lnTo>
                <a:lnTo>
                  <a:pt x="61421" y="253603"/>
                </a:lnTo>
                <a:lnTo>
                  <a:pt x="61573" y="243036"/>
                </a:lnTo>
                <a:lnTo>
                  <a:pt x="61730" y="232470"/>
                </a:lnTo>
                <a:lnTo>
                  <a:pt x="61885" y="221903"/>
                </a:lnTo>
                <a:lnTo>
                  <a:pt x="62029" y="211336"/>
                </a:lnTo>
                <a:lnTo>
                  <a:pt x="62153" y="200769"/>
                </a:lnTo>
                <a:lnTo>
                  <a:pt x="62245" y="190202"/>
                </a:lnTo>
                <a:lnTo>
                  <a:pt x="62288" y="179636"/>
                </a:lnTo>
                <a:lnTo>
                  <a:pt x="62268" y="169069"/>
                </a:lnTo>
                <a:lnTo>
                  <a:pt x="62163" y="158502"/>
                </a:lnTo>
                <a:lnTo>
                  <a:pt x="61954" y="147935"/>
                </a:lnTo>
                <a:lnTo>
                  <a:pt x="61620" y="137368"/>
                </a:lnTo>
                <a:lnTo>
                  <a:pt x="61145" y="126802"/>
                </a:lnTo>
                <a:lnTo>
                  <a:pt x="60517" y="116235"/>
                </a:lnTo>
                <a:lnTo>
                  <a:pt x="59732" y="105668"/>
                </a:lnTo>
                <a:lnTo>
                  <a:pt x="58800" y="95101"/>
                </a:lnTo>
                <a:lnTo>
                  <a:pt x="57743" y="84534"/>
                </a:lnTo>
                <a:lnTo>
                  <a:pt x="56596" y="73968"/>
                </a:lnTo>
                <a:lnTo>
                  <a:pt x="55409" y="63401"/>
                </a:lnTo>
                <a:lnTo>
                  <a:pt x="54242" y="52834"/>
                </a:lnTo>
                <a:lnTo>
                  <a:pt x="53161" y="42267"/>
                </a:lnTo>
                <a:lnTo>
                  <a:pt x="52233" y="31700"/>
                </a:lnTo>
                <a:lnTo>
                  <a:pt x="51520" y="21134"/>
                </a:lnTo>
                <a:lnTo>
                  <a:pt x="51070" y="10567"/>
                </a:lnTo>
                <a:lnTo>
                  <a:pt x="50917" y="0"/>
                </a:lnTo>
                <a:lnTo>
                  <a:pt x="79083" y="0"/>
                </a:lnTo>
                <a:lnTo>
                  <a:pt x="79083" y="0"/>
                </a:lnTo>
                <a:lnTo>
                  <a:pt x="78930" y="10567"/>
                </a:lnTo>
                <a:lnTo>
                  <a:pt x="78480" y="21134"/>
                </a:lnTo>
                <a:lnTo>
                  <a:pt x="77767" y="31700"/>
                </a:lnTo>
                <a:lnTo>
                  <a:pt x="76839" y="42267"/>
                </a:lnTo>
                <a:lnTo>
                  <a:pt x="75758" y="52834"/>
                </a:lnTo>
                <a:lnTo>
                  <a:pt x="74591" y="63401"/>
                </a:lnTo>
                <a:lnTo>
                  <a:pt x="73404" y="73968"/>
                </a:lnTo>
                <a:lnTo>
                  <a:pt x="72257" y="84534"/>
                </a:lnTo>
                <a:lnTo>
                  <a:pt x="71200" y="95101"/>
                </a:lnTo>
                <a:lnTo>
                  <a:pt x="70268" y="105668"/>
                </a:lnTo>
                <a:lnTo>
                  <a:pt x="69483" y="116235"/>
                </a:lnTo>
                <a:lnTo>
                  <a:pt x="68855" y="126802"/>
                </a:lnTo>
                <a:lnTo>
                  <a:pt x="68380" y="137368"/>
                </a:lnTo>
                <a:lnTo>
                  <a:pt x="68046" y="147935"/>
                </a:lnTo>
                <a:lnTo>
                  <a:pt x="67837" y="158502"/>
                </a:lnTo>
                <a:lnTo>
                  <a:pt x="67732" y="169069"/>
                </a:lnTo>
                <a:lnTo>
                  <a:pt x="67712" y="179636"/>
                </a:lnTo>
                <a:lnTo>
                  <a:pt x="67755" y="190202"/>
                </a:lnTo>
                <a:lnTo>
                  <a:pt x="67847" y="200769"/>
                </a:lnTo>
                <a:lnTo>
                  <a:pt x="67971" y="211336"/>
                </a:lnTo>
                <a:lnTo>
                  <a:pt x="68115" y="221903"/>
                </a:lnTo>
                <a:lnTo>
                  <a:pt x="68270" y="232470"/>
                </a:lnTo>
                <a:lnTo>
                  <a:pt x="68427" y="243036"/>
                </a:lnTo>
                <a:lnTo>
                  <a:pt x="68579" y="253603"/>
                </a:lnTo>
                <a:lnTo>
                  <a:pt x="68720" y="264170"/>
                </a:lnTo>
                <a:lnTo>
                  <a:pt x="68845" y="274737"/>
                </a:lnTo>
                <a:lnTo>
                  <a:pt x="68948" y="285304"/>
                </a:lnTo>
                <a:lnTo>
                  <a:pt x="69028" y="295870"/>
                </a:lnTo>
                <a:lnTo>
                  <a:pt x="69081" y="306437"/>
                </a:lnTo>
                <a:lnTo>
                  <a:pt x="69109" y="317004"/>
                </a:lnTo>
                <a:lnTo>
                  <a:pt x="69111" y="327571"/>
                </a:lnTo>
                <a:lnTo>
                  <a:pt x="69092" y="338138"/>
                </a:lnTo>
                <a:lnTo>
                  <a:pt x="69056" y="348704"/>
                </a:lnTo>
                <a:lnTo>
                  <a:pt x="69006" y="359271"/>
                </a:lnTo>
                <a:lnTo>
                  <a:pt x="68950" y="369838"/>
                </a:lnTo>
                <a:lnTo>
                  <a:pt x="68891" y="380405"/>
                </a:lnTo>
                <a:lnTo>
                  <a:pt x="68834" y="390972"/>
                </a:lnTo>
                <a:lnTo>
                  <a:pt x="68782" y="401538"/>
                </a:lnTo>
                <a:lnTo>
                  <a:pt x="68737" y="412105"/>
                </a:lnTo>
                <a:lnTo>
                  <a:pt x="68699" y="422672"/>
                </a:lnTo>
                <a:lnTo>
                  <a:pt x="68671" y="433239"/>
                </a:lnTo>
                <a:lnTo>
                  <a:pt x="68652" y="443806"/>
                </a:lnTo>
                <a:lnTo>
                  <a:pt x="68647" y="454372"/>
                </a:lnTo>
                <a:lnTo>
                  <a:pt x="68659" y="464939"/>
                </a:lnTo>
                <a:lnTo>
                  <a:pt x="68693" y="475506"/>
                </a:lnTo>
                <a:lnTo>
                  <a:pt x="68758" y="486073"/>
                </a:lnTo>
                <a:lnTo>
                  <a:pt x="68863" y="496640"/>
                </a:lnTo>
                <a:lnTo>
                  <a:pt x="69018" y="507206"/>
                </a:lnTo>
                <a:lnTo>
                  <a:pt x="69230" y="517773"/>
                </a:lnTo>
                <a:lnTo>
                  <a:pt x="69505" y="528340"/>
                </a:lnTo>
                <a:lnTo>
                  <a:pt x="69846" y="538907"/>
                </a:lnTo>
                <a:lnTo>
                  <a:pt x="70247" y="549474"/>
                </a:lnTo>
                <a:lnTo>
                  <a:pt x="70699" y="560040"/>
                </a:lnTo>
                <a:lnTo>
                  <a:pt x="71183" y="570607"/>
                </a:lnTo>
                <a:lnTo>
                  <a:pt x="71677" y="581174"/>
                </a:lnTo>
                <a:lnTo>
                  <a:pt x="72153" y="591741"/>
                </a:lnTo>
                <a:lnTo>
                  <a:pt x="72581" y="602308"/>
                </a:lnTo>
                <a:lnTo>
                  <a:pt x="72933" y="612874"/>
                </a:lnTo>
                <a:lnTo>
                  <a:pt x="73186" y="623441"/>
                </a:lnTo>
                <a:lnTo>
                  <a:pt x="73322" y="634008"/>
                </a:lnTo>
                <a:lnTo>
                  <a:pt x="73333" y="644575"/>
                </a:lnTo>
                <a:lnTo>
                  <a:pt x="73221" y="655142"/>
                </a:lnTo>
                <a:lnTo>
                  <a:pt x="72999" y="665709"/>
                </a:lnTo>
                <a:lnTo>
                  <a:pt x="72686" y="676275"/>
                </a:lnTo>
                <a:lnTo>
                  <a:pt x="72310" y="686842"/>
                </a:lnTo>
                <a:lnTo>
                  <a:pt x="71902" y="697409"/>
                </a:lnTo>
                <a:lnTo>
                  <a:pt x="71492" y="707976"/>
                </a:lnTo>
                <a:lnTo>
                  <a:pt x="71109" y="718543"/>
                </a:lnTo>
                <a:lnTo>
                  <a:pt x="70776" y="729109"/>
                </a:lnTo>
                <a:lnTo>
                  <a:pt x="70510" y="739676"/>
                </a:lnTo>
                <a:lnTo>
                  <a:pt x="70321" y="750243"/>
                </a:lnTo>
                <a:lnTo>
                  <a:pt x="70209" y="760810"/>
                </a:lnTo>
                <a:lnTo>
                  <a:pt x="70169" y="771377"/>
                </a:lnTo>
                <a:lnTo>
                  <a:pt x="70187" y="781943"/>
                </a:lnTo>
                <a:lnTo>
                  <a:pt x="70246" y="792510"/>
                </a:lnTo>
                <a:lnTo>
                  <a:pt x="70327" y="803077"/>
                </a:lnTo>
                <a:lnTo>
                  <a:pt x="70410" y="813644"/>
                </a:lnTo>
                <a:lnTo>
                  <a:pt x="70476" y="824211"/>
                </a:lnTo>
                <a:lnTo>
                  <a:pt x="70510" y="834777"/>
                </a:lnTo>
                <a:lnTo>
                  <a:pt x="70501" y="845344"/>
                </a:lnTo>
                <a:lnTo>
                  <a:pt x="70444" y="855911"/>
                </a:lnTo>
                <a:lnTo>
                  <a:pt x="70338" y="866478"/>
                </a:lnTo>
                <a:lnTo>
                  <a:pt x="70189" y="877045"/>
                </a:lnTo>
                <a:lnTo>
                  <a:pt x="70004" y="887611"/>
                </a:lnTo>
                <a:lnTo>
                  <a:pt x="69794" y="898178"/>
                </a:lnTo>
                <a:lnTo>
                  <a:pt x="69571" y="908745"/>
                </a:lnTo>
                <a:lnTo>
                  <a:pt x="69346" y="919312"/>
                </a:lnTo>
                <a:lnTo>
                  <a:pt x="69131" y="929879"/>
                </a:lnTo>
                <a:lnTo>
                  <a:pt x="68932" y="940445"/>
                </a:lnTo>
                <a:lnTo>
                  <a:pt x="68757" y="951012"/>
                </a:lnTo>
                <a:lnTo>
                  <a:pt x="68609" y="961579"/>
                </a:lnTo>
                <a:lnTo>
                  <a:pt x="68489" y="972146"/>
                </a:lnTo>
                <a:lnTo>
                  <a:pt x="68399" y="982713"/>
                </a:lnTo>
                <a:lnTo>
                  <a:pt x="68337" y="993279"/>
                </a:lnTo>
                <a:lnTo>
                  <a:pt x="68303" y="1003846"/>
                </a:lnTo>
                <a:lnTo>
                  <a:pt x="68299" y="1014413"/>
                </a:lnTo>
                <a:lnTo>
                  <a:pt x="68328" y="1024980"/>
                </a:lnTo>
                <a:lnTo>
                  <a:pt x="68396" y="1035547"/>
                </a:lnTo>
                <a:lnTo>
                  <a:pt x="68519" y="1046113"/>
                </a:lnTo>
                <a:lnTo>
                  <a:pt x="68718" y="1056680"/>
                </a:lnTo>
                <a:lnTo>
                  <a:pt x="69025" y="1067247"/>
                </a:lnTo>
                <a:lnTo>
                  <a:pt x="69486" y="1077814"/>
                </a:lnTo>
                <a:lnTo>
                  <a:pt x="70158" y="1088381"/>
                </a:lnTo>
                <a:lnTo>
                  <a:pt x="71112" y="1098947"/>
                </a:lnTo>
                <a:lnTo>
                  <a:pt x="72429" y="1109514"/>
                </a:lnTo>
                <a:lnTo>
                  <a:pt x="74194" y="1120081"/>
                </a:lnTo>
                <a:lnTo>
                  <a:pt x="76490" y="1130648"/>
                </a:lnTo>
                <a:lnTo>
                  <a:pt x="79387" y="1141215"/>
                </a:lnTo>
                <a:lnTo>
                  <a:pt x="82929" y="1151781"/>
                </a:lnTo>
                <a:lnTo>
                  <a:pt x="87123" y="1162348"/>
                </a:lnTo>
                <a:lnTo>
                  <a:pt x="91924" y="1172915"/>
                </a:lnTo>
                <a:lnTo>
                  <a:pt x="97230" y="1183482"/>
                </a:lnTo>
                <a:lnTo>
                  <a:pt x="102876" y="1194049"/>
                </a:lnTo>
                <a:lnTo>
                  <a:pt x="108637" y="1204615"/>
                </a:lnTo>
                <a:lnTo>
                  <a:pt x="114243" y="1215182"/>
                </a:lnTo>
                <a:lnTo>
                  <a:pt x="119396" y="1225749"/>
                </a:lnTo>
                <a:lnTo>
                  <a:pt x="123793" y="1236316"/>
                </a:lnTo>
                <a:lnTo>
                  <a:pt x="127161" y="1246883"/>
                </a:lnTo>
                <a:lnTo>
                  <a:pt x="129278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1506" name="01_find_only_1505">
            <a:extLst>
              <a:ext uri="{FF2B5EF4-FFF2-40B4-BE49-F238E27FC236}">
                <a16:creationId xmlns:a16="http://schemas.microsoft.com/office/drawing/2014/main" id="{02579330-B994-4CEE-9033-7C25D8CA46DC}"/>
              </a:ext>
            </a:extLst>
          </p:cNvPr>
          <p:cNvSpPr>
            <a:spLocks noGrp="1"/>
          </p:cNvSpPr>
          <p:nvPr/>
        </p:nvSpPr>
        <p:spPr>
          <a:xfrm>
            <a:off x="6361748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07" name="01_find_only_1506">
            <a:extLst>
              <a:ext uri="{FF2B5EF4-FFF2-40B4-BE49-F238E27FC236}">
                <a16:creationId xmlns:a16="http://schemas.microsoft.com/office/drawing/2014/main" id="{9A30C598-4CB8-4D01-9279-3EA9427F8D52}"/>
              </a:ext>
            </a:extLst>
          </p:cNvPr>
          <p:cNvSpPr>
            <a:spLocks noGrp="1"/>
          </p:cNvSpPr>
          <p:nvPr/>
        </p:nvSpPr>
        <p:spPr>
          <a:xfrm>
            <a:off x="6616387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08" name="01_find_only_1507">
            <a:extLst>
              <a:ext uri="{FF2B5EF4-FFF2-40B4-BE49-F238E27FC236}">
                <a16:creationId xmlns:a16="http://schemas.microsoft.com/office/drawing/2014/main" id="{0A0C02B3-83D3-4D24-8D44-A1F25C5F7EAA}"/>
              </a:ext>
            </a:extLst>
          </p:cNvPr>
          <p:cNvSpPr>
            <a:spLocks noGrp="1"/>
          </p:cNvSpPr>
          <p:nvPr/>
        </p:nvSpPr>
        <p:spPr>
          <a:xfrm>
            <a:off x="6871026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09" name="01_find_only_1508">
            <a:extLst>
              <a:ext uri="{FF2B5EF4-FFF2-40B4-BE49-F238E27FC236}">
                <a16:creationId xmlns:a16="http://schemas.microsoft.com/office/drawing/2014/main" id="{A5F4D421-C325-46E0-94CA-FC2EBCE7482A}"/>
              </a:ext>
            </a:extLst>
          </p:cNvPr>
          <p:cNvSpPr>
            <a:spLocks noGrp="1"/>
          </p:cNvSpPr>
          <p:nvPr/>
        </p:nvSpPr>
        <p:spPr>
          <a:xfrm>
            <a:off x="7380304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0" name="01_find_only_1509">
            <a:extLst>
              <a:ext uri="{FF2B5EF4-FFF2-40B4-BE49-F238E27FC236}">
                <a16:creationId xmlns:a16="http://schemas.microsoft.com/office/drawing/2014/main" id="{92951ED4-EAF0-4B47-8933-98DCEB8EF18D}"/>
              </a:ext>
            </a:extLst>
          </p:cNvPr>
          <p:cNvSpPr>
            <a:spLocks noGrp="1"/>
          </p:cNvSpPr>
          <p:nvPr/>
        </p:nvSpPr>
        <p:spPr>
          <a:xfrm>
            <a:off x="7889582" y="4278972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1" name="01_find_only_1510">
            <a:extLst>
              <a:ext uri="{FF2B5EF4-FFF2-40B4-BE49-F238E27FC236}">
                <a16:creationId xmlns:a16="http://schemas.microsoft.com/office/drawing/2014/main" id="{FDB3F3F5-5266-44A4-9564-EC475DD9FF9F}"/>
              </a:ext>
            </a:extLst>
          </p:cNvPr>
          <p:cNvSpPr>
            <a:spLocks noGrp="1"/>
          </p:cNvSpPr>
          <p:nvPr/>
        </p:nvSpPr>
        <p:spPr>
          <a:xfrm>
            <a:off x="6346469" y="4214395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512" name="01_find_only_1511">
            <a:extLst>
              <a:ext uri="{FF2B5EF4-FFF2-40B4-BE49-F238E27FC236}">
                <a16:creationId xmlns:a16="http://schemas.microsoft.com/office/drawing/2014/main" id="{CBFE8E6F-2D34-4B69-A66F-2CD100F582D6}"/>
              </a:ext>
            </a:extLst>
          </p:cNvPr>
          <p:cNvSpPr>
            <a:spLocks noGrp="1"/>
          </p:cNvSpPr>
          <p:nvPr/>
        </p:nvSpPr>
        <p:spPr>
          <a:xfrm>
            <a:off x="6307663" y="4214395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3" name="text_1512">
            <a:extLst>
              <a:ext uri="{FF2B5EF4-FFF2-40B4-BE49-F238E27FC236}">
                <a16:creationId xmlns:a16="http://schemas.microsoft.com/office/drawing/2014/main" id="{3DC7B16A-3614-43C6-9827-3BAD7B0D1FFF}"/>
              </a:ext>
            </a:extLst>
          </p:cNvPr>
          <p:cNvSpPr>
            <a:spLocks noGrp="1"/>
          </p:cNvSpPr>
          <p:nvPr/>
        </p:nvSpPr>
        <p:spPr>
          <a:xfrm>
            <a:off x="6216353" y="4173590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1514" name="01_find_only_1513">
            <a:extLst>
              <a:ext uri="{FF2B5EF4-FFF2-40B4-BE49-F238E27FC236}">
                <a16:creationId xmlns:a16="http://schemas.microsoft.com/office/drawing/2014/main" id="{AF0849E8-CEB4-43DE-9A76-D9C69C52B398}"/>
              </a:ext>
            </a:extLst>
          </p:cNvPr>
          <p:cNvSpPr>
            <a:spLocks noGrp="1"/>
          </p:cNvSpPr>
          <p:nvPr/>
        </p:nvSpPr>
        <p:spPr>
          <a:xfrm>
            <a:off x="6346469" y="356862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515" name="01_find_only_1514">
            <a:extLst>
              <a:ext uri="{FF2B5EF4-FFF2-40B4-BE49-F238E27FC236}">
                <a16:creationId xmlns:a16="http://schemas.microsoft.com/office/drawing/2014/main" id="{FA723A30-2C69-4287-9383-0616651A39BA}"/>
              </a:ext>
            </a:extLst>
          </p:cNvPr>
          <p:cNvSpPr>
            <a:spLocks noGrp="1"/>
          </p:cNvSpPr>
          <p:nvPr/>
        </p:nvSpPr>
        <p:spPr>
          <a:xfrm>
            <a:off x="6307663" y="3568622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6" name="text_1515">
            <a:extLst>
              <a:ext uri="{FF2B5EF4-FFF2-40B4-BE49-F238E27FC236}">
                <a16:creationId xmlns:a16="http://schemas.microsoft.com/office/drawing/2014/main" id="{13E36258-0A30-4FA3-8278-02E635233650}"/>
              </a:ext>
            </a:extLst>
          </p:cNvPr>
          <p:cNvSpPr>
            <a:spLocks noGrp="1"/>
          </p:cNvSpPr>
          <p:nvPr/>
        </p:nvSpPr>
        <p:spPr>
          <a:xfrm>
            <a:off x="6163848" y="3527818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1517" name="01_find_only_1516">
            <a:extLst>
              <a:ext uri="{FF2B5EF4-FFF2-40B4-BE49-F238E27FC236}">
                <a16:creationId xmlns:a16="http://schemas.microsoft.com/office/drawing/2014/main" id="{05177BB5-723C-49E2-9E51-6C6F527A1BD4}"/>
              </a:ext>
            </a:extLst>
          </p:cNvPr>
          <p:cNvSpPr>
            <a:spLocks noGrp="1"/>
          </p:cNvSpPr>
          <p:nvPr/>
        </p:nvSpPr>
        <p:spPr>
          <a:xfrm>
            <a:off x="6346469" y="2922850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1518" name="01_find_only_1517">
            <a:extLst>
              <a:ext uri="{FF2B5EF4-FFF2-40B4-BE49-F238E27FC236}">
                <a16:creationId xmlns:a16="http://schemas.microsoft.com/office/drawing/2014/main" id="{28FCF425-B92A-482C-BEF2-D8855DCA1688}"/>
              </a:ext>
            </a:extLst>
          </p:cNvPr>
          <p:cNvSpPr>
            <a:spLocks noGrp="1"/>
          </p:cNvSpPr>
          <p:nvPr/>
        </p:nvSpPr>
        <p:spPr>
          <a:xfrm>
            <a:off x="6307663" y="2922850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1519" name="text_1518">
            <a:extLst>
              <a:ext uri="{FF2B5EF4-FFF2-40B4-BE49-F238E27FC236}">
                <a16:creationId xmlns:a16="http://schemas.microsoft.com/office/drawing/2014/main" id="{7EB53064-6D2E-4687-8466-7D20E9FBAC6A}"/>
              </a:ext>
            </a:extLst>
          </p:cNvPr>
          <p:cNvSpPr>
            <a:spLocks noGrp="1"/>
          </p:cNvSpPr>
          <p:nvPr/>
        </p:nvSpPr>
        <p:spPr>
          <a:xfrm>
            <a:off x="6111346" y="2882045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1520" name="01_find_only_1519">
            <a:extLst>
              <a:ext uri="{FF2B5EF4-FFF2-40B4-BE49-F238E27FC236}">
                <a16:creationId xmlns:a16="http://schemas.microsoft.com/office/drawing/2014/main" id="{CD7BBAD4-8F1A-4CB3-8B12-AAFC4ECAA560}"/>
              </a:ext>
            </a:extLst>
          </p:cNvPr>
          <p:cNvSpPr>
            <a:spLocks noGrp="1"/>
          </p:cNvSpPr>
          <p:nvPr/>
        </p:nvSpPr>
        <p:spPr>
          <a:xfrm>
            <a:off x="6578316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1" name="01_find_only_1520">
            <a:extLst>
              <a:ext uri="{FF2B5EF4-FFF2-40B4-BE49-F238E27FC236}">
                <a16:creationId xmlns:a16="http://schemas.microsoft.com/office/drawing/2014/main" id="{2F6E4D76-A2A4-493A-B2D1-7790BD167AB5}"/>
              </a:ext>
            </a:extLst>
          </p:cNvPr>
          <p:cNvSpPr>
            <a:spLocks noGrp="1"/>
          </p:cNvSpPr>
          <p:nvPr/>
        </p:nvSpPr>
        <p:spPr>
          <a:xfrm>
            <a:off x="6559664" y="40923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2" name="01_find_only_1521">
            <a:extLst>
              <a:ext uri="{FF2B5EF4-FFF2-40B4-BE49-F238E27FC236}">
                <a16:creationId xmlns:a16="http://schemas.microsoft.com/office/drawing/2014/main" id="{CC609F71-4970-4906-9C62-B3A5F758AD57}"/>
              </a:ext>
            </a:extLst>
          </p:cNvPr>
          <p:cNvSpPr>
            <a:spLocks noGrp="1"/>
          </p:cNvSpPr>
          <p:nvPr/>
        </p:nvSpPr>
        <p:spPr>
          <a:xfrm>
            <a:off x="65748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3" name="01_find_only_1522">
            <a:extLst>
              <a:ext uri="{FF2B5EF4-FFF2-40B4-BE49-F238E27FC236}">
                <a16:creationId xmlns:a16="http://schemas.microsoft.com/office/drawing/2014/main" id="{5466C486-DFDF-4EA6-B7CC-8384D23DB680}"/>
              </a:ext>
            </a:extLst>
          </p:cNvPr>
          <p:cNvSpPr>
            <a:spLocks noGrp="1"/>
          </p:cNvSpPr>
          <p:nvPr/>
        </p:nvSpPr>
        <p:spPr>
          <a:xfrm>
            <a:off x="6574431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4" name="01_find_only_1523">
            <a:extLst>
              <a:ext uri="{FF2B5EF4-FFF2-40B4-BE49-F238E27FC236}">
                <a16:creationId xmlns:a16="http://schemas.microsoft.com/office/drawing/2014/main" id="{C883A4F4-E44D-43EF-A140-9382BE24C2F5}"/>
              </a:ext>
            </a:extLst>
          </p:cNvPr>
          <p:cNvSpPr>
            <a:spLocks noGrp="1"/>
          </p:cNvSpPr>
          <p:nvPr/>
        </p:nvSpPr>
        <p:spPr>
          <a:xfrm>
            <a:off x="659094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5" name="01_find_only_1524">
            <a:extLst>
              <a:ext uri="{FF2B5EF4-FFF2-40B4-BE49-F238E27FC236}">
                <a16:creationId xmlns:a16="http://schemas.microsoft.com/office/drawing/2014/main" id="{F33CC3E1-5E01-4F25-AF5F-6E211B769758}"/>
              </a:ext>
            </a:extLst>
          </p:cNvPr>
          <p:cNvSpPr>
            <a:spLocks noGrp="1"/>
          </p:cNvSpPr>
          <p:nvPr/>
        </p:nvSpPr>
        <p:spPr>
          <a:xfrm>
            <a:off x="66192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6" name="01_find_only_1525">
            <a:extLst>
              <a:ext uri="{FF2B5EF4-FFF2-40B4-BE49-F238E27FC236}">
                <a16:creationId xmlns:a16="http://schemas.microsoft.com/office/drawing/2014/main" id="{6CFDEA4D-530D-44F3-B238-0B52E3EE8B08}"/>
              </a:ext>
            </a:extLst>
          </p:cNvPr>
          <p:cNvSpPr>
            <a:spLocks noGrp="1"/>
          </p:cNvSpPr>
          <p:nvPr/>
        </p:nvSpPr>
        <p:spPr>
          <a:xfrm>
            <a:off x="6636996" y="367006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7" name="01_find_only_1526">
            <a:extLst>
              <a:ext uri="{FF2B5EF4-FFF2-40B4-BE49-F238E27FC236}">
                <a16:creationId xmlns:a16="http://schemas.microsoft.com/office/drawing/2014/main" id="{3786CAEE-B6E7-4CDD-BF37-ACFD8F7C1927}"/>
              </a:ext>
            </a:extLst>
          </p:cNvPr>
          <p:cNvSpPr>
            <a:spLocks noGrp="1"/>
          </p:cNvSpPr>
          <p:nvPr/>
        </p:nvSpPr>
        <p:spPr>
          <a:xfrm>
            <a:off x="65648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8" name="01_find_only_1527">
            <a:extLst>
              <a:ext uri="{FF2B5EF4-FFF2-40B4-BE49-F238E27FC236}">
                <a16:creationId xmlns:a16="http://schemas.microsoft.com/office/drawing/2014/main" id="{A3AFE284-3877-42CC-AAD2-9344AA332E2C}"/>
              </a:ext>
            </a:extLst>
          </p:cNvPr>
          <p:cNvSpPr>
            <a:spLocks noGrp="1"/>
          </p:cNvSpPr>
          <p:nvPr/>
        </p:nvSpPr>
        <p:spPr>
          <a:xfrm>
            <a:off x="6609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9" name="01_find_only_1528">
            <a:extLst>
              <a:ext uri="{FF2B5EF4-FFF2-40B4-BE49-F238E27FC236}">
                <a16:creationId xmlns:a16="http://schemas.microsoft.com/office/drawing/2014/main" id="{1908E2F0-86C7-42FE-B4EB-DD7202397A8A}"/>
              </a:ext>
            </a:extLst>
          </p:cNvPr>
          <p:cNvSpPr>
            <a:spLocks noGrp="1"/>
          </p:cNvSpPr>
          <p:nvPr/>
        </p:nvSpPr>
        <p:spPr>
          <a:xfrm>
            <a:off x="65651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0" name="01_find_only_1529">
            <a:extLst>
              <a:ext uri="{FF2B5EF4-FFF2-40B4-BE49-F238E27FC236}">
                <a16:creationId xmlns:a16="http://schemas.microsoft.com/office/drawing/2014/main" id="{5ED163A9-CD7C-4D79-99E0-D0202FC5680B}"/>
              </a:ext>
            </a:extLst>
          </p:cNvPr>
          <p:cNvSpPr>
            <a:spLocks noGrp="1"/>
          </p:cNvSpPr>
          <p:nvPr/>
        </p:nvSpPr>
        <p:spPr>
          <a:xfrm>
            <a:off x="65544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1" name="01_find_only_1530">
            <a:extLst>
              <a:ext uri="{FF2B5EF4-FFF2-40B4-BE49-F238E27FC236}">
                <a16:creationId xmlns:a16="http://schemas.microsoft.com/office/drawing/2014/main" id="{D4D2D40F-A54A-41EB-ACEC-3287013908BF}"/>
              </a:ext>
            </a:extLst>
          </p:cNvPr>
          <p:cNvSpPr>
            <a:spLocks noGrp="1"/>
          </p:cNvSpPr>
          <p:nvPr/>
        </p:nvSpPr>
        <p:spPr>
          <a:xfrm>
            <a:off x="6629224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2" name="01_find_only_1531">
            <a:extLst>
              <a:ext uri="{FF2B5EF4-FFF2-40B4-BE49-F238E27FC236}">
                <a16:creationId xmlns:a16="http://schemas.microsoft.com/office/drawing/2014/main" id="{3204F205-CB5E-405D-B550-7E115EF57D0A}"/>
              </a:ext>
            </a:extLst>
          </p:cNvPr>
          <p:cNvSpPr>
            <a:spLocks noGrp="1"/>
          </p:cNvSpPr>
          <p:nvPr/>
        </p:nvSpPr>
        <p:spPr>
          <a:xfrm>
            <a:off x="66491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3" name="01_find_only_1532">
            <a:extLst>
              <a:ext uri="{FF2B5EF4-FFF2-40B4-BE49-F238E27FC236}">
                <a16:creationId xmlns:a16="http://schemas.microsoft.com/office/drawing/2014/main" id="{0D3561FE-1A7E-4FB1-91E0-50CAD757BE01}"/>
              </a:ext>
            </a:extLst>
          </p:cNvPr>
          <p:cNvSpPr>
            <a:spLocks noGrp="1"/>
          </p:cNvSpPr>
          <p:nvPr/>
        </p:nvSpPr>
        <p:spPr>
          <a:xfrm>
            <a:off x="659065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4" name="01_find_only_1533">
            <a:extLst>
              <a:ext uri="{FF2B5EF4-FFF2-40B4-BE49-F238E27FC236}">
                <a16:creationId xmlns:a16="http://schemas.microsoft.com/office/drawing/2014/main" id="{7A8F1E10-B84F-492B-BBE1-653FD98E5BB2}"/>
              </a:ext>
            </a:extLst>
          </p:cNvPr>
          <p:cNvSpPr>
            <a:spLocks noGrp="1"/>
          </p:cNvSpPr>
          <p:nvPr/>
        </p:nvSpPr>
        <p:spPr>
          <a:xfrm>
            <a:off x="66438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5" name="01_find_only_1534">
            <a:extLst>
              <a:ext uri="{FF2B5EF4-FFF2-40B4-BE49-F238E27FC236}">
                <a16:creationId xmlns:a16="http://schemas.microsoft.com/office/drawing/2014/main" id="{8C9C8C65-17D4-403B-9A0F-3812504F0E37}"/>
              </a:ext>
            </a:extLst>
          </p:cNvPr>
          <p:cNvSpPr>
            <a:spLocks noGrp="1"/>
          </p:cNvSpPr>
          <p:nvPr/>
        </p:nvSpPr>
        <p:spPr>
          <a:xfrm>
            <a:off x="657472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6" name="01_find_only_1535">
            <a:extLst>
              <a:ext uri="{FF2B5EF4-FFF2-40B4-BE49-F238E27FC236}">
                <a16:creationId xmlns:a16="http://schemas.microsoft.com/office/drawing/2014/main" id="{FB2FC725-7E9D-4739-A240-3F76CAF451C9}"/>
              </a:ext>
            </a:extLst>
          </p:cNvPr>
          <p:cNvSpPr>
            <a:spLocks noGrp="1"/>
          </p:cNvSpPr>
          <p:nvPr/>
        </p:nvSpPr>
        <p:spPr>
          <a:xfrm>
            <a:off x="65931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7" name="01_find_only_1536">
            <a:extLst>
              <a:ext uri="{FF2B5EF4-FFF2-40B4-BE49-F238E27FC236}">
                <a16:creationId xmlns:a16="http://schemas.microsoft.com/office/drawing/2014/main" id="{C1875097-95CA-48C0-B496-C56FD0715C44}"/>
              </a:ext>
            </a:extLst>
          </p:cNvPr>
          <p:cNvSpPr>
            <a:spLocks noGrp="1"/>
          </p:cNvSpPr>
          <p:nvPr/>
        </p:nvSpPr>
        <p:spPr>
          <a:xfrm>
            <a:off x="6622132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8" name="01_find_only_1537">
            <a:extLst>
              <a:ext uri="{FF2B5EF4-FFF2-40B4-BE49-F238E27FC236}">
                <a16:creationId xmlns:a16="http://schemas.microsoft.com/office/drawing/2014/main" id="{22F6BA22-BFF1-492D-8642-E994FB0D58AB}"/>
              </a:ext>
            </a:extLst>
          </p:cNvPr>
          <p:cNvSpPr>
            <a:spLocks noGrp="1"/>
          </p:cNvSpPr>
          <p:nvPr/>
        </p:nvSpPr>
        <p:spPr>
          <a:xfrm>
            <a:off x="66395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9" name="01_find_only_1538">
            <a:extLst>
              <a:ext uri="{FF2B5EF4-FFF2-40B4-BE49-F238E27FC236}">
                <a16:creationId xmlns:a16="http://schemas.microsoft.com/office/drawing/2014/main" id="{ED38E62F-E7ED-4CAF-94F4-566BA806B9D9}"/>
              </a:ext>
            </a:extLst>
          </p:cNvPr>
          <p:cNvSpPr>
            <a:spLocks noGrp="1"/>
          </p:cNvSpPr>
          <p:nvPr/>
        </p:nvSpPr>
        <p:spPr>
          <a:xfrm>
            <a:off x="66489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0" name="01_find_only_1539">
            <a:extLst>
              <a:ext uri="{FF2B5EF4-FFF2-40B4-BE49-F238E27FC236}">
                <a16:creationId xmlns:a16="http://schemas.microsoft.com/office/drawing/2014/main" id="{873BD3CD-33C7-42A7-B662-7A7C3E45267D}"/>
              </a:ext>
            </a:extLst>
          </p:cNvPr>
          <p:cNvSpPr>
            <a:spLocks noGrp="1"/>
          </p:cNvSpPr>
          <p:nvPr/>
        </p:nvSpPr>
        <p:spPr>
          <a:xfrm>
            <a:off x="66154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1" name="01_find_only_1540">
            <a:extLst>
              <a:ext uri="{FF2B5EF4-FFF2-40B4-BE49-F238E27FC236}">
                <a16:creationId xmlns:a16="http://schemas.microsoft.com/office/drawing/2014/main" id="{A560A109-B010-4581-A720-3236A58314C6}"/>
              </a:ext>
            </a:extLst>
          </p:cNvPr>
          <p:cNvSpPr>
            <a:spLocks noGrp="1"/>
          </p:cNvSpPr>
          <p:nvPr/>
        </p:nvSpPr>
        <p:spPr>
          <a:xfrm>
            <a:off x="6557818" y="36561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2" name="01_find_only_1541">
            <a:extLst>
              <a:ext uri="{FF2B5EF4-FFF2-40B4-BE49-F238E27FC236}">
                <a16:creationId xmlns:a16="http://schemas.microsoft.com/office/drawing/2014/main" id="{FEA8A4B1-C93A-46B0-884A-BE60E0E391C4}"/>
              </a:ext>
            </a:extLst>
          </p:cNvPr>
          <p:cNvSpPr>
            <a:spLocks noGrp="1"/>
          </p:cNvSpPr>
          <p:nvPr/>
        </p:nvSpPr>
        <p:spPr>
          <a:xfrm>
            <a:off x="657219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3" name="01_find_only_1542">
            <a:extLst>
              <a:ext uri="{FF2B5EF4-FFF2-40B4-BE49-F238E27FC236}">
                <a16:creationId xmlns:a16="http://schemas.microsoft.com/office/drawing/2014/main" id="{A986AB60-6566-48D2-8CAE-A8C3C4AC562A}"/>
              </a:ext>
            </a:extLst>
          </p:cNvPr>
          <p:cNvSpPr>
            <a:spLocks noGrp="1"/>
          </p:cNvSpPr>
          <p:nvPr/>
        </p:nvSpPr>
        <p:spPr>
          <a:xfrm>
            <a:off x="65785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4" name="01_find_only_1543">
            <a:extLst>
              <a:ext uri="{FF2B5EF4-FFF2-40B4-BE49-F238E27FC236}">
                <a16:creationId xmlns:a16="http://schemas.microsoft.com/office/drawing/2014/main" id="{8D82852E-8334-4890-B377-76EAE881552B}"/>
              </a:ext>
            </a:extLst>
          </p:cNvPr>
          <p:cNvSpPr>
            <a:spLocks noGrp="1"/>
          </p:cNvSpPr>
          <p:nvPr/>
        </p:nvSpPr>
        <p:spPr>
          <a:xfrm>
            <a:off x="65576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5" name="01_find_only_1544">
            <a:extLst>
              <a:ext uri="{FF2B5EF4-FFF2-40B4-BE49-F238E27FC236}">
                <a16:creationId xmlns:a16="http://schemas.microsoft.com/office/drawing/2014/main" id="{020352ED-A7D5-4A99-A811-21E8D79BCFAC}"/>
              </a:ext>
            </a:extLst>
          </p:cNvPr>
          <p:cNvSpPr>
            <a:spLocks noGrp="1"/>
          </p:cNvSpPr>
          <p:nvPr/>
        </p:nvSpPr>
        <p:spPr>
          <a:xfrm>
            <a:off x="6557041" y="39416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6" name="01_find_only_1545">
            <a:extLst>
              <a:ext uri="{FF2B5EF4-FFF2-40B4-BE49-F238E27FC236}">
                <a16:creationId xmlns:a16="http://schemas.microsoft.com/office/drawing/2014/main" id="{C481C1CC-6BC4-40C2-87F2-B721205C539A}"/>
              </a:ext>
            </a:extLst>
          </p:cNvPr>
          <p:cNvSpPr>
            <a:spLocks noGrp="1"/>
          </p:cNvSpPr>
          <p:nvPr/>
        </p:nvSpPr>
        <p:spPr>
          <a:xfrm>
            <a:off x="65758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7" name="01_find_only_1546">
            <a:extLst>
              <a:ext uri="{FF2B5EF4-FFF2-40B4-BE49-F238E27FC236}">
                <a16:creationId xmlns:a16="http://schemas.microsoft.com/office/drawing/2014/main" id="{AB1B2CFC-8CCD-434C-AE33-637EEA231117}"/>
              </a:ext>
            </a:extLst>
          </p:cNvPr>
          <p:cNvSpPr>
            <a:spLocks noGrp="1"/>
          </p:cNvSpPr>
          <p:nvPr/>
        </p:nvSpPr>
        <p:spPr>
          <a:xfrm>
            <a:off x="66125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8" name="01_find_only_1547">
            <a:extLst>
              <a:ext uri="{FF2B5EF4-FFF2-40B4-BE49-F238E27FC236}">
                <a16:creationId xmlns:a16="http://schemas.microsoft.com/office/drawing/2014/main" id="{BE6DAB3E-8F94-4680-AC51-9F64C39D226A}"/>
              </a:ext>
            </a:extLst>
          </p:cNvPr>
          <p:cNvSpPr>
            <a:spLocks noGrp="1"/>
          </p:cNvSpPr>
          <p:nvPr/>
        </p:nvSpPr>
        <p:spPr>
          <a:xfrm>
            <a:off x="65707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9" name="01_find_only_1548">
            <a:extLst>
              <a:ext uri="{FF2B5EF4-FFF2-40B4-BE49-F238E27FC236}">
                <a16:creationId xmlns:a16="http://schemas.microsoft.com/office/drawing/2014/main" id="{2B2D1E64-BFFB-49E9-9481-5450AC69F523}"/>
              </a:ext>
            </a:extLst>
          </p:cNvPr>
          <p:cNvSpPr>
            <a:spLocks noGrp="1"/>
          </p:cNvSpPr>
          <p:nvPr/>
        </p:nvSpPr>
        <p:spPr>
          <a:xfrm>
            <a:off x="65998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0" name="01_find_only_1549">
            <a:extLst>
              <a:ext uri="{FF2B5EF4-FFF2-40B4-BE49-F238E27FC236}">
                <a16:creationId xmlns:a16="http://schemas.microsoft.com/office/drawing/2014/main" id="{FA8EC274-4A59-46EA-8E1D-7CE3A9DF7275}"/>
              </a:ext>
            </a:extLst>
          </p:cNvPr>
          <p:cNvSpPr>
            <a:spLocks noGrp="1"/>
          </p:cNvSpPr>
          <p:nvPr/>
        </p:nvSpPr>
        <p:spPr>
          <a:xfrm>
            <a:off x="65895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1" name="01_find_only_1550">
            <a:extLst>
              <a:ext uri="{FF2B5EF4-FFF2-40B4-BE49-F238E27FC236}">
                <a16:creationId xmlns:a16="http://schemas.microsoft.com/office/drawing/2014/main" id="{D7EF2052-B368-4A58-8543-7B80276BF006}"/>
              </a:ext>
            </a:extLst>
          </p:cNvPr>
          <p:cNvSpPr>
            <a:spLocks noGrp="1"/>
          </p:cNvSpPr>
          <p:nvPr/>
        </p:nvSpPr>
        <p:spPr>
          <a:xfrm>
            <a:off x="66377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2" name="01_find_only_1551">
            <a:extLst>
              <a:ext uri="{FF2B5EF4-FFF2-40B4-BE49-F238E27FC236}">
                <a16:creationId xmlns:a16="http://schemas.microsoft.com/office/drawing/2014/main" id="{4ACAC366-C26E-49DC-861E-F4C34A7A68DA}"/>
              </a:ext>
            </a:extLst>
          </p:cNvPr>
          <p:cNvSpPr>
            <a:spLocks noGrp="1"/>
          </p:cNvSpPr>
          <p:nvPr/>
        </p:nvSpPr>
        <p:spPr>
          <a:xfrm>
            <a:off x="6579968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3" name="01_find_only_1552">
            <a:extLst>
              <a:ext uri="{FF2B5EF4-FFF2-40B4-BE49-F238E27FC236}">
                <a16:creationId xmlns:a16="http://schemas.microsoft.com/office/drawing/2014/main" id="{37FC003F-531D-4703-AF85-8B10CE5C55EF}"/>
              </a:ext>
            </a:extLst>
          </p:cNvPr>
          <p:cNvSpPr>
            <a:spLocks noGrp="1"/>
          </p:cNvSpPr>
          <p:nvPr/>
        </p:nvSpPr>
        <p:spPr>
          <a:xfrm>
            <a:off x="66198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4" name="01_find_only_1553">
            <a:extLst>
              <a:ext uri="{FF2B5EF4-FFF2-40B4-BE49-F238E27FC236}">
                <a16:creationId xmlns:a16="http://schemas.microsoft.com/office/drawing/2014/main" id="{E8A4E70B-0C42-41DA-B2FB-B1AFD4A1830B}"/>
              </a:ext>
            </a:extLst>
          </p:cNvPr>
          <p:cNvSpPr>
            <a:spLocks noGrp="1"/>
          </p:cNvSpPr>
          <p:nvPr/>
        </p:nvSpPr>
        <p:spPr>
          <a:xfrm>
            <a:off x="66223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5" name="01_find_only_1554">
            <a:extLst>
              <a:ext uri="{FF2B5EF4-FFF2-40B4-BE49-F238E27FC236}">
                <a16:creationId xmlns:a16="http://schemas.microsoft.com/office/drawing/2014/main" id="{E7380294-B2C6-4B25-AAAB-4D05FFC76FFC}"/>
              </a:ext>
            </a:extLst>
          </p:cNvPr>
          <p:cNvSpPr>
            <a:spLocks noGrp="1"/>
          </p:cNvSpPr>
          <p:nvPr/>
        </p:nvSpPr>
        <p:spPr>
          <a:xfrm>
            <a:off x="655733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6" name="01_find_only_1555">
            <a:extLst>
              <a:ext uri="{FF2B5EF4-FFF2-40B4-BE49-F238E27FC236}">
                <a16:creationId xmlns:a16="http://schemas.microsoft.com/office/drawing/2014/main" id="{3BFF4073-0260-41B4-A78C-254B5359E77F}"/>
              </a:ext>
            </a:extLst>
          </p:cNvPr>
          <p:cNvSpPr>
            <a:spLocks noGrp="1"/>
          </p:cNvSpPr>
          <p:nvPr/>
        </p:nvSpPr>
        <p:spPr>
          <a:xfrm>
            <a:off x="66365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7" name="01_find_only_1556">
            <a:extLst>
              <a:ext uri="{FF2B5EF4-FFF2-40B4-BE49-F238E27FC236}">
                <a16:creationId xmlns:a16="http://schemas.microsoft.com/office/drawing/2014/main" id="{6637560E-5984-49D3-88A3-852626CAB0A9}"/>
              </a:ext>
            </a:extLst>
          </p:cNvPr>
          <p:cNvSpPr>
            <a:spLocks noGrp="1"/>
          </p:cNvSpPr>
          <p:nvPr/>
        </p:nvSpPr>
        <p:spPr>
          <a:xfrm>
            <a:off x="65550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8" name="01_find_only_1557">
            <a:extLst>
              <a:ext uri="{FF2B5EF4-FFF2-40B4-BE49-F238E27FC236}">
                <a16:creationId xmlns:a16="http://schemas.microsoft.com/office/drawing/2014/main" id="{A74D8028-DFC3-4F67-9013-4B32DFB705C1}"/>
              </a:ext>
            </a:extLst>
          </p:cNvPr>
          <p:cNvSpPr>
            <a:spLocks noGrp="1"/>
          </p:cNvSpPr>
          <p:nvPr/>
        </p:nvSpPr>
        <p:spPr>
          <a:xfrm>
            <a:off x="66363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9" name="01_find_only_1558">
            <a:extLst>
              <a:ext uri="{FF2B5EF4-FFF2-40B4-BE49-F238E27FC236}">
                <a16:creationId xmlns:a16="http://schemas.microsoft.com/office/drawing/2014/main" id="{3AEBB5E2-FB39-4782-A742-58997E985EC7}"/>
              </a:ext>
            </a:extLst>
          </p:cNvPr>
          <p:cNvSpPr>
            <a:spLocks noGrp="1"/>
          </p:cNvSpPr>
          <p:nvPr/>
        </p:nvSpPr>
        <p:spPr>
          <a:xfrm>
            <a:off x="66457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0" name="01_find_only_1559">
            <a:extLst>
              <a:ext uri="{FF2B5EF4-FFF2-40B4-BE49-F238E27FC236}">
                <a16:creationId xmlns:a16="http://schemas.microsoft.com/office/drawing/2014/main" id="{B7D216B8-E47D-418F-8233-BC25BEFC303A}"/>
              </a:ext>
            </a:extLst>
          </p:cNvPr>
          <p:cNvSpPr>
            <a:spLocks noGrp="1"/>
          </p:cNvSpPr>
          <p:nvPr/>
        </p:nvSpPr>
        <p:spPr>
          <a:xfrm>
            <a:off x="66130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1" name="01_find_only_1560">
            <a:extLst>
              <a:ext uri="{FF2B5EF4-FFF2-40B4-BE49-F238E27FC236}">
                <a16:creationId xmlns:a16="http://schemas.microsoft.com/office/drawing/2014/main" id="{2114FDBC-AAF5-4CDF-B9B6-979F9EE85AEE}"/>
              </a:ext>
            </a:extLst>
          </p:cNvPr>
          <p:cNvSpPr>
            <a:spLocks noGrp="1"/>
          </p:cNvSpPr>
          <p:nvPr/>
        </p:nvSpPr>
        <p:spPr>
          <a:xfrm>
            <a:off x="65839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2" name="01_find_only_1561">
            <a:extLst>
              <a:ext uri="{FF2B5EF4-FFF2-40B4-BE49-F238E27FC236}">
                <a16:creationId xmlns:a16="http://schemas.microsoft.com/office/drawing/2014/main" id="{F312ECD0-E620-4B62-9DCF-75EE22E24FFB}"/>
              </a:ext>
            </a:extLst>
          </p:cNvPr>
          <p:cNvSpPr>
            <a:spLocks noGrp="1"/>
          </p:cNvSpPr>
          <p:nvPr/>
        </p:nvSpPr>
        <p:spPr>
          <a:xfrm>
            <a:off x="662465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3" name="01_find_only_1562">
            <a:extLst>
              <a:ext uri="{FF2B5EF4-FFF2-40B4-BE49-F238E27FC236}">
                <a16:creationId xmlns:a16="http://schemas.microsoft.com/office/drawing/2014/main" id="{E5FA5484-BE3B-4D39-AB87-93EC6CFC92DE}"/>
              </a:ext>
            </a:extLst>
          </p:cNvPr>
          <p:cNvSpPr>
            <a:spLocks noGrp="1"/>
          </p:cNvSpPr>
          <p:nvPr/>
        </p:nvSpPr>
        <p:spPr>
          <a:xfrm>
            <a:off x="65752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4" name="01_find_only_1563">
            <a:extLst>
              <a:ext uri="{FF2B5EF4-FFF2-40B4-BE49-F238E27FC236}">
                <a16:creationId xmlns:a16="http://schemas.microsoft.com/office/drawing/2014/main" id="{AE5F9175-27BA-4DB6-9A8D-9252A5C3F6D2}"/>
              </a:ext>
            </a:extLst>
          </p:cNvPr>
          <p:cNvSpPr>
            <a:spLocks noGrp="1"/>
          </p:cNvSpPr>
          <p:nvPr/>
        </p:nvSpPr>
        <p:spPr>
          <a:xfrm>
            <a:off x="66001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5" name="01_find_only_1564">
            <a:extLst>
              <a:ext uri="{FF2B5EF4-FFF2-40B4-BE49-F238E27FC236}">
                <a16:creationId xmlns:a16="http://schemas.microsoft.com/office/drawing/2014/main" id="{072E8CF9-4F49-440C-A755-F4CBE1A4A04D}"/>
              </a:ext>
            </a:extLst>
          </p:cNvPr>
          <p:cNvSpPr>
            <a:spLocks noGrp="1"/>
          </p:cNvSpPr>
          <p:nvPr/>
        </p:nvSpPr>
        <p:spPr>
          <a:xfrm>
            <a:off x="66001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6" name="01_find_only_1565">
            <a:extLst>
              <a:ext uri="{FF2B5EF4-FFF2-40B4-BE49-F238E27FC236}">
                <a16:creationId xmlns:a16="http://schemas.microsoft.com/office/drawing/2014/main" id="{0BE2F6D3-95CD-432F-84F8-AFF7DDC37A8B}"/>
              </a:ext>
            </a:extLst>
          </p:cNvPr>
          <p:cNvSpPr>
            <a:spLocks noGrp="1"/>
          </p:cNvSpPr>
          <p:nvPr/>
        </p:nvSpPr>
        <p:spPr>
          <a:xfrm>
            <a:off x="65710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7" name="01_find_only_1566">
            <a:extLst>
              <a:ext uri="{FF2B5EF4-FFF2-40B4-BE49-F238E27FC236}">
                <a16:creationId xmlns:a16="http://schemas.microsoft.com/office/drawing/2014/main" id="{505138F3-D935-4821-BE1E-C3B524B3D70A}"/>
              </a:ext>
            </a:extLst>
          </p:cNvPr>
          <p:cNvSpPr>
            <a:spLocks noGrp="1"/>
          </p:cNvSpPr>
          <p:nvPr/>
        </p:nvSpPr>
        <p:spPr>
          <a:xfrm>
            <a:off x="66387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8" name="01_find_only_1567">
            <a:extLst>
              <a:ext uri="{FF2B5EF4-FFF2-40B4-BE49-F238E27FC236}">
                <a16:creationId xmlns:a16="http://schemas.microsoft.com/office/drawing/2014/main" id="{E579A8E7-BC2D-436D-8530-988BD728E501}"/>
              </a:ext>
            </a:extLst>
          </p:cNvPr>
          <p:cNvSpPr>
            <a:spLocks noGrp="1"/>
          </p:cNvSpPr>
          <p:nvPr/>
        </p:nvSpPr>
        <p:spPr>
          <a:xfrm>
            <a:off x="658560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9" name="01_find_only_1568">
            <a:extLst>
              <a:ext uri="{FF2B5EF4-FFF2-40B4-BE49-F238E27FC236}">
                <a16:creationId xmlns:a16="http://schemas.microsoft.com/office/drawing/2014/main" id="{03482C76-FCB8-4FE3-BBC2-929FB6A6DC0E}"/>
              </a:ext>
            </a:extLst>
          </p:cNvPr>
          <p:cNvSpPr>
            <a:spLocks noGrp="1"/>
          </p:cNvSpPr>
          <p:nvPr/>
        </p:nvSpPr>
        <p:spPr>
          <a:xfrm>
            <a:off x="65950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0" name="01_find_only_1569">
            <a:extLst>
              <a:ext uri="{FF2B5EF4-FFF2-40B4-BE49-F238E27FC236}">
                <a16:creationId xmlns:a16="http://schemas.microsoft.com/office/drawing/2014/main" id="{A7552A18-69CE-4DDD-AED0-96FEB2102FB8}"/>
              </a:ext>
            </a:extLst>
          </p:cNvPr>
          <p:cNvSpPr>
            <a:spLocks noGrp="1"/>
          </p:cNvSpPr>
          <p:nvPr/>
        </p:nvSpPr>
        <p:spPr>
          <a:xfrm>
            <a:off x="66480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1" name="01_find_only_1570">
            <a:extLst>
              <a:ext uri="{FF2B5EF4-FFF2-40B4-BE49-F238E27FC236}">
                <a16:creationId xmlns:a16="http://schemas.microsoft.com/office/drawing/2014/main" id="{3C5BE689-FE1A-4E1E-B882-A0B825CA92E8}"/>
              </a:ext>
            </a:extLst>
          </p:cNvPr>
          <p:cNvSpPr>
            <a:spLocks noGrp="1"/>
          </p:cNvSpPr>
          <p:nvPr/>
        </p:nvSpPr>
        <p:spPr>
          <a:xfrm>
            <a:off x="66189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2" name="01_find_only_1571">
            <a:extLst>
              <a:ext uri="{FF2B5EF4-FFF2-40B4-BE49-F238E27FC236}">
                <a16:creationId xmlns:a16="http://schemas.microsoft.com/office/drawing/2014/main" id="{DD9462BD-06BA-44C3-987A-E3E52DBEF49D}"/>
              </a:ext>
            </a:extLst>
          </p:cNvPr>
          <p:cNvSpPr>
            <a:spLocks noGrp="1"/>
          </p:cNvSpPr>
          <p:nvPr/>
        </p:nvSpPr>
        <p:spPr>
          <a:xfrm>
            <a:off x="664457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3" name="01_find_only_1572">
            <a:extLst>
              <a:ext uri="{FF2B5EF4-FFF2-40B4-BE49-F238E27FC236}">
                <a16:creationId xmlns:a16="http://schemas.microsoft.com/office/drawing/2014/main" id="{C4634DE8-E67A-42D2-9770-70635F25A027}"/>
              </a:ext>
            </a:extLst>
          </p:cNvPr>
          <p:cNvSpPr>
            <a:spLocks noGrp="1"/>
          </p:cNvSpPr>
          <p:nvPr/>
        </p:nvSpPr>
        <p:spPr>
          <a:xfrm>
            <a:off x="65586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4" name="01_find_only_1573">
            <a:extLst>
              <a:ext uri="{FF2B5EF4-FFF2-40B4-BE49-F238E27FC236}">
                <a16:creationId xmlns:a16="http://schemas.microsoft.com/office/drawing/2014/main" id="{40936605-A8E2-4C70-A2B1-B1F02BA19583}"/>
              </a:ext>
            </a:extLst>
          </p:cNvPr>
          <p:cNvSpPr>
            <a:spLocks noGrp="1"/>
          </p:cNvSpPr>
          <p:nvPr/>
        </p:nvSpPr>
        <p:spPr>
          <a:xfrm>
            <a:off x="66373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5" name="01_find_only_1574">
            <a:extLst>
              <a:ext uri="{FF2B5EF4-FFF2-40B4-BE49-F238E27FC236}">
                <a16:creationId xmlns:a16="http://schemas.microsoft.com/office/drawing/2014/main" id="{DE977B93-1F96-4775-916B-70FB519C3FB7}"/>
              </a:ext>
            </a:extLst>
          </p:cNvPr>
          <p:cNvSpPr>
            <a:spLocks noGrp="1"/>
          </p:cNvSpPr>
          <p:nvPr/>
        </p:nvSpPr>
        <p:spPr>
          <a:xfrm>
            <a:off x="66245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6" name="01_find_only_1575">
            <a:extLst>
              <a:ext uri="{FF2B5EF4-FFF2-40B4-BE49-F238E27FC236}">
                <a16:creationId xmlns:a16="http://schemas.microsoft.com/office/drawing/2014/main" id="{CD33D72C-1EE0-4A8B-BB50-DBF28935730A}"/>
              </a:ext>
            </a:extLst>
          </p:cNvPr>
          <p:cNvSpPr>
            <a:spLocks noGrp="1"/>
          </p:cNvSpPr>
          <p:nvPr/>
        </p:nvSpPr>
        <p:spPr>
          <a:xfrm>
            <a:off x="65910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7" name="01_find_only_1576">
            <a:extLst>
              <a:ext uri="{FF2B5EF4-FFF2-40B4-BE49-F238E27FC236}">
                <a16:creationId xmlns:a16="http://schemas.microsoft.com/office/drawing/2014/main" id="{5CC83F4F-94D6-4F3E-B8C4-E457A6F30EC1}"/>
              </a:ext>
            </a:extLst>
          </p:cNvPr>
          <p:cNvSpPr>
            <a:spLocks noGrp="1"/>
          </p:cNvSpPr>
          <p:nvPr/>
        </p:nvSpPr>
        <p:spPr>
          <a:xfrm>
            <a:off x="66283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8" name="01_find_only_1577">
            <a:extLst>
              <a:ext uri="{FF2B5EF4-FFF2-40B4-BE49-F238E27FC236}">
                <a16:creationId xmlns:a16="http://schemas.microsoft.com/office/drawing/2014/main" id="{02D1B69D-4C5C-491D-819B-4C0FF8E7206F}"/>
              </a:ext>
            </a:extLst>
          </p:cNvPr>
          <p:cNvSpPr>
            <a:spLocks noGrp="1"/>
          </p:cNvSpPr>
          <p:nvPr/>
        </p:nvSpPr>
        <p:spPr>
          <a:xfrm>
            <a:off x="664855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9" name="01_find_only_1578">
            <a:extLst>
              <a:ext uri="{FF2B5EF4-FFF2-40B4-BE49-F238E27FC236}">
                <a16:creationId xmlns:a16="http://schemas.microsoft.com/office/drawing/2014/main" id="{8B87B8AB-1238-4EEF-899C-D6CF37070E19}"/>
              </a:ext>
            </a:extLst>
          </p:cNvPr>
          <p:cNvSpPr>
            <a:spLocks noGrp="1"/>
          </p:cNvSpPr>
          <p:nvPr/>
        </p:nvSpPr>
        <p:spPr>
          <a:xfrm>
            <a:off x="661814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0" name="01_find_only_1579">
            <a:extLst>
              <a:ext uri="{FF2B5EF4-FFF2-40B4-BE49-F238E27FC236}">
                <a16:creationId xmlns:a16="http://schemas.microsoft.com/office/drawing/2014/main" id="{03B33D5C-B09A-410B-A776-52212F16E9EA}"/>
              </a:ext>
            </a:extLst>
          </p:cNvPr>
          <p:cNvSpPr>
            <a:spLocks noGrp="1"/>
          </p:cNvSpPr>
          <p:nvPr/>
        </p:nvSpPr>
        <p:spPr>
          <a:xfrm>
            <a:off x="66256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1" name="01_find_only_1580">
            <a:extLst>
              <a:ext uri="{FF2B5EF4-FFF2-40B4-BE49-F238E27FC236}">
                <a16:creationId xmlns:a16="http://schemas.microsoft.com/office/drawing/2014/main" id="{688F0669-3964-461F-A181-C7417F7CD77C}"/>
              </a:ext>
            </a:extLst>
          </p:cNvPr>
          <p:cNvSpPr>
            <a:spLocks noGrp="1"/>
          </p:cNvSpPr>
          <p:nvPr/>
        </p:nvSpPr>
        <p:spPr>
          <a:xfrm>
            <a:off x="662475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2" name="01_find_only_1581">
            <a:extLst>
              <a:ext uri="{FF2B5EF4-FFF2-40B4-BE49-F238E27FC236}">
                <a16:creationId xmlns:a16="http://schemas.microsoft.com/office/drawing/2014/main" id="{CF0374F6-EE76-4DCB-A4EB-37D03D496EBD}"/>
              </a:ext>
            </a:extLst>
          </p:cNvPr>
          <p:cNvSpPr>
            <a:spLocks noGrp="1"/>
          </p:cNvSpPr>
          <p:nvPr/>
        </p:nvSpPr>
        <p:spPr>
          <a:xfrm>
            <a:off x="66092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3" name="01_find_only_1582">
            <a:extLst>
              <a:ext uri="{FF2B5EF4-FFF2-40B4-BE49-F238E27FC236}">
                <a16:creationId xmlns:a16="http://schemas.microsoft.com/office/drawing/2014/main" id="{7BF42223-5E98-4616-B959-0181DB1D51E5}"/>
              </a:ext>
            </a:extLst>
          </p:cNvPr>
          <p:cNvSpPr>
            <a:spLocks noGrp="1"/>
          </p:cNvSpPr>
          <p:nvPr/>
        </p:nvSpPr>
        <p:spPr>
          <a:xfrm>
            <a:off x="6582105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4" name="01_find_only_1583">
            <a:extLst>
              <a:ext uri="{FF2B5EF4-FFF2-40B4-BE49-F238E27FC236}">
                <a16:creationId xmlns:a16="http://schemas.microsoft.com/office/drawing/2014/main" id="{D2769C27-60F1-40A4-A030-98049FC74EAB}"/>
              </a:ext>
            </a:extLst>
          </p:cNvPr>
          <p:cNvSpPr>
            <a:spLocks noGrp="1"/>
          </p:cNvSpPr>
          <p:nvPr/>
        </p:nvSpPr>
        <p:spPr>
          <a:xfrm>
            <a:off x="66417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5" name="01_find_only_1584">
            <a:extLst>
              <a:ext uri="{FF2B5EF4-FFF2-40B4-BE49-F238E27FC236}">
                <a16:creationId xmlns:a16="http://schemas.microsoft.com/office/drawing/2014/main" id="{9BD40047-972D-4C84-A56E-49D36886401A}"/>
              </a:ext>
            </a:extLst>
          </p:cNvPr>
          <p:cNvSpPr>
            <a:spLocks noGrp="1"/>
          </p:cNvSpPr>
          <p:nvPr/>
        </p:nvSpPr>
        <p:spPr>
          <a:xfrm>
            <a:off x="657180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6" name="01_find_only_1585">
            <a:extLst>
              <a:ext uri="{FF2B5EF4-FFF2-40B4-BE49-F238E27FC236}">
                <a16:creationId xmlns:a16="http://schemas.microsoft.com/office/drawing/2014/main" id="{6BC055DA-F971-4481-B487-F9389A34F284}"/>
              </a:ext>
            </a:extLst>
          </p:cNvPr>
          <p:cNvSpPr>
            <a:spLocks noGrp="1"/>
          </p:cNvSpPr>
          <p:nvPr/>
        </p:nvSpPr>
        <p:spPr>
          <a:xfrm>
            <a:off x="65710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7" name="01_find_only_1586">
            <a:extLst>
              <a:ext uri="{FF2B5EF4-FFF2-40B4-BE49-F238E27FC236}">
                <a16:creationId xmlns:a16="http://schemas.microsoft.com/office/drawing/2014/main" id="{EB03B157-630B-42F8-B87F-4C462EDAA9BF}"/>
              </a:ext>
            </a:extLst>
          </p:cNvPr>
          <p:cNvSpPr>
            <a:spLocks noGrp="1"/>
          </p:cNvSpPr>
          <p:nvPr/>
        </p:nvSpPr>
        <p:spPr>
          <a:xfrm>
            <a:off x="65754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8" name="01_find_only_1587">
            <a:extLst>
              <a:ext uri="{FF2B5EF4-FFF2-40B4-BE49-F238E27FC236}">
                <a16:creationId xmlns:a16="http://schemas.microsoft.com/office/drawing/2014/main" id="{144B2901-1F3B-4FA4-A250-30C0DDCD57FD}"/>
              </a:ext>
            </a:extLst>
          </p:cNvPr>
          <p:cNvSpPr>
            <a:spLocks noGrp="1"/>
          </p:cNvSpPr>
          <p:nvPr/>
        </p:nvSpPr>
        <p:spPr>
          <a:xfrm>
            <a:off x="664311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9" name="01_find_only_1588">
            <a:extLst>
              <a:ext uri="{FF2B5EF4-FFF2-40B4-BE49-F238E27FC236}">
                <a16:creationId xmlns:a16="http://schemas.microsoft.com/office/drawing/2014/main" id="{B44287A5-D44B-4E9F-8506-D69EA4801D6C}"/>
              </a:ext>
            </a:extLst>
          </p:cNvPr>
          <p:cNvSpPr>
            <a:spLocks noGrp="1"/>
          </p:cNvSpPr>
          <p:nvPr/>
        </p:nvSpPr>
        <p:spPr>
          <a:xfrm>
            <a:off x="66328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0" name="01_find_only_1589">
            <a:extLst>
              <a:ext uri="{FF2B5EF4-FFF2-40B4-BE49-F238E27FC236}">
                <a16:creationId xmlns:a16="http://schemas.microsoft.com/office/drawing/2014/main" id="{CCAD33FC-0522-4598-B6CD-DA507F6367FC}"/>
              </a:ext>
            </a:extLst>
          </p:cNvPr>
          <p:cNvSpPr>
            <a:spLocks noGrp="1"/>
          </p:cNvSpPr>
          <p:nvPr/>
        </p:nvSpPr>
        <p:spPr>
          <a:xfrm>
            <a:off x="663699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1" name="01_find_only_1590">
            <a:extLst>
              <a:ext uri="{FF2B5EF4-FFF2-40B4-BE49-F238E27FC236}">
                <a16:creationId xmlns:a16="http://schemas.microsoft.com/office/drawing/2014/main" id="{30B75EE0-B938-4103-9E82-4EB61E15F244}"/>
              </a:ext>
            </a:extLst>
          </p:cNvPr>
          <p:cNvSpPr>
            <a:spLocks noGrp="1"/>
          </p:cNvSpPr>
          <p:nvPr/>
        </p:nvSpPr>
        <p:spPr>
          <a:xfrm>
            <a:off x="6624949" y="373027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2" name="01_find_only_1591">
            <a:extLst>
              <a:ext uri="{FF2B5EF4-FFF2-40B4-BE49-F238E27FC236}">
                <a16:creationId xmlns:a16="http://schemas.microsoft.com/office/drawing/2014/main" id="{4B6229EF-5AF2-418E-8691-2D5C568C109D}"/>
              </a:ext>
            </a:extLst>
          </p:cNvPr>
          <p:cNvSpPr>
            <a:spLocks noGrp="1"/>
          </p:cNvSpPr>
          <p:nvPr/>
        </p:nvSpPr>
        <p:spPr>
          <a:xfrm>
            <a:off x="663243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3" name="01_find_only_1592">
            <a:extLst>
              <a:ext uri="{FF2B5EF4-FFF2-40B4-BE49-F238E27FC236}">
                <a16:creationId xmlns:a16="http://schemas.microsoft.com/office/drawing/2014/main" id="{FBAE1D83-B4AE-448E-BE77-3E4D711E89AA}"/>
              </a:ext>
            </a:extLst>
          </p:cNvPr>
          <p:cNvSpPr>
            <a:spLocks noGrp="1"/>
          </p:cNvSpPr>
          <p:nvPr/>
        </p:nvSpPr>
        <p:spPr>
          <a:xfrm>
            <a:off x="66407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4" name="01_find_only_1593">
            <a:extLst>
              <a:ext uri="{FF2B5EF4-FFF2-40B4-BE49-F238E27FC236}">
                <a16:creationId xmlns:a16="http://schemas.microsoft.com/office/drawing/2014/main" id="{BAF27644-B825-4F84-AD0B-432E882E98C9}"/>
              </a:ext>
            </a:extLst>
          </p:cNvPr>
          <p:cNvSpPr>
            <a:spLocks noGrp="1"/>
          </p:cNvSpPr>
          <p:nvPr/>
        </p:nvSpPr>
        <p:spPr>
          <a:xfrm>
            <a:off x="65694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5" name="01_find_only_1594">
            <a:extLst>
              <a:ext uri="{FF2B5EF4-FFF2-40B4-BE49-F238E27FC236}">
                <a16:creationId xmlns:a16="http://schemas.microsoft.com/office/drawing/2014/main" id="{C3AFE72F-F723-44FD-821A-D5EA82F30DE7}"/>
              </a:ext>
            </a:extLst>
          </p:cNvPr>
          <p:cNvSpPr>
            <a:spLocks noGrp="1"/>
          </p:cNvSpPr>
          <p:nvPr/>
        </p:nvSpPr>
        <p:spPr>
          <a:xfrm>
            <a:off x="657715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6" name="01_find_only_1595">
            <a:extLst>
              <a:ext uri="{FF2B5EF4-FFF2-40B4-BE49-F238E27FC236}">
                <a16:creationId xmlns:a16="http://schemas.microsoft.com/office/drawing/2014/main" id="{DB93FE92-483E-4BAD-8E8E-28E1D01995E9}"/>
              </a:ext>
            </a:extLst>
          </p:cNvPr>
          <p:cNvSpPr>
            <a:spLocks noGrp="1"/>
          </p:cNvSpPr>
          <p:nvPr/>
        </p:nvSpPr>
        <p:spPr>
          <a:xfrm>
            <a:off x="6623298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7" name="01_find_only_1596">
            <a:extLst>
              <a:ext uri="{FF2B5EF4-FFF2-40B4-BE49-F238E27FC236}">
                <a16:creationId xmlns:a16="http://schemas.microsoft.com/office/drawing/2014/main" id="{404C5293-AE10-4352-870F-08479DCDFCF9}"/>
              </a:ext>
            </a:extLst>
          </p:cNvPr>
          <p:cNvSpPr>
            <a:spLocks noGrp="1"/>
          </p:cNvSpPr>
          <p:nvPr/>
        </p:nvSpPr>
        <p:spPr>
          <a:xfrm>
            <a:off x="65744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8" name="01_find_only_1597">
            <a:extLst>
              <a:ext uri="{FF2B5EF4-FFF2-40B4-BE49-F238E27FC236}">
                <a16:creationId xmlns:a16="http://schemas.microsoft.com/office/drawing/2014/main" id="{2D5AD165-2ABF-4F27-90CD-6E5F74D3E64B}"/>
              </a:ext>
            </a:extLst>
          </p:cNvPr>
          <p:cNvSpPr>
            <a:spLocks noGrp="1"/>
          </p:cNvSpPr>
          <p:nvPr/>
        </p:nvSpPr>
        <p:spPr>
          <a:xfrm>
            <a:off x="6583854" y="367582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9" name="01_find_only_1598">
            <a:extLst>
              <a:ext uri="{FF2B5EF4-FFF2-40B4-BE49-F238E27FC236}">
                <a16:creationId xmlns:a16="http://schemas.microsoft.com/office/drawing/2014/main" id="{FA1F7A90-504C-4FDD-8BD2-D7BF05FC0953}"/>
              </a:ext>
            </a:extLst>
          </p:cNvPr>
          <p:cNvSpPr>
            <a:spLocks noGrp="1"/>
          </p:cNvSpPr>
          <p:nvPr/>
        </p:nvSpPr>
        <p:spPr>
          <a:xfrm>
            <a:off x="65679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0" name="01_find_only_1599">
            <a:extLst>
              <a:ext uri="{FF2B5EF4-FFF2-40B4-BE49-F238E27FC236}">
                <a16:creationId xmlns:a16="http://schemas.microsoft.com/office/drawing/2014/main" id="{AB1863BA-B029-474B-9815-51F152FF66C6}"/>
              </a:ext>
            </a:extLst>
          </p:cNvPr>
          <p:cNvSpPr>
            <a:spLocks noGrp="1"/>
          </p:cNvSpPr>
          <p:nvPr/>
        </p:nvSpPr>
        <p:spPr>
          <a:xfrm>
            <a:off x="65782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1" name="01_find_only_1600">
            <a:extLst>
              <a:ext uri="{FF2B5EF4-FFF2-40B4-BE49-F238E27FC236}">
                <a16:creationId xmlns:a16="http://schemas.microsoft.com/office/drawing/2014/main" id="{80F6B3EA-206C-4FD8-B863-30FBB49A3AEC}"/>
              </a:ext>
            </a:extLst>
          </p:cNvPr>
          <p:cNvSpPr>
            <a:spLocks noGrp="1"/>
          </p:cNvSpPr>
          <p:nvPr/>
        </p:nvSpPr>
        <p:spPr>
          <a:xfrm>
            <a:off x="6582009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2" name="01_find_only_1601">
            <a:extLst>
              <a:ext uri="{FF2B5EF4-FFF2-40B4-BE49-F238E27FC236}">
                <a16:creationId xmlns:a16="http://schemas.microsoft.com/office/drawing/2014/main" id="{D163C168-9478-478A-96F5-78C1A86E2A3D}"/>
              </a:ext>
            </a:extLst>
          </p:cNvPr>
          <p:cNvSpPr>
            <a:spLocks noGrp="1"/>
          </p:cNvSpPr>
          <p:nvPr/>
        </p:nvSpPr>
        <p:spPr>
          <a:xfrm>
            <a:off x="66423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3" name="01_find_only_1602">
            <a:extLst>
              <a:ext uri="{FF2B5EF4-FFF2-40B4-BE49-F238E27FC236}">
                <a16:creationId xmlns:a16="http://schemas.microsoft.com/office/drawing/2014/main" id="{ECF6547C-3032-4A3F-8057-15778B6F7275}"/>
              </a:ext>
            </a:extLst>
          </p:cNvPr>
          <p:cNvSpPr>
            <a:spLocks noGrp="1"/>
          </p:cNvSpPr>
          <p:nvPr/>
        </p:nvSpPr>
        <p:spPr>
          <a:xfrm>
            <a:off x="66011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4" name="01_find_only_1603">
            <a:extLst>
              <a:ext uri="{FF2B5EF4-FFF2-40B4-BE49-F238E27FC236}">
                <a16:creationId xmlns:a16="http://schemas.microsoft.com/office/drawing/2014/main" id="{976E0442-D38F-4821-B316-044F98A16B8D}"/>
              </a:ext>
            </a:extLst>
          </p:cNvPr>
          <p:cNvSpPr>
            <a:spLocks noGrp="1"/>
          </p:cNvSpPr>
          <p:nvPr/>
        </p:nvSpPr>
        <p:spPr>
          <a:xfrm>
            <a:off x="65694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5" name="01_find_only_1604">
            <a:extLst>
              <a:ext uri="{FF2B5EF4-FFF2-40B4-BE49-F238E27FC236}">
                <a16:creationId xmlns:a16="http://schemas.microsoft.com/office/drawing/2014/main" id="{CBE488C9-37FB-40D9-982F-0FFC3FCA1EBD}"/>
              </a:ext>
            </a:extLst>
          </p:cNvPr>
          <p:cNvSpPr>
            <a:spLocks noGrp="1"/>
          </p:cNvSpPr>
          <p:nvPr/>
        </p:nvSpPr>
        <p:spPr>
          <a:xfrm>
            <a:off x="658356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6" name="01_find_only_1605">
            <a:extLst>
              <a:ext uri="{FF2B5EF4-FFF2-40B4-BE49-F238E27FC236}">
                <a16:creationId xmlns:a16="http://schemas.microsoft.com/office/drawing/2014/main" id="{A45522B2-7455-4D9C-8B48-3F67EAF048B6}"/>
              </a:ext>
            </a:extLst>
          </p:cNvPr>
          <p:cNvSpPr>
            <a:spLocks noGrp="1"/>
          </p:cNvSpPr>
          <p:nvPr/>
        </p:nvSpPr>
        <p:spPr>
          <a:xfrm>
            <a:off x="6637288" y="38124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7" name="01_find_only_1606">
            <a:extLst>
              <a:ext uri="{FF2B5EF4-FFF2-40B4-BE49-F238E27FC236}">
                <a16:creationId xmlns:a16="http://schemas.microsoft.com/office/drawing/2014/main" id="{E23431F4-2F8E-485D-B4DA-DB40B3357323}"/>
              </a:ext>
            </a:extLst>
          </p:cNvPr>
          <p:cNvSpPr>
            <a:spLocks noGrp="1"/>
          </p:cNvSpPr>
          <p:nvPr/>
        </p:nvSpPr>
        <p:spPr>
          <a:xfrm>
            <a:off x="661892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8" name="01_find_only_1607">
            <a:extLst>
              <a:ext uri="{FF2B5EF4-FFF2-40B4-BE49-F238E27FC236}">
                <a16:creationId xmlns:a16="http://schemas.microsoft.com/office/drawing/2014/main" id="{06063970-F447-4616-8138-D5B078AE1735}"/>
              </a:ext>
            </a:extLst>
          </p:cNvPr>
          <p:cNvSpPr>
            <a:spLocks noGrp="1"/>
          </p:cNvSpPr>
          <p:nvPr/>
        </p:nvSpPr>
        <p:spPr>
          <a:xfrm>
            <a:off x="66368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9" name="01_find_only_1608">
            <a:extLst>
              <a:ext uri="{FF2B5EF4-FFF2-40B4-BE49-F238E27FC236}">
                <a16:creationId xmlns:a16="http://schemas.microsoft.com/office/drawing/2014/main" id="{B252C730-D04B-4661-BF21-9B72B09A8DC4}"/>
              </a:ext>
            </a:extLst>
          </p:cNvPr>
          <p:cNvSpPr>
            <a:spLocks noGrp="1"/>
          </p:cNvSpPr>
          <p:nvPr/>
        </p:nvSpPr>
        <p:spPr>
          <a:xfrm>
            <a:off x="65754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0" name="01_find_only_1609">
            <a:extLst>
              <a:ext uri="{FF2B5EF4-FFF2-40B4-BE49-F238E27FC236}">
                <a16:creationId xmlns:a16="http://schemas.microsoft.com/office/drawing/2014/main" id="{AE1FFEE4-36DF-4ACD-B3BC-6C0CAFC9C78A}"/>
              </a:ext>
            </a:extLst>
          </p:cNvPr>
          <p:cNvSpPr>
            <a:spLocks noGrp="1"/>
          </p:cNvSpPr>
          <p:nvPr/>
        </p:nvSpPr>
        <p:spPr>
          <a:xfrm>
            <a:off x="6593667" y="402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1" name="01_find_only_1610">
            <a:extLst>
              <a:ext uri="{FF2B5EF4-FFF2-40B4-BE49-F238E27FC236}">
                <a16:creationId xmlns:a16="http://schemas.microsoft.com/office/drawing/2014/main" id="{E7D64FA3-068B-4F51-A22A-1FE15451B26F}"/>
              </a:ext>
            </a:extLst>
          </p:cNvPr>
          <p:cNvSpPr>
            <a:spLocks noGrp="1"/>
          </p:cNvSpPr>
          <p:nvPr/>
        </p:nvSpPr>
        <p:spPr>
          <a:xfrm>
            <a:off x="6637579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2" name="01_find_only_1611">
            <a:extLst>
              <a:ext uri="{FF2B5EF4-FFF2-40B4-BE49-F238E27FC236}">
                <a16:creationId xmlns:a16="http://schemas.microsoft.com/office/drawing/2014/main" id="{5699C4CB-B798-4A5E-A2D8-7BAC12CC3E06}"/>
              </a:ext>
            </a:extLst>
          </p:cNvPr>
          <p:cNvSpPr>
            <a:spLocks noGrp="1"/>
          </p:cNvSpPr>
          <p:nvPr/>
        </p:nvSpPr>
        <p:spPr>
          <a:xfrm>
            <a:off x="663767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3" name="01_find_only_1612">
            <a:extLst>
              <a:ext uri="{FF2B5EF4-FFF2-40B4-BE49-F238E27FC236}">
                <a16:creationId xmlns:a16="http://schemas.microsoft.com/office/drawing/2014/main" id="{B9ABD39F-5A2B-40FD-8F40-009B82EAF95C}"/>
              </a:ext>
            </a:extLst>
          </p:cNvPr>
          <p:cNvSpPr>
            <a:spLocks noGrp="1"/>
          </p:cNvSpPr>
          <p:nvPr/>
        </p:nvSpPr>
        <p:spPr>
          <a:xfrm>
            <a:off x="66316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4" name="01_find_only_1613">
            <a:extLst>
              <a:ext uri="{FF2B5EF4-FFF2-40B4-BE49-F238E27FC236}">
                <a16:creationId xmlns:a16="http://schemas.microsoft.com/office/drawing/2014/main" id="{8A20AA94-5F6D-4F4A-BFD3-46CFFD1D8A82}"/>
              </a:ext>
            </a:extLst>
          </p:cNvPr>
          <p:cNvSpPr>
            <a:spLocks noGrp="1"/>
          </p:cNvSpPr>
          <p:nvPr/>
        </p:nvSpPr>
        <p:spPr>
          <a:xfrm>
            <a:off x="664020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5" name="01_find_only_1614">
            <a:extLst>
              <a:ext uri="{FF2B5EF4-FFF2-40B4-BE49-F238E27FC236}">
                <a16:creationId xmlns:a16="http://schemas.microsoft.com/office/drawing/2014/main" id="{92EEFD37-70C5-4430-A6C0-CABFF773E94E}"/>
              </a:ext>
            </a:extLst>
          </p:cNvPr>
          <p:cNvSpPr>
            <a:spLocks noGrp="1"/>
          </p:cNvSpPr>
          <p:nvPr/>
        </p:nvSpPr>
        <p:spPr>
          <a:xfrm>
            <a:off x="658434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6" name="01_find_only_1615">
            <a:extLst>
              <a:ext uri="{FF2B5EF4-FFF2-40B4-BE49-F238E27FC236}">
                <a16:creationId xmlns:a16="http://schemas.microsoft.com/office/drawing/2014/main" id="{9EB14FBA-D7EF-4C2B-850C-7CA683AA296B}"/>
              </a:ext>
            </a:extLst>
          </p:cNvPr>
          <p:cNvSpPr>
            <a:spLocks noGrp="1"/>
          </p:cNvSpPr>
          <p:nvPr/>
        </p:nvSpPr>
        <p:spPr>
          <a:xfrm>
            <a:off x="656967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7" name="01_find_only_1616">
            <a:extLst>
              <a:ext uri="{FF2B5EF4-FFF2-40B4-BE49-F238E27FC236}">
                <a16:creationId xmlns:a16="http://schemas.microsoft.com/office/drawing/2014/main" id="{491E29C1-F12E-4C6E-B541-892165344A27}"/>
              </a:ext>
            </a:extLst>
          </p:cNvPr>
          <p:cNvSpPr>
            <a:spLocks noGrp="1"/>
          </p:cNvSpPr>
          <p:nvPr/>
        </p:nvSpPr>
        <p:spPr>
          <a:xfrm>
            <a:off x="66262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8" name="01_find_only_1617">
            <a:extLst>
              <a:ext uri="{FF2B5EF4-FFF2-40B4-BE49-F238E27FC236}">
                <a16:creationId xmlns:a16="http://schemas.microsoft.com/office/drawing/2014/main" id="{5CADC7DA-BF2F-4398-A442-97E69E3A88E5}"/>
              </a:ext>
            </a:extLst>
          </p:cNvPr>
          <p:cNvSpPr>
            <a:spLocks noGrp="1"/>
          </p:cNvSpPr>
          <p:nvPr/>
        </p:nvSpPr>
        <p:spPr>
          <a:xfrm>
            <a:off x="65651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9" name="01_find_only_1618">
            <a:extLst>
              <a:ext uri="{FF2B5EF4-FFF2-40B4-BE49-F238E27FC236}">
                <a16:creationId xmlns:a16="http://schemas.microsoft.com/office/drawing/2014/main" id="{0E9BB555-24AA-4F17-A6EA-F4ADF65E7FC2}"/>
              </a:ext>
            </a:extLst>
          </p:cNvPr>
          <p:cNvSpPr>
            <a:spLocks noGrp="1"/>
          </p:cNvSpPr>
          <p:nvPr/>
        </p:nvSpPr>
        <p:spPr>
          <a:xfrm>
            <a:off x="65712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0" name="01_find_only_1619">
            <a:extLst>
              <a:ext uri="{FF2B5EF4-FFF2-40B4-BE49-F238E27FC236}">
                <a16:creationId xmlns:a16="http://schemas.microsoft.com/office/drawing/2014/main" id="{265A79AF-A33A-40F3-A818-CCD95D829572}"/>
              </a:ext>
            </a:extLst>
          </p:cNvPr>
          <p:cNvSpPr>
            <a:spLocks noGrp="1"/>
          </p:cNvSpPr>
          <p:nvPr/>
        </p:nvSpPr>
        <p:spPr>
          <a:xfrm>
            <a:off x="662864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1" name="01_find_only_1620">
            <a:extLst>
              <a:ext uri="{FF2B5EF4-FFF2-40B4-BE49-F238E27FC236}">
                <a16:creationId xmlns:a16="http://schemas.microsoft.com/office/drawing/2014/main" id="{05A84546-FCA4-4A1D-AF20-3CF9D76C186D}"/>
              </a:ext>
            </a:extLst>
          </p:cNvPr>
          <p:cNvSpPr>
            <a:spLocks noGrp="1"/>
          </p:cNvSpPr>
          <p:nvPr/>
        </p:nvSpPr>
        <p:spPr>
          <a:xfrm>
            <a:off x="65659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2" name="01_find_only_1621">
            <a:extLst>
              <a:ext uri="{FF2B5EF4-FFF2-40B4-BE49-F238E27FC236}">
                <a16:creationId xmlns:a16="http://schemas.microsoft.com/office/drawing/2014/main" id="{B2DCBEC1-586F-4155-8AAF-672A55DEDB19}"/>
              </a:ext>
            </a:extLst>
          </p:cNvPr>
          <p:cNvSpPr>
            <a:spLocks noGrp="1"/>
          </p:cNvSpPr>
          <p:nvPr/>
        </p:nvSpPr>
        <p:spPr>
          <a:xfrm>
            <a:off x="66472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3" name="01_find_only_1622">
            <a:extLst>
              <a:ext uri="{FF2B5EF4-FFF2-40B4-BE49-F238E27FC236}">
                <a16:creationId xmlns:a16="http://schemas.microsoft.com/office/drawing/2014/main" id="{AFDA986B-1DAA-446F-8614-0239A2B340D0}"/>
              </a:ext>
            </a:extLst>
          </p:cNvPr>
          <p:cNvSpPr>
            <a:spLocks noGrp="1"/>
          </p:cNvSpPr>
          <p:nvPr/>
        </p:nvSpPr>
        <p:spPr>
          <a:xfrm>
            <a:off x="663243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4" name="01_find_only_1623">
            <a:extLst>
              <a:ext uri="{FF2B5EF4-FFF2-40B4-BE49-F238E27FC236}">
                <a16:creationId xmlns:a16="http://schemas.microsoft.com/office/drawing/2014/main" id="{9377F567-0986-4D96-8792-45736423E229}"/>
              </a:ext>
            </a:extLst>
          </p:cNvPr>
          <p:cNvSpPr>
            <a:spLocks noGrp="1"/>
          </p:cNvSpPr>
          <p:nvPr/>
        </p:nvSpPr>
        <p:spPr>
          <a:xfrm>
            <a:off x="65972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5" name="01_find_only_1624">
            <a:extLst>
              <a:ext uri="{FF2B5EF4-FFF2-40B4-BE49-F238E27FC236}">
                <a16:creationId xmlns:a16="http://schemas.microsoft.com/office/drawing/2014/main" id="{050FA39B-F4BA-4BFA-9D2A-40A9E735D0D3}"/>
              </a:ext>
            </a:extLst>
          </p:cNvPr>
          <p:cNvSpPr>
            <a:spLocks noGrp="1"/>
          </p:cNvSpPr>
          <p:nvPr/>
        </p:nvSpPr>
        <p:spPr>
          <a:xfrm>
            <a:off x="65808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6" name="01_find_only_1625">
            <a:extLst>
              <a:ext uri="{FF2B5EF4-FFF2-40B4-BE49-F238E27FC236}">
                <a16:creationId xmlns:a16="http://schemas.microsoft.com/office/drawing/2014/main" id="{1F51D3BF-A9CE-4412-9241-3EB4AD8A9117}"/>
              </a:ext>
            </a:extLst>
          </p:cNvPr>
          <p:cNvSpPr>
            <a:spLocks noGrp="1"/>
          </p:cNvSpPr>
          <p:nvPr/>
        </p:nvSpPr>
        <p:spPr>
          <a:xfrm>
            <a:off x="6645836" y="35749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7" name="01_find_only_1626">
            <a:extLst>
              <a:ext uri="{FF2B5EF4-FFF2-40B4-BE49-F238E27FC236}">
                <a16:creationId xmlns:a16="http://schemas.microsoft.com/office/drawing/2014/main" id="{ED356846-ED86-441F-A802-CF8C665A4CC3}"/>
              </a:ext>
            </a:extLst>
          </p:cNvPr>
          <p:cNvSpPr>
            <a:spLocks noGrp="1"/>
          </p:cNvSpPr>
          <p:nvPr/>
        </p:nvSpPr>
        <p:spPr>
          <a:xfrm>
            <a:off x="665001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8" name="01_find_only_1627">
            <a:extLst>
              <a:ext uri="{FF2B5EF4-FFF2-40B4-BE49-F238E27FC236}">
                <a16:creationId xmlns:a16="http://schemas.microsoft.com/office/drawing/2014/main" id="{599808F7-678E-40E9-97F4-4E238C12EC34}"/>
              </a:ext>
            </a:extLst>
          </p:cNvPr>
          <p:cNvSpPr>
            <a:spLocks noGrp="1"/>
          </p:cNvSpPr>
          <p:nvPr/>
        </p:nvSpPr>
        <p:spPr>
          <a:xfrm>
            <a:off x="66147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9" name="01_find_only_1628">
            <a:extLst>
              <a:ext uri="{FF2B5EF4-FFF2-40B4-BE49-F238E27FC236}">
                <a16:creationId xmlns:a16="http://schemas.microsoft.com/office/drawing/2014/main" id="{F52EE82E-C41D-4AFE-9575-A0CBF7CB33AE}"/>
              </a:ext>
            </a:extLst>
          </p:cNvPr>
          <p:cNvSpPr>
            <a:spLocks noGrp="1"/>
          </p:cNvSpPr>
          <p:nvPr/>
        </p:nvSpPr>
        <p:spPr>
          <a:xfrm>
            <a:off x="66368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0" name="01_find_only_1629">
            <a:extLst>
              <a:ext uri="{FF2B5EF4-FFF2-40B4-BE49-F238E27FC236}">
                <a16:creationId xmlns:a16="http://schemas.microsoft.com/office/drawing/2014/main" id="{D490122F-2425-4BE1-B0CE-477BCAAFC862}"/>
              </a:ext>
            </a:extLst>
          </p:cNvPr>
          <p:cNvSpPr>
            <a:spLocks noGrp="1"/>
          </p:cNvSpPr>
          <p:nvPr/>
        </p:nvSpPr>
        <p:spPr>
          <a:xfrm>
            <a:off x="6568796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1" name="01_find_only_1630">
            <a:extLst>
              <a:ext uri="{FF2B5EF4-FFF2-40B4-BE49-F238E27FC236}">
                <a16:creationId xmlns:a16="http://schemas.microsoft.com/office/drawing/2014/main" id="{A16D29B3-AC09-4CB4-B7F7-441C95D40F79}"/>
              </a:ext>
            </a:extLst>
          </p:cNvPr>
          <p:cNvSpPr>
            <a:spLocks noGrp="1"/>
          </p:cNvSpPr>
          <p:nvPr/>
        </p:nvSpPr>
        <p:spPr>
          <a:xfrm>
            <a:off x="65961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2" name="01_find_only_1631">
            <a:extLst>
              <a:ext uri="{FF2B5EF4-FFF2-40B4-BE49-F238E27FC236}">
                <a16:creationId xmlns:a16="http://schemas.microsoft.com/office/drawing/2014/main" id="{6E846E20-8916-40E2-966B-22AC70C5CE57}"/>
              </a:ext>
            </a:extLst>
          </p:cNvPr>
          <p:cNvSpPr>
            <a:spLocks noGrp="1"/>
          </p:cNvSpPr>
          <p:nvPr/>
        </p:nvSpPr>
        <p:spPr>
          <a:xfrm>
            <a:off x="66308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3" name="01_find_only_1632">
            <a:extLst>
              <a:ext uri="{FF2B5EF4-FFF2-40B4-BE49-F238E27FC236}">
                <a16:creationId xmlns:a16="http://schemas.microsoft.com/office/drawing/2014/main" id="{617B0CBC-EF66-4313-8592-CDD6DAB6F7CC}"/>
              </a:ext>
            </a:extLst>
          </p:cNvPr>
          <p:cNvSpPr>
            <a:spLocks noGrp="1"/>
          </p:cNvSpPr>
          <p:nvPr/>
        </p:nvSpPr>
        <p:spPr>
          <a:xfrm>
            <a:off x="6562870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4" name="01_find_only_1633">
            <a:extLst>
              <a:ext uri="{FF2B5EF4-FFF2-40B4-BE49-F238E27FC236}">
                <a16:creationId xmlns:a16="http://schemas.microsoft.com/office/drawing/2014/main" id="{60BCDE7E-B725-42A3-9733-ACA84D9D87A3}"/>
              </a:ext>
            </a:extLst>
          </p:cNvPr>
          <p:cNvSpPr>
            <a:spLocks noGrp="1"/>
          </p:cNvSpPr>
          <p:nvPr/>
        </p:nvSpPr>
        <p:spPr>
          <a:xfrm>
            <a:off x="65593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5" name="01_find_only_1634">
            <a:extLst>
              <a:ext uri="{FF2B5EF4-FFF2-40B4-BE49-F238E27FC236}">
                <a16:creationId xmlns:a16="http://schemas.microsoft.com/office/drawing/2014/main" id="{42C057AB-7990-49EF-920A-04413AA336C3}"/>
              </a:ext>
            </a:extLst>
          </p:cNvPr>
          <p:cNvSpPr>
            <a:spLocks noGrp="1"/>
          </p:cNvSpPr>
          <p:nvPr/>
        </p:nvSpPr>
        <p:spPr>
          <a:xfrm>
            <a:off x="66167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6" name="01_find_only_1635">
            <a:extLst>
              <a:ext uri="{FF2B5EF4-FFF2-40B4-BE49-F238E27FC236}">
                <a16:creationId xmlns:a16="http://schemas.microsoft.com/office/drawing/2014/main" id="{77218052-FAD7-4B63-A661-68E4BD733DF3}"/>
              </a:ext>
            </a:extLst>
          </p:cNvPr>
          <p:cNvSpPr>
            <a:spLocks noGrp="1"/>
          </p:cNvSpPr>
          <p:nvPr/>
        </p:nvSpPr>
        <p:spPr>
          <a:xfrm>
            <a:off x="6645254" y="3575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7" name="01_find_only_1636">
            <a:extLst>
              <a:ext uri="{FF2B5EF4-FFF2-40B4-BE49-F238E27FC236}">
                <a16:creationId xmlns:a16="http://schemas.microsoft.com/office/drawing/2014/main" id="{F3FB349D-C89B-41E6-9F98-F1C323DD6FDC}"/>
              </a:ext>
            </a:extLst>
          </p:cNvPr>
          <p:cNvSpPr>
            <a:spLocks noGrp="1"/>
          </p:cNvSpPr>
          <p:nvPr/>
        </p:nvSpPr>
        <p:spPr>
          <a:xfrm>
            <a:off x="655509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8" name="01_find_only_1637">
            <a:extLst>
              <a:ext uri="{FF2B5EF4-FFF2-40B4-BE49-F238E27FC236}">
                <a16:creationId xmlns:a16="http://schemas.microsoft.com/office/drawing/2014/main" id="{7189E5F3-8AA5-4BC4-B7CC-02393D1288AE}"/>
              </a:ext>
            </a:extLst>
          </p:cNvPr>
          <p:cNvSpPr>
            <a:spLocks noGrp="1"/>
          </p:cNvSpPr>
          <p:nvPr/>
        </p:nvSpPr>
        <p:spPr>
          <a:xfrm>
            <a:off x="65930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9" name="01_find_only_1638">
            <a:extLst>
              <a:ext uri="{FF2B5EF4-FFF2-40B4-BE49-F238E27FC236}">
                <a16:creationId xmlns:a16="http://schemas.microsoft.com/office/drawing/2014/main" id="{E8E47EB0-4F07-47B5-88A8-B03F7AEF1E3C}"/>
              </a:ext>
            </a:extLst>
          </p:cNvPr>
          <p:cNvSpPr>
            <a:spLocks noGrp="1"/>
          </p:cNvSpPr>
          <p:nvPr/>
        </p:nvSpPr>
        <p:spPr>
          <a:xfrm>
            <a:off x="66242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0" name="01_find_only_1639">
            <a:extLst>
              <a:ext uri="{FF2B5EF4-FFF2-40B4-BE49-F238E27FC236}">
                <a16:creationId xmlns:a16="http://schemas.microsoft.com/office/drawing/2014/main" id="{77EC6303-29DE-4E18-BF84-1BA8689E3958}"/>
              </a:ext>
            </a:extLst>
          </p:cNvPr>
          <p:cNvSpPr>
            <a:spLocks noGrp="1"/>
          </p:cNvSpPr>
          <p:nvPr/>
        </p:nvSpPr>
        <p:spPr>
          <a:xfrm>
            <a:off x="65951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1" name="01_find_only_1640">
            <a:extLst>
              <a:ext uri="{FF2B5EF4-FFF2-40B4-BE49-F238E27FC236}">
                <a16:creationId xmlns:a16="http://schemas.microsoft.com/office/drawing/2014/main" id="{E8300E6C-FD04-4508-B475-7553CAC42F4B}"/>
              </a:ext>
            </a:extLst>
          </p:cNvPr>
          <p:cNvSpPr>
            <a:spLocks noGrp="1"/>
          </p:cNvSpPr>
          <p:nvPr/>
        </p:nvSpPr>
        <p:spPr>
          <a:xfrm>
            <a:off x="65787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2" name="01_find_only_1641">
            <a:extLst>
              <a:ext uri="{FF2B5EF4-FFF2-40B4-BE49-F238E27FC236}">
                <a16:creationId xmlns:a16="http://schemas.microsoft.com/office/drawing/2014/main" id="{53222E32-1A3D-482D-A006-63BF7A60F5F8}"/>
              </a:ext>
            </a:extLst>
          </p:cNvPr>
          <p:cNvSpPr>
            <a:spLocks noGrp="1"/>
          </p:cNvSpPr>
          <p:nvPr/>
        </p:nvSpPr>
        <p:spPr>
          <a:xfrm>
            <a:off x="661640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3" name="01_find_only_1642">
            <a:extLst>
              <a:ext uri="{FF2B5EF4-FFF2-40B4-BE49-F238E27FC236}">
                <a16:creationId xmlns:a16="http://schemas.microsoft.com/office/drawing/2014/main" id="{FF561817-CE0F-455A-8156-24F7CC46B18E}"/>
              </a:ext>
            </a:extLst>
          </p:cNvPr>
          <p:cNvSpPr>
            <a:spLocks noGrp="1"/>
          </p:cNvSpPr>
          <p:nvPr/>
        </p:nvSpPr>
        <p:spPr>
          <a:xfrm>
            <a:off x="661329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4" name="01_find_only_1643">
            <a:extLst>
              <a:ext uri="{FF2B5EF4-FFF2-40B4-BE49-F238E27FC236}">
                <a16:creationId xmlns:a16="http://schemas.microsoft.com/office/drawing/2014/main" id="{2471AAAD-2BD3-480F-9827-4BF6410B87CA}"/>
              </a:ext>
            </a:extLst>
          </p:cNvPr>
          <p:cNvSpPr>
            <a:spLocks noGrp="1"/>
          </p:cNvSpPr>
          <p:nvPr/>
        </p:nvSpPr>
        <p:spPr>
          <a:xfrm>
            <a:off x="66015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5" name="01_find_only_1644">
            <a:extLst>
              <a:ext uri="{FF2B5EF4-FFF2-40B4-BE49-F238E27FC236}">
                <a16:creationId xmlns:a16="http://schemas.microsoft.com/office/drawing/2014/main" id="{15EFE4D7-665E-4967-A8F1-D94751064DC3}"/>
              </a:ext>
            </a:extLst>
          </p:cNvPr>
          <p:cNvSpPr>
            <a:spLocks noGrp="1"/>
          </p:cNvSpPr>
          <p:nvPr/>
        </p:nvSpPr>
        <p:spPr>
          <a:xfrm>
            <a:off x="66109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6" name="01_find_only_1645">
            <a:extLst>
              <a:ext uri="{FF2B5EF4-FFF2-40B4-BE49-F238E27FC236}">
                <a16:creationId xmlns:a16="http://schemas.microsoft.com/office/drawing/2014/main" id="{F2AD9532-6DBC-4729-91BF-30131AF65109}"/>
              </a:ext>
            </a:extLst>
          </p:cNvPr>
          <p:cNvSpPr>
            <a:spLocks noGrp="1"/>
          </p:cNvSpPr>
          <p:nvPr/>
        </p:nvSpPr>
        <p:spPr>
          <a:xfrm>
            <a:off x="658307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7" name="01_find_only_1646">
            <a:extLst>
              <a:ext uri="{FF2B5EF4-FFF2-40B4-BE49-F238E27FC236}">
                <a16:creationId xmlns:a16="http://schemas.microsoft.com/office/drawing/2014/main" id="{4899CB66-BF7F-49E0-A028-6594EC911B54}"/>
              </a:ext>
            </a:extLst>
          </p:cNvPr>
          <p:cNvSpPr>
            <a:spLocks noGrp="1"/>
          </p:cNvSpPr>
          <p:nvPr/>
        </p:nvSpPr>
        <p:spPr>
          <a:xfrm>
            <a:off x="6604839" y="36617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8" name="01_find_only_1647">
            <a:extLst>
              <a:ext uri="{FF2B5EF4-FFF2-40B4-BE49-F238E27FC236}">
                <a16:creationId xmlns:a16="http://schemas.microsoft.com/office/drawing/2014/main" id="{CEB9349E-2E9A-42F4-A487-01D9036C373C}"/>
              </a:ext>
            </a:extLst>
          </p:cNvPr>
          <p:cNvSpPr>
            <a:spLocks noGrp="1"/>
          </p:cNvSpPr>
          <p:nvPr/>
        </p:nvSpPr>
        <p:spPr>
          <a:xfrm>
            <a:off x="6584049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9" name="01_find_only_1648">
            <a:extLst>
              <a:ext uri="{FF2B5EF4-FFF2-40B4-BE49-F238E27FC236}">
                <a16:creationId xmlns:a16="http://schemas.microsoft.com/office/drawing/2014/main" id="{AF387625-CDB6-4EB6-AE9B-C4901E209D6E}"/>
              </a:ext>
            </a:extLst>
          </p:cNvPr>
          <p:cNvSpPr>
            <a:spLocks noGrp="1"/>
          </p:cNvSpPr>
          <p:nvPr/>
        </p:nvSpPr>
        <p:spPr>
          <a:xfrm>
            <a:off x="6592597" y="379632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0" name="01_find_only_1649">
            <a:extLst>
              <a:ext uri="{FF2B5EF4-FFF2-40B4-BE49-F238E27FC236}">
                <a16:creationId xmlns:a16="http://schemas.microsoft.com/office/drawing/2014/main" id="{90AE57FA-C1DE-4133-8996-E0641E03A975}"/>
              </a:ext>
            </a:extLst>
          </p:cNvPr>
          <p:cNvSpPr>
            <a:spLocks noGrp="1"/>
          </p:cNvSpPr>
          <p:nvPr/>
        </p:nvSpPr>
        <p:spPr>
          <a:xfrm>
            <a:off x="6634567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1" name="01_find_only_1650">
            <a:extLst>
              <a:ext uri="{FF2B5EF4-FFF2-40B4-BE49-F238E27FC236}">
                <a16:creationId xmlns:a16="http://schemas.microsoft.com/office/drawing/2014/main" id="{E68F1450-3599-47DB-AEB0-AB3BD32F0BEC}"/>
              </a:ext>
            </a:extLst>
          </p:cNvPr>
          <p:cNvSpPr>
            <a:spLocks noGrp="1"/>
          </p:cNvSpPr>
          <p:nvPr/>
        </p:nvSpPr>
        <p:spPr>
          <a:xfrm>
            <a:off x="6565784" y="361873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2" name="01_find_only_1651">
            <a:extLst>
              <a:ext uri="{FF2B5EF4-FFF2-40B4-BE49-F238E27FC236}">
                <a16:creationId xmlns:a16="http://schemas.microsoft.com/office/drawing/2014/main" id="{B55AE275-66A9-4CC6-84BA-3651C53DE8D8}"/>
              </a:ext>
            </a:extLst>
          </p:cNvPr>
          <p:cNvSpPr>
            <a:spLocks noGrp="1"/>
          </p:cNvSpPr>
          <p:nvPr/>
        </p:nvSpPr>
        <p:spPr>
          <a:xfrm>
            <a:off x="65702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3" name="01_find_only_1652">
            <a:extLst>
              <a:ext uri="{FF2B5EF4-FFF2-40B4-BE49-F238E27FC236}">
                <a16:creationId xmlns:a16="http://schemas.microsoft.com/office/drawing/2014/main" id="{AB1F5F03-BBF9-4CA2-8B4D-EBE30980175E}"/>
              </a:ext>
            </a:extLst>
          </p:cNvPr>
          <p:cNvSpPr>
            <a:spLocks noGrp="1"/>
          </p:cNvSpPr>
          <p:nvPr/>
        </p:nvSpPr>
        <p:spPr>
          <a:xfrm>
            <a:off x="66106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4" name="01_find_only_1653">
            <a:extLst>
              <a:ext uri="{FF2B5EF4-FFF2-40B4-BE49-F238E27FC236}">
                <a16:creationId xmlns:a16="http://schemas.microsoft.com/office/drawing/2014/main" id="{E8512390-BF6E-4941-9891-FF8597B748D6}"/>
              </a:ext>
            </a:extLst>
          </p:cNvPr>
          <p:cNvSpPr>
            <a:spLocks noGrp="1"/>
          </p:cNvSpPr>
          <p:nvPr/>
        </p:nvSpPr>
        <p:spPr>
          <a:xfrm>
            <a:off x="660979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5" name="01_find_only_1654">
            <a:extLst>
              <a:ext uri="{FF2B5EF4-FFF2-40B4-BE49-F238E27FC236}">
                <a16:creationId xmlns:a16="http://schemas.microsoft.com/office/drawing/2014/main" id="{5B83A8CA-1FAD-45EA-9942-83A1FD914EB7}"/>
              </a:ext>
            </a:extLst>
          </p:cNvPr>
          <p:cNvSpPr>
            <a:spLocks noGrp="1"/>
          </p:cNvSpPr>
          <p:nvPr/>
        </p:nvSpPr>
        <p:spPr>
          <a:xfrm>
            <a:off x="66413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6" name="01_find_only_1655">
            <a:extLst>
              <a:ext uri="{FF2B5EF4-FFF2-40B4-BE49-F238E27FC236}">
                <a16:creationId xmlns:a16="http://schemas.microsoft.com/office/drawing/2014/main" id="{FFCCE06E-8A3D-4399-A24A-78CBB3930713}"/>
              </a:ext>
            </a:extLst>
          </p:cNvPr>
          <p:cNvSpPr>
            <a:spLocks noGrp="1"/>
          </p:cNvSpPr>
          <p:nvPr/>
        </p:nvSpPr>
        <p:spPr>
          <a:xfrm>
            <a:off x="66266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7" name="01_find_only_1656">
            <a:extLst>
              <a:ext uri="{FF2B5EF4-FFF2-40B4-BE49-F238E27FC236}">
                <a16:creationId xmlns:a16="http://schemas.microsoft.com/office/drawing/2014/main" id="{13C06B3A-4D99-4721-9E11-7FE330B8E669}"/>
              </a:ext>
            </a:extLst>
          </p:cNvPr>
          <p:cNvSpPr>
            <a:spLocks noGrp="1"/>
          </p:cNvSpPr>
          <p:nvPr/>
        </p:nvSpPr>
        <p:spPr>
          <a:xfrm>
            <a:off x="65667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8" name="01_find_only_1657">
            <a:extLst>
              <a:ext uri="{FF2B5EF4-FFF2-40B4-BE49-F238E27FC236}">
                <a16:creationId xmlns:a16="http://schemas.microsoft.com/office/drawing/2014/main" id="{0727AD34-9D1E-491D-9A37-B0B6AD0D15A6}"/>
              </a:ext>
            </a:extLst>
          </p:cNvPr>
          <p:cNvSpPr>
            <a:spLocks noGrp="1"/>
          </p:cNvSpPr>
          <p:nvPr/>
        </p:nvSpPr>
        <p:spPr>
          <a:xfrm>
            <a:off x="65808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9" name="01_find_only_1658">
            <a:extLst>
              <a:ext uri="{FF2B5EF4-FFF2-40B4-BE49-F238E27FC236}">
                <a16:creationId xmlns:a16="http://schemas.microsoft.com/office/drawing/2014/main" id="{468CB652-36EC-4789-A26E-3AAB7EE20348}"/>
              </a:ext>
            </a:extLst>
          </p:cNvPr>
          <p:cNvSpPr>
            <a:spLocks noGrp="1"/>
          </p:cNvSpPr>
          <p:nvPr/>
        </p:nvSpPr>
        <p:spPr>
          <a:xfrm>
            <a:off x="66194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0" name="01_find_only_1659">
            <a:extLst>
              <a:ext uri="{FF2B5EF4-FFF2-40B4-BE49-F238E27FC236}">
                <a16:creationId xmlns:a16="http://schemas.microsoft.com/office/drawing/2014/main" id="{9634112C-3C46-44FB-8F72-AB00A61769E5}"/>
              </a:ext>
            </a:extLst>
          </p:cNvPr>
          <p:cNvSpPr>
            <a:spLocks noGrp="1"/>
          </p:cNvSpPr>
          <p:nvPr/>
        </p:nvSpPr>
        <p:spPr>
          <a:xfrm>
            <a:off x="65611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1" name="01_find_only_1660">
            <a:extLst>
              <a:ext uri="{FF2B5EF4-FFF2-40B4-BE49-F238E27FC236}">
                <a16:creationId xmlns:a16="http://schemas.microsoft.com/office/drawing/2014/main" id="{1597CA66-1FA8-4C97-B411-4EC3BCCBE6D3}"/>
              </a:ext>
            </a:extLst>
          </p:cNvPr>
          <p:cNvSpPr>
            <a:spLocks noGrp="1"/>
          </p:cNvSpPr>
          <p:nvPr/>
        </p:nvSpPr>
        <p:spPr>
          <a:xfrm>
            <a:off x="6628641" y="36259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2" name="01_find_only_1661">
            <a:extLst>
              <a:ext uri="{FF2B5EF4-FFF2-40B4-BE49-F238E27FC236}">
                <a16:creationId xmlns:a16="http://schemas.microsoft.com/office/drawing/2014/main" id="{3BFF2D5D-840C-434F-AE3D-A4F36286FD2F}"/>
              </a:ext>
            </a:extLst>
          </p:cNvPr>
          <p:cNvSpPr>
            <a:spLocks noGrp="1"/>
          </p:cNvSpPr>
          <p:nvPr/>
        </p:nvSpPr>
        <p:spPr>
          <a:xfrm>
            <a:off x="66319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3" name="01_find_only_1662">
            <a:extLst>
              <a:ext uri="{FF2B5EF4-FFF2-40B4-BE49-F238E27FC236}">
                <a16:creationId xmlns:a16="http://schemas.microsoft.com/office/drawing/2014/main" id="{AACB64F0-08C8-4A70-93A7-53D2484F9E71}"/>
              </a:ext>
            </a:extLst>
          </p:cNvPr>
          <p:cNvSpPr>
            <a:spLocks noGrp="1"/>
          </p:cNvSpPr>
          <p:nvPr/>
        </p:nvSpPr>
        <p:spPr>
          <a:xfrm>
            <a:off x="66216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4" name="01_find_only_1663">
            <a:extLst>
              <a:ext uri="{FF2B5EF4-FFF2-40B4-BE49-F238E27FC236}">
                <a16:creationId xmlns:a16="http://schemas.microsoft.com/office/drawing/2014/main" id="{7F24E813-FA41-4C93-BED6-808B6CBEA9EB}"/>
              </a:ext>
            </a:extLst>
          </p:cNvPr>
          <p:cNvSpPr>
            <a:spLocks noGrp="1"/>
          </p:cNvSpPr>
          <p:nvPr/>
        </p:nvSpPr>
        <p:spPr>
          <a:xfrm>
            <a:off x="662077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5" name="01_find_only_1664">
            <a:extLst>
              <a:ext uri="{FF2B5EF4-FFF2-40B4-BE49-F238E27FC236}">
                <a16:creationId xmlns:a16="http://schemas.microsoft.com/office/drawing/2014/main" id="{8E11AE71-8F19-4647-BB4C-FE533A412693}"/>
              </a:ext>
            </a:extLst>
          </p:cNvPr>
          <p:cNvSpPr>
            <a:spLocks noGrp="1"/>
          </p:cNvSpPr>
          <p:nvPr/>
        </p:nvSpPr>
        <p:spPr>
          <a:xfrm>
            <a:off x="66249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6" name="01_find_only_1665">
            <a:extLst>
              <a:ext uri="{FF2B5EF4-FFF2-40B4-BE49-F238E27FC236}">
                <a16:creationId xmlns:a16="http://schemas.microsoft.com/office/drawing/2014/main" id="{00540144-0B9A-45B4-984A-644551DCCCDA}"/>
              </a:ext>
            </a:extLst>
          </p:cNvPr>
          <p:cNvSpPr>
            <a:spLocks noGrp="1"/>
          </p:cNvSpPr>
          <p:nvPr/>
        </p:nvSpPr>
        <p:spPr>
          <a:xfrm>
            <a:off x="66065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7" name="01_find_only_1666">
            <a:extLst>
              <a:ext uri="{FF2B5EF4-FFF2-40B4-BE49-F238E27FC236}">
                <a16:creationId xmlns:a16="http://schemas.microsoft.com/office/drawing/2014/main" id="{2D5B5BE3-AB10-4A9C-BF3C-6C8B38BE03D5}"/>
              </a:ext>
            </a:extLst>
          </p:cNvPr>
          <p:cNvSpPr>
            <a:spLocks noGrp="1"/>
          </p:cNvSpPr>
          <p:nvPr/>
        </p:nvSpPr>
        <p:spPr>
          <a:xfrm>
            <a:off x="655616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8" name="01_find_only_1667">
            <a:extLst>
              <a:ext uri="{FF2B5EF4-FFF2-40B4-BE49-F238E27FC236}">
                <a16:creationId xmlns:a16="http://schemas.microsoft.com/office/drawing/2014/main" id="{4501905F-3A12-4FE2-B724-CA3A9B47EFB9}"/>
              </a:ext>
            </a:extLst>
          </p:cNvPr>
          <p:cNvSpPr>
            <a:spLocks noGrp="1"/>
          </p:cNvSpPr>
          <p:nvPr/>
        </p:nvSpPr>
        <p:spPr>
          <a:xfrm>
            <a:off x="66063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9" name="01_find_only_1668">
            <a:extLst>
              <a:ext uri="{FF2B5EF4-FFF2-40B4-BE49-F238E27FC236}">
                <a16:creationId xmlns:a16="http://schemas.microsoft.com/office/drawing/2014/main" id="{6CE875EF-0656-4FBF-9A46-07FBADB78C85}"/>
              </a:ext>
            </a:extLst>
          </p:cNvPr>
          <p:cNvSpPr>
            <a:spLocks noGrp="1"/>
          </p:cNvSpPr>
          <p:nvPr/>
        </p:nvSpPr>
        <p:spPr>
          <a:xfrm>
            <a:off x="65689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0" name="01_find_only_1669">
            <a:extLst>
              <a:ext uri="{FF2B5EF4-FFF2-40B4-BE49-F238E27FC236}">
                <a16:creationId xmlns:a16="http://schemas.microsoft.com/office/drawing/2014/main" id="{1F44DE09-C799-4AE6-B86C-7A3BBE24B959}"/>
              </a:ext>
            </a:extLst>
          </p:cNvPr>
          <p:cNvSpPr>
            <a:spLocks noGrp="1"/>
          </p:cNvSpPr>
          <p:nvPr/>
        </p:nvSpPr>
        <p:spPr>
          <a:xfrm>
            <a:off x="6621161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1" name="01_find_only_1670">
            <a:extLst>
              <a:ext uri="{FF2B5EF4-FFF2-40B4-BE49-F238E27FC236}">
                <a16:creationId xmlns:a16="http://schemas.microsoft.com/office/drawing/2014/main" id="{81E56336-2503-409F-A3BA-F3C2CF22A9D4}"/>
              </a:ext>
            </a:extLst>
          </p:cNvPr>
          <p:cNvSpPr>
            <a:spLocks noGrp="1"/>
          </p:cNvSpPr>
          <p:nvPr/>
        </p:nvSpPr>
        <p:spPr>
          <a:xfrm>
            <a:off x="6633984" y="39129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2" name="01_find_only_1671">
            <a:extLst>
              <a:ext uri="{FF2B5EF4-FFF2-40B4-BE49-F238E27FC236}">
                <a16:creationId xmlns:a16="http://schemas.microsoft.com/office/drawing/2014/main" id="{925B3DB2-F079-4C4C-B0E5-38442782552A}"/>
              </a:ext>
            </a:extLst>
          </p:cNvPr>
          <p:cNvSpPr>
            <a:spLocks noGrp="1"/>
          </p:cNvSpPr>
          <p:nvPr/>
        </p:nvSpPr>
        <p:spPr>
          <a:xfrm>
            <a:off x="65674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3" name="01_find_only_1672">
            <a:extLst>
              <a:ext uri="{FF2B5EF4-FFF2-40B4-BE49-F238E27FC236}">
                <a16:creationId xmlns:a16="http://schemas.microsoft.com/office/drawing/2014/main" id="{D056B5DE-7270-4CD5-8CD0-4405F10A187F}"/>
              </a:ext>
            </a:extLst>
          </p:cNvPr>
          <p:cNvSpPr>
            <a:spLocks noGrp="1"/>
          </p:cNvSpPr>
          <p:nvPr/>
        </p:nvSpPr>
        <p:spPr>
          <a:xfrm>
            <a:off x="6622035" y="360383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4" name="01_find_only_1673">
            <a:extLst>
              <a:ext uri="{FF2B5EF4-FFF2-40B4-BE49-F238E27FC236}">
                <a16:creationId xmlns:a16="http://schemas.microsoft.com/office/drawing/2014/main" id="{BBB0BED2-8EAC-40AD-B9C7-A43770FD902F}"/>
              </a:ext>
            </a:extLst>
          </p:cNvPr>
          <p:cNvSpPr>
            <a:spLocks noGrp="1"/>
          </p:cNvSpPr>
          <p:nvPr/>
        </p:nvSpPr>
        <p:spPr>
          <a:xfrm>
            <a:off x="657229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5" name="01_find_only_1674">
            <a:extLst>
              <a:ext uri="{FF2B5EF4-FFF2-40B4-BE49-F238E27FC236}">
                <a16:creationId xmlns:a16="http://schemas.microsoft.com/office/drawing/2014/main" id="{2999CB63-966E-4B90-8D51-2B7153F58FA8}"/>
              </a:ext>
            </a:extLst>
          </p:cNvPr>
          <p:cNvSpPr>
            <a:spLocks noGrp="1"/>
          </p:cNvSpPr>
          <p:nvPr/>
        </p:nvSpPr>
        <p:spPr>
          <a:xfrm>
            <a:off x="65765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6" name="01_find_only_1675">
            <a:extLst>
              <a:ext uri="{FF2B5EF4-FFF2-40B4-BE49-F238E27FC236}">
                <a16:creationId xmlns:a16="http://schemas.microsoft.com/office/drawing/2014/main" id="{B0E0C1FF-0BA3-45B0-8F7C-768D906E17F0}"/>
              </a:ext>
            </a:extLst>
          </p:cNvPr>
          <p:cNvSpPr>
            <a:spLocks noGrp="1"/>
          </p:cNvSpPr>
          <p:nvPr/>
        </p:nvSpPr>
        <p:spPr>
          <a:xfrm>
            <a:off x="65650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7" name="01_find_only_1676">
            <a:extLst>
              <a:ext uri="{FF2B5EF4-FFF2-40B4-BE49-F238E27FC236}">
                <a16:creationId xmlns:a16="http://schemas.microsoft.com/office/drawing/2014/main" id="{9D77B387-F20A-44CC-9D1D-DEE490894EF3}"/>
              </a:ext>
            </a:extLst>
          </p:cNvPr>
          <p:cNvSpPr>
            <a:spLocks noGrp="1"/>
          </p:cNvSpPr>
          <p:nvPr/>
        </p:nvSpPr>
        <p:spPr>
          <a:xfrm>
            <a:off x="6620966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8" name="01_find_only_1677">
            <a:extLst>
              <a:ext uri="{FF2B5EF4-FFF2-40B4-BE49-F238E27FC236}">
                <a16:creationId xmlns:a16="http://schemas.microsoft.com/office/drawing/2014/main" id="{E08DA3A6-400A-4FE5-BE0F-28D991B683DD}"/>
              </a:ext>
            </a:extLst>
          </p:cNvPr>
          <p:cNvSpPr>
            <a:spLocks noGrp="1"/>
          </p:cNvSpPr>
          <p:nvPr/>
        </p:nvSpPr>
        <p:spPr>
          <a:xfrm>
            <a:off x="6646031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9" name="01_find_only_1678">
            <a:extLst>
              <a:ext uri="{FF2B5EF4-FFF2-40B4-BE49-F238E27FC236}">
                <a16:creationId xmlns:a16="http://schemas.microsoft.com/office/drawing/2014/main" id="{FA808F16-9147-4FF4-BC6E-71BFAB68193C}"/>
              </a:ext>
            </a:extLst>
          </p:cNvPr>
          <p:cNvSpPr>
            <a:spLocks noGrp="1"/>
          </p:cNvSpPr>
          <p:nvPr/>
        </p:nvSpPr>
        <p:spPr>
          <a:xfrm>
            <a:off x="665020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0" name="01_find_only_1679">
            <a:extLst>
              <a:ext uri="{FF2B5EF4-FFF2-40B4-BE49-F238E27FC236}">
                <a16:creationId xmlns:a16="http://schemas.microsoft.com/office/drawing/2014/main" id="{372966AA-3337-4C67-B7EA-F0A2AEA99BC2}"/>
              </a:ext>
            </a:extLst>
          </p:cNvPr>
          <p:cNvSpPr>
            <a:spLocks noGrp="1"/>
          </p:cNvSpPr>
          <p:nvPr/>
        </p:nvSpPr>
        <p:spPr>
          <a:xfrm>
            <a:off x="659016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1" name="01_find_only_1680">
            <a:extLst>
              <a:ext uri="{FF2B5EF4-FFF2-40B4-BE49-F238E27FC236}">
                <a16:creationId xmlns:a16="http://schemas.microsoft.com/office/drawing/2014/main" id="{C1E65863-99D9-4110-B47C-A0028DB6895B}"/>
              </a:ext>
            </a:extLst>
          </p:cNvPr>
          <p:cNvSpPr>
            <a:spLocks noGrp="1"/>
          </p:cNvSpPr>
          <p:nvPr/>
        </p:nvSpPr>
        <p:spPr>
          <a:xfrm>
            <a:off x="66258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2" name="01_find_only_1681">
            <a:extLst>
              <a:ext uri="{FF2B5EF4-FFF2-40B4-BE49-F238E27FC236}">
                <a16:creationId xmlns:a16="http://schemas.microsoft.com/office/drawing/2014/main" id="{0971D461-1E30-4CF9-B489-44AAEDF18637}"/>
              </a:ext>
            </a:extLst>
          </p:cNvPr>
          <p:cNvSpPr>
            <a:spLocks noGrp="1"/>
          </p:cNvSpPr>
          <p:nvPr/>
        </p:nvSpPr>
        <p:spPr>
          <a:xfrm>
            <a:off x="66446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3" name="01_find_only_1682">
            <a:extLst>
              <a:ext uri="{FF2B5EF4-FFF2-40B4-BE49-F238E27FC236}">
                <a16:creationId xmlns:a16="http://schemas.microsoft.com/office/drawing/2014/main" id="{86CCD656-08BC-4BD1-AE38-C8213E1DD4C6}"/>
              </a:ext>
            </a:extLst>
          </p:cNvPr>
          <p:cNvSpPr>
            <a:spLocks noGrp="1"/>
          </p:cNvSpPr>
          <p:nvPr/>
        </p:nvSpPr>
        <p:spPr>
          <a:xfrm>
            <a:off x="663320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4" name="01_find_only_1683">
            <a:extLst>
              <a:ext uri="{FF2B5EF4-FFF2-40B4-BE49-F238E27FC236}">
                <a16:creationId xmlns:a16="http://schemas.microsoft.com/office/drawing/2014/main" id="{8297E631-3EC5-440F-9F38-291D7474FEF7}"/>
              </a:ext>
            </a:extLst>
          </p:cNvPr>
          <p:cNvSpPr>
            <a:spLocks noGrp="1"/>
          </p:cNvSpPr>
          <p:nvPr/>
        </p:nvSpPr>
        <p:spPr>
          <a:xfrm>
            <a:off x="662290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5" name="01_find_only_1684">
            <a:extLst>
              <a:ext uri="{FF2B5EF4-FFF2-40B4-BE49-F238E27FC236}">
                <a16:creationId xmlns:a16="http://schemas.microsoft.com/office/drawing/2014/main" id="{8830580E-F32D-46AB-96CD-C5554CBCF8A9}"/>
              </a:ext>
            </a:extLst>
          </p:cNvPr>
          <p:cNvSpPr>
            <a:spLocks noGrp="1"/>
          </p:cNvSpPr>
          <p:nvPr/>
        </p:nvSpPr>
        <p:spPr>
          <a:xfrm>
            <a:off x="65991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6" name="01_find_only_1685">
            <a:extLst>
              <a:ext uri="{FF2B5EF4-FFF2-40B4-BE49-F238E27FC236}">
                <a16:creationId xmlns:a16="http://schemas.microsoft.com/office/drawing/2014/main" id="{3230B464-FB82-4261-82BB-373B1329A5F9}"/>
              </a:ext>
            </a:extLst>
          </p:cNvPr>
          <p:cNvSpPr>
            <a:spLocks noGrp="1"/>
          </p:cNvSpPr>
          <p:nvPr/>
        </p:nvSpPr>
        <p:spPr>
          <a:xfrm>
            <a:off x="6596192" y="38029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7" name="01_find_only_1686">
            <a:extLst>
              <a:ext uri="{FF2B5EF4-FFF2-40B4-BE49-F238E27FC236}">
                <a16:creationId xmlns:a16="http://schemas.microsoft.com/office/drawing/2014/main" id="{B9D308B1-F0F1-4744-B9DA-E72430DB967C}"/>
              </a:ext>
            </a:extLst>
          </p:cNvPr>
          <p:cNvSpPr>
            <a:spLocks noGrp="1"/>
          </p:cNvSpPr>
          <p:nvPr/>
        </p:nvSpPr>
        <p:spPr>
          <a:xfrm>
            <a:off x="65638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8" name="01_find_only_1687">
            <a:extLst>
              <a:ext uri="{FF2B5EF4-FFF2-40B4-BE49-F238E27FC236}">
                <a16:creationId xmlns:a16="http://schemas.microsoft.com/office/drawing/2014/main" id="{C85CF9A2-1F34-44E9-B3DB-9574DAB36F75}"/>
              </a:ext>
            </a:extLst>
          </p:cNvPr>
          <p:cNvSpPr>
            <a:spLocks noGrp="1"/>
          </p:cNvSpPr>
          <p:nvPr/>
        </p:nvSpPr>
        <p:spPr>
          <a:xfrm>
            <a:off x="66449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9" name="01_find_only_1688">
            <a:extLst>
              <a:ext uri="{FF2B5EF4-FFF2-40B4-BE49-F238E27FC236}">
                <a16:creationId xmlns:a16="http://schemas.microsoft.com/office/drawing/2014/main" id="{56BD83B9-343B-4226-857F-C8D63F2DB4B9}"/>
              </a:ext>
            </a:extLst>
          </p:cNvPr>
          <p:cNvSpPr>
            <a:spLocks noGrp="1"/>
          </p:cNvSpPr>
          <p:nvPr/>
        </p:nvSpPr>
        <p:spPr>
          <a:xfrm>
            <a:off x="66346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0" name="01_find_only_1689">
            <a:extLst>
              <a:ext uri="{FF2B5EF4-FFF2-40B4-BE49-F238E27FC236}">
                <a16:creationId xmlns:a16="http://schemas.microsoft.com/office/drawing/2014/main" id="{28AA4877-606B-4DEC-8679-700C5CF31FA0}"/>
              </a:ext>
            </a:extLst>
          </p:cNvPr>
          <p:cNvSpPr>
            <a:spLocks noGrp="1"/>
          </p:cNvSpPr>
          <p:nvPr/>
        </p:nvSpPr>
        <p:spPr>
          <a:xfrm>
            <a:off x="66199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1" name="01_find_only_1690">
            <a:extLst>
              <a:ext uri="{FF2B5EF4-FFF2-40B4-BE49-F238E27FC236}">
                <a16:creationId xmlns:a16="http://schemas.microsoft.com/office/drawing/2014/main" id="{9A8FA164-7B4A-4686-AFB3-24E6082638DF}"/>
              </a:ext>
            </a:extLst>
          </p:cNvPr>
          <p:cNvSpPr>
            <a:spLocks noGrp="1"/>
          </p:cNvSpPr>
          <p:nvPr/>
        </p:nvSpPr>
        <p:spPr>
          <a:xfrm>
            <a:off x="656044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2" name="01_find_only_1691">
            <a:extLst>
              <a:ext uri="{FF2B5EF4-FFF2-40B4-BE49-F238E27FC236}">
                <a16:creationId xmlns:a16="http://schemas.microsoft.com/office/drawing/2014/main" id="{D9477C5C-84D3-4567-A433-10447B435517}"/>
              </a:ext>
            </a:extLst>
          </p:cNvPr>
          <p:cNvSpPr>
            <a:spLocks noGrp="1"/>
          </p:cNvSpPr>
          <p:nvPr/>
        </p:nvSpPr>
        <p:spPr>
          <a:xfrm>
            <a:off x="65698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3" name="01_find_only_1692">
            <a:extLst>
              <a:ext uri="{FF2B5EF4-FFF2-40B4-BE49-F238E27FC236}">
                <a16:creationId xmlns:a16="http://schemas.microsoft.com/office/drawing/2014/main" id="{C0095359-D1FA-4FB9-8FC2-4CE5E72FFE47}"/>
              </a:ext>
            </a:extLst>
          </p:cNvPr>
          <p:cNvSpPr>
            <a:spLocks noGrp="1"/>
          </p:cNvSpPr>
          <p:nvPr/>
        </p:nvSpPr>
        <p:spPr>
          <a:xfrm>
            <a:off x="65792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4" name="01_find_only_1693">
            <a:extLst>
              <a:ext uri="{FF2B5EF4-FFF2-40B4-BE49-F238E27FC236}">
                <a16:creationId xmlns:a16="http://schemas.microsoft.com/office/drawing/2014/main" id="{E0DD29AB-861F-47D5-9E1D-90E6EAA11597}"/>
              </a:ext>
            </a:extLst>
          </p:cNvPr>
          <p:cNvSpPr>
            <a:spLocks noGrp="1"/>
          </p:cNvSpPr>
          <p:nvPr/>
        </p:nvSpPr>
        <p:spPr>
          <a:xfrm>
            <a:off x="662096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5" name="01_find_only_1694">
            <a:extLst>
              <a:ext uri="{FF2B5EF4-FFF2-40B4-BE49-F238E27FC236}">
                <a16:creationId xmlns:a16="http://schemas.microsoft.com/office/drawing/2014/main" id="{F1022F3E-4E7B-461D-A7B1-82D8926A2C8A}"/>
              </a:ext>
            </a:extLst>
          </p:cNvPr>
          <p:cNvSpPr>
            <a:spLocks noGrp="1"/>
          </p:cNvSpPr>
          <p:nvPr/>
        </p:nvSpPr>
        <p:spPr>
          <a:xfrm>
            <a:off x="661115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6" name="01_find_only_1695">
            <a:extLst>
              <a:ext uri="{FF2B5EF4-FFF2-40B4-BE49-F238E27FC236}">
                <a16:creationId xmlns:a16="http://schemas.microsoft.com/office/drawing/2014/main" id="{BD0D80D7-F14C-498F-A4D5-D1CC95861D03}"/>
              </a:ext>
            </a:extLst>
          </p:cNvPr>
          <p:cNvSpPr>
            <a:spLocks noGrp="1"/>
          </p:cNvSpPr>
          <p:nvPr/>
        </p:nvSpPr>
        <p:spPr>
          <a:xfrm>
            <a:off x="657394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7" name="01_find_only_1696">
            <a:extLst>
              <a:ext uri="{FF2B5EF4-FFF2-40B4-BE49-F238E27FC236}">
                <a16:creationId xmlns:a16="http://schemas.microsoft.com/office/drawing/2014/main" id="{0C856F4D-F9EB-4C76-9575-A76D7FBE18CB}"/>
              </a:ext>
            </a:extLst>
          </p:cNvPr>
          <p:cNvSpPr>
            <a:spLocks noGrp="1"/>
          </p:cNvSpPr>
          <p:nvPr/>
        </p:nvSpPr>
        <p:spPr>
          <a:xfrm>
            <a:off x="659152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8" name="01_find_only_1697">
            <a:extLst>
              <a:ext uri="{FF2B5EF4-FFF2-40B4-BE49-F238E27FC236}">
                <a16:creationId xmlns:a16="http://schemas.microsoft.com/office/drawing/2014/main" id="{0FBD531B-7835-4F3E-9BB5-E342FDB03263}"/>
              </a:ext>
            </a:extLst>
          </p:cNvPr>
          <p:cNvSpPr>
            <a:spLocks noGrp="1"/>
          </p:cNvSpPr>
          <p:nvPr/>
        </p:nvSpPr>
        <p:spPr>
          <a:xfrm>
            <a:off x="65571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9" name="01_find_only_1698">
            <a:extLst>
              <a:ext uri="{FF2B5EF4-FFF2-40B4-BE49-F238E27FC236}">
                <a16:creationId xmlns:a16="http://schemas.microsoft.com/office/drawing/2014/main" id="{2B905854-0A4C-41CD-BD33-82A5CEF07758}"/>
              </a:ext>
            </a:extLst>
          </p:cNvPr>
          <p:cNvSpPr>
            <a:spLocks noGrp="1"/>
          </p:cNvSpPr>
          <p:nvPr/>
        </p:nvSpPr>
        <p:spPr>
          <a:xfrm>
            <a:off x="68329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0" name="01_find_only_1699">
            <a:extLst>
              <a:ext uri="{FF2B5EF4-FFF2-40B4-BE49-F238E27FC236}">
                <a16:creationId xmlns:a16="http://schemas.microsoft.com/office/drawing/2014/main" id="{9821ECFA-E439-454A-9366-82EA8E2EE594}"/>
              </a:ext>
            </a:extLst>
          </p:cNvPr>
          <p:cNvSpPr>
            <a:spLocks noGrp="1"/>
          </p:cNvSpPr>
          <p:nvPr/>
        </p:nvSpPr>
        <p:spPr>
          <a:xfrm>
            <a:off x="6814302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1" name="01_find_only_1700">
            <a:extLst>
              <a:ext uri="{FF2B5EF4-FFF2-40B4-BE49-F238E27FC236}">
                <a16:creationId xmlns:a16="http://schemas.microsoft.com/office/drawing/2014/main" id="{2B694F16-2B67-4134-AB51-C31FEA45255D}"/>
              </a:ext>
            </a:extLst>
          </p:cNvPr>
          <p:cNvSpPr>
            <a:spLocks noGrp="1"/>
          </p:cNvSpPr>
          <p:nvPr/>
        </p:nvSpPr>
        <p:spPr>
          <a:xfrm>
            <a:off x="68294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2" name="01_find_only_1701">
            <a:extLst>
              <a:ext uri="{FF2B5EF4-FFF2-40B4-BE49-F238E27FC236}">
                <a16:creationId xmlns:a16="http://schemas.microsoft.com/office/drawing/2014/main" id="{46EB3829-1BFF-4CEA-9A75-FD0AE5924A1F}"/>
              </a:ext>
            </a:extLst>
          </p:cNvPr>
          <p:cNvSpPr>
            <a:spLocks noGrp="1"/>
          </p:cNvSpPr>
          <p:nvPr/>
        </p:nvSpPr>
        <p:spPr>
          <a:xfrm>
            <a:off x="682907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3" name="01_find_only_1702">
            <a:extLst>
              <a:ext uri="{FF2B5EF4-FFF2-40B4-BE49-F238E27FC236}">
                <a16:creationId xmlns:a16="http://schemas.microsoft.com/office/drawing/2014/main" id="{DC82F9D0-A0BA-4E53-9EA2-A5CAEAB4C7A9}"/>
              </a:ext>
            </a:extLst>
          </p:cNvPr>
          <p:cNvSpPr>
            <a:spLocks noGrp="1"/>
          </p:cNvSpPr>
          <p:nvPr/>
        </p:nvSpPr>
        <p:spPr>
          <a:xfrm>
            <a:off x="6845585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4" name="01_find_only_1703">
            <a:extLst>
              <a:ext uri="{FF2B5EF4-FFF2-40B4-BE49-F238E27FC236}">
                <a16:creationId xmlns:a16="http://schemas.microsoft.com/office/drawing/2014/main" id="{55D0E5D0-2945-4E5F-AC5C-A1BE0C4A5D58}"/>
              </a:ext>
            </a:extLst>
          </p:cNvPr>
          <p:cNvSpPr>
            <a:spLocks noGrp="1"/>
          </p:cNvSpPr>
          <p:nvPr/>
        </p:nvSpPr>
        <p:spPr>
          <a:xfrm>
            <a:off x="687385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5" name="01_find_only_1704">
            <a:extLst>
              <a:ext uri="{FF2B5EF4-FFF2-40B4-BE49-F238E27FC236}">
                <a16:creationId xmlns:a16="http://schemas.microsoft.com/office/drawing/2014/main" id="{0E151563-5C77-4A99-8817-6AB2C1F9415B}"/>
              </a:ext>
            </a:extLst>
          </p:cNvPr>
          <p:cNvSpPr>
            <a:spLocks noGrp="1"/>
          </p:cNvSpPr>
          <p:nvPr/>
        </p:nvSpPr>
        <p:spPr>
          <a:xfrm>
            <a:off x="6891635" y="35210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6" name="01_find_only_1705">
            <a:extLst>
              <a:ext uri="{FF2B5EF4-FFF2-40B4-BE49-F238E27FC236}">
                <a16:creationId xmlns:a16="http://schemas.microsoft.com/office/drawing/2014/main" id="{9CF59FBD-12B0-49D2-B5F2-ACFCCA2EA226}"/>
              </a:ext>
            </a:extLst>
          </p:cNvPr>
          <p:cNvSpPr>
            <a:spLocks noGrp="1"/>
          </p:cNvSpPr>
          <p:nvPr/>
        </p:nvSpPr>
        <p:spPr>
          <a:xfrm>
            <a:off x="681945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7" name="01_find_only_1706">
            <a:extLst>
              <a:ext uri="{FF2B5EF4-FFF2-40B4-BE49-F238E27FC236}">
                <a16:creationId xmlns:a16="http://schemas.microsoft.com/office/drawing/2014/main" id="{F21BA5D4-CB8E-4657-9CAD-0EDD685BA3F5}"/>
              </a:ext>
            </a:extLst>
          </p:cNvPr>
          <p:cNvSpPr>
            <a:spLocks noGrp="1"/>
          </p:cNvSpPr>
          <p:nvPr/>
        </p:nvSpPr>
        <p:spPr>
          <a:xfrm>
            <a:off x="686385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8" name="01_find_only_1707">
            <a:extLst>
              <a:ext uri="{FF2B5EF4-FFF2-40B4-BE49-F238E27FC236}">
                <a16:creationId xmlns:a16="http://schemas.microsoft.com/office/drawing/2014/main" id="{7E938EF8-FDE8-4860-A8DB-6C0D3760DE96}"/>
              </a:ext>
            </a:extLst>
          </p:cNvPr>
          <p:cNvSpPr>
            <a:spLocks noGrp="1"/>
          </p:cNvSpPr>
          <p:nvPr/>
        </p:nvSpPr>
        <p:spPr>
          <a:xfrm>
            <a:off x="68197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9" name="01_find_only_1708">
            <a:extLst>
              <a:ext uri="{FF2B5EF4-FFF2-40B4-BE49-F238E27FC236}">
                <a16:creationId xmlns:a16="http://schemas.microsoft.com/office/drawing/2014/main" id="{285EBF08-2D6A-4297-9613-E1C8065F00A4}"/>
              </a:ext>
            </a:extLst>
          </p:cNvPr>
          <p:cNvSpPr>
            <a:spLocks noGrp="1"/>
          </p:cNvSpPr>
          <p:nvPr/>
        </p:nvSpPr>
        <p:spPr>
          <a:xfrm>
            <a:off x="68090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0" name="01_find_only_1709">
            <a:extLst>
              <a:ext uri="{FF2B5EF4-FFF2-40B4-BE49-F238E27FC236}">
                <a16:creationId xmlns:a16="http://schemas.microsoft.com/office/drawing/2014/main" id="{3DCDE989-DE1A-4BC4-8AC0-C28AEE5C52D3}"/>
              </a:ext>
            </a:extLst>
          </p:cNvPr>
          <p:cNvSpPr>
            <a:spLocks noGrp="1"/>
          </p:cNvSpPr>
          <p:nvPr/>
        </p:nvSpPr>
        <p:spPr>
          <a:xfrm>
            <a:off x="688386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1" name="01_find_only_1710">
            <a:extLst>
              <a:ext uri="{FF2B5EF4-FFF2-40B4-BE49-F238E27FC236}">
                <a16:creationId xmlns:a16="http://schemas.microsoft.com/office/drawing/2014/main" id="{72C572AE-9D13-4145-B286-CC555020CABC}"/>
              </a:ext>
            </a:extLst>
          </p:cNvPr>
          <p:cNvSpPr>
            <a:spLocks noGrp="1"/>
          </p:cNvSpPr>
          <p:nvPr/>
        </p:nvSpPr>
        <p:spPr>
          <a:xfrm>
            <a:off x="69037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2" name="01_find_only_1711">
            <a:extLst>
              <a:ext uri="{FF2B5EF4-FFF2-40B4-BE49-F238E27FC236}">
                <a16:creationId xmlns:a16="http://schemas.microsoft.com/office/drawing/2014/main" id="{BBA7D447-18AA-4C6F-9697-C5A123CFAE64}"/>
              </a:ext>
            </a:extLst>
          </p:cNvPr>
          <p:cNvSpPr>
            <a:spLocks noGrp="1"/>
          </p:cNvSpPr>
          <p:nvPr/>
        </p:nvSpPr>
        <p:spPr>
          <a:xfrm>
            <a:off x="68452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3" name="01_find_only_1712">
            <a:extLst>
              <a:ext uri="{FF2B5EF4-FFF2-40B4-BE49-F238E27FC236}">
                <a16:creationId xmlns:a16="http://schemas.microsoft.com/office/drawing/2014/main" id="{C9C673A6-3C79-423E-88B8-2148DB44C779}"/>
              </a:ext>
            </a:extLst>
          </p:cNvPr>
          <p:cNvSpPr>
            <a:spLocks noGrp="1"/>
          </p:cNvSpPr>
          <p:nvPr/>
        </p:nvSpPr>
        <p:spPr>
          <a:xfrm>
            <a:off x="689853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4" name="01_find_only_1713">
            <a:extLst>
              <a:ext uri="{FF2B5EF4-FFF2-40B4-BE49-F238E27FC236}">
                <a16:creationId xmlns:a16="http://schemas.microsoft.com/office/drawing/2014/main" id="{753855F2-46A4-477A-8587-464DC062CB73}"/>
              </a:ext>
            </a:extLst>
          </p:cNvPr>
          <p:cNvSpPr>
            <a:spLocks noGrp="1"/>
          </p:cNvSpPr>
          <p:nvPr/>
        </p:nvSpPr>
        <p:spPr>
          <a:xfrm>
            <a:off x="682936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5" name="01_find_only_1714">
            <a:extLst>
              <a:ext uri="{FF2B5EF4-FFF2-40B4-BE49-F238E27FC236}">
                <a16:creationId xmlns:a16="http://schemas.microsoft.com/office/drawing/2014/main" id="{78EF2034-CF78-4EBF-B128-59B57D4B0ECA}"/>
              </a:ext>
            </a:extLst>
          </p:cNvPr>
          <p:cNvSpPr>
            <a:spLocks noGrp="1"/>
          </p:cNvSpPr>
          <p:nvPr/>
        </p:nvSpPr>
        <p:spPr>
          <a:xfrm>
            <a:off x="68478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6" name="01_find_only_1715">
            <a:extLst>
              <a:ext uri="{FF2B5EF4-FFF2-40B4-BE49-F238E27FC236}">
                <a16:creationId xmlns:a16="http://schemas.microsoft.com/office/drawing/2014/main" id="{DCD38102-5AA7-467F-BA74-202B15D5C9D1}"/>
              </a:ext>
            </a:extLst>
          </p:cNvPr>
          <p:cNvSpPr>
            <a:spLocks noGrp="1"/>
          </p:cNvSpPr>
          <p:nvPr/>
        </p:nvSpPr>
        <p:spPr>
          <a:xfrm>
            <a:off x="6876771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7" name="01_find_only_1716">
            <a:extLst>
              <a:ext uri="{FF2B5EF4-FFF2-40B4-BE49-F238E27FC236}">
                <a16:creationId xmlns:a16="http://schemas.microsoft.com/office/drawing/2014/main" id="{2529C073-D7DE-468D-B9D6-A4EBB70EC10A}"/>
              </a:ext>
            </a:extLst>
          </p:cNvPr>
          <p:cNvSpPr>
            <a:spLocks noGrp="1"/>
          </p:cNvSpPr>
          <p:nvPr/>
        </p:nvSpPr>
        <p:spPr>
          <a:xfrm>
            <a:off x="689416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8" name="01_find_only_1717">
            <a:extLst>
              <a:ext uri="{FF2B5EF4-FFF2-40B4-BE49-F238E27FC236}">
                <a16:creationId xmlns:a16="http://schemas.microsoft.com/office/drawing/2014/main" id="{5CF559A4-0A68-4F13-B1E9-CE491CF5E8A6}"/>
              </a:ext>
            </a:extLst>
          </p:cNvPr>
          <p:cNvSpPr>
            <a:spLocks noGrp="1"/>
          </p:cNvSpPr>
          <p:nvPr/>
        </p:nvSpPr>
        <p:spPr>
          <a:xfrm>
            <a:off x="69035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9" name="01_find_only_1718">
            <a:extLst>
              <a:ext uri="{FF2B5EF4-FFF2-40B4-BE49-F238E27FC236}">
                <a16:creationId xmlns:a16="http://schemas.microsoft.com/office/drawing/2014/main" id="{DD48732A-340D-492E-9680-D245DD8FD0B2}"/>
              </a:ext>
            </a:extLst>
          </p:cNvPr>
          <p:cNvSpPr>
            <a:spLocks noGrp="1"/>
          </p:cNvSpPr>
          <p:nvPr/>
        </p:nvSpPr>
        <p:spPr>
          <a:xfrm>
            <a:off x="68700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0" name="01_find_only_1719">
            <a:extLst>
              <a:ext uri="{FF2B5EF4-FFF2-40B4-BE49-F238E27FC236}">
                <a16:creationId xmlns:a16="http://schemas.microsoft.com/office/drawing/2014/main" id="{31DF6E45-E96F-414D-AD3D-A23E8AB2E948}"/>
              </a:ext>
            </a:extLst>
          </p:cNvPr>
          <p:cNvSpPr>
            <a:spLocks noGrp="1"/>
          </p:cNvSpPr>
          <p:nvPr/>
        </p:nvSpPr>
        <p:spPr>
          <a:xfrm>
            <a:off x="6812457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1" name="01_find_only_1720">
            <a:extLst>
              <a:ext uri="{FF2B5EF4-FFF2-40B4-BE49-F238E27FC236}">
                <a16:creationId xmlns:a16="http://schemas.microsoft.com/office/drawing/2014/main" id="{4020DE52-3786-49BB-9040-9225C6C60E20}"/>
              </a:ext>
            </a:extLst>
          </p:cNvPr>
          <p:cNvSpPr>
            <a:spLocks noGrp="1"/>
          </p:cNvSpPr>
          <p:nvPr/>
        </p:nvSpPr>
        <p:spPr>
          <a:xfrm>
            <a:off x="68268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2" name="01_find_only_1721">
            <a:extLst>
              <a:ext uri="{FF2B5EF4-FFF2-40B4-BE49-F238E27FC236}">
                <a16:creationId xmlns:a16="http://schemas.microsoft.com/office/drawing/2014/main" id="{AEB33458-F22A-4DAC-A182-449CF8C4D45E}"/>
              </a:ext>
            </a:extLst>
          </p:cNvPr>
          <p:cNvSpPr>
            <a:spLocks noGrp="1"/>
          </p:cNvSpPr>
          <p:nvPr/>
        </p:nvSpPr>
        <p:spPr>
          <a:xfrm>
            <a:off x="68331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3" name="01_find_only_1722">
            <a:extLst>
              <a:ext uri="{FF2B5EF4-FFF2-40B4-BE49-F238E27FC236}">
                <a16:creationId xmlns:a16="http://schemas.microsoft.com/office/drawing/2014/main" id="{335C9EC7-5800-4F84-AC41-9BF21F179E28}"/>
              </a:ext>
            </a:extLst>
          </p:cNvPr>
          <p:cNvSpPr>
            <a:spLocks noGrp="1"/>
          </p:cNvSpPr>
          <p:nvPr/>
        </p:nvSpPr>
        <p:spPr>
          <a:xfrm>
            <a:off x="68122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4" name="01_find_only_1723">
            <a:extLst>
              <a:ext uri="{FF2B5EF4-FFF2-40B4-BE49-F238E27FC236}">
                <a16:creationId xmlns:a16="http://schemas.microsoft.com/office/drawing/2014/main" id="{507EA1A9-212B-47EC-86D2-69266821543D}"/>
              </a:ext>
            </a:extLst>
          </p:cNvPr>
          <p:cNvSpPr>
            <a:spLocks noGrp="1"/>
          </p:cNvSpPr>
          <p:nvPr/>
        </p:nvSpPr>
        <p:spPr>
          <a:xfrm>
            <a:off x="6811680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5" name="01_find_only_1724">
            <a:extLst>
              <a:ext uri="{FF2B5EF4-FFF2-40B4-BE49-F238E27FC236}">
                <a16:creationId xmlns:a16="http://schemas.microsoft.com/office/drawing/2014/main" id="{94F79DA1-A8CD-4F7F-B926-AC12D9A6F945}"/>
              </a:ext>
            </a:extLst>
          </p:cNvPr>
          <p:cNvSpPr>
            <a:spLocks noGrp="1"/>
          </p:cNvSpPr>
          <p:nvPr/>
        </p:nvSpPr>
        <p:spPr>
          <a:xfrm>
            <a:off x="683052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6" name="01_find_only_1725">
            <a:extLst>
              <a:ext uri="{FF2B5EF4-FFF2-40B4-BE49-F238E27FC236}">
                <a16:creationId xmlns:a16="http://schemas.microsoft.com/office/drawing/2014/main" id="{47DCDB21-465D-4594-AE53-42349105145B}"/>
              </a:ext>
            </a:extLst>
          </p:cNvPr>
          <p:cNvSpPr>
            <a:spLocks noGrp="1"/>
          </p:cNvSpPr>
          <p:nvPr/>
        </p:nvSpPr>
        <p:spPr>
          <a:xfrm>
            <a:off x="6867153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7" name="01_find_only_1726">
            <a:extLst>
              <a:ext uri="{FF2B5EF4-FFF2-40B4-BE49-F238E27FC236}">
                <a16:creationId xmlns:a16="http://schemas.microsoft.com/office/drawing/2014/main" id="{0967F6FC-491E-43F6-9201-BCDC4BB56381}"/>
              </a:ext>
            </a:extLst>
          </p:cNvPr>
          <p:cNvSpPr>
            <a:spLocks noGrp="1"/>
          </p:cNvSpPr>
          <p:nvPr/>
        </p:nvSpPr>
        <p:spPr>
          <a:xfrm>
            <a:off x="682537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8" name="01_find_only_1727">
            <a:extLst>
              <a:ext uri="{FF2B5EF4-FFF2-40B4-BE49-F238E27FC236}">
                <a16:creationId xmlns:a16="http://schemas.microsoft.com/office/drawing/2014/main" id="{CB88FA6B-A3E7-4011-95F2-ADD472D5FE57}"/>
              </a:ext>
            </a:extLst>
          </p:cNvPr>
          <p:cNvSpPr>
            <a:spLocks noGrp="1"/>
          </p:cNvSpPr>
          <p:nvPr/>
        </p:nvSpPr>
        <p:spPr>
          <a:xfrm>
            <a:off x="68545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9" name="01_find_only_1728">
            <a:extLst>
              <a:ext uri="{FF2B5EF4-FFF2-40B4-BE49-F238E27FC236}">
                <a16:creationId xmlns:a16="http://schemas.microsoft.com/office/drawing/2014/main" id="{C0322D73-C2D2-44A1-9C68-0182CC11BB15}"/>
              </a:ext>
            </a:extLst>
          </p:cNvPr>
          <p:cNvSpPr>
            <a:spLocks noGrp="1"/>
          </p:cNvSpPr>
          <p:nvPr/>
        </p:nvSpPr>
        <p:spPr>
          <a:xfrm>
            <a:off x="684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0" name="01_find_only_1729">
            <a:extLst>
              <a:ext uri="{FF2B5EF4-FFF2-40B4-BE49-F238E27FC236}">
                <a16:creationId xmlns:a16="http://schemas.microsoft.com/office/drawing/2014/main" id="{892FD432-D998-4991-8CEC-923D17477692}"/>
              </a:ext>
            </a:extLst>
          </p:cNvPr>
          <p:cNvSpPr>
            <a:spLocks noGrp="1"/>
          </p:cNvSpPr>
          <p:nvPr/>
        </p:nvSpPr>
        <p:spPr>
          <a:xfrm>
            <a:off x="68924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1" name="01_find_only_1730">
            <a:extLst>
              <a:ext uri="{FF2B5EF4-FFF2-40B4-BE49-F238E27FC236}">
                <a16:creationId xmlns:a16="http://schemas.microsoft.com/office/drawing/2014/main" id="{6F16FEB4-BECF-4591-8FDC-2B5036C7067E}"/>
              </a:ext>
            </a:extLst>
          </p:cNvPr>
          <p:cNvSpPr>
            <a:spLocks noGrp="1"/>
          </p:cNvSpPr>
          <p:nvPr/>
        </p:nvSpPr>
        <p:spPr>
          <a:xfrm>
            <a:off x="6834607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2" name="01_find_only_1731">
            <a:extLst>
              <a:ext uri="{FF2B5EF4-FFF2-40B4-BE49-F238E27FC236}">
                <a16:creationId xmlns:a16="http://schemas.microsoft.com/office/drawing/2014/main" id="{4E4EF58F-BB60-4548-A490-20AA779E77A8}"/>
              </a:ext>
            </a:extLst>
          </p:cNvPr>
          <p:cNvSpPr>
            <a:spLocks noGrp="1"/>
          </p:cNvSpPr>
          <p:nvPr/>
        </p:nvSpPr>
        <p:spPr>
          <a:xfrm>
            <a:off x="68745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3" name="01_find_only_1732">
            <a:extLst>
              <a:ext uri="{FF2B5EF4-FFF2-40B4-BE49-F238E27FC236}">
                <a16:creationId xmlns:a16="http://schemas.microsoft.com/office/drawing/2014/main" id="{6C7339FB-3EA7-4211-ABA9-A3C435CD1C1C}"/>
              </a:ext>
            </a:extLst>
          </p:cNvPr>
          <p:cNvSpPr>
            <a:spLocks noGrp="1"/>
          </p:cNvSpPr>
          <p:nvPr/>
        </p:nvSpPr>
        <p:spPr>
          <a:xfrm>
            <a:off x="68769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4" name="01_find_only_1733">
            <a:extLst>
              <a:ext uri="{FF2B5EF4-FFF2-40B4-BE49-F238E27FC236}">
                <a16:creationId xmlns:a16="http://schemas.microsoft.com/office/drawing/2014/main" id="{5DAA3EE4-3018-46A4-8A9D-C6D3903C8FC9}"/>
              </a:ext>
            </a:extLst>
          </p:cNvPr>
          <p:cNvSpPr>
            <a:spLocks noGrp="1"/>
          </p:cNvSpPr>
          <p:nvPr/>
        </p:nvSpPr>
        <p:spPr>
          <a:xfrm>
            <a:off x="681197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5" name="01_find_only_1734">
            <a:extLst>
              <a:ext uri="{FF2B5EF4-FFF2-40B4-BE49-F238E27FC236}">
                <a16:creationId xmlns:a16="http://schemas.microsoft.com/office/drawing/2014/main" id="{66061713-77E1-4DB8-B6C3-B5EF92589700}"/>
              </a:ext>
            </a:extLst>
          </p:cNvPr>
          <p:cNvSpPr>
            <a:spLocks noGrp="1"/>
          </p:cNvSpPr>
          <p:nvPr/>
        </p:nvSpPr>
        <p:spPr>
          <a:xfrm>
            <a:off x="689114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6" name="01_find_only_1735">
            <a:extLst>
              <a:ext uri="{FF2B5EF4-FFF2-40B4-BE49-F238E27FC236}">
                <a16:creationId xmlns:a16="http://schemas.microsoft.com/office/drawing/2014/main" id="{E321701E-F5CE-4F32-BB38-CA55CCEA3825}"/>
              </a:ext>
            </a:extLst>
          </p:cNvPr>
          <p:cNvSpPr>
            <a:spLocks noGrp="1"/>
          </p:cNvSpPr>
          <p:nvPr/>
        </p:nvSpPr>
        <p:spPr>
          <a:xfrm>
            <a:off x="68096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7" name="01_find_only_1736">
            <a:extLst>
              <a:ext uri="{FF2B5EF4-FFF2-40B4-BE49-F238E27FC236}">
                <a16:creationId xmlns:a16="http://schemas.microsoft.com/office/drawing/2014/main" id="{C3FAD381-D4CC-4EC3-A53D-A317D1B2A303}"/>
              </a:ext>
            </a:extLst>
          </p:cNvPr>
          <p:cNvSpPr>
            <a:spLocks noGrp="1"/>
          </p:cNvSpPr>
          <p:nvPr/>
        </p:nvSpPr>
        <p:spPr>
          <a:xfrm>
            <a:off x="689095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8" name="01_find_only_1737">
            <a:extLst>
              <a:ext uri="{FF2B5EF4-FFF2-40B4-BE49-F238E27FC236}">
                <a16:creationId xmlns:a16="http://schemas.microsoft.com/office/drawing/2014/main" id="{BC83A925-E2FA-4951-9716-4B442A289765}"/>
              </a:ext>
            </a:extLst>
          </p:cNvPr>
          <p:cNvSpPr>
            <a:spLocks noGrp="1"/>
          </p:cNvSpPr>
          <p:nvPr/>
        </p:nvSpPr>
        <p:spPr>
          <a:xfrm>
            <a:off x="69003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9" name="01_find_only_1738">
            <a:extLst>
              <a:ext uri="{FF2B5EF4-FFF2-40B4-BE49-F238E27FC236}">
                <a16:creationId xmlns:a16="http://schemas.microsoft.com/office/drawing/2014/main" id="{D9F20D67-7447-47AA-9ADE-83EF66780613}"/>
              </a:ext>
            </a:extLst>
          </p:cNvPr>
          <p:cNvSpPr>
            <a:spLocks noGrp="1"/>
          </p:cNvSpPr>
          <p:nvPr/>
        </p:nvSpPr>
        <p:spPr>
          <a:xfrm>
            <a:off x="68677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0" name="01_find_only_1739">
            <a:extLst>
              <a:ext uri="{FF2B5EF4-FFF2-40B4-BE49-F238E27FC236}">
                <a16:creationId xmlns:a16="http://schemas.microsoft.com/office/drawing/2014/main" id="{B0F4E55D-71E8-48A6-A650-9FAE98CB8995}"/>
              </a:ext>
            </a:extLst>
          </p:cNvPr>
          <p:cNvSpPr>
            <a:spLocks noGrp="1"/>
          </p:cNvSpPr>
          <p:nvPr/>
        </p:nvSpPr>
        <p:spPr>
          <a:xfrm>
            <a:off x="68385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1" name="01_find_only_1740">
            <a:extLst>
              <a:ext uri="{FF2B5EF4-FFF2-40B4-BE49-F238E27FC236}">
                <a16:creationId xmlns:a16="http://schemas.microsoft.com/office/drawing/2014/main" id="{F6F9BFED-1102-4F84-BDD7-BD552F3E6FDC}"/>
              </a:ext>
            </a:extLst>
          </p:cNvPr>
          <p:cNvSpPr>
            <a:spLocks noGrp="1"/>
          </p:cNvSpPr>
          <p:nvPr/>
        </p:nvSpPr>
        <p:spPr>
          <a:xfrm>
            <a:off x="68792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2" name="01_find_only_1741">
            <a:extLst>
              <a:ext uri="{FF2B5EF4-FFF2-40B4-BE49-F238E27FC236}">
                <a16:creationId xmlns:a16="http://schemas.microsoft.com/office/drawing/2014/main" id="{AFCE2325-24BD-4F19-8D82-6A98C2B0615D}"/>
              </a:ext>
            </a:extLst>
          </p:cNvPr>
          <p:cNvSpPr>
            <a:spLocks noGrp="1"/>
          </p:cNvSpPr>
          <p:nvPr/>
        </p:nvSpPr>
        <p:spPr>
          <a:xfrm>
            <a:off x="68298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3" name="01_find_only_1742">
            <a:extLst>
              <a:ext uri="{FF2B5EF4-FFF2-40B4-BE49-F238E27FC236}">
                <a16:creationId xmlns:a16="http://schemas.microsoft.com/office/drawing/2014/main" id="{90FB2A74-32B2-4791-937F-941AF2D34BB3}"/>
              </a:ext>
            </a:extLst>
          </p:cNvPr>
          <p:cNvSpPr>
            <a:spLocks noGrp="1"/>
          </p:cNvSpPr>
          <p:nvPr/>
        </p:nvSpPr>
        <p:spPr>
          <a:xfrm>
            <a:off x="6854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4" name="01_find_only_1743">
            <a:extLst>
              <a:ext uri="{FF2B5EF4-FFF2-40B4-BE49-F238E27FC236}">
                <a16:creationId xmlns:a16="http://schemas.microsoft.com/office/drawing/2014/main" id="{86153B10-A4BC-409B-9A62-E170C81D0D3E}"/>
              </a:ext>
            </a:extLst>
          </p:cNvPr>
          <p:cNvSpPr>
            <a:spLocks noGrp="1"/>
          </p:cNvSpPr>
          <p:nvPr/>
        </p:nvSpPr>
        <p:spPr>
          <a:xfrm>
            <a:off x="6854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5" name="01_find_only_1744">
            <a:extLst>
              <a:ext uri="{FF2B5EF4-FFF2-40B4-BE49-F238E27FC236}">
                <a16:creationId xmlns:a16="http://schemas.microsoft.com/office/drawing/2014/main" id="{CA668C80-9514-42CD-8AF6-AB8CB97CB666}"/>
              </a:ext>
            </a:extLst>
          </p:cNvPr>
          <p:cNvSpPr>
            <a:spLocks noGrp="1"/>
          </p:cNvSpPr>
          <p:nvPr/>
        </p:nvSpPr>
        <p:spPr>
          <a:xfrm>
            <a:off x="68256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6" name="01_find_only_1745">
            <a:extLst>
              <a:ext uri="{FF2B5EF4-FFF2-40B4-BE49-F238E27FC236}">
                <a16:creationId xmlns:a16="http://schemas.microsoft.com/office/drawing/2014/main" id="{047889E7-FEA2-4F13-8038-17531499CC16}"/>
              </a:ext>
            </a:extLst>
          </p:cNvPr>
          <p:cNvSpPr>
            <a:spLocks noGrp="1"/>
          </p:cNvSpPr>
          <p:nvPr/>
        </p:nvSpPr>
        <p:spPr>
          <a:xfrm>
            <a:off x="68933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7" name="01_find_only_1746">
            <a:extLst>
              <a:ext uri="{FF2B5EF4-FFF2-40B4-BE49-F238E27FC236}">
                <a16:creationId xmlns:a16="http://schemas.microsoft.com/office/drawing/2014/main" id="{D1048904-2A0D-4F53-BE75-4075F312374E}"/>
              </a:ext>
            </a:extLst>
          </p:cNvPr>
          <p:cNvSpPr>
            <a:spLocks noGrp="1"/>
          </p:cNvSpPr>
          <p:nvPr/>
        </p:nvSpPr>
        <p:spPr>
          <a:xfrm>
            <a:off x="68402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8" name="01_find_only_1747">
            <a:extLst>
              <a:ext uri="{FF2B5EF4-FFF2-40B4-BE49-F238E27FC236}">
                <a16:creationId xmlns:a16="http://schemas.microsoft.com/office/drawing/2014/main" id="{6EF24DEB-4A0F-4B7C-9C84-C8A48CF62162}"/>
              </a:ext>
            </a:extLst>
          </p:cNvPr>
          <p:cNvSpPr>
            <a:spLocks noGrp="1"/>
          </p:cNvSpPr>
          <p:nvPr/>
        </p:nvSpPr>
        <p:spPr>
          <a:xfrm>
            <a:off x="68496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9" name="01_find_only_1748">
            <a:extLst>
              <a:ext uri="{FF2B5EF4-FFF2-40B4-BE49-F238E27FC236}">
                <a16:creationId xmlns:a16="http://schemas.microsoft.com/office/drawing/2014/main" id="{7A9A4D83-4B30-4BB8-B0B2-33F3DEA27098}"/>
              </a:ext>
            </a:extLst>
          </p:cNvPr>
          <p:cNvSpPr>
            <a:spLocks noGrp="1"/>
          </p:cNvSpPr>
          <p:nvPr/>
        </p:nvSpPr>
        <p:spPr>
          <a:xfrm>
            <a:off x="69027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0" name="01_find_only_1749">
            <a:extLst>
              <a:ext uri="{FF2B5EF4-FFF2-40B4-BE49-F238E27FC236}">
                <a16:creationId xmlns:a16="http://schemas.microsoft.com/office/drawing/2014/main" id="{965CD55A-F760-45A3-9B94-410406F67FE1}"/>
              </a:ext>
            </a:extLst>
          </p:cNvPr>
          <p:cNvSpPr>
            <a:spLocks noGrp="1"/>
          </p:cNvSpPr>
          <p:nvPr/>
        </p:nvSpPr>
        <p:spPr>
          <a:xfrm>
            <a:off x="687356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1" name="01_find_only_1750">
            <a:extLst>
              <a:ext uri="{FF2B5EF4-FFF2-40B4-BE49-F238E27FC236}">
                <a16:creationId xmlns:a16="http://schemas.microsoft.com/office/drawing/2014/main" id="{AB6BA385-ECDE-4EF7-B377-FE9E9985B104}"/>
              </a:ext>
            </a:extLst>
          </p:cNvPr>
          <p:cNvSpPr>
            <a:spLocks noGrp="1"/>
          </p:cNvSpPr>
          <p:nvPr/>
        </p:nvSpPr>
        <p:spPr>
          <a:xfrm>
            <a:off x="689921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2" name="01_find_only_1751">
            <a:extLst>
              <a:ext uri="{FF2B5EF4-FFF2-40B4-BE49-F238E27FC236}">
                <a16:creationId xmlns:a16="http://schemas.microsoft.com/office/drawing/2014/main" id="{F81FBD6B-0239-475B-B9EF-AAA8554E05CA}"/>
              </a:ext>
            </a:extLst>
          </p:cNvPr>
          <p:cNvSpPr>
            <a:spLocks noGrp="1"/>
          </p:cNvSpPr>
          <p:nvPr/>
        </p:nvSpPr>
        <p:spPr>
          <a:xfrm>
            <a:off x="6813331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3" name="01_find_only_1752">
            <a:extLst>
              <a:ext uri="{FF2B5EF4-FFF2-40B4-BE49-F238E27FC236}">
                <a16:creationId xmlns:a16="http://schemas.microsoft.com/office/drawing/2014/main" id="{23074B81-CBBA-42B8-AF9D-31F604FE00BC}"/>
              </a:ext>
            </a:extLst>
          </p:cNvPr>
          <p:cNvSpPr>
            <a:spLocks noGrp="1"/>
          </p:cNvSpPr>
          <p:nvPr/>
        </p:nvSpPr>
        <p:spPr>
          <a:xfrm>
            <a:off x="68920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4" name="01_find_only_1753">
            <a:extLst>
              <a:ext uri="{FF2B5EF4-FFF2-40B4-BE49-F238E27FC236}">
                <a16:creationId xmlns:a16="http://schemas.microsoft.com/office/drawing/2014/main" id="{062B4940-34F3-4CA7-B5DA-9B4B2E3B6207}"/>
              </a:ext>
            </a:extLst>
          </p:cNvPr>
          <p:cNvSpPr>
            <a:spLocks noGrp="1"/>
          </p:cNvSpPr>
          <p:nvPr/>
        </p:nvSpPr>
        <p:spPr>
          <a:xfrm>
            <a:off x="6879200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5" name="01_find_only_1754">
            <a:extLst>
              <a:ext uri="{FF2B5EF4-FFF2-40B4-BE49-F238E27FC236}">
                <a16:creationId xmlns:a16="http://schemas.microsoft.com/office/drawing/2014/main" id="{64194ED8-7F81-477B-9802-BCB40A536DD0}"/>
              </a:ext>
            </a:extLst>
          </p:cNvPr>
          <p:cNvSpPr>
            <a:spLocks noGrp="1"/>
          </p:cNvSpPr>
          <p:nvPr/>
        </p:nvSpPr>
        <p:spPr>
          <a:xfrm>
            <a:off x="68456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6" name="01_find_only_1755">
            <a:extLst>
              <a:ext uri="{FF2B5EF4-FFF2-40B4-BE49-F238E27FC236}">
                <a16:creationId xmlns:a16="http://schemas.microsoft.com/office/drawing/2014/main" id="{EBDEF400-2F8E-410F-B6F5-5987088AE9B2}"/>
              </a:ext>
            </a:extLst>
          </p:cNvPr>
          <p:cNvSpPr>
            <a:spLocks noGrp="1"/>
          </p:cNvSpPr>
          <p:nvPr/>
        </p:nvSpPr>
        <p:spPr>
          <a:xfrm>
            <a:off x="68829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7" name="01_find_only_1756">
            <a:extLst>
              <a:ext uri="{FF2B5EF4-FFF2-40B4-BE49-F238E27FC236}">
                <a16:creationId xmlns:a16="http://schemas.microsoft.com/office/drawing/2014/main" id="{586A795F-8383-4112-B26B-C0973EBA77B7}"/>
              </a:ext>
            </a:extLst>
          </p:cNvPr>
          <p:cNvSpPr>
            <a:spLocks noGrp="1"/>
          </p:cNvSpPr>
          <p:nvPr/>
        </p:nvSpPr>
        <p:spPr>
          <a:xfrm>
            <a:off x="690319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8" name="01_find_only_1757">
            <a:extLst>
              <a:ext uri="{FF2B5EF4-FFF2-40B4-BE49-F238E27FC236}">
                <a16:creationId xmlns:a16="http://schemas.microsoft.com/office/drawing/2014/main" id="{7CC6F930-1460-4DDF-92A6-8C5E28E414B1}"/>
              </a:ext>
            </a:extLst>
          </p:cNvPr>
          <p:cNvSpPr>
            <a:spLocks noGrp="1"/>
          </p:cNvSpPr>
          <p:nvPr/>
        </p:nvSpPr>
        <p:spPr>
          <a:xfrm>
            <a:off x="6872788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9" name="01_find_only_1758">
            <a:extLst>
              <a:ext uri="{FF2B5EF4-FFF2-40B4-BE49-F238E27FC236}">
                <a16:creationId xmlns:a16="http://schemas.microsoft.com/office/drawing/2014/main" id="{4680CEB2-FCC4-4B4F-BEBD-698C31A95CB7}"/>
              </a:ext>
            </a:extLst>
          </p:cNvPr>
          <p:cNvSpPr>
            <a:spLocks noGrp="1"/>
          </p:cNvSpPr>
          <p:nvPr/>
        </p:nvSpPr>
        <p:spPr>
          <a:xfrm>
            <a:off x="68802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0" name="01_find_only_1759">
            <a:extLst>
              <a:ext uri="{FF2B5EF4-FFF2-40B4-BE49-F238E27FC236}">
                <a16:creationId xmlns:a16="http://schemas.microsoft.com/office/drawing/2014/main" id="{9CD7CEAF-1678-41CB-8B4E-F4F65AA05399}"/>
              </a:ext>
            </a:extLst>
          </p:cNvPr>
          <p:cNvSpPr>
            <a:spLocks noGrp="1"/>
          </p:cNvSpPr>
          <p:nvPr/>
        </p:nvSpPr>
        <p:spPr>
          <a:xfrm>
            <a:off x="68793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1" name="01_find_only_1760">
            <a:extLst>
              <a:ext uri="{FF2B5EF4-FFF2-40B4-BE49-F238E27FC236}">
                <a16:creationId xmlns:a16="http://schemas.microsoft.com/office/drawing/2014/main" id="{7F5619D5-EB1A-433A-97AB-BA956F092B66}"/>
              </a:ext>
            </a:extLst>
          </p:cNvPr>
          <p:cNvSpPr>
            <a:spLocks noGrp="1"/>
          </p:cNvSpPr>
          <p:nvPr/>
        </p:nvSpPr>
        <p:spPr>
          <a:xfrm>
            <a:off x="68638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2" name="01_find_only_1761">
            <a:extLst>
              <a:ext uri="{FF2B5EF4-FFF2-40B4-BE49-F238E27FC236}">
                <a16:creationId xmlns:a16="http://schemas.microsoft.com/office/drawing/2014/main" id="{7B1CADB8-14B7-482F-8CBD-4ADA63C293EF}"/>
              </a:ext>
            </a:extLst>
          </p:cNvPr>
          <p:cNvSpPr>
            <a:spLocks noGrp="1"/>
          </p:cNvSpPr>
          <p:nvPr/>
        </p:nvSpPr>
        <p:spPr>
          <a:xfrm>
            <a:off x="6836744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3" name="01_find_only_1762">
            <a:extLst>
              <a:ext uri="{FF2B5EF4-FFF2-40B4-BE49-F238E27FC236}">
                <a16:creationId xmlns:a16="http://schemas.microsoft.com/office/drawing/2014/main" id="{DF3893CC-D394-4E50-95FB-824A607D7AC2}"/>
              </a:ext>
            </a:extLst>
          </p:cNvPr>
          <p:cNvSpPr>
            <a:spLocks noGrp="1"/>
          </p:cNvSpPr>
          <p:nvPr/>
        </p:nvSpPr>
        <p:spPr>
          <a:xfrm>
            <a:off x="68963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4" name="01_find_only_1763">
            <a:extLst>
              <a:ext uri="{FF2B5EF4-FFF2-40B4-BE49-F238E27FC236}">
                <a16:creationId xmlns:a16="http://schemas.microsoft.com/office/drawing/2014/main" id="{98769760-DAF5-4551-A023-FBA40D20AA58}"/>
              </a:ext>
            </a:extLst>
          </p:cNvPr>
          <p:cNvSpPr>
            <a:spLocks noGrp="1"/>
          </p:cNvSpPr>
          <p:nvPr/>
        </p:nvSpPr>
        <p:spPr>
          <a:xfrm>
            <a:off x="682644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5" name="01_find_only_1764">
            <a:extLst>
              <a:ext uri="{FF2B5EF4-FFF2-40B4-BE49-F238E27FC236}">
                <a16:creationId xmlns:a16="http://schemas.microsoft.com/office/drawing/2014/main" id="{BAF3A0DE-19DF-4500-B53B-9024E33489B2}"/>
              </a:ext>
            </a:extLst>
          </p:cNvPr>
          <p:cNvSpPr>
            <a:spLocks noGrp="1"/>
          </p:cNvSpPr>
          <p:nvPr/>
        </p:nvSpPr>
        <p:spPr>
          <a:xfrm>
            <a:off x="68256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6" name="01_find_only_1765">
            <a:extLst>
              <a:ext uri="{FF2B5EF4-FFF2-40B4-BE49-F238E27FC236}">
                <a16:creationId xmlns:a16="http://schemas.microsoft.com/office/drawing/2014/main" id="{9615C1E6-BE93-4CBB-BDDE-130AB704735E}"/>
              </a:ext>
            </a:extLst>
          </p:cNvPr>
          <p:cNvSpPr>
            <a:spLocks noGrp="1"/>
          </p:cNvSpPr>
          <p:nvPr/>
        </p:nvSpPr>
        <p:spPr>
          <a:xfrm>
            <a:off x="68300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7" name="01_find_only_1766">
            <a:extLst>
              <a:ext uri="{FF2B5EF4-FFF2-40B4-BE49-F238E27FC236}">
                <a16:creationId xmlns:a16="http://schemas.microsoft.com/office/drawing/2014/main" id="{5AF68C21-EB10-49AD-AFA6-ED746F126050}"/>
              </a:ext>
            </a:extLst>
          </p:cNvPr>
          <p:cNvSpPr>
            <a:spLocks noGrp="1"/>
          </p:cNvSpPr>
          <p:nvPr/>
        </p:nvSpPr>
        <p:spPr>
          <a:xfrm>
            <a:off x="689775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8" name="01_find_only_1767">
            <a:extLst>
              <a:ext uri="{FF2B5EF4-FFF2-40B4-BE49-F238E27FC236}">
                <a16:creationId xmlns:a16="http://schemas.microsoft.com/office/drawing/2014/main" id="{F950E816-0A34-4FE7-9BC6-5F9D1509F811}"/>
              </a:ext>
            </a:extLst>
          </p:cNvPr>
          <p:cNvSpPr>
            <a:spLocks noGrp="1"/>
          </p:cNvSpPr>
          <p:nvPr/>
        </p:nvSpPr>
        <p:spPr>
          <a:xfrm>
            <a:off x="68874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9" name="01_find_only_1768">
            <a:extLst>
              <a:ext uri="{FF2B5EF4-FFF2-40B4-BE49-F238E27FC236}">
                <a16:creationId xmlns:a16="http://schemas.microsoft.com/office/drawing/2014/main" id="{E4299AD7-5812-488D-AE7C-A5C9E6186222}"/>
              </a:ext>
            </a:extLst>
          </p:cNvPr>
          <p:cNvSpPr>
            <a:spLocks noGrp="1"/>
          </p:cNvSpPr>
          <p:nvPr/>
        </p:nvSpPr>
        <p:spPr>
          <a:xfrm>
            <a:off x="68916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0" name="01_find_only_1769">
            <a:extLst>
              <a:ext uri="{FF2B5EF4-FFF2-40B4-BE49-F238E27FC236}">
                <a16:creationId xmlns:a16="http://schemas.microsoft.com/office/drawing/2014/main" id="{EAB48912-B0AC-4281-8231-4C130B39C1E6}"/>
              </a:ext>
            </a:extLst>
          </p:cNvPr>
          <p:cNvSpPr>
            <a:spLocks noGrp="1"/>
          </p:cNvSpPr>
          <p:nvPr/>
        </p:nvSpPr>
        <p:spPr>
          <a:xfrm>
            <a:off x="6879588" y="32606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1" name="01_find_only_1770">
            <a:extLst>
              <a:ext uri="{FF2B5EF4-FFF2-40B4-BE49-F238E27FC236}">
                <a16:creationId xmlns:a16="http://schemas.microsoft.com/office/drawing/2014/main" id="{0B48654C-0097-48A4-9C11-23235973E06E}"/>
              </a:ext>
            </a:extLst>
          </p:cNvPr>
          <p:cNvSpPr>
            <a:spLocks noGrp="1"/>
          </p:cNvSpPr>
          <p:nvPr/>
        </p:nvSpPr>
        <p:spPr>
          <a:xfrm>
            <a:off x="688706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2" name="01_find_only_1771">
            <a:extLst>
              <a:ext uri="{FF2B5EF4-FFF2-40B4-BE49-F238E27FC236}">
                <a16:creationId xmlns:a16="http://schemas.microsoft.com/office/drawing/2014/main" id="{85F811BC-FE10-4778-B778-5B5A63EC8DB9}"/>
              </a:ext>
            </a:extLst>
          </p:cNvPr>
          <p:cNvSpPr>
            <a:spLocks noGrp="1"/>
          </p:cNvSpPr>
          <p:nvPr/>
        </p:nvSpPr>
        <p:spPr>
          <a:xfrm>
            <a:off x="68954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3" name="01_find_only_1772">
            <a:extLst>
              <a:ext uri="{FF2B5EF4-FFF2-40B4-BE49-F238E27FC236}">
                <a16:creationId xmlns:a16="http://schemas.microsoft.com/office/drawing/2014/main" id="{51E906D6-91AB-41FC-8EF9-D3CBC497A1CB}"/>
              </a:ext>
            </a:extLst>
          </p:cNvPr>
          <p:cNvSpPr>
            <a:spLocks noGrp="1"/>
          </p:cNvSpPr>
          <p:nvPr/>
        </p:nvSpPr>
        <p:spPr>
          <a:xfrm>
            <a:off x="68241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4" name="01_find_only_1773">
            <a:extLst>
              <a:ext uri="{FF2B5EF4-FFF2-40B4-BE49-F238E27FC236}">
                <a16:creationId xmlns:a16="http://schemas.microsoft.com/office/drawing/2014/main" id="{55F5DE7A-4BD2-4861-AAE9-F04F55026338}"/>
              </a:ext>
            </a:extLst>
          </p:cNvPr>
          <p:cNvSpPr>
            <a:spLocks noGrp="1"/>
          </p:cNvSpPr>
          <p:nvPr/>
        </p:nvSpPr>
        <p:spPr>
          <a:xfrm>
            <a:off x="683179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5" name="01_find_only_1774">
            <a:extLst>
              <a:ext uri="{FF2B5EF4-FFF2-40B4-BE49-F238E27FC236}">
                <a16:creationId xmlns:a16="http://schemas.microsoft.com/office/drawing/2014/main" id="{9A0533A4-4DF4-400A-BEEC-050FB2278EFA}"/>
              </a:ext>
            </a:extLst>
          </p:cNvPr>
          <p:cNvSpPr>
            <a:spLocks noGrp="1"/>
          </p:cNvSpPr>
          <p:nvPr/>
        </p:nvSpPr>
        <p:spPr>
          <a:xfrm>
            <a:off x="6877937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6" name="01_find_only_1775">
            <a:extLst>
              <a:ext uri="{FF2B5EF4-FFF2-40B4-BE49-F238E27FC236}">
                <a16:creationId xmlns:a16="http://schemas.microsoft.com/office/drawing/2014/main" id="{25784EDC-EA36-4064-A84D-AF45D7822736}"/>
              </a:ext>
            </a:extLst>
          </p:cNvPr>
          <p:cNvSpPr>
            <a:spLocks noGrp="1"/>
          </p:cNvSpPr>
          <p:nvPr/>
        </p:nvSpPr>
        <p:spPr>
          <a:xfrm>
            <a:off x="68290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7" name="01_find_only_1776">
            <a:extLst>
              <a:ext uri="{FF2B5EF4-FFF2-40B4-BE49-F238E27FC236}">
                <a16:creationId xmlns:a16="http://schemas.microsoft.com/office/drawing/2014/main" id="{8E1EBDBC-83EE-4F4A-8A68-5C70A9E0C9DC}"/>
              </a:ext>
            </a:extLst>
          </p:cNvPr>
          <p:cNvSpPr>
            <a:spLocks noGrp="1"/>
          </p:cNvSpPr>
          <p:nvPr/>
        </p:nvSpPr>
        <p:spPr>
          <a:xfrm>
            <a:off x="6838493" y="345121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8" name="01_find_only_1777">
            <a:extLst>
              <a:ext uri="{FF2B5EF4-FFF2-40B4-BE49-F238E27FC236}">
                <a16:creationId xmlns:a16="http://schemas.microsoft.com/office/drawing/2014/main" id="{1FDFF9BC-88CF-4D19-842C-72917C9733C0}"/>
              </a:ext>
            </a:extLst>
          </p:cNvPr>
          <p:cNvSpPr>
            <a:spLocks noGrp="1"/>
          </p:cNvSpPr>
          <p:nvPr/>
        </p:nvSpPr>
        <p:spPr>
          <a:xfrm>
            <a:off x="68225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9" name="01_find_only_1778">
            <a:extLst>
              <a:ext uri="{FF2B5EF4-FFF2-40B4-BE49-F238E27FC236}">
                <a16:creationId xmlns:a16="http://schemas.microsoft.com/office/drawing/2014/main" id="{68865238-0CD2-4C0F-80DB-2F4D477CA93B}"/>
              </a:ext>
            </a:extLst>
          </p:cNvPr>
          <p:cNvSpPr>
            <a:spLocks noGrp="1"/>
          </p:cNvSpPr>
          <p:nvPr/>
        </p:nvSpPr>
        <p:spPr>
          <a:xfrm>
            <a:off x="68328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0" name="01_find_only_1779">
            <a:extLst>
              <a:ext uri="{FF2B5EF4-FFF2-40B4-BE49-F238E27FC236}">
                <a16:creationId xmlns:a16="http://schemas.microsoft.com/office/drawing/2014/main" id="{5CEB71CD-90E5-4FC2-A153-DC9B37346652}"/>
              </a:ext>
            </a:extLst>
          </p:cNvPr>
          <p:cNvSpPr>
            <a:spLocks noGrp="1"/>
          </p:cNvSpPr>
          <p:nvPr/>
        </p:nvSpPr>
        <p:spPr>
          <a:xfrm>
            <a:off x="6836648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1" name="01_find_only_1780">
            <a:extLst>
              <a:ext uri="{FF2B5EF4-FFF2-40B4-BE49-F238E27FC236}">
                <a16:creationId xmlns:a16="http://schemas.microsoft.com/office/drawing/2014/main" id="{92A7BC7C-FDD9-4F9F-B9CF-C89054FF70D0}"/>
              </a:ext>
            </a:extLst>
          </p:cNvPr>
          <p:cNvSpPr>
            <a:spLocks noGrp="1"/>
          </p:cNvSpPr>
          <p:nvPr/>
        </p:nvSpPr>
        <p:spPr>
          <a:xfrm>
            <a:off x="68969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2" name="01_find_only_1781">
            <a:extLst>
              <a:ext uri="{FF2B5EF4-FFF2-40B4-BE49-F238E27FC236}">
                <a16:creationId xmlns:a16="http://schemas.microsoft.com/office/drawing/2014/main" id="{BDDA5B54-1393-462B-9F8F-883B5E2455E9}"/>
              </a:ext>
            </a:extLst>
          </p:cNvPr>
          <p:cNvSpPr>
            <a:spLocks noGrp="1"/>
          </p:cNvSpPr>
          <p:nvPr/>
        </p:nvSpPr>
        <p:spPr>
          <a:xfrm>
            <a:off x="68557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3" name="01_find_only_1782">
            <a:extLst>
              <a:ext uri="{FF2B5EF4-FFF2-40B4-BE49-F238E27FC236}">
                <a16:creationId xmlns:a16="http://schemas.microsoft.com/office/drawing/2014/main" id="{D8AFC0A5-6DDB-4E26-A174-58103B3EB595}"/>
              </a:ext>
            </a:extLst>
          </p:cNvPr>
          <p:cNvSpPr>
            <a:spLocks noGrp="1"/>
          </p:cNvSpPr>
          <p:nvPr/>
        </p:nvSpPr>
        <p:spPr>
          <a:xfrm>
            <a:off x="68241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4" name="01_find_only_1783">
            <a:extLst>
              <a:ext uri="{FF2B5EF4-FFF2-40B4-BE49-F238E27FC236}">
                <a16:creationId xmlns:a16="http://schemas.microsoft.com/office/drawing/2014/main" id="{DC64C32B-E61B-40ED-BA87-4C08061DB399}"/>
              </a:ext>
            </a:extLst>
          </p:cNvPr>
          <p:cNvSpPr>
            <a:spLocks noGrp="1"/>
          </p:cNvSpPr>
          <p:nvPr/>
        </p:nvSpPr>
        <p:spPr>
          <a:xfrm>
            <a:off x="683820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5" name="01_find_only_1784">
            <a:extLst>
              <a:ext uri="{FF2B5EF4-FFF2-40B4-BE49-F238E27FC236}">
                <a16:creationId xmlns:a16="http://schemas.microsoft.com/office/drawing/2014/main" id="{5FFD98D4-6697-47C7-B362-9083C3682DE0}"/>
              </a:ext>
            </a:extLst>
          </p:cNvPr>
          <p:cNvSpPr>
            <a:spLocks noGrp="1"/>
          </p:cNvSpPr>
          <p:nvPr/>
        </p:nvSpPr>
        <p:spPr>
          <a:xfrm>
            <a:off x="6891927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6" name="01_find_only_1785">
            <a:extLst>
              <a:ext uri="{FF2B5EF4-FFF2-40B4-BE49-F238E27FC236}">
                <a16:creationId xmlns:a16="http://schemas.microsoft.com/office/drawing/2014/main" id="{A5AF49A2-016A-4F92-B1AC-765522D5115A}"/>
              </a:ext>
            </a:extLst>
          </p:cNvPr>
          <p:cNvSpPr>
            <a:spLocks noGrp="1"/>
          </p:cNvSpPr>
          <p:nvPr/>
        </p:nvSpPr>
        <p:spPr>
          <a:xfrm>
            <a:off x="68735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7" name="01_find_only_1786">
            <a:extLst>
              <a:ext uri="{FF2B5EF4-FFF2-40B4-BE49-F238E27FC236}">
                <a16:creationId xmlns:a16="http://schemas.microsoft.com/office/drawing/2014/main" id="{3C8416C7-9FCB-43B0-A720-521746B49DE8}"/>
              </a:ext>
            </a:extLst>
          </p:cNvPr>
          <p:cNvSpPr>
            <a:spLocks noGrp="1"/>
          </p:cNvSpPr>
          <p:nvPr/>
        </p:nvSpPr>
        <p:spPr>
          <a:xfrm>
            <a:off x="68915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8" name="01_find_only_1787">
            <a:extLst>
              <a:ext uri="{FF2B5EF4-FFF2-40B4-BE49-F238E27FC236}">
                <a16:creationId xmlns:a16="http://schemas.microsoft.com/office/drawing/2014/main" id="{D269ED94-653A-45EB-B807-6622866F04A0}"/>
              </a:ext>
            </a:extLst>
          </p:cNvPr>
          <p:cNvSpPr>
            <a:spLocks noGrp="1"/>
          </p:cNvSpPr>
          <p:nvPr/>
        </p:nvSpPr>
        <p:spPr>
          <a:xfrm>
            <a:off x="68300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9" name="01_find_only_1788">
            <a:extLst>
              <a:ext uri="{FF2B5EF4-FFF2-40B4-BE49-F238E27FC236}">
                <a16:creationId xmlns:a16="http://schemas.microsoft.com/office/drawing/2014/main" id="{1C6A47C8-B48D-415E-B351-935A2EBCE558}"/>
              </a:ext>
            </a:extLst>
          </p:cNvPr>
          <p:cNvSpPr>
            <a:spLocks noGrp="1"/>
          </p:cNvSpPr>
          <p:nvPr/>
        </p:nvSpPr>
        <p:spPr>
          <a:xfrm>
            <a:off x="6848306" y="39772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0" name="01_find_only_1789">
            <a:extLst>
              <a:ext uri="{FF2B5EF4-FFF2-40B4-BE49-F238E27FC236}">
                <a16:creationId xmlns:a16="http://schemas.microsoft.com/office/drawing/2014/main" id="{55809DFE-6945-466E-B0AB-99639AD62C0C}"/>
              </a:ext>
            </a:extLst>
          </p:cNvPr>
          <p:cNvSpPr>
            <a:spLocks noGrp="1"/>
          </p:cNvSpPr>
          <p:nvPr/>
        </p:nvSpPr>
        <p:spPr>
          <a:xfrm>
            <a:off x="6892218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1" name="01_find_only_1790">
            <a:extLst>
              <a:ext uri="{FF2B5EF4-FFF2-40B4-BE49-F238E27FC236}">
                <a16:creationId xmlns:a16="http://schemas.microsoft.com/office/drawing/2014/main" id="{C248D17E-60C8-4832-BE5C-B1EA4ABD548F}"/>
              </a:ext>
            </a:extLst>
          </p:cNvPr>
          <p:cNvSpPr>
            <a:spLocks noGrp="1"/>
          </p:cNvSpPr>
          <p:nvPr/>
        </p:nvSpPr>
        <p:spPr>
          <a:xfrm>
            <a:off x="68923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2" name="01_find_only_1791">
            <a:extLst>
              <a:ext uri="{FF2B5EF4-FFF2-40B4-BE49-F238E27FC236}">
                <a16:creationId xmlns:a16="http://schemas.microsoft.com/office/drawing/2014/main" id="{68E07BB0-C92D-47C6-A3B2-DAAE35639858}"/>
              </a:ext>
            </a:extLst>
          </p:cNvPr>
          <p:cNvSpPr>
            <a:spLocks noGrp="1"/>
          </p:cNvSpPr>
          <p:nvPr/>
        </p:nvSpPr>
        <p:spPr>
          <a:xfrm>
            <a:off x="68862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3" name="01_find_only_1792">
            <a:extLst>
              <a:ext uri="{FF2B5EF4-FFF2-40B4-BE49-F238E27FC236}">
                <a16:creationId xmlns:a16="http://schemas.microsoft.com/office/drawing/2014/main" id="{F080CC35-10D7-4469-B221-E72E57F48AA4}"/>
              </a:ext>
            </a:extLst>
          </p:cNvPr>
          <p:cNvSpPr>
            <a:spLocks noGrp="1"/>
          </p:cNvSpPr>
          <p:nvPr/>
        </p:nvSpPr>
        <p:spPr>
          <a:xfrm>
            <a:off x="689484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4" name="01_find_only_1793">
            <a:extLst>
              <a:ext uri="{FF2B5EF4-FFF2-40B4-BE49-F238E27FC236}">
                <a16:creationId xmlns:a16="http://schemas.microsoft.com/office/drawing/2014/main" id="{06904741-EA5D-49F7-8812-6D2855CF7603}"/>
              </a:ext>
            </a:extLst>
          </p:cNvPr>
          <p:cNvSpPr>
            <a:spLocks noGrp="1"/>
          </p:cNvSpPr>
          <p:nvPr/>
        </p:nvSpPr>
        <p:spPr>
          <a:xfrm>
            <a:off x="6838979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5" name="01_find_only_1794">
            <a:extLst>
              <a:ext uri="{FF2B5EF4-FFF2-40B4-BE49-F238E27FC236}">
                <a16:creationId xmlns:a16="http://schemas.microsoft.com/office/drawing/2014/main" id="{FE03800F-8200-41AF-9E20-3FDB2E636974}"/>
              </a:ext>
            </a:extLst>
          </p:cNvPr>
          <p:cNvSpPr>
            <a:spLocks noGrp="1"/>
          </p:cNvSpPr>
          <p:nvPr/>
        </p:nvSpPr>
        <p:spPr>
          <a:xfrm>
            <a:off x="68243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6" name="01_find_only_1795">
            <a:extLst>
              <a:ext uri="{FF2B5EF4-FFF2-40B4-BE49-F238E27FC236}">
                <a16:creationId xmlns:a16="http://schemas.microsoft.com/office/drawing/2014/main" id="{1E7BB4CD-D057-453E-B127-DB936EC4EA18}"/>
              </a:ext>
            </a:extLst>
          </p:cNvPr>
          <p:cNvSpPr>
            <a:spLocks noGrp="1"/>
          </p:cNvSpPr>
          <p:nvPr/>
        </p:nvSpPr>
        <p:spPr>
          <a:xfrm>
            <a:off x="68808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7" name="01_find_only_1796">
            <a:extLst>
              <a:ext uri="{FF2B5EF4-FFF2-40B4-BE49-F238E27FC236}">
                <a16:creationId xmlns:a16="http://schemas.microsoft.com/office/drawing/2014/main" id="{8D7780C0-FFDD-442D-BDE9-6A80850664FB}"/>
              </a:ext>
            </a:extLst>
          </p:cNvPr>
          <p:cNvSpPr>
            <a:spLocks noGrp="1"/>
          </p:cNvSpPr>
          <p:nvPr/>
        </p:nvSpPr>
        <p:spPr>
          <a:xfrm>
            <a:off x="68197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8" name="01_find_only_1797">
            <a:extLst>
              <a:ext uri="{FF2B5EF4-FFF2-40B4-BE49-F238E27FC236}">
                <a16:creationId xmlns:a16="http://schemas.microsoft.com/office/drawing/2014/main" id="{94A2249A-1A2F-499C-BDE9-E45C4106E9C7}"/>
              </a:ext>
            </a:extLst>
          </p:cNvPr>
          <p:cNvSpPr>
            <a:spLocks noGrp="1"/>
          </p:cNvSpPr>
          <p:nvPr/>
        </p:nvSpPr>
        <p:spPr>
          <a:xfrm>
            <a:off x="68258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9" name="01_find_only_1798">
            <a:extLst>
              <a:ext uri="{FF2B5EF4-FFF2-40B4-BE49-F238E27FC236}">
                <a16:creationId xmlns:a16="http://schemas.microsoft.com/office/drawing/2014/main" id="{F3B92B89-475B-414E-B28A-FC5673D70970}"/>
              </a:ext>
            </a:extLst>
          </p:cNvPr>
          <p:cNvSpPr>
            <a:spLocks noGrp="1"/>
          </p:cNvSpPr>
          <p:nvPr/>
        </p:nvSpPr>
        <p:spPr>
          <a:xfrm>
            <a:off x="6883280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0" name="01_find_only_1799">
            <a:extLst>
              <a:ext uri="{FF2B5EF4-FFF2-40B4-BE49-F238E27FC236}">
                <a16:creationId xmlns:a16="http://schemas.microsoft.com/office/drawing/2014/main" id="{17EE95E3-00FB-41A3-B50A-F80794A3C3CA}"/>
              </a:ext>
            </a:extLst>
          </p:cNvPr>
          <p:cNvSpPr>
            <a:spLocks noGrp="1"/>
          </p:cNvSpPr>
          <p:nvPr/>
        </p:nvSpPr>
        <p:spPr>
          <a:xfrm>
            <a:off x="682061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1" name="01_find_only_1800">
            <a:extLst>
              <a:ext uri="{FF2B5EF4-FFF2-40B4-BE49-F238E27FC236}">
                <a16:creationId xmlns:a16="http://schemas.microsoft.com/office/drawing/2014/main" id="{8B6688DA-B24A-4B54-9570-860BB430D119}"/>
              </a:ext>
            </a:extLst>
          </p:cNvPr>
          <p:cNvSpPr>
            <a:spLocks noGrp="1"/>
          </p:cNvSpPr>
          <p:nvPr/>
        </p:nvSpPr>
        <p:spPr>
          <a:xfrm>
            <a:off x="69019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2" name="01_find_only_1801">
            <a:extLst>
              <a:ext uri="{FF2B5EF4-FFF2-40B4-BE49-F238E27FC236}">
                <a16:creationId xmlns:a16="http://schemas.microsoft.com/office/drawing/2014/main" id="{CCD14943-9DCE-4420-91A8-C1A6C6B2E049}"/>
              </a:ext>
            </a:extLst>
          </p:cNvPr>
          <p:cNvSpPr>
            <a:spLocks noGrp="1"/>
          </p:cNvSpPr>
          <p:nvPr/>
        </p:nvSpPr>
        <p:spPr>
          <a:xfrm>
            <a:off x="688706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3" name="01_find_only_1802">
            <a:extLst>
              <a:ext uri="{FF2B5EF4-FFF2-40B4-BE49-F238E27FC236}">
                <a16:creationId xmlns:a16="http://schemas.microsoft.com/office/drawing/2014/main" id="{CD7A4530-F799-4C8B-B376-11F775B525AC}"/>
              </a:ext>
            </a:extLst>
          </p:cNvPr>
          <p:cNvSpPr>
            <a:spLocks noGrp="1"/>
          </p:cNvSpPr>
          <p:nvPr/>
        </p:nvSpPr>
        <p:spPr>
          <a:xfrm>
            <a:off x="6851900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4" name="01_find_only_1803">
            <a:extLst>
              <a:ext uri="{FF2B5EF4-FFF2-40B4-BE49-F238E27FC236}">
                <a16:creationId xmlns:a16="http://schemas.microsoft.com/office/drawing/2014/main" id="{BEE0B3B2-360C-492B-B880-BFC4AC7C204B}"/>
              </a:ext>
            </a:extLst>
          </p:cNvPr>
          <p:cNvSpPr>
            <a:spLocks noGrp="1"/>
          </p:cNvSpPr>
          <p:nvPr/>
        </p:nvSpPr>
        <p:spPr>
          <a:xfrm>
            <a:off x="68354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5" name="01_find_only_1804">
            <a:extLst>
              <a:ext uri="{FF2B5EF4-FFF2-40B4-BE49-F238E27FC236}">
                <a16:creationId xmlns:a16="http://schemas.microsoft.com/office/drawing/2014/main" id="{7645E4F8-5AB1-4A59-89E4-467ABC570FCC}"/>
              </a:ext>
            </a:extLst>
          </p:cNvPr>
          <p:cNvSpPr>
            <a:spLocks noGrp="1"/>
          </p:cNvSpPr>
          <p:nvPr/>
        </p:nvSpPr>
        <p:spPr>
          <a:xfrm>
            <a:off x="6900475" y="31861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6" name="01_find_only_1805">
            <a:extLst>
              <a:ext uri="{FF2B5EF4-FFF2-40B4-BE49-F238E27FC236}">
                <a16:creationId xmlns:a16="http://schemas.microsoft.com/office/drawing/2014/main" id="{D15C6E9B-DD07-42A1-8CF8-226C93D0398B}"/>
              </a:ext>
            </a:extLst>
          </p:cNvPr>
          <p:cNvSpPr>
            <a:spLocks noGrp="1"/>
          </p:cNvSpPr>
          <p:nvPr/>
        </p:nvSpPr>
        <p:spPr>
          <a:xfrm>
            <a:off x="6904654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7" name="01_find_only_1806">
            <a:extLst>
              <a:ext uri="{FF2B5EF4-FFF2-40B4-BE49-F238E27FC236}">
                <a16:creationId xmlns:a16="http://schemas.microsoft.com/office/drawing/2014/main" id="{39FDD699-F09D-4946-A983-D9CAF3E29664}"/>
              </a:ext>
            </a:extLst>
          </p:cNvPr>
          <p:cNvSpPr>
            <a:spLocks noGrp="1"/>
          </p:cNvSpPr>
          <p:nvPr/>
        </p:nvSpPr>
        <p:spPr>
          <a:xfrm>
            <a:off x="68693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8" name="01_find_only_1807">
            <a:extLst>
              <a:ext uri="{FF2B5EF4-FFF2-40B4-BE49-F238E27FC236}">
                <a16:creationId xmlns:a16="http://schemas.microsoft.com/office/drawing/2014/main" id="{AC21011B-67EC-48EE-B8D1-D0E5E72F8E27}"/>
              </a:ext>
            </a:extLst>
          </p:cNvPr>
          <p:cNvSpPr>
            <a:spLocks noGrp="1"/>
          </p:cNvSpPr>
          <p:nvPr/>
        </p:nvSpPr>
        <p:spPr>
          <a:xfrm>
            <a:off x="68915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9" name="01_find_only_1808">
            <a:extLst>
              <a:ext uri="{FF2B5EF4-FFF2-40B4-BE49-F238E27FC236}">
                <a16:creationId xmlns:a16="http://schemas.microsoft.com/office/drawing/2014/main" id="{1226AAC0-5054-4A0D-B4B5-AEDA18099AC8}"/>
              </a:ext>
            </a:extLst>
          </p:cNvPr>
          <p:cNvSpPr>
            <a:spLocks noGrp="1"/>
          </p:cNvSpPr>
          <p:nvPr/>
        </p:nvSpPr>
        <p:spPr>
          <a:xfrm>
            <a:off x="6823435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0" name="01_find_only_1809">
            <a:extLst>
              <a:ext uri="{FF2B5EF4-FFF2-40B4-BE49-F238E27FC236}">
                <a16:creationId xmlns:a16="http://schemas.microsoft.com/office/drawing/2014/main" id="{A517270C-6E1E-41B3-B32D-A1053C03AEC2}"/>
              </a:ext>
            </a:extLst>
          </p:cNvPr>
          <p:cNvSpPr>
            <a:spLocks noGrp="1"/>
          </p:cNvSpPr>
          <p:nvPr/>
        </p:nvSpPr>
        <p:spPr>
          <a:xfrm>
            <a:off x="68508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1" name="01_find_only_1810">
            <a:extLst>
              <a:ext uri="{FF2B5EF4-FFF2-40B4-BE49-F238E27FC236}">
                <a16:creationId xmlns:a16="http://schemas.microsoft.com/office/drawing/2014/main" id="{03E28E15-B2E4-4B6E-9FCA-56D0B91F1640}"/>
              </a:ext>
            </a:extLst>
          </p:cNvPr>
          <p:cNvSpPr>
            <a:spLocks noGrp="1"/>
          </p:cNvSpPr>
          <p:nvPr/>
        </p:nvSpPr>
        <p:spPr>
          <a:xfrm>
            <a:off x="68855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2" name="01_find_only_1811">
            <a:extLst>
              <a:ext uri="{FF2B5EF4-FFF2-40B4-BE49-F238E27FC236}">
                <a16:creationId xmlns:a16="http://schemas.microsoft.com/office/drawing/2014/main" id="{A29E09EB-2029-449D-8B61-CAA852659D37}"/>
              </a:ext>
            </a:extLst>
          </p:cNvPr>
          <p:cNvSpPr>
            <a:spLocks noGrp="1"/>
          </p:cNvSpPr>
          <p:nvPr/>
        </p:nvSpPr>
        <p:spPr>
          <a:xfrm>
            <a:off x="6817509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3" name="01_find_only_1812">
            <a:extLst>
              <a:ext uri="{FF2B5EF4-FFF2-40B4-BE49-F238E27FC236}">
                <a16:creationId xmlns:a16="http://schemas.microsoft.com/office/drawing/2014/main" id="{B7AA90CD-7900-4936-B68A-46B2B4A6308D}"/>
              </a:ext>
            </a:extLst>
          </p:cNvPr>
          <p:cNvSpPr>
            <a:spLocks noGrp="1"/>
          </p:cNvSpPr>
          <p:nvPr/>
        </p:nvSpPr>
        <p:spPr>
          <a:xfrm>
            <a:off x="68140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4" name="01_find_only_1813">
            <a:extLst>
              <a:ext uri="{FF2B5EF4-FFF2-40B4-BE49-F238E27FC236}">
                <a16:creationId xmlns:a16="http://schemas.microsoft.com/office/drawing/2014/main" id="{97E1DAD7-D438-450C-ABF5-69E926D5B7A4}"/>
              </a:ext>
            </a:extLst>
          </p:cNvPr>
          <p:cNvSpPr>
            <a:spLocks noGrp="1"/>
          </p:cNvSpPr>
          <p:nvPr/>
        </p:nvSpPr>
        <p:spPr>
          <a:xfrm>
            <a:off x="6871427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5" name="01_find_only_1814">
            <a:extLst>
              <a:ext uri="{FF2B5EF4-FFF2-40B4-BE49-F238E27FC236}">
                <a16:creationId xmlns:a16="http://schemas.microsoft.com/office/drawing/2014/main" id="{6D12C987-1704-49BD-818E-C7AA9A4A2732}"/>
              </a:ext>
            </a:extLst>
          </p:cNvPr>
          <p:cNvSpPr>
            <a:spLocks noGrp="1"/>
          </p:cNvSpPr>
          <p:nvPr/>
        </p:nvSpPr>
        <p:spPr>
          <a:xfrm>
            <a:off x="689989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6" name="01_find_only_1815">
            <a:extLst>
              <a:ext uri="{FF2B5EF4-FFF2-40B4-BE49-F238E27FC236}">
                <a16:creationId xmlns:a16="http://schemas.microsoft.com/office/drawing/2014/main" id="{95D67580-F1E7-412A-BA41-FC398B5FD865}"/>
              </a:ext>
            </a:extLst>
          </p:cNvPr>
          <p:cNvSpPr>
            <a:spLocks noGrp="1"/>
          </p:cNvSpPr>
          <p:nvPr/>
        </p:nvSpPr>
        <p:spPr>
          <a:xfrm>
            <a:off x="680973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7" name="01_find_only_1816">
            <a:extLst>
              <a:ext uri="{FF2B5EF4-FFF2-40B4-BE49-F238E27FC236}">
                <a16:creationId xmlns:a16="http://schemas.microsoft.com/office/drawing/2014/main" id="{E9BC2EB1-376F-4CE5-96FD-ACAD2C9E2F96}"/>
              </a:ext>
            </a:extLst>
          </p:cNvPr>
          <p:cNvSpPr>
            <a:spLocks noGrp="1"/>
          </p:cNvSpPr>
          <p:nvPr/>
        </p:nvSpPr>
        <p:spPr>
          <a:xfrm>
            <a:off x="684772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8" name="01_find_only_1817">
            <a:extLst>
              <a:ext uri="{FF2B5EF4-FFF2-40B4-BE49-F238E27FC236}">
                <a16:creationId xmlns:a16="http://schemas.microsoft.com/office/drawing/2014/main" id="{E6AB1EA3-F2CD-4E8F-B83F-28E40E8586B1}"/>
              </a:ext>
            </a:extLst>
          </p:cNvPr>
          <p:cNvSpPr>
            <a:spLocks noGrp="1"/>
          </p:cNvSpPr>
          <p:nvPr/>
        </p:nvSpPr>
        <p:spPr>
          <a:xfrm>
            <a:off x="68789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9" name="01_find_only_1818">
            <a:extLst>
              <a:ext uri="{FF2B5EF4-FFF2-40B4-BE49-F238E27FC236}">
                <a16:creationId xmlns:a16="http://schemas.microsoft.com/office/drawing/2014/main" id="{ACC173EE-85C8-4A8C-A436-EE5B42EF8880}"/>
              </a:ext>
            </a:extLst>
          </p:cNvPr>
          <p:cNvSpPr>
            <a:spLocks noGrp="1"/>
          </p:cNvSpPr>
          <p:nvPr/>
        </p:nvSpPr>
        <p:spPr>
          <a:xfrm>
            <a:off x="68497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0" name="01_find_only_1819">
            <a:extLst>
              <a:ext uri="{FF2B5EF4-FFF2-40B4-BE49-F238E27FC236}">
                <a16:creationId xmlns:a16="http://schemas.microsoft.com/office/drawing/2014/main" id="{A67D5275-0B7D-43C4-9489-FAA65414295E}"/>
              </a:ext>
            </a:extLst>
          </p:cNvPr>
          <p:cNvSpPr>
            <a:spLocks noGrp="1"/>
          </p:cNvSpPr>
          <p:nvPr/>
        </p:nvSpPr>
        <p:spPr>
          <a:xfrm>
            <a:off x="68333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1" name="01_find_only_1820">
            <a:extLst>
              <a:ext uri="{FF2B5EF4-FFF2-40B4-BE49-F238E27FC236}">
                <a16:creationId xmlns:a16="http://schemas.microsoft.com/office/drawing/2014/main" id="{877C3685-DCB8-4D9F-B260-C1BC4B0A17AB}"/>
              </a:ext>
            </a:extLst>
          </p:cNvPr>
          <p:cNvSpPr>
            <a:spLocks noGrp="1"/>
          </p:cNvSpPr>
          <p:nvPr/>
        </p:nvSpPr>
        <p:spPr>
          <a:xfrm>
            <a:off x="68710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2" name="01_find_only_1821">
            <a:extLst>
              <a:ext uri="{FF2B5EF4-FFF2-40B4-BE49-F238E27FC236}">
                <a16:creationId xmlns:a16="http://schemas.microsoft.com/office/drawing/2014/main" id="{557E71E4-29AA-4431-BE6B-3FFC2E678ACB}"/>
              </a:ext>
            </a:extLst>
          </p:cNvPr>
          <p:cNvSpPr>
            <a:spLocks noGrp="1"/>
          </p:cNvSpPr>
          <p:nvPr/>
        </p:nvSpPr>
        <p:spPr>
          <a:xfrm>
            <a:off x="686793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3" name="01_find_only_1822">
            <a:extLst>
              <a:ext uri="{FF2B5EF4-FFF2-40B4-BE49-F238E27FC236}">
                <a16:creationId xmlns:a16="http://schemas.microsoft.com/office/drawing/2014/main" id="{6C44E816-081E-4ED2-BFB7-B44F0A8C58D6}"/>
              </a:ext>
            </a:extLst>
          </p:cNvPr>
          <p:cNvSpPr>
            <a:spLocks noGrp="1"/>
          </p:cNvSpPr>
          <p:nvPr/>
        </p:nvSpPr>
        <p:spPr>
          <a:xfrm>
            <a:off x="685617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4" name="01_find_only_1823">
            <a:extLst>
              <a:ext uri="{FF2B5EF4-FFF2-40B4-BE49-F238E27FC236}">
                <a16:creationId xmlns:a16="http://schemas.microsoft.com/office/drawing/2014/main" id="{3E17DD84-5FFE-4CB9-B45F-ED5EE011CC98}"/>
              </a:ext>
            </a:extLst>
          </p:cNvPr>
          <p:cNvSpPr>
            <a:spLocks noGrp="1"/>
          </p:cNvSpPr>
          <p:nvPr/>
        </p:nvSpPr>
        <p:spPr>
          <a:xfrm>
            <a:off x="68655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5" name="01_find_only_1824">
            <a:extLst>
              <a:ext uri="{FF2B5EF4-FFF2-40B4-BE49-F238E27FC236}">
                <a16:creationId xmlns:a16="http://schemas.microsoft.com/office/drawing/2014/main" id="{F9DFDE13-FA63-4215-9ACE-20142D55C012}"/>
              </a:ext>
            </a:extLst>
          </p:cNvPr>
          <p:cNvSpPr>
            <a:spLocks noGrp="1"/>
          </p:cNvSpPr>
          <p:nvPr/>
        </p:nvSpPr>
        <p:spPr>
          <a:xfrm>
            <a:off x="68377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6" name="01_find_only_1825">
            <a:extLst>
              <a:ext uri="{FF2B5EF4-FFF2-40B4-BE49-F238E27FC236}">
                <a16:creationId xmlns:a16="http://schemas.microsoft.com/office/drawing/2014/main" id="{6177EC96-CBBD-479F-8D7F-A9FCBAA08A1E}"/>
              </a:ext>
            </a:extLst>
          </p:cNvPr>
          <p:cNvSpPr>
            <a:spLocks noGrp="1"/>
          </p:cNvSpPr>
          <p:nvPr/>
        </p:nvSpPr>
        <p:spPr>
          <a:xfrm>
            <a:off x="685947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7" name="01_find_only_1826">
            <a:extLst>
              <a:ext uri="{FF2B5EF4-FFF2-40B4-BE49-F238E27FC236}">
                <a16:creationId xmlns:a16="http://schemas.microsoft.com/office/drawing/2014/main" id="{FFCB0C52-244A-4E51-A961-C6056F48E467}"/>
              </a:ext>
            </a:extLst>
          </p:cNvPr>
          <p:cNvSpPr>
            <a:spLocks noGrp="1"/>
          </p:cNvSpPr>
          <p:nvPr/>
        </p:nvSpPr>
        <p:spPr>
          <a:xfrm>
            <a:off x="6838688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8" name="01_find_only_1827">
            <a:extLst>
              <a:ext uri="{FF2B5EF4-FFF2-40B4-BE49-F238E27FC236}">
                <a16:creationId xmlns:a16="http://schemas.microsoft.com/office/drawing/2014/main" id="{1A95013D-DC98-443F-BCC3-85D4A5440ECD}"/>
              </a:ext>
            </a:extLst>
          </p:cNvPr>
          <p:cNvSpPr>
            <a:spLocks noGrp="1"/>
          </p:cNvSpPr>
          <p:nvPr/>
        </p:nvSpPr>
        <p:spPr>
          <a:xfrm>
            <a:off x="6847236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9" name="01_find_only_1828">
            <a:extLst>
              <a:ext uri="{FF2B5EF4-FFF2-40B4-BE49-F238E27FC236}">
                <a16:creationId xmlns:a16="http://schemas.microsoft.com/office/drawing/2014/main" id="{EBEC07CC-ABE2-42B5-BBDF-4F22F347BE9F}"/>
              </a:ext>
            </a:extLst>
          </p:cNvPr>
          <p:cNvSpPr>
            <a:spLocks noGrp="1"/>
          </p:cNvSpPr>
          <p:nvPr/>
        </p:nvSpPr>
        <p:spPr>
          <a:xfrm>
            <a:off x="6889206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0" name="01_find_only_1829">
            <a:extLst>
              <a:ext uri="{FF2B5EF4-FFF2-40B4-BE49-F238E27FC236}">
                <a16:creationId xmlns:a16="http://schemas.microsoft.com/office/drawing/2014/main" id="{739BD357-C551-46EE-8026-903D29E9790F}"/>
              </a:ext>
            </a:extLst>
          </p:cNvPr>
          <p:cNvSpPr>
            <a:spLocks noGrp="1"/>
          </p:cNvSpPr>
          <p:nvPr/>
        </p:nvSpPr>
        <p:spPr>
          <a:xfrm>
            <a:off x="682042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1" name="01_find_only_1830">
            <a:extLst>
              <a:ext uri="{FF2B5EF4-FFF2-40B4-BE49-F238E27FC236}">
                <a16:creationId xmlns:a16="http://schemas.microsoft.com/office/drawing/2014/main" id="{0B283309-BF23-480D-AEC9-03A87E961C01}"/>
              </a:ext>
            </a:extLst>
          </p:cNvPr>
          <p:cNvSpPr>
            <a:spLocks noGrp="1"/>
          </p:cNvSpPr>
          <p:nvPr/>
        </p:nvSpPr>
        <p:spPr>
          <a:xfrm>
            <a:off x="68248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2" name="01_find_only_1831">
            <a:extLst>
              <a:ext uri="{FF2B5EF4-FFF2-40B4-BE49-F238E27FC236}">
                <a16:creationId xmlns:a16="http://schemas.microsoft.com/office/drawing/2014/main" id="{97155508-BCD7-4DDB-A3C3-CF30CD97BCBD}"/>
              </a:ext>
            </a:extLst>
          </p:cNvPr>
          <p:cNvSpPr>
            <a:spLocks noGrp="1"/>
          </p:cNvSpPr>
          <p:nvPr/>
        </p:nvSpPr>
        <p:spPr>
          <a:xfrm>
            <a:off x="68653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3" name="01_find_only_1832">
            <a:extLst>
              <a:ext uri="{FF2B5EF4-FFF2-40B4-BE49-F238E27FC236}">
                <a16:creationId xmlns:a16="http://schemas.microsoft.com/office/drawing/2014/main" id="{C20AAD2D-780D-41D2-AA0E-5FCA5819A118}"/>
              </a:ext>
            </a:extLst>
          </p:cNvPr>
          <p:cNvSpPr>
            <a:spLocks noGrp="1"/>
          </p:cNvSpPr>
          <p:nvPr/>
        </p:nvSpPr>
        <p:spPr>
          <a:xfrm>
            <a:off x="6864433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4" name="01_find_only_1833">
            <a:extLst>
              <a:ext uri="{FF2B5EF4-FFF2-40B4-BE49-F238E27FC236}">
                <a16:creationId xmlns:a16="http://schemas.microsoft.com/office/drawing/2014/main" id="{C3AB0023-384C-4826-AF05-19E78F05E6EC}"/>
              </a:ext>
            </a:extLst>
          </p:cNvPr>
          <p:cNvSpPr>
            <a:spLocks noGrp="1"/>
          </p:cNvSpPr>
          <p:nvPr/>
        </p:nvSpPr>
        <p:spPr>
          <a:xfrm>
            <a:off x="689600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5" name="01_find_only_1834">
            <a:extLst>
              <a:ext uri="{FF2B5EF4-FFF2-40B4-BE49-F238E27FC236}">
                <a16:creationId xmlns:a16="http://schemas.microsoft.com/office/drawing/2014/main" id="{886D580D-2608-4291-85A8-0333C75E0D55}"/>
              </a:ext>
            </a:extLst>
          </p:cNvPr>
          <p:cNvSpPr>
            <a:spLocks noGrp="1"/>
          </p:cNvSpPr>
          <p:nvPr/>
        </p:nvSpPr>
        <p:spPr>
          <a:xfrm>
            <a:off x="68813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6" name="01_find_only_1835">
            <a:extLst>
              <a:ext uri="{FF2B5EF4-FFF2-40B4-BE49-F238E27FC236}">
                <a16:creationId xmlns:a16="http://schemas.microsoft.com/office/drawing/2014/main" id="{E9FF38F3-1778-423D-8C15-4F6DAB4475B7}"/>
              </a:ext>
            </a:extLst>
          </p:cNvPr>
          <p:cNvSpPr>
            <a:spLocks noGrp="1"/>
          </p:cNvSpPr>
          <p:nvPr/>
        </p:nvSpPr>
        <p:spPr>
          <a:xfrm>
            <a:off x="68213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7" name="01_find_only_1836">
            <a:extLst>
              <a:ext uri="{FF2B5EF4-FFF2-40B4-BE49-F238E27FC236}">
                <a16:creationId xmlns:a16="http://schemas.microsoft.com/office/drawing/2014/main" id="{54FFDB37-3574-4F3E-AFE8-2B57EC509D60}"/>
              </a:ext>
            </a:extLst>
          </p:cNvPr>
          <p:cNvSpPr>
            <a:spLocks noGrp="1"/>
          </p:cNvSpPr>
          <p:nvPr/>
        </p:nvSpPr>
        <p:spPr>
          <a:xfrm>
            <a:off x="68354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8" name="01_find_only_1837">
            <a:extLst>
              <a:ext uri="{FF2B5EF4-FFF2-40B4-BE49-F238E27FC236}">
                <a16:creationId xmlns:a16="http://schemas.microsoft.com/office/drawing/2014/main" id="{3614F15D-6C8C-48EB-B358-ECE95968CF09}"/>
              </a:ext>
            </a:extLst>
          </p:cNvPr>
          <p:cNvSpPr>
            <a:spLocks noGrp="1"/>
          </p:cNvSpPr>
          <p:nvPr/>
        </p:nvSpPr>
        <p:spPr>
          <a:xfrm>
            <a:off x="68740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9" name="01_find_only_1838">
            <a:extLst>
              <a:ext uri="{FF2B5EF4-FFF2-40B4-BE49-F238E27FC236}">
                <a16:creationId xmlns:a16="http://schemas.microsoft.com/office/drawing/2014/main" id="{C3D4E3C2-1590-4608-A7DF-749925F57CE8}"/>
              </a:ext>
            </a:extLst>
          </p:cNvPr>
          <p:cNvSpPr>
            <a:spLocks noGrp="1"/>
          </p:cNvSpPr>
          <p:nvPr/>
        </p:nvSpPr>
        <p:spPr>
          <a:xfrm>
            <a:off x="681576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0" name="01_find_only_1839">
            <a:extLst>
              <a:ext uri="{FF2B5EF4-FFF2-40B4-BE49-F238E27FC236}">
                <a16:creationId xmlns:a16="http://schemas.microsoft.com/office/drawing/2014/main" id="{35781170-2DFF-4CAB-988D-EE62265C00AF}"/>
              </a:ext>
            </a:extLst>
          </p:cNvPr>
          <p:cNvSpPr>
            <a:spLocks noGrp="1"/>
          </p:cNvSpPr>
          <p:nvPr/>
        </p:nvSpPr>
        <p:spPr>
          <a:xfrm>
            <a:off x="6883280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1" name="01_find_only_1840">
            <a:extLst>
              <a:ext uri="{FF2B5EF4-FFF2-40B4-BE49-F238E27FC236}">
                <a16:creationId xmlns:a16="http://schemas.microsoft.com/office/drawing/2014/main" id="{5629F0E8-3A64-4F91-82B6-3D9E127C846F}"/>
              </a:ext>
            </a:extLst>
          </p:cNvPr>
          <p:cNvSpPr>
            <a:spLocks noGrp="1"/>
          </p:cNvSpPr>
          <p:nvPr/>
        </p:nvSpPr>
        <p:spPr>
          <a:xfrm>
            <a:off x="68865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2" name="01_find_only_1841">
            <a:extLst>
              <a:ext uri="{FF2B5EF4-FFF2-40B4-BE49-F238E27FC236}">
                <a16:creationId xmlns:a16="http://schemas.microsoft.com/office/drawing/2014/main" id="{715983AC-188D-4094-9F6E-DB9E6ADBFD89}"/>
              </a:ext>
            </a:extLst>
          </p:cNvPr>
          <p:cNvSpPr>
            <a:spLocks noGrp="1"/>
          </p:cNvSpPr>
          <p:nvPr/>
        </p:nvSpPr>
        <p:spPr>
          <a:xfrm>
            <a:off x="6876285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3" name="01_find_only_1842">
            <a:extLst>
              <a:ext uri="{FF2B5EF4-FFF2-40B4-BE49-F238E27FC236}">
                <a16:creationId xmlns:a16="http://schemas.microsoft.com/office/drawing/2014/main" id="{DACD18C8-5CF2-4BA0-8A97-FCBF942F3BED}"/>
              </a:ext>
            </a:extLst>
          </p:cNvPr>
          <p:cNvSpPr>
            <a:spLocks noGrp="1"/>
          </p:cNvSpPr>
          <p:nvPr/>
        </p:nvSpPr>
        <p:spPr>
          <a:xfrm>
            <a:off x="68754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4" name="01_find_only_1843">
            <a:extLst>
              <a:ext uri="{FF2B5EF4-FFF2-40B4-BE49-F238E27FC236}">
                <a16:creationId xmlns:a16="http://schemas.microsoft.com/office/drawing/2014/main" id="{16AEADAB-F226-47CF-ABC1-D40E7B05EB57}"/>
              </a:ext>
            </a:extLst>
          </p:cNvPr>
          <p:cNvSpPr>
            <a:spLocks noGrp="1"/>
          </p:cNvSpPr>
          <p:nvPr/>
        </p:nvSpPr>
        <p:spPr>
          <a:xfrm>
            <a:off x="68795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5" name="01_find_only_1844">
            <a:extLst>
              <a:ext uri="{FF2B5EF4-FFF2-40B4-BE49-F238E27FC236}">
                <a16:creationId xmlns:a16="http://schemas.microsoft.com/office/drawing/2014/main" id="{CDA76E87-F17F-499F-9F78-14CA4759345C}"/>
              </a:ext>
            </a:extLst>
          </p:cNvPr>
          <p:cNvSpPr>
            <a:spLocks noGrp="1"/>
          </p:cNvSpPr>
          <p:nvPr/>
        </p:nvSpPr>
        <p:spPr>
          <a:xfrm>
            <a:off x="6861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6" name="01_find_only_1845">
            <a:extLst>
              <a:ext uri="{FF2B5EF4-FFF2-40B4-BE49-F238E27FC236}">
                <a16:creationId xmlns:a16="http://schemas.microsoft.com/office/drawing/2014/main" id="{7B744368-22CB-46F0-9778-2E95A1187B78}"/>
              </a:ext>
            </a:extLst>
          </p:cNvPr>
          <p:cNvSpPr>
            <a:spLocks noGrp="1"/>
          </p:cNvSpPr>
          <p:nvPr/>
        </p:nvSpPr>
        <p:spPr>
          <a:xfrm>
            <a:off x="681080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7" name="01_find_only_1846">
            <a:extLst>
              <a:ext uri="{FF2B5EF4-FFF2-40B4-BE49-F238E27FC236}">
                <a16:creationId xmlns:a16="http://schemas.microsoft.com/office/drawing/2014/main" id="{D435CCBF-1418-4A6A-BE7A-D76C90002873}"/>
              </a:ext>
            </a:extLst>
          </p:cNvPr>
          <p:cNvSpPr>
            <a:spLocks noGrp="1"/>
          </p:cNvSpPr>
          <p:nvPr/>
        </p:nvSpPr>
        <p:spPr>
          <a:xfrm>
            <a:off x="68610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8" name="01_find_only_1847">
            <a:extLst>
              <a:ext uri="{FF2B5EF4-FFF2-40B4-BE49-F238E27FC236}">
                <a16:creationId xmlns:a16="http://schemas.microsoft.com/office/drawing/2014/main" id="{11A2A62C-A4AC-4BFE-A0CD-9D01D8B4CC65}"/>
              </a:ext>
            </a:extLst>
          </p:cNvPr>
          <p:cNvSpPr>
            <a:spLocks noGrp="1"/>
          </p:cNvSpPr>
          <p:nvPr/>
        </p:nvSpPr>
        <p:spPr>
          <a:xfrm>
            <a:off x="68236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9" name="01_find_only_1848">
            <a:extLst>
              <a:ext uri="{FF2B5EF4-FFF2-40B4-BE49-F238E27FC236}">
                <a16:creationId xmlns:a16="http://schemas.microsoft.com/office/drawing/2014/main" id="{42FCD6C7-43A1-4889-812F-46EB89BC0718}"/>
              </a:ext>
            </a:extLst>
          </p:cNvPr>
          <p:cNvSpPr>
            <a:spLocks noGrp="1"/>
          </p:cNvSpPr>
          <p:nvPr/>
        </p:nvSpPr>
        <p:spPr>
          <a:xfrm>
            <a:off x="6875800" y="395155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0" name="01_find_only_1849">
            <a:extLst>
              <a:ext uri="{FF2B5EF4-FFF2-40B4-BE49-F238E27FC236}">
                <a16:creationId xmlns:a16="http://schemas.microsoft.com/office/drawing/2014/main" id="{9760EC5B-E73B-46C8-A4B5-59BE4C722644}"/>
              </a:ext>
            </a:extLst>
          </p:cNvPr>
          <p:cNvSpPr>
            <a:spLocks noGrp="1"/>
          </p:cNvSpPr>
          <p:nvPr/>
        </p:nvSpPr>
        <p:spPr>
          <a:xfrm>
            <a:off x="6888623" y="384116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1" name="01_find_only_1850">
            <a:extLst>
              <a:ext uri="{FF2B5EF4-FFF2-40B4-BE49-F238E27FC236}">
                <a16:creationId xmlns:a16="http://schemas.microsoft.com/office/drawing/2014/main" id="{CD08E3C4-F0C9-441C-887A-B09BE0BEBE36}"/>
              </a:ext>
            </a:extLst>
          </p:cNvPr>
          <p:cNvSpPr>
            <a:spLocks noGrp="1"/>
          </p:cNvSpPr>
          <p:nvPr/>
        </p:nvSpPr>
        <p:spPr>
          <a:xfrm>
            <a:off x="682207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2" name="01_find_only_1851">
            <a:extLst>
              <a:ext uri="{FF2B5EF4-FFF2-40B4-BE49-F238E27FC236}">
                <a16:creationId xmlns:a16="http://schemas.microsoft.com/office/drawing/2014/main" id="{A45761C8-7068-4BF3-9577-0323E92E2F69}"/>
              </a:ext>
            </a:extLst>
          </p:cNvPr>
          <p:cNvSpPr>
            <a:spLocks noGrp="1"/>
          </p:cNvSpPr>
          <p:nvPr/>
        </p:nvSpPr>
        <p:spPr>
          <a:xfrm>
            <a:off x="6876674" y="31567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3" name="01_find_only_1852">
            <a:extLst>
              <a:ext uri="{FF2B5EF4-FFF2-40B4-BE49-F238E27FC236}">
                <a16:creationId xmlns:a16="http://schemas.microsoft.com/office/drawing/2014/main" id="{ABDC0BB9-DCAF-455C-BF8D-E4DE71178AFD}"/>
              </a:ext>
            </a:extLst>
          </p:cNvPr>
          <p:cNvSpPr>
            <a:spLocks noGrp="1"/>
          </p:cNvSpPr>
          <p:nvPr/>
        </p:nvSpPr>
        <p:spPr>
          <a:xfrm>
            <a:off x="68269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4" name="01_find_only_1853">
            <a:extLst>
              <a:ext uri="{FF2B5EF4-FFF2-40B4-BE49-F238E27FC236}">
                <a16:creationId xmlns:a16="http://schemas.microsoft.com/office/drawing/2014/main" id="{82FA3386-245C-450B-BEC9-C95A167F6C8D}"/>
              </a:ext>
            </a:extLst>
          </p:cNvPr>
          <p:cNvSpPr>
            <a:spLocks noGrp="1"/>
          </p:cNvSpPr>
          <p:nvPr/>
        </p:nvSpPr>
        <p:spPr>
          <a:xfrm>
            <a:off x="68312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5" name="01_find_only_1854">
            <a:extLst>
              <a:ext uri="{FF2B5EF4-FFF2-40B4-BE49-F238E27FC236}">
                <a16:creationId xmlns:a16="http://schemas.microsoft.com/office/drawing/2014/main" id="{2B237978-74CC-4EAA-89E8-638C3FD74EE0}"/>
              </a:ext>
            </a:extLst>
          </p:cNvPr>
          <p:cNvSpPr>
            <a:spLocks noGrp="1"/>
          </p:cNvSpPr>
          <p:nvPr/>
        </p:nvSpPr>
        <p:spPr>
          <a:xfrm>
            <a:off x="68196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6" name="01_find_only_1855">
            <a:extLst>
              <a:ext uri="{FF2B5EF4-FFF2-40B4-BE49-F238E27FC236}">
                <a16:creationId xmlns:a16="http://schemas.microsoft.com/office/drawing/2014/main" id="{DD97EAB9-D743-49C1-A8D9-896351818CB9}"/>
              </a:ext>
            </a:extLst>
          </p:cNvPr>
          <p:cNvSpPr>
            <a:spLocks noGrp="1"/>
          </p:cNvSpPr>
          <p:nvPr/>
        </p:nvSpPr>
        <p:spPr>
          <a:xfrm>
            <a:off x="6875605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7" name="01_find_only_1856">
            <a:extLst>
              <a:ext uri="{FF2B5EF4-FFF2-40B4-BE49-F238E27FC236}">
                <a16:creationId xmlns:a16="http://schemas.microsoft.com/office/drawing/2014/main" id="{B469CFF5-D16F-4E15-AA55-727BAF4301E6}"/>
              </a:ext>
            </a:extLst>
          </p:cNvPr>
          <p:cNvSpPr>
            <a:spLocks noGrp="1"/>
          </p:cNvSpPr>
          <p:nvPr/>
        </p:nvSpPr>
        <p:spPr>
          <a:xfrm>
            <a:off x="6900670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8" name="01_find_only_1857">
            <a:extLst>
              <a:ext uri="{FF2B5EF4-FFF2-40B4-BE49-F238E27FC236}">
                <a16:creationId xmlns:a16="http://schemas.microsoft.com/office/drawing/2014/main" id="{78D0B76C-0450-484C-93A0-162F9D4C25CE}"/>
              </a:ext>
            </a:extLst>
          </p:cNvPr>
          <p:cNvSpPr>
            <a:spLocks noGrp="1"/>
          </p:cNvSpPr>
          <p:nvPr/>
        </p:nvSpPr>
        <p:spPr>
          <a:xfrm>
            <a:off x="6904848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9" name="01_find_only_1858">
            <a:extLst>
              <a:ext uri="{FF2B5EF4-FFF2-40B4-BE49-F238E27FC236}">
                <a16:creationId xmlns:a16="http://schemas.microsoft.com/office/drawing/2014/main" id="{C63BC064-EF5F-408F-B562-8D66C56634FA}"/>
              </a:ext>
            </a:extLst>
          </p:cNvPr>
          <p:cNvSpPr>
            <a:spLocks noGrp="1"/>
          </p:cNvSpPr>
          <p:nvPr/>
        </p:nvSpPr>
        <p:spPr>
          <a:xfrm>
            <a:off x="684480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0" name="01_find_only_1859">
            <a:extLst>
              <a:ext uri="{FF2B5EF4-FFF2-40B4-BE49-F238E27FC236}">
                <a16:creationId xmlns:a16="http://schemas.microsoft.com/office/drawing/2014/main" id="{294B7FF6-16A8-406B-9777-2B02DCA87227}"/>
              </a:ext>
            </a:extLst>
          </p:cNvPr>
          <p:cNvSpPr>
            <a:spLocks noGrp="1"/>
          </p:cNvSpPr>
          <p:nvPr/>
        </p:nvSpPr>
        <p:spPr>
          <a:xfrm>
            <a:off x="688046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1" name="01_find_only_1860">
            <a:extLst>
              <a:ext uri="{FF2B5EF4-FFF2-40B4-BE49-F238E27FC236}">
                <a16:creationId xmlns:a16="http://schemas.microsoft.com/office/drawing/2014/main" id="{38C1EC8F-F556-4FD2-BD78-8452246A7F95}"/>
              </a:ext>
            </a:extLst>
          </p:cNvPr>
          <p:cNvSpPr>
            <a:spLocks noGrp="1"/>
          </p:cNvSpPr>
          <p:nvPr/>
        </p:nvSpPr>
        <p:spPr>
          <a:xfrm>
            <a:off x="689931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2" name="01_find_only_1861">
            <a:extLst>
              <a:ext uri="{FF2B5EF4-FFF2-40B4-BE49-F238E27FC236}">
                <a16:creationId xmlns:a16="http://schemas.microsoft.com/office/drawing/2014/main" id="{19E4751C-F79B-4F1E-B9F4-2D5C5A5A6351}"/>
              </a:ext>
            </a:extLst>
          </p:cNvPr>
          <p:cNvSpPr>
            <a:spLocks noGrp="1"/>
          </p:cNvSpPr>
          <p:nvPr/>
        </p:nvSpPr>
        <p:spPr>
          <a:xfrm>
            <a:off x="688784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3" name="01_find_only_1862">
            <a:extLst>
              <a:ext uri="{FF2B5EF4-FFF2-40B4-BE49-F238E27FC236}">
                <a16:creationId xmlns:a16="http://schemas.microsoft.com/office/drawing/2014/main" id="{DB4630D3-FB83-4C38-A1C8-30FBB8CD6AD2}"/>
              </a:ext>
            </a:extLst>
          </p:cNvPr>
          <p:cNvSpPr>
            <a:spLocks noGrp="1"/>
          </p:cNvSpPr>
          <p:nvPr/>
        </p:nvSpPr>
        <p:spPr>
          <a:xfrm>
            <a:off x="68775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4" name="01_find_only_1863">
            <a:extLst>
              <a:ext uri="{FF2B5EF4-FFF2-40B4-BE49-F238E27FC236}">
                <a16:creationId xmlns:a16="http://schemas.microsoft.com/office/drawing/2014/main" id="{416DA707-B589-438A-8C88-5D64083F25CC}"/>
              </a:ext>
            </a:extLst>
          </p:cNvPr>
          <p:cNvSpPr>
            <a:spLocks noGrp="1"/>
          </p:cNvSpPr>
          <p:nvPr/>
        </p:nvSpPr>
        <p:spPr>
          <a:xfrm>
            <a:off x="68537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5" name="01_find_only_1864">
            <a:extLst>
              <a:ext uri="{FF2B5EF4-FFF2-40B4-BE49-F238E27FC236}">
                <a16:creationId xmlns:a16="http://schemas.microsoft.com/office/drawing/2014/main" id="{E4EC1683-09C2-4CA5-BA6A-4669B98E798C}"/>
              </a:ext>
            </a:extLst>
          </p:cNvPr>
          <p:cNvSpPr>
            <a:spLocks noGrp="1"/>
          </p:cNvSpPr>
          <p:nvPr/>
        </p:nvSpPr>
        <p:spPr>
          <a:xfrm>
            <a:off x="6850831" y="35178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6" name="01_find_only_1865">
            <a:extLst>
              <a:ext uri="{FF2B5EF4-FFF2-40B4-BE49-F238E27FC236}">
                <a16:creationId xmlns:a16="http://schemas.microsoft.com/office/drawing/2014/main" id="{4E453A8E-673A-4090-8FDB-FD521BF3CBAA}"/>
              </a:ext>
            </a:extLst>
          </p:cNvPr>
          <p:cNvSpPr>
            <a:spLocks noGrp="1"/>
          </p:cNvSpPr>
          <p:nvPr/>
        </p:nvSpPr>
        <p:spPr>
          <a:xfrm>
            <a:off x="681848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7" name="01_find_only_1866">
            <a:extLst>
              <a:ext uri="{FF2B5EF4-FFF2-40B4-BE49-F238E27FC236}">
                <a16:creationId xmlns:a16="http://schemas.microsoft.com/office/drawing/2014/main" id="{21D4B0EC-FBFD-43E2-B1BD-E5F550EB75F7}"/>
              </a:ext>
            </a:extLst>
          </p:cNvPr>
          <p:cNvSpPr>
            <a:spLocks noGrp="1"/>
          </p:cNvSpPr>
          <p:nvPr/>
        </p:nvSpPr>
        <p:spPr>
          <a:xfrm>
            <a:off x="689960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8" name="01_find_only_1867">
            <a:extLst>
              <a:ext uri="{FF2B5EF4-FFF2-40B4-BE49-F238E27FC236}">
                <a16:creationId xmlns:a16="http://schemas.microsoft.com/office/drawing/2014/main" id="{7C9582BB-F84C-4FFE-B6F8-F5F984BE70FA}"/>
              </a:ext>
            </a:extLst>
          </p:cNvPr>
          <p:cNvSpPr>
            <a:spLocks noGrp="1"/>
          </p:cNvSpPr>
          <p:nvPr/>
        </p:nvSpPr>
        <p:spPr>
          <a:xfrm>
            <a:off x="688930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9" name="01_find_only_1868">
            <a:extLst>
              <a:ext uri="{FF2B5EF4-FFF2-40B4-BE49-F238E27FC236}">
                <a16:creationId xmlns:a16="http://schemas.microsoft.com/office/drawing/2014/main" id="{88C1A82E-5941-477F-B774-C3BE679966D8}"/>
              </a:ext>
            </a:extLst>
          </p:cNvPr>
          <p:cNvSpPr>
            <a:spLocks noGrp="1"/>
          </p:cNvSpPr>
          <p:nvPr/>
        </p:nvSpPr>
        <p:spPr>
          <a:xfrm>
            <a:off x="687463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0" name="01_find_only_1869">
            <a:extLst>
              <a:ext uri="{FF2B5EF4-FFF2-40B4-BE49-F238E27FC236}">
                <a16:creationId xmlns:a16="http://schemas.microsoft.com/office/drawing/2014/main" id="{DBE0C05B-5273-4A7C-AEA0-41F73D0D5AF7}"/>
              </a:ext>
            </a:extLst>
          </p:cNvPr>
          <p:cNvSpPr>
            <a:spLocks noGrp="1"/>
          </p:cNvSpPr>
          <p:nvPr/>
        </p:nvSpPr>
        <p:spPr>
          <a:xfrm>
            <a:off x="681508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1" name="01_find_only_1870">
            <a:extLst>
              <a:ext uri="{FF2B5EF4-FFF2-40B4-BE49-F238E27FC236}">
                <a16:creationId xmlns:a16="http://schemas.microsoft.com/office/drawing/2014/main" id="{2F40CED4-246D-49D3-8ECF-DE5A36AA2DA6}"/>
              </a:ext>
            </a:extLst>
          </p:cNvPr>
          <p:cNvSpPr>
            <a:spLocks noGrp="1"/>
          </p:cNvSpPr>
          <p:nvPr/>
        </p:nvSpPr>
        <p:spPr>
          <a:xfrm>
            <a:off x="682450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2" name="01_find_only_1871">
            <a:extLst>
              <a:ext uri="{FF2B5EF4-FFF2-40B4-BE49-F238E27FC236}">
                <a16:creationId xmlns:a16="http://schemas.microsoft.com/office/drawing/2014/main" id="{87CACFC8-9169-4657-9FE5-88DCED0827D4}"/>
              </a:ext>
            </a:extLst>
          </p:cNvPr>
          <p:cNvSpPr>
            <a:spLocks noGrp="1"/>
          </p:cNvSpPr>
          <p:nvPr/>
        </p:nvSpPr>
        <p:spPr>
          <a:xfrm>
            <a:off x="68339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3" name="01_find_only_1872">
            <a:extLst>
              <a:ext uri="{FF2B5EF4-FFF2-40B4-BE49-F238E27FC236}">
                <a16:creationId xmlns:a16="http://schemas.microsoft.com/office/drawing/2014/main" id="{91B77AED-1B49-43AC-A6FF-134A16AD933F}"/>
              </a:ext>
            </a:extLst>
          </p:cNvPr>
          <p:cNvSpPr>
            <a:spLocks noGrp="1"/>
          </p:cNvSpPr>
          <p:nvPr/>
        </p:nvSpPr>
        <p:spPr>
          <a:xfrm>
            <a:off x="68756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4" name="01_find_only_1873">
            <a:extLst>
              <a:ext uri="{FF2B5EF4-FFF2-40B4-BE49-F238E27FC236}">
                <a16:creationId xmlns:a16="http://schemas.microsoft.com/office/drawing/2014/main" id="{6F42D10C-BFF4-4F9F-A0E0-C75581A4DC14}"/>
              </a:ext>
            </a:extLst>
          </p:cNvPr>
          <p:cNvSpPr>
            <a:spLocks noGrp="1"/>
          </p:cNvSpPr>
          <p:nvPr/>
        </p:nvSpPr>
        <p:spPr>
          <a:xfrm>
            <a:off x="686579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5" name="01_find_only_1874">
            <a:extLst>
              <a:ext uri="{FF2B5EF4-FFF2-40B4-BE49-F238E27FC236}">
                <a16:creationId xmlns:a16="http://schemas.microsoft.com/office/drawing/2014/main" id="{ED409CF5-3577-4DF1-B006-6DBB76BD6E11}"/>
              </a:ext>
            </a:extLst>
          </p:cNvPr>
          <p:cNvSpPr>
            <a:spLocks noGrp="1"/>
          </p:cNvSpPr>
          <p:nvPr/>
        </p:nvSpPr>
        <p:spPr>
          <a:xfrm>
            <a:off x="682858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6" name="01_find_only_1875">
            <a:extLst>
              <a:ext uri="{FF2B5EF4-FFF2-40B4-BE49-F238E27FC236}">
                <a16:creationId xmlns:a16="http://schemas.microsoft.com/office/drawing/2014/main" id="{99894241-8FE3-407E-91EA-C389CE4DD2EA}"/>
              </a:ext>
            </a:extLst>
          </p:cNvPr>
          <p:cNvSpPr>
            <a:spLocks noGrp="1"/>
          </p:cNvSpPr>
          <p:nvPr/>
        </p:nvSpPr>
        <p:spPr>
          <a:xfrm>
            <a:off x="68461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7" name="01_find_only_1876">
            <a:extLst>
              <a:ext uri="{FF2B5EF4-FFF2-40B4-BE49-F238E27FC236}">
                <a16:creationId xmlns:a16="http://schemas.microsoft.com/office/drawing/2014/main" id="{6BF9170D-B364-4FC3-A009-CB581757B288}"/>
              </a:ext>
            </a:extLst>
          </p:cNvPr>
          <p:cNvSpPr>
            <a:spLocks noGrp="1"/>
          </p:cNvSpPr>
          <p:nvPr/>
        </p:nvSpPr>
        <p:spPr>
          <a:xfrm>
            <a:off x="68117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8" name="01_find_only_1877">
            <a:extLst>
              <a:ext uri="{FF2B5EF4-FFF2-40B4-BE49-F238E27FC236}">
                <a16:creationId xmlns:a16="http://schemas.microsoft.com/office/drawing/2014/main" id="{C08FF90E-8D1E-42E6-AA90-86EC567AEC37}"/>
              </a:ext>
            </a:extLst>
          </p:cNvPr>
          <p:cNvSpPr>
            <a:spLocks noGrp="1"/>
          </p:cNvSpPr>
          <p:nvPr/>
        </p:nvSpPr>
        <p:spPr>
          <a:xfrm>
            <a:off x="73422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9" name="01_find_only_1878">
            <a:extLst>
              <a:ext uri="{FF2B5EF4-FFF2-40B4-BE49-F238E27FC236}">
                <a16:creationId xmlns:a16="http://schemas.microsoft.com/office/drawing/2014/main" id="{7B2E8C76-1D60-4FA0-A328-FE6683DF3A78}"/>
              </a:ext>
            </a:extLst>
          </p:cNvPr>
          <p:cNvSpPr>
            <a:spLocks noGrp="1"/>
          </p:cNvSpPr>
          <p:nvPr/>
        </p:nvSpPr>
        <p:spPr>
          <a:xfrm>
            <a:off x="7323580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0" name="01_find_only_1879">
            <a:extLst>
              <a:ext uri="{FF2B5EF4-FFF2-40B4-BE49-F238E27FC236}">
                <a16:creationId xmlns:a16="http://schemas.microsoft.com/office/drawing/2014/main" id="{F06D15E9-8648-4935-9D97-0B7283151E76}"/>
              </a:ext>
            </a:extLst>
          </p:cNvPr>
          <p:cNvSpPr>
            <a:spLocks noGrp="1"/>
          </p:cNvSpPr>
          <p:nvPr/>
        </p:nvSpPr>
        <p:spPr>
          <a:xfrm>
            <a:off x="73387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1" name="01_find_only_1880">
            <a:extLst>
              <a:ext uri="{FF2B5EF4-FFF2-40B4-BE49-F238E27FC236}">
                <a16:creationId xmlns:a16="http://schemas.microsoft.com/office/drawing/2014/main" id="{FF0E903C-CA93-4C08-9E98-2960C49AA562}"/>
              </a:ext>
            </a:extLst>
          </p:cNvPr>
          <p:cNvSpPr>
            <a:spLocks noGrp="1"/>
          </p:cNvSpPr>
          <p:nvPr/>
        </p:nvSpPr>
        <p:spPr>
          <a:xfrm>
            <a:off x="733834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2" name="01_find_only_1881">
            <a:extLst>
              <a:ext uri="{FF2B5EF4-FFF2-40B4-BE49-F238E27FC236}">
                <a16:creationId xmlns:a16="http://schemas.microsoft.com/office/drawing/2014/main" id="{707D986B-4E98-47BB-8B7B-5D3267D83226}"/>
              </a:ext>
            </a:extLst>
          </p:cNvPr>
          <p:cNvSpPr>
            <a:spLocks noGrp="1"/>
          </p:cNvSpPr>
          <p:nvPr/>
        </p:nvSpPr>
        <p:spPr>
          <a:xfrm>
            <a:off x="735486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3" name="01_find_only_1882">
            <a:extLst>
              <a:ext uri="{FF2B5EF4-FFF2-40B4-BE49-F238E27FC236}">
                <a16:creationId xmlns:a16="http://schemas.microsoft.com/office/drawing/2014/main" id="{E7C78013-E521-4E1A-A83F-CD726AE93907}"/>
              </a:ext>
            </a:extLst>
          </p:cNvPr>
          <p:cNvSpPr>
            <a:spLocks noGrp="1"/>
          </p:cNvSpPr>
          <p:nvPr/>
        </p:nvSpPr>
        <p:spPr>
          <a:xfrm>
            <a:off x="738313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4" name="01_find_only_1883">
            <a:extLst>
              <a:ext uri="{FF2B5EF4-FFF2-40B4-BE49-F238E27FC236}">
                <a16:creationId xmlns:a16="http://schemas.microsoft.com/office/drawing/2014/main" id="{B56B338E-93C1-47EE-880E-5251BCE10E4C}"/>
              </a:ext>
            </a:extLst>
          </p:cNvPr>
          <p:cNvSpPr>
            <a:spLocks noGrp="1"/>
          </p:cNvSpPr>
          <p:nvPr/>
        </p:nvSpPr>
        <p:spPr>
          <a:xfrm>
            <a:off x="7400913" y="328922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5" name="01_find_only_1884">
            <a:extLst>
              <a:ext uri="{FF2B5EF4-FFF2-40B4-BE49-F238E27FC236}">
                <a16:creationId xmlns:a16="http://schemas.microsoft.com/office/drawing/2014/main" id="{53ED29BF-0A6E-4D26-81EA-B703ECFFEC6A}"/>
              </a:ext>
            </a:extLst>
          </p:cNvPr>
          <p:cNvSpPr>
            <a:spLocks noGrp="1"/>
          </p:cNvSpPr>
          <p:nvPr/>
        </p:nvSpPr>
        <p:spPr>
          <a:xfrm>
            <a:off x="732872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6" name="01_find_only_1885">
            <a:extLst>
              <a:ext uri="{FF2B5EF4-FFF2-40B4-BE49-F238E27FC236}">
                <a16:creationId xmlns:a16="http://schemas.microsoft.com/office/drawing/2014/main" id="{FB8F6D9B-B8E9-41CA-97CF-CD91CBF71119}"/>
              </a:ext>
            </a:extLst>
          </p:cNvPr>
          <p:cNvSpPr>
            <a:spLocks noGrp="1"/>
          </p:cNvSpPr>
          <p:nvPr/>
        </p:nvSpPr>
        <p:spPr>
          <a:xfrm>
            <a:off x="737312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7" name="01_find_only_1886">
            <a:extLst>
              <a:ext uri="{FF2B5EF4-FFF2-40B4-BE49-F238E27FC236}">
                <a16:creationId xmlns:a16="http://schemas.microsoft.com/office/drawing/2014/main" id="{D8FE2693-E793-4626-8651-73766B7579E0}"/>
              </a:ext>
            </a:extLst>
          </p:cNvPr>
          <p:cNvSpPr>
            <a:spLocks noGrp="1"/>
          </p:cNvSpPr>
          <p:nvPr/>
        </p:nvSpPr>
        <p:spPr>
          <a:xfrm>
            <a:off x="73290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8" name="01_find_only_1887">
            <a:extLst>
              <a:ext uri="{FF2B5EF4-FFF2-40B4-BE49-F238E27FC236}">
                <a16:creationId xmlns:a16="http://schemas.microsoft.com/office/drawing/2014/main" id="{C45A4C07-73DE-4111-ABC2-A1CA8052AE95}"/>
              </a:ext>
            </a:extLst>
          </p:cNvPr>
          <p:cNvSpPr>
            <a:spLocks noGrp="1"/>
          </p:cNvSpPr>
          <p:nvPr/>
        </p:nvSpPr>
        <p:spPr>
          <a:xfrm>
            <a:off x="731833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9" name="01_find_only_1888">
            <a:extLst>
              <a:ext uri="{FF2B5EF4-FFF2-40B4-BE49-F238E27FC236}">
                <a16:creationId xmlns:a16="http://schemas.microsoft.com/office/drawing/2014/main" id="{4AC84714-CE1F-4FA3-9273-0069675CAC7B}"/>
              </a:ext>
            </a:extLst>
          </p:cNvPr>
          <p:cNvSpPr>
            <a:spLocks noGrp="1"/>
          </p:cNvSpPr>
          <p:nvPr/>
        </p:nvSpPr>
        <p:spPr>
          <a:xfrm>
            <a:off x="7393141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0" name="01_find_only_1889">
            <a:extLst>
              <a:ext uri="{FF2B5EF4-FFF2-40B4-BE49-F238E27FC236}">
                <a16:creationId xmlns:a16="http://schemas.microsoft.com/office/drawing/2014/main" id="{99B50458-F8F1-4391-B490-66CBE2461157}"/>
              </a:ext>
            </a:extLst>
          </p:cNvPr>
          <p:cNvSpPr>
            <a:spLocks noGrp="1"/>
          </p:cNvSpPr>
          <p:nvPr/>
        </p:nvSpPr>
        <p:spPr>
          <a:xfrm>
            <a:off x="74130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1" name="01_find_only_1890">
            <a:extLst>
              <a:ext uri="{FF2B5EF4-FFF2-40B4-BE49-F238E27FC236}">
                <a16:creationId xmlns:a16="http://schemas.microsoft.com/office/drawing/2014/main" id="{F733CD89-5384-449E-81AC-A8CFB5BE917E}"/>
              </a:ext>
            </a:extLst>
          </p:cNvPr>
          <p:cNvSpPr>
            <a:spLocks noGrp="1"/>
          </p:cNvSpPr>
          <p:nvPr/>
        </p:nvSpPr>
        <p:spPr>
          <a:xfrm>
            <a:off x="73545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2" name="01_find_only_1891">
            <a:extLst>
              <a:ext uri="{FF2B5EF4-FFF2-40B4-BE49-F238E27FC236}">
                <a16:creationId xmlns:a16="http://schemas.microsoft.com/office/drawing/2014/main" id="{CD16D3D3-AE2B-41C3-ADD1-C9FE7DBF7F80}"/>
              </a:ext>
            </a:extLst>
          </p:cNvPr>
          <p:cNvSpPr>
            <a:spLocks noGrp="1"/>
          </p:cNvSpPr>
          <p:nvPr/>
        </p:nvSpPr>
        <p:spPr>
          <a:xfrm>
            <a:off x="740781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3" name="01_find_only_1892">
            <a:extLst>
              <a:ext uri="{FF2B5EF4-FFF2-40B4-BE49-F238E27FC236}">
                <a16:creationId xmlns:a16="http://schemas.microsoft.com/office/drawing/2014/main" id="{06D3042B-2841-4367-887D-02EE2D92F4BB}"/>
              </a:ext>
            </a:extLst>
          </p:cNvPr>
          <p:cNvSpPr>
            <a:spLocks noGrp="1"/>
          </p:cNvSpPr>
          <p:nvPr/>
        </p:nvSpPr>
        <p:spPr>
          <a:xfrm>
            <a:off x="7338639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4" name="01_find_only_1893">
            <a:extLst>
              <a:ext uri="{FF2B5EF4-FFF2-40B4-BE49-F238E27FC236}">
                <a16:creationId xmlns:a16="http://schemas.microsoft.com/office/drawing/2014/main" id="{18D8D4A5-07AB-4C7E-BC37-F2257FE90754}"/>
              </a:ext>
            </a:extLst>
          </p:cNvPr>
          <p:cNvSpPr>
            <a:spLocks noGrp="1"/>
          </p:cNvSpPr>
          <p:nvPr/>
        </p:nvSpPr>
        <p:spPr>
          <a:xfrm>
            <a:off x="73570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5" name="01_find_only_1894">
            <a:extLst>
              <a:ext uri="{FF2B5EF4-FFF2-40B4-BE49-F238E27FC236}">
                <a16:creationId xmlns:a16="http://schemas.microsoft.com/office/drawing/2014/main" id="{AF18734D-26C3-4814-BEA4-4DF4CFA8A25E}"/>
              </a:ext>
            </a:extLst>
          </p:cNvPr>
          <p:cNvSpPr>
            <a:spLocks noGrp="1"/>
          </p:cNvSpPr>
          <p:nvPr/>
        </p:nvSpPr>
        <p:spPr>
          <a:xfrm>
            <a:off x="7386049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6" name="01_find_only_1895">
            <a:extLst>
              <a:ext uri="{FF2B5EF4-FFF2-40B4-BE49-F238E27FC236}">
                <a16:creationId xmlns:a16="http://schemas.microsoft.com/office/drawing/2014/main" id="{66CE7D6B-8418-4893-8FE5-6380A3C9A567}"/>
              </a:ext>
            </a:extLst>
          </p:cNvPr>
          <p:cNvSpPr>
            <a:spLocks noGrp="1"/>
          </p:cNvSpPr>
          <p:nvPr/>
        </p:nvSpPr>
        <p:spPr>
          <a:xfrm>
            <a:off x="74034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7" name="01_find_only_1896">
            <a:extLst>
              <a:ext uri="{FF2B5EF4-FFF2-40B4-BE49-F238E27FC236}">
                <a16:creationId xmlns:a16="http://schemas.microsoft.com/office/drawing/2014/main" id="{75DBC7A2-F40A-4E31-B957-9EBE9877B21A}"/>
              </a:ext>
            </a:extLst>
          </p:cNvPr>
          <p:cNvSpPr>
            <a:spLocks noGrp="1"/>
          </p:cNvSpPr>
          <p:nvPr/>
        </p:nvSpPr>
        <p:spPr>
          <a:xfrm>
            <a:off x="741286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8" name="01_find_only_1897">
            <a:extLst>
              <a:ext uri="{FF2B5EF4-FFF2-40B4-BE49-F238E27FC236}">
                <a16:creationId xmlns:a16="http://schemas.microsoft.com/office/drawing/2014/main" id="{AB43E5A7-9E7B-48C3-86DF-2635DB007906}"/>
              </a:ext>
            </a:extLst>
          </p:cNvPr>
          <p:cNvSpPr>
            <a:spLocks noGrp="1"/>
          </p:cNvSpPr>
          <p:nvPr/>
        </p:nvSpPr>
        <p:spPr>
          <a:xfrm>
            <a:off x="73793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9" name="01_find_only_1898">
            <a:extLst>
              <a:ext uri="{FF2B5EF4-FFF2-40B4-BE49-F238E27FC236}">
                <a16:creationId xmlns:a16="http://schemas.microsoft.com/office/drawing/2014/main" id="{FA9220E7-E998-4B54-ADF5-CDFD19C95933}"/>
              </a:ext>
            </a:extLst>
          </p:cNvPr>
          <p:cNvSpPr>
            <a:spLocks noGrp="1"/>
          </p:cNvSpPr>
          <p:nvPr/>
        </p:nvSpPr>
        <p:spPr>
          <a:xfrm>
            <a:off x="7321735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0" name="01_find_only_1899">
            <a:extLst>
              <a:ext uri="{FF2B5EF4-FFF2-40B4-BE49-F238E27FC236}">
                <a16:creationId xmlns:a16="http://schemas.microsoft.com/office/drawing/2014/main" id="{10E4706E-C5C1-40F5-9BD3-F649F98E3FBD}"/>
              </a:ext>
            </a:extLst>
          </p:cNvPr>
          <p:cNvSpPr>
            <a:spLocks noGrp="1"/>
          </p:cNvSpPr>
          <p:nvPr/>
        </p:nvSpPr>
        <p:spPr>
          <a:xfrm>
            <a:off x="73361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1" name="01_find_only_1900">
            <a:extLst>
              <a:ext uri="{FF2B5EF4-FFF2-40B4-BE49-F238E27FC236}">
                <a16:creationId xmlns:a16="http://schemas.microsoft.com/office/drawing/2014/main" id="{69F88D5D-192A-4DD7-A172-4312846A99B8}"/>
              </a:ext>
            </a:extLst>
          </p:cNvPr>
          <p:cNvSpPr>
            <a:spLocks noGrp="1"/>
          </p:cNvSpPr>
          <p:nvPr/>
        </p:nvSpPr>
        <p:spPr>
          <a:xfrm>
            <a:off x="73424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2" name="01_find_only_1901">
            <a:extLst>
              <a:ext uri="{FF2B5EF4-FFF2-40B4-BE49-F238E27FC236}">
                <a16:creationId xmlns:a16="http://schemas.microsoft.com/office/drawing/2014/main" id="{45A379D9-4E1B-4300-B180-1AAC5F8FE933}"/>
              </a:ext>
            </a:extLst>
          </p:cNvPr>
          <p:cNvSpPr>
            <a:spLocks noGrp="1"/>
          </p:cNvSpPr>
          <p:nvPr/>
        </p:nvSpPr>
        <p:spPr>
          <a:xfrm>
            <a:off x="7321540" y="41640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3" name="01_find_only_1902">
            <a:extLst>
              <a:ext uri="{FF2B5EF4-FFF2-40B4-BE49-F238E27FC236}">
                <a16:creationId xmlns:a16="http://schemas.microsoft.com/office/drawing/2014/main" id="{C336CFD1-8E39-4A36-93A4-8CF9BCE782DC}"/>
              </a:ext>
            </a:extLst>
          </p:cNvPr>
          <p:cNvSpPr>
            <a:spLocks noGrp="1"/>
          </p:cNvSpPr>
          <p:nvPr/>
        </p:nvSpPr>
        <p:spPr>
          <a:xfrm>
            <a:off x="7320958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4" name="01_find_only_1903">
            <a:extLst>
              <a:ext uri="{FF2B5EF4-FFF2-40B4-BE49-F238E27FC236}">
                <a16:creationId xmlns:a16="http://schemas.microsoft.com/office/drawing/2014/main" id="{81E60F00-FF02-4BA4-88B4-FF6C4B70506E}"/>
              </a:ext>
            </a:extLst>
          </p:cNvPr>
          <p:cNvSpPr>
            <a:spLocks noGrp="1"/>
          </p:cNvSpPr>
          <p:nvPr/>
        </p:nvSpPr>
        <p:spPr>
          <a:xfrm>
            <a:off x="733980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5" name="01_find_only_1904">
            <a:extLst>
              <a:ext uri="{FF2B5EF4-FFF2-40B4-BE49-F238E27FC236}">
                <a16:creationId xmlns:a16="http://schemas.microsoft.com/office/drawing/2014/main" id="{06256297-E443-46D2-983B-D4C62DBDDF0D}"/>
              </a:ext>
            </a:extLst>
          </p:cNvPr>
          <p:cNvSpPr>
            <a:spLocks noGrp="1"/>
          </p:cNvSpPr>
          <p:nvPr/>
        </p:nvSpPr>
        <p:spPr>
          <a:xfrm>
            <a:off x="7376431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6" name="01_find_only_1905">
            <a:extLst>
              <a:ext uri="{FF2B5EF4-FFF2-40B4-BE49-F238E27FC236}">
                <a16:creationId xmlns:a16="http://schemas.microsoft.com/office/drawing/2014/main" id="{A91CC239-BBF7-4BA7-8188-329064BDC80A}"/>
              </a:ext>
            </a:extLst>
          </p:cNvPr>
          <p:cNvSpPr>
            <a:spLocks noGrp="1"/>
          </p:cNvSpPr>
          <p:nvPr/>
        </p:nvSpPr>
        <p:spPr>
          <a:xfrm>
            <a:off x="733465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7" name="01_find_only_1906">
            <a:extLst>
              <a:ext uri="{FF2B5EF4-FFF2-40B4-BE49-F238E27FC236}">
                <a16:creationId xmlns:a16="http://schemas.microsoft.com/office/drawing/2014/main" id="{EACB247A-60A0-4043-89A5-DAF814048545}"/>
              </a:ext>
            </a:extLst>
          </p:cNvPr>
          <p:cNvSpPr>
            <a:spLocks noGrp="1"/>
          </p:cNvSpPr>
          <p:nvPr/>
        </p:nvSpPr>
        <p:spPr>
          <a:xfrm>
            <a:off x="73638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8" name="01_find_only_1907">
            <a:extLst>
              <a:ext uri="{FF2B5EF4-FFF2-40B4-BE49-F238E27FC236}">
                <a16:creationId xmlns:a16="http://schemas.microsoft.com/office/drawing/2014/main" id="{48F9A4FD-220B-4106-BFE0-BF42D9A86E1E}"/>
              </a:ext>
            </a:extLst>
          </p:cNvPr>
          <p:cNvSpPr>
            <a:spLocks noGrp="1"/>
          </p:cNvSpPr>
          <p:nvPr/>
        </p:nvSpPr>
        <p:spPr>
          <a:xfrm>
            <a:off x="7353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9" name="01_find_only_1908">
            <a:extLst>
              <a:ext uri="{FF2B5EF4-FFF2-40B4-BE49-F238E27FC236}">
                <a16:creationId xmlns:a16="http://schemas.microsoft.com/office/drawing/2014/main" id="{214CE8F5-E269-4F9B-B204-004F9E994A6F}"/>
              </a:ext>
            </a:extLst>
          </p:cNvPr>
          <p:cNvSpPr>
            <a:spLocks noGrp="1"/>
          </p:cNvSpPr>
          <p:nvPr/>
        </p:nvSpPr>
        <p:spPr>
          <a:xfrm>
            <a:off x="74016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0" name="01_find_only_1909">
            <a:extLst>
              <a:ext uri="{FF2B5EF4-FFF2-40B4-BE49-F238E27FC236}">
                <a16:creationId xmlns:a16="http://schemas.microsoft.com/office/drawing/2014/main" id="{0A967F81-0E54-4E6D-8303-C9455A5C9842}"/>
              </a:ext>
            </a:extLst>
          </p:cNvPr>
          <p:cNvSpPr>
            <a:spLocks noGrp="1"/>
          </p:cNvSpPr>
          <p:nvPr/>
        </p:nvSpPr>
        <p:spPr>
          <a:xfrm>
            <a:off x="7343885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1" name="01_find_only_1910">
            <a:extLst>
              <a:ext uri="{FF2B5EF4-FFF2-40B4-BE49-F238E27FC236}">
                <a16:creationId xmlns:a16="http://schemas.microsoft.com/office/drawing/2014/main" id="{9A5F9C0C-5EFB-4FA4-A561-AC6C91BBE119}"/>
              </a:ext>
            </a:extLst>
          </p:cNvPr>
          <p:cNvSpPr>
            <a:spLocks noGrp="1"/>
          </p:cNvSpPr>
          <p:nvPr/>
        </p:nvSpPr>
        <p:spPr>
          <a:xfrm>
            <a:off x="73838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2" name="01_find_only_1911">
            <a:extLst>
              <a:ext uri="{FF2B5EF4-FFF2-40B4-BE49-F238E27FC236}">
                <a16:creationId xmlns:a16="http://schemas.microsoft.com/office/drawing/2014/main" id="{91CF0D1A-023C-49C4-8315-E1173D9F4DE9}"/>
              </a:ext>
            </a:extLst>
          </p:cNvPr>
          <p:cNvSpPr>
            <a:spLocks noGrp="1"/>
          </p:cNvSpPr>
          <p:nvPr/>
        </p:nvSpPr>
        <p:spPr>
          <a:xfrm>
            <a:off x="73862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3" name="01_find_only_1912">
            <a:extLst>
              <a:ext uri="{FF2B5EF4-FFF2-40B4-BE49-F238E27FC236}">
                <a16:creationId xmlns:a16="http://schemas.microsoft.com/office/drawing/2014/main" id="{0011E76C-6CD0-45C0-907A-75532EC64AAC}"/>
              </a:ext>
            </a:extLst>
          </p:cNvPr>
          <p:cNvSpPr>
            <a:spLocks noGrp="1"/>
          </p:cNvSpPr>
          <p:nvPr/>
        </p:nvSpPr>
        <p:spPr>
          <a:xfrm>
            <a:off x="732124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4" name="01_find_only_1913">
            <a:extLst>
              <a:ext uri="{FF2B5EF4-FFF2-40B4-BE49-F238E27FC236}">
                <a16:creationId xmlns:a16="http://schemas.microsoft.com/office/drawing/2014/main" id="{59C8E150-A9EF-4CF1-962C-4EF562C56FB1}"/>
              </a:ext>
            </a:extLst>
          </p:cNvPr>
          <p:cNvSpPr>
            <a:spLocks noGrp="1"/>
          </p:cNvSpPr>
          <p:nvPr/>
        </p:nvSpPr>
        <p:spPr>
          <a:xfrm>
            <a:off x="740042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5" name="01_find_only_1914">
            <a:extLst>
              <a:ext uri="{FF2B5EF4-FFF2-40B4-BE49-F238E27FC236}">
                <a16:creationId xmlns:a16="http://schemas.microsoft.com/office/drawing/2014/main" id="{064F2B9E-E26A-476F-AEAC-F1E523F8A293}"/>
              </a:ext>
            </a:extLst>
          </p:cNvPr>
          <p:cNvSpPr>
            <a:spLocks noGrp="1"/>
          </p:cNvSpPr>
          <p:nvPr/>
        </p:nvSpPr>
        <p:spPr>
          <a:xfrm>
            <a:off x="73189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6" name="01_find_only_1915">
            <a:extLst>
              <a:ext uri="{FF2B5EF4-FFF2-40B4-BE49-F238E27FC236}">
                <a16:creationId xmlns:a16="http://schemas.microsoft.com/office/drawing/2014/main" id="{9577F7D4-C4AF-48DA-8670-7EB88C0CA8CF}"/>
              </a:ext>
            </a:extLst>
          </p:cNvPr>
          <p:cNvSpPr>
            <a:spLocks noGrp="1"/>
          </p:cNvSpPr>
          <p:nvPr/>
        </p:nvSpPr>
        <p:spPr>
          <a:xfrm>
            <a:off x="74002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7" name="01_find_only_1916">
            <a:extLst>
              <a:ext uri="{FF2B5EF4-FFF2-40B4-BE49-F238E27FC236}">
                <a16:creationId xmlns:a16="http://schemas.microsoft.com/office/drawing/2014/main" id="{AFFC8D02-98A4-46EF-A7AB-6B4A60C3322F}"/>
              </a:ext>
            </a:extLst>
          </p:cNvPr>
          <p:cNvSpPr>
            <a:spLocks noGrp="1"/>
          </p:cNvSpPr>
          <p:nvPr/>
        </p:nvSpPr>
        <p:spPr>
          <a:xfrm>
            <a:off x="74096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8" name="01_find_only_1917">
            <a:extLst>
              <a:ext uri="{FF2B5EF4-FFF2-40B4-BE49-F238E27FC236}">
                <a16:creationId xmlns:a16="http://schemas.microsoft.com/office/drawing/2014/main" id="{D0425B5B-DC3E-40C6-9FE9-3FAE2FDD13FE}"/>
              </a:ext>
            </a:extLst>
          </p:cNvPr>
          <p:cNvSpPr>
            <a:spLocks noGrp="1"/>
          </p:cNvSpPr>
          <p:nvPr/>
        </p:nvSpPr>
        <p:spPr>
          <a:xfrm>
            <a:off x="73770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9" name="01_find_only_1918">
            <a:extLst>
              <a:ext uri="{FF2B5EF4-FFF2-40B4-BE49-F238E27FC236}">
                <a16:creationId xmlns:a16="http://schemas.microsoft.com/office/drawing/2014/main" id="{10A99DA1-B49B-4860-BE76-647188DB80FE}"/>
              </a:ext>
            </a:extLst>
          </p:cNvPr>
          <p:cNvSpPr>
            <a:spLocks noGrp="1"/>
          </p:cNvSpPr>
          <p:nvPr/>
        </p:nvSpPr>
        <p:spPr>
          <a:xfrm>
            <a:off x="73478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0" name="01_find_only_1919">
            <a:extLst>
              <a:ext uri="{FF2B5EF4-FFF2-40B4-BE49-F238E27FC236}">
                <a16:creationId xmlns:a16="http://schemas.microsoft.com/office/drawing/2014/main" id="{780BDAF5-E653-45DA-9C4B-8875D570432E}"/>
              </a:ext>
            </a:extLst>
          </p:cNvPr>
          <p:cNvSpPr>
            <a:spLocks noGrp="1"/>
          </p:cNvSpPr>
          <p:nvPr/>
        </p:nvSpPr>
        <p:spPr>
          <a:xfrm>
            <a:off x="738857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1" name="01_find_only_1920">
            <a:extLst>
              <a:ext uri="{FF2B5EF4-FFF2-40B4-BE49-F238E27FC236}">
                <a16:creationId xmlns:a16="http://schemas.microsoft.com/office/drawing/2014/main" id="{79EE9B73-B141-46CE-87C0-FC593E6FDA8F}"/>
              </a:ext>
            </a:extLst>
          </p:cNvPr>
          <p:cNvSpPr>
            <a:spLocks noGrp="1"/>
          </p:cNvSpPr>
          <p:nvPr/>
        </p:nvSpPr>
        <p:spPr>
          <a:xfrm>
            <a:off x="733912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2" name="01_find_only_1921">
            <a:extLst>
              <a:ext uri="{FF2B5EF4-FFF2-40B4-BE49-F238E27FC236}">
                <a16:creationId xmlns:a16="http://schemas.microsoft.com/office/drawing/2014/main" id="{65258F81-6DE0-4A7C-99FA-ED30661EDF22}"/>
              </a:ext>
            </a:extLst>
          </p:cNvPr>
          <p:cNvSpPr>
            <a:spLocks noGrp="1"/>
          </p:cNvSpPr>
          <p:nvPr/>
        </p:nvSpPr>
        <p:spPr>
          <a:xfrm>
            <a:off x="7364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3" name="01_find_only_1922">
            <a:extLst>
              <a:ext uri="{FF2B5EF4-FFF2-40B4-BE49-F238E27FC236}">
                <a16:creationId xmlns:a16="http://schemas.microsoft.com/office/drawing/2014/main" id="{43DBEBBC-556A-4566-969C-11B7386E468A}"/>
              </a:ext>
            </a:extLst>
          </p:cNvPr>
          <p:cNvSpPr>
            <a:spLocks noGrp="1"/>
          </p:cNvSpPr>
          <p:nvPr/>
        </p:nvSpPr>
        <p:spPr>
          <a:xfrm>
            <a:off x="7364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4" name="01_find_only_1923">
            <a:extLst>
              <a:ext uri="{FF2B5EF4-FFF2-40B4-BE49-F238E27FC236}">
                <a16:creationId xmlns:a16="http://schemas.microsoft.com/office/drawing/2014/main" id="{8B03941D-9AE3-4AB4-BF4B-773B5EB493FF}"/>
              </a:ext>
            </a:extLst>
          </p:cNvPr>
          <p:cNvSpPr>
            <a:spLocks noGrp="1"/>
          </p:cNvSpPr>
          <p:nvPr/>
        </p:nvSpPr>
        <p:spPr>
          <a:xfrm>
            <a:off x="73349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5" name="01_find_only_1924">
            <a:extLst>
              <a:ext uri="{FF2B5EF4-FFF2-40B4-BE49-F238E27FC236}">
                <a16:creationId xmlns:a16="http://schemas.microsoft.com/office/drawing/2014/main" id="{CC6B3E16-8EE4-49FA-B224-3A8E2469B74B}"/>
              </a:ext>
            </a:extLst>
          </p:cNvPr>
          <p:cNvSpPr>
            <a:spLocks noGrp="1"/>
          </p:cNvSpPr>
          <p:nvPr/>
        </p:nvSpPr>
        <p:spPr>
          <a:xfrm>
            <a:off x="74026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6" name="01_find_only_1925">
            <a:extLst>
              <a:ext uri="{FF2B5EF4-FFF2-40B4-BE49-F238E27FC236}">
                <a16:creationId xmlns:a16="http://schemas.microsoft.com/office/drawing/2014/main" id="{7239924B-37D4-410C-B9DF-06A06DCC7C3C}"/>
              </a:ext>
            </a:extLst>
          </p:cNvPr>
          <p:cNvSpPr>
            <a:spLocks noGrp="1"/>
          </p:cNvSpPr>
          <p:nvPr/>
        </p:nvSpPr>
        <p:spPr>
          <a:xfrm>
            <a:off x="734952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7" name="01_find_only_1926">
            <a:extLst>
              <a:ext uri="{FF2B5EF4-FFF2-40B4-BE49-F238E27FC236}">
                <a16:creationId xmlns:a16="http://schemas.microsoft.com/office/drawing/2014/main" id="{51C748E3-83A1-4994-9D5C-378D912F660A}"/>
              </a:ext>
            </a:extLst>
          </p:cNvPr>
          <p:cNvSpPr>
            <a:spLocks noGrp="1"/>
          </p:cNvSpPr>
          <p:nvPr/>
        </p:nvSpPr>
        <p:spPr>
          <a:xfrm>
            <a:off x="73589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8" name="01_find_only_1927">
            <a:extLst>
              <a:ext uri="{FF2B5EF4-FFF2-40B4-BE49-F238E27FC236}">
                <a16:creationId xmlns:a16="http://schemas.microsoft.com/office/drawing/2014/main" id="{AE7464C3-08EF-4749-8930-61352A630859}"/>
              </a:ext>
            </a:extLst>
          </p:cNvPr>
          <p:cNvSpPr>
            <a:spLocks noGrp="1"/>
          </p:cNvSpPr>
          <p:nvPr/>
        </p:nvSpPr>
        <p:spPr>
          <a:xfrm>
            <a:off x="74119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9" name="01_find_only_1928">
            <a:extLst>
              <a:ext uri="{FF2B5EF4-FFF2-40B4-BE49-F238E27FC236}">
                <a16:creationId xmlns:a16="http://schemas.microsoft.com/office/drawing/2014/main" id="{82AAE4A6-AAA5-40DF-B0BB-4027B502CE0C}"/>
              </a:ext>
            </a:extLst>
          </p:cNvPr>
          <p:cNvSpPr>
            <a:spLocks noGrp="1"/>
          </p:cNvSpPr>
          <p:nvPr/>
        </p:nvSpPr>
        <p:spPr>
          <a:xfrm>
            <a:off x="738284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0" name="01_find_only_1929">
            <a:extLst>
              <a:ext uri="{FF2B5EF4-FFF2-40B4-BE49-F238E27FC236}">
                <a16:creationId xmlns:a16="http://schemas.microsoft.com/office/drawing/2014/main" id="{C0564005-465D-4542-80D9-25548DB36E17}"/>
              </a:ext>
            </a:extLst>
          </p:cNvPr>
          <p:cNvSpPr>
            <a:spLocks noGrp="1"/>
          </p:cNvSpPr>
          <p:nvPr/>
        </p:nvSpPr>
        <p:spPr>
          <a:xfrm>
            <a:off x="740849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1" name="01_find_only_1930">
            <a:extLst>
              <a:ext uri="{FF2B5EF4-FFF2-40B4-BE49-F238E27FC236}">
                <a16:creationId xmlns:a16="http://schemas.microsoft.com/office/drawing/2014/main" id="{DF1A174A-573D-49EC-AC2F-1380B8E9C08A}"/>
              </a:ext>
            </a:extLst>
          </p:cNvPr>
          <p:cNvSpPr>
            <a:spLocks noGrp="1"/>
          </p:cNvSpPr>
          <p:nvPr/>
        </p:nvSpPr>
        <p:spPr>
          <a:xfrm>
            <a:off x="7322609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2" name="01_find_only_1931">
            <a:extLst>
              <a:ext uri="{FF2B5EF4-FFF2-40B4-BE49-F238E27FC236}">
                <a16:creationId xmlns:a16="http://schemas.microsoft.com/office/drawing/2014/main" id="{EF1D5035-9054-4F3B-905E-01F7FC2B877C}"/>
              </a:ext>
            </a:extLst>
          </p:cNvPr>
          <p:cNvSpPr>
            <a:spLocks noGrp="1"/>
          </p:cNvSpPr>
          <p:nvPr/>
        </p:nvSpPr>
        <p:spPr>
          <a:xfrm>
            <a:off x="740130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3" name="01_find_only_1932">
            <a:extLst>
              <a:ext uri="{FF2B5EF4-FFF2-40B4-BE49-F238E27FC236}">
                <a16:creationId xmlns:a16="http://schemas.microsoft.com/office/drawing/2014/main" id="{B02FB4A1-E0DF-454B-8EF0-285691AC869C}"/>
              </a:ext>
            </a:extLst>
          </p:cNvPr>
          <p:cNvSpPr>
            <a:spLocks noGrp="1"/>
          </p:cNvSpPr>
          <p:nvPr/>
        </p:nvSpPr>
        <p:spPr>
          <a:xfrm>
            <a:off x="7388478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4" name="01_find_only_1933">
            <a:extLst>
              <a:ext uri="{FF2B5EF4-FFF2-40B4-BE49-F238E27FC236}">
                <a16:creationId xmlns:a16="http://schemas.microsoft.com/office/drawing/2014/main" id="{1BCEB09D-AC2F-4884-B723-6DF67F9D37AB}"/>
              </a:ext>
            </a:extLst>
          </p:cNvPr>
          <p:cNvSpPr>
            <a:spLocks noGrp="1"/>
          </p:cNvSpPr>
          <p:nvPr/>
        </p:nvSpPr>
        <p:spPr>
          <a:xfrm>
            <a:off x="73549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5" name="01_find_only_1934">
            <a:extLst>
              <a:ext uri="{FF2B5EF4-FFF2-40B4-BE49-F238E27FC236}">
                <a16:creationId xmlns:a16="http://schemas.microsoft.com/office/drawing/2014/main" id="{9786E707-42BD-446C-B8F4-3B200D8016BE}"/>
              </a:ext>
            </a:extLst>
          </p:cNvPr>
          <p:cNvSpPr>
            <a:spLocks noGrp="1"/>
          </p:cNvSpPr>
          <p:nvPr/>
        </p:nvSpPr>
        <p:spPr>
          <a:xfrm>
            <a:off x="739226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6" name="01_find_only_1935">
            <a:extLst>
              <a:ext uri="{FF2B5EF4-FFF2-40B4-BE49-F238E27FC236}">
                <a16:creationId xmlns:a16="http://schemas.microsoft.com/office/drawing/2014/main" id="{56A33E25-26E1-4B87-BB28-C8016E4A79DD}"/>
              </a:ext>
            </a:extLst>
          </p:cNvPr>
          <p:cNvSpPr>
            <a:spLocks noGrp="1"/>
          </p:cNvSpPr>
          <p:nvPr/>
        </p:nvSpPr>
        <p:spPr>
          <a:xfrm>
            <a:off x="7412474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7" name="01_find_only_1936">
            <a:extLst>
              <a:ext uri="{FF2B5EF4-FFF2-40B4-BE49-F238E27FC236}">
                <a16:creationId xmlns:a16="http://schemas.microsoft.com/office/drawing/2014/main" id="{8044BF61-FB75-47EE-8647-7349AAF6A5C8}"/>
              </a:ext>
            </a:extLst>
          </p:cNvPr>
          <p:cNvSpPr>
            <a:spLocks noGrp="1"/>
          </p:cNvSpPr>
          <p:nvPr/>
        </p:nvSpPr>
        <p:spPr>
          <a:xfrm>
            <a:off x="7382066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8" name="01_find_only_1937">
            <a:extLst>
              <a:ext uri="{FF2B5EF4-FFF2-40B4-BE49-F238E27FC236}">
                <a16:creationId xmlns:a16="http://schemas.microsoft.com/office/drawing/2014/main" id="{542D2C8E-E3D3-4562-A850-F79154FA2420}"/>
              </a:ext>
            </a:extLst>
          </p:cNvPr>
          <p:cNvSpPr>
            <a:spLocks noGrp="1"/>
          </p:cNvSpPr>
          <p:nvPr/>
        </p:nvSpPr>
        <p:spPr>
          <a:xfrm>
            <a:off x="73895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9" name="01_find_only_1938">
            <a:extLst>
              <a:ext uri="{FF2B5EF4-FFF2-40B4-BE49-F238E27FC236}">
                <a16:creationId xmlns:a16="http://schemas.microsoft.com/office/drawing/2014/main" id="{E8FF0D99-B32C-4E6B-BD7C-11A07225A609}"/>
              </a:ext>
            </a:extLst>
          </p:cNvPr>
          <p:cNvSpPr>
            <a:spLocks noGrp="1"/>
          </p:cNvSpPr>
          <p:nvPr/>
        </p:nvSpPr>
        <p:spPr>
          <a:xfrm>
            <a:off x="73886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0" name="01_find_only_1939">
            <a:extLst>
              <a:ext uri="{FF2B5EF4-FFF2-40B4-BE49-F238E27FC236}">
                <a16:creationId xmlns:a16="http://schemas.microsoft.com/office/drawing/2014/main" id="{7DF47001-FA48-446A-B0AB-747FA903C570}"/>
              </a:ext>
            </a:extLst>
          </p:cNvPr>
          <p:cNvSpPr>
            <a:spLocks noGrp="1"/>
          </p:cNvSpPr>
          <p:nvPr/>
        </p:nvSpPr>
        <p:spPr>
          <a:xfrm>
            <a:off x="737312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1" name="01_find_only_1940">
            <a:extLst>
              <a:ext uri="{FF2B5EF4-FFF2-40B4-BE49-F238E27FC236}">
                <a16:creationId xmlns:a16="http://schemas.microsoft.com/office/drawing/2014/main" id="{1B335F18-0447-4548-8DB0-2D152AF5EBF0}"/>
              </a:ext>
            </a:extLst>
          </p:cNvPr>
          <p:cNvSpPr>
            <a:spLocks noGrp="1"/>
          </p:cNvSpPr>
          <p:nvPr/>
        </p:nvSpPr>
        <p:spPr>
          <a:xfrm>
            <a:off x="7346022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2" name="01_find_only_1941">
            <a:extLst>
              <a:ext uri="{FF2B5EF4-FFF2-40B4-BE49-F238E27FC236}">
                <a16:creationId xmlns:a16="http://schemas.microsoft.com/office/drawing/2014/main" id="{E4DE82CC-CF9C-4087-AE42-05995F09909C}"/>
              </a:ext>
            </a:extLst>
          </p:cNvPr>
          <p:cNvSpPr>
            <a:spLocks noGrp="1"/>
          </p:cNvSpPr>
          <p:nvPr/>
        </p:nvSpPr>
        <p:spPr>
          <a:xfrm>
            <a:off x="740567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3" name="01_find_only_1942">
            <a:extLst>
              <a:ext uri="{FF2B5EF4-FFF2-40B4-BE49-F238E27FC236}">
                <a16:creationId xmlns:a16="http://schemas.microsoft.com/office/drawing/2014/main" id="{D378389A-F88B-412D-A963-F36D0E407CC9}"/>
              </a:ext>
            </a:extLst>
          </p:cNvPr>
          <p:cNvSpPr>
            <a:spLocks noGrp="1"/>
          </p:cNvSpPr>
          <p:nvPr/>
        </p:nvSpPr>
        <p:spPr>
          <a:xfrm>
            <a:off x="733572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4" name="01_find_only_1943">
            <a:extLst>
              <a:ext uri="{FF2B5EF4-FFF2-40B4-BE49-F238E27FC236}">
                <a16:creationId xmlns:a16="http://schemas.microsoft.com/office/drawing/2014/main" id="{CA7C22EF-8DC9-4337-8108-5A52376AB006}"/>
              </a:ext>
            </a:extLst>
          </p:cNvPr>
          <p:cNvSpPr>
            <a:spLocks noGrp="1"/>
          </p:cNvSpPr>
          <p:nvPr/>
        </p:nvSpPr>
        <p:spPr>
          <a:xfrm>
            <a:off x="73349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5" name="01_find_only_1944">
            <a:extLst>
              <a:ext uri="{FF2B5EF4-FFF2-40B4-BE49-F238E27FC236}">
                <a16:creationId xmlns:a16="http://schemas.microsoft.com/office/drawing/2014/main" id="{2567C40A-B402-4738-BCC2-4C4C4F4D4EAB}"/>
              </a:ext>
            </a:extLst>
          </p:cNvPr>
          <p:cNvSpPr>
            <a:spLocks noGrp="1"/>
          </p:cNvSpPr>
          <p:nvPr/>
        </p:nvSpPr>
        <p:spPr>
          <a:xfrm>
            <a:off x="73393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6" name="01_find_only_1945">
            <a:extLst>
              <a:ext uri="{FF2B5EF4-FFF2-40B4-BE49-F238E27FC236}">
                <a16:creationId xmlns:a16="http://schemas.microsoft.com/office/drawing/2014/main" id="{F6070812-DE83-4CD1-AAD6-36440A0A6ED3}"/>
              </a:ext>
            </a:extLst>
          </p:cNvPr>
          <p:cNvSpPr>
            <a:spLocks noGrp="1"/>
          </p:cNvSpPr>
          <p:nvPr/>
        </p:nvSpPr>
        <p:spPr>
          <a:xfrm>
            <a:off x="740703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7" name="01_find_only_1946">
            <a:extLst>
              <a:ext uri="{FF2B5EF4-FFF2-40B4-BE49-F238E27FC236}">
                <a16:creationId xmlns:a16="http://schemas.microsoft.com/office/drawing/2014/main" id="{AD631982-7B18-46FF-9390-C058955A650E}"/>
              </a:ext>
            </a:extLst>
          </p:cNvPr>
          <p:cNvSpPr>
            <a:spLocks noGrp="1"/>
          </p:cNvSpPr>
          <p:nvPr/>
        </p:nvSpPr>
        <p:spPr>
          <a:xfrm>
            <a:off x="73967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8" name="01_find_only_1947">
            <a:extLst>
              <a:ext uri="{FF2B5EF4-FFF2-40B4-BE49-F238E27FC236}">
                <a16:creationId xmlns:a16="http://schemas.microsoft.com/office/drawing/2014/main" id="{A0C5CCF1-2BCE-4CDF-8432-F767AE8F3018}"/>
              </a:ext>
            </a:extLst>
          </p:cNvPr>
          <p:cNvSpPr>
            <a:spLocks noGrp="1"/>
          </p:cNvSpPr>
          <p:nvPr/>
        </p:nvSpPr>
        <p:spPr>
          <a:xfrm>
            <a:off x="74009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9" name="01_find_only_1948">
            <a:extLst>
              <a:ext uri="{FF2B5EF4-FFF2-40B4-BE49-F238E27FC236}">
                <a16:creationId xmlns:a16="http://schemas.microsoft.com/office/drawing/2014/main" id="{38A1C62F-7985-4084-905A-3DB9EFA411C9}"/>
              </a:ext>
            </a:extLst>
          </p:cNvPr>
          <p:cNvSpPr>
            <a:spLocks noGrp="1"/>
          </p:cNvSpPr>
          <p:nvPr/>
        </p:nvSpPr>
        <p:spPr>
          <a:xfrm>
            <a:off x="738886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0" name="01_find_only_1949">
            <a:extLst>
              <a:ext uri="{FF2B5EF4-FFF2-40B4-BE49-F238E27FC236}">
                <a16:creationId xmlns:a16="http://schemas.microsoft.com/office/drawing/2014/main" id="{E543670B-A978-4872-A738-BC57846744F1}"/>
              </a:ext>
            </a:extLst>
          </p:cNvPr>
          <p:cNvSpPr>
            <a:spLocks noGrp="1"/>
          </p:cNvSpPr>
          <p:nvPr/>
        </p:nvSpPr>
        <p:spPr>
          <a:xfrm>
            <a:off x="73963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1" name="01_find_only_1950">
            <a:extLst>
              <a:ext uri="{FF2B5EF4-FFF2-40B4-BE49-F238E27FC236}">
                <a16:creationId xmlns:a16="http://schemas.microsoft.com/office/drawing/2014/main" id="{F2D80902-9A51-4C63-BEBB-42BE1B09905F}"/>
              </a:ext>
            </a:extLst>
          </p:cNvPr>
          <p:cNvSpPr>
            <a:spLocks noGrp="1"/>
          </p:cNvSpPr>
          <p:nvPr/>
        </p:nvSpPr>
        <p:spPr>
          <a:xfrm>
            <a:off x="74047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2" name="01_find_only_1951">
            <a:extLst>
              <a:ext uri="{FF2B5EF4-FFF2-40B4-BE49-F238E27FC236}">
                <a16:creationId xmlns:a16="http://schemas.microsoft.com/office/drawing/2014/main" id="{DB3A128A-BFB1-4C4A-9C0A-2EF32E0A0004}"/>
              </a:ext>
            </a:extLst>
          </p:cNvPr>
          <p:cNvSpPr>
            <a:spLocks noGrp="1"/>
          </p:cNvSpPr>
          <p:nvPr/>
        </p:nvSpPr>
        <p:spPr>
          <a:xfrm>
            <a:off x="73333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3" name="01_find_only_1952">
            <a:extLst>
              <a:ext uri="{FF2B5EF4-FFF2-40B4-BE49-F238E27FC236}">
                <a16:creationId xmlns:a16="http://schemas.microsoft.com/office/drawing/2014/main" id="{38C051CB-643D-44B6-ACC1-A50178718FA4}"/>
              </a:ext>
            </a:extLst>
          </p:cNvPr>
          <p:cNvSpPr>
            <a:spLocks noGrp="1"/>
          </p:cNvSpPr>
          <p:nvPr/>
        </p:nvSpPr>
        <p:spPr>
          <a:xfrm>
            <a:off x="734106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4" name="01_find_only_1953">
            <a:extLst>
              <a:ext uri="{FF2B5EF4-FFF2-40B4-BE49-F238E27FC236}">
                <a16:creationId xmlns:a16="http://schemas.microsoft.com/office/drawing/2014/main" id="{F8CC05E7-5AA4-42C0-B754-8148FC4B411B}"/>
              </a:ext>
            </a:extLst>
          </p:cNvPr>
          <p:cNvSpPr>
            <a:spLocks noGrp="1"/>
          </p:cNvSpPr>
          <p:nvPr/>
        </p:nvSpPr>
        <p:spPr>
          <a:xfrm>
            <a:off x="7387215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5" name="01_find_only_1954">
            <a:extLst>
              <a:ext uri="{FF2B5EF4-FFF2-40B4-BE49-F238E27FC236}">
                <a16:creationId xmlns:a16="http://schemas.microsoft.com/office/drawing/2014/main" id="{C12646E3-82D6-422E-A2BB-F50D058FFA1E}"/>
              </a:ext>
            </a:extLst>
          </p:cNvPr>
          <p:cNvSpPr>
            <a:spLocks noGrp="1"/>
          </p:cNvSpPr>
          <p:nvPr/>
        </p:nvSpPr>
        <p:spPr>
          <a:xfrm>
            <a:off x="733834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6" name="01_find_only_1955">
            <a:extLst>
              <a:ext uri="{FF2B5EF4-FFF2-40B4-BE49-F238E27FC236}">
                <a16:creationId xmlns:a16="http://schemas.microsoft.com/office/drawing/2014/main" id="{B1FA7B8B-7B7C-43D2-9B9A-E3EDFF512706}"/>
              </a:ext>
            </a:extLst>
          </p:cNvPr>
          <p:cNvSpPr>
            <a:spLocks noGrp="1"/>
          </p:cNvSpPr>
          <p:nvPr/>
        </p:nvSpPr>
        <p:spPr>
          <a:xfrm>
            <a:off x="7347771" y="345121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7" name="01_find_only_1956">
            <a:extLst>
              <a:ext uri="{FF2B5EF4-FFF2-40B4-BE49-F238E27FC236}">
                <a16:creationId xmlns:a16="http://schemas.microsoft.com/office/drawing/2014/main" id="{BF6A8B56-051E-4FA5-B6B6-0E9178928033}"/>
              </a:ext>
            </a:extLst>
          </p:cNvPr>
          <p:cNvSpPr>
            <a:spLocks noGrp="1"/>
          </p:cNvSpPr>
          <p:nvPr/>
        </p:nvSpPr>
        <p:spPr>
          <a:xfrm>
            <a:off x="73318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8" name="01_find_only_1957">
            <a:extLst>
              <a:ext uri="{FF2B5EF4-FFF2-40B4-BE49-F238E27FC236}">
                <a16:creationId xmlns:a16="http://schemas.microsoft.com/office/drawing/2014/main" id="{E8484D07-043E-4302-9B73-98D569C6CC7D}"/>
              </a:ext>
            </a:extLst>
          </p:cNvPr>
          <p:cNvSpPr>
            <a:spLocks noGrp="1"/>
          </p:cNvSpPr>
          <p:nvPr/>
        </p:nvSpPr>
        <p:spPr>
          <a:xfrm>
            <a:off x="73421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9" name="01_find_only_1958">
            <a:extLst>
              <a:ext uri="{FF2B5EF4-FFF2-40B4-BE49-F238E27FC236}">
                <a16:creationId xmlns:a16="http://schemas.microsoft.com/office/drawing/2014/main" id="{8BE87B56-66D9-4FD8-BC51-FA9DD57A2C2B}"/>
              </a:ext>
            </a:extLst>
          </p:cNvPr>
          <p:cNvSpPr>
            <a:spLocks noGrp="1"/>
          </p:cNvSpPr>
          <p:nvPr/>
        </p:nvSpPr>
        <p:spPr>
          <a:xfrm>
            <a:off x="7345926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0" name="01_find_only_1959">
            <a:extLst>
              <a:ext uri="{FF2B5EF4-FFF2-40B4-BE49-F238E27FC236}">
                <a16:creationId xmlns:a16="http://schemas.microsoft.com/office/drawing/2014/main" id="{6A88AD0B-DDB0-40E3-A3FF-AB418895533C}"/>
              </a:ext>
            </a:extLst>
          </p:cNvPr>
          <p:cNvSpPr>
            <a:spLocks noGrp="1"/>
          </p:cNvSpPr>
          <p:nvPr/>
        </p:nvSpPr>
        <p:spPr>
          <a:xfrm>
            <a:off x="740625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1" name="01_find_only_1960">
            <a:extLst>
              <a:ext uri="{FF2B5EF4-FFF2-40B4-BE49-F238E27FC236}">
                <a16:creationId xmlns:a16="http://schemas.microsoft.com/office/drawing/2014/main" id="{69550984-9ECB-41F4-8813-E0B3A710C4A3}"/>
              </a:ext>
            </a:extLst>
          </p:cNvPr>
          <p:cNvSpPr>
            <a:spLocks noGrp="1"/>
          </p:cNvSpPr>
          <p:nvPr/>
        </p:nvSpPr>
        <p:spPr>
          <a:xfrm>
            <a:off x="73650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2" name="01_find_only_1961">
            <a:extLst>
              <a:ext uri="{FF2B5EF4-FFF2-40B4-BE49-F238E27FC236}">
                <a16:creationId xmlns:a16="http://schemas.microsoft.com/office/drawing/2014/main" id="{F0B7EC88-0F9C-494E-92FD-6853BD04E7C5}"/>
              </a:ext>
            </a:extLst>
          </p:cNvPr>
          <p:cNvSpPr>
            <a:spLocks noGrp="1"/>
          </p:cNvSpPr>
          <p:nvPr/>
        </p:nvSpPr>
        <p:spPr>
          <a:xfrm>
            <a:off x="73333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3" name="01_find_only_1962">
            <a:extLst>
              <a:ext uri="{FF2B5EF4-FFF2-40B4-BE49-F238E27FC236}">
                <a16:creationId xmlns:a16="http://schemas.microsoft.com/office/drawing/2014/main" id="{7752AC31-0C2E-47FD-B170-213926BABDAC}"/>
              </a:ext>
            </a:extLst>
          </p:cNvPr>
          <p:cNvSpPr>
            <a:spLocks noGrp="1"/>
          </p:cNvSpPr>
          <p:nvPr/>
        </p:nvSpPr>
        <p:spPr>
          <a:xfrm>
            <a:off x="734748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4" name="01_find_only_1963">
            <a:extLst>
              <a:ext uri="{FF2B5EF4-FFF2-40B4-BE49-F238E27FC236}">
                <a16:creationId xmlns:a16="http://schemas.microsoft.com/office/drawing/2014/main" id="{1B8DCE52-A5FD-452C-95FF-7B64C73C40A9}"/>
              </a:ext>
            </a:extLst>
          </p:cNvPr>
          <p:cNvSpPr>
            <a:spLocks noGrp="1"/>
          </p:cNvSpPr>
          <p:nvPr/>
        </p:nvSpPr>
        <p:spPr>
          <a:xfrm>
            <a:off x="7401205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5" name="01_find_only_1964">
            <a:extLst>
              <a:ext uri="{FF2B5EF4-FFF2-40B4-BE49-F238E27FC236}">
                <a16:creationId xmlns:a16="http://schemas.microsoft.com/office/drawing/2014/main" id="{14E7B671-CBB6-49D3-BC75-F0953888E5DD}"/>
              </a:ext>
            </a:extLst>
          </p:cNvPr>
          <p:cNvSpPr>
            <a:spLocks noGrp="1"/>
          </p:cNvSpPr>
          <p:nvPr/>
        </p:nvSpPr>
        <p:spPr>
          <a:xfrm>
            <a:off x="738284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6" name="01_find_only_1965">
            <a:extLst>
              <a:ext uri="{FF2B5EF4-FFF2-40B4-BE49-F238E27FC236}">
                <a16:creationId xmlns:a16="http://schemas.microsoft.com/office/drawing/2014/main" id="{E417BAE5-1BA5-46C9-8541-3F215DB5BCCD}"/>
              </a:ext>
            </a:extLst>
          </p:cNvPr>
          <p:cNvSpPr>
            <a:spLocks noGrp="1"/>
          </p:cNvSpPr>
          <p:nvPr/>
        </p:nvSpPr>
        <p:spPr>
          <a:xfrm>
            <a:off x="74008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7" name="01_find_only_1966">
            <a:extLst>
              <a:ext uri="{FF2B5EF4-FFF2-40B4-BE49-F238E27FC236}">
                <a16:creationId xmlns:a16="http://schemas.microsoft.com/office/drawing/2014/main" id="{782408C0-6117-4DA4-B24C-A1618C5707E3}"/>
              </a:ext>
            </a:extLst>
          </p:cNvPr>
          <p:cNvSpPr>
            <a:spLocks noGrp="1"/>
          </p:cNvSpPr>
          <p:nvPr/>
        </p:nvSpPr>
        <p:spPr>
          <a:xfrm>
            <a:off x="73393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8" name="01_find_only_1967">
            <a:extLst>
              <a:ext uri="{FF2B5EF4-FFF2-40B4-BE49-F238E27FC236}">
                <a16:creationId xmlns:a16="http://schemas.microsoft.com/office/drawing/2014/main" id="{75974378-B291-4BFD-901F-C0CA6ACE3DD6}"/>
              </a:ext>
            </a:extLst>
          </p:cNvPr>
          <p:cNvSpPr>
            <a:spLocks noGrp="1"/>
          </p:cNvSpPr>
          <p:nvPr/>
        </p:nvSpPr>
        <p:spPr>
          <a:xfrm>
            <a:off x="7357584" y="393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9" name="01_find_only_1968">
            <a:extLst>
              <a:ext uri="{FF2B5EF4-FFF2-40B4-BE49-F238E27FC236}">
                <a16:creationId xmlns:a16="http://schemas.microsoft.com/office/drawing/2014/main" id="{A3D480C1-0D6A-444A-8540-3FE4FE09AE48}"/>
              </a:ext>
            </a:extLst>
          </p:cNvPr>
          <p:cNvSpPr>
            <a:spLocks noGrp="1"/>
          </p:cNvSpPr>
          <p:nvPr/>
        </p:nvSpPr>
        <p:spPr>
          <a:xfrm>
            <a:off x="7401496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0" name="01_find_only_1969">
            <a:extLst>
              <a:ext uri="{FF2B5EF4-FFF2-40B4-BE49-F238E27FC236}">
                <a16:creationId xmlns:a16="http://schemas.microsoft.com/office/drawing/2014/main" id="{879B71FD-61A3-471B-9686-1C9BBB21C5F3}"/>
              </a:ext>
            </a:extLst>
          </p:cNvPr>
          <p:cNvSpPr>
            <a:spLocks noGrp="1"/>
          </p:cNvSpPr>
          <p:nvPr/>
        </p:nvSpPr>
        <p:spPr>
          <a:xfrm>
            <a:off x="740159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1" name="01_find_only_1970">
            <a:extLst>
              <a:ext uri="{FF2B5EF4-FFF2-40B4-BE49-F238E27FC236}">
                <a16:creationId xmlns:a16="http://schemas.microsoft.com/office/drawing/2014/main" id="{C5280905-0E07-4CCC-9BA8-F0148215257F}"/>
              </a:ext>
            </a:extLst>
          </p:cNvPr>
          <p:cNvSpPr>
            <a:spLocks noGrp="1"/>
          </p:cNvSpPr>
          <p:nvPr/>
        </p:nvSpPr>
        <p:spPr>
          <a:xfrm>
            <a:off x="73955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2" name="01_find_only_1971">
            <a:extLst>
              <a:ext uri="{FF2B5EF4-FFF2-40B4-BE49-F238E27FC236}">
                <a16:creationId xmlns:a16="http://schemas.microsoft.com/office/drawing/2014/main" id="{9F5A4995-002F-4479-8203-97C1687E82C0}"/>
              </a:ext>
            </a:extLst>
          </p:cNvPr>
          <p:cNvSpPr>
            <a:spLocks noGrp="1"/>
          </p:cNvSpPr>
          <p:nvPr/>
        </p:nvSpPr>
        <p:spPr>
          <a:xfrm>
            <a:off x="7404119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3" name="01_find_only_1972">
            <a:extLst>
              <a:ext uri="{FF2B5EF4-FFF2-40B4-BE49-F238E27FC236}">
                <a16:creationId xmlns:a16="http://schemas.microsoft.com/office/drawing/2014/main" id="{0DAD6AEF-B096-4EAE-8650-7750D079C6A8}"/>
              </a:ext>
            </a:extLst>
          </p:cNvPr>
          <p:cNvSpPr>
            <a:spLocks noGrp="1"/>
          </p:cNvSpPr>
          <p:nvPr/>
        </p:nvSpPr>
        <p:spPr>
          <a:xfrm>
            <a:off x="7348257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4" name="01_find_only_1973">
            <a:extLst>
              <a:ext uri="{FF2B5EF4-FFF2-40B4-BE49-F238E27FC236}">
                <a16:creationId xmlns:a16="http://schemas.microsoft.com/office/drawing/2014/main" id="{4ED1C9B4-81CA-4418-82C0-AFC164E0466E}"/>
              </a:ext>
            </a:extLst>
          </p:cNvPr>
          <p:cNvSpPr>
            <a:spLocks noGrp="1"/>
          </p:cNvSpPr>
          <p:nvPr/>
        </p:nvSpPr>
        <p:spPr>
          <a:xfrm>
            <a:off x="733358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5" name="01_find_only_1974">
            <a:extLst>
              <a:ext uri="{FF2B5EF4-FFF2-40B4-BE49-F238E27FC236}">
                <a16:creationId xmlns:a16="http://schemas.microsoft.com/office/drawing/2014/main" id="{6F6F20EF-730D-49D6-9D4D-6E3C62630B94}"/>
              </a:ext>
            </a:extLst>
          </p:cNvPr>
          <p:cNvSpPr>
            <a:spLocks noGrp="1"/>
          </p:cNvSpPr>
          <p:nvPr/>
        </p:nvSpPr>
        <p:spPr>
          <a:xfrm>
            <a:off x="73901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6" name="01_find_only_1975">
            <a:extLst>
              <a:ext uri="{FF2B5EF4-FFF2-40B4-BE49-F238E27FC236}">
                <a16:creationId xmlns:a16="http://schemas.microsoft.com/office/drawing/2014/main" id="{CECA9BB0-702F-4742-AB14-16EFE477A926}"/>
              </a:ext>
            </a:extLst>
          </p:cNvPr>
          <p:cNvSpPr>
            <a:spLocks noGrp="1"/>
          </p:cNvSpPr>
          <p:nvPr/>
        </p:nvSpPr>
        <p:spPr>
          <a:xfrm>
            <a:off x="73290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7" name="01_find_only_1976">
            <a:extLst>
              <a:ext uri="{FF2B5EF4-FFF2-40B4-BE49-F238E27FC236}">
                <a16:creationId xmlns:a16="http://schemas.microsoft.com/office/drawing/2014/main" id="{D505F1B6-DDFE-4B84-A9DF-67E434E7ED59}"/>
              </a:ext>
            </a:extLst>
          </p:cNvPr>
          <p:cNvSpPr>
            <a:spLocks noGrp="1"/>
          </p:cNvSpPr>
          <p:nvPr/>
        </p:nvSpPr>
        <p:spPr>
          <a:xfrm>
            <a:off x="73351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8" name="01_find_only_1977">
            <a:extLst>
              <a:ext uri="{FF2B5EF4-FFF2-40B4-BE49-F238E27FC236}">
                <a16:creationId xmlns:a16="http://schemas.microsoft.com/office/drawing/2014/main" id="{B89B3EA0-EB24-4E51-9661-E666338DFA07}"/>
              </a:ext>
            </a:extLst>
          </p:cNvPr>
          <p:cNvSpPr>
            <a:spLocks noGrp="1"/>
          </p:cNvSpPr>
          <p:nvPr/>
        </p:nvSpPr>
        <p:spPr>
          <a:xfrm>
            <a:off x="7392558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9" name="01_find_only_1978">
            <a:extLst>
              <a:ext uri="{FF2B5EF4-FFF2-40B4-BE49-F238E27FC236}">
                <a16:creationId xmlns:a16="http://schemas.microsoft.com/office/drawing/2014/main" id="{C1F70F6D-29E3-479D-82DE-CEA4B6295139}"/>
              </a:ext>
            </a:extLst>
          </p:cNvPr>
          <p:cNvSpPr>
            <a:spLocks noGrp="1"/>
          </p:cNvSpPr>
          <p:nvPr/>
        </p:nvSpPr>
        <p:spPr>
          <a:xfrm>
            <a:off x="732989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0" name="01_find_only_1979">
            <a:extLst>
              <a:ext uri="{FF2B5EF4-FFF2-40B4-BE49-F238E27FC236}">
                <a16:creationId xmlns:a16="http://schemas.microsoft.com/office/drawing/2014/main" id="{220854DA-2A98-4D8D-A591-A80E988F4DC2}"/>
              </a:ext>
            </a:extLst>
          </p:cNvPr>
          <p:cNvSpPr>
            <a:spLocks noGrp="1"/>
          </p:cNvSpPr>
          <p:nvPr/>
        </p:nvSpPr>
        <p:spPr>
          <a:xfrm>
            <a:off x="7411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1" name="01_find_only_1980">
            <a:extLst>
              <a:ext uri="{FF2B5EF4-FFF2-40B4-BE49-F238E27FC236}">
                <a16:creationId xmlns:a16="http://schemas.microsoft.com/office/drawing/2014/main" id="{88B2E0FA-2A5A-462C-9C68-6092DF85F774}"/>
              </a:ext>
            </a:extLst>
          </p:cNvPr>
          <p:cNvSpPr>
            <a:spLocks noGrp="1"/>
          </p:cNvSpPr>
          <p:nvPr/>
        </p:nvSpPr>
        <p:spPr>
          <a:xfrm>
            <a:off x="7396347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2" name="01_find_only_1981">
            <a:extLst>
              <a:ext uri="{FF2B5EF4-FFF2-40B4-BE49-F238E27FC236}">
                <a16:creationId xmlns:a16="http://schemas.microsoft.com/office/drawing/2014/main" id="{FC00A947-7CCD-4EAE-9740-B73797873153}"/>
              </a:ext>
            </a:extLst>
          </p:cNvPr>
          <p:cNvSpPr>
            <a:spLocks noGrp="1"/>
          </p:cNvSpPr>
          <p:nvPr/>
        </p:nvSpPr>
        <p:spPr>
          <a:xfrm>
            <a:off x="736117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3" name="01_find_only_1982">
            <a:extLst>
              <a:ext uri="{FF2B5EF4-FFF2-40B4-BE49-F238E27FC236}">
                <a16:creationId xmlns:a16="http://schemas.microsoft.com/office/drawing/2014/main" id="{80D9170C-4F11-4F4D-970F-ABBA3ED251ED}"/>
              </a:ext>
            </a:extLst>
          </p:cNvPr>
          <p:cNvSpPr>
            <a:spLocks noGrp="1"/>
          </p:cNvSpPr>
          <p:nvPr/>
        </p:nvSpPr>
        <p:spPr>
          <a:xfrm>
            <a:off x="734475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4" name="01_find_only_1983">
            <a:extLst>
              <a:ext uri="{FF2B5EF4-FFF2-40B4-BE49-F238E27FC236}">
                <a16:creationId xmlns:a16="http://schemas.microsoft.com/office/drawing/2014/main" id="{7883241D-7375-42B3-A38B-4DA7997BC462}"/>
              </a:ext>
            </a:extLst>
          </p:cNvPr>
          <p:cNvSpPr>
            <a:spLocks noGrp="1"/>
          </p:cNvSpPr>
          <p:nvPr/>
        </p:nvSpPr>
        <p:spPr>
          <a:xfrm>
            <a:off x="7409753" y="31861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5" name="01_find_only_1984">
            <a:extLst>
              <a:ext uri="{FF2B5EF4-FFF2-40B4-BE49-F238E27FC236}">
                <a16:creationId xmlns:a16="http://schemas.microsoft.com/office/drawing/2014/main" id="{41081476-FBD0-484C-A0B5-D3E2F10F53BB}"/>
              </a:ext>
            </a:extLst>
          </p:cNvPr>
          <p:cNvSpPr>
            <a:spLocks noGrp="1"/>
          </p:cNvSpPr>
          <p:nvPr/>
        </p:nvSpPr>
        <p:spPr>
          <a:xfrm>
            <a:off x="7413931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6" name="01_find_only_1985">
            <a:extLst>
              <a:ext uri="{FF2B5EF4-FFF2-40B4-BE49-F238E27FC236}">
                <a16:creationId xmlns:a16="http://schemas.microsoft.com/office/drawing/2014/main" id="{C447B444-DB37-457E-A712-AB178AE0DAE7}"/>
              </a:ext>
            </a:extLst>
          </p:cNvPr>
          <p:cNvSpPr>
            <a:spLocks noGrp="1"/>
          </p:cNvSpPr>
          <p:nvPr/>
        </p:nvSpPr>
        <p:spPr>
          <a:xfrm>
            <a:off x="737866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7" name="01_find_only_1986">
            <a:extLst>
              <a:ext uri="{FF2B5EF4-FFF2-40B4-BE49-F238E27FC236}">
                <a16:creationId xmlns:a16="http://schemas.microsoft.com/office/drawing/2014/main" id="{0A34CE8A-4A9B-4659-A88E-4B58DDF28F9D}"/>
              </a:ext>
            </a:extLst>
          </p:cNvPr>
          <p:cNvSpPr>
            <a:spLocks noGrp="1"/>
          </p:cNvSpPr>
          <p:nvPr/>
        </p:nvSpPr>
        <p:spPr>
          <a:xfrm>
            <a:off x="74008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8" name="01_find_only_1987">
            <a:extLst>
              <a:ext uri="{FF2B5EF4-FFF2-40B4-BE49-F238E27FC236}">
                <a16:creationId xmlns:a16="http://schemas.microsoft.com/office/drawing/2014/main" id="{4803EF4F-622E-4850-B44F-C12B8A3653DA}"/>
              </a:ext>
            </a:extLst>
          </p:cNvPr>
          <p:cNvSpPr>
            <a:spLocks noGrp="1"/>
          </p:cNvSpPr>
          <p:nvPr/>
        </p:nvSpPr>
        <p:spPr>
          <a:xfrm>
            <a:off x="733271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9" name="01_find_only_1988">
            <a:extLst>
              <a:ext uri="{FF2B5EF4-FFF2-40B4-BE49-F238E27FC236}">
                <a16:creationId xmlns:a16="http://schemas.microsoft.com/office/drawing/2014/main" id="{704DFC20-0F3E-44FC-98E6-74F1263F8E97}"/>
              </a:ext>
            </a:extLst>
          </p:cNvPr>
          <p:cNvSpPr>
            <a:spLocks noGrp="1"/>
          </p:cNvSpPr>
          <p:nvPr/>
        </p:nvSpPr>
        <p:spPr>
          <a:xfrm>
            <a:off x="736010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0" name="01_find_only_1989">
            <a:extLst>
              <a:ext uri="{FF2B5EF4-FFF2-40B4-BE49-F238E27FC236}">
                <a16:creationId xmlns:a16="http://schemas.microsoft.com/office/drawing/2014/main" id="{3390E8B4-6CB4-4948-A30B-4C01F10B7010}"/>
              </a:ext>
            </a:extLst>
          </p:cNvPr>
          <p:cNvSpPr>
            <a:spLocks noGrp="1"/>
          </p:cNvSpPr>
          <p:nvPr/>
        </p:nvSpPr>
        <p:spPr>
          <a:xfrm>
            <a:off x="73947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1" name="01_find_only_1990">
            <a:extLst>
              <a:ext uri="{FF2B5EF4-FFF2-40B4-BE49-F238E27FC236}">
                <a16:creationId xmlns:a16="http://schemas.microsoft.com/office/drawing/2014/main" id="{D894910E-A1CC-4F8A-9496-D5330D73FD41}"/>
              </a:ext>
            </a:extLst>
          </p:cNvPr>
          <p:cNvSpPr>
            <a:spLocks noGrp="1"/>
          </p:cNvSpPr>
          <p:nvPr/>
        </p:nvSpPr>
        <p:spPr>
          <a:xfrm>
            <a:off x="7326787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2" name="01_find_only_1991">
            <a:extLst>
              <a:ext uri="{FF2B5EF4-FFF2-40B4-BE49-F238E27FC236}">
                <a16:creationId xmlns:a16="http://schemas.microsoft.com/office/drawing/2014/main" id="{0F886401-5A59-4DB4-AE21-338258313944}"/>
              </a:ext>
            </a:extLst>
          </p:cNvPr>
          <p:cNvSpPr>
            <a:spLocks noGrp="1"/>
          </p:cNvSpPr>
          <p:nvPr/>
        </p:nvSpPr>
        <p:spPr>
          <a:xfrm>
            <a:off x="73232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3" name="01_find_only_1992">
            <a:extLst>
              <a:ext uri="{FF2B5EF4-FFF2-40B4-BE49-F238E27FC236}">
                <a16:creationId xmlns:a16="http://schemas.microsoft.com/office/drawing/2014/main" id="{2CF2271F-0A02-49F3-B4EC-E94E6EEE3446}"/>
              </a:ext>
            </a:extLst>
          </p:cNvPr>
          <p:cNvSpPr>
            <a:spLocks noGrp="1"/>
          </p:cNvSpPr>
          <p:nvPr/>
        </p:nvSpPr>
        <p:spPr>
          <a:xfrm>
            <a:off x="7380705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4" name="01_find_only_1993">
            <a:extLst>
              <a:ext uri="{FF2B5EF4-FFF2-40B4-BE49-F238E27FC236}">
                <a16:creationId xmlns:a16="http://schemas.microsoft.com/office/drawing/2014/main" id="{398D6469-13E2-4958-AD85-000E2338F661}"/>
              </a:ext>
            </a:extLst>
          </p:cNvPr>
          <p:cNvSpPr>
            <a:spLocks noGrp="1"/>
          </p:cNvSpPr>
          <p:nvPr/>
        </p:nvSpPr>
        <p:spPr>
          <a:xfrm>
            <a:off x="7409171" y="31021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5" name="01_find_only_1994">
            <a:extLst>
              <a:ext uri="{FF2B5EF4-FFF2-40B4-BE49-F238E27FC236}">
                <a16:creationId xmlns:a16="http://schemas.microsoft.com/office/drawing/2014/main" id="{33ABEEB6-43CB-462A-BD0F-61DD4E9B1318}"/>
              </a:ext>
            </a:extLst>
          </p:cNvPr>
          <p:cNvSpPr>
            <a:spLocks noGrp="1"/>
          </p:cNvSpPr>
          <p:nvPr/>
        </p:nvSpPr>
        <p:spPr>
          <a:xfrm>
            <a:off x="731901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6" name="01_find_only_1995">
            <a:extLst>
              <a:ext uri="{FF2B5EF4-FFF2-40B4-BE49-F238E27FC236}">
                <a16:creationId xmlns:a16="http://schemas.microsoft.com/office/drawing/2014/main" id="{78EA1598-9BE7-41A9-9F20-C8D32C6772B7}"/>
              </a:ext>
            </a:extLst>
          </p:cNvPr>
          <p:cNvSpPr>
            <a:spLocks noGrp="1"/>
          </p:cNvSpPr>
          <p:nvPr/>
        </p:nvSpPr>
        <p:spPr>
          <a:xfrm>
            <a:off x="735700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7" name="01_find_only_1996">
            <a:extLst>
              <a:ext uri="{FF2B5EF4-FFF2-40B4-BE49-F238E27FC236}">
                <a16:creationId xmlns:a16="http://schemas.microsoft.com/office/drawing/2014/main" id="{7DABE1A0-B527-4044-8D7E-F1C67B516DC7}"/>
              </a:ext>
            </a:extLst>
          </p:cNvPr>
          <p:cNvSpPr>
            <a:spLocks noGrp="1"/>
          </p:cNvSpPr>
          <p:nvPr/>
        </p:nvSpPr>
        <p:spPr>
          <a:xfrm>
            <a:off x="73881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8" name="01_find_only_1997">
            <a:extLst>
              <a:ext uri="{FF2B5EF4-FFF2-40B4-BE49-F238E27FC236}">
                <a16:creationId xmlns:a16="http://schemas.microsoft.com/office/drawing/2014/main" id="{E24C18C2-C9AB-4C80-9C3D-655A6C056657}"/>
              </a:ext>
            </a:extLst>
          </p:cNvPr>
          <p:cNvSpPr>
            <a:spLocks noGrp="1"/>
          </p:cNvSpPr>
          <p:nvPr/>
        </p:nvSpPr>
        <p:spPr>
          <a:xfrm>
            <a:off x="73590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9" name="01_find_only_1998">
            <a:extLst>
              <a:ext uri="{FF2B5EF4-FFF2-40B4-BE49-F238E27FC236}">
                <a16:creationId xmlns:a16="http://schemas.microsoft.com/office/drawing/2014/main" id="{1D5F9C7C-089A-4085-8ED0-2861BA56FF1C}"/>
              </a:ext>
            </a:extLst>
          </p:cNvPr>
          <p:cNvSpPr>
            <a:spLocks noGrp="1"/>
          </p:cNvSpPr>
          <p:nvPr/>
        </p:nvSpPr>
        <p:spPr>
          <a:xfrm>
            <a:off x="73426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0" name="01_find_only_1999">
            <a:extLst>
              <a:ext uri="{FF2B5EF4-FFF2-40B4-BE49-F238E27FC236}">
                <a16:creationId xmlns:a16="http://schemas.microsoft.com/office/drawing/2014/main" id="{F0D5FCC9-BF40-43E8-8407-5B908BE8DFCD}"/>
              </a:ext>
            </a:extLst>
          </p:cNvPr>
          <p:cNvSpPr>
            <a:spLocks noGrp="1"/>
          </p:cNvSpPr>
          <p:nvPr/>
        </p:nvSpPr>
        <p:spPr>
          <a:xfrm>
            <a:off x="73803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1" name="01_find_only_2000">
            <a:extLst>
              <a:ext uri="{FF2B5EF4-FFF2-40B4-BE49-F238E27FC236}">
                <a16:creationId xmlns:a16="http://schemas.microsoft.com/office/drawing/2014/main" id="{403DE090-1371-41BA-97F3-851CDC149239}"/>
              </a:ext>
            </a:extLst>
          </p:cNvPr>
          <p:cNvSpPr>
            <a:spLocks noGrp="1"/>
          </p:cNvSpPr>
          <p:nvPr/>
        </p:nvSpPr>
        <p:spPr>
          <a:xfrm>
            <a:off x="737720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2" name="01_find_only_2001">
            <a:extLst>
              <a:ext uri="{FF2B5EF4-FFF2-40B4-BE49-F238E27FC236}">
                <a16:creationId xmlns:a16="http://schemas.microsoft.com/office/drawing/2014/main" id="{BA28267A-11BB-49C3-8024-7C81770F3268}"/>
              </a:ext>
            </a:extLst>
          </p:cNvPr>
          <p:cNvSpPr>
            <a:spLocks noGrp="1"/>
          </p:cNvSpPr>
          <p:nvPr/>
        </p:nvSpPr>
        <p:spPr>
          <a:xfrm>
            <a:off x="736545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3" name="01_find_only_2002">
            <a:extLst>
              <a:ext uri="{FF2B5EF4-FFF2-40B4-BE49-F238E27FC236}">
                <a16:creationId xmlns:a16="http://schemas.microsoft.com/office/drawing/2014/main" id="{BDD107D2-6BB8-4492-8FAD-976A0D5A143D}"/>
              </a:ext>
            </a:extLst>
          </p:cNvPr>
          <p:cNvSpPr>
            <a:spLocks noGrp="1"/>
          </p:cNvSpPr>
          <p:nvPr/>
        </p:nvSpPr>
        <p:spPr>
          <a:xfrm>
            <a:off x="73748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4" name="01_find_only_2003">
            <a:extLst>
              <a:ext uri="{FF2B5EF4-FFF2-40B4-BE49-F238E27FC236}">
                <a16:creationId xmlns:a16="http://schemas.microsoft.com/office/drawing/2014/main" id="{D1862900-30D3-4B7B-99FE-A02B5F963EF6}"/>
              </a:ext>
            </a:extLst>
          </p:cNvPr>
          <p:cNvSpPr>
            <a:spLocks noGrp="1"/>
          </p:cNvSpPr>
          <p:nvPr/>
        </p:nvSpPr>
        <p:spPr>
          <a:xfrm>
            <a:off x="734699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5" name="01_find_only_2004">
            <a:extLst>
              <a:ext uri="{FF2B5EF4-FFF2-40B4-BE49-F238E27FC236}">
                <a16:creationId xmlns:a16="http://schemas.microsoft.com/office/drawing/2014/main" id="{08BC5D71-8E78-4F2C-8D06-083929E5601B}"/>
              </a:ext>
            </a:extLst>
          </p:cNvPr>
          <p:cNvSpPr>
            <a:spLocks noGrp="1"/>
          </p:cNvSpPr>
          <p:nvPr/>
        </p:nvSpPr>
        <p:spPr>
          <a:xfrm>
            <a:off x="736875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6" name="01_find_only_2005">
            <a:extLst>
              <a:ext uri="{FF2B5EF4-FFF2-40B4-BE49-F238E27FC236}">
                <a16:creationId xmlns:a16="http://schemas.microsoft.com/office/drawing/2014/main" id="{E0972420-0CC7-49D3-BB0A-F789ADF8BED0}"/>
              </a:ext>
            </a:extLst>
          </p:cNvPr>
          <p:cNvSpPr>
            <a:spLocks noGrp="1"/>
          </p:cNvSpPr>
          <p:nvPr/>
        </p:nvSpPr>
        <p:spPr>
          <a:xfrm>
            <a:off x="7347966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7" name="01_find_only_2006">
            <a:extLst>
              <a:ext uri="{FF2B5EF4-FFF2-40B4-BE49-F238E27FC236}">
                <a16:creationId xmlns:a16="http://schemas.microsoft.com/office/drawing/2014/main" id="{BC26E8E2-DC10-46E7-881F-5A2D0A6D66CF}"/>
              </a:ext>
            </a:extLst>
          </p:cNvPr>
          <p:cNvSpPr>
            <a:spLocks noGrp="1"/>
          </p:cNvSpPr>
          <p:nvPr/>
        </p:nvSpPr>
        <p:spPr>
          <a:xfrm>
            <a:off x="7356514" y="36348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8" name="01_find_only_2007">
            <a:extLst>
              <a:ext uri="{FF2B5EF4-FFF2-40B4-BE49-F238E27FC236}">
                <a16:creationId xmlns:a16="http://schemas.microsoft.com/office/drawing/2014/main" id="{F428C1C6-CFB7-4D3B-96BC-ACF7CF0AB794}"/>
              </a:ext>
            </a:extLst>
          </p:cNvPr>
          <p:cNvSpPr>
            <a:spLocks noGrp="1"/>
          </p:cNvSpPr>
          <p:nvPr/>
        </p:nvSpPr>
        <p:spPr>
          <a:xfrm>
            <a:off x="739848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9" name="01_find_only_2008">
            <a:extLst>
              <a:ext uri="{FF2B5EF4-FFF2-40B4-BE49-F238E27FC236}">
                <a16:creationId xmlns:a16="http://schemas.microsoft.com/office/drawing/2014/main" id="{50DA5D78-4555-4FD4-858C-9CA4004E7FE8}"/>
              </a:ext>
            </a:extLst>
          </p:cNvPr>
          <p:cNvSpPr>
            <a:spLocks noGrp="1"/>
          </p:cNvSpPr>
          <p:nvPr/>
        </p:nvSpPr>
        <p:spPr>
          <a:xfrm>
            <a:off x="732970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0" name="01_find_only_2009">
            <a:extLst>
              <a:ext uri="{FF2B5EF4-FFF2-40B4-BE49-F238E27FC236}">
                <a16:creationId xmlns:a16="http://schemas.microsoft.com/office/drawing/2014/main" id="{27BE3587-EC7D-4002-9379-2BEBD7A37FF9}"/>
              </a:ext>
            </a:extLst>
          </p:cNvPr>
          <p:cNvSpPr>
            <a:spLocks noGrp="1"/>
          </p:cNvSpPr>
          <p:nvPr/>
        </p:nvSpPr>
        <p:spPr>
          <a:xfrm>
            <a:off x="73341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1" name="01_find_only_2010">
            <a:extLst>
              <a:ext uri="{FF2B5EF4-FFF2-40B4-BE49-F238E27FC236}">
                <a16:creationId xmlns:a16="http://schemas.microsoft.com/office/drawing/2014/main" id="{D3CF6E2B-6A1C-4383-BD07-8F85EE3F5D78}"/>
              </a:ext>
            </a:extLst>
          </p:cNvPr>
          <p:cNvSpPr>
            <a:spLocks noGrp="1"/>
          </p:cNvSpPr>
          <p:nvPr/>
        </p:nvSpPr>
        <p:spPr>
          <a:xfrm>
            <a:off x="7374585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2" name="01_find_only_2011">
            <a:extLst>
              <a:ext uri="{FF2B5EF4-FFF2-40B4-BE49-F238E27FC236}">
                <a16:creationId xmlns:a16="http://schemas.microsoft.com/office/drawing/2014/main" id="{6CAF494C-0AFE-4152-8E35-2C100B5C1854}"/>
              </a:ext>
            </a:extLst>
          </p:cNvPr>
          <p:cNvSpPr>
            <a:spLocks noGrp="1"/>
          </p:cNvSpPr>
          <p:nvPr/>
        </p:nvSpPr>
        <p:spPr>
          <a:xfrm>
            <a:off x="7373711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3" name="01_find_only_2012">
            <a:extLst>
              <a:ext uri="{FF2B5EF4-FFF2-40B4-BE49-F238E27FC236}">
                <a16:creationId xmlns:a16="http://schemas.microsoft.com/office/drawing/2014/main" id="{C16C1087-CD4B-43AE-8675-2D43D4526663}"/>
              </a:ext>
            </a:extLst>
          </p:cNvPr>
          <p:cNvSpPr>
            <a:spLocks noGrp="1"/>
          </p:cNvSpPr>
          <p:nvPr/>
        </p:nvSpPr>
        <p:spPr>
          <a:xfrm>
            <a:off x="740528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4" name="01_find_only_2013">
            <a:extLst>
              <a:ext uri="{FF2B5EF4-FFF2-40B4-BE49-F238E27FC236}">
                <a16:creationId xmlns:a16="http://schemas.microsoft.com/office/drawing/2014/main" id="{79AB5210-C491-41FF-B14C-ABBF91526A24}"/>
              </a:ext>
            </a:extLst>
          </p:cNvPr>
          <p:cNvSpPr>
            <a:spLocks noGrp="1"/>
          </p:cNvSpPr>
          <p:nvPr/>
        </p:nvSpPr>
        <p:spPr>
          <a:xfrm>
            <a:off x="739061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5" name="01_find_only_2014">
            <a:extLst>
              <a:ext uri="{FF2B5EF4-FFF2-40B4-BE49-F238E27FC236}">
                <a16:creationId xmlns:a16="http://schemas.microsoft.com/office/drawing/2014/main" id="{A5BE3F1A-C84F-450E-8FE7-5F8FB7C09F04}"/>
              </a:ext>
            </a:extLst>
          </p:cNvPr>
          <p:cNvSpPr>
            <a:spLocks noGrp="1"/>
          </p:cNvSpPr>
          <p:nvPr/>
        </p:nvSpPr>
        <p:spPr>
          <a:xfrm>
            <a:off x="733067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6" name="01_find_only_2015">
            <a:extLst>
              <a:ext uri="{FF2B5EF4-FFF2-40B4-BE49-F238E27FC236}">
                <a16:creationId xmlns:a16="http://schemas.microsoft.com/office/drawing/2014/main" id="{20FE934C-1AEA-4525-8E6B-A28743186FBB}"/>
              </a:ext>
            </a:extLst>
          </p:cNvPr>
          <p:cNvSpPr>
            <a:spLocks noGrp="1"/>
          </p:cNvSpPr>
          <p:nvPr/>
        </p:nvSpPr>
        <p:spPr>
          <a:xfrm>
            <a:off x="73447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7" name="01_find_only_2016">
            <a:extLst>
              <a:ext uri="{FF2B5EF4-FFF2-40B4-BE49-F238E27FC236}">
                <a16:creationId xmlns:a16="http://schemas.microsoft.com/office/drawing/2014/main" id="{4E65A14E-673C-44D7-ACAA-6ED76CDAECFB}"/>
              </a:ext>
            </a:extLst>
          </p:cNvPr>
          <p:cNvSpPr>
            <a:spLocks noGrp="1"/>
          </p:cNvSpPr>
          <p:nvPr/>
        </p:nvSpPr>
        <p:spPr>
          <a:xfrm>
            <a:off x="738332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8" name="01_find_only_2017">
            <a:extLst>
              <a:ext uri="{FF2B5EF4-FFF2-40B4-BE49-F238E27FC236}">
                <a16:creationId xmlns:a16="http://schemas.microsoft.com/office/drawing/2014/main" id="{14DDDA19-4AEF-4FA3-ADFC-3E1507A761EA}"/>
              </a:ext>
            </a:extLst>
          </p:cNvPr>
          <p:cNvSpPr>
            <a:spLocks noGrp="1"/>
          </p:cNvSpPr>
          <p:nvPr/>
        </p:nvSpPr>
        <p:spPr>
          <a:xfrm>
            <a:off x="732503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9" name="01_find_only_2018">
            <a:extLst>
              <a:ext uri="{FF2B5EF4-FFF2-40B4-BE49-F238E27FC236}">
                <a16:creationId xmlns:a16="http://schemas.microsoft.com/office/drawing/2014/main" id="{72BEBE00-6E85-4EB7-A56E-7369116EF3CB}"/>
              </a:ext>
            </a:extLst>
          </p:cNvPr>
          <p:cNvSpPr>
            <a:spLocks noGrp="1"/>
          </p:cNvSpPr>
          <p:nvPr/>
        </p:nvSpPr>
        <p:spPr>
          <a:xfrm>
            <a:off x="7392558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0" name="01_find_only_2019">
            <a:extLst>
              <a:ext uri="{FF2B5EF4-FFF2-40B4-BE49-F238E27FC236}">
                <a16:creationId xmlns:a16="http://schemas.microsoft.com/office/drawing/2014/main" id="{5CA73A33-0591-4DDA-8CA9-917C0E9E969D}"/>
              </a:ext>
            </a:extLst>
          </p:cNvPr>
          <p:cNvSpPr>
            <a:spLocks noGrp="1"/>
          </p:cNvSpPr>
          <p:nvPr/>
        </p:nvSpPr>
        <p:spPr>
          <a:xfrm>
            <a:off x="739586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1" name="01_find_only_2020">
            <a:extLst>
              <a:ext uri="{FF2B5EF4-FFF2-40B4-BE49-F238E27FC236}">
                <a16:creationId xmlns:a16="http://schemas.microsoft.com/office/drawing/2014/main" id="{3042EDB0-AE03-4FB8-9D26-353FBA4C21C2}"/>
              </a:ext>
            </a:extLst>
          </p:cNvPr>
          <p:cNvSpPr>
            <a:spLocks noGrp="1"/>
          </p:cNvSpPr>
          <p:nvPr/>
        </p:nvSpPr>
        <p:spPr>
          <a:xfrm>
            <a:off x="738556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2" name="01_find_only_2021">
            <a:extLst>
              <a:ext uri="{FF2B5EF4-FFF2-40B4-BE49-F238E27FC236}">
                <a16:creationId xmlns:a16="http://schemas.microsoft.com/office/drawing/2014/main" id="{CB845ED2-2144-4D37-807E-5FB7FAC159F4}"/>
              </a:ext>
            </a:extLst>
          </p:cNvPr>
          <p:cNvSpPr>
            <a:spLocks noGrp="1"/>
          </p:cNvSpPr>
          <p:nvPr/>
        </p:nvSpPr>
        <p:spPr>
          <a:xfrm>
            <a:off x="7384689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3" name="01_find_only_2022">
            <a:extLst>
              <a:ext uri="{FF2B5EF4-FFF2-40B4-BE49-F238E27FC236}">
                <a16:creationId xmlns:a16="http://schemas.microsoft.com/office/drawing/2014/main" id="{791972A5-153A-4785-BB2B-782103C33F44}"/>
              </a:ext>
            </a:extLst>
          </p:cNvPr>
          <p:cNvSpPr>
            <a:spLocks noGrp="1"/>
          </p:cNvSpPr>
          <p:nvPr/>
        </p:nvSpPr>
        <p:spPr>
          <a:xfrm>
            <a:off x="73888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4" name="01_find_only_2023">
            <a:extLst>
              <a:ext uri="{FF2B5EF4-FFF2-40B4-BE49-F238E27FC236}">
                <a16:creationId xmlns:a16="http://schemas.microsoft.com/office/drawing/2014/main" id="{5A3A09DE-C8AC-4F36-8DDA-1DF35F938638}"/>
              </a:ext>
            </a:extLst>
          </p:cNvPr>
          <p:cNvSpPr>
            <a:spLocks noGrp="1"/>
          </p:cNvSpPr>
          <p:nvPr/>
        </p:nvSpPr>
        <p:spPr>
          <a:xfrm>
            <a:off x="73705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5" name="01_find_only_2024">
            <a:extLst>
              <a:ext uri="{FF2B5EF4-FFF2-40B4-BE49-F238E27FC236}">
                <a16:creationId xmlns:a16="http://schemas.microsoft.com/office/drawing/2014/main" id="{D4E13F62-6575-491E-ADDF-E151EDA3674F}"/>
              </a:ext>
            </a:extLst>
          </p:cNvPr>
          <p:cNvSpPr>
            <a:spLocks noGrp="1"/>
          </p:cNvSpPr>
          <p:nvPr/>
        </p:nvSpPr>
        <p:spPr>
          <a:xfrm>
            <a:off x="732008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6" name="01_find_only_2025">
            <a:extLst>
              <a:ext uri="{FF2B5EF4-FFF2-40B4-BE49-F238E27FC236}">
                <a16:creationId xmlns:a16="http://schemas.microsoft.com/office/drawing/2014/main" id="{C12C1BDF-377A-4ED5-88CF-0FE473CE2C85}"/>
              </a:ext>
            </a:extLst>
          </p:cNvPr>
          <p:cNvSpPr>
            <a:spLocks noGrp="1"/>
          </p:cNvSpPr>
          <p:nvPr/>
        </p:nvSpPr>
        <p:spPr>
          <a:xfrm>
            <a:off x="73703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7" name="01_find_only_2026">
            <a:extLst>
              <a:ext uri="{FF2B5EF4-FFF2-40B4-BE49-F238E27FC236}">
                <a16:creationId xmlns:a16="http://schemas.microsoft.com/office/drawing/2014/main" id="{B442525E-F5C6-4A10-810C-4ADFB425167A}"/>
              </a:ext>
            </a:extLst>
          </p:cNvPr>
          <p:cNvSpPr>
            <a:spLocks noGrp="1"/>
          </p:cNvSpPr>
          <p:nvPr/>
        </p:nvSpPr>
        <p:spPr>
          <a:xfrm>
            <a:off x="73329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8" name="01_find_only_2027">
            <a:extLst>
              <a:ext uri="{FF2B5EF4-FFF2-40B4-BE49-F238E27FC236}">
                <a16:creationId xmlns:a16="http://schemas.microsoft.com/office/drawing/2014/main" id="{8BF4D56B-4845-42D3-B659-8DEA3296BB01}"/>
              </a:ext>
            </a:extLst>
          </p:cNvPr>
          <p:cNvSpPr>
            <a:spLocks noGrp="1"/>
          </p:cNvSpPr>
          <p:nvPr/>
        </p:nvSpPr>
        <p:spPr>
          <a:xfrm>
            <a:off x="7385078" y="39018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9" name="01_find_only_2028">
            <a:extLst>
              <a:ext uri="{FF2B5EF4-FFF2-40B4-BE49-F238E27FC236}">
                <a16:creationId xmlns:a16="http://schemas.microsoft.com/office/drawing/2014/main" id="{6C38D8AD-23F3-43A1-88BB-7DAAD8A79F25}"/>
              </a:ext>
            </a:extLst>
          </p:cNvPr>
          <p:cNvSpPr>
            <a:spLocks noGrp="1"/>
          </p:cNvSpPr>
          <p:nvPr/>
        </p:nvSpPr>
        <p:spPr>
          <a:xfrm>
            <a:off x="739790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0" name="01_find_only_2029">
            <a:extLst>
              <a:ext uri="{FF2B5EF4-FFF2-40B4-BE49-F238E27FC236}">
                <a16:creationId xmlns:a16="http://schemas.microsoft.com/office/drawing/2014/main" id="{78A8F89A-4CC5-4B45-BDD2-F4D03958D07D}"/>
              </a:ext>
            </a:extLst>
          </p:cNvPr>
          <p:cNvSpPr>
            <a:spLocks noGrp="1"/>
          </p:cNvSpPr>
          <p:nvPr/>
        </p:nvSpPr>
        <p:spPr>
          <a:xfrm>
            <a:off x="733135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1" name="01_find_only_2030">
            <a:extLst>
              <a:ext uri="{FF2B5EF4-FFF2-40B4-BE49-F238E27FC236}">
                <a16:creationId xmlns:a16="http://schemas.microsoft.com/office/drawing/2014/main" id="{8D2181A8-4FF0-432D-9F1B-CAE57AD80790}"/>
              </a:ext>
            </a:extLst>
          </p:cNvPr>
          <p:cNvSpPr>
            <a:spLocks noGrp="1"/>
          </p:cNvSpPr>
          <p:nvPr/>
        </p:nvSpPr>
        <p:spPr>
          <a:xfrm>
            <a:off x="7385952" y="310708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2" name="01_find_only_2031">
            <a:extLst>
              <a:ext uri="{FF2B5EF4-FFF2-40B4-BE49-F238E27FC236}">
                <a16:creationId xmlns:a16="http://schemas.microsoft.com/office/drawing/2014/main" id="{79BD235E-3BEF-4E82-B2C7-66F4113338BE}"/>
              </a:ext>
            </a:extLst>
          </p:cNvPr>
          <p:cNvSpPr>
            <a:spLocks noGrp="1"/>
          </p:cNvSpPr>
          <p:nvPr/>
        </p:nvSpPr>
        <p:spPr>
          <a:xfrm>
            <a:off x="73362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3" name="01_find_only_2032">
            <a:extLst>
              <a:ext uri="{FF2B5EF4-FFF2-40B4-BE49-F238E27FC236}">
                <a16:creationId xmlns:a16="http://schemas.microsoft.com/office/drawing/2014/main" id="{0DDA6CAA-0E38-46FA-B873-102B30B48970}"/>
              </a:ext>
            </a:extLst>
          </p:cNvPr>
          <p:cNvSpPr>
            <a:spLocks noGrp="1"/>
          </p:cNvSpPr>
          <p:nvPr/>
        </p:nvSpPr>
        <p:spPr>
          <a:xfrm>
            <a:off x="734048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4" name="01_find_only_2033">
            <a:extLst>
              <a:ext uri="{FF2B5EF4-FFF2-40B4-BE49-F238E27FC236}">
                <a16:creationId xmlns:a16="http://schemas.microsoft.com/office/drawing/2014/main" id="{09ADB617-82AB-43ED-A5CA-6D201702D793}"/>
              </a:ext>
            </a:extLst>
          </p:cNvPr>
          <p:cNvSpPr>
            <a:spLocks noGrp="1"/>
          </p:cNvSpPr>
          <p:nvPr/>
        </p:nvSpPr>
        <p:spPr>
          <a:xfrm>
            <a:off x="7328924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5" name="01_find_only_2034">
            <a:extLst>
              <a:ext uri="{FF2B5EF4-FFF2-40B4-BE49-F238E27FC236}">
                <a16:creationId xmlns:a16="http://schemas.microsoft.com/office/drawing/2014/main" id="{1CAFBA83-0FFB-4109-A2CC-603B0937D03F}"/>
              </a:ext>
            </a:extLst>
          </p:cNvPr>
          <p:cNvSpPr>
            <a:spLocks noGrp="1"/>
          </p:cNvSpPr>
          <p:nvPr/>
        </p:nvSpPr>
        <p:spPr>
          <a:xfrm>
            <a:off x="7384883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6" name="01_find_only_2035">
            <a:extLst>
              <a:ext uri="{FF2B5EF4-FFF2-40B4-BE49-F238E27FC236}">
                <a16:creationId xmlns:a16="http://schemas.microsoft.com/office/drawing/2014/main" id="{59ED7C3A-B0EA-4561-9A37-C93CD023AB56}"/>
              </a:ext>
            </a:extLst>
          </p:cNvPr>
          <p:cNvSpPr>
            <a:spLocks noGrp="1"/>
          </p:cNvSpPr>
          <p:nvPr/>
        </p:nvSpPr>
        <p:spPr>
          <a:xfrm>
            <a:off x="7409948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7" name="01_find_only_2036">
            <a:extLst>
              <a:ext uri="{FF2B5EF4-FFF2-40B4-BE49-F238E27FC236}">
                <a16:creationId xmlns:a16="http://schemas.microsoft.com/office/drawing/2014/main" id="{C4B9AD59-56E4-429F-B45E-F01A2C922ABD}"/>
              </a:ext>
            </a:extLst>
          </p:cNvPr>
          <p:cNvSpPr>
            <a:spLocks noGrp="1"/>
          </p:cNvSpPr>
          <p:nvPr/>
        </p:nvSpPr>
        <p:spPr>
          <a:xfrm>
            <a:off x="7414126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8" name="01_find_only_2037">
            <a:extLst>
              <a:ext uri="{FF2B5EF4-FFF2-40B4-BE49-F238E27FC236}">
                <a16:creationId xmlns:a16="http://schemas.microsoft.com/office/drawing/2014/main" id="{76C9BAC1-EC67-45F2-893F-124A53A1D2B3}"/>
              </a:ext>
            </a:extLst>
          </p:cNvPr>
          <p:cNvSpPr>
            <a:spLocks noGrp="1"/>
          </p:cNvSpPr>
          <p:nvPr/>
        </p:nvSpPr>
        <p:spPr>
          <a:xfrm>
            <a:off x="735408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9" name="01_find_only_2038">
            <a:extLst>
              <a:ext uri="{FF2B5EF4-FFF2-40B4-BE49-F238E27FC236}">
                <a16:creationId xmlns:a16="http://schemas.microsoft.com/office/drawing/2014/main" id="{FB456D08-E203-4123-9CF4-C7E0C684F287}"/>
              </a:ext>
            </a:extLst>
          </p:cNvPr>
          <p:cNvSpPr>
            <a:spLocks noGrp="1"/>
          </p:cNvSpPr>
          <p:nvPr/>
        </p:nvSpPr>
        <p:spPr>
          <a:xfrm>
            <a:off x="7389741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0" name="01_find_only_2039">
            <a:extLst>
              <a:ext uri="{FF2B5EF4-FFF2-40B4-BE49-F238E27FC236}">
                <a16:creationId xmlns:a16="http://schemas.microsoft.com/office/drawing/2014/main" id="{1824DE69-4DCF-4DDB-BBF0-25091BD78FC9}"/>
              </a:ext>
            </a:extLst>
          </p:cNvPr>
          <p:cNvSpPr>
            <a:spLocks noGrp="1"/>
          </p:cNvSpPr>
          <p:nvPr/>
        </p:nvSpPr>
        <p:spPr>
          <a:xfrm>
            <a:off x="740858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1" name="01_find_only_2040">
            <a:extLst>
              <a:ext uri="{FF2B5EF4-FFF2-40B4-BE49-F238E27FC236}">
                <a16:creationId xmlns:a16="http://schemas.microsoft.com/office/drawing/2014/main" id="{CC7A3363-7C46-43BB-B91F-DBBE11956738}"/>
              </a:ext>
            </a:extLst>
          </p:cNvPr>
          <p:cNvSpPr>
            <a:spLocks noGrp="1"/>
          </p:cNvSpPr>
          <p:nvPr/>
        </p:nvSpPr>
        <p:spPr>
          <a:xfrm>
            <a:off x="739712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2" name="01_find_only_2041">
            <a:extLst>
              <a:ext uri="{FF2B5EF4-FFF2-40B4-BE49-F238E27FC236}">
                <a16:creationId xmlns:a16="http://schemas.microsoft.com/office/drawing/2014/main" id="{9D429E44-3FF9-4B2F-BC87-7354FD3308A2}"/>
              </a:ext>
            </a:extLst>
          </p:cNvPr>
          <p:cNvSpPr>
            <a:spLocks noGrp="1"/>
          </p:cNvSpPr>
          <p:nvPr/>
        </p:nvSpPr>
        <p:spPr>
          <a:xfrm>
            <a:off x="73868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3" name="01_find_only_2042">
            <a:extLst>
              <a:ext uri="{FF2B5EF4-FFF2-40B4-BE49-F238E27FC236}">
                <a16:creationId xmlns:a16="http://schemas.microsoft.com/office/drawing/2014/main" id="{355547E4-C10E-4B81-A245-52535ED1126A}"/>
              </a:ext>
            </a:extLst>
          </p:cNvPr>
          <p:cNvSpPr>
            <a:spLocks noGrp="1"/>
          </p:cNvSpPr>
          <p:nvPr/>
        </p:nvSpPr>
        <p:spPr>
          <a:xfrm>
            <a:off x="73630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4" name="01_find_only_2043">
            <a:extLst>
              <a:ext uri="{FF2B5EF4-FFF2-40B4-BE49-F238E27FC236}">
                <a16:creationId xmlns:a16="http://schemas.microsoft.com/office/drawing/2014/main" id="{52C1177B-A9C5-4BC0-A751-8A7E9381C5C0}"/>
              </a:ext>
            </a:extLst>
          </p:cNvPr>
          <p:cNvSpPr>
            <a:spLocks noGrp="1"/>
          </p:cNvSpPr>
          <p:nvPr/>
        </p:nvSpPr>
        <p:spPr>
          <a:xfrm>
            <a:off x="7360109" y="338922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5" name="01_find_only_2044">
            <a:extLst>
              <a:ext uri="{FF2B5EF4-FFF2-40B4-BE49-F238E27FC236}">
                <a16:creationId xmlns:a16="http://schemas.microsoft.com/office/drawing/2014/main" id="{D9612D82-8B52-4A70-9F33-19DE4DEA1665}"/>
              </a:ext>
            </a:extLst>
          </p:cNvPr>
          <p:cNvSpPr>
            <a:spLocks noGrp="1"/>
          </p:cNvSpPr>
          <p:nvPr/>
        </p:nvSpPr>
        <p:spPr>
          <a:xfrm>
            <a:off x="732775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6" name="01_find_only_2045">
            <a:extLst>
              <a:ext uri="{FF2B5EF4-FFF2-40B4-BE49-F238E27FC236}">
                <a16:creationId xmlns:a16="http://schemas.microsoft.com/office/drawing/2014/main" id="{57474969-9393-44E6-82D5-0FADBAE353A5}"/>
              </a:ext>
            </a:extLst>
          </p:cNvPr>
          <p:cNvSpPr>
            <a:spLocks noGrp="1"/>
          </p:cNvSpPr>
          <p:nvPr/>
        </p:nvSpPr>
        <p:spPr>
          <a:xfrm>
            <a:off x="740887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7" name="01_find_only_2046">
            <a:extLst>
              <a:ext uri="{FF2B5EF4-FFF2-40B4-BE49-F238E27FC236}">
                <a16:creationId xmlns:a16="http://schemas.microsoft.com/office/drawing/2014/main" id="{81476FB6-3F4D-47D9-A2FB-2ABD39C8B79A}"/>
              </a:ext>
            </a:extLst>
          </p:cNvPr>
          <p:cNvSpPr>
            <a:spLocks noGrp="1"/>
          </p:cNvSpPr>
          <p:nvPr/>
        </p:nvSpPr>
        <p:spPr>
          <a:xfrm>
            <a:off x="739858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8" name="01_find_only_2047">
            <a:extLst>
              <a:ext uri="{FF2B5EF4-FFF2-40B4-BE49-F238E27FC236}">
                <a16:creationId xmlns:a16="http://schemas.microsoft.com/office/drawing/2014/main" id="{D30E5D08-57BB-417B-9F08-BF80B60841C8}"/>
              </a:ext>
            </a:extLst>
          </p:cNvPr>
          <p:cNvSpPr>
            <a:spLocks noGrp="1"/>
          </p:cNvSpPr>
          <p:nvPr/>
        </p:nvSpPr>
        <p:spPr>
          <a:xfrm>
            <a:off x="7383912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9" name="01_find_only_2048">
            <a:extLst>
              <a:ext uri="{FF2B5EF4-FFF2-40B4-BE49-F238E27FC236}">
                <a16:creationId xmlns:a16="http://schemas.microsoft.com/office/drawing/2014/main" id="{3A54CD83-025C-4859-A369-8CA100669FD4}"/>
              </a:ext>
            </a:extLst>
          </p:cNvPr>
          <p:cNvSpPr>
            <a:spLocks noGrp="1"/>
          </p:cNvSpPr>
          <p:nvPr/>
        </p:nvSpPr>
        <p:spPr>
          <a:xfrm>
            <a:off x="732435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0" name="01_find_only_2049">
            <a:extLst>
              <a:ext uri="{FF2B5EF4-FFF2-40B4-BE49-F238E27FC236}">
                <a16:creationId xmlns:a16="http://schemas.microsoft.com/office/drawing/2014/main" id="{21DE2BCC-5461-4F41-8F6C-AC703856390C}"/>
              </a:ext>
            </a:extLst>
          </p:cNvPr>
          <p:cNvSpPr>
            <a:spLocks noGrp="1"/>
          </p:cNvSpPr>
          <p:nvPr/>
        </p:nvSpPr>
        <p:spPr>
          <a:xfrm>
            <a:off x="733378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1" name="01_find_only_2050">
            <a:extLst>
              <a:ext uri="{FF2B5EF4-FFF2-40B4-BE49-F238E27FC236}">
                <a16:creationId xmlns:a16="http://schemas.microsoft.com/office/drawing/2014/main" id="{FAE89A15-45DD-46F9-AB4A-7328676845DC}"/>
              </a:ext>
            </a:extLst>
          </p:cNvPr>
          <p:cNvSpPr>
            <a:spLocks noGrp="1"/>
          </p:cNvSpPr>
          <p:nvPr/>
        </p:nvSpPr>
        <p:spPr>
          <a:xfrm>
            <a:off x="73432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2" name="01_find_only_2051">
            <a:extLst>
              <a:ext uri="{FF2B5EF4-FFF2-40B4-BE49-F238E27FC236}">
                <a16:creationId xmlns:a16="http://schemas.microsoft.com/office/drawing/2014/main" id="{17E1505E-C96E-4AF3-AC1F-1145AB910A88}"/>
              </a:ext>
            </a:extLst>
          </p:cNvPr>
          <p:cNvSpPr>
            <a:spLocks noGrp="1"/>
          </p:cNvSpPr>
          <p:nvPr/>
        </p:nvSpPr>
        <p:spPr>
          <a:xfrm>
            <a:off x="73848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3" name="01_find_only_2052">
            <a:extLst>
              <a:ext uri="{FF2B5EF4-FFF2-40B4-BE49-F238E27FC236}">
                <a16:creationId xmlns:a16="http://schemas.microsoft.com/office/drawing/2014/main" id="{BEE00B68-51AA-49C6-9363-2C961DE8E1CD}"/>
              </a:ext>
            </a:extLst>
          </p:cNvPr>
          <p:cNvSpPr>
            <a:spLocks noGrp="1"/>
          </p:cNvSpPr>
          <p:nvPr/>
        </p:nvSpPr>
        <p:spPr>
          <a:xfrm>
            <a:off x="737507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4" name="01_find_only_2053">
            <a:extLst>
              <a:ext uri="{FF2B5EF4-FFF2-40B4-BE49-F238E27FC236}">
                <a16:creationId xmlns:a16="http://schemas.microsoft.com/office/drawing/2014/main" id="{9A812FD9-3B10-443F-84DC-A1F74594AE79}"/>
              </a:ext>
            </a:extLst>
          </p:cNvPr>
          <p:cNvSpPr>
            <a:spLocks noGrp="1"/>
          </p:cNvSpPr>
          <p:nvPr/>
        </p:nvSpPr>
        <p:spPr>
          <a:xfrm>
            <a:off x="733786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5" name="01_find_only_2054">
            <a:extLst>
              <a:ext uri="{FF2B5EF4-FFF2-40B4-BE49-F238E27FC236}">
                <a16:creationId xmlns:a16="http://schemas.microsoft.com/office/drawing/2014/main" id="{BBD25740-B7C1-4A74-BF6C-840A86D06449}"/>
              </a:ext>
            </a:extLst>
          </p:cNvPr>
          <p:cNvSpPr>
            <a:spLocks noGrp="1"/>
          </p:cNvSpPr>
          <p:nvPr/>
        </p:nvSpPr>
        <p:spPr>
          <a:xfrm>
            <a:off x="73554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6" name="01_find_only_2055">
            <a:extLst>
              <a:ext uri="{FF2B5EF4-FFF2-40B4-BE49-F238E27FC236}">
                <a16:creationId xmlns:a16="http://schemas.microsoft.com/office/drawing/2014/main" id="{E9D37AD7-756F-426A-9BB6-8F20CA189EF8}"/>
              </a:ext>
            </a:extLst>
          </p:cNvPr>
          <p:cNvSpPr>
            <a:spLocks noGrp="1"/>
          </p:cNvSpPr>
          <p:nvPr/>
        </p:nvSpPr>
        <p:spPr>
          <a:xfrm>
            <a:off x="732105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7" name="01_find_only_2056">
            <a:extLst>
              <a:ext uri="{FF2B5EF4-FFF2-40B4-BE49-F238E27FC236}">
                <a16:creationId xmlns:a16="http://schemas.microsoft.com/office/drawing/2014/main" id="{BEE153C7-065F-4101-ABF5-6FD6AB1EFCBA}"/>
              </a:ext>
            </a:extLst>
          </p:cNvPr>
          <p:cNvSpPr>
            <a:spLocks noGrp="1"/>
          </p:cNvSpPr>
          <p:nvPr/>
        </p:nvSpPr>
        <p:spPr>
          <a:xfrm>
            <a:off x="785151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8" name="01_find_only_2057">
            <a:extLst>
              <a:ext uri="{FF2B5EF4-FFF2-40B4-BE49-F238E27FC236}">
                <a16:creationId xmlns:a16="http://schemas.microsoft.com/office/drawing/2014/main" id="{4FC35E7A-5FC1-4F9B-A404-57EC9AA33ECB}"/>
              </a:ext>
            </a:extLst>
          </p:cNvPr>
          <p:cNvSpPr>
            <a:spLocks noGrp="1"/>
          </p:cNvSpPr>
          <p:nvPr/>
        </p:nvSpPr>
        <p:spPr>
          <a:xfrm>
            <a:off x="7832858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9" name="01_find_only_2058">
            <a:extLst>
              <a:ext uri="{FF2B5EF4-FFF2-40B4-BE49-F238E27FC236}">
                <a16:creationId xmlns:a16="http://schemas.microsoft.com/office/drawing/2014/main" id="{73C3454D-A280-4CE9-9600-AA1F588EB0FA}"/>
              </a:ext>
            </a:extLst>
          </p:cNvPr>
          <p:cNvSpPr>
            <a:spLocks noGrp="1"/>
          </p:cNvSpPr>
          <p:nvPr/>
        </p:nvSpPr>
        <p:spPr>
          <a:xfrm>
            <a:off x="784801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0" name="01_find_only_2059">
            <a:extLst>
              <a:ext uri="{FF2B5EF4-FFF2-40B4-BE49-F238E27FC236}">
                <a16:creationId xmlns:a16="http://schemas.microsoft.com/office/drawing/2014/main" id="{1E8FC30E-877E-4D60-9C95-A1FFC426E9F2}"/>
              </a:ext>
            </a:extLst>
          </p:cNvPr>
          <p:cNvSpPr>
            <a:spLocks noGrp="1"/>
          </p:cNvSpPr>
          <p:nvPr/>
        </p:nvSpPr>
        <p:spPr>
          <a:xfrm>
            <a:off x="784762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1" name="01_find_only_2060">
            <a:extLst>
              <a:ext uri="{FF2B5EF4-FFF2-40B4-BE49-F238E27FC236}">
                <a16:creationId xmlns:a16="http://schemas.microsoft.com/office/drawing/2014/main" id="{7C7EF542-C141-4EE0-AC47-32151E99F5D3}"/>
              </a:ext>
            </a:extLst>
          </p:cNvPr>
          <p:cNvSpPr>
            <a:spLocks noGrp="1"/>
          </p:cNvSpPr>
          <p:nvPr/>
        </p:nvSpPr>
        <p:spPr>
          <a:xfrm>
            <a:off x="7864141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2" name="01_find_only_2061">
            <a:extLst>
              <a:ext uri="{FF2B5EF4-FFF2-40B4-BE49-F238E27FC236}">
                <a16:creationId xmlns:a16="http://schemas.microsoft.com/office/drawing/2014/main" id="{B0D3F6A3-AAD6-4954-88E5-FB5A67E207B7}"/>
              </a:ext>
            </a:extLst>
          </p:cNvPr>
          <p:cNvSpPr>
            <a:spLocks noGrp="1"/>
          </p:cNvSpPr>
          <p:nvPr/>
        </p:nvSpPr>
        <p:spPr>
          <a:xfrm>
            <a:off x="789241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3" name="01_find_only_2062">
            <a:extLst>
              <a:ext uri="{FF2B5EF4-FFF2-40B4-BE49-F238E27FC236}">
                <a16:creationId xmlns:a16="http://schemas.microsoft.com/office/drawing/2014/main" id="{6C95D06A-91AA-4C03-969F-48FB4CC05935}"/>
              </a:ext>
            </a:extLst>
          </p:cNvPr>
          <p:cNvSpPr>
            <a:spLocks noGrp="1"/>
          </p:cNvSpPr>
          <p:nvPr/>
        </p:nvSpPr>
        <p:spPr>
          <a:xfrm>
            <a:off x="7910191" y="318987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4" name="01_find_only_2063">
            <a:extLst>
              <a:ext uri="{FF2B5EF4-FFF2-40B4-BE49-F238E27FC236}">
                <a16:creationId xmlns:a16="http://schemas.microsoft.com/office/drawing/2014/main" id="{E889869D-FB6C-46C0-B752-CE80F85F62D0}"/>
              </a:ext>
            </a:extLst>
          </p:cNvPr>
          <p:cNvSpPr>
            <a:spLocks noGrp="1"/>
          </p:cNvSpPr>
          <p:nvPr/>
        </p:nvSpPr>
        <p:spPr>
          <a:xfrm>
            <a:off x="7838007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5" name="01_find_only_2064">
            <a:extLst>
              <a:ext uri="{FF2B5EF4-FFF2-40B4-BE49-F238E27FC236}">
                <a16:creationId xmlns:a16="http://schemas.microsoft.com/office/drawing/2014/main" id="{3A2E5750-A01F-4FAC-9997-818BA1BC8F0F}"/>
              </a:ext>
            </a:extLst>
          </p:cNvPr>
          <p:cNvSpPr>
            <a:spLocks noGrp="1"/>
          </p:cNvSpPr>
          <p:nvPr/>
        </p:nvSpPr>
        <p:spPr>
          <a:xfrm>
            <a:off x="788240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6" name="01_find_only_2065">
            <a:extLst>
              <a:ext uri="{FF2B5EF4-FFF2-40B4-BE49-F238E27FC236}">
                <a16:creationId xmlns:a16="http://schemas.microsoft.com/office/drawing/2014/main" id="{F20583ED-59BF-40CA-B87D-E9CDFEE474BA}"/>
              </a:ext>
            </a:extLst>
          </p:cNvPr>
          <p:cNvSpPr>
            <a:spLocks noGrp="1"/>
          </p:cNvSpPr>
          <p:nvPr/>
        </p:nvSpPr>
        <p:spPr>
          <a:xfrm>
            <a:off x="78382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7" name="01_find_only_2066">
            <a:extLst>
              <a:ext uri="{FF2B5EF4-FFF2-40B4-BE49-F238E27FC236}">
                <a16:creationId xmlns:a16="http://schemas.microsoft.com/office/drawing/2014/main" id="{418291F1-1450-41AA-B1E1-457D71CDAB06}"/>
              </a:ext>
            </a:extLst>
          </p:cNvPr>
          <p:cNvSpPr>
            <a:spLocks noGrp="1"/>
          </p:cNvSpPr>
          <p:nvPr/>
        </p:nvSpPr>
        <p:spPr>
          <a:xfrm>
            <a:off x="782761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8" name="01_find_only_2067">
            <a:extLst>
              <a:ext uri="{FF2B5EF4-FFF2-40B4-BE49-F238E27FC236}">
                <a16:creationId xmlns:a16="http://schemas.microsoft.com/office/drawing/2014/main" id="{8BA204B2-2F30-47DB-A2A2-9FE3EEBE45A6}"/>
              </a:ext>
            </a:extLst>
          </p:cNvPr>
          <p:cNvSpPr>
            <a:spLocks noGrp="1"/>
          </p:cNvSpPr>
          <p:nvPr/>
        </p:nvSpPr>
        <p:spPr>
          <a:xfrm>
            <a:off x="7902419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9" name="01_find_only_2068">
            <a:extLst>
              <a:ext uri="{FF2B5EF4-FFF2-40B4-BE49-F238E27FC236}">
                <a16:creationId xmlns:a16="http://schemas.microsoft.com/office/drawing/2014/main" id="{7F644734-8566-4851-8719-3AB1A33ABC62}"/>
              </a:ext>
            </a:extLst>
          </p:cNvPr>
          <p:cNvSpPr>
            <a:spLocks noGrp="1"/>
          </p:cNvSpPr>
          <p:nvPr/>
        </p:nvSpPr>
        <p:spPr>
          <a:xfrm>
            <a:off x="79223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0" name="01_find_only_2069">
            <a:extLst>
              <a:ext uri="{FF2B5EF4-FFF2-40B4-BE49-F238E27FC236}">
                <a16:creationId xmlns:a16="http://schemas.microsoft.com/office/drawing/2014/main" id="{7D9C687D-F211-45A2-9E3B-17B09148937E}"/>
              </a:ext>
            </a:extLst>
          </p:cNvPr>
          <p:cNvSpPr>
            <a:spLocks noGrp="1"/>
          </p:cNvSpPr>
          <p:nvPr/>
        </p:nvSpPr>
        <p:spPr>
          <a:xfrm>
            <a:off x="78638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1" name="01_find_only_2070">
            <a:extLst>
              <a:ext uri="{FF2B5EF4-FFF2-40B4-BE49-F238E27FC236}">
                <a16:creationId xmlns:a16="http://schemas.microsoft.com/office/drawing/2014/main" id="{4158C64D-0640-4CA1-BBFE-F4473125B084}"/>
              </a:ext>
            </a:extLst>
          </p:cNvPr>
          <p:cNvSpPr>
            <a:spLocks noGrp="1"/>
          </p:cNvSpPr>
          <p:nvPr/>
        </p:nvSpPr>
        <p:spPr>
          <a:xfrm>
            <a:off x="7917089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2" name="01_find_only_2071">
            <a:extLst>
              <a:ext uri="{FF2B5EF4-FFF2-40B4-BE49-F238E27FC236}">
                <a16:creationId xmlns:a16="http://schemas.microsoft.com/office/drawing/2014/main" id="{4708DE89-190F-4482-8E64-4283039F69DB}"/>
              </a:ext>
            </a:extLst>
          </p:cNvPr>
          <p:cNvSpPr>
            <a:spLocks noGrp="1"/>
          </p:cNvSpPr>
          <p:nvPr/>
        </p:nvSpPr>
        <p:spPr>
          <a:xfrm>
            <a:off x="7847917" y="326715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3" name="01_find_only_2072">
            <a:extLst>
              <a:ext uri="{FF2B5EF4-FFF2-40B4-BE49-F238E27FC236}">
                <a16:creationId xmlns:a16="http://schemas.microsoft.com/office/drawing/2014/main" id="{1AD56C54-E511-4326-83EE-C5D37A04C6D2}"/>
              </a:ext>
            </a:extLst>
          </p:cNvPr>
          <p:cNvSpPr>
            <a:spLocks noGrp="1"/>
          </p:cNvSpPr>
          <p:nvPr/>
        </p:nvSpPr>
        <p:spPr>
          <a:xfrm>
            <a:off x="786637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4" name="01_find_only_2073">
            <a:extLst>
              <a:ext uri="{FF2B5EF4-FFF2-40B4-BE49-F238E27FC236}">
                <a16:creationId xmlns:a16="http://schemas.microsoft.com/office/drawing/2014/main" id="{DE826759-47E3-45CD-B53F-205249E2891F}"/>
              </a:ext>
            </a:extLst>
          </p:cNvPr>
          <p:cNvSpPr>
            <a:spLocks noGrp="1"/>
          </p:cNvSpPr>
          <p:nvPr/>
        </p:nvSpPr>
        <p:spPr>
          <a:xfrm>
            <a:off x="7895326" y="37478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5" name="01_find_only_2074">
            <a:extLst>
              <a:ext uri="{FF2B5EF4-FFF2-40B4-BE49-F238E27FC236}">
                <a16:creationId xmlns:a16="http://schemas.microsoft.com/office/drawing/2014/main" id="{6B01424C-C407-4C21-A39C-7E152215DF11}"/>
              </a:ext>
            </a:extLst>
          </p:cNvPr>
          <p:cNvSpPr>
            <a:spLocks noGrp="1"/>
          </p:cNvSpPr>
          <p:nvPr/>
        </p:nvSpPr>
        <p:spPr>
          <a:xfrm>
            <a:off x="791271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6" name="01_find_only_2075">
            <a:extLst>
              <a:ext uri="{FF2B5EF4-FFF2-40B4-BE49-F238E27FC236}">
                <a16:creationId xmlns:a16="http://schemas.microsoft.com/office/drawing/2014/main" id="{B1923AE1-74FA-49E4-A2AA-2B35E41E6CA5}"/>
              </a:ext>
            </a:extLst>
          </p:cNvPr>
          <p:cNvSpPr>
            <a:spLocks noGrp="1"/>
          </p:cNvSpPr>
          <p:nvPr/>
        </p:nvSpPr>
        <p:spPr>
          <a:xfrm>
            <a:off x="792214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7" name="01_find_only_2076">
            <a:extLst>
              <a:ext uri="{FF2B5EF4-FFF2-40B4-BE49-F238E27FC236}">
                <a16:creationId xmlns:a16="http://schemas.microsoft.com/office/drawing/2014/main" id="{F04C6A25-915E-4041-AA91-E2D1576BDDB2}"/>
              </a:ext>
            </a:extLst>
          </p:cNvPr>
          <p:cNvSpPr>
            <a:spLocks noGrp="1"/>
          </p:cNvSpPr>
          <p:nvPr/>
        </p:nvSpPr>
        <p:spPr>
          <a:xfrm>
            <a:off x="788862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8" name="01_find_only_2077">
            <a:extLst>
              <a:ext uri="{FF2B5EF4-FFF2-40B4-BE49-F238E27FC236}">
                <a16:creationId xmlns:a16="http://schemas.microsoft.com/office/drawing/2014/main" id="{BB3927C1-6182-4B3D-AAAC-691A3A7D376F}"/>
              </a:ext>
            </a:extLst>
          </p:cNvPr>
          <p:cNvSpPr>
            <a:spLocks noGrp="1"/>
          </p:cNvSpPr>
          <p:nvPr/>
        </p:nvSpPr>
        <p:spPr>
          <a:xfrm>
            <a:off x="7831013" y="35881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9" name="01_find_only_2078">
            <a:extLst>
              <a:ext uri="{FF2B5EF4-FFF2-40B4-BE49-F238E27FC236}">
                <a16:creationId xmlns:a16="http://schemas.microsoft.com/office/drawing/2014/main" id="{FAAF4089-5F3A-4BE2-8C0B-7D85FCEF4306}"/>
              </a:ext>
            </a:extLst>
          </p:cNvPr>
          <p:cNvSpPr>
            <a:spLocks noGrp="1"/>
          </p:cNvSpPr>
          <p:nvPr/>
        </p:nvSpPr>
        <p:spPr>
          <a:xfrm>
            <a:off x="784539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0" name="01_find_only_2079">
            <a:extLst>
              <a:ext uri="{FF2B5EF4-FFF2-40B4-BE49-F238E27FC236}">
                <a16:creationId xmlns:a16="http://schemas.microsoft.com/office/drawing/2014/main" id="{1C29D81E-8AEF-4437-AD51-0D5456BF4A4F}"/>
              </a:ext>
            </a:extLst>
          </p:cNvPr>
          <p:cNvSpPr>
            <a:spLocks noGrp="1"/>
          </p:cNvSpPr>
          <p:nvPr/>
        </p:nvSpPr>
        <p:spPr>
          <a:xfrm>
            <a:off x="78517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1" name="01_find_only_2080">
            <a:extLst>
              <a:ext uri="{FF2B5EF4-FFF2-40B4-BE49-F238E27FC236}">
                <a16:creationId xmlns:a16="http://schemas.microsoft.com/office/drawing/2014/main" id="{970EACEF-281E-413A-AD44-1D5F106F805A}"/>
              </a:ext>
            </a:extLst>
          </p:cNvPr>
          <p:cNvSpPr>
            <a:spLocks noGrp="1"/>
          </p:cNvSpPr>
          <p:nvPr/>
        </p:nvSpPr>
        <p:spPr>
          <a:xfrm>
            <a:off x="7830818" y="41640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2" name="01_find_only_2081">
            <a:extLst>
              <a:ext uri="{FF2B5EF4-FFF2-40B4-BE49-F238E27FC236}">
                <a16:creationId xmlns:a16="http://schemas.microsoft.com/office/drawing/2014/main" id="{67BC5228-7042-44D2-8A55-8CEF19BE607F}"/>
              </a:ext>
            </a:extLst>
          </p:cNvPr>
          <p:cNvSpPr>
            <a:spLocks noGrp="1"/>
          </p:cNvSpPr>
          <p:nvPr/>
        </p:nvSpPr>
        <p:spPr>
          <a:xfrm>
            <a:off x="7830236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3" name="01_find_only_2082">
            <a:extLst>
              <a:ext uri="{FF2B5EF4-FFF2-40B4-BE49-F238E27FC236}">
                <a16:creationId xmlns:a16="http://schemas.microsoft.com/office/drawing/2014/main" id="{050FDC71-3299-40D7-A33D-F21BC47DCF97}"/>
              </a:ext>
            </a:extLst>
          </p:cNvPr>
          <p:cNvSpPr>
            <a:spLocks noGrp="1"/>
          </p:cNvSpPr>
          <p:nvPr/>
        </p:nvSpPr>
        <p:spPr>
          <a:xfrm>
            <a:off x="784908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4" name="01_find_only_2083">
            <a:extLst>
              <a:ext uri="{FF2B5EF4-FFF2-40B4-BE49-F238E27FC236}">
                <a16:creationId xmlns:a16="http://schemas.microsoft.com/office/drawing/2014/main" id="{DC142B99-32A7-4F70-A2EE-0F3159CF06A8}"/>
              </a:ext>
            </a:extLst>
          </p:cNvPr>
          <p:cNvSpPr>
            <a:spLocks noGrp="1"/>
          </p:cNvSpPr>
          <p:nvPr/>
        </p:nvSpPr>
        <p:spPr>
          <a:xfrm>
            <a:off x="788570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5" name="01_find_only_2084">
            <a:extLst>
              <a:ext uri="{FF2B5EF4-FFF2-40B4-BE49-F238E27FC236}">
                <a16:creationId xmlns:a16="http://schemas.microsoft.com/office/drawing/2014/main" id="{100CB97A-4BE8-49A6-AAEE-C07C514B9D6D}"/>
              </a:ext>
            </a:extLst>
          </p:cNvPr>
          <p:cNvSpPr>
            <a:spLocks noGrp="1"/>
          </p:cNvSpPr>
          <p:nvPr/>
        </p:nvSpPr>
        <p:spPr>
          <a:xfrm>
            <a:off x="784393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6" name="01_find_only_2085">
            <a:extLst>
              <a:ext uri="{FF2B5EF4-FFF2-40B4-BE49-F238E27FC236}">
                <a16:creationId xmlns:a16="http://schemas.microsoft.com/office/drawing/2014/main" id="{B528B9EF-1D68-49ED-A2EA-0F6A96B52D57}"/>
              </a:ext>
            </a:extLst>
          </p:cNvPr>
          <p:cNvSpPr>
            <a:spLocks noGrp="1"/>
          </p:cNvSpPr>
          <p:nvPr/>
        </p:nvSpPr>
        <p:spPr>
          <a:xfrm>
            <a:off x="78730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7" name="01_find_only_2086">
            <a:extLst>
              <a:ext uri="{FF2B5EF4-FFF2-40B4-BE49-F238E27FC236}">
                <a16:creationId xmlns:a16="http://schemas.microsoft.com/office/drawing/2014/main" id="{E5BE98A2-FAD7-4F94-AF95-6A6068560EE9}"/>
              </a:ext>
            </a:extLst>
          </p:cNvPr>
          <p:cNvSpPr>
            <a:spLocks noGrp="1"/>
          </p:cNvSpPr>
          <p:nvPr/>
        </p:nvSpPr>
        <p:spPr>
          <a:xfrm>
            <a:off x="78627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8" name="01_find_only_2087">
            <a:extLst>
              <a:ext uri="{FF2B5EF4-FFF2-40B4-BE49-F238E27FC236}">
                <a16:creationId xmlns:a16="http://schemas.microsoft.com/office/drawing/2014/main" id="{DF2164BD-D618-4741-ACC5-E03271C451B2}"/>
              </a:ext>
            </a:extLst>
          </p:cNvPr>
          <p:cNvSpPr>
            <a:spLocks noGrp="1"/>
          </p:cNvSpPr>
          <p:nvPr/>
        </p:nvSpPr>
        <p:spPr>
          <a:xfrm>
            <a:off x="79109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9" name="01_find_only_2088">
            <a:extLst>
              <a:ext uri="{FF2B5EF4-FFF2-40B4-BE49-F238E27FC236}">
                <a16:creationId xmlns:a16="http://schemas.microsoft.com/office/drawing/2014/main" id="{9C9CBF5D-075A-4BF5-9FAF-AD9A7774E5CF}"/>
              </a:ext>
            </a:extLst>
          </p:cNvPr>
          <p:cNvSpPr>
            <a:spLocks noGrp="1"/>
          </p:cNvSpPr>
          <p:nvPr/>
        </p:nvSpPr>
        <p:spPr>
          <a:xfrm>
            <a:off x="7853163" y="416868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0" name="01_find_only_2089">
            <a:extLst>
              <a:ext uri="{FF2B5EF4-FFF2-40B4-BE49-F238E27FC236}">
                <a16:creationId xmlns:a16="http://schemas.microsoft.com/office/drawing/2014/main" id="{EFA7FBEB-9C5C-40E5-90FB-0ADA5578B649}"/>
              </a:ext>
            </a:extLst>
          </p:cNvPr>
          <p:cNvSpPr>
            <a:spLocks noGrp="1"/>
          </p:cNvSpPr>
          <p:nvPr/>
        </p:nvSpPr>
        <p:spPr>
          <a:xfrm>
            <a:off x="7893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1" name="01_find_only_2090">
            <a:extLst>
              <a:ext uri="{FF2B5EF4-FFF2-40B4-BE49-F238E27FC236}">
                <a16:creationId xmlns:a16="http://schemas.microsoft.com/office/drawing/2014/main" id="{50ECCAC7-6FE3-4205-850D-8665801F663E}"/>
              </a:ext>
            </a:extLst>
          </p:cNvPr>
          <p:cNvSpPr>
            <a:spLocks noGrp="1"/>
          </p:cNvSpPr>
          <p:nvPr/>
        </p:nvSpPr>
        <p:spPr>
          <a:xfrm>
            <a:off x="789552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2" name="01_find_only_2091">
            <a:extLst>
              <a:ext uri="{FF2B5EF4-FFF2-40B4-BE49-F238E27FC236}">
                <a16:creationId xmlns:a16="http://schemas.microsoft.com/office/drawing/2014/main" id="{CEE300C4-4F83-41AB-A51F-2DCE76342050}"/>
              </a:ext>
            </a:extLst>
          </p:cNvPr>
          <p:cNvSpPr>
            <a:spLocks noGrp="1"/>
          </p:cNvSpPr>
          <p:nvPr/>
        </p:nvSpPr>
        <p:spPr>
          <a:xfrm>
            <a:off x="783052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3" name="01_find_only_2092">
            <a:extLst>
              <a:ext uri="{FF2B5EF4-FFF2-40B4-BE49-F238E27FC236}">
                <a16:creationId xmlns:a16="http://schemas.microsoft.com/office/drawing/2014/main" id="{735A3BC1-AA8A-4E89-8604-B1C38349DD74}"/>
              </a:ext>
            </a:extLst>
          </p:cNvPr>
          <p:cNvSpPr>
            <a:spLocks noGrp="1"/>
          </p:cNvSpPr>
          <p:nvPr/>
        </p:nvSpPr>
        <p:spPr>
          <a:xfrm>
            <a:off x="790970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4" name="01_find_only_2093">
            <a:extLst>
              <a:ext uri="{FF2B5EF4-FFF2-40B4-BE49-F238E27FC236}">
                <a16:creationId xmlns:a16="http://schemas.microsoft.com/office/drawing/2014/main" id="{A8E61E97-D10C-4117-9C96-C162DCAC8D9A}"/>
              </a:ext>
            </a:extLst>
          </p:cNvPr>
          <p:cNvSpPr>
            <a:spLocks noGrp="1"/>
          </p:cNvSpPr>
          <p:nvPr/>
        </p:nvSpPr>
        <p:spPr>
          <a:xfrm>
            <a:off x="78281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5" name="01_find_only_2094">
            <a:extLst>
              <a:ext uri="{FF2B5EF4-FFF2-40B4-BE49-F238E27FC236}">
                <a16:creationId xmlns:a16="http://schemas.microsoft.com/office/drawing/2014/main" id="{43F42A87-3472-4F27-9415-31B9A6FB1AF9}"/>
              </a:ext>
            </a:extLst>
          </p:cNvPr>
          <p:cNvSpPr>
            <a:spLocks noGrp="1"/>
          </p:cNvSpPr>
          <p:nvPr/>
        </p:nvSpPr>
        <p:spPr>
          <a:xfrm>
            <a:off x="790951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6" name="01_find_only_2095">
            <a:extLst>
              <a:ext uri="{FF2B5EF4-FFF2-40B4-BE49-F238E27FC236}">
                <a16:creationId xmlns:a16="http://schemas.microsoft.com/office/drawing/2014/main" id="{37E20F39-3933-4D16-8D18-691CF63AA50C}"/>
              </a:ext>
            </a:extLst>
          </p:cNvPr>
          <p:cNvSpPr>
            <a:spLocks noGrp="1"/>
          </p:cNvSpPr>
          <p:nvPr/>
        </p:nvSpPr>
        <p:spPr>
          <a:xfrm>
            <a:off x="79189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7" name="01_find_only_2096">
            <a:extLst>
              <a:ext uri="{FF2B5EF4-FFF2-40B4-BE49-F238E27FC236}">
                <a16:creationId xmlns:a16="http://schemas.microsoft.com/office/drawing/2014/main" id="{F6F202E0-B121-4830-8B26-955AF4A011EB}"/>
              </a:ext>
            </a:extLst>
          </p:cNvPr>
          <p:cNvSpPr>
            <a:spLocks noGrp="1"/>
          </p:cNvSpPr>
          <p:nvPr/>
        </p:nvSpPr>
        <p:spPr>
          <a:xfrm>
            <a:off x="788629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8" name="01_find_only_2097">
            <a:extLst>
              <a:ext uri="{FF2B5EF4-FFF2-40B4-BE49-F238E27FC236}">
                <a16:creationId xmlns:a16="http://schemas.microsoft.com/office/drawing/2014/main" id="{148B3EAB-093F-4391-B958-FEE08973DAD4}"/>
              </a:ext>
            </a:extLst>
          </p:cNvPr>
          <p:cNvSpPr>
            <a:spLocks noGrp="1"/>
          </p:cNvSpPr>
          <p:nvPr/>
        </p:nvSpPr>
        <p:spPr>
          <a:xfrm>
            <a:off x="785714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9" name="01_find_only_2098">
            <a:extLst>
              <a:ext uri="{FF2B5EF4-FFF2-40B4-BE49-F238E27FC236}">
                <a16:creationId xmlns:a16="http://schemas.microsoft.com/office/drawing/2014/main" id="{E6A11735-F831-4EDF-89EA-9AD472E90C5D}"/>
              </a:ext>
            </a:extLst>
          </p:cNvPr>
          <p:cNvSpPr>
            <a:spLocks noGrp="1"/>
          </p:cNvSpPr>
          <p:nvPr/>
        </p:nvSpPr>
        <p:spPr>
          <a:xfrm>
            <a:off x="789785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0" name="01_find_only_2099">
            <a:extLst>
              <a:ext uri="{FF2B5EF4-FFF2-40B4-BE49-F238E27FC236}">
                <a16:creationId xmlns:a16="http://schemas.microsoft.com/office/drawing/2014/main" id="{2BEB1D61-995E-4EDB-AC85-B7F916387174}"/>
              </a:ext>
            </a:extLst>
          </p:cNvPr>
          <p:cNvSpPr>
            <a:spLocks noGrp="1"/>
          </p:cNvSpPr>
          <p:nvPr/>
        </p:nvSpPr>
        <p:spPr>
          <a:xfrm>
            <a:off x="784840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1" name="01_find_only_2100">
            <a:extLst>
              <a:ext uri="{FF2B5EF4-FFF2-40B4-BE49-F238E27FC236}">
                <a16:creationId xmlns:a16="http://schemas.microsoft.com/office/drawing/2014/main" id="{219CF043-8CD8-4F54-BF93-CAE4829049D1}"/>
              </a:ext>
            </a:extLst>
          </p:cNvPr>
          <p:cNvSpPr>
            <a:spLocks noGrp="1"/>
          </p:cNvSpPr>
          <p:nvPr/>
        </p:nvSpPr>
        <p:spPr>
          <a:xfrm>
            <a:off x="78733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2" name="01_find_only_2101">
            <a:extLst>
              <a:ext uri="{FF2B5EF4-FFF2-40B4-BE49-F238E27FC236}">
                <a16:creationId xmlns:a16="http://schemas.microsoft.com/office/drawing/2014/main" id="{F06675D7-DA66-48C9-A121-C67CBDBDF4E0}"/>
              </a:ext>
            </a:extLst>
          </p:cNvPr>
          <p:cNvSpPr>
            <a:spLocks noGrp="1"/>
          </p:cNvSpPr>
          <p:nvPr/>
        </p:nvSpPr>
        <p:spPr>
          <a:xfrm>
            <a:off x="787337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3" name="01_find_only_2102">
            <a:extLst>
              <a:ext uri="{FF2B5EF4-FFF2-40B4-BE49-F238E27FC236}">
                <a16:creationId xmlns:a16="http://schemas.microsoft.com/office/drawing/2014/main" id="{8BC364CA-2A2D-4E8E-9D7C-1C1E0094B231}"/>
              </a:ext>
            </a:extLst>
          </p:cNvPr>
          <p:cNvSpPr>
            <a:spLocks noGrp="1"/>
          </p:cNvSpPr>
          <p:nvPr/>
        </p:nvSpPr>
        <p:spPr>
          <a:xfrm>
            <a:off x="784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4" name="01_find_only_2103">
            <a:extLst>
              <a:ext uri="{FF2B5EF4-FFF2-40B4-BE49-F238E27FC236}">
                <a16:creationId xmlns:a16="http://schemas.microsoft.com/office/drawing/2014/main" id="{F710F316-25C6-47E7-A0DB-10F2DC9745AC}"/>
              </a:ext>
            </a:extLst>
          </p:cNvPr>
          <p:cNvSpPr>
            <a:spLocks noGrp="1"/>
          </p:cNvSpPr>
          <p:nvPr/>
        </p:nvSpPr>
        <p:spPr>
          <a:xfrm>
            <a:off x="791194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5" name="01_find_only_2104">
            <a:extLst>
              <a:ext uri="{FF2B5EF4-FFF2-40B4-BE49-F238E27FC236}">
                <a16:creationId xmlns:a16="http://schemas.microsoft.com/office/drawing/2014/main" id="{2AE5BED5-9896-4CCF-9376-6218E5F0E4E1}"/>
              </a:ext>
            </a:extLst>
          </p:cNvPr>
          <p:cNvSpPr>
            <a:spLocks noGrp="1"/>
          </p:cNvSpPr>
          <p:nvPr/>
        </p:nvSpPr>
        <p:spPr>
          <a:xfrm>
            <a:off x="785879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6" name="01_find_only_2105">
            <a:extLst>
              <a:ext uri="{FF2B5EF4-FFF2-40B4-BE49-F238E27FC236}">
                <a16:creationId xmlns:a16="http://schemas.microsoft.com/office/drawing/2014/main" id="{F2AB60CE-F4FE-403F-AD1A-EB646F1ACDF5}"/>
              </a:ext>
            </a:extLst>
          </p:cNvPr>
          <p:cNvSpPr>
            <a:spLocks noGrp="1"/>
          </p:cNvSpPr>
          <p:nvPr/>
        </p:nvSpPr>
        <p:spPr>
          <a:xfrm>
            <a:off x="786822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7" name="01_find_only_2106">
            <a:extLst>
              <a:ext uri="{FF2B5EF4-FFF2-40B4-BE49-F238E27FC236}">
                <a16:creationId xmlns:a16="http://schemas.microsoft.com/office/drawing/2014/main" id="{2C49C0E1-F3C5-499D-97C3-1C97311B5D03}"/>
              </a:ext>
            </a:extLst>
          </p:cNvPr>
          <p:cNvSpPr>
            <a:spLocks noGrp="1"/>
          </p:cNvSpPr>
          <p:nvPr/>
        </p:nvSpPr>
        <p:spPr>
          <a:xfrm>
            <a:off x="79212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8" name="01_find_only_2107">
            <a:extLst>
              <a:ext uri="{FF2B5EF4-FFF2-40B4-BE49-F238E27FC236}">
                <a16:creationId xmlns:a16="http://schemas.microsoft.com/office/drawing/2014/main" id="{84A665F1-10E4-4D8C-A72D-ADF36AD583CA}"/>
              </a:ext>
            </a:extLst>
          </p:cNvPr>
          <p:cNvSpPr>
            <a:spLocks noGrp="1"/>
          </p:cNvSpPr>
          <p:nvPr/>
        </p:nvSpPr>
        <p:spPr>
          <a:xfrm>
            <a:off x="789212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9" name="01_find_only_2108">
            <a:extLst>
              <a:ext uri="{FF2B5EF4-FFF2-40B4-BE49-F238E27FC236}">
                <a16:creationId xmlns:a16="http://schemas.microsoft.com/office/drawing/2014/main" id="{6DB9F9C3-50C8-4684-A135-6C1BB9D9AB4A}"/>
              </a:ext>
            </a:extLst>
          </p:cNvPr>
          <p:cNvSpPr>
            <a:spLocks noGrp="1"/>
          </p:cNvSpPr>
          <p:nvPr/>
        </p:nvSpPr>
        <p:spPr>
          <a:xfrm>
            <a:off x="791776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0" name="01_find_only_2109">
            <a:extLst>
              <a:ext uri="{FF2B5EF4-FFF2-40B4-BE49-F238E27FC236}">
                <a16:creationId xmlns:a16="http://schemas.microsoft.com/office/drawing/2014/main" id="{56BDC8B1-66A1-40A3-BA24-7952563C9496}"/>
              </a:ext>
            </a:extLst>
          </p:cNvPr>
          <p:cNvSpPr>
            <a:spLocks noGrp="1"/>
          </p:cNvSpPr>
          <p:nvPr/>
        </p:nvSpPr>
        <p:spPr>
          <a:xfrm>
            <a:off x="7831887" y="403848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1" name="01_find_only_2110">
            <a:extLst>
              <a:ext uri="{FF2B5EF4-FFF2-40B4-BE49-F238E27FC236}">
                <a16:creationId xmlns:a16="http://schemas.microsoft.com/office/drawing/2014/main" id="{137C1D96-49BC-45FE-8EC6-343524FE1047}"/>
              </a:ext>
            </a:extLst>
          </p:cNvPr>
          <p:cNvSpPr>
            <a:spLocks noGrp="1"/>
          </p:cNvSpPr>
          <p:nvPr/>
        </p:nvSpPr>
        <p:spPr>
          <a:xfrm>
            <a:off x="791057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2" name="01_find_only_2111">
            <a:extLst>
              <a:ext uri="{FF2B5EF4-FFF2-40B4-BE49-F238E27FC236}">
                <a16:creationId xmlns:a16="http://schemas.microsoft.com/office/drawing/2014/main" id="{36B0E321-259C-48A3-8DC1-9736A1D5D1D0}"/>
              </a:ext>
            </a:extLst>
          </p:cNvPr>
          <p:cNvSpPr>
            <a:spLocks noGrp="1"/>
          </p:cNvSpPr>
          <p:nvPr/>
        </p:nvSpPr>
        <p:spPr>
          <a:xfrm>
            <a:off x="7897756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3" name="01_find_only_2112">
            <a:extLst>
              <a:ext uri="{FF2B5EF4-FFF2-40B4-BE49-F238E27FC236}">
                <a16:creationId xmlns:a16="http://schemas.microsoft.com/office/drawing/2014/main" id="{606988D4-96C8-4D1B-8725-BB465271477C}"/>
              </a:ext>
            </a:extLst>
          </p:cNvPr>
          <p:cNvSpPr>
            <a:spLocks noGrp="1"/>
          </p:cNvSpPr>
          <p:nvPr/>
        </p:nvSpPr>
        <p:spPr>
          <a:xfrm>
            <a:off x="786423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4" name="01_find_only_2113">
            <a:extLst>
              <a:ext uri="{FF2B5EF4-FFF2-40B4-BE49-F238E27FC236}">
                <a16:creationId xmlns:a16="http://schemas.microsoft.com/office/drawing/2014/main" id="{9F25234D-719E-4F6D-9DEB-9DD0D239B419}"/>
              </a:ext>
            </a:extLst>
          </p:cNvPr>
          <p:cNvSpPr>
            <a:spLocks noGrp="1"/>
          </p:cNvSpPr>
          <p:nvPr/>
        </p:nvSpPr>
        <p:spPr>
          <a:xfrm>
            <a:off x="790154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5" name="01_find_only_2114">
            <a:extLst>
              <a:ext uri="{FF2B5EF4-FFF2-40B4-BE49-F238E27FC236}">
                <a16:creationId xmlns:a16="http://schemas.microsoft.com/office/drawing/2014/main" id="{F19C0C35-8CF8-4C45-B450-3ADE6F7CA16F}"/>
              </a:ext>
            </a:extLst>
          </p:cNvPr>
          <p:cNvSpPr>
            <a:spLocks noGrp="1"/>
          </p:cNvSpPr>
          <p:nvPr/>
        </p:nvSpPr>
        <p:spPr>
          <a:xfrm>
            <a:off x="7921752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6" name="01_find_only_2115">
            <a:extLst>
              <a:ext uri="{FF2B5EF4-FFF2-40B4-BE49-F238E27FC236}">
                <a16:creationId xmlns:a16="http://schemas.microsoft.com/office/drawing/2014/main" id="{84B461A2-4621-422A-84D8-6F5AF21B7BD5}"/>
              </a:ext>
            </a:extLst>
          </p:cNvPr>
          <p:cNvSpPr>
            <a:spLocks noGrp="1"/>
          </p:cNvSpPr>
          <p:nvPr/>
        </p:nvSpPr>
        <p:spPr>
          <a:xfrm>
            <a:off x="7891344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7" name="01_find_only_2116">
            <a:extLst>
              <a:ext uri="{FF2B5EF4-FFF2-40B4-BE49-F238E27FC236}">
                <a16:creationId xmlns:a16="http://schemas.microsoft.com/office/drawing/2014/main" id="{B372F4F3-DB5C-4462-966C-BBAF1DC5A882}"/>
              </a:ext>
            </a:extLst>
          </p:cNvPr>
          <p:cNvSpPr>
            <a:spLocks noGrp="1"/>
          </p:cNvSpPr>
          <p:nvPr/>
        </p:nvSpPr>
        <p:spPr>
          <a:xfrm>
            <a:off x="789882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8" name="01_find_only_2117">
            <a:extLst>
              <a:ext uri="{FF2B5EF4-FFF2-40B4-BE49-F238E27FC236}">
                <a16:creationId xmlns:a16="http://schemas.microsoft.com/office/drawing/2014/main" id="{A9FDAE29-08DC-408D-AF26-057AF4C495A7}"/>
              </a:ext>
            </a:extLst>
          </p:cNvPr>
          <p:cNvSpPr>
            <a:spLocks noGrp="1"/>
          </p:cNvSpPr>
          <p:nvPr/>
        </p:nvSpPr>
        <p:spPr>
          <a:xfrm>
            <a:off x="789795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9" name="01_find_only_2118">
            <a:extLst>
              <a:ext uri="{FF2B5EF4-FFF2-40B4-BE49-F238E27FC236}">
                <a16:creationId xmlns:a16="http://schemas.microsoft.com/office/drawing/2014/main" id="{DB7061E2-5CCC-4F2B-BFFF-672192A9CBFA}"/>
              </a:ext>
            </a:extLst>
          </p:cNvPr>
          <p:cNvSpPr>
            <a:spLocks noGrp="1"/>
          </p:cNvSpPr>
          <p:nvPr/>
        </p:nvSpPr>
        <p:spPr>
          <a:xfrm>
            <a:off x="788240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0" name="01_find_only_2119">
            <a:extLst>
              <a:ext uri="{FF2B5EF4-FFF2-40B4-BE49-F238E27FC236}">
                <a16:creationId xmlns:a16="http://schemas.microsoft.com/office/drawing/2014/main" id="{D336D358-DD47-4D9F-8711-F3CB91692DA6}"/>
              </a:ext>
            </a:extLst>
          </p:cNvPr>
          <p:cNvSpPr>
            <a:spLocks noGrp="1"/>
          </p:cNvSpPr>
          <p:nvPr/>
        </p:nvSpPr>
        <p:spPr>
          <a:xfrm>
            <a:off x="7855300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1" name="01_find_only_2120">
            <a:extLst>
              <a:ext uri="{FF2B5EF4-FFF2-40B4-BE49-F238E27FC236}">
                <a16:creationId xmlns:a16="http://schemas.microsoft.com/office/drawing/2014/main" id="{0FB88DC6-186F-4D88-BFDA-98E2F7E571E3}"/>
              </a:ext>
            </a:extLst>
          </p:cNvPr>
          <p:cNvSpPr>
            <a:spLocks noGrp="1"/>
          </p:cNvSpPr>
          <p:nvPr/>
        </p:nvSpPr>
        <p:spPr>
          <a:xfrm>
            <a:off x="79149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2" name="01_find_only_2121">
            <a:extLst>
              <a:ext uri="{FF2B5EF4-FFF2-40B4-BE49-F238E27FC236}">
                <a16:creationId xmlns:a16="http://schemas.microsoft.com/office/drawing/2014/main" id="{CFACE5D6-6A1F-4957-9E0E-8E4433F5BC19}"/>
              </a:ext>
            </a:extLst>
          </p:cNvPr>
          <p:cNvSpPr>
            <a:spLocks noGrp="1"/>
          </p:cNvSpPr>
          <p:nvPr/>
        </p:nvSpPr>
        <p:spPr>
          <a:xfrm>
            <a:off x="7845003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3" name="01_find_only_2122">
            <a:extLst>
              <a:ext uri="{FF2B5EF4-FFF2-40B4-BE49-F238E27FC236}">
                <a16:creationId xmlns:a16="http://schemas.microsoft.com/office/drawing/2014/main" id="{E8E5B6E1-B452-4250-BBEB-CC04108E40DE}"/>
              </a:ext>
            </a:extLst>
          </p:cNvPr>
          <p:cNvSpPr>
            <a:spLocks noGrp="1"/>
          </p:cNvSpPr>
          <p:nvPr/>
        </p:nvSpPr>
        <p:spPr>
          <a:xfrm>
            <a:off x="784422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4" name="01_find_only_2123">
            <a:extLst>
              <a:ext uri="{FF2B5EF4-FFF2-40B4-BE49-F238E27FC236}">
                <a16:creationId xmlns:a16="http://schemas.microsoft.com/office/drawing/2014/main" id="{E54EFFF6-C819-4AB8-B2BB-E0DF129E8617}"/>
              </a:ext>
            </a:extLst>
          </p:cNvPr>
          <p:cNvSpPr>
            <a:spLocks noGrp="1"/>
          </p:cNvSpPr>
          <p:nvPr/>
        </p:nvSpPr>
        <p:spPr>
          <a:xfrm>
            <a:off x="78485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5" name="01_find_only_2124">
            <a:extLst>
              <a:ext uri="{FF2B5EF4-FFF2-40B4-BE49-F238E27FC236}">
                <a16:creationId xmlns:a16="http://schemas.microsoft.com/office/drawing/2014/main" id="{9C4D1F6E-36D8-434F-8072-18A39FB306AA}"/>
              </a:ext>
            </a:extLst>
          </p:cNvPr>
          <p:cNvSpPr>
            <a:spLocks noGrp="1"/>
          </p:cNvSpPr>
          <p:nvPr/>
        </p:nvSpPr>
        <p:spPr>
          <a:xfrm>
            <a:off x="791631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6" name="01_find_only_2125">
            <a:extLst>
              <a:ext uri="{FF2B5EF4-FFF2-40B4-BE49-F238E27FC236}">
                <a16:creationId xmlns:a16="http://schemas.microsoft.com/office/drawing/2014/main" id="{8DA349B1-2667-4ED5-88A5-32D86ED55BA7}"/>
              </a:ext>
            </a:extLst>
          </p:cNvPr>
          <p:cNvSpPr>
            <a:spLocks noGrp="1"/>
          </p:cNvSpPr>
          <p:nvPr/>
        </p:nvSpPr>
        <p:spPr>
          <a:xfrm>
            <a:off x="790601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7" name="01_find_only_2126">
            <a:extLst>
              <a:ext uri="{FF2B5EF4-FFF2-40B4-BE49-F238E27FC236}">
                <a16:creationId xmlns:a16="http://schemas.microsoft.com/office/drawing/2014/main" id="{AD365A42-A9A4-45C6-985F-C7B360086F8B}"/>
              </a:ext>
            </a:extLst>
          </p:cNvPr>
          <p:cNvSpPr>
            <a:spLocks noGrp="1"/>
          </p:cNvSpPr>
          <p:nvPr/>
        </p:nvSpPr>
        <p:spPr>
          <a:xfrm>
            <a:off x="791019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8" name="01_find_only_2127">
            <a:extLst>
              <a:ext uri="{FF2B5EF4-FFF2-40B4-BE49-F238E27FC236}">
                <a16:creationId xmlns:a16="http://schemas.microsoft.com/office/drawing/2014/main" id="{D3A54420-D8AB-41F5-AAF9-83342F0F8840}"/>
              </a:ext>
            </a:extLst>
          </p:cNvPr>
          <p:cNvSpPr>
            <a:spLocks noGrp="1"/>
          </p:cNvSpPr>
          <p:nvPr/>
        </p:nvSpPr>
        <p:spPr>
          <a:xfrm>
            <a:off x="789814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9" name="01_find_only_2128">
            <a:extLst>
              <a:ext uri="{FF2B5EF4-FFF2-40B4-BE49-F238E27FC236}">
                <a16:creationId xmlns:a16="http://schemas.microsoft.com/office/drawing/2014/main" id="{D221596D-F3C5-41C2-BFCA-3821E0D07EBA}"/>
              </a:ext>
            </a:extLst>
          </p:cNvPr>
          <p:cNvSpPr>
            <a:spLocks noGrp="1"/>
          </p:cNvSpPr>
          <p:nvPr/>
        </p:nvSpPr>
        <p:spPr>
          <a:xfrm>
            <a:off x="790562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0" name="01_find_only_2129">
            <a:extLst>
              <a:ext uri="{FF2B5EF4-FFF2-40B4-BE49-F238E27FC236}">
                <a16:creationId xmlns:a16="http://schemas.microsoft.com/office/drawing/2014/main" id="{3617D4DF-3CEA-4930-A2D4-87AF836F099B}"/>
              </a:ext>
            </a:extLst>
          </p:cNvPr>
          <p:cNvSpPr>
            <a:spLocks noGrp="1"/>
          </p:cNvSpPr>
          <p:nvPr/>
        </p:nvSpPr>
        <p:spPr>
          <a:xfrm>
            <a:off x="791398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1" name="01_find_only_2130">
            <a:extLst>
              <a:ext uri="{FF2B5EF4-FFF2-40B4-BE49-F238E27FC236}">
                <a16:creationId xmlns:a16="http://schemas.microsoft.com/office/drawing/2014/main" id="{5528D52D-C9D6-4002-8FA6-05C90D43725D}"/>
              </a:ext>
            </a:extLst>
          </p:cNvPr>
          <p:cNvSpPr>
            <a:spLocks noGrp="1"/>
          </p:cNvSpPr>
          <p:nvPr/>
        </p:nvSpPr>
        <p:spPr>
          <a:xfrm>
            <a:off x="78426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2" name="01_find_only_2131">
            <a:extLst>
              <a:ext uri="{FF2B5EF4-FFF2-40B4-BE49-F238E27FC236}">
                <a16:creationId xmlns:a16="http://schemas.microsoft.com/office/drawing/2014/main" id="{ACE6D2E7-9F75-4C22-80E8-6393078E8026}"/>
              </a:ext>
            </a:extLst>
          </p:cNvPr>
          <p:cNvSpPr>
            <a:spLocks noGrp="1"/>
          </p:cNvSpPr>
          <p:nvPr/>
        </p:nvSpPr>
        <p:spPr>
          <a:xfrm>
            <a:off x="785034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3" name="01_find_only_2132">
            <a:extLst>
              <a:ext uri="{FF2B5EF4-FFF2-40B4-BE49-F238E27FC236}">
                <a16:creationId xmlns:a16="http://schemas.microsoft.com/office/drawing/2014/main" id="{277835FB-31FB-42AC-9DB0-369FDEE436FB}"/>
              </a:ext>
            </a:extLst>
          </p:cNvPr>
          <p:cNvSpPr>
            <a:spLocks noGrp="1"/>
          </p:cNvSpPr>
          <p:nvPr/>
        </p:nvSpPr>
        <p:spPr>
          <a:xfrm>
            <a:off x="7896493" y="40012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4" name="01_find_only_2133">
            <a:extLst>
              <a:ext uri="{FF2B5EF4-FFF2-40B4-BE49-F238E27FC236}">
                <a16:creationId xmlns:a16="http://schemas.microsoft.com/office/drawing/2014/main" id="{137ECC76-1498-4AFE-916B-8E3899DE8AB5}"/>
              </a:ext>
            </a:extLst>
          </p:cNvPr>
          <p:cNvSpPr>
            <a:spLocks noGrp="1"/>
          </p:cNvSpPr>
          <p:nvPr/>
        </p:nvSpPr>
        <p:spPr>
          <a:xfrm>
            <a:off x="784762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5" name="01_find_only_2134">
            <a:extLst>
              <a:ext uri="{FF2B5EF4-FFF2-40B4-BE49-F238E27FC236}">
                <a16:creationId xmlns:a16="http://schemas.microsoft.com/office/drawing/2014/main" id="{F04BB81F-9C68-4D6E-BF02-BACF2D2F2B0D}"/>
              </a:ext>
            </a:extLst>
          </p:cNvPr>
          <p:cNvSpPr>
            <a:spLocks noGrp="1"/>
          </p:cNvSpPr>
          <p:nvPr/>
        </p:nvSpPr>
        <p:spPr>
          <a:xfrm>
            <a:off x="7857049" y="345121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6" name="01_find_only_2135">
            <a:extLst>
              <a:ext uri="{FF2B5EF4-FFF2-40B4-BE49-F238E27FC236}">
                <a16:creationId xmlns:a16="http://schemas.microsoft.com/office/drawing/2014/main" id="{FBFCF019-9784-4109-9CE0-E2E1C16D9A0A}"/>
              </a:ext>
            </a:extLst>
          </p:cNvPr>
          <p:cNvSpPr>
            <a:spLocks noGrp="1"/>
          </p:cNvSpPr>
          <p:nvPr/>
        </p:nvSpPr>
        <p:spPr>
          <a:xfrm>
            <a:off x="78411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7" name="01_find_only_2136">
            <a:extLst>
              <a:ext uri="{FF2B5EF4-FFF2-40B4-BE49-F238E27FC236}">
                <a16:creationId xmlns:a16="http://schemas.microsoft.com/office/drawing/2014/main" id="{92A3E2C0-8E55-440F-9734-D61B4AFA051F}"/>
              </a:ext>
            </a:extLst>
          </p:cNvPr>
          <p:cNvSpPr>
            <a:spLocks noGrp="1"/>
          </p:cNvSpPr>
          <p:nvPr/>
        </p:nvSpPr>
        <p:spPr>
          <a:xfrm>
            <a:off x="785141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8" name="01_find_only_2137">
            <a:extLst>
              <a:ext uri="{FF2B5EF4-FFF2-40B4-BE49-F238E27FC236}">
                <a16:creationId xmlns:a16="http://schemas.microsoft.com/office/drawing/2014/main" id="{5D513204-D79A-41A3-A48B-295DB815CC90}"/>
              </a:ext>
            </a:extLst>
          </p:cNvPr>
          <p:cNvSpPr>
            <a:spLocks noGrp="1"/>
          </p:cNvSpPr>
          <p:nvPr/>
        </p:nvSpPr>
        <p:spPr>
          <a:xfrm>
            <a:off x="7855204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9" name="01_find_only_2138">
            <a:extLst>
              <a:ext uri="{FF2B5EF4-FFF2-40B4-BE49-F238E27FC236}">
                <a16:creationId xmlns:a16="http://schemas.microsoft.com/office/drawing/2014/main" id="{3E738BD6-DD25-4D92-9C3A-06EB798DAB7D}"/>
              </a:ext>
            </a:extLst>
          </p:cNvPr>
          <p:cNvSpPr>
            <a:spLocks noGrp="1"/>
          </p:cNvSpPr>
          <p:nvPr/>
        </p:nvSpPr>
        <p:spPr>
          <a:xfrm>
            <a:off x="791553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0" name="01_find_only_2139">
            <a:extLst>
              <a:ext uri="{FF2B5EF4-FFF2-40B4-BE49-F238E27FC236}">
                <a16:creationId xmlns:a16="http://schemas.microsoft.com/office/drawing/2014/main" id="{30E794F9-F211-4F4A-BE62-507FECEE69A7}"/>
              </a:ext>
            </a:extLst>
          </p:cNvPr>
          <p:cNvSpPr>
            <a:spLocks noGrp="1"/>
          </p:cNvSpPr>
          <p:nvPr/>
        </p:nvSpPr>
        <p:spPr>
          <a:xfrm>
            <a:off x="787434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1" name="01_find_only_2140">
            <a:extLst>
              <a:ext uri="{FF2B5EF4-FFF2-40B4-BE49-F238E27FC236}">
                <a16:creationId xmlns:a16="http://schemas.microsoft.com/office/drawing/2014/main" id="{95DA2C84-DDD1-43BE-AFC5-79494A1E6F7B}"/>
              </a:ext>
            </a:extLst>
          </p:cNvPr>
          <p:cNvSpPr>
            <a:spLocks noGrp="1"/>
          </p:cNvSpPr>
          <p:nvPr/>
        </p:nvSpPr>
        <p:spPr>
          <a:xfrm>
            <a:off x="78426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2" name="01_find_only_2141">
            <a:extLst>
              <a:ext uri="{FF2B5EF4-FFF2-40B4-BE49-F238E27FC236}">
                <a16:creationId xmlns:a16="http://schemas.microsoft.com/office/drawing/2014/main" id="{A63E1F5E-C245-4F6A-95FA-12C052C16E3B}"/>
              </a:ext>
            </a:extLst>
          </p:cNvPr>
          <p:cNvSpPr>
            <a:spLocks noGrp="1"/>
          </p:cNvSpPr>
          <p:nvPr/>
        </p:nvSpPr>
        <p:spPr>
          <a:xfrm>
            <a:off x="7856758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3" name="01_find_only_2142">
            <a:extLst>
              <a:ext uri="{FF2B5EF4-FFF2-40B4-BE49-F238E27FC236}">
                <a16:creationId xmlns:a16="http://schemas.microsoft.com/office/drawing/2014/main" id="{760856E5-19EF-46B4-9ECB-492DE252E268}"/>
              </a:ext>
            </a:extLst>
          </p:cNvPr>
          <p:cNvSpPr>
            <a:spLocks noGrp="1"/>
          </p:cNvSpPr>
          <p:nvPr/>
        </p:nvSpPr>
        <p:spPr>
          <a:xfrm>
            <a:off x="7910483" y="36833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4" name="01_find_only_2143">
            <a:extLst>
              <a:ext uri="{FF2B5EF4-FFF2-40B4-BE49-F238E27FC236}">
                <a16:creationId xmlns:a16="http://schemas.microsoft.com/office/drawing/2014/main" id="{0D0C6F2C-6F5C-49E9-B251-BE69799E87E6}"/>
              </a:ext>
            </a:extLst>
          </p:cNvPr>
          <p:cNvSpPr>
            <a:spLocks noGrp="1"/>
          </p:cNvSpPr>
          <p:nvPr/>
        </p:nvSpPr>
        <p:spPr>
          <a:xfrm>
            <a:off x="789212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5" name="01_find_only_2144">
            <a:extLst>
              <a:ext uri="{FF2B5EF4-FFF2-40B4-BE49-F238E27FC236}">
                <a16:creationId xmlns:a16="http://schemas.microsoft.com/office/drawing/2014/main" id="{96FDEFCC-8DA0-495E-BF40-2EF80F100C0A}"/>
              </a:ext>
            </a:extLst>
          </p:cNvPr>
          <p:cNvSpPr>
            <a:spLocks noGrp="1"/>
          </p:cNvSpPr>
          <p:nvPr/>
        </p:nvSpPr>
        <p:spPr>
          <a:xfrm>
            <a:off x="7910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6" name="01_find_only_2145">
            <a:extLst>
              <a:ext uri="{FF2B5EF4-FFF2-40B4-BE49-F238E27FC236}">
                <a16:creationId xmlns:a16="http://schemas.microsoft.com/office/drawing/2014/main" id="{A1128314-FAF5-41CC-8494-D80B67FA8A78}"/>
              </a:ext>
            </a:extLst>
          </p:cNvPr>
          <p:cNvSpPr>
            <a:spLocks noGrp="1"/>
          </p:cNvSpPr>
          <p:nvPr/>
        </p:nvSpPr>
        <p:spPr>
          <a:xfrm>
            <a:off x="784859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7" name="01_find_only_2146">
            <a:extLst>
              <a:ext uri="{FF2B5EF4-FFF2-40B4-BE49-F238E27FC236}">
                <a16:creationId xmlns:a16="http://schemas.microsoft.com/office/drawing/2014/main" id="{D2CB826D-1353-4FA8-97A1-1D2E48164C62}"/>
              </a:ext>
            </a:extLst>
          </p:cNvPr>
          <p:cNvSpPr>
            <a:spLocks noGrp="1"/>
          </p:cNvSpPr>
          <p:nvPr/>
        </p:nvSpPr>
        <p:spPr>
          <a:xfrm>
            <a:off x="7866862" y="393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8" name="01_find_only_2147">
            <a:extLst>
              <a:ext uri="{FF2B5EF4-FFF2-40B4-BE49-F238E27FC236}">
                <a16:creationId xmlns:a16="http://schemas.microsoft.com/office/drawing/2014/main" id="{F50C1367-D581-4644-9C5C-EC7291F917CC}"/>
              </a:ext>
            </a:extLst>
          </p:cNvPr>
          <p:cNvSpPr>
            <a:spLocks noGrp="1"/>
          </p:cNvSpPr>
          <p:nvPr/>
        </p:nvSpPr>
        <p:spPr>
          <a:xfrm>
            <a:off x="7910774" y="40940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9" name="01_find_only_2148">
            <a:extLst>
              <a:ext uri="{FF2B5EF4-FFF2-40B4-BE49-F238E27FC236}">
                <a16:creationId xmlns:a16="http://schemas.microsoft.com/office/drawing/2014/main" id="{468B654C-E9C6-4FB3-9893-0CD979866EFC}"/>
              </a:ext>
            </a:extLst>
          </p:cNvPr>
          <p:cNvSpPr>
            <a:spLocks noGrp="1"/>
          </p:cNvSpPr>
          <p:nvPr/>
        </p:nvSpPr>
        <p:spPr>
          <a:xfrm>
            <a:off x="791087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0" name="01_find_only_2149">
            <a:extLst>
              <a:ext uri="{FF2B5EF4-FFF2-40B4-BE49-F238E27FC236}">
                <a16:creationId xmlns:a16="http://schemas.microsoft.com/office/drawing/2014/main" id="{8CEC49B0-76D4-471B-BCB4-6F6A0384961E}"/>
              </a:ext>
            </a:extLst>
          </p:cNvPr>
          <p:cNvSpPr>
            <a:spLocks noGrp="1"/>
          </p:cNvSpPr>
          <p:nvPr/>
        </p:nvSpPr>
        <p:spPr>
          <a:xfrm>
            <a:off x="79048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1" name="01_find_only_2150">
            <a:extLst>
              <a:ext uri="{FF2B5EF4-FFF2-40B4-BE49-F238E27FC236}">
                <a16:creationId xmlns:a16="http://schemas.microsoft.com/office/drawing/2014/main" id="{11329BE6-4ADD-41E7-9012-E7193E852A1A}"/>
              </a:ext>
            </a:extLst>
          </p:cNvPr>
          <p:cNvSpPr>
            <a:spLocks noGrp="1"/>
          </p:cNvSpPr>
          <p:nvPr/>
        </p:nvSpPr>
        <p:spPr>
          <a:xfrm>
            <a:off x="7913397" y="38770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2" name="01_find_only_2151">
            <a:extLst>
              <a:ext uri="{FF2B5EF4-FFF2-40B4-BE49-F238E27FC236}">
                <a16:creationId xmlns:a16="http://schemas.microsoft.com/office/drawing/2014/main" id="{159C893E-5114-41D3-80FC-D16536BEC1DA}"/>
              </a:ext>
            </a:extLst>
          </p:cNvPr>
          <p:cNvSpPr>
            <a:spLocks noGrp="1"/>
          </p:cNvSpPr>
          <p:nvPr/>
        </p:nvSpPr>
        <p:spPr>
          <a:xfrm>
            <a:off x="7857535" y="342500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3" name="01_find_only_2152">
            <a:extLst>
              <a:ext uri="{FF2B5EF4-FFF2-40B4-BE49-F238E27FC236}">
                <a16:creationId xmlns:a16="http://schemas.microsoft.com/office/drawing/2014/main" id="{0D6684A5-690C-41BD-985D-C3428AE5BFAF}"/>
              </a:ext>
            </a:extLst>
          </p:cNvPr>
          <p:cNvSpPr>
            <a:spLocks noGrp="1"/>
          </p:cNvSpPr>
          <p:nvPr/>
        </p:nvSpPr>
        <p:spPr>
          <a:xfrm>
            <a:off x="7842865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4" name="01_find_only_2153">
            <a:extLst>
              <a:ext uri="{FF2B5EF4-FFF2-40B4-BE49-F238E27FC236}">
                <a16:creationId xmlns:a16="http://schemas.microsoft.com/office/drawing/2014/main" id="{660E8AFB-BE02-435C-99DB-23E98D8C68AC}"/>
              </a:ext>
            </a:extLst>
          </p:cNvPr>
          <p:cNvSpPr>
            <a:spLocks noGrp="1"/>
          </p:cNvSpPr>
          <p:nvPr/>
        </p:nvSpPr>
        <p:spPr>
          <a:xfrm>
            <a:off x="789940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5" name="01_find_only_2154">
            <a:extLst>
              <a:ext uri="{FF2B5EF4-FFF2-40B4-BE49-F238E27FC236}">
                <a16:creationId xmlns:a16="http://schemas.microsoft.com/office/drawing/2014/main" id="{48DDAB08-A7BA-48BC-AD77-2AB3BB1FB94E}"/>
              </a:ext>
            </a:extLst>
          </p:cNvPr>
          <p:cNvSpPr>
            <a:spLocks noGrp="1"/>
          </p:cNvSpPr>
          <p:nvPr/>
        </p:nvSpPr>
        <p:spPr>
          <a:xfrm>
            <a:off x="783829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6" name="01_find_only_2155">
            <a:extLst>
              <a:ext uri="{FF2B5EF4-FFF2-40B4-BE49-F238E27FC236}">
                <a16:creationId xmlns:a16="http://schemas.microsoft.com/office/drawing/2014/main" id="{FFBED593-D3D6-40D3-B5F2-1AE9B373FED2}"/>
              </a:ext>
            </a:extLst>
          </p:cNvPr>
          <p:cNvSpPr>
            <a:spLocks noGrp="1"/>
          </p:cNvSpPr>
          <p:nvPr/>
        </p:nvSpPr>
        <p:spPr>
          <a:xfrm>
            <a:off x="784441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7" name="01_find_only_2156">
            <a:extLst>
              <a:ext uri="{FF2B5EF4-FFF2-40B4-BE49-F238E27FC236}">
                <a16:creationId xmlns:a16="http://schemas.microsoft.com/office/drawing/2014/main" id="{F1AAAE14-3599-4E1C-8FD3-A2E087ADCA62}"/>
              </a:ext>
            </a:extLst>
          </p:cNvPr>
          <p:cNvSpPr>
            <a:spLocks noGrp="1"/>
          </p:cNvSpPr>
          <p:nvPr/>
        </p:nvSpPr>
        <p:spPr>
          <a:xfrm>
            <a:off x="7901836" y="33927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8" name="01_find_only_2157">
            <a:extLst>
              <a:ext uri="{FF2B5EF4-FFF2-40B4-BE49-F238E27FC236}">
                <a16:creationId xmlns:a16="http://schemas.microsoft.com/office/drawing/2014/main" id="{A516BEDC-2D29-4D1D-AA89-64DDC17A22B8}"/>
              </a:ext>
            </a:extLst>
          </p:cNvPr>
          <p:cNvSpPr>
            <a:spLocks noGrp="1"/>
          </p:cNvSpPr>
          <p:nvPr/>
        </p:nvSpPr>
        <p:spPr>
          <a:xfrm>
            <a:off x="783917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9" name="01_find_only_2158">
            <a:extLst>
              <a:ext uri="{FF2B5EF4-FFF2-40B4-BE49-F238E27FC236}">
                <a16:creationId xmlns:a16="http://schemas.microsoft.com/office/drawing/2014/main" id="{FE9D7CC3-38D2-414F-8E43-F1D3FF75D308}"/>
              </a:ext>
            </a:extLst>
          </p:cNvPr>
          <p:cNvSpPr>
            <a:spLocks noGrp="1"/>
          </p:cNvSpPr>
          <p:nvPr/>
        </p:nvSpPr>
        <p:spPr>
          <a:xfrm>
            <a:off x="79204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0" name="01_find_only_2159">
            <a:extLst>
              <a:ext uri="{FF2B5EF4-FFF2-40B4-BE49-F238E27FC236}">
                <a16:creationId xmlns:a16="http://schemas.microsoft.com/office/drawing/2014/main" id="{8178A114-679D-4FD6-AA2A-98AC6C9CAABC}"/>
              </a:ext>
            </a:extLst>
          </p:cNvPr>
          <p:cNvSpPr>
            <a:spLocks noGrp="1"/>
          </p:cNvSpPr>
          <p:nvPr/>
        </p:nvSpPr>
        <p:spPr>
          <a:xfrm>
            <a:off x="7905625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1" name="01_find_only_2160">
            <a:extLst>
              <a:ext uri="{FF2B5EF4-FFF2-40B4-BE49-F238E27FC236}">
                <a16:creationId xmlns:a16="http://schemas.microsoft.com/office/drawing/2014/main" id="{A05B2AA8-5F2C-4CC0-8318-3556E7350C5E}"/>
              </a:ext>
            </a:extLst>
          </p:cNvPr>
          <p:cNvSpPr>
            <a:spLocks noGrp="1"/>
          </p:cNvSpPr>
          <p:nvPr/>
        </p:nvSpPr>
        <p:spPr>
          <a:xfrm>
            <a:off x="7870456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2" name="01_find_only_2161">
            <a:extLst>
              <a:ext uri="{FF2B5EF4-FFF2-40B4-BE49-F238E27FC236}">
                <a16:creationId xmlns:a16="http://schemas.microsoft.com/office/drawing/2014/main" id="{F1DB7277-6103-473C-B031-1808C082DE9B}"/>
              </a:ext>
            </a:extLst>
          </p:cNvPr>
          <p:cNvSpPr>
            <a:spLocks noGrp="1"/>
          </p:cNvSpPr>
          <p:nvPr/>
        </p:nvSpPr>
        <p:spPr>
          <a:xfrm>
            <a:off x="785403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3" name="01_find_only_2162">
            <a:extLst>
              <a:ext uri="{FF2B5EF4-FFF2-40B4-BE49-F238E27FC236}">
                <a16:creationId xmlns:a16="http://schemas.microsoft.com/office/drawing/2014/main" id="{98772E98-818D-4C19-8FC7-ADC088828649}"/>
              </a:ext>
            </a:extLst>
          </p:cNvPr>
          <p:cNvSpPr>
            <a:spLocks noGrp="1"/>
          </p:cNvSpPr>
          <p:nvPr/>
        </p:nvSpPr>
        <p:spPr>
          <a:xfrm>
            <a:off x="7919031" y="318613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4" name="01_find_only_2163">
            <a:extLst>
              <a:ext uri="{FF2B5EF4-FFF2-40B4-BE49-F238E27FC236}">
                <a16:creationId xmlns:a16="http://schemas.microsoft.com/office/drawing/2014/main" id="{EAFDFAB8-483A-4D45-8658-967CCC89924F}"/>
              </a:ext>
            </a:extLst>
          </p:cNvPr>
          <p:cNvSpPr>
            <a:spLocks noGrp="1"/>
          </p:cNvSpPr>
          <p:nvPr/>
        </p:nvSpPr>
        <p:spPr>
          <a:xfrm>
            <a:off x="7923209" y="327740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5" name="01_find_only_2164">
            <a:extLst>
              <a:ext uri="{FF2B5EF4-FFF2-40B4-BE49-F238E27FC236}">
                <a16:creationId xmlns:a16="http://schemas.microsoft.com/office/drawing/2014/main" id="{B2F387C1-3809-4C34-A22A-0F580358763B}"/>
              </a:ext>
            </a:extLst>
          </p:cNvPr>
          <p:cNvSpPr>
            <a:spLocks noGrp="1"/>
          </p:cNvSpPr>
          <p:nvPr/>
        </p:nvSpPr>
        <p:spPr>
          <a:xfrm>
            <a:off x="788794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6" name="01_find_only_2165">
            <a:extLst>
              <a:ext uri="{FF2B5EF4-FFF2-40B4-BE49-F238E27FC236}">
                <a16:creationId xmlns:a16="http://schemas.microsoft.com/office/drawing/2014/main" id="{48703F7C-6560-4FC5-BE86-B5178C3B96FB}"/>
              </a:ext>
            </a:extLst>
          </p:cNvPr>
          <p:cNvSpPr>
            <a:spLocks noGrp="1"/>
          </p:cNvSpPr>
          <p:nvPr/>
        </p:nvSpPr>
        <p:spPr>
          <a:xfrm>
            <a:off x="791009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7" name="01_find_only_2166">
            <a:extLst>
              <a:ext uri="{FF2B5EF4-FFF2-40B4-BE49-F238E27FC236}">
                <a16:creationId xmlns:a16="http://schemas.microsoft.com/office/drawing/2014/main" id="{A538719E-9509-4F35-9784-54D9770B1AC0}"/>
              </a:ext>
            </a:extLst>
          </p:cNvPr>
          <p:cNvSpPr>
            <a:spLocks noGrp="1"/>
          </p:cNvSpPr>
          <p:nvPr/>
        </p:nvSpPr>
        <p:spPr>
          <a:xfrm>
            <a:off x="784199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8" name="01_find_only_2167">
            <a:extLst>
              <a:ext uri="{FF2B5EF4-FFF2-40B4-BE49-F238E27FC236}">
                <a16:creationId xmlns:a16="http://schemas.microsoft.com/office/drawing/2014/main" id="{1631027B-9432-40BF-AD9A-0A7193317873}"/>
              </a:ext>
            </a:extLst>
          </p:cNvPr>
          <p:cNvSpPr>
            <a:spLocks noGrp="1"/>
          </p:cNvSpPr>
          <p:nvPr/>
        </p:nvSpPr>
        <p:spPr>
          <a:xfrm>
            <a:off x="786938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9" name="01_find_only_2168">
            <a:extLst>
              <a:ext uri="{FF2B5EF4-FFF2-40B4-BE49-F238E27FC236}">
                <a16:creationId xmlns:a16="http://schemas.microsoft.com/office/drawing/2014/main" id="{62F98060-DA28-4E58-BD3B-6C5E50F94AB8}"/>
              </a:ext>
            </a:extLst>
          </p:cNvPr>
          <p:cNvSpPr>
            <a:spLocks noGrp="1"/>
          </p:cNvSpPr>
          <p:nvPr/>
        </p:nvSpPr>
        <p:spPr>
          <a:xfrm>
            <a:off x="790407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0" name="01_find_only_2169">
            <a:extLst>
              <a:ext uri="{FF2B5EF4-FFF2-40B4-BE49-F238E27FC236}">
                <a16:creationId xmlns:a16="http://schemas.microsoft.com/office/drawing/2014/main" id="{A23DA1B8-BAED-4BB1-BB15-B59006741428}"/>
              </a:ext>
            </a:extLst>
          </p:cNvPr>
          <p:cNvSpPr>
            <a:spLocks noGrp="1"/>
          </p:cNvSpPr>
          <p:nvPr/>
        </p:nvSpPr>
        <p:spPr>
          <a:xfrm>
            <a:off x="7836065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1" name="01_find_only_2170">
            <a:extLst>
              <a:ext uri="{FF2B5EF4-FFF2-40B4-BE49-F238E27FC236}">
                <a16:creationId xmlns:a16="http://schemas.microsoft.com/office/drawing/2014/main" id="{1397624B-6B06-4F0A-B2FF-55BE45C80B70}"/>
              </a:ext>
            </a:extLst>
          </p:cNvPr>
          <p:cNvSpPr>
            <a:spLocks noGrp="1"/>
          </p:cNvSpPr>
          <p:nvPr/>
        </p:nvSpPr>
        <p:spPr>
          <a:xfrm>
            <a:off x="7832567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2" name="01_find_only_2171">
            <a:extLst>
              <a:ext uri="{FF2B5EF4-FFF2-40B4-BE49-F238E27FC236}">
                <a16:creationId xmlns:a16="http://schemas.microsoft.com/office/drawing/2014/main" id="{839700A6-17EF-4F7F-9D9A-EC8610988FB9}"/>
              </a:ext>
            </a:extLst>
          </p:cNvPr>
          <p:cNvSpPr>
            <a:spLocks noGrp="1"/>
          </p:cNvSpPr>
          <p:nvPr/>
        </p:nvSpPr>
        <p:spPr>
          <a:xfrm>
            <a:off x="7889983" y="39846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3" name="01_find_only_2172">
            <a:extLst>
              <a:ext uri="{FF2B5EF4-FFF2-40B4-BE49-F238E27FC236}">
                <a16:creationId xmlns:a16="http://schemas.microsoft.com/office/drawing/2014/main" id="{238EF483-DF84-445D-98A8-2368D74DBE92}"/>
              </a:ext>
            </a:extLst>
          </p:cNvPr>
          <p:cNvSpPr>
            <a:spLocks noGrp="1"/>
          </p:cNvSpPr>
          <p:nvPr/>
        </p:nvSpPr>
        <p:spPr>
          <a:xfrm>
            <a:off x="7918449" y="31021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4" name="01_find_only_2173">
            <a:extLst>
              <a:ext uri="{FF2B5EF4-FFF2-40B4-BE49-F238E27FC236}">
                <a16:creationId xmlns:a16="http://schemas.microsoft.com/office/drawing/2014/main" id="{49855C3B-F94F-4167-AD96-E3132F016756}"/>
              </a:ext>
            </a:extLst>
          </p:cNvPr>
          <p:cNvSpPr>
            <a:spLocks noGrp="1"/>
          </p:cNvSpPr>
          <p:nvPr/>
        </p:nvSpPr>
        <p:spPr>
          <a:xfrm>
            <a:off x="7828292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5" name="01_find_only_2174">
            <a:extLst>
              <a:ext uri="{FF2B5EF4-FFF2-40B4-BE49-F238E27FC236}">
                <a16:creationId xmlns:a16="http://schemas.microsoft.com/office/drawing/2014/main" id="{9D68DFA7-93E4-4852-BC32-83B59BFA338F}"/>
              </a:ext>
            </a:extLst>
          </p:cNvPr>
          <p:cNvSpPr>
            <a:spLocks noGrp="1"/>
          </p:cNvSpPr>
          <p:nvPr/>
        </p:nvSpPr>
        <p:spPr>
          <a:xfrm>
            <a:off x="7866278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6" name="01_find_only_2175">
            <a:extLst>
              <a:ext uri="{FF2B5EF4-FFF2-40B4-BE49-F238E27FC236}">
                <a16:creationId xmlns:a16="http://schemas.microsoft.com/office/drawing/2014/main" id="{82A33647-4CBE-4771-BB73-950171DD3CDF}"/>
              </a:ext>
            </a:extLst>
          </p:cNvPr>
          <p:cNvSpPr>
            <a:spLocks noGrp="1"/>
          </p:cNvSpPr>
          <p:nvPr/>
        </p:nvSpPr>
        <p:spPr>
          <a:xfrm>
            <a:off x="789746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7" name="01_find_only_2176">
            <a:extLst>
              <a:ext uri="{FF2B5EF4-FFF2-40B4-BE49-F238E27FC236}">
                <a16:creationId xmlns:a16="http://schemas.microsoft.com/office/drawing/2014/main" id="{6D4905D6-D459-4C80-AA56-CE3E3AFBE2D3}"/>
              </a:ext>
            </a:extLst>
          </p:cNvPr>
          <p:cNvSpPr>
            <a:spLocks noGrp="1"/>
          </p:cNvSpPr>
          <p:nvPr/>
        </p:nvSpPr>
        <p:spPr>
          <a:xfrm>
            <a:off x="786831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8" name="01_find_only_2177">
            <a:extLst>
              <a:ext uri="{FF2B5EF4-FFF2-40B4-BE49-F238E27FC236}">
                <a16:creationId xmlns:a16="http://schemas.microsoft.com/office/drawing/2014/main" id="{B64A6D09-394F-435F-97E7-ED8EE7C8139F}"/>
              </a:ext>
            </a:extLst>
          </p:cNvPr>
          <p:cNvSpPr>
            <a:spLocks noGrp="1"/>
          </p:cNvSpPr>
          <p:nvPr/>
        </p:nvSpPr>
        <p:spPr>
          <a:xfrm>
            <a:off x="785190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9" name="01_find_only_2178">
            <a:extLst>
              <a:ext uri="{FF2B5EF4-FFF2-40B4-BE49-F238E27FC236}">
                <a16:creationId xmlns:a16="http://schemas.microsoft.com/office/drawing/2014/main" id="{3F871790-B6A1-4292-AD58-F199FF76D2EF}"/>
              </a:ext>
            </a:extLst>
          </p:cNvPr>
          <p:cNvSpPr>
            <a:spLocks noGrp="1"/>
          </p:cNvSpPr>
          <p:nvPr/>
        </p:nvSpPr>
        <p:spPr>
          <a:xfrm>
            <a:off x="788959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0" name="01_find_only_2179">
            <a:extLst>
              <a:ext uri="{FF2B5EF4-FFF2-40B4-BE49-F238E27FC236}">
                <a16:creationId xmlns:a16="http://schemas.microsoft.com/office/drawing/2014/main" id="{DE86E021-40F9-416E-BCD4-A3516181F507}"/>
              </a:ext>
            </a:extLst>
          </p:cNvPr>
          <p:cNvSpPr>
            <a:spLocks noGrp="1"/>
          </p:cNvSpPr>
          <p:nvPr/>
        </p:nvSpPr>
        <p:spPr>
          <a:xfrm>
            <a:off x="788648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1" name="01_find_only_2180">
            <a:extLst>
              <a:ext uri="{FF2B5EF4-FFF2-40B4-BE49-F238E27FC236}">
                <a16:creationId xmlns:a16="http://schemas.microsoft.com/office/drawing/2014/main" id="{2DA8496D-6F6F-442A-8B80-A97DA24D11F7}"/>
              </a:ext>
            </a:extLst>
          </p:cNvPr>
          <p:cNvSpPr>
            <a:spLocks noGrp="1"/>
          </p:cNvSpPr>
          <p:nvPr/>
        </p:nvSpPr>
        <p:spPr>
          <a:xfrm>
            <a:off x="7874730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2" name="01_find_only_2181">
            <a:extLst>
              <a:ext uri="{FF2B5EF4-FFF2-40B4-BE49-F238E27FC236}">
                <a16:creationId xmlns:a16="http://schemas.microsoft.com/office/drawing/2014/main" id="{95B903C0-DE72-425F-B12E-B1FFCEF65908}"/>
              </a:ext>
            </a:extLst>
          </p:cNvPr>
          <p:cNvSpPr>
            <a:spLocks noGrp="1"/>
          </p:cNvSpPr>
          <p:nvPr/>
        </p:nvSpPr>
        <p:spPr>
          <a:xfrm>
            <a:off x="788415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3" name="01_find_only_2182">
            <a:extLst>
              <a:ext uri="{FF2B5EF4-FFF2-40B4-BE49-F238E27FC236}">
                <a16:creationId xmlns:a16="http://schemas.microsoft.com/office/drawing/2014/main" id="{FBDFB06E-BD92-4110-A82C-E9BC6213BEA5}"/>
              </a:ext>
            </a:extLst>
          </p:cNvPr>
          <p:cNvSpPr>
            <a:spLocks noGrp="1"/>
          </p:cNvSpPr>
          <p:nvPr/>
        </p:nvSpPr>
        <p:spPr>
          <a:xfrm>
            <a:off x="785627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4" name="01_find_only_2183">
            <a:extLst>
              <a:ext uri="{FF2B5EF4-FFF2-40B4-BE49-F238E27FC236}">
                <a16:creationId xmlns:a16="http://schemas.microsoft.com/office/drawing/2014/main" id="{5306F5F4-10D0-4D00-A357-73C58D7AEB94}"/>
              </a:ext>
            </a:extLst>
          </p:cNvPr>
          <p:cNvSpPr>
            <a:spLocks noGrp="1"/>
          </p:cNvSpPr>
          <p:nvPr/>
        </p:nvSpPr>
        <p:spPr>
          <a:xfrm>
            <a:off x="787803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5" name="01_find_only_2184">
            <a:extLst>
              <a:ext uri="{FF2B5EF4-FFF2-40B4-BE49-F238E27FC236}">
                <a16:creationId xmlns:a16="http://schemas.microsoft.com/office/drawing/2014/main" id="{A742EA71-D16D-4E80-9F33-8890029C12C7}"/>
              </a:ext>
            </a:extLst>
          </p:cNvPr>
          <p:cNvSpPr>
            <a:spLocks noGrp="1"/>
          </p:cNvSpPr>
          <p:nvPr/>
        </p:nvSpPr>
        <p:spPr>
          <a:xfrm>
            <a:off x="7857244" y="31666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6" name="01_find_only_2185">
            <a:extLst>
              <a:ext uri="{FF2B5EF4-FFF2-40B4-BE49-F238E27FC236}">
                <a16:creationId xmlns:a16="http://schemas.microsoft.com/office/drawing/2014/main" id="{2E6DCFBC-0738-4C88-82F1-0D87F306B6C2}"/>
              </a:ext>
            </a:extLst>
          </p:cNvPr>
          <p:cNvSpPr>
            <a:spLocks noGrp="1"/>
          </p:cNvSpPr>
          <p:nvPr/>
        </p:nvSpPr>
        <p:spPr>
          <a:xfrm>
            <a:off x="7865792" y="36348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7" name="01_find_only_2186">
            <a:extLst>
              <a:ext uri="{FF2B5EF4-FFF2-40B4-BE49-F238E27FC236}">
                <a16:creationId xmlns:a16="http://schemas.microsoft.com/office/drawing/2014/main" id="{12086CFB-3229-45AB-B6DA-934E641B4468}"/>
              </a:ext>
            </a:extLst>
          </p:cNvPr>
          <p:cNvSpPr>
            <a:spLocks noGrp="1"/>
          </p:cNvSpPr>
          <p:nvPr/>
        </p:nvSpPr>
        <p:spPr>
          <a:xfrm>
            <a:off x="7907762" y="401542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8" name="01_find_only_2187">
            <a:extLst>
              <a:ext uri="{FF2B5EF4-FFF2-40B4-BE49-F238E27FC236}">
                <a16:creationId xmlns:a16="http://schemas.microsoft.com/office/drawing/2014/main" id="{A2DBE79B-5513-4C13-AE1A-88D980641929}"/>
              </a:ext>
            </a:extLst>
          </p:cNvPr>
          <p:cNvSpPr>
            <a:spLocks noGrp="1"/>
          </p:cNvSpPr>
          <p:nvPr/>
        </p:nvSpPr>
        <p:spPr>
          <a:xfrm>
            <a:off x="783897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9" name="01_find_only_2188">
            <a:extLst>
              <a:ext uri="{FF2B5EF4-FFF2-40B4-BE49-F238E27FC236}">
                <a16:creationId xmlns:a16="http://schemas.microsoft.com/office/drawing/2014/main" id="{9B9A0C84-46E2-40C4-BADB-062C0D66651C}"/>
              </a:ext>
            </a:extLst>
          </p:cNvPr>
          <p:cNvSpPr>
            <a:spLocks noGrp="1"/>
          </p:cNvSpPr>
          <p:nvPr/>
        </p:nvSpPr>
        <p:spPr>
          <a:xfrm>
            <a:off x="7843448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0" name="01_find_only_2189">
            <a:extLst>
              <a:ext uri="{FF2B5EF4-FFF2-40B4-BE49-F238E27FC236}">
                <a16:creationId xmlns:a16="http://schemas.microsoft.com/office/drawing/2014/main" id="{9157CCD1-B58C-446F-A279-FA20F4658888}"/>
              </a:ext>
            </a:extLst>
          </p:cNvPr>
          <p:cNvSpPr>
            <a:spLocks noGrp="1"/>
          </p:cNvSpPr>
          <p:nvPr/>
        </p:nvSpPr>
        <p:spPr>
          <a:xfrm>
            <a:off x="7883863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1" name="01_find_only_2190">
            <a:extLst>
              <a:ext uri="{FF2B5EF4-FFF2-40B4-BE49-F238E27FC236}">
                <a16:creationId xmlns:a16="http://schemas.microsoft.com/office/drawing/2014/main" id="{9CF5051E-70C4-4FEA-88A5-D101707C70FF}"/>
              </a:ext>
            </a:extLst>
          </p:cNvPr>
          <p:cNvSpPr>
            <a:spLocks noGrp="1"/>
          </p:cNvSpPr>
          <p:nvPr/>
        </p:nvSpPr>
        <p:spPr>
          <a:xfrm>
            <a:off x="7882989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2" name="01_find_only_2191">
            <a:extLst>
              <a:ext uri="{FF2B5EF4-FFF2-40B4-BE49-F238E27FC236}">
                <a16:creationId xmlns:a16="http://schemas.microsoft.com/office/drawing/2014/main" id="{1AF03968-3F8B-41EB-8410-E28FFBD0FDA1}"/>
              </a:ext>
            </a:extLst>
          </p:cNvPr>
          <p:cNvSpPr>
            <a:spLocks noGrp="1"/>
          </p:cNvSpPr>
          <p:nvPr/>
        </p:nvSpPr>
        <p:spPr>
          <a:xfrm>
            <a:off x="7914563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3" name="01_find_only_2192">
            <a:extLst>
              <a:ext uri="{FF2B5EF4-FFF2-40B4-BE49-F238E27FC236}">
                <a16:creationId xmlns:a16="http://schemas.microsoft.com/office/drawing/2014/main" id="{86895E9A-603B-4BC6-B74B-CDD90E771593}"/>
              </a:ext>
            </a:extLst>
          </p:cNvPr>
          <p:cNvSpPr>
            <a:spLocks noGrp="1"/>
          </p:cNvSpPr>
          <p:nvPr/>
        </p:nvSpPr>
        <p:spPr>
          <a:xfrm>
            <a:off x="7899893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4" name="01_find_only_2193">
            <a:extLst>
              <a:ext uri="{FF2B5EF4-FFF2-40B4-BE49-F238E27FC236}">
                <a16:creationId xmlns:a16="http://schemas.microsoft.com/office/drawing/2014/main" id="{BA477FBA-FD3B-44AD-9906-5D26F03BDBCE}"/>
              </a:ext>
            </a:extLst>
          </p:cNvPr>
          <p:cNvSpPr>
            <a:spLocks noGrp="1"/>
          </p:cNvSpPr>
          <p:nvPr/>
        </p:nvSpPr>
        <p:spPr>
          <a:xfrm>
            <a:off x="783995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5" name="01_find_only_2194">
            <a:extLst>
              <a:ext uri="{FF2B5EF4-FFF2-40B4-BE49-F238E27FC236}">
                <a16:creationId xmlns:a16="http://schemas.microsoft.com/office/drawing/2014/main" id="{B9F82280-4FF8-4D83-AC81-2258CF633F51}"/>
              </a:ext>
            </a:extLst>
          </p:cNvPr>
          <p:cNvSpPr>
            <a:spLocks noGrp="1"/>
          </p:cNvSpPr>
          <p:nvPr/>
        </p:nvSpPr>
        <p:spPr>
          <a:xfrm>
            <a:off x="785403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6" name="01_find_only_2195">
            <a:extLst>
              <a:ext uri="{FF2B5EF4-FFF2-40B4-BE49-F238E27FC236}">
                <a16:creationId xmlns:a16="http://schemas.microsoft.com/office/drawing/2014/main" id="{435E7337-AE52-45F3-9F38-86F32DA4F01F}"/>
              </a:ext>
            </a:extLst>
          </p:cNvPr>
          <p:cNvSpPr>
            <a:spLocks noGrp="1"/>
          </p:cNvSpPr>
          <p:nvPr/>
        </p:nvSpPr>
        <p:spPr>
          <a:xfrm>
            <a:off x="7892607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7" name="01_find_only_2196">
            <a:extLst>
              <a:ext uri="{FF2B5EF4-FFF2-40B4-BE49-F238E27FC236}">
                <a16:creationId xmlns:a16="http://schemas.microsoft.com/office/drawing/2014/main" id="{000F3CF5-3777-4A29-B8CE-6A3769B2CF5B}"/>
              </a:ext>
            </a:extLst>
          </p:cNvPr>
          <p:cNvSpPr>
            <a:spLocks noGrp="1"/>
          </p:cNvSpPr>
          <p:nvPr/>
        </p:nvSpPr>
        <p:spPr>
          <a:xfrm>
            <a:off x="783431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8" name="01_find_only_2197">
            <a:extLst>
              <a:ext uri="{FF2B5EF4-FFF2-40B4-BE49-F238E27FC236}">
                <a16:creationId xmlns:a16="http://schemas.microsoft.com/office/drawing/2014/main" id="{5664560E-966D-4EDE-9EBB-05F5C1A35783}"/>
              </a:ext>
            </a:extLst>
          </p:cNvPr>
          <p:cNvSpPr>
            <a:spLocks noGrp="1"/>
          </p:cNvSpPr>
          <p:nvPr/>
        </p:nvSpPr>
        <p:spPr>
          <a:xfrm>
            <a:off x="7901836" y="33389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9" name="01_find_only_2198">
            <a:extLst>
              <a:ext uri="{FF2B5EF4-FFF2-40B4-BE49-F238E27FC236}">
                <a16:creationId xmlns:a16="http://schemas.microsoft.com/office/drawing/2014/main" id="{E5E40CC8-7842-4C79-8FED-B8FC51996678}"/>
              </a:ext>
            </a:extLst>
          </p:cNvPr>
          <p:cNvSpPr>
            <a:spLocks noGrp="1"/>
          </p:cNvSpPr>
          <p:nvPr/>
        </p:nvSpPr>
        <p:spPr>
          <a:xfrm>
            <a:off x="790513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0" name="01_find_only_2199">
            <a:extLst>
              <a:ext uri="{FF2B5EF4-FFF2-40B4-BE49-F238E27FC236}">
                <a16:creationId xmlns:a16="http://schemas.microsoft.com/office/drawing/2014/main" id="{2CC8E8A2-FD16-4A06-BC42-2AA146BE0B47}"/>
              </a:ext>
            </a:extLst>
          </p:cNvPr>
          <p:cNvSpPr>
            <a:spLocks noGrp="1"/>
          </p:cNvSpPr>
          <p:nvPr/>
        </p:nvSpPr>
        <p:spPr>
          <a:xfrm>
            <a:off x="7894841" y="306983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1" name="01_find_only_2200">
            <a:extLst>
              <a:ext uri="{FF2B5EF4-FFF2-40B4-BE49-F238E27FC236}">
                <a16:creationId xmlns:a16="http://schemas.microsoft.com/office/drawing/2014/main" id="{2880604E-2FE9-4D76-8368-027CB2956962}"/>
              </a:ext>
            </a:extLst>
          </p:cNvPr>
          <p:cNvSpPr>
            <a:spLocks noGrp="1"/>
          </p:cNvSpPr>
          <p:nvPr/>
        </p:nvSpPr>
        <p:spPr>
          <a:xfrm>
            <a:off x="7893967" y="32312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2" name="01_find_only_2201">
            <a:extLst>
              <a:ext uri="{FF2B5EF4-FFF2-40B4-BE49-F238E27FC236}">
                <a16:creationId xmlns:a16="http://schemas.microsoft.com/office/drawing/2014/main" id="{2C398132-D220-46B7-A94D-A9D9E4115896}"/>
              </a:ext>
            </a:extLst>
          </p:cNvPr>
          <p:cNvSpPr>
            <a:spLocks noGrp="1"/>
          </p:cNvSpPr>
          <p:nvPr/>
        </p:nvSpPr>
        <p:spPr>
          <a:xfrm>
            <a:off x="789814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3" name="01_find_only_2202">
            <a:extLst>
              <a:ext uri="{FF2B5EF4-FFF2-40B4-BE49-F238E27FC236}">
                <a16:creationId xmlns:a16="http://schemas.microsoft.com/office/drawing/2014/main" id="{FFB0408D-3413-4604-B4BA-F9A37C30F91F}"/>
              </a:ext>
            </a:extLst>
          </p:cNvPr>
          <p:cNvSpPr>
            <a:spLocks noGrp="1"/>
          </p:cNvSpPr>
          <p:nvPr/>
        </p:nvSpPr>
        <p:spPr>
          <a:xfrm>
            <a:off x="787978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4" name="01_find_only_2203">
            <a:extLst>
              <a:ext uri="{FF2B5EF4-FFF2-40B4-BE49-F238E27FC236}">
                <a16:creationId xmlns:a16="http://schemas.microsoft.com/office/drawing/2014/main" id="{D046ABE1-892A-4852-9E8B-706FB8A2BA9F}"/>
              </a:ext>
            </a:extLst>
          </p:cNvPr>
          <p:cNvSpPr>
            <a:spLocks noGrp="1"/>
          </p:cNvSpPr>
          <p:nvPr/>
        </p:nvSpPr>
        <p:spPr>
          <a:xfrm>
            <a:off x="7829361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5" name="01_find_only_2204">
            <a:extLst>
              <a:ext uri="{FF2B5EF4-FFF2-40B4-BE49-F238E27FC236}">
                <a16:creationId xmlns:a16="http://schemas.microsoft.com/office/drawing/2014/main" id="{8BD8C50F-63D4-4430-BF25-989C15D26510}"/>
              </a:ext>
            </a:extLst>
          </p:cNvPr>
          <p:cNvSpPr>
            <a:spLocks noGrp="1"/>
          </p:cNvSpPr>
          <p:nvPr/>
        </p:nvSpPr>
        <p:spPr>
          <a:xfrm>
            <a:off x="787958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6" name="01_find_only_2205">
            <a:extLst>
              <a:ext uri="{FF2B5EF4-FFF2-40B4-BE49-F238E27FC236}">
                <a16:creationId xmlns:a16="http://schemas.microsoft.com/office/drawing/2014/main" id="{E1BCD953-A3CF-4435-AFCE-4E69AF9395D8}"/>
              </a:ext>
            </a:extLst>
          </p:cNvPr>
          <p:cNvSpPr>
            <a:spLocks noGrp="1"/>
          </p:cNvSpPr>
          <p:nvPr/>
        </p:nvSpPr>
        <p:spPr>
          <a:xfrm>
            <a:off x="7842185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7" name="01_find_only_2206">
            <a:extLst>
              <a:ext uri="{FF2B5EF4-FFF2-40B4-BE49-F238E27FC236}">
                <a16:creationId xmlns:a16="http://schemas.microsoft.com/office/drawing/2014/main" id="{71425999-3552-4285-B650-4A37EC207140}"/>
              </a:ext>
            </a:extLst>
          </p:cNvPr>
          <p:cNvSpPr>
            <a:spLocks noGrp="1"/>
          </p:cNvSpPr>
          <p:nvPr/>
        </p:nvSpPr>
        <p:spPr>
          <a:xfrm>
            <a:off x="7894356" y="39018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8" name="01_find_only_2207">
            <a:extLst>
              <a:ext uri="{FF2B5EF4-FFF2-40B4-BE49-F238E27FC236}">
                <a16:creationId xmlns:a16="http://schemas.microsoft.com/office/drawing/2014/main" id="{C42C60EC-4449-45EF-829F-450195517C51}"/>
              </a:ext>
            </a:extLst>
          </p:cNvPr>
          <p:cNvSpPr>
            <a:spLocks noGrp="1"/>
          </p:cNvSpPr>
          <p:nvPr/>
        </p:nvSpPr>
        <p:spPr>
          <a:xfrm>
            <a:off x="790717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9" name="01_find_only_2208">
            <a:extLst>
              <a:ext uri="{FF2B5EF4-FFF2-40B4-BE49-F238E27FC236}">
                <a16:creationId xmlns:a16="http://schemas.microsoft.com/office/drawing/2014/main" id="{870B892C-3CB2-4928-8F5B-B98F9BC2EEF7}"/>
              </a:ext>
            </a:extLst>
          </p:cNvPr>
          <p:cNvSpPr>
            <a:spLocks noGrp="1"/>
          </p:cNvSpPr>
          <p:nvPr/>
        </p:nvSpPr>
        <p:spPr>
          <a:xfrm>
            <a:off x="7840631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0" name="01_find_only_2209">
            <a:extLst>
              <a:ext uri="{FF2B5EF4-FFF2-40B4-BE49-F238E27FC236}">
                <a16:creationId xmlns:a16="http://schemas.microsoft.com/office/drawing/2014/main" id="{BF6100C5-4013-40A3-92FE-64B6DE14B0C6}"/>
              </a:ext>
            </a:extLst>
          </p:cNvPr>
          <p:cNvSpPr>
            <a:spLocks noGrp="1"/>
          </p:cNvSpPr>
          <p:nvPr/>
        </p:nvSpPr>
        <p:spPr>
          <a:xfrm>
            <a:off x="7895230" y="310708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1" name="01_find_only_2210">
            <a:extLst>
              <a:ext uri="{FF2B5EF4-FFF2-40B4-BE49-F238E27FC236}">
                <a16:creationId xmlns:a16="http://schemas.microsoft.com/office/drawing/2014/main" id="{09C29D2E-ED07-4226-93FE-EE5ECC88C3F6}"/>
              </a:ext>
            </a:extLst>
          </p:cNvPr>
          <p:cNvSpPr>
            <a:spLocks noGrp="1"/>
          </p:cNvSpPr>
          <p:nvPr/>
        </p:nvSpPr>
        <p:spPr>
          <a:xfrm>
            <a:off x="7845489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2" name="01_find_only_2211">
            <a:extLst>
              <a:ext uri="{FF2B5EF4-FFF2-40B4-BE49-F238E27FC236}">
                <a16:creationId xmlns:a16="http://schemas.microsoft.com/office/drawing/2014/main" id="{E187B817-AAE1-4216-B74F-A14A8AE53355}"/>
              </a:ext>
            </a:extLst>
          </p:cNvPr>
          <p:cNvSpPr>
            <a:spLocks noGrp="1"/>
          </p:cNvSpPr>
          <p:nvPr/>
        </p:nvSpPr>
        <p:spPr>
          <a:xfrm>
            <a:off x="784976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3" name="01_find_only_2212">
            <a:extLst>
              <a:ext uri="{FF2B5EF4-FFF2-40B4-BE49-F238E27FC236}">
                <a16:creationId xmlns:a16="http://schemas.microsoft.com/office/drawing/2014/main" id="{38CA87A1-8A75-4830-92A2-2F029EF1A802}"/>
              </a:ext>
            </a:extLst>
          </p:cNvPr>
          <p:cNvSpPr>
            <a:spLocks noGrp="1"/>
          </p:cNvSpPr>
          <p:nvPr/>
        </p:nvSpPr>
        <p:spPr>
          <a:xfrm>
            <a:off x="7838202" y="312364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4" name="01_find_only_2213">
            <a:extLst>
              <a:ext uri="{FF2B5EF4-FFF2-40B4-BE49-F238E27FC236}">
                <a16:creationId xmlns:a16="http://schemas.microsoft.com/office/drawing/2014/main" id="{AD555E05-6909-4F40-87AA-A24F367D2611}"/>
              </a:ext>
            </a:extLst>
          </p:cNvPr>
          <p:cNvSpPr>
            <a:spLocks noGrp="1"/>
          </p:cNvSpPr>
          <p:nvPr/>
        </p:nvSpPr>
        <p:spPr>
          <a:xfrm>
            <a:off x="7894161" y="37156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5" name="01_find_only_2214">
            <a:extLst>
              <a:ext uri="{FF2B5EF4-FFF2-40B4-BE49-F238E27FC236}">
                <a16:creationId xmlns:a16="http://schemas.microsoft.com/office/drawing/2014/main" id="{8F8DE504-DA93-4456-8137-72D23B4A2C4B}"/>
              </a:ext>
            </a:extLst>
          </p:cNvPr>
          <p:cNvSpPr>
            <a:spLocks noGrp="1"/>
          </p:cNvSpPr>
          <p:nvPr/>
        </p:nvSpPr>
        <p:spPr>
          <a:xfrm>
            <a:off x="7919226" y="38309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6" name="01_find_only_2215">
            <a:extLst>
              <a:ext uri="{FF2B5EF4-FFF2-40B4-BE49-F238E27FC236}">
                <a16:creationId xmlns:a16="http://schemas.microsoft.com/office/drawing/2014/main" id="{1644F3E2-4F1E-41B8-82FD-03065CF8BEDC}"/>
              </a:ext>
            </a:extLst>
          </p:cNvPr>
          <p:cNvSpPr>
            <a:spLocks noGrp="1"/>
          </p:cNvSpPr>
          <p:nvPr/>
        </p:nvSpPr>
        <p:spPr>
          <a:xfrm>
            <a:off x="7923404" y="36464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7" name="01_find_only_2216">
            <a:extLst>
              <a:ext uri="{FF2B5EF4-FFF2-40B4-BE49-F238E27FC236}">
                <a16:creationId xmlns:a16="http://schemas.microsoft.com/office/drawing/2014/main" id="{B9896DFC-BDB9-46CF-8090-1B0C76279B1D}"/>
              </a:ext>
            </a:extLst>
          </p:cNvPr>
          <p:cNvSpPr>
            <a:spLocks noGrp="1"/>
          </p:cNvSpPr>
          <p:nvPr/>
        </p:nvSpPr>
        <p:spPr>
          <a:xfrm>
            <a:off x="7863364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8" name="01_find_only_2217">
            <a:extLst>
              <a:ext uri="{FF2B5EF4-FFF2-40B4-BE49-F238E27FC236}">
                <a16:creationId xmlns:a16="http://schemas.microsoft.com/office/drawing/2014/main" id="{255AEEDD-1B10-493F-A6E5-EA111586E0DB}"/>
              </a:ext>
            </a:extLst>
          </p:cNvPr>
          <p:cNvSpPr>
            <a:spLocks noGrp="1"/>
          </p:cNvSpPr>
          <p:nvPr/>
        </p:nvSpPr>
        <p:spPr>
          <a:xfrm>
            <a:off x="7899019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9" name="01_find_only_2218">
            <a:extLst>
              <a:ext uri="{FF2B5EF4-FFF2-40B4-BE49-F238E27FC236}">
                <a16:creationId xmlns:a16="http://schemas.microsoft.com/office/drawing/2014/main" id="{372C1167-A84A-4AA4-B70D-0575D87C4774}"/>
              </a:ext>
            </a:extLst>
          </p:cNvPr>
          <p:cNvSpPr>
            <a:spLocks noGrp="1"/>
          </p:cNvSpPr>
          <p:nvPr/>
        </p:nvSpPr>
        <p:spPr>
          <a:xfrm>
            <a:off x="791786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0" name="01_find_only_2219">
            <a:extLst>
              <a:ext uri="{FF2B5EF4-FFF2-40B4-BE49-F238E27FC236}">
                <a16:creationId xmlns:a16="http://schemas.microsoft.com/office/drawing/2014/main" id="{C02EBAD2-11E3-497D-8BAB-2325361CA6DA}"/>
              </a:ext>
            </a:extLst>
          </p:cNvPr>
          <p:cNvSpPr>
            <a:spLocks noGrp="1"/>
          </p:cNvSpPr>
          <p:nvPr/>
        </p:nvSpPr>
        <p:spPr>
          <a:xfrm>
            <a:off x="7906402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1" name="01_find_only_2220">
            <a:extLst>
              <a:ext uri="{FF2B5EF4-FFF2-40B4-BE49-F238E27FC236}">
                <a16:creationId xmlns:a16="http://schemas.microsoft.com/office/drawing/2014/main" id="{D1393325-30D0-4FA2-ADAC-01A45A7CEC27}"/>
              </a:ext>
            </a:extLst>
          </p:cNvPr>
          <p:cNvSpPr>
            <a:spLocks noGrp="1"/>
          </p:cNvSpPr>
          <p:nvPr/>
        </p:nvSpPr>
        <p:spPr>
          <a:xfrm>
            <a:off x="7896104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2" name="01_find_only_2221">
            <a:extLst>
              <a:ext uri="{FF2B5EF4-FFF2-40B4-BE49-F238E27FC236}">
                <a16:creationId xmlns:a16="http://schemas.microsoft.com/office/drawing/2014/main" id="{49926CAE-8EA0-44FB-BDD9-104AFEAA0D13}"/>
              </a:ext>
            </a:extLst>
          </p:cNvPr>
          <p:cNvSpPr>
            <a:spLocks noGrp="1"/>
          </p:cNvSpPr>
          <p:nvPr/>
        </p:nvSpPr>
        <p:spPr>
          <a:xfrm>
            <a:off x="787230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3" name="01_find_only_2222">
            <a:extLst>
              <a:ext uri="{FF2B5EF4-FFF2-40B4-BE49-F238E27FC236}">
                <a16:creationId xmlns:a16="http://schemas.microsoft.com/office/drawing/2014/main" id="{D5861E25-E728-48AA-92AA-82A4358F6CEA}"/>
              </a:ext>
            </a:extLst>
          </p:cNvPr>
          <p:cNvSpPr>
            <a:spLocks noGrp="1"/>
          </p:cNvSpPr>
          <p:nvPr/>
        </p:nvSpPr>
        <p:spPr>
          <a:xfrm>
            <a:off x="7869387" y="336126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4" name="01_find_only_2223">
            <a:extLst>
              <a:ext uri="{FF2B5EF4-FFF2-40B4-BE49-F238E27FC236}">
                <a16:creationId xmlns:a16="http://schemas.microsoft.com/office/drawing/2014/main" id="{1B06DFA9-44A4-481D-B607-66B7CB42515F}"/>
              </a:ext>
            </a:extLst>
          </p:cNvPr>
          <p:cNvSpPr>
            <a:spLocks noGrp="1"/>
          </p:cNvSpPr>
          <p:nvPr/>
        </p:nvSpPr>
        <p:spPr>
          <a:xfrm>
            <a:off x="7837036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5" name="01_find_only_2224">
            <a:extLst>
              <a:ext uri="{FF2B5EF4-FFF2-40B4-BE49-F238E27FC236}">
                <a16:creationId xmlns:a16="http://schemas.microsoft.com/office/drawing/2014/main" id="{84B66D56-DA4E-4EAD-A82B-3F5FA237273F}"/>
              </a:ext>
            </a:extLst>
          </p:cNvPr>
          <p:cNvSpPr>
            <a:spLocks noGrp="1"/>
          </p:cNvSpPr>
          <p:nvPr/>
        </p:nvSpPr>
        <p:spPr>
          <a:xfrm>
            <a:off x="7918157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6" name="01_find_only_2225">
            <a:extLst>
              <a:ext uri="{FF2B5EF4-FFF2-40B4-BE49-F238E27FC236}">
                <a16:creationId xmlns:a16="http://schemas.microsoft.com/office/drawing/2014/main" id="{9D49BC1C-56AF-40AB-8B08-69A648095F45}"/>
              </a:ext>
            </a:extLst>
          </p:cNvPr>
          <p:cNvSpPr>
            <a:spLocks noGrp="1"/>
          </p:cNvSpPr>
          <p:nvPr/>
        </p:nvSpPr>
        <p:spPr>
          <a:xfrm>
            <a:off x="790786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7" name="01_find_only_2226">
            <a:extLst>
              <a:ext uri="{FF2B5EF4-FFF2-40B4-BE49-F238E27FC236}">
                <a16:creationId xmlns:a16="http://schemas.microsoft.com/office/drawing/2014/main" id="{0F521D1C-B13E-49AB-9A80-4A0453029CE7}"/>
              </a:ext>
            </a:extLst>
          </p:cNvPr>
          <p:cNvSpPr>
            <a:spLocks noGrp="1"/>
          </p:cNvSpPr>
          <p:nvPr/>
        </p:nvSpPr>
        <p:spPr>
          <a:xfrm>
            <a:off x="7893190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8" name="01_find_only_2227">
            <a:extLst>
              <a:ext uri="{FF2B5EF4-FFF2-40B4-BE49-F238E27FC236}">
                <a16:creationId xmlns:a16="http://schemas.microsoft.com/office/drawing/2014/main" id="{B71DE896-3AA4-4397-9D07-05ED10A26EB0}"/>
              </a:ext>
            </a:extLst>
          </p:cNvPr>
          <p:cNvSpPr>
            <a:spLocks noGrp="1"/>
          </p:cNvSpPr>
          <p:nvPr/>
        </p:nvSpPr>
        <p:spPr>
          <a:xfrm>
            <a:off x="7833636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9" name="01_find_only_2228">
            <a:extLst>
              <a:ext uri="{FF2B5EF4-FFF2-40B4-BE49-F238E27FC236}">
                <a16:creationId xmlns:a16="http://schemas.microsoft.com/office/drawing/2014/main" id="{E4069730-6576-49BE-B602-282A5F651C44}"/>
              </a:ext>
            </a:extLst>
          </p:cNvPr>
          <p:cNvSpPr>
            <a:spLocks noGrp="1"/>
          </p:cNvSpPr>
          <p:nvPr/>
        </p:nvSpPr>
        <p:spPr>
          <a:xfrm>
            <a:off x="7843059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0" name="01_find_only_2229">
            <a:extLst>
              <a:ext uri="{FF2B5EF4-FFF2-40B4-BE49-F238E27FC236}">
                <a16:creationId xmlns:a16="http://schemas.microsoft.com/office/drawing/2014/main" id="{B094F0FB-8EE0-4C91-9C9B-9809E2070327}"/>
              </a:ext>
            </a:extLst>
          </p:cNvPr>
          <p:cNvSpPr>
            <a:spLocks noGrp="1"/>
          </p:cNvSpPr>
          <p:nvPr/>
        </p:nvSpPr>
        <p:spPr>
          <a:xfrm>
            <a:off x="7852483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1" name="01_find_only_2230">
            <a:extLst>
              <a:ext uri="{FF2B5EF4-FFF2-40B4-BE49-F238E27FC236}">
                <a16:creationId xmlns:a16="http://schemas.microsoft.com/office/drawing/2014/main" id="{B94124C7-0DCF-4C44-BA11-51BA925DBFE8}"/>
              </a:ext>
            </a:extLst>
          </p:cNvPr>
          <p:cNvSpPr>
            <a:spLocks noGrp="1"/>
          </p:cNvSpPr>
          <p:nvPr/>
        </p:nvSpPr>
        <p:spPr>
          <a:xfrm>
            <a:off x="7894161" y="29083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2" name="01_find_only_2231">
            <a:extLst>
              <a:ext uri="{FF2B5EF4-FFF2-40B4-BE49-F238E27FC236}">
                <a16:creationId xmlns:a16="http://schemas.microsoft.com/office/drawing/2014/main" id="{6BDAF051-5A38-4D2F-ABBC-3D38A29BCFA2}"/>
              </a:ext>
            </a:extLst>
          </p:cNvPr>
          <p:cNvSpPr>
            <a:spLocks noGrp="1"/>
          </p:cNvSpPr>
          <p:nvPr/>
        </p:nvSpPr>
        <p:spPr>
          <a:xfrm>
            <a:off x="7884348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3" name="01_find_only_2232">
            <a:extLst>
              <a:ext uri="{FF2B5EF4-FFF2-40B4-BE49-F238E27FC236}">
                <a16:creationId xmlns:a16="http://schemas.microsoft.com/office/drawing/2014/main" id="{294DB21B-CD7D-43D8-A1E0-5864F9F431A6}"/>
              </a:ext>
            </a:extLst>
          </p:cNvPr>
          <p:cNvSpPr>
            <a:spLocks noGrp="1"/>
          </p:cNvSpPr>
          <p:nvPr/>
        </p:nvSpPr>
        <p:spPr>
          <a:xfrm>
            <a:off x="7847140" y="37694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4" name="01_find_only_2233">
            <a:extLst>
              <a:ext uri="{FF2B5EF4-FFF2-40B4-BE49-F238E27FC236}">
                <a16:creationId xmlns:a16="http://schemas.microsoft.com/office/drawing/2014/main" id="{C1C57D35-D89D-4F21-A245-D314710871AC}"/>
              </a:ext>
            </a:extLst>
          </p:cNvPr>
          <p:cNvSpPr>
            <a:spLocks noGrp="1"/>
          </p:cNvSpPr>
          <p:nvPr/>
        </p:nvSpPr>
        <p:spPr>
          <a:xfrm>
            <a:off x="7864724" y="355416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5" name="01_find_only_2234">
            <a:extLst>
              <a:ext uri="{FF2B5EF4-FFF2-40B4-BE49-F238E27FC236}">
                <a16:creationId xmlns:a16="http://schemas.microsoft.com/office/drawing/2014/main" id="{2CB62A2D-0940-4F75-9CA3-EB7BB6E70A58}"/>
              </a:ext>
            </a:extLst>
          </p:cNvPr>
          <p:cNvSpPr>
            <a:spLocks noGrp="1"/>
          </p:cNvSpPr>
          <p:nvPr/>
        </p:nvSpPr>
        <p:spPr>
          <a:xfrm>
            <a:off x="7830332" y="41999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6" name="01_find_only_2235">
            <a:extLst>
              <a:ext uri="{FF2B5EF4-FFF2-40B4-BE49-F238E27FC236}">
                <a16:creationId xmlns:a16="http://schemas.microsoft.com/office/drawing/2014/main" id="{967410FA-F51B-41FC-9862-8E2CD2F160BD}"/>
              </a:ext>
            </a:extLst>
          </p:cNvPr>
          <p:cNvSpPr>
            <a:spLocks noGrp="1"/>
          </p:cNvSpPr>
          <p:nvPr/>
        </p:nvSpPr>
        <p:spPr>
          <a:xfrm>
            <a:off x="6346470" y="2858272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237" name="01_find_only_2236">
            <a:extLst>
              <a:ext uri="{FF2B5EF4-FFF2-40B4-BE49-F238E27FC236}">
                <a16:creationId xmlns:a16="http://schemas.microsoft.com/office/drawing/2014/main" id="{CCD8832C-588E-4F11-A7A6-8205B5DE2423}"/>
              </a:ext>
            </a:extLst>
          </p:cNvPr>
          <p:cNvSpPr>
            <a:spLocks noGrp="1"/>
          </p:cNvSpPr>
          <p:nvPr/>
        </p:nvSpPr>
        <p:spPr>
          <a:xfrm>
            <a:off x="6346469" y="4278972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238" name="text_2237">
            <a:extLst>
              <a:ext uri="{FF2B5EF4-FFF2-40B4-BE49-F238E27FC236}">
                <a16:creationId xmlns:a16="http://schemas.microsoft.com/office/drawing/2014/main" id="{21801077-E44F-490A-B980-D65B7FDB2B72}"/>
              </a:ext>
            </a:extLst>
          </p:cNvPr>
          <p:cNvSpPr>
            <a:spLocks noGrp="1"/>
          </p:cNvSpPr>
          <p:nvPr/>
        </p:nvSpPr>
        <p:spPr>
          <a:xfrm>
            <a:off x="6115461" y="2663980"/>
            <a:ext cx="84858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c</a:t>
            </a:r>
          </a:p>
        </p:txBody>
      </p:sp>
      <p:sp>
        <p:nvSpPr>
          <p:cNvPr id="2239" name="text_2238">
            <a:extLst>
              <a:ext uri="{FF2B5EF4-FFF2-40B4-BE49-F238E27FC236}">
                <a16:creationId xmlns:a16="http://schemas.microsoft.com/office/drawing/2014/main" id="{038F88EF-1350-4A63-8037-C794D7644985}"/>
              </a:ext>
            </a:extLst>
          </p:cNvPr>
          <p:cNvSpPr>
            <a:spLocks noGrp="1"/>
          </p:cNvSpPr>
          <p:nvPr/>
        </p:nvSpPr>
        <p:spPr>
          <a:xfrm>
            <a:off x="6346469" y="2654988"/>
            <a:ext cx="1033411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All ligands, Emap2lig</a:t>
            </a:r>
          </a:p>
        </p:txBody>
      </p:sp>
      <p:sp>
        <p:nvSpPr>
          <p:cNvPr id="2240" name="01_find_only_2239">
            <a:extLst>
              <a:ext uri="{FF2B5EF4-FFF2-40B4-BE49-F238E27FC236}">
                <a16:creationId xmlns:a16="http://schemas.microsoft.com/office/drawing/2014/main" id="{AB641214-0408-4212-89CD-2C55EBB99280}"/>
              </a:ext>
            </a:extLst>
          </p:cNvPr>
          <p:cNvSpPr>
            <a:spLocks noGrp="1"/>
          </p:cNvSpPr>
          <p:nvPr/>
        </p:nvSpPr>
        <p:spPr>
          <a:xfrm>
            <a:off x="6361748" y="3825712"/>
            <a:ext cx="1527834" cy="388683"/>
          </a:xfrm>
          <a:custGeom>
            <a:avLst/>
            <a:gdLst/>
            <a:ahLst/>
            <a:cxnLst/>
            <a:rect l="0" t="0" r="0" b="0"/>
            <a:pathLst>
              <a:path w="1500000" h="381602">
                <a:moveTo>
                  <a:pt x="0" y="381602"/>
                </a:moveTo>
                <a:lnTo>
                  <a:pt x="19231" y="380242"/>
                </a:lnTo>
                <a:lnTo>
                  <a:pt x="19481" y="379303"/>
                </a:lnTo>
                <a:lnTo>
                  <a:pt x="25000" y="378947"/>
                </a:lnTo>
                <a:lnTo>
                  <a:pt x="26316" y="377272"/>
                </a:lnTo>
                <a:lnTo>
                  <a:pt x="31250" y="376245"/>
                </a:lnTo>
                <a:lnTo>
                  <a:pt x="32468" y="375604"/>
                </a:lnTo>
                <a:lnTo>
                  <a:pt x="35714" y="375486"/>
                </a:lnTo>
                <a:lnTo>
                  <a:pt x="36797" y="373076"/>
                </a:lnTo>
                <a:lnTo>
                  <a:pt x="41667" y="372061"/>
                </a:lnTo>
                <a:lnTo>
                  <a:pt x="43011" y="370096"/>
                </a:lnTo>
                <a:lnTo>
                  <a:pt x="50000" y="369587"/>
                </a:lnTo>
                <a:lnTo>
                  <a:pt x="51282" y="367505"/>
                </a:lnTo>
                <a:lnTo>
                  <a:pt x="55556" y="366528"/>
                </a:lnTo>
                <a:lnTo>
                  <a:pt x="56277" y="364136"/>
                </a:lnTo>
                <a:lnTo>
                  <a:pt x="62500" y="362931"/>
                </a:lnTo>
                <a:lnTo>
                  <a:pt x="62771" y="356259"/>
                </a:lnTo>
                <a:lnTo>
                  <a:pt x="71429" y="355532"/>
                </a:lnTo>
                <a:lnTo>
                  <a:pt x="71429" y="352718"/>
                </a:lnTo>
                <a:lnTo>
                  <a:pt x="78947" y="351360"/>
                </a:lnTo>
                <a:lnTo>
                  <a:pt x="80087" y="350854"/>
                </a:lnTo>
                <a:lnTo>
                  <a:pt x="83333" y="350747"/>
                </a:lnTo>
                <a:lnTo>
                  <a:pt x="84416" y="341751"/>
                </a:lnTo>
                <a:lnTo>
                  <a:pt x="91398" y="340387"/>
                </a:lnTo>
                <a:lnTo>
                  <a:pt x="91667" y="340193"/>
                </a:lnTo>
                <a:lnTo>
                  <a:pt x="100000" y="339219"/>
                </a:lnTo>
                <a:lnTo>
                  <a:pt x="100000" y="332371"/>
                </a:lnTo>
                <a:lnTo>
                  <a:pt x="107143" y="331698"/>
                </a:lnTo>
                <a:lnTo>
                  <a:pt x="108333" y="330492"/>
                </a:lnTo>
                <a:lnTo>
                  <a:pt x="111111" y="330268"/>
                </a:lnTo>
                <a:lnTo>
                  <a:pt x="111111" y="328300"/>
                </a:lnTo>
                <a:lnTo>
                  <a:pt x="125000" y="327051"/>
                </a:lnTo>
                <a:lnTo>
                  <a:pt x="125541" y="304883"/>
                </a:lnTo>
                <a:lnTo>
                  <a:pt x="136364" y="303713"/>
                </a:lnTo>
                <a:lnTo>
                  <a:pt x="137681" y="302966"/>
                </a:lnTo>
                <a:lnTo>
                  <a:pt x="142857" y="302503"/>
                </a:lnTo>
                <a:lnTo>
                  <a:pt x="142857" y="300986"/>
                </a:lnTo>
                <a:lnTo>
                  <a:pt x="150000" y="300788"/>
                </a:lnTo>
                <a:lnTo>
                  <a:pt x="150538" y="299177"/>
                </a:lnTo>
                <a:lnTo>
                  <a:pt x="162338" y="297782"/>
                </a:lnTo>
                <a:lnTo>
                  <a:pt x="162338" y="297752"/>
                </a:lnTo>
                <a:lnTo>
                  <a:pt x="166667" y="297721"/>
                </a:lnTo>
                <a:lnTo>
                  <a:pt x="166667" y="278140"/>
                </a:lnTo>
                <a:lnTo>
                  <a:pt x="175000" y="277537"/>
                </a:lnTo>
                <a:lnTo>
                  <a:pt x="175325" y="276679"/>
                </a:lnTo>
                <a:lnTo>
                  <a:pt x="178571" y="276603"/>
                </a:lnTo>
                <a:lnTo>
                  <a:pt x="179654" y="274549"/>
                </a:lnTo>
                <a:lnTo>
                  <a:pt x="185897" y="273174"/>
                </a:lnTo>
                <a:lnTo>
                  <a:pt x="185897" y="273083"/>
                </a:lnTo>
                <a:lnTo>
                  <a:pt x="187500" y="273083"/>
                </a:lnTo>
                <a:lnTo>
                  <a:pt x="188406" y="267148"/>
                </a:lnTo>
                <a:lnTo>
                  <a:pt x="200000" y="265805"/>
                </a:lnTo>
                <a:lnTo>
                  <a:pt x="201299" y="260344"/>
                </a:lnTo>
                <a:lnTo>
                  <a:pt x="208333" y="259622"/>
                </a:lnTo>
                <a:lnTo>
                  <a:pt x="209677" y="256476"/>
                </a:lnTo>
                <a:lnTo>
                  <a:pt x="214286" y="255303"/>
                </a:lnTo>
                <a:lnTo>
                  <a:pt x="215054" y="253709"/>
                </a:lnTo>
                <a:lnTo>
                  <a:pt x="222222" y="253321"/>
                </a:lnTo>
                <a:lnTo>
                  <a:pt x="222222" y="252141"/>
                </a:lnTo>
                <a:lnTo>
                  <a:pt x="230769" y="250994"/>
                </a:lnTo>
                <a:lnTo>
                  <a:pt x="231884" y="250452"/>
                </a:lnTo>
                <a:lnTo>
                  <a:pt x="250000" y="249595"/>
                </a:lnTo>
                <a:lnTo>
                  <a:pt x="251082" y="181038"/>
                </a:lnTo>
                <a:lnTo>
                  <a:pt x="269231" y="179759"/>
                </a:lnTo>
                <a:lnTo>
                  <a:pt x="270563" y="179456"/>
                </a:lnTo>
                <a:lnTo>
                  <a:pt x="277778" y="178099"/>
                </a:lnTo>
                <a:lnTo>
                  <a:pt x="277778" y="177312"/>
                </a:lnTo>
                <a:lnTo>
                  <a:pt x="288462" y="175942"/>
                </a:lnTo>
                <a:lnTo>
                  <a:pt x="289855" y="175567"/>
                </a:lnTo>
                <a:lnTo>
                  <a:pt x="291667" y="175460"/>
                </a:lnTo>
                <a:lnTo>
                  <a:pt x="291667" y="172981"/>
                </a:lnTo>
                <a:lnTo>
                  <a:pt x="300000" y="172874"/>
                </a:lnTo>
                <a:lnTo>
                  <a:pt x="301282" y="169016"/>
                </a:lnTo>
                <a:lnTo>
                  <a:pt x="312500" y="167810"/>
                </a:lnTo>
                <a:lnTo>
                  <a:pt x="312500" y="166924"/>
                </a:lnTo>
                <a:lnTo>
                  <a:pt x="333333" y="165766"/>
                </a:lnTo>
                <a:lnTo>
                  <a:pt x="333333" y="154946"/>
                </a:lnTo>
                <a:lnTo>
                  <a:pt x="354167" y="153705"/>
                </a:lnTo>
                <a:lnTo>
                  <a:pt x="354167" y="153410"/>
                </a:lnTo>
                <a:lnTo>
                  <a:pt x="361111" y="152291"/>
                </a:lnTo>
                <a:lnTo>
                  <a:pt x="362069" y="151622"/>
                </a:lnTo>
                <a:lnTo>
                  <a:pt x="375000" y="150571"/>
                </a:lnTo>
                <a:lnTo>
                  <a:pt x="376344" y="142230"/>
                </a:lnTo>
                <a:lnTo>
                  <a:pt x="392473" y="140830"/>
                </a:lnTo>
                <a:lnTo>
                  <a:pt x="392473" y="140754"/>
                </a:lnTo>
                <a:lnTo>
                  <a:pt x="400000" y="140321"/>
                </a:lnTo>
                <a:lnTo>
                  <a:pt x="400000" y="138786"/>
                </a:lnTo>
                <a:lnTo>
                  <a:pt x="416667" y="138258"/>
                </a:lnTo>
                <a:lnTo>
                  <a:pt x="417749" y="135355"/>
                </a:lnTo>
                <a:lnTo>
                  <a:pt x="437500" y="134351"/>
                </a:lnTo>
                <a:lnTo>
                  <a:pt x="437500" y="132580"/>
                </a:lnTo>
                <a:lnTo>
                  <a:pt x="458333" y="131189"/>
                </a:lnTo>
                <a:lnTo>
                  <a:pt x="458333" y="130480"/>
                </a:lnTo>
                <a:lnTo>
                  <a:pt x="500000" y="129782"/>
                </a:lnTo>
                <a:lnTo>
                  <a:pt x="500000" y="53045"/>
                </a:lnTo>
                <a:lnTo>
                  <a:pt x="557692" y="51829"/>
                </a:lnTo>
                <a:lnTo>
                  <a:pt x="557692" y="51193"/>
                </a:lnTo>
                <a:lnTo>
                  <a:pt x="600000" y="50101"/>
                </a:lnTo>
                <a:lnTo>
                  <a:pt x="600000" y="47267"/>
                </a:lnTo>
                <a:lnTo>
                  <a:pt x="653846" y="45909"/>
                </a:lnTo>
                <a:lnTo>
                  <a:pt x="653846" y="45818"/>
                </a:lnTo>
                <a:lnTo>
                  <a:pt x="700000" y="44450"/>
                </a:lnTo>
                <a:lnTo>
                  <a:pt x="700000" y="43033"/>
                </a:lnTo>
                <a:lnTo>
                  <a:pt x="750000" y="42793"/>
                </a:lnTo>
                <a:lnTo>
                  <a:pt x="750000" y="37038"/>
                </a:lnTo>
                <a:lnTo>
                  <a:pt x="833333" y="36000"/>
                </a:lnTo>
                <a:lnTo>
                  <a:pt x="833333" y="34819"/>
                </a:lnTo>
                <a:lnTo>
                  <a:pt x="875000" y="34667"/>
                </a:lnTo>
                <a:lnTo>
                  <a:pt x="875000" y="31125"/>
                </a:lnTo>
                <a:lnTo>
                  <a:pt x="900000" y="31035"/>
                </a:lnTo>
                <a:lnTo>
                  <a:pt x="900000" y="29618"/>
                </a:lnTo>
                <a:lnTo>
                  <a:pt x="1000000" y="28739"/>
                </a:lnTo>
                <a:lnTo>
                  <a:pt x="1000000" y="14571"/>
                </a:lnTo>
                <a:lnTo>
                  <a:pt x="1125000" y="14297"/>
                </a:lnTo>
                <a:lnTo>
                  <a:pt x="1125000" y="11641"/>
                </a:lnTo>
                <a:lnTo>
                  <a:pt x="1250000" y="10248"/>
                </a:lnTo>
                <a:lnTo>
                  <a:pt x="1250000" y="8477"/>
                </a:lnTo>
                <a:lnTo>
                  <a:pt x="1500000" y="7084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241" name="01_find_only_2240">
            <a:extLst>
              <a:ext uri="{FF2B5EF4-FFF2-40B4-BE49-F238E27FC236}">
                <a16:creationId xmlns:a16="http://schemas.microsoft.com/office/drawing/2014/main" id="{411838F1-57C7-4B57-92F6-1CEF55DB6AB9}"/>
              </a:ext>
            </a:extLst>
          </p:cNvPr>
          <p:cNvSpPr>
            <a:spLocks noGrp="1"/>
          </p:cNvSpPr>
          <p:nvPr/>
        </p:nvSpPr>
        <p:spPr>
          <a:xfrm>
            <a:off x="6361748" y="4052952"/>
            <a:ext cx="1527834" cy="161443"/>
          </a:xfrm>
          <a:custGeom>
            <a:avLst/>
            <a:gdLst/>
            <a:ahLst/>
            <a:cxnLst/>
            <a:rect l="0" t="0" r="0" b="0"/>
            <a:pathLst>
              <a:path w="1500000" h="158502">
                <a:moveTo>
                  <a:pt x="0" y="158502"/>
                </a:moveTo>
                <a:lnTo>
                  <a:pt x="750000" y="158502"/>
                </a:lnTo>
                <a:lnTo>
                  <a:pt x="750000" y="127824"/>
                </a:lnTo>
                <a:lnTo>
                  <a:pt x="1000000" y="127824"/>
                </a:lnTo>
                <a:lnTo>
                  <a:pt x="1000000" y="54566"/>
                </a:lnTo>
                <a:lnTo>
                  <a:pt x="1500000" y="54566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242" name="01_find_only_2241">
            <a:extLst>
              <a:ext uri="{FF2B5EF4-FFF2-40B4-BE49-F238E27FC236}">
                <a16:creationId xmlns:a16="http://schemas.microsoft.com/office/drawing/2014/main" id="{65E6EF0A-33C1-4D34-BFFF-5409BE0DAB60}"/>
              </a:ext>
            </a:extLst>
          </p:cNvPr>
          <p:cNvSpPr>
            <a:spLocks noGrp="1"/>
          </p:cNvSpPr>
          <p:nvPr/>
        </p:nvSpPr>
        <p:spPr>
          <a:xfrm>
            <a:off x="6594396" y="3988150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3" name="01_find_only_2242">
            <a:extLst>
              <a:ext uri="{FF2B5EF4-FFF2-40B4-BE49-F238E27FC236}">
                <a16:creationId xmlns:a16="http://schemas.microsoft.com/office/drawing/2014/main" id="{842FDC00-649E-462B-9FC9-432FE1691C11}"/>
              </a:ext>
            </a:extLst>
          </p:cNvPr>
          <p:cNvSpPr>
            <a:spLocks noGrp="1"/>
          </p:cNvSpPr>
          <p:nvPr/>
        </p:nvSpPr>
        <p:spPr>
          <a:xfrm>
            <a:off x="6849035" y="385775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4" name="01_find_only_2243">
            <a:extLst>
              <a:ext uri="{FF2B5EF4-FFF2-40B4-BE49-F238E27FC236}">
                <a16:creationId xmlns:a16="http://schemas.microsoft.com/office/drawing/2014/main" id="{AB0D9F76-79C0-4468-A6D0-587FBA1DD1B2}"/>
              </a:ext>
            </a:extLst>
          </p:cNvPr>
          <p:cNvSpPr>
            <a:spLocks noGrp="1"/>
          </p:cNvSpPr>
          <p:nvPr/>
        </p:nvSpPr>
        <p:spPr>
          <a:xfrm>
            <a:off x="7358313" y="3818563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5" name="01_find_only_2244">
            <a:extLst>
              <a:ext uri="{FF2B5EF4-FFF2-40B4-BE49-F238E27FC236}">
                <a16:creationId xmlns:a16="http://schemas.microsoft.com/office/drawing/2014/main" id="{BF67828C-7AF2-4A8C-B47A-3296C8440B60}"/>
              </a:ext>
            </a:extLst>
          </p:cNvPr>
          <p:cNvSpPr>
            <a:spLocks noGrp="1"/>
          </p:cNvSpPr>
          <p:nvPr/>
        </p:nvSpPr>
        <p:spPr>
          <a:xfrm>
            <a:off x="7867591" y="380372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246" name="01_find_only_2245">
            <a:extLst>
              <a:ext uri="{FF2B5EF4-FFF2-40B4-BE49-F238E27FC236}">
                <a16:creationId xmlns:a16="http://schemas.microsoft.com/office/drawing/2014/main" id="{3BACA3B1-99FF-4273-ACBE-A49C67944C02}"/>
              </a:ext>
            </a:extLst>
          </p:cNvPr>
          <p:cNvSpPr>
            <a:spLocks noGrp="1"/>
          </p:cNvSpPr>
          <p:nvPr/>
        </p:nvSpPr>
        <p:spPr>
          <a:xfrm>
            <a:off x="6579799" y="417780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47" name="01_find_only_2246">
            <a:extLst>
              <a:ext uri="{FF2B5EF4-FFF2-40B4-BE49-F238E27FC236}">
                <a16:creationId xmlns:a16="http://schemas.microsoft.com/office/drawing/2014/main" id="{B2827D9E-CD0F-49B5-B4BC-FA2BC2C6ABD5}"/>
              </a:ext>
            </a:extLst>
          </p:cNvPr>
          <p:cNvSpPr>
            <a:spLocks noGrp="1"/>
          </p:cNvSpPr>
          <p:nvPr/>
        </p:nvSpPr>
        <p:spPr>
          <a:xfrm>
            <a:off x="6834438" y="4177807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48" name="01_find_only_2247">
            <a:extLst>
              <a:ext uri="{FF2B5EF4-FFF2-40B4-BE49-F238E27FC236}">
                <a16:creationId xmlns:a16="http://schemas.microsoft.com/office/drawing/2014/main" id="{204D6548-2BEB-4A69-BC3C-BD77CECD9861}"/>
              </a:ext>
            </a:extLst>
          </p:cNvPr>
          <p:cNvSpPr>
            <a:spLocks noGrp="1"/>
          </p:cNvSpPr>
          <p:nvPr/>
        </p:nvSpPr>
        <p:spPr>
          <a:xfrm>
            <a:off x="7343716" y="4071943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49" name="01_find_only_2248">
            <a:extLst>
              <a:ext uri="{FF2B5EF4-FFF2-40B4-BE49-F238E27FC236}">
                <a16:creationId xmlns:a16="http://schemas.microsoft.com/office/drawing/2014/main" id="{546DDA99-42FB-4DFC-A784-9AB990C334F9}"/>
              </a:ext>
            </a:extLst>
          </p:cNvPr>
          <p:cNvSpPr>
            <a:spLocks noGrp="1"/>
          </p:cNvSpPr>
          <p:nvPr/>
        </p:nvSpPr>
        <p:spPr>
          <a:xfrm>
            <a:off x="7852994" y="4016364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250" name="01_find_only_2249">
            <a:extLst>
              <a:ext uri="{FF2B5EF4-FFF2-40B4-BE49-F238E27FC236}">
                <a16:creationId xmlns:a16="http://schemas.microsoft.com/office/drawing/2014/main" id="{3F4DFEED-77F3-4F04-9DA9-AE3937B77BD4}"/>
              </a:ext>
            </a:extLst>
          </p:cNvPr>
          <p:cNvSpPr>
            <a:spLocks noGrp="1"/>
          </p:cNvSpPr>
          <p:nvPr/>
        </p:nvSpPr>
        <p:spPr>
          <a:xfrm>
            <a:off x="2023311" y="4946701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51" name="01_find_only_2250">
            <a:extLst>
              <a:ext uri="{FF2B5EF4-FFF2-40B4-BE49-F238E27FC236}">
                <a16:creationId xmlns:a16="http://schemas.microsoft.com/office/drawing/2014/main" id="{E71866DE-379F-4102-BE26-01E870AF5E3C}"/>
              </a:ext>
            </a:extLst>
          </p:cNvPr>
          <p:cNvSpPr>
            <a:spLocks noGrp="1"/>
          </p:cNvSpPr>
          <p:nvPr/>
        </p:nvSpPr>
        <p:spPr>
          <a:xfrm>
            <a:off x="2227022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698" y="1257449"/>
                </a:lnTo>
                <a:lnTo>
                  <a:pt x="2746" y="1246883"/>
                </a:lnTo>
                <a:lnTo>
                  <a:pt x="6003" y="1236316"/>
                </a:lnTo>
                <a:lnTo>
                  <a:pt x="10258" y="1225749"/>
                </a:lnTo>
                <a:lnTo>
                  <a:pt x="15245" y="1215182"/>
                </a:lnTo>
                <a:lnTo>
                  <a:pt x="20673" y="1204615"/>
                </a:lnTo>
                <a:lnTo>
                  <a:pt x="26256" y="1194049"/>
                </a:lnTo>
                <a:lnTo>
                  <a:pt x="31734" y="1183482"/>
                </a:lnTo>
                <a:lnTo>
                  <a:pt x="36892" y="1172915"/>
                </a:lnTo>
                <a:lnTo>
                  <a:pt x="41573" y="1162348"/>
                </a:lnTo>
                <a:lnTo>
                  <a:pt x="45677" y="1151781"/>
                </a:lnTo>
                <a:lnTo>
                  <a:pt x="49163" y="1141215"/>
                </a:lnTo>
                <a:lnTo>
                  <a:pt x="52034" y="1130648"/>
                </a:lnTo>
                <a:lnTo>
                  <a:pt x="54331" y="1120081"/>
                </a:lnTo>
                <a:lnTo>
                  <a:pt x="56116" y="1109514"/>
                </a:lnTo>
                <a:lnTo>
                  <a:pt x="57466" y="1098947"/>
                </a:lnTo>
                <a:lnTo>
                  <a:pt x="58456" y="1088381"/>
                </a:lnTo>
                <a:lnTo>
                  <a:pt x="59161" y="1077814"/>
                </a:lnTo>
                <a:lnTo>
                  <a:pt x="59643" y="1067247"/>
                </a:lnTo>
                <a:lnTo>
                  <a:pt x="59956" y="1056680"/>
                </a:lnTo>
                <a:lnTo>
                  <a:pt x="60141" y="1046113"/>
                </a:lnTo>
                <a:lnTo>
                  <a:pt x="60231" y="1035547"/>
                </a:lnTo>
                <a:lnTo>
                  <a:pt x="60249" y="1024980"/>
                </a:lnTo>
                <a:lnTo>
                  <a:pt x="60211" y="1014413"/>
                </a:lnTo>
                <a:lnTo>
                  <a:pt x="60128" y="1003846"/>
                </a:lnTo>
                <a:lnTo>
                  <a:pt x="60007" y="993279"/>
                </a:lnTo>
                <a:lnTo>
                  <a:pt x="59852" y="982713"/>
                </a:lnTo>
                <a:lnTo>
                  <a:pt x="59662" y="972146"/>
                </a:lnTo>
                <a:lnTo>
                  <a:pt x="59439" y="961579"/>
                </a:lnTo>
                <a:lnTo>
                  <a:pt x="59180" y="951012"/>
                </a:lnTo>
                <a:lnTo>
                  <a:pt x="58883" y="940445"/>
                </a:lnTo>
                <a:lnTo>
                  <a:pt x="58549" y="929879"/>
                </a:lnTo>
                <a:lnTo>
                  <a:pt x="58177" y="919312"/>
                </a:lnTo>
                <a:lnTo>
                  <a:pt x="57771" y="908745"/>
                </a:lnTo>
                <a:lnTo>
                  <a:pt x="57336" y="898178"/>
                </a:lnTo>
                <a:lnTo>
                  <a:pt x="56876" y="887611"/>
                </a:lnTo>
                <a:lnTo>
                  <a:pt x="56398" y="877045"/>
                </a:lnTo>
                <a:lnTo>
                  <a:pt x="55908" y="866478"/>
                </a:lnTo>
                <a:lnTo>
                  <a:pt x="55409" y="855911"/>
                </a:lnTo>
                <a:lnTo>
                  <a:pt x="54899" y="845344"/>
                </a:lnTo>
                <a:lnTo>
                  <a:pt x="54374" y="834777"/>
                </a:lnTo>
                <a:lnTo>
                  <a:pt x="53820" y="824211"/>
                </a:lnTo>
                <a:lnTo>
                  <a:pt x="53221" y="813644"/>
                </a:lnTo>
                <a:lnTo>
                  <a:pt x="52550" y="803077"/>
                </a:lnTo>
                <a:lnTo>
                  <a:pt x="51780" y="792510"/>
                </a:lnTo>
                <a:lnTo>
                  <a:pt x="50880" y="781943"/>
                </a:lnTo>
                <a:lnTo>
                  <a:pt x="49821" y="771377"/>
                </a:lnTo>
                <a:lnTo>
                  <a:pt x="48578" y="760810"/>
                </a:lnTo>
                <a:lnTo>
                  <a:pt x="47136" y="750243"/>
                </a:lnTo>
                <a:lnTo>
                  <a:pt x="45496" y="739676"/>
                </a:lnTo>
                <a:lnTo>
                  <a:pt x="43677" y="729109"/>
                </a:lnTo>
                <a:lnTo>
                  <a:pt x="41723" y="718543"/>
                </a:lnTo>
                <a:lnTo>
                  <a:pt x="39698" y="707976"/>
                </a:lnTo>
                <a:lnTo>
                  <a:pt x="37693" y="697409"/>
                </a:lnTo>
                <a:lnTo>
                  <a:pt x="35813" y="686842"/>
                </a:lnTo>
                <a:lnTo>
                  <a:pt x="34175" y="676275"/>
                </a:lnTo>
                <a:lnTo>
                  <a:pt x="32897" y="665708"/>
                </a:lnTo>
                <a:lnTo>
                  <a:pt x="32085" y="655142"/>
                </a:lnTo>
                <a:lnTo>
                  <a:pt x="31822" y="644575"/>
                </a:lnTo>
                <a:lnTo>
                  <a:pt x="32158" y="634008"/>
                </a:lnTo>
                <a:lnTo>
                  <a:pt x="33104" y="623441"/>
                </a:lnTo>
                <a:lnTo>
                  <a:pt x="34630" y="612874"/>
                </a:lnTo>
                <a:lnTo>
                  <a:pt x="36667" y="602308"/>
                </a:lnTo>
                <a:lnTo>
                  <a:pt x="39113" y="591741"/>
                </a:lnTo>
                <a:lnTo>
                  <a:pt x="41846" y="581174"/>
                </a:lnTo>
                <a:lnTo>
                  <a:pt x="44732" y="570607"/>
                </a:lnTo>
                <a:lnTo>
                  <a:pt x="47641" y="560040"/>
                </a:lnTo>
                <a:lnTo>
                  <a:pt x="50456" y="549474"/>
                </a:lnTo>
                <a:lnTo>
                  <a:pt x="53082" y="538907"/>
                </a:lnTo>
                <a:lnTo>
                  <a:pt x="55450" y="528340"/>
                </a:lnTo>
                <a:lnTo>
                  <a:pt x="57517" y="517773"/>
                </a:lnTo>
                <a:lnTo>
                  <a:pt x="59267" y="507206"/>
                </a:lnTo>
                <a:lnTo>
                  <a:pt x="60706" y="496640"/>
                </a:lnTo>
                <a:lnTo>
                  <a:pt x="61856" y="486073"/>
                </a:lnTo>
                <a:lnTo>
                  <a:pt x="62749" y="475506"/>
                </a:lnTo>
                <a:lnTo>
                  <a:pt x="63425" y="464939"/>
                </a:lnTo>
                <a:lnTo>
                  <a:pt x="63923" y="454372"/>
                </a:lnTo>
                <a:lnTo>
                  <a:pt x="64280" y="443806"/>
                </a:lnTo>
                <a:lnTo>
                  <a:pt x="64529" y="433239"/>
                </a:lnTo>
                <a:lnTo>
                  <a:pt x="64699" y="422672"/>
                </a:lnTo>
                <a:lnTo>
                  <a:pt x="64812" y="412105"/>
                </a:lnTo>
                <a:lnTo>
                  <a:pt x="64886" y="401538"/>
                </a:lnTo>
                <a:lnTo>
                  <a:pt x="64932" y="390972"/>
                </a:lnTo>
                <a:lnTo>
                  <a:pt x="64960" y="380405"/>
                </a:lnTo>
                <a:lnTo>
                  <a:pt x="64977" y="369838"/>
                </a:lnTo>
                <a:lnTo>
                  <a:pt x="64987" y="359271"/>
                </a:lnTo>
                <a:lnTo>
                  <a:pt x="64993" y="348704"/>
                </a:lnTo>
                <a:lnTo>
                  <a:pt x="64996" y="338138"/>
                </a:lnTo>
                <a:lnTo>
                  <a:pt x="64998" y="327571"/>
                </a:lnTo>
                <a:lnTo>
                  <a:pt x="64999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1" y="317004"/>
                </a:lnTo>
                <a:lnTo>
                  <a:pt x="65002" y="327571"/>
                </a:lnTo>
                <a:lnTo>
                  <a:pt x="65004" y="338138"/>
                </a:lnTo>
                <a:lnTo>
                  <a:pt x="65007" y="348704"/>
                </a:lnTo>
                <a:lnTo>
                  <a:pt x="65013" y="359271"/>
                </a:lnTo>
                <a:lnTo>
                  <a:pt x="65023" y="369838"/>
                </a:lnTo>
                <a:lnTo>
                  <a:pt x="65040" y="380405"/>
                </a:lnTo>
                <a:lnTo>
                  <a:pt x="65068" y="390972"/>
                </a:lnTo>
                <a:lnTo>
                  <a:pt x="65114" y="401538"/>
                </a:lnTo>
                <a:lnTo>
                  <a:pt x="65188" y="412105"/>
                </a:lnTo>
                <a:lnTo>
                  <a:pt x="65301" y="422672"/>
                </a:lnTo>
                <a:lnTo>
                  <a:pt x="65471" y="433239"/>
                </a:lnTo>
                <a:lnTo>
                  <a:pt x="65720" y="443806"/>
                </a:lnTo>
                <a:lnTo>
                  <a:pt x="66077" y="454372"/>
                </a:lnTo>
                <a:lnTo>
                  <a:pt x="66575" y="464939"/>
                </a:lnTo>
                <a:lnTo>
                  <a:pt x="67251" y="475506"/>
                </a:lnTo>
                <a:lnTo>
                  <a:pt x="68144" y="486073"/>
                </a:lnTo>
                <a:lnTo>
                  <a:pt x="69294" y="496640"/>
                </a:lnTo>
                <a:lnTo>
                  <a:pt x="70733" y="507206"/>
                </a:lnTo>
                <a:lnTo>
                  <a:pt x="72483" y="517773"/>
                </a:lnTo>
                <a:lnTo>
                  <a:pt x="74550" y="528340"/>
                </a:lnTo>
                <a:lnTo>
                  <a:pt x="76918" y="538907"/>
                </a:lnTo>
                <a:lnTo>
                  <a:pt x="79544" y="549474"/>
                </a:lnTo>
                <a:lnTo>
                  <a:pt x="82359" y="560040"/>
                </a:lnTo>
                <a:lnTo>
                  <a:pt x="85268" y="570607"/>
                </a:lnTo>
                <a:lnTo>
                  <a:pt x="88154" y="581174"/>
                </a:lnTo>
                <a:lnTo>
                  <a:pt x="90887" y="591741"/>
                </a:lnTo>
                <a:lnTo>
                  <a:pt x="93333" y="602308"/>
                </a:lnTo>
                <a:lnTo>
                  <a:pt x="95370" y="612874"/>
                </a:lnTo>
                <a:lnTo>
                  <a:pt x="96896" y="623441"/>
                </a:lnTo>
                <a:lnTo>
                  <a:pt x="97842" y="634008"/>
                </a:lnTo>
                <a:lnTo>
                  <a:pt x="98178" y="644575"/>
                </a:lnTo>
                <a:lnTo>
                  <a:pt x="97915" y="655142"/>
                </a:lnTo>
                <a:lnTo>
                  <a:pt x="97103" y="665708"/>
                </a:lnTo>
                <a:lnTo>
                  <a:pt x="95825" y="676275"/>
                </a:lnTo>
                <a:lnTo>
                  <a:pt x="94187" y="686842"/>
                </a:lnTo>
                <a:lnTo>
                  <a:pt x="92307" y="697409"/>
                </a:lnTo>
                <a:lnTo>
                  <a:pt x="90302" y="707976"/>
                </a:lnTo>
                <a:lnTo>
                  <a:pt x="88277" y="718543"/>
                </a:lnTo>
                <a:lnTo>
                  <a:pt x="86323" y="729109"/>
                </a:lnTo>
                <a:lnTo>
                  <a:pt x="84504" y="739676"/>
                </a:lnTo>
                <a:lnTo>
                  <a:pt x="82864" y="750243"/>
                </a:lnTo>
                <a:lnTo>
                  <a:pt x="81422" y="760810"/>
                </a:lnTo>
                <a:lnTo>
                  <a:pt x="80179" y="771377"/>
                </a:lnTo>
                <a:lnTo>
                  <a:pt x="79120" y="781943"/>
                </a:lnTo>
                <a:lnTo>
                  <a:pt x="78220" y="792510"/>
                </a:lnTo>
                <a:lnTo>
                  <a:pt x="77450" y="803077"/>
                </a:lnTo>
                <a:lnTo>
                  <a:pt x="76780" y="813644"/>
                </a:lnTo>
                <a:lnTo>
                  <a:pt x="76180" y="824211"/>
                </a:lnTo>
                <a:lnTo>
                  <a:pt x="75626" y="834777"/>
                </a:lnTo>
                <a:lnTo>
                  <a:pt x="75101" y="845344"/>
                </a:lnTo>
                <a:lnTo>
                  <a:pt x="74591" y="855911"/>
                </a:lnTo>
                <a:lnTo>
                  <a:pt x="74092" y="866478"/>
                </a:lnTo>
                <a:lnTo>
                  <a:pt x="73602" y="877045"/>
                </a:lnTo>
                <a:lnTo>
                  <a:pt x="73124" y="887611"/>
                </a:lnTo>
                <a:lnTo>
                  <a:pt x="72664" y="898178"/>
                </a:lnTo>
                <a:lnTo>
                  <a:pt x="72229" y="908745"/>
                </a:lnTo>
                <a:lnTo>
                  <a:pt x="71823" y="919312"/>
                </a:lnTo>
                <a:lnTo>
                  <a:pt x="71451" y="929879"/>
                </a:lnTo>
                <a:lnTo>
                  <a:pt x="71117" y="940445"/>
                </a:lnTo>
                <a:lnTo>
                  <a:pt x="70820" y="951012"/>
                </a:lnTo>
                <a:lnTo>
                  <a:pt x="70561" y="961579"/>
                </a:lnTo>
                <a:lnTo>
                  <a:pt x="70338" y="972146"/>
                </a:lnTo>
                <a:lnTo>
                  <a:pt x="70148" y="982713"/>
                </a:lnTo>
                <a:lnTo>
                  <a:pt x="69993" y="993279"/>
                </a:lnTo>
                <a:lnTo>
                  <a:pt x="69872" y="1003846"/>
                </a:lnTo>
                <a:lnTo>
                  <a:pt x="69789" y="1014413"/>
                </a:lnTo>
                <a:lnTo>
                  <a:pt x="69751" y="1024980"/>
                </a:lnTo>
                <a:lnTo>
                  <a:pt x="69769" y="1035547"/>
                </a:lnTo>
                <a:lnTo>
                  <a:pt x="69859" y="1046113"/>
                </a:lnTo>
                <a:lnTo>
                  <a:pt x="70044" y="1056680"/>
                </a:lnTo>
                <a:lnTo>
                  <a:pt x="70357" y="1067247"/>
                </a:lnTo>
                <a:lnTo>
                  <a:pt x="70839" y="1077814"/>
                </a:lnTo>
                <a:lnTo>
                  <a:pt x="71544" y="1088381"/>
                </a:lnTo>
                <a:lnTo>
                  <a:pt x="72534" y="1098947"/>
                </a:lnTo>
                <a:lnTo>
                  <a:pt x="73884" y="1109514"/>
                </a:lnTo>
                <a:lnTo>
                  <a:pt x="75669" y="1120081"/>
                </a:lnTo>
                <a:lnTo>
                  <a:pt x="77966" y="1130648"/>
                </a:lnTo>
                <a:lnTo>
                  <a:pt x="80837" y="1141215"/>
                </a:lnTo>
                <a:lnTo>
                  <a:pt x="84323" y="1151781"/>
                </a:lnTo>
                <a:lnTo>
                  <a:pt x="88427" y="1162348"/>
                </a:lnTo>
                <a:lnTo>
                  <a:pt x="93108" y="1172915"/>
                </a:lnTo>
                <a:lnTo>
                  <a:pt x="98266" y="1183482"/>
                </a:lnTo>
                <a:lnTo>
                  <a:pt x="103744" y="1194049"/>
                </a:lnTo>
                <a:lnTo>
                  <a:pt x="109327" y="1204615"/>
                </a:lnTo>
                <a:lnTo>
                  <a:pt x="114755" y="1215182"/>
                </a:lnTo>
                <a:lnTo>
                  <a:pt x="119742" y="1225749"/>
                </a:lnTo>
                <a:lnTo>
                  <a:pt x="123997" y="1236316"/>
                </a:lnTo>
                <a:lnTo>
                  <a:pt x="127254" y="1246883"/>
                </a:lnTo>
                <a:lnTo>
                  <a:pt x="129302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2" name="01_find_only_2251">
            <a:extLst>
              <a:ext uri="{FF2B5EF4-FFF2-40B4-BE49-F238E27FC236}">
                <a16:creationId xmlns:a16="http://schemas.microsoft.com/office/drawing/2014/main" id="{69E0B6EF-D117-4EDD-9B4A-0D2B36F40CF5}"/>
              </a:ext>
            </a:extLst>
          </p:cNvPr>
          <p:cNvSpPr>
            <a:spLocks noGrp="1"/>
          </p:cNvSpPr>
          <p:nvPr/>
        </p:nvSpPr>
        <p:spPr>
          <a:xfrm>
            <a:off x="2481661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2906" y="1268016"/>
                </a:moveTo>
                <a:lnTo>
                  <a:pt x="47094" y="1268016"/>
                </a:lnTo>
                <a:lnTo>
                  <a:pt x="47268" y="1257449"/>
                </a:lnTo>
                <a:lnTo>
                  <a:pt x="47779" y="1246883"/>
                </a:lnTo>
                <a:lnTo>
                  <a:pt x="48591" y="1236316"/>
                </a:lnTo>
                <a:lnTo>
                  <a:pt x="49651" y="1225749"/>
                </a:lnTo>
                <a:lnTo>
                  <a:pt x="50893" y="1215182"/>
                </a:lnTo>
                <a:lnTo>
                  <a:pt x="52242" y="1204615"/>
                </a:lnTo>
                <a:lnTo>
                  <a:pt x="53629" y="1194049"/>
                </a:lnTo>
                <a:lnTo>
                  <a:pt x="54989" y="1183482"/>
                </a:lnTo>
                <a:lnTo>
                  <a:pt x="56270" y="1172915"/>
                </a:lnTo>
                <a:lnTo>
                  <a:pt x="57434" y="1162348"/>
                </a:lnTo>
                <a:lnTo>
                  <a:pt x="58460" y="1151781"/>
                </a:lnTo>
                <a:lnTo>
                  <a:pt x="59340" y="1141215"/>
                </a:lnTo>
                <a:lnTo>
                  <a:pt x="60076" y="1130648"/>
                </a:lnTo>
                <a:lnTo>
                  <a:pt x="60681" y="1120081"/>
                </a:lnTo>
                <a:lnTo>
                  <a:pt x="61171" y="1109514"/>
                </a:lnTo>
                <a:lnTo>
                  <a:pt x="61565" y="1098947"/>
                </a:lnTo>
                <a:lnTo>
                  <a:pt x="61881" y="1088381"/>
                </a:lnTo>
                <a:lnTo>
                  <a:pt x="62136" y="1077814"/>
                </a:lnTo>
                <a:lnTo>
                  <a:pt x="62342" y="1067247"/>
                </a:lnTo>
                <a:lnTo>
                  <a:pt x="62510" y="1056680"/>
                </a:lnTo>
                <a:lnTo>
                  <a:pt x="62647" y="1046113"/>
                </a:lnTo>
                <a:lnTo>
                  <a:pt x="62758" y="1035547"/>
                </a:lnTo>
                <a:lnTo>
                  <a:pt x="62847" y="1024980"/>
                </a:lnTo>
                <a:lnTo>
                  <a:pt x="62919" y="1014413"/>
                </a:lnTo>
                <a:lnTo>
                  <a:pt x="62976" y="1003846"/>
                </a:lnTo>
                <a:lnTo>
                  <a:pt x="63022" y="993279"/>
                </a:lnTo>
                <a:lnTo>
                  <a:pt x="63062" y="982713"/>
                </a:lnTo>
                <a:lnTo>
                  <a:pt x="63098" y="972146"/>
                </a:lnTo>
                <a:lnTo>
                  <a:pt x="63135" y="961579"/>
                </a:lnTo>
                <a:lnTo>
                  <a:pt x="63175" y="951012"/>
                </a:lnTo>
                <a:lnTo>
                  <a:pt x="63220" y="940445"/>
                </a:lnTo>
                <a:lnTo>
                  <a:pt x="63271" y="929879"/>
                </a:lnTo>
                <a:lnTo>
                  <a:pt x="63327" y="919312"/>
                </a:lnTo>
                <a:lnTo>
                  <a:pt x="63387" y="908745"/>
                </a:lnTo>
                <a:lnTo>
                  <a:pt x="63446" y="898178"/>
                </a:lnTo>
                <a:lnTo>
                  <a:pt x="63501" y="887611"/>
                </a:lnTo>
                <a:lnTo>
                  <a:pt x="63548" y="877045"/>
                </a:lnTo>
                <a:lnTo>
                  <a:pt x="63581" y="866478"/>
                </a:lnTo>
                <a:lnTo>
                  <a:pt x="63596" y="855911"/>
                </a:lnTo>
                <a:lnTo>
                  <a:pt x="63588" y="845344"/>
                </a:lnTo>
                <a:lnTo>
                  <a:pt x="63555" y="834777"/>
                </a:lnTo>
                <a:lnTo>
                  <a:pt x="63494" y="824211"/>
                </a:lnTo>
                <a:lnTo>
                  <a:pt x="63404" y="813644"/>
                </a:lnTo>
                <a:lnTo>
                  <a:pt x="63288" y="803077"/>
                </a:lnTo>
                <a:lnTo>
                  <a:pt x="63145" y="792510"/>
                </a:lnTo>
                <a:lnTo>
                  <a:pt x="62979" y="781943"/>
                </a:lnTo>
                <a:lnTo>
                  <a:pt x="62794" y="771377"/>
                </a:lnTo>
                <a:lnTo>
                  <a:pt x="62593" y="760810"/>
                </a:lnTo>
                <a:lnTo>
                  <a:pt x="62382" y="750243"/>
                </a:lnTo>
                <a:lnTo>
                  <a:pt x="62165" y="739676"/>
                </a:lnTo>
                <a:lnTo>
                  <a:pt x="61947" y="729109"/>
                </a:lnTo>
                <a:lnTo>
                  <a:pt x="61734" y="718543"/>
                </a:lnTo>
                <a:lnTo>
                  <a:pt x="61533" y="707976"/>
                </a:lnTo>
                <a:lnTo>
                  <a:pt x="61350" y="697409"/>
                </a:lnTo>
                <a:lnTo>
                  <a:pt x="61193" y="686842"/>
                </a:lnTo>
                <a:lnTo>
                  <a:pt x="61070" y="676275"/>
                </a:lnTo>
                <a:lnTo>
                  <a:pt x="60986" y="665708"/>
                </a:lnTo>
                <a:lnTo>
                  <a:pt x="60947" y="655142"/>
                </a:lnTo>
                <a:lnTo>
                  <a:pt x="60955" y="644575"/>
                </a:lnTo>
                <a:lnTo>
                  <a:pt x="61011" y="634008"/>
                </a:lnTo>
                <a:lnTo>
                  <a:pt x="61108" y="623441"/>
                </a:lnTo>
                <a:lnTo>
                  <a:pt x="61241" y="612874"/>
                </a:lnTo>
                <a:lnTo>
                  <a:pt x="61398" y="602308"/>
                </a:lnTo>
                <a:lnTo>
                  <a:pt x="61564" y="591741"/>
                </a:lnTo>
                <a:lnTo>
                  <a:pt x="61727" y="581174"/>
                </a:lnTo>
                <a:lnTo>
                  <a:pt x="61870" y="570607"/>
                </a:lnTo>
                <a:lnTo>
                  <a:pt x="61982" y="560040"/>
                </a:lnTo>
                <a:lnTo>
                  <a:pt x="62051" y="549474"/>
                </a:lnTo>
                <a:lnTo>
                  <a:pt x="62073" y="538907"/>
                </a:lnTo>
                <a:lnTo>
                  <a:pt x="62043" y="528340"/>
                </a:lnTo>
                <a:lnTo>
                  <a:pt x="61963" y="517773"/>
                </a:lnTo>
                <a:lnTo>
                  <a:pt x="61840" y="507206"/>
                </a:lnTo>
                <a:lnTo>
                  <a:pt x="61679" y="496640"/>
                </a:lnTo>
                <a:lnTo>
                  <a:pt x="61493" y="486073"/>
                </a:lnTo>
                <a:lnTo>
                  <a:pt x="61290" y="475506"/>
                </a:lnTo>
                <a:lnTo>
                  <a:pt x="61081" y="464939"/>
                </a:lnTo>
                <a:lnTo>
                  <a:pt x="60876" y="454372"/>
                </a:lnTo>
                <a:lnTo>
                  <a:pt x="60682" y="443806"/>
                </a:lnTo>
                <a:lnTo>
                  <a:pt x="60506" y="433239"/>
                </a:lnTo>
                <a:lnTo>
                  <a:pt x="60352" y="422672"/>
                </a:lnTo>
                <a:lnTo>
                  <a:pt x="60222" y="412105"/>
                </a:lnTo>
                <a:lnTo>
                  <a:pt x="60119" y="401538"/>
                </a:lnTo>
                <a:lnTo>
                  <a:pt x="60045" y="390972"/>
                </a:lnTo>
                <a:lnTo>
                  <a:pt x="60000" y="380405"/>
                </a:lnTo>
                <a:lnTo>
                  <a:pt x="59987" y="369838"/>
                </a:lnTo>
                <a:lnTo>
                  <a:pt x="60010" y="359271"/>
                </a:lnTo>
                <a:lnTo>
                  <a:pt x="60071" y="348704"/>
                </a:lnTo>
                <a:lnTo>
                  <a:pt x="60172" y="338138"/>
                </a:lnTo>
                <a:lnTo>
                  <a:pt x="60316" y="327571"/>
                </a:lnTo>
                <a:lnTo>
                  <a:pt x="60504" y="317004"/>
                </a:lnTo>
                <a:lnTo>
                  <a:pt x="60731" y="306437"/>
                </a:lnTo>
                <a:lnTo>
                  <a:pt x="60994" y="295870"/>
                </a:lnTo>
                <a:lnTo>
                  <a:pt x="61282" y="285304"/>
                </a:lnTo>
                <a:lnTo>
                  <a:pt x="61586" y="274737"/>
                </a:lnTo>
                <a:lnTo>
                  <a:pt x="61889" y="264170"/>
                </a:lnTo>
                <a:lnTo>
                  <a:pt x="62174" y="253603"/>
                </a:lnTo>
                <a:lnTo>
                  <a:pt x="62423" y="243036"/>
                </a:lnTo>
                <a:lnTo>
                  <a:pt x="62611" y="232470"/>
                </a:lnTo>
                <a:lnTo>
                  <a:pt x="62713" y="221903"/>
                </a:lnTo>
                <a:lnTo>
                  <a:pt x="62696" y="211336"/>
                </a:lnTo>
                <a:lnTo>
                  <a:pt x="62523" y="200769"/>
                </a:lnTo>
                <a:lnTo>
                  <a:pt x="62147" y="190202"/>
                </a:lnTo>
                <a:lnTo>
                  <a:pt x="61511" y="179636"/>
                </a:lnTo>
                <a:lnTo>
                  <a:pt x="60547" y="169069"/>
                </a:lnTo>
                <a:lnTo>
                  <a:pt x="59182" y="158502"/>
                </a:lnTo>
                <a:lnTo>
                  <a:pt x="57336" y="147935"/>
                </a:lnTo>
                <a:lnTo>
                  <a:pt x="54934" y="137368"/>
                </a:lnTo>
                <a:lnTo>
                  <a:pt x="51912" y="126802"/>
                </a:lnTo>
                <a:lnTo>
                  <a:pt x="48232" y="116235"/>
                </a:lnTo>
                <a:lnTo>
                  <a:pt x="43894" y="105668"/>
                </a:lnTo>
                <a:lnTo>
                  <a:pt x="38945" y="95101"/>
                </a:lnTo>
                <a:lnTo>
                  <a:pt x="33492" y="84534"/>
                </a:lnTo>
                <a:lnTo>
                  <a:pt x="27704" y="73968"/>
                </a:lnTo>
                <a:lnTo>
                  <a:pt x="21808" y="63401"/>
                </a:lnTo>
                <a:lnTo>
                  <a:pt x="16078" y="52834"/>
                </a:lnTo>
                <a:lnTo>
                  <a:pt x="10817" y="42267"/>
                </a:lnTo>
                <a:lnTo>
                  <a:pt x="6329" y="31700"/>
                </a:lnTo>
                <a:lnTo>
                  <a:pt x="2894" y="21134"/>
                </a:lnTo>
                <a:lnTo>
                  <a:pt x="736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4" y="10567"/>
                </a:lnTo>
                <a:lnTo>
                  <a:pt x="127106" y="21134"/>
                </a:lnTo>
                <a:lnTo>
                  <a:pt x="123671" y="31700"/>
                </a:lnTo>
                <a:lnTo>
                  <a:pt x="119183" y="42267"/>
                </a:lnTo>
                <a:lnTo>
                  <a:pt x="113922" y="52834"/>
                </a:lnTo>
                <a:lnTo>
                  <a:pt x="108192" y="63401"/>
                </a:lnTo>
                <a:lnTo>
                  <a:pt x="102296" y="73968"/>
                </a:lnTo>
                <a:lnTo>
                  <a:pt x="96508" y="84534"/>
                </a:lnTo>
                <a:lnTo>
                  <a:pt x="91055" y="95101"/>
                </a:lnTo>
                <a:lnTo>
                  <a:pt x="86106" y="105668"/>
                </a:lnTo>
                <a:lnTo>
                  <a:pt x="81768" y="116235"/>
                </a:lnTo>
                <a:lnTo>
                  <a:pt x="78088" y="126802"/>
                </a:lnTo>
                <a:lnTo>
                  <a:pt x="75066" y="137368"/>
                </a:lnTo>
                <a:lnTo>
                  <a:pt x="72664" y="147935"/>
                </a:lnTo>
                <a:lnTo>
                  <a:pt x="70818" y="158502"/>
                </a:lnTo>
                <a:lnTo>
                  <a:pt x="69453" y="169069"/>
                </a:lnTo>
                <a:lnTo>
                  <a:pt x="68489" y="179636"/>
                </a:lnTo>
                <a:lnTo>
                  <a:pt x="67853" y="190202"/>
                </a:lnTo>
                <a:lnTo>
                  <a:pt x="67477" y="200769"/>
                </a:lnTo>
                <a:lnTo>
                  <a:pt x="67304" y="211336"/>
                </a:lnTo>
                <a:lnTo>
                  <a:pt x="67287" y="221903"/>
                </a:lnTo>
                <a:lnTo>
                  <a:pt x="67389" y="232470"/>
                </a:lnTo>
                <a:lnTo>
                  <a:pt x="67577" y="243036"/>
                </a:lnTo>
                <a:lnTo>
                  <a:pt x="67826" y="253603"/>
                </a:lnTo>
                <a:lnTo>
                  <a:pt x="68111" y="264170"/>
                </a:lnTo>
                <a:lnTo>
                  <a:pt x="68414" y="274737"/>
                </a:lnTo>
                <a:lnTo>
                  <a:pt x="68718" y="285304"/>
                </a:lnTo>
                <a:lnTo>
                  <a:pt x="69006" y="295870"/>
                </a:lnTo>
                <a:lnTo>
                  <a:pt x="69269" y="306437"/>
                </a:lnTo>
                <a:lnTo>
                  <a:pt x="69496" y="317004"/>
                </a:lnTo>
                <a:lnTo>
                  <a:pt x="69684" y="327571"/>
                </a:lnTo>
                <a:lnTo>
                  <a:pt x="69828" y="338138"/>
                </a:lnTo>
                <a:lnTo>
                  <a:pt x="69929" y="348704"/>
                </a:lnTo>
                <a:lnTo>
                  <a:pt x="69990" y="359271"/>
                </a:lnTo>
                <a:lnTo>
                  <a:pt x="70013" y="369838"/>
                </a:lnTo>
                <a:lnTo>
                  <a:pt x="70000" y="380405"/>
                </a:lnTo>
                <a:lnTo>
                  <a:pt x="69955" y="390972"/>
                </a:lnTo>
                <a:lnTo>
                  <a:pt x="69881" y="401538"/>
                </a:lnTo>
                <a:lnTo>
                  <a:pt x="69778" y="412105"/>
                </a:lnTo>
                <a:lnTo>
                  <a:pt x="69648" y="422672"/>
                </a:lnTo>
                <a:lnTo>
                  <a:pt x="69494" y="433239"/>
                </a:lnTo>
                <a:lnTo>
                  <a:pt x="69318" y="443806"/>
                </a:lnTo>
                <a:lnTo>
                  <a:pt x="69124" y="454372"/>
                </a:lnTo>
                <a:lnTo>
                  <a:pt x="68919" y="464939"/>
                </a:lnTo>
                <a:lnTo>
                  <a:pt x="68710" y="475506"/>
                </a:lnTo>
                <a:lnTo>
                  <a:pt x="68507" y="486073"/>
                </a:lnTo>
                <a:lnTo>
                  <a:pt x="68321" y="496640"/>
                </a:lnTo>
                <a:lnTo>
                  <a:pt x="68160" y="507206"/>
                </a:lnTo>
                <a:lnTo>
                  <a:pt x="68037" y="517773"/>
                </a:lnTo>
                <a:lnTo>
                  <a:pt x="67957" y="528340"/>
                </a:lnTo>
                <a:lnTo>
                  <a:pt x="67927" y="538907"/>
                </a:lnTo>
                <a:lnTo>
                  <a:pt x="67949" y="549474"/>
                </a:lnTo>
                <a:lnTo>
                  <a:pt x="68018" y="560040"/>
                </a:lnTo>
                <a:lnTo>
                  <a:pt x="68130" y="570607"/>
                </a:lnTo>
                <a:lnTo>
                  <a:pt x="68273" y="581174"/>
                </a:lnTo>
                <a:lnTo>
                  <a:pt x="68436" y="591741"/>
                </a:lnTo>
                <a:lnTo>
                  <a:pt x="68602" y="602308"/>
                </a:lnTo>
                <a:lnTo>
                  <a:pt x="68759" y="612874"/>
                </a:lnTo>
                <a:lnTo>
                  <a:pt x="68892" y="623441"/>
                </a:lnTo>
                <a:lnTo>
                  <a:pt x="68989" y="634008"/>
                </a:lnTo>
                <a:lnTo>
                  <a:pt x="69045" y="644575"/>
                </a:lnTo>
                <a:lnTo>
                  <a:pt x="69053" y="655142"/>
                </a:lnTo>
                <a:lnTo>
                  <a:pt x="69014" y="665708"/>
                </a:lnTo>
                <a:lnTo>
                  <a:pt x="68930" y="676275"/>
                </a:lnTo>
                <a:lnTo>
                  <a:pt x="68807" y="686842"/>
                </a:lnTo>
                <a:lnTo>
                  <a:pt x="68650" y="697409"/>
                </a:lnTo>
                <a:lnTo>
                  <a:pt x="68467" y="707976"/>
                </a:lnTo>
                <a:lnTo>
                  <a:pt x="68266" y="718543"/>
                </a:lnTo>
                <a:lnTo>
                  <a:pt x="68053" y="729109"/>
                </a:lnTo>
                <a:lnTo>
                  <a:pt x="67835" y="739676"/>
                </a:lnTo>
                <a:lnTo>
                  <a:pt x="67618" y="750243"/>
                </a:lnTo>
                <a:lnTo>
                  <a:pt x="67407" y="760810"/>
                </a:lnTo>
                <a:lnTo>
                  <a:pt x="67206" y="771377"/>
                </a:lnTo>
                <a:lnTo>
                  <a:pt x="67021" y="781943"/>
                </a:lnTo>
                <a:lnTo>
                  <a:pt x="66855" y="792510"/>
                </a:lnTo>
                <a:lnTo>
                  <a:pt x="66712" y="803077"/>
                </a:lnTo>
                <a:lnTo>
                  <a:pt x="66595" y="813644"/>
                </a:lnTo>
                <a:lnTo>
                  <a:pt x="66506" y="824211"/>
                </a:lnTo>
                <a:lnTo>
                  <a:pt x="66445" y="834777"/>
                </a:lnTo>
                <a:lnTo>
                  <a:pt x="66412" y="845344"/>
                </a:lnTo>
                <a:lnTo>
                  <a:pt x="66404" y="855911"/>
                </a:lnTo>
                <a:lnTo>
                  <a:pt x="66419" y="866478"/>
                </a:lnTo>
                <a:lnTo>
                  <a:pt x="66452" y="877045"/>
                </a:lnTo>
                <a:lnTo>
                  <a:pt x="66499" y="887611"/>
                </a:lnTo>
                <a:lnTo>
                  <a:pt x="66554" y="898178"/>
                </a:lnTo>
                <a:lnTo>
                  <a:pt x="66613" y="908745"/>
                </a:lnTo>
                <a:lnTo>
                  <a:pt x="66673" y="919312"/>
                </a:lnTo>
                <a:lnTo>
                  <a:pt x="66729" y="929879"/>
                </a:lnTo>
                <a:lnTo>
                  <a:pt x="66780" y="940445"/>
                </a:lnTo>
                <a:lnTo>
                  <a:pt x="66825" y="951012"/>
                </a:lnTo>
                <a:lnTo>
                  <a:pt x="66865" y="961579"/>
                </a:lnTo>
                <a:lnTo>
                  <a:pt x="66902" y="972146"/>
                </a:lnTo>
                <a:lnTo>
                  <a:pt x="66938" y="982713"/>
                </a:lnTo>
                <a:lnTo>
                  <a:pt x="66978" y="993279"/>
                </a:lnTo>
                <a:lnTo>
                  <a:pt x="67024" y="1003846"/>
                </a:lnTo>
                <a:lnTo>
                  <a:pt x="67081" y="1014413"/>
                </a:lnTo>
                <a:lnTo>
                  <a:pt x="67153" y="1024980"/>
                </a:lnTo>
                <a:lnTo>
                  <a:pt x="67242" y="1035547"/>
                </a:lnTo>
                <a:lnTo>
                  <a:pt x="67353" y="1046113"/>
                </a:lnTo>
                <a:lnTo>
                  <a:pt x="67490" y="1056680"/>
                </a:lnTo>
                <a:lnTo>
                  <a:pt x="67658" y="1067247"/>
                </a:lnTo>
                <a:lnTo>
                  <a:pt x="67864" y="1077814"/>
                </a:lnTo>
                <a:lnTo>
                  <a:pt x="68119" y="1088381"/>
                </a:lnTo>
                <a:lnTo>
                  <a:pt x="68435" y="1098947"/>
                </a:lnTo>
                <a:lnTo>
                  <a:pt x="68829" y="1109514"/>
                </a:lnTo>
                <a:lnTo>
                  <a:pt x="69319" y="1120081"/>
                </a:lnTo>
                <a:lnTo>
                  <a:pt x="69924" y="1130648"/>
                </a:lnTo>
                <a:lnTo>
                  <a:pt x="70660" y="1141215"/>
                </a:lnTo>
                <a:lnTo>
                  <a:pt x="71540" y="1151781"/>
                </a:lnTo>
                <a:lnTo>
                  <a:pt x="72566" y="1162348"/>
                </a:lnTo>
                <a:lnTo>
                  <a:pt x="73730" y="1172915"/>
                </a:lnTo>
                <a:lnTo>
                  <a:pt x="75011" y="1183482"/>
                </a:lnTo>
                <a:lnTo>
                  <a:pt x="76371" y="1194049"/>
                </a:lnTo>
                <a:lnTo>
                  <a:pt x="77758" y="1204615"/>
                </a:lnTo>
                <a:lnTo>
                  <a:pt x="79107" y="1215182"/>
                </a:lnTo>
                <a:lnTo>
                  <a:pt x="80349" y="1225749"/>
                </a:lnTo>
                <a:lnTo>
                  <a:pt x="81409" y="1236316"/>
                </a:lnTo>
                <a:lnTo>
                  <a:pt x="82221" y="1246883"/>
                </a:lnTo>
                <a:lnTo>
                  <a:pt x="82732" y="1257449"/>
                </a:lnTo>
                <a:lnTo>
                  <a:pt x="82906" y="1268016"/>
                </a:lnTo>
                <a:lnTo>
                  <a:pt x="82906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3" name="01_find_only_2252">
            <a:extLst>
              <a:ext uri="{FF2B5EF4-FFF2-40B4-BE49-F238E27FC236}">
                <a16:creationId xmlns:a16="http://schemas.microsoft.com/office/drawing/2014/main" id="{DC5ED15B-7217-4791-872C-CDA97F7FF959}"/>
              </a:ext>
            </a:extLst>
          </p:cNvPr>
          <p:cNvSpPr>
            <a:spLocks noGrp="1"/>
          </p:cNvSpPr>
          <p:nvPr/>
        </p:nvSpPr>
        <p:spPr>
          <a:xfrm>
            <a:off x="2990939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1629" y="1268016"/>
                </a:moveTo>
                <a:lnTo>
                  <a:pt x="48371" y="1268016"/>
                </a:lnTo>
                <a:lnTo>
                  <a:pt x="48533" y="1257449"/>
                </a:lnTo>
                <a:lnTo>
                  <a:pt x="49007" y="1246883"/>
                </a:lnTo>
                <a:lnTo>
                  <a:pt x="49762" y="1236316"/>
                </a:lnTo>
                <a:lnTo>
                  <a:pt x="50746" y="1225749"/>
                </a:lnTo>
                <a:lnTo>
                  <a:pt x="51899" y="1215182"/>
                </a:lnTo>
                <a:lnTo>
                  <a:pt x="53152" y="1204615"/>
                </a:lnTo>
                <a:lnTo>
                  <a:pt x="54440" y="1194049"/>
                </a:lnTo>
                <a:lnTo>
                  <a:pt x="55703" y="1183482"/>
                </a:lnTo>
                <a:lnTo>
                  <a:pt x="56893" y="1172915"/>
                </a:lnTo>
                <a:lnTo>
                  <a:pt x="57974" y="1162348"/>
                </a:lnTo>
                <a:lnTo>
                  <a:pt x="58927" y="1151781"/>
                </a:lnTo>
                <a:lnTo>
                  <a:pt x="59743" y="1141215"/>
                </a:lnTo>
                <a:lnTo>
                  <a:pt x="60427" y="1130648"/>
                </a:lnTo>
                <a:lnTo>
                  <a:pt x="60989" y="1120081"/>
                </a:lnTo>
                <a:lnTo>
                  <a:pt x="61444" y="1109514"/>
                </a:lnTo>
                <a:lnTo>
                  <a:pt x="61810" y="1098947"/>
                </a:lnTo>
                <a:lnTo>
                  <a:pt x="62104" y="1088381"/>
                </a:lnTo>
                <a:lnTo>
                  <a:pt x="62340" y="1077814"/>
                </a:lnTo>
                <a:lnTo>
                  <a:pt x="62532" y="1067247"/>
                </a:lnTo>
                <a:lnTo>
                  <a:pt x="62688" y="1056680"/>
                </a:lnTo>
                <a:lnTo>
                  <a:pt x="62815" y="1046113"/>
                </a:lnTo>
                <a:lnTo>
                  <a:pt x="62918" y="1035547"/>
                </a:lnTo>
                <a:lnTo>
                  <a:pt x="63001" y="1024980"/>
                </a:lnTo>
                <a:lnTo>
                  <a:pt x="63067" y="1014413"/>
                </a:lnTo>
                <a:lnTo>
                  <a:pt x="63120" y="1003846"/>
                </a:lnTo>
                <a:lnTo>
                  <a:pt x="63163" y="993279"/>
                </a:lnTo>
                <a:lnTo>
                  <a:pt x="63200" y="982713"/>
                </a:lnTo>
                <a:lnTo>
                  <a:pt x="63234" y="972146"/>
                </a:lnTo>
                <a:lnTo>
                  <a:pt x="63268" y="961579"/>
                </a:lnTo>
                <a:lnTo>
                  <a:pt x="63305" y="951012"/>
                </a:lnTo>
                <a:lnTo>
                  <a:pt x="63347" y="940445"/>
                </a:lnTo>
                <a:lnTo>
                  <a:pt x="63395" y="929879"/>
                </a:lnTo>
                <a:lnTo>
                  <a:pt x="63447" y="919312"/>
                </a:lnTo>
                <a:lnTo>
                  <a:pt x="63502" y="908745"/>
                </a:lnTo>
                <a:lnTo>
                  <a:pt x="63558" y="898178"/>
                </a:lnTo>
                <a:lnTo>
                  <a:pt x="63610" y="887611"/>
                </a:lnTo>
                <a:lnTo>
                  <a:pt x="63654" y="877045"/>
                </a:lnTo>
                <a:lnTo>
                  <a:pt x="63687" y="866478"/>
                </a:lnTo>
                <a:lnTo>
                  <a:pt x="63703" y="855911"/>
                </a:lnTo>
                <a:lnTo>
                  <a:pt x="63701" y="845344"/>
                </a:lnTo>
                <a:lnTo>
                  <a:pt x="63676" y="834777"/>
                </a:lnTo>
                <a:lnTo>
                  <a:pt x="63629" y="824211"/>
                </a:lnTo>
                <a:lnTo>
                  <a:pt x="63560" y="813644"/>
                </a:lnTo>
                <a:lnTo>
                  <a:pt x="63471" y="803077"/>
                </a:lnTo>
                <a:lnTo>
                  <a:pt x="63365" y="792510"/>
                </a:lnTo>
                <a:lnTo>
                  <a:pt x="63245" y="781943"/>
                </a:lnTo>
                <a:lnTo>
                  <a:pt x="63118" y="771377"/>
                </a:lnTo>
                <a:lnTo>
                  <a:pt x="62987" y="760810"/>
                </a:lnTo>
                <a:lnTo>
                  <a:pt x="62858" y="750243"/>
                </a:lnTo>
                <a:lnTo>
                  <a:pt x="62735" y="739676"/>
                </a:lnTo>
                <a:lnTo>
                  <a:pt x="62622" y="729109"/>
                </a:lnTo>
                <a:lnTo>
                  <a:pt x="62523" y="718543"/>
                </a:lnTo>
                <a:lnTo>
                  <a:pt x="62441" y="707976"/>
                </a:lnTo>
                <a:lnTo>
                  <a:pt x="62377" y="697409"/>
                </a:lnTo>
                <a:lnTo>
                  <a:pt x="62335" y="686842"/>
                </a:lnTo>
                <a:lnTo>
                  <a:pt x="62315" y="676275"/>
                </a:lnTo>
                <a:lnTo>
                  <a:pt x="62318" y="665708"/>
                </a:lnTo>
                <a:lnTo>
                  <a:pt x="62343" y="655142"/>
                </a:lnTo>
                <a:lnTo>
                  <a:pt x="62390" y="644575"/>
                </a:lnTo>
                <a:lnTo>
                  <a:pt x="62454" y="634008"/>
                </a:lnTo>
                <a:lnTo>
                  <a:pt x="62532" y="623441"/>
                </a:lnTo>
                <a:lnTo>
                  <a:pt x="62616" y="612874"/>
                </a:lnTo>
                <a:lnTo>
                  <a:pt x="62700" y="602308"/>
                </a:lnTo>
                <a:lnTo>
                  <a:pt x="62774" y="591741"/>
                </a:lnTo>
                <a:lnTo>
                  <a:pt x="62831" y="581174"/>
                </a:lnTo>
                <a:lnTo>
                  <a:pt x="62861" y="570607"/>
                </a:lnTo>
                <a:lnTo>
                  <a:pt x="62859" y="560040"/>
                </a:lnTo>
                <a:lnTo>
                  <a:pt x="62821" y="549474"/>
                </a:lnTo>
                <a:lnTo>
                  <a:pt x="62744" y="538907"/>
                </a:lnTo>
                <a:lnTo>
                  <a:pt x="62630" y="528340"/>
                </a:lnTo>
                <a:lnTo>
                  <a:pt x="62482" y="517773"/>
                </a:lnTo>
                <a:lnTo>
                  <a:pt x="62307" y="507206"/>
                </a:lnTo>
                <a:lnTo>
                  <a:pt x="62113" y="496640"/>
                </a:lnTo>
                <a:lnTo>
                  <a:pt x="61910" y="486073"/>
                </a:lnTo>
                <a:lnTo>
                  <a:pt x="61707" y="475506"/>
                </a:lnTo>
                <a:lnTo>
                  <a:pt x="61513" y="464939"/>
                </a:lnTo>
                <a:lnTo>
                  <a:pt x="61339" y="454372"/>
                </a:lnTo>
                <a:lnTo>
                  <a:pt x="61190" y="443806"/>
                </a:lnTo>
                <a:lnTo>
                  <a:pt x="61073" y="433239"/>
                </a:lnTo>
                <a:lnTo>
                  <a:pt x="60990" y="422672"/>
                </a:lnTo>
                <a:lnTo>
                  <a:pt x="60944" y="412105"/>
                </a:lnTo>
                <a:lnTo>
                  <a:pt x="60934" y="401538"/>
                </a:lnTo>
                <a:lnTo>
                  <a:pt x="60960" y="390972"/>
                </a:lnTo>
                <a:lnTo>
                  <a:pt x="61020" y="380405"/>
                </a:lnTo>
                <a:lnTo>
                  <a:pt x="61111" y="369838"/>
                </a:lnTo>
                <a:lnTo>
                  <a:pt x="61232" y="359271"/>
                </a:lnTo>
                <a:lnTo>
                  <a:pt x="61380" y="348704"/>
                </a:lnTo>
                <a:lnTo>
                  <a:pt x="61552" y="338138"/>
                </a:lnTo>
                <a:lnTo>
                  <a:pt x="61746" y="327571"/>
                </a:lnTo>
                <a:lnTo>
                  <a:pt x="61957" y="317004"/>
                </a:lnTo>
                <a:lnTo>
                  <a:pt x="62181" y="306437"/>
                </a:lnTo>
                <a:lnTo>
                  <a:pt x="62412" y="295870"/>
                </a:lnTo>
                <a:lnTo>
                  <a:pt x="62642" y="285304"/>
                </a:lnTo>
                <a:lnTo>
                  <a:pt x="62863" y="274737"/>
                </a:lnTo>
                <a:lnTo>
                  <a:pt x="63065" y="264170"/>
                </a:lnTo>
                <a:lnTo>
                  <a:pt x="63235" y="253603"/>
                </a:lnTo>
                <a:lnTo>
                  <a:pt x="63361" y="243036"/>
                </a:lnTo>
                <a:lnTo>
                  <a:pt x="63425" y="232470"/>
                </a:lnTo>
                <a:lnTo>
                  <a:pt x="63405" y="221903"/>
                </a:lnTo>
                <a:lnTo>
                  <a:pt x="63276" y="211336"/>
                </a:lnTo>
                <a:lnTo>
                  <a:pt x="63000" y="200769"/>
                </a:lnTo>
                <a:lnTo>
                  <a:pt x="62533" y="190202"/>
                </a:lnTo>
                <a:lnTo>
                  <a:pt x="61819" y="179636"/>
                </a:lnTo>
                <a:lnTo>
                  <a:pt x="60791" y="169069"/>
                </a:lnTo>
                <a:lnTo>
                  <a:pt x="59373" y="158502"/>
                </a:lnTo>
                <a:lnTo>
                  <a:pt x="57486" y="147935"/>
                </a:lnTo>
                <a:lnTo>
                  <a:pt x="55050" y="137368"/>
                </a:lnTo>
                <a:lnTo>
                  <a:pt x="52002" y="126802"/>
                </a:lnTo>
                <a:lnTo>
                  <a:pt x="48303" y="116235"/>
                </a:lnTo>
                <a:lnTo>
                  <a:pt x="43948" y="105668"/>
                </a:lnTo>
                <a:lnTo>
                  <a:pt x="38987" y="95101"/>
                </a:lnTo>
                <a:lnTo>
                  <a:pt x="33524" y="84534"/>
                </a:lnTo>
                <a:lnTo>
                  <a:pt x="27728" y="73968"/>
                </a:lnTo>
                <a:lnTo>
                  <a:pt x="21825" y="63401"/>
                </a:lnTo>
                <a:lnTo>
                  <a:pt x="16090" y="52834"/>
                </a:lnTo>
                <a:lnTo>
                  <a:pt x="10824" y="42267"/>
                </a:lnTo>
                <a:lnTo>
                  <a:pt x="6333" y="31700"/>
                </a:lnTo>
                <a:lnTo>
                  <a:pt x="2896" y="21134"/>
                </a:lnTo>
                <a:lnTo>
                  <a:pt x="737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3" y="10567"/>
                </a:lnTo>
                <a:lnTo>
                  <a:pt x="127104" y="21134"/>
                </a:lnTo>
                <a:lnTo>
                  <a:pt x="123667" y="31700"/>
                </a:lnTo>
                <a:lnTo>
                  <a:pt x="119176" y="42267"/>
                </a:lnTo>
                <a:lnTo>
                  <a:pt x="113911" y="52834"/>
                </a:lnTo>
                <a:lnTo>
                  <a:pt x="108175" y="63401"/>
                </a:lnTo>
                <a:lnTo>
                  <a:pt x="102272" y="73968"/>
                </a:lnTo>
                <a:lnTo>
                  <a:pt x="96476" y="84534"/>
                </a:lnTo>
                <a:lnTo>
                  <a:pt x="91013" y="95101"/>
                </a:lnTo>
                <a:lnTo>
                  <a:pt x="86052" y="105668"/>
                </a:lnTo>
                <a:lnTo>
                  <a:pt x="81697" y="116235"/>
                </a:lnTo>
                <a:lnTo>
                  <a:pt x="77998" y="126802"/>
                </a:lnTo>
                <a:lnTo>
                  <a:pt x="74950" y="137368"/>
                </a:lnTo>
                <a:lnTo>
                  <a:pt x="72514" y="147935"/>
                </a:lnTo>
                <a:lnTo>
                  <a:pt x="70627" y="158502"/>
                </a:lnTo>
                <a:lnTo>
                  <a:pt x="69209" y="169069"/>
                </a:lnTo>
                <a:lnTo>
                  <a:pt x="68181" y="179636"/>
                </a:lnTo>
                <a:lnTo>
                  <a:pt x="67467" y="190202"/>
                </a:lnTo>
                <a:lnTo>
                  <a:pt x="67000" y="200769"/>
                </a:lnTo>
                <a:lnTo>
                  <a:pt x="66724" y="211336"/>
                </a:lnTo>
                <a:lnTo>
                  <a:pt x="66595" y="221903"/>
                </a:lnTo>
                <a:lnTo>
                  <a:pt x="66575" y="232470"/>
                </a:lnTo>
                <a:lnTo>
                  <a:pt x="66639" y="243036"/>
                </a:lnTo>
                <a:lnTo>
                  <a:pt x="66765" y="253603"/>
                </a:lnTo>
                <a:lnTo>
                  <a:pt x="66935" y="264170"/>
                </a:lnTo>
                <a:lnTo>
                  <a:pt x="67137" y="274737"/>
                </a:lnTo>
                <a:lnTo>
                  <a:pt x="67358" y="285304"/>
                </a:lnTo>
                <a:lnTo>
                  <a:pt x="67588" y="295870"/>
                </a:lnTo>
                <a:lnTo>
                  <a:pt x="67819" y="306437"/>
                </a:lnTo>
                <a:lnTo>
                  <a:pt x="68043" y="317004"/>
                </a:lnTo>
                <a:lnTo>
                  <a:pt x="68254" y="327571"/>
                </a:lnTo>
                <a:lnTo>
                  <a:pt x="68448" y="338138"/>
                </a:lnTo>
                <a:lnTo>
                  <a:pt x="68620" y="348704"/>
                </a:lnTo>
                <a:lnTo>
                  <a:pt x="68768" y="359271"/>
                </a:lnTo>
                <a:lnTo>
                  <a:pt x="68889" y="369838"/>
                </a:lnTo>
                <a:lnTo>
                  <a:pt x="68980" y="380405"/>
                </a:lnTo>
                <a:lnTo>
                  <a:pt x="69040" y="390972"/>
                </a:lnTo>
                <a:lnTo>
                  <a:pt x="69066" y="401538"/>
                </a:lnTo>
                <a:lnTo>
                  <a:pt x="69056" y="412105"/>
                </a:lnTo>
                <a:lnTo>
                  <a:pt x="69010" y="422672"/>
                </a:lnTo>
                <a:lnTo>
                  <a:pt x="68927" y="433239"/>
                </a:lnTo>
                <a:lnTo>
                  <a:pt x="68810" y="443806"/>
                </a:lnTo>
                <a:lnTo>
                  <a:pt x="68661" y="454372"/>
                </a:lnTo>
                <a:lnTo>
                  <a:pt x="68487" y="464939"/>
                </a:lnTo>
                <a:lnTo>
                  <a:pt x="68293" y="475506"/>
                </a:lnTo>
                <a:lnTo>
                  <a:pt x="68090" y="486073"/>
                </a:lnTo>
                <a:lnTo>
                  <a:pt x="67887" y="496640"/>
                </a:lnTo>
                <a:lnTo>
                  <a:pt x="67693" y="507206"/>
                </a:lnTo>
                <a:lnTo>
                  <a:pt x="67518" y="517773"/>
                </a:lnTo>
                <a:lnTo>
                  <a:pt x="67370" y="528340"/>
                </a:lnTo>
                <a:lnTo>
                  <a:pt x="67256" y="538907"/>
                </a:lnTo>
                <a:lnTo>
                  <a:pt x="67179" y="549474"/>
                </a:lnTo>
                <a:lnTo>
                  <a:pt x="67141" y="560040"/>
                </a:lnTo>
                <a:lnTo>
                  <a:pt x="67139" y="570607"/>
                </a:lnTo>
                <a:lnTo>
                  <a:pt x="67169" y="581174"/>
                </a:lnTo>
                <a:lnTo>
                  <a:pt x="67226" y="591741"/>
                </a:lnTo>
                <a:lnTo>
                  <a:pt x="67300" y="602308"/>
                </a:lnTo>
                <a:lnTo>
                  <a:pt x="67384" y="612874"/>
                </a:lnTo>
                <a:lnTo>
                  <a:pt x="67468" y="623441"/>
                </a:lnTo>
                <a:lnTo>
                  <a:pt x="67546" y="634008"/>
                </a:lnTo>
                <a:lnTo>
                  <a:pt x="67610" y="644575"/>
                </a:lnTo>
                <a:lnTo>
                  <a:pt x="67657" y="655142"/>
                </a:lnTo>
                <a:lnTo>
                  <a:pt x="67682" y="665708"/>
                </a:lnTo>
                <a:lnTo>
                  <a:pt x="67685" y="676275"/>
                </a:lnTo>
                <a:lnTo>
                  <a:pt x="67665" y="686842"/>
                </a:lnTo>
                <a:lnTo>
                  <a:pt x="67623" y="697409"/>
                </a:lnTo>
                <a:lnTo>
                  <a:pt x="67559" y="707976"/>
                </a:lnTo>
                <a:lnTo>
                  <a:pt x="67477" y="718543"/>
                </a:lnTo>
                <a:lnTo>
                  <a:pt x="67378" y="729109"/>
                </a:lnTo>
                <a:lnTo>
                  <a:pt x="67265" y="739676"/>
                </a:lnTo>
                <a:lnTo>
                  <a:pt x="67142" y="750243"/>
                </a:lnTo>
                <a:lnTo>
                  <a:pt x="67013" y="760810"/>
                </a:lnTo>
                <a:lnTo>
                  <a:pt x="66882" y="771377"/>
                </a:lnTo>
                <a:lnTo>
                  <a:pt x="66755" y="781943"/>
                </a:lnTo>
                <a:lnTo>
                  <a:pt x="66635" y="792510"/>
                </a:lnTo>
                <a:lnTo>
                  <a:pt x="66529" y="803077"/>
                </a:lnTo>
                <a:lnTo>
                  <a:pt x="66440" y="813644"/>
                </a:lnTo>
                <a:lnTo>
                  <a:pt x="66371" y="824211"/>
                </a:lnTo>
                <a:lnTo>
                  <a:pt x="66324" y="834777"/>
                </a:lnTo>
                <a:lnTo>
                  <a:pt x="66299" y="845344"/>
                </a:lnTo>
                <a:lnTo>
                  <a:pt x="66297" y="855911"/>
                </a:lnTo>
                <a:lnTo>
                  <a:pt x="66313" y="866478"/>
                </a:lnTo>
                <a:lnTo>
                  <a:pt x="66346" y="877045"/>
                </a:lnTo>
                <a:lnTo>
                  <a:pt x="66390" y="887611"/>
                </a:lnTo>
                <a:lnTo>
                  <a:pt x="66442" y="898178"/>
                </a:lnTo>
                <a:lnTo>
                  <a:pt x="66498" y="908745"/>
                </a:lnTo>
                <a:lnTo>
                  <a:pt x="66553" y="919312"/>
                </a:lnTo>
                <a:lnTo>
                  <a:pt x="66605" y="929879"/>
                </a:lnTo>
                <a:lnTo>
                  <a:pt x="66653" y="940445"/>
                </a:lnTo>
                <a:lnTo>
                  <a:pt x="66695" y="951012"/>
                </a:lnTo>
                <a:lnTo>
                  <a:pt x="66732" y="961579"/>
                </a:lnTo>
                <a:lnTo>
                  <a:pt x="66766" y="972146"/>
                </a:lnTo>
                <a:lnTo>
                  <a:pt x="66800" y="982713"/>
                </a:lnTo>
                <a:lnTo>
                  <a:pt x="66837" y="993279"/>
                </a:lnTo>
                <a:lnTo>
                  <a:pt x="66880" y="1003846"/>
                </a:lnTo>
                <a:lnTo>
                  <a:pt x="66933" y="1014413"/>
                </a:lnTo>
                <a:lnTo>
                  <a:pt x="66999" y="1024980"/>
                </a:lnTo>
                <a:lnTo>
                  <a:pt x="67082" y="1035547"/>
                </a:lnTo>
                <a:lnTo>
                  <a:pt x="67185" y="1046113"/>
                </a:lnTo>
                <a:lnTo>
                  <a:pt x="67312" y="1056680"/>
                </a:lnTo>
                <a:lnTo>
                  <a:pt x="67468" y="1067247"/>
                </a:lnTo>
                <a:lnTo>
                  <a:pt x="67660" y="1077814"/>
                </a:lnTo>
                <a:lnTo>
                  <a:pt x="67896" y="1088381"/>
                </a:lnTo>
                <a:lnTo>
                  <a:pt x="68190" y="1098947"/>
                </a:lnTo>
                <a:lnTo>
                  <a:pt x="68556" y="1109514"/>
                </a:lnTo>
                <a:lnTo>
                  <a:pt x="69011" y="1120081"/>
                </a:lnTo>
                <a:lnTo>
                  <a:pt x="69573" y="1130648"/>
                </a:lnTo>
                <a:lnTo>
                  <a:pt x="70257" y="1141215"/>
                </a:lnTo>
                <a:lnTo>
                  <a:pt x="71073" y="1151781"/>
                </a:lnTo>
                <a:lnTo>
                  <a:pt x="72026" y="1162348"/>
                </a:lnTo>
                <a:lnTo>
                  <a:pt x="73107" y="1172915"/>
                </a:lnTo>
                <a:lnTo>
                  <a:pt x="74297" y="1183482"/>
                </a:lnTo>
                <a:lnTo>
                  <a:pt x="75560" y="1194049"/>
                </a:lnTo>
                <a:lnTo>
                  <a:pt x="76848" y="1204615"/>
                </a:lnTo>
                <a:lnTo>
                  <a:pt x="78101" y="1215182"/>
                </a:lnTo>
                <a:lnTo>
                  <a:pt x="79254" y="1225749"/>
                </a:lnTo>
                <a:lnTo>
                  <a:pt x="80238" y="1236316"/>
                </a:lnTo>
                <a:lnTo>
                  <a:pt x="80993" y="1246883"/>
                </a:lnTo>
                <a:lnTo>
                  <a:pt x="81467" y="1257449"/>
                </a:lnTo>
                <a:lnTo>
                  <a:pt x="81629" y="1268016"/>
                </a:lnTo>
                <a:lnTo>
                  <a:pt x="81629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4" name="01_find_only_2253">
            <a:extLst>
              <a:ext uri="{FF2B5EF4-FFF2-40B4-BE49-F238E27FC236}">
                <a16:creationId xmlns:a16="http://schemas.microsoft.com/office/drawing/2014/main" id="{D0695431-2A18-418A-888C-2BB24698A0C1}"/>
              </a:ext>
            </a:extLst>
          </p:cNvPr>
          <p:cNvSpPr>
            <a:spLocks noGrp="1"/>
          </p:cNvSpPr>
          <p:nvPr/>
        </p:nvSpPr>
        <p:spPr>
          <a:xfrm>
            <a:off x="3500217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79146" y="1268016"/>
                </a:moveTo>
                <a:lnTo>
                  <a:pt x="50854" y="1268016"/>
                </a:lnTo>
                <a:lnTo>
                  <a:pt x="50983" y="1257449"/>
                </a:lnTo>
                <a:lnTo>
                  <a:pt x="51360" y="1246883"/>
                </a:lnTo>
                <a:lnTo>
                  <a:pt x="51960" y="1236316"/>
                </a:lnTo>
                <a:lnTo>
                  <a:pt x="52740" y="1225749"/>
                </a:lnTo>
                <a:lnTo>
                  <a:pt x="53651" y="1215182"/>
                </a:lnTo>
                <a:lnTo>
                  <a:pt x="54638" y="1204615"/>
                </a:lnTo>
                <a:lnTo>
                  <a:pt x="55648" y="1194049"/>
                </a:lnTo>
                <a:lnTo>
                  <a:pt x="56633" y="1183482"/>
                </a:lnTo>
                <a:lnTo>
                  <a:pt x="57556" y="1172915"/>
                </a:lnTo>
                <a:lnTo>
                  <a:pt x="58392" y="1162348"/>
                </a:lnTo>
                <a:lnTo>
                  <a:pt x="59127" y="1151781"/>
                </a:lnTo>
                <a:lnTo>
                  <a:pt x="59758" y="1141215"/>
                </a:lnTo>
                <a:lnTo>
                  <a:pt x="60291" y="1130648"/>
                </a:lnTo>
                <a:lnTo>
                  <a:pt x="60736" y="1120081"/>
                </a:lnTo>
                <a:lnTo>
                  <a:pt x="61109" y="1109514"/>
                </a:lnTo>
                <a:lnTo>
                  <a:pt x="61424" y="1098947"/>
                </a:lnTo>
                <a:lnTo>
                  <a:pt x="61693" y="1088381"/>
                </a:lnTo>
                <a:lnTo>
                  <a:pt x="61929" y="1077814"/>
                </a:lnTo>
                <a:lnTo>
                  <a:pt x="62137" y="1067247"/>
                </a:lnTo>
                <a:lnTo>
                  <a:pt x="62324" y="1056680"/>
                </a:lnTo>
                <a:lnTo>
                  <a:pt x="62491" y="1046113"/>
                </a:lnTo>
                <a:lnTo>
                  <a:pt x="62639" y="1035547"/>
                </a:lnTo>
                <a:lnTo>
                  <a:pt x="62768" y="1024980"/>
                </a:lnTo>
                <a:lnTo>
                  <a:pt x="62879" y="1014413"/>
                </a:lnTo>
                <a:lnTo>
                  <a:pt x="62974" y="1003846"/>
                </a:lnTo>
                <a:lnTo>
                  <a:pt x="63055" y="993279"/>
                </a:lnTo>
                <a:lnTo>
                  <a:pt x="63123" y="982713"/>
                </a:lnTo>
                <a:lnTo>
                  <a:pt x="63183" y="972146"/>
                </a:lnTo>
                <a:lnTo>
                  <a:pt x="63239" y="961579"/>
                </a:lnTo>
                <a:lnTo>
                  <a:pt x="63292" y="951012"/>
                </a:lnTo>
                <a:lnTo>
                  <a:pt x="63346" y="940445"/>
                </a:lnTo>
                <a:lnTo>
                  <a:pt x="63402" y="929879"/>
                </a:lnTo>
                <a:lnTo>
                  <a:pt x="63460" y="919312"/>
                </a:lnTo>
                <a:lnTo>
                  <a:pt x="63520" y="908745"/>
                </a:lnTo>
                <a:lnTo>
                  <a:pt x="63577" y="898178"/>
                </a:lnTo>
                <a:lnTo>
                  <a:pt x="63631" y="887611"/>
                </a:lnTo>
                <a:lnTo>
                  <a:pt x="63676" y="877045"/>
                </a:lnTo>
                <a:lnTo>
                  <a:pt x="63708" y="866478"/>
                </a:lnTo>
                <a:lnTo>
                  <a:pt x="63725" y="855911"/>
                </a:lnTo>
                <a:lnTo>
                  <a:pt x="63723" y="845344"/>
                </a:lnTo>
                <a:lnTo>
                  <a:pt x="63699" y="834777"/>
                </a:lnTo>
                <a:lnTo>
                  <a:pt x="63653" y="824211"/>
                </a:lnTo>
                <a:lnTo>
                  <a:pt x="63585" y="813644"/>
                </a:lnTo>
                <a:lnTo>
                  <a:pt x="63498" y="803077"/>
                </a:lnTo>
                <a:lnTo>
                  <a:pt x="63393" y="792510"/>
                </a:lnTo>
                <a:lnTo>
                  <a:pt x="63276" y="781943"/>
                </a:lnTo>
                <a:lnTo>
                  <a:pt x="63151" y="771377"/>
                </a:lnTo>
                <a:lnTo>
                  <a:pt x="63022" y="760810"/>
                </a:lnTo>
                <a:lnTo>
                  <a:pt x="62895" y="750243"/>
                </a:lnTo>
                <a:lnTo>
                  <a:pt x="62774" y="739676"/>
                </a:lnTo>
                <a:lnTo>
                  <a:pt x="62664" y="729109"/>
                </a:lnTo>
                <a:lnTo>
                  <a:pt x="62566" y="718543"/>
                </a:lnTo>
                <a:lnTo>
                  <a:pt x="62485" y="707976"/>
                </a:lnTo>
                <a:lnTo>
                  <a:pt x="62423" y="697409"/>
                </a:lnTo>
                <a:lnTo>
                  <a:pt x="62382" y="686842"/>
                </a:lnTo>
                <a:lnTo>
                  <a:pt x="62362" y="676275"/>
                </a:lnTo>
                <a:lnTo>
                  <a:pt x="62365" y="665708"/>
                </a:lnTo>
                <a:lnTo>
                  <a:pt x="62390" y="655142"/>
                </a:lnTo>
                <a:lnTo>
                  <a:pt x="62435" y="644575"/>
                </a:lnTo>
                <a:lnTo>
                  <a:pt x="62499" y="634008"/>
                </a:lnTo>
                <a:lnTo>
                  <a:pt x="62575" y="623441"/>
                </a:lnTo>
                <a:lnTo>
                  <a:pt x="62658" y="612874"/>
                </a:lnTo>
                <a:lnTo>
                  <a:pt x="62740" y="602308"/>
                </a:lnTo>
                <a:lnTo>
                  <a:pt x="62813" y="591741"/>
                </a:lnTo>
                <a:lnTo>
                  <a:pt x="62869" y="581174"/>
                </a:lnTo>
                <a:lnTo>
                  <a:pt x="62899" y="570607"/>
                </a:lnTo>
                <a:lnTo>
                  <a:pt x="62897" y="560040"/>
                </a:lnTo>
                <a:lnTo>
                  <a:pt x="62859" y="549474"/>
                </a:lnTo>
                <a:lnTo>
                  <a:pt x="62783" y="538907"/>
                </a:lnTo>
                <a:lnTo>
                  <a:pt x="62671" y="528340"/>
                </a:lnTo>
                <a:lnTo>
                  <a:pt x="62526" y="517773"/>
                </a:lnTo>
                <a:lnTo>
                  <a:pt x="62354" y="507206"/>
                </a:lnTo>
                <a:lnTo>
                  <a:pt x="62164" y="496640"/>
                </a:lnTo>
                <a:lnTo>
                  <a:pt x="61964" y="486073"/>
                </a:lnTo>
                <a:lnTo>
                  <a:pt x="61764" y="475506"/>
                </a:lnTo>
                <a:lnTo>
                  <a:pt x="61575" y="464939"/>
                </a:lnTo>
                <a:lnTo>
                  <a:pt x="61403" y="454372"/>
                </a:lnTo>
                <a:lnTo>
                  <a:pt x="61257" y="443806"/>
                </a:lnTo>
                <a:lnTo>
                  <a:pt x="61142" y="433239"/>
                </a:lnTo>
                <a:lnTo>
                  <a:pt x="61060" y="422672"/>
                </a:lnTo>
                <a:lnTo>
                  <a:pt x="61015" y="412105"/>
                </a:lnTo>
                <a:lnTo>
                  <a:pt x="61005" y="401538"/>
                </a:lnTo>
                <a:lnTo>
                  <a:pt x="61031" y="390972"/>
                </a:lnTo>
                <a:lnTo>
                  <a:pt x="61089" y="380405"/>
                </a:lnTo>
                <a:lnTo>
                  <a:pt x="61179" y="369838"/>
                </a:lnTo>
                <a:lnTo>
                  <a:pt x="61298" y="359271"/>
                </a:lnTo>
                <a:lnTo>
                  <a:pt x="61444" y="348704"/>
                </a:lnTo>
                <a:lnTo>
                  <a:pt x="61613" y="338138"/>
                </a:lnTo>
                <a:lnTo>
                  <a:pt x="61803" y="327571"/>
                </a:lnTo>
                <a:lnTo>
                  <a:pt x="62011" y="317004"/>
                </a:lnTo>
                <a:lnTo>
                  <a:pt x="62231" y="306437"/>
                </a:lnTo>
                <a:lnTo>
                  <a:pt x="62457" y="295870"/>
                </a:lnTo>
                <a:lnTo>
                  <a:pt x="62683" y="285304"/>
                </a:lnTo>
                <a:lnTo>
                  <a:pt x="62900" y="274737"/>
                </a:lnTo>
                <a:lnTo>
                  <a:pt x="63098" y="264170"/>
                </a:lnTo>
                <a:lnTo>
                  <a:pt x="63265" y="253603"/>
                </a:lnTo>
                <a:lnTo>
                  <a:pt x="63387" y="243036"/>
                </a:lnTo>
                <a:lnTo>
                  <a:pt x="63448" y="232470"/>
                </a:lnTo>
                <a:lnTo>
                  <a:pt x="63426" y="221903"/>
                </a:lnTo>
                <a:lnTo>
                  <a:pt x="63294" y="211336"/>
                </a:lnTo>
                <a:lnTo>
                  <a:pt x="63017" y="200769"/>
                </a:lnTo>
                <a:lnTo>
                  <a:pt x="62549" y="190202"/>
                </a:lnTo>
                <a:lnTo>
                  <a:pt x="61834" y="179636"/>
                </a:lnTo>
                <a:lnTo>
                  <a:pt x="60805" y="169069"/>
                </a:lnTo>
                <a:lnTo>
                  <a:pt x="59386" y="158502"/>
                </a:lnTo>
                <a:lnTo>
                  <a:pt x="57497" y="147935"/>
                </a:lnTo>
                <a:lnTo>
                  <a:pt x="55061" y="137368"/>
                </a:lnTo>
                <a:lnTo>
                  <a:pt x="52012" y="126802"/>
                </a:lnTo>
                <a:lnTo>
                  <a:pt x="48311" y="116235"/>
                </a:lnTo>
                <a:lnTo>
                  <a:pt x="43956" y="105668"/>
                </a:lnTo>
                <a:lnTo>
                  <a:pt x="38993" y="95101"/>
                </a:lnTo>
                <a:lnTo>
                  <a:pt x="33529" y="84534"/>
                </a:lnTo>
                <a:lnTo>
                  <a:pt x="27732" y="73968"/>
                </a:lnTo>
                <a:lnTo>
                  <a:pt x="21828" y="63401"/>
                </a:lnTo>
                <a:lnTo>
                  <a:pt x="16092" y="52834"/>
                </a:lnTo>
                <a:lnTo>
                  <a:pt x="10825" y="42267"/>
                </a:lnTo>
                <a:lnTo>
                  <a:pt x="6334" y="31700"/>
                </a:lnTo>
                <a:lnTo>
                  <a:pt x="2897" y="21134"/>
                </a:lnTo>
                <a:lnTo>
                  <a:pt x="737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3" y="10567"/>
                </a:lnTo>
                <a:lnTo>
                  <a:pt x="127103" y="21134"/>
                </a:lnTo>
                <a:lnTo>
                  <a:pt x="123666" y="31700"/>
                </a:lnTo>
                <a:lnTo>
                  <a:pt x="119175" y="42267"/>
                </a:lnTo>
                <a:lnTo>
                  <a:pt x="113908" y="52834"/>
                </a:lnTo>
                <a:lnTo>
                  <a:pt x="108172" y="63401"/>
                </a:lnTo>
                <a:lnTo>
                  <a:pt x="102268" y="73968"/>
                </a:lnTo>
                <a:lnTo>
                  <a:pt x="96471" y="84534"/>
                </a:lnTo>
                <a:lnTo>
                  <a:pt x="91007" y="95101"/>
                </a:lnTo>
                <a:lnTo>
                  <a:pt x="86044" y="105668"/>
                </a:lnTo>
                <a:lnTo>
                  <a:pt x="81689" y="116235"/>
                </a:lnTo>
                <a:lnTo>
                  <a:pt x="77988" y="126802"/>
                </a:lnTo>
                <a:lnTo>
                  <a:pt x="74939" y="137368"/>
                </a:lnTo>
                <a:lnTo>
                  <a:pt x="72503" y="147935"/>
                </a:lnTo>
                <a:lnTo>
                  <a:pt x="70614" y="158502"/>
                </a:lnTo>
                <a:lnTo>
                  <a:pt x="69195" y="169069"/>
                </a:lnTo>
                <a:lnTo>
                  <a:pt x="68166" y="179636"/>
                </a:lnTo>
                <a:lnTo>
                  <a:pt x="67451" y="190202"/>
                </a:lnTo>
                <a:lnTo>
                  <a:pt x="66983" y="200769"/>
                </a:lnTo>
                <a:lnTo>
                  <a:pt x="66706" y="211336"/>
                </a:lnTo>
                <a:lnTo>
                  <a:pt x="66574" y="221903"/>
                </a:lnTo>
                <a:lnTo>
                  <a:pt x="66552" y="232470"/>
                </a:lnTo>
                <a:lnTo>
                  <a:pt x="66613" y="243036"/>
                </a:lnTo>
                <a:lnTo>
                  <a:pt x="66735" y="253603"/>
                </a:lnTo>
                <a:lnTo>
                  <a:pt x="66902" y="264170"/>
                </a:lnTo>
                <a:lnTo>
                  <a:pt x="67100" y="274737"/>
                </a:lnTo>
                <a:lnTo>
                  <a:pt x="67317" y="285304"/>
                </a:lnTo>
                <a:lnTo>
                  <a:pt x="67543" y="295870"/>
                </a:lnTo>
                <a:lnTo>
                  <a:pt x="67769" y="306437"/>
                </a:lnTo>
                <a:lnTo>
                  <a:pt x="67989" y="317004"/>
                </a:lnTo>
                <a:lnTo>
                  <a:pt x="68197" y="327571"/>
                </a:lnTo>
                <a:lnTo>
                  <a:pt x="68387" y="338138"/>
                </a:lnTo>
                <a:lnTo>
                  <a:pt x="68557" y="348704"/>
                </a:lnTo>
                <a:lnTo>
                  <a:pt x="68702" y="359271"/>
                </a:lnTo>
                <a:lnTo>
                  <a:pt x="68821" y="369838"/>
                </a:lnTo>
                <a:lnTo>
                  <a:pt x="68911" y="380405"/>
                </a:lnTo>
                <a:lnTo>
                  <a:pt x="68969" y="390972"/>
                </a:lnTo>
                <a:lnTo>
                  <a:pt x="68995" y="401538"/>
                </a:lnTo>
                <a:lnTo>
                  <a:pt x="68985" y="412105"/>
                </a:lnTo>
                <a:lnTo>
                  <a:pt x="68940" y="422672"/>
                </a:lnTo>
                <a:lnTo>
                  <a:pt x="68858" y="433239"/>
                </a:lnTo>
                <a:lnTo>
                  <a:pt x="68743" y="443806"/>
                </a:lnTo>
                <a:lnTo>
                  <a:pt x="68597" y="454372"/>
                </a:lnTo>
                <a:lnTo>
                  <a:pt x="68425" y="464939"/>
                </a:lnTo>
                <a:lnTo>
                  <a:pt x="68236" y="475506"/>
                </a:lnTo>
                <a:lnTo>
                  <a:pt x="68036" y="486073"/>
                </a:lnTo>
                <a:lnTo>
                  <a:pt x="67836" y="496640"/>
                </a:lnTo>
                <a:lnTo>
                  <a:pt x="67646" y="507206"/>
                </a:lnTo>
                <a:lnTo>
                  <a:pt x="67474" y="517773"/>
                </a:lnTo>
                <a:lnTo>
                  <a:pt x="67329" y="528340"/>
                </a:lnTo>
                <a:lnTo>
                  <a:pt x="67217" y="538907"/>
                </a:lnTo>
                <a:lnTo>
                  <a:pt x="67141" y="549474"/>
                </a:lnTo>
                <a:lnTo>
                  <a:pt x="67103" y="560040"/>
                </a:lnTo>
                <a:lnTo>
                  <a:pt x="67101" y="570607"/>
                </a:lnTo>
                <a:lnTo>
                  <a:pt x="67131" y="581174"/>
                </a:lnTo>
                <a:lnTo>
                  <a:pt x="67187" y="591741"/>
                </a:lnTo>
                <a:lnTo>
                  <a:pt x="67260" y="602308"/>
                </a:lnTo>
                <a:lnTo>
                  <a:pt x="67342" y="612874"/>
                </a:lnTo>
                <a:lnTo>
                  <a:pt x="67425" y="623441"/>
                </a:lnTo>
                <a:lnTo>
                  <a:pt x="67501" y="634008"/>
                </a:lnTo>
                <a:lnTo>
                  <a:pt x="67565" y="644575"/>
                </a:lnTo>
                <a:lnTo>
                  <a:pt x="67610" y="655142"/>
                </a:lnTo>
                <a:lnTo>
                  <a:pt x="67635" y="665708"/>
                </a:lnTo>
                <a:lnTo>
                  <a:pt x="67638" y="676275"/>
                </a:lnTo>
                <a:lnTo>
                  <a:pt x="67618" y="686842"/>
                </a:lnTo>
                <a:lnTo>
                  <a:pt x="67577" y="697409"/>
                </a:lnTo>
                <a:lnTo>
                  <a:pt x="67515" y="707976"/>
                </a:lnTo>
                <a:lnTo>
                  <a:pt x="67434" y="718543"/>
                </a:lnTo>
                <a:lnTo>
                  <a:pt x="67336" y="729109"/>
                </a:lnTo>
                <a:lnTo>
                  <a:pt x="67226" y="739676"/>
                </a:lnTo>
                <a:lnTo>
                  <a:pt x="67105" y="750243"/>
                </a:lnTo>
                <a:lnTo>
                  <a:pt x="66978" y="760810"/>
                </a:lnTo>
                <a:lnTo>
                  <a:pt x="66849" y="771377"/>
                </a:lnTo>
                <a:lnTo>
                  <a:pt x="66724" y="781943"/>
                </a:lnTo>
                <a:lnTo>
                  <a:pt x="66607" y="792510"/>
                </a:lnTo>
                <a:lnTo>
                  <a:pt x="66502" y="803077"/>
                </a:lnTo>
                <a:lnTo>
                  <a:pt x="66415" y="813644"/>
                </a:lnTo>
                <a:lnTo>
                  <a:pt x="66347" y="824211"/>
                </a:lnTo>
                <a:lnTo>
                  <a:pt x="66301" y="834777"/>
                </a:lnTo>
                <a:lnTo>
                  <a:pt x="66277" y="845344"/>
                </a:lnTo>
                <a:lnTo>
                  <a:pt x="66275" y="855911"/>
                </a:lnTo>
                <a:lnTo>
                  <a:pt x="66292" y="866478"/>
                </a:lnTo>
                <a:lnTo>
                  <a:pt x="66324" y="877045"/>
                </a:lnTo>
                <a:lnTo>
                  <a:pt x="66369" y="887611"/>
                </a:lnTo>
                <a:lnTo>
                  <a:pt x="66423" y="898178"/>
                </a:lnTo>
                <a:lnTo>
                  <a:pt x="66480" y="908745"/>
                </a:lnTo>
                <a:lnTo>
                  <a:pt x="66540" y="919312"/>
                </a:lnTo>
                <a:lnTo>
                  <a:pt x="66598" y="929879"/>
                </a:lnTo>
                <a:lnTo>
                  <a:pt x="66654" y="940445"/>
                </a:lnTo>
                <a:lnTo>
                  <a:pt x="66708" y="951012"/>
                </a:lnTo>
                <a:lnTo>
                  <a:pt x="66761" y="961579"/>
                </a:lnTo>
                <a:lnTo>
                  <a:pt x="66817" y="972146"/>
                </a:lnTo>
                <a:lnTo>
                  <a:pt x="66877" y="982713"/>
                </a:lnTo>
                <a:lnTo>
                  <a:pt x="66945" y="993279"/>
                </a:lnTo>
                <a:lnTo>
                  <a:pt x="67026" y="1003846"/>
                </a:lnTo>
                <a:lnTo>
                  <a:pt x="67121" y="1014413"/>
                </a:lnTo>
                <a:lnTo>
                  <a:pt x="67232" y="1024980"/>
                </a:lnTo>
                <a:lnTo>
                  <a:pt x="67361" y="1035547"/>
                </a:lnTo>
                <a:lnTo>
                  <a:pt x="67509" y="1046113"/>
                </a:lnTo>
                <a:lnTo>
                  <a:pt x="67676" y="1056680"/>
                </a:lnTo>
                <a:lnTo>
                  <a:pt x="67863" y="1067247"/>
                </a:lnTo>
                <a:lnTo>
                  <a:pt x="68071" y="1077814"/>
                </a:lnTo>
                <a:lnTo>
                  <a:pt x="68307" y="1088381"/>
                </a:lnTo>
                <a:lnTo>
                  <a:pt x="68576" y="1098947"/>
                </a:lnTo>
                <a:lnTo>
                  <a:pt x="68891" y="1109514"/>
                </a:lnTo>
                <a:lnTo>
                  <a:pt x="69264" y="1120081"/>
                </a:lnTo>
                <a:lnTo>
                  <a:pt x="69709" y="1130648"/>
                </a:lnTo>
                <a:lnTo>
                  <a:pt x="70242" y="1141215"/>
                </a:lnTo>
                <a:lnTo>
                  <a:pt x="70873" y="1151781"/>
                </a:lnTo>
                <a:lnTo>
                  <a:pt x="71608" y="1162348"/>
                </a:lnTo>
                <a:lnTo>
                  <a:pt x="72444" y="1172915"/>
                </a:lnTo>
                <a:lnTo>
                  <a:pt x="73367" y="1183482"/>
                </a:lnTo>
                <a:lnTo>
                  <a:pt x="74352" y="1194049"/>
                </a:lnTo>
                <a:lnTo>
                  <a:pt x="75362" y="1204615"/>
                </a:lnTo>
                <a:lnTo>
                  <a:pt x="76349" y="1215182"/>
                </a:lnTo>
                <a:lnTo>
                  <a:pt x="77260" y="1225749"/>
                </a:lnTo>
                <a:lnTo>
                  <a:pt x="78040" y="1236316"/>
                </a:lnTo>
                <a:lnTo>
                  <a:pt x="78640" y="1246883"/>
                </a:lnTo>
                <a:lnTo>
                  <a:pt x="79017" y="1257449"/>
                </a:lnTo>
                <a:lnTo>
                  <a:pt x="79146" y="1268016"/>
                </a:lnTo>
                <a:lnTo>
                  <a:pt x="79146" y="1268016"/>
                </a:lnTo>
                <a:close/>
              </a:path>
            </a:pathLst>
          </a:custGeom>
          <a:solidFill>
            <a:srgbClr val="00878B">
              <a:alpha val="12000"/>
            </a:srgbClr>
          </a:solidFill>
          <a:ln w="6985">
            <a:solidFill>
              <a:srgbClr val="00878B">
                <a:alpha val="12000"/>
              </a:srgbClr>
            </a:solidFill>
            <a:prstDash val="solid"/>
          </a:ln>
        </p:spPr>
      </p:sp>
      <p:sp>
        <p:nvSpPr>
          <p:cNvPr id="2255" name="01_find_only_2254">
            <a:extLst>
              <a:ext uri="{FF2B5EF4-FFF2-40B4-BE49-F238E27FC236}">
                <a16:creationId xmlns:a16="http://schemas.microsoft.com/office/drawing/2014/main" id="{754DA4EE-DC06-4491-A78E-71F3103BBA13}"/>
              </a:ext>
            </a:extLst>
          </p:cNvPr>
          <p:cNvSpPr>
            <a:spLocks noGrp="1"/>
          </p:cNvSpPr>
          <p:nvPr/>
        </p:nvSpPr>
        <p:spPr>
          <a:xfrm>
            <a:off x="2038589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56" name="text_2255">
            <a:extLst>
              <a:ext uri="{FF2B5EF4-FFF2-40B4-BE49-F238E27FC236}">
                <a16:creationId xmlns:a16="http://schemas.microsoft.com/office/drawing/2014/main" id="{BAECA8AB-7EBC-4760-84ED-01A8B9339BAD}"/>
              </a:ext>
            </a:extLst>
          </p:cNvPr>
          <p:cNvSpPr>
            <a:spLocks noGrp="1"/>
          </p:cNvSpPr>
          <p:nvPr/>
        </p:nvSpPr>
        <p:spPr>
          <a:xfrm>
            <a:off x="2012338" y="6438006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257" name="01_find_only_2256">
            <a:extLst>
              <a:ext uri="{FF2B5EF4-FFF2-40B4-BE49-F238E27FC236}">
                <a16:creationId xmlns:a16="http://schemas.microsoft.com/office/drawing/2014/main" id="{2ACA6FF5-E13F-44C3-B343-274C804D0764}"/>
              </a:ext>
            </a:extLst>
          </p:cNvPr>
          <p:cNvSpPr>
            <a:spLocks noGrp="1"/>
          </p:cNvSpPr>
          <p:nvPr/>
        </p:nvSpPr>
        <p:spPr>
          <a:xfrm>
            <a:off x="2293228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58" name="text_2257">
            <a:extLst>
              <a:ext uri="{FF2B5EF4-FFF2-40B4-BE49-F238E27FC236}">
                <a16:creationId xmlns:a16="http://schemas.microsoft.com/office/drawing/2014/main" id="{C0C8FDA7-32EE-458F-B5E0-BE0AAC32368C}"/>
              </a:ext>
            </a:extLst>
          </p:cNvPr>
          <p:cNvSpPr>
            <a:spLocks noGrp="1"/>
          </p:cNvSpPr>
          <p:nvPr/>
        </p:nvSpPr>
        <p:spPr>
          <a:xfrm>
            <a:off x="2240724" y="6438006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259" name="01_find_only_2258">
            <a:extLst>
              <a:ext uri="{FF2B5EF4-FFF2-40B4-BE49-F238E27FC236}">
                <a16:creationId xmlns:a16="http://schemas.microsoft.com/office/drawing/2014/main" id="{0E8E776E-CB51-4AE8-BB54-37BC6FEF44A3}"/>
              </a:ext>
            </a:extLst>
          </p:cNvPr>
          <p:cNvSpPr>
            <a:spLocks noGrp="1"/>
          </p:cNvSpPr>
          <p:nvPr/>
        </p:nvSpPr>
        <p:spPr>
          <a:xfrm>
            <a:off x="2547867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0" name="text_2259">
            <a:extLst>
              <a:ext uri="{FF2B5EF4-FFF2-40B4-BE49-F238E27FC236}">
                <a16:creationId xmlns:a16="http://schemas.microsoft.com/office/drawing/2014/main" id="{A8CBDCCA-5847-43F6-B329-CB0E0C3DBA6E}"/>
              </a:ext>
            </a:extLst>
          </p:cNvPr>
          <p:cNvSpPr>
            <a:spLocks noGrp="1"/>
          </p:cNvSpPr>
          <p:nvPr/>
        </p:nvSpPr>
        <p:spPr>
          <a:xfrm>
            <a:off x="2469112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261" name="01_find_only_2260">
            <a:extLst>
              <a:ext uri="{FF2B5EF4-FFF2-40B4-BE49-F238E27FC236}">
                <a16:creationId xmlns:a16="http://schemas.microsoft.com/office/drawing/2014/main" id="{C482DD3A-6670-45FD-AC18-AF9E461E3446}"/>
              </a:ext>
            </a:extLst>
          </p:cNvPr>
          <p:cNvSpPr>
            <a:spLocks noGrp="1"/>
          </p:cNvSpPr>
          <p:nvPr/>
        </p:nvSpPr>
        <p:spPr>
          <a:xfrm>
            <a:off x="3057145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2" name="text_2261">
            <a:extLst>
              <a:ext uri="{FF2B5EF4-FFF2-40B4-BE49-F238E27FC236}">
                <a16:creationId xmlns:a16="http://schemas.microsoft.com/office/drawing/2014/main" id="{9DB07AFB-B6F1-49CF-AF70-A96700580ABA}"/>
              </a:ext>
            </a:extLst>
          </p:cNvPr>
          <p:cNvSpPr>
            <a:spLocks noGrp="1"/>
          </p:cNvSpPr>
          <p:nvPr/>
        </p:nvSpPr>
        <p:spPr>
          <a:xfrm>
            <a:off x="2978390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200</a:t>
            </a:r>
          </a:p>
        </p:txBody>
      </p:sp>
      <p:sp>
        <p:nvSpPr>
          <p:cNvPr id="2263" name="01_find_only_2262">
            <a:extLst>
              <a:ext uri="{FF2B5EF4-FFF2-40B4-BE49-F238E27FC236}">
                <a16:creationId xmlns:a16="http://schemas.microsoft.com/office/drawing/2014/main" id="{16576F52-D814-4896-B777-288B258AED61}"/>
              </a:ext>
            </a:extLst>
          </p:cNvPr>
          <p:cNvSpPr>
            <a:spLocks noGrp="1"/>
          </p:cNvSpPr>
          <p:nvPr/>
        </p:nvSpPr>
        <p:spPr>
          <a:xfrm>
            <a:off x="3566423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4" name="text_2263">
            <a:extLst>
              <a:ext uri="{FF2B5EF4-FFF2-40B4-BE49-F238E27FC236}">
                <a16:creationId xmlns:a16="http://schemas.microsoft.com/office/drawing/2014/main" id="{537E49C1-35F9-44BC-B979-1061778550D8}"/>
              </a:ext>
            </a:extLst>
          </p:cNvPr>
          <p:cNvSpPr>
            <a:spLocks noGrp="1"/>
          </p:cNvSpPr>
          <p:nvPr/>
        </p:nvSpPr>
        <p:spPr>
          <a:xfrm>
            <a:off x="3487668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300</a:t>
            </a:r>
          </a:p>
        </p:txBody>
      </p:sp>
      <p:sp>
        <p:nvSpPr>
          <p:cNvPr id="2265" name="text_2264">
            <a:extLst>
              <a:ext uri="{FF2B5EF4-FFF2-40B4-BE49-F238E27FC236}">
                <a16:creationId xmlns:a16="http://schemas.microsoft.com/office/drawing/2014/main" id="{29911697-E70A-4FAD-97DC-3337002C2B78}"/>
              </a:ext>
            </a:extLst>
          </p:cNvPr>
          <p:cNvSpPr>
            <a:spLocks noGrp="1"/>
          </p:cNvSpPr>
          <p:nvPr/>
        </p:nvSpPr>
        <p:spPr>
          <a:xfrm>
            <a:off x="2228255" y="6577100"/>
            <a:ext cx="1253110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Relative candidate count (%)</a:t>
            </a:r>
          </a:p>
        </p:txBody>
      </p:sp>
      <p:sp>
        <p:nvSpPr>
          <p:cNvPr id="2266" name="01_find_only_2265">
            <a:extLst>
              <a:ext uri="{FF2B5EF4-FFF2-40B4-BE49-F238E27FC236}">
                <a16:creationId xmlns:a16="http://schemas.microsoft.com/office/drawing/2014/main" id="{AEA7F2D1-CEFC-43B2-9327-76EF4A9E7DDA}"/>
              </a:ext>
            </a:extLst>
          </p:cNvPr>
          <p:cNvSpPr>
            <a:spLocks noGrp="1"/>
          </p:cNvSpPr>
          <p:nvPr/>
        </p:nvSpPr>
        <p:spPr>
          <a:xfrm>
            <a:off x="2023311" y="6302824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67" name="01_find_only_2266">
            <a:extLst>
              <a:ext uri="{FF2B5EF4-FFF2-40B4-BE49-F238E27FC236}">
                <a16:creationId xmlns:a16="http://schemas.microsoft.com/office/drawing/2014/main" id="{BD5AF745-87C5-4383-BF6D-35A7BB6715F7}"/>
              </a:ext>
            </a:extLst>
          </p:cNvPr>
          <p:cNvSpPr>
            <a:spLocks noGrp="1"/>
          </p:cNvSpPr>
          <p:nvPr/>
        </p:nvSpPr>
        <p:spPr>
          <a:xfrm>
            <a:off x="1984504" y="6302824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68" name="text_2267">
            <a:extLst>
              <a:ext uri="{FF2B5EF4-FFF2-40B4-BE49-F238E27FC236}">
                <a16:creationId xmlns:a16="http://schemas.microsoft.com/office/drawing/2014/main" id="{2EFB54A9-7DD2-4C58-940D-C2947306C995}"/>
              </a:ext>
            </a:extLst>
          </p:cNvPr>
          <p:cNvSpPr>
            <a:spLocks noGrp="1"/>
          </p:cNvSpPr>
          <p:nvPr/>
        </p:nvSpPr>
        <p:spPr>
          <a:xfrm>
            <a:off x="1893194" y="6262019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269" name="01_find_only_2268">
            <a:extLst>
              <a:ext uri="{FF2B5EF4-FFF2-40B4-BE49-F238E27FC236}">
                <a16:creationId xmlns:a16="http://schemas.microsoft.com/office/drawing/2014/main" id="{295AE4B4-13E0-435F-8F4F-83A0AF7FBE1A}"/>
              </a:ext>
            </a:extLst>
          </p:cNvPr>
          <p:cNvSpPr>
            <a:spLocks noGrp="1"/>
          </p:cNvSpPr>
          <p:nvPr/>
        </p:nvSpPr>
        <p:spPr>
          <a:xfrm>
            <a:off x="2023311" y="565705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70" name="01_find_only_2269">
            <a:extLst>
              <a:ext uri="{FF2B5EF4-FFF2-40B4-BE49-F238E27FC236}">
                <a16:creationId xmlns:a16="http://schemas.microsoft.com/office/drawing/2014/main" id="{EE63D605-DEDB-415F-ACFF-92EFE8ACFC2C}"/>
              </a:ext>
            </a:extLst>
          </p:cNvPr>
          <p:cNvSpPr>
            <a:spLocks noGrp="1"/>
          </p:cNvSpPr>
          <p:nvPr/>
        </p:nvSpPr>
        <p:spPr>
          <a:xfrm>
            <a:off x="1984504" y="5657051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71" name="text_2270">
            <a:extLst>
              <a:ext uri="{FF2B5EF4-FFF2-40B4-BE49-F238E27FC236}">
                <a16:creationId xmlns:a16="http://schemas.microsoft.com/office/drawing/2014/main" id="{382A174F-AF1D-49E3-A1C5-756D8147FDAC}"/>
              </a:ext>
            </a:extLst>
          </p:cNvPr>
          <p:cNvSpPr>
            <a:spLocks noGrp="1"/>
          </p:cNvSpPr>
          <p:nvPr/>
        </p:nvSpPr>
        <p:spPr>
          <a:xfrm>
            <a:off x="1840690" y="5616247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272" name="01_find_only_2271">
            <a:extLst>
              <a:ext uri="{FF2B5EF4-FFF2-40B4-BE49-F238E27FC236}">
                <a16:creationId xmlns:a16="http://schemas.microsoft.com/office/drawing/2014/main" id="{00900AB2-B707-468A-8288-95B9F11F4648}"/>
              </a:ext>
            </a:extLst>
          </p:cNvPr>
          <p:cNvSpPr>
            <a:spLocks noGrp="1"/>
          </p:cNvSpPr>
          <p:nvPr/>
        </p:nvSpPr>
        <p:spPr>
          <a:xfrm>
            <a:off x="2023311" y="5011278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273" name="01_find_only_2272">
            <a:extLst>
              <a:ext uri="{FF2B5EF4-FFF2-40B4-BE49-F238E27FC236}">
                <a16:creationId xmlns:a16="http://schemas.microsoft.com/office/drawing/2014/main" id="{CCC0119A-0979-4541-AC48-2F316729F6BF}"/>
              </a:ext>
            </a:extLst>
          </p:cNvPr>
          <p:cNvSpPr>
            <a:spLocks noGrp="1"/>
          </p:cNvSpPr>
          <p:nvPr/>
        </p:nvSpPr>
        <p:spPr>
          <a:xfrm>
            <a:off x="1984504" y="5011278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274" name="text_2273">
            <a:extLst>
              <a:ext uri="{FF2B5EF4-FFF2-40B4-BE49-F238E27FC236}">
                <a16:creationId xmlns:a16="http://schemas.microsoft.com/office/drawing/2014/main" id="{6B957785-6FF3-498C-B1B7-FAA0BFBC7033}"/>
              </a:ext>
            </a:extLst>
          </p:cNvPr>
          <p:cNvSpPr>
            <a:spLocks noGrp="1"/>
          </p:cNvSpPr>
          <p:nvPr/>
        </p:nvSpPr>
        <p:spPr>
          <a:xfrm>
            <a:off x="1788187" y="4970474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275" name="text_2274">
            <a:extLst>
              <a:ext uri="{FF2B5EF4-FFF2-40B4-BE49-F238E27FC236}">
                <a16:creationId xmlns:a16="http://schemas.microsoft.com/office/drawing/2014/main" id="{1CBE3F2B-1E89-4D40-8FFF-0815851B4946}"/>
              </a:ext>
            </a:extLst>
          </p:cNvPr>
          <p:cNvSpPr>
            <a:spLocks noGrp="1"/>
          </p:cNvSpPr>
          <p:nvPr/>
        </p:nvSpPr>
        <p:spPr>
          <a:xfrm rot="-5400000">
            <a:off x="1162699" y="5592372"/>
            <a:ext cx="1082663" cy="1293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15"/>
              <a:t>Detected instances (%)</a:t>
            </a:r>
          </a:p>
        </p:txBody>
      </p:sp>
      <p:sp>
        <p:nvSpPr>
          <p:cNvPr id="2276" name="01_find_only_2275">
            <a:extLst>
              <a:ext uri="{FF2B5EF4-FFF2-40B4-BE49-F238E27FC236}">
                <a16:creationId xmlns:a16="http://schemas.microsoft.com/office/drawing/2014/main" id="{6ACB401B-0C9A-48CA-A752-6C96782D7EAE}"/>
              </a:ext>
            </a:extLst>
          </p:cNvPr>
          <p:cNvSpPr>
            <a:spLocks noGrp="1"/>
          </p:cNvSpPr>
          <p:nvPr/>
        </p:nvSpPr>
        <p:spPr>
          <a:xfrm>
            <a:off x="22516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7" name="01_find_only_2276">
            <a:extLst>
              <a:ext uri="{FF2B5EF4-FFF2-40B4-BE49-F238E27FC236}">
                <a16:creationId xmlns:a16="http://schemas.microsoft.com/office/drawing/2014/main" id="{F3481EDA-755C-4BF6-B0DC-69E60C888C4C}"/>
              </a:ext>
            </a:extLst>
          </p:cNvPr>
          <p:cNvSpPr>
            <a:spLocks noGrp="1"/>
          </p:cNvSpPr>
          <p:nvPr/>
        </p:nvSpPr>
        <p:spPr>
          <a:xfrm>
            <a:off x="231383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8" name="01_find_only_2277">
            <a:extLst>
              <a:ext uri="{FF2B5EF4-FFF2-40B4-BE49-F238E27FC236}">
                <a16:creationId xmlns:a16="http://schemas.microsoft.com/office/drawing/2014/main" id="{70779519-439B-46C4-A260-259D105BE7A2}"/>
              </a:ext>
            </a:extLst>
          </p:cNvPr>
          <p:cNvSpPr>
            <a:spLocks noGrp="1"/>
          </p:cNvSpPr>
          <p:nvPr/>
        </p:nvSpPr>
        <p:spPr>
          <a:xfrm>
            <a:off x="223125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9" name="01_find_only_2278">
            <a:extLst>
              <a:ext uri="{FF2B5EF4-FFF2-40B4-BE49-F238E27FC236}">
                <a16:creationId xmlns:a16="http://schemas.microsoft.com/office/drawing/2014/main" id="{6A62303F-8C35-4F7E-8D3A-DE338EAE6A15}"/>
              </a:ext>
            </a:extLst>
          </p:cNvPr>
          <p:cNvSpPr>
            <a:spLocks noGrp="1"/>
          </p:cNvSpPr>
          <p:nvPr/>
        </p:nvSpPr>
        <p:spPr>
          <a:xfrm>
            <a:off x="23060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0" name="01_find_only_2279">
            <a:extLst>
              <a:ext uri="{FF2B5EF4-FFF2-40B4-BE49-F238E27FC236}">
                <a16:creationId xmlns:a16="http://schemas.microsoft.com/office/drawing/2014/main" id="{E20BEC90-CC38-49E2-AA13-D3627103DB91}"/>
              </a:ext>
            </a:extLst>
          </p:cNvPr>
          <p:cNvSpPr>
            <a:spLocks noGrp="1"/>
          </p:cNvSpPr>
          <p:nvPr/>
        </p:nvSpPr>
        <p:spPr>
          <a:xfrm>
            <a:off x="226749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1" name="01_find_only_2280">
            <a:extLst>
              <a:ext uri="{FF2B5EF4-FFF2-40B4-BE49-F238E27FC236}">
                <a16:creationId xmlns:a16="http://schemas.microsoft.com/office/drawing/2014/main" id="{4C5DDE3A-2C41-4EF7-A525-9B6E7A2BC2E2}"/>
              </a:ext>
            </a:extLst>
          </p:cNvPr>
          <p:cNvSpPr>
            <a:spLocks noGrp="1"/>
          </p:cNvSpPr>
          <p:nvPr/>
        </p:nvSpPr>
        <p:spPr>
          <a:xfrm>
            <a:off x="23207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2" name="01_find_only_2281">
            <a:extLst>
              <a:ext uri="{FF2B5EF4-FFF2-40B4-BE49-F238E27FC236}">
                <a16:creationId xmlns:a16="http://schemas.microsoft.com/office/drawing/2014/main" id="{6A26D201-DEDE-4751-B702-9FA228AA5133}"/>
              </a:ext>
            </a:extLst>
          </p:cNvPr>
          <p:cNvSpPr>
            <a:spLocks noGrp="1"/>
          </p:cNvSpPr>
          <p:nvPr/>
        </p:nvSpPr>
        <p:spPr>
          <a:xfrm>
            <a:off x="22515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3" name="01_find_only_2282">
            <a:extLst>
              <a:ext uri="{FF2B5EF4-FFF2-40B4-BE49-F238E27FC236}">
                <a16:creationId xmlns:a16="http://schemas.microsoft.com/office/drawing/2014/main" id="{84C6C150-D7C8-44EA-B196-5AC94FECC13D}"/>
              </a:ext>
            </a:extLst>
          </p:cNvPr>
          <p:cNvSpPr>
            <a:spLocks noGrp="1"/>
          </p:cNvSpPr>
          <p:nvPr/>
        </p:nvSpPr>
        <p:spPr>
          <a:xfrm>
            <a:off x="2298973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4" name="01_find_only_2283">
            <a:extLst>
              <a:ext uri="{FF2B5EF4-FFF2-40B4-BE49-F238E27FC236}">
                <a16:creationId xmlns:a16="http://schemas.microsoft.com/office/drawing/2014/main" id="{5224A792-F49C-4A1F-A31C-294F2A3DDB50}"/>
              </a:ext>
            </a:extLst>
          </p:cNvPr>
          <p:cNvSpPr>
            <a:spLocks noGrp="1"/>
          </p:cNvSpPr>
          <p:nvPr/>
        </p:nvSpPr>
        <p:spPr>
          <a:xfrm>
            <a:off x="2234659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5" name="01_find_only_2284">
            <a:extLst>
              <a:ext uri="{FF2B5EF4-FFF2-40B4-BE49-F238E27FC236}">
                <a16:creationId xmlns:a16="http://schemas.microsoft.com/office/drawing/2014/main" id="{60B7192A-5470-4335-AB37-1ABD33B7CF60}"/>
              </a:ext>
            </a:extLst>
          </p:cNvPr>
          <p:cNvSpPr>
            <a:spLocks noGrp="1"/>
          </p:cNvSpPr>
          <p:nvPr/>
        </p:nvSpPr>
        <p:spPr>
          <a:xfrm>
            <a:off x="225535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6" name="01_find_only_2285">
            <a:extLst>
              <a:ext uri="{FF2B5EF4-FFF2-40B4-BE49-F238E27FC236}">
                <a16:creationId xmlns:a16="http://schemas.microsoft.com/office/drawing/2014/main" id="{49362C09-561E-4D8E-8A65-86285C5065C5}"/>
              </a:ext>
            </a:extLst>
          </p:cNvPr>
          <p:cNvSpPr>
            <a:spLocks noGrp="1"/>
          </p:cNvSpPr>
          <p:nvPr/>
        </p:nvSpPr>
        <p:spPr>
          <a:xfrm>
            <a:off x="2234464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7" name="01_find_only_2286">
            <a:extLst>
              <a:ext uri="{FF2B5EF4-FFF2-40B4-BE49-F238E27FC236}">
                <a16:creationId xmlns:a16="http://schemas.microsoft.com/office/drawing/2014/main" id="{F313B7C7-D789-4F8F-B28C-3D5334B28F48}"/>
              </a:ext>
            </a:extLst>
          </p:cNvPr>
          <p:cNvSpPr>
            <a:spLocks noGrp="1"/>
          </p:cNvSpPr>
          <p:nvPr/>
        </p:nvSpPr>
        <p:spPr>
          <a:xfrm>
            <a:off x="228935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8" name="01_find_only_2287">
            <a:extLst>
              <a:ext uri="{FF2B5EF4-FFF2-40B4-BE49-F238E27FC236}">
                <a16:creationId xmlns:a16="http://schemas.microsoft.com/office/drawing/2014/main" id="{3FECBA48-D1D6-46BE-B299-6051C5D5B212}"/>
              </a:ext>
            </a:extLst>
          </p:cNvPr>
          <p:cNvSpPr>
            <a:spLocks noGrp="1"/>
          </p:cNvSpPr>
          <p:nvPr/>
        </p:nvSpPr>
        <p:spPr>
          <a:xfrm>
            <a:off x="22475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9" name="01_find_only_2288">
            <a:extLst>
              <a:ext uri="{FF2B5EF4-FFF2-40B4-BE49-F238E27FC236}">
                <a16:creationId xmlns:a16="http://schemas.microsoft.com/office/drawing/2014/main" id="{2F209FA4-8F71-49A8-96B2-CFF962F52D77}"/>
              </a:ext>
            </a:extLst>
          </p:cNvPr>
          <p:cNvSpPr>
            <a:spLocks noGrp="1"/>
          </p:cNvSpPr>
          <p:nvPr/>
        </p:nvSpPr>
        <p:spPr>
          <a:xfrm>
            <a:off x="227672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0" name="01_find_only_2289">
            <a:extLst>
              <a:ext uri="{FF2B5EF4-FFF2-40B4-BE49-F238E27FC236}">
                <a16:creationId xmlns:a16="http://schemas.microsoft.com/office/drawing/2014/main" id="{5D46C856-4E0C-4CFB-8A8B-E3C59C236293}"/>
              </a:ext>
            </a:extLst>
          </p:cNvPr>
          <p:cNvSpPr>
            <a:spLocks noGrp="1"/>
          </p:cNvSpPr>
          <p:nvPr/>
        </p:nvSpPr>
        <p:spPr>
          <a:xfrm>
            <a:off x="22664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1" name="01_find_only_2290">
            <a:extLst>
              <a:ext uri="{FF2B5EF4-FFF2-40B4-BE49-F238E27FC236}">
                <a16:creationId xmlns:a16="http://schemas.microsoft.com/office/drawing/2014/main" id="{3D65B7F3-0306-4115-8C9E-621C3A39B323}"/>
              </a:ext>
            </a:extLst>
          </p:cNvPr>
          <p:cNvSpPr>
            <a:spLocks noGrp="1"/>
          </p:cNvSpPr>
          <p:nvPr/>
        </p:nvSpPr>
        <p:spPr>
          <a:xfrm>
            <a:off x="2256810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2" name="01_find_only_2291">
            <a:extLst>
              <a:ext uri="{FF2B5EF4-FFF2-40B4-BE49-F238E27FC236}">
                <a16:creationId xmlns:a16="http://schemas.microsoft.com/office/drawing/2014/main" id="{007FE992-F170-4981-A866-4E9DFBEFDC27}"/>
              </a:ext>
            </a:extLst>
          </p:cNvPr>
          <p:cNvSpPr>
            <a:spLocks noGrp="1"/>
          </p:cNvSpPr>
          <p:nvPr/>
        </p:nvSpPr>
        <p:spPr>
          <a:xfrm>
            <a:off x="223417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3" name="01_find_only_2292">
            <a:extLst>
              <a:ext uri="{FF2B5EF4-FFF2-40B4-BE49-F238E27FC236}">
                <a16:creationId xmlns:a16="http://schemas.microsoft.com/office/drawing/2014/main" id="{F26A15CD-DF1C-44C9-8B3F-60F297ED6A62}"/>
              </a:ext>
            </a:extLst>
          </p:cNvPr>
          <p:cNvSpPr>
            <a:spLocks noGrp="1"/>
          </p:cNvSpPr>
          <p:nvPr/>
        </p:nvSpPr>
        <p:spPr>
          <a:xfrm>
            <a:off x="2321415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4" name="01_find_only_2293">
            <a:extLst>
              <a:ext uri="{FF2B5EF4-FFF2-40B4-BE49-F238E27FC236}">
                <a16:creationId xmlns:a16="http://schemas.microsoft.com/office/drawing/2014/main" id="{EF06E5F5-178F-4111-8AA8-15AF5F3CAC3F}"/>
              </a:ext>
            </a:extLst>
          </p:cNvPr>
          <p:cNvSpPr>
            <a:spLocks noGrp="1"/>
          </p:cNvSpPr>
          <p:nvPr/>
        </p:nvSpPr>
        <p:spPr>
          <a:xfrm>
            <a:off x="22355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5" name="01_find_only_2294">
            <a:extLst>
              <a:ext uri="{FF2B5EF4-FFF2-40B4-BE49-F238E27FC236}">
                <a16:creationId xmlns:a16="http://schemas.microsoft.com/office/drawing/2014/main" id="{F0EFC8FC-975D-46D0-A4BA-58CF841015BD}"/>
              </a:ext>
            </a:extLst>
          </p:cNvPr>
          <p:cNvSpPr>
            <a:spLocks noGrp="1"/>
          </p:cNvSpPr>
          <p:nvPr/>
        </p:nvSpPr>
        <p:spPr>
          <a:xfrm>
            <a:off x="231422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6" name="01_find_only_2295">
            <a:extLst>
              <a:ext uri="{FF2B5EF4-FFF2-40B4-BE49-F238E27FC236}">
                <a16:creationId xmlns:a16="http://schemas.microsoft.com/office/drawing/2014/main" id="{1A129897-C7F4-4DC2-95E1-AA95A67B2017}"/>
              </a:ext>
            </a:extLst>
          </p:cNvPr>
          <p:cNvSpPr>
            <a:spLocks noGrp="1"/>
          </p:cNvSpPr>
          <p:nvPr/>
        </p:nvSpPr>
        <p:spPr>
          <a:xfrm>
            <a:off x="22678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7" name="01_find_only_2296">
            <a:extLst>
              <a:ext uri="{FF2B5EF4-FFF2-40B4-BE49-F238E27FC236}">
                <a16:creationId xmlns:a16="http://schemas.microsoft.com/office/drawing/2014/main" id="{AA024743-9BEA-4FB5-B2FE-0FD0D023152E}"/>
              </a:ext>
            </a:extLst>
          </p:cNvPr>
          <p:cNvSpPr>
            <a:spLocks noGrp="1"/>
          </p:cNvSpPr>
          <p:nvPr/>
        </p:nvSpPr>
        <p:spPr>
          <a:xfrm>
            <a:off x="232539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8" name="01_find_only_2297">
            <a:extLst>
              <a:ext uri="{FF2B5EF4-FFF2-40B4-BE49-F238E27FC236}">
                <a16:creationId xmlns:a16="http://schemas.microsoft.com/office/drawing/2014/main" id="{16541391-C86C-49D8-81D2-4E4792A26A78}"/>
              </a:ext>
            </a:extLst>
          </p:cNvPr>
          <p:cNvSpPr>
            <a:spLocks noGrp="1"/>
          </p:cNvSpPr>
          <p:nvPr/>
        </p:nvSpPr>
        <p:spPr>
          <a:xfrm>
            <a:off x="2294990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9" name="01_find_only_2298">
            <a:extLst>
              <a:ext uri="{FF2B5EF4-FFF2-40B4-BE49-F238E27FC236}">
                <a16:creationId xmlns:a16="http://schemas.microsoft.com/office/drawing/2014/main" id="{BCA2D9B8-D535-4F62-A659-28258743B59C}"/>
              </a:ext>
            </a:extLst>
          </p:cNvPr>
          <p:cNvSpPr>
            <a:spLocks noGrp="1"/>
          </p:cNvSpPr>
          <p:nvPr/>
        </p:nvSpPr>
        <p:spPr>
          <a:xfrm>
            <a:off x="2301596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0" name="01_find_only_2299">
            <a:extLst>
              <a:ext uri="{FF2B5EF4-FFF2-40B4-BE49-F238E27FC236}">
                <a16:creationId xmlns:a16="http://schemas.microsoft.com/office/drawing/2014/main" id="{B9B8D601-D1FC-4D03-ADC6-5B4F360BEE15}"/>
              </a:ext>
            </a:extLst>
          </p:cNvPr>
          <p:cNvSpPr>
            <a:spLocks noGrp="1"/>
          </p:cNvSpPr>
          <p:nvPr/>
        </p:nvSpPr>
        <p:spPr>
          <a:xfrm>
            <a:off x="2258947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1" name="01_find_only_2300">
            <a:extLst>
              <a:ext uri="{FF2B5EF4-FFF2-40B4-BE49-F238E27FC236}">
                <a16:creationId xmlns:a16="http://schemas.microsoft.com/office/drawing/2014/main" id="{2702BEF8-1C38-456F-97EF-FF825578751C}"/>
              </a:ext>
            </a:extLst>
          </p:cNvPr>
          <p:cNvSpPr>
            <a:spLocks noGrp="1"/>
          </p:cNvSpPr>
          <p:nvPr/>
        </p:nvSpPr>
        <p:spPr>
          <a:xfrm>
            <a:off x="2319958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2" name="01_find_only_2301">
            <a:extLst>
              <a:ext uri="{FF2B5EF4-FFF2-40B4-BE49-F238E27FC236}">
                <a16:creationId xmlns:a16="http://schemas.microsoft.com/office/drawing/2014/main" id="{18EC2FD2-FAAA-465A-8BCC-7B0743437C88}"/>
              </a:ext>
            </a:extLst>
          </p:cNvPr>
          <p:cNvSpPr>
            <a:spLocks noGrp="1"/>
          </p:cNvSpPr>
          <p:nvPr/>
        </p:nvSpPr>
        <p:spPr>
          <a:xfrm>
            <a:off x="2301790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3" name="01_find_only_2302">
            <a:extLst>
              <a:ext uri="{FF2B5EF4-FFF2-40B4-BE49-F238E27FC236}">
                <a16:creationId xmlns:a16="http://schemas.microsoft.com/office/drawing/2014/main" id="{8AFFAE85-A457-4542-9214-16032743BD2A}"/>
              </a:ext>
            </a:extLst>
          </p:cNvPr>
          <p:cNvSpPr>
            <a:spLocks noGrp="1"/>
          </p:cNvSpPr>
          <p:nvPr/>
        </p:nvSpPr>
        <p:spPr>
          <a:xfrm>
            <a:off x="224631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4" name="01_find_only_2303">
            <a:extLst>
              <a:ext uri="{FF2B5EF4-FFF2-40B4-BE49-F238E27FC236}">
                <a16:creationId xmlns:a16="http://schemas.microsoft.com/office/drawing/2014/main" id="{BB6C206D-88AF-46DC-9A4E-1069760B419D}"/>
              </a:ext>
            </a:extLst>
          </p:cNvPr>
          <p:cNvSpPr>
            <a:spLocks noGrp="1"/>
          </p:cNvSpPr>
          <p:nvPr/>
        </p:nvSpPr>
        <p:spPr>
          <a:xfrm>
            <a:off x="2300139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5" name="01_find_only_2304">
            <a:extLst>
              <a:ext uri="{FF2B5EF4-FFF2-40B4-BE49-F238E27FC236}">
                <a16:creationId xmlns:a16="http://schemas.microsoft.com/office/drawing/2014/main" id="{59DC1BFC-7963-47F9-B4E8-ED89208D6230}"/>
              </a:ext>
            </a:extLst>
          </p:cNvPr>
          <p:cNvSpPr>
            <a:spLocks noGrp="1"/>
          </p:cNvSpPr>
          <p:nvPr/>
        </p:nvSpPr>
        <p:spPr>
          <a:xfrm>
            <a:off x="2251272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6" name="01_find_only_2305">
            <a:extLst>
              <a:ext uri="{FF2B5EF4-FFF2-40B4-BE49-F238E27FC236}">
                <a16:creationId xmlns:a16="http://schemas.microsoft.com/office/drawing/2014/main" id="{F0C0FF0B-3D79-434F-8296-78EB01C970A8}"/>
              </a:ext>
            </a:extLst>
          </p:cNvPr>
          <p:cNvSpPr>
            <a:spLocks noGrp="1"/>
          </p:cNvSpPr>
          <p:nvPr/>
        </p:nvSpPr>
        <p:spPr>
          <a:xfrm>
            <a:off x="225885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7" name="01_find_only_2306">
            <a:extLst>
              <a:ext uri="{FF2B5EF4-FFF2-40B4-BE49-F238E27FC236}">
                <a16:creationId xmlns:a16="http://schemas.microsoft.com/office/drawing/2014/main" id="{9506E3FB-BF41-4D3C-BB94-D4D2921B0A84}"/>
              </a:ext>
            </a:extLst>
          </p:cNvPr>
          <p:cNvSpPr>
            <a:spLocks noGrp="1"/>
          </p:cNvSpPr>
          <p:nvPr/>
        </p:nvSpPr>
        <p:spPr>
          <a:xfrm>
            <a:off x="231918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8" name="01_find_only_2307">
            <a:extLst>
              <a:ext uri="{FF2B5EF4-FFF2-40B4-BE49-F238E27FC236}">
                <a16:creationId xmlns:a16="http://schemas.microsoft.com/office/drawing/2014/main" id="{662F4AC1-74C8-40A0-80A3-C96133F49E79}"/>
              </a:ext>
            </a:extLst>
          </p:cNvPr>
          <p:cNvSpPr>
            <a:spLocks noGrp="1"/>
          </p:cNvSpPr>
          <p:nvPr/>
        </p:nvSpPr>
        <p:spPr>
          <a:xfrm>
            <a:off x="226040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9" name="01_find_only_2308">
            <a:extLst>
              <a:ext uri="{FF2B5EF4-FFF2-40B4-BE49-F238E27FC236}">
                <a16:creationId xmlns:a16="http://schemas.microsoft.com/office/drawing/2014/main" id="{EB6173F4-EF12-42AD-BC93-B7D44E4C3C67}"/>
              </a:ext>
            </a:extLst>
          </p:cNvPr>
          <p:cNvSpPr>
            <a:spLocks noGrp="1"/>
          </p:cNvSpPr>
          <p:nvPr/>
        </p:nvSpPr>
        <p:spPr>
          <a:xfrm>
            <a:off x="2313740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0" name="01_find_only_2309">
            <a:extLst>
              <a:ext uri="{FF2B5EF4-FFF2-40B4-BE49-F238E27FC236}">
                <a16:creationId xmlns:a16="http://schemas.microsoft.com/office/drawing/2014/main" id="{3C3657AA-A2F4-4683-9B7C-C0D5FA16AE31}"/>
              </a:ext>
            </a:extLst>
          </p:cNvPr>
          <p:cNvSpPr>
            <a:spLocks noGrp="1"/>
          </p:cNvSpPr>
          <p:nvPr/>
        </p:nvSpPr>
        <p:spPr>
          <a:xfrm>
            <a:off x="23145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1" name="01_find_only_2310">
            <a:extLst>
              <a:ext uri="{FF2B5EF4-FFF2-40B4-BE49-F238E27FC236}">
                <a16:creationId xmlns:a16="http://schemas.microsoft.com/office/drawing/2014/main" id="{CED6C0C6-637D-4736-8B5C-6438D96E88BD}"/>
              </a:ext>
            </a:extLst>
          </p:cNvPr>
          <p:cNvSpPr>
            <a:spLocks noGrp="1"/>
          </p:cNvSpPr>
          <p:nvPr/>
        </p:nvSpPr>
        <p:spPr>
          <a:xfrm>
            <a:off x="231704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2" name="01_find_only_2311">
            <a:extLst>
              <a:ext uri="{FF2B5EF4-FFF2-40B4-BE49-F238E27FC236}">
                <a16:creationId xmlns:a16="http://schemas.microsoft.com/office/drawing/2014/main" id="{CEE871F3-7007-450A-9266-A5C2DD1F6944}"/>
              </a:ext>
            </a:extLst>
          </p:cNvPr>
          <p:cNvSpPr>
            <a:spLocks noGrp="1"/>
          </p:cNvSpPr>
          <p:nvPr/>
        </p:nvSpPr>
        <p:spPr>
          <a:xfrm>
            <a:off x="2261181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3" name="01_find_only_2312">
            <a:extLst>
              <a:ext uri="{FF2B5EF4-FFF2-40B4-BE49-F238E27FC236}">
                <a16:creationId xmlns:a16="http://schemas.microsoft.com/office/drawing/2014/main" id="{93917DE0-B7B9-4F54-8285-AEC46DA3DCBE}"/>
              </a:ext>
            </a:extLst>
          </p:cNvPr>
          <p:cNvSpPr>
            <a:spLocks noGrp="1"/>
          </p:cNvSpPr>
          <p:nvPr/>
        </p:nvSpPr>
        <p:spPr>
          <a:xfrm>
            <a:off x="224651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4" name="01_find_only_2313">
            <a:extLst>
              <a:ext uri="{FF2B5EF4-FFF2-40B4-BE49-F238E27FC236}">
                <a16:creationId xmlns:a16="http://schemas.microsoft.com/office/drawing/2014/main" id="{41DBA869-4DCB-4224-AF00-7CDAF357EC89}"/>
              </a:ext>
            </a:extLst>
          </p:cNvPr>
          <p:cNvSpPr>
            <a:spLocks noGrp="1"/>
          </p:cNvSpPr>
          <p:nvPr/>
        </p:nvSpPr>
        <p:spPr>
          <a:xfrm>
            <a:off x="230305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5" name="01_find_only_2314">
            <a:extLst>
              <a:ext uri="{FF2B5EF4-FFF2-40B4-BE49-F238E27FC236}">
                <a16:creationId xmlns:a16="http://schemas.microsoft.com/office/drawing/2014/main" id="{A2128C0D-9F4B-4278-AB19-57DDF079D039}"/>
              </a:ext>
            </a:extLst>
          </p:cNvPr>
          <p:cNvSpPr>
            <a:spLocks noGrp="1"/>
          </p:cNvSpPr>
          <p:nvPr/>
        </p:nvSpPr>
        <p:spPr>
          <a:xfrm>
            <a:off x="22419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6" name="01_find_only_2315">
            <a:extLst>
              <a:ext uri="{FF2B5EF4-FFF2-40B4-BE49-F238E27FC236}">
                <a16:creationId xmlns:a16="http://schemas.microsoft.com/office/drawing/2014/main" id="{8E7A5BA8-529F-443A-AFFA-79003D354E37}"/>
              </a:ext>
            </a:extLst>
          </p:cNvPr>
          <p:cNvSpPr>
            <a:spLocks noGrp="1"/>
          </p:cNvSpPr>
          <p:nvPr/>
        </p:nvSpPr>
        <p:spPr>
          <a:xfrm>
            <a:off x="22480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7" name="01_find_only_2316">
            <a:extLst>
              <a:ext uri="{FF2B5EF4-FFF2-40B4-BE49-F238E27FC236}">
                <a16:creationId xmlns:a16="http://schemas.microsoft.com/office/drawing/2014/main" id="{7444CE59-EBB6-4419-941E-1276B4813237}"/>
              </a:ext>
            </a:extLst>
          </p:cNvPr>
          <p:cNvSpPr>
            <a:spLocks noGrp="1"/>
          </p:cNvSpPr>
          <p:nvPr/>
        </p:nvSpPr>
        <p:spPr>
          <a:xfrm>
            <a:off x="2305482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8" name="01_find_only_2317">
            <a:extLst>
              <a:ext uri="{FF2B5EF4-FFF2-40B4-BE49-F238E27FC236}">
                <a16:creationId xmlns:a16="http://schemas.microsoft.com/office/drawing/2014/main" id="{41DBA1E4-82E2-4BFF-B201-084251DE63D5}"/>
              </a:ext>
            </a:extLst>
          </p:cNvPr>
          <p:cNvSpPr>
            <a:spLocks noGrp="1"/>
          </p:cNvSpPr>
          <p:nvPr/>
        </p:nvSpPr>
        <p:spPr>
          <a:xfrm>
            <a:off x="224282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9" name="01_find_only_2318">
            <a:extLst>
              <a:ext uri="{FF2B5EF4-FFF2-40B4-BE49-F238E27FC236}">
                <a16:creationId xmlns:a16="http://schemas.microsoft.com/office/drawing/2014/main" id="{D719B5DE-551B-43C1-A3AD-532033D7BFF6}"/>
              </a:ext>
            </a:extLst>
          </p:cNvPr>
          <p:cNvSpPr>
            <a:spLocks noGrp="1"/>
          </p:cNvSpPr>
          <p:nvPr/>
        </p:nvSpPr>
        <p:spPr>
          <a:xfrm>
            <a:off x="23241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0" name="01_find_only_2319">
            <a:extLst>
              <a:ext uri="{FF2B5EF4-FFF2-40B4-BE49-F238E27FC236}">
                <a16:creationId xmlns:a16="http://schemas.microsoft.com/office/drawing/2014/main" id="{AE911D95-B7A5-43C7-8412-953B0D6B0D3B}"/>
              </a:ext>
            </a:extLst>
          </p:cNvPr>
          <p:cNvSpPr>
            <a:spLocks noGrp="1"/>
          </p:cNvSpPr>
          <p:nvPr/>
        </p:nvSpPr>
        <p:spPr>
          <a:xfrm>
            <a:off x="23092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1" name="01_find_only_2320">
            <a:extLst>
              <a:ext uri="{FF2B5EF4-FFF2-40B4-BE49-F238E27FC236}">
                <a16:creationId xmlns:a16="http://schemas.microsoft.com/office/drawing/2014/main" id="{D9D7DF11-FAAD-4ABB-BC8A-3C21A493C755}"/>
              </a:ext>
            </a:extLst>
          </p:cNvPr>
          <p:cNvSpPr>
            <a:spLocks noGrp="1"/>
          </p:cNvSpPr>
          <p:nvPr/>
        </p:nvSpPr>
        <p:spPr>
          <a:xfrm>
            <a:off x="227410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2" name="01_find_only_2321">
            <a:extLst>
              <a:ext uri="{FF2B5EF4-FFF2-40B4-BE49-F238E27FC236}">
                <a16:creationId xmlns:a16="http://schemas.microsoft.com/office/drawing/2014/main" id="{904D9979-B97A-4F95-9FFD-2D33B852BF27}"/>
              </a:ext>
            </a:extLst>
          </p:cNvPr>
          <p:cNvSpPr>
            <a:spLocks noGrp="1"/>
          </p:cNvSpPr>
          <p:nvPr/>
        </p:nvSpPr>
        <p:spPr>
          <a:xfrm>
            <a:off x="22576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3" name="01_find_only_2322">
            <a:extLst>
              <a:ext uri="{FF2B5EF4-FFF2-40B4-BE49-F238E27FC236}">
                <a16:creationId xmlns:a16="http://schemas.microsoft.com/office/drawing/2014/main" id="{F47DD109-A8CD-4841-841C-F53C7D69C001}"/>
              </a:ext>
            </a:extLst>
          </p:cNvPr>
          <p:cNvSpPr>
            <a:spLocks noGrp="1"/>
          </p:cNvSpPr>
          <p:nvPr/>
        </p:nvSpPr>
        <p:spPr>
          <a:xfrm>
            <a:off x="2326856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4" name="01_find_only_2323">
            <a:extLst>
              <a:ext uri="{FF2B5EF4-FFF2-40B4-BE49-F238E27FC236}">
                <a16:creationId xmlns:a16="http://schemas.microsoft.com/office/drawing/2014/main" id="{42AA5099-09C3-4ECE-A883-97B307ABB493}"/>
              </a:ext>
            </a:extLst>
          </p:cNvPr>
          <p:cNvSpPr>
            <a:spLocks noGrp="1"/>
          </p:cNvSpPr>
          <p:nvPr/>
        </p:nvSpPr>
        <p:spPr>
          <a:xfrm>
            <a:off x="229158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5" name="01_find_only_2324">
            <a:extLst>
              <a:ext uri="{FF2B5EF4-FFF2-40B4-BE49-F238E27FC236}">
                <a16:creationId xmlns:a16="http://schemas.microsoft.com/office/drawing/2014/main" id="{989FA155-7970-4AC9-83F9-DDB6A105EFFD}"/>
              </a:ext>
            </a:extLst>
          </p:cNvPr>
          <p:cNvSpPr>
            <a:spLocks noGrp="1"/>
          </p:cNvSpPr>
          <p:nvPr/>
        </p:nvSpPr>
        <p:spPr>
          <a:xfrm>
            <a:off x="23137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6" name="01_find_only_2325">
            <a:extLst>
              <a:ext uri="{FF2B5EF4-FFF2-40B4-BE49-F238E27FC236}">
                <a16:creationId xmlns:a16="http://schemas.microsoft.com/office/drawing/2014/main" id="{F31A3414-2881-4911-A167-1B4D7BC20B06}"/>
              </a:ext>
            </a:extLst>
          </p:cNvPr>
          <p:cNvSpPr>
            <a:spLocks noGrp="1"/>
          </p:cNvSpPr>
          <p:nvPr/>
        </p:nvSpPr>
        <p:spPr>
          <a:xfrm>
            <a:off x="2245637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7" name="01_find_only_2326">
            <a:extLst>
              <a:ext uri="{FF2B5EF4-FFF2-40B4-BE49-F238E27FC236}">
                <a16:creationId xmlns:a16="http://schemas.microsoft.com/office/drawing/2014/main" id="{1520F996-A8A3-4C7F-828C-12432C831FB5}"/>
              </a:ext>
            </a:extLst>
          </p:cNvPr>
          <p:cNvSpPr>
            <a:spLocks noGrp="1"/>
          </p:cNvSpPr>
          <p:nvPr/>
        </p:nvSpPr>
        <p:spPr>
          <a:xfrm>
            <a:off x="22730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8" name="01_find_only_2327">
            <a:extLst>
              <a:ext uri="{FF2B5EF4-FFF2-40B4-BE49-F238E27FC236}">
                <a16:creationId xmlns:a16="http://schemas.microsoft.com/office/drawing/2014/main" id="{C1B5733C-4698-454A-9812-82301B97C3C0}"/>
              </a:ext>
            </a:extLst>
          </p:cNvPr>
          <p:cNvSpPr>
            <a:spLocks noGrp="1"/>
          </p:cNvSpPr>
          <p:nvPr/>
        </p:nvSpPr>
        <p:spPr>
          <a:xfrm>
            <a:off x="23077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9" name="01_find_only_2328">
            <a:extLst>
              <a:ext uri="{FF2B5EF4-FFF2-40B4-BE49-F238E27FC236}">
                <a16:creationId xmlns:a16="http://schemas.microsoft.com/office/drawing/2014/main" id="{23E90D4A-9C86-4827-BCD8-64756D2B38F9}"/>
              </a:ext>
            </a:extLst>
          </p:cNvPr>
          <p:cNvSpPr>
            <a:spLocks noGrp="1"/>
          </p:cNvSpPr>
          <p:nvPr/>
        </p:nvSpPr>
        <p:spPr>
          <a:xfrm>
            <a:off x="229362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0" name="01_find_only_2329">
            <a:extLst>
              <a:ext uri="{FF2B5EF4-FFF2-40B4-BE49-F238E27FC236}">
                <a16:creationId xmlns:a16="http://schemas.microsoft.com/office/drawing/2014/main" id="{CAECA2CA-D4C0-4D13-A42A-35F0CED94BFC}"/>
              </a:ext>
            </a:extLst>
          </p:cNvPr>
          <p:cNvSpPr>
            <a:spLocks noGrp="1"/>
          </p:cNvSpPr>
          <p:nvPr/>
        </p:nvSpPr>
        <p:spPr>
          <a:xfrm>
            <a:off x="2322095" y="572869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1" name="01_find_only_2330">
            <a:extLst>
              <a:ext uri="{FF2B5EF4-FFF2-40B4-BE49-F238E27FC236}">
                <a16:creationId xmlns:a16="http://schemas.microsoft.com/office/drawing/2014/main" id="{8D1C219F-20A2-468D-8162-94FF16404A69}"/>
              </a:ext>
            </a:extLst>
          </p:cNvPr>
          <p:cNvSpPr>
            <a:spLocks noGrp="1"/>
          </p:cNvSpPr>
          <p:nvPr/>
        </p:nvSpPr>
        <p:spPr>
          <a:xfrm>
            <a:off x="223193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2" name="01_find_only_2331">
            <a:extLst>
              <a:ext uri="{FF2B5EF4-FFF2-40B4-BE49-F238E27FC236}">
                <a16:creationId xmlns:a16="http://schemas.microsoft.com/office/drawing/2014/main" id="{031BE57E-234B-44CD-AC16-8707A4BEB684}"/>
              </a:ext>
            </a:extLst>
          </p:cNvPr>
          <p:cNvSpPr>
            <a:spLocks noGrp="1"/>
          </p:cNvSpPr>
          <p:nvPr/>
        </p:nvSpPr>
        <p:spPr>
          <a:xfrm>
            <a:off x="22719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3" name="01_find_only_2332">
            <a:extLst>
              <a:ext uri="{FF2B5EF4-FFF2-40B4-BE49-F238E27FC236}">
                <a16:creationId xmlns:a16="http://schemas.microsoft.com/office/drawing/2014/main" id="{64287E00-B51E-402B-A838-036CF12E20C6}"/>
              </a:ext>
            </a:extLst>
          </p:cNvPr>
          <p:cNvSpPr>
            <a:spLocks noGrp="1"/>
          </p:cNvSpPr>
          <p:nvPr/>
        </p:nvSpPr>
        <p:spPr>
          <a:xfrm>
            <a:off x="22901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4" name="01_find_only_2333">
            <a:extLst>
              <a:ext uri="{FF2B5EF4-FFF2-40B4-BE49-F238E27FC236}">
                <a16:creationId xmlns:a16="http://schemas.microsoft.com/office/drawing/2014/main" id="{F82010CA-9BF7-4571-9454-C7699562B62A}"/>
              </a:ext>
            </a:extLst>
          </p:cNvPr>
          <p:cNvSpPr>
            <a:spLocks noGrp="1"/>
          </p:cNvSpPr>
          <p:nvPr/>
        </p:nvSpPr>
        <p:spPr>
          <a:xfrm>
            <a:off x="22599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5" name="01_find_only_2334">
            <a:extLst>
              <a:ext uri="{FF2B5EF4-FFF2-40B4-BE49-F238E27FC236}">
                <a16:creationId xmlns:a16="http://schemas.microsoft.com/office/drawing/2014/main" id="{9CB3862E-58DE-4943-9F9B-FB7CBEF58519}"/>
              </a:ext>
            </a:extLst>
          </p:cNvPr>
          <p:cNvSpPr>
            <a:spLocks noGrp="1"/>
          </p:cNvSpPr>
          <p:nvPr/>
        </p:nvSpPr>
        <p:spPr>
          <a:xfrm>
            <a:off x="228168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6" name="01_find_only_2335">
            <a:extLst>
              <a:ext uri="{FF2B5EF4-FFF2-40B4-BE49-F238E27FC236}">
                <a16:creationId xmlns:a16="http://schemas.microsoft.com/office/drawing/2014/main" id="{5ED1D158-7DC1-445F-95A4-B0E556385F17}"/>
              </a:ext>
            </a:extLst>
          </p:cNvPr>
          <p:cNvSpPr>
            <a:spLocks noGrp="1"/>
          </p:cNvSpPr>
          <p:nvPr/>
        </p:nvSpPr>
        <p:spPr>
          <a:xfrm>
            <a:off x="2269439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7" name="01_find_only_2336">
            <a:extLst>
              <a:ext uri="{FF2B5EF4-FFF2-40B4-BE49-F238E27FC236}">
                <a16:creationId xmlns:a16="http://schemas.microsoft.com/office/drawing/2014/main" id="{F996F06C-27F2-498C-9DC5-CD4DEB6B4E10}"/>
              </a:ext>
            </a:extLst>
          </p:cNvPr>
          <p:cNvSpPr>
            <a:spLocks noGrp="1"/>
          </p:cNvSpPr>
          <p:nvPr/>
        </p:nvSpPr>
        <p:spPr>
          <a:xfrm>
            <a:off x="2311408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8" name="01_find_only_2337">
            <a:extLst>
              <a:ext uri="{FF2B5EF4-FFF2-40B4-BE49-F238E27FC236}">
                <a16:creationId xmlns:a16="http://schemas.microsoft.com/office/drawing/2014/main" id="{CEC92227-08EE-4F2B-BDA0-04ADFF93A92D}"/>
              </a:ext>
            </a:extLst>
          </p:cNvPr>
          <p:cNvSpPr>
            <a:spLocks noGrp="1"/>
          </p:cNvSpPr>
          <p:nvPr/>
        </p:nvSpPr>
        <p:spPr>
          <a:xfrm>
            <a:off x="224262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9" name="01_find_only_2338">
            <a:extLst>
              <a:ext uri="{FF2B5EF4-FFF2-40B4-BE49-F238E27FC236}">
                <a16:creationId xmlns:a16="http://schemas.microsoft.com/office/drawing/2014/main" id="{284E176E-9013-4A45-8797-BC9DDC5766D4}"/>
              </a:ext>
            </a:extLst>
          </p:cNvPr>
          <p:cNvSpPr>
            <a:spLocks noGrp="1"/>
          </p:cNvSpPr>
          <p:nvPr/>
        </p:nvSpPr>
        <p:spPr>
          <a:xfrm>
            <a:off x="224709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0" name="01_find_only_2339">
            <a:extLst>
              <a:ext uri="{FF2B5EF4-FFF2-40B4-BE49-F238E27FC236}">
                <a16:creationId xmlns:a16="http://schemas.microsoft.com/office/drawing/2014/main" id="{5CB95598-474E-4458-AD78-C9ADBBAF5447}"/>
              </a:ext>
            </a:extLst>
          </p:cNvPr>
          <p:cNvSpPr>
            <a:spLocks noGrp="1"/>
          </p:cNvSpPr>
          <p:nvPr/>
        </p:nvSpPr>
        <p:spPr>
          <a:xfrm>
            <a:off x="22875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1" name="01_find_only_2340">
            <a:extLst>
              <a:ext uri="{FF2B5EF4-FFF2-40B4-BE49-F238E27FC236}">
                <a16:creationId xmlns:a16="http://schemas.microsoft.com/office/drawing/2014/main" id="{A9276BE0-6EC4-42B7-AADB-527E64A1CC61}"/>
              </a:ext>
            </a:extLst>
          </p:cNvPr>
          <p:cNvSpPr>
            <a:spLocks noGrp="1"/>
          </p:cNvSpPr>
          <p:nvPr/>
        </p:nvSpPr>
        <p:spPr>
          <a:xfrm>
            <a:off x="22866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2" name="01_find_only_2341">
            <a:extLst>
              <a:ext uri="{FF2B5EF4-FFF2-40B4-BE49-F238E27FC236}">
                <a16:creationId xmlns:a16="http://schemas.microsoft.com/office/drawing/2014/main" id="{9A556818-D138-4263-A77B-D213C86FCA6E}"/>
              </a:ext>
            </a:extLst>
          </p:cNvPr>
          <p:cNvSpPr>
            <a:spLocks noGrp="1"/>
          </p:cNvSpPr>
          <p:nvPr/>
        </p:nvSpPr>
        <p:spPr>
          <a:xfrm>
            <a:off x="231820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3" name="01_find_only_2342">
            <a:extLst>
              <a:ext uri="{FF2B5EF4-FFF2-40B4-BE49-F238E27FC236}">
                <a16:creationId xmlns:a16="http://schemas.microsoft.com/office/drawing/2014/main" id="{0AD179C4-FBD4-4D45-9735-436BBD5494EE}"/>
              </a:ext>
            </a:extLst>
          </p:cNvPr>
          <p:cNvSpPr>
            <a:spLocks noGrp="1"/>
          </p:cNvSpPr>
          <p:nvPr/>
        </p:nvSpPr>
        <p:spPr>
          <a:xfrm>
            <a:off x="2303539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4" name="01_find_only_2343">
            <a:extLst>
              <a:ext uri="{FF2B5EF4-FFF2-40B4-BE49-F238E27FC236}">
                <a16:creationId xmlns:a16="http://schemas.microsoft.com/office/drawing/2014/main" id="{E2AA88B5-EA45-4FA8-97CB-3BA7ED1F94FC}"/>
              </a:ext>
            </a:extLst>
          </p:cNvPr>
          <p:cNvSpPr>
            <a:spLocks noGrp="1"/>
          </p:cNvSpPr>
          <p:nvPr/>
        </p:nvSpPr>
        <p:spPr>
          <a:xfrm>
            <a:off x="22576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5" name="01_find_only_2344">
            <a:extLst>
              <a:ext uri="{FF2B5EF4-FFF2-40B4-BE49-F238E27FC236}">
                <a16:creationId xmlns:a16="http://schemas.microsoft.com/office/drawing/2014/main" id="{E908B8E7-3294-491C-9D73-5F0878850DCB}"/>
              </a:ext>
            </a:extLst>
          </p:cNvPr>
          <p:cNvSpPr>
            <a:spLocks noGrp="1"/>
          </p:cNvSpPr>
          <p:nvPr/>
        </p:nvSpPr>
        <p:spPr>
          <a:xfrm>
            <a:off x="230548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6" name="01_find_only_2345">
            <a:extLst>
              <a:ext uri="{FF2B5EF4-FFF2-40B4-BE49-F238E27FC236}">
                <a16:creationId xmlns:a16="http://schemas.microsoft.com/office/drawing/2014/main" id="{E578E3E1-A903-47BE-9432-4F95D99FC02F}"/>
              </a:ext>
            </a:extLst>
          </p:cNvPr>
          <p:cNvSpPr>
            <a:spLocks noGrp="1"/>
          </p:cNvSpPr>
          <p:nvPr/>
        </p:nvSpPr>
        <p:spPr>
          <a:xfrm>
            <a:off x="229761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7" name="01_find_only_2346">
            <a:extLst>
              <a:ext uri="{FF2B5EF4-FFF2-40B4-BE49-F238E27FC236}">
                <a16:creationId xmlns:a16="http://schemas.microsoft.com/office/drawing/2014/main" id="{6F0ED881-9642-4006-891F-7EF80D72A9C8}"/>
              </a:ext>
            </a:extLst>
          </p:cNvPr>
          <p:cNvSpPr>
            <a:spLocks noGrp="1"/>
          </p:cNvSpPr>
          <p:nvPr/>
        </p:nvSpPr>
        <p:spPr>
          <a:xfrm>
            <a:off x="230179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8" name="01_find_only_2347">
            <a:extLst>
              <a:ext uri="{FF2B5EF4-FFF2-40B4-BE49-F238E27FC236}">
                <a16:creationId xmlns:a16="http://schemas.microsoft.com/office/drawing/2014/main" id="{0C8694D0-D0EC-49CC-9147-F8BD81D7531E}"/>
              </a:ext>
            </a:extLst>
          </p:cNvPr>
          <p:cNvSpPr>
            <a:spLocks noGrp="1"/>
          </p:cNvSpPr>
          <p:nvPr/>
        </p:nvSpPr>
        <p:spPr>
          <a:xfrm>
            <a:off x="22834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9" name="01_find_only_2348">
            <a:extLst>
              <a:ext uri="{FF2B5EF4-FFF2-40B4-BE49-F238E27FC236}">
                <a16:creationId xmlns:a16="http://schemas.microsoft.com/office/drawing/2014/main" id="{E9030504-37E7-4A97-9059-C876CDA567EC}"/>
              </a:ext>
            </a:extLst>
          </p:cNvPr>
          <p:cNvSpPr>
            <a:spLocks noGrp="1"/>
          </p:cNvSpPr>
          <p:nvPr/>
        </p:nvSpPr>
        <p:spPr>
          <a:xfrm>
            <a:off x="22330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0" name="01_find_only_2349">
            <a:extLst>
              <a:ext uri="{FF2B5EF4-FFF2-40B4-BE49-F238E27FC236}">
                <a16:creationId xmlns:a16="http://schemas.microsoft.com/office/drawing/2014/main" id="{CE85D609-5307-4035-9E59-9A578B880371}"/>
              </a:ext>
            </a:extLst>
          </p:cNvPr>
          <p:cNvSpPr>
            <a:spLocks noGrp="1"/>
          </p:cNvSpPr>
          <p:nvPr/>
        </p:nvSpPr>
        <p:spPr>
          <a:xfrm>
            <a:off x="2298002" y="58412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1" name="01_find_only_2350">
            <a:extLst>
              <a:ext uri="{FF2B5EF4-FFF2-40B4-BE49-F238E27FC236}">
                <a16:creationId xmlns:a16="http://schemas.microsoft.com/office/drawing/2014/main" id="{459315E1-E61E-480A-AF43-6AD093642E02}"/>
              </a:ext>
            </a:extLst>
          </p:cNvPr>
          <p:cNvSpPr>
            <a:spLocks noGrp="1"/>
          </p:cNvSpPr>
          <p:nvPr/>
        </p:nvSpPr>
        <p:spPr>
          <a:xfrm>
            <a:off x="231082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2" name="01_find_only_2351">
            <a:extLst>
              <a:ext uri="{FF2B5EF4-FFF2-40B4-BE49-F238E27FC236}">
                <a16:creationId xmlns:a16="http://schemas.microsoft.com/office/drawing/2014/main" id="{A402B71B-0E94-4C4C-A89D-8160A2F819AC}"/>
              </a:ext>
            </a:extLst>
          </p:cNvPr>
          <p:cNvSpPr>
            <a:spLocks noGrp="1"/>
          </p:cNvSpPr>
          <p:nvPr/>
        </p:nvSpPr>
        <p:spPr>
          <a:xfrm>
            <a:off x="22491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3" name="01_find_only_2352">
            <a:extLst>
              <a:ext uri="{FF2B5EF4-FFF2-40B4-BE49-F238E27FC236}">
                <a16:creationId xmlns:a16="http://schemas.microsoft.com/office/drawing/2014/main" id="{5C395931-C5D1-41BF-9E8D-78235C55B49B}"/>
              </a:ext>
            </a:extLst>
          </p:cNvPr>
          <p:cNvSpPr>
            <a:spLocks noGrp="1"/>
          </p:cNvSpPr>
          <p:nvPr/>
        </p:nvSpPr>
        <p:spPr>
          <a:xfrm>
            <a:off x="224184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4" name="01_find_only_2353">
            <a:extLst>
              <a:ext uri="{FF2B5EF4-FFF2-40B4-BE49-F238E27FC236}">
                <a16:creationId xmlns:a16="http://schemas.microsoft.com/office/drawing/2014/main" id="{4758904B-A7E5-4459-BBB0-B0C4E91D1F54}"/>
              </a:ext>
            </a:extLst>
          </p:cNvPr>
          <p:cNvSpPr>
            <a:spLocks noGrp="1"/>
          </p:cNvSpPr>
          <p:nvPr/>
        </p:nvSpPr>
        <p:spPr>
          <a:xfrm>
            <a:off x="22978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5" name="01_find_only_2354">
            <a:extLst>
              <a:ext uri="{FF2B5EF4-FFF2-40B4-BE49-F238E27FC236}">
                <a16:creationId xmlns:a16="http://schemas.microsoft.com/office/drawing/2014/main" id="{45DED0BD-6A4A-42A7-9934-A55414EF98E5}"/>
              </a:ext>
            </a:extLst>
          </p:cNvPr>
          <p:cNvSpPr>
            <a:spLocks noGrp="1"/>
          </p:cNvSpPr>
          <p:nvPr/>
        </p:nvSpPr>
        <p:spPr>
          <a:xfrm>
            <a:off x="232287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6" name="01_find_only_2355">
            <a:extLst>
              <a:ext uri="{FF2B5EF4-FFF2-40B4-BE49-F238E27FC236}">
                <a16:creationId xmlns:a16="http://schemas.microsoft.com/office/drawing/2014/main" id="{DBCC7366-E5CA-45F4-B582-B8177DD97565}"/>
              </a:ext>
            </a:extLst>
          </p:cNvPr>
          <p:cNvSpPr>
            <a:spLocks noGrp="1"/>
          </p:cNvSpPr>
          <p:nvPr/>
        </p:nvSpPr>
        <p:spPr>
          <a:xfrm>
            <a:off x="232705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7" name="01_find_only_2356">
            <a:extLst>
              <a:ext uri="{FF2B5EF4-FFF2-40B4-BE49-F238E27FC236}">
                <a16:creationId xmlns:a16="http://schemas.microsoft.com/office/drawing/2014/main" id="{6F7C07E9-11BA-4C57-B87A-75FC2AB7170A}"/>
              </a:ext>
            </a:extLst>
          </p:cNvPr>
          <p:cNvSpPr>
            <a:spLocks noGrp="1"/>
          </p:cNvSpPr>
          <p:nvPr/>
        </p:nvSpPr>
        <p:spPr>
          <a:xfrm>
            <a:off x="226701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8" name="01_find_only_2357">
            <a:extLst>
              <a:ext uri="{FF2B5EF4-FFF2-40B4-BE49-F238E27FC236}">
                <a16:creationId xmlns:a16="http://schemas.microsoft.com/office/drawing/2014/main" id="{69B60240-067F-40DA-ADF6-2FCE9C68178D}"/>
              </a:ext>
            </a:extLst>
          </p:cNvPr>
          <p:cNvSpPr>
            <a:spLocks noGrp="1"/>
          </p:cNvSpPr>
          <p:nvPr/>
        </p:nvSpPr>
        <p:spPr>
          <a:xfrm>
            <a:off x="23026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9" name="01_find_only_2358">
            <a:extLst>
              <a:ext uri="{FF2B5EF4-FFF2-40B4-BE49-F238E27FC236}">
                <a16:creationId xmlns:a16="http://schemas.microsoft.com/office/drawing/2014/main" id="{81FCFA4B-4A23-48EB-B68C-764F7BDEDE31}"/>
              </a:ext>
            </a:extLst>
          </p:cNvPr>
          <p:cNvSpPr>
            <a:spLocks noGrp="1"/>
          </p:cNvSpPr>
          <p:nvPr/>
        </p:nvSpPr>
        <p:spPr>
          <a:xfrm>
            <a:off x="231004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0" name="01_find_only_2359">
            <a:extLst>
              <a:ext uri="{FF2B5EF4-FFF2-40B4-BE49-F238E27FC236}">
                <a16:creationId xmlns:a16="http://schemas.microsoft.com/office/drawing/2014/main" id="{E1BB6082-6F2A-4AD1-9499-731AC78CCB29}"/>
              </a:ext>
            </a:extLst>
          </p:cNvPr>
          <p:cNvSpPr>
            <a:spLocks noGrp="1"/>
          </p:cNvSpPr>
          <p:nvPr/>
        </p:nvSpPr>
        <p:spPr>
          <a:xfrm>
            <a:off x="23218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1" name="01_find_only_2360">
            <a:extLst>
              <a:ext uri="{FF2B5EF4-FFF2-40B4-BE49-F238E27FC236}">
                <a16:creationId xmlns:a16="http://schemas.microsoft.com/office/drawing/2014/main" id="{C59E5E46-700A-437D-B115-46AF5AB88DEE}"/>
              </a:ext>
            </a:extLst>
          </p:cNvPr>
          <p:cNvSpPr>
            <a:spLocks noGrp="1"/>
          </p:cNvSpPr>
          <p:nvPr/>
        </p:nvSpPr>
        <p:spPr>
          <a:xfrm>
            <a:off x="231150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2" name="01_find_only_2361">
            <a:extLst>
              <a:ext uri="{FF2B5EF4-FFF2-40B4-BE49-F238E27FC236}">
                <a16:creationId xmlns:a16="http://schemas.microsoft.com/office/drawing/2014/main" id="{14F9B18A-F75F-40FB-AD84-2315499CA7D4}"/>
              </a:ext>
            </a:extLst>
          </p:cNvPr>
          <p:cNvSpPr>
            <a:spLocks noGrp="1"/>
          </p:cNvSpPr>
          <p:nvPr/>
        </p:nvSpPr>
        <p:spPr>
          <a:xfrm>
            <a:off x="229683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3" name="01_find_only_2362">
            <a:extLst>
              <a:ext uri="{FF2B5EF4-FFF2-40B4-BE49-F238E27FC236}">
                <a16:creationId xmlns:a16="http://schemas.microsoft.com/office/drawing/2014/main" id="{3C22276A-2DA2-4CCC-94B9-599C57B0FF48}"/>
              </a:ext>
            </a:extLst>
          </p:cNvPr>
          <p:cNvSpPr>
            <a:spLocks noGrp="1"/>
          </p:cNvSpPr>
          <p:nvPr/>
        </p:nvSpPr>
        <p:spPr>
          <a:xfrm>
            <a:off x="223728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4" name="01_find_only_2363">
            <a:extLst>
              <a:ext uri="{FF2B5EF4-FFF2-40B4-BE49-F238E27FC236}">
                <a16:creationId xmlns:a16="http://schemas.microsoft.com/office/drawing/2014/main" id="{0EA173F1-C847-4C17-8E3B-CFD2395EFB71}"/>
              </a:ext>
            </a:extLst>
          </p:cNvPr>
          <p:cNvSpPr>
            <a:spLocks noGrp="1"/>
          </p:cNvSpPr>
          <p:nvPr/>
        </p:nvSpPr>
        <p:spPr>
          <a:xfrm>
            <a:off x="2246706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5" name="01_find_only_2364">
            <a:extLst>
              <a:ext uri="{FF2B5EF4-FFF2-40B4-BE49-F238E27FC236}">
                <a16:creationId xmlns:a16="http://schemas.microsoft.com/office/drawing/2014/main" id="{EBD535BD-1F51-4783-8B38-E7FC5EB24FF8}"/>
              </a:ext>
            </a:extLst>
          </p:cNvPr>
          <p:cNvSpPr>
            <a:spLocks noGrp="1"/>
          </p:cNvSpPr>
          <p:nvPr/>
        </p:nvSpPr>
        <p:spPr>
          <a:xfrm>
            <a:off x="22978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6" name="01_find_only_2365">
            <a:extLst>
              <a:ext uri="{FF2B5EF4-FFF2-40B4-BE49-F238E27FC236}">
                <a16:creationId xmlns:a16="http://schemas.microsoft.com/office/drawing/2014/main" id="{600392B9-D1D8-4787-AB99-0EE1254ADA3A}"/>
              </a:ext>
            </a:extLst>
          </p:cNvPr>
          <p:cNvSpPr>
            <a:spLocks noGrp="1"/>
          </p:cNvSpPr>
          <p:nvPr/>
        </p:nvSpPr>
        <p:spPr>
          <a:xfrm>
            <a:off x="228799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7" name="01_find_only_2366">
            <a:extLst>
              <a:ext uri="{FF2B5EF4-FFF2-40B4-BE49-F238E27FC236}">
                <a16:creationId xmlns:a16="http://schemas.microsoft.com/office/drawing/2014/main" id="{74FFA809-717E-475E-967F-A5FB64B79C14}"/>
              </a:ext>
            </a:extLst>
          </p:cNvPr>
          <p:cNvSpPr>
            <a:spLocks noGrp="1"/>
          </p:cNvSpPr>
          <p:nvPr/>
        </p:nvSpPr>
        <p:spPr>
          <a:xfrm>
            <a:off x="22507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8" name="01_find_only_2367">
            <a:extLst>
              <a:ext uri="{FF2B5EF4-FFF2-40B4-BE49-F238E27FC236}">
                <a16:creationId xmlns:a16="http://schemas.microsoft.com/office/drawing/2014/main" id="{79731756-AF00-4D2A-8EA1-8EA990FCC354}"/>
              </a:ext>
            </a:extLst>
          </p:cNvPr>
          <p:cNvSpPr>
            <a:spLocks noGrp="1"/>
          </p:cNvSpPr>
          <p:nvPr/>
        </p:nvSpPr>
        <p:spPr>
          <a:xfrm>
            <a:off x="226837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9" name="01_find_only_2368">
            <a:extLst>
              <a:ext uri="{FF2B5EF4-FFF2-40B4-BE49-F238E27FC236}">
                <a16:creationId xmlns:a16="http://schemas.microsoft.com/office/drawing/2014/main" id="{4C3EDB24-89BE-4728-81A4-2D720889E82D}"/>
              </a:ext>
            </a:extLst>
          </p:cNvPr>
          <p:cNvSpPr>
            <a:spLocks noGrp="1"/>
          </p:cNvSpPr>
          <p:nvPr/>
        </p:nvSpPr>
        <p:spPr>
          <a:xfrm>
            <a:off x="2233979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0" name="01_find_only_2369">
            <a:extLst>
              <a:ext uri="{FF2B5EF4-FFF2-40B4-BE49-F238E27FC236}">
                <a16:creationId xmlns:a16="http://schemas.microsoft.com/office/drawing/2014/main" id="{A6F5F52A-DCE7-4599-BA7C-F214E91EBAFF}"/>
              </a:ext>
            </a:extLst>
          </p:cNvPr>
          <p:cNvSpPr>
            <a:spLocks noGrp="1"/>
          </p:cNvSpPr>
          <p:nvPr/>
        </p:nvSpPr>
        <p:spPr>
          <a:xfrm>
            <a:off x="25063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1" name="01_find_only_2370">
            <a:extLst>
              <a:ext uri="{FF2B5EF4-FFF2-40B4-BE49-F238E27FC236}">
                <a16:creationId xmlns:a16="http://schemas.microsoft.com/office/drawing/2014/main" id="{9D1B5537-5664-4ED2-AE09-618A2A0AE9D1}"/>
              </a:ext>
            </a:extLst>
          </p:cNvPr>
          <p:cNvSpPr>
            <a:spLocks noGrp="1"/>
          </p:cNvSpPr>
          <p:nvPr/>
        </p:nvSpPr>
        <p:spPr>
          <a:xfrm>
            <a:off x="25684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2" name="01_find_only_2371">
            <a:extLst>
              <a:ext uri="{FF2B5EF4-FFF2-40B4-BE49-F238E27FC236}">
                <a16:creationId xmlns:a16="http://schemas.microsoft.com/office/drawing/2014/main" id="{9F28411B-C44B-401A-827B-F86A49DFE774}"/>
              </a:ext>
            </a:extLst>
          </p:cNvPr>
          <p:cNvSpPr>
            <a:spLocks noGrp="1"/>
          </p:cNvSpPr>
          <p:nvPr/>
        </p:nvSpPr>
        <p:spPr>
          <a:xfrm>
            <a:off x="248589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3" name="01_find_only_2372">
            <a:extLst>
              <a:ext uri="{FF2B5EF4-FFF2-40B4-BE49-F238E27FC236}">
                <a16:creationId xmlns:a16="http://schemas.microsoft.com/office/drawing/2014/main" id="{0AA5621F-C089-4A38-9AFC-3C38CC6B538A}"/>
              </a:ext>
            </a:extLst>
          </p:cNvPr>
          <p:cNvSpPr>
            <a:spLocks noGrp="1"/>
          </p:cNvSpPr>
          <p:nvPr/>
        </p:nvSpPr>
        <p:spPr>
          <a:xfrm>
            <a:off x="25607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4" name="01_find_only_2373">
            <a:extLst>
              <a:ext uri="{FF2B5EF4-FFF2-40B4-BE49-F238E27FC236}">
                <a16:creationId xmlns:a16="http://schemas.microsoft.com/office/drawing/2014/main" id="{3F0D3399-8303-4D0F-BF9C-88285772A945}"/>
              </a:ext>
            </a:extLst>
          </p:cNvPr>
          <p:cNvSpPr>
            <a:spLocks noGrp="1"/>
          </p:cNvSpPr>
          <p:nvPr/>
        </p:nvSpPr>
        <p:spPr>
          <a:xfrm>
            <a:off x="25221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5" name="01_find_only_2374">
            <a:extLst>
              <a:ext uri="{FF2B5EF4-FFF2-40B4-BE49-F238E27FC236}">
                <a16:creationId xmlns:a16="http://schemas.microsoft.com/office/drawing/2014/main" id="{D58E563F-6023-4F3A-A484-0AB7290FD0BC}"/>
              </a:ext>
            </a:extLst>
          </p:cNvPr>
          <p:cNvSpPr>
            <a:spLocks noGrp="1"/>
          </p:cNvSpPr>
          <p:nvPr/>
        </p:nvSpPr>
        <p:spPr>
          <a:xfrm>
            <a:off x="25753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6" name="01_find_only_2375">
            <a:extLst>
              <a:ext uri="{FF2B5EF4-FFF2-40B4-BE49-F238E27FC236}">
                <a16:creationId xmlns:a16="http://schemas.microsoft.com/office/drawing/2014/main" id="{09A680E9-1D96-4FD6-9605-43F313F9270C}"/>
              </a:ext>
            </a:extLst>
          </p:cNvPr>
          <p:cNvSpPr>
            <a:spLocks noGrp="1"/>
          </p:cNvSpPr>
          <p:nvPr/>
        </p:nvSpPr>
        <p:spPr>
          <a:xfrm>
            <a:off x="250620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7" name="01_find_only_2376">
            <a:extLst>
              <a:ext uri="{FF2B5EF4-FFF2-40B4-BE49-F238E27FC236}">
                <a16:creationId xmlns:a16="http://schemas.microsoft.com/office/drawing/2014/main" id="{DD3E4B41-2D58-4F9C-B6EF-D111C11F9987}"/>
              </a:ext>
            </a:extLst>
          </p:cNvPr>
          <p:cNvSpPr>
            <a:spLocks noGrp="1"/>
          </p:cNvSpPr>
          <p:nvPr/>
        </p:nvSpPr>
        <p:spPr>
          <a:xfrm>
            <a:off x="25536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8" name="01_find_only_2377">
            <a:extLst>
              <a:ext uri="{FF2B5EF4-FFF2-40B4-BE49-F238E27FC236}">
                <a16:creationId xmlns:a16="http://schemas.microsoft.com/office/drawing/2014/main" id="{BAA53615-7FE3-4807-BD28-6CB16DFD432F}"/>
              </a:ext>
            </a:extLst>
          </p:cNvPr>
          <p:cNvSpPr>
            <a:spLocks noGrp="1"/>
          </p:cNvSpPr>
          <p:nvPr/>
        </p:nvSpPr>
        <p:spPr>
          <a:xfrm>
            <a:off x="24892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9" name="01_find_only_2378">
            <a:extLst>
              <a:ext uri="{FF2B5EF4-FFF2-40B4-BE49-F238E27FC236}">
                <a16:creationId xmlns:a16="http://schemas.microsoft.com/office/drawing/2014/main" id="{3C2DC543-7FDF-4BEC-AC1E-6E0DEFBD0C0A}"/>
              </a:ext>
            </a:extLst>
          </p:cNvPr>
          <p:cNvSpPr>
            <a:spLocks noGrp="1"/>
          </p:cNvSpPr>
          <p:nvPr/>
        </p:nvSpPr>
        <p:spPr>
          <a:xfrm>
            <a:off x="250999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0" name="01_find_only_2379">
            <a:extLst>
              <a:ext uri="{FF2B5EF4-FFF2-40B4-BE49-F238E27FC236}">
                <a16:creationId xmlns:a16="http://schemas.microsoft.com/office/drawing/2014/main" id="{A79211B2-8A9D-449C-8054-CEE92BFDC110}"/>
              </a:ext>
            </a:extLst>
          </p:cNvPr>
          <p:cNvSpPr>
            <a:spLocks noGrp="1"/>
          </p:cNvSpPr>
          <p:nvPr/>
        </p:nvSpPr>
        <p:spPr>
          <a:xfrm>
            <a:off x="2489103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1" name="01_find_only_2380">
            <a:extLst>
              <a:ext uri="{FF2B5EF4-FFF2-40B4-BE49-F238E27FC236}">
                <a16:creationId xmlns:a16="http://schemas.microsoft.com/office/drawing/2014/main" id="{59217F45-345B-4496-862A-625C450E71A6}"/>
              </a:ext>
            </a:extLst>
          </p:cNvPr>
          <p:cNvSpPr>
            <a:spLocks noGrp="1"/>
          </p:cNvSpPr>
          <p:nvPr/>
        </p:nvSpPr>
        <p:spPr>
          <a:xfrm>
            <a:off x="254399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2" name="01_find_only_2381">
            <a:extLst>
              <a:ext uri="{FF2B5EF4-FFF2-40B4-BE49-F238E27FC236}">
                <a16:creationId xmlns:a16="http://schemas.microsoft.com/office/drawing/2014/main" id="{C225CA9E-E3CA-442B-890E-426C25709872}"/>
              </a:ext>
            </a:extLst>
          </p:cNvPr>
          <p:cNvSpPr>
            <a:spLocks noGrp="1"/>
          </p:cNvSpPr>
          <p:nvPr/>
        </p:nvSpPr>
        <p:spPr>
          <a:xfrm>
            <a:off x="25022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3" name="01_find_only_2382">
            <a:extLst>
              <a:ext uri="{FF2B5EF4-FFF2-40B4-BE49-F238E27FC236}">
                <a16:creationId xmlns:a16="http://schemas.microsoft.com/office/drawing/2014/main" id="{CBD5D9CD-B426-4751-82FD-3205F8FA8C90}"/>
              </a:ext>
            </a:extLst>
          </p:cNvPr>
          <p:cNvSpPr>
            <a:spLocks noGrp="1"/>
          </p:cNvSpPr>
          <p:nvPr/>
        </p:nvSpPr>
        <p:spPr>
          <a:xfrm>
            <a:off x="25313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4" name="01_find_only_2383">
            <a:extLst>
              <a:ext uri="{FF2B5EF4-FFF2-40B4-BE49-F238E27FC236}">
                <a16:creationId xmlns:a16="http://schemas.microsoft.com/office/drawing/2014/main" id="{BE31F9CF-D1C0-403E-8551-ECB894C715BB}"/>
              </a:ext>
            </a:extLst>
          </p:cNvPr>
          <p:cNvSpPr>
            <a:spLocks noGrp="1"/>
          </p:cNvSpPr>
          <p:nvPr/>
        </p:nvSpPr>
        <p:spPr>
          <a:xfrm>
            <a:off x="25210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5" name="01_find_only_2384">
            <a:extLst>
              <a:ext uri="{FF2B5EF4-FFF2-40B4-BE49-F238E27FC236}">
                <a16:creationId xmlns:a16="http://schemas.microsoft.com/office/drawing/2014/main" id="{36F93F11-3165-4AB2-9C32-9A68EB728055}"/>
              </a:ext>
            </a:extLst>
          </p:cNvPr>
          <p:cNvSpPr>
            <a:spLocks noGrp="1"/>
          </p:cNvSpPr>
          <p:nvPr/>
        </p:nvSpPr>
        <p:spPr>
          <a:xfrm>
            <a:off x="2511449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6" name="01_find_only_2385">
            <a:extLst>
              <a:ext uri="{FF2B5EF4-FFF2-40B4-BE49-F238E27FC236}">
                <a16:creationId xmlns:a16="http://schemas.microsoft.com/office/drawing/2014/main" id="{82FA60AE-D195-4B82-8DF2-B47FDF1D1382}"/>
              </a:ext>
            </a:extLst>
          </p:cNvPr>
          <p:cNvSpPr>
            <a:spLocks noGrp="1"/>
          </p:cNvSpPr>
          <p:nvPr/>
        </p:nvSpPr>
        <p:spPr>
          <a:xfrm>
            <a:off x="2488812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7" name="01_find_only_2386">
            <a:extLst>
              <a:ext uri="{FF2B5EF4-FFF2-40B4-BE49-F238E27FC236}">
                <a16:creationId xmlns:a16="http://schemas.microsoft.com/office/drawing/2014/main" id="{19E117E8-B530-4EF4-8840-55729C894AF8}"/>
              </a:ext>
            </a:extLst>
          </p:cNvPr>
          <p:cNvSpPr>
            <a:spLocks noGrp="1"/>
          </p:cNvSpPr>
          <p:nvPr/>
        </p:nvSpPr>
        <p:spPr>
          <a:xfrm>
            <a:off x="2576054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8" name="01_find_only_2387">
            <a:extLst>
              <a:ext uri="{FF2B5EF4-FFF2-40B4-BE49-F238E27FC236}">
                <a16:creationId xmlns:a16="http://schemas.microsoft.com/office/drawing/2014/main" id="{2DBF65C5-0221-4739-9387-D4C2F1581120}"/>
              </a:ext>
            </a:extLst>
          </p:cNvPr>
          <p:cNvSpPr>
            <a:spLocks noGrp="1"/>
          </p:cNvSpPr>
          <p:nvPr/>
        </p:nvSpPr>
        <p:spPr>
          <a:xfrm>
            <a:off x="24901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9" name="01_find_only_2388">
            <a:extLst>
              <a:ext uri="{FF2B5EF4-FFF2-40B4-BE49-F238E27FC236}">
                <a16:creationId xmlns:a16="http://schemas.microsoft.com/office/drawing/2014/main" id="{06FC4AAD-71EB-46DD-9B4C-7AE485B0DE66}"/>
              </a:ext>
            </a:extLst>
          </p:cNvPr>
          <p:cNvSpPr>
            <a:spLocks noGrp="1"/>
          </p:cNvSpPr>
          <p:nvPr/>
        </p:nvSpPr>
        <p:spPr>
          <a:xfrm>
            <a:off x="25688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0" name="01_find_only_2389">
            <a:extLst>
              <a:ext uri="{FF2B5EF4-FFF2-40B4-BE49-F238E27FC236}">
                <a16:creationId xmlns:a16="http://schemas.microsoft.com/office/drawing/2014/main" id="{18680607-BF69-4F29-81AA-89100AFEA80D}"/>
              </a:ext>
            </a:extLst>
          </p:cNvPr>
          <p:cNvSpPr>
            <a:spLocks noGrp="1"/>
          </p:cNvSpPr>
          <p:nvPr/>
        </p:nvSpPr>
        <p:spPr>
          <a:xfrm>
            <a:off x="25225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1" name="01_find_only_2390">
            <a:extLst>
              <a:ext uri="{FF2B5EF4-FFF2-40B4-BE49-F238E27FC236}">
                <a16:creationId xmlns:a16="http://schemas.microsoft.com/office/drawing/2014/main" id="{459B25AF-8DF2-49C9-B5F4-3B128E758F28}"/>
              </a:ext>
            </a:extLst>
          </p:cNvPr>
          <p:cNvSpPr>
            <a:spLocks noGrp="1"/>
          </p:cNvSpPr>
          <p:nvPr/>
        </p:nvSpPr>
        <p:spPr>
          <a:xfrm>
            <a:off x="2580037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2" name="01_find_only_2391">
            <a:extLst>
              <a:ext uri="{FF2B5EF4-FFF2-40B4-BE49-F238E27FC236}">
                <a16:creationId xmlns:a16="http://schemas.microsoft.com/office/drawing/2014/main" id="{4D3C0B61-3F6E-402B-BDF6-CC0FE45673AD}"/>
              </a:ext>
            </a:extLst>
          </p:cNvPr>
          <p:cNvSpPr>
            <a:spLocks noGrp="1"/>
          </p:cNvSpPr>
          <p:nvPr/>
        </p:nvSpPr>
        <p:spPr>
          <a:xfrm>
            <a:off x="25496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3" name="01_find_only_2392">
            <a:extLst>
              <a:ext uri="{FF2B5EF4-FFF2-40B4-BE49-F238E27FC236}">
                <a16:creationId xmlns:a16="http://schemas.microsoft.com/office/drawing/2014/main" id="{4FE069A5-0A33-4F19-A45C-5D5D9C38815D}"/>
              </a:ext>
            </a:extLst>
          </p:cNvPr>
          <p:cNvSpPr>
            <a:spLocks noGrp="1"/>
          </p:cNvSpPr>
          <p:nvPr/>
        </p:nvSpPr>
        <p:spPr>
          <a:xfrm>
            <a:off x="2556235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4" name="01_find_only_2393">
            <a:extLst>
              <a:ext uri="{FF2B5EF4-FFF2-40B4-BE49-F238E27FC236}">
                <a16:creationId xmlns:a16="http://schemas.microsoft.com/office/drawing/2014/main" id="{47EEAB47-F5AD-41EB-B519-D72AFAFF7B27}"/>
              </a:ext>
            </a:extLst>
          </p:cNvPr>
          <p:cNvSpPr>
            <a:spLocks noGrp="1"/>
          </p:cNvSpPr>
          <p:nvPr/>
        </p:nvSpPr>
        <p:spPr>
          <a:xfrm>
            <a:off x="2513585" y="57143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5" name="01_find_only_2394">
            <a:extLst>
              <a:ext uri="{FF2B5EF4-FFF2-40B4-BE49-F238E27FC236}">
                <a16:creationId xmlns:a16="http://schemas.microsoft.com/office/drawing/2014/main" id="{045C1D5A-FD79-464C-8C00-BBCB74AD33C1}"/>
              </a:ext>
            </a:extLst>
          </p:cNvPr>
          <p:cNvSpPr>
            <a:spLocks noGrp="1"/>
          </p:cNvSpPr>
          <p:nvPr/>
        </p:nvSpPr>
        <p:spPr>
          <a:xfrm>
            <a:off x="2574597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6" name="01_find_only_2395">
            <a:extLst>
              <a:ext uri="{FF2B5EF4-FFF2-40B4-BE49-F238E27FC236}">
                <a16:creationId xmlns:a16="http://schemas.microsoft.com/office/drawing/2014/main" id="{BAB553FB-EBB7-4404-930C-07405F60CC6D}"/>
              </a:ext>
            </a:extLst>
          </p:cNvPr>
          <p:cNvSpPr>
            <a:spLocks noGrp="1"/>
          </p:cNvSpPr>
          <p:nvPr/>
        </p:nvSpPr>
        <p:spPr>
          <a:xfrm>
            <a:off x="25564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7" name="01_find_only_2396">
            <a:extLst>
              <a:ext uri="{FF2B5EF4-FFF2-40B4-BE49-F238E27FC236}">
                <a16:creationId xmlns:a16="http://schemas.microsoft.com/office/drawing/2014/main" id="{61555CF8-73E5-40F0-8C30-DA5D12A811B5}"/>
              </a:ext>
            </a:extLst>
          </p:cNvPr>
          <p:cNvSpPr>
            <a:spLocks noGrp="1"/>
          </p:cNvSpPr>
          <p:nvPr/>
        </p:nvSpPr>
        <p:spPr>
          <a:xfrm>
            <a:off x="250095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8" name="01_find_only_2397">
            <a:extLst>
              <a:ext uri="{FF2B5EF4-FFF2-40B4-BE49-F238E27FC236}">
                <a16:creationId xmlns:a16="http://schemas.microsoft.com/office/drawing/2014/main" id="{4C0714EC-603D-431C-BB72-E5F4CBD04161}"/>
              </a:ext>
            </a:extLst>
          </p:cNvPr>
          <p:cNvSpPr>
            <a:spLocks noGrp="1"/>
          </p:cNvSpPr>
          <p:nvPr/>
        </p:nvSpPr>
        <p:spPr>
          <a:xfrm>
            <a:off x="255477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9" name="01_find_only_2398">
            <a:extLst>
              <a:ext uri="{FF2B5EF4-FFF2-40B4-BE49-F238E27FC236}">
                <a16:creationId xmlns:a16="http://schemas.microsoft.com/office/drawing/2014/main" id="{7273D1BC-E32F-4321-9B95-CA7C2E5B1877}"/>
              </a:ext>
            </a:extLst>
          </p:cNvPr>
          <p:cNvSpPr>
            <a:spLocks noGrp="1"/>
          </p:cNvSpPr>
          <p:nvPr/>
        </p:nvSpPr>
        <p:spPr>
          <a:xfrm>
            <a:off x="25059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0" name="01_find_only_2399">
            <a:extLst>
              <a:ext uri="{FF2B5EF4-FFF2-40B4-BE49-F238E27FC236}">
                <a16:creationId xmlns:a16="http://schemas.microsoft.com/office/drawing/2014/main" id="{5799C3E8-F883-47B5-A290-1998B31E82E1}"/>
              </a:ext>
            </a:extLst>
          </p:cNvPr>
          <p:cNvSpPr>
            <a:spLocks noGrp="1"/>
          </p:cNvSpPr>
          <p:nvPr/>
        </p:nvSpPr>
        <p:spPr>
          <a:xfrm>
            <a:off x="251348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1" name="01_find_only_2400">
            <a:extLst>
              <a:ext uri="{FF2B5EF4-FFF2-40B4-BE49-F238E27FC236}">
                <a16:creationId xmlns:a16="http://schemas.microsoft.com/office/drawing/2014/main" id="{3C15D271-0A5C-4521-92E3-096A8438E400}"/>
              </a:ext>
            </a:extLst>
          </p:cNvPr>
          <p:cNvSpPr>
            <a:spLocks noGrp="1"/>
          </p:cNvSpPr>
          <p:nvPr/>
        </p:nvSpPr>
        <p:spPr>
          <a:xfrm>
            <a:off x="25738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2" name="01_find_only_2401">
            <a:extLst>
              <a:ext uri="{FF2B5EF4-FFF2-40B4-BE49-F238E27FC236}">
                <a16:creationId xmlns:a16="http://schemas.microsoft.com/office/drawing/2014/main" id="{1AF19B6C-F294-46DE-8AE6-CB7839EB4E58}"/>
              </a:ext>
            </a:extLst>
          </p:cNvPr>
          <p:cNvSpPr>
            <a:spLocks noGrp="1"/>
          </p:cNvSpPr>
          <p:nvPr/>
        </p:nvSpPr>
        <p:spPr>
          <a:xfrm>
            <a:off x="25150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3" name="01_find_only_2402">
            <a:extLst>
              <a:ext uri="{FF2B5EF4-FFF2-40B4-BE49-F238E27FC236}">
                <a16:creationId xmlns:a16="http://schemas.microsoft.com/office/drawing/2014/main" id="{59D00C27-89DC-4708-97D4-AFC7BA0AD2C6}"/>
              </a:ext>
            </a:extLst>
          </p:cNvPr>
          <p:cNvSpPr>
            <a:spLocks noGrp="1"/>
          </p:cNvSpPr>
          <p:nvPr/>
        </p:nvSpPr>
        <p:spPr>
          <a:xfrm>
            <a:off x="2568379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4" name="01_find_only_2403">
            <a:extLst>
              <a:ext uri="{FF2B5EF4-FFF2-40B4-BE49-F238E27FC236}">
                <a16:creationId xmlns:a16="http://schemas.microsoft.com/office/drawing/2014/main" id="{D18045BE-0586-4545-8FF2-63B7C4BF60FC}"/>
              </a:ext>
            </a:extLst>
          </p:cNvPr>
          <p:cNvSpPr>
            <a:spLocks noGrp="1"/>
          </p:cNvSpPr>
          <p:nvPr/>
        </p:nvSpPr>
        <p:spPr>
          <a:xfrm>
            <a:off x="25691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5" name="01_find_only_2404">
            <a:extLst>
              <a:ext uri="{FF2B5EF4-FFF2-40B4-BE49-F238E27FC236}">
                <a16:creationId xmlns:a16="http://schemas.microsoft.com/office/drawing/2014/main" id="{480FAA88-1731-4C8E-B11A-19B362185B33}"/>
              </a:ext>
            </a:extLst>
          </p:cNvPr>
          <p:cNvSpPr>
            <a:spLocks noGrp="1"/>
          </p:cNvSpPr>
          <p:nvPr/>
        </p:nvSpPr>
        <p:spPr>
          <a:xfrm>
            <a:off x="257168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6" name="01_find_only_2405">
            <a:extLst>
              <a:ext uri="{FF2B5EF4-FFF2-40B4-BE49-F238E27FC236}">
                <a16:creationId xmlns:a16="http://schemas.microsoft.com/office/drawing/2014/main" id="{820BA2EA-D5AD-42C8-91FF-AEE0A7390603}"/>
              </a:ext>
            </a:extLst>
          </p:cNvPr>
          <p:cNvSpPr>
            <a:spLocks noGrp="1"/>
          </p:cNvSpPr>
          <p:nvPr/>
        </p:nvSpPr>
        <p:spPr>
          <a:xfrm>
            <a:off x="2515820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7" name="01_find_only_2406">
            <a:extLst>
              <a:ext uri="{FF2B5EF4-FFF2-40B4-BE49-F238E27FC236}">
                <a16:creationId xmlns:a16="http://schemas.microsoft.com/office/drawing/2014/main" id="{DDFE6E74-E184-48CB-9CF1-B05C22105246}"/>
              </a:ext>
            </a:extLst>
          </p:cNvPr>
          <p:cNvSpPr>
            <a:spLocks noGrp="1"/>
          </p:cNvSpPr>
          <p:nvPr/>
        </p:nvSpPr>
        <p:spPr>
          <a:xfrm>
            <a:off x="250115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8" name="01_find_only_2407">
            <a:extLst>
              <a:ext uri="{FF2B5EF4-FFF2-40B4-BE49-F238E27FC236}">
                <a16:creationId xmlns:a16="http://schemas.microsoft.com/office/drawing/2014/main" id="{467404BC-7E72-4941-AC2E-F4DB84570379}"/>
              </a:ext>
            </a:extLst>
          </p:cNvPr>
          <p:cNvSpPr>
            <a:spLocks noGrp="1"/>
          </p:cNvSpPr>
          <p:nvPr/>
        </p:nvSpPr>
        <p:spPr>
          <a:xfrm>
            <a:off x="255769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9" name="01_find_only_2408">
            <a:extLst>
              <a:ext uri="{FF2B5EF4-FFF2-40B4-BE49-F238E27FC236}">
                <a16:creationId xmlns:a16="http://schemas.microsoft.com/office/drawing/2014/main" id="{B794B738-0776-4352-B1A6-871ED59BC82C}"/>
              </a:ext>
            </a:extLst>
          </p:cNvPr>
          <p:cNvSpPr>
            <a:spLocks noGrp="1"/>
          </p:cNvSpPr>
          <p:nvPr/>
        </p:nvSpPr>
        <p:spPr>
          <a:xfrm>
            <a:off x="249658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0" name="01_find_only_2409">
            <a:extLst>
              <a:ext uri="{FF2B5EF4-FFF2-40B4-BE49-F238E27FC236}">
                <a16:creationId xmlns:a16="http://schemas.microsoft.com/office/drawing/2014/main" id="{BA22B612-B89D-4364-8ABC-E9EEE90B7F56}"/>
              </a:ext>
            </a:extLst>
          </p:cNvPr>
          <p:cNvSpPr>
            <a:spLocks noGrp="1"/>
          </p:cNvSpPr>
          <p:nvPr/>
        </p:nvSpPr>
        <p:spPr>
          <a:xfrm>
            <a:off x="25027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1" name="01_find_only_2410">
            <a:extLst>
              <a:ext uri="{FF2B5EF4-FFF2-40B4-BE49-F238E27FC236}">
                <a16:creationId xmlns:a16="http://schemas.microsoft.com/office/drawing/2014/main" id="{446DD80D-58B1-4F09-9342-856E45E2AAB6}"/>
              </a:ext>
            </a:extLst>
          </p:cNvPr>
          <p:cNvSpPr>
            <a:spLocks noGrp="1"/>
          </p:cNvSpPr>
          <p:nvPr/>
        </p:nvSpPr>
        <p:spPr>
          <a:xfrm>
            <a:off x="25601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2" name="01_find_only_2411">
            <a:extLst>
              <a:ext uri="{FF2B5EF4-FFF2-40B4-BE49-F238E27FC236}">
                <a16:creationId xmlns:a16="http://schemas.microsoft.com/office/drawing/2014/main" id="{D81CD3EC-7299-4A4D-A228-434332F21FD3}"/>
              </a:ext>
            </a:extLst>
          </p:cNvPr>
          <p:cNvSpPr>
            <a:spLocks noGrp="1"/>
          </p:cNvSpPr>
          <p:nvPr/>
        </p:nvSpPr>
        <p:spPr>
          <a:xfrm>
            <a:off x="249745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3" name="01_find_only_2412">
            <a:extLst>
              <a:ext uri="{FF2B5EF4-FFF2-40B4-BE49-F238E27FC236}">
                <a16:creationId xmlns:a16="http://schemas.microsoft.com/office/drawing/2014/main" id="{7D892ABE-EA0A-44F8-A29A-55880FF223C2}"/>
              </a:ext>
            </a:extLst>
          </p:cNvPr>
          <p:cNvSpPr>
            <a:spLocks noGrp="1"/>
          </p:cNvSpPr>
          <p:nvPr/>
        </p:nvSpPr>
        <p:spPr>
          <a:xfrm>
            <a:off x="25787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4" name="01_find_only_2413">
            <a:extLst>
              <a:ext uri="{FF2B5EF4-FFF2-40B4-BE49-F238E27FC236}">
                <a16:creationId xmlns:a16="http://schemas.microsoft.com/office/drawing/2014/main" id="{FA8CAE10-ABE4-43F4-B33B-D75BB8EA7DAE}"/>
              </a:ext>
            </a:extLst>
          </p:cNvPr>
          <p:cNvSpPr>
            <a:spLocks noGrp="1"/>
          </p:cNvSpPr>
          <p:nvPr/>
        </p:nvSpPr>
        <p:spPr>
          <a:xfrm>
            <a:off x="256391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5" name="01_find_only_2414">
            <a:extLst>
              <a:ext uri="{FF2B5EF4-FFF2-40B4-BE49-F238E27FC236}">
                <a16:creationId xmlns:a16="http://schemas.microsoft.com/office/drawing/2014/main" id="{FBAE5C01-F290-4CFB-BB32-F05E7AAB7EDA}"/>
              </a:ext>
            </a:extLst>
          </p:cNvPr>
          <p:cNvSpPr>
            <a:spLocks noGrp="1"/>
          </p:cNvSpPr>
          <p:nvPr/>
        </p:nvSpPr>
        <p:spPr>
          <a:xfrm>
            <a:off x="252874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6" name="01_find_only_2415">
            <a:extLst>
              <a:ext uri="{FF2B5EF4-FFF2-40B4-BE49-F238E27FC236}">
                <a16:creationId xmlns:a16="http://schemas.microsoft.com/office/drawing/2014/main" id="{21341890-AAE3-49E0-9F0B-67BD3121C0DB}"/>
              </a:ext>
            </a:extLst>
          </p:cNvPr>
          <p:cNvSpPr>
            <a:spLocks noGrp="1"/>
          </p:cNvSpPr>
          <p:nvPr/>
        </p:nvSpPr>
        <p:spPr>
          <a:xfrm>
            <a:off x="25123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7" name="01_find_only_2416">
            <a:extLst>
              <a:ext uri="{FF2B5EF4-FFF2-40B4-BE49-F238E27FC236}">
                <a16:creationId xmlns:a16="http://schemas.microsoft.com/office/drawing/2014/main" id="{31DEB6AE-083D-456E-99DD-331F5D5B8674}"/>
              </a:ext>
            </a:extLst>
          </p:cNvPr>
          <p:cNvSpPr>
            <a:spLocks noGrp="1"/>
          </p:cNvSpPr>
          <p:nvPr/>
        </p:nvSpPr>
        <p:spPr>
          <a:xfrm>
            <a:off x="2581495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8" name="01_find_only_2417">
            <a:extLst>
              <a:ext uri="{FF2B5EF4-FFF2-40B4-BE49-F238E27FC236}">
                <a16:creationId xmlns:a16="http://schemas.microsoft.com/office/drawing/2014/main" id="{7C47CF65-09CB-41FA-B896-B056F87361E5}"/>
              </a:ext>
            </a:extLst>
          </p:cNvPr>
          <p:cNvSpPr>
            <a:spLocks noGrp="1"/>
          </p:cNvSpPr>
          <p:nvPr/>
        </p:nvSpPr>
        <p:spPr>
          <a:xfrm>
            <a:off x="25462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9" name="01_find_only_2418">
            <a:extLst>
              <a:ext uri="{FF2B5EF4-FFF2-40B4-BE49-F238E27FC236}">
                <a16:creationId xmlns:a16="http://schemas.microsoft.com/office/drawing/2014/main" id="{7FF1562B-AF13-42C0-9513-98FCC8137782}"/>
              </a:ext>
            </a:extLst>
          </p:cNvPr>
          <p:cNvSpPr>
            <a:spLocks noGrp="1"/>
          </p:cNvSpPr>
          <p:nvPr/>
        </p:nvSpPr>
        <p:spPr>
          <a:xfrm>
            <a:off x="25683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0" name="01_find_only_2419">
            <a:extLst>
              <a:ext uri="{FF2B5EF4-FFF2-40B4-BE49-F238E27FC236}">
                <a16:creationId xmlns:a16="http://schemas.microsoft.com/office/drawing/2014/main" id="{4BEE34FF-9B71-4B22-839A-27C59105E307}"/>
              </a:ext>
            </a:extLst>
          </p:cNvPr>
          <p:cNvSpPr>
            <a:spLocks noGrp="1"/>
          </p:cNvSpPr>
          <p:nvPr/>
        </p:nvSpPr>
        <p:spPr>
          <a:xfrm>
            <a:off x="25002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1" name="01_find_only_2420">
            <a:extLst>
              <a:ext uri="{FF2B5EF4-FFF2-40B4-BE49-F238E27FC236}">
                <a16:creationId xmlns:a16="http://schemas.microsoft.com/office/drawing/2014/main" id="{D7E2BFDE-637B-4C96-B745-750B701BD2EB}"/>
              </a:ext>
            </a:extLst>
          </p:cNvPr>
          <p:cNvSpPr>
            <a:spLocks noGrp="1"/>
          </p:cNvSpPr>
          <p:nvPr/>
        </p:nvSpPr>
        <p:spPr>
          <a:xfrm>
            <a:off x="252767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2" name="01_find_only_2421">
            <a:extLst>
              <a:ext uri="{FF2B5EF4-FFF2-40B4-BE49-F238E27FC236}">
                <a16:creationId xmlns:a16="http://schemas.microsoft.com/office/drawing/2014/main" id="{5E43A52F-DA39-4947-8748-1554CEE28D42}"/>
              </a:ext>
            </a:extLst>
          </p:cNvPr>
          <p:cNvSpPr>
            <a:spLocks noGrp="1"/>
          </p:cNvSpPr>
          <p:nvPr/>
        </p:nvSpPr>
        <p:spPr>
          <a:xfrm>
            <a:off x="256235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3" name="01_find_only_2422">
            <a:extLst>
              <a:ext uri="{FF2B5EF4-FFF2-40B4-BE49-F238E27FC236}">
                <a16:creationId xmlns:a16="http://schemas.microsoft.com/office/drawing/2014/main" id="{CB487742-95E1-4566-8994-99D698B087B0}"/>
              </a:ext>
            </a:extLst>
          </p:cNvPr>
          <p:cNvSpPr>
            <a:spLocks noGrp="1"/>
          </p:cNvSpPr>
          <p:nvPr/>
        </p:nvSpPr>
        <p:spPr>
          <a:xfrm>
            <a:off x="25482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4" name="01_find_only_2423">
            <a:extLst>
              <a:ext uri="{FF2B5EF4-FFF2-40B4-BE49-F238E27FC236}">
                <a16:creationId xmlns:a16="http://schemas.microsoft.com/office/drawing/2014/main" id="{0B001166-68E6-46A9-A956-BD62DC0C813F}"/>
              </a:ext>
            </a:extLst>
          </p:cNvPr>
          <p:cNvSpPr>
            <a:spLocks noGrp="1"/>
          </p:cNvSpPr>
          <p:nvPr/>
        </p:nvSpPr>
        <p:spPr>
          <a:xfrm>
            <a:off x="2576734" y="529817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5" name="01_find_only_2424">
            <a:extLst>
              <a:ext uri="{FF2B5EF4-FFF2-40B4-BE49-F238E27FC236}">
                <a16:creationId xmlns:a16="http://schemas.microsoft.com/office/drawing/2014/main" id="{3CB94B2D-3EBA-427D-BF1F-2ACA0140CD40}"/>
              </a:ext>
            </a:extLst>
          </p:cNvPr>
          <p:cNvSpPr>
            <a:spLocks noGrp="1"/>
          </p:cNvSpPr>
          <p:nvPr/>
        </p:nvSpPr>
        <p:spPr>
          <a:xfrm>
            <a:off x="24865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6" name="01_find_only_2425">
            <a:extLst>
              <a:ext uri="{FF2B5EF4-FFF2-40B4-BE49-F238E27FC236}">
                <a16:creationId xmlns:a16="http://schemas.microsoft.com/office/drawing/2014/main" id="{68D657D9-F4AA-4304-9C04-B084CBEC7D34}"/>
              </a:ext>
            </a:extLst>
          </p:cNvPr>
          <p:cNvSpPr>
            <a:spLocks noGrp="1"/>
          </p:cNvSpPr>
          <p:nvPr/>
        </p:nvSpPr>
        <p:spPr>
          <a:xfrm>
            <a:off x="25266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7" name="01_find_only_2426">
            <a:extLst>
              <a:ext uri="{FF2B5EF4-FFF2-40B4-BE49-F238E27FC236}">
                <a16:creationId xmlns:a16="http://schemas.microsoft.com/office/drawing/2014/main" id="{B533E480-D3BD-4063-86F2-4984B1CB2EB9}"/>
              </a:ext>
            </a:extLst>
          </p:cNvPr>
          <p:cNvSpPr>
            <a:spLocks noGrp="1"/>
          </p:cNvSpPr>
          <p:nvPr/>
        </p:nvSpPr>
        <p:spPr>
          <a:xfrm>
            <a:off x="25447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8" name="01_find_only_2427">
            <a:extLst>
              <a:ext uri="{FF2B5EF4-FFF2-40B4-BE49-F238E27FC236}">
                <a16:creationId xmlns:a16="http://schemas.microsoft.com/office/drawing/2014/main" id="{DDF51801-7EBC-49CE-AE8F-18281924C19A}"/>
              </a:ext>
            </a:extLst>
          </p:cNvPr>
          <p:cNvSpPr>
            <a:spLocks noGrp="1"/>
          </p:cNvSpPr>
          <p:nvPr/>
        </p:nvSpPr>
        <p:spPr>
          <a:xfrm>
            <a:off x="251455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9" name="01_find_only_2428">
            <a:extLst>
              <a:ext uri="{FF2B5EF4-FFF2-40B4-BE49-F238E27FC236}">
                <a16:creationId xmlns:a16="http://schemas.microsoft.com/office/drawing/2014/main" id="{D49FF7A2-38DD-4195-AD97-3B19F7B4D863}"/>
              </a:ext>
            </a:extLst>
          </p:cNvPr>
          <p:cNvSpPr>
            <a:spLocks noGrp="1"/>
          </p:cNvSpPr>
          <p:nvPr/>
        </p:nvSpPr>
        <p:spPr>
          <a:xfrm>
            <a:off x="253631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0" name="01_find_only_2429">
            <a:extLst>
              <a:ext uri="{FF2B5EF4-FFF2-40B4-BE49-F238E27FC236}">
                <a16:creationId xmlns:a16="http://schemas.microsoft.com/office/drawing/2014/main" id="{582A1CE3-FE44-4CB0-83F9-419A689CEADA}"/>
              </a:ext>
            </a:extLst>
          </p:cNvPr>
          <p:cNvSpPr>
            <a:spLocks noGrp="1"/>
          </p:cNvSpPr>
          <p:nvPr/>
        </p:nvSpPr>
        <p:spPr>
          <a:xfrm>
            <a:off x="2524078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1" name="01_find_only_2430">
            <a:extLst>
              <a:ext uri="{FF2B5EF4-FFF2-40B4-BE49-F238E27FC236}">
                <a16:creationId xmlns:a16="http://schemas.microsoft.com/office/drawing/2014/main" id="{41D5A16F-2A25-4FFF-BDA5-67C06A755811}"/>
              </a:ext>
            </a:extLst>
          </p:cNvPr>
          <p:cNvSpPr>
            <a:spLocks noGrp="1"/>
          </p:cNvSpPr>
          <p:nvPr/>
        </p:nvSpPr>
        <p:spPr>
          <a:xfrm>
            <a:off x="2566047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2" name="01_find_only_2431">
            <a:extLst>
              <a:ext uri="{FF2B5EF4-FFF2-40B4-BE49-F238E27FC236}">
                <a16:creationId xmlns:a16="http://schemas.microsoft.com/office/drawing/2014/main" id="{FA8DC213-D762-4697-923B-9835B5D3CDBB}"/>
              </a:ext>
            </a:extLst>
          </p:cNvPr>
          <p:cNvSpPr>
            <a:spLocks noGrp="1"/>
          </p:cNvSpPr>
          <p:nvPr/>
        </p:nvSpPr>
        <p:spPr>
          <a:xfrm>
            <a:off x="24972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3" name="01_find_only_2432">
            <a:extLst>
              <a:ext uri="{FF2B5EF4-FFF2-40B4-BE49-F238E27FC236}">
                <a16:creationId xmlns:a16="http://schemas.microsoft.com/office/drawing/2014/main" id="{DCF65455-5672-402F-82C0-CB8AA3C73F8B}"/>
              </a:ext>
            </a:extLst>
          </p:cNvPr>
          <p:cNvSpPr>
            <a:spLocks noGrp="1"/>
          </p:cNvSpPr>
          <p:nvPr/>
        </p:nvSpPr>
        <p:spPr>
          <a:xfrm>
            <a:off x="25017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4" name="01_find_only_2433">
            <a:extLst>
              <a:ext uri="{FF2B5EF4-FFF2-40B4-BE49-F238E27FC236}">
                <a16:creationId xmlns:a16="http://schemas.microsoft.com/office/drawing/2014/main" id="{DA46C4E5-0BAE-43D3-9F30-6A81D9C8C22D}"/>
              </a:ext>
            </a:extLst>
          </p:cNvPr>
          <p:cNvSpPr>
            <a:spLocks noGrp="1"/>
          </p:cNvSpPr>
          <p:nvPr/>
        </p:nvSpPr>
        <p:spPr>
          <a:xfrm>
            <a:off x="25421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5" name="01_find_only_2434">
            <a:extLst>
              <a:ext uri="{FF2B5EF4-FFF2-40B4-BE49-F238E27FC236}">
                <a16:creationId xmlns:a16="http://schemas.microsoft.com/office/drawing/2014/main" id="{AF93B914-2061-4066-B70D-BD5C64510CD3}"/>
              </a:ext>
            </a:extLst>
          </p:cNvPr>
          <p:cNvSpPr>
            <a:spLocks noGrp="1"/>
          </p:cNvSpPr>
          <p:nvPr/>
        </p:nvSpPr>
        <p:spPr>
          <a:xfrm>
            <a:off x="25412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6" name="01_find_only_2435">
            <a:extLst>
              <a:ext uri="{FF2B5EF4-FFF2-40B4-BE49-F238E27FC236}">
                <a16:creationId xmlns:a16="http://schemas.microsoft.com/office/drawing/2014/main" id="{AD0EB6E2-1736-473E-ABE5-879C79A2C540}"/>
              </a:ext>
            </a:extLst>
          </p:cNvPr>
          <p:cNvSpPr>
            <a:spLocks noGrp="1"/>
          </p:cNvSpPr>
          <p:nvPr/>
        </p:nvSpPr>
        <p:spPr>
          <a:xfrm>
            <a:off x="25728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7" name="01_find_only_2436">
            <a:extLst>
              <a:ext uri="{FF2B5EF4-FFF2-40B4-BE49-F238E27FC236}">
                <a16:creationId xmlns:a16="http://schemas.microsoft.com/office/drawing/2014/main" id="{395AC7BA-04A2-4764-B328-FD25AEFA91DA}"/>
              </a:ext>
            </a:extLst>
          </p:cNvPr>
          <p:cNvSpPr>
            <a:spLocks noGrp="1"/>
          </p:cNvSpPr>
          <p:nvPr/>
        </p:nvSpPr>
        <p:spPr>
          <a:xfrm>
            <a:off x="255817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8" name="01_find_only_2437">
            <a:extLst>
              <a:ext uri="{FF2B5EF4-FFF2-40B4-BE49-F238E27FC236}">
                <a16:creationId xmlns:a16="http://schemas.microsoft.com/office/drawing/2014/main" id="{D834083A-8841-4C9A-99B8-B47A1BC947EE}"/>
              </a:ext>
            </a:extLst>
          </p:cNvPr>
          <p:cNvSpPr>
            <a:spLocks noGrp="1"/>
          </p:cNvSpPr>
          <p:nvPr/>
        </p:nvSpPr>
        <p:spPr>
          <a:xfrm>
            <a:off x="251232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9" name="01_find_only_2438">
            <a:extLst>
              <a:ext uri="{FF2B5EF4-FFF2-40B4-BE49-F238E27FC236}">
                <a16:creationId xmlns:a16="http://schemas.microsoft.com/office/drawing/2014/main" id="{AA78E986-B7FE-4E20-A6F3-B0DCB2725EA3}"/>
              </a:ext>
            </a:extLst>
          </p:cNvPr>
          <p:cNvSpPr>
            <a:spLocks noGrp="1"/>
          </p:cNvSpPr>
          <p:nvPr/>
        </p:nvSpPr>
        <p:spPr>
          <a:xfrm>
            <a:off x="2560121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0" name="01_find_only_2439">
            <a:extLst>
              <a:ext uri="{FF2B5EF4-FFF2-40B4-BE49-F238E27FC236}">
                <a16:creationId xmlns:a16="http://schemas.microsoft.com/office/drawing/2014/main" id="{65AE6A71-E12A-45E7-B46C-7EDA3DE42ADC}"/>
              </a:ext>
            </a:extLst>
          </p:cNvPr>
          <p:cNvSpPr>
            <a:spLocks noGrp="1"/>
          </p:cNvSpPr>
          <p:nvPr/>
        </p:nvSpPr>
        <p:spPr>
          <a:xfrm>
            <a:off x="25522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1" name="01_find_only_2440">
            <a:extLst>
              <a:ext uri="{FF2B5EF4-FFF2-40B4-BE49-F238E27FC236}">
                <a16:creationId xmlns:a16="http://schemas.microsoft.com/office/drawing/2014/main" id="{0FEB9A6E-44F5-4087-B7C5-5628A8C50579}"/>
              </a:ext>
            </a:extLst>
          </p:cNvPr>
          <p:cNvSpPr>
            <a:spLocks noGrp="1"/>
          </p:cNvSpPr>
          <p:nvPr/>
        </p:nvSpPr>
        <p:spPr>
          <a:xfrm>
            <a:off x="25564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2" name="01_find_only_2441">
            <a:extLst>
              <a:ext uri="{FF2B5EF4-FFF2-40B4-BE49-F238E27FC236}">
                <a16:creationId xmlns:a16="http://schemas.microsoft.com/office/drawing/2014/main" id="{732E94EE-4E00-4098-8673-C0A18093D268}"/>
              </a:ext>
            </a:extLst>
          </p:cNvPr>
          <p:cNvSpPr>
            <a:spLocks noGrp="1"/>
          </p:cNvSpPr>
          <p:nvPr/>
        </p:nvSpPr>
        <p:spPr>
          <a:xfrm>
            <a:off x="253806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3" name="01_find_only_2442">
            <a:extLst>
              <a:ext uri="{FF2B5EF4-FFF2-40B4-BE49-F238E27FC236}">
                <a16:creationId xmlns:a16="http://schemas.microsoft.com/office/drawing/2014/main" id="{DE4307B7-D001-4168-99B2-8E83812A5341}"/>
              </a:ext>
            </a:extLst>
          </p:cNvPr>
          <p:cNvSpPr>
            <a:spLocks noGrp="1"/>
          </p:cNvSpPr>
          <p:nvPr/>
        </p:nvSpPr>
        <p:spPr>
          <a:xfrm>
            <a:off x="248764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4" name="01_find_only_2443">
            <a:extLst>
              <a:ext uri="{FF2B5EF4-FFF2-40B4-BE49-F238E27FC236}">
                <a16:creationId xmlns:a16="http://schemas.microsoft.com/office/drawing/2014/main" id="{C8C00A5A-7C0A-40D9-AEEF-21B642A2D785}"/>
              </a:ext>
            </a:extLst>
          </p:cNvPr>
          <p:cNvSpPr>
            <a:spLocks noGrp="1"/>
          </p:cNvSpPr>
          <p:nvPr/>
        </p:nvSpPr>
        <p:spPr>
          <a:xfrm>
            <a:off x="2552641" y="54935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5" name="01_find_only_2444">
            <a:extLst>
              <a:ext uri="{FF2B5EF4-FFF2-40B4-BE49-F238E27FC236}">
                <a16:creationId xmlns:a16="http://schemas.microsoft.com/office/drawing/2014/main" id="{C205FDC9-9E1A-41A4-9CAD-73425E26E282}"/>
              </a:ext>
            </a:extLst>
          </p:cNvPr>
          <p:cNvSpPr>
            <a:spLocks noGrp="1"/>
          </p:cNvSpPr>
          <p:nvPr/>
        </p:nvSpPr>
        <p:spPr>
          <a:xfrm>
            <a:off x="2565465" y="54990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6" name="01_find_only_2445">
            <a:extLst>
              <a:ext uri="{FF2B5EF4-FFF2-40B4-BE49-F238E27FC236}">
                <a16:creationId xmlns:a16="http://schemas.microsoft.com/office/drawing/2014/main" id="{98D25085-9B5A-41E8-9C28-8B03090AEE36}"/>
              </a:ext>
            </a:extLst>
          </p:cNvPr>
          <p:cNvSpPr>
            <a:spLocks noGrp="1"/>
          </p:cNvSpPr>
          <p:nvPr/>
        </p:nvSpPr>
        <p:spPr>
          <a:xfrm>
            <a:off x="250377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7" name="01_find_only_2446">
            <a:extLst>
              <a:ext uri="{FF2B5EF4-FFF2-40B4-BE49-F238E27FC236}">
                <a16:creationId xmlns:a16="http://schemas.microsoft.com/office/drawing/2014/main" id="{710246B7-B70B-4132-A701-8CCAA595FA4E}"/>
              </a:ext>
            </a:extLst>
          </p:cNvPr>
          <p:cNvSpPr>
            <a:spLocks noGrp="1"/>
          </p:cNvSpPr>
          <p:nvPr/>
        </p:nvSpPr>
        <p:spPr>
          <a:xfrm>
            <a:off x="24964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8" name="01_find_only_2447">
            <a:extLst>
              <a:ext uri="{FF2B5EF4-FFF2-40B4-BE49-F238E27FC236}">
                <a16:creationId xmlns:a16="http://schemas.microsoft.com/office/drawing/2014/main" id="{71DB7C1B-5BCD-4254-ABF7-E1CDD72591B0}"/>
              </a:ext>
            </a:extLst>
          </p:cNvPr>
          <p:cNvSpPr>
            <a:spLocks noGrp="1"/>
          </p:cNvSpPr>
          <p:nvPr/>
        </p:nvSpPr>
        <p:spPr>
          <a:xfrm>
            <a:off x="2552446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9" name="01_find_only_2448">
            <a:extLst>
              <a:ext uri="{FF2B5EF4-FFF2-40B4-BE49-F238E27FC236}">
                <a16:creationId xmlns:a16="http://schemas.microsoft.com/office/drawing/2014/main" id="{5EF3706D-E04C-4703-8DE1-E78632F85D02}"/>
              </a:ext>
            </a:extLst>
          </p:cNvPr>
          <p:cNvSpPr>
            <a:spLocks noGrp="1"/>
          </p:cNvSpPr>
          <p:nvPr/>
        </p:nvSpPr>
        <p:spPr>
          <a:xfrm>
            <a:off x="25775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0" name="01_find_only_2449">
            <a:extLst>
              <a:ext uri="{FF2B5EF4-FFF2-40B4-BE49-F238E27FC236}">
                <a16:creationId xmlns:a16="http://schemas.microsoft.com/office/drawing/2014/main" id="{51F9535E-3CB2-43F2-B5F0-9C7F98D4561B}"/>
              </a:ext>
            </a:extLst>
          </p:cNvPr>
          <p:cNvSpPr>
            <a:spLocks noGrp="1"/>
          </p:cNvSpPr>
          <p:nvPr/>
        </p:nvSpPr>
        <p:spPr>
          <a:xfrm>
            <a:off x="25816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1" name="01_find_only_2450">
            <a:extLst>
              <a:ext uri="{FF2B5EF4-FFF2-40B4-BE49-F238E27FC236}">
                <a16:creationId xmlns:a16="http://schemas.microsoft.com/office/drawing/2014/main" id="{A38923D0-1AAF-49C1-810A-3C154577FFB1}"/>
              </a:ext>
            </a:extLst>
          </p:cNvPr>
          <p:cNvSpPr>
            <a:spLocks noGrp="1"/>
          </p:cNvSpPr>
          <p:nvPr/>
        </p:nvSpPr>
        <p:spPr>
          <a:xfrm>
            <a:off x="252164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2" name="01_find_only_2451">
            <a:extLst>
              <a:ext uri="{FF2B5EF4-FFF2-40B4-BE49-F238E27FC236}">
                <a16:creationId xmlns:a16="http://schemas.microsoft.com/office/drawing/2014/main" id="{DE1C51A7-1E4E-432A-9C87-870FEAE77216}"/>
              </a:ext>
            </a:extLst>
          </p:cNvPr>
          <p:cNvSpPr>
            <a:spLocks noGrp="1"/>
          </p:cNvSpPr>
          <p:nvPr/>
        </p:nvSpPr>
        <p:spPr>
          <a:xfrm>
            <a:off x="255730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3" name="01_find_only_2452">
            <a:extLst>
              <a:ext uri="{FF2B5EF4-FFF2-40B4-BE49-F238E27FC236}">
                <a16:creationId xmlns:a16="http://schemas.microsoft.com/office/drawing/2014/main" id="{E5D4A7B3-80A8-43AB-A539-0C27987A466F}"/>
              </a:ext>
            </a:extLst>
          </p:cNvPr>
          <p:cNvSpPr>
            <a:spLocks noGrp="1"/>
          </p:cNvSpPr>
          <p:nvPr/>
        </p:nvSpPr>
        <p:spPr>
          <a:xfrm>
            <a:off x="25646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4" name="01_find_only_2453">
            <a:extLst>
              <a:ext uri="{FF2B5EF4-FFF2-40B4-BE49-F238E27FC236}">
                <a16:creationId xmlns:a16="http://schemas.microsoft.com/office/drawing/2014/main" id="{BA8955E5-F8E1-45CE-B94A-6F6B5F3975F3}"/>
              </a:ext>
            </a:extLst>
          </p:cNvPr>
          <p:cNvSpPr>
            <a:spLocks noGrp="1"/>
          </p:cNvSpPr>
          <p:nvPr/>
        </p:nvSpPr>
        <p:spPr>
          <a:xfrm>
            <a:off x="25764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5" name="01_find_only_2454">
            <a:extLst>
              <a:ext uri="{FF2B5EF4-FFF2-40B4-BE49-F238E27FC236}">
                <a16:creationId xmlns:a16="http://schemas.microsoft.com/office/drawing/2014/main" id="{892127E2-953B-446B-9B30-267423FFA1A1}"/>
              </a:ext>
            </a:extLst>
          </p:cNvPr>
          <p:cNvSpPr>
            <a:spLocks noGrp="1"/>
          </p:cNvSpPr>
          <p:nvPr/>
        </p:nvSpPr>
        <p:spPr>
          <a:xfrm>
            <a:off x="25661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6" name="01_find_only_2455">
            <a:extLst>
              <a:ext uri="{FF2B5EF4-FFF2-40B4-BE49-F238E27FC236}">
                <a16:creationId xmlns:a16="http://schemas.microsoft.com/office/drawing/2014/main" id="{9233EC5D-D85A-4693-A9C8-98FA4CCD6FDE}"/>
              </a:ext>
            </a:extLst>
          </p:cNvPr>
          <p:cNvSpPr>
            <a:spLocks noGrp="1"/>
          </p:cNvSpPr>
          <p:nvPr/>
        </p:nvSpPr>
        <p:spPr>
          <a:xfrm>
            <a:off x="255147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7" name="01_find_only_2456">
            <a:extLst>
              <a:ext uri="{FF2B5EF4-FFF2-40B4-BE49-F238E27FC236}">
                <a16:creationId xmlns:a16="http://schemas.microsoft.com/office/drawing/2014/main" id="{4E45C5D2-C927-4153-97AB-81790860B19B}"/>
              </a:ext>
            </a:extLst>
          </p:cNvPr>
          <p:cNvSpPr>
            <a:spLocks noGrp="1"/>
          </p:cNvSpPr>
          <p:nvPr/>
        </p:nvSpPr>
        <p:spPr>
          <a:xfrm>
            <a:off x="24919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8" name="01_find_only_2457">
            <a:extLst>
              <a:ext uri="{FF2B5EF4-FFF2-40B4-BE49-F238E27FC236}">
                <a16:creationId xmlns:a16="http://schemas.microsoft.com/office/drawing/2014/main" id="{56B2DC7A-26C4-4616-AC43-0D32194A8CBA}"/>
              </a:ext>
            </a:extLst>
          </p:cNvPr>
          <p:cNvSpPr>
            <a:spLocks noGrp="1"/>
          </p:cNvSpPr>
          <p:nvPr/>
        </p:nvSpPr>
        <p:spPr>
          <a:xfrm>
            <a:off x="2501344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9" name="01_find_only_2458">
            <a:extLst>
              <a:ext uri="{FF2B5EF4-FFF2-40B4-BE49-F238E27FC236}">
                <a16:creationId xmlns:a16="http://schemas.microsoft.com/office/drawing/2014/main" id="{074D7352-D530-410D-822B-B0E71564FD1C}"/>
              </a:ext>
            </a:extLst>
          </p:cNvPr>
          <p:cNvSpPr>
            <a:spLocks noGrp="1"/>
          </p:cNvSpPr>
          <p:nvPr/>
        </p:nvSpPr>
        <p:spPr>
          <a:xfrm>
            <a:off x="25524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0" name="01_find_only_2459">
            <a:extLst>
              <a:ext uri="{FF2B5EF4-FFF2-40B4-BE49-F238E27FC236}">
                <a16:creationId xmlns:a16="http://schemas.microsoft.com/office/drawing/2014/main" id="{6349E69D-E336-4B30-BF7D-BFAAE02833DE}"/>
              </a:ext>
            </a:extLst>
          </p:cNvPr>
          <p:cNvSpPr>
            <a:spLocks noGrp="1"/>
          </p:cNvSpPr>
          <p:nvPr/>
        </p:nvSpPr>
        <p:spPr>
          <a:xfrm>
            <a:off x="25426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1" name="01_find_only_2460">
            <a:extLst>
              <a:ext uri="{FF2B5EF4-FFF2-40B4-BE49-F238E27FC236}">
                <a16:creationId xmlns:a16="http://schemas.microsoft.com/office/drawing/2014/main" id="{38B2F9D0-905C-4637-A1D6-5BBE2965B0A9}"/>
              </a:ext>
            </a:extLst>
          </p:cNvPr>
          <p:cNvSpPr>
            <a:spLocks noGrp="1"/>
          </p:cNvSpPr>
          <p:nvPr/>
        </p:nvSpPr>
        <p:spPr>
          <a:xfrm>
            <a:off x="250542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2" name="01_find_only_2461">
            <a:extLst>
              <a:ext uri="{FF2B5EF4-FFF2-40B4-BE49-F238E27FC236}">
                <a16:creationId xmlns:a16="http://schemas.microsoft.com/office/drawing/2014/main" id="{08B835B8-5609-4D61-98D0-109C4CE82C59}"/>
              </a:ext>
            </a:extLst>
          </p:cNvPr>
          <p:cNvSpPr>
            <a:spLocks noGrp="1"/>
          </p:cNvSpPr>
          <p:nvPr/>
        </p:nvSpPr>
        <p:spPr>
          <a:xfrm>
            <a:off x="25230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3" name="01_find_only_2462">
            <a:extLst>
              <a:ext uri="{FF2B5EF4-FFF2-40B4-BE49-F238E27FC236}">
                <a16:creationId xmlns:a16="http://schemas.microsoft.com/office/drawing/2014/main" id="{23A7605B-41A0-4B8A-9A69-9C7A9D8C25DC}"/>
              </a:ext>
            </a:extLst>
          </p:cNvPr>
          <p:cNvSpPr>
            <a:spLocks noGrp="1"/>
          </p:cNvSpPr>
          <p:nvPr/>
        </p:nvSpPr>
        <p:spPr>
          <a:xfrm>
            <a:off x="2488618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4" name="01_find_only_2463">
            <a:extLst>
              <a:ext uri="{FF2B5EF4-FFF2-40B4-BE49-F238E27FC236}">
                <a16:creationId xmlns:a16="http://schemas.microsoft.com/office/drawing/2014/main" id="{E6CFCA9D-5C01-4F3D-B7EE-A05E908CDC5A}"/>
              </a:ext>
            </a:extLst>
          </p:cNvPr>
          <p:cNvSpPr>
            <a:spLocks noGrp="1"/>
          </p:cNvSpPr>
          <p:nvPr/>
        </p:nvSpPr>
        <p:spPr>
          <a:xfrm>
            <a:off x="30155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5" name="01_find_only_2464">
            <a:extLst>
              <a:ext uri="{FF2B5EF4-FFF2-40B4-BE49-F238E27FC236}">
                <a16:creationId xmlns:a16="http://schemas.microsoft.com/office/drawing/2014/main" id="{451697BC-F8CB-450C-A56F-3B8E8A69745D}"/>
              </a:ext>
            </a:extLst>
          </p:cNvPr>
          <p:cNvSpPr>
            <a:spLocks noGrp="1"/>
          </p:cNvSpPr>
          <p:nvPr/>
        </p:nvSpPr>
        <p:spPr>
          <a:xfrm>
            <a:off x="30777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6" name="01_find_only_2465">
            <a:extLst>
              <a:ext uri="{FF2B5EF4-FFF2-40B4-BE49-F238E27FC236}">
                <a16:creationId xmlns:a16="http://schemas.microsoft.com/office/drawing/2014/main" id="{32D4FDD2-B8CC-4211-BA48-2E56422B75CC}"/>
              </a:ext>
            </a:extLst>
          </p:cNvPr>
          <p:cNvSpPr>
            <a:spLocks noGrp="1"/>
          </p:cNvSpPr>
          <p:nvPr/>
        </p:nvSpPr>
        <p:spPr>
          <a:xfrm>
            <a:off x="299517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7" name="01_find_only_2466">
            <a:extLst>
              <a:ext uri="{FF2B5EF4-FFF2-40B4-BE49-F238E27FC236}">
                <a16:creationId xmlns:a16="http://schemas.microsoft.com/office/drawing/2014/main" id="{050BB920-8C48-4138-9A7E-3B5AE4EE01D8}"/>
              </a:ext>
            </a:extLst>
          </p:cNvPr>
          <p:cNvSpPr>
            <a:spLocks noGrp="1"/>
          </p:cNvSpPr>
          <p:nvPr/>
        </p:nvSpPr>
        <p:spPr>
          <a:xfrm>
            <a:off x="30699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8" name="01_find_only_2467">
            <a:extLst>
              <a:ext uri="{FF2B5EF4-FFF2-40B4-BE49-F238E27FC236}">
                <a16:creationId xmlns:a16="http://schemas.microsoft.com/office/drawing/2014/main" id="{C95A6BA8-1452-42C2-AC5C-2C9EA60BE21B}"/>
              </a:ext>
            </a:extLst>
          </p:cNvPr>
          <p:cNvSpPr>
            <a:spLocks noGrp="1"/>
          </p:cNvSpPr>
          <p:nvPr/>
        </p:nvSpPr>
        <p:spPr>
          <a:xfrm>
            <a:off x="30314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9" name="01_find_only_2468">
            <a:extLst>
              <a:ext uri="{FF2B5EF4-FFF2-40B4-BE49-F238E27FC236}">
                <a16:creationId xmlns:a16="http://schemas.microsoft.com/office/drawing/2014/main" id="{2F8AEDC4-EA6C-4E4C-81E2-7CAB2F4B9A3C}"/>
              </a:ext>
            </a:extLst>
          </p:cNvPr>
          <p:cNvSpPr>
            <a:spLocks noGrp="1"/>
          </p:cNvSpPr>
          <p:nvPr/>
        </p:nvSpPr>
        <p:spPr>
          <a:xfrm>
            <a:off x="30846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0" name="01_find_only_2469">
            <a:extLst>
              <a:ext uri="{FF2B5EF4-FFF2-40B4-BE49-F238E27FC236}">
                <a16:creationId xmlns:a16="http://schemas.microsoft.com/office/drawing/2014/main" id="{A2F1D756-40C3-4CE7-AB2E-595AB47DA9DD}"/>
              </a:ext>
            </a:extLst>
          </p:cNvPr>
          <p:cNvSpPr>
            <a:spLocks noGrp="1"/>
          </p:cNvSpPr>
          <p:nvPr/>
        </p:nvSpPr>
        <p:spPr>
          <a:xfrm>
            <a:off x="301548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1" name="01_find_only_2470">
            <a:extLst>
              <a:ext uri="{FF2B5EF4-FFF2-40B4-BE49-F238E27FC236}">
                <a16:creationId xmlns:a16="http://schemas.microsoft.com/office/drawing/2014/main" id="{07EEE2EF-9BC0-4354-A779-7CECBC10D217}"/>
              </a:ext>
            </a:extLst>
          </p:cNvPr>
          <p:cNvSpPr>
            <a:spLocks noGrp="1"/>
          </p:cNvSpPr>
          <p:nvPr/>
        </p:nvSpPr>
        <p:spPr>
          <a:xfrm>
            <a:off x="30628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2" name="01_find_only_2471">
            <a:extLst>
              <a:ext uri="{FF2B5EF4-FFF2-40B4-BE49-F238E27FC236}">
                <a16:creationId xmlns:a16="http://schemas.microsoft.com/office/drawing/2014/main" id="{71E6BD09-267A-49A8-A201-62E550B980AB}"/>
              </a:ext>
            </a:extLst>
          </p:cNvPr>
          <p:cNvSpPr>
            <a:spLocks noGrp="1"/>
          </p:cNvSpPr>
          <p:nvPr/>
        </p:nvSpPr>
        <p:spPr>
          <a:xfrm>
            <a:off x="29985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3" name="01_find_only_2472">
            <a:extLst>
              <a:ext uri="{FF2B5EF4-FFF2-40B4-BE49-F238E27FC236}">
                <a16:creationId xmlns:a16="http://schemas.microsoft.com/office/drawing/2014/main" id="{61938985-3AE6-47F1-8A78-9B1D98F6AA54}"/>
              </a:ext>
            </a:extLst>
          </p:cNvPr>
          <p:cNvSpPr>
            <a:spLocks noGrp="1"/>
          </p:cNvSpPr>
          <p:nvPr/>
        </p:nvSpPr>
        <p:spPr>
          <a:xfrm>
            <a:off x="30192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4" name="01_find_only_2473">
            <a:extLst>
              <a:ext uri="{FF2B5EF4-FFF2-40B4-BE49-F238E27FC236}">
                <a16:creationId xmlns:a16="http://schemas.microsoft.com/office/drawing/2014/main" id="{B7CC97C0-2E61-47E7-ACAA-B6984202847D}"/>
              </a:ext>
            </a:extLst>
          </p:cNvPr>
          <p:cNvSpPr>
            <a:spLocks noGrp="1"/>
          </p:cNvSpPr>
          <p:nvPr/>
        </p:nvSpPr>
        <p:spPr>
          <a:xfrm>
            <a:off x="2998381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5" name="01_find_only_2474">
            <a:extLst>
              <a:ext uri="{FF2B5EF4-FFF2-40B4-BE49-F238E27FC236}">
                <a16:creationId xmlns:a16="http://schemas.microsoft.com/office/drawing/2014/main" id="{033F48D4-95C9-4BCC-9FDD-FBBC166730BA}"/>
              </a:ext>
            </a:extLst>
          </p:cNvPr>
          <p:cNvSpPr>
            <a:spLocks noGrp="1"/>
          </p:cNvSpPr>
          <p:nvPr/>
        </p:nvSpPr>
        <p:spPr>
          <a:xfrm>
            <a:off x="305327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6" name="01_find_only_2475">
            <a:extLst>
              <a:ext uri="{FF2B5EF4-FFF2-40B4-BE49-F238E27FC236}">
                <a16:creationId xmlns:a16="http://schemas.microsoft.com/office/drawing/2014/main" id="{E2DDA380-BADA-4A16-BF96-F1529AB8A911}"/>
              </a:ext>
            </a:extLst>
          </p:cNvPr>
          <p:cNvSpPr>
            <a:spLocks noGrp="1"/>
          </p:cNvSpPr>
          <p:nvPr/>
        </p:nvSpPr>
        <p:spPr>
          <a:xfrm>
            <a:off x="301149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7" name="01_find_only_2476">
            <a:extLst>
              <a:ext uri="{FF2B5EF4-FFF2-40B4-BE49-F238E27FC236}">
                <a16:creationId xmlns:a16="http://schemas.microsoft.com/office/drawing/2014/main" id="{8E89A964-14DF-4254-87DC-FC4A5346E9C1}"/>
              </a:ext>
            </a:extLst>
          </p:cNvPr>
          <p:cNvSpPr>
            <a:spLocks noGrp="1"/>
          </p:cNvSpPr>
          <p:nvPr/>
        </p:nvSpPr>
        <p:spPr>
          <a:xfrm>
            <a:off x="304064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8" name="01_find_only_2477">
            <a:extLst>
              <a:ext uri="{FF2B5EF4-FFF2-40B4-BE49-F238E27FC236}">
                <a16:creationId xmlns:a16="http://schemas.microsoft.com/office/drawing/2014/main" id="{FD173389-525F-4A65-A0A3-894A4464CDB6}"/>
              </a:ext>
            </a:extLst>
          </p:cNvPr>
          <p:cNvSpPr>
            <a:spLocks noGrp="1"/>
          </p:cNvSpPr>
          <p:nvPr/>
        </p:nvSpPr>
        <p:spPr>
          <a:xfrm>
            <a:off x="30303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9" name="01_find_only_2478">
            <a:extLst>
              <a:ext uri="{FF2B5EF4-FFF2-40B4-BE49-F238E27FC236}">
                <a16:creationId xmlns:a16="http://schemas.microsoft.com/office/drawing/2014/main" id="{6CEC63CF-FF77-448A-9614-BFB3F98B57DB}"/>
              </a:ext>
            </a:extLst>
          </p:cNvPr>
          <p:cNvSpPr>
            <a:spLocks noGrp="1"/>
          </p:cNvSpPr>
          <p:nvPr/>
        </p:nvSpPr>
        <p:spPr>
          <a:xfrm>
            <a:off x="3020727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0" name="01_find_only_2479">
            <a:extLst>
              <a:ext uri="{FF2B5EF4-FFF2-40B4-BE49-F238E27FC236}">
                <a16:creationId xmlns:a16="http://schemas.microsoft.com/office/drawing/2014/main" id="{1062B73D-7619-4632-A2DF-6015E05D9736}"/>
              </a:ext>
            </a:extLst>
          </p:cNvPr>
          <p:cNvSpPr>
            <a:spLocks noGrp="1"/>
          </p:cNvSpPr>
          <p:nvPr/>
        </p:nvSpPr>
        <p:spPr>
          <a:xfrm>
            <a:off x="2998090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1" name="01_find_only_2480">
            <a:extLst>
              <a:ext uri="{FF2B5EF4-FFF2-40B4-BE49-F238E27FC236}">
                <a16:creationId xmlns:a16="http://schemas.microsoft.com/office/drawing/2014/main" id="{0749CE73-E82B-49C5-8618-F5ADBB403A7A}"/>
              </a:ext>
            </a:extLst>
          </p:cNvPr>
          <p:cNvSpPr>
            <a:spLocks noGrp="1"/>
          </p:cNvSpPr>
          <p:nvPr/>
        </p:nvSpPr>
        <p:spPr>
          <a:xfrm>
            <a:off x="3085331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2" name="01_find_only_2481">
            <a:extLst>
              <a:ext uri="{FF2B5EF4-FFF2-40B4-BE49-F238E27FC236}">
                <a16:creationId xmlns:a16="http://schemas.microsoft.com/office/drawing/2014/main" id="{4A795560-72F2-4214-BA3D-0D8F9408A312}"/>
              </a:ext>
            </a:extLst>
          </p:cNvPr>
          <p:cNvSpPr>
            <a:spLocks noGrp="1"/>
          </p:cNvSpPr>
          <p:nvPr/>
        </p:nvSpPr>
        <p:spPr>
          <a:xfrm>
            <a:off x="29994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3" name="01_find_only_2482">
            <a:extLst>
              <a:ext uri="{FF2B5EF4-FFF2-40B4-BE49-F238E27FC236}">
                <a16:creationId xmlns:a16="http://schemas.microsoft.com/office/drawing/2014/main" id="{F8B503BD-F406-4481-B694-3E04B5D4A98B}"/>
              </a:ext>
            </a:extLst>
          </p:cNvPr>
          <p:cNvSpPr>
            <a:spLocks noGrp="1"/>
          </p:cNvSpPr>
          <p:nvPr/>
        </p:nvSpPr>
        <p:spPr>
          <a:xfrm>
            <a:off x="307814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4" name="01_find_only_2483">
            <a:extLst>
              <a:ext uri="{FF2B5EF4-FFF2-40B4-BE49-F238E27FC236}">
                <a16:creationId xmlns:a16="http://schemas.microsoft.com/office/drawing/2014/main" id="{5EC09FDC-4A4D-4B3A-A9F8-BE001FA403FC}"/>
              </a:ext>
            </a:extLst>
          </p:cNvPr>
          <p:cNvSpPr>
            <a:spLocks noGrp="1"/>
          </p:cNvSpPr>
          <p:nvPr/>
        </p:nvSpPr>
        <p:spPr>
          <a:xfrm>
            <a:off x="30318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5" name="01_find_only_2484">
            <a:extLst>
              <a:ext uri="{FF2B5EF4-FFF2-40B4-BE49-F238E27FC236}">
                <a16:creationId xmlns:a16="http://schemas.microsoft.com/office/drawing/2014/main" id="{ADB9EEFA-E874-495E-8582-E09E410516A4}"/>
              </a:ext>
            </a:extLst>
          </p:cNvPr>
          <p:cNvSpPr>
            <a:spLocks noGrp="1"/>
          </p:cNvSpPr>
          <p:nvPr/>
        </p:nvSpPr>
        <p:spPr>
          <a:xfrm>
            <a:off x="3089315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6" name="01_find_only_2485">
            <a:extLst>
              <a:ext uri="{FF2B5EF4-FFF2-40B4-BE49-F238E27FC236}">
                <a16:creationId xmlns:a16="http://schemas.microsoft.com/office/drawing/2014/main" id="{FF2610CA-6F36-4B60-9A6E-71C0B21D2106}"/>
              </a:ext>
            </a:extLst>
          </p:cNvPr>
          <p:cNvSpPr>
            <a:spLocks noGrp="1"/>
          </p:cNvSpPr>
          <p:nvPr/>
        </p:nvSpPr>
        <p:spPr>
          <a:xfrm>
            <a:off x="30589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7" name="01_find_only_2486">
            <a:extLst>
              <a:ext uri="{FF2B5EF4-FFF2-40B4-BE49-F238E27FC236}">
                <a16:creationId xmlns:a16="http://schemas.microsoft.com/office/drawing/2014/main" id="{0F8D6BF8-A908-4E25-A06C-8EFCA9120BEE}"/>
              </a:ext>
            </a:extLst>
          </p:cNvPr>
          <p:cNvSpPr>
            <a:spLocks noGrp="1"/>
          </p:cNvSpPr>
          <p:nvPr/>
        </p:nvSpPr>
        <p:spPr>
          <a:xfrm>
            <a:off x="3065513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8" name="01_find_only_2487">
            <a:extLst>
              <a:ext uri="{FF2B5EF4-FFF2-40B4-BE49-F238E27FC236}">
                <a16:creationId xmlns:a16="http://schemas.microsoft.com/office/drawing/2014/main" id="{6E5B6E5F-AC5C-4556-8133-9E34FF0AA81E}"/>
              </a:ext>
            </a:extLst>
          </p:cNvPr>
          <p:cNvSpPr>
            <a:spLocks noGrp="1"/>
          </p:cNvSpPr>
          <p:nvPr/>
        </p:nvSpPr>
        <p:spPr>
          <a:xfrm>
            <a:off x="3022863" y="57143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9" name="01_find_only_2488">
            <a:extLst>
              <a:ext uri="{FF2B5EF4-FFF2-40B4-BE49-F238E27FC236}">
                <a16:creationId xmlns:a16="http://schemas.microsoft.com/office/drawing/2014/main" id="{57328E3E-9D19-4215-824B-BF76727AD1D8}"/>
              </a:ext>
            </a:extLst>
          </p:cNvPr>
          <p:cNvSpPr>
            <a:spLocks noGrp="1"/>
          </p:cNvSpPr>
          <p:nvPr/>
        </p:nvSpPr>
        <p:spPr>
          <a:xfrm>
            <a:off x="3083875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0" name="01_find_only_2489">
            <a:extLst>
              <a:ext uri="{FF2B5EF4-FFF2-40B4-BE49-F238E27FC236}">
                <a16:creationId xmlns:a16="http://schemas.microsoft.com/office/drawing/2014/main" id="{28CE93F6-8065-42A1-9D0D-AF3F61067D1B}"/>
              </a:ext>
            </a:extLst>
          </p:cNvPr>
          <p:cNvSpPr>
            <a:spLocks noGrp="1"/>
          </p:cNvSpPr>
          <p:nvPr/>
        </p:nvSpPr>
        <p:spPr>
          <a:xfrm>
            <a:off x="30657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1" name="01_find_only_2490">
            <a:extLst>
              <a:ext uri="{FF2B5EF4-FFF2-40B4-BE49-F238E27FC236}">
                <a16:creationId xmlns:a16="http://schemas.microsoft.com/office/drawing/2014/main" id="{C7085AB0-EC1D-460C-9CB6-CA2D01CE74C5}"/>
              </a:ext>
            </a:extLst>
          </p:cNvPr>
          <p:cNvSpPr>
            <a:spLocks noGrp="1"/>
          </p:cNvSpPr>
          <p:nvPr/>
        </p:nvSpPr>
        <p:spPr>
          <a:xfrm>
            <a:off x="301023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2" name="01_find_only_2491">
            <a:extLst>
              <a:ext uri="{FF2B5EF4-FFF2-40B4-BE49-F238E27FC236}">
                <a16:creationId xmlns:a16="http://schemas.microsoft.com/office/drawing/2014/main" id="{9A8671B5-678C-42BC-86BD-85E12EC745EF}"/>
              </a:ext>
            </a:extLst>
          </p:cNvPr>
          <p:cNvSpPr>
            <a:spLocks noGrp="1"/>
          </p:cNvSpPr>
          <p:nvPr/>
        </p:nvSpPr>
        <p:spPr>
          <a:xfrm>
            <a:off x="306405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3" name="01_find_only_2492">
            <a:extLst>
              <a:ext uri="{FF2B5EF4-FFF2-40B4-BE49-F238E27FC236}">
                <a16:creationId xmlns:a16="http://schemas.microsoft.com/office/drawing/2014/main" id="{83F79121-E651-45CE-874B-C7B921C35A7A}"/>
              </a:ext>
            </a:extLst>
          </p:cNvPr>
          <p:cNvSpPr>
            <a:spLocks noGrp="1"/>
          </p:cNvSpPr>
          <p:nvPr/>
        </p:nvSpPr>
        <p:spPr>
          <a:xfrm>
            <a:off x="30151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4" name="01_find_only_2493">
            <a:extLst>
              <a:ext uri="{FF2B5EF4-FFF2-40B4-BE49-F238E27FC236}">
                <a16:creationId xmlns:a16="http://schemas.microsoft.com/office/drawing/2014/main" id="{7FDAAC30-6E0A-4338-AE13-08043DFF0589}"/>
              </a:ext>
            </a:extLst>
          </p:cNvPr>
          <p:cNvSpPr>
            <a:spLocks noGrp="1"/>
          </p:cNvSpPr>
          <p:nvPr/>
        </p:nvSpPr>
        <p:spPr>
          <a:xfrm>
            <a:off x="3022767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5" name="01_find_only_2494">
            <a:extLst>
              <a:ext uri="{FF2B5EF4-FFF2-40B4-BE49-F238E27FC236}">
                <a16:creationId xmlns:a16="http://schemas.microsoft.com/office/drawing/2014/main" id="{E01354B3-10D0-4FDC-9E0D-37CF0B42D6DA}"/>
              </a:ext>
            </a:extLst>
          </p:cNvPr>
          <p:cNvSpPr>
            <a:spLocks noGrp="1"/>
          </p:cNvSpPr>
          <p:nvPr/>
        </p:nvSpPr>
        <p:spPr>
          <a:xfrm>
            <a:off x="30830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6" name="01_find_only_2495">
            <a:extLst>
              <a:ext uri="{FF2B5EF4-FFF2-40B4-BE49-F238E27FC236}">
                <a16:creationId xmlns:a16="http://schemas.microsoft.com/office/drawing/2014/main" id="{37827F85-AA6D-46A4-98C4-651B6EC7711D}"/>
              </a:ext>
            </a:extLst>
          </p:cNvPr>
          <p:cNvSpPr>
            <a:spLocks noGrp="1"/>
          </p:cNvSpPr>
          <p:nvPr/>
        </p:nvSpPr>
        <p:spPr>
          <a:xfrm>
            <a:off x="30243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7" name="01_find_only_2496">
            <a:extLst>
              <a:ext uri="{FF2B5EF4-FFF2-40B4-BE49-F238E27FC236}">
                <a16:creationId xmlns:a16="http://schemas.microsoft.com/office/drawing/2014/main" id="{46875255-C240-4FFF-AD71-70094C1C84DD}"/>
              </a:ext>
            </a:extLst>
          </p:cNvPr>
          <p:cNvSpPr>
            <a:spLocks noGrp="1"/>
          </p:cNvSpPr>
          <p:nvPr/>
        </p:nvSpPr>
        <p:spPr>
          <a:xfrm>
            <a:off x="3077657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8" name="01_find_only_2497">
            <a:extLst>
              <a:ext uri="{FF2B5EF4-FFF2-40B4-BE49-F238E27FC236}">
                <a16:creationId xmlns:a16="http://schemas.microsoft.com/office/drawing/2014/main" id="{EAD37C22-E596-4A12-9CE8-DBF499BB5C40}"/>
              </a:ext>
            </a:extLst>
          </p:cNvPr>
          <p:cNvSpPr>
            <a:spLocks noGrp="1"/>
          </p:cNvSpPr>
          <p:nvPr/>
        </p:nvSpPr>
        <p:spPr>
          <a:xfrm>
            <a:off x="30784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9" name="01_find_only_2498">
            <a:extLst>
              <a:ext uri="{FF2B5EF4-FFF2-40B4-BE49-F238E27FC236}">
                <a16:creationId xmlns:a16="http://schemas.microsoft.com/office/drawing/2014/main" id="{818DBA21-6649-460A-8D1B-353C7E7058D2}"/>
              </a:ext>
            </a:extLst>
          </p:cNvPr>
          <p:cNvSpPr>
            <a:spLocks noGrp="1"/>
          </p:cNvSpPr>
          <p:nvPr/>
        </p:nvSpPr>
        <p:spPr>
          <a:xfrm>
            <a:off x="3080960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0" name="01_find_only_2499">
            <a:extLst>
              <a:ext uri="{FF2B5EF4-FFF2-40B4-BE49-F238E27FC236}">
                <a16:creationId xmlns:a16="http://schemas.microsoft.com/office/drawing/2014/main" id="{9BEC88C8-7531-4828-A972-E46ADB8CED3E}"/>
              </a:ext>
            </a:extLst>
          </p:cNvPr>
          <p:cNvSpPr>
            <a:spLocks noGrp="1"/>
          </p:cNvSpPr>
          <p:nvPr/>
        </p:nvSpPr>
        <p:spPr>
          <a:xfrm>
            <a:off x="3025098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1" name="01_find_only_2500">
            <a:extLst>
              <a:ext uri="{FF2B5EF4-FFF2-40B4-BE49-F238E27FC236}">
                <a16:creationId xmlns:a16="http://schemas.microsoft.com/office/drawing/2014/main" id="{69E83DE9-B84B-45EA-A0E0-13DA8E211CC0}"/>
              </a:ext>
            </a:extLst>
          </p:cNvPr>
          <p:cNvSpPr>
            <a:spLocks noGrp="1"/>
          </p:cNvSpPr>
          <p:nvPr/>
        </p:nvSpPr>
        <p:spPr>
          <a:xfrm>
            <a:off x="301042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2" name="01_find_only_2501">
            <a:extLst>
              <a:ext uri="{FF2B5EF4-FFF2-40B4-BE49-F238E27FC236}">
                <a16:creationId xmlns:a16="http://schemas.microsoft.com/office/drawing/2014/main" id="{3E92EF24-48FB-47E6-BC70-41B35AB70E47}"/>
              </a:ext>
            </a:extLst>
          </p:cNvPr>
          <p:cNvSpPr>
            <a:spLocks noGrp="1"/>
          </p:cNvSpPr>
          <p:nvPr/>
        </p:nvSpPr>
        <p:spPr>
          <a:xfrm>
            <a:off x="306697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3" name="01_find_only_2502">
            <a:extLst>
              <a:ext uri="{FF2B5EF4-FFF2-40B4-BE49-F238E27FC236}">
                <a16:creationId xmlns:a16="http://schemas.microsoft.com/office/drawing/2014/main" id="{2920EC06-080E-4D33-8699-2E0D65CB6F49}"/>
              </a:ext>
            </a:extLst>
          </p:cNvPr>
          <p:cNvSpPr>
            <a:spLocks noGrp="1"/>
          </p:cNvSpPr>
          <p:nvPr/>
        </p:nvSpPr>
        <p:spPr>
          <a:xfrm>
            <a:off x="300586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4" name="01_find_only_2503">
            <a:extLst>
              <a:ext uri="{FF2B5EF4-FFF2-40B4-BE49-F238E27FC236}">
                <a16:creationId xmlns:a16="http://schemas.microsoft.com/office/drawing/2014/main" id="{F5E7B201-B432-42A1-8F8D-13ED47C79255}"/>
              </a:ext>
            </a:extLst>
          </p:cNvPr>
          <p:cNvSpPr>
            <a:spLocks noGrp="1"/>
          </p:cNvSpPr>
          <p:nvPr/>
        </p:nvSpPr>
        <p:spPr>
          <a:xfrm>
            <a:off x="30119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5" name="01_find_only_2504">
            <a:extLst>
              <a:ext uri="{FF2B5EF4-FFF2-40B4-BE49-F238E27FC236}">
                <a16:creationId xmlns:a16="http://schemas.microsoft.com/office/drawing/2014/main" id="{46DD0389-25BF-440B-AAC0-AB0BEA93E198}"/>
              </a:ext>
            </a:extLst>
          </p:cNvPr>
          <p:cNvSpPr>
            <a:spLocks noGrp="1"/>
          </p:cNvSpPr>
          <p:nvPr/>
        </p:nvSpPr>
        <p:spPr>
          <a:xfrm>
            <a:off x="30693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6" name="01_find_only_2505">
            <a:extLst>
              <a:ext uri="{FF2B5EF4-FFF2-40B4-BE49-F238E27FC236}">
                <a16:creationId xmlns:a16="http://schemas.microsoft.com/office/drawing/2014/main" id="{C354DB76-E5AF-4B24-B188-4F1E80EAFF03}"/>
              </a:ext>
            </a:extLst>
          </p:cNvPr>
          <p:cNvSpPr>
            <a:spLocks noGrp="1"/>
          </p:cNvSpPr>
          <p:nvPr/>
        </p:nvSpPr>
        <p:spPr>
          <a:xfrm>
            <a:off x="300673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7" name="01_find_only_2506">
            <a:extLst>
              <a:ext uri="{FF2B5EF4-FFF2-40B4-BE49-F238E27FC236}">
                <a16:creationId xmlns:a16="http://schemas.microsoft.com/office/drawing/2014/main" id="{C3E4645A-0DC7-4A76-AAD4-127543AC6EFF}"/>
              </a:ext>
            </a:extLst>
          </p:cNvPr>
          <p:cNvSpPr>
            <a:spLocks noGrp="1"/>
          </p:cNvSpPr>
          <p:nvPr/>
        </p:nvSpPr>
        <p:spPr>
          <a:xfrm>
            <a:off x="30880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8" name="01_find_only_2507">
            <a:extLst>
              <a:ext uri="{FF2B5EF4-FFF2-40B4-BE49-F238E27FC236}">
                <a16:creationId xmlns:a16="http://schemas.microsoft.com/office/drawing/2014/main" id="{28D05C31-2BBD-405D-9AC2-6893AD776890}"/>
              </a:ext>
            </a:extLst>
          </p:cNvPr>
          <p:cNvSpPr>
            <a:spLocks noGrp="1"/>
          </p:cNvSpPr>
          <p:nvPr/>
        </p:nvSpPr>
        <p:spPr>
          <a:xfrm>
            <a:off x="307318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9" name="01_find_only_2508">
            <a:extLst>
              <a:ext uri="{FF2B5EF4-FFF2-40B4-BE49-F238E27FC236}">
                <a16:creationId xmlns:a16="http://schemas.microsoft.com/office/drawing/2014/main" id="{CEC6E246-9343-4368-A0D5-5CE4A17A16F9}"/>
              </a:ext>
            </a:extLst>
          </p:cNvPr>
          <p:cNvSpPr>
            <a:spLocks noGrp="1"/>
          </p:cNvSpPr>
          <p:nvPr/>
        </p:nvSpPr>
        <p:spPr>
          <a:xfrm>
            <a:off x="30380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0" name="01_find_only_2509">
            <a:extLst>
              <a:ext uri="{FF2B5EF4-FFF2-40B4-BE49-F238E27FC236}">
                <a16:creationId xmlns:a16="http://schemas.microsoft.com/office/drawing/2014/main" id="{05584EA2-0909-4A68-8099-BF9EA68ED00C}"/>
              </a:ext>
            </a:extLst>
          </p:cNvPr>
          <p:cNvSpPr>
            <a:spLocks noGrp="1"/>
          </p:cNvSpPr>
          <p:nvPr/>
        </p:nvSpPr>
        <p:spPr>
          <a:xfrm>
            <a:off x="30216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1" name="01_find_only_2510">
            <a:extLst>
              <a:ext uri="{FF2B5EF4-FFF2-40B4-BE49-F238E27FC236}">
                <a16:creationId xmlns:a16="http://schemas.microsoft.com/office/drawing/2014/main" id="{D11259E5-7BF0-4571-8A99-5382F94FB346}"/>
              </a:ext>
            </a:extLst>
          </p:cNvPr>
          <p:cNvSpPr>
            <a:spLocks noGrp="1"/>
          </p:cNvSpPr>
          <p:nvPr/>
        </p:nvSpPr>
        <p:spPr>
          <a:xfrm>
            <a:off x="3090773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2" name="01_find_only_2511">
            <a:extLst>
              <a:ext uri="{FF2B5EF4-FFF2-40B4-BE49-F238E27FC236}">
                <a16:creationId xmlns:a16="http://schemas.microsoft.com/office/drawing/2014/main" id="{DC8448B3-2B45-4487-8609-C2A208C13A0C}"/>
              </a:ext>
            </a:extLst>
          </p:cNvPr>
          <p:cNvSpPr>
            <a:spLocks noGrp="1"/>
          </p:cNvSpPr>
          <p:nvPr/>
        </p:nvSpPr>
        <p:spPr>
          <a:xfrm>
            <a:off x="305550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3" name="01_find_only_2512">
            <a:extLst>
              <a:ext uri="{FF2B5EF4-FFF2-40B4-BE49-F238E27FC236}">
                <a16:creationId xmlns:a16="http://schemas.microsoft.com/office/drawing/2014/main" id="{05E635CD-B905-4AF2-9338-8429FEF3CB07}"/>
              </a:ext>
            </a:extLst>
          </p:cNvPr>
          <p:cNvSpPr>
            <a:spLocks noGrp="1"/>
          </p:cNvSpPr>
          <p:nvPr/>
        </p:nvSpPr>
        <p:spPr>
          <a:xfrm>
            <a:off x="307765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4" name="01_find_only_2513">
            <a:extLst>
              <a:ext uri="{FF2B5EF4-FFF2-40B4-BE49-F238E27FC236}">
                <a16:creationId xmlns:a16="http://schemas.microsoft.com/office/drawing/2014/main" id="{F24302CC-6074-469C-BBC8-430BDD986020}"/>
              </a:ext>
            </a:extLst>
          </p:cNvPr>
          <p:cNvSpPr>
            <a:spLocks noGrp="1"/>
          </p:cNvSpPr>
          <p:nvPr/>
        </p:nvSpPr>
        <p:spPr>
          <a:xfrm>
            <a:off x="30095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5" name="01_find_only_2514">
            <a:extLst>
              <a:ext uri="{FF2B5EF4-FFF2-40B4-BE49-F238E27FC236}">
                <a16:creationId xmlns:a16="http://schemas.microsoft.com/office/drawing/2014/main" id="{20F7358F-E13F-419F-9294-B84CA86E9D22}"/>
              </a:ext>
            </a:extLst>
          </p:cNvPr>
          <p:cNvSpPr>
            <a:spLocks noGrp="1"/>
          </p:cNvSpPr>
          <p:nvPr/>
        </p:nvSpPr>
        <p:spPr>
          <a:xfrm>
            <a:off x="303695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6" name="01_find_only_2515">
            <a:extLst>
              <a:ext uri="{FF2B5EF4-FFF2-40B4-BE49-F238E27FC236}">
                <a16:creationId xmlns:a16="http://schemas.microsoft.com/office/drawing/2014/main" id="{B6DF8136-6C38-4F37-9B1A-6F3B23C2D46F}"/>
              </a:ext>
            </a:extLst>
          </p:cNvPr>
          <p:cNvSpPr>
            <a:spLocks noGrp="1"/>
          </p:cNvSpPr>
          <p:nvPr/>
        </p:nvSpPr>
        <p:spPr>
          <a:xfrm>
            <a:off x="307163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7" name="01_find_only_2516">
            <a:extLst>
              <a:ext uri="{FF2B5EF4-FFF2-40B4-BE49-F238E27FC236}">
                <a16:creationId xmlns:a16="http://schemas.microsoft.com/office/drawing/2014/main" id="{BA8EC6BA-53BB-4848-80D3-500FB67CC777}"/>
              </a:ext>
            </a:extLst>
          </p:cNvPr>
          <p:cNvSpPr>
            <a:spLocks noGrp="1"/>
          </p:cNvSpPr>
          <p:nvPr/>
        </p:nvSpPr>
        <p:spPr>
          <a:xfrm>
            <a:off x="30575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8" name="01_find_only_2517">
            <a:extLst>
              <a:ext uri="{FF2B5EF4-FFF2-40B4-BE49-F238E27FC236}">
                <a16:creationId xmlns:a16="http://schemas.microsoft.com/office/drawing/2014/main" id="{96DCBA97-D165-4BB6-81F4-BA22394D5659}"/>
              </a:ext>
            </a:extLst>
          </p:cNvPr>
          <p:cNvSpPr>
            <a:spLocks noGrp="1"/>
          </p:cNvSpPr>
          <p:nvPr/>
        </p:nvSpPr>
        <p:spPr>
          <a:xfrm>
            <a:off x="30860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9" name="01_find_only_2518">
            <a:extLst>
              <a:ext uri="{FF2B5EF4-FFF2-40B4-BE49-F238E27FC236}">
                <a16:creationId xmlns:a16="http://schemas.microsoft.com/office/drawing/2014/main" id="{9835ABAD-623B-4648-8BA4-543BC9062E36}"/>
              </a:ext>
            </a:extLst>
          </p:cNvPr>
          <p:cNvSpPr>
            <a:spLocks noGrp="1"/>
          </p:cNvSpPr>
          <p:nvPr/>
        </p:nvSpPr>
        <p:spPr>
          <a:xfrm>
            <a:off x="299585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0" name="01_find_only_2519">
            <a:extLst>
              <a:ext uri="{FF2B5EF4-FFF2-40B4-BE49-F238E27FC236}">
                <a16:creationId xmlns:a16="http://schemas.microsoft.com/office/drawing/2014/main" id="{48F645FA-4E7D-4D03-A4B6-A9AA5CD1EB22}"/>
              </a:ext>
            </a:extLst>
          </p:cNvPr>
          <p:cNvSpPr>
            <a:spLocks noGrp="1"/>
          </p:cNvSpPr>
          <p:nvPr/>
        </p:nvSpPr>
        <p:spPr>
          <a:xfrm>
            <a:off x="30358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1" name="01_find_only_2520">
            <a:extLst>
              <a:ext uri="{FF2B5EF4-FFF2-40B4-BE49-F238E27FC236}">
                <a16:creationId xmlns:a16="http://schemas.microsoft.com/office/drawing/2014/main" id="{4BCBCB96-AF4C-46BF-9F1C-2641F0D9E954}"/>
              </a:ext>
            </a:extLst>
          </p:cNvPr>
          <p:cNvSpPr>
            <a:spLocks noGrp="1"/>
          </p:cNvSpPr>
          <p:nvPr/>
        </p:nvSpPr>
        <p:spPr>
          <a:xfrm>
            <a:off x="30540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2" name="01_find_only_2521">
            <a:extLst>
              <a:ext uri="{FF2B5EF4-FFF2-40B4-BE49-F238E27FC236}">
                <a16:creationId xmlns:a16="http://schemas.microsoft.com/office/drawing/2014/main" id="{2D90B459-E478-4D09-8A02-86C094983D0D}"/>
              </a:ext>
            </a:extLst>
          </p:cNvPr>
          <p:cNvSpPr>
            <a:spLocks noGrp="1"/>
          </p:cNvSpPr>
          <p:nvPr/>
        </p:nvSpPr>
        <p:spPr>
          <a:xfrm>
            <a:off x="30238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3" name="01_find_only_2522">
            <a:extLst>
              <a:ext uri="{FF2B5EF4-FFF2-40B4-BE49-F238E27FC236}">
                <a16:creationId xmlns:a16="http://schemas.microsoft.com/office/drawing/2014/main" id="{777CDD59-1B68-43E0-B807-FA46E6C346FA}"/>
              </a:ext>
            </a:extLst>
          </p:cNvPr>
          <p:cNvSpPr>
            <a:spLocks noGrp="1"/>
          </p:cNvSpPr>
          <p:nvPr/>
        </p:nvSpPr>
        <p:spPr>
          <a:xfrm>
            <a:off x="304559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4" name="01_find_only_2523">
            <a:extLst>
              <a:ext uri="{FF2B5EF4-FFF2-40B4-BE49-F238E27FC236}">
                <a16:creationId xmlns:a16="http://schemas.microsoft.com/office/drawing/2014/main" id="{C3E0024C-5983-493E-B0E0-0BEC5829E2AD}"/>
              </a:ext>
            </a:extLst>
          </p:cNvPr>
          <p:cNvSpPr>
            <a:spLocks noGrp="1"/>
          </p:cNvSpPr>
          <p:nvPr/>
        </p:nvSpPr>
        <p:spPr>
          <a:xfrm>
            <a:off x="3033356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5" name="01_find_only_2524">
            <a:extLst>
              <a:ext uri="{FF2B5EF4-FFF2-40B4-BE49-F238E27FC236}">
                <a16:creationId xmlns:a16="http://schemas.microsoft.com/office/drawing/2014/main" id="{0766196A-FA84-4D49-9843-10789130EBAB}"/>
              </a:ext>
            </a:extLst>
          </p:cNvPr>
          <p:cNvSpPr>
            <a:spLocks noGrp="1"/>
          </p:cNvSpPr>
          <p:nvPr/>
        </p:nvSpPr>
        <p:spPr>
          <a:xfrm>
            <a:off x="3075325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6" name="01_find_only_2525">
            <a:extLst>
              <a:ext uri="{FF2B5EF4-FFF2-40B4-BE49-F238E27FC236}">
                <a16:creationId xmlns:a16="http://schemas.microsoft.com/office/drawing/2014/main" id="{01F45570-54BD-4E79-9505-1A49B5AA1A16}"/>
              </a:ext>
            </a:extLst>
          </p:cNvPr>
          <p:cNvSpPr>
            <a:spLocks noGrp="1"/>
          </p:cNvSpPr>
          <p:nvPr/>
        </p:nvSpPr>
        <p:spPr>
          <a:xfrm>
            <a:off x="300654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7" name="01_find_only_2526">
            <a:extLst>
              <a:ext uri="{FF2B5EF4-FFF2-40B4-BE49-F238E27FC236}">
                <a16:creationId xmlns:a16="http://schemas.microsoft.com/office/drawing/2014/main" id="{F60BAAB0-B765-49EA-971D-B5FFBC69010F}"/>
              </a:ext>
            </a:extLst>
          </p:cNvPr>
          <p:cNvSpPr>
            <a:spLocks noGrp="1"/>
          </p:cNvSpPr>
          <p:nvPr/>
        </p:nvSpPr>
        <p:spPr>
          <a:xfrm>
            <a:off x="30110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8" name="01_find_only_2527">
            <a:extLst>
              <a:ext uri="{FF2B5EF4-FFF2-40B4-BE49-F238E27FC236}">
                <a16:creationId xmlns:a16="http://schemas.microsoft.com/office/drawing/2014/main" id="{9E7E4FF7-5599-44A7-AD79-C108F0029382}"/>
              </a:ext>
            </a:extLst>
          </p:cNvPr>
          <p:cNvSpPr>
            <a:spLocks noGrp="1"/>
          </p:cNvSpPr>
          <p:nvPr/>
        </p:nvSpPr>
        <p:spPr>
          <a:xfrm>
            <a:off x="30514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9" name="01_find_only_2528">
            <a:extLst>
              <a:ext uri="{FF2B5EF4-FFF2-40B4-BE49-F238E27FC236}">
                <a16:creationId xmlns:a16="http://schemas.microsoft.com/office/drawing/2014/main" id="{63E7C32A-31F8-4385-A612-D1F678331E3A}"/>
              </a:ext>
            </a:extLst>
          </p:cNvPr>
          <p:cNvSpPr>
            <a:spLocks noGrp="1"/>
          </p:cNvSpPr>
          <p:nvPr/>
        </p:nvSpPr>
        <p:spPr>
          <a:xfrm>
            <a:off x="30505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0" name="01_find_only_2529">
            <a:extLst>
              <a:ext uri="{FF2B5EF4-FFF2-40B4-BE49-F238E27FC236}">
                <a16:creationId xmlns:a16="http://schemas.microsoft.com/office/drawing/2014/main" id="{86ABBBE0-CF92-4FDB-9F5A-315D8C649A3E}"/>
              </a:ext>
            </a:extLst>
          </p:cNvPr>
          <p:cNvSpPr>
            <a:spLocks noGrp="1"/>
          </p:cNvSpPr>
          <p:nvPr/>
        </p:nvSpPr>
        <p:spPr>
          <a:xfrm>
            <a:off x="30821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1" name="01_find_only_2530">
            <a:extLst>
              <a:ext uri="{FF2B5EF4-FFF2-40B4-BE49-F238E27FC236}">
                <a16:creationId xmlns:a16="http://schemas.microsoft.com/office/drawing/2014/main" id="{C188A033-61C4-4722-B9BE-0AC660F26FCB}"/>
              </a:ext>
            </a:extLst>
          </p:cNvPr>
          <p:cNvSpPr>
            <a:spLocks noGrp="1"/>
          </p:cNvSpPr>
          <p:nvPr/>
        </p:nvSpPr>
        <p:spPr>
          <a:xfrm>
            <a:off x="30674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2" name="01_find_only_2531">
            <a:extLst>
              <a:ext uri="{FF2B5EF4-FFF2-40B4-BE49-F238E27FC236}">
                <a16:creationId xmlns:a16="http://schemas.microsoft.com/office/drawing/2014/main" id="{541768D7-7008-40C4-B1E5-A9DC7C8E03BC}"/>
              </a:ext>
            </a:extLst>
          </p:cNvPr>
          <p:cNvSpPr>
            <a:spLocks noGrp="1"/>
          </p:cNvSpPr>
          <p:nvPr/>
        </p:nvSpPr>
        <p:spPr>
          <a:xfrm>
            <a:off x="302160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3" name="01_find_only_2532">
            <a:extLst>
              <a:ext uri="{FF2B5EF4-FFF2-40B4-BE49-F238E27FC236}">
                <a16:creationId xmlns:a16="http://schemas.microsoft.com/office/drawing/2014/main" id="{639DC0BE-2378-4F98-8939-C7707EF6F951}"/>
              </a:ext>
            </a:extLst>
          </p:cNvPr>
          <p:cNvSpPr>
            <a:spLocks noGrp="1"/>
          </p:cNvSpPr>
          <p:nvPr/>
        </p:nvSpPr>
        <p:spPr>
          <a:xfrm>
            <a:off x="3069399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4" name="01_find_only_2533">
            <a:extLst>
              <a:ext uri="{FF2B5EF4-FFF2-40B4-BE49-F238E27FC236}">
                <a16:creationId xmlns:a16="http://schemas.microsoft.com/office/drawing/2014/main" id="{A65F2365-1554-4EEE-AD66-EBCACC2487EC}"/>
              </a:ext>
            </a:extLst>
          </p:cNvPr>
          <p:cNvSpPr>
            <a:spLocks noGrp="1"/>
          </p:cNvSpPr>
          <p:nvPr/>
        </p:nvSpPr>
        <p:spPr>
          <a:xfrm>
            <a:off x="30615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5" name="01_find_only_2534">
            <a:extLst>
              <a:ext uri="{FF2B5EF4-FFF2-40B4-BE49-F238E27FC236}">
                <a16:creationId xmlns:a16="http://schemas.microsoft.com/office/drawing/2014/main" id="{34B20435-2CF6-463B-A587-949DDDEB236B}"/>
              </a:ext>
            </a:extLst>
          </p:cNvPr>
          <p:cNvSpPr>
            <a:spLocks noGrp="1"/>
          </p:cNvSpPr>
          <p:nvPr/>
        </p:nvSpPr>
        <p:spPr>
          <a:xfrm>
            <a:off x="30657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6" name="01_find_only_2535">
            <a:extLst>
              <a:ext uri="{FF2B5EF4-FFF2-40B4-BE49-F238E27FC236}">
                <a16:creationId xmlns:a16="http://schemas.microsoft.com/office/drawing/2014/main" id="{089A9BD8-E3A0-4E51-BA1F-8174979047F2}"/>
              </a:ext>
            </a:extLst>
          </p:cNvPr>
          <p:cNvSpPr>
            <a:spLocks noGrp="1"/>
          </p:cNvSpPr>
          <p:nvPr/>
        </p:nvSpPr>
        <p:spPr>
          <a:xfrm>
            <a:off x="30473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7" name="01_find_only_2536">
            <a:extLst>
              <a:ext uri="{FF2B5EF4-FFF2-40B4-BE49-F238E27FC236}">
                <a16:creationId xmlns:a16="http://schemas.microsoft.com/office/drawing/2014/main" id="{88E9B52B-13F7-4E66-B56A-B9C9DF7D4A5F}"/>
              </a:ext>
            </a:extLst>
          </p:cNvPr>
          <p:cNvSpPr>
            <a:spLocks noGrp="1"/>
          </p:cNvSpPr>
          <p:nvPr/>
        </p:nvSpPr>
        <p:spPr>
          <a:xfrm>
            <a:off x="29969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8" name="01_find_only_2537">
            <a:extLst>
              <a:ext uri="{FF2B5EF4-FFF2-40B4-BE49-F238E27FC236}">
                <a16:creationId xmlns:a16="http://schemas.microsoft.com/office/drawing/2014/main" id="{40127C78-6F28-4720-8A43-2F3D50B31055}"/>
              </a:ext>
            </a:extLst>
          </p:cNvPr>
          <p:cNvSpPr>
            <a:spLocks noGrp="1"/>
          </p:cNvSpPr>
          <p:nvPr/>
        </p:nvSpPr>
        <p:spPr>
          <a:xfrm>
            <a:off x="3061919" y="54935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9" name="01_find_only_2538">
            <a:extLst>
              <a:ext uri="{FF2B5EF4-FFF2-40B4-BE49-F238E27FC236}">
                <a16:creationId xmlns:a16="http://schemas.microsoft.com/office/drawing/2014/main" id="{F00436EF-14F7-4632-A5A0-2D82DAD92EF7}"/>
              </a:ext>
            </a:extLst>
          </p:cNvPr>
          <p:cNvSpPr>
            <a:spLocks noGrp="1"/>
          </p:cNvSpPr>
          <p:nvPr/>
        </p:nvSpPr>
        <p:spPr>
          <a:xfrm>
            <a:off x="3074743" y="54990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0" name="01_find_only_2539">
            <a:extLst>
              <a:ext uri="{FF2B5EF4-FFF2-40B4-BE49-F238E27FC236}">
                <a16:creationId xmlns:a16="http://schemas.microsoft.com/office/drawing/2014/main" id="{16266C54-99AA-4907-B524-6BE078539DA9}"/>
              </a:ext>
            </a:extLst>
          </p:cNvPr>
          <p:cNvSpPr>
            <a:spLocks noGrp="1"/>
          </p:cNvSpPr>
          <p:nvPr/>
        </p:nvSpPr>
        <p:spPr>
          <a:xfrm>
            <a:off x="30130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1" name="01_find_only_2540">
            <a:extLst>
              <a:ext uri="{FF2B5EF4-FFF2-40B4-BE49-F238E27FC236}">
                <a16:creationId xmlns:a16="http://schemas.microsoft.com/office/drawing/2014/main" id="{67F99F53-341C-4007-9EE4-0CF00AEF8F8C}"/>
              </a:ext>
            </a:extLst>
          </p:cNvPr>
          <p:cNvSpPr>
            <a:spLocks noGrp="1"/>
          </p:cNvSpPr>
          <p:nvPr/>
        </p:nvSpPr>
        <p:spPr>
          <a:xfrm>
            <a:off x="30057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2" name="01_find_only_2541">
            <a:extLst>
              <a:ext uri="{FF2B5EF4-FFF2-40B4-BE49-F238E27FC236}">
                <a16:creationId xmlns:a16="http://schemas.microsoft.com/office/drawing/2014/main" id="{C9CC8A66-E05F-41C2-9916-07D3236BF3C0}"/>
              </a:ext>
            </a:extLst>
          </p:cNvPr>
          <p:cNvSpPr>
            <a:spLocks noGrp="1"/>
          </p:cNvSpPr>
          <p:nvPr/>
        </p:nvSpPr>
        <p:spPr>
          <a:xfrm>
            <a:off x="3061724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3" name="01_find_only_2542">
            <a:extLst>
              <a:ext uri="{FF2B5EF4-FFF2-40B4-BE49-F238E27FC236}">
                <a16:creationId xmlns:a16="http://schemas.microsoft.com/office/drawing/2014/main" id="{A6782FB1-58BC-4D8E-85B5-549234E57FCE}"/>
              </a:ext>
            </a:extLst>
          </p:cNvPr>
          <p:cNvSpPr>
            <a:spLocks noGrp="1"/>
          </p:cNvSpPr>
          <p:nvPr/>
        </p:nvSpPr>
        <p:spPr>
          <a:xfrm>
            <a:off x="30867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4" name="01_find_only_2543">
            <a:extLst>
              <a:ext uri="{FF2B5EF4-FFF2-40B4-BE49-F238E27FC236}">
                <a16:creationId xmlns:a16="http://schemas.microsoft.com/office/drawing/2014/main" id="{5327A5C0-D466-4963-BBAF-DD38197C82A6}"/>
              </a:ext>
            </a:extLst>
          </p:cNvPr>
          <p:cNvSpPr>
            <a:spLocks noGrp="1"/>
          </p:cNvSpPr>
          <p:nvPr/>
        </p:nvSpPr>
        <p:spPr>
          <a:xfrm>
            <a:off x="30909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5" name="01_find_only_2544">
            <a:extLst>
              <a:ext uri="{FF2B5EF4-FFF2-40B4-BE49-F238E27FC236}">
                <a16:creationId xmlns:a16="http://schemas.microsoft.com/office/drawing/2014/main" id="{1E45EBA7-1919-4BCB-B3A5-006D100B988A}"/>
              </a:ext>
            </a:extLst>
          </p:cNvPr>
          <p:cNvSpPr>
            <a:spLocks noGrp="1"/>
          </p:cNvSpPr>
          <p:nvPr/>
        </p:nvSpPr>
        <p:spPr>
          <a:xfrm>
            <a:off x="303092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6" name="01_find_only_2545">
            <a:extLst>
              <a:ext uri="{FF2B5EF4-FFF2-40B4-BE49-F238E27FC236}">
                <a16:creationId xmlns:a16="http://schemas.microsoft.com/office/drawing/2014/main" id="{0D4F37DE-32D1-42E4-BE37-90FF2E3ABD70}"/>
              </a:ext>
            </a:extLst>
          </p:cNvPr>
          <p:cNvSpPr>
            <a:spLocks noGrp="1"/>
          </p:cNvSpPr>
          <p:nvPr/>
        </p:nvSpPr>
        <p:spPr>
          <a:xfrm>
            <a:off x="306658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7" name="01_find_only_2546">
            <a:extLst>
              <a:ext uri="{FF2B5EF4-FFF2-40B4-BE49-F238E27FC236}">
                <a16:creationId xmlns:a16="http://schemas.microsoft.com/office/drawing/2014/main" id="{3452B717-5B9E-426B-B55F-EF0D726B14C9}"/>
              </a:ext>
            </a:extLst>
          </p:cNvPr>
          <p:cNvSpPr>
            <a:spLocks noGrp="1"/>
          </p:cNvSpPr>
          <p:nvPr/>
        </p:nvSpPr>
        <p:spPr>
          <a:xfrm>
            <a:off x="30739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8" name="01_find_only_2547">
            <a:extLst>
              <a:ext uri="{FF2B5EF4-FFF2-40B4-BE49-F238E27FC236}">
                <a16:creationId xmlns:a16="http://schemas.microsoft.com/office/drawing/2014/main" id="{0DAE3464-093B-4103-AEF6-95F2D37D03F0}"/>
              </a:ext>
            </a:extLst>
          </p:cNvPr>
          <p:cNvSpPr>
            <a:spLocks noGrp="1"/>
          </p:cNvSpPr>
          <p:nvPr/>
        </p:nvSpPr>
        <p:spPr>
          <a:xfrm>
            <a:off x="308572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9" name="01_find_only_2548">
            <a:extLst>
              <a:ext uri="{FF2B5EF4-FFF2-40B4-BE49-F238E27FC236}">
                <a16:creationId xmlns:a16="http://schemas.microsoft.com/office/drawing/2014/main" id="{193EC1AA-608D-4E5C-9FFF-E863712132D6}"/>
              </a:ext>
            </a:extLst>
          </p:cNvPr>
          <p:cNvSpPr>
            <a:spLocks noGrp="1"/>
          </p:cNvSpPr>
          <p:nvPr/>
        </p:nvSpPr>
        <p:spPr>
          <a:xfrm>
            <a:off x="30754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0" name="01_find_only_2549">
            <a:extLst>
              <a:ext uri="{FF2B5EF4-FFF2-40B4-BE49-F238E27FC236}">
                <a16:creationId xmlns:a16="http://schemas.microsoft.com/office/drawing/2014/main" id="{AABE2BC5-9902-404E-9B66-AD0C756CD54A}"/>
              </a:ext>
            </a:extLst>
          </p:cNvPr>
          <p:cNvSpPr>
            <a:spLocks noGrp="1"/>
          </p:cNvSpPr>
          <p:nvPr/>
        </p:nvSpPr>
        <p:spPr>
          <a:xfrm>
            <a:off x="30607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1" name="01_find_only_2550">
            <a:extLst>
              <a:ext uri="{FF2B5EF4-FFF2-40B4-BE49-F238E27FC236}">
                <a16:creationId xmlns:a16="http://schemas.microsoft.com/office/drawing/2014/main" id="{6869039C-F97E-4B2A-BD9F-9FA71226C875}"/>
              </a:ext>
            </a:extLst>
          </p:cNvPr>
          <p:cNvSpPr>
            <a:spLocks noGrp="1"/>
          </p:cNvSpPr>
          <p:nvPr/>
        </p:nvSpPr>
        <p:spPr>
          <a:xfrm>
            <a:off x="30011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2" name="01_find_only_2551">
            <a:extLst>
              <a:ext uri="{FF2B5EF4-FFF2-40B4-BE49-F238E27FC236}">
                <a16:creationId xmlns:a16="http://schemas.microsoft.com/office/drawing/2014/main" id="{DC962624-996F-4ED3-A966-ACE088B72B2E}"/>
              </a:ext>
            </a:extLst>
          </p:cNvPr>
          <p:cNvSpPr>
            <a:spLocks noGrp="1"/>
          </p:cNvSpPr>
          <p:nvPr/>
        </p:nvSpPr>
        <p:spPr>
          <a:xfrm>
            <a:off x="3010622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3" name="01_find_only_2552">
            <a:extLst>
              <a:ext uri="{FF2B5EF4-FFF2-40B4-BE49-F238E27FC236}">
                <a16:creationId xmlns:a16="http://schemas.microsoft.com/office/drawing/2014/main" id="{682C6929-E29E-402F-B9F8-B7979197613A}"/>
              </a:ext>
            </a:extLst>
          </p:cNvPr>
          <p:cNvSpPr>
            <a:spLocks noGrp="1"/>
          </p:cNvSpPr>
          <p:nvPr/>
        </p:nvSpPr>
        <p:spPr>
          <a:xfrm>
            <a:off x="30617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4" name="01_find_only_2553">
            <a:extLst>
              <a:ext uri="{FF2B5EF4-FFF2-40B4-BE49-F238E27FC236}">
                <a16:creationId xmlns:a16="http://schemas.microsoft.com/office/drawing/2014/main" id="{9848CFDD-C891-477A-9E0F-E493334316BE}"/>
              </a:ext>
            </a:extLst>
          </p:cNvPr>
          <p:cNvSpPr>
            <a:spLocks noGrp="1"/>
          </p:cNvSpPr>
          <p:nvPr/>
        </p:nvSpPr>
        <p:spPr>
          <a:xfrm>
            <a:off x="30519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5" name="01_find_only_2554">
            <a:extLst>
              <a:ext uri="{FF2B5EF4-FFF2-40B4-BE49-F238E27FC236}">
                <a16:creationId xmlns:a16="http://schemas.microsoft.com/office/drawing/2014/main" id="{7E6C7AFF-CD4C-43AC-8EB9-59D5DF45BCC6}"/>
              </a:ext>
            </a:extLst>
          </p:cNvPr>
          <p:cNvSpPr>
            <a:spLocks noGrp="1"/>
          </p:cNvSpPr>
          <p:nvPr/>
        </p:nvSpPr>
        <p:spPr>
          <a:xfrm>
            <a:off x="301470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6" name="01_find_only_2555">
            <a:extLst>
              <a:ext uri="{FF2B5EF4-FFF2-40B4-BE49-F238E27FC236}">
                <a16:creationId xmlns:a16="http://schemas.microsoft.com/office/drawing/2014/main" id="{ABBC807B-AD29-4DD7-A9A9-46B888E80A50}"/>
              </a:ext>
            </a:extLst>
          </p:cNvPr>
          <p:cNvSpPr>
            <a:spLocks noGrp="1"/>
          </p:cNvSpPr>
          <p:nvPr/>
        </p:nvSpPr>
        <p:spPr>
          <a:xfrm>
            <a:off x="30322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7" name="01_find_only_2556">
            <a:extLst>
              <a:ext uri="{FF2B5EF4-FFF2-40B4-BE49-F238E27FC236}">
                <a16:creationId xmlns:a16="http://schemas.microsoft.com/office/drawing/2014/main" id="{D96FF49B-62D3-43A5-B88F-2D5C4CD07BDE}"/>
              </a:ext>
            </a:extLst>
          </p:cNvPr>
          <p:cNvSpPr>
            <a:spLocks noGrp="1"/>
          </p:cNvSpPr>
          <p:nvPr/>
        </p:nvSpPr>
        <p:spPr>
          <a:xfrm>
            <a:off x="2997896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8" name="01_find_only_2557">
            <a:extLst>
              <a:ext uri="{FF2B5EF4-FFF2-40B4-BE49-F238E27FC236}">
                <a16:creationId xmlns:a16="http://schemas.microsoft.com/office/drawing/2014/main" id="{16F11C79-7E5C-42B7-BD9F-A69B9EB83FB5}"/>
              </a:ext>
            </a:extLst>
          </p:cNvPr>
          <p:cNvSpPr>
            <a:spLocks noGrp="1"/>
          </p:cNvSpPr>
          <p:nvPr/>
        </p:nvSpPr>
        <p:spPr>
          <a:xfrm>
            <a:off x="35248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9" name="01_find_only_2558">
            <a:extLst>
              <a:ext uri="{FF2B5EF4-FFF2-40B4-BE49-F238E27FC236}">
                <a16:creationId xmlns:a16="http://schemas.microsoft.com/office/drawing/2014/main" id="{E0BFFFF3-88DA-4089-B0C0-6B430CCEC59B}"/>
              </a:ext>
            </a:extLst>
          </p:cNvPr>
          <p:cNvSpPr>
            <a:spLocks noGrp="1"/>
          </p:cNvSpPr>
          <p:nvPr/>
        </p:nvSpPr>
        <p:spPr>
          <a:xfrm>
            <a:off x="35870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0" name="01_find_only_2559">
            <a:extLst>
              <a:ext uri="{FF2B5EF4-FFF2-40B4-BE49-F238E27FC236}">
                <a16:creationId xmlns:a16="http://schemas.microsoft.com/office/drawing/2014/main" id="{6C9D3D8C-7602-49C0-B3A0-01D562C342D7}"/>
              </a:ext>
            </a:extLst>
          </p:cNvPr>
          <p:cNvSpPr>
            <a:spLocks noGrp="1"/>
          </p:cNvSpPr>
          <p:nvPr/>
        </p:nvSpPr>
        <p:spPr>
          <a:xfrm>
            <a:off x="35044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1" name="01_find_only_2560">
            <a:extLst>
              <a:ext uri="{FF2B5EF4-FFF2-40B4-BE49-F238E27FC236}">
                <a16:creationId xmlns:a16="http://schemas.microsoft.com/office/drawing/2014/main" id="{F84D32B6-CD60-447E-A3B6-61D730CE741D}"/>
              </a:ext>
            </a:extLst>
          </p:cNvPr>
          <p:cNvSpPr>
            <a:spLocks noGrp="1"/>
          </p:cNvSpPr>
          <p:nvPr/>
        </p:nvSpPr>
        <p:spPr>
          <a:xfrm>
            <a:off x="35792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2" name="01_find_only_2561">
            <a:extLst>
              <a:ext uri="{FF2B5EF4-FFF2-40B4-BE49-F238E27FC236}">
                <a16:creationId xmlns:a16="http://schemas.microsoft.com/office/drawing/2014/main" id="{6A3F7396-2E37-4B1B-A52F-396EC938DD7E}"/>
              </a:ext>
            </a:extLst>
          </p:cNvPr>
          <p:cNvSpPr>
            <a:spLocks noGrp="1"/>
          </p:cNvSpPr>
          <p:nvPr/>
        </p:nvSpPr>
        <p:spPr>
          <a:xfrm>
            <a:off x="35406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3" name="01_find_only_2562">
            <a:extLst>
              <a:ext uri="{FF2B5EF4-FFF2-40B4-BE49-F238E27FC236}">
                <a16:creationId xmlns:a16="http://schemas.microsoft.com/office/drawing/2014/main" id="{5AF9D977-30B7-4B40-9044-896F2F53F65C}"/>
              </a:ext>
            </a:extLst>
          </p:cNvPr>
          <p:cNvSpPr>
            <a:spLocks noGrp="1"/>
          </p:cNvSpPr>
          <p:nvPr/>
        </p:nvSpPr>
        <p:spPr>
          <a:xfrm>
            <a:off x="35939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4" name="01_find_only_2563">
            <a:extLst>
              <a:ext uri="{FF2B5EF4-FFF2-40B4-BE49-F238E27FC236}">
                <a16:creationId xmlns:a16="http://schemas.microsoft.com/office/drawing/2014/main" id="{4B6C5E9F-F633-4341-9639-17F93DE7AF9E}"/>
              </a:ext>
            </a:extLst>
          </p:cNvPr>
          <p:cNvSpPr>
            <a:spLocks noGrp="1"/>
          </p:cNvSpPr>
          <p:nvPr/>
        </p:nvSpPr>
        <p:spPr>
          <a:xfrm>
            <a:off x="352475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5" name="01_find_only_2564">
            <a:extLst>
              <a:ext uri="{FF2B5EF4-FFF2-40B4-BE49-F238E27FC236}">
                <a16:creationId xmlns:a16="http://schemas.microsoft.com/office/drawing/2014/main" id="{FD8BC14D-EF47-491E-98FF-285BF407393D}"/>
              </a:ext>
            </a:extLst>
          </p:cNvPr>
          <p:cNvSpPr>
            <a:spLocks noGrp="1"/>
          </p:cNvSpPr>
          <p:nvPr/>
        </p:nvSpPr>
        <p:spPr>
          <a:xfrm>
            <a:off x="35721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6" name="01_find_only_2565">
            <a:extLst>
              <a:ext uri="{FF2B5EF4-FFF2-40B4-BE49-F238E27FC236}">
                <a16:creationId xmlns:a16="http://schemas.microsoft.com/office/drawing/2014/main" id="{C75C0DA5-2A9E-4563-8FE7-A648DA5C8DE4}"/>
              </a:ext>
            </a:extLst>
          </p:cNvPr>
          <p:cNvSpPr>
            <a:spLocks noGrp="1"/>
          </p:cNvSpPr>
          <p:nvPr/>
        </p:nvSpPr>
        <p:spPr>
          <a:xfrm>
            <a:off x="35078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7" name="01_find_only_2566">
            <a:extLst>
              <a:ext uri="{FF2B5EF4-FFF2-40B4-BE49-F238E27FC236}">
                <a16:creationId xmlns:a16="http://schemas.microsoft.com/office/drawing/2014/main" id="{43B27C30-1D4E-49B3-A434-39682B8DBEE5}"/>
              </a:ext>
            </a:extLst>
          </p:cNvPr>
          <p:cNvSpPr>
            <a:spLocks noGrp="1"/>
          </p:cNvSpPr>
          <p:nvPr/>
        </p:nvSpPr>
        <p:spPr>
          <a:xfrm>
            <a:off x="35285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8" name="01_find_only_2567">
            <a:extLst>
              <a:ext uri="{FF2B5EF4-FFF2-40B4-BE49-F238E27FC236}">
                <a16:creationId xmlns:a16="http://schemas.microsoft.com/office/drawing/2014/main" id="{F70E3011-B157-4F16-BFDD-7DFE61781826}"/>
              </a:ext>
            </a:extLst>
          </p:cNvPr>
          <p:cNvSpPr>
            <a:spLocks noGrp="1"/>
          </p:cNvSpPr>
          <p:nvPr/>
        </p:nvSpPr>
        <p:spPr>
          <a:xfrm>
            <a:off x="3507659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9" name="01_find_only_2568">
            <a:extLst>
              <a:ext uri="{FF2B5EF4-FFF2-40B4-BE49-F238E27FC236}">
                <a16:creationId xmlns:a16="http://schemas.microsoft.com/office/drawing/2014/main" id="{9DA3E6AB-0F0D-490A-B5D2-B12D48E5C30A}"/>
              </a:ext>
            </a:extLst>
          </p:cNvPr>
          <p:cNvSpPr>
            <a:spLocks noGrp="1"/>
          </p:cNvSpPr>
          <p:nvPr/>
        </p:nvSpPr>
        <p:spPr>
          <a:xfrm>
            <a:off x="356255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0" name="01_find_only_2569">
            <a:extLst>
              <a:ext uri="{FF2B5EF4-FFF2-40B4-BE49-F238E27FC236}">
                <a16:creationId xmlns:a16="http://schemas.microsoft.com/office/drawing/2014/main" id="{4A78A2DE-FA74-498D-91D7-F877BE5A56BB}"/>
              </a:ext>
            </a:extLst>
          </p:cNvPr>
          <p:cNvSpPr>
            <a:spLocks noGrp="1"/>
          </p:cNvSpPr>
          <p:nvPr/>
        </p:nvSpPr>
        <p:spPr>
          <a:xfrm>
            <a:off x="352077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1" name="01_find_only_2570">
            <a:extLst>
              <a:ext uri="{FF2B5EF4-FFF2-40B4-BE49-F238E27FC236}">
                <a16:creationId xmlns:a16="http://schemas.microsoft.com/office/drawing/2014/main" id="{E7463838-770E-448E-8FD1-67274E6FB266}"/>
              </a:ext>
            </a:extLst>
          </p:cNvPr>
          <p:cNvSpPr>
            <a:spLocks noGrp="1"/>
          </p:cNvSpPr>
          <p:nvPr/>
        </p:nvSpPr>
        <p:spPr>
          <a:xfrm>
            <a:off x="35499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2" name="01_find_only_2571">
            <a:extLst>
              <a:ext uri="{FF2B5EF4-FFF2-40B4-BE49-F238E27FC236}">
                <a16:creationId xmlns:a16="http://schemas.microsoft.com/office/drawing/2014/main" id="{8F86C53C-4037-4741-877C-7FBC284B44E2}"/>
              </a:ext>
            </a:extLst>
          </p:cNvPr>
          <p:cNvSpPr>
            <a:spLocks noGrp="1"/>
          </p:cNvSpPr>
          <p:nvPr/>
        </p:nvSpPr>
        <p:spPr>
          <a:xfrm>
            <a:off x="35396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3" name="01_find_only_2572">
            <a:extLst>
              <a:ext uri="{FF2B5EF4-FFF2-40B4-BE49-F238E27FC236}">
                <a16:creationId xmlns:a16="http://schemas.microsoft.com/office/drawing/2014/main" id="{E24D6062-7C34-4C5F-9AAB-E614C3AC1C06}"/>
              </a:ext>
            </a:extLst>
          </p:cNvPr>
          <p:cNvSpPr>
            <a:spLocks noGrp="1"/>
          </p:cNvSpPr>
          <p:nvPr/>
        </p:nvSpPr>
        <p:spPr>
          <a:xfrm>
            <a:off x="3530005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4" name="01_find_only_2573">
            <a:extLst>
              <a:ext uri="{FF2B5EF4-FFF2-40B4-BE49-F238E27FC236}">
                <a16:creationId xmlns:a16="http://schemas.microsoft.com/office/drawing/2014/main" id="{5DE5FC67-7933-48C6-8859-5052F714B20D}"/>
              </a:ext>
            </a:extLst>
          </p:cNvPr>
          <p:cNvSpPr>
            <a:spLocks noGrp="1"/>
          </p:cNvSpPr>
          <p:nvPr/>
        </p:nvSpPr>
        <p:spPr>
          <a:xfrm>
            <a:off x="350736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5" name="01_find_only_2574">
            <a:extLst>
              <a:ext uri="{FF2B5EF4-FFF2-40B4-BE49-F238E27FC236}">
                <a16:creationId xmlns:a16="http://schemas.microsoft.com/office/drawing/2014/main" id="{597752D8-C73D-45EE-ACA7-C3647E4324CE}"/>
              </a:ext>
            </a:extLst>
          </p:cNvPr>
          <p:cNvSpPr>
            <a:spLocks noGrp="1"/>
          </p:cNvSpPr>
          <p:nvPr/>
        </p:nvSpPr>
        <p:spPr>
          <a:xfrm>
            <a:off x="3594609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6" name="01_find_only_2575">
            <a:extLst>
              <a:ext uri="{FF2B5EF4-FFF2-40B4-BE49-F238E27FC236}">
                <a16:creationId xmlns:a16="http://schemas.microsoft.com/office/drawing/2014/main" id="{31F5C3A0-BB00-4F49-88D8-221B047EFDB0}"/>
              </a:ext>
            </a:extLst>
          </p:cNvPr>
          <p:cNvSpPr>
            <a:spLocks noGrp="1"/>
          </p:cNvSpPr>
          <p:nvPr/>
        </p:nvSpPr>
        <p:spPr>
          <a:xfrm>
            <a:off x="3508728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7" name="01_find_only_2576">
            <a:extLst>
              <a:ext uri="{FF2B5EF4-FFF2-40B4-BE49-F238E27FC236}">
                <a16:creationId xmlns:a16="http://schemas.microsoft.com/office/drawing/2014/main" id="{4F112D96-48C8-47F2-AC42-AF6564E9B01D}"/>
              </a:ext>
            </a:extLst>
          </p:cNvPr>
          <p:cNvSpPr>
            <a:spLocks noGrp="1"/>
          </p:cNvSpPr>
          <p:nvPr/>
        </p:nvSpPr>
        <p:spPr>
          <a:xfrm>
            <a:off x="358742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8" name="01_find_only_2577">
            <a:extLst>
              <a:ext uri="{FF2B5EF4-FFF2-40B4-BE49-F238E27FC236}">
                <a16:creationId xmlns:a16="http://schemas.microsoft.com/office/drawing/2014/main" id="{3419ABEA-8CAE-49DB-B0C1-33320C8DB856}"/>
              </a:ext>
            </a:extLst>
          </p:cNvPr>
          <p:cNvSpPr>
            <a:spLocks noGrp="1"/>
          </p:cNvSpPr>
          <p:nvPr/>
        </p:nvSpPr>
        <p:spPr>
          <a:xfrm>
            <a:off x="35410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9" name="01_find_only_2578">
            <a:extLst>
              <a:ext uri="{FF2B5EF4-FFF2-40B4-BE49-F238E27FC236}">
                <a16:creationId xmlns:a16="http://schemas.microsoft.com/office/drawing/2014/main" id="{60568AD2-3335-49D2-95E3-9DAFDAC995D8}"/>
              </a:ext>
            </a:extLst>
          </p:cNvPr>
          <p:cNvSpPr>
            <a:spLocks noGrp="1"/>
          </p:cNvSpPr>
          <p:nvPr/>
        </p:nvSpPr>
        <p:spPr>
          <a:xfrm>
            <a:off x="3598593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0" name="01_find_only_2579">
            <a:extLst>
              <a:ext uri="{FF2B5EF4-FFF2-40B4-BE49-F238E27FC236}">
                <a16:creationId xmlns:a16="http://schemas.microsoft.com/office/drawing/2014/main" id="{6F2C1ED0-4B51-4207-8F5B-B9C324CD7558}"/>
              </a:ext>
            </a:extLst>
          </p:cNvPr>
          <p:cNvSpPr>
            <a:spLocks noGrp="1"/>
          </p:cNvSpPr>
          <p:nvPr/>
        </p:nvSpPr>
        <p:spPr>
          <a:xfrm>
            <a:off x="35681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1" name="01_find_only_2580">
            <a:extLst>
              <a:ext uri="{FF2B5EF4-FFF2-40B4-BE49-F238E27FC236}">
                <a16:creationId xmlns:a16="http://schemas.microsoft.com/office/drawing/2014/main" id="{45D0EA47-58C6-49DC-B208-F8A56B1E5852}"/>
              </a:ext>
            </a:extLst>
          </p:cNvPr>
          <p:cNvSpPr>
            <a:spLocks noGrp="1"/>
          </p:cNvSpPr>
          <p:nvPr/>
        </p:nvSpPr>
        <p:spPr>
          <a:xfrm>
            <a:off x="3574791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2" name="01_find_only_2581">
            <a:extLst>
              <a:ext uri="{FF2B5EF4-FFF2-40B4-BE49-F238E27FC236}">
                <a16:creationId xmlns:a16="http://schemas.microsoft.com/office/drawing/2014/main" id="{8DFC941D-45CE-4554-9728-83DA0D5255B0}"/>
              </a:ext>
            </a:extLst>
          </p:cNvPr>
          <p:cNvSpPr>
            <a:spLocks noGrp="1"/>
          </p:cNvSpPr>
          <p:nvPr/>
        </p:nvSpPr>
        <p:spPr>
          <a:xfrm>
            <a:off x="3532141" y="571434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3" name="01_find_only_2582">
            <a:extLst>
              <a:ext uri="{FF2B5EF4-FFF2-40B4-BE49-F238E27FC236}">
                <a16:creationId xmlns:a16="http://schemas.microsoft.com/office/drawing/2014/main" id="{018B68A2-5463-4273-9911-5B95C2846754}"/>
              </a:ext>
            </a:extLst>
          </p:cNvPr>
          <p:cNvSpPr>
            <a:spLocks noGrp="1"/>
          </p:cNvSpPr>
          <p:nvPr/>
        </p:nvSpPr>
        <p:spPr>
          <a:xfrm>
            <a:off x="3593153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4" name="01_find_only_2583">
            <a:extLst>
              <a:ext uri="{FF2B5EF4-FFF2-40B4-BE49-F238E27FC236}">
                <a16:creationId xmlns:a16="http://schemas.microsoft.com/office/drawing/2014/main" id="{A3CBF264-82AD-400C-9AC2-FF8F384BE000}"/>
              </a:ext>
            </a:extLst>
          </p:cNvPr>
          <p:cNvSpPr>
            <a:spLocks noGrp="1"/>
          </p:cNvSpPr>
          <p:nvPr/>
        </p:nvSpPr>
        <p:spPr>
          <a:xfrm>
            <a:off x="35749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5" name="01_find_only_2584">
            <a:extLst>
              <a:ext uri="{FF2B5EF4-FFF2-40B4-BE49-F238E27FC236}">
                <a16:creationId xmlns:a16="http://schemas.microsoft.com/office/drawing/2014/main" id="{E5A6481E-4C64-4B01-8172-FE46601D3C47}"/>
              </a:ext>
            </a:extLst>
          </p:cNvPr>
          <p:cNvSpPr>
            <a:spLocks noGrp="1"/>
          </p:cNvSpPr>
          <p:nvPr/>
        </p:nvSpPr>
        <p:spPr>
          <a:xfrm>
            <a:off x="35195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6" name="01_find_only_2585">
            <a:extLst>
              <a:ext uri="{FF2B5EF4-FFF2-40B4-BE49-F238E27FC236}">
                <a16:creationId xmlns:a16="http://schemas.microsoft.com/office/drawing/2014/main" id="{54240E55-6FFD-4A3D-B3A1-30E37B8688BE}"/>
              </a:ext>
            </a:extLst>
          </p:cNvPr>
          <p:cNvSpPr>
            <a:spLocks noGrp="1"/>
          </p:cNvSpPr>
          <p:nvPr/>
        </p:nvSpPr>
        <p:spPr>
          <a:xfrm>
            <a:off x="357333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7" name="01_find_only_2586">
            <a:extLst>
              <a:ext uri="{FF2B5EF4-FFF2-40B4-BE49-F238E27FC236}">
                <a16:creationId xmlns:a16="http://schemas.microsoft.com/office/drawing/2014/main" id="{221CE202-F550-40DD-90AB-8BA60C4F6008}"/>
              </a:ext>
            </a:extLst>
          </p:cNvPr>
          <p:cNvSpPr>
            <a:spLocks noGrp="1"/>
          </p:cNvSpPr>
          <p:nvPr/>
        </p:nvSpPr>
        <p:spPr>
          <a:xfrm>
            <a:off x="35244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8" name="01_find_only_2587">
            <a:extLst>
              <a:ext uri="{FF2B5EF4-FFF2-40B4-BE49-F238E27FC236}">
                <a16:creationId xmlns:a16="http://schemas.microsoft.com/office/drawing/2014/main" id="{A91304D3-0656-4CDA-BD26-F7CBB4587781}"/>
              </a:ext>
            </a:extLst>
          </p:cNvPr>
          <p:cNvSpPr>
            <a:spLocks noGrp="1"/>
          </p:cNvSpPr>
          <p:nvPr/>
        </p:nvSpPr>
        <p:spPr>
          <a:xfrm>
            <a:off x="3532045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9" name="01_find_only_2588">
            <a:extLst>
              <a:ext uri="{FF2B5EF4-FFF2-40B4-BE49-F238E27FC236}">
                <a16:creationId xmlns:a16="http://schemas.microsoft.com/office/drawing/2014/main" id="{CD94900A-0B3D-49D0-A25D-7C149628A8A2}"/>
              </a:ext>
            </a:extLst>
          </p:cNvPr>
          <p:cNvSpPr>
            <a:spLocks noGrp="1"/>
          </p:cNvSpPr>
          <p:nvPr/>
        </p:nvSpPr>
        <p:spPr>
          <a:xfrm>
            <a:off x="35923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0" name="01_find_only_2589">
            <a:extLst>
              <a:ext uri="{FF2B5EF4-FFF2-40B4-BE49-F238E27FC236}">
                <a16:creationId xmlns:a16="http://schemas.microsoft.com/office/drawing/2014/main" id="{E17C4061-387E-473F-9F8F-3A9658F79938}"/>
              </a:ext>
            </a:extLst>
          </p:cNvPr>
          <p:cNvSpPr>
            <a:spLocks noGrp="1"/>
          </p:cNvSpPr>
          <p:nvPr/>
        </p:nvSpPr>
        <p:spPr>
          <a:xfrm>
            <a:off x="35335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1" name="01_find_only_2590">
            <a:extLst>
              <a:ext uri="{FF2B5EF4-FFF2-40B4-BE49-F238E27FC236}">
                <a16:creationId xmlns:a16="http://schemas.microsoft.com/office/drawing/2014/main" id="{AABC039F-6566-4D0A-BB91-47DF3E075370}"/>
              </a:ext>
            </a:extLst>
          </p:cNvPr>
          <p:cNvSpPr>
            <a:spLocks noGrp="1"/>
          </p:cNvSpPr>
          <p:nvPr/>
        </p:nvSpPr>
        <p:spPr>
          <a:xfrm>
            <a:off x="3586935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2" name="01_find_only_2591">
            <a:extLst>
              <a:ext uri="{FF2B5EF4-FFF2-40B4-BE49-F238E27FC236}">
                <a16:creationId xmlns:a16="http://schemas.microsoft.com/office/drawing/2014/main" id="{825F0C53-1F9F-4329-939A-DDF3356969BD}"/>
              </a:ext>
            </a:extLst>
          </p:cNvPr>
          <p:cNvSpPr>
            <a:spLocks noGrp="1"/>
          </p:cNvSpPr>
          <p:nvPr/>
        </p:nvSpPr>
        <p:spPr>
          <a:xfrm>
            <a:off x="35877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3" name="01_find_only_2592">
            <a:extLst>
              <a:ext uri="{FF2B5EF4-FFF2-40B4-BE49-F238E27FC236}">
                <a16:creationId xmlns:a16="http://schemas.microsoft.com/office/drawing/2014/main" id="{39CBB662-E5FA-4A66-A8CD-6A1B44E5EABC}"/>
              </a:ext>
            </a:extLst>
          </p:cNvPr>
          <p:cNvSpPr>
            <a:spLocks noGrp="1"/>
          </p:cNvSpPr>
          <p:nvPr/>
        </p:nvSpPr>
        <p:spPr>
          <a:xfrm>
            <a:off x="3590238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4" name="01_find_only_2593">
            <a:extLst>
              <a:ext uri="{FF2B5EF4-FFF2-40B4-BE49-F238E27FC236}">
                <a16:creationId xmlns:a16="http://schemas.microsoft.com/office/drawing/2014/main" id="{C785B66E-BC30-4FB9-A02C-7C2C7AD712E9}"/>
              </a:ext>
            </a:extLst>
          </p:cNvPr>
          <p:cNvSpPr>
            <a:spLocks noGrp="1"/>
          </p:cNvSpPr>
          <p:nvPr/>
        </p:nvSpPr>
        <p:spPr>
          <a:xfrm>
            <a:off x="3534376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5" name="01_find_only_2594">
            <a:extLst>
              <a:ext uri="{FF2B5EF4-FFF2-40B4-BE49-F238E27FC236}">
                <a16:creationId xmlns:a16="http://schemas.microsoft.com/office/drawing/2014/main" id="{04254C75-8722-4525-A037-2041395C16CB}"/>
              </a:ext>
            </a:extLst>
          </p:cNvPr>
          <p:cNvSpPr>
            <a:spLocks noGrp="1"/>
          </p:cNvSpPr>
          <p:nvPr/>
        </p:nvSpPr>
        <p:spPr>
          <a:xfrm>
            <a:off x="351970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6" name="01_find_only_2595">
            <a:extLst>
              <a:ext uri="{FF2B5EF4-FFF2-40B4-BE49-F238E27FC236}">
                <a16:creationId xmlns:a16="http://schemas.microsoft.com/office/drawing/2014/main" id="{2C10AE6F-6305-40EC-BD3C-C50C33469528}"/>
              </a:ext>
            </a:extLst>
          </p:cNvPr>
          <p:cNvSpPr>
            <a:spLocks noGrp="1"/>
          </p:cNvSpPr>
          <p:nvPr/>
        </p:nvSpPr>
        <p:spPr>
          <a:xfrm>
            <a:off x="35762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7" name="01_find_only_2596">
            <a:extLst>
              <a:ext uri="{FF2B5EF4-FFF2-40B4-BE49-F238E27FC236}">
                <a16:creationId xmlns:a16="http://schemas.microsoft.com/office/drawing/2014/main" id="{22F630DE-FC91-4308-A871-242FA9B037CF}"/>
              </a:ext>
            </a:extLst>
          </p:cNvPr>
          <p:cNvSpPr>
            <a:spLocks noGrp="1"/>
          </p:cNvSpPr>
          <p:nvPr/>
        </p:nvSpPr>
        <p:spPr>
          <a:xfrm>
            <a:off x="351514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8" name="01_find_only_2597">
            <a:extLst>
              <a:ext uri="{FF2B5EF4-FFF2-40B4-BE49-F238E27FC236}">
                <a16:creationId xmlns:a16="http://schemas.microsoft.com/office/drawing/2014/main" id="{640FAEC1-81DA-4C1D-BB90-785FD2741CE1}"/>
              </a:ext>
            </a:extLst>
          </p:cNvPr>
          <p:cNvSpPr>
            <a:spLocks noGrp="1"/>
          </p:cNvSpPr>
          <p:nvPr/>
        </p:nvSpPr>
        <p:spPr>
          <a:xfrm>
            <a:off x="352126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9" name="01_find_only_2598">
            <a:extLst>
              <a:ext uri="{FF2B5EF4-FFF2-40B4-BE49-F238E27FC236}">
                <a16:creationId xmlns:a16="http://schemas.microsoft.com/office/drawing/2014/main" id="{B1B83579-B07D-4D9F-BA7F-4503CAA2A08E}"/>
              </a:ext>
            </a:extLst>
          </p:cNvPr>
          <p:cNvSpPr>
            <a:spLocks noGrp="1"/>
          </p:cNvSpPr>
          <p:nvPr/>
        </p:nvSpPr>
        <p:spPr>
          <a:xfrm>
            <a:off x="35786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0" name="01_find_only_2599">
            <a:extLst>
              <a:ext uri="{FF2B5EF4-FFF2-40B4-BE49-F238E27FC236}">
                <a16:creationId xmlns:a16="http://schemas.microsoft.com/office/drawing/2014/main" id="{080D3CD4-ABE1-4702-B31F-7090E283E911}"/>
              </a:ext>
            </a:extLst>
          </p:cNvPr>
          <p:cNvSpPr>
            <a:spLocks noGrp="1"/>
          </p:cNvSpPr>
          <p:nvPr/>
        </p:nvSpPr>
        <p:spPr>
          <a:xfrm>
            <a:off x="351601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1" name="01_find_only_2600">
            <a:extLst>
              <a:ext uri="{FF2B5EF4-FFF2-40B4-BE49-F238E27FC236}">
                <a16:creationId xmlns:a16="http://schemas.microsoft.com/office/drawing/2014/main" id="{10E1D29F-7969-43CB-9300-119847A3C2F4}"/>
              </a:ext>
            </a:extLst>
          </p:cNvPr>
          <p:cNvSpPr>
            <a:spLocks noGrp="1"/>
          </p:cNvSpPr>
          <p:nvPr/>
        </p:nvSpPr>
        <p:spPr>
          <a:xfrm>
            <a:off x="35973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2" name="01_find_only_2601">
            <a:extLst>
              <a:ext uri="{FF2B5EF4-FFF2-40B4-BE49-F238E27FC236}">
                <a16:creationId xmlns:a16="http://schemas.microsoft.com/office/drawing/2014/main" id="{3E58A445-BE08-4643-B226-E2592A0F427B}"/>
              </a:ext>
            </a:extLst>
          </p:cNvPr>
          <p:cNvSpPr>
            <a:spLocks noGrp="1"/>
          </p:cNvSpPr>
          <p:nvPr/>
        </p:nvSpPr>
        <p:spPr>
          <a:xfrm>
            <a:off x="358246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3" name="01_find_only_2602">
            <a:extLst>
              <a:ext uri="{FF2B5EF4-FFF2-40B4-BE49-F238E27FC236}">
                <a16:creationId xmlns:a16="http://schemas.microsoft.com/office/drawing/2014/main" id="{FE064508-A011-4E55-9F56-70F3C32D7A56}"/>
              </a:ext>
            </a:extLst>
          </p:cNvPr>
          <p:cNvSpPr>
            <a:spLocks noGrp="1"/>
          </p:cNvSpPr>
          <p:nvPr/>
        </p:nvSpPr>
        <p:spPr>
          <a:xfrm>
            <a:off x="35472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4" name="01_find_only_2603">
            <a:extLst>
              <a:ext uri="{FF2B5EF4-FFF2-40B4-BE49-F238E27FC236}">
                <a16:creationId xmlns:a16="http://schemas.microsoft.com/office/drawing/2014/main" id="{78D108A1-35CA-4D9A-8269-80CD8CDA8E04}"/>
              </a:ext>
            </a:extLst>
          </p:cNvPr>
          <p:cNvSpPr>
            <a:spLocks noGrp="1"/>
          </p:cNvSpPr>
          <p:nvPr/>
        </p:nvSpPr>
        <p:spPr>
          <a:xfrm>
            <a:off x="35308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5" name="01_find_only_2604">
            <a:extLst>
              <a:ext uri="{FF2B5EF4-FFF2-40B4-BE49-F238E27FC236}">
                <a16:creationId xmlns:a16="http://schemas.microsoft.com/office/drawing/2014/main" id="{6F8D4B4B-F29E-4B4D-8B96-6E48560177E4}"/>
              </a:ext>
            </a:extLst>
          </p:cNvPr>
          <p:cNvSpPr>
            <a:spLocks noGrp="1"/>
          </p:cNvSpPr>
          <p:nvPr/>
        </p:nvSpPr>
        <p:spPr>
          <a:xfrm>
            <a:off x="3600051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6" name="01_find_only_2605">
            <a:extLst>
              <a:ext uri="{FF2B5EF4-FFF2-40B4-BE49-F238E27FC236}">
                <a16:creationId xmlns:a16="http://schemas.microsoft.com/office/drawing/2014/main" id="{B4E51766-D532-4EAC-8714-53BEC669F980}"/>
              </a:ext>
            </a:extLst>
          </p:cNvPr>
          <p:cNvSpPr>
            <a:spLocks noGrp="1"/>
          </p:cNvSpPr>
          <p:nvPr/>
        </p:nvSpPr>
        <p:spPr>
          <a:xfrm>
            <a:off x="35647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7" name="01_find_only_2606">
            <a:extLst>
              <a:ext uri="{FF2B5EF4-FFF2-40B4-BE49-F238E27FC236}">
                <a16:creationId xmlns:a16="http://schemas.microsoft.com/office/drawing/2014/main" id="{35DF9DB8-E6B6-46B5-95E6-1CC6507D6F68}"/>
              </a:ext>
            </a:extLst>
          </p:cNvPr>
          <p:cNvSpPr>
            <a:spLocks noGrp="1"/>
          </p:cNvSpPr>
          <p:nvPr/>
        </p:nvSpPr>
        <p:spPr>
          <a:xfrm>
            <a:off x="35869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8" name="01_find_only_2607">
            <a:extLst>
              <a:ext uri="{FF2B5EF4-FFF2-40B4-BE49-F238E27FC236}">
                <a16:creationId xmlns:a16="http://schemas.microsoft.com/office/drawing/2014/main" id="{B4CE50FA-1DC7-43C1-BC35-D592DF84625C}"/>
              </a:ext>
            </a:extLst>
          </p:cNvPr>
          <p:cNvSpPr>
            <a:spLocks noGrp="1"/>
          </p:cNvSpPr>
          <p:nvPr/>
        </p:nvSpPr>
        <p:spPr>
          <a:xfrm>
            <a:off x="35188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9" name="01_find_only_2608">
            <a:extLst>
              <a:ext uri="{FF2B5EF4-FFF2-40B4-BE49-F238E27FC236}">
                <a16:creationId xmlns:a16="http://schemas.microsoft.com/office/drawing/2014/main" id="{9CF62B42-2FA0-4749-BF3A-27DC808AED9B}"/>
              </a:ext>
            </a:extLst>
          </p:cNvPr>
          <p:cNvSpPr>
            <a:spLocks noGrp="1"/>
          </p:cNvSpPr>
          <p:nvPr/>
        </p:nvSpPr>
        <p:spPr>
          <a:xfrm>
            <a:off x="354622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0" name="01_find_only_2609">
            <a:extLst>
              <a:ext uri="{FF2B5EF4-FFF2-40B4-BE49-F238E27FC236}">
                <a16:creationId xmlns:a16="http://schemas.microsoft.com/office/drawing/2014/main" id="{9B952639-A7C8-4FD3-AE81-A3324EC2F702}"/>
              </a:ext>
            </a:extLst>
          </p:cNvPr>
          <p:cNvSpPr>
            <a:spLocks noGrp="1"/>
          </p:cNvSpPr>
          <p:nvPr/>
        </p:nvSpPr>
        <p:spPr>
          <a:xfrm>
            <a:off x="358091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1" name="01_find_only_2610">
            <a:extLst>
              <a:ext uri="{FF2B5EF4-FFF2-40B4-BE49-F238E27FC236}">
                <a16:creationId xmlns:a16="http://schemas.microsoft.com/office/drawing/2014/main" id="{0B1641C0-31B3-4E25-89A5-00BEA34E3F65}"/>
              </a:ext>
            </a:extLst>
          </p:cNvPr>
          <p:cNvSpPr>
            <a:spLocks noGrp="1"/>
          </p:cNvSpPr>
          <p:nvPr/>
        </p:nvSpPr>
        <p:spPr>
          <a:xfrm>
            <a:off x="35668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2" name="01_find_only_2611">
            <a:extLst>
              <a:ext uri="{FF2B5EF4-FFF2-40B4-BE49-F238E27FC236}">
                <a16:creationId xmlns:a16="http://schemas.microsoft.com/office/drawing/2014/main" id="{FE004807-376D-4EFE-9F4C-981CDECE55B9}"/>
              </a:ext>
            </a:extLst>
          </p:cNvPr>
          <p:cNvSpPr>
            <a:spLocks noGrp="1"/>
          </p:cNvSpPr>
          <p:nvPr/>
        </p:nvSpPr>
        <p:spPr>
          <a:xfrm>
            <a:off x="35952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3" name="01_find_only_2612">
            <a:extLst>
              <a:ext uri="{FF2B5EF4-FFF2-40B4-BE49-F238E27FC236}">
                <a16:creationId xmlns:a16="http://schemas.microsoft.com/office/drawing/2014/main" id="{3AAF09B3-70F4-4D92-BD66-807FA8036E69}"/>
              </a:ext>
            </a:extLst>
          </p:cNvPr>
          <p:cNvSpPr>
            <a:spLocks noGrp="1"/>
          </p:cNvSpPr>
          <p:nvPr/>
        </p:nvSpPr>
        <p:spPr>
          <a:xfrm>
            <a:off x="35051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4" name="01_find_only_2613">
            <a:extLst>
              <a:ext uri="{FF2B5EF4-FFF2-40B4-BE49-F238E27FC236}">
                <a16:creationId xmlns:a16="http://schemas.microsoft.com/office/drawing/2014/main" id="{9920B809-3016-4F74-87F9-724C848A9EBC}"/>
              </a:ext>
            </a:extLst>
          </p:cNvPr>
          <p:cNvSpPr>
            <a:spLocks noGrp="1"/>
          </p:cNvSpPr>
          <p:nvPr/>
        </p:nvSpPr>
        <p:spPr>
          <a:xfrm>
            <a:off x="354516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5" name="01_find_only_2614">
            <a:extLst>
              <a:ext uri="{FF2B5EF4-FFF2-40B4-BE49-F238E27FC236}">
                <a16:creationId xmlns:a16="http://schemas.microsoft.com/office/drawing/2014/main" id="{48C7232A-61CD-4F1B-B28D-457F89E2098D}"/>
              </a:ext>
            </a:extLst>
          </p:cNvPr>
          <p:cNvSpPr>
            <a:spLocks noGrp="1"/>
          </p:cNvSpPr>
          <p:nvPr/>
        </p:nvSpPr>
        <p:spPr>
          <a:xfrm>
            <a:off x="35633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6" name="01_find_only_2615">
            <a:extLst>
              <a:ext uri="{FF2B5EF4-FFF2-40B4-BE49-F238E27FC236}">
                <a16:creationId xmlns:a16="http://schemas.microsoft.com/office/drawing/2014/main" id="{63441F6B-9BB2-4F8C-BA13-D02B7B2900D3}"/>
              </a:ext>
            </a:extLst>
          </p:cNvPr>
          <p:cNvSpPr>
            <a:spLocks noGrp="1"/>
          </p:cNvSpPr>
          <p:nvPr/>
        </p:nvSpPr>
        <p:spPr>
          <a:xfrm>
            <a:off x="353311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7" name="01_find_only_2616">
            <a:extLst>
              <a:ext uri="{FF2B5EF4-FFF2-40B4-BE49-F238E27FC236}">
                <a16:creationId xmlns:a16="http://schemas.microsoft.com/office/drawing/2014/main" id="{4B212213-9D58-45BD-8434-99A65F8B5BED}"/>
              </a:ext>
            </a:extLst>
          </p:cNvPr>
          <p:cNvSpPr>
            <a:spLocks noGrp="1"/>
          </p:cNvSpPr>
          <p:nvPr/>
        </p:nvSpPr>
        <p:spPr>
          <a:xfrm>
            <a:off x="355487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8" name="01_find_only_2617">
            <a:extLst>
              <a:ext uri="{FF2B5EF4-FFF2-40B4-BE49-F238E27FC236}">
                <a16:creationId xmlns:a16="http://schemas.microsoft.com/office/drawing/2014/main" id="{03E34CA2-666E-4E70-B4B6-8DF09FCC97EA}"/>
              </a:ext>
            </a:extLst>
          </p:cNvPr>
          <p:cNvSpPr>
            <a:spLocks noGrp="1"/>
          </p:cNvSpPr>
          <p:nvPr/>
        </p:nvSpPr>
        <p:spPr>
          <a:xfrm>
            <a:off x="3542634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9" name="01_find_only_2618">
            <a:extLst>
              <a:ext uri="{FF2B5EF4-FFF2-40B4-BE49-F238E27FC236}">
                <a16:creationId xmlns:a16="http://schemas.microsoft.com/office/drawing/2014/main" id="{E1A2A7C5-87C4-43DC-BD98-35D9F9B3A61D}"/>
              </a:ext>
            </a:extLst>
          </p:cNvPr>
          <p:cNvSpPr>
            <a:spLocks noGrp="1"/>
          </p:cNvSpPr>
          <p:nvPr/>
        </p:nvSpPr>
        <p:spPr>
          <a:xfrm>
            <a:off x="3584603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0" name="01_find_only_2619">
            <a:extLst>
              <a:ext uri="{FF2B5EF4-FFF2-40B4-BE49-F238E27FC236}">
                <a16:creationId xmlns:a16="http://schemas.microsoft.com/office/drawing/2014/main" id="{2D7C0B2A-2739-4D2A-98B6-F784C124E274}"/>
              </a:ext>
            </a:extLst>
          </p:cNvPr>
          <p:cNvSpPr>
            <a:spLocks noGrp="1"/>
          </p:cNvSpPr>
          <p:nvPr/>
        </p:nvSpPr>
        <p:spPr>
          <a:xfrm>
            <a:off x="351582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1" name="01_find_only_2620">
            <a:extLst>
              <a:ext uri="{FF2B5EF4-FFF2-40B4-BE49-F238E27FC236}">
                <a16:creationId xmlns:a16="http://schemas.microsoft.com/office/drawing/2014/main" id="{771C5156-0254-4132-A60D-36B463040371}"/>
              </a:ext>
            </a:extLst>
          </p:cNvPr>
          <p:cNvSpPr>
            <a:spLocks noGrp="1"/>
          </p:cNvSpPr>
          <p:nvPr/>
        </p:nvSpPr>
        <p:spPr>
          <a:xfrm>
            <a:off x="35202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2" name="01_find_only_2621">
            <a:extLst>
              <a:ext uri="{FF2B5EF4-FFF2-40B4-BE49-F238E27FC236}">
                <a16:creationId xmlns:a16="http://schemas.microsoft.com/office/drawing/2014/main" id="{73AE949D-7D25-4D59-8EC3-C3ED74B5A9F2}"/>
              </a:ext>
            </a:extLst>
          </p:cNvPr>
          <p:cNvSpPr>
            <a:spLocks noGrp="1"/>
          </p:cNvSpPr>
          <p:nvPr/>
        </p:nvSpPr>
        <p:spPr>
          <a:xfrm>
            <a:off x="35607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3" name="01_find_only_2622">
            <a:extLst>
              <a:ext uri="{FF2B5EF4-FFF2-40B4-BE49-F238E27FC236}">
                <a16:creationId xmlns:a16="http://schemas.microsoft.com/office/drawing/2014/main" id="{7D8FB0C7-4A7F-49B2-AEFC-FC173FA78988}"/>
              </a:ext>
            </a:extLst>
          </p:cNvPr>
          <p:cNvSpPr>
            <a:spLocks noGrp="1"/>
          </p:cNvSpPr>
          <p:nvPr/>
        </p:nvSpPr>
        <p:spPr>
          <a:xfrm>
            <a:off x="35598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4" name="01_find_only_2623">
            <a:extLst>
              <a:ext uri="{FF2B5EF4-FFF2-40B4-BE49-F238E27FC236}">
                <a16:creationId xmlns:a16="http://schemas.microsoft.com/office/drawing/2014/main" id="{E932CCE9-A927-4C0F-B7D2-48BD8840DA19}"/>
              </a:ext>
            </a:extLst>
          </p:cNvPr>
          <p:cNvSpPr>
            <a:spLocks noGrp="1"/>
          </p:cNvSpPr>
          <p:nvPr/>
        </p:nvSpPr>
        <p:spPr>
          <a:xfrm>
            <a:off x="35914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5" name="01_find_only_2624">
            <a:extLst>
              <a:ext uri="{FF2B5EF4-FFF2-40B4-BE49-F238E27FC236}">
                <a16:creationId xmlns:a16="http://schemas.microsoft.com/office/drawing/2014/main" id="{E943C94E-F879-464C-BEAC-F7BCDD019F55}"/>
              </a:ext>
            </a:extLst>
          </p:cNvPr>
          <p:cNvSpPr>
            <a:spLocks noGrp="1"/>
          </p:cNvSpPr>
          <p:nvPr/>
        </p:nvSpPr>
        <p:spPr>
          <a:xfrm>
            <a:off x="35767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6" name="01_find_only_2625">
            <a:extLst>
              <a:ext uri="{FF2B5EF4-FFF2-40B4-BE49-F238E27FC236}">
                <a16:creationId xmlns:a16="http://schemas.microsoft.com/office/drawing/2014/main" id="{16AE8180-D993-4B7B-8984-E833BF96A12B}"/>
              </a:ext>
            </a:extLst>
          </p:cNvPr>
          <p:cNvSpPr>
            <a:spLocks noGrp="1"/>
          </p:cNvSpPr>
          <p:nvPr/>
        </p:nvSpPr>
        <p:spPr>
          <a:xfrm>
            <a:off x="353087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7" name="01_find_only_2626">
            <a:extLst>
              <a:ext uri="{FF2B5EF4-FFF2-40B4-BE49-F238E27FC236}">
                <a16:creationId xmlns:a16="http://schemas.microsoft.com/office/drawing/2014/main" id="{D7049F86-CB86-4040-90AE-9E75D8651BA6}"/>
              </a:ext>
            </a:extLst>
          </p:cNvPr>
          <p:cNvSpPr>
            <a:spLocks noGrp="1"/>
          </p:cNvSpPr>
          <p:nvPr/>
        </p:nvSpPr>
        <p:spPr>
          <a:xfrm>
            <a:off x="3578677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8" name="01_find_only_2627">
            <a:extLst>
              <a:ext uri="{FF2B5EF4-FFF2-40B4-BE49-F238E27FC236}">
                <a16:creationId xmlns:a16="http://schemas.microsoft.com/office/drawing/2014/main" id="{90A9AA95-574B-4A92-8A9E-DDBD2F0B24FC}"/>
              </a:ext>
            </a:extLst>
          </p:cNvPr>
          <p:cNvSpPr>
            <a:spLocks noGrp="1"/>
          </p:cNvSpPr>
          <p:nvPr/>
        </p:nvSpPr>
        <p:spPr>
          <a:xfrm>
            <a:off x="357080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9" name="01_find_only_2628">
            <a:extLst>
              <a:ext uri="{FF2B5EF4-FFF2-40B4-BE49-F238E27FC236}">
                <a16:creationId xmlns:a16="http://schemas.microsoft.com/office/drawing/2014/main" id="{788D6F1A-9C8C-4288-AD66-8A071A594C23}"/>
              </a:ext>
            </a:extLst>
          </p:cNvPr>
          <p:cNvSpPr>
            <a:spLocks noGrp="1"/>
          </p:cNvSpPr>
          <p:nvPr/>
        </p:nvSpPr>
        <p:spPr>
          <a:xfrm>
            <a:off x="35749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0" name="01_find_only_2629">
            <a:extLst>
              <a:ext uri="{FF2B5EF4-FFF2-40B4-BE49-F238E27FC236}">
                <a16:creationId xmlns:a16="http://schemas.microsoft.com/office/drawing/2014/main" id="{5360DEEB-2543-4478-950B-35785A8522F6}"/>
              </a:ext>
            </a:extLst>
          </p:cNvPr>
          <p:cNvSpPr>
            <a:spLocks noGrp="1"/>
          </p:cNvSpPr>
          <p:nvPr/>
        </p:nvSpPr>
        <p:spPr>
          <a:xfrm>
            <a:off x="35566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1" name="01_find_only_2630">
            <a:extLst>
              <a:ext uri="{FF2B5EF4-FFF2-40B4-BE49-F238E27FC236}">
                <a16:creationId xmlns:a16="http://schemas.microsoft.com/office/drawing/2014/main" id="{21C7CD6A-C045-4902-98C8-36747CECFA1D}"/>
              </a:ext>
            </a:extLst>
          </p:cNvPr>
          <p:cNvSpPr>
            <a:spLocks noGrp="1"/>
          </p:cNvSpPr>
          <p:nvPr/>
        </p:nvSpPr>
        <p:spPr>
          <a:xfrm>
            <a:off x="35062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2" name="01_find_only_2631">
            <a:extLst>
              <a:ext uri="{FF2B5EF4-FFF2-40B4-BE49-F238E27FC236}">
                <a16:creationId xmlns:a16="http://schemas.microsoft.com/office/drawing/2014/main" id="{1F9B6F9C-E619-4760-A8F4-08D07F2AEE63}"/>
              </a:ext>
            </a:extLst>
          </p:cNvPr>
          <p:cNvSpPr>
            <a:spLocks noGrp="1"/>
          </p:cNvSpPr>
          <p:nvPr/>
        </p:nvSpPr>
        <p:spPr>
          <a:xfrm>
            <a:off x="3571197" y="549356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3" name="01_find_only_2632">
            <a:extLst>
              <a:ext uri="{FF2B5EF4-FFF2-40B4-BE49-F238E27FC236}">
                <a16:creationId xmlns:a16="http://schemas.microsoft.com/office/drawing/2014/main" id="{86E7CE2D-6C9F-471E-A8DD-4063441444C8}"/>
              </a:ext>
            </a:extLst>
          </p:cNvPr>
          <p:cNvSpPr>
            <a:spLocks noGrp="1"/>
          </p:cNvSpPr>
          <p:nvPr/>
        </p:nvSpPr>
        <p:spPr>
          <a:xfrm>
            <a:off x="3584021" y="549908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4" name="01_find_only_2633">
            <a:extLst>
              <a:ext uri="{FF2B5EF4-FFF2-40B4-BE49-F238E27FC236}">
                <a16:creationId xmlns:a16="http://schemas.microsoft.com/office/drawing/2014/main" id="{E230B05D-B7A9-4462-A36A-B2A4DA2A103C}"/>
              </a:ext>
            </a:extLst>
          </p:cNvPr>
          <p:cNvSpPr>
            <a:spLocks noGrp="1"/>
          </p:cNvSpPr>
          <p:nvPr/>
        </p:nvSpPr>
        <p:spPr>
          <a:xfrm>
            <a:off x="35223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5" name="01_find_only_2634">
            <a:extLst>
              <a:ext uri="{FF2B5EF4-FFF2-40B4-BE49-F238E27FC236}">
                <a16:creationId xmlns:a16="http://schemas.microsoft.com/office/drawing/2014/main" id="{56BE46FD-729A-4A49-810B-A2ABE8156308}"/>
              </a:ext>
            </a:extLst>
          </p:cNvPr>
          <p:cNvSpPr>
            <a:spLocks noGrp="1"/>
          </p:cNvSpPr>
          <p:nvPr/>
        </p:nvSpPr>
        <p:spPr>
          <a:xfrm>
            <a:off x="35150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6" name="01_find_only_2635">
            <a:extLst>
              <a:ext uri="{FF2B5EF4-FFF2-40B4-BE49-F238E27FC236}">
                <a16:creationId xmlns:a16="http://schemas.microsoft.com/office/drawing/2014/main" id="{90C8AF4D-4D9C-4BDB-B02B-F570D9AA6235}"/>
              </a:ext>
            </a:extLst>
          </p:cNvPr>
          <p:cNvSpPr>
            <a:spLocks noGrp="1"/>
          </p:cNvSpPr>
          <p:nvPr/>
        </p:nvSpPr>
        <p:spPr>
          <a:xfrm>
            <a:off x="3571002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7" name="01_find_only_2636">
            <a:extLst>
              <a:ext uri="{FF2B5EF4-FFF2-40B4-BE49-F238E27FC236}">
                <a16:creationId xmlns:a16="http://schemas.microsoft.com/office/drawing/2014/main" id="{8755B8DA-D940-4C46-B4B8-A97DC7866CF9}"/>
              </a:ext>
            </a:extLst>
          </p:cNvPr>
          <p:cNvSpPr>
            <a:spLocks noGrp="1"/>
          </p:cNvSpPr>
          <p:nvPr/>
        </p:nvSpPr>
        <p:spPr>
          <a:xfrm>
            <a:off x="35960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8" name="01_find_only_2637">
            <a:extLst>
              <a:ext uri="{FF2B5EF4-FFF2-40B4-BE49-F238E27FC236}">
                <a16:creationId xmlns:a16="http://schemas.microsoft.com/office/drawing/2014/main" id="{A4560094-EDD8-4993-8291-4749B2D3E71F}"/>
              </a:ext>
            </a:extLst>
          </p:cNvPr>
          <p:cNvSpPr>
            <a:spLocks noGrp="1"/>
          </p:cNvSpPr>
          <p:nvPr/>
        </p:nvSpPr>
        <p:spPr>
          <a:xfrm>
            <a:off x="36002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9" name="01_find_only_2638">
            <a:extLst>
              <a:ext uri="{FF2B5EF4-FFF2-40B4-BE49-F238E27FC236}">
                <a16:creationId xmlns:a16="http://schemas.microsoft.com/office/drawing/2014/main" id="{B76C44C5-73B7-49B0-AB1F-24D91C23987C}"/>
              </a:ext>
            </a:extLst>
          </p:cNvPr>
          <p:cNvSpPr>
            <a:spLocks noGrp="1"/>
          </p:cNvSpPr>
          <p:nvPr/>
        </p:nvSpPr>
        <p:spPr>
          <a:xfrm>
            <a:off x="354020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0" name="01_find_only_2639">
            <a:extLst>
              <a:ext uri="{FF2B5EF4-FFF2-40B4-BE49-F238E27FC236}">
                <a16:creationId xmlns:a16="http://schemas.microsoft.com/office/drawing/2014/main" id="{40891D72-6E95-45E7-9CA5-B9271191459A}"/>
              </a:ext>
            </a:extLst>
          </p:cNvPr>
          <p:cNvSpPr>
            <a:spLocks noGrp="1"/>
          </p:cNvSpPr>
          <p:nvPr/>
        </p:nvSpPr>
        <p:spPr>
          <a:xfrm>
            <a:off x="3575860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1" name="01_find_only_2640">
            <a:extLst>
              <a:ext uri="{FF2B5EF4-FFF2-40B4-BE49-F238E27FC236}">
                <a16:creationId xmlns:a16="http://schemas.microsoft.com/office/drawing/2014/main" id="{04C56633-6EDB-4054-AFC5-A0FD1619E46F}"/>
              </a:ext>
            </a:extLst>
          </p:cNvPr>
          <p:cNvSpPr>
            <a:spLocks noGrp="1"/>
          </p:cNvSpPr>
          <p:nvPr/>
        </p:nvSpPr>
        <p:spPr>
          <a:xfrm>
            <a:off x="35832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2" name="01_find_only_2641">
            <a:extLst>
              <a:ext uri="{FF2B5EF4-FFF2-40B4-BE49-F238E27FC236}">
                <a16:creationId xmlns:a16="http://schemas.microsoft.com/office/drawing/2014/main" id="{E1DAC8D9-5081-43DC-BADB-F4813D4F09A0}"/>
              </a:ext>
            </a:extLst>
          </p:cNvPr>
          <p:cNvSpPr>
            <a:spLocks noGrp="1"/>
          </p:cNvSpPr>
          <p:nvPr/>
        </p:nvSpPr>
        <p:spPr>
          <a:xfrm>
            <a:off x="35949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3" name="01_find_only_2642">
            <a:extLst>
              <a:ext uri="{FF2B5EF4-FFF2-40B4-BE49-F238E27FC236}">
                <a16:creationId xmlns:a16="http://schemas.microsoft.com/office/drawing/2014/main" id="{E119B52C-D03F-4F91-9731-A38C4A372597}"/>
              </a:ext>
            </a:extLst>
          </p:cNvPr>
          <p:cNvSpPr>
            <a:spLocks noGrp="1"/>
          </p:cNvSpPr>
          <p:nvPr/>
        </p:nvSpPr>
        <p:spPr>
          <a:xfrm>
            <a:off x="35847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4" name="01_find_only_2643">
            <a:extLst>
              <a:ext uri="{FF2B5EF4-FFF2-40B4-BE49-F238E27FC236}">
                <a16:creationId xmlns:a16="http://schemas.microsoft.com/office/drawing/2014/main" id="{0C672CEC-1841-4392-8839-545F3DF952FC}"/>
              </a:ext>
            </a:extLst>
          </p:cNvPr>
          <p:cNvSpPr>
            <a:spLocks noGrp="1"/>
          </p:cNvSpPr>
          <p:nvPr/>
        </p:nvSpPr>
        <p:spPr>
          <a:xfrm>
            <a:off x="35700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5" name="01_find_only_2644">
            <a:extLst>
              <a:ext uri="{FF2B5EF4-FFF2-40B4-BE49-F238E27FC236}">
                <a16:creationId xmlns:a16="http://schemas.microsoft.com/office/drawing/2014/main" id="{ACAEBB20-190A-4910-A1EC-1B0196FECC9E}"/>
              </a:ext>
            </a:extLst>
          </p:cNvPr>
          <p:cNvSpPr>
            <a:spLocks noGrp="1"/>
          </p:cNvSpPr>
          <p:nvPr/>
        </p:nvSpPr>
        <p:spPr>
          <a:xfrm>
            <a:off x="35104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6" name="01_find_only_2645">
            <a:extLst>
              <a:ext uri="{FF2B5EF4-FFF2-40B4-BE49-F238E27FC236}">
                <a16:creationId xmlns:a16="http://schemas.microsoft.com/office/drawing/2014/main" id="{C7F410C1-1841-4FB3-B700-0ADCD30A4212}"/>
              </a:ext>
            </a:extLst>
          </p:cNvPr>
          <p:cNvSpPr>
            <a:spLocks noGrp="1"/>
          </p:cNvSpPr>
          <p:nvPr/>
        </p:nvSpPr>
        <p:spPr>
          <a:xfrm>
            <a:off x="3519900" y="590089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7" name="01_find_only_2646">
            <a:extLst>
              <a:ext uri="{FF2B5EF4-FFF2-40B4-BE49-F238E27FC236}">
                <a16:creationId xmlns:a16="http://schemas.microsoft.com/office/drawing/2014/main" id="{FC1C07E7-C82D-4628-9066-CD2E370EC689}"/>
              </a:ext>
            </a:extLst>
          </p:cNvPr>
          <p:cNvSpPr>
            <a:spLocks noGrp="1"/>
          </p:cNvSpPr>
          <p:nvPr/>
        </p:nvSpPr>
        <p:spPr>
          <a:xfrm>
            <a:off x="35710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8" name="01_find_only_2647">
            <a:extLst>
              <a:ext uri="{FF2B5EF4-FFF2-40B4-BE49-F238E27FC236}">
                <a16:creationId xmlns:a16="http://schemas.microsoft.com/office/drawing/2014/main" id="{762FBFDB-07A6-40F3-9A84-CF68316574C6}"/>
              </a:ext>
            </a:extLst>
          </p:cNvPr>
          <p:cNvSpPr>
            <a:spLocks noGrp="1"/>
          </p:cNvSpPr>
          <p:nvPr/>
        </p:nvSpPr>
        <p:spPr>
          <a:xfrm>
            <a:off x="35611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9" name="01_find_only_2648">
            <a:extLst>
              <a:ext uri="{FF2B5EF4-FFF2-40B4-BE49-F238E27FC236}">
                <a16:creationId xmlns:a16="http://schemas.microsoft.com/office/drawing/2014/main" id="{4DEFD272-55C1-4AFB-865D-5AD7653BEE9E}"/>
              </a:ext>
            </a:extLst>
          </p:cNvPr>
          <p:cNvSpPr>
            <a:spLocks noGrp="1"/>
          </p:cNvSpPr>
          <p:nvPr/>
        </p:nvSpPr>
        <p:spPr>
          <a:xfrm>
            <a:off x="352398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0" name="01_find_only_2649">
            <a:extLst>
              <a:ext uri="{FF2B5EF4-FFF2-40B4-BE49-F238E27FC236}">
                <a16:creationId xmlns:a16="http://schemas.microsoft.com/office/drawing/2014/main" id="{D9F71519-E263-41B1-83C6-A386F62DAA7C}"/>
              </a:ext>
            </a:extLst>
          </p:cNvPr>
          <p:cNvSpPr>
            <a:spLocks noGrp="1"/>
          </p:cNvSpPr>
          <p:nvPr/>
        </p:nvSpPr>
        <p:spPr>
          <a:xfrm>
            <a:off x="35415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1" name="01_find_only_2650">
            <a:extLst>
              <a:ext uri="{FF2B5EF4-FFF2-40B4-BE49-F238E27FC236}">
                <a16:creationId xmlns:a16="http://schemas.microsoft.com/office/drawing/2014/main" id="{986379D6-7CCC-4063-B1EB-AEBB14E30068}"/>
              </a:ext>
            </a:extLst>
          </p:cNvPr>
          <p:cNvSpPr>
            <a:spLocks noGrp="1"/>
          </p:cNvSpPr>
          <p:nvPr/>
        </p:nvSpPr>
        <p:spPr>
          <a:xfrm>
            <a:off x="3507174" y="614998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2" name="01_find_only_2651">
            <a:extLst>
              <a:ext uri="{FF2B5EF4-FFF2-40B4-BE49-F238E27FC236}">
                <a16:creationId xmlns:a16="http://schemas.microsoft.com/office/drawing/2014/main" id="{272DFCD2-F29B-4F9F-B44A-D295157464D8}"/>
              </a:ext>
            </a:extLst>
          </p:cNvPr>
          <p:cNvSpPr>
            <a:spLocks noGrp="1"/>
          </p:cNvSpPr>
          <p:nvPr/>
        </p:nvSpPr>
        <p:spPr>
          <a:xfrm>
            <a:off x="2023311" y="4946701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653" name="01_find_only_2652">
            <a:extLst>
              <a:ext uri="{FF2B5EF4-FFF2-40B4-BE49-F238E27FC236}">
                <a16:creationId xmlns:a16="http://schemas.microsoft.com/office/drawing/2014/main" id="{E7B10F2E-882C-4BA6-8523-6A31B6EF0957}"/>
              </a:ext>
            </a:extLst>
          </p:cNvPr>
          <p:cNvSpPr>
            <a:spLocks noGrp="1"/>
          </p:cNvSpPr>
          <p:nvPr/>
        </p:nvSpPr>
        <p:spPr>
          <a:xfrm>
            <a:off x="2023311" y="636740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2654" name="text_2653">
            <a:extLst>
              <a:ext uri="{FF2B5EF4-FFF2-40B4-BE49-F238E27FC236}">
                <a16:creationId xmlns:a16="http://schemas.microsoft.com/office/drawing/2014/main" id="{DD7068A6-DFC2-4E6A-85A5-6225340A03BD}"/>
              </a:ext>
            </a:extLst>
          </p:cNvPr>
          <p:cNvSpPr>
            <a:spLocks noGrp="1"/>
          </p:cNvSpPr>
          <p:nvPr/>
        </p:nvSpPr>
        <p:spPr>
          <a:xfrm>
            <a:off x="1792303" y="4752409"/>
            <a:ext cx="91973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d</a:t>
            </a:r>
          </a:p>
        </p:txBody>
      </p:sp>
      <p:sp>
        <p:nvSpPr>
          <p:cNvPr id="2655" name="text_2654">
            <a:extLst>
              <a:ext uri="{FF2B5EF4-FFF2-40B4-BE49-F238E27FC236}">
                <a16:creationId xmlns:a16="http://schemas.microsoft.com/office/drawing/2014/main" id="{0A885E8D-8D4F-42B5-B80F-768E404C9540}"/>
              </a:ext>
            </a:extLst>
          </p:cNvPr>
          <p:cNvSpPr>
            <a:spLocks noGrp="1"/>
          </p:cNvSpPr>
          <p:nvPr/>
        </p:nvSpPr>
        <p:spPr>
          <a:xfrm>
            <a:off x="2023311" y="4743417"/>
            <a:ext cx="1027143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Small molecules, GT</a:t>
            </a:r>
          </a:p>
        </p:txBody>
      </p:sp>
      <p:sp>
        <p:nvSpPr>
          <p:cNvPr id="2656" name="01_find_only_2655">
            <a:extLst>
              <a:ext uri="{FF2B5EF4-FFF2-40B4-BE49-F238E27FC236}">
                <a16:creationId xmlns:a16="http://schemas.microsoft.com/office/drawing/2014/main" id="{379FB5AE-96BA-4D66-ABD8-C8692D6EDB6F}"/>
              </a:ext>
            </a:extLst>
          </p:cNvPr>
          <p:cNvSpPr>
            <a:spLocks noGrp="1"/>
          </p:cNvSpPr>
          <p:nvPr/>
        </p:nvSpPr>
        <p:spPr>
          <a:xfrm>
            <a:off x="2038589" y="5356112"/>
            <a:ext cx="1527834" cy="946712"/>
          </a:xfrm>
          <a:custGeom>
            <a:avLst/>
            <a:gdLst/>
            <a:ahLst/>
            <a:cxnLst/>
            <a:rect l="0" t="0" r="0" b="0"/>
            <a:pathLst>
              <a:path w="1500000" h="929465">
                <a:moveTo>
                  <a:pt x="0" y="929465"/>
                </a:moveTo>
                <a:lnTo>
                  <a:pt x="16667" y="928573"/>
                </a:lnTo>
                <a:lnTo>
                  <a:pt x="16667" y="927899"/>
                </a:lnTo>
                <a:lnTo>
                  <a:pt x="25000" y="926565"/>
                </a:lnTo>
                <a:lnTo>
                  <a:pt x="25641" y="925492"/>
                </a:lnTo>
                <a:lnTo>
                  <a:pt x="27778" y="925412"/>
                </a:lnTo>
                <a:lnTo>
                  <a:pt x="27778" y="923164"/>
                </a:lnTo>
                <a:lnTo>
                  <a:pt x="35714" y="922316"/>
                </a:lnTo>
                <a:lnTo>
                  <a:pt x="35714" y="919908"/>
                </a:lnTo>
                <a:lnTo>
                  <a:pt x="41667" y="919216"/>
                </a:lnTo>
                <a:lnTo>
                  <a:pt x="41667" y="916181"/>
                </a:lnTo>
                <a:lnTo>
                  <a:pt x="45455" y="916008"/>
                </a:lnTo>
                <a:lnTo>
                  <a:pt x="45455" y="913555"/>
                </a:lnTo>
                <a:lnTo>
                  <a:pt x="50000" y="913555"/>
                </a:lnTo>
                <a:lnTo>
                  <a:pt x="51282" y="910684"/>
                </a:lnTo>
                <a:lnTo>
                  <a:pt x="55556" y="910202"/>
                </a:lnTo>
                <a:lnTo>
                  <a:pt x="55556" y="907954"/>
                </a:lnTo>
                <a:lnTo>
                  <a:pt x="62500" y="907556"/>
                </a:lnTo>
                <a:lnTo>
                  <a:pt x="62500" y="901936"/>
                </a:lnTo>
                <a:lnTo>
                  <a:pt x="71429" y="900915"/>
                </a:lnTo>
                <a:lnTo>
                  <a:pt x="71429" y="894171"/>
                </a:lnTo>
                <a:lnTo>
                  <a:pt x="83333" y="893254"/>
                </a:lnTo>
                <a:lnTo>
                  <a:pt x="83333" y="875357"/>
                </a:lnTo>
                <a:lnTo>
                  <a:pt x="90909" y="875184"/>
                </a:lnTo>
                <a:lnTo>
                  <a:pt x="91667" y="872507"/>
                </a:lnTo>
                <a:lnTo>
                  <a:pt x="100000" y="871815"/>
                </a:lnTo>
                <a:lnTo>
                  <a:pt x="100000" y="861024"/>
                </a:lnTo>
                <a:lnTo>
                  <a:pt x="107143" y="860289"/>
                </a:lnTo>
                <a:lnTo>
                  <a:pt x="108333" y="858137"/>
                </a:lnTo>
                <a:lnTo>
                  <a:pt x="111111" y="857964"/>
                </a:lnTo>
                <a:lnTo>
                  <a:pt x="111111" y="856465"/>
                </a:lnTo>
                <a:lnTo>
                  <a:pt x="121795" y="855099"/>
                </a:lnTo>
                <a:lnTo>
                  <a:pt x="121795" y="854926"/>
                </a:lnTo>
                <a:lnTo>
                  <a:pt x="125000" y="854926"/>
                </a:lnTo>
                <a:lnTo>
                  <a:pt x="125000" y="825441"/>
                </a:lnTo>
                <a:lnTo>
                  <a:pt x="134615" y="824594"/>
                </a:lnTo>
                <a:lnTo>
                  <a:pt x="134615" y="823902"/>
                </a:lnTo>
                <a:lnTo>
                  <a:pt x="136364" y="823902"/>
                </a:lnTo>
                <a:lnTo>
                  <a:pt x="136364" y="821450"/>
                </a:lnTo>
                <a:lnTo>
                  <a:pt x="138889" y="821450"/>
                </a:lnTo>
                <a:lnTo>
                  <a:pt x="138889" y="819951"/>
                </a:lnTo>
                <a:lnTo>
                  <a:pt x="142857" y="819553"/>
                </a:lnTo>
                <a:lnTo>
                  <a:pt x="142857" y="814735"/>
                </a:lnTo>
                <a:lnTo>
                  <a:pt x="150000" y="814562"/>
                </a:lnTo>
                <a:lnTo>
                  <a:pt x="150000" y="811864"/>
                </a:lnTo>
                <a:lnTo>
                  <a:pt x="166667" y="810775"/>
                </a:lnTo>
                <a:lnTo>
                  <a:pt x="166667" y="776503"/>
                </a:lnTo>
                <a:lnTo>
                  <a:pt x="175000" y="775812"/>
                </a:lnTo>
                <a:lnTo>
                  <a:pt x="175000" y="774912"/>
                </a:lnTo>
                <a:lnTo>
                  <a:pt x="181818" y="773776"/>
                </a:lnTo>
                <a:lnTo>
                  <a:pt x="181818" y="771323"/>
                </a:lnTo>
                <a:lnTo>
                  <a:pt x="187500" y="771150"/>
                </a:lnTo>
                <a:lnTo>
                  <a:pt x="187500" y="766092"/>
                </a:lnTo>
                <a:lnTo>
                  <a:pt x="194444" y="765919"/>
                </a:lnTo>
                <a:lnTo>
                  <a:pt x="194444" y="763670"/>
                </a:lnTo>
                <a:lnTo>
                  <a:pt x="200000" y="763498"/>
                </a:lnTo>
                <a:lnTo>
                  <a:pt x="200000" y="751132"/>
                </a:lnTo>
                <a:lnTo>
                  <a:pt x="208333" y="750959"/>
                </a:lnTo>
                <a:lnTo>
                  <a:pt x="208333" y="747362"/>
                </a:lnTo>
                <a:lnTo>
                  <a:pt x="214286" y="747189"/>
                </a:lnTo>
                <a:lnTo>
                  <a:pt x="214286" y="742371"/>
                </a:lnTo>
                <a:lnTo>
                  <a:pt x="222222" y="741974"/>
                </a:lnTo>
                <a:lnTo>
                  <a:pt x="222222" y="740475"/>
                </a:lnTo>
                <a:lnTo>
                  <a:pt x="227273" y="739627"/>
                </a:lnTo>
                <a:lnTo>
                  <a:pt x="227273" y="737175"/>
                </a:lnTo>
                <a:lnTo>
                  <a:pt x="250000" y="736206"/>
                </a:lnTo>
                <a:lnTo>
                  <a:pt x="250000" y="599843"/>
                </a:lnTo>
                <a:lnTo>
                  <a:pt x="269231" y="599047"/>
                </a:lnTo>
                <a:lnTo>
                  <a:pt x="269231" y="598356"/>
                </a:lnTo>
                <a:lnTo>
                  <a:pt x="272727" y="598356"/>
                </a:lnTo>
                <a:lnTo>
                  <a:pt x="272727" y="595903"/>
                </a:lnTo>
                <a:lnTo>
                  <a:pt x="283333" y="594658"/>
                </a:lnTo>
                <a:lnTo>
                  <a:pt x="283333" y="594433"/>
                </a:lnTo>
                <a:lnTo>
                  <a:pt x="285714" y="594433"/>
                </a:lnTo>
                <a:lnTo>
                  <a:pt x="285714" y="589615"/>
                </a:lnTo>
                <a:lnTo>
                  <a:pt x="291667" y="588923"/>
                </a:lnTo>
                <a:lnTo>
                  <a:pt x="291667" y="587575"/>
                </a:lnTo>
                <a:lnTo>
                  <a:pt x="300000" y="587402"/>
                </a:lnTo>
                <a:lnTo>
                  <a:pt x="301282" y="574863"/>
                </a:lnTo>
                <a:lnTo>
                  <a:pt x="307692" y="574114"/>
                </a:lnTo>
                <a:lnTo>
                  <a:pt x="307692" y="573422"/>
                </a:lnTo>
                <a:lnTo>
                  <a:pt x="312500" y="573422"/>
                </a:lnTo>
                <a:lnTo>
                  <a:pt x="312500" y="570050"/>
                </a:lnTo>
                <a:lnTo>
                  <a:pt x="318182" y="569652"/>
                </a:lnTo>
                <a:lnTo>
                  <a:pt x="318182" y="567199"/>
                </a:lnTo>
                <a:lnTo>
                  <a:pt x="325000" y="566063"/>
                </a:lnTo>
                <a:lnTo>
                  <a:pt x="325000" y="565163"/>
                </a:lnTo>
                <a:lnTo>
                  <a:pt x="333333" y="564472"/>
                </a:lnTo>
                <a:lnTo>
                  <a:pt x="333333" y="528477"/>
                </a:lnTo>
                <a:lnTo>
                  <a:pt x="350000" y="527387"/>
                </a:lnTo>
                <a:lnTo>
                  <a:pt x="350000" y="525813"/>
                </a:lnTo>
                <a:lnTo>
                  <a:pt x="357143" y="525640"/>
                </a:lnTo>
                <a:lnTo>
                  <a:pt x="358333" y="520598"/>
                </a:lnTo>
                <a:lnTo>
                  <a:pt x="363636" y="520425"/>
                </a:lnTo>
                <a:lnTo>
                  <a:pt x="363636" y="517972"/>
                </a:lnTo>
                <a:lnTo>
                  <a:pt x="375000" y="516883"/>
                </a:lnTo>
                <a:lnTo>
                  <a:pt x="375000" y="493051"/>
                </a:lnTo>
                <a:lnTo>
                  <a:pt x="388889" y="492186"/>
                </a:lnTo>
                <a:lnTo>
                  <a:pt x="388889" y="491437"/>
                </a:lnTo>
                <a:lnTo>
                  <a:pt x="397436" y="490076"/>
                </a:lnTo>
                <a:lnTo>
                  <a:pt x="397436" y="489903"/>
                </a:lnTo>
                <a:lnTo>
                  <a:pt x="400000" y="489903"/>
                </a:lnTo>
                <a:lnTo>
                  <a:pt x="400000" y="480235"/>
                </a:lnTo>
                <a:lnTo>
                  <a:pt x="409091" y="480062"/>
                </a:lnTo>
                <a:lnTo>
                  <a:pt x="410256" y="477437"/>
                </a:lnTo>
                <a:lnTo>
                  <a:pt x="416667" y="477437"/>
                </a:lnTo>
                <a:lnTo>
                  <a:pt x="416667" y="464898"/>
                </a:lnTo>
                <a:lnTo>
                  <a:pt x="428571" y="464725"/>
                </a:lnTo>
                <a:lnTo>
                  <a:pt x="429487" y="461662"/>
                </a:lnTo>
                <a:lnTo>
                  <a:pt x="437500" y="461264"/>
                </a:lnTo>
                <a:lnTo>
                  <a:pt x="437500" y="459578"/>
                </a:lnTo>
                <a:lnTo>
                  <a:pt x="450000" y="459232"/>
                </a:lnTo>
                <a:lnTo>
                  <a:pt x="450000" y="457658"/>
                </a:lnTo>
                <a:lnTo>
                  <a:pt x="454545" y="457658"/>
                </a:lnTo>
                <a:lnTo>
                  <a:pt x="455128" y="455033"/>
                </a:lnTo>
                <a:lnTo>
                  <a:pt x="467949" y="453671"/>
                </a:lnTo>
                <a:lnTo>
                  <a:pt x="467949" y="453498"/>
                </a:lnTo>
                <a:lnTo>
                  <a:pt x="500000" y="452582"/>
                </a:lnTo>
                <a:lnTo>
                  <a:pt x="500000" y="35185"/>
                </a:lnTo>
                <a:lnTo>
                  <a:pt x="750000" y="34736"/>
                </a:lnTo>
                <a:lnTo>
                  <a:pt x="750000" y="17874"/>
                </a:lnTo>
                <a:lnTo>
                  <a:pt x="825000" y="16525"/>
                </a:lnTo>
                <a:lnTo>
                  <a:pt x="825000" y="16300"/>
                </a:lnTo>
                <a:lnTo>
                  <a:pt x="1125000" y="15176"/>
                </a:lnTo>
                <a:lnTo>
                  <a:pt x="1125000" y="11803"/>
                </a:lnTo>
                <a:lnTo>
                  <a:pt x="1250000" y="11803"/>
                </a:lnTo>
                <a:lnTo>
                  <a:pt x="1250000" y="8431"/>
                </a:lnTo>
                <a:lnTo>
                  <a:pt x="1312500" y="8431"/>
                </a:lnTo>
                <a:lnTo>
                  <a:pt x="1312500" y="6745"/>
                </a:lnTo>
                <a:lnTo>
                  <a:pt x="1375000" y="6745"/>
                </a:lnTo>
                <a:lnTo>
                  <a:pt x="1375000" y="3372"/>
                </a:lnTo>
                <a:lnTo>
                  <a:pt x="1500000" y="3372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2657" name="01_find_only_2656">
            <a:extLst>
              <a:ext uri="{FF2B5EF4-FFF2-40B4-BE49-F238E27FC236}">
                <a16:creationId xmlns:a16="http://schemas.microsoft.com/office/drawing/2014/main" id="{31DB8C86-BF11-4CE3-B63B-DA8122F5AEF3}"/>
              </a:ext>
            </a:extLst>
          </p:cNvPr>
          <p:cNvSpPr>
            <a:spLocks noGrp="1"/>
          </p:cNvSpPr>
          <p:nvPr/>
        </p:nvSpPr>
        <p:spPr>
          <a:xfrm>
            <a:off x="2038589" y="5011278"/>
            <a:ext cx="1527834" cy="1291545"/>
          </a:xfrm>
          <a:custGeom>
            <a:avLst/>
            <a:gdLst/>
            <a:ahLst/>
            <a:cxnLst/>
            <a:rect l="0" t="0" r="0" b="0"/>
            <a:pathLst>
              <a:path w="1500000" h="1268016">
                <a:moveTo>
                  <a:pt x="0" y="1268016"/>
                </a:moveTo>
                <a:lnTo>
                  <a:pt x="250000" y="1268016"/>
                </a:lnTo>
                <a:lnTo>
                  <a:pt x="250000" y="845344"/>
                </a:lnTo>
                <a:lnTo>
                  <a:pt x="333333" y="845344"/>
                </a:lnTo>
                <a:lnTo>
                  <a:pt x="333333" y="697409"/>
                </a:lnTo>
                <a:lnTo>
                  <a:pt x="375000" y="697409"/>
                </a:lnTo>
                <a:lnTo>
                  <a:pt x="375000" y="634008"/>
                </a:lnTo>
                <a:lnTo>
                  <a:pt x="500000" y="634008"/>
                </a:lnTo>
                <a:lnTo>
                  <a:pt x="500000" y="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2658" name="01_find_only_2657">
            <a:extLst>
              <a:ext uri="{FF2B5EF4-FFF2-40B4-BE49-F238E27FC236}">
                <a16:creationId xmlns:a16="http://schemas.microsoft.com/office/drawing/2014/main" id="{E67C853F-C57D-4D36-B598-AD4CCA442E36}"/>
              </a:ext>
            </a:extLst>
          </p:cNvPr>
          <p:cNvSpPr>
            <a:spLocks noGrp="1"/>
          </p:cNvSpPr>
          <p:nvPr/>
        </p:nvSpPr>
        <p:spPr>
          <a:xfrm>
            <a:off x="2271238" y="5945094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59" name="01_find_only_2658">
            <a:extLst>
              <a:ext uri="{FF2B5EF4-FFF2-40B4-BE49-F238E27FC236}">
                <a16:creationId xmlns:a16="http://schemas.microsoft.com/office/drawing/2014/main" id="{C18C4B03-EBDF-40B2-87E2-4C360CC118E7}"/>
              </a:ext>
            </a:extLst>
          </p:cNvPr>
          <p:cNvSpPr>
            <a:spLocks noGrp="1"/>
          </p:cNvSpPr>
          <p:nvPr/>
        </p:nvSpPr>
        <p:spPr>
          <a:xfrm>
            <a:off x="2525877" y="5369959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60" name="01_find_only_2659">
            <a:extLst>
              <a:ext uri="{FF2B5EF4-FFF2-40B4-BE49-F238E27FC236}">
                <a16:creationId xmlns:a16="http://schemas.microsoft.com/office/drawing/2014/main" id="{7575D529-A9F5-4BFE-87A0-7C1CF612491F}"/>
              </a:ext>
            </a:extLst>
          </p:cNvPr>
          <p:cNvSpPr>
            <a:spLocks noGrp="1"/>
          </p:cNvSpPr>
          <p:nvPr/>
        </p:nvSpPr>
        <p:spPr>
          <a:xfrm>
            <a:off x="3035155" y="5349578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61" name="01_find_only_2660">
            <a:extLst>
              <a:ext uri="{FF2B5EF4-FFF2-40B4-BE49-F238E27FC236}">
                <a16:creationId xmlns:a16="http://schemas.microsoft.com/office/drawing/2014/main" id="{D2ADBA36-A7CF-4778-90EE-AE2A0FDADC64}"/>
              </a:ext>
            </a:extLst>
          </p:cNvPr>
          <p:cNvSpPr>
            <a:spLocks noGrp="1"/>
          </p:cNvSpPr>
          <p:nvPr/>
        </p:nvSpPr>
        <p:spPr>
          <a:xfrm>
            <a:off x="3544432" y="533412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2662" name="01_find_only_2661">
            <a:extLst>
              <a:ext uri="{FF2B5EF4-FFF2-40B4-BE49-F238E27FC236}">
                <a16:creationId xmlns:a16="http://schemas.microsoft.com/office/drawing/2014/main" id="{085E5905-6CF6-42A3-B140-AA84AC56395C}"/>
              </a:ext>
            </a:extLst>
          </p:cNvPr>
          <p:cNvSpPr>
            <a:spLocks noGrp="1"/>
          </p:cNvSpPr>
          <p:nvPr/>
        </p:nvSpPr>
        <p:spPr>
          <a:xfrm>
            <a:off x="2256641" y="583572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3" name="01_find_only_2662">
            <a:extLst>
              <a:ext uri="{FF2B5EF4-FFF2-40B4-BE49-F238E27FC236}">
                <a16:creationId xmlns:a16="http://schemas.microsoft.com/office/drawing/2014/main" id="{2C65E675-7916-4F47-82AB-852E4B568998}"/>
              </a:ext>
            </a:extLst>
          </p:cNvPr>
          <p:cNvSpPr>
            <a:spLocks noGrp="1"/>
          </p:cNvSpPr>
          <p:nvPr/>
        </p:nvSpPr>
        <p:spPr>
          <a:xfrm>
            <a:off x="2511280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4" name="01_find_only_2663">
            <a:extLst>
              <a:ext uri="{FF2B5EF4-FFF2-40B4-BE49-F238E27FC236}">
                <a16:creationId xmlns:a16="http://schemas.microsoft.com/office/drawing/2014/main" id="{745B8E5C-1039-4DFF-9668-2BD9BA53E63E}"/>
              </a:ext>
            </a:extLst>
          </p:cNvPr>
          <p:cNvSpPr>
            <a:spLocks noGrp="1"/>
          </p:cNvSpPr>
          <p:nvPr/>
        </p:nvSpPr>
        <p:spPr>
          <a:xfrm>
            <a:off x="3020558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5" name="01_find_only_2664">
            <a:extLst>
              <a:ext uri="{FF2B5EF4-FFF2-40B4-BE49-F238E27FC236}">
                <a16:creationId xmlns:a16="http://schemas.microsoft.com/office/drawing/2014/main" id="{D42C20CA-6641-49B5-BEF0-9B724E69F087}"/>
              </a:ext>
            </a:extLst>
          </p:cNvPr>
          <p:cNvSpPr>
            <a:spLocks noGrp="1"/>
          </p:cNvSpPr>
          <p:nvPr/>
        </p:nvSpPr>
        <p:spPr>
          <a:xfrm>
            <a:off x="3529835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2666" name="01_find_only_2665">
            <a:extLst>
              <a:ext uri="{FF2B5EF4-FFF2-40B4-BE49-F238E27FC236}">
                <a16:creationId xmlns:a16="http://schemas.microsoft.com/office/drawing/2014/main" id="{7D72FC9D-8EF5-4107-B7DE-B3923FF34832}"/>
              </a:ext>
            </a:extLst>
          </p:cNvPr>
          <p:cNvSpPr>
            <a:spLocks noGrp="1"/>
          </p:cNvSpPr>
          <p:nvPr/>
        </p:nvSpPr>
        <p:spPr>
          <a:xfrm>
            <a:off x="4184890" y="4946701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667" name="01_find_only_2666">
            <a:extLst>
              <a:ext uri="{FF2B5EF4-FFF2-40B4-BE49-F238E27FC236}">
                <a16:creationId xmlns:a16="http://schemas.microsoft.com/office/drawing/2014/main" id="{0174151D-2EF8-47C5-8EFD-566E0289768F}"/>
              </a:ext>
            </a:extLst>
          </p:cNvPr>
          <p:cNvSpPr>
            <a:spLocks noGrp="1"/>
          </p:cNvSpPr>
          <p:nvPr/>
        </p:nvSpPr>
        <p:spPr>
          <a:xfrm>
            <a:off x="4388601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694" y="1257449"/>
                </a:lnTo>
                <a:lnTo>
                  <a:pt x="2731" y="1246883"/>
                </a:lnTo>
                <a:lnTo>
                  <a:pt x="5974" y="1236316"/>
                </a:lnTo>
                <a:lnTo>
                  <a:pt x="10216" y="1225749"/>
                </a:lnTo>
                <a:lnTo>
                  <a:pt x="15199" y="1215182"/>
                </a:lnTo>
                <a:lnTo>
                  <a:pt x="20637" y="1204615"/>
                </a:lnTo>
                <a:lnTo>
                  <a:pt x="26250" y="1194049"/>
                </a:lnTo>
                <a:lnTo>
                  <a:pt x="31780" y="1183482"/>
                </a:lnTo>
                <a:lnTo>
                  <a:pt x="37016" y="1172915"/>
                </a:lnTo>
                <a:lnTo>
                  <a:pt x="41797" y="1162348"/>
                </a:lnTo>
                <a:lnTo>
                  <a:pt x="46023" y="1151781"/>
                </a:lnTo>
                <a:lnTo>
                  <a:pt x="49648" y="1141215"/>
                </a:lnTo>
                <a:lnTo>
                  <a:pt x="52669" y="1130648"/>
                </a:lnTo>
                <a:lnTo>
                  <a:pt x="55123" y="1120081"/>
                </a:lnTo>
                <a:lnTo>
                  <a:pt x="57066" y="1109514"/>
                </a:lnTo>
                <a:lnTo>
                  <a:pt x="58569" y="1098947"/>
                </a:lnTo>
                <a:lnTo>
                  <a:pt x="59706" y="1088381"/>
                </a:lnTo>
                <a:lnTo>
                  <a:pt x="60545" y="1077814"/>
                </a:lnTo>
                <a:lnTo>
                  <a:pt x="61146" y="1067247"/>
                </a:lnTo>
                <a:lnTo>
                  <a:pt x="61558" y="1056680"/>
                </a:lnTo>
                <a:lnTo>
                  <a:pt x="61821" y="1046113"/>
                </a:lnTo>
                <a:lnTo>
                  <a:pt x="61963" y="1035547"/>
                </a:lnTo>
                <a:lnTo>
                  <a:pt x="62001" y="1024980"/>
                </a:lnTo>
                <a:lnTo>
                  <a:pt x="61950" y="1014413"/>
                </a:lnTo>
                <a:lnTo>
                  <a:pt x="61816" y="1003846"/>
                </a:lnTo>
                <a:lnTo>
                  <a:pt x="61601" y="993279"/>
                </a:lnTo>
                <a:lnTo>
                  <a:pt x="61309" y="982713"/>
                </a:lnTo>
                <a:lnTo>
                  <a:pt x="60938" y="972146"/>
                </a:lnTo>
                <a:lnTo>
                  <a:pt x="60491" y="961579"/>
                </a:lnTo>
                <a:lnTo>
                  <a:pt x="59969" y="951012"/>
                </a:lnTo>
                <a:lnTo>
                  <a:pt x="59378" y="940445"/>
                </a:lnTo>
                <a:lnTo>
                  <a:pt x="58724" y="929879"/>
                </a:lnTo>
                <a:lnTo>
                  <a:pt x="58021" y="919312"/>
                </a:lnTo>
                <a:lnTo>
                  <a:pt x="57283" y="908745"/>
                </a:lnTo>
                <a:lnTo>
                  <a:pt x="56529" y="898178"/>
                </a:lnTo>
                <a:lnTo>
                  <a:pt x="55781" y="887611"/>
                </a:lnTo>
                <a:lnTo>
                  <a:pt x="55061" y="877045"/>
                </a:lnTo>
                <a:lnTo>
                  <a:pt x="54390" y="866478"/>
                </a:lnTo>
                <a:lnTo>
                  <a:pt x="53785" y="855911"/>
                </a:lnTo>
                <a:lnTo>
                  <a:pt x="53258" y="845344"/>
                </a:lnTo>
                <a:lnTo>
                  <a:pt x="52813" y="834777"/>
                </a:lnTo>
                <a:lnTo>
                  <a:pt x="52444" y="824211"/>
                </a:lnTo>
                <a:lnTo>
                  <a:pt x="52138" y="813644"/>
                </a:lnTo>
                <a:lnTo>
                  <a:pt x="51867" y="803077"/>
                </a:lnTo>
                <a:lnTo>
                  <a:pt x="51600" y="792510"/>
                </a:lnTo>
                <a:lnTo>
                  <a:pt x="51296" y="781943"/>
                </a:lnTo>
                <a:lnTo>
                  <a:pt x="50913" y="771377"/>
                </a:lnTo>
                <a:lnTo>
                  <a:pt x="50409" y="760810"/>
                </a:lnTo>
                <a:lnTo>
                  <a:pt x="49752" y="750243"/>
                </a:lnTo>
                <a:lnTo>
                  <a:pt x="48921" y="739676"/>
                </a:lnTo>
                <a:lnTo>
                  <a:pt x="47911" y="729109"/>
                </a:lnTo>
                <a:lnTo>
                  <a:pt x="46741" y="718543"/>
                </a:lnTo>
                <a:lnTo>
                  <a:pt x="45452" y="707976"/>
                </a:lnTo>
                <a:lnTo>
                  <a:pt x="44107" y="697409"/>
                </a:lnTo>
                <a:lnTo>
                  <a:pt x="42790" y="686842"/>
                </a:lnTo>
                <a:lnTo>
                  <a:pt x="41597" y="676275"/>
                </a:lnTo>
                <a:lnTo>
                  <a:pt x="40627" y="665708"/>
                </a:lnTo>
                <a:lnTo>
                  <a:pt x="39974" y="655142"/>
                </a:lnTo>
                <a:lnTo>
                  <a:pt x="39714" y="644575"/>
                </a:lnTo>
                <a:lnTo>
                  <a:pt x="39899" y="634008"/>
                </a:lnTo>
                <a:lnTo>
                  <a:pt x="40549" y="623441"/>
                </a:lnTo>
                <a:lnTo>
                  <a:pt x="41649" y="612874"/>
                </a:lnTo>
                <a:lnTo>
                  <a:pt x="43153" y="602308"/>
                </a:lnTo>
                <a:lnTo>
                  <a:pt x="44986" y="591741"/>
                </a:lnTo>
                <a:lnTo>
                  <a:pt x="47055" y="581174"/>
                </a:lnTo>
                <a:lnTo>
                  <a:pt x="49258" y="570607"/>
                </a:lnTo>
                <a:lnTo>
                  <a:pt x="51491" y="560040"/>
                </a:lnTo>
                <a:lnTo>
                  <a:pt x="53663" y="549474"/>
                </a:lnTo>
                <a:lnTo>
                  <a:pt x="55696" y="538907"/>
                </a:lnTo>
                <a:lnTo>
                  <a:pt x="57534" y="528340"/>
                </a:lnTo>
                <a:lnTo>
                  <a:pt x="59143" y="517773"/>
                </a:lnTo>
                <a:lnTo>
                  <a:pt x="60509" y="507206"/>
                </a:lnTo>
                <a:lnTo>
                  <a:pt x="61633" y="496640"/>
                </a:lnTo>
                <a:lnTo>
                  <a:pt x="62533" y="486073"/>
                </a:lnTo>
                <a:lnTo>
                  <a:pt x="63233" y="475506"/>
                </a:lnTo>
                <a:lnTo>
                  <a:pt x="63763" y="464939"/>
                </a:lnTo>
                <a:lnTo>
                  <a:pt x="64153" y="454372"/>
                </a:lnTo>
                <a:lnTo>
                  <a:pt x="64434" y="443806"/>
                </a:lnTo>
                <a:lnTo>
                  <a:pt x="64630" y="433239"/>
                </a:lnTo>
                <a:lnTo>
                  <a:pt x="64764" y="422672"/>
                </a:lnTo>
                <a:lnTo>
                  <a:pt x="64852" y="412105"/>
                </a:lnTo>
                <a:lnTo>
                  <a:pt x="64910" y="401538"/>
                </a:lnTo>
                <a:lnTo>
                  <a:pt x="64946" y="390972"/>
                </a:lnTo>
                <a:lnTo>
                  <a:pt x="64969" y="380405"/>
                </a:lnTo>
                <a:lnTo>
                  <a:pt x="64982" y="369838"/>
                </a:lnTo>
                <a:lnTo>
                  <a:pt x="64990" y="359271"/>
                </a:lnTo>
                <a:lnTo>
                  <a:pt x="64995" y="348704"/>
                </a:lnTo>
                <a:lnTo>
                  <a:pt x="64997" y="338138"/>
                </a:lnTo>
                <a:lnTo>
                  <a:pt x="64999" y="327571"/>
                </a:lnTo>
                <a:lnTo>
                  <a:pt x="64999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1" y="317004"/>
                </a:lnTo>
                <a:lnTo>
                  <a:pt x="65001" y="327571"/>
                </a:lnTo>
                <a:lnTo>
                  <a:pt x="65003" y="338138"/>
                </a:lnTo>
                <a:lnTo>
                  <a:pt x="65005" y="348704"/>
                </a:lnTo>
                <a:lnTo>
                  <a:pt x="65010" y="359271"/>
                </a:lnTo>
                <a:lnTo>
                  <a:pt x="65018" y="369838"/>
                </a:lnTo>
                <a:lnTo>
                  <a:pt x="65031" y="380405"/>
                </a:lnTo>
                <a:lnTo>
                  <a:pt x="65054" y="390972"/>
                </a:lnTo>
                <a:lnTo>
                  <a:pt x="65090" y="401538"/>
                </a:lnTo>
                <a:lnTo>
                  <a:pt x="65148" y="412105"/>
                </a:lnTo>
                <a:lnTo>
                  <a:pt x="65236" y="422672"/>
                </a:lnTo>
                <a:lnTo>
                  <a:pt x="65370" y="433239"/>
                </a:lnTo>
                <a:lnTo>
                  <a:pt x="65566" y="443806"/>
                </a:lnTo>
                <a:lnTo>
                  <a:pt x="65847" y="454372"/>
                </a:lnTo>
                <a:lnTo>
                  <a:pt x="66237" y="464939"/>
                </a:lnTo>
                <a:lnTo>
                  <a:pt x="66767" y="475506"/>
                </a:lnTo>
                <a:lnTo>
                  <a:pt x="67467" y="486073"/>
                </a:lnTo>
                <a:lnTo>
                  <a:pt x="68367" y="496640"/>
                </a:lnTo>
                <a:lnTo>
                  <a:pt x="69491" y="507206"/>
                </a:lnTo>
                <a:lnTo>
                  <a:pt x="70857" y="517773"/>
                </a:lnTo>
                <a:lnTo>
                  <a:pt x="72466" y="528340"/>
                </a:lnTo>
                <a:lnTo>
                  <a:pt x="74304" y="538907"/>
                </a:lnTo>
                <a:lnTo>
                  <a:pt x="76337" y="549474"/>
                </a:lnTo>
                <a:lnTo>
                  <a:pt x="78509" y="560040"/>
                </a:lnTo>
                <a:lnTo>
                  <a:pt x="80742" y="570607"/>
                </a:lnTo>
                <a:lnTo>
                  <a:pt x="82945" y="581174"/>
                </a:lnTo>
                <a:lnTo>
                  <a:pt x="85014" y="591741"/>
                </a:lnTo>
                <a:lnTo>
                  <a:pt x="86847" y="602308"/>
                </a:lnTo>
                <a:lnTo>
                  <a:pt x="88351" y="612874"/>
                </a:lnTo>
                <a:lnTo>
                  <a:pt x="89451" y="623441"/>
                </a:lnTo>
                <a:lnTo>
                  <a:pt x="90101" y="634008"/>
                </a:lnTo>
                <a:lnTo>
                  <a:pt x="90286" y="644575"/>
                </a:lnTo>
                <a:lnTo>
                  <a:pt x="90026" y="655142"/>
                </a:lnTo>
                <a:lnTo>
                  <a:pt x="89373" y="665708"/>
                </a:lnTo>
                <a:lnTo>
                  <a:pt x="88403" y="676275"/>
                </a:lnTo>
                <a:lnTo>
                  <a:pt x="87210" y="686842"/>
                </a:lnTo>
                <a:lnTo>
                  <a:pt x="85893" y="697409"/>
                </a:lnTo>
                <a:lnTo>
                  <a:pt x="84548" y="707976"/>
                </a:lnTo>
                <a:lnTo>
                  <a:pt x="83259" y="718543"/>
                </a:lnTo>
                <a:lnTo>
                  <a:pt x="82089" y="729109"/>
                </a:lnTo>
                <a:lnTo>
                  <a:pt x="81079" y="739676"/>
                </a:lnTo>
                <a:lnTo>
                  <a:pt x="80248" y="750243"/>
                </a:lnTo>
                <a:lnTo>
                  <a:pt x="79591" y="760810"/>
                </a:lnTo>
                <a:lnTo>
                  <a:pt x="79087" y="771377"/>
                </a:lnTo>
                <a:lnTo>
                  <a:pt x="78704" y="781943"/>
                </a:lnTo>
                <a:lnTo>
                  <a:pt x="78400" y="792510"/>
                </a:lnTo>
                <a:lnTo>
                  <a:pt x="78133" y="803077"/>
                </a:lnTo>
                <a:lnTo>
                  <a:pt x="77863" y="813644"/>
                </a:lnTo>
                <a:lnTo>
                  <a:pt x="77556" y="824211"/>
                </a:lnTo>
                <a:lnTo>
                  <a:pt x="77188" y="834777"/>
                </a:lnTo>
                <a:lnTo>
                  <a:pt x="76742" y="845344"/>
                </a:lnTo>
                <a:lnTo>
                  <a:pt x="76215" y="855911"/>
                </a:lnTo>
                <a:lnTo>
                  <a:pt x="75610" y="866478"/>
                </a:lnTo>
                <a:lnTo>
                  <a:pt x="74939" y="877045"/>
                </a:lnTo>
                <a:lnTo>
                  <a:pt x="74219" y="887611"/>
                </a:lnTo>
                <a:lnTo>
                  <a:pt x="73471" y="898178"/>
                </a:lnTo>
                <a:lnTo>
                  <a:pt x="72718" y="908745"/>
                </a:lnTo>
                <a:lnTo>
                  <a:pt x="71979" y="919312"/>
                </a:lnTo>
                <a:lnTo>
                  <a:pt x="71276" y="929879"/>
                </a:lnTo>
                <a:lnTo>
                  <a:pt x="70622" y="940445"/>
                </a:lnTo>
                <a:lnTo>
                  <a:pt x="70031" y="951012"/>
                </a:lnTo>
                <a:lnTo>
                  <a:pt x="69509" y="961579"/>
                </a:lnTo>
                <a:lnTo>
                  <a:pt x="69062" y="972146"/>
                </a:lnTo>
                <a:lnTo>
                  <a:pt x="68691" y="982713"/>
                </a:lnTo>
                <a:lnTo>
                  <a:pt x="68399" y="993279"/>
                </a:lnTo>
                <a:lnTo>
                  <a:pt x="68185" y="1003846"/>
                </a:lnTo>
                <a:lnTo>
                  <a:pt x="68050" y="1014413"/>
                </a:lnTo>
                <a:lnTo>
                  <a:pt x="67999" y="1024980"/>
                </a:lnTo>
                <a:lnTo>
                  <a:pt x="68037" y="1035547"/>
                </a:lnTo>
                <a:lnTo>
                  <a:pt x="68179" y="1046113"/>
                </a:lnTo>
                <a:lnTo>
                  <a:pt x="68442" y="1056680"/>
                </a:lnTo>
                <a:lnTo>
                  <a:pt x="68854" y="1067247"/>
                </a:lnTo>
                <a:lnTo>
                  <a:pt x="69455" y="1077814"/>
                </a:lnTo>
                <a:lnTo>
                  <a:pt x="70294" y="1088381"/>
                </a:lnTo>
                <a:lnTo>
                  <a:pt x="71431" y="1098947"/>
                </a:lnTo>
                <a:lnTo>
                  <a:pt x="72934" y="1109514"/>
                </a:lnTo>
                <a:lnTo>
                  <a:pt x="74877" y="1120081"/>
                </a:lnTo>
                <a:lnTo>
                  <a:pt x="77331" y="1130648"/>
                </a:lnTo>
                <a:lnTo>
                  <a:pt x="80352" y="1141215"/>
                </a:lnTo>
                <a:lnTo>
                  <a:pt x="83977" y="1151781"/>
                </a:lnTo>
                <a:lnTo>
                  <a:pt x="88203" y="1162348"/>
                </a:lnTo>
                <a:lnTo>
                  <a:pt x="92984" y="1172915"/>
                </a:lnTo>
                <a:lnTo>
                  <a:pt x="98220" y="1183482"/>
                </a:lnTo>
                <a:lnTo>
                  <a:pt x="103750" y="1194049"/>
                </a:lnTo>
                <a:lnTo>
                  <a:pt x="109363" y="1204615"/>
                </a:lnTo>
                <a:lnTo>
                  <a:pt x="114801" y="1215182"/>
                </a:lnTo>
                <a:lnTo>
                  <a:pt x="119784" y="1225749"/>
                </a:lnTo>
                <a:lnTo>
                  <a:pt x="124026" y="1236316"/>
                </a:lnTo>
                <a:lnTo>
                  <a:pt x="127269" y="1246883"/>
                </a:lnTo>
                <a:lnTo>
                  <a:pt x="129306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68" name="01_find_only_2667">
            <a:extLst>
              <a:ext uri="{FF2B5EF4-FFF2-40B4-BE49-F238E27FC236}">
                <a16:creationId xmlns:a16="http://schemas.microsoft.com/office/drawing/2014/main" id="{4F10EA39-AF5B-4CEB-B0EF-23B9EE7B2617}"/>
              </a:ext>
            </a:extLst>
          </p:cNvPr>
          <p:cNvSpPr>
            <a:spLocks noGrp="1"/>
          </p:cNvSpPr>
          <p:nvPr/>
        </p:nvSpPr>
        <p:spPr>
          <a:xfrm>
            <a:off x="4643240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01436" y="1268016"/>
                </a:moveTo>
                <a:lnTo>
                  <a:pt x="28564" y="1268016"/>
                </a:lnTo>
                <a:lnTo>
                  <a:pt x="28928" y="1257449"/>
                </a:lnTo>
                <a:lnTo>
                  <a:pt x="29993" y="1246883"/>
                </a:lnTo>
                <a:lnTo>
                  <a:pt x="31691" y="1236316"/>
                </a:lnTo>
                <a:lnTo>
                  <a:pt x="33915" y="1225749"/>
                </a:lnTo>
                <a:lnTo>
                  <a:pt x="36529" y="1215182"/>
                </a:lnTo>
                <a:lnTo>
                  <a:pt x="39387" y="1204615"/>
                </a:lnTo>
                <a:lnTo>
                  <a:pt x="42343" y="1194049"/>
                </a:lnTo>
                <a:lnTo>
                  <a:pt x="45264" y="1183482"/>
                </a:lnTo>
                <a:lnTo>
                  <a:pt x="48039" y="1172915"/>
                </a:lnTo>
                <a:lnTo>
                  <a:pt x="50586" y="1162348"/>
                </a:lnTo>
                <a:lnTo>
                  <a:pt x="52852" y="1151781"/>
                </a:lnTo>
                <a:lnTo>
                  <a:pt x="54810" y="1141215"/>
                </a:lnTo>
                <a:lnTo>
                  <a:pt x="56462" y="1130648"/>
                </a:lnTo>
                <a:lnTo>
                  <a:pt x="57822" y="1120081"/>
                </a:lnTo>
                <a:lnTo>
                  <a:pt x="58921" y="1109514"/>
                </a:lnTo>
                <a:lnTo>
                  <a:pt x="59794" y="1098947"/>
                </a:lnTo>
                <a:lnTo>
                  <a:pt x="60478" y="1088381"/>
                </a:lnTo>
                <a:lnTo>
                  <a:pt x="61008" y="1077814"/>
                </a:lnTo>
                <a:lnTo>
                  <a:pt x="61416" y="1067247"/>
                </a:lnTo>
                <a:lnTo>
                  <a:pt x="61728" y="1056680"/>
                </a:lnTo>
                <a:lnTo>
                  <a:pt x="61965" y="1046113"/>
                </a:lnTo>
                <a:lnTo>
                  <a:pt x="62144" y="1035547"/>
                </a:lnTo>
                <a:lnTo>
                  <a:pt x="62281" y="1024980"/>
                </a:lnTo>
                <a:lnTo>
                  <a:pt x="62384" y="1014413"/>
                </a:lnTo>
                <a:lnTo>
                  <a:pt x="62465" y="1003846"/>
                </a:lnTo>
                <a:lnTo>
                  <a:pt x="62530" y="993279"/>
                </a:lnTo>
                <a:lnTo>
                  <a:pt x="62584" y="982713"/>
                </a:lnTo>
                <a:lnTo>
                  <a:pt x="62632" y="972146"/>
                </a:lnTo>
                <a:lnTo>
                  <a:pt x="62676" y="961579"/>
                </a:lnTo>
                <a:lnTo>
                  <a:pt x="62715" y="951012"/>
                </a:lnTo>
                <a:lnTo>
                  <a:pt x="62749" y="940445"/>
                </a:lnTo>
                <a:lnTo>
                  <a:pt x="62774" y="929879"/>
                </a:lnTo>
                <a:lnTo>
                  <a:pt x="62787" y="919312"/>
                </a:lnTo>
                <a:lnTo>
                  <a:pt x="62781" y="908745"/>
                </a:lnTo>
                <a:lnTo>
                  <a:pt x="62754" y="898178"/>
                </a:lnTo>
                <a:lnTo>
                  <a:pt x="62702" y="887611"/>
                </a:lnTo>
                <a:lnTo>
                  <a:pt x="62623" y="877045"/>
                </a:lnTo>
                <a:lnTo>
                  <a:pt x="62515" y="866478"/>
                </a:lnTo>
                <a:lnTo>
                  <a:pt x="62381" y="855911"/>
                </a:lnTo>
                <a:lnTo>
                  <a:pt x="62221" y="845344"/>
                </a:lnTo>
                <a:lnTo>
                  <a:pt x="62039" y="834777"/>
                </a:lnTo>
                <a:lnTo>
                  <a:pt x="61836" y="824211"/>
                </a:lnTo>
                <a:lnTo>
                  <a:pt x="61613" y="813644"/>
                </a:lnTo>
                <a:lnTo>
                  <a:pt x="61369" y="803077"/>
                </a:lnTo>
                <a:lnTo>
                  <a:pt x="61101" y="792510"/>
                </a:lnTo>
                <a:lnTo>
                  <a:pt x="60803" y="781943"/>
                </a:lnTo>
                <a:lnTo>
                  <a:pt x="60465" y="771377"/>
                </a:lnTo>
                <a:lnTo>
                  <a:pt x="60081" y="760810"/>
                </a:lnTo>
                <a:lnTo>
                  <a:pt x="59640" y="750243"/>
                </a:lnTo>
                <a:lnTo>
                  <a:pt x="59136" y="739676"/>
                </a:lnTo>
                <a:lnTo>
                  <a:pt x="58570" y="729109"/>
                </a:lnTo>
                <a:lnTo>
                  <a:pt x="57946" y="718543"/>
                </a:lnTo>
                <a:lnTo>
                  <a:pt x="57279" y="707976"/>
                </a:lnTo>
                <a:lnTo>
                  <a:pt x="56590" y="697409"/>
                </a:lnTo>
                <a:lnTo>
                  <a:pt x="55911" y="686842"/>
                </a:lnTo>
                <a:lnTo>
                  <a:pt x="55277" y="676275"/>
                </a:lnTo>
                <a:lnTo>
                  <a:pt x="54726" y="665708"/>
                </a:lnTo>
                <a:lnTo>
                  <a:pt x="54295" y="655142"/>
                </a:lnTo>
                <a:lnTo>
                  <a:pt x="54013" y="644575"/>
                </a:lnTo>
                <a:lnTo>
                  <a:pt x="53902" y="634008"/>
                </a:lnTo>
                <a:lnTo>
                  <a:pt x="53970" y="623441"/>
                </a:lnTo>
                <a:lnTo>
                  <a:pt x="54209" y="612874"/>
                </a:lnTo>
                <a:lnTo>
                  <a:pt x="54600" y="602308"/>
                </a:lnTo>
                <a:lnTo>
                  <a:pt x="55110" y="591741"/>
                </a:lnTo>
                <a:lnTo>
                  <a:pt x="55696" y="581174"/>
                </a:lnTo>
                <a:lnTo>
                  <a:pt x="56313" y="570607"/>
                </a:lnTo>
                <a:lnTo>
                  <a:pt x="56911" y="560040"/>
                </a:lnTo>
                <a:lnTo>
                  <a:pt x="57449" y="549474"/>
                </a:lnTo>
                <a:lnTo>
                  <a:pt x="57888" y="538907"/>
                </a:lnTo>
                <a:lnTo>
                  <a:pt x="58204" y="528340"/>
                </a:lnTo>
                <a:lnTo>
                  <a:pt x="58380" y="517773"/>
                </a:lnTo>
                <a:lnTo>
                  <a:pt x="58416" y="507206"/>
                </a:lnTo>
                <a:lnTo>
                  <a:pt x="58321" y="496640"/>
                </a:lnTo>
                <a:lnTo>
                  <a:pt x="58115" y="486073"/>
                </a:lnTo>
                <a:lnTo>
                  <a:pt x="57827" y="475506"/>
                </a:lnTo>
                <a:lnTo>
                  <a:pt x="57489" y="464939"/>
                </a:lnTo>
                <a:lnTo>
                  <a:pt x="57137" y="454372"/>
                </a:lnTo>
                <a:lnTo>
                  <a:pt x="56807" y="443806"/>
                </a:lnTo>
                <a:lnTo>
                  <a:pt x="56530" y="433239"/>
                </a:lnTo>
                <a:lnTo>
                  <a:pt x="56330" y="422672"/>
                </a:lnTo>
                <a:lnTo>
                  <a:pt x="56227" y="412105"/>
                </a:lnTo>
                <a:lnTo>
                  <a:pt x="56230" y="401538"/>
                </a:lnTo>
                <a:lnTo>
                  <a:pt x="56339" y="390972"/>
                </a:lnTo>
                <a:lnTo>
                  <a:pt x="56551" y="380405"/>
                </a:lnTo>
                <a:lnTo>
                  <a:pt x="56851" y="369838"/>
                </a:lnTo>
                <a:lnTo>
                  <a:pt x="57226" y="359271"/>
                </a:lnTo>
                <a:lnTo>
                  <a:pt x="57658" y="348704"/>
                </a:lnTo>
                <a:lnTo>
                  <a:pt x="58126" y="338138"/>
                </a:lnTo>
                <a:lnTo>
                  <a:pt x="58614" y="327571"/>
                </a:lnTo>
                <a:lnTo>
                  <a:pt x="59104" y="317004"/>
                </a:lnTo>
                <a:lnTo>
                  <a:pt x="59583" y="306437"/>
                </a:lnTo>
                <a:lnTo>
                  <a:pt x="60037" y="295870"/>
                </a:lnTo>
                <a:lnTo>
                  <a:pt x="60455" y="285304"/>
                </a:lnTo>
                <a:lnTo>
                  <a:pt x="60827" y="274737"/>
                </a:lnTo>
                <a:lnTo>
                  <a:pt x="61143" y="264170"/>
                </a:lnTo>
                <a:lnTo>
                  <a:pt x="61394" y="253603"/>
                </a:lnTo>
                <a:lnTo>
                  <a:pt x="61566" y="243036"/>
                </a:lnTo>
                <a:lnTo>
                  <a:pt x="61648" y="232470"/>
                </a:lnTo>
                <a:lnTo>
                  <a:pt x="61620" y="221903"/>
                </a:lnTo>
                <a:lnTo>
                  <a:pt x="61460" y="211336"/>
                </a:lnTo>
                <a:lnTo>
                  <a:pt x="61137" y="200769"/>
                </a:lnTo>
                <a:lnTo>
                  <a:pt x="60613" y="190202"/>
                </a:lnTo>
                <a:lnTo>
                  <a:pt x="59839" y="179636"/>
                </a:lnTo>
                <a:lnTo>
                  <a:pt x="58756" y="169069"/>
                </a:lnTo>
                <a:lnTo>
                  <a:pt x="57297" y="158502"/>
                </a:lnTo>
                <a:lnTo>
                  <a:pt x="55391" y="147935"/>
                </a:lnTo>
                <a:lnTo>
                  <a:pt x="52970" y="137368"/>
                </a:lnTo>
                <a:lnTo>
                  <a:pt x="49975" y="126802"/>
                </a:lnTo>
                <a:lnTo>
                  <a:pt x="46369" y="116235"/>
                </a:lnTo>
                <a:lnTo>
                  <a:pt x="42152" y="105668"/>
                </a:lnTo>
                <a:lnTo>
                  <a:pt x="37368" y="95101"/>
                </a:lnTo>
                <a:lnTo>
                  <a:pt x="32116" y="84534"/>
                </a:lnTo>
                <a:lnTo>
                  <a:pt x="26555" y="73968"/>
                </a:lnTo>
                <a:lnTo>
                  <a:pt x="20897" y="63401"/>
                </a:lnTo>
                <a:lnTo>
                  <a:pt x="15404" y="52834"/>
                </a:lnTo>
                <a:lnTo>
                  <a:pt x="10363" y="42267"/>
                </a:lnTo>
                <a:lnTo>
                  <a:pt x="6063" y="31700"/>
                </a:lnTo>
                <a:lnTo>
                  <a:pt x="2773" y="21134"/>
                </a:lnTo>
                <a:lnTo>
                  <a:pt x="705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95" y="10567"/>
                </a:lnTo>
                <a:lnTo>
                  <a:pt x="127227" y="21134"/>
                </a:lnTo>
                <a:lnTo>
                  <a:pt x="123937" y="31700"/>
                </a:lnTo>
                <a:lnTo>
                  <a:pt x="119637" y="42267"/>
                </a:lnTo>
                <a:lnTo>
                  <a:pt x="114596" y="52834"/>
                </a:lnTo>
                <a:lnTo>
                  <a:pt x="109103" y="63401"/>
                </a:lnTo>
                <a:lnTo>
                  <a:pt x="103445" y="73968"/>
                </a:lnTo>
                <a:lnTo>
                  <a:pt x="97884" y="84534"/>
                </a:lnTo>
                <a:lnTo>
                  <a:pt x="92632" y="95101"/>
                </a:lnTo>
                <a:lnTo>
                  <a:pt x="87848" y="105668"/>
                </a:lnTo>
                <a:lnTo>
                  <a:pt x="83631" y="116235"/>
                </a:lnTo>
                <a:lnTo>
                  <a:pt x="80025" y="126802"/>
                </a:lnTo>
                <a:lnTo>
                  <a:pt x="77030" y="137368"/>
                </a:lnTo>
                <a:lnTo>
                  <a:pt x="74609" y="147935"/>
                </a:lnTo>
                <a:lnTo>
                  <a:pt x="72703" y="158502"/>
                </a:lnTo>
                <a:lnTo>
                  <a:pt x="71244" y="169069"/>
                </a:lnTo>
                <a:lnTo>
                  <a:pt x="70161" y="179636"/>
                </a:lnTo>
                <a:lnTo>
                  <a:pt x="69387" y="190202"/>
                </a:lnTo>
                <a:lnTo>
                  <a:pt x="68863" y="200769"/>
                </a:lnTo>
                <a:lnTo>
                  <a:pt x="68540" y="211336"/>
                </a:lnTo>
                <a:lnTo>
                  <a:pt x="68380" y="221903"/>
                </a:lnTo>
                <a:lnTo>
                  <a:pt x="68352" y="232470"/>
                </a:lnTo>
                <a:lnTo>
                  <a:pt x="68434" y="243036"/>
                </a:lnTo>
                <a:lnTo>
                  <a:pt x="68606" y="253603"/>
                </a:lnTo>
                <a:lnTo>
                  <a:pt x="68857" y="264170"/>
                </a:lnTo>
                <a:lnTo>
                  <a:pt x="69173" y="274737"/>
                </a:lnTo>
                <a:lnTo>
                  <a:pt x="69545" y="285304"/>
                </a:lnTo>
                <a:lnTo>
                  <a:pt x="69963" y="295870"/>
                </a:lnTo>
                <a:lnTo>
                  <a:pt x="70417" y="306437"/>
                </a:lnTo>
                <a:lnTo>
                  <a:pt x="70896" y="317004"/>
                </a:lnTo>
                <a:lnTo>
                  <a:pt x="71386" y="327571"/>
                </a:lnTo>
                <a:lnTo>
                  <a:pt x="71874" y="338138"/>
                </a:lnTo>
                <a:lnTo>
                  <a:pt x="72342" y="348704"/>
                </a:lnTo>
                <a:lnTo>
                  <a:pt x="72774" y="359271"/>
                </a:lnTo>
                <a:lnTo>
                  <a:pt x="73149" y="369838"/>
                </a:lnTo>
                <a:lnTo>
                  <a:pt x="73449" y="380405"/>
                </a:lnTo>
                <a:lnTo>
                  <a:pt x="73661" y="390972"/>
                </a:lnTo>
                <a:lnTo>
                  <a:pt x="73770" y="401538"/>
                </a:lnTo>
                <a:lnTo>
                  <a:pt x="73773" y="412105"/>
                </a:lnTo>
                <a:lnTo>
                  <a:pt x="73670" y="422672"/>
                </a:lnTo>
                <a:lnTo>
                  <a:pt x="73470" y="433239"/>
                </a:lnTo>
                <a:lnTo>
                  <a:pt x="73193" y="443806"/>
                </a:lnTo>
                <a:lnTo>
                  <a:pt x="72863" y="454372"/>
                </a:lnTo>
                <a:lnTo>
                  <a:pt x="72511" y="464939"/>
                </a:lnTo>
                <a:lnTo>
                  <a:pt x="72173" y="475506"/>
                </a:lnTo>
                <a:lnTo>
                  <a:pt x="71885" y="486073"/>
                </a:lnTo>
                <a:lnTo>
                  <a:pt x="71679" y="496640"/>
                </a:lnTo>
                <a:lnTo>
                  <a:pt x="71584" y="507206"/>
                </a:lnTo>
                <a:lnTo>
                  <a:pt x="71620" y="517773"/>
                </a:lnTo>
                <a:lnTo>
                  <a:pt x="71796" y="528340"/>
                </a:lnTo>
                <a:lnTo>
                  <a:pt x="72112" y="538907"/>
                </a:lnTo>
                <a:lnTo>
                  <a:pt x="72551" y="549474"/>
                </a:lnTo>
                <a:lnTo>
                  <a:pt x="73089" y="560040"/>
                </a:lnTo>
                <a:lnTo>
                  <a:pt x="73687" y="570607"/>
                </a:lnTo>
                <a:lnTo>
                  <a:pt x="74304" y="581174"/>
                </a:lnTo>
                <a:lnTo>
                  <a:pt x="74890" y="591741"/>
                </a:lnTo>
                <a:lnTo>
                  <a:pt x="75400" y="602308"/>
                </a:lnTo>
                <a:lnTo>
                  <a:pt x="75791" y="612874"/>
                </a:lnTo>
                <a:lnTo>
                  <a:pt x="76030" y="623441"/>
                </a:lnTo>
                <a:lnTo>
                  <a:pt x="76098" y="634008"/>
                </a:lnTo>
                <a:lnTo>
                  <a:pt x="75987" y="644575"/>
                </a:lnTo>
                <a:lnTo>
                  <a:pt x="75705" y="655142"/>
                </a:lnTo>
                <a:lnTo>
                  <a:pt x="75274" y="665708"/>
                </a:lnTo>
                <a:lnTo>
                  <a:pt x="74723" y="676275"/>
                </a:lnTo>
                <a:lnTo>
                  <a:pt x="74089" y="686842"/>
                </a:lnTo>
                <a:lnTo>
                  <a:pt x="73410" y="697409"/>
                </a:lnTo>
                <a:lnTo>
                  <a:pt x="72721" y="707976"/>
                </a:lnTo>
                <a:lnTo>
                  <a:pt x="72054" y="718543"/>
                </a:lnTo>
                <a:lnTo>
                  <a:pt x="71430" y="729109"/>
                </a:lnTo>
                <a:lnTo>
                  <a:pt x="70864" y="739676"/>
                </a:lnTo>
                <a:lnTo>
                  <a:pt x="70360" y="750243"/>
                </a:lnTo>
                <a:lnTo>
                  <a:pt x="69919" y="760810"/>
                </a:lnTo>
                <a:lnTo>
                  <a:pt x="69535" y="771377"/>
                </a:lnTo>
                <a:lnTo>
                  <a:pt x="69197" y="781943"/>
                </a:lnTo>
                <a:lnTo>
                  <a:pt x="68899" y="792510"/>
                </a:lnTo>
                <a:lnTo>
                  <a:pt x="68631" y="803077"/>
                </a:lnTo>
                <a:lnTo>
                  <a:pt x="68387" y="813644"/>
                </a:lnTo>
                <a:lnTo>
                  <a:pt x="68164" y="824211"/>
                </a:lnTo>
                <a:lnTo>
                  <a:pt x="67961" y="834777"/>
                </a:lnTo>
                <a:lnTo>
                  <a:pt x="67779" y="845344"/>
                </a:lnTo>
                <a:lnTo>
                  <a:pt x="67619" y="855911"/>
                </a:lnTo>
                <a:lnTo>
                  <a:pt x="67485" y="866478"/>
                </a:lnTo>
                <a:lnTo>
                  <a:pt x="67377" y="877045"/>
                </a:lnTo>
                <a:lnTo>
                  <a:pt x="67298" y="887611"/>
                </a:lnTo>
                <a:lnTo>
                  <a:pt x="67246" y="898178"/>
                </a:lnTo>
                <a:lnTo>
                  <a:pt x="67218" y="908745"/>
                </a:lnTo>
                <a:lnTo>
                  <a:pt x="67213" y="919312"/>
                </a:lnTo>
                <a:lnTo>
                  <a:pt x="67226" y="929879"/>
                </a:lnTo>
                <a:lnTo>
                  <a:pt x="67251" y="940445"/>
                </a:lnTo>
                <a:lnTo>
                  <a:pt x="67285" y="951012"/>
                </a:lnTo>
                <a:lnTo>
                  <a:pt x="67324" y="961579"/>
                </a:lnTo>
                <a:lnTo>
                  <a:pt x="67368" y="972146"/>
                </a:lnTo>
                <a:lnTo>
                  <a:pt x="67416" y="982713"/>
                </a:lnTo>
                <a:lnTo>
                  <a:pt x="67470" y="993279"/>
                </a:lnTo>
                <a:lnTo>
                  <a:pt x="67535" y="1003846"/>
                </a:lnTo>
                <a:lnTo>
                  <a:pt x="67616" y="1014413"/>
                </a:lnTo>
                <a:lnTo>
                  <a:pt x="67719" y="1024980"/>
                </a:lnTo>
                <a:lnTo>
                  <a:pt x="67856" y="1035547"/>
                </a:lnTo>
                <a:lnTo>
                  <a:pt x="68035" y="1046113"/>
                </a:lnTo>
                <a:lnTo>
                  <a:pt x="68272" y="1056680"/>
                </a:lnTo>
                <a:lnTo>
                  <a:pt x="68584" y="1067247"/>
                </a:lnTo>
                <a:lnTo>
                  <a:pt x="68992" y="1077814"/>
                </a:lnTo>
                <a:lnTo>
                  <a:pt x="69522" y="1088381"/>
                </a:lnTo>
                <a:lnTo>
                  <a:pt x="70206" y="1098947"/>
                </a:lnTo>
                <a:lnTo>
                  <a:pt x="71079" y="1109514"/>
                </a:lnTo>
                <a:lnTo>
                  <a:pt x="72178" y="1120081"/>
                </a:lnTo>
                <a:lnTo>
                  <a:pt x="73538" y="1130648"/>
                </a:lnTo>
                <a:lnTo>
                  <a:pt x="75189" y="1141215"/>
                </a:lnTo>
                <a:lnTo>
                  <a:pt x="77148" y="1151781"/>
                </a:lnTo>
                <a:lnTo>
                  <a:pt x="79414" y="1162348"/>
                </a:lnTo>
                <a:lnTo>
                  <a:pt x="81961" y="1172915"/>
                </a:lnTo>
                <a:lnTo>
                  <a:pt x="84736" y="1183482"/>
                </a:lnTo>
                <a:lnTo>
                  <a:pt x="87657" y="1194049"/>
                </a:lnTo>
                <a:lnTo>
                  <a:pt x="90613" y="1204615"/>
                </a:lnTo>
                <a:lnTo>
                  <a:pt x="93471" y="1215182"/>
                </a:lnTo>
                <a:lnTo>
                  <a:pt x="96085" y="1225749"/>
                </a:lnTo>
                <a:lnTo>
                  <a:pt x="98309" y="1236316"/>
                </a:lnTo>
                <a:lnTo>
                  <a:pt x="100007" y="1246883"/>
                </a:lnTo>
                <a:lnTo>
                  <a:pt x="101072" y="1257449"/>
                </a:lnTo>
                <a:lnTo>
                  <a:pt x="101436" y="1268016"/>
                </a:lnTo>
                <a:lnTo>
                  <a:pt x="101436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69" name="01_find_only_2668">
            <a:extLst>
              <a:ext uri="{FF2B5EF4-FFF2-40B4-BE49-F238E27FC236}">
                <a16:creationId xmlns:a16="http://schemas.microsoft.com/office/drawing/2014/main" id="{A4A57D28-3FEB-4DC6-92AB-77C89658786B}"/>
              </a:ext>
            </a:extLst>
          </p:cNvPr>
          <p:cNvSpPr>
            <a:spLocks noGrp="1"/>
          </p:cNvSpPr>
          <p:nvPr/>
        </p:nvSpPr>
        <p:spPr>
          <a:xfrm>
            <a:off x="5152518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91206" y="1268016"/>
                </a:moveTo>
                <a:lnTo>
                  <a:pt x="38794" y="1268016"/>
                </a:lnTo>
                <a:lnTo>
                  <a:pt x="39051" y="1257449"/>
                </a:lnTo>
                <a:lnTo>
                  <a:pt x="39805" y="1246883"/>
                </a:lnTo>
                <a:lnTo>
                  <a:pt x="41008" y="1236316"/>
                </a:lnTo>
                <a:lnTo>
                  <a:pt x="42583" y="1225749"/>
                </a:lnTo>
                <a:lnTo>
                  <a:pt x="44435" y="1215182"/>
                </a:lnTo>
                <a:lnTo>
                  <a:pt x="46460" y="1204615"/>
                </a:lnTo>
                <a:lnTo>
                  <a:pt x="48557" y="1194049"/>
                </a:lnTo>
                <a:lnTo>
                  <a:pt x="50629" y="1183482"/>
                </a:lnTo>
                <a:lnTo>
                  <a:pt x="52600" y="1172915"/>
                </a:lnTo>
                <a:lnTo>
                  <a:pt x="54411" y="1162348"/>
                </a:lnTo>
                <a:lnTo>
                  <a:pt x="56024" y="1151781"/>
                </a:lnTo>
                <a:lnTo>
                  <a:pt x="57422" y="1141215"/>
                </a:lnTo>
                <a:lnTo>
                  <a:pt x="58602" y="1130648"/>
                </a:lnTo>
                <a:lnTo>
                  <a:pt x="59578" y="1120081"/>
                </a:lnTo>
                <a:lnTo>
                  <a:pt x="60370" y="1109514"/>
                </a:lnTo>
                <a:lnTo>
                  <a:pt x="61002" y="1098947"/>
                </a:lnTo>
                <a:lnTo>
                  <a:pt x="61500" y="1088381"/>
                </a:lnTo>
                <a:lnTo>
                  <a:pt x="61890" y="1077814"/>
                </a:lnTo>
                <a:lnTo>
                  <a:pt x="62193" y="1067247"/>
                </a:lnTo>
                <a:lnTo>
                  <a:pt x="62428" y="1056680"/>
                </a:lnTo>
                <a:lnTo>
                  <a:pt x="62610" y="1046113"/>
                </a:lnTo>
                <a:lnTo>
                  <a:pt x="62752" y="1035547"/>
                </a:lnTo>
                <a:lnTo>
                  <a:pt x="62865" y="1024980"/>
                </a:lnTo>
                <a:lnTo>
                  <a:pt x="62957" y="1014413"/>
                </a:lnTo>
                <a:lnTo>
                  <a:pt x="63035" y="1003846"/>
                </a:lnTo>
                <a:lnTo>
                  <a:pt x="63107" y="993279"/>
                </a:lnTo>
                <a:lnTo>
                  <a:pt x="63177" y="982713"/>
                </a:lnTo>
                <a:lnTo>
                  <a:pt x="63249" y="972146"/>
                </a:lnTo>
                <a:lnTo>
                  <a:pt x="63324" y="961579"/>
                </a:lnTo>
                <a:lnTo>
                  <a:pt x="63404" y="951012"/>
                </a:lnTo>
                <a:lnTo>
                  <a:pt x="63486" y="940445"/>
                </a:lnTo>
                <a:lnTo>
                  <a:pt x="63566" y="929879"/>
                </a:lnTo>
                <a:lnTo>
                  <a:pt x="63640" y="919312"/>
                </a:lnTo>
                <a:lnTo>
                  <a:pt x="63701" y="908745"/>
                </a:lnTo>
                <a:lnTo>
                  <a:pt x="63742" y="898178"/>
                </a:lnTo>
                <a:lnTo>
                  <a:pt x="63759" y="887611"/>
                </a:lnTo>
                <a:lnTo>
                  <a:pt x="63745" y="877045"/>
                </a:lnTo>
                <a:lnTo>
                  <a:pt x="63699" y="866478"/>
                </a:lnTo>
                <a:lnTo>
                  <a:pt x="63617" y="855911"/>
                </a:lnTo>
                <a:lnTo>
                  <a:pt x="63500" y="845344"/>
                </a:lnTo>
                <a:lnTo>
                  <a:pt x="63351" y="834777"/>
                </a:lnTo>
                <a:lnTo>
                  <a:pt x="63171" y="824211"/>
                </a:lnTo>
                <a:lnTo>
                  <a:pt x="62965" y="813644"/>
                </a:lnTo>
                <a:lnTo>
                  <a:pt x="62733" y="803077"/>
                </a:lnTo>
                <a:lnTo>
                  <a:pt x="62477" y="792510"/>
                </a:lnTo>
                <a:lnTo>
                  <a:pt x="62198" y="781943"/>
                </a:lnTo>
                <a:lnTo>
                  <a:pt x="61891" y="771377"/>
                </a:lnTo>
                <a:lnTo>
                  <a:pt x="61555" y="760810"/>
                </a:lnTo>
                <a:lnTo>
                  <a:pt x="61184" y="750243"/>
                </a:lnTo>
                <a:lnTo>
                  <a:pt x="60776" y="739676"/>
                </a:lnTo>
                <a:lnTo>
                  <a:pt x="60331" y="729109"/>
                </a:lnTo>
                <a:lnTo>
                  <a:pt x="59854" y="718543"/>
                </a:lnTo>
                <a:lnTo>
                  <a:pt x="59352" y="707976"/>
                </a:lnTo>
                <a:lnTo>
                  <a:pt x="58841" y="697409"/>
                </a:lnTo>
                <a:lnTo>
                  <a:pt x="58342" y="686842"/>
                </a:lnTo>
                <a:lnTo>
                  <a:pt x="57880" y="676275"/>
                </a:lnTo>
                <a:lnTo>
                  <a:pt x="57479" y="665708"/>
                </a:lnTo>
                <a:lnTo>
                  <a:pt x="57167" y="655142"/>
                </a:lnTo>
                <a:lnTo>
                  <a:pt x="56964" y="644575"/>
                </a:lnTo>
                <a:lnTo>
                  <a:pt x="56885" y="634008"/>
                </a:lnTo>
                <a:lnTo>
                  <a:pt x="56937" y="623441"/>
                </a:lnTo>
                <a:lnTo>
                  <a:pt x="57114" y="612874"/>
                </a:lnTo>
                <a:lnTo>
                  <a:pt x="57405" y="602308"/>
                </a:lnTo>
                <a:lnTo>
                  <a:pt x="57786" y="591741"/>
                </a:lnTo>
                <a:lnTo>
                  <a:pt x="58229" y="581174"/>
                </a:lnTo>
                <a:lnTo>
                  <a:pt x="58702" y="570607"/>
                </a:lnTo>
                <a:lnTo>
                  <a:pt x="59173" y="560040"/>
                </a:lnTo>
                <a:lnTo>
                  <a:pt x="59612" y="549474"/>
                </a:lnTo>
                <a:lnTo>
                  <a:pt x="59994" y="538907"/>
                </a:lnTo>
                <a:lnTo>
                  <a:pt x="60299" y="528340"/>
                </a:lnTo>
                <a:lnTo>
                  <a:pt x="60519" y="517773"/>
                </a:lnTo>
                <a:lnTo>
                  <a:pt x="60651" y="507206"/>
                </a:lnTo>
                <a:lnTo>
                  <a:pt x="60698" y="496640"/>
                </a:lnTo>
                <a:lnTo>
                  <a:pt x="60674" y="486073"/>
                </a:lnTo>
                <a:lnTo>
                  <a:pt x="60593" y="475506"/>
                </a:lnTo>
                <a:lnTo>
                  <a:pt x="60476" y="464939"/>
                </a:lnTo>
                <a:lnTo>
                  <a:pt x="60343" y="454372"/>
                </a:lnTo>
                <a:lnTo>
                  <a:pt x="60215" y="443806"/>
                </a:lnTo>
                <a:lnTo>
                  <a:pt x="60108" y="433239"/>
                </a:lnTo>
                <a:lnTo>
                  <a:pt x="60038" y="422672"/>
                </a:lnTo>
                <a:lnTo>
                  <a:pt x="60015" y="412105"/>
                </a:lnTo>
                <a:lnTo>
                  <a:pt x="60045" y="401538"/>
                </a:lnTo>
                <a:lnTo>
                  <a:pt x="60129" y="390972"/>
                </a:lnTo>
                <a:lnTo>
                  <a:pt x="60266" y="380405"/>
                </a:lnTo>
                <a:lnTo>
                  <a:pt x="60451" y="369838"/>
                </a:lnTo>
                <a:lnTo>
                  <a:pt x="60677" y="359271"/>
                </a:lnTo>
                <a:lnTo>
                  <a:pt x="60934" y="348704"/>
                </a:lnTo>
                <a:lnTo>
                  <a:pt x="61216" y="338138"/>
                </a:lnTo>
                <a:lnTo>
                  <a:pt x="61511" y="327571"/>
                </a:lnTo>
                <a:lnTo>
                  <a:pt x="61813" y="317004"/>
                </a:lnTo>
                <a:lnTo>
                  <a:pt x="62113" y="306437"/>
                </a:lnTo>
                <a:lnTo>
                  <a:pt x="62402" y="295870"/>
                </a:lnTo>
                <a:lnTo>
                  <a:pt x="62673" y="285304"/>
                </a:lnTo>
                <a:lnTo>
                  <a:pt x="62917" y="274737"/>
                </a:lnTo>
                <a:lnTo>
                  <a:pt x="63127" y="264170"/>
                </a:lnTo>
                <a:lnTo>
                  <a:pt x="63292" y="253603"/>
                </a:lnTo>
                <a:lnTo>
                  <a:pt x="63402" y="243036"/>
                </a:lnTo>
                <a:lnTo>
                  <a:pt x="63442" y="232470"/>
                </a:lnTo>
                <a:lnTo>
                  <a:pt x="63394" y="221903"/>
                </a:lnTo>
                <a:lnTo>
                  <a:pt x="63231" y="211336"/>
                </a:lnTo>
                <a:lnTo>
                  <a:pt x="62921" y="200769"/>
                </a:lnTo>
                <a:lnTo>
                  <a:pt x="62420" y="190202"/>
                </a:lnTo>
                <a:lnTo>
                  <a:pt x="61673" y="179636"/>
                </a:lnTo>
                <a:lnTo>
                  <a:pt x="60615" y="169069"/>
                </a:lnTo>
                <a:lnTo>
                  <a:pt x="59169" y="158502"/>
                </a:lnTo>
                <a:lnTo>
                  <a:pt x="57258" y="147935"/>
                </a:lnTo>
                <a:lnTo>
                  <a:pt x="54805" y="137368"/>
                </a:lnTo>
                <a:lnTo>
                  <a:pt x="51746" y="126802"/>
                </a:lnTo>
                <a:lnTo>
                  <a:pt x="48042" y="116235"/>
                </a:lnTo>
                <a:lnTo>
                  <a:pt x="43692" y="105668"/>
                </a:lnTo>
                <a:lnTo>
                  <a:pt x="38743" y="95101"/>
                </a:lnTo>
                <a:lnTo>
                  <a:pt x="33301" y="84534"/>
                </a:lnTo>
                <a:lnTo>
                  <a:pt x="27534" y="73968"/>
                </a:lnTo>
                <a:lnTo>
                  <a:pt x="21665" y="63401"/>
                </a:lnTo>
                <a:lnTo>
                  <a:pt x="15967" y="52834"/>
                </a:lnTo>
                <a:lnTo>
                  <a:pt x="10739" y="42267"/>
                </a:lnTo>
                <a:lnTo>
                  <a:pt x="6283" y="31700"/>
                </a:lnTo>
                <a:lnTo>
                  <a:pt x="2873" y="21134"/>
                </a:lnTo>
                <a:lnTo>
                  <a:pt x="731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9" y="10567"/>
                </a:lnTo>
                <a:lnTo>
                  <a:pt x="127127" y="21134"/>
                </a:lnTo>
                <a:lnTo>
                  <a:pt x="123717" y="31700"/>
                </a:lnTo>
                <a:lnTo>
                  <a:pt x="119261" y="42267"/>
                </a:lnTo>
                <a:lnTo>
                  <a:pt x="114033" y="52834"/>
                </a:lnTo>
                <a:lnTo>
                  <a:pt x="108335" y="63401"/>
                </a:lnTo>
                <a:lnTo>
                  <a:pt x="102466" y="73968"/>
                </a:lnTo>
                <a:lnTo>
                  <a:pt x="96699" y="84534"/>
                </a:lnTo>
                <a:lnTo>
                  <a:pt x="91257" y="95101"/>
                </a:lnTo>
                <a:lnTo>
                  <a:pt x="86308" y="105668"/>
                </a:lnTo>
                <a:lnTo>
                  <a:pt x="81958" y="116235"/>
                </a:lnTo>
                <a:lnTo>
                  <a:pt x="78254" y="126802"/>
                </a:lnTo>
                <a:lnTo>
                  <a:pt x="75195" y="137368"/>
                </a:lnTo>
                <a:lnTo>
                  <a:pt x="72741" y="147935"/>
                </a:lnTo>
                <a:lnTo>
                  <a:pt x="70830" y="158502"/>
                </a:lnTo>
                <a:lnTo>
                  <a:pt x="69385" y="169069"/>
                </a:lnTo>
                <a:lnTo>
                  <a:pt x="68327" y="179636"/>
                </a:lnTo>
                <a:lnTo>
                  <a:pt x="67580" y="190202"/>
                </a:lnTo>
                <a:lnTo>
                  <a:pt x="67079" y="200769"/>
                </a:lnTo>
                <a:lnTo>
                  <a:pt x="66769" y="211336"/>
                </a:lnTo>
                <a:lnTo>
                  <a:pt x="66606" y="221903"/>
                </a:lnTo>
                <a:lnTo>
                  <a:pt x="66558" y="232470"/>
                </a:lnTo>
                <a:lnTo>
                  <a:pt x="66598" y="243036"/>
                </a:lnTo>
                <a:lnTo>
                  <a:pt x="66708" y="253603"/>
                </a:lnTo>
                <a:lnTo>
                  <a:pt x="66873" y="264170"/>
                </a:lnTo>
                <a:lnTo>
                  <a:pt x="67083" y="274737"/>
                </a:lnTo>
                <a:lnTo>
                  <a:pt x="67327" y="285304"/>
                </a:lnTo>
                <a:lnTo>
                  <a:pt x="67598" y="295870"/>
                </a:lnTo>
                <a:lnTo>
                  <a:pt x="67887" y="306437"/>
                </a:lnTo>
                <a:lnTo>
                  <a:pt x="68187" y="317004"/>
                </a:lnTo>
                <a:lnTo>
                  <a:pt x="68489" y="327571"/>
                </a:lnTo>
                <a:lnTo>
                  <a:pt x="68784" y="338138"/>
                </a:lnTo>
                <a:lnTo>
                  <a:pt x="69066" y="348704"/>
                </a:lnTo>
                <a:lnTo>
                  <a:pt x="69323" y="359271"/>
                </a:lnTo>
                <a:lnTo>
                  <a:pt x="69549" y="369838"/>
                </a:lnTo>
                <a:lnTo>
                  <a:pt x="69734" y="380405"/>
                </a:lnTo>
                <a:lnTo>
                  <a:pt x="69871" y="390972"/>
                </a:lnTo>
                <a:lnTo>
                  <a:pt x="69955" y="401538"/>
                </a:lnTo>
                <a:lnTo>
                  <a:pt x="69985" y="412105"/>
                </a:lnTo>
                <a:lnTo>
                  <a:pt x="69962" y="422672"/>
                </a:lnTo>
                <a:lnTo>
                  <a:pt x="69892" y="433239"/>
                </a:lnTo>
                <a:lnTo>
                  <a:pt x="69785" y="443806"/>
                </a:lnTo>
                <a:lnTo>
                  <a:pt x="69657" y="454372"/>
                </a:lnTo>
                <a:lnTo>
                  <a:pt x="69524" y="464939"/>
                </a:lnTo>
                <a:lnTo>
                  <a:pt x="69407" y="475506"/>
                </a:lnTo>
                <a:lnTo>
                  <a:pt x="69326" y="486073"/>
                </a:lnTo>
                <a:lnTo>
                  <a:pt x="69302" y="496640"/>
                </a:lnTo>
                <a:lnTo>
                  <a:pt x="69349" y="507206"/>
                </a:lnTo>
                <a:lnTo>
                  <a:pt x="69481" y="517773"/>
                </a:lnTo>
                <a:lnTo>
                  <a:pt x="69701" y="528340"/>
                </a:lnTo>
                <a:lnTo>
                  <a:pt x="70006" y="538907"/>
                </a:lnTo>
                <a:lnTo>
                  <a:pt x="70388" y="549474"/>
                </a:lnTo>
                <a:lnTo>
                  <a:pt x="70827" y="560040"/>
                </a:lnTo>
                <a:lnTo>
                  <a:pt x="71298" y="570607"/>
                </a:lnTo>
                <a:lnTo>
                  <a:pt x="71771" y="581174"/>
                </a:lnTo>
                <a:lnTo>
                  <a:pt x="72214" y="591741"/>
                </a:lnTo>
                <a:lnTo>
                  <a:pt x="72595" y="602308"/>
                </a:lnTo>
                <a:lnTo>
                  <a:pt x="72886" y="612874"/>
                </a:lnTo>
                <a:lnTo>
                  <a:pt x="73063" y="623441"/>
                </a:lnTo>
                <a:lnTo>
                  <a:pt x="73115" y="634008"/>
                </a:lnTo>
                <a:lnTo>
                  <a:pt x="73036" y="644575"/>
                </a:lnTo>
                <a:lnTo>
                  <a:pt x="72833" y="655142"/>
                </a:lnTo>
                <a:lnTo>
                  <a:pt x="72521" y="665708"/>
                </a:lnTo>
                <a:lnTo>
                  <a:pt x="72120" y="676275"/>
                </a:lnTo>
                <a:lnTo>
                  <a:pt x="71658" y="686842"/>
                </a:lnTo>
                <a:lnTo>
                  <a:pt x="71159" y="697409"/>
                </a:lnTo>
                <a:lnTo>
                  <a:pt x="70648" y="707976"/>
                </a:lnTo>
                <a:lnTo>
                  <a:pt x="70146" y="718543"/>
                </a:lnTo>
                <a:lnTo>
                  <a:pt x="69669" y="729109"/>
                </a:lnTo>
                <a:lnTo>
                  <a:pt x="69224" y="739676"/>
                </a:lnTo>
                <a:lnTo>
                  <a:pt x="68816" y="750243"/>
                </a:lnTo>
                <a:lnTo>
                  <a:pt x="68445" y="760810"/>
                </a:lnTo>
                <a:lnTo>
                  <a:pt x="68109" y="771377"/>
                </a:lnTo>
                <a:lnTo>
                  <a:pt x="67802" y="781943"/>
                </a:lnTo>
                <a:lnTo>
                  <a:pt x="67523" y="792510"/>
                </a:lnTo>
                <a:lnTo>
                  <a:pt x="67267" y="803077"/>
                </a:lnTo>
                <a:lnTo>
                  <a:pt x="67035" y="813644"/>
                </a:lnTo>
                <a:lnTo>
                  <a:pt x="66828" y="824211"/>
                </a:lnTo>
                <a:lnTo>
                  <a:pt x="66649" y="834777"/>
                </a:lnTo>
                <a:lnTo>
                  <a:pt x="66500" y="845344"/>
                </a:lnTo>
                <a:lnTo>
                  <a:pt x="66383" y="855911"/>
                </a:lnTo>
                <a:lnTo>
                  <a:pt x="66301" y="866478"/>
                </a:lnTo>
                <a:lnTo>
                  <a:pt x="66255" y="877045"/>
                </a:lnTo>
                <a:lnTo>
                  <a:pt x="66241" y="887611"/>
                </a:lnTo>
                <a:lnTo>
                  <a:pt x="66258" y="898178"/>
                </a:lnTo>
                <a:lnTo>
                  <a:pt x="66299" y="908745"/>
                </a:lnTo>
                <a:lnTo>
                  <a:pt x="66360" y="919312"/>
                </a:lnTo>
                <a:lnTo>
                  <a:pt x="66434" y="929879"/>
                </a:lnTo>
                <a:lnTo>
                  <a:pt x="66514" y="940445"/>
                </a:lnTo>
                <a:lnTo>
                  <a:pt x="66596" y="951012"/>
                </a:lnTo>
                <a:lnTo>
                  <a:pt x="66676" y="961579"/>
                </a:lnTo>
                <a:lnTo>
                  <a:pt x="66751" y="972146"/>
                </a:lnTo>
                <a:lnTo>
                  <a:pt x="66823" y="982713"/>
                </a:lnTo>
                <a:lnTo>
                  <a:pt x="66893" y="993279"/>
                </a:lnTo>
                <a:lnTo>
                  <a:pt x="66965" y="1003846"/>
                </a:lnTo>
                <a:lnTo>
                  <a:pt x="67043" y="1014413"/>
                </a:lnTo>
                <a:lnTo>
                  <a:pt x="67135" y="1024980"/>
                </a:lnTo>
                <a:lnTo>
                  <a:pt x="67248" y="1035547"/>
                </a:lnTo>
                <a:lnTo>
                  <a:pt x="67390" y="1046113"/>
                </a:lnTo>
                <a:lnTo>
                  <a:pt x="67572" y="1056680"/>
                </a:lnTo>
                <a:lnTo>
                  <a:pt x="67807" y="1067247"/>
                </a:lnTo>
                <a:lnTo>
                  <a:pt x="68110" y="1077814"/>
                </a:lnTo>
                <a:lnTo>
                  <a:pt x="68500" y="1088381"/>
                </a:lnTo>
                <a:lnTo>
                  <a:pt x="68998" y="1098947"/>
                </a:lnTo>
                <a:lnTo>
                  <a:pt x="69630" y="1109514"/>
                </a:lnTo>
                <a:lnTo>
                  <a:pt x="70422" y="1120081"/>
                </a:lnTo>
                <a:lnTo>
                  <a:pt x="71398" y="1130648"/>
                </a:lnTo>
                <a:lnTo>
                  <a:pt x="72578" y="1141215"/>
                </a:lnTo>
                <a:lnTo>
                  <a:pt x="73976" y="1151781"/>
                </a:lnTo>
                <a:lnTo>
                  <a:pt x="75589" y="1162348"/>
                </a:lnTo>
                <a:lnTo>
                  <a:pt x="77400" y="1172915"/>
                </a:lnTo>
                <a:lnTo>
                  <a:pt x="79371" y="1183482"/>
                </a:lnTo>
                <a:lnTo>
                  <a:pt x="81443" y="1194049"/>
                </a:lnTo>
                <a:lnTo>
                  <a:pt x="83540" y="1204615"/>
                </a:lnTo>
                <a:lnTo>
                  <a:pt x="85565" y="1215182"/>
                </a:lnTo>
                <a:lnTo>
                  <a:pt x="87417" y="1225749"/>
                </a:lnTo>
                <a:lnTo>
                  <a:pt x="88992" y="1236316"/>
                </a:lnTo>
                <a:lnTo>
                  <a:pt x="90195" y="1246883"/>
                </a:lnTo>
                <a:lnTo>
                  <a:pt x="90949" y="1257449"/>
                </a:lnTo>
                <a:lnTo>
                  <a:pt x="91206" y="1268016"/>
                </a:lnTo>
                <a:lnTo>
                  <a:pt x="91206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70" name="01_find_only_2669">
            <a:extLst>
              <a:ext uri="{FF2B5EF4-FFF2-40B4-BE49-F238E27FC236}">
                <a16:creationId xmlns:a16="http://schemas.microsoft.com/office/drawing/2014/main" id="{1A3469C6-B0BA-41B9-9B2A-105E4E316854}"/>
              </a:ext>
            </a:extLst>
          </p:cNvPr>
          <p:cNvSpPr>
            <a:spLocks noGrp="1"/>
          </p:cNvSpPr>
          <p:nvPr/>
        </p:nvSpPr>
        <p:spPr>
          <a:xfrm>
            <a:off x="5661796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85127" y="1268016"/>
                </a:moveTo>
                <a:lnTo>
                  <a:pt x="44873" y="1268016"/>
                </a:lnTo>
                <a:lnTo>
                  <a:pt x="45064" y="1257449"/>
                </a:lnTo>
                <a:lnTo>
                  <a:pt x="45626" y="1246883"/>
                </a:lnTo>
                <a:lnTo>
                  <a:pt x="46520" y="1236316"/>
                </a:lnTo>
                <a:lnTo>
                  <a:pt x="47693" y="1225749"/>
                </a:lnTo>
                <a:lnTo>
                  <a:pt x="49072" y="1215182"/>
                </a:lnTo>
                <a:lnTo>
                  <a:pt x="50582" y="1204615"/>
                </a:lnTo>
                <a:lnTo>
                  <a:pt x="52147" y="1194049"/>
                </a:lnTo>
                <a:lnTo>
                  <a:pt x="53696" y="1183482"/>
                </a:lnTo>
                <a:lnTo>
                  <a:pt x="55171" y="1172915"/>
                </a:lnTo>
                <a:lnTo>
                  <a:pt x="56530" y="1162348"/>
                </a:lnTo>
                <a:lnTo>
                  <a:pt x="57744" y="1151781"/>
                </a:lnTo>
                <a:lnTo>
                  <a:pt x="58799" y="1141215"/>
                </a:lnTo>
                <a:lnTo>
                  <a:pt x="59696" y="1130648"/>
                </a:lnTo>
                <a:lnTo>
                  <a:pt x="60441" y="1120081"/>
                </a:lnTo>
                <a:lnTo>
                  <a:pt x="61050" y="1109514"/>
                </a:lnTo>
                <a:lnTo>
                  <a:pt x="61542" y="1098947"/>
                </a:lnTo>
                <a:lnTo>
                  <a:pt x="61934" y="1088381"/>
                </a:lnTo>
                <a:lnTo>
                  <a:pt x="62244" y="1077814"/>
                </a:lnTo>
                <a:lnTo>
                  <a:pt x="62489" y="1067247"/>
                </a:lnTo>
                <a:lnTo>
                  <a:pt x="62682" y="1056680"/>
                </a:lnTo>
                <a:lnTo>
                  <a:pt x="62834" y="1046113"/>
                </a:lnTo>
                <a:lnTo>
                  <a:pt x="62955" y="1035547"/>
                </a:lnTo>
                <a:lnTo>
                  <a:pt x="63052" y="1024980"/>
                </a:lnTo>
                <a:lnTo>
                  <a:pt x="63132" y="1014413"/>
                </a:lnTo>
                <a:lnTo>
                  <a:pt x="63202" y="1003846"/>
                </a:lnTo>
                <a:lnTo>
                  <a:pt x="63267" y="993279"/>
                </a:lnTo>
                <a:lnTo>
                  <a:pt x="63330" y="982713"/>
                </a:lnTo>
                <a:lnTo>
                  <a:pt x="63395" y="972146"/>
                </a:lnTo>
                <a:lnTo>
                  <a:pt x="63464" y="961579"/>
                </a:lnTo>
                <a:lnTo>
                  <a:pt x="63537" y="951012"/>
                </a:lnTo>
                <a:lnTo>
                  <a:pt x="63612" y="940445"/>
                </a:lnTo>
                <a:lnTo>
                  <a:pt x="63686" y="929879"/>
                </a:lnTo>
                <a:lnTo>
                  <a:pt x="63753" y="919312"/>
                </a:lnTo>
                <a:lnTo>
                  <a:pt x="63809" y="908745"/>
                </a:lnTo>
                <a:lnTo>
                  <a:pt x="63848" y="898178"/>
                </a:lnTo>
                <a:lnTo>
                  <a:pt x="63863" y="887611"/>
                </a:lnTo>
                <a:lnTo>
                  <a:pt x="63852" y="877045"/>
                </a:lnTo>
                <a:lnTo>
                  <a:pt x="63810" y="866478"/>
                </a:lnTo>
                <a:lnTo>
                  <a:pt x="63736" y="855911"/>
                </a:lnTo>
                <a:lnTo>
                  <a:pt x="63632" y="845344"/>
                </a:lnTo>
                <a:lnTo>
                  <a:pt x="63499" y="834777"/>
                </a:lnTo>
                <a:lnTo>
                  <a:pt x="63340" y="824211"/>
                </a:lnTo>
                <a:lnTo>
                  <a:pt x="63158" y="813644"/>
                </a:lnTo>
                <a:lnTo>
                  <a:pt x="62956" y="803077"/>
                </a:lnTo>
                <a:lnTo>
                  <a:pt x="62737" y="792510"/>
                </a:lnTo>
                <a:lnTo>
                  <a:pt x="62500" y="781943"/>
                </a:lnTo>
                <a:lnTo>
                  <a:pt x="62244" y="771377"/>
                </a:lnTo>
                <a:lnTo>
                  <a:pt x="61966" y="760810"/>
                </a:lnTo>
                <a:lnTo>
                  <a:pt x="61664" y="750243"/>
                </a:lnTo>
                <a:lnTo>
                  <a:pt x="61334" y="739676"/>
                </a:lnTo>
                <a:lnTo>
                  <a:pt x="60977" y="729109"/>
                </a:lnTo>
                <a:lnTo>
                  <a:pt x="60594" y="718543"/>
                </a:lnTo>
                <a:lnTo>
                  <a:pt x="60193" y="707976"/>
                </a:lnTo>
                <a:lnTo>
                  <a:pt x="59785" y="697409"/>
                </a:lnTo>
                <a:lnTo>
                  <a:pt x="59385" y="686842"/>
                </a:lnTo>
                <a:lnTo>
                  <a:pt x="59015" y="676275"/>
                </a:lnTo>
                <a:lnTo>
                  <a:pt x="58693" y="665708"/>
                </a:lnTo>
                <a:lnTo>
                  <a:pt x="58443" y="655142"/>
                </a:lnTo>
                <a:lnTo>
                  <a:pt x="58280" y="644575"/>
                </a:lnTo>
                <a:lnTo>
                  <a:pt x="58218" y="634008"/>
                </a:lnTo>
                <a:lnTo>
                  <a:pt x="58261" y="623441"/>
                </a:lnTo>
                <a:lnTo>
                  <a:pt x="58408" y="612874"/>
                </a:lnTo>
                <a:lnTo>
                  <a:pt x="58647" y="602308"/>
                </a:lnTo>
                <a:lnTo>
                  <a:pt x="58962" y="591741"/>
                </a:lnTo>
                <a:lnTo>
                  <a:pt x="59330" y="581174"/>
                </a:lnTo>
                <a:lnTo>
                  <a:pt x="59725" y="570607"/>
                </a:lnTo>
                <a:lnTo>
                  <a:pt x="60123" y="560040"/>
                </a:lnTo>
                <a:lnTo>
                  <a:pt x="60497" y="549474"/>
                </a:lnTo>
                <a:lnTo>
                  <a:pt x="60829" y="538907"/>
                </a:lnTo>
                <a:lnTo>
                  <a:pt x="61103" y="528340"/>
                </a:lnTo>
                <a:lnTo>
                  <a:pt x="61311" y="517773"/>
                </a:lnTo>
                <a:lnTo>
                  <a:pt x="61449" y="507206"/>
                </a:lnTo>
                <a:lnTo>
                  <a:pt x="61520" y="496640"/>
                </a:lnTo>
                <a:lnTo>
                  <a:pt x="61532" y="486073"/>
                </a:lnTo>
                <a:lnTo>
                  <a:pt x="61496" y="475506"/>
                </a:lnTo>
                <a:lnTo>
                  <a:pt x="61427" y="464939"/>
                </a:lnTo>
                <a:lnTo>
                  <a:pt x="61339" y="454372"/>
                </a:lnTo>
                <a:lnTo>
                  <a:pt x="61247" y="443806"/>
                </a:lnTo>
                <a:lnTo>
                  <a:pt x="61164" y="433239"/>
                </a:lnTo>
                <a:lnTo>
                  <a:pt x="61101" y="422672"/>
                </a:lnTo>
                <a:lnTo>
                  <a:pt x="61066" y="412105"/>
                </a:lnTo>
                <a:lnTo>
                  <a:pt x="61064" y="401538"/>
                </a:lnTo>
                <a:lnTo>
                  <a:pt x="61099" y="390972"/>
                </a:lnTo>
                <a:lnTo>
                  <a:pt x="61168" y="380405"/>
                </a:lnTo>
                <a:lnTo>
                  <a:pt x="61269" y="369838"/>
                </a:lnTo>
                <a:lnTo>
                  <a:pt x="61398" y="359271"/>
                </a:lnTo>
                <a:lnTo>
                  <a:pt x="61550" y="348704"/>
                </a:lnTo>
                <a:lnTo>
                  <a:pt x="61718" y="338138"/>
                </a:lnTo>
                <a:lnTo>
                  <a:pt x="61897" y="327571"/>
                </a:lnTo>
                <a:lnTo>
                  <a:pt x="62079" y="317004"/>
                </a:lnTo>
                <a:lnTo>
                  <a:pt x="62259" y="306437"/>
                </a:lnTo>
                <a:lnTo>
                  <a:pt x="62432" y="295870"/>
                </a:lnTo>
                <a:lnTo>
                  <a:pt x="62590" y="285304"/>
                </a:lnTo>
                <a:lnTo>
                  <a:pt x="62730" y="274737"/>
                </a:lnTo>
                <a:lnTo>
                  <a:pt x="62844" y="264170"/>
                </a:lnTo>
                <a:lnTo>
                  <a:pt x="62927" y="253603"/>
                </a:lnTo>
                <a:lnTo>
                  <a:pt x="62969" y="243036"/>
                </a:lnTo>
                <a:lnTo>
                  <a:pt x="62959" y="232470"/>
                </a:lnTo>
                <a:lnTo>
                  <a:pt x="62879" y="221903"/>
                </a:lnTo>
                <a:lnTo>
                  <a:pt x="62706" y="211336"/>
                </a:lnTo>
                <a:lnTo>
                  <a:pt x="62405" y="200769"/>
                </a:lnTo>
                <a:lnTo>
                  <a:pt x="61931" y="190202"/>
                </a:lnTo>
                <a:lnTo>
                  <a:pt x="61229" y="179636"/>
                </a:lnTo>
                <a:lnTo>
                  <a:pt x="60229" y="169069"/>
                </a:lnTo>
                <a:lnTo>
                  <a:pt x="58851" y="158502"/>
                </a:lnTo>
                <a:lnTo>
                  <a:pt x="57013" y="147935"/>
                </a:lnTo>
                <a:lnTo>
                  <a:pt x="54633" y="137368"/>
                </a:lnTo>
                <a:lnTo>
                  <a:pt x="51644" y="126802"/>
                </a:lnTo>
                <a:lnTo>
                  <a:pt x="48001" y="116235"/>
                </a:lnTo>
                <a:lnTo>
                  <a:pt x="43702" y="105668"/>
                </a:lnTo>
                <a:lnTo>
                  <a:pt x="38791" y="95101"/>
                </a:lnTo>
                <a:lnTo>
                  <a:pt x="33373" y="84534"/>
                </a:lnTo>
                <a:lnTo>
                  <a:pt x="27615" y="73968"/>
                </a:lnTo>
                <a:lnTo>
                  <a:pt x="21744" y="63401"/>
                </a:lnTo>
                <a:lnTo>
                  <a:pt x="16035" y="52834"/>
                </a:lnTo>
                <a:lnTo>
                  <a:pt x="10790" y="42267"/>
                </a:lnTo>
                <a:lnTo>
                  <a:pt x="6315" y="31700"/>
                </a:lnTo>
                <a:lnTo>
                  <a:pt x="2888" y="21134"/>
                </a:lnTo>
                <a:lnTo>
                  <a:pt x="735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5" y="10567"/>
                </a:lnTo>
                <a:lnTo>
                  <a:pt x="127112" y="21134"/>
                </a:lnTo>
                <a:lnTo>
                  <a:pt x="123685" y="31700"/>
                </a:lnTo>
                <a:lnTo>
                  <a:pt x="119210" y="42267"/>
                </a:lnTo>
                <a:lnTo>
                  <a:pt x="113965" y="52834"/>
                </a:lnTo>
                <a:lnTo>
                  <a:pt x="108256" y="63401"/>
                </a:lnTo>
                <a:lnTo>
                  <a:pt x="102385" y="73968"/>
                </a:lnTo>
                <a:lnTo>
                  <a:pt x="96627" y="84534"/>
                </a:lnTo>
                <a:lnTo>
                  <a:pt x="91209" y="95101"/>
                </a:lnTo>
                <a:lnTo>
                  <a:pt x="86298" y="105668"/>
                </a:lnTo>
                <a:lnTo>
                  <a:pt x="81999" y="116235"/>
                </a:lnTo>
                <a:lnTo>
                  <a:pt x="78356" y="126802"/>
                </a:lnTo>
                <a:lnTo>
                  <a:pt x="75367" y="137368"/>
                </a:lnTo>
                <a:lnTo>
                  <a:pt x="72987" y="147935"/>
                </a:lnTo>
                <a:lnTo>
                  <a:pt x="71149" y="158502"/>
                </a:lnTo>
                <a:lnTo>
                  <a:pt x="69771" y="169069"/>
                </a:lnTo>
                <a:lnTo>
                  <a:pt x="68771" y="179636"/>
                </a:lnTo>
                <a:lnTo>
                  <a:pt x="68069" y="190202"/>
                </a:lnTo>
                <a:lnTo>
                  <a:pt x="67595" y="200769"/>
                </a:lnTo>
                <a:lnTo>
                  <a:pt x="67294" y="211336"/>
                </a:lnTo>
                <a:lnTo>
                  <a:pt x="67121" y="221903"/>
                </a:lnTo>
                <a:lnTo>
                  <a:pt x="67041" y="232470"/>
                </a:lnTo>
                <a:lnTo>
                  <a:pt x="67031" y="243036"/>
                </a:lnTo>
                <a:lnTo>
                  <a:pt x="67073" y="253603"/>
                </a:lnTo>
                <a:lnTo>
                  <a:pt x="67156" y="264170"/>
                </a:lnTo>
                <a:lnTo>
                  <a:pt x="67270" y="274737"/>
                </a:lnTo>
                <a:lnTo>
                  <a:pt x="67410" y="285304"/>
                </a:lnTo>
                <a:lnTo>
                  <a:pt x="67568" y="295870"/>
                </a:lnTo>
                <a:lnTo>
                  <a:pt x="67741" y="306437"/>
                </a:lnTo>
                <a:lnTo>
                  <a:pt x="67921" y="317004"/>
                </a:lnTo>
                <a:lnTo>
                  <a:pt x="68103" y="327571"/>
                </a:lnTo>
                <a:lnTo>
                  <a:pt x="68282" y="338138"/>
                </a:lnTo>
                <a:lnTo>
                  <a:pt x="68450" y="348704"/>
                </a:lnTo>
                <a:lnTo>
                  <a:pt x="68602" y="359271"/>
                </a:lnTo>
                <a:lnTo>
                  <a:pt x="68731" y="369838"/>
                </a:lnTo>
                <a:lnTo>
                  <a:pt x="68832" y="380405"/>
                </a:lnTo>
                <a:lnTo>
                  <a:pt x="68901" y="390972"/>
                </a:lnTo>
                <a:lnTo>
                  <a:pt x="68936" y="401538"/>
                </a:lnTo>
                <a:lnTo>
                  <a:pt x="68934" y="412105"/>
                </a:lnTo>
                <a:lnTo>
                  <a:pt x="68899" y="422672"/>
                </a:lnTo>
                <a:lnTo>
                  <a:pt x="68836" y="433239"/>
                </a:lnTo>
                <a:lnTo>
                  <a:pt x="68753" y="443806"/>
                </a:lnTo>
                <a:lnTo>
                  <a:pt x="68661" y="454372"/>
                </a:lnTo>
                <a:lnTo>
                  <a:pt x="68573" y="464939"/>
                </a:lnTo>
                <a:lnTo>
                  <a:pt x="68504" y="475506"/>
                </a:lnTo>
                <a:lnTo>
                  <a:pt x="68468" y="486073"/>
                </a:lnTo>
                <a:lnTo>
                  <a:pt x="68480" y="496640"/>
                </a:lnTo>
                <a:lnTo>
                  <a:pt x="68551" y="507206"/>
                </a:lnTo>
                <a:lnTo>
                  <a:pt x="68689" y="517773"/>
                </a:lnTo>
                <a:lnTo>
                  <a:pt x="68897" y="528340"/>
                </a:lnTo>
                <a:lnTo>
                  <a:pt x="69171" y="538907"/>
                </a:lnTo>
                <a:lnTo>
                  <a:pt x="69503" y="549474"/>
                </a:lnTo>
                <a:lnTo>
                  <a:pt x="69877" y="560040"/>
                </a:lnTo>
                <a:lnTo>
                  <a:pt x="70275" y="570607"/>
                </a:lnTo>
                <a:lnTo>
                  <a:pt x="70670" y="581174"/>
                </a:lnTo>
                <a:lnTo>
                  <a:pt x="71038" y="591741"/>
                </a:lnTo>
                <a:lnTo>
                  <a:pt x="71353" y="602308"/>
                </a:lnTo>
                <a:lnTo>
                  <a:pt x="71592" y="612874"/>
                </a:lnTo>
                <a:lnTo>
                  <a:pt x="71739" y="623441"/>
                </a:lnTo>
                <a:lnTo>
                  <a:pt x="71782" y="634008"/>
                </a:lnTo>
                <a:lnTo>
                  <a:pt x="71720" y="644575"/>
                </a:lnTo>
                <a:lnTo>
                  <a:pt x="71557" y="655142"/>
                </a:lnTo>
                <a:lnTo>
                  <a:pt x="71307" y="665708"/>
                </a:lnTo>
                <a:lnTo>
                  <a:pt x="70985" y="676275"/>
                </a:lnTo>
                <a:lnTo>
                  <a:pt x="70615" y="686842"/>
                </a:lnTo>
                <a:lnTo>
                  <a:pt x="70215" y="697409"/>
                </a:lnTo>
                <a:lnTo>
                  <a:pt x="69807" y="707976"/>
                </a:lnTo>
                <a:lnTo>
                  <a:pt x="69406" y="718543"/>
                </a:lnTo>
                <a:lnTo>
                  <a:pt x="69023" y="729109"/>
                </a:lnTo>
                <a:lnTo>
                  <a:pt x="68666" y="739676"/>
                </a:lnTo>
                <a:lnTo>
                  <a:pt x="68336" y="750243"/>
                </a:lnTo>
                <a:lnTo>
                  <a:pt x="68034" y="760810"/>
                </a:lnTo>
                <a:lnTo>
                  <a:pt x="67756" y="771377"/>
                </a:lnTo>
                <a:lnTo>
                  <a:pt x="67500" y="781943"/>
                </a:lnTo>
                <a:lnTo>
                  <a:pt x="67263" y="792510"/>
                </a:lnTo>
                <a:lnTo>
                  <a:pt x="67044" y="803077"/>
                </a:lnTo>
                <a:lnTo>
                  <a:pt x="66842" y="813644"/>
                </a:lnTo>
                <a:lnTo>
                  <a:pt x="66660" y="824211"/>
                </a:lnTo>
                <a:lnTo>
                  <a:pt x="66501" y="834777"/>
                </a:lnTo>
                <a:lnTo>
                  <a:pt x="66368" y="845344"/>
                </a:lnTo>
                <a:lnTo>
                  <a:pt x="66264" y="855911"/>
                </a:lnTo>
                <a:lnTo>
                  <a:pt x="66190" y="866478"/>
                </a:lnTo>
                <a:lnTo>
                  <a:pt x="66148" y="877045"/>
                </a:lnTo>
                <a:lnTo>
                  <a:pt x="66137" y="887611"/>
                </a:lnTo>
                <a:lnTo>
                  <a:pt x="66152" y="898178"/>
                </a:lnTo>
                <a:lnTo>
                  <a:pt x="66191" y="908745"/>
                </a:lnTo>
                <a:lnTo>
                  <a:pt x="66247" y="919312"/>
                </a:lnTo>
                <a:lnTo>
                  <a:pt x="66314" y="929879"/>
                </a:lnTo>
                <a:lnTo>
                  <a:pt x="66388" y="940445"/>
                </a:lnTo>
                <a:lnTo>
                  <a:pt x="66463" y="951012"/>
                </a:lnTo>
                <a:lnTo>
                  <a:pt x="66536" y="961579"/>
                </a:lnTo>
                <a:lnTo>
                  <a:pt x="66605" y="972146"/>
                </a:lnTo>
                <a:lnTo>
                  <a:pt x="66670" y="982713"/>
                </a:lnTo>
                <a:lnTo>
                  <a:pt x="66733" y="993279"/>
                </a:lnTo>
                <a:lnTo>
                  <a:pt x="66798" y="1003846"/>
                </a:lnTo>
                <a:lnTo>
                  <a:pt x="66868" y="1014413"/>
                </a:lnTo>
                <a:lnTo>
                  <a:pt x="66948" y="1024980"/>
                </a:lnTo>
                <a:lnTo>
                  <a:pt x="67045" y="1035547"/>
                </a:lnTo>
                <a:lnTo>
                  <a:pt x="67166" y="1046113"/>
                </a:lnTo>
                <a:lnTo>
                  <a:pt x="67318" y="1056680"/>
                </a:lnTo>
                <a:lnTo>
                  <a:pt x="67511" y="1067247"/>
                </a:lnTo>
                <a:lnTo>
                  <a:pt x="67756" y="1077814"/>
                </a:lnTo>
                <a:lnTo>
                  <a:pt x="68066" y="1088381"/>
                </a:lnTo>
                <a:lnTo>
                  <a:pt x="68458" y="1098947"/>
                </a:lnTo>
                <a:lnTo>
                  <a:pt x="68950" y="1109514"/>
                </a:lnTo>
                <a:lnTo>
                  <a:pt x="69559" y="1120081"/>
                </a:lnTo>
                <a:lnTo>
                  <a:pt x="70304" y="1130648"/>
                </a:lnTo>
                <a:lnTo>
                  <a:pt x="71201" y="1141215"/>
                </a:lnTo>
                <a:lnTo>
                  <a:pt x="72256" y="1151781"/>
                </a:lnTo>
                <a:lnTo>
                  <a:pt x="73470" y="1162348"/>
                </a:lnTo>
                <a:lnTo>
                  <a:pt x="74829" y="1172915"/>
                </a:lnTo>
                <a:lnTo>
                  <a:pt x="76304" y="1183482"/>
                </a:lnTo>
                <a:lnTo>
                  <a:pt x="77853" y="1194049"/>
                </a:lnTo>
                <a:lnTo>
                  <a:pt x="79418" y="1204615"/>
                </a:lnTo>
                <a:lnTo>
                  <a:pt x="80928" y="1215182"/>
                </a:lnTo>
                <a:lnTo>
                  <a:pt x="82307" y="1225749"/>
                </a:lnTo>
                <a:lnTo>
                  <a:pt x="83480" y="1236316"/>
                </a:lnTo>
                <a:lnTo>
                  <a:pt x="84374" y="1246883"/>
                </a:lnTo>
                <a:lnTo>
                  <a:pt x="84936" y="1257449"/>
                </a:lnTo>
                <a:lnTo>
                  <a:pt x="85127" y="1268016"/>
                </a:lnTo>
                <a:lnTo>
                  <a:pt x="85127" y="1268016"/>
                </a:lnTo>
                <a:close/>
              </a:path>
            </a:pathLst>
          </a:custGeom>
          <a:solidFill>
            <a:srgbClr val="596BC0">
              <a:alpha val="12000"/>
            </a:srgbClr>
          </a:solidFill>
          <a:ln w="6985">
            <a:solidFill>
              <a:srgbClr val="596BC0">
                <a:alpha val="12000"/>
              </a:srgbClr>
            </a:solidFill>
            <a:prstDash val="solid"/>
          </a:ln>
        </p:spPr>
      </p:sp>
      <p:sp>
        <p:nvSpPr>
          <p:cNvPr id="2671" name="01_find_only_2670">
            <a:extLst>
              <a:ext uri="{FF2B5EF4-FFF2-40B4-BE49-F238E27FC236}">
                <a16:creationId xmlns:a16="http://schemas.microsoft.com/office/drawing/2014/main" id="{3E032EB8-E043-498D-A135-0AA2462EF763}"/>
              </a:ext>
            </a:extLst>
          </p:cNvPr>
          <p:cNvSpPr>
            <a:spLocks noGrp="1"/>
          </p:cNvSpPr>
          <p:nvPr/>
        </p:nvSpPr>
        <p:spPr>
          <a:xfrm>
            <a:off x="4200169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2" name="text_2671">
            <a:extLst>
              <a:ext uri="{FF2B5EF4-FFF2-40B4-BE49-F238E27FC236}">
                <a16:creationId xmlns:a16="http://schemas.microsoft.com/office/drawing/2014/main" id="{2E590C66-2FDB-411F-AC97-3CEFBA5C7C26}"/>
              </a:ext>
            </a:extLst>
          </p:cNvPr>
          <p:cNvSpPr>
            <a:spLocks noGrp="1"/>
          </p:cNvSpPr>
          <p:nvPr/>
        </p:nvSpPr>
        <p:spPr>
          <a:xfrm>
            <a:off x="4173918" y="6438006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673" name="01_find_only_2672">
            <a:extLst>
              <a:ext uri="{FF2B5EF4-FFF2-40B4-BE49-F238E27FC236}">
                <a16:creationId xmlns:a16="http://schemas.microsoft.com/office/drawing/2014/main" id="{562724E5-F151-4850-B6E8-B95E10E0DB4F}"/>
              </a:ext>
            </a:extLst>
          </p:cNvPr>
          <p:cNvSpPr>
            <a:spLocks noGrp="1"/>
          </p:cNvSpPr>
          <p:nvPr/>
        </p:nvSpPr>
        <p:spPr>
          <a:xfrm>
            <a:off x="4454808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4" name="text_2673">
            <a:extLst>
              <a:ext uri="{FF2B5EF4-FFF2-40B4-BE49-F238E27FC236}">
                <a16:creationId xmlns:a16="http://schemas.microsoft.com/office/drawing/2014/main" id="{65CB267B-1031-403B-85EB-3D3B1CA88C2B}"/>
              </a:ext>
            </a:extLst>
          </p:cNvPr>
          <p:cNvSpPr>
            <a:spLocks noGrp="1"/>
          </p:cNvSpPr>
          <p:nvPr/>
        </p:nvSpPr>
        <p:spPr>
          <a:xfrm>
            <a:off x="4402304" y="6438006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675" name="01_find_only_2674">
            <a:extLst>
              <a:ext uri="{FF2B5EF4-FFF2-40B4-BE49-F238E27FC236}">
                <a16:creationId xmlns:a16="http://schemas.microsoft.com/office/drawing/2014/main" id="{163E1855-95F9-4AD0-A9FB-1D663101F020}"/>
              </a:ext>
            </a:extLst>
          </p:cNvPr>
          <p:cNvSpPr>
            <a:spLocks noGrp="1"/>
          </p:cNvSpPr>
          <p:nvPr/>
        </p:nvSpPr>
        <p:spPr>
          <a:xfrm>
            <a:off x="4709447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6" name="text_2675">
            <a:extLst>
              <a:ext uri="{FF2B5EF4-FFF2-40B4-BE49-F238E27FC236}">
                <a16:creationId xmlns:a16="http://schemas.microsoft.com/office/drawing/2014/main" id="{B7FCCF2C-43D6-4878-AC64-4D815179BC6C}"/>
              </a:ext>
            </a:extLst>
          </p:cNvPr>
          <p:cNvSpPr>
            <a:spLocks noGrp="1"/>
          </p:cNvSpPr>
          <p:nvPr/>
        </p:nvSpPr>
        <p:spPr>
          <a:xfrm>
            <a:off x="4630692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677" name="01_find_only_2676">
            <a:extLst>
              <a:ext uri="{FF2B5EF4-FFF2-40B4-BE49-F238E27FC236}">
                <a16:creationId xmlns:a16="http://schemas.microsoft.com/office/drawing/2014/main" id="{871B4DFE-E124-4AC7-AD72-D6FB3E505685}"/>
              </a:ext>
            </a:extLst>
          </p:cNvPr>
          <p:cNvSpPr>
            <a:spLocks noGrp="1"/>
          </p:cNvSpPr>
          <p:nvPr/>
        </p:nvSpPr>
        <p:spPr>
          <a:xfrm>
            <a:off x="5218725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78" name="text_2677">
            <a:extLst>
              <a:ext uri="{FF2B5EF4-FFF2-40B4-BE49-F238E27FC236}">
                <a16:creationId xmlns:a16="http://schemas.microsoft.com/office/drawing/2014/main" id="{F07005CF-75E1-4F9F-B7C9-20C128BD9C31}"/>
              </a:ext>
            </a:extLst>
          </p:cNvPr>
          <p:cNvSpPr>
            <a:spLocks noGrp="1"/>
          </p:cNvSpPr>
          <p:nvPr/>
        </p:nvSpPr>
        <p:spPr>
          <a:xfrm>
            <a:off x="5139970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200</a:t>
            </a:r>
          </a:p>
        </p:txBody>
      </p:sp>
      <p:sp>
        <p:nvSpPr>
          <p:cNvPr id="2679" name="01_find_only_2678">
            <a:extLst>
              <a:ext uri="{FF2B5EF4-FFF2-40B4-BE49-F238E27FC236}">
                <a16:creationId xmlns:a16="http://schemas.microsoft.com/office/drawing/2014/main" id="{FEDC50D8-7A81-4AA6-90DE-549D6A4B22A7}"/>
              </a:ext>
            </a:extLst>
          </p:cNvPr>
          <p:cNvSpPr>
            <a:spLocks noGrp="1"/>
          </p:cNvSpPr>
          <p:nvPr/>
        </p:nvSpPr>
        <p:spPr>
          <a:xfrm>
            <a:off x="5728003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80" name="text_2679">
            <a:extLst>
              <a:ext uri="{FF2B5EF4-FFF2-40B4-BE49-F238E27FC236}">
                <a16:creationId xmlns:a16="http://schemas.microsoft.com/office/drawing/2014/main" id="{6F053CC6-19B5-41A8-B9EB-FECB613E27A7}"/>
              </a:ext>
            </a:extLst>
          </p:cNvPr>
          <p:cNvSpPr>
            <a:spLocks noGrp="1"/>
          </p:cNvSpPr>
          <p:nvPr/>
        </p:nvSpPr>
        <p:spPr>
          <a:xfrm>
            <a:off x="5649248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300</a:t>
            </a:r>
          </a:p>
        </p:txBody>
      </p:sp>
      <p:sp>
        <p:nvSpPr>
          <p:cNvPr id="2681" name="text_2680">
            <a:extLst>
              <a:ext uri="{FF2B5EF4-FFF2-40B4-BE49-F238E27FC236}">
                <a16:creationId xmlns:a16="http://schemas.microsoft.com/office/drawing/2014/main" id="{2B846683-D155-4543-942A-D21D7B495D14}"/>
              </a:ext>
            </a:extLst>
          </p:cNvPr>
          <p:cNvSpPr>
            <a:spLocks noGrp="1"/>
          </p:cNvSpPr>
          <p:nvPr/>
        </p:nvSpPr>
        <p:spPr>
          <a:xfrm>
            <a:off x="4389834" y="6577100"/>
            <a:ext cx="1253110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 dirty="0"/>
              <a:t>Relative candidate count (%)</a:t>
            </a:r>
          </a:p>
        </p:txBody>
      </p:sp>
      <p:sp>
        <p:nvSpPr>
          <p:cNvPr id="2682" name="01_find_only_2681">
            <a:extLst>
              <a:ext uri="{FF2B5EF4-FFF2-40B4-BE49-F238E27FC236}">
                <a16:creationId xmlns:a16="http://schemas.microsoft.com/office/drawing/2014/main" id="{9110C315-D60A-483D-A2A8-582A787C7D08}"/>
              </a:ext>
            </a:extLst>
          </p:cNvPr>
          <p:cNvSpPr>
            <a:spLocks noGrp="1"/>
          </p:cNvSpPr>
          <p:nvPr/>
        </p:nvSpPr>
        <p:spPr>
          <a:xfrm>
            <a:off x="4184890" y="6302824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683" name="01_find_only_2682">
            <a:extLst>
              <a:ext uri="{FF2B5EF4-FFF2-40B4-BE49-F238E27FC236}">
                <a16:creationId xmlns:a16="http://schemas.microsoft.com/office/drawing/2014/main" id="{09F75927-8F2D-463D-BF2A-90F04AAAC7EF}"/>
              </a:ext>
            </a:extLst>
          </p:cNvPr>
          <p:cNvSpPr>
            <a:spLocks noGrp="1"/>
          </p:cNvSpPr>
          <p:nvPr/>
        </p:nvSpPr>
        <p:spPr>
          <a:xfrm>
            <a:off x="4146083" y="6302824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84" name="text_2683">
            <a:extLst>
              <a:ext uri="{FF2B5EF4-FFF2-40B4-BE49-F238E27FC236}">
                <a16:creationId xmlns:a16="http://schemas.microsoft.com/office/drawing/2014/main" id="{C7BCE12B-7EDF-4FEE-A275-D0C9CDB1C000}"/>
              </a:ext>
            </a:extLst>
          </p:cNvPr>
          <p:cNvSpPr>
            <a:spLocks noGrp="1"/>
          </p:cNvSpPr>
          <p:nvPr/>
        </p:nvSpPr>
        <p:spPr>
          <a:xfrm>
            <a:off x="4054773" y="6262019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2685" name="01_find_only_2684">
            <a:extLst>
              <a:ext uri="{FF2B5EF4-FFF2-40B4-BE49-F238E27FC236}">
                <a16:creationId xmlns:a16="http://schemas.microsoft.com/office/drawing/2014/main" id="{1ECECD3B-20D7-48C2-A7C5-1E9052827197}"/>
              </a:ext>
            </a:extLst>
          </p:cNvPr>
          <p:cNvSpPr>
            <a:spLocks noGrp="1"/>
          </p:cNvSpPr>
          <p:nvPr/>
        </p:nvSpPr>
        <p:spPr>
          <a:xfrm>
            <a:off x="4184890" y="565705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686" name="01_find_only_2685">
            <a:extLst>
              <a:ext uri="{FF2B5EF4-FFF2-40B4-BE49-F238E27FC236}">
                <a16:creationId xmlns:a16="http://schemas.microsoft.com/office/drawing/2014/main" id="{25A4970E-116E-40D3-84AA-FF247433CC01}"/>
              </a:ext>
            </a:extLst>
          </p:cNvPr>
          <p:cNvSpPr>
            <a:spLocks noGrp="1"/>
          </p:cNvSpPr>
          <p:nvPr/>
        </p:nvSpPr>
        <p:spPr>
          <a:xfrm>
            <a:off x="4146083" y="5657051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87" name="text_2686">
            <a:extLst>
              <a:ext uri="{FF2B5EF4-FFF2-40B4-BE49-F238E27FC236}">
                <a16:creationId xmlns:a16="http://schemas.microsoft.com/office/drawing/2014/main" id="{A44E6CEB-7ADF-4B4C-B4B3-B2C6792BB406}"/>
              </a:ext>
            </a:extLst>
          </p:cNvPr>
          <p:cNvSpPr>
            <a:spLocks noGrp="1"/>
          </p:cNvSpPr>
          <p:nvPr/>
        </p:nvSpPr>
        <p:spPr>
          <a:xfrm>
            <a:off x="4002269" y="5616247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2688" name="01_find_only_2687">
            <a:extLst>
              <a:ext uri="{FF2B5EF4-FFF2-40B4-BE49-F238E27FC236}">
                <a16:creationId xmlns:a16="http://schemas.microsoft.com/office/drawing/2014/main" id="{A254697B-D4B6-43E9-855C-8F8A5602EC63}"/>
              </a:ext>
            </a:extLst>
          </p:cNvPr>
          <p:cNvSpPr>
            <a:spLocks noGrp="1"/>
          </p:cNvSpPr>
          <p:nvPr/>
        </p:nvSpPr>
        <p:spPr>
          <a:xfrm>
            <a:off x="4184890" y="5011278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2689" name="01_find_only_2688">
            <a:extLst>
              <a:ext uri="{FF2B5EF4-FFF2-40B4-BE49-F238E27FC236}">
                <a16:creationId xmlns:a16="http://schemas.microsoft.com/office/drawing/2014/main" id="{E3B2ECE9-6717-4091-9003-F7CF648D87D3}"/>
              </a:ext>
            </a:extLst>
          </p:cNvPr>
          <p:cNvSpPr>
            <a:spLocks noGrp="1"/>
          </p:cNvSpPr>
          <p:nvPr/>
        </p:nvSpPr>
        <p:spPr>
          <a:xfrm>
            <a:off x="4146083" y="5011278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2690" name="text_2689">
            <a:extLst>
              <a:ext uri="{FF2B5EF4-FFF2-40B4-BE49-F238E27FC236}">
                <a16:creationId xmlns:a16="http://schemas.microsoft.com/office/drawing/2014/main" id="{A4FFA3B9-5DC1-4AA7-9739-CF1F5E7D1EDF}"/>
              </a:ext>
            </a:extLst>
          </p:cNvPr>
          <p:cNvSpPr>
            <a:spLocks noGrp="1"/>
          </p:cNvSpPr>
          <p:nvPr/>
        </p:nvSpPr>
        <p:spPr>
          <a:xfrm>
            <a:off x="3949767" y="4970474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2691" name="01_find_only_2690">
            <a:extLst>
              <a:ext uri="{FF2B5EF4-FFF2-40B4-BE49-F238E27FC236}">
                <a16:creationId xmlns:a16="http://schemas.microsoft.com/office/drawing/2014/main" id="{72FF75B8-F4DE-477C-93D5-A77BDB3304E3}"/>
              </a:ext>
            </a:extLst>
          </p:cNvPr>
          <p:cNvSpPr>
            <a:spLocks noGrp="1"/>
          </p:cNvSpPr>
          <p:nvPr/>
        </p:nvSpPr>
        <p:spPr>
          <a:xfrm>
            <a:off x="441324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2" name="01_find_only_2691">
            <a:extLst>
              <a:ext uri="{FF2B5EF4-FFF2-40B4-BE49-F238E27FC236}">
                <a16:creationId xmlns:a16="http://schemas.microsoft.com/office/drawing/2014/main" id="{B51DA67A-5752-47B8-9874-C168504CC400}"/>
              </a:ext>
            </a:extLst>
          </p:cNvPr>
          <p:cNvSpPr>
            <a:spLocks noGrp="1"/>
          </p:cNvSpPr>
          <p:nvPr/>
        </p:nvSpPr>
        <p:spPr>
          <a:xfrm>
            <a:off x="44754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3" name="01_find_only_2692">
            <a:extLst>
              <a:ext uri="{FF2B5EF4-FFF2-40B4-BE49-F238E27FC236}">
                <a16:creationId xmlns:a16="http://schemas.microsoft.com/office/drawing/2014/main" id="{3C0E759A-D270-4341-A9C8-96BF7C021977}"/>
              </a:ext>
            </a:extLst>
          </p:cNvPr>
          <p:cNvSpPr>
            <a:spLocks noGrp="1"/>
          </p:cNvSpPr>
          <p:nvPr/>
        </p:nvSpPr>
        <p:spPr>
          <a:xfrm>
            <a:off x="43928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4" name="01_find_only_2693">
            <a:extLst>
              <a:ext uri="{FF2B5EF4-FFF2-40B4-BE49-F238E27FC236}">
                <a16:creationId xmlns:a16="http://schemas.microsoft.com/office/drawing/2014/main" id="{266887FF-BF1F-4C20-8788-08FA208F97D1}"/>
              </a:ext>
            </a:extLst>
          </p:cNvPr>
          <p:cNvSpPr>
            <a:spLocks noGrp="1"/>
          </p:cNvSpPr>
          <p:nvPr/>
        </p:nvSpPr>
        <p:spPr>
          <a:xfrm>
            <a:off x="44676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5" name="01_find_only_2694">
            <a:extLst>
              <a:ext uri="{FF2B5EF4-FFF2-40B4-BE49-F238E27FC236}">
                <a16:creationId xmlns:a16="http://schemas.microsoft.com/office/drawing/2014/main" id="{55AC4312-546D-44AF-9D98-C7B55153C2DD}"/>
              </a:ext>
            </a:extLst>
          </p:cNvPr>
          <p:cNvSpPr>
            <a:spLocks noGrp="1"/>
          </p:cNvSpPr>
          <p:nvPr/>
        </p:nvSpPr>
        <p:spPr>
          <a:xfrm>
            <a:off x="44290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6" name="01_find_only_2695">
            <a:extLst>
              <a:ext uri="{FF2B5EF4-FFF2-40B4-BE49-F238E27FC236}">
                <a16:creationId xmlns:a16="http://schemas.microsoft.com/office/drawing/2014/main" id="{041CA52A-9BC3-4208-887A-ECB389E322FB}"/>
              </a:ext>
            </a:extLst>
          </p:cNvPr>
          <p:cNvSpPr>
            <a:spLocks noGrp="1"/>
          </p:cNvSpPr>
          <p:nvPr/>
        </p:nvSpPr>
        <p:spPr>
          <a:xfrm>
            <a:off x="448231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7" name="01_find_only_2696">
            <a:extLst>
              <a:ext uri="{FF2B5EF4-FFF2-40B4-BE49-F238E27FC236}">
                <a16:creationId xmlns:a16="http://schemas.microsoft.com/office/drawing/2014/main" id="{51E0DCDE-4CA1-414B-9766-6544ED7859A4}"/>
              </a:ext>
            </a:extLst>
          </p:cNvPr>
          <p:cNvSpPr>
            <a:spLocks noGrp="1"/>
          </p:cNvSpPr>
          <p:nvPr/>
        </p:nvSpPr>
        <p:spPr>
          <a:xfrm>
            <a:off x="441314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8" name="01_find_only_2697">
            <a:extLst>
              <a:ext uri="{FF2B5EF4-FFF2-40B4-BE49-F238E27FC236}">
                <a16:creationId xmlns:a16="http://schemas.microsoft.com/office/drawing/2014/main" id="{DE369086-A05C-447C-B7FB-B5AF7A603FE3}"/>
              </a:ext>
            </a:extLst>
          </p:cNvPr>
          <p:cNvSpPr>
            <a:spLocks noGrp="1"/>
          </p:cNvSpPr>
          <p:nvPr/>
        </p:nvSpPr>
        <p:spPr>
          <a:xfrm>
            <a:off x="4460552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9" name="01_find_only_2698">
            <a:extLst>
              <a:ext uri="{FF2B5EF4-FFF2-40B4-BE49-F238E27FC236}">
                <a16:creationId xmlns:a16="http://schemas.microsoft.com/office/drawing/2014/main" id="{E34CDB1B-0C80-4B10-AA80-3F0DC37A3F0D}"/>
              </a:ext>
            </a:extLst>
          </p:cNvPr>
          <p:cNvSpPr>
            <a:spLocks noGrp="1"/>
          </p:cNvSpPr>
          <p:nvPr/>
        </p:nvSpPr>
        <p:spPr>
          <a:xfrm>
            <a:off x="4396238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0" name="01_find_only_2699">
            <a:extLst>
              <a:ext uri="{FF2B5EF4-FFF2-40B4-BE49-F238E27FC236}">
                <a16:creationId xmlns:a16="http://schemas.microsoft.com/office/drawing/2014/main" id="{DF1BA650-B750-4678-BABB-EC2612CBC22D}"/>
              </a:ext>
            </a:extLst>
          </p:cNvPr>
          <p:cNvSpPr>
            <a:spLocks noGrp="1"/>
          </p:cNvSpPr>
          <p:nvPr/>
        </p:nvSpPr>
        <p:spPr>
          <a:xfrm>
            <a:off x="441693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1" name="01_find_only_2700">
            <a:extLst>
              <a:ext uri="{FF2B5EF4-FFF2-40B4-BE49-F238E27FC236}">
                <a16:creationId xmlns:a16="http://schemas.microsoft.com/office/drawing/2014/main" id="{FBBCC3A3-CB52-43F1-958E-5EC04E9D0815}"/>
              </a:ext>
            </a:extLst>
          </p:cNvPr>
          <p:cNvSpPr>
            <a:spLocks noGrp="1"/>
          </p:cNvSpPr>
          <p:nvPr/>
        </p:nvSpPr>
        <p:spPr>
          <a:xfrm>
            <a:off x="4396044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2" name="01_find_only_2701">
            <a:extLst>
              <a:ext uri="{FF2B5EF4-FFF2-40B4-BE49-F238E27FC236}">
                <a16:creationId xmlns:a16="http://schemas.microsoft.com/office/drawing/2014/main" id="{31418DAC-35F5-4646-AB10-50CA43218A98}"/>
              </a:ext>
            </a:extLst>
          </p:cNvPr>
          <p:cNvSpPr>
            <a:spLocks noGrp="1"/>
          </p:cNvSpPr>
          <p:nvPr/>
        </p:nvSpPr>
        <p:spPr>
          <a:xfrm>
            <a:off x="44509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3" name="01_find_only_2702">
            <a:extLst>
              <a:ext uri="{FF2B5EF4-FFF2-40B4-BE49-F238E27FC236}">
                <a16:creationId xmlns:a16="http://schemas.microsoft.com/office/drawing/2014/main" id="{6121536B-C8F7-4709-AAD7-AD7859026309}"/>
              </a:ext>
            </a:extLst>
          </p:cNvPr>
          <p:cNvSpPr>
            <a:spLocks noGrp="1"/>
          </p:cNvSpPr>
          <p:nvPr/>
        </p:nvSpPr>
        <p:spPr>
          <a:xfrm>
            <a:off x="44091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4" name="01_find_only_2703">
            <a:extLst>
              <a:ext uri="{FF2B5EF4-FFF2-40B4-BE49-F238E27FC236}">
                <a16:creationId xmlns:a16="http://schemas.microsoft.com/office/drawing/2014/main" id="{009D308C-ABA3-46B6-A452-BD2ECFA1A64E}"/>
              </a:ext>
            </a:extLst>
          </p:cNvPr>
          <p:cNvSpPr>
            <a:spLocks noGrp="1"/>
          </p:cNvSpPr>
          <p:nvPr/>
        </p:nvSpPr>
        <p:spPr>
          <a:xfrm>
            <a:off x="443830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5" name="01_find_only_2704">
            <a:extLst>
              <a:ext uri="{FF2B5EF4-FFF2-40B4-BE49-F238E27FC236}">
                <a16:creationId xmlns:a16="http://schemas.microsoft.com/office/drawing/2014/main" id="{B270EF88-5D2A-4DD0-88B9-AC7BD2092A6C}"/>
              </a:ext>
            </a:extLst>
          </p:cNvPr>
          <p:cNvSpPr>
            <a:spLocks noGrp="1"/>
          </p:cNvSpPr>
          <p:nvPr/>
        </p:nvSpPr>
        <p:spPr>
          <a:xfrm>
            <a:off x="44280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6" name="01_find_only_2705">
            <a:extLst>
              <a:ext uri="{FF2B5EF4-FFF2-40B4-BE49-F238E27FC236}">
                <a16:creationId xmlns:a16="http://schemas.microsoft.com/office/drawing/2014/main" id="{3F36CC58-55CE-4A24-B4E0-E9E9CFE9D353}"/>
              </a:ext>
            </a:extLst>
          </p:cNvPr>
          <p:cNvSpPr>
            <a:spLocks noGrp="1"/>
          </p:cNvSpPr>
          <p:nvPr/>
        </p:nvSpPr>
        <p:spPr>
          <a:xfrm>
            <a:off x="4418389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7" name="01_find_only_2706">
            <a:extLst>
              <a:ext uri="{FF2B5EF4-FFF2-40B4-BE49-F238E27FC236}">
                <a16:creationId xmlns:a16="http://schemas.microsoft.com/office/drawing/2014/main" id="{6A014E9C-0B5E-40B2-A881-AF9F7406D5ED}"/>
              </a:ext>
            </a:extLst>
          </p:cNvPr>
          <p:cNvSpPr>
            <a:spLocks noGrp="1"/>
          </p:cNvSpPr>
          <p:nvPr/>
        </p:nvSpPr>
        <p:spPr>
          <a:xfrm>
            <a:off x="439575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8" name="01_find_only_2707">
            <a:extLst>
              <a:ext uri="{FF2B5EF4-FFF2-40B4-BE49-F238E27FC236}">
                <a16:creationId xmlns:a16="http://schemas.microsoft.com/office/drawing/2014/main" id="{E99C386D-56E7-419B-B1B9-E140AAA0B835}"/>
              </a:ext>
            </a:extLst>
          </p:cNvPr>
          <p:cNvSpPr>
            <a:spLocks noGrp="1"/>
          </p:cNvSpPr>
          <p:nvPr/>
        </p:nvSpPr>
        <p:spPr>
          <a:xfrm>
            <a:off x="4482994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9" name="01_find_only_2708">
            <a:extLst>
              <a:ext uri="{FF2B5EF4-FFF2-40B4-BE49-F238E27FC236}">
                <a16:creationId xmlns:a16="http://schemas.microsoft.com/office/drawing/2014/main" id="{2E6541D0-5106-47AA-9442-6AB27195571B}"/>
              </a:ext>
            </a:extLst>
          </p:cNvPr>
          <p:cNvSpPr>
            <a:spLocks noGrp="1"/>
          </p:cNvSpPr>
          <p:nvPr/>
        </p:nvSpPr>
        <p:spPr>
          <a:xfrm>
            <a:off x="43971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0" name="01_find_only_2709">
            <a:extLst>
              <a:ext uri="{FF2B5EF4-FFF2-40B4-BE49-F238E27FC236}">
                <a16:creationId xmlns:a16="http://schemas.microsoft.com/office/drawing/2014/main" id="{CE7D9BCB-0E2A-4265-B4FE-6691C154F8E0}"/>
              </a:ext>
            </a:extLst>
          </p:cNvPr>
          <p:cNvSpPr>
            <a:spLocks noGrp="1"/>
          </p:cNvSpPr>
          <p:nvPr/>
        </p:nvSpPr>
        <p:spPr>
          <a:xfrm>
            <a:off x="447580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1" name="01_find_only_2710">
            <a:extLst>
              <a:ext uri="{FF2B5EF4-FFF2-40B4-BE49-F238E27FC236}">
                <a16:creationId xmlns:a16="http://schemas.microsoft.com/office/drawing/2014/main" id="{BB714689-82AC-4258-A1A4-292A235EDF97}"/>
              </a:ext>
            </a:extLst>
          </p:cNvPr>
          <p:cNvSpPr>
            <a:spLocks noGrp="1"/>
          </p:cNvSpPr>
          <p:nvPr/>
        </p:nvSpPr>
        <p:spPr>
          <a:xfrm>
            <a:off x="442946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2" name="01_find_only_2711">
            <a:extLst>
              <a:ext uri="{FF2B5EF4-FFF2-40B4-BE49-F238E27FC236}">
                <a16:creationId xmlns:a16="http://schemas.microsoft.com/office/drawing/2014/main" id="{B552C847-5A8C-4F3F-8ABB-0D14AD271F71}"/>
              </a:ext>
            </a:extLst>
          </p:cNvPr>
          <p:cNvSpPr>
            <a:spLocks noGrp="1"/>
          </p:cNvSpPr>
          <p:nvPr/>
        </p:nvSpPr>
        <p:spPr>
          <a:xfrm>
            <a:off x="448697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3" name="01_find_only_2712">
            <a:extLst>
              <a:ext uri="{FF2B5EF4-FFF2-40B4-BE49-F238E27FC236}">
                <a16:creationId xmlns:a16="http://schemas.microsoft.com/office/drawing/2014/main" id="{486C6661-8814-43E6-984C-E84068DF6317}"/>
              </a:ext>
            </a:extLst>
          </p:cNvPr>
          <p:cNvSpPr>
            <a:spLocks noGrp="1"/>
          </p:cNvSpPr>
          <p:nvPr/>
        </p:nvSpPr>
        <p:spPr>
          <a:xfrm>
            <a:off x="4456570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4" name="01_find_only_2713">
            <a:extLst>
              <a:ext uri="{FF2B5EF4-FFF2-40B4-BE49-F238E27FC236}">
                <a16:creationId xmlns:a16="http://schemas.microsoft.com/office/drawing/2014/main" id="{EC43CA27-E905-47B9-8D91-E6F7C658B920}"/>
              </a:ext>
            </a:extLst>
          </p:cNvPr>
          <p:cNvSpPr>
            <a:spLocks noGrp="1"/>
          </p:cNvSpPr>
          <p:nvPr/>
        </p:nvSpPr>
        <p:spPr>
          <a:xfrm>
            <a:off x="4463176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5" name="01_find_only_2714">
            <a:extLst>
              <a:ext uri="{FF2B5EF4-FFF2-40B4-BE49-F238E27FC236}">
                <a16:creationId xmlns:a16="http://schemas.microsoft.com/office/drawing/2014/main" id="{AC03DDC6-DAF7-475F-928A-C0F3E0575457}"/>
              </a:ext>
            </a:extLst>
          </p:cNvPr>
          <p:cNvSpPr>
            <a:spLocks noGrp="1"/>
          </p:cNvSpPr>
          <p:nvPr/>
        </p:nvSpPr>
        <p:spPr>
          <a:xfrm>
            <a:off x="4420526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6" name="01_find_only_2715">
            <a:extLst>
              <a:ext uri="{FF2B5EF4-FFF2-40B4-BE49-F238E27FC236}">
                <a16:creationId xmlns:a16="http://schemas.microsoft.com/office/drawing/2014/main" id="{058F9E18-0B9F-4871-8DF0-AAEC4FB59125}"/>
              </a:ext>
            </a:extLst>
          </p:cNvPr>
          <p:cNvSpPr>
            <a:spLocks noGrp="1"/>
          </p:cNvSpPr>
          <p:nvPr/>
        </p:nvSpPr>
        <p:spPr>
          <a:xfrm>
            <a:off x="448153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7" name="01_find_only_2716">
            <a:extLst>
              <a:ext uri="{FF2B5EF4-FFF2-40B4-BE49-F238E27FC236}">
                <a16:creationId xmlns:a16="http://schemas.microsoft.com/office/drawing/2014/main" id="{9F08843F-EE25-4DE9-BF5E-8A1BBD14CE5C}"/>
              </a:ext>
            </a:extLst>
          </p:cNvPr>
          <p:cNvSpPr>
            <a:spLocks noGrp="1"/>
          </p:cNvSpPr>
          <p:nvPr/>
        </p:nvSpPr>
        <p:spPr>
          <a:xfrm>
            <a:off x="4463369" y="58187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8" name="01_find_only_2717">
            <a:extLst>
              <a:ext uri="{FF2B5EF4-FFF2-40B4-BE49-F238E27FC236}">
                <a16:creationId xmlns:a16="http://schemas.microsoft.com/office/drawing/2014/main" id="{8A1B79A6-4245-4ECF-9138-CC0E0D113FD3}"/>
              </a:ext>
            </a:extLst>
          </p:cNvPr>
          <p:cNvSpPr>
            <a:spLocks noGrp="1"/>
          </p:cNvSpPr>
          <p:nvPr/>
        </p:nvSpPr>
        <p:spPr>
          <a:xfrm>
            <a:off x="440789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9" name="01_find_only_2718">
            <a:extLst>
              <a:ext uri="{FF2B5EF4-FFF2-40B4-BE49-F238E27FC236}">
                <a16:creationId xmlns:a16="http://schemas.microsoft.com/office/drawing/2014/main" id="{6FF1563E-462B-419E-B0C3-351DCF2607C0}"/>
              </a:ext>
            </a:extLst>
          </p:cNvPr>
          <p:cNvSpPr>
            <a:spLocks noGrp="1"/>
          </p:cNvSpPr>
          <p:nvPr/>
        </p:nvSpPr>
        <p:spPr>
          <a:xfrm>
            <a:off x="4461718" y="5836320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0" name="01_find_only_2719">
            <a:extLst>
              <a:ext uri="{FF2B5EF4-FFF2-40B4-BE49-F238E27FC236}">
                <a16:creationId xmlns:a16="http://schemas.microsoft.com/office/drawing/2014/main" id="{15D04C1A-464C-456E-8379-2EC2C28D824E}"/>
              </a:ext>
            </a:extLst>
          </p:cNvPr>
          <p:cNvSpPr>
            <a:spLocks noGrp="1"/>
          </p:cNvSpPr>
          <p:nvPr/>
        </p:nvSpPr>
        <p:spPr>
          <a:xfrm>
            <a:off x="4412851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1" name="01_find_only_2720">
            <a:extLst>
              <a:ext uri="{FF2B5EF4-FFF2-40B4-BE49-F238E27FC236}">
                <a16:creationId xmlns:a16="http://schemas.microsoft.com/office/drawing/2014/main" id="{02BB7297-3211-406A-9DE0-C9EE94509ABB}"/>
              </a:ext>
            </a:extLst>
          </p:cNvPr>
          <p:cNvSpPr>
            <a:spLocks noGrp="1"/>
          </p:cNvSpPr>
          <p:nvPr/>
        </p:nvSpPr>
        <p:spPr>
          <a:xfrm>
            <a:off x="442042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2" name="01_find_only_2721">
            <a:extLst>
              <a:ext uri="{FF2B5EF4-FFF2-40B4-BE49-F238E27FC236}">
                <a16:creationId xmlns:a16="http://schemas.microsoft.com/office/drawing/2014/main" id="{B20CEBA6-854A-4AC8-AA23-1A75C087906F}"/>
              </a:ext>
            </a:extLst>
          </p:cNvPr>
          <p:cNvSpPr>
            <a:spLocks noGrp="1"/>
          </p:cNvSpPr>
          <p:nvPr/>
        </p:nvSpPr>
        <p:spPr>
          <a:xfrm>
            <a:off x="448076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3" name="01_find_only_2722">
            <a:extLst>
              <a:ext uri="{FF2B5EF4-FFF2-40B4-BE49-F238E27FC236}">
                <a16:creationId xmlns:a16="http://schemas.microsoft.com/office/drawing/2014/main" id="{147D661C-956C-4B8C-8128-C8D63742CC9E}"/>
              </a:ext>
            </a:extLst>
          </p:cNvPr>
          <p:cNvSpPr>
            <a:spLocks noGrp="1"/>
          </p:cNvSpPr>
          <p:nvPr/>
        </p:nvSpPr>
        <p:spPr>
          <a:xfrm>
            <a:off x="442198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4" name="01_find_only_2723">
            <a:extLst>
              <a:ext uri="{FF2B5EF4-FFF2-40B4-BE49-F238E27FC236}">
                <a16:creationId xmlns:a16="http://schemas.microsoft.com/office/drawing/2014/main" id="{B2106C8C-E007-4454-BA7B-E3BFA8A4EFCB}"/>
              </a:ext>
            </a:extLst>
          </p:cNvPr>
          <p:cNvSpPr>
            <a:spLocks noGrp="1"/>
          </p:cNvSpPr>
          <p:nvPr/>
        </p:nvSpPr>
        <p:spPr>
          <a:xfrm>
            <a:off x="447531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5" name="01_find_only_2724">
            <a:extLst>
              <a:ext uri="{FF2B5EF4-FFF2-40B4-BE49-F238E27FC236}">
                <a16:creationId xmlns:a16="http://schemas.microsoft.com/office/drawing/2014/main" id="{E9718810-83BC-4C72-BF72-A7A477ACF9B3}"/>
              </a:ext>
            </a:extLst>
          </p:cNvPr>
          <p:cNvSpPr>
            <a:spLocks noGrp="1"/>
          </p:cNvSpPr>
          <p:nvPr/>
        </p:nvSpPr>
        <p:spPr>
          <a:xfrm>
            <a:off x="447609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6" name="01_find_only_2725">
            <a:extLst>
              <a:ext uri="{FF2B5EF4-FFF2-40B4-BE49-F238E27FC236}">
                <a16:creationId xmlns:a16="http://schemas.microsoft.com/office/drawing/2014/main" id="{B276B3E9-F63C-4A52-8BAC-FD19616E49D2}"/>
              </a:ext>
            </a:extLst>
          </p:cNvPr>
          <p:cNvSpPr>
            <a:spLocks noGrp="1"/>
          </p:cNvSpPr>
          <p:nvPr/>
        </p:nvSpPr>
        <p:spPr>
          <a:xfrm>
            <a:off x="4478622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7" name="01_find_only_2726">
            <a:extLst>
              <a:ext uri="{FF2B5EF4-FFF2-40B4-BE49-F238E27FC236}">
                <a16:creationId xmlns:a16="http://schemas.microsoft.com/office/drawing/2014/main" id="{B6625A53-7792-4E03-9D7C-5A24BFD2883F}"/>
              </a:ext>
            </a:extLst>
          </p:cNvPr>
          <p:cNvSpPr>
            <a:spLocks noGrp="1"/>
          </p:cNvSpPr>
          <p:nvPr/>
        </p:nvSpPr>
        <p:spPr>
          <a:xfrm>
            <a:off x="4422761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8" name="01_find_only_2727">
            <a:extLst>
              <a:ext uri="{FF2B5EF4-FFF2-40B4-BE49-F238E27FC236}">
                <a16:creationId xmlns:a16="http://schemas.microsoft.com/office/drawing/2014/main" id="{A449F662-9868-4987-A579-FC88D21E8542}"/>
              </a:ext>
            </a:extLst>
          </p:cNvPr>
          <p:cNvSpPr>
            <a:spLocks noGrp="1"/>
          </p:cNvSpPr>
          <p:nvPr/>
        </p:nvSpPr>
        <p:spPr>
          <a:xfrm>
            <a:off x="440809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9" name="01_find_only_2728">
            <a:extLst>
              <a:ext uri="{FF2B5EF4-FFF2-40B4-BE49-F238E27FC236}">
                <a16:creationId xmlns:a16="http://schemas.microsoft.com/office/drawing/2014/main" id="{F9839E11-E696-4974-AF46-EEE3A8B41C15}"/>
              </a:ext>
            </a:extLst>
          </p:cNvPr>
          <p:cNvSpPr>
            <a:spLocks noGrp="1"/>
          </p:cNvSpPr>
          <p:nvPr/>
        </p:nvSpPr>
        <p:spPr>
          <a:xfrm>
            <a:off x="446463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0" name="01_find_only_2729">
            <a:extLst>
              <a:ext uri="{FF2B5EF4-FFF2-40B4-BE49-F238E27FC236}">
                <a16:creationId xmlns:a16="http://schemas.microsoft.com/office/drawing/2014/main" id="{62FF6A17-D501-4544-B977-BBEF9978BFA4}"/>
              </a:ext>
            </a:extLst>
          </p:cNvPr>
          <p:cNvSpPr>
            <a:spLocks noGrp="1"/>
          </p:cNvSpPr>
          <p:nvPr/>
        </p:nvSpPr>
        <p:spPr>
          <a:xfrm>
            <a:off x="44035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1" name="01_find_only_2730">
            <a:extLst>
              <a:ext uri="{FF2B5EF4-FFF2-40B4-BE49-F238E27FC236}">
                <a16:creationId xmlns:a16="http://schemas.microsoft.com/office/drawing/2014/main" id="{343BC428-2440-4C80-B73D-2C0924BB82D8}"/>
              </a:ext>
            </a:extLst>
          </p:cNvPr>
          <p:cNvSpPr>
            <a:spLocks noGrp="1"/>
          </p:cNvSpPr>
          <p:nvPr/>
        </p:nvSpPr>
        <p:spPr>
          <a:xfrm>
            <a:off x="44096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2" name="01_find_only_2731">
            <a:extLst>
              <a:ext uri="{FF2B5EF4-FFF2-40B4-BE49-F238E27FC236}">
                <a16:creationId xmlns:a16="http://schemas.microsoft.com/office/drawing/2014/main" id="{1173C5CA-E788-4396-93C2-A9B2E383DF7C}"/>
              </a:ext>
            </a:extLst>
          </p:cNvPr>
          <p:cNvSpPr>
            <a:spLocks noGrp="1"/>
          </p:cNvSpPr>
          <p:nvPr/>
        </p:nvSpPr>
        <p:spPr>
          <a:xfrm>
            <a:off x="4467062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3" name="01_find_only_2732">
            <a:extLst>
              <a:ext uri="{FF2B5EF4-FFF2-40B4-BE49-F238E27FC236}">
                <a16:creationId xmlns:a16="http://schemas.microsoft.com/office/drawing/2014/main" id="{2E545E63-0218-4420-BEA9-7268683D2F8B}"/>
              </a:ext>
            </a:extLst>
          </p:cNvPr>
          <p:cNvSpPr>
            <a:spLocks noGrp="1"/>
          </p:cNvSpPr>
          <p:nvPr/>
        </p:nvSpPr>
        <p:spPr>
          <a:xfrm>
            <a:off x="440439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4" name="01_find_only_2733">
            <a:extLst>
              <a:ext uri="{FF2B5EF4-FFF2-40B4-BE49-F238E27FC236}">
                <a16:creationId xmlns:a16="http://schemas.microsoft.com/office/drawing/2014/main" id="{0B02C64A-6FB8-49C9-8EA5-446FA6788E1D}"/>
              </a:ext>
            </a:extLst>
          </p:cNvPr>
          <p:cNvSpPr>
            <a:spLocks noGrp="1"/>
          </p:cNvSpPr>
          <p:nvPr/>
        </p:nvSpPr>
        <p:spPr>
          <a:xfrm>
            <a:off x="44857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5" name="01_find_only_2734">
            <a:extLst>
              <a:ext uri="{FF2B5EF4-FFF2-40B4-BE49-F238E27FC236}">
                <a16:creationId xmlns:a16="http://schemas.microsoft.com/office/drawing/2014/main" id="{343CAF68-1FC7-42ED-8212-4EF39A8542B3}"/>
              </a:ext>
            </a:extLst>
          </p:cNvPr>
          <p:cNvSpPr>
            <a:spLocks noGrp="1"/>
          </p:cNvSpPr>
          <p:nvPr/>
        </p:nvSpPr>
        <p:spPr>
          <a:xfrm>
            <a:off x="44708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6" name="01_find_only_2735">
            <a:extLst>
              <a:ext uri="{FF2B5EF4-FFF2-40B4-BE49-F238E27FC236}">
                <a16:creationId xmlns:a16="http://schemas.microsoft.com/office/drawing/2014/main" id="{8318C1D2-9409-4B60-A877-7FFDC9FFCAD7}"/>
              </a:ext>
            </a:extLst>
          </p:cNvPr>
          <p:cNvSpPr>
            <a:spLocks noGrp="1"/>
          </p:cNvSpPr>
          <p:nvPr/>
        </p:nvSpPr>
        <p:spPr>
          <a:xfrm>
            <a:off x="44356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7" name="01_find_only_2736">
            <a:extLst>
              <a:ext uri="{FF2B5EF4-FFF2-40B4-BE49-F238E27FC236}">
                <a16:creationId xmlns:a16="http://schemas.microsoft.com/office/drawing/2014/main" id="{7F36146D-BFED-4D8E-8711-BB0F3F047B4E}"/>
              </a:ext>
            </a:extLst>
          </p:cNvPr>
          <p:cNvSpPr>
            <a:spLocks noGrp="1"/>
          </p:cNvSpPr>
          <p:nvPr/>
        </p:nvSpPr>
        <p:spPr>
          <a:xfrm>
            <a:off x="44192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8" name="01_find_only_2737">
            <a:extLst>
              <a:ext uri="{FF2B5EF4-FFF2-40B4-BE49-F238E27FC236}">
                <a16:creationId xmlns:a16="http://schemas.microsoft.com/office/drawing/2014/main" id="{3A13208A-41F0-42EE-BE3D-9687C33AC61A}"/>
              </a:ext>
            </a:extLst>
          </p:cNvPr>
          <p:cNvSpPr>
            <a:spLocks noGrp="1"/>
          </p:cNvSpPr>
          <p:nvPr/>
        </p:nvSpPr>
        <p:spPr>
          <a:xfrm>
            <a:off x="4488435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9" name="01_find_only_2738">
            <a:extLst>
              <a:ext uri="{FF2B5EF4-FFF2-40B4-BE49-F238E27FC236}">
                <a16:creationId xmlns:a16="http://schemas.microsoft.com/office/drawing/2014/main" id="{342468B8-1CC4-42AA-BE94-6630A5D020AE}"/>
              </a:ext>
            </a:extLst>
          </p:cNvPr>
          <p:cNvSpPr>
            <a:spLocks noGrp="1"/>
          </p:cNvSpPr>
          <p:nvPr/>
        </p:nvSpPr>
        <p:spPr>
          <a:xfrm>
            <a:off x="445316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0" name="01_find_only_2739">
            <a:extLst>
              <a:ext uri="{FF2B5EF4-FFF2-40B4-BE49-F238E27FC236}">
                <a16:creationId xmlns:a16="http://schemas.microsoft.com/office/drawing/2014/main" id="{F7B3A58D-228E-4889-AE72-BDC4EF6E8F56}"/>
              </a:ext>
            </a:extLst>
          </p:cNvPr>
          <p:cNvSpPr>
            <a:spLocks noGrp="1"/>
          </p:cNvSpPr>
          <p:nvPr/>
        </p:nvSpPr>
        <p:spPr>
          <a:xfrm>
            <a:off x="447531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1" name="01_find_only_2740">
            <a:extLst>
              <a:ext uri="{FF2B5EF4-FFF2-40B4-BE49-F238E27FC236}">
                <a16:creationId xmlns:a16="http://schemas.microsoft.com/office/drawing/2014/main" id="{2EA32549-866A-45DE-B004-CF9489F86058}"/>
              </a:ext>
            </a:extLst>
          </p:cNvPr>
          <p:cNvSpPr>
            <a:spLocks noGrp="1"/>
          </p:cNvSpPr>
          <p:nvPr/>
        </p:nvSpPr>
        <p:spPr>
          <a:xfrm>
            <a:off x="4407216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2" name="01_find_only_2741">
            <a:extLst>
              <a:ext uri="{FF2B5EF4-FFF2-40B4-BE49-F238E27FC236}">
                <a16:creationId xmlns:a16="http://schemas.microsoft.com/office/drawing/2014/main" id="{9900CFFB-CCCE-4346-B4BA-C85683207B3F}"/>
              </a:ext>
            </a:extLst>
          </p:cNvPr>
          <p:cNvSpPr>
            <a:spLocks noGrp="1"/>
          </p:cNvSpPr>
          <p:nvPr/>
        </p:nvSpPr>
        <p:spPr>
          <a:xfrm>
            <a:off x="443461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3" name="01_find_only_2742">
            <a:extLst>
              <a:ext uri="{FF2B5EF4-FFF2-40B4-BE49-F238E27FC236}">
                <a16:creationId xmlns:a16="http://schemas.microsoft.com/office/drawing/2014/main" id="{3BF6AAC0-3BDC-4D0D-BE7E-73E192E158CE}"/>
              </a:ext>
            </a:extLst>
          </p:cNvPr>
          <p:cNvSpPr>
            <a:spLocks noGrp="1"/>
          </p:cNvSpPr>
          <p:nvPr/>
        </p:nvSpPr>
        <p:spPr>
          <a:xfrm>
            <a:off x="446929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4" name="01_find_only_2743">
            <a:extLst>
              <a:ext uri="{FF2B5EF4-FFF2-40B4-BE49-F238E27FC236}">
                <a16:creationId xmlns:a16="http://schemas.microsoft.com/office/drawing/2014/main" id="{DB4D6020-0A9F-4482-947A-AF58308267B7}"/>
              </a:ext>
            </a:extLst>
          </p:cNvPr>
          <p:cNvSpPr>
            <a:spLocks noGrp="1"/>
          </p:cNvSpPr>
          <p:nvPr/>
        </p:nvSpPr>
        <p:spPr>
          <a:xfrm>
            <a:off x="44552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5" name="01_find_only_2744">
            <a:extLst>
              <a:ext uri="{FF2B5EF4-FFF2-40B4-BE49-F238E27FC236}">
                <a16:creationId xmlns:a16="http://schemas.microsoft.com/office/drawing/2014/main" id="{96C3EDD5-7027-43D0-ACDA-31D04952114C}"/>
              </a:ext>
            </a:extLst>
          </p:cNvPr>
          <p:cNvSpPr>
            <a:spLocks noGrp="1"/>
          </p:cNvSpPr>
          <p:nvPr/>
        </p:nvSpPr>
        <p:spPr>
          <a:xfrm>
            <a:off x="4483674" y="579326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6" name="01_find_only_2745">
            <a:extLst>
              <a:ext uri="{FF2B5EF4-FFF2-40B4-BE49-F238E27FC236}">
                <a16:creationId xmlns:a16="http://schemas.microsoft.com/office/drawing/2014/main" id="{DB84BB06-0FBA-49B1-8E13-7DEC31D1A4EC}"/>
              </a:ext>
            </a:extLst>
          </p:cNvPr>
          <p:cNvSpPr>
            <a:spLocks noGrp="1"/>
          </p:cNvSpPr>
          <p:nvPr/>
        </p:nvSpPr>
        <p:spPr>
          <a:xfrm>
            <a:off x="439351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7" name="01_find_only_2746">
            <a:extLst>
              <a:ext uri="{FF2B5EF4-FFF2-40B4-BE49-F238E27FC236}">
                <a16:creationId xmlns:a16="http://schemas.microsoft.com/office/drawing/2014/main" id="{A36D7C21-CC9E-4D61-9EB0-0910D4B260F8}"/>
              </a:ext>
            </a:extLst>
          </p:cNvPr>
          <p:cNvSpPr>
            <a:spLocks noGrp="1"/>
          </p:cNvSpPr>
          <p:nvPr/>
        </p:nvSpPr>
        <p:spPr>
          <a:xfrm>
            <a:off x="44335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8" name="01_find_only_2747">
            <a:extLst>
              <a:ext uri="{FF2B5EF4-FFF2-40B4-BE49-F238E27FC236}">
                <a16:creationId xmlns:a16="http://schemas.microsoft.com/office/drawing/2014/main" id="{99A89B2F-08EA-4024-BD1A-6FBFC5C75BB8}"/>
              </a:ext>
            </a:extLst>
          </p:cNvPr>
          <p:cNvSpPr>
            <a:spLocks noGrp="1"/>
          </p:cNvSpPr>
          <p:nvPr/>
        </p:nvSpPr>
        <p:spPr>
          <a:xfrm>
            <a:off x="44517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9" name="01_find_only_2748">
            <a:extLst>
              <a:ext uri="{FF2B5EF4-FFF2-40B4-BE49-F238E27FC236}">
                <a16:creationId xmlns:a16="http://schemas.microsoft.com/office/drawing/2014/main" id="{F25802C1-7192-4868-9601-85878EB9AAAE}"/>
              </a:ext>
            </a:extLst>
          </p:cNvPr>
          <p:cNvSpPr>
            <a:spLocks noGrp="1"/>
          </p:cNvSpPr>
          <p:nvPr/>
        </p:nvSpPr>
        <p:spPr>
          <a:xfrm>
            <a:off x="442149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0" name="01_find_only_2749">
            <a:extLst>
              <a:ext uri="{FF2B5EF4-FFF2-40B4-BE49-F238E27FC236}">
                <a16:creationId xmlns:a16="http://schemas.microsoft.com/office/drawing/2014/main" id="{670376F3-93EA-43A9-B1F9-1DA9B94F1486}"/>
              </a:ext>
            </a:extLst>
          </p:cNvPr>
          <p:cNvSpPr>
            <a:spLocks noGrp="1"/>
          </p:cNvSpPr>
          <p:nvPr/>
        </p:nvSpPr>
        <p:spPr>
          <a:xfrm>
            <a:off x="444325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1" name="01_find_only_2750">
            <a:extLst>
              <a:ext uri="{FF2B5EF4-FFF2-40B4-BE49-F238E27FC236}">
                <a16:creationId xmlns:a16="http://schemas.microsoft.com/office/drawing/2014/main" id="{4543CB0E-A4BD-4E81-9EC9-D29E163A914D}"/>
              </a:ext>
            </a:extLst>
          </p:cNvPr>
          <p:cNvSpPr>
            <a:spLocks noGrp="1"/>
          </p:cNvSpPr>
          <p:nvPr/>
        </p:nvSpPr>
        <p:spPr>
          <a:xfrm>
            <a:off x="4431018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2" name="01_find_only_2751">
            <a:extLst>
              <a:ext uri="{FF2B5EF4-FFF2-40B4-BE49-F238E27FC236}">
                <a16:creationId xmlns:a16="http://schemas.microsoft.com/office/drawing/2014/main" id="{DAC68C99-8E94-4B02-89A1-5183AACACADC}"/>
              </a:ext>
            </a:extLst>
          </p:cNvPr>
          <p:cNvSpPr>
            <a:spLocks noGrp="1"/>
          </p:cNvSpPr>
          <p:nvPr/>
        </p:nvSpPr>
        <p:spPr>
          <a:xfrm>
            <a:off x="4472988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3" name="01_find_only_2752">
            <a:extLst>
              <a:ext uri="{FF2B5EF4-FFF2-40B4-BE49-F238E27FC236}">
                <a16:creationId xmlns:a16="http://schemas.microsoft.com/office/drawing/2014/main" id="{325504B4-0D0D-4334-9171-6174ED35CA10}"/>
              </a:ext>
            </a:extLst>
          </p:cNvPr>
          <p:cNvSpPr>
            <a:spLocks noGrp="1"/>
          </p:cNvSpPr>
          <p:nvPr/>
        </p:nvSpPr>
        <p:spPr>
          <a:xfrm>
            <a:off x="440420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4" name="01_find_only_2753">
            <a:extLst>
              <a:ext uri="{FF2B5EF4-FFF2-40B4-BE49-F238E27FC236}">
                <a16:creationId xmlns:a16="http://schemas.microsoft.com/office/drawing/2014/main" id="{1744DA80-B377-4649-B5B6-160CF4D94293}"/>
              </a:ext>
            </a:extLst>
          </p:cNvPr>
          <p:cNvSpPr>
            <a:spLocks noGrp="1"/>
          </p:cNvSpPr>
          <p:nvPr/>
        </p:nvSpPr>
        <p:spPr>
          <a:xfrm>
            <a:off x="440867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5" name="01_find_only_2754">
            <a:extLst>
              <a:ext uri="{FF2B5EF4-FFF2-40B4-BE49-F238E27FC236}">
                <a16:creationId xmlns:a16="http://schemas.microsoft.com/office/drawing/2014/main" id="{AE96CF8A-AB46-4659-819E-3C071A06D09A}"/>
              </a:ext>
            </a:extLst>
          </p:cNvPr>
          <p:cNvSpPr>
            <a:spLocks noGrp="1"/>
          </p:cNvSpPr>
          <p:nvPr/>
        </p:nvSpPr>
        <p:spPr>
          <a:xfrm>
            <a:off x="444908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6" name="01_find_only_2755">
            <a:extLst>
              <a:ext uri="{FF2B5EF4-FFF2-40B4-BE49-F238E27FC236}">
                <a16:creationId xmlns:a16="http://schemas.microsoft.com/office/drawing/2014/main" id="{7057B243-1AB6-4B83-83B5-387283DE8166}"/>
              </a:ext>
            </a:extLst>
          </p:cNvPr>
          <p:cNvSpPr>
            <a:spLocks noGrp="1"/>
          </p:cNvSpPr>
          <p:nvPr/>
        </p:nvSpPr>
        <p:spPr>
          <a:xfrm>
            <a:off x="444821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7" name="01_find_only_2756">
            <a:extLst>
              <a:ext uri="{FF2B5EF4-FFF2-40B4-BE49-F238E27FC236}">
                <a16:creationId xmlns:a16="http://schemas.microsoft.com/office/drawing/2014/main" id="{CF4EC62C-4A04-448D-B011-518542F9C552}"/>
              </a:ext>
            </a:extLst>
          </p:cNvPr>
          <p:cNvSpPr>
            <a:spLocks noGrp="1"/>
          </p:cNvSpPr>
          <p:nvPr/>
        </p:nvSpPr>
        <p:spPr>
          <a:xfrm>
            <a:off x="447978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8" name="01_find_only_2757">
            <a:extLst>
              <a:ext uri="{FF2B5EF4-FFF2-40B4-BE49-F238E27FC236}">
                <a16:creationId xmlns:a16="http://schemas.microsoft.com/office/drawing/2014/main" id="{555FDB6E-9E98-4446-93ED-BEB3BCDDC078}"/>
              </a:ext>
            </a:extLst>
          </p:cNvPr>
          <p:cNvSpPr>
            <a:spLocks noGrp="1"/>
          </p:cNvSpPr>
          <p:nvPr/>
        </p:nvSpPr>
        <p:spPr>
          <a:xfrm>
            <a:off x="44651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9" name="01_find_only_2758">
            <a:extLst>
              <a:ext uri="{FF2B5EF4-FFF2-40B4-BE49-F238E27FC236}">
                <a16:creationId xmlns:a16="http://schemas.microsoft.com/office/drawing/2014/main" id="{2377D81A-CCEE-456E-8520-CCC8F2D9C2B7}"/>
              </a:ext>
            </a:extLst>
          </p:cNvPr>
          <p:cNvSpPr>
            <a:spLocks noGrp="1"/>
          </p:cNvSpPr>
          <p:nvPr/>
        </p:nvSpPr>
        <p:spPr>
          <a:xfrm>
            <a:off x="44192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0" name="01_find_only_2759">
            <a:extLst>
              <a:ext uri="{FF2B5EF4-FFF2-40B4-BE49-F238E27FC236}">
                <a16:creationId xmlns:a16="http://schemas.microsoft.com/office/drawing/2014/main" id="{E20BF59C-58C3-4BA7-B187-DFBB13FFFA3E}"/>
              </a:ext>
            </a:extLst>
          </p:cNvPr>
          <p:cNvSpPr>
            <a:spLocks noGrp="1"/>
          </p:cNvSpPr>
          <p:nvPr/>
        </p:nvSpPr>
        <p:spPr>
          <a:xfrm>
            <a:off x="446706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1" name="01_find_only_2760">
            <a:extLst>
              <a:ext uri="{FF2B5EF4-FFF2-40B4-BE49-F238E27FC236}">
                <a16:creationId xmlns:a16="http://schemas.microsoft.com/office/drawing/2014/main" id="{4ED8706E-8901-41B9-ACD7-CC3C45F4E103}"/>
              </a:ext>
            </a:extLst>
          </p:cNvPr>
          <p:cNvSpPr>
            <a:spLocks noGrp="1"/>
          </p:cNvSpPr>
          <p:nvPr/>
        </p:nvSpPr>
        <p:spPr>
          <a:xfrm>
            <a:off x="4459192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2" name="01_find_only_2761">
            <a:extLst>
              <a:ext uri="{FF2B5EF4-FFF2-40B4-BE49-F238E27FC236}">
                <a16:creationId xmlns:a16="http://schemas.microsoft.com/office/drawing/2014/main" id="{AD758C5B-339F-4A35-945A-1C9679B0D146}"/>
              </a:ext>
            </a:extLst>
          </p:cNvPr>
          <p:cNvSpPr>
            <a:spLocks noGrp="1"/>
          </p:cNvSpPr>
          <p:nvPr/>
        </p:nvSpPr>
        <p:spPr>
          <a:xfrm>
            <a:off x="446336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3" name="01_find_only_2762">
            <a:extLst>
              <a:ext uri="{FF2B5EF4-FFF2-40B4-BE49-F238E27FC236}">
                <a16:creationId xmlns:a16="http://schemas.microsoft.com/office/drawing/2014/main" id="{A49368C0-C546-47D8-B20F-C3F21DA087F7}"/>
              </a:ext>
            </a:extLst>
          </p:cNvPr>
          <p:cNvSpPr>
            <a:spLocks noGrp="1"/>
          </p:cNvSpPr>
          <p:nvPr/>
        </p:nvSpPr>
        <p:spPr>
          <a:xfrm>
            <a:off x="44450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4" name="01_find_only_2763">
            <a:extLst>
              <a:ext uri="{FF2B5EF4-FFF2-40B4-BE49-F238E27FC236}">
                <a16:creationId xmlns:a16="http://schemas.microsoft.com/office/drawing/2014/main" id="{7C030547-CD2F-4972-BE29-61309628338F}"/>
              </a:ext>
            </a:extLst>
          </p:cNvPr>
          <p:cNvSpPr>
            <a:spLocks noGrp="1"/>
          </p:cNvSpPr>
          <p:nvPr/>
        </p:nvSpPr>
        <p:spPr>
          <a:xfrm>
            <a:off x="439458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5" name="01_find_only_2764">
            <a:extLst>
              <a:ext uri="{FF2B5EF4-FFF2-40B4-BE49-F238E27FC236}">
                <a16:creationId xmlns:a16="http://schemas.microsoft.com/office/drawing/2014/main" id="{5146C38C-0B21-4389-92D0-10AC3ADC10D3}"/>
              </a:ext>
            </a:extLst>
          </p:cNvPr>
          <p:cNvSpPr>
            <a:spLocks noGrp="1"/>
          </p:cNvSpPr>
          <p:nvPr/>
        </p:nvSpPr>
        <p:spPr>
          <a:xfrm>
            <a:off x="4459581" y="58909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6" name="01_find_only_2765">
            <a:extLst>
              <a:ext uri="{FF2B5EF4-FFF2-40B4-BE49-F238E27FC236}">
                <a16:creationId xmlns:a16="http://schemas.microsoft.com/office/drawing/2014/main" id="{3F2FEC29-8F34-4DF3-95A0-6F5D7D401519}"/>
              </a:ext>
            </a:extLst>
          </p:cNvPr>
          <p:cNvSpPr>
            <a:spLocks noGrp="1"/>
          </p:cNvSpPr>
          <p:nvPr/>
        </p:nvSpPr>
        <p:spPr>
          <a:xfrm>
            <a:off x="4472405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7" name="01_find_only_2766">
            <a:extLst>
              <a:ext uri="{FF2B5EF4-FFF2-40B4-BE49-F238E27FC236}">
                <a16:creationId xmlns:a16="http://schemas.microsoft.com/office/drawing/2014/main" id="{68E48261-FEFD-42CC-9A32-E71802A33231}"/>
              </a:ext>
            </a:extLst>
          </p:cNvPr>
          <p:cNvSpPr>
            <a:spLocks noGrp="1"/>
          </p:cNvSpPr>
          <p:nvPr/>
        </p:nvSpPr>
        <p:spPr>
          <a:xfrm>
            <a:off x="441071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8" name="01_find_only_2767">
            <a:extLst>
              <a:ext uri="{FF2B5EF4-FFF2-40B4-BE49-F238E27FC236}">
                <a16:creationId xmlns:a16="http://schemas.microsoft.com/office/drawing/2014/main" id="{AFEB519E-3C0D-4242-BA7E-0438C4E53A45}"/>
              </a:ext>
            </a:extLst>
          </p:cNvPr>
          <p:cNvSpPr>
            <a:spLocks noGrp="1"/>
          </p:cNvSpPr>
          <p:nvPr/>
        </p:nvSpPr>
        <p:spPr>
          <a:xfrm>
            <a:off x="440342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9" name="01_find_only_2768">
            <a:extLst>
              <a:ext uri="{FF2B5EF4-FFF2-40B4-BE49-F238E27FC236}">
                <a16:creationId xmlns:a16="http://schemas.microsoft.com/office/drawing/2014/main" id="{8F9845D7-9D8D-442E-A7EF-6F92CE894904}"/>
              </a:ext>
            </a:extLst>
          </p:cNvPr>
          <p:cNvSpPr>
            <a:spLocks noGrp="1"/>
          </p:cNvSpPr>
          <p:nvPr/>
        </p:nvSpPr>
        <p:spPr>
          <a:xfrm>
            <a:off x="445938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0" name="01_find_only_2769">
            <a:extLst>
              <a:ext uri="{FF2B5EF4-FFF2-40B4-BE49-F238E27FC236}">
                <a16:creationId xmlns:a16="http://schemas.microsoft.com/office/drawing/2014/main" id="{E6515926-1254-4A40-B9CE-B0A5463BA1A5}"/>
              </a:ext>
            </a:extLst>
          </p:cNvPr>
          <p:cNvSpPr>
            <a:spLocks noGrp="1"/>
          </p:cNvSpPr>
          <p:nvPr/>
        </p:nvSpPr>
        <p:spPr>
          <a:xfrm>
            <a:off x="448445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1" name="01_find_only_2770">
            <a:extLst>
              <a:ext uri="{FF2B5EF4-FFF2-40B4-BE49-F238E27FC236}">
                <a16:creationId xmlns:a16="http://schemas.microsoft.com/office/drawing/2014/main" id="{B16C1B5B-9C9B-4C5C-AA12-8A992B4597A3}"/>
              </a:ext>
            </a:extLst>
          </p:cNvPr>
          <p:cNvSpPr>
            <a:spLocks noGrp="1"/>
          </p:cNvSpPr>
          <p:nvPr/>
        </p:nvSpPr>
        <p:spPr>
          <a:xfrm>
            <a:off x="448863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2" name="01_find_only_2771">
            <a:extLst>
              <a:ext uri="{FF2B5EF4-FFF2-40B4-BE49-F238E27FC236}">
                <a16:creationId xmlns:a16="http://schemas.microsoft.com/office/drawing/2014/main" id="{5D766458-E6F9-4384-BA21-E495DA856679}"/>
              </a:ext>
            </a:extLst>
          </p:cNvPr>
          <p:cNvSpPr>
            <a:spLocks noGrp="1"/>
          </p:cNvSpPr>
          <p:nvPr/>
        </p:nvSpPr>
        <p:spPr>
          <a:xfrm>
            <a:off x="442859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3" name="01_find_only_2772">
            <a:extLst>
              <a:ext uri="{FF2B5EF4-FFF2-40B4-BE49-F238E27FC236}">
                <a16:creationId xmlns:a16="http://schemas.microsoft.com/office/drawing/2014/main" id="{984D2189-6C57-4684-8971-43E07242BB98}"/>
              </a:ext>
            </a:extLst>
          </p:cNvPr>
          <p:cNvSpPr>
            <a:spLocks noGrp="1"/>
          </p:cNvSpPr>
          <p:nvPr/>
        </p:nvSpPr>
        <p:spPr>
          <a:xfrm>
            <a:off x="44642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4" name="01_find_only_2773">
            <a:extLst>
              <a:ext uri="{FF2B5EF4-FFF2-40B4-BE49-F238E27FC236}">
                <a16:creationId xmlns:a16="http://schemas.microsoft.com/office/drawing/2014/main" id="{E8CC1588-294B-4E5F-B0D1-BBDF61A84B7F}"/>
              </a:ext>
            </a:extLst>
          </p:cNvPr>
          <p:cNvSpPr>
            <a:spLocks noGrp="1"/>
          </p:cNvSpPr>
          <p:nvPr/>
        </p:nvSpPr>
        <p:spPr>
          <a:xfrm>
            <a:off x="44716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5" name="01_find_only_2774">
            <a:extLst>
              <a:ext uri="{FF2B5EF4-FFF2-40B4-BE49-F238E27FC236}">
                <a16:creationId xmlns:a16="http://schemas.microsoft.com/office/drawing/2014/main" id="{141EF903-2B2C-48E0-A9C8-C15A7AB9E65E}"/>
              </a:ext>
            </a:extLst>
          </p:cNvPr>
          <p:cNvSpPr>
            <a:spLocks noGrp="1"/>
          </p:cNvSpPr>
          <p:nvPr/>
        </p:nvSpPr>
        <p:spPr>
          <a:xfrm>
            <a:off x="44833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6" name="01_find_only_2775">
            <a:extLst>
              <a:ext uri="{FF2B5EF4-FFF2-40B4-BE49-F238E27FC236}">
                <a16:creationId xmlns:a16="http://schemas.microsoft.com/office/drawing/2014/main" id="{B67C82A5-FFC9-4F1F-9F72-B18D7F1D492D}"/>
              </a:ext>
            </a:extLst>
          </p:cNvPr>
          <p:cNvSpPr>
            <a:spLocks noGrp="1"/>
          </p:cNvSpPr>
          <p:nvPr/>
        </p:nvSpPr>
        <p:spPr>
          <a:xfrm>
            <a:off x="447308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7" name="01_find_only_2776">
            <a:extLst>
              <a:ext uri="{FF2B5EF4-FFF2-40B4-BE49-F238E27FC236}">
                <a16:creationId xmlns:a16="http://schemas.microsoft.com/office/drawing/2014/main" id="{1F1E6C94-061A-49BF-9B51-5E8B019407AE}"/>
              </a:ext>
            </a:extLst>
          </p:cNvPr>
          <p:cNvSpPr>
            <a:spLocks noGrp="1"/>
          </p:cNvSpPr>
          <p:nvPr/>
        </p:nvSpPr>
        <p:spPr>
          <a:xfrm>
            <a:off x="44584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8" name="01_find_only_2777">
            <a:extLst>
              <a:ext uri="{FF2B5EF4-FFF2-40B4-BE49-F238E27FC236}">
                <a16:creationId xmlns:a16="http://schemas.microsoft.com/office/drawing/2014/main" id="{C52F7766-FDE5-4E98-B24B-E69E6D123957}"/>
              </a:ext>
            </a:extLst>
          </p:cNvPr>
          <p:cNvSpPr>
            <a:spLocks noGrp="1"/>
          </p:cNvSpPr>
          <p:nvPr/>
        </p:nvSpPr>
        <p:spPr>
          <a:xfrm>
            <a:off x="43988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9" name="01_find_only_2778">
            <a:extLst>
              <a:ext uri="{FF2B5EF4-FFF2-40B4-BE49-F238E27FC236}">
                <a16:creationId xmlns:a16="http://schemas.microsoft.com/office/drawing/2014/main" id="{31C6550F-315A-43B5-958F-B08DC4A1A1DB}"/>
              </a:ext>
            </a:extLst>
          </p:cNvPr>
          <p:cNvSpPr>
            <a:spLocks noGrp="1"/>
          </p:cNvSpPr>
          <p:nvPr/>
        </p:nvSpPr>
        <p:spPr>
          <a:xfrm>
            <a:off x="4408285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0" name="01_find_only_2779">
            <a:extLst>
              <a:ext uri="{FF2B5EF4-FFF2-40B4-BE49-F238E27FC236}">
                <a16:creationId xmlns:a16="http://schemas.microsoft.com/office/drawing/2014/main" id="{7F4E387A-6F2D-4D45-9C28-3F06C245BBA0}"/>
              </a:ext>
            </a:extLst>
          </p:cNvPr>
          <p:cNvSpPr>
            <a:spLocks noGrp="1"/>
          </p:cNvSpPr>
          <p:nvPr/>
        </p:nvSpPr>
        <p:spPr>
          <a:xfrm>
            <a:off x="445938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1" name="01_find_only_2780">
            <a:extLst>
              <a:ext uri="{FF2B5EF4-FFF2-40B4-BE49-F238E27FC236}">
                <a16:creationId xmlns:a16="http://schemas.microsoft.com/office/drawing/2014/main" id="{DD64B2BD-D0D8-47A8-AC26-958874641AE9}"/>
              </a:ext>
            </a:extLst>
          </p:cNvPr>
          <p:cNvSpPr>
            <a:spLocks noGrp="1"/>
          </p:cNvSpPr>
          <p:nvPr/>
        </p:nvSpPr>
        <p:spPr>
          <a:xfrm>
            <a:off x="444957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2" name="01_find_only_2781">
            <a:extLst>
              <a:ext uri="{FF2B5EF4-FFF2-40B4-BE49-F238E27FC236}">
                <a16:creationId xmlns:a16="http://schemas.microsoft.com/office/drawing/2014/main" id="{21748068-DAF4-4D92-9F17-2B02FD37931E}"/>
              </a:ext>
            </a:extLst>
          </p:cNvPr>
          <p:cNvSpPr>
            <a:spLocks noGrp="1"/>
          </p:cNvSpPr>
          <p:nvPr/>
        </p:nvSpPr>
        <p:spPr>
          <a:xfrm>
            <a:off x="44123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3" name="01_find_only_2782">
            <a:extLst>
              <a:ext uri="{FF2B5EF4-FFF2-40B4-BE49-F238E27FC236}">
                <a16:creationId xmlns:a16="http://schemas.microsoft.com/office/drawing/2014/main" id="{798F93AC-AC29-49B5-83C4-4CCCAC644ADC}"/>
              </a:ext>
            </a:extLst>
          </p:cNvPr>
          <p:cNvSpPr>
            <a:spLocks noGrp="1"/>
          </p:cNvSpPr>
          <p:nvPr/>
        </p:nvSpPr>
        <p:spPr>
          <a:xfrm>
            <a:off x="44299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4" name="01_find_only_2783">
            <a:extLst>
              <a:ext uri="{FF2B5EF4-FFF2-40B4-BE49-F238E27FC236}">
                <a16:creationId xmlns:a16="http://schemas.microsoft.com/office/drawing/2014/main" id="{05C01904-CC08-460D-A7D8-819C5B2C48D1}"/>
              </a:ext>
            </a:extLst>
          </p:cNvPr>
          <p:cNvSpPr>
            <a:spLocks noGrp="1"/>
          </p:cNvSpPr>
          <p:nvPr/>
        </p:nvSpPr>
        <p:spPr>
          <a:xfrm>
            <a:off x="4395558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5" name="01_find_only_2784">
            <a:extLst>
              <a:ext uri="{FF2B5EF4-FFF2-40B4-BE49-F238E27FC236}">
                <a16:creationId xmlns:a16="http://schemas.microsoft.com/office/drawing/2014/main" id="{6B0B86EB-2692-467A-B156-5BFBA1F20079}"/>
              </a:ext>
            </a:extLst>
          </p:cNvPr>
          <p:cNvSpPr>
            <a:spLocks noGrp="1"/>
          </p:cNvSpPr>
          <p:nvPr/>
        </p:nvSpPr>
        <p:spPr>
          <a:xfrm>
            <a:off x="46678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6" name="01_find_only_2785">
            <a:extLst>
              <a:ext uri="{FF2B5EF4-FFF2-40B4-BE49-F238E27FC236}">
                <a16:creationId xmlns:a16="http://schemas.microsoft.com/office/drawing/2014/main" id="{50F8B34D-BBC5-44AA-AC77-625ECC569FE1}"/>
              </a:ext>
            </a:extLst>
          </p:cNvPr>
          <p:cNvSpPr>
            <a:spLocks noGrp="1"/>
          </p:cNvSpPr>
          <p:nvPr/>
        </p:nvSpPr>
        <p:spPr>
          <a:xfrm>
            <a:off x="47300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7" name="01_find_only_2786">
            <a:extLst>
              <a:ext uri="{FF2B5EF4-FFF2-40B4-BE49-F238E27FC236}">
                <a16:creationId xmlns:a16="http://schemas.microsoft.com/office/drawing/2014/main" id="{556F041B-3607-4CA2-88B3-99EC706878FE}"/>
              </a:ext>
            </a:extLst>
          </p:cNvPr>
          <p:cNvSpPr>
            <a:spLocks noGrp="1"/>
          </p:cNvSpPr>
          <p:nvPr/>
        </p:nvSpPr>
        <p:spPr>
          <a:xfrm>
            <a:off x="46474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8" name="01_find_only_2787">
            <a:extLst>
              <a:ext uri="{FF2B5EF4-FFF2-40B4-BE49-F238E27FC236}">
                <a16:creationId xmlns:a16="http://schemas.microsoft.com/office/drawing/2014/main" id="{0FEDCFE2-252A-4C28-A0BF-B10ED7BB5531}"/>
              </a:ext>
            </a:extLst>
          </p:cNvPr>
          <p:cNvSpPr>
            <a:spLocks noGrp="1"/>
          </p:cNvSpPr>
          <p:nvPr/>
        </p:nvSpPr>
        <p:spPr>
          <a:xfrm>
            <a:off x="47222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9" name="01_find_only_2788">
            <a:extLst>
              <a:ext uri="{FF2B5EF4-FFF2-40B4-BE49-F238E27FC236}">
                <a16:creationId xmlns:a16="http://schemas.microsoft.com/office/drawing/2014/main" id="{0F0872C5-C963-43A4-A479-EC0EFE610F62}"/>
              </a:ext>
            </a:extLst>
          </p:cNvPr>
          <p:cNvSpPr>
            <a:spLocks noGrp="1"/>
          </p:cNvSpPr>
          <p:nvPr/>
        </p:nvSpPr>
        <p:spPr>
          <a:xfrm>
            <a:off x="468371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0" name="01_find_only_2789">
            <a:extLst>
              <a:ext uri="{FF2B5EF4-FFF2-40B4-BE49-F238E27FC236}">
                <a16:creationId xmlns:a16="http://schemas.microsoft.com/office/drawing/2014/main" id="{B5EDD46B-0230-4B68-BF37-3E2501D65A31}"/>
              </a:ext>
            </a:extLst>
          </p:cNvPr>
          <p:cNvSpPr>
            <a:spLocks noGrp="1"/>
          </p:cNvSpPr>
          <p:nvPr/>
        </p:nvSpPr>
        <p:spPr>
          <a:xfrm>
            <a:off x="47369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1" name="01_find_only_2790">
            <a:extLst>
              <a:ext uri="{FF2B5EF4-FFF2-40B4-BE49-F238E27FC236}">
                <a16:creationId xmlns:a16="http://schemas.microsoft.com/office/drawing/2014/main" id="{08A293B9-8ADE-493A-B61F-7FCC1A4A4186}"/>
              </a:ext>
            </a:extLst>
          </p:cNvPr>
          <p:cNvSpPr>
            <a:spLocks noGrp="1"/>
          </p:cNvSpPr>
          <p:nvPr/>
        </p:nvSpPr>
        <p:spPr>
          <a:xfrm>
            <a:off x="46677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2" name="01_find_only_2791">
            <a:extLst>
              <a:ext uri="{FF2B5EF4-FFF2-40B4-BE49-F238E27FC236}">
                <a16:creationId xmlns:a16="http://schemas.microsoft.com/office/drawing/2014/main" id="{3A5097DD-4969-4162-9C5C-2B5209B53B7A}"/>
              </a:ext>
            </a:extLst>
          </p:cNvPr>
          <p:cNvSpPr>
            <a:spLocks noGrp="1"/>
          </p:cNvSpPr>
          <p:nvPr/>
        </p:nvSpPr>
        <p:spPr>
          <a:xfrm>
            <a:off x="4715191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3" name="01_find_only_2792">
            <a:extLst>
              <a:ext uri="{FF2B5EF4-FFF2-40B4-BE49-F238E27FC236}">
                <a16:creationId xmlns:a16="http://schemas.microsoft.com/office/drawing/2014/main" id="{F6C16C36-E32D-4665-AE02-7CF926469C20}"/>
              </a:ext>
            </a:extLst>
          </p:cNvPr>
          <p:cNvSpPr>
            <a:spLocks noGrp="1"/>
          </p:cNvSpPr>
          <p:nvPr/>
        </p:nvSpPr>
        <p:spPr>
          <a:xfrm>
            <a:off x="4650877" y="511422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4" name="01_find_only_2793">
            <a:extLst>
              <a:ext uri="{FF2B5EF4-FFF2-40B4-BE49-F238E27FC236}">
                <a16:creationId xmlns:a16="http://schemas.microsoft.com/office/drawing/2014/main" id="{2123C3E1-C1DA-49E4-AE5F-2ED74679B3DB}"/>
              </a:ext>
            </a:extLst>
          </p:cNvPr>
          <p:cNvSpPr>
            <a:spLocks noGrp="1"/>
          </p:cNvSpPr>
          <p:nvPr/>
        </p:nvSpPr>
        <p:spPr>
          <a:xfrm>
            <a:off x="467157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5" name="01_find_only_2794">
            <a:extLst>
              <a:ext uri="{FF2B5EF4-FFF2-40B4-BE49-F238E27FC236}">
                <a16:creationId xmlns:a16="http://schemas.microsoft.com/office/drawing/2014/main" id="{87625CC7-FCCB-4D3D-8E9A-9E15BF7F3343}"/>
              </a:ext>
            </a:extLst>
          </p:cNvPr>
          <p:cNvSpPr>
            <a:spLocks noGrp="1"/>
          </p:cNvSpPr>
          <p:nvPr/>
        </p:nvSpPr>
        <p:spPr>
          <a:xfrm>
            <a:off x="4650683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6" name="01_find_only_2795">
            <a:extLst>
              <a:ext uri="{FF2B5EF4-FFF2-40B4-BE49-F238E27FC236}">
                <a16:creationId xmlns:a16="http://schemas.microsoft.com/office/drawing/2014/main" id="{100C741B-EAD9-46F3-8293-8C5682A854BA}"/>
              </a:ext>
            </a:extLst>
          </p:cNvPr>
          <p:cNvSpPr>
            <a:spLocks noGrp="1"/>
          </p:cNvSpPr>
          <p:nvPr/>
        </p:nvSpPr>
        <p:spPr>
          <a:xfrm>
            <a:off x="470557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7" name="01_find_only_2796">
            <a:extLst>
              <a:ext uri="{FF2B5EF4-FFF2-40B4-BE49-F238E27FC236}">
                <a16:creationId xmlns:a16="http://schemas.microsoft.com/office/drawing/2014/main" id="{3DB79FA7-72AE-4D84-B105-98FAF3B35CCD}"/>
              </a:ext>
            </a:extLst>
          </p:cNvPr>
          <p:cNvSpPr>
            <a:spLocks noGrp="1"/>
          </p:cNvSpPr>
          <p:nvPr/>
        </p:nvSpPr>
        <p:spPr>
          <a:xfrm>
            <a:off x="46637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8" name="01_find_only_2797">
            <a:extLst>
              <a:ext uri="{FF2B5EF4-FFF2-40B4-BE49-F238E27FC236}">
                <a16:creationId xmlns:a16="http://schemas.microsoft.com/office/drawing/2014/main" id="{6DE103D5-63BB-4294-A2D5-069147D598DB}"/>
              </a:ext>
            </a:extLst>
          </p:cNvPr>
          <p:cNvSpPr>
            <a:spLocks noGrp="1"/>
          </p:cNvSpPr>
          <p:nvPr/>
        </p:nvSpPr>
        <p:spPr>
          <a:xfrm>
            <a:off x="469294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9" name="01_find_only_2798">
            <a:extLst>
              <a:ext uri="{FF2B5EF4-FFF2-40B4-BE49-F238E27FC236}">
                <a16:creationId xmlns:a16="http://schemas.microsoft.com/office/drawing/2014/main" id="{7FD97DAE-25F4-4843-AD9F-C7018F9A3437}"/>
              </a:ext>
            </a:extLst>
          </p:cNvPr>
          <p:cNvSpPr>
            <a:spLocks noGrp="1"/>
          </p:cNvSpPr>
          <p:nvPr/>
        </p:nvSpPr>
        <p:spPr>
          <a:xfrm>
            <a:off x="46826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0" name="01_find_only_2799">
            <a:extLst>
              <a:ext uri="{FF2B5EF4-FFF2-40B4-BE49-F238E27FC236}">
                <a16:creationId xmlns:a16="http://schemas.microsoft.com/office/drawing/2014/main" id="{87A5991E-6D5C-4A50-AB77-559C5D3C5D95}"/>
              </a:ext>
            </a:extLst>
          </p:cNvPr>
          <p:cNvSpPr>
            <a:spLocks noGrp="1"/>
          </p:cNvSpPr>
          <p:nvPr/>
        </p:nvSpPr>
        <p:spPr>
          <a:xfrm>
            <a:off x="4673028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1" name="01_find_only_2800">
            <a:extLst>
              <a:ext uri="{FF2B5EF4-FFF2-40B4-BE49-F238E27FC236}">
                <a16:creationId xmlns:a16="http://schemas.microsoft.com/office/drawing/2014/main" id="{FC89D1FD-7337-4A89-AAC6-A1797FDE257C}"/>
              </a:ext>
            </a:extLst>
          </p:cNvPr>
          <p:cNvSpPr>
            <a:spLocks noGrp="1"/>
          </p:cNvSpPr>
          <p:nvPr/>
        </p:nvSpPr>
        <p:spPr>
          <a:xfrm>
            <a:off x="4650392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2" name="01_find_only_2801">
            <a:extLst>
              <a:ext uri="{FF2B5EF4-FFF2-40B4-BE49-F238E27FC236}">
                <a16:creationId xmlns:a16="http://schemas.microsoft.com/office/drawing/2014/main" id="{10EEC716-6AD9-4AA7-98FA-74CB5F22C587}"/>
              </a:ext>
            </a:extLst>
          </p:cNvPr>
          <p:cNvSpPr>
            <a:spLocks noGrp="1"/>
          </p:cNvSpPr>
          <p:nvPr/>
        </p:nvSpPr>
        <p:spPr>
          <a:xfrm>
            <a:off x="4737633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3" name="01_find_only_2802">
            <a:extLst>
              <a:ext uri="{FF2B5EF4-FFF2-40B4-BE49-F238E27FC236}">
                <a16:creationId xmlns:a16="http://schemas.microsoft.com/office/drawing/2014/main" id="{F2DAAF94-FF92-4C65-8D35-A02F7FE0C3AE}"/>
              </a:ext>
            </a:extLst>
          </p:cNvPr>
          <p:cNvSpPr>
            <a:spLocks noGrp="1"/>
          </p:cNvSpPr>
          <p:nvPr/>
        </p:nvSpPr>
        <p:spPr>
          <a:xfrm>
            <a:off x="46517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4" name="01_find_only_2803">
            <a:extLst>
              <a:ext uri="{FF2B5EF4-FFF2-40B4-BE49-F238E27FC236}">
                <a16:creationId xmlns:a16="http://schemas.microsoft.com/office/drawing/2014/main" id="{4E8729B2-82FE-44F2-BC51-B74A51B1E60F}"/>
              </a:ext>
            </a:extLst>
          </p:cNvPr>
          <p:cNvSpPr>
            <a:spLocks noGrp="1"/>
          </p:cNvSpPr>
          <p:nvPr/>
        </p:nvSpPr>
        <p:spPr>
          <a:xfrm>
            <a:off x="47304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5" name="01_find_only_2804">
            <a:extLst>
              <a:ext uri="{FF2B5EF4-FFF2-40B4-BE49-F238E27FC236}">
                <a16:creationId xmlns:a16="http://schemas.microsoft.com/office/drawing/2014/main" id="{A7560146-2FDD-41A2-8975-0B2F53F39D1C}"/>
              </a:ext>
            </a:extLst>
          </p:cNvPr>
          <p:cNvSpPr>
            <a:spLocks noGrp="1"/>
          </p:cNvSpPr>
          <p:nvPr/>
        </p:nvSpPr>
        <p:spPr>
          <a:xfrm>
            <a:off x="468410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6" name="01_find_only_2805">
            <a:extLst>
              <a:ext uri="{FF2B5EF4-FFF2-40B4-BE49-F238E27FC236}">
                <a16:creationId xmlns:a16="http://schemas.microsoft.com/office/drawing/2014/main" id="{72C8CDD9-68C1-4FE5-84D5-A3DC4EC46686}"/>
              </a:ext>
            </a:extLst>
          </p:cNvPr>
          <p:cNvSpPr>
            <a:spLocks noGrp="1"/>
          </p:cNvSpPr>
          <p:nvPr/>
        </p:nvSpPr>
        <p:spPr>
          <a:xfrm>
            <a:off x="474161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7" name="01_find_only_2806">
            <a:extLst>
              <a:ext uri="{FF2B5EF4-FFF2-40B4-BE49-F238E27FC236}">
                <a16:creationId xmlns:a16="http://schemas.microsoft.com/office/drawing/2014/main" id="{B110143B-6E83-4446-9BA7-F7B42884739B}"/>
              </a:ext>
            </a:extLst>
          </p:cNvPr>
          <p:cNvSpPr>
            <a:spLocks noGrp="1"/>
          </p:cNvSpPr>
          <p:nvPr/>
        </p:nvSpPr>
        <p:spPr>
          <a:xfrm>
            <a:off x="47112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8" name="01_find_only_2807">
            <a:extLst>
              <a:ext uri="{FF2B5EF4-FFF2-40B4-BE49-F238E27FC236}">
                <a16:creationId xmlns:a16="http://schemas.microsoft.com/office/drawing/2014/main" id="{91FAD4E3-80B5-4D4D-A1C7-A74E2F063C87}"/>
              </a:ext>
            </a:extLst>
          </p:cNvPr>
          <p:cNvSpPr>
            <a:spLocks noGrp="1"/>
          </p:cNvSpPr>
          <p:nvPr/>
        </p:nvSpPr>
        <p:spPr>
          <a:xfrm>
            <a:off x="4717815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9" name="01_find_only_2808">
            <a:extLst>
              <a:ext uri="{FF2B5EF4-FFF2-40B4-BE49-F238E27FC236}">
                <a16:creationId xmlns:a16="http://schemas.microsoft.com/office/drawing/2014/main" id="{51044832-CF4B-4CCC-883B-3DE5B7ED336B}"/>
              </a:ext>
            </a:extLst>
          </p:cNvPr>
          <p:cNvSpPr>
            <a:spLocks noGrp="1"/>
          </p:cNvSpPr>
          <p:nvPr/>
        </p:nvSpPr>
        <p:spPr>
          <a:xfrm>
            <a:off x="4675165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0" name="01_find_only_2809">
            <a:extLst>
              <a:ext uri="{FF2B5EF4-FFF2-40B4-BE49-F238E27FC236}">
                <a16:creationId xmlns:a16="http://schemas.microsoft.com/office/drawing/2014/main" id="{A8C509D6-1BAA-4029-99C0-9F27594CE172}"/>
              </a:ext>
            </a:extLst>
          </p:cNvPr>
          <p:cNvSpPr>
            <a:spLocks noGrp="1"/>
          </p:cNvSpPr>
          <p:nvPr/>
        </p:nvSpPr>
        <p:spPr>
          <a:xfrm>
            <a:off x="473617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1" name="01_find_only_2810">
            <a:extLst>
              <a:ext uri="{FF2B5EF4-FFF2-40B4-BE49-F238E27FC236}">
                <a16:creationId xmlns:a16="http://schemas.microsoft.com/office/drawing/2014/main" id="{E5506864-3338-4083-A88E-677A9D7C809D}"/>
              </a:ext>
            </a:extLst>
          </p:cNvPr>
          <p:cNvSpPr>
            <a:spLocks noGrp="1"/>
          </p:cNvSpPr>
          <p:nvPr/>
        </p:nvSpPr>
        <p:spPr>
          <a:xfrm>
            <a:off x="4718008" y="511422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2" name="01_find_only_2811">
            <a:extLst>
              <a:ext uri="{FF2B5EF4-FFF2-40B4-BE49-F238E27FC236}">
                <a16:creationId xmlns:a16="http://schemas.microsoft.com/office/drawing/2014/main" id="{A946323A-4523-4878-9F8F-E69D5A6C6CEF}"/>
              </a:ext>
            </a:extLst>
          </p:cNvPr>
          <p:cNvSpPr>
            <a:spLocks noGrp="1"/>
          </p:cNvSpPr>
          <p:nvPr/>
        </p:nvSpPr>
        <p:spPr>
          <a:xfrm>
            <a:off x="466253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3" name="01_find_only_2812">
            <a:extLst>
              <a:ext uri="{FF2B5EF4-FFF2-40B4-BE49-F238E27FC236}">
                <a16:creationId xmlns:a16="http://schemas.microsoft.com/office/drawing/2014/main" id="{D2363F10-B855-4829-B668-10C61D280ABA}"/>
              </a:ext>
            </a:extLst>
          </p:cNvPr>
          <p:cNvSpPr>
            <a:spLocks noGrp="1"/>
          </p:cNvSpPr>
          <p:nvPr/>
        </p:nvSpPr>
        <p:spPr>
          <a:xfrm>
            <a:off x="4716357" y="55780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4" name="01_find_only_2813">
            <a:extLst>
              <a:ext uri="{FF2B5EF4-FFF2-40B4-BE49-F238E27FC236}">
                <a16:creationId xmlns:a16="http://schemas.microsoft.com/office/drawing/2014/main" id="{EA7629B9-90F3-4A7E-AFFF-24CEF6F06BE5}"/>
              </a:ext>
            </a:extLst>
          </p:cNvPr>
          <p:cNvSpPr>
            <a:spLocks noGrp="1"/>
          </p:cNvSpPr>
          <p:nvPr/>
        </p:nvSpPr>
        <p:spPr>
          <a:xfrm>
            <a:off x="46674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5" name="01_find_only_2814">
            <a:extLst>
              <a:ext uri="{FF2B5EF4-FFF2-40B4-BE49-F238E27FC236}">
                <a16:creationId xmlns:a16="http://schemas.microsoft.com/office/drawing/2014/main" id="{A76EB79C-1631-43B4-A578-AD3844633032}"/>
              </a:ext>
            </a:extLst>
          </p:cNvPr>
          <p:cNvSpPr>
            <a:spLocks noGrp="1"/>
          </p:cNvSpPr>
          <p:nvPr/>
        </p:nvSpPr>
        <p:spPr>
          <a:xfrm>
            <a:off x="4675068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6" name="01_find_only_2815">
            <a:extLst>
              <a:ext uri="{FF2B5EF4-FFF2-40B4-BE49-F238E27FC236}">
                <a16:creationId xmlns:a16="http://schemas.microsoft.com/office/drawing/2014/main" id="{E329528B-E585-45BB-8A5C-9089185FE1E7}"/>
              </a:ext>
            </a:extLst>
          </p:cNvPr>
          <p:cNvSpPr>
            <a:spLocks noGrp="1"/>
          </p:cNvSpPr>
          <p:nvPr/>
        </p:nvSpPr>
        <p:spPr>
          <a:xfrm>
            <a:off x="473539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7" name="01_find_only_2816">
            <a:extLst>
              <a:ext uri="{FF2B5EF4-FFF2-40B4-BE49-F238E27FC236}">
                <a16:creationId xmlns:a16="http://schemas.microsoft.com/office/drawing/2014/main" id="{61B719F3-7560-4F5B-9D25-CEC280115118}"/>
              </a:ext>
            </a:extLst>
          </p:cNvPr>
          <p:cNvSpPr>
            <a:spLocks noGrp="1"/>
          </p:cNvSpPr>
          <p:nvPr/>
        </p:nvSpPr>
        <p:spPr>
          <a:xfrm>
            <a:off x="46766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8" name="01_find_only_2817">
            <a:extLst>
              <a:ext uri="{FF2B5EF4-FFF2-40B4-BE49-F238E27FC236}">
                <a16:creationId xmlns:a16="http://schemas.microsoft.com/office/drawing/2014/main" id="{7F64C364-D0B4-484D-8687-52D3E582BC9A}"/>
              </a:ext>
            </a:extLst>
          </p:cNvPr>
          <p:cNvSpPr>
            <a:spLocks noGrp="1"/>
          </p:cNvSpPr>
          <p:nvPr/>
        </p:nvSpPr>
        <p:spPr>
          <a:xfrm>
            <a:off x="4729958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9" name="01_find_only_2818">
            <a:extLst>
              <a:ext uri="{FF2B5EF4-FFF2-40B4-BE49-F238E27FC236}">
                <a16:creationId xmlns:a16="http://schemas.microsoft.com/office/drawing/2014/main" id="{BBFB00ED-0935-47DB-AB00-076D39CD6C89}"/>
              </a:ext>
            </a:extLst>
          </p:cNvPr>
          <p:cNvSpPr>
            <a:spLocks noGrp="1"/>
          </p:cNvSpPr>
          <p:nvPr/>
        </p:nvSpPr>
        <p:spPr>
          <a:xfrm>
            <a:off x="47307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0" name="01_find_only_2819">
            <a:extLst>
              <a:ext uri="{FF2B5EF4-FFF2-40B4-BE49-F238E27FC236}">
                <a16:creationId xmlns:a16="http://schemas.microsoft.com/office/drawing/2014/main" id="{6E0FE7D3-0CD5-4E3D-94C8-612014C4C532}"/>
              </a:ext>
            </a:extLst>
          </p:cNvPr>
          <p:cNvSpPr>
            <a:spLocks noGrp="1"/>
          </p:cNvSpPr>
          <p:nvPr/>
        </p:nvSpPr>
        <p:spPr>
          <a:xfrm>
            <a:off x="473326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1" name="01_find_only_2820">
            <a:extLst>
              <a:ext uri="{FF2B5EF4-FFF2-40B4-BE49-F238E27FC236}">
                <a16:creationId xmlns:a16="http://schemas.microsoft.com/office/drawing/2014/main" id="{37ED4C95-916F-4D93-88D1-5B078E4E1562}"/>
              </a:ext>
            </a:extLst>
          </p:cNvPr>
          <p:cNvSpPr>
            <a:spLocks noGrp="1"/>
          </p:cNvSpPr>
          <p:nvPr/>
        </p:nvSpPr>
        <p:spPr>
          <a:xfrm>
            <a:off x="4677400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2" name="01_find_only_2821">
            <a:extLst>
              <a:ext uri="{FF2B5EF4-FFF2-40B4-BE49-F238E27FC236}">
                <a16:creationId xmlns:a16="http://schemas.microsoft.com/office/drawing/2014/main" id="{9C1AAEC7-2CD6-4582-8BBD-D3A16E7A0643}"/>
              </a:ext>
            </a:extLst>
          </p:cNvPr>
          <p:cNvSpPr>
            <a:spLocks noGrp="1"/>
          </p:cNvSpPr>
          <p:nvPr/>
        </p:nvSpPr>
        <p:spPr>
          <a:xfrm>
            <a:off x="466272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3" name="01_find_only_2822">
            <a:extLst>
              <a:ext uri="{FF2B5EF4-FFF2-40B4-BE49-F238E27FC236}">
                <a16:creationId xmlns:a16="http://schemas.microsoft.com/office/drawing/2014/main" id="{4B3627D3-A64B-4FF6-9CAA-0B0A5EB881AB}"/>
              </a:ext>
            </a:extLst>
          </p:cNvPr>
          <p:cNvSpPr>
            <a:spLocks noGrp="1"/>
          </p:cNvSpPr>
          <p:nvPr/>
        </p:nvSpPr>
        <p:spPr>
          <a:xfrm>
            <a:off x="47192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4" name="01_find_only_2823">
            <a:extLst>
              <a:ext uri="{FF2B5EF4-FFF2-40B4-BE49-F238E27FC236}">
                <a16:creationId xmlns:a16="http://schemas.microsoft.com/office/drawing/2014/main" id="{2458EB17-7452-4F62-9FEA-0502D181747E}"/>
              </a:ext>
            </a:extLst>
          </p:cNvPr>
          <p:cNvSpPr>
            <a:spLocks noGrp="1"/>
          </p:cNvSpPr>
          <p:nvPr/>
        </p:nvSpPr>
        <p:spPr>
          <a:xfrm>
            <a:off x="465816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5" name="01_find_only_2824">
            <a:extLst>
              <a:ext uri="{FF2B5EF4-FFF2-40B4-BE49-F238E27FC236}">
                <a16:creationId xmlns:a16="http://schemas.microsoft.com/office/drawing/2014/main" id="{0C33364C-3CBB-4D58-8667-2CAE8F76B98E}"/>
              </a:ext>
            </a:extLst>
          </p:cNvPr>
          <p:cNvSpPr>
            <a:spLocks noGrp="1"/>
          </p:cNvSpPr>
          <p:nvPr/>
        </p:nvSpPr>
        <p:spPr>
          <a:xfrm>
            <a:off x="46642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6" name="01_find_only_2825">
            <a:extLst>
              <a:ext uri="{FF2B5EF4-FFF2-40B4-BE49-F238E27FC236}">
                <a16:creationId xmlns:a16="http://schemas.microsoft.com/office/drawing/2014/main" id="{0BA91054-8901-41F2-8D8A-64430080F404}"/>
              </a:ext>
            </a:extLst>
          </p:cNvPr>
          <p:cNvSpPr>
            <a:spLocks noGrp="1"/>
          </p:cNvSpPr>
          <p:nvPr/>
        </p:nvSpPr>
        <p:spPr>
          <a:xfrm>
            <a:off x="47217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7" name="01_find_only_2826">
            <a:extLst>
              <a:ext uri="{FF2B5EF4-FFF2-40B4-BE49-F238E27FC236}">
                <a16:creationId xmlns:a16="http://schemas.microsoft.com/office/drawing/2014/main" id="{4A9D84DC-C153-4B66-9E3F-5309AED17DFA}"/>
              </a:ext>
            </a:extLst>
          </p:cNvPr>
          <p:cNvSpPr>
            <a:spLocks noGrp="1"/>
          </p:cNvSpPr>
          <p:nvPr/>
        </p:nvSpPr>
        <p:spPr>
          <a:xfrm>
            <a:off x="465903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8" name="01_find_only_2827">
            <a:extLst>
              <a:ext uri="{FF2B5EF4-FFF2-40B4-BE49-F238E27FC236}">
                <a16:creationId xmlns:a16="http://schemas.microsoft.com/office/drawing/2014/main" id="{E8CB4EBA-691C-496E-B09E-BC03F640B193}"/>
              </a:ext>
            </a:extLst>
          </p:cNvPr>
          <p:cNvSpPr>
            <a:spLocks noGrp="1"/>
          </p:cNvSpPr>
          <p:nvPr/>
        </p:nvSpPr>
        <p:spPr>
          <a:xfrm>
            <a:off x="47403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9" name="01_find_only_2828">
            <a:extLst>
              <a:ext uri="{FF2B5EF4-FFF2-40B4-BE49-F238E27FC236}">
                <a16:creationId xmlns:a16="http://schemas.microsoft.com/office/drawing/2014/main" id="{126B902C-AC7E-4243-B8BF-81187C924443}"/>
              </a:ext>
            </a:extLst>
          </p:cNvPr>
          <p:cNvSpPr>
            <a:spLocks noGrp="1"/>
          </p:cNvSpPr>
          <p:nvPr/>
        </p:nvSpPr>
        <p:spPr>
          <a:xfrm>
            <a:off x="47254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0" name="01_find_only_2829">
            <a:extLst>
              <a:ext uri="{FF2B5EF4-FFF2-40B4-BE49-F238E27FC236}">
                <a16:creationId xmlns:a16="http://schemas.microsoft.com/office/drawing/2014/main" id="{0537E6D1-D483-4AE6-A474-A7014B19B16D}"/>
              </a:ext>
            </a:extLst>
          </p:cNvPr>
          <p:cNvSpPr>
            <a:spLocks noGrp="1"/>
          </p:cNvSpPr>
          <p:nvPr/>
        </p:nvSpPr>
        <p:spPr>
          <a:xfrm>
            <a:off x="469032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1" name="01_find_only_2830">
            <a:extLst>
              <a:ext uri="{FF2B5EF4-FFF2-40B4-BE49-F238E27FC236}">
                <a16:creationId xmlns:a16="http://schemas.microsoft.com/office/drawing/2014/main" id="{D6B03747-143A-4AD3-9770-FC52E9A35FAD}"/>
              </a:ext>
            </a:extLst>
          </p:cNvPr>
          <p:cNvSpPr>
            <a:spLocks noGrp="1"/>
          </p:cNvSpPr>
          <p:nvPr/>
        </p:nvSpPr>
        <p:spPr>
          <a:xfrm>
            <a:off x="46739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2" name="01_find_only_2831">
            <a:extLst>
              <a:ext uri="{FF2B5EF4-FFF2-40B4-BE49-F238E27FC236}">
                <a16:creationId xmlns:a16="http://schemas.microsoft.com/office/drawing/2014/main" id="{39B632CC-E4D0-4E40-A6A7-6BFEF49C9E70}"/>
              </a:ext>
            </a:extLst>
          </p:cNvPr>
          <p:cNvSpPr>
            <a:spLocks noGrp="1"/>
          </p:cNvSpPr>
          <p:nvPr/>
        </p:nvSpPr>
        <p:spPr>
          <a:xfrm>
            <a:off x="4743074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3" name="01_find_only_2832">
            <a:extLst>
              <a:ext uri="{FF2B5EF4-FFF2-40B4-BE49-F238E27FC236}">
                <a16:creationId xmlns:a16="http://schemas.microsoft.com/office/drawing/2014/main" id="{8406E366-3AF7-4CB7-86FF-49EBDE3D95BD}"/>
              </a:ext>
            </a:extLst>
          </p:cNvPr>
          <p:cNvSpPr>
            <a:spLocks noGrp="1"/>
          </p:cNvSpPr>
          <p:nvPr/>
        </p:nvSpPr>
        <p:spPr>
          <a:xfrm>
            <a:off x="47078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4" name="01_find_only_2833">
            <a:extLst>
              <a:ext uri="{FF2B5EF4-FFF2-40B4-BE49-F238E27FC236}">
                <a16:creationId xmlns:a16="http://schemas.microsoft.com/office/drawing/2014/main" id="{A1E3EC6D-CE88-4894-B36E-87DADB0DD527}"/>
              </a:ext>
            </a:extLst>
          </p:cNvPr>
          <p:cNvSpPr>
            <a:spLocks noGrp="1"/>
          </p:cNvSpPr>
          <p:nvPr/>
        </p:nvSpPr>
        <p:spPr>
          <a:xfrm>
            <a:off x="472995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5" name="01_find_only_2834">
            <a:extLst>
              <a:ext uri="{FF2B5EF4-FFF2-40B4-BE49-F238E27FC236}">
                <a16:creationId xmlns:a16="http://schemas.microsoft.com/office/drawing/2014/main" id="{3F1B57FE-02F3-4B69-ACDF-A157A3635889}"/>
              </a:ext>
            </a:extLst>
          </p:cNvPr>
          <p:cNvSpPr>
            <a:spLocks noGrp="1"/>
          </p:cNvSpPr>
          <p:nvPr/>
        </p:nvSpPr>
        <p:spPr>
          <a:xfrm>
            <a:off x="4661855" y="525512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6" name="01_find_only_2835">
            <a:extLst>
              <a:ext uri="{FF2B5EF4-FFF2-40B4-BE49-F238E27FC236}">
                <a16:creationId xmlns:a16="http://schemas.microsoft.com/office/drawing/2014/main" id="{3855410D-6CC5-453C-9BA2-1A5978A3AB31}"/>
              </a:ext>
            </a:extLst>
          </p:cNvPr>
          <p:cNvSpPr>
            <a:spLocks noGrp="1"/>
          </p:cNvSpPr>
          <p:nvPr/>
        </p:nvSpPr>
        <p:spPr>
          <a:xfrm>
            <a:off x="468925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7" name="01_find_only_2836">
            <a:extLst>
              <a:ext uri="{FF2B5EF4-FFF2-40B4-BE49-F238E27FC236}">
                <a16:creationId xmlns:a16="http://schemas.microsoft.com/office/drawing/2014/main" id="{66CF4403-74EE-43A5-BE91-61A4F54F023C}"/>
              </a:ext>
            </a:extLst>
          </p:cNvPr>
          <p:cNvSpPr>
            <a:spLocks noGrp="1"/>
          </p:cNvSpPr>
          <p:nvPr/>
        </p:nvSpPr>
        <p:spPr>
          <a:xfrm>
            <a:off x="47239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8" name="01_find_only_2837">
            <a:extLst>
              <a:ext uri="{FF2B5EF4-FFF2-40B4-BE49-F238E27FC236}">
                <a16:creationId xmlns:a16="http://schemas.microsoft.com/office/drawing/2014/main" id="{CE4C75CA-2351-4610-8A08-840C79B0024E}"/>
              </a:ext>
            </a:extLst>
          </p:cNvPr>
          <p:cNvSpPr>
            <a:spLocks noGrp="1"/>
          </p:cNvSpPr>
          <p:nvPr/>
        </p:nvSpPr>
        <p:spPr>
          <a:xfrm>
            <a:off x="4709848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9" name="01_find_only_2838">
            <a:extLst>
              <a:ext uri="{FF2B5EF4-FFF2-40B4-BE49-F238E27FC236}">
                <a16:creationId xmlns:a16="http://schemas.microsoft.com/office/drawing/2014/main" id="{5CB6FD9E-70A2-4C4E-AB1B-FEE267A59F54}"/>
              </a:ext>
            </a:extLst>
          </p:cNvPr>
          <p:cNvSpPr>
            <a:spLocks noGrp="1"/>
          </p:cNvSpPr>
          <p:nvPr/>
        </p:nvSpPr>
        <p:spPr>
          <a:xfrm>
            <a:off x="4738313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0" name="01_find_only_2839">
            <a:extLst>
              <a:ext uri="{FF2B5EF4-FFF2-40B4-BE49-F238E27FC236}">
                <a16:creationId xmlns:a16="http://schemas.microsoft.com/office/drawing/2014/main" id="{EF509E71-0ACD-49B8-9FD0-E35E19186238}"/>
              </a:ext>
            </a:extLst>
          </p:cNvPr>
          <p:cNvSpPr>
            <a:spLocks noGrp="1"/>
          </p:cNvSpPr>
          <p:nvPr/>
        </p:nvSpPr>
        <p:spPr>
          <a:xfrm>
            <a:off x="46481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1" name="01_find_only_2840">
            <a:extLst>
              <a:ext uri="{FF2B5EF4-FFF2-40B4-BE49-F238E27FC236}">
                <a16:creationId xmlns:a16="http://schemas.microsoft.com/office/drawing/2014/main" id="{26ED1AE5-6A81-46E7-8A31-CCB722AD237E}"/>
              </a:ext>
            </a:extLst>
          </p:cNvPr>
          <p:cNvSpPr>
            <a:spLocks noGrp="1"/>
          </p:cNvSpPr>
          <p:nvPr/>
        </p:nvSpPr>
        <p:spPr>
          <a:xfrm>
            <a:off x="468818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2" name="01_find_only_2841">
            <a:extLst>
              <a:ext uri="{FF2B5EF4-FFF2-40B4-BE49-F238E27FC236}">
                <a16:creationId xmlns:a16="http://schemas.microsoft.com/office/drawing/2014/main" id="{261BEFB3-97EF-4FB8-B23B-9887D06D737C}"/>
              </a:ext>
            </a:extLst>
          </p:cNvPr>
          <p:cNvSpPr>
            <a:spLocks noGrp="1"/>
          </p:cNvSpPr>
          <p:nvPr/>
        </p:nvSpPr>
        <p:spPr>
          <a:xfrm>
            <a:off x="47063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3" name="01_find_only_2842">
            <a:extLst>
              <a:ext uri="{FF2B5EF4-FFF2-40B4-BE49-F238E27FC236}">
                <a16:creationId xmlns:a16="http://schemas.microsoft.com/office/drawing/2014/main" id="{81BE4AEE-329E-43E4-AF95-5523FD0EE89B}"/>
              </a:ext>
            </a:extLst>
          </p:cNvPr>
          <p:cNvSpPr>
            <a:spLocks noGrp="1"/>
          </p:cNvSpPr>
          <p:nvPr/>
        </p:nvSpPr>
        <p:spPr>
          <a:xfrm>
            <a:off x="46761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4" name="01_find_only_2843">
            <a:extLst>
              <a:ext uri="{FF2B5EF4-FFF2-40B4-BE49-F238E27FC236}">
                <a16:creationId xmlns:a16="http://schemas.microsoft.com/office/drawing/2014/main" id="{352E38D9-6641-45E1-BBB1-4D42668C93FE}"/>
              </a:ext>
            </a:extLst>
          </p:cNvPr>
          <p:cNvSpPr>
            <a:spLocks noGrp="1"/>
          </p:cNvSpPr>
          <p:nvPr/>
        </p:nvSpPr>
        <p:spPr>
          <a:xfrm>
            <a:off x="469789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5" name="01_find_only_2844">
            <a:extLst>
              <a:ext uri="{FF2B5EF4-FFF2-40B4-BE49-F238E27FC236}">
                <a16:creationId xmlns:a16="http://schemas.microsoft.com/office/drawing/2014/main" id="{C79FCA07-D5E1-48B9-B3EB-9131FF9B27B2}"/>
              </a:ext>
            </a:extLst>
          </p:cNvPr>
          <p:cNvSpPr>
            <a:spLocks noGrp="1"/>
          </p:cNvSpPr>
          <p:nvPr/>
        </p:nvSpPr>
        <p:spPr>
          <a:xfrm>
            <a:off x="4685657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6" name="01_find_only_2845">
            <a:extLst>
              <a:ext uri="{FF2B5EF4-FFF2-40B4-BE49-F238E27FC236}">
                <a16:creationId xmlns:a16="http://schemas.microsoft.com/office/drawing/2014/main" id="{3CE61EB9-2AFD-479A-9969-113D7B506411}"/>
              </a:ext>
            </a:extLst>
          </p:cNvPr>
          <p:cNvSpPr>
            <a:spLocks noGrp="1"/>
          </p:cNvSpPr>
          <p:nvPr/>
        </p:nvSpPr>
        <p:spPr>
          <a:xfrm>
            <a:off x="4727627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7" name="01_find_only_2846">
            <a:extLst>
              <a:ext uri="{FF2B5EF4-FFF2-40B4-BE49-F238E27FC236}">
                <a16:creationId xmlns:a16="http://schemas.microsoft.com/office/drawing/2014/main" id="{0E2DBC70-F56B-4990-989B-82CE63774126}"/>
              </a:ext>
            </a:extLst>
          </p:cNvPr>
          <p:cNvSpPr>
            <a:spLocks noGrp="1"/>
          </p:cNvSpPr>
          <p:nvPr/>
        </p:nvSpPr>
        <p:spPr>
          <a:xfrm>
            <a:off x="46588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8" name="01_find_only_2847">
            <a:extLst>
              <a:ext uri="{FF2B5EF4-FFF2-40B4-BE49-F238E27FC236}">
                <a16:creationId xmlns:a16="http://schemas.microsoft.com/office/drawing/2014/main" id="{5D96C073-A7C9-4D67-82A6-9BDEC1E42296}"/>
              </a:ext>
            </a:extLst>
          </p:cNvPr>
          <p:cNvSpPr>
            <a:spLocks noGrp="1"/>
          </p:cNvSpPr>
          <p:nvPr/>
        </p:nvSpPr>
        <p:spPr>
          <a:xfrm>
            <a:off x="466331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9" name="01_find_only_2848">
            <a:extLst>
              <a:ext uri="{FF2B5EF4-FFF2-40B4-BE49-F238E27FC236}">
                <a16:creationId xmlns:a16="http://schemas.microsoft.com/office/drawing/2014/main" id="{597F8F70-841C-44EF-8334-AC23D517B181}"/>
              </a:ext>
            </a:extLst>
          </p:cNvPr>
          <p:cNvSpPr>
            <a:spLocks noGrp="1"/>
          </p:cNvSpPr>
          <p:nvPr/>
        </p:nvSpPr>
        <p:spPr>
          <a:xfrm>
            <a:off x="470372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0" name="01_find_only_2849">
            <a:extLst>
              <a:ext uri="{FF2B5EF4-FFF2-40B4-BE49-F238E27FC236}">
                <a16:creationId xmlns:a16="http://schemas.microsoft.com/office/drawing/2014/main" id="{A43108F4-A3EC-4DEE-9045-A2D227471390}"/>
              </a:ext>
            </a:extLst>
          </p:cNvPr>
          <p:cNvSpPr>
            <a:spLocks noGrp="1"/>
          </p:cNvSpPr>
          <p:nvPr/>
        </p:nvSpPr>
        <p:spPr>
          <a:xfrm>
            <a:off x="47028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1" name="01_find_only_2850">
            <a:extLst>
              <a:ext uri="{FF2B5EF4-FFF2-40B4-BE49-F238E27FC236}">
                <a16:creationId xmlns:a16="http://schemas.microsoft.com/office/drawing/2014/main" id="{CA821033-D4BA-4082-A382-67B2D93DE46F}"/>
              </a:ext>
            </a:extLst>
          </p:cNvPr>
          <p:cNvSpPr>
            <a:spLocks noGrp="1"/>
          </p:cNvSpPr>
          <p:nvPr/>
        </p:nvSpPr>
        <p:spPr>
          <a:xfrm>
            <a:off x="473442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2" name="01_find_only_2851">
            <a:extLst>
              <a:ext uri="{FF2B5EF4-FFF2-40B4-BE49-F238E27FC236}">
                <a16:creationId xmlns:a16="http://schemas.microsoft.com/office/drawing/2014/main" id="{7E9D3F55-91E9-43F0-9498-3EAC55F2CCBF}"/>
              </a:ext>
            </a:extLst>
          </p:cNvPr>
          <p:cNvSpPr>
            <a:spLocks noGrp="1"/>
          </p:cNvSpPr>
          <p:nvPr/>
        </p:nvSpPr>
        <p:spPr>
          <a:xfrm>
            <a:off x="471975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3" name="01_find_only_2852">
            <a:extLst>
              <a:ext uri="{FF2B5EF4-FFF2-40B4-BE49-F238E27FC236}">
                <a16:creationId xmlns:a16="http://schemas.microsoft.com/office/drawing/2014/main" id="{CEFCE3DF-5B54-41DA-B9E0-D0799CEE38BF}"/>
              </a:ext>
            </a:extLst>
          </p:cNvPr>
          <p:cNvSpPr>
            <a:spLocks noGrp="1"/>
          </p:cNvSpPr>
          <p:nvPr/>
        </p:nvSpPr>
        <p:spPr>
          <a:xfrm>
            <a:off x="467390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4" name="01_find_only_2853">
            <a:extLst>
              <a:ext uri="{FF2B5EF4-FFF2-40B4-BE49-F238E27FC236}">
                <a16:creationId xmlns:a16="http://schemas.microsoft.com/office/drawing/2014/main" id="{75141D24-71F1-4F9F-8AA2-B45F63AD1AF7}"/>
              </a:ext>
            </a:extLst>
          </p:cNvPr>
          <p:cNvSpPr>
            <a:spLocks noGrp="1"/>
          </p:cNvSpPr>
          <p:nvPr/>
        </p:nvSpPr>
        <p:spPr>
          <a:xfrm>
            <a:off x="4721701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5" name="01_find_only_2854">
            <a:extLst>
              <a:ext uri="{FF2B5EF4-FFF2-40B4-BE49-F238E27FC236}">
                <a16:creationId xmlns:a16="http://schemas.microsoft.com/office/drawing/2014/main" id="{F412C17E-6629-4FFA-B7B7-445AA332F171}"/>
              </a:ext>
            </a:extLst>
          </p:cNvPr>
          <p:cNvSpPr>
            <a:spLocks noGrp="1"/>
          </p:cNvSpPr>
          <p:nvPr/>
        </p:nvSpPr>
        <p:spPr>
          <a:xfrm>
            <a:off x="471383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6" name="01_find_only_2855">
            <a:extLst>
              <a:ext uri="{FF2B5EF4-FFF2-40B4-BE49-F238E27FC236}">
                <a16:creationId xmlns:a16="http://schemas.microsoft.com/office/drawing/2014/main" id="{EEB13AC1-2019-4528-B1DE-EEAD897A4075}"/>
              </a:ext>
            </a:extLst>
          </p:cNvPr>
          <p:cNvSpPr>
            <a:spLocks noGrp="1"/>
          </p:cNvSpPr>
          <p:nvPr/>
        </p:nvSpPr>
        <p:spPr>
          <a:xfrm>
            <a:off x="47180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7" name="01_find_only_2856">
            <a:extLst>
              <a:ext uri="{FF2B5EF4-FFF2-40B4-BE49-F238E27FC236}">
                <a16:creationId xmlns:a16="http://schemas.microsoft.com/office/drawing/2014/main" id="{2A528C71-A824-45D9-9F23-7F7E187449F3}"/>
              </a:ext>
            </a:extLst>
          </p:cNvPr>
          <p:cNvSpPr>
            <a:spLocks noGrp="1"/>
          </p:cNvSpPr>
          <p:nvPr/>
        </p:nvSpPr>
        <p:spPr>
          <a:xfrm>
            <a:off x="469964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8" name="01_find_only_2857">
            <a:extLst>
              <a:ext uri="{FF2B5EF4-FFF2-40B4-BE49-F238E27FC236}">
                <a16:creationId xmlns:a16="http://schemas.microsoft.com/office/drawing/2014/main" id="{2ABB8A7B-7ECC-4F9B-9898-B05DB7E0133F}"/>
              </a:ext>
            </a:extLst>
          </p:cNvPr>
          <p:cNvSpPr>
            <a:spLocks noGrp="1"/>
          </p:cNvSpPr>
          <p:nvPr/>
        </p:nvSpPr>
        <p:spPr>
          <a:xfrm>
            <a:off x="464922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9" name="01_find_only_2858">
            <a:extLst>
              <a:ext uri="{FF2B5EF4-FFF2-40B4-BE49-F238E27FC236}">
                <a16:creationId xmlns:a16="http://schemas.microsoft.com/office/drawing/2014/main" id="{90164269-16CC-47FA-852F-7D8E8DC3E1A3}"/>
              </a:ext>
            </a:extLst>
          </p:cNvPr>
          <p:cNvSpPr>
            <a:spLocks noGrp="1"/>
          </p:cNvSpPr>
          <p:nvPr/>
        </p:nvSpPr>
        <p:spPr>
          <a:xfrm>
            <a:off x="4714220" y="57916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0" name="01_find_only_2859">
            <a:extLst>
              <a:ext uri="{FF2B5EF4-FFF2-40B4-BE49-F238E27FC236}">
                <a16:creationId xmlns:a16="http://schemas.microsoft.com/office/drawing/2014/main" id="{F4D1C59C-EC92-4399-9B7E-E8D53FF52CB4}"/>
              </a:ext>
            </a:extLst>
          </p:cNvPr>
          <p:cNvSpPr>
            <a:spLocks noGrp="1"/>
          </p:cNvSpPr>
          <p:nvPr/>
        </p:nvSpPr>
        <p:spPr>
          <a:xfrm>
            <a:off x="472704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1" name="01_find_only_2860">
            <a:extLst>
              <a:ext uri="{FF2B5EF4-FFF2-40B4-BE49-F238E27FC236}">
                <a16:creationId xmlns:a16="http://schemas.microsoft.com/office/drawing/2014/main" id="{D5D2056A-048A-456E-B86D-096B091DDE96}"/>
              </a:ext>
            </a:extLst>
          </p:cNvPr>
          <p:cNvSpPr>
            <a:spLocks noGrp="1"/>
          </p:cNvSpPr>
          <p:nvPr/>
        </p:nvSpPr>
        <p:spPr>
          <a:xfrm>
            <a:off x="466535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2" name="01_find_only_2861">
            <a:extLst>
              <a:ext uri="{FF2B5EF4-FFF2-40B4-BE49-F238E27FC236}">
                <a16:creationId xmlns:a16="http://schemas.microsoft.com/office/drawing/2014/main" id="{FB87C198-0551-4705-81A6-3CAF052FB71C}"/>
              </a:ext>
            </a:extLst>
          </p:cNvPr>
          <p:cNvSpPr>
            <a:spLocks noGrp="1"/>
          </p:cNvSpPr>
          <p:nvPr/>
        </p:nvSpPr>
        <p:spPr>
          <a:xfrm>
            <a:off x="465806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3" name="01_find_only_2862">
            <a:extLst>
              <a:ext uri="{FF2B5EF4-FFF2-40B4-BE49-F238E27FC236}">
                <a16:creationId xmlns:a16="http://schemas.microsoft.com/office/drawing/2014/main" id="{A24EB4E3-A929-414F-A3D2-AD2FDF8EE88B}"/>
              </a:ext>
            </a:extLst>
          </p:cNvPr>
          <p:cNvSpPr>
            <a:spLocks noGrp="1"/>
          </p:cNvSpPr>
          <p:nvPr/>
        </p:nvSpPr>
        <p:spPr>
          <a:xfrm>
            <a:off x="4714026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4" name="01_find_only_2863">
            <a:extLst>
              <a:ext uri="{FF2B5EF4-FFF2-40B4-BE49-F238E27FC236}">
                <a16:creationId xmlns:a16="http://schemas.microsoft.com/office/drawing/2014/main" id="{3298A8E7-E913-4115-8E3A-FF2CDB23C15D}"/>
              </a:ext>
            </a:extLst>
          </p:cNvPr>
          <p:cNvSpPr>
            <a:spLocks noGrp="1"/>
          </p:cNvSpPr>
          <p:nvPr/>
        </p:nvSpPr>
        <p:spPr>
          <a:xfrm>
            <a:off x="47390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5" name="01_find_only_2864">
            <a:extLst>
              <a:ext uri="{FF2B5EF4-FFF2-40B4-BE49-F238E27FC236}">
                <a16:creationId xmlns:a16="http://schemas.microsoft.com/office/drawing/2014/main" id="{FF33F529-04EC-42F5-9BA1-94C021DEECFF}"/>
              </a:ext>
            </a:extLst>
          </p:cNvPr>
          <p:cNvSpPr>
            <a:spLocks noGrp="1"/>
          </p:cNvSpPr>
          <p:nvPr/>
        </p:nvSpPr>
        <p:spPr>
          <a:xfrm>
            <a:off x="47432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6" name="01_find_only_2865">
            <a:extLst>
              <a:ext uri="{FF2B5EF4-FFF2-40B4-BE49-F238E27FC236}">
                <a16:creationId xmlns:a16="http://schemas.microsoft.com/office/drawing/2014/main" id="{0BEDA983-1D66-478B-B8D4-198CC9B5DAB3}"/>
              </a:ext>
            </a:extLst>
          </p:cNvPr>
          <p:cNvSpPr>
            <a:spLocks noGrp="1"/>
          </p:cNvSpPr>
          <p:nvPr/>
        </p:nvSpPr>
        <p:spPr>
          <a:xfrm>
            <a:off x="468322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7" name="01_find_only_2866">
            <a:extLst>
              <a:ext uri="{FF2B5EF4-FFF2-40B4-BE49-F238E27FC236}">
                <a16:creationId xmlns:a16="http://schemas.microsoft.com/office/drawing/2014/main" id="{B1691220-27BA-43FD-B65B-258002B74406}"/>
              </a:ext>
            </a:extLst>
          </p:cNvPr>
          <p:cNvSpPr>
            <a:spLocks noGrp="1"/>
          </p:cNvSpPr>
          <p:nvPr/>
        </p:nvSpPr>
        <p:spPr>
          <a:xfrm>
            <a:off x="471888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8" name="01_find_only_2867">
            <a:extLst>
              <a:ext uri="{FF2B5EF4-FFF2-40B4-BE49-F238E27FC236}">
                <a16:creationId xmlns:a16="http://schemas.microsoft.com/office/drawing/2014/main" id="{6B67CAE0-E8F7-4713-879C-BC4843682283}"/>
              </a:ext>
            </a:extLst>
          </p:cNvPr>
          <p:cNvSpPr>
            <a:spLocks noGrp="1"/>
          </p:cNvSpPr>
          <p:nvPr/>
        </p:nvSpPr>
        <p:spPr>
          <a:xfrm>
            <a:off x="47262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9" name="01_find_only_2868">
            <a:extLst>
              <a:ext uri="{FF2B5EF4-FFF2-40B4-BE49-F238E27FC236}">
                <a16:creationId xmlns:a16="http://schemas.microsoft.com/office/drawing/2014/main" id="{64DB988C-9964-4D5D-9014-1E1EA2AE0F3D}"/>
              </a:ext>
            </a:extLst>
          </p:cNvPr>
          <p:cNvSpPr>
            <a:spLocks noGrp="1"/>
          </p:cNvSpPr>
          <p:nvPr/>
        </p:nvSpPr>
        <p:spPr>
          <a:xfrm>
            <a:off x="47380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0" name="01_find_only_2869">
            <a:extLst>
              <a:ext uri="{FF2B5EF4-FFF2-40B4-BE49-F238E27FC236}">
                <a16:creationId xmlns:a16="http://schemas.microsoft.com/office/drawing/2014/main" id="{86C5B8CF-EB41-41F7-A86D-0E8D7F2ECAAE}"/>
              </a:ext>
            </a:extLst>
          </p:cNvPr>
          <p:cNvSpPr>
            <a:spLocks noGrp="1"/>
          </p:cNvSpPr>
          <p:nvPr/>
        </p:nvSpPr>
        <p:spPr>
          <a:xfrm>
            <a:off x="47277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1" name="01_find_only_2870">
            <a:extLst>
              <a:ext uri="{FF2B5EF4-FFF2-40B4-BE49-F238E27FC236}">
                <a16:creationId xmlns:a16="http://schemas.microsoft.com/office/drawing/2014/main" id="{EF6C0911-5C02-4CB7-B8F7-B7FBB2CA2A1B}"/>
              </a:ext>
            </a:extLst>
          </p:cNvPr>
          <p:cNvSpPr>
            <a:spLocks noGrp="1"/>
          </p:cNvSpPr>
          <p:nvPr/>
        </p:nvSpPr>
        <p:spPr>
          <a:xfrm>
            <a:off x="47130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2" name="01_find_only_2871">
            <a:extLst>
              <a:ext uri="{FF2B5EF4-FFF2-40B4-BE49-F238E27FC236}">
                <a16:creationId xmlns:a16="http://schemas.microsoft.com/office/drawing/2014/main" id="{C26F3011-22F2-474D-8160-E09363C411B2}"/>
              </a:ext>
            </a:extLst>
          </p:cNvPr>
          <p:cNvSpPr>
            <a:spLocks noGrp="1"/>
          </p:cNvSpPr>
          <p:nvPr/>
        </p:nvSpPr>
        <p:spPr>
          <a:xfrm>
            <a:off x="46535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3" name="01_find_only_2872">
            <a:extLst>
              <a:ext uri="{FF2B5EF4-FFF2-40B4-BE49-F238E27FC236}">
                <a16:creationId xmlns:a16="http://schemas.microsoft.com/office/drawing/2014/main" id="{C478CD97-37D5-4C5E-8394-D26BFFA4F025}"/>
              </a:ext>
            </a:extLst>
          </p:cNvPr>
          <p:cNvSpPr>
            <a:spLocks noGrp="1"/>
          </p:cNvSpPr>
          <p:nvPr/>
        </p:nvSpPr>
        <p:spPr>
          <a:xfrm>
            <a:off x="4662924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4" name="01_find_only_2873">
            <a:extLst>
              <a:ext uri="{FF2B5EF4-FFF2-40B4-BE49-F238E27FC236}">
                <a16:creationId xmlns:a16="http://schemas.microsoft.com/office/drawing/2014/main" id="{AF1F49A6-BC4E-4A59-B016-964521D87420}"/>
              </a:ext>
            </a:extLst>
          </p:cNvPr>
          <p:cNvSpPr>
            <a:spLocks noGrp="1"/>
          </p:cNvSpPr>
          <p:nvPr/>
        </p:nvSpPr>
        <p:spPr>
          <a:xfrm>
            <a:off x="47140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5" name="01_find_only_2874">
            <a:extLst>
              <a:ext uri="{FF2B5EF4-FFF2-40B4-BE49-F238E27FC236}">
                <a16:creationId xmlns:a16="http://schemas.microsoft.com/office/drawing/2014/main" id="{8B01E876-689B-4F9D-9487-8450E4B2BEDA}"/>
              </a:ext>
            </a:extLst>
          </p:cNvPr>
          <p:cNvSpPr>
            <a:spLocks noGrp="1"/>
          </p:cNvSpPr>
          <p:nvPr/>
        </p:nvSpPr>
        <p:spPr>
          <a:xfrm>
            <a:off x="47042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6" name="01_find_only_2875">
            <a:extLst>
              <a:ext uri="{FF2B5EF4-FFF2-40B4-BE49-F238E27FC236}">
                <a16:creationId xmlns:a16="http://schemas.microsoft.com/office/drawing/2014/main" id="{2376178A-CE5F-4D17-92D7-BE8112ADBB43}"/>
              </a:ext>
            </a:extLst>
          </p:cNvPr>
          <p:cNvSpPr>
            <a:spLocks noGrp="1"/>
          </p:cNvSpPr>
          <p:nvPr/>
        </p:nvSpPr>
        <p:spPr>
          <a:xfrm>
            <a:off x="46670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7" name="01_find_only_2876">
            <a:extLst>
              <a:ext uri="{FF2B5EF4-FFF2-40B4-BE49-F238E27FC236}">
                <a16:creationId xmlns:a16="http://schemas.microsoft.com/office/drawing/2014/main" id="{75C6DBF7-A6E3-4CC3-8495-392F19707820}"/>
              </a:ext>
            </a:extLst>
          </p:cNvPr>
          <p:cNvSpPr>
            <a:spLocks noGrp="1"/>
          </p:cNvSpPr>
          <p:nvPr/>
        </p:nvSpPr>
        <p:spPr>
          <a:xfrm>
            <a:off x="46845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8" name="01_find_only_2877">
            <a:extLst>
              <a:ext uri="{FF2B5EF4-FFF2-40B4-BE49-F238E27FC236}">
                <a16:creationId xmlns:a16="http://schemas.microsoft.com/office/drawing/2014/main" id="{871D48DD-E3AA-4A34-B429-3E3AAA80F543}"/>
              </a:ext>
            </a:extLst>
          </p:cNvPr>
          <p:cNvSpPr>
            <a:spLocks noGrp="1"/>
          </p:cNvSpPr>
          <p:nvPr/>
        </p:nvSpPr>
        <p:spPr>
          <a:xfrm>
            <a:off x="4650197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9" name="01_find_only_2878">
            <a:extLst>
              <a:ext uri="{FF2B5EF4-FFF2-40B4-BE49-F238E27FC236}">
                <a16:creationId xmlns:a16="http://schemas.microsoft.com/office/drawing/2014/main" id="{0C95C126-B740-4919-B94A-8E25C4BE217A}"/>
              </a:ext>
            </a:extLst>
          </p:cNvPr>
          <p:cNvSpPr>
            <a:spLocks noGrp="1"/>
          </p:cNvSpPr>
          <p:nvPr/>
        </p:nvSpPr>
        <p:spPr>
          <a:xfrm>
            <a:off x="51771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0" name="01_find_only_2879">
            <a:extLst>
              <a:ext uri="{FF2B5EF4-FFF2-40B4-BE49-F238E27FC236}">
                <a16:creationId xmlns:a16="http://schemas.microsoft.com/office/drawing/2014/main" id="{09EBC0C3-D4F6-45A7-90FA-55086B1EF5D7}"/>
              </a:ext>
            </a:extLst>
          </p:cNvPr>
          <p:cNvSpPr>
            <a:spLocks noGrp="1"/>
          </p:cNvSpPr>
          <p:nvPr/>
        </p:nvSpPr>
        <p:spPr>
          <a:xfrm>
            <a:off x="52393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1" name="01_find_only_2880">
            <a:extLst>
              <a:ext uri="{FF2B5EF4-FFF2-40B4-BE49-F238E27FC236}">
                <a16:creationId xmlns:a16="http://schemas.microsoft.com/office/drawing/2014/main" id="{37DDFEFA-6A7A-4290-8027-1B836324BF56}"/>
              </a:ext>
            </a:extLst>
          </p:cNvPr>
          <p:cNvSpPr>
            <a:spLocks noGrp="1"/>
          </p:cNvSpPr>
          <p:nvPr/>
        </p:nvSpPr>
        <p:spPr>
          <a:xfrm>
            <a:off x="51567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2" name="01_find_only_2881">
            <a:extLst>
              <a:ext uri="{FF2B5EF4-FFF2-40B4-BE49-F238E27FC236}">
                <a16:creationId xmlns:a16="http://schemas.microsoft.com/office/drawing/2014/main" id="{08D182AE-7956-4344-9239-0B846317711A}"/>
              </a:ext>
            </a:extLst>
          </p:cNvPr>
          <p:cNvSpPr>
            <a:spLocks noGrp="1"/>
          </p:cNvSpPr>
          <p:nvPr/>
        </p:nvSpPr>
        <p:spPr>
          <a:xfrm>
            <a:off x="523156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3" name="01_find_only_2882">
            <a:extLst>
              <a:ext uri="{FF2B5EF4-FFF2-40B4-BE49-F238E27FC236}">
                <a16:creationId xmlns:a16="http://schemas.microsoft.com/office/drawing/2014/main" id="{52249077-9002-42EE-86C6-603110181DB3}"/>
              </a:ext>
            </a:extLst>
          </p:cNvPr>
          <p:cNvSpPr>
            <a:spLocks noGrp="1"/>
          </p:cNvSpPr>
          <p:nvPr/>
        </p:nvSpPr>
        <p:spPr>
          <a:xfrm>
            <a:off x="519299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4" name="01_find_only_2883">
            <a:extLst>
              <a:ext uri="{FF2B5EF4-FFF2-40B4-BE49-F238E27FC236}">
                <a16:creationId xmlns:a16="http://schemas.microsoft.com/office/drawing/2014/main" id="{074BADD8-8CC5-4C3B-B3A0-19EE56CD7ABC}"/>
              </a:ext>
            </a:extLst>
          </p:cNvPr>
          <p:cNvSpPr>
            <a:spLocks noGrp="1"/>
          </p:cNvSpPr>
          <p:nvPr/>
        </p:nvSpPr>
        <p:spPr>
          <a:xfrm>
            <a:off x="52462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5" name="01_find_only_2884">
            <a:extLst>
              <a:ext uri="{FF2B5EF4-FFF2-40B4-BE49-F238E27FC236}">
                <a16:creationId xmlns:a16="http://schemas.microsoft.com/office/drawing/2014/main" id="{337F8AF7-2CF7-4896-A542-26B5DF7B8E31}"/>
              </a:ext>
            </a:extLst>
          </p:cNvPr>
          <p:cNvSpPr>
            <a:spLocks noGrp="1"/>
          </p:cNvSpPr>
          <p:nvPr/>
        </p:nvSpPr>
        <p:spPr>
          <a:xfrm>
            <a:off x="51770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6" name="01_find_only_2885">
            <a:extLst>
              <a:ext uri="{FF2B5EF4-FFF2-40B4-BE49-F238E27FC236}">
                <a16:creationId xmlns:a16="http://schemas.microsoft.com/office/drawing/2014/main" id="{F49AE23A-8F95-4241-935D-51A4212BE0A7}"/>
              </a:ext>
            </a:extLst>
          </p:cNvPr>
          <p:cNvSpPr>
            <a:spLocks noGrp="1"/>
          </p:cNvSpPr>
          <p:nvPr/>
        </p:nvSpPr>
        <p:spPr>
          <a:xfrm>
            <a:off x="52244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7" name="01_find_only_2886">
            <a:extLst>
              <a:ext uri="{FF2B5EF4-FFF2-40B4-BE49-F238E27FC236}">
                <a16:creationId xmlns:a16="http://schemas.microsoft.com/office/drawing/2014/main" id="{DEE47300-D281-4089-836F-3A03D82E3362}"/>
              </a:ext>
            </a:extLst>
          </p:cNvPr>
          <p:cNvSpPr>
            <a:spLocks noGrp="1"/>
          </p:cNvSpPr>
          <p:nvPr/>
        </p:nvSpPr>
        <p:spPr>
          <a:xfrm>
            <a:off x="516015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8" name="01_find_only_2887">
            <a:extLst>
              <a:ext uri="{FF2B5EF4-FFF2-40B4-BE49-F238E27FC236}">
                <a16:creationId xmlns:a16="http://schemas.microsoft.com/office/drawing/2014/main" id="{554FF248-9A06-4EA7-A5C1-6583D671BF5C}"/>
              </a:ext>
            </a:extLst>
          </p:cNvPr>
          <p:cNvSpPr>
            <a:spLocks noGrp="1"/>
          </p:cNvSpPr>
          <p:nvPr/>
        </p:nvSpPr>
        <p:spPr>
          <a:xfrm>
            <a:off x="518084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9" name="01_find_only_2888">
            <a:extLst>
              <a:ext uri="{FF2B5EF4-FFF2-40B4-BE49-F238E27FC236}">
                <a16:creationId xmlns:a16="http://schemas.microsoft.com/office/drawing/2014/main" id="{588C608E-75CF-4744-81E4-6D8E4BBFFABB}"/>
              </a:ext>
            </a:extLst>
          </p:cNvPr>
          <p:cNvSpPr>
            <a:spLocks noGrp="1"/>
          </p:cNvSpPr>
          <p:nvPr/>
        </p:nvSpPr>
        <p:spPr>
          <a:xfrm>
            <a:off x="5159961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0" name="01_find_only_2889">
            <a:extLst>
              <a:ext uri="{FF2B5EF4-FFF2-40B4-BE49-F238E27FC236}">
                <a16:creationId xmlns:a16="http://schemas.microsoft.com/office/drawing/2014/main" id="{299619F8-B6A3-441A-A622-319D97FAD5E9}"/>
              </a:ext>
            </a:extLst>
          </p:cNvPr>
          <p:cNvSpPr>
            <a:spLocks noGrp="1"/>
          </p:cNvSpPr>
          <p:nvPr/>
        </p:nvSpPr>
        <p:spPr>
          <a:xfrm>
            <a:off x="521485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1" name="01_find_only_2890">
            <a:extLst>
              <a:ext uri="{FF2B5EF4-FFF2-40B4-BE49-F238E27FC236}">
                <a16:creationId xmlns:a16="http://schemas.microsoft.com/office/drawing/2014/main" id="{0EC6AC80-EFF1-4200-92B0-B23189ABE3FE}"/>
              </a:ext>
            </a:extLst>
          </p:cNvPr>
          <p:cNvSpPr>
            <a:spLocks noGrp="1"/>
          </p:cNvSpPr>
          <p:nvPr/>
        </p:nvSpPr>
        <p:spPr>
          <a:xfrm>
            <a:off x="51730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2" name="01_find_only_2891">
            <a:extLst>
              <a:ext uri="{FF2B5EF4-FFF2-40B4-BE49-F238E27FC236}">
                <a16:creationId xmlns:a16="http://schemas.microsoft.com/office/drawing/2014/main" id="{3E954B2C-896B-45E3-A881-027EC08C7737}"/>
              </a:ext>
            </a:extLst>
          </p:cNvPr>
          <p:cNvSpPr>
            <a:spLocks noGrp="1"/>
          </p:cNvSpPr>
          <p:nvPr/>
        </p:nvSpPr>
        <p:spPr>
          <a:xfrm>
            <a:off x="520222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3" name="01_find_only_2892">
            <a:extLst>
              <a:ext uri="{FF2B5EF4-FFF2-40B4-BE49-F238E27FC236}">
                <a16:creationId xmlns:a16="http://schemas.microsoft.com/office/drawing/2014/main" id="{15FDA7CA-146A-4D83-9998-6E8763063B89}"/>
              </a:ext>
            </a:extLst>
          </p:cNvPr>
          <p:cNvSpPr>
            <a:spLocks noGrp="1"/>
          </p:cNvSpPr>
          <p:nvPr/>
        </p:nvSpPr>
        <p:spPr>
          <a:xfrm>
            <a:off x="51919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4" name="01_find_only_2893">
            <a:extLst>
              <a:ext uri="{FF2B5EF4-FFF2-40B4-BE49-F238E27FC236}">
                <a16:creationId xmlns:a16="http://schemas.microsoft.com/office/drawing/2014/main" id="{D069C20D-96AD-450D-927E-0BF08F48657C}"/>
              </a:ext>
            </a:extLst>
          </p:cNvPr>
          <p:cNvSpPr>
            <a:spLocks noGrp="1"/>
          </p:cNvSpPr>
          <p:nvPr/>
        </p:nvSpPr>
        <p:spPr>
          <a:xfrm>
            <a:off x="5182306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5" name="01_find_only_2894">
            <a:extLst>
              <a:ext uri="{FF2B5EF4-FFF2-40B4-BE49-F238E27FC236}">
                <a16:creationId xmlns:a16="http://schemas.microsoft.com/office/drawing/2014/main" id="{4E1B17A1-19DC-4132-97C3-39CC544A27D2}"/>
              </a:ext>
            </a:extLst>
          </p:cNvPr>
          <p:cNvSpPr>
            <a:spLocks noGrp="1"/>
          </p:cNvSpPr>
          <p:nvPr/>
        </p:nvSpPr>
        <p:spPr>
          <a:xfrm>
            <a:off x="5159670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6" name="01_find_only_2895">
            <a:extLst>
              <a:ext uri="{FF2B5EF4-FFF2-40B4-BE49-F238E27FC236}">
                <a16:creationId xmlns:a16="http://schemas.microsoft.com/office/drawing/2014/main" id="{B01FB9EC-6478-4040-8E95-3B3F7DB83DCD}"/>
              </a:ext>
            </a:extLst>
          </p:cNvPr>
          <p:cNvSpPr>
            <a:spLocks noGrp="1"/>
          </p:cNvSpPr>
          <p:nvPr/>
        </p:nvSpPr>
        <p:spPr>
          <a:xfrm>
            <a:off x="5246911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7" name="01_find_only_2896">
            <a:extLst>
              <a:ext uri="{FF2B5EF4-FFF2-40B4-BE49-F238E27FC236}">
                <a16:creationId xmlns:a16="http://schemas.microsoft.com/office/drawing/2014/main" id="{3260D315-96E2-4D7A-B76C-D8F561F75DB1}"/>
              </a:ext>
            </a:extLst>
          </p:cNvPr>
          <p:cNvSpPr>
            <a:spLocks noGrp="1"/>
          </p:cNvSpPr>
          <p:nvPr/>
        </p:nvSpPr>
        <p:spPr>
          <a:xfrm>
            <a:off x="51610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8" name="01_find_only_2897">
            <a:extLst>
              <a:ext uri="{FF2B5EF4-FFF2-40B4-BE49-F238E27FC236}">
                <a16:creationId xmlns:a16="http://schemas.microsoft.com/office/drawing/2014/main" id="{439F11DB-42D8-4968-A52E-E69551427C8C}"/>
              </a:ext>
            </a:extLst>
          </p:cNvPr>
          <p:cNvSpPr>
            <a:spLocks noGrp="1"/>
          </p:cNvSpPr>
          <p:nvPr/>
        </p:nvSpPr>
        <p:spPr>
          <a:xfrm>
            <a:off x="523972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9" name="01_find_only_2898">
            <a:extLst>
              <a:ext uri="{FF2B5EF4-FFF2-40B4-BE49-F238E27FC236}">
                <a16:creationId xmlns:a16="http://schemas.microsoft.com/office/drawing/2014/main" id="{8AEFB125-0D11-47D4-999F-5F83788C3D9A}"/>
              </a:ext>
            </a:extLst>
          </p:cNvPr>
          <p:cNvSpPr>
            <a:spLocks noGrp="1"/>
          </p:cNvSpPr>
          <p:nvPr/>
        </p:nvSpPr>
        <p:spPr>
          <a:xfrm>
            <a:off x="519338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0" name="01_find_only_2899">
            <a:extLst>
              <a:ext uri="{FF2B5EF4-FFF2-40B4-BE49-F238E27FC236}">
                <a16:creationId xmlns:a16="http://schemas.microsoft.com/office/drawing/2014/main" id="{79D2ED0B-CB59-4F38-B0DC-FA3BDDBD7988}"/>
              </a:ext>
            </a:extLst>
          </p:cNvPr>
          <p:cNvSpPr>
            <a:spLocks noGrp="1"/>
          </p:cNvSpPr>
          <p:nvPr/>
        </p:nvSpPr>
        <p:spPr>
          <a:xfrm>
            <a:off x="52508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1" name="01_find_only_2900">
            <a:extLst>
              <a:ext uri="{FF2B5EF4-FFF2-40B4-BE49-F238E27FC236}">
                <a16:creationId xmlns:a16="http://schemas.microsoft.com/office/drawing/2014/main" id="{123F3DCD-B93A-4F11-BEBD-4A0D396D6B86}"/>
              </a:ext>
            </a:extLst>
          </p:cNvPr>
          <p:cNvSpPr>
            <a:spLocks noGrp="1"/>
          </p:cNvSpPr>
          <p:nvPr/>
        </p:nvSpPr>
        <p:spPr>
          <a:xfrm>
            <a:off x="52204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2" name="01_find_only_2901">
            <a:extLst>
              <a:ext uri="{FF2B5EF4-FFF2-40B4-BE49-F238E27FC236}">
                <a16:creationId xmlns:a16="http://schemas.microsoft.com/office/drawing/2014/main" id="{5B494DAE-9FD5-4020-8F76-4688FF57458B}"/>
              </a:ext>
            </a:extLst>
          </p:cNvPr>
          <p:cNvSpPr>
            <a:spLocks noGrp="1"/>
          </p:cNvSpPr>
          <p:nvPr/>
        </p:nvSpPr>
        <p:spPr>
          <a:xfrm>
            <a:off x="5227093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3" name="01_find_only_2902">
            <a:extLst>
              <a:ext uri="{FF2B5EF4-FFF2-40B4-BE49-F238E27FC236}">
                <a16:creationId xmlns:a16="http://schemas.microsoft.com/office/drawing/2014/main" id="{8CB2563A-3764-4E95-83D8-D327C2C5B409}"/>
              </a:ext>
            </a:extLst>
          </p:cNvPr>
          <p:cNvSpPr>
            <a:spLocks noGrp="1"/>
          </p:cNvSpPr>
          <p:nvPr/>
        </p:nvSpPr>
        <p:spPr>
          <a:xfrm>
            <a:off x="5184443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4" name="01_find_only_2903">
            <a:extLst>
              <a:ext uri="{FF2B5EF4-FFF2-40B4-BE49-F238E27FC236}">
                <a16:creationId xmlns:a16="http://schemas.microsoft.com/office/drawing/2014/main" id="{23DFB5F3-72DC-409F-B0FD-A177859FA7DC}"/>
              </a:ext>
            </a:extLst>
          </p:cNvPr>
          <p:cNvSpPr>
            <a:spLocks noGrp="1"/>
          </p:cNvSpPr>
          <p:nvPr/>
        </p:nvSpPr>
        <p:spPr>
          <a:xfrm>
            <a:off x="524545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5" name="01_find_only_2904">
            <a:extLst>
              <a:ext uri="{FF2B5EF4-FFF2-40B4-BE49-F238E27FC236}">
                <a16:creationId xmlns:a16="http://schemas.microsoft.com/office/drawing/2014/main" id="{0002008F-C835-4948-9ADE-22F32FD54C90}"/>
              </a:ext>
            </a:extLst>
          </p:cNvPr>
          <p:cNvSpPr>
            <a:spLocks noGrp="1"/>
          </p:cNvSpPr>
          <p:nvPr/>
        </p:nvSpPr>
        <p:spPr>
          <a:xfrm>
            <a:off x="522728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6" name="01_find_only_2905">
            <a:extLst>
              <a:ext uri="{FF2B5EF4-FFF2-40B4-BE49-F238E27FC236}">
                <a16:creationId xmlns:a16="http://schemas.microsoft.com/office/drawing/2014/main" id="{93FE1F9B-C9A2-4A1C-9C63-BCAB8495EEAE}"/>
              </a:ext>
            </a:extLst>
          </p:cNvPr>
          <p:cNvSpPr>
            <a:spLocks noGrp="1"/>
          </p:cNvSpPr>
          <p:nvPr/>
        </p:nvSpPr>
        <p:spPr>
          <a:xfrm>
            <a:off x="517181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7" name="01_find_only_2906">
            <a:extLst>
              <a:ext uri="{FF2B5EF4-FFF2-40B4-BE49-F238E27FC236}">
                <a16:creationId xmlns:a16="http://schemas.microsoft.com/office/drawing/2014/main" id="{FA19A3CB-2DC9-4F28-A2DB-48912494224E}"/>
              </a:ext>
            </a:extLst>
          </p:cNvPr>
          <p:cNvSpPr>
            <a:spLocks noGrp="1"/>
          </p:cNvSpPr>
          <p:nvPr/>
        </p:nvSpPr>
        <p:spPr>
          <a:xfrm>
            <a:off x="5225635" y="55780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8" name="01_find_only_2907">
            <a:extLst>
              <a:ext uri="{FF2B5EF4-FFF2-40B4-BE49-F238E27FC236}">
                <a16:creationId xmlns:a16="http://schemas.microsoft.com/office/drawing/2014/main" id="{8E6BF9D7-6355-4154-B453-5F68CAA1D73C}"/>
              </a:ext>
            </a:extLst>
          </p:cNvPr>
          <p:cNvSpPr>
            <a:spLocks noGrp="1"/>
          </p:cNvSpPr>
          <p:nvPr/>
        </p:nvSpPr>
        <p:spPr>
          <a:xfrm>
            <a:off x="51767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9" name="01_find_only_2908">
            <a:extLst>
              <a:ext uri="{FF2B5EF4-FFF2-40B4-BE49-F238E27FC236}">
                <a16:creationId xmlns:a16="http://schemas.microsoft.com/office/drawing/2014/main" id="{92EF9F5D-3404-45C5-89F8-71111E22502C}"/>
              </a:ext>
            </a:extLst>
          </p:cNvPr>
          <p:cNvSpPr>
            <a:spLocks noGrp="1"/>
          </p:cNvSpPr>
          <p:nvPr/>
        </p:nvSpPr>
        <p:spPr>
          <a:xfrm>
            <a:off x="518434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0" name="01_find_only_2909">
            <a:extLst>
              <a:ext uri="{FF2B5EF4-FFF2-40B4-BE49-F238E27FC236}">
                <a16:creationId xmlns:a16="http://schemas.microsoft.com/office/drawing/2014/main" id="{E84CBDB7-4C7E-4F50-A218-5067C7ED9CF1}"/>
              </a:ext>
            </a:extLst>
          </p:cNvPr>
          <p:cNvSpPr>
            <a:spLocks noGrp="1"/>
          </p:cNvSpPr>
          <p:nvPr/>
        </p:nvSpPr>
        <p:spPr>
          <a:xfrm>
            <a:off x="524467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1" name="01_find_only_2910">
            <a:extLst>
              <a:ext uri="{FF2B5EF4-FFF2-40B4-BE49-F238E27FC236}">
                <a16:creationId xmlns:a16="http://schemas.microsoft.com/office/drawing/2014/main" id="{008AB510-AFBE-448E-82D0-25A4505E5B61}"/>
              </a:ext>
            </a:extLst>
          </p:cNvPr>
          <p:cNvSpPr>
            <a:spLocks noGrp="1"/>
          </p:cNvSpPr>
          <p:nvPr/>
        </p:nvSpPr>
        <p:spPr>
          <a:xfrm>
            <a:off x="51859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2" name="01_find_only_2911">
            <a:extLst>
              <a:ext uri="{FF2B5EF4-FFF2-40B4-BE49-F238E27FC236}">
                <a16:creationId xmlns:a16="http://schemas.microsoft.com/office/drawing/2014/main" id="{4275E3DB-AF5C-4F60-B9AB-C3F7B50FCF0C}"/>
              </a:ext>
            </a:extLst>
          </p:cNvPr>
          <p:cNvSpPr>
            <a:spLocks noGrp="1"/>
          </p:cNvSpPr>
          <p:nvPr/>
        </p:nvSpPr>
        <p:spPr>
          <a:xfrm>
            <a:off x="5239236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3" name="01_find_only_2912">
            <a:extLst>
              <a:ext uri="{FF2B5EF4-FFF2-40B4-BE49-F238E27FC236}">
                <a16:creationId xmlns:a16="http://schemas.microsoft.com/office/drawing/2014/main" id="{B1ABD3F6-E09F-45B1-B4A7-FC392F657F9E}"/>
              </a:ext>
            </a:extLst>
          </p:cNvPr>
          <p:cNvSpPr>
            <a:spLocks noGrp="1"/>
          </p:cNvSpPr>
          <p:nvPr/>
        </p:nvSpPr>
        <p:spPr>
          <a:xfrm>
            <a:off x="52400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4" name="01_find_only_2913">
            <a:extLst>
              <a:ext uri="{FF2B5EF4-FFF2-40B4-BE49-F238E27FC236}">
                <a16:creationId xmlns:a16="http://schemas.microsoft.com/office/drawing/2014/main" id="{2BBBF743-72F8-41BD-AF80-671E11585389}"/>
              </a:ext>
            </a:extLst>
          </p:cNvPr>
          <p:cNvSpPr>
            <a:spLocks noGrp="1"/>
          </p:cNvSpPr>
          <p:nvPr/>
        </p:nvSpPr>
        <p:spPr>
          <a:xfrm>
            <a:off x="524253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5" name="01_find_only_2914">
            <a:extLst>
              <a:ext uri="{FF2B5EF4-FFF2-40B4-BE49-F238E27FC236}">
                <a16:creationId xmlns:a16="http://schemas.microsoft.com/office/drawing/2014/main" id="{C3FA3901-B813-4C3F-BFFA-AAB1D285AF02}"/>
              </a:ext>
            </a:extLst>
          </p:cNvPr>
          <p:cNvSpPr>
            <a:spLocks noGrp="1"/>
          </p:cNvSpPr>
          <p:nvPr/>
        </p:nvSpPr>
        <p:spPr>
          <a:xfrm>
            <a:off x="5186678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6" name="01_find_only_2915">
            <a:extLst>
              <a:ext uri="{FF2B5EF4-FFF2-40B4-BE49-F238E27FC236}">
                <a16:creationId xmlns:a16="http://schemas.microsoft.com/office/drawing/2014/main" id="{DA64B073-606C-417F-93FF-EA081F7E256D}"/>
              </a:ext>
            </a:extLst>
          </p:cNvPr>
          <p:cNvSpPr>
            <a:spLocks noGrp="1"/>
          </p:cNvSpPr>
          <p:nvPr/>
        </p:nvSpPr>
        <p:spPr>
          <a:xfrm>
            <a:off x="51720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7" name="01_find_only_2916">
            <a:extLst>
              <a:ext uri="{FF2B5EF4-FFF2-40B4-BE49-F238E27FC236}">
                <a16:creationId xmlns:a16="http://schemas.microsoft.com/office/drawing/2014/main" id="{64B341C0-E312-47E6-9515-B3F9CC7721E6}"/>
              </a:ext>
            </a:extLst>
          </p:cNvPr>
          <p:cNvSpPr>
            <a:spLocks noGrp="1"/>
          </p:cNvSpPr>
          <p:nvPr/>
        </p:nvSpPr>
        <p:spPr>
          <a:xfrm>
            <a:off x="522854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8" name="01_find_only_2917">
            <a:extLst>
              <a:ext uri="{FF2B5EF4-FFF2-40B4-BE49-F238E27FC236}">
                <a16:creationId xmlns:a16="http://schemas.microsoft.com/office/drawing/2014/main" id="{9A31E7E9-09ED-4CC6-8D77-24331148F62C}"/>
              </a:ext>
            </a:extLst>
          </p:cNvPr>
          <p:cNvSpPr>
            <a:spLocks noGrp="1"/>
          </p:cNvSpPr>
          <p:nvPr/>
        </p:nvSpPr>
        <p:spPr>
          <a:xfrm>
            <a:off x="516744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9" name="01_find_only_2918">
            <a:extLst>
              <a:ext uri="{FF2B5EF4-FFF2-40B4-BE49-F238E27FC236}">
                <a16:creationId xmlns:a16="http://schemas.microsoft.com/office/drawing/2014/main" id="{15E14D5E-B88B-41BF-BB58-C960937FABF7}"/>
              </a:ext>
            </a:extLst>
          </p:cNvPr>
          <p:cNvSpPr>
            <a:spLocks noGrp="1"/>
          </p:cNvSpPr>
          <p:nvPr/>
        </p:nvSpPr>
        <p:spPr>
          <a:xfrm>
            <a:off x="517356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0" name="01_find_only_2919">
            <a:extLst>
              <a:ext uri="{FF2B5EF4-FFF2-40B4-BE49-F238E27FC236}">
                <a16:creationId xmlns:a16="http://schemas.microsoft.com/office/drawing/2014/main" id="{79BFE560-658C-4C04-96BE-4DAEA3F26081}"/>
              </a:ext>
            </a:extLst>
          </p:cNvPr>
          <p:cNvSpPr>
            <a:spLocks noGrp="1"/>
          </p:cNvSpPr>
          <p:nvPr/>
        </p:nvSpPr>
        <p:spPr>
          <a:xfrm>
            <a:off x="52309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1" name="01_find_only_2920">
            <a:extLst>
              <a:ext uri="{FF2B5EF4-FFF2-40B4-BE49-F238E27FC236}">
                <a16:creationId xmlns:a16="http://schemas.microsoft.com/office/drawing/2014/main" id="{D3600D48-C014-4917-B2A1-A8925CC8A3D3}"/>
              </a:ext>
            </a:extLst>
          </p:cNvPr>
          <p:cNvSpPr>
            <a:spLocks noGrp="1"/>
          </p:cNvSpPr>
          <p:nvPr/>
        </p:nvSpPr>
        <p:spPr>
          <a:xfrm>
            <a:off x="516831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2" name="01_find_only_2921">
            <a:extLst>
              <a:ext uri="{FF2B5EF4-FFF2-40B4-BE49-F238E27FC236}">
                <a16:creationId xmlns:a16="http://schemas.microsoft.com/office/drawing/2014/main" id="{196D7956-CEC1-465F-985F-DC42B8E85134}"/>
              </a:ext>
            </a:extLst>
          </p:cNvPr>
          <p:cNvSpPr>
            <a:spLocks noGrp="1"/>
          </p:cNvSpPr>
          <p:nvPr/>
        </p:nvSpPr>
        <p:spPr>
          <a:xfrm>
            <a:off x="52496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3" name="01_find_only_2922">
            <a:extLst>
              <a:ext uri="{FF2B5EF4-FFF2-40B4-BE49-F238E27FC236}">
                <a16:creationId xmlns:a16="http://schemas.microsoft.com/office/drawing/2014/main" id="{BEEC53E1-A825-47D4-9A90-EE553A36AA76}"/>
              </a:ext>
            </a:extLst>
          </p:cNvPr>
          <p:cNvSpPr>
            <a:spLocks noGrp="1"/>
          </p:cNvSpPr>
          <p:nvPr/>
        </p:nvSpPr>
        <p:spPr>
          <a:xfrm>
            <a:off x="52347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4" name="01_find_only_2923">
            <a:extLst>
              <a:ext uri="{FF2B5EF4-FFF2-40B4-BE49-F238E27FC236}">
                <a16:creationId xmlns:a16="http://schemas.microsoft.com/office/drawing/2014/main" id="{E79FE62C-305E-4B95-9088-3C2F780E1D6D}"/>
              </a:ext>
            </a:extLst>
          </p:cNvPr>
          <p:cNvSpPr>
            <a:spLocks noGrp="1"/>
          </p:cNvSpPr>
          <p:nvPr/>
        </p:nvSpPr>
        <p:spPr>
          <a:xfrm>
            <a:off x="519959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5" name="01_find_only_2924">
            <a:extLst>
              <a:ext uri="{FF2B5EF4-FFF2-40B4-BE49-F238E27FC236}">
                <a16:creationId xmlns:a16="http://schemas.microsoft.com/office/drawing/2014/main" id="{F8CE60E7-F5E8-4B2A-BEEF-EBC5DDF23A55}"/>
              </a:ext>
            </a:extLst>
          </p:cNvPr>
          <p:cNvSpPr>
            <a:spLocks noGrp="1"/>
          </p:cNvSpPr>
          <p:nvPr/>
        </p:nvSpPr>
        <p:spPr>
          <a:xfrm>
            <a:off x="51831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6" name="01_find_only_2925">
            <a:extLst>
              <a:ext uri="{FF2B5EF4-FFF2-40B4-BE49-F238E27FC236}">
                <a16:creationId xmlns:a16="http://schemas.microsoft.com/office/drawing/2014/main" id="{F53FB2C7-F75E-4944-9E3D-619ED8E5DF95}"/>
              </a:ext>
            </a:extLst>
          </p:cNvPr>
          <p:cNvSpPr>
            <a:spLocks noGrp="1"/>
          </p:cNvSpPr>
          <p:nvPr/>
        </p:nvSpPr>
        <p:spPr>
          <a:xfrm>
            <a:off x="5252352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7" name="01_find_only_2926">
            <a:extLst>
              <a:ext uri="{FF2B5EF4-FFF2-40B4-BE49-F238E27FC236}">
                <a16:creationId xmlns:a16="http://schemas.microsoft.com/office/drawing/2014/main" id="{E9A472BB-5D0C-4F23-9A79-10BBFAC0A91A}"/>
              </a:ext>
            </a:extLst>
          </p:cNvPr>
          <p:cNvSpPr>
            <a:spLocks noGrp="1"/>
          </p:cNvSpPr>
          <p:nvPr/>
        </p:nvSpPr>
        <p:spPr>
          <a:xfrm>
            <a:off x="52170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8" name="01_find_only_2927">
            <a:extLst>
              <a:ext uri="{FF2B5EF4-FFF2-40B4-BE49-F238E27FC236}">
                <a16:creationId xmlns:a16="http://schemas.microsoft.com/office/drawing/2014/main" id="{693911AE-9925-4A59-8DCC-1A16D53F65BD}"/>
              </a:ext>
            </a:extLst>
          </p:cNvPr>
          <p:cNvSpPr>
            <a:spLocks noGrp="1"/>
          </p:cNvSpPr>
          <p:nvPr/>
        </p:nvSpPr>
        <p:spPr>
          <a:xfrm>
            <a:off x="523923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9" name="01_find_only_2928">
            <a:extLst>
              <a:ext uri="{FF2B5EF4-FFF2-40B4-BE49-F238E27FC236}">
                <a16:creationId xmlns:a16="http://schemas.microsoft.com/office/drawing/2014/main" id="{8416B6A7-BD7D-4184-BD79-1DFCD73327A6}"/>
              </a:ext>
            </a:extLst>
          </p:cNvPr>
          <p:cNvSpPr>
            <a:spLocks noGrp="1"/>
          </p:cNvSpPr>
          <p:nvPr/>
        </p:nvSpPr>
        <p:spPr>
          <a:xfrm>
            <a:off x="51711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0" name="01_find_only_2929">
            <a:extLst>
              <a:ext uri="{FF2B5EF4-FFF2-40B4-BE49-F238E27FC236}">
                <a16:creationId xmlns:a16="http://schemas.microsoft.com/office/drawing/2014/main" id="{D665706F-D083-430B-8EE4-46F633B6E3ED}"/>
              </a:ext>
            </a:extLst>
          </p:cNvPr>
          <p:cNvSpPr>
            <a:spLocks noGrp="1"/>
          </p:cNvSpPr>
          <p:nvPr/>
        </p:nvSpPr>
        <p:spPr>
          <a:xfrm>
            <a:off x="519853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1" name="01_find_only_2930">
            <a:extLst>
              <a:ext uri="{FF2B5EF4-FFF2-40B4-BE49-F238E27FC236}">
                <a16:creationId xmlns:a16="http://schemas.microsoft.com/office/drawing/2014/main" id="{674069A8-86E6-4D49-87EC-34266D5E0792}"/>
              </a:ext>
            </a:extLst>
          </p:cNvPr>
          <p:cNvSpPr>
            <a:spLocks noGrp="1"/>
          </p:cNvSpPr>
          <p:nvPr/>
        </p:nvSpPr>
        <p:spPr>
          <a:xfrm>
            <a:off x="523321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2" name="01_find_only_2931">
            <a:extLst>
              <a:ext uri="{FF2B5EF4-FFF2-40B4-BE49-F238E27FC236}">
                <a16:creationId xmlns:a16="http://schemas.microsoft.com/office/drawing/2014/main" id="{81002766-EB00-45B8-A30B-02FF62086F80}"/>
              </a:ext>
            </a:extLst>
          </p:cNvPr>
          <p:cNvSpPr>
            <a:spLocks noGrp="1"/>
          </p:cNvSpPr>
          <p:nvPr/>
        </p:nvSpPr>
        <p:spPr>
          <a:xfrm>
            <a:off x="5219126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3" name="01_find_only_2932">
            <a:extLst>
              <a:ext uri="{FF2B5EF4-FFF2-40B4-BE49-F238E27FC236}">
                <a16:creationId xmlns:a16="http://schemas.microsoft.com/office/drawing/2014/main" id="{09430CCE-7122-45B4-A63A-0015D816293A}"/>
              </a:ext>
            </a:extLst>
          </p:cNvPr>
          <p:cNvSpPr>
            <a:spLocks noGrp="1"/>
          </p:cNvSpPr>
          <p:nvPr/>
        </p:nvSpPr>
        <p:spPr>
          <a:xfrm>
            <a:off x="5247591" y="503986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4" name="01_find_only_2933">
            <a:extLst>
              <a:ext uri="{FF2B5EF4-FFF2-40B4-BE49-F238E27FC236}">
                <a16:creationId xmlns:a16="http://schemas.microsoft.com/office/drawing/2014/main" id="{85A79FCB-B3FE-4923-A138-991BC53BC4D9}"/>
              </a:ext>
            </a:extLst>
          </p:cNvPr>
          <p:cNvSpPr>
            <a:spLocks noGrp="1"/>
          </p:cNvSpPr>
          <p:nvPr/>
        </p:nvSpPr>
        <p:spPr>
          <a:xfrm>
            <a:off x="51574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5" name="01_find_only_2934">
            <a:extLst>
              <a:ext uri="{FF2B5EF4-FFF2-40B4-BE49-F238E27FC236}">
                <a16:creationId xmlns:a16="http://schemas.microsoft.com/office/drawing/2014/main" id="{A279632D-859F-4427-A01B-D2D8C1F428A1}"/>
              </a:ext>
            </a:extLst>
          </p:cNvPr>
          <p:cNvSpPr>
            <a:spLocks noGrp="1"/>
          </p:cNvSpPr>
          <p:nvPr/>
        </p:nvSpPr>
        <p:spPr>
          <a:xfrm>
            <a:off x="519746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6" name="01_find_only_2935">
            <a:extLst>
              <a:ext uri="{FF2B5EF4-FFF2-40B4-BE49-F238E27FC236}">
                <a16:creationId xmlns:a16="http://schemas.microsoft.com/office/drawing/2014/main" id="{3B910F4D-AD71-4EED-99A9-04237A545ECB}"/>
              </a:ext>
            </a:extLst>
          </p:cNvPr>
          <p:cNvSpPr>
            <a:spLocks noGrp="1"/>
          </p:cNvSpPr>
          <p:nvPr/>
        </p:nvSpPr>
        <p:spPr>
          <a:xfrm>
            <a:off x="52156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7" name="01_find_only_2936">
            <a:extLst>
              <a:ext uri="{FF2B5EF4-FFF2-40B4-BE49-F238E27FC236}">
                <a16:creationId xmlns:a16="http://schemas.microsoft.com/office/drawing/2014/main" id="{E4656FBE-58CA-478E-B05E-DC63267262BD}"/>
              </a:ext>
            </a:extLst>
          </p:cNvPr>
          <p:cNvSpPr>
            <a:spLocks noGrp="1"/>
          </p:cNvSpPr>
          <p:nvPr/>
        </p:nvSpPr>
        <p:spPr>
          <a:xfrm>
            <a:off x="51854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8" name="01_find_only_2937">
            <a:extLst>
              <a:ext uri="{FF2B5EF4-FFF2-40B4-BE49-F238E27FC236}">
                <a16:creationId xmlns:a16="http://schemas.microsoft.com/office/drawing/2014/main" id="{D87D68E0-A294-493A-A53A-ACAF52E3C524}"/>
              </a:ext>
            </a:extLst>
          </p:cNvPr>
          <p:cNvSpPr>
            <a:spLocks noGrp="1"/>
          </p:cNvSpPr>
          <p:nvPr/>
        </p:nvSpPr>
        <p:spPr>
          <a:xfrm>
            <a:off x="520717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9" name="01_find_only_2938">
            <a:extLst>
              <a:ext uri="{FF2B5EF4-FFF2-40B4-BE49-F238E27FC236}">
                <a16:creationId xmlns:a16="http://schemas.microsoft.com/office/drawing/2014/main" id="{EC300FDA-372F-40DE-A752-3ABDC172924C}"/>
              </a:ext>
            </a:extLst>
          </p:cNvPr>
          <p:cNvSpPr>
            <a:spLocks noGrp="1"/>
          </p:cNvSpPr>
          <p:nvPr/>
        </p:nvSpPr>
        <p:spPr>
          <a:xfrm>
            <a:off x="5194935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0" name="01_find_only_2939">
            <a:extLst>
              <a:ext uri="{FF2B5EF4-FFF2-40B4-BE49-F238E27FC236}">
                <a16:creationId xmlns:a16="http://schemas.microsoft.com/office/drawing/2014/main" id="{F4B07859-ED8D-4E3E-98DE-C7FF1EE027FD}"/>
              </a:ext>
            </a:extLst>
          </p:cNvPr>
          <p:cNvSpPr>
            <a:spLocks noGrp="1"/>
          </p:cNvSpPr>
          <p:nvPr/>
        </p:nvSpPr>
        <p:spPr>
          <a:xfrm>
            <a:off x="5236905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1" name="01_find_only_2940">
            <a:extLst>
              <a:ext uri="{FF2B5EF4-FFF2-40B4-BE49-F238E27FC236}">
                <a16:creationId xmlns:a16="http://schemas.microsoft.com/office/drawing/2014/main" id="{9100B86A-3DE2-41E6-8E96-508C9548B93D}"/>
              </a:ext>
            </a:extLst>
          </p:cNvPr>
          <p:cNvSpPr>
            <a:spLocks noGrp="1"/>
          </p:cNvSpPr>
          <p:nvPr/>
        </p:nvSpPr>
        <p:spPr>
          <a:xfrm>
            <a:off x="51681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2" name="01_find_only_2941">
            <a:extLst>
              <a:ext uri="{FF2B5EF4-FFF2-40B4-BE49-F238E27FC236}">
                <a16:creationId xmlns:a16="http://schemas.microsoft.com/office/drawing/2014/main" id="{7051A168-564B-4AA3-874F-BB5488832900}"/>
              </a:ext>
            </a:extLst>
          </p:cNvPr>
          <p:cNvSpPr>
            <a:spLocks noGrp="1"/>
          </p:cNvSpPr>
          <p:nvPr/>
        </p:nvSpPr>
        <p:spPr>
          <a:xfrm>
            <a:off x="51725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3" name="01_find_only_2942">
            <a:extLst>
              <a:ext uri="{FF2B5EF4-FFF2-40B4-BE49-F238E27FC236}">
                <a16:creationId xmlns:a16="http://schemas.microsoft.com/office/drawing/2014/main" id="{847428A3-6335-47D7-A9EC-02006D2D8B8C}"/>
              </a:ext>
            </a:extLst>
          </p:cNvPr>
          <p:cNvSpPr>
            <a:spLocks noGrp="1"/>
          </p:cNvSpPr>
          <p:nvPr/>
        </p:nvSpPr>
        <p:spPr>
          <a:xfrm>
            <a:off x="521300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4" name="01_find_only_2943">
            <a:extLst>
              <a:ext uri="{FF2B5EF4-FFF2-40B4-BE49-F238E27FC236}">
                <a16:creationId xmlns:a16="http://schemas.microsoft.com/office/drawing/2014/main" id="{FE47D6B0-A288-4BAF-83F9-D80C1A3AFB06}"/>
              </a:ext>
            </a:extLst>
          </p:cNvPr>
          <p:cNvSpPr>
            <a:spLocks noGrp="1"/>
          </p:cNvSpPr>
          <p:nvPr/>
        </p:nvSpPr>
        <p:spPr>
          <a:xfrm>
            <a:off x="52121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5" name="01_find_only_2944">
            <a:extLst>
              <a:ext uri="{FF2B5EF4-FFF2-40B4-BE49-F238E27FC236}">
                <a16:creationId xmlns:a16="http://schemas.microsoft.com/office/drawing/2014/main" id="{E2247728-97ED-4DA9-BCD6-DE87A88CD159}"/>
              </a:ext>
            </a:extLst>
          </p:cNvPr>
          <p:cNvSpPr>
            <a:spLocks noGrp="1"/>
          </p:cNvSpPr>
          <p:nvPr/>
        </p:nvSpPr>
        <p:spPr>
          <a:xfrm>
            <a:off x="524370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6" name="01_find_only_2945">
            <a:extLst>
              <a:ext uri="{FF2B5EF4-FFF2-40B4-BE49-F238E27FC236}">
                <a16:creationId xmlns:a16="http://schemas.microsoft.com/office/drawing/2014/main" id="{B57B3FE2-A6B0-45F2-9C69-11B0B005B0AD}"/>
              </a:ext>
            </a:extLst>
          </p:cNvPr>
          <p:cNvSpPr>
            <a:spLocks noGrp="1"/>
          </p:cNvSpPr>
          <p:nvPr/>
        </p:nvSpPr>
        <p:spPr>
          <a:xfrm>
            <a:off x="522903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7" name="01_find_only_2946">
            <a:extLst>
              <a:ext uri="{FF2B5EF4-FFF2-40B4-BE49-F238E27FC236}">
                <a16:creationId xmlns:a16="http://schemas.microsoft.com/office/drawing/2014/main" id="{8FB0EB5E-4A64-4718-A873-38FB62848658}"/>
              </a:ext>
            </a:extLst>
          </p:cNvPr>
          <p:cNvSpPr>
            <a:spLocks noGrp="1"/>
          </p:cNvSpPr>
          <p:nvPr/>
        </p:nvSpPr>
        <p:spPr>
          <a:xfrm>
            <a:off x="518318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8" name="01_find_only_2947">
            <a:extLst>
              <a:ext uri="{FF2B5EF4-FFF2-40B4-BE49-F238E27FC236}">
                <a16:creationId xmlns:a16="http://schemas.microsoft.com/office/drawing/2014/main" id="{441DEA17-9691-4B52-913B-F7C43F9C801E}"/>
              </a:ext>
            </a:extLst>
          </p:cNvPr>
          <p:cNvSpPr>
            <a:spLocks noGrp="1"/>
          </p:cNvSpPr>
          <p:nvPr/>
        </p:nvSpPr>
        <p:spPr>
          <a:xfrm>
            <a:off x="5230979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9" name="01_find_only_2948">
            <a:extLst>
              <a:ext uri="{FF2B5EF4-FFF2-40B4-BE49-F238E27FC236}">
                <a16:creationId xmlns:a16="http://schemas.microsoft.com/office/drawing/2014/main" id="{3CEAC263-5723-4D85-A23D-F7861824D4E1}"/>
              </a:ext>
            </a:extLst>
          </p:cNvPr>
          <p:cNvSpPr>
            <a:spLocks noGrp="1"/>
          </p:cNvSpPr>
          <p:nvPr/>
        </p:nvSpPr>
        <p:spPr>
          <a:xfrm>
            <a:off x="52231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0" name="01_find_only_2949">
            <a:extLst>
              <a:ext uri="{FF2B5EF4-FFF2-40B4-BE49-F238E27FC236}">
                <a16:creationId xmlns:a16="http://schemas.microsoft.com/office/drawing/2014/main" id="{E04A7B24-4AEB-4EEE-89F4-748F87F5698B}"/>
              </a:ext>
            </a:extLst>
          </p:cNvPr>
          <p:cNvSpPr>
            <a:spLocks noGrp="1"/>
          </p:cNvSpPr>
          <p:nvPr/>
        </p:nvSpPr>
        <p:spPr>
          <a:xfrm>
            <a:off x="52272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1" name="01_find_only_2950">
            <a:extLst>
              <a:ext uri="{FF2B5EF4-FFF2-40B4-BE49-F238E27FC236}">
                <a16:creationId xmlns:a16="http://schemas.microsoft.com/office/drawing/2014/main" id="{CEEFB90B-B3C8-48C8-8EDB-4B78B3F6411B}"/>
              </a:ext>
            </a:extLst>
          </p:cNvPr>
          <p:cNvSpPr>
            <a:spLocks noGrp="1"/>
          </p:cNvSpPr>
          <p:nvPr/>
        </p:nvSpPr>
        <p:spPr>
          <a:xfrm>
            <a:off x="520892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2" name="01_find_only_2951">
            <a:extLst>
              <a:ext uri="{FF2B5EF4-FFF2-40B4-BE49-F238E27FC236}">
                <a16:creationId xmlns:a16="http://schemas.microsoft.com/office/drawing/2014/main" id="{3A8851C8-837F-4BB4-B448-08C86A064027}"/>
              </a:ext>
            </a:extLst>
          </p:cNvPr>
          <p:cNvSpPr>
            <a:spLocks noGrp="1"/>
          </p:cNvSpPr>
          <p:nvPr/>
        </p:nvSpPr>
        <p:spPr>
          <a:xfrm>
            <a:off x="515850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3" name="01_find_only_2952">
            <a:extLst>
              <a:ext uri="{FF2B5EF4-FFF2-40B4-BE49-F238E27FC236}">
                <a16:creationId xmlns:a16="http://schemas.microsoft.com/office/drawing/2014/main" id="{AE20F9EF-DB16-4E38-89F7-1CCF734399F0}"/>
              </a:ext>
            </a:extLst>
          </p:cNvPr>
          <p:cNvSpPr>
            <a:spLocks noGrp="1"/>
          </p:cNvSpPr>
          <p:nvPr/>
        </p:nvSpPr>
        <p:spPr>
          <a:xfrm>
            <a:off x="5223498" y="57916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4" name="01_find_only_2953">
            <a:extLst>
              <a:ext uri="{FF2B5EF4-FFF2-40B4-BE49-F238E27FC236}">
                <a16:creationId xmlns:a16="http://schemas.microsoft.com/office/drawing/2014/main" id="{7180AF57-547E-40A8-B0E4-DE62633FBE7A}"/>
              </a:ext>
            </a:extLst>
          </p:cNvPr>
          <p:cNvSpPr>
            <a:spLocks noGrp="1"/>
          </p:cNvSpPr>
          <p:nvPr/>
        </p:nvSpPr>
        <p:spPr>
          <a:xfrm>
            <a:off x="523632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5" name="01_find_only_2954">
            <a:extLst>
              <a:ext uri="{FF2B5EF4-FFF2-40B4-BE49-F238E27FC236}">
                <a16:creationId xmlns:a16="http://schemas.microsoft.com/office/drawing/2014/main" id="{33CF8A83-0427-4BD6-BDFD-784094181BA5}"/>
              </a:ext>
            </a:extLst>
          </p:cNvPr>
          <p:cNvSpPr>
            <a:spLocks noGrp="1"/>
          </p:cNvSpPr>
          <p:nvPr/>
        </p:nvSpPr>
        <p:spPr>
          <a:xfrm>
            <a:off x="517463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6" name="01_find_only_2955">
            <a:extLst>
              <a:ext uri="{FF2B5EF4-FFF2-40B4-BE49-F238E27FC236}">
                <a16:creationId xmlns:a16="http://schemas.microsoft.com/office/drawing/2014/main" id="{5B435832-3F5F-454C-B593-BD0CB3CC0EAB}"/>
              </a:ext>
            </a:extLst>
          </p:cNvPr>
          <p:cNvSpPr>
            <a:spLocks noGrp="1"/>
          </p:cNvSpPr>
          <p:nvPr/>
        </p:nvSpPr>
        <p:spPr>
          <a:xfrm>
            <a:off x="51673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7" name="01_find_only_2956">
            <a:extLst>
              <a:ext uri="{FF2B5EF4-FFF2-40B4-BE49-F238E27FC236}">
                <a16:creationId xmlns:a16="http://schemas.microsoft.com/office/drawing/2014/main" id="{C15EBBE2-9890-4735-8C79-C8BA086D2613}"/>
              </a:ext>
            </a:extLst>
          </p:cNvPr>
          <p:cNvSpPr>
            <a:spLocks noGrp="1"/>
          </p:cNvSpPr>
          <p:nvPr/>
        </p:nvSpPr>
        <p:spPr>
          <a:xfrm>
            <a:off x="5223304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8" name="01_find_only_2957">
            <a:extLst>
              <a:ext uri="{FF2B5EF4-FFF2-40B4-BE49-F238E27FC236}">
                <a16:creationId xmlns:a16="http://schemas.microsoft.com/office/drawing/2014/main" id="{596E285F-B542-4360-A414-298EEA13A841}"/>
              </a:ext>
            </a:extLst>
          </p:cNvPr>
          <p:cNvSpPr>
            <a:spLocks noGrp="1"/>
          </p:cNvSpPr>
          <p:nvPr/>
        </p:nvSpPr>
        <p:spPr>
          <a:xfrm>
            <a:off x="52483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9" name="01_find_only_2958">
            <a:extLst>
              <a:ext uri="{FF2B5EF4-FFF2-40B4-BE49-F238E27FC236}">
                <a16:creationId xmlns:a16="http://schemas.microsoft.com/office/drawing/2014/main" id="{0B3BEB07-1275-4394-945A-A41359FDA110}"/>
              </a:ext>
            </a:extLst>
          </p:cNvPr>
          <p:cNvSpPr>
            <a:spLocks noGrp="1"/>
          </p:cNvSpPr>
          <p:nvPr/>
        </p:nvSpPr>
        <p:spPr>
          <a:xfrm>
            <a:off x="52525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0" name="01_find_only_2959">
            <a:extLst>
              <a:ext uri="{FF2B5EF4-FFF2-40B4-BE49-F238E27FC236}">
                <a16:creationId xmlns:a16="http://schemas.microsoft.com/office/drawing/2014/main" id="{8D442767-F57E-483C-9A82-81F22E8BC4F4}"/>
              </a:ext>
            </a:extLst>
          </p:cNvPr>
          <p:cNvSpPr>
            <a:spLocks noGrp="1"/>
          </p:cNvSpPr>
          <p:nvPr/>
        </p:nvSpPr>
        <p:spPr>
          <a:xfrm>
            <a:off x="51925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1" name="01_find_only_2960">
            <a:extLst>
              <a:ext uri="{FF2B5EF4-FFF2-40B4-BE49-F238E27FC236}">
                <a16:creationId xmlns:a16="http://schemas.microsoft.com/office/drawing/2014/main" id="{15FF6362-F010-4993-BD21-73097D1A49D1}"/>
              </a:ext>
            </a:extLst>
          </p:cNvPr>
          <p:cNvSpPr>
            <a:spLocks noGrp="1"/>
          </p:cNvSpPr>
          <p:nvPr/>
        </p:nvSpPr>
        <p:spPr>
          <a:xfrm>
            <a:off x="522816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2" name="01_find_only_2961">
            <a:extLst>
              <a:ext uri="{FF2B5EF4-FFF2-40B4-BE49-F238E27FC236}">
                <a16:creationId xmlns:a16="http://schemas.microsoft.com/office/drawing/2014/main" id="{686E3626-A01C-43F8-97F6-6884A18D0C9F}"/>
              </a:ext>
            </a:extLst>
          </p:cNvPr>
          <p:cNvSpPr>
            <a:spLocks noGrp="1"/>
          </p:cNvSpPr>
          <p:nvPr/>
        </p:nvSpPr>
        <p:spPr>
          <a:xfrm>
            <a:off x="52355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3" name="01_find_only_2962">
            <a:extLst>
              <a:ext uri="{FF2B5EF4-FFF2-40B4-BE49-F238E27FC236}">
                <a16:creationId xmlns:a16="http://schemas.microsoft.com/office/drawing/2014/main" id="{37FD85F8-2A84-4CEE-81AA-28A4981E0249}"/>
              </a:ext>
            </a:extLst>
          </p:cNvPr>
          <p:cNvSpPr>
            <a:spLocks noGrp="1"/>
          </p:cNvSpPr>
          <p:nvPr/>
        </p:nvSpPr>
        <p:spPr>
          <a:xfrm>
            <a:off x="52473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4" name="01_find_only_2963">
            <a:extLst>
              <a:ext uri="{FF2B5EF4-FFF2-40B4-BE49-F238E27FC236}">
                <a16:creationId xmlns:a16="http://schemas.microsoft.com/office/drawing/2014/main" id="{5D4009C0-401C-446B-A575-FF65430EAD66}"/>
              </a:ext>
            </a:extLst>
          </p:cNvPr>
          <p:cNvSpPr>
            <a:spLocks noGrp="1"/>
          </p:cNvSpPr>
          <p:nvPr/>
        </p:nvSpPr>
        <p:spPr>
          <a:xfrm>
            <a:off x="52370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5" name="01_find_only_2964">
            <a:extLst>
              <a:ext uri="{FF2B5EF4-FFF2-40B4-BE49-F238E27FC236}">
                <a16:creationId xmlns:a16="http://schemas.microsoft.com/office/drawing/2014/main" id="{054B565B-1122-4A85-9DB4-523CA43E22EE}"/>
              </a:ext>
            </a:extLst>
          </p:cNvPr>
          <p:cNvSpPr>
            <a:spLocks noGrp="1"/>
          </p:cNvSpPr>
          <p:nvPr/>
        </p:nvSpPr>
        <p:spPr>
          <a:xfrm>
            <a:off x="52223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6" name="01_find_only_2965">
            <a:extLst>
              <a:ext uri="{FF2B5EF4-FFF2-40B4-BE49-F238E27FC236}">
                <a16:creationId xmlns:a16="http://schemas.microsoft.com/office/drawing/2014/main" id="{F6CFAA16-5B6A-4F50-B03B-DF4836E641A3}"/>
              </a:ext>
            </a:extLst>
          </p:cNvPr>
          <p:cNvSpPr>
            <a:spLocks noGrp="1"/>
          </p:cNvSpPr>
          <p:nvPr/>
        </p:nvSpPr>
        <p:spPr>
          <a:xfrm>
            <a:off x="51627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7" name="01_find_only_2966">
            <a:extLst>
              <a:ext uri="{FF2B5EF4-FFF2-40B4-BE49-F238E27FC236}">
                <a16:creationId xmlns:a16="http://schemas.microsoft.com/office/drawing/2014/main" id="{23436520-EB7D-4C01-813C-EA24B5687893}"/>
              </a:ext>
            </a:extLst>
          </p:cNvPr>
          <p:cNvSpPr>
            <a:spLocks noGrp="1"/>
          </p:cNvSpPr>
          <p:nvPr/>
        </p:nvSpPr>
        <p:spPr>
          <a:xfrm>
            <a:off x="5172202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8" name="01_find_only_2967">
            <a:extLst>
              <a:ext uri="{FF2B5EF4-FFF2-40B4-BE49-F238E27FC236}">
                <a16:creationId xmlns:a16="http://schemas.microsoft.com/office/drawing/2014/main" id="{9441E7E4-3094-4BB9-8016-B6B55724DAF6}"/>
              </a:ext>
            </a:extLst>
          </p:cNvPr>
          <p:cNvSpPr>
            <a:spLocks noGrp="1"/>
          </p:cNvSpPr>
          <p:nvPr/>
        </p:nvSpPr>
        <p:spPr>
          <a:xfrm>
            <a:off x="52233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9" name="01_find_only_2968">
            <a:extLst>
              <a:ext uri="{FF2B5EF4-FFF2-40B4-BE49-F238E27FC236}">
                <a16:creationId xmlns:a16="http://schemas.microsoft.com/office/drawing/2014/main" id="{53E12B3C-C164-45F6-A24E-3814E3A55BA9}"/>
              </a:ext>
            </a:extLst>
          </p:cNvPr>
          <p:cNvSpPr>
            <a:spLocks noGrp="1"/>
          </p:cNvSpPr>
          <p:nvPr/>
        </p:nvSpPr>
        <p:spPr>
          <a:xfrm>
            <a:off x="52134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0" name="01_find_only_2969">
            <a:extLst>
              <a:ext uri="{FF2B5EF4-FFF2-40B4-BE49-F238E27FC236}">
                <a16:creationId xmlns:a16="http://schemas.microsoft.com/office/drawing/2014/main" id="{3CB5C368-2B69-4D68-B901-F48C7A518A00}"/>
              </a:ext>
            </a:extLst>
          </p:cNvPr>
          <p:cNvSpPr>
            <a:spLocks noGrp="1"/>
          </p:cNvSpPr>
          <p:nvPr/>
        </p:nvSpPr>
        <p:spPr>
          <a:xfrm>
            <a:off x="51762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1" name="01_find_only_2970">
            <a:extLst>
              <a:ext uri="{FF2B5EF4-FFF2-40B4-BE49-F238E27FC236}">
                <a16:creationId xmlns:a16="http://schemas.microsoft.com/office/drawing/2014/main" id="{14E929F1-9122-409A-9FAB-1B5F97F74AAC}"/>
              </a:ext>
            </a:extLst>
          </p:cNvPr>
          <p:cNvSpPr>
            <a:spLocks noGrp="1"/>
          </p:cNvSpPr>
          <p:nvPr/>
        </p:nvSpPr>
        <p:spPr>
          <a:xfrm>
            <a:off x="51938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2" name="01_find_only_2971">
            <a:extLst>
              <a:ext uri="{FF2B5EF4-FFF2-40B4-BE49-F238E27FC236}">
                <a16:creationId xmlns:a16="http://schemas.microsoft.com/office/drawing/2014/main" id="{B6D95558-3378-4646-966F-5F61F5E4E697}"/>
              </a:ext>
            </a:extLst>
          </p:cNvPr>
          <p:cNvSpPr>
            <a:spLocks noGrp="1"/>
          </p:cNvSpPr>
          <p:nvPr/>
        </p:nvSpPr>
        <p:spPr>
          <a:xfrm>
            <a:off x="5159475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3" name="01_find_only_2972">
            <a:extLst>
              <a:ext uri="{FF2B5EF4-FFF2-40B4-BE49-F238E27FC236}">
                <a16:creationId xmlns:a16="http://schemas.microsoft.com/office/drawing/2014/main" id="{35358E94-B112-492C-BB39-2EE0F7EC0FA4}"/>
              </a:ext>
            </a:extLst>
          </p:cNvPr>
          <p:cNvSpPr>
            <a:spLocks noGrp="1"/>
          </p:cNvSpPr>
          <p:nvPr/>
        </p:nvSpPr>
        <p:spPr>
          <a:xfrm>
            <a:off x="568643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4" name="01_find_only_2973">
            <a:extLst>
              <a:ext uri="{FF2B5EF4-FFF2-40B4-BE49-F238E27FC236}">
                <a16:creationId xmlns:a16="http://schemas.microsoft.com/office/drawing/2014/main" id="{5EF95E99-AE7D-460A-85B3-681F166FF85A}"/>
              </a:ext>
            </a:extLst>
          </p:cNvPr>
          <p:cNvSpPr>
            <a:spLocks noGrp="1"/>
          </p:cNvSpPr>
          <p:nvPr/>
        </p:nvSpPr>
        <p:spPr>
          <a:xfrm>
            <a:off x="57486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5" name="01_find_only_2974">
            <a:extLst>
              <a:ext uri="{FF2B5EF4-FFF2-40B4-BE49-F238E27FC236}">
                <a16:creationId xmlns:a16="http://schemas.microsoft.com/office/drawing/2014/main" id="{FACDFB75-5720-48AE-A2CF-5F70FAD3E948}"/>
              </a:ext>
            </a:extLst>
          </p:cNvPr>
          <p:cNvSpPr>
            <a:spLocks noGrp="1"/>
          </p:cNvSpPr>
          <p:nvPr/>
        </p:nvSpPr>
        <p:spPr>
          <a:xfrm>
            <a:off x="566603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6" name="01_find_only_2975">
            <a:extLst>
              <a:ext uri="{FF2B5EF4-FFF2-40B4-BE49-F238E27FC236}">
                <a16:creationId xmlns:a16="http://schemas.microsoft.com/office/drawing/2014/main" id="{D759BF21-5A6D-445B-8170-0377217D047D}"/>
              </a:ext>
            </a:extLst>
          </p:cNvPr>
          <p:cNvSpPr>
            <a:spLocks noGrp="1"/>
          </p:cNvSpPr>
          <p:nvPr/>
        </p:nvSpPr>
        <p:spPr>
          <a:xfrm>
            <a:off x="574083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7" name="01_find_only_2976">
            <a:extLst>
              <a:ext uri="{FF2B5EF4-FFF2-40B4-BE49-F238E27FC236}">
                <a16:creationId xmlns:a16="http://schemas.microsoft.com/office/drawing/2014/main" id="{12D6AD2E-6751-41CC-8F32-1F610BAF3A6A}"/>
              </a:ext>
            </a:extLst>
          </p:cNvPr>
          <p:cNvSpPr>
            <a:spLocks noGrp="1"/>
          </p:cNvSpPr>
          <p:nvPr/>
        </p:nvSpPr>
        <p:spPr>
          <a:xfrm>
            <a:off x="57022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8" name="01_find_only_2977">
            <a:extLst>
              <a:ext uri="{FF2B5EF4-FFF2-40B4-BE49-F238E27FC236}">
                <a16:creationId xmlns:a16="http://schemas.microsoft.com/office/drawing/2014/main" id="{B04E9AE8-505D-446B-B059-478C4E94FBCF}"/>
              </a:ext>
            </a:extLst>
          </p:cNvPr>
          <p:cNvSpPr>
            <a:spLocks noGrp="1"/>
          </p:cNvSpPr>
          <p:nvPr/>
        </p:nvSpPr>
        <p:spPr>
          <a:xfrm>
            <a:off x="575551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9" name="01_find_only_2978">
            <a:extLst>
              <a:ext uri="{FF2B5EF4-FFF2-40B4-BE49-F238E27FC236}">
                <a16:creationId xmlns:a16="http://schemas.microsoft.com/office/drawing/2014/main" id="{C9C6B474-EF0B-4573-B423-4EF523753EEE}"/>
              </a:ext>
            </a:extLst>
          </p:cNvPr>
          <p:cNvSpPr>
            <a:spLocks noGrp="1"/>
          </p:cNvSpPr>
          <p:nvPr/>
        </p:nvSpPr>
        <p:spPr>
          <a:xfrm>
            <a:off x="56863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0" name="01_find_only_2979">
            <a:extLst>
              <a:ext uri="{FF2B5EF4-FFF2-40B4-BE49-F238E27FC236}">
                <a16:creationId xmlns:a16="http://schemas.microsoft.com/office/drawing/2014/main" id="{0822DA8C-0842-48A1-B146-1BE44FC311A6}"/>
              </a:ext>
            </a:extLst>
          </p:cNvPr>
          <p:cNvSpPr>
            <a:spLocks noGrp="1"/>
          </p:cNvSpPr>
          <p:nvPr/>
        </p:nvSpPr>
        <p:spPr>
          <a:xfrm>
            <a:off x="57337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1" name="01_find_only_2980">
            <a:extLst>
              <a:ext uri="{FF2B5EF4-FFF2-40B4-BE49-F238E27FC236}">
                <a16:creationId xmlns:a16="http://schemas.microsoft.com/office/drawing/2014/main" id="{CB71DAC6-3FA6-4F75-A8CC-C7825577A517}"/>
              </a:ext>
            </a:extLst>
          </p:cNvPr>
          <p:cNvSpPr>
            <a:spLocks noGrp="1"/>
          </p:cNvSpPr>
          <p:nvPr/>
        </p:nvSpPr>
        <p:spPr>
          <a:xfrm>
            <a:off x="56694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2" name="01_find_only_2981">
            <a:extLst>
              <a:ext uri="{FF2B5EF4-FFF2-40B4-BE49-F238E27FC236}">
                <a16:creationId xmlns:a16="http://schemas.microsoft.com/office/drawing/2014/main" id="{D7757D59-3F6C-4917-B2D9-A757761FC0FF}"/>
              </a:ext>
            </a:extLst>
          </p:cNvPr>
          <p:cNvSpPr>
            <a:spLocks noGrp="1"/>
          </p:cNvSpPr>
          <p:nvPr/>
        </p:nvSpPr>
        <p:spPr>
          <a:xfrm>
            <a:off x="569012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3" name="01_find_only_2982">
            <a:extLst>
              <a:ext uri="{FF2B5EF4-FFF2-40B4-BE49-F238E27FC236}">
                <a16:creationId xmlns:a16="http://schemas.microsoft.com/office/drawing/2014/main" id="{34B50370-762D-4258-8511-628D7645BADB}"/>
              </a:ext>
            </a:extLst>
          </p:cNvPr>
          <p:cNvSpPr>
            <a:spLocks noGrp="1"/>
          </p:cNvSpPr>
          <p:nvPr/>
        </p:nvSpPr>
        <p:spPr>
          <a:xfrm>
            <a:off x="5669239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4" name="01_find_only_2983">
            <a:extLst>
              <a:ext uri="{FF2B5EF4-FFF2-40B4-BE49-F238E27FC236}">
                <a16:creationId xmlns:a16="http://schemas.microsoft.com/office/drawing/2014/main" id="{08A51650-C1DC-4390-B7C2-BE0C19744F16}"/>
              </a:ext>
            </a:extLst>
          </p:cNvPr>
          <p:cNvSpPr>
            <a:spLocks noGrp="1"/>
          </p:cNvSpPr>
          <p:nvPr/>
        </p:nvSpPr>
        <p:spPr>
          <a:xfrm>
            <a:off x="572413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5" name="01_find_only_2984">
            <a:extLst>
              <a:ext uri="{FF2B5EF4-FFF2-40B4-BE49-F238E27FC236}">
                <a16:creationId xmlns:a16="http://schemas.microsoft.com/office/drawing/2014/main" id="{9C50C67C-AB23-431F-871C-DA7CC5FB46AA}"/>
              </a:ext>
            </a:extLst>
          </p:cNvPr>
          <p:cNvSpPr>
            <a:spLocks noGrp="1"/>
          </p:cNvSpPr>
          <p:nvPr/>
        </p:nvSpPr>
        <p:spPr>
          <a:xfrm>
            <a:off x="568235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6" name="01_find_only_2985">
            <a:extLst>
              <a:ext uri="{FF2B5EF4-FFF2-40B4-BE49-F238E27FC236}">
                <a16:creationId xmlns:a16="http://schemas.microsoft.com/office/drawing/2014/main" id="{25EF0955-ED95-4D04-826B-B9206D6880DF}"/>
              </a:ext>
            </a:extLst>
          </p:cNvPr>
          <p:cNvSpPr>
            <a:spLocks noGrp="1"/>
          </p:cNvSpPr>
          <p:nvPr/>
        </p:nvSpPr>
        <p:spPr>
          <a:xfrm>
            <a:off x="571150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7" name="01_find_only_2986">
            <a:extLst>
              <a:ext uri="{FF2B5EF4-FFF2-40B4-BE49-F238E27FC236}">
                <a16:creationId xmlns:a16="http://schemas.microsoft.com/office/drawing/2014/main" id="{3EB4CE1C-6F67-4737-98CB-9F57BA9223F4}"/>
              </a:ext>
            </a:extLst>
          </p:cNvPr>
          <p:cNvSpPr>
            <a:spLocks noGrp="1"/>
          </p:cNvSpPr>
          <p:nvPr/>
        </p:nvSpPr>
        <p:spPr>
          <a:xfrm>
            <a:off x="57012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8" name="01_find_only_2987">
            <a:extLst>
              <a:ext uri="{FF2B5EF4-FFF2-40B4-BE49-F238E27FC236}">
                <a16:creationId xmlns:a16="http://schemas.microsoft.com/office/drawing/2014/main" id="{623DE5B5-827D-49DD-B2D3-FCAC325EF861}"/>
              </a:ext>
            </a:extLst>
          </p:cNvPr>
          <p:cNvSpPr>
            <a:spLocks noGrp="1"/>
          </p:cNvSpPr>
          <p:nvPr/>
        </p:nvSpPr>
        <p:spPr>
          <a:xfrm>
            <a:off x="5691584" y="624992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9" name="01_find_only_2988">
            <a:extLst>
              <a:ext uri="{FF2B5EF4-FFF2-40B4-BE49-F238E27FC236}">
                <a16:creationId xmlns:a16="http://schemas.microsoft.com/office/drawing/2014/main" id="{DEBAA4E2-AC33-4E21-830D-68C7ED65DC56}"/>
              </a:ext>
            </a:extLst>
          </p:cNvPr>
          <p:cNvSpPr>
            <a:spLocks noGrp="1"/>
          </p:cNvSpPr>
          <p:nvPr/>
        </p:nvSpPr>
        <p:spPr>
          <a:xfrm>
            <a:off x="566894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0" name="01_find_only_2989">
            <a:extLst>
              <a:ext uri="{FF2B5EF4-FFF2-40B4-BE49-F238E27FC236}">
                <a16:creationId xmlns:a16="http://schemas.microsoft.com/office/drawing/2014/main" id="{E7398426-B5F5-47F8-A246-53A26ABB8345}"/>
              </a:ext>
            </a:extLst>
          </p:cNvPr>
          <p:cNvSpPr>
            <a:spLocks noGrp="1"/>
          </p:cNvSpPr>
          <p:nvPr/>
        </p:nvSpPr>
        <p:spPr>
          <a:xfrm>
            <a:off x="5756189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1" name="01_find_only_2990">
            <a:extLst>
              <a:ext uri="{FF2B5EF4-FFF2-40B4-BE49-F238E27FC236}">
                <a16:creationId xmlns:a16="http://schemas.microsoft.com/office/drawing/2014/main" id="{8EF55924-862C-4EF4-983F-2E56E655839B}"/>
              </a:ext>
            </a:extLst>
          </p:cNvPr>
          <p:cNvSpPr>
            <a:spLocks noGrp="1"/>
          </p:cNvSpPr>
          <p:nvPr/>
        </p:nvSpPr>
        <p:spPr>
          <a:xfrm>
            <a:off x="56703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2" name="01_find_only_2991">
            <a:extLst>
              <a:ext uri="{FF2B5EF4-FFF2-40B4-BE49-F238E27FC236}">
                <a16:creationId xmlns:a16="http://schemas.microsoft.com/office/drawing/2014/main" id="{31D9DD48-2961-4965-8F56-58C375F8F7F4}"/>
              </a:ext>
            </a:extLst>
          </p:cNvPr>
          <p:cNvSpPr>
            <a:spLocks noGrp="1"/>
          </p:cNvSpPr>
          <p:nvPr/>
        </p:nvSpPr>
        <p:spPr>
          <a:xfrm>
            <a:off x="574900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3" name="01_find_only_2992">
            <a:extLst>
              <a:ext uri="{FF2B5EF4-FFF2-40B4-BE49-F238E27FC236}">
                <a16:creationId xmlns:a16="http://schemas.microsoft.com/office/drawing/2014/main" id="{09933901-DBC7-439A-872C-C20FC6AC7C6C}"/>
              </a:ext>
            </a:extLst>
          </p:cNvPr>
          <p:cNvSpPr>
            <a:spLocks noGrp="1"/>
          </p:cNvSpPr>
          <p:nvPr/>
        </p:nvSpPr>
        <p:spPr>
          <a:xfrm>
            <a:off x="570265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4" name="01_find_only_2993">
            <a:extLst>
              <a:ext uri="{FF2B5EF4-FFF2-40B4-BE49-F238E27FC236}">
                <a16:creationId xmlns:a16="http://schemas.microsoft.com/office/drawing/2014/main" id="{399006F5-D952-43CE-AEE0-8FEA53D3CF65}"/>
              </a:ext>
            </a:extLst>
          </p:cNvPr>
          <p:cNvSpPr>
            <a:spLocks noGrp="1"/>
          </p:cNvSpPr>
          <p:nvPr/>
        </p:nvSpPr>
        <p:spPr>
          <a:xfrm>
            <a:off x="576017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5" name="01_find_only_2994">
            <a:extLst>
              <a:ext uri="{FF2B5EF4-FFF2-40B4-BE49-F238E27FC236}">
                <a16:creationId xmlns:a16="http://schemas.microsoft.com/office/drawing/2014/main" id="{E3043CFF-20F3-4C99-8F53-85CBC8349FC8}"/>
              </a:ext>
            </a:extLst>
          </p:cNvPr>
          <p:cNvSpPr>
            <a:spLocks noGrp="1"/>
          </p:cNvSpPr>
          <p:nvPr/>
        </p:nvSpPr>
        <p:spPr>
          <a:xfrm>
            <a:off x="57297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6" name="01_find_only_2995">
            <a:extLst>
              <a:ext uri="{FF2B5EF4-FFF2-40B4-BE49-F238E27FC236}">
                <a16:creationId xmlns:a16="http://schemas.microsoft.com/office/drawing/2014/main" id="{B7DAD7DD-7DD0-4EEF-B6A4-F924C8768CDD}"/>
              </a:ext>
            </a:extLst>
          </p:cNvPr>
          <p:cNvSpPr>
            <a:spLocks noGrp="1"/>
          </p:cNvSpPr>
          <p:nvPr/>
        </p:nvSpPr>
        <p:spPr>
          <a:xfrm>
            <a:off x="5736371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7" name="01_find_only_2996">
            <a:extLst>
              <a:ext uri="{FF2B5EF4-FFF2-40B4-BE49-F238E27FC236}">
                <a16:creationId xmlns:a16="http://schemas.microsoft.com/office/drawing/2014/main" id="{47EB1F3B-6461-489D-B6EE-9F05386B0437}"/>
              </a:ext>
            </a:extLst>
          </p:cNvPr>
          <p:cNvSpPr>
            <a:spLocks noGrp="1"/>
          </p:cNvSpPr>
          <p:nvPr/>
        </p:nvSpPr>
        <p:spPr>
          <a:xfrm>
            <a:off x="5693721" y="578609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8" name="01_find_only_2997">
            <a:extLst>
              <a:ext uri="{FF2B5EF4-FFF2-40B4-BE49-F238E27FC236}">
                <a16:creationId xmlns:a16="http://schemas.microsoft.com/office/drawing/2014/main" id="{845746A4-1F42-4CB1-AF8B-32A7E8DE4FDE}"/>
              </a:ext>
            </a:extLst>
          </p:cNvPr>
          <p:cNvSpPr>
            <a:spLocks noGrp="1"/>
          </p:cNvSpPr>
          <p:nvPr/>
        </p:nvSpPr>
        <p:spPr>
          <a:xfrm>
            <a:off x="575473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9" name="01_find_only_2998">
            <a:extLst>
              <a:ext uri="{FF2B5EF4-FFF2-40B4-BE49-F238E27FC236}">
                <a16:creationId xmlns:a16="http://schemas.microsoft.com/office/drawing/2014/main" id="{121AB924-B003-4CE6-AC95-9A23DF8FB2EC}"/>
              </a:ext>
            </a:extLst>
          </p:cNvPr>
          <p:cNvSpPr>
            <a:spLocks noGrp="1"/>
          </p:cNvSpPr>
          <p:nvPr/>
        </p:nvSpPr>
        <p:spPr>
          <a:xfrm>
            <a:off x="57365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0" name="01_find_only_2999">
            <a:extLst>
              <a:ext uri="{FF2B5EF4-FFF2-40B4-BE49-F238E27FC236}">
                <a16:creationId xmlns:a16="http://schemas.microsoft.com/office/drawing/2014/main" id="{AC1ABE1C-951F-44BF-899B-DB1F760A0239}"/>
              </a:ext>
            </a:extLst>
          </p:cNvPr>
          <p:cNvSpPr>
            <a:spLocks noGrp="1"/>
          </p:cNvSpPr>
          <p:nvPr/>
        </p:nvSpPr>
        <p:spPr>
          <a:xfrm>
            <a:off x="56810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1" name="01_find_only_3000">
            <a:extLst>
              <a:ext uri="{FF2B5EF4-FFF2-40B4-BE49-F238E27FC236}">
                <a16:creationId xmlns:a16="http://schemas.microsoft.com/office/drawing/2014/main" id="{7CDC6557-272D-48F8-B1DA-9AE1D7AF9E07}"/>
              </a:ext>
            </a:extLst>
          </p:cNvPr>
          <p:cNvSpPr>
            <a:spLocks noGrp="1"/>
          </p:cNvSpPr>
          <p:nvPr/>
        </p:nvSpPr>
        <p:spPr>
          <a:xfrm>
            <a:off x="5734913" y="557801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2" name="01_find_only_3001">
            <a:extLst>
              <a:ext uri="{FF2B5EF4-FFF2-40B4-BE49-F238E27FC236}">
                <a16:creationId xmlns:a16="http://schemas.microsoft.com/office/drawing/2014/main" id="{71DD4D7C-0920-456D-879E-DDEFA9218A05}"/>
              </a:ext>
            </a:extLst>
          </p:cNvPr>
          <p:cNvSpPr>
            <a:spLocks noGrp="1"/>
          </p:cNvSpPr>
          <p:nvPr/>
        </p:nvSpPr>
        <p:spPr>
          <a:xfrm>
            <a:off x="56860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3" name="01_find_only_3002">
            <a:extLst>
              <a:ext uri="{FF2B5EF4-FFF2-40B4-BE49-F238E27FC236}">
                <a16:creationId xmlns:a16="http://schemas.microsoft.com/office/drawing/2014/main" id="{0F2ABEEF-0CB2-47F8-B44E-DD095D2F76C0}"/>
              </a:ext>
            </a:extLst>
          </p:cNvPr>
          <p:cNvSpPr>
            <a:spLocks noGrp="1"/>
          </p:cNvSpPr>
          <p:nvPr/>
        </p:nvSpPr>
        <p:spPr>
          <a:xfrm>
            <a:off x="569362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4" name="01_find_only_3003">
            <a:extLst>
              <a:ext uri="{FF2B5EF4-FFF2-40B4-BE49-F238E27FC236}">
                <a16:creationId xmlns:a16="http://schemas.microsoft.com/office/drawing/2014/main" id="{4B2BACA9-36C1-42D9-972D-1DA65C949CFA}"/>
              </a:ext>
            </a:extLst>
          </p:cNvPr>
          <p:cNvSpPr>
            <a:spLocks noGrp="1"/>
          </p:cNvSpPr>
          <p:nvPr/>
        </p:nvSpPr>
        <p:spPr>
          <a:xfrm>
            <a:off x="575395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5" name="01_find_only_3004">
            <a:extLst>
              <a:ext uri="{FF2B5EF4-FFF2-40B4-BE49-F238E27FC236}">
                <a16:creationId xmlns:a16="http://schemas.microsoft.com/office/drawing/2014/main" id="{4C1FF4AF-6CB9-42A4-874E-B272267A28AE}"/>
              </a:ext>
            </a:extLst>
          </p:cNvPr>
          <p:cNvSpPr>
            <a:spLocks noGrp="1"/>
          </p:cNvSpPr>
          <p:nvPr/>
        </p:nvSpPr>
        <p:spPr>
          <a:xfrm>
            <a:off x="56951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6" name="01_find_only_3005">
            <a:extLst>
              <a:ext uri="{FF2B5EF4-FFF2-40B4-BE49-F238E27FC236}">
                <a16:creationId xmlns:a16="http://schemas.microsoft.com/office/drawing/2014/main" id="{15838558-BE69-4CB1-ABFD-D0C26F9C2634}"/>
              </a:ext>
            </a:extLst>
          </p:cNvPr>
          <p:cNvSpPr>
            <a:spLocks noGrp="1"/>
          </p:cNvSpPr>
          <p:nvPr/>
        </p:nvSpPr>
        <p:spPr>
          <a:xfrm>
            <a:off x="5748514" y="575021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7" name="01_find_only_3006">
            <a:extLst>
              <a:ext uri="{FF2B5EF4-FFF2-40B4-BE49-F238E27FC236}">
                <a16:creationId xmlns:a16="http://schemas.microsoft.com/office/drawing/2014/main" id="{2D5DC45D-85F3-46EF-BC86-BF10961FB6CA}"/>
              </a:ext>
            </a:extLst>
          </p:cNvPr>
          <p:cNvSpPr>
            <a:spLocks noGrp="1"/>
          </p:cNvSpPr>
          <p:nvPr/>
        </p:nvSpPr>
        <p:spPr>
          <a:xfrm>
            <a:off x="57492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8" name="01_find_only_3007">
            <a:extLst>
              <a:ext uri="{FF2B5EF4-FFF2-40B4-BE49-F238E27FC236}">
                <a16:creationId xmlns:a16="http://schemas.microsoft.com/office/drawing/2014/main" id="{61FF4B3A-F863-490E-BE02-C8ADFA673BB9}"/>
              </a:ext>
            </a:extLst>
          </p:cNvPr>
          <p:cNvSpPr>
            <a:spLocks noGrp="1"/>
          </p:cNvSpPr>
          <p:nvPr/>
        </p:nvSpPr>
        <p:spPr>
          <a:xfrm>
            <a:off x="5751817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9" name="01_find_only_3008">
            <a:extLst>
              <a:ext uri="{FF2B5EF4-FFF2-40B4-BE49-F238E27FC236}">
                <a16:creationId xmlns:a16="http://schemas.microsoft.com/office/drawing/2014/main" id="{575137A6-3806-4060-9385-2854ED3D6433}"/>
              </a:ext>
            </a:extLst>
          </p:cNvPr>
          <p:cNvSpPr>
            <a:spLocks noGrp="1"/>
          </p:cNvSpPr>
          <p:nvPr/>
        </p:nvSpPr>
        <p:spPr>
          <a:xfrm>
            <a:off x="5695956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0" name="01_find_only_3009">
            <a:extLst>
              <a:ext uri="{FF2B5EF4-FFF2-40B4-BE49-F238E27FC236}">
                <a16:creationId xmlns:a16="http://schemas.microsoft.com/office/drawing/2014/main" id="{653C3248-814C-4B9D-94DD-A9ABF1EFFED9}"/>
              </a:ext>
            </a:extLst>
          </p:cNvPr>
          <p:cNvSpPr>
            <a:spLocks noGrp="1"/>
          </p:cNvSpPr>
          <p:nvPr/>
        </p:nvSpPr>
        <p:spPr>
          <a:xfrm>
            <a:off x="568128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1" name="01_find_only_3010">
            <a:extLst>
              <a:ext uri="{FF2B5EF4-FFF2-40B4-BE49-F238E27FC236}">
                <a16:creationId xmlns:a16="http://schemas.microsoft.com/office/drawing/2014/main" id="{6E866F7D-63AC-4D13-B7D3-E6A7B1223242}"/>
              </a:ext>
            </a:extLst>
          </p:cNvPr>
          <p:cNvSpPr>
            <a:spLocks noGrp="1"/>
          </p:cNvSpPr>
          <p:nvPr/>
        </p:nvSpPr>
        <p:spPr>
          <a:xfrm>
            <a:off x="573782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2" name="01_find_only_3011">
            <a:extLst>
              <a:ext uri="{FF2B5EF4-FFF2-40B4-BE49-F238E27FC236}">
                <a16:creationId xmlns:a16="http://schemas.microsoft.com/office/drawing/2014/main" id="{4A6CB39D-DDD1-4E4C-A43B-9655697C421F}"/>
              </a:ext>
            </a:extLst>
          </p:cNvPr>
          <p:cNvSpPr>
            <a:spLocks noGrp="1"/>
          </p:cNvSpPr>
          <p:nvPr/>
        </p:nvSpPr>
        <p:spPr>
          <a:xfrm>
            <a:off x="567671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3" name="01_find_only_3012">
            <a:extLst>
              <a:ext uri="{FF2B5EF4-FFF2-40B4-BE49-F238E27FC236}">
                <a16:creationId xmlns:a16="http://schemas.microsoft.com/office/drawing/2014/main" id="{C9B0A369-10AE-4ACB-A1E4-1C70E798FF34}"/>
              </a:ext>
            </a:extLst>
          </p:cNvPr>
          <p:cNvSpPr>
            <a:spLocks noGrp="1"/>
          </p:cNvSpPr>
          <p:nvPr/>
        </p:nvSpPr>
        <p:spPr>
          <a:xfrm>
            <a:off x="56828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4" name="01_find_only_3013">
            <a:extLst>
              <a:ext uri="{FF2B5EF4-FFF2-40B4-BE49-F238E27FC236}">
                <a16:creationId xmlns:a16="http://schemas.microsoft.com/office/drawing/2014/main" id="{93C34C5A-47C0-4DFF-BE4C-CF3BB859B97C}"/>
              </a:ext>
            </a:extLst>
          </p:cNvPr>
          <p:cNvSpPr>
            <a:spLocks noGrp="1"/>
          </p:cNvSpPr>
          <p:nvPr/>
        </p:nvSpPr>
        <p:spPr>
          <a:xfrm>
            <a:off x="57402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5" name="01_find_only_3014">
            <a:extLst>
              <a:ext uri="{FF2B5EF4-FFF2-40B4-BE49-F238E27FC236}">
                <a16:creationId xmlns:a16="http://schemas.microsoft.com/office/drawing/2014/main" id="{5FCD85CF-DA92-4536-B48C-2CC013EED4A0}"/>
              </a:ext>
            </a:extLst>
          </p:cNvPr>
          <p:cNvSpPr>
            <a:spLocks noGrp="1"/>
          </p:cNvSpPr>
          <p:nvPr/>
        </p:nvSpPr>
        <p:spPr>
          <a:xfrm>
            <a:off x="567759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6" name="01_find_only_3015">
            <a:extLst>
              <a:ext uri="{FF2B5EF4-FFF2-40B4-BE49-F238E27FC236}">
                <a16:creationId xmlns:a16="http://schemas.microsoft.com/office/drawing/2014/main" id="{BC084E88-477A-49A6-95EC-4DEF8FBD1174}"/>
              </a:ext>
            </a:extLst>
          </p:cNvPr>
          <p:cNvSpPr>
            <a:spLocks noGrp="1"/>
          </p:cNvSpPr>
          <p:nvPr/>
        </p:nvSpPr>
        <p:spPr>
          <a:xfrm>
            <a:off x="57589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7" name="01_find_only_3016">
            <a:extLst>
              <a:ext uri="{FF2B5EF4-FFF2-40B4-BE49-F238E27FC236}">
                <a16:creationId xmlns:a16="http://schemas.microsoft.com/office/drawing/2014/main" id="{1B549EE4-99A5-4441-BF5A-88D22D1348F3}"/>
              </a:ext>
            </a:extLst>
          </p:cNvPr>
          <p:cNvSpPr>
            <a:spLocks noGrp="1"/>
          </p:cNvSpPr>
          <p:nvPr/>
        </p:nvSpPr>
        <p:spPr>
          <a:xfrm>
            <a:off x="57440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8" name="01_find_only_3017">
            <a:extLst>
              <a:ext uri="{FF2B5EF4-FFF2-40B4-BE49-F238E27FC236}">
                <a16:creationId xmlns:a16="http://schemas.microsoft.com/office/drawing/2014/main" id="{6A844C9D-2221-446A-8BB6-C40CC3931E9A}"/>
              </a:ext>
            </a:extLst>
          </p:cNvPr>
          <p:cNvSpPr>
            <a:spLocks noGrp="1"/>
          </p:cNvSpPr>
          <p:nvPr/>
        </p:nvSpPr>
        <p:spPr>
          <a:xfrm>
            <a:off x="570887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9" name="01_find_only_3018">
            <a:extLst>
              <a:ext uri="{FF2B5EF4-FFF2-40B4-BE49-F238E27FC236}">
                <a16:creationId xmlns:a16="http://schemas.microsoft.com/office/drawing/2014/main" id="{E230D386-5BB0-419E-8E5A-D809A96B161C}"/>
              </a:ext>
            </a:extLst>
          </p:cNvPr>
          <p:cNvSpPr>
            <a:spLocks noGrp="1"/>
          </p:cNvSpPr>
          <p:nvPr/>
        </p:nvSpPr>
        <p:spPr>
          <a:xfrm>
            <a:off x="56924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0" name="01_find_only_3019">
            <a:extLst>
              <a:ext uri="{FF2B5EF4-FFF2-40B4-BE49-F238E27FC236}">
                <a16:creationId xmlns:a16="http://schemas.microsoft.com/office/drawing/2014/main" id="{CC041485-0581-4A46-9EA3-B25BB884EAAF}"/>
              </a:ext>
            </a:extLst>
          </p:cNvPr>
          <p:cNvSpPr>
            <a:spLocks noGrp="1"/>
          </p:cNvSpPr>
          <p:nvPr/>
        </p:nvSpPr>
        <p:spPr>
          <a:xfrm>
            <a:off x="5761630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1" name="01_find_only_3020">
            <a:extLst>
              <a:ext uri="{FF2B5EF4-FFF2-40B4-BE49-F238E27FC236}">
                <a16:creationId xmlns:a16="http://schemas.microsoft.com/office/drawing/2014/main" id="{2FB9E0A7-1D61-4625-924E-CD02C6DF512E}"/>
              </a:ext>
            </a:extLst>
          </p:cNvPr>
          <p:cNvSpPr>
            <a:spLocks noGrp="1"/>
          </p:cNvSpPr>
          <p:nvPr/>
        </p:nvSpPr>
        <p:spPr>
          <a:xfrm>
            <a:off x="57263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2" name="01_find_only_3021">
            <a:extLst>
              <a:ext uri="{FF2B5EF4-FFF2-40B4-BE49-F238E27FC236}">
                <a16:creationId xmlns:a16="http://schemas.microsoft.com/office/drawing/2014/main" id="{EFCE7AD8-0344-48D1-853F-D35D86B360BF}"/>
              </a:ext>
            </a:extLst>
          </p:cNvPr>
          <p:cNvSpPr>
            <a:spLocks noGrp="1"/>
          </p:cNvSpPr>
          <p:nvPr/>
        </p:nvSpPr>
        <p:spPr>
          <a:xfrm>
            <a:off x="574851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3" name="01_find_only_3022">
            <a:extLst>
              <a:ext uri="{FF2B5EF4-FFF2-40B4-BE49-F238E27FC236}">
                <a16:creationId xmlns:a16="http://schemas.microsoft.com/office/drawing/2014/main" id="{E6E17E6C-F9E1-4A73-A703-2986554C3AAF}"/>
              </a:ext>
            </a:extLst>
          </p:cNvPr>
          <p:cNvSpPr>
            <a:spLocks noGrp="1"/>
          </p:cNvSpPr>
          <p:nvPr/>
        </p:nvSpPr>
        <p:spPr>
          <a:xfrm>
            <a:off x="56804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4" name="01_find_only_3023">
            <a:extLst>
              <a:ext uri="{FF2B5EF4-FFF2-40B4-BE49-F238E27FC236}">
                <a16:creationId xmlns:a16="http://schemas.microsoft.com/office/drawing/2014/main" id="{299F10A1-3EA6-486B-A5CC-8F162964E353}"/>
              </a:ext>
            </a:extLst>
          </p:cNvPr>
          <p:cNvSpPr>
            <a:spLocks noGrp="1"/>
          </p:cNvSpPr>
          <p:nvPr/>
        </p:nvSpPr>
        <p:spPr>
          <a:xfrm>
            <a:off x="57078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5" name="01_find_only_3024">
            <a:extLst>
              <a:ext uri="{FF2B5EF4-FFF2-40B4-BE49-F238E27FC236}">
                <a16:creationId xmlns:a16="http://schemas.microsoft.com/office/drawing/2014/main" id="{64B6B9DA-0B22-4782-83F9-29C5DF3CF4E9}"/>
              </a:ext>
            </a:extLst>
          </p:cNvPr>
          <p:cNvSpPr>
            <a:spLocks noGrp="1"/>
          </p:cNvSpPr>
          <p:nvPr/>
        </p:nvSpPr>
        <p:spPr>
          <a:xfrm>
            <a:off x="574249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6" name="01_find_only_3025">
            <a:extLst>
              <a:ext uri="{FF2B5EF4-FFF2-40B4-BE49-F238E27FC236}">
                <a16:creationId xmlns:a16="http://schemas.microsoft.com/office/drawing/2014/main" id="{BAED441B-40C6-41A1-9CE6-8E0A44EABAF0}"/>
              </a:ext>
            </a:extLst>
          </p:cNvPr>
          <p:cNvSpPr>
            <a:spLocks noGrp="1"/>
          </p:cNvSpPr>
          <p:nvPr/>
        </p:nvSpPr>
        <p:spPr>
          <a:xfrm>
            <a:off x="5728404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7" name="01_find_only_3026">
            <a:extLst>
              <a:ext uri="{FF2B5EF4-FFF2-40B4-BE49-F238E27FC236}">
                <a16:creationId xmlns:a16="http://schemas.microsoft.com/office/drawing/2014/main" id="{3608F174-36AF-4939-A207-E73902C02C2F}"/>
              </a:ext>
            </a:extLst>
          </p:cNvPr>
          <p:cNvSpPr>
            <a:spLocks noGrp="1"/>
          </p:cNvSpPr>
          <p:nvPr/>
        </p:nvSpPr>
        <p:spPr>
          <a:xfrm>
            <a:off x="57568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8" name="01_find_only_3027">
            <a:extLst>
              <a:ext uri="{FF2B5EF4-FFF2-40B4-BE49-F238E27FC236}">
                <a16:creationId xmlns:a16="http://schemas.microsoft.com/office/drawing/2014/main" id="{E9279334-EB99-4ED3-8099-E96FC4EDAF84}"/>
              </a:ext>
            </a:extLst>
          </p:cNvPr>
          <p:cNvSpPr>
            <a:spLocks noGrp="1"/>
          </p:cNvSpPr>
          <p:nvPr/>
        </p:nvSpPr>
        <p:spPr>
          <a:xfrm>
            <a:off x="56667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9" name="01_find_only_3028">
            <a:extLst>
              <a:ext uri="{FF2B5EF4-FFF2-40B4-BE49-F238E27FC236}">
                <a16:creationId xmlns:a16="http://schemas.microsoft.com/office/drawing/2014/main" id="{D876E788-FCAA-4854-8E27-7F385788FCB0}"/>
              </a:ext>
            </a:extLst>
          </p:cNvPr>
          <p:cNvSpPr>
            <a:spLocks noGrp="1"/>
          </p:cNvSpPr>
          <p:nvPr/>
        </p:nvSpPr>
        <p:spPr>
          <a:xfrm>
            <a:off x="570673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0" name="01_find_only_3029">
            <a:extLst>
              <a:ext uri="{FF2B5EF4-FFF2-40B4-BE49-F238E27FC236}">
                <a16:creationId xmlns:a16="http://schemas.microsoft.com/office/drawing/2014/main" id="{533EC867-F959-432F-BC08-80BA80BECF38}"/>
              </a:ext>
            </a:extLst>
          </p:cNvPr>
          <p:cNvSpPr>
            <a:spLocks noGrp="1"/>
          </p:cNvSpPr>
          <p:nvPr/>
        </p:nvSpPr>
        <p:spPr>
          <a:xfrm>
            <a:off x="57249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1" name="01_find_only_3030">
            <a:extLst>
              <a:ext uri="{FF2B5EF4-FFF2-40B4-BE49-F238E27FC236}">
                <a16:creationId xmlns:a16="http://schemas.microsoft.com/office/drawing/2014/main" id="{0EC4F3E2-044A-467C-9CE9-42ADF536A8AF}"/>
              </a:ext>
            </a:extLst>
          </p:cNvPr>
          <p:cNvSpPr>
            <a:spLocks noGrp="1"/>
          </p:cNvSpPr>
          <p:nvPr/>
        </p:nvSpPr>
        <p:spPr>
          <a:xfrm>
            <a:off x="56946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2" name="01_find_only_3031">
            <a:extLst>
              <a:ext uri="{FF2B5EF4-FFF2-40B4-BE49-F238E27FC236}">
                <a16:creationId xmlns:a16="http://schemas.microsoft.com/office/drawing/2014/main" id="{A434A7C5-22CE-4911-8F07-DA290BE47108}"/>
              </a:ext>
            </a:extLst>
          </p:cNvPr>
          <p:cNvSpPr>
            <a:spLocks noGrp="1"/>
          </p:cNvSpPr>
          <p:nvPr/>
        </p:nvSpPr>
        <p:spPr>
          <a:xfrm>
            <a:off x="571645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3" name="01_find_only_3032">
            <a:extLst>
              <a:ext uri="{FF2B5EF4-FFF2-40B4-BE49-F238E27FC236}">
                <a16:creationId xmlns:a16="http://schemas.microsoft.com/office/drawing/2014/main" id="{746C2855-AFD8-4BA7-8BEB-8CA894B95B7A}"/>
              </a:ext>
            </a:extLst>
          </p:cNvPr>
          <p:cNvSpPr>
            <a:spLocks noGrp="1"/>
          </p:cNvSpPr>
          <p:nvPr/>
        </p:nvSpPr>
        <p:spPr>
          <a:xfrm>
            <a:off x="5704213" y="618073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4" name="01_find_only_3033">
            <a:extLst>
              <a:ext uri="{FF2B5EF4-FFF2-40B4-BE49-F238E27FC236}">
                <a16:creationId xmlns:a16="http://schemas.microsoft.com/office/drawing/2014/main" id="{0A46A871-3BE2-434D-96AD-C0AF94FCEF30}"/>
              </a:ext>
            </a:extLst>
          </p:cNvPr>
          <p:cNvSpPr>
            <a:spLocks noGrp="1"/>
          </p:cNvSpPr>
          <p:nvPr/>
        </p:nvSpPr>
        <p:spPr>
          <a:xfrm>
            <a:off x="5746183" y="61961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5" name="01_find_only_3034">
            <a:extLst>
              <a:ext uri="{FF2B5EF4-FFF2-40B4-BE49-F238E27FC236}">
                <a16:creationId xmlns:a16="http://schemas.microsoft.com/office/drawing/2014/main" id="{0171F989-8ADD-472B-9E38-049904CF87FC}"/>
              </a:ext>
            </a:extLst>
          </p:cNvPr>
          <p:cNvSpPr>
            <a:spLocks noGrp="1"/>
          </p:cNvSpPr>
          <p:nvPr/>
        </p:nvSpPr>
        <p:spPr>
          <a:xfrm>
            <a:off x="56774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6" name="01_find_only_3035">
            <a:extLst>
              <a:ext uri="{FF2B5EF4-FFF2-40B4-BE49-F238E27FC236}">
                <a16:creationId xmlns:a16="http://schemas.microsoft.com/office/drawing/2014/main" id="{620F4510-4A9F-4887-A214-14462D1EC25A}"/>
              </a:ext>
            </a:extLst>
          </p:cNvPr>
          <p:cNvSpPr>
            <a:spLocks noGrp="1"/>
          </p:cNvSpPr>
          <p:nvPr/>
        </p:nvSpPr>
        <p:spPr>
          <a:xfrm>
            <a:off x="56818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7" name="01_find_only_3036">
            <a:extLst>
              <a:ext uri="{FF2B5EF4-FFF2-40B4-BE49-F238E27FC236}">
                <a16:creationId xmlns:a16="http://schemas.microsoft.com/office/drawing/2014/main" id="{276942D4-64E4-48CB-8466-9F317FAB7930}"/>
              </a:ext>
            </a:extLst>
          </p:cNvPr>
          <p:cNvSpPr>
            <a:spLocks noGrp="1"/>
          </p:cNvSpPr>
          <p:nvPr/>
        </p:nvSpPr>
        <p:spPr>
          <a:xfrm>
            <a:off x="572228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8" name="01_find_only_3037">
            <a:extLst>
              <a:ext uri="{FF2B5EF4-FFF2-40B4-BE49-F238E27FC236}">
                <a16:creationId xmlns:a16="http://schemas.microsoft.com/office/drawing/2014/main" id="{C770C973-2053-4704-BD39-65C5F9DFD539}"/>
              </a:ext>
            </a:extLst>
          </p:cNvPr>
          <p:cNvSpPr>
            <a:spLocks noGrp="1"/>
          </p:cNvSpPr>
          <p:nvPr/>
        </p:nvSpPr>
        <p:spPr>
          <a:xfrm>
            <a:off x="57214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9" name="01_find_only_3038">
            <a:extLst>
              <a:ext uri="{FF2B5EF4-FFF2-40B4-BE49-F238E27FC236}">
                <a16:creationId xmlns:a16="http://schemas.microsoft.com/office/drawing/2014/main" id="{AC464F27-E7CA-4042-AF5E-617C04CE5E20}"/>
              </a:ext>
            </a:extLst>
          </p:cNvPr>
          <p:cNvSpPr>
            <a:spLocks noGrp="1"/>
          </p:cNvSpPr>
          <p:nvPr/>
        </p:nvSpPr>
        <p:spPr>
          <a:xfrm>
            <a:off x="575298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0" name="01_find_only_3039">
            <a:extLst>
              <a:ext uri="{FF2B5EF4-FFF2-40B4-BE49-F238E27FC236}">
                <a16:creationId xmlns:a16="http://schemas.microsoft.com/office/drawing/2014/main" id="{9E050701-D230-411D-9EB4-29F7E677EF4C}"/>
              </a:ext>
            </a:extLst>
          </p:cNvPr>
          <p:cNvSpPr>
            <a:spLocks noGrp="1"/>
          </p:cNvSpPr>
          <p:nvPr/>
        </p:nvSpPr>
        <p:spPr>
          <a:xfrm>
            <a:off x="57383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1" name="01_find_only_3040">
            <a:extLst>
              <a:ext uri="{FF2B5EF4-FFF2-40B4-BE49-F238E27FC236}">
                <a16:creationId xmlns:a16="http://schemas.microsoft.com/office/drawing/2014/main" id="{89F90081-5A9E-4EBA-83CA-ED8B31592002}"/>
              </a:ext>
            </a:extLst>
          </p:cNvPr>
          <p:cNvSpPr>
            <a:spLocks noGrp="1"/>
          </p:cNvSpPr>
          <p:nvPr/>
        </p:nvSpPr>
        <p:spPr>
          <a:xfrm>
            <a:off x="569245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2" name="01_find_only_3041">
            <a:extLst>
              <a:ext uri="{FF2B5EF4-FFF2-40B4-BE49-F238E27FC236}">
                <a16:creationId xmlns:a16="http://schemas.microsoft.com/office/drawing/2014/main" id="{500AD955-67DD-4271-9A6F-B0AEC57CA8EA}"/>
              </a:ext>
            </a:extLst>
          </p:cNvPr>
          <p:cNvSpPr>
            <a:spLocks noGrp="1"/>
          </p:cNvSpPr>
          <p:nvPr/>
        </p:nvSpPr>
        <p:spPr>
          <a:xfrm>
            <a:off x="5740257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3" name="01_find_only_3042">
            <a:extLst>
              <a:ext uri="{FF2B5EF4-FFF2-40B4-BE49-F238E27FC236}">
                <a16:creationId xmlns:a16="http://schemas.microsoft.com/office/drawing/2014/main" id="{926A1510-47A6-43E2-BEE6-E2FF6A60DE6B}"/>
              </a:ext>
            </a:extLst>
          </p:cNvPr>
          <p:cNvSpPr>
            <a:spLocks noGrp="1"/>
          </p:cNvSpPr>
          <p:nvPr/>
        </p:nvSpPr>
        <p:spPr>
          <a:xfrm>
            <a:off x="573238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4" name="01_find_only_3043">
            <a:extLst>
              <a:ext uri="{FF2B5EF4-FFF2-40B4-BE49-F238E27FC236}">
                <a16:creationId xmlns:a16="http://schemas.microsoft.com/office/drawing/2014/main" id="{C7155EFA-72DD-4182-A149-F70488E0FB08}"/>
              </a:ext>
            </a:extLst>
          </p:cNvPr>
          <p:cNvSpPr>
            <a:spLocks noGrp="1"/>
          </p:cNvSpPr>
          <p:nvPr/>
        </p:nvSpPr>
        <p:spPr>
          <a:xfrm>
            <a:off x="573656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5" name="01_find_only_3044">
            <a:extLst>
              <a:ext uri="{FF2B5EF4-FFF2-40B4-BE49-F238E27FC236}">
                <a16:creationId xmlns:a16="http://schemas.microsoft.com/office/drawing/2014/main" id="{DF1FC4C7-7AF3-4A28-892D-71DE1EF3DCD4}"/>
              </a:ext>
            </a:extLst>
          </p:cNvPr>
          <p:cNvSpPr>
            <a:spLocks noGrp="1"/>
          </p:cNvSpPr>
          <p:nvPr/>
        </p:nvSpPr>
        <p:spPr>
          <a:xfrm>
            <a:off x="571820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6" name="01_find_only_3045">
            <a:extLst>
              <a:ext uri="{FF2B5EF4-FFF2-40B4-BE49-F238E27FC236}">
                <a16:creationId xmlns:a16="http://schemas.microsoft.com/office/drawing/2014/main" id="{4DC18BD8-EA26-49BF-B110-9667AF2F3406}"/>
              </a:ext>
            </a:extLst>
          </p:cNvPr>
          <p:cNvSpPr>
            <a:spLocks noGrp="1"/>
          </p:cNvSpPr>
          <p:nvPr/>
        </p:nvSpPr>
        <p:spPr>
          <a:xfrm>
            <a:off x="566778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7" name="01_find_only_3046">
            <a:extLst>
              <a:ext uri="{FF2B5EF4-FFF2-40B4-BE49-F238E27FC236}">
                <a16:creationId xmlns:a16="http://schemas.microsoft.com/office/drawing/2014/main" id="{F968849A-BDF2-4F3B-B7C3-608E5BE15969}"/>
              </a:ext>
            </a:extLst>
          </p:cNvPr>
          <p:cNvSpPr>
            <a:spLocks noGrp="1"/>
          </p:cNvSpPr>
          <p:nvPr/>
        </p:nvSpPr>
        <p:spPr>
          <a:xfrm>
            <a:off x="5732776" y="579161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8" name="01_find_only_3047">
            <a:extLst>
              <a:ext uri="{FF2B5EF4-FFF2-40B4-BE49-F238E27FC236}">
                <a16:creationId xmlns:a16="http://schemas.microsoft.com/office/drawing/2014/main" id="{CC23BEB5-849C-4C6E-AC91-F78B45F83BDD}"/>
              </a:ext>
            </a:extLst>
          </p:cNvPr>
          <p:cNvSpPr>
            <a:spLocks noGrp="1"/>
          </p:cNvSpPr>
          <p:nvPr/>
        </p:nvSpPr>
        <p:spPr>
          <a:xfrm>
            <a:off x="574560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9" name="01_find_only_3048">
            <a:extLst>
              <a:ext uri="{FF2B5EF4-FFF2-40B4-BE49-F238E27FC236}">
                <a16:creationId xmlns:a16="http://schemas.microsoft.com/office/drawing/2014/main" id="{A436513A-082F-49BF-8E32-495775FF3C90}"/>
              </a:ext>
            </a:extLst>
          </p:cNvPr>
          <p:cNvSpPr>
            <a:spLocks noGrp="1"/>
          </p:cNvSpPr>
          <p:nvPr/>
        </p:nvSpPr>
        <p:spPr>
          <a:xfrm>
            <a:off x="568390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0" name="01_find_only_3049">
            <a:extLst>
              <a:ext uri="{FF2B5EF4-FFF2-40B4-BE49-F238E27FC236}">
                <a16:creationId xmlns:a16="http://schemas.microsoft.com/office/drawing/2014/main" id="{7535F28F-DCFA-4D5D-A9E3-6B73EA306533}"/>
              </a:ext>
            </a:extLst>
          </p:cNvPr>
          <p:cNvSpPr>
            <a:spLocks noGrp="1"/>
          </p:cNvSpPr>
          <p:nvPr/>
        </p:nvSpPr>
        <p:spPr>
          <a:xfrm>
            <a:off x="567662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1" name="01_find_only_3050">
            <a:extLst>
              <a:ext uri="{FF2B5EF4-FFF2-40B4-BE49-F238E27FC236}">
                <a16:creationId xmlns:a16="http://schemas.microsoft.com/office/drawing/2014/main" id="{5D6AAB77-6427-4DFE-94B8-6B7C10B9D916}"/>
              </a:ext>
            </a:extLst>
          </p:cNvPr>
          <p:cNvSpPr>
            <a:spLocks noGrp="1"/>
          </p:cNvSpPr>
          <p:nvPr/>
        </p:nvSpPr>
        <p:spPr>
          <a:xfrm>
            <a:off x="5732582" y="5158259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2" name="01_find_only_3051">
            <a:extLst>
              <a:ext uri="{FF2B5EF4-FFF2-40B4-BE49-F238E27FC236}">
                <a16:creationId xmlns:a16="http://schemas.microsoft.com/office/drawing/2014/main" id="{71C55DFE-A17E-4479-BD98-79CF7E5CCEF9}"/>
              </a:ext>
            </a:extLst>
          </p:cNvPr>
          <p:cNvSpPr>
            <a:spLocks noGrp="1"/>
          </p:cNvSpPr>
          <p:nvPr/>
        </p:nvSpPr>
        <p:spPr>
          <a:xfrm>
            <a:off x="57576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3" name="01_find_only_3052">
            <a:extLst>
              <a:ext uri="{FF2B5EF4-FFF2-40B4-BE49-F238E27FC236}">
                <a16:creationId xmlns:a16="http://schemas.microsoft.com/office/drawing/2014/main" id="{87CEA4E3-F232-4DB5-8BE6-A5F3C14209A6}"/>
              </a:ext>
            </a:extLst>
          </p:cNvPr>
          <p:cNvSpPr>
            <a:spLocks noGrp="1"/>
          </p:cNvSpPr>
          <p:nvPr/>
        </p:nvSpPr>
        <p:spPr>
          <a:xfrm>
            <a:off x="576182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4" name="01_find_only_3053">
            <a:extLst>
              <a:ext uri="{FF2B5EF4-FFF2-40B4-BE49-F238E27FC236}">
                <a16:creationId xmlns:a16="http://schemas.microsoft.com/office/drawing/2014/main" id="{7B3A1A3D-F6F2-49AD-9C2A-87D245BF6AC6}"/>
              </a:ext>
            </a:extLst>
          </p:cNvPr>
          <p:cNvSpPr>
            <a:spLocks noGrp="1"/>
          </p:cNvSpPr>
          <p:nvPr/>
        </p:nvSpPr>
        <p:spPr>
          <a:xfrm>
            <a:off x="57017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5" name="01_find_only_3054">
            <a:extLst>
              <a:ext uri="{FF2B5EF4-FFF2-40B4-BE49-F238E27FC236}">
                <a16:creationId xmlns:a16="http://schemas.microsoft.com/office/drawing/2014/main" id="{C0F8D8F3-8E22-43CC-A71C-F42BD39D12BE}"/>
              </a:ext>
            </a:extLst>
          </p:cNvPr>
          <p:cNvSpPr>
            <a:spLocks noGrp="1"/>
          </p:cNvSpPr>
          <p:nvPr/>
        </p:nvSpPr>
        <p:spPr>
          <a:xfrm>
            <a:off x="573743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6" name="01_find_only_3055">
            <a:extLst>
              <a:ext uri="{FF2B5EF4-FFF2-40B4-BE49-F238E27FC236}">
                <a16:creationId xmlns:a16="http://schemas.microsoft.com/office/drawing/2014/main" id="{82773C35-F5FA-4172-A8E8-C04F1F45A378}"/>
              </a:ext>
            </a:extLst>
          </p:cNvPr>
          <p:cNvSpPr>
            <a:spLocks noGrp="1"/>
          </p:cNvSpPr>
          <p:nvPr/>
        </p:nvSpPr>
        <p:spPr>
          <a:xfrm>
            <a:off x="574482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7" name="01_find_only_3056">
            <a:extLst>
              <a:ext uri="{FF2B5EF4-FFF2-40B4-BE49-F238E27FC236}">
                <a16:creationId xmlns:a16="http://schemas.microsoft.com/office/drawing/2014/main" id="{67BB9C7C-3E3F-4D24-A1C6-7DEF81381D2E}"/>
              </a:ext>
            </a:extLst>
          </p:cNvPr>
          <p:cNvSpPr>
            <a:spLocks noGrp="1"/>
          </p:cNvSpPr>
          <p:nvPr/>
        </p:nvSpPr>
        <p:spPr>
          <a:xfrm>
            <a:off x="57565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8" name="01_find_only_3057">
            <a:extLst>
              <a:ext uri="{FF2B5EF4-FFF2-40B4-BE49-F238E27FC236}">
                <a16:creationId xmlns:a16="http://schemas.microsoft.com/office/drawing/2014/main" id="{66C987D8-5DE4-42A9-8AA2-60D9D37AE533}"/>
              </a:ext>
            </a:extLst>
          </p:cNvPr>
          <p:cNvSpPr>
            <a:spLocks noGrp="1"/>
          </p:cNvSpPr>
          <p:nvPr/>
        </p:nvSpPr>
        <p:spPr>
          <a:xfrm>
            <a:off x="57462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9" name="01_find_only_3058">
            <a:extLst>
              <a:ext uri="{FF2B5EF4-FFF2-40B4-BE49-F238E27FC236}">
                <a16:creationId xmlns:a16="http://schemas.microsoft.com/office/drawing/2014/main" id="{169074EE-668B-4F24-B941-457A182E1FCD}"/>
              </a:ext>
            </a:extLst>
          </p:cNvPr>
          <p:cNvSpPr>
            <a:spLocks noGrp="1"/>
          </p:cNvSpPr>
          <p:nvPr/>
        </p:nvSpPr>
        <p:spPr>
          <a:xfrm>
            <a:off x="573161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0" name="01_find_only_3059">
            <a:extLst>
              <a:ext uri="{FF2B5EF4-FFF2-40B4-BE49-F238E27FC236}">
                <a16:creationId xmlns:a16="http://schemas.microsoft.com/office/drawing/2014/main" id="{2E73C5EB-8FDE-4C44-9A40-4589B12184FB}"/>
              </a:ext>
            </a:extLst>
          </p:cNvPr>
          <p:cNvSpPr>
            <a:spLocks noGrp="1"/>
          </p:cNvSpPr>
          <p:nvPr/>
        </p:nvSpPr>
        <p:spPr>
          <a:xfrm>
            <a:off x="56720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1" name="01_find_only_3060">
            <a:extLst>
              <a:ext uri="{FF2B5EF4-FFF2-40B4-BE49-F238E27FC236}">
                <a16:creationId xmlns:a16="http://schemas.microsoft.com/office/drawing/2014/main" id="{DF500FAD-6309-4C56-B14B-A6A39D6DDF6D}"/>
              </a:ext>
            </a:extLst>
          </p:cNvPr>
          <p:cNvSpPr>
            <a:spLocks noGrp="1"/>
          </p:cNvSpPr>
          <p:nvPr/>
        </p:nvSpPr>
        <p:spPr>
          <a:xfrm>
            <a:off x="5681480" y="61161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2" name="01_find_only_3061">
            <a:extLst>
              <a:ext uri="{FF2B5EF4-FFF2-40B4-BE49-F238E27FC236}">
                <a16:creationId xmlns:a16="http://schemas.microsoft.com/office/drawing/2014/main" id="{372CFF82-AA15-4D53-B58E-55A8EEBA24DF}"/>
              </a:ext>
            </a:extLst>
          </p:cNvPr>
          <p:cNvSpPr>
            <a:spLocks noGrp="1"/>
          </p:cNvSpPr>
          <p:nvPr/>
        </p:nvSpPr>
        <p:spPr>
          <a:xfrm>
            <a:off x="57325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3" name="01_find_only_3062">
            <a:extLst>
              <a:ext uri="{FF2B5EF4-FFF2-40B4-BE49-F238E27FC236}">
                <a16:creationId xmlns:a16="http://schemas.microsoft.com/office/drawing/2014/main" id="{CC3D6202-4A8C-41E2-A3CA-A3716CE07B41}"/>
              </a:ext>
            </a:extLst>
          </p:cNvPr>
          <p:cNvSpPr>
            <a:spLocks noGrp="1"/>
          </p:cNvSpPr>
          <p:nvPr/>
        </p:nvSpPr>
        <p:spPr>
          <a:xfrm>
            <a:off x="57227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4" name="01_find_only_3063">
            <a:extLst>
              <a:ext uri="{FF2B5EF4-FFF2-40B4-BE49-F238E27FC236}">
                <a16:creationId xmlns:a16="http://schemas.microsoft.com/office/drawing/2014/main" id="{50726355-B8FB-4E28-9906-D1B50B69AEEA}"/>
              </a:ext>
            </a:extLst>
          </p:cNvPr>
          <p:cNvSpPr>
            <a:spLocks noGrp="1"/>
          </p:cNvSpPr>
          <p:nvPr/>
        </p:nvSpPr>
        <p:spPr>
          <a:xfrm>
            <a:off x="56855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5" name="01_find_only_3064">
            <a:extLst>
              <a:ext uri="{FF2B5EF4-FFF2-40B4-BE49-F238E27FC236}">
                <a16:creationId xmlns:a16="http://schemas.microsoft.com/office/drawing/2014/main" id="{37D6A66C-F008-4433-8286-F6A441F97F7E}"/>
              </a:ext>
            </a:extLst>
          </p:cNvPr>
          <p:cNvSpPr>
            <a:spLocks noGrp="1"/>
          </p:cNvSpPr>
          <p:nvPr/>
        </p:nvSpPr>
        <p:spPr>
          <a:xfrm>
            <a:off x="570314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6" name="01_find_only_3065">
            <a:extLst>
              <a:ext uri="{FF2B5EF4-FFF2-40B4-BE49-F238E27FC236}">
                <a16:creationId xmlns:a16="http://schemas.microsoft.com/office/drawing/2014/main" id="{CB8B3BAF-3ABB-4D87-BD12-AD6B71EE1F5E}"/>
              </a:ext>
            </a:extLst>
          </p:cNvPr>
          <p:cNvSpPr>
            <a:spLocks noGrp="1"/>
          </p:cNvSpPr>
          <p:nvPr/>
        </p:nvSpPr>
        <p:spPr>
          <a:xfrm>
            <a:off x="5668753" y="624223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7" name="01_find_only_3066">
            <a:extLst>
              <a:ext uri="{FF2B5EF4-FFF2-40B4-BE49-F238E27FC236}">
                <a16:creationId xmlns:a16="http://schemas.microsoft.com/office/drawing/2014/main" id="{B0A5BA2D-03D7-4F0C-B494-A0D54EBCA05A}"/>
              </a:ext>
            </a:extLst>
          </p:cNvPr>
          <p:cNvSpPr>
            <a:spLocks noGrp="1"/>
          </p:cNvSpPr>
          <p:nvPr/>
        </p:nvSpPr>
        <p:spPr>
          <a:xfrm>
            <a:off x="4184890" y="4946701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068" name="01_find_only_3067">
            <a:extLst>
              <a:ext uri="{FF2B5EF4-FFF2-40B4-BE49-F238E27FC236}">
                <a16:creationId xmlns:a16="http://schemas.microsoft.com/office/drawing/2014/main" id="{8E645ABF-788B-4365-BB2D-D043863EF93C}"/>
              </a:ext>
            </a:extLst>
          </p:cNvPr>
          <p:cNvSpPr>
            <a:spLocks noGrp="1"/>
          </p:cNvSpPr>
          <p:nvPr/>
        </p:nvSpPr>
        <p:spPr>
          <a:xfrm>
            <a:off x="4184890" y="636740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069" name="text_3068">
            <a:extLst>
              <a:ext uri="{FF2B5EF4-FFF2-40B4-BE49-F238E27FC236}">
                <a16:creationId xmlns:a16="http://schemas.microsoft.com/office/drawing/2014/main" id="{0D7BE3DA-E403-472C-9471-9E366BB60354}"/>
              </a:ext>
            </a:extLst>
          </p:cNvPr>
          <p:cNvSpPr>
            <a:spLocks noGrp="1"/>
          </p:cNvSpPr>
          <p:nvPr/>
        </p:nvSpPr>
        <p:spPr>
          <a:xfrm>
            <a:off x="3953882" y="4752409"/>
            <a:ext cx="84858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e</a:t>
            </a:r>
          </a:p>
        </p:txBody>
      </p:sp>
      <p:sp>
        <p:nvSpPr>
          <p:cNvPr id="3070" name="text_3069">
            <a:extLst>
              <a:ext uri="{FF2B5EF4-FFF2-40B4-BE49-F238E27FC236}">
                <a16:creationId xmlns:a16="http://schemas.microsoft.com/office/drawing/2014/main" id="{F7D38C4A-40EC-40B4-BD85-93945EA702C3}"/>
              </a:ext>
            </a:extLst>
          </p:cNvPr>
          <p:cNvSpPr>
            <a:spLocks noGrp="1"/>
          </p:cNvSpPr>
          <p:nvPr/>
        </p:nvSpPr>
        <p:spPr>
          <a:xfrm>
            <a:off x="4184891" y="4743417"/>
            <a:ext cx="1088277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Small molecules, CA2</a:t>
            </a:r>
          </a:p>
        </p:txBody>
      </p:sp>
      <p:sp>
        <p:nvSpPr>
          <p:cNvPr id="3071" name="01_find_only_3070">
            <a:extLst>
              <a:ext uri="{FF2B5EF4-FFF2-40B4-BE49-F238E27FC236}">
                <a16:creationId xmlns:a16="http://schemas.microsoft.com/office/drawing/2014/main" id="{2E48BA64-D2C0-4103-A9B1-384A94AE40F8}"/>
              </a:ext>
            </a:extLst>
          </p:cNvPr>
          <p:cNvSpPr>
            <a:spLocks noGrp="1"/>
          </p:cNvSpPr>
          <p:nvPr/>
        </p:nvSpPr>
        <p:spPr>
          <a:xfrm>
            <a:off x="4200168" y="5418004"/>
            <a:ext cx="1527834" cy="884820"/>
          </a:xfrm>
          <a:custGeom>
            <a:avLst/>
            <a:gdLst/>
            <a:ahLst/>
            <a:cxnLst/>
            <a:rect l="0" t="0" r="0" b="0"/>
            <a:pathLst>
              <a:path w="1500000" h="868700">
                <a:moveTo>
                  <a:pt x="0" y="868700"/>
                </a:moveTo>
                <a:lnTo>
                  <a:pt x="19231" y="867809"/>
                </a:lnTo>
                <a:lnTo>
                  <a:pt x="19231" y="867117"/>
                </a:lnTo>
                <a:lnTo>
                  <a:pt x="25000" y="866474"/>
                </a:lnTo>
                <a:lnTo>
                  <a:pt x="25641" y="865402"/>
                </a:lnTo>
                <a:lnTo>
                  <a:pt x="27778" y="865402"/>
                </a:lnTo>
                <a:lnTo>
                  <a:pt x="27778" y="863154"/>
                </a:lnTo>
                <a:lnTo>
                  <a:pt x="35714" y="862307"/>
                </a:lnTo>
                <a:lnTo>
                  <a:pt x="35714" y="860379"/>
                </a:lnTo>
                <a:lnTo>
                  <a:pt x="41667" y="859688"/>
                </a:lnTo>
                <a:lnTo>
                  <a:pt x="41667" y="856653"/>
                </a:lnTo>
                <a:lnTo>
                  <a:pt x="45455" y="856480"/>
                </a:lnTo>
                <a:lnTo>
                  <a:pt x="45455" y="854027"/>
                </a:lnTo>
                <a:lnTo>
                  <a:pt x="50000" y="854027"/>
                </a:lnTo>
                <a:lnTo>
                  <a:pt x="51282" y="851831"/>
                </a:lnTo>
                <a:lnTo>
                  <a:pt x="55556" y="851831"/>
                </a:lnTo>
                <a:lnTo>
                  <a:pt x="55556" y="849582"/>
                </a:lnTo>
                <a:lnTo>
                  <a:pt x="62500" y="849185"/>
                </a:lnTo>
                <a:lnTo>
                  <a:pt x="62500" y="843564"/>
                </a:lnTo>
                <a:lnTo>
                  <a:pt x="71429" y="842544"/>
                </a:lnTo>
                <a:lnTo>
                  <a:pt x="71429" y="837726"/>
                </a:lnTo>
                <a:lnTo>
                  <a:pt x="83333" y="836809"/>
                </a:lnTo>
                <a:lnTo>
                  <a:pt x="83333" y="818988"/>
                </a:lnTo>
                <a:lnTo>
                  <a:pt x="90909" y="818815"/>
                </a:lnTo>
                <a:lnTo>
                  <a:pt x="91667" y="816137"/>
                </a:lnTo>
                <a:lnTo>
                  <a:pt x="100000" y="815445"/>
                </a:lnTo>
                <a:lnTo>
                  <a:pt x="100000" y="802181"/>
                </a:lnTo>
                <a:lnTo>
                  <a:pt x="107143" y="801446"/>
                </a:lnTo>
                <a:lnTo>
                  <a:pt x="108333" y="799775"/>
                </a:lnTo>
                <a:lnTo>
                  <a:pt x="111111" y="799603"/>
                </a:lnTo>
                <a:lnTo>
                  <a:pt x="111111" y="798104"/>
                </a:lnTo>
                <a:lnTo>
                  <a:pt x="125000" y="797239"/>
                </a:lnTo>
                <a:lnTo>
                  <a:pt x="125000" y="772508"/>
                </a:lnTo>
                <a:lnTo>
                  <a:pt x="136364" y="771419"/>
                </a:lnTo>
                <a:lnTo>
                  <a:pt x="136364" y="768966"/>
                </a:lnTo>
                <a:lnTo>
                  <a:pt x="138889" y="768966"/>
                </a:lnTo>
                <a:lnTo>
                  <a:pt x="138889" y="767467"/>
                </a:lnTo>
                <a:lnTo>
                  <a:pt x="142857" y="767069"/>
                </a:lnTo>
                <a:lnTo>
                  <a:pt x="142857" y="762252"/>
                </a:lnTo>
                <a:lnTo>
                  <a:pt x="150000" y="762079"/>
                </a:lnTo>
                <a:lnTo>
                  <a:pt x="150000" y="759830"/>
                </a:lnTo>
                <a:lnTo>
                  <a:pt x="166667" y="759485"/>
                </a:lnTo>
                <a:lnTo>
                  <a:pt x="166667" y="726112"/>
                </a:lnTo>
                <a:lnTo>
                  <a:pt x="175000" y="725421"/>
                </a:lnTo>
                <a:lnTo>
                  <a:pt x="175000" y="724521"/>
                </a:lnTo>
                <a:lnTo>
                  <a:pt x="181818" y="723385"/>
                </a:lnTo>
                <a:lnTo>
                  <a:pt x="181818" y="722159"/>
                </a:lnTo>
                <a:lnTo>
                  <a:pt x="187500" y="721986"/>
                </a:lnTo>
                <a:lnTo>
                  <a:pt x="187500" y="716927"/>
                </a:lnTo>
                <a:lnTo>
                  <a:pt x="200000" y="716356"/>
                </a:lnTo>
                <a:lnTo>
                  <a:pt x="200000" y="703316"/>
                </a:lnTo>
                <a:lnTo>
                  <a:pt x="208333" y="703143"/>
                </a:lnTo>
                <a:lnTo>
                  <a:pt x="208333" y="699771"/>
                </a:lnTo>
                <a:lnTo>
                  <a:pt x="214286" y="699079"/>
                </a:lnTo>
                <a:lnTo>
                  <a:pt x="214286" y="694262"/>
                </a:lnTo>
                <a:lnTo>
                  <a:pt x="225000" y="692942"/>
                </a:lnTo>
                <a:lnTo>
                  <a:pt x="225000" y="692042"/>
                </a:lnTo>
                <a:lnTo>
                  <a:pt x="227273" y="692042"/>
                </a:lnTo>
                <a:lnTo>
                  <a:pt x="227273" y="689590"/>
                </a:lnTo>
                <a:lnTo>
                  <a:pt x="250000" y="688621"/>
                </a:lnTo>
                <a:lnTo>
                  <a:pt x="250000" y="567016"/>
                </a:lnTo>
                <a:lnTo>
                  <a:pt x="269231" y="566220"/>
                </a:lnTo>
                <a:lnTo>
                  <a:pt x="269231" y="565528"/>
                </a:lnTo>
                <a:lnTo>
                  <a:pt x="272727" y="565528"/>
                </a:lnTo>
                <a:lnTo>
                  <a:pt x="272727" y="563076"/>
                </a:lnTo>
                <a:lnTo>
                  <a:pt x="285714" y="562055"/>
                </a:lnTo>
                <a:lnTo>
                  <a:pt x="285714" y="557238"/>
                </a:lnTo>
                <a:lnTo>
                  <a:pt x="291667" y="556546"/>
                </a:lnTo>
                <a:lnTo>
                  <a:pt x="291667" y="555422"/>
                </a:lnTo>
                <a:lnTo>
                  <a:pt x="300000" y="555249"/>
                </a:lnTo>
                <a:lnTo>
                  <a:pt x="301282" y="542935"/>
                </a:lnTo>
                <a:lnTo>
                  <a:pt x="305556" y="542935"/>
                </a:lnTo>
                <a:lnTo>
                  <a:pt x="305556" y="541436"/>
                </a:lnTo>
                <a:lnTo>
                  <a:pt x="312500" y="541039"/>
                </a:lnTo>
                <a:lnTo>
                  <a:pt x="312500" y="537666"/>
                </a:lnTo>
                <a:lnTo>
                  <a:pt x="318182" y="537268"/>
                </a:lnTo>
                <a:lnTo>
                  <a:pt x="318182" y="534816"/>
                </a:lnTo>
                <a:lnTo>
                  <a:pt x="326923" y="533454"/>
                </a:lnTo>
                <a:lnTo>
                  <a:pt x="326923" y="533282"/>
                </a:lnTo>
                <a:lnTo>
                  <a:pt x="333333" y="533282"/>
                </a:lnTo>
                <a:lnTo>
                  <a:pt x="333333" y="504031"/>
                </a:lnTo>
                <a:lnTo>
                  <a:pt x="350000" y="503460"/>
                </a:lnTo>
                <a:lnTo>
                  <a:pt x="350000" y="501212"/>
                </a:lnTo>
                <a:lnTo>
                  <a:pt x="357143" y="501039"/>
                </a:lnTo>
                <a:lnTo>
                  <a:pt x="358333" y="495997"/>
                </a:lnTo>
                <a:lnTo>
                  <a:pt x="363636" y="495824"/>
                </a:lnTo>
                <a:lnTo>
                  <a:pt x="363636" y="493371"/>
                </a:lnTo>
                <a:lnTo>
                  <a:pt x="375000" y="492800"/>
                </a:lnTo>
                <a:lnTo>
                  <a:pt x="375000" y="470543"/>
                </a:lnTo>
                <a:lnTo>
                  <a:pt x="392857" y="469799"/>
                </a:lnTo>
                <a:lnTo>
                  <a:pt x="392857" y="468836"/>
                </a:lnTo>
                <a:lnTo>
                  <a:pt x="400000" y="468663"/>
                </a:lnTo>
                <a:lnTo>
                  <a:pt x="400000" y="461019"/>
                </a:lnTo>
                <a:lnTo>
                  <a:pt x="409091" y="460846"/>
                </a:lnTo>
                <a:lnTo>
                  <a:pt x="410256" y="458220"/>
                </a:lnTo>
                <a:lnTo>
                  <a:pt x="416667" y="458220"/>
                </a:lnTo>
                <a:lnTo>
                  <a:pt x="416667" y="449054"/>
                </a:lnTo>
                <a:lnTo>
                  <a:pt x="429487" y="447693"/>
                </a:lnTo>
                <a:lnTo>
                  <a:pt x="429487" y="447520"/>
                </a:lnTo>
                <a:lnTo>
                  <a:pt x="437500" y="447122"/>
                </a:lnTo>
                <a:lnTo>
                  <a:pt x="437500" y="445436"/>
                </a:lnTo>
                <a:lnTo>
                  <a:pt x="450000" y="445090"/>
                </a:lnTo>
                <a:lnTo>
                  <a:pt x="450000" y="443741"/>
                </a:lnTo>
                <a:lnTo>
                  <a:pt x="454545" y="443741"/>
                </a:lnTo>
                <a:lnTo>
                  <a:pt x="455128" y="441115"/>
                </a:lnTo>
                <a:lnTo>
                  <a:pt x="466667" y="439754"/>
                </a:lnTo>
                <a:lnTo>
                  <a:pt x="467949" y="439356"/>
                </a:lnTo>
                <a:lnTo>
                  <a:pt x="500000" y="438665"/>
                </a:lnTo>
                <a:lnTo>
                  <a:pt x="500000" y="110176"/>
                </a:lnTo>
                <a:lnTo>
                  <a:pt x="571429" y="108950"/>
                </a:lnTo>
                <a:lnTo>
                  <a:pt x="571429" y="107023"/>
                </a:lnTo>
                <a:lnTo>
                  <a:pt x="583333" y="107023"/>
                </a:lnTo>
                <a:lnTo>
                  <a:pt x="583333" y="104550"/>
                </a:lnTo>
                <a:lnTo>
                  <a:pt x="591667" y="103323"/>
                </a:lnTo>
                <a:lnTo>
                  <a:pt x="591667" y="103099"/>
                </a:lnTo>
                <a:lnTo>
                  <a:pt x="600000" y="103099"/>
                </a:lnTo>
                <a:lnTo>
                  <a:pt x="600000" y="100176"/>
                </a:lnTo>
                <a:lnTo>
                  <a:pt x="666667" y="99277"/>
                </a:lnTo>
                <a:lnTo>
                  <a:pt x="666667" y="90059"/>
                </a:lnTo>
                <a:lnTo>
                  <a:pt x="714286" y="89834"/>
                </a:lnTo>
                <a:lnTo>
                  <a:pt x="714286" y="87907"/>
                </a:lnTo>
                <a:lnTo>
                  <a:pt x="750000" y="87682"/>
                </a:lnTo>
                <a:lnTo>
                  <a:pt x="750000" y="74192"/>
                </a:lnTo>
                <a:lnTo>
                  <a:pt x="958333" y="72843"/>
                </a:lnTo>
                <a:lnTo>
                  <a:pt x="958333" y="72619"/>
                </a:lnTo>
                <a:lnTo>
                  <a:pt x="1000000" y="72394"/>
                </a:lnTo>
                <a:lnTo>
                  <a:pt x="1000000" y="49911"/>
                </a:lnTo>
                <a:lnTo>
                  <a:pt x="1083333" y="49462"/>
                </a:lnTo>
                <a:lnTo>
                  <a:pt x="1083333" y="47213"/>
                </a:lnTo>
                <a:lnTo>
                  <a:pt x="1125000" y="47213"/>
                </a:lnTo>
                <a:lnTo>
                  <a:pt x="1125000" y="40469"/>
                </a:lnTo>
                <a:lnTo>
                  <a:pt x="1250000" y="40469"/>
                </a:lnTo>
                <a:lnTo>
                  <a:pt x="1250000" y="37096"/>
                </a:lnTo>
                <a:lnTo>
                  <a:pt x="1375000" y="37096"/>
                </a:lnTo>
                <a:lnTo>
                  <a:pt x="1375000" y="33724"/>
                </a:lnTo>
                <a:lnTo>
                  <a:pt x="1500000" y="33724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072" name="01_find_only_3071">
            <a:extLst>
              <a:ext uri="{FF2B5EF4-FFF2-40B4-BE49-F238E27FC236}">
                <a16:creationId xmlns:a16="http://schemas.microsoft.com/office/drawing/2014/main" id="{40F09D9D-B601-4206-9928-986666920C78}"/>
              </a:ext>
            </a:extLst>
          </p:cNvPr>
          <p:cNvSpPr>
            <a:spLocks noGrp="1"/>
          </p:cNvSpPr>
          <p:nvPr/>
        </p:nvSpPr>
        <p:spPr>
          <a:xfrm>
            <a:off x="4200168" y="5011278"/>
            <a:ext cx="1527834" cy="1291545"/>
          </a:xfrm>
          <a:custGeom>
            <a:avLst/>
            <a:gdLst/>
            <a:ahLst/>
            <a:cxnLst/>
            <a:rect l="0" t="0" r="0" b="0"/>
            <a:pathLst>
              <a:path w="1500000" h="1268016">
                <a:moveTo>
                  <a:pt x="0" y="1268016"/>
                </a:moveTo>
                <a:lnTo>
                  <a:pt x="250000" y="1268016"/>
                </a:lnTo>
                <a:lnTo>
                  <a:pt x="250000" y="891792"/>
                </a:lnTo>
                <a:lnTo>
                  <a:pt x="269231" y="891792"/>
                </a:lnTo>
                <a:lnTo>
                  <a:pt x="269231" y="875535"/>
                </a:lnTo>
                <a:lnTo>
                  <a:pt x="285714" y="875535"/>
                </a:lnTo>
                <a:lnTo>
                  <a:pt x="285714" y="845344"/>
                </a:lnTo>
                <a:lnTo>
                  <a:pt x="333333" y="845344"/>
                </a:lnTo>
                <a:lnTo>
                  <a:pt x="333333" y="812831"/>
                </a:lnTo>
                <a:lnTo>
                  <a:pt x="375000" y="812831"/>
                </a:lnTo>
                <a:lnTo>
                  <a:pt x="375000" y="777608"/>
                </a:lnTo>
                <a:lnTo>
                  <a:pt x="500000" y="777608"/>
                </a:lnTo>
                <a:lnTo>
                  <a:pt x="500000" y="422672"/>
                </a:lnTo>
                <a:lnTo>
                  <a:pt x="666667" y="422672"/>
                </a:lnTo>
                <a:lnTo>
                  <a:pt x="666667" y="392481"/>
                </a:lnTo>
                <a:lnTo>
                  <a:pt x="750000" y="392481"/>
                </a:lnTo>
                <a:lnTo>
                  <a:pt x="750000" y="339647"/>
                </a:lnTo>
                <a:lnTo>
                  <a:pt x="1000000" y="339647"/>
                </a:lnTo>
                <a:lnTo>
                  <a:pt x="1000000" y="237753"/>
                </a:lnTo>
                <a:lnTo>
                  <a:pt x="1083333" y="237753"/>
                </a:lnTo>
                <a:lnTo>
                  <a:pt x="1083333" y="184919"/>
                </a:lnTo>
                <a:lnTo>
                  <a:pt x="1500000" y="184919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073" name="01_find_only_3072">
            <a:extLst>
              <a:ext uri="{FF2B5EF4-FFF2-40B4-BE49-F238E27FC236}">
                <a16:creationId xmlns:a16="http://schemas.microsoft.com/office/drawing/2014/main" id="{685DF918-F94F-48E5-B1B7-D4638579F34A}"/>
              </a:ext>
            </a:extLst>
          </p:cNvPr>
          <p:cNvSpPr>
            <a:spLocks noGrp="1"/>
          </p:cNvSpPr>
          <p:nvPr/>
        </p:nvSpPr>
        <p:spPr>
          <a:xfrm>
            <a:off x="4432817" y="5973550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4" name="01_find_only_3073">
            <a:extLst>
              <a:ext uri="{FF2B5EF4-FFF2-40B4-BE49-F238E27FC236}">
                <a16:creationId xmlns:a16="http://schemas.microsoft.com/office/drawing/2014/main" id="{6358A3B2-8E1B-4CC6-BC00-50585AB70B9A}"/>
              </a:ext>
            </a:extLst>
          </p:cNvPr>
          <p:cNvSpPr>
            <a:spLocks noGrp="1"/>
          </p:cNvSpPr>
          <p:nvPr/>
        </p:nvSpPr>
        <p:spPr>
          <a:xfrm>
            <a:off x="4687456" y="5508234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5" name="01_find_only_3074">
            <a:extLst>
              <a:ext uri="{FF2B5EF4-FFF2-40B4-BE49-F238E27FC236}">
                <a16:creationId xmlns:a16="http://schemas.microsoft.com/office/drawing/2014/main" id="{03B60A6C-6E50-4FA9-9642-3E543D756118}"/>
              </a:ext>
            </a:extLst>
          </p:cNvPr>
          <p:cNvSpPr>
            <a:spLocks noGrp="1"/>
          </p:cNvSpPr>
          <p:nvPr/>
        </p:nvSpPr>
        <p:spPr>
          <a:xfrm>
            <a:off x="5196734" y="5446851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6" name="01_find_only_3075">
            <a:extLst>
              <a:ext uri="{FF2B5EF4-FFF2-40B4-BE49-F238E27FC236}">
                <a16:creationId xmlns:a16="http://schemas.microsoft.com/office/drawing/2014/main" id="{31AEB54D-0CCF-4046-AC6B-0A6F7067500A}"/>
              </a:ext>
            </a:extLst>
          </p:cNvPr>
          <p:cNvSpPr>
            <a:spLocks noGrp="1"/>
          </p:cNvSpPr>
          <p:nvPr/>
        </p:nvSpPr>
        <p:spPr>
          <a:xfrm>
            <a:off x="5706012" y="5396013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077" name="01_find_only_3076">
            <a:extLst>
              <a:ext uri="{FF2B5EF4-FFF2-40B4-BE49-F238E27FC236}">
                <a16:creationId xmlns:a16="http://schemas.microsoft.com/office/drawing/2014/main" id="{062DE6D1-2661-4D72-82EE-BB9CD5E4A3BE}"/>
              </a:ext>
            </a:extLst>
          </p:cNvPr>
          <p:cNvSpPr>
            <a:spLocks noGrp="1"/>
          </p:cNvSpPr>
          <p:nvPr/>
        </p:nvSpPr>
        <p:spPr>
          <a:xfrm>
            <a:off x="4418220" y="588303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78" name="01_find_only_3077">
            <a:extLst>
              <a:ext uri="{FF2B5EF4-FFF2-40B4-BE49-F238E27FC236}">
                <a16:creationId xmlns:a16="http://schemas.microsoft.com/office/drawing/2014/main" id="{BDED3CE4-15D5-4231-B71D-E216350D81D2}"/>
              </a:ext>
            </a:extLst>
          </p:cNvPr>
          <p:cNvSpPr>
            <a:spLocks noGrp="1"/>
          </p:cNvSpPr>
          <p:nvPr/>
        </p:nvSpPr>
        <p:spPr>
          <a:xfrm>
            <a:off x="4672859" y="5405206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79" name="01_find_only_3078">
            <a:extLst>
              <a:ext uri="{FF2B5EF4-FFF2-40B4-BE49-F238E27FC236}">
                <a16:creationId xmlns:a16="http://schemas.microsoft.com/office/drawing/2014/main" id="{BEB77EB0-FECB-4FD0-80EF-1EA50D8FD8A6}"/>
              </a:ext>
            </a:extLst>
          </p:cNvPr>
          <p:cNvSpPr>
            <a:spLocks noGrp="1"/>
          </p:cNvSpPr>
          <p:nvPr/>
        </p:nvSpPr>
        <p:spPr>
          <a:xfrm>
            <a:off x="5182137" y="5216855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80" name="01_find_only_3079">
            <a:extLst>
              <a:ext uri="{FF2B5EF4-FFF2-40B4-BE49-F238E27FC236}">
                <a16:creationId xmlns:a16="http://schemas.microsoft.com/office/drawing/2014/main" id="{745F1F63-159C-433F-8407-0480DAB6E36A}"/>
              </a:ext>
            </a:extLst>
          </p:cNvPr>
          <p:cNvSpPr>
            <a:spLocks noGrp="1"/>
          </p:cNvSpPr>
          <p:nvPr/>
        </p:nvSpPr>
        <p:spPr>
          <a:xfrm>
            <a:off x="5691415" y="497469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081" name="01_find_only_3080">
            <a:extLst>
              <a:ext uri="{FF2B5EF4-FFF2-40B4-BE49-F238E27FC236}">
                <a16:creationId xmlns:a16="http://schemas.microsoft.com/office/drawing/2014/main" id="{C61C557A-F4F0-4FD6-9F65-A195FB080EF1}"/>
              </a:ext>
            </a:extLst>
          </p:cNvPr>
          <p:cNvSpPr>
            <a:spLocks noGrp="1"/>
          </p:cNvSpPr>
          <p:nvPr/>
        </p:nvSpPr>
        <p:spPr>
          <a:xfrm>
            <a:off x="6346469" y="4946701"/>
            <a:ext cx="1650061" cy="1420700"/>
          </a:xfrm>
          <a:custGeom>
            <a:avLst/>
            <a:gdLst/>
            <a:ahLst/>
            <a:cxnLst/>
            <a:rect l="0" t="0" r="0" b="0"/>
            <a:pathLst>
              <a:path w="1620000" h="1394818">
                <a:moveTo>
                  <a:pt x="0" y="1394818"/>
                </a:moveTo>
                <a:lnTo>
                  <a:pt x="1620000" y="1394818"/>
                </a:lnTo>
                <a:lnTo>
                  <a:pt x="1620000" y="0"/>
                </a:lnTo>
                <a:lnTo>
                  <a:pt x="0" y="0"/>
                </a:lnTo>
                <a:lnTo>
                  <a:pt x="0" y="139481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082" name="01_find_only_3081">
            <a:extLst>
              <a:ext uri="{FF2B5EF4-FFF2-40B4-BE49-F238E27FC236}">
                <a16:creationId xmlns:a16="http://schemas.microsoft.com/office/drawing/2014/main" id="{BB320D19-4E8E-4D61-BB17-358D8F6B4D46}"/>
              </a:ext>
            </a:extLst>
          </p:cNvPr>
          <p:cNvSpPr>
            <a:spLocks noGrp="1"/>
          </p:cNvSpPr>
          <p:nvPr/>
        </p:nvSpPr>
        <p:spPr>
          <a:xfrm>
            <a:off x="6550181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33" y="1257449"/>
                </a:lnTo>
                <a:lnTo>
                  <a:pt x="2881" y="1246883"/>
                </a:lnTo>
                <a:lnTo>
                  <a:pt x="6299" y="1236316"/>
                </a:lnTo>
                <a:lnTo>
                  <a:pt x="10762" y="1225749"/>
                </a:lnTo>
                <a:lnTo>
                  <a:pt x="15988" y="1215182"/>
                </a:lnTo>
                <a:lnTo>
                  <a:pt x="21672" y="1204615"/>
                </a:lnTo>
                <a:lnTo>
                  <a:pt x="27508" y="1194049"/>
                </a:lnTo>
                <a:lnTo>
                  <a:pt x="33221" y="1183482"/>
                </a:lnTo>
                <a:lnTo>
                  <a:pt x="38581" y="1172915"/>
                </a:lnTo>
                <a:lnTo>
                  <a:pt x="43421" y="1162348"/>
                </a:lnTo>
                <a:lnTo>
                  <a:pt x="47634" y="1151781"/>
                </a:lnTo>
                <a:lnTo>
                  <a:pt x="51175" y="1141215"/>
                </a:lnTo>
                <a:lnTo>
                  <a:pt x="54051" y="1130648"/>
                </a:lnTo>
                <a:lnTo>
                  <a:pt x="56309" y="1120081"/>
                </a:lnTo>
                <a:lnTo>
                  <a:pt x="58021" y="1109514"/>
                </a:lnTo>
                <a:lnTo>
                  <a:pt x="59274" y="1098947"/>
                </a:lnTo>
                <a:lnTo>
                  <a:pt x="60160" y="1088381"/>
                </a:lnTo>
                <a:lnTo>
                  <a:pt x="60763" y="1077814"/>
                </a:lnTo>
                <a:lnTo>
                  <a:pt x="61160" y="1067247"/>
                </a:lnTo>
                <a:lnTo>
                  <a:pt x="61414" y="1056680"/>
                </a:lnTo>
                <a:lnTo>
                  <a:pt x="61572" y="1046113"/>
                </a:lnTo>
                <a:lnTo>
                  <a:pt x="61669" y="1035547"/>
                </a:lnTo>
                <a:lnTo>
                  <a:pt x="61729" y="1024980"/>
                </a:lnTo>
                <a:lnTo>
                  <a:pt x="61764" y="1014413"/>
                </a:lnTo>
                <a:lnTo>
                  <a:pt x="61780" y="1003846"/>
                </a:lnTo>
                <a:lnTo>
                  <a:pt x="61778" y="993279"/>
                </a:lnTo>
                <a:lnTo>
                  <a:pt x="61754" y="982713"/>
                </a:lnTo>
                <a:lnTo>
                  <a:pt x="61703" y="972146"/>
                </a:lnTo>
                <a:lnTo>
                  <a:pt x="61623" y="961579"/>
                </a:lnTo>
                <a:lnTo>
                  <a:pt x="61508" y="951012"/>
                </a:lnTo>
                <a:lnTo>
                  <a:pt x="61356" y="940445"/>
                </a:lnTo>
                <a:lnTo>
                  <a:pt x="61168" y="929879"/>
                </a:lnTo>
                <a:lnTo>
                  <a:pt x="60946" y="919312"/>
                </a:lnTo>
                <a:lnTo>
                  <a:pt x="60692" y="908745"/>
                </a:lnTo>
                <a:lnTo>
                  <a:pt x="60411" y="898178"/>
                </a:lnTo>
                <a:lnTo>
                  <a:pt x="60111" y="887611"/>
                </a:lnTo>
                <a:lnTo>
                  <a:pt x="59797" y="877045"/>
                </a:lnTo>
                <a:lnTo>
                  <a:pt x="59475" y="866478"/>
                </a:lnTo>
                <a:lnTo>
                  <a:pt x="59149" y="855911"/>
                </a:lnTo>
                <a:lnTo>
                  <a:pt x="58824" y="845344"/>
                </a:lnTo>
                <a:lnTo>
                  <a:pt x="58498" y="834777"/>
                </a:lnTo>
                <a:lnTo>
                  <a:pt x="58169" y="824211"/>
                </a:lnTo>
                <a:lnTo>
                  <a:pt x="57832" y="813644"/>
                </a:lnTo>
                <a:lnTo>
                  <a:pt x="57478" y="803077"/>
                </a:lnTo>
                <a:lnTo>
                  <a:pt x="57094" y="792510"/>
                </a:lnTo>
                <a:lnTo>
                  <a:pt x="56668" y="781943"/>
                </a:lnTo>
                <a:lnTo>
                  <a:pt x="56185" y="771377"/>
                </a:lnTo>
                <a:lnTo>
                  <a:pt x="55633" y="760810"/>
                </a:lnTo>
                <a:lnTo>
                  <a:pt x="55002" y="750243"/>
                </a:lnTo>
                <a:lnTo>
                  <a:pt x="54289" y="739676"/>
                </a:lnTo>
                <a:lnTo>
                  <a:pt x="53501" y="729109"/>
                </a:lnTo>
                <a:lnTo>
                  <a:pt x="52655" y="718543"/>
                </a:lnTo>
                <a:lnTo>
                  <a:pt x="51778" y="707976"/>
                </a:lnTo>
                <a:lnTo>
                  <a:pt x="50909" y="697409"/>
                </a:lnTo>
                <a:lnTo>
                  <a:pt x="50099" y="686842"/>
                </a:lnTo>
                <a:lnTo>
                  <a:pt x="49401" y="676275"/>
                </a:lnTo>
                <a:lnTo>
                  <a:pt x="48871" y="665708"/>
                </a:lnTo>
                <a:lnTo>
                  <a:pt x="48560" y="655142"/>
                </a:lnTo>
                <a:lnTo>
                  <a:pt x="48507" y="644575"/>
                </a:lnTo>
                <a:lnTo>
                  <a:pt x="48737" y="634008"/>
                </a:lnTo>
                <a:lnTo>
                  <a:pt x="49255" y="623441"/>
                </a:lnTo>
                <a:lnTo>
                  <a:pt x="50047" y="612874"/>
                </a:lnTo>
                <a:lnTo>
                  <a:pt x="51081" y="602308"/>
                </a:lnTo>
                <a:lnTo>
                  <a:pt x="52306" y="591741"/>
                </a:lnTo>
                <a:lnTo>
                  <a:pt x="53664" y="581174"/>
                </a:lnTo>
                <a:lnTo>
                  <a:pt x="55091" y="570607"/>
                </a:lnTo>
                <a:lnTo>
                  <a:pt x="56525" y="560040"/>
                </a:lnTo>
                <a:lnTo>
                  <a:pt x="57907" y="549474"/>
                </a:lnTo>
                <a:lnTo>
                  <a:pt x="59194" y="538907"/>
                </a:lnTo>
                <a:lnTo>
                  <a:pt x="60352" y="528340"/>
                </a:lnTo>
                <a:lnTo>
                  <a:pt x="61362" y="517773"/>
                </a:lnTo>
                <a:lnTo>
                  <a:pt x="62215" y="507206"/>
                </a:lnTo>
                <a:lnTo>
                  <a:pt x="62916" y="496640"/>
                </a:lnTo>
                <a:lnTo>
                  <a:pt x="63475" y="486073"/>
                </a:lnTo>
                <a:lnTo>
                  <a:pt x="63910" y="475506"/>
                </a:lnTo>
                <a:lnTo>
                  <a:pt x="64238" y="464939"/>
                </a:lnTo>
                <a:lnTo>
                  <a:pt x="64479" y="454372"/>
                </a:lnTo>
                <a:lnTo>
                  <a:pt x="64652" y="443806"/>
                </a:lnTo>
                <a:lnTo>
                  <a:pt x="64773" y="433239"/>
                </a:lnTo>
                <a:lnTo>
                  <a:pt x="64855" y="422672"/>
                </a:lnTo>
                <a:lnTo>
                  <a:pt x="64909" y="412105"/>
                </a:lnTo>
                <a:lnTo>
                  <a:pt x="64945" y="401538"/>
                </a:lnTo>
                <a:lnTo>
                  <a:pt x="64967" y="390972"/>
                </a:lnTo>
                <a:lnTo>
                  <a:pt x="64981" y="380405"/>
                </a:lnTo>
                <a:lnTo>
                  <a:pt x="64989" y="369838"/>
                </a:lnTo>
                <a:lnTo>
                  <a:pt x="64994" y="359271"/>
                </a:lnTo>
                <a:lnTo>
                  <a:pt x="64997" y="348704"/>
                </a:lnTo>
                <a:lnTo>
                  <a:pt x="64998" y="338138"/>
                </a:lnTo>
                <a:lnTo>
                  <a:pt x="64999" y="327571"/>
                </a:lnTo>
                <a:lnTo>
                  <a:pt x="65000" y="317004"/>
                </a:lnTo>
                <a:lnTo>
                  <a:pt x="65000" y="306437"/>
                </a:lnTo>
                <a:lnTo>
                  <a:pt x="65000" y="295870"/>
                </a:lnTo>
                <a:lnTo>
                  <a:pt x="65000" y="285304"/>
                </a:lnTo>
                <a:lnTo>
                  <a:pt x="65000" y="274737"/>
                </a:lnTo>
                <a:lnTo>
                  <a:pt x="65000" y="264170"/>
                </a:lnTo>
                <a:lnTo>
                  <a:pt x="65000" y="253603"/>
                </a:lnTo>
                <a:lnTo>
                  <a:pt x="65000" y="243036"/>
                </a:lnTo>
                <a:lnTo>
                  <a:pt x="65000" y="232470"/>
                </a:lnTo>
                <a:lnTo>
                  <a:pt x="65000" y="221903"/>
                </a:lnTo>
                <a:lnTo>
                  <a:pt x="65000" y="211336"/>
                </a:lnTo>
                <a:lnTo>
                  <a:pt x="65000" y="200769"/>
                </a:lnTo>
                <a:lnTo>
                  <a:pt x="65000" y="190202"/>
                </a:lnTo>
                <a:lnTo>
                  <a:pt x="65000" y="179636"/>
                </a:lnTo>
                <a:lnTo>
                  <a:pt x="65000" y="169069"/>
                </a:lnTo>
                <a:lnTo>
                  <a:pt x="65000" y="158502"/>
                </a:lnTo>
                <a:lnTo>
                  <a:pt x="65000" y="147935"/>
                </a:lnTo>
                <a:lnTo>
                  <a:pt x="65000" y="137368"/>
                </a:lnTo>
                <a:lnTo>
                  <a:pt x="65000" y="126802"/>
                </a:lnTo>
                <a:lnTo>
                  <a:pt x="65000" y="116235"/>
                </a:lnTo>
                <a:lnTo>
                  <a:pt x="65000" y="105668"/>
                </a:lnTo>
                <a:lnTo>
                  <a:pt x="65000" y="95101"/>
                </a:lnTo>
                <a:lnTo>
                  <a:pt x="65000" y="84534"/>
                </a:lnTo>
                <a:lnTo>
                  <a:pt x="65000" y="73968"/>
                </a:lnTo>
                <a:lnTo>
                  <a:pt x="65000" y="63401"/>
                </a:lnTo>
                <a:lnTo>
                  <a:pt x="65000" y="52834"/>
                </a:lnTo>
                <a:lnTo>
                  <a:pt x="65000" y="42267"/>
                </a:lnTo>
                <a:lnTo>
                  <a:pt x="65000" y="31700"/>
                </a:lnTo>
                <a:lnTo>
                  <a:pt x="65000" y="21134"/>
                </a:lnTo>
                <a:lnTo>
                  <a:pt x="65000" y="10567"/>
                </a:lnTo>
                <a:lnTo>
                  <a:pt x="65000" y="0"/>
                </a:lnTo>
                <a:lnTo>
                  <a:pt x="65000" y="0"/>
                </a:lnTo>
                <a:lnTo>
                  <a:pt x="65000" y="0"/>
                </a:lnTo>
                <a:lnTo>
                  <a:pt x="65000" y="10567"/>
                </a:lnTo>
                <a:lnTo>
                  <a:pt x="65000" y="21134"/>
                </a:lnTo>
                <a:lnTo>
                  <a:pt x="65000" y="31700"/>
                </a:lnTo>
                <a:lnTo>
                  <a:pt x="65000" y="42267"/>
                </a:lnTo>
                <a:lnTo>
                  <a:pt x="65000" y="52834"/>
                </a:lnTo>
                <a:lnTo>
                  <a:pt x="65000" y="63401"/>
                </a:lnTo>
                <a:lnTo>
                  <a:pt x="65000" y="73968"/>
                </a:lnTo>
                <a:lnTo>
                  <a:pt x="65000" y="84534"/>
                </a:lnTo>
                <a:lnTo>
                  <a:pt x="65000" y="95101"/>
                </a:lnTo>
                <a:lnTo>
                  <a:pt x="65000" y="105668"/>
                </a:lnTo>
                <a:lnTo>
                  <a:pt x="65000" y="116235"/>
                </a:lnTo>
                <a:lnTo>
                  <a:pt x="65000" y="126802"/>
                </a:lnTo>
                <a:lnTo>
                  <a:pt x="65000" y="137368"/>
                </a:lnTo>
                <a:lnTo>
                  <a:pt x="65000" y="147935"/>
                </a:lnTo>
                <a:lnTo>
                  <a:pt x="65000" y="158502"/>
                </a:lnTo>
                <a:lnTo>
                  <a:pt x="65000" y="169069"/>
                </a:lnTo>
                <a:lnTo>
                  <a:pt x="65000" y="179636"/>
                </a:lnTo>
                <a:lnTo>
                  <a:pt x="65000" y="190202"/>
                </a:lnTo>
                <a:lnTo>
                  <a:pt x="65000" y="200769"/>
                </a:lnTo>
                <a:lnTo>
                  <a:pt x="65000" y="211336"/>
                </a:lnTo>
                <a:lnTo>
                  <a:pt x="65000" y="221903"/>
                </a:lnTo>
                <a:lnTo>
                  <a:pt x="65000" y="232470"/>
                </a:lnTo>
                <a:lnTo>
                  <a:pt x="65000" y="243036"/>
                </a:lnTo>
                <a:lnTo>
                  <a:pt x="65000" y="253603"/>
                </a:lnTo>
                <a:lnTo>
                  <a:pt x="65000" y="264170"/>
                </a:lnTo>
                <a:lnTo>
                  <a:pt x="65000" y="274737"/>
                </a:lnTo>
                <a:lnTo>
                  <a:pt x="65000" y="285304"/>
                </a:lnTo>
                <a:lnTo>
                  <a:pt x="65000" y="295870"/>
                </a:lnTo>
                <a:lnTo>
                  <a:pt x="65000" y="306437"/>
                </a:lnTo>
                <a:lnTo>
                  <a:pt x="65000" y="317004"/>
                </a:lnTo>
                <a:lnTo>
                  <a:pt x="65001" y="327571"/>
                </a:lnTo>
                <a:lnTo>
                  <a:pt x="65002" y="338138"/>
                </a:lnTo>
                <a:lnTo>
                  <a:pt x="65003" y="348704"/>
                </a:lnTo>
                <a:lnTo>
                  <a:pt x="65006" y="359271"/>
                </a:lnTo>
                <a:lnTo>
                  <a:pt x="65011" y="369838"/>
                </a:lnTo>
                <a:lnTo>
                  <a:pt x="65019" y="380405"/>
                </a:lnTo>
                <a:lnTo>
                  <a:pt x="65033" y="390972"/>
                </a:lnTo>
                <a:lnTo>
                  <a:pt x="65055" y="401538"/>
                </a:lnTo>
                <a:lnTo>
                  <a:pt x="65090" y="412105"/>
                </a:lnTo>
                <a:lnTo>
                  <a:pt x="65145" y="422672"/>
                </a:lnTo>
                <a:lnTo>
                  <a:pt x="65227" y="433239"/>
                </a:lnTo>
                <a:lnTo>
                  <a:pt x="65348" y="443806"/>
                </a:lnTo>
                <a:lnTo>
                  <a:pt x="65521" y="454372"/>
                </a:lnTo>
                <a:lnTo>
                  <a:pt x="65762" y="464939"/>
                </a:lnTo>
                <a:lnTo>
                  <a:pt x="66090" y="475506"/>
                </a:lnTo>
                <a:lnTo>
                  <a:pt x="66525" y="486073"/>
                </a:lnTo>
                <a:lnTo>
                  <a:pt x="67084" y="496640"/>
                </a:lnTo>
                <a:lnTo>
                  <a:pt x="67785" y="507206"/>
                </a:lnTo>
                <a:lnTo>
                  <a:pt x="68638" y="517773"/>
                </a:lnTo>
                <a:lnTo>
                  <a:pt x="69647" y="528340"/>
                </a:lnTo>
                <a:lnTo>
                  <a:pt x="70806" y="538907"/>
                </a:lnTo>
                <a:lnTo>
                  <a:pt x="72093" y="549474"/>
                </a:lnTo>
                <a:lnTo>
                  <a:pt x="73475" y="560040"/>
                </a:lnTo>
                <a:lnTo>
                  <a:pt x="74909" y="570607"/>
                </a:lnTo>
                <a:lnTo>
                  <a:pt x="76336" y="581174"/>
                </a:lnTo>
                <a:lnTo>
                  <a:pt x="77694" y="591741"/>
                </a:lnTo>
                <a:lnTo>
                  <a:pt x="78919" y="602308"/>
                </a:lnTo>
                <a:lnTo>
                  <a:pt x="79953" y="612874"/>
                </a:lnTo>
                <a:lnTo>
                  <a:pt x="80745" y="623441"/>
                </a:lnTo>
                <a:lnTo>
                  <a:pt x="81263" y="634008"/>
                </a:lnTo>
                <a:lnTo>
                  <a:pt x="81493" y="644575"/>
                </a:lnTo>
                <a:lnTo>
                  <a:pt x="81440" y="655142"/>
                </a:lnTo>
                <a:lnTo>
                  <a:pt x="81129" y="665708"/>
                </a:lnTo>
                <a:lnTo>
                  <a:pt x="80599" y="676275"/>
                </a:lnTo>
                <a:lnTo>
                  <a:pt x="79901" y="686842"/>
                </a:lnTo>
                <a:lnTo>
                  <a:pt x="79091" y="697409"/>
                </a:lnTo>
                <a:lnTo>
                  <a:pt x="78222" y="707976"/>
                </a:lnTo>
                <a:lnTo>
                  <a:pt x="77345" y="718543"/>
                </a:lnTo>
                <a:lnTo>
                  <a:pt x="76499" y="729109"/>
                </a:lnTo>
                <a:lnTo>
                  <a:pt x="75711" y="739676"/>
                </a:lnTo>
                <a:lnTo>
                  <a:pt x="74998" y="750243"/>
                </a:lnTo>
                <a:lnTo>
                  <a:pt x="74367" y="760810"/>
                </a:lnTo>
                <a:lnTo>
                  <a:pt x="73815" y="771377"/>
                </a:lnTo>
                <a:lnTo>
                  <a:pt x="73332" y="781943"/>
                </a:lnTo>
                <a:lnTo>
                  <a:pt x="72906" y="792510"/>
                </a:lnTo>
                <a:lnTo>
                  <a:pt x="72522" y="803077"/>
                </a:lnTo>
                <a:lnTo>
                  <a:pt x="72168" y="813644"/>
                </a:lnTo>
                <a:lnTo>
                  <a:pt x="71831" y="824211"/>
                </a:lnTo>
                <a:lnTo>
                  <a:pt x="71502" y="834777"/>
                </a:lnTo>
                <a:lnTo>
                  <a:pt x="71176" y="845344"/>
                </a:lnTo>
                <a:lnTo>
                  <a:pt x="70851" y="855911"/>
                </a:lnTo>
                <a:lnTo>
                  <a:pt x="70525" y="866478"/>
                </a:lnTo>
                <a:lnTo>
                  <a:pt x="70203" y="877045"/>
                </a:lnTo>
                <a:lnTo>
                  <a:pt x="69889" y="887611"/>
                </a:lnTo>
                <a:lnTo>
                  <a:pt x="69589" y="898178"/>
                </a:lnTo>
                <a:lnTo>
                  <a:pt x="69308" y="908745"/>
                </a:lnTo>
                <a:lnTo>
                  <a:pt x="69054" y="919312"/>
                </a:lnTo>
                <a:lnTo>
                  <a:pt x="68832" y="929879"/>
                </a:lnTo>
                <a:lnTo>
                  <a:pt x="68644" y="940445"/>
                </a:lnTo>
                <a:lnTo>
                  <a:pt x="68492" y="951012"/>
                </a:lnTo>
                <a:lnTo>
                  <a:pt x="68377" y="961579"/>
                </a:lnTo>
                <a:lnTo>
                  <a:pt x="68297" y="972146"/>
                </a:lnTo>
                <a:lnTo>
                  <a:pt x="68246" y="982713"/>
                </a:lnTo>
                <a:lnTo>
                  <a:pt x="68222" y="993279"/>
                </a:lnTo>
                <a:lnTo>
                  <a:pt x="68220" y="1003846"/>
                </a:lnTo>
                <a:lnTo>
                  <a:pt x="68236" y="1014413"/>
                </a:lnTo>
                <a:lnTo>
                  <a:pt x="68271" y="1024980"/>
                </a:lnTo>
                <a:lnTo>
                  <a:pt x="68331" y="1035547"/>
                </a:lnTo>
                <a:lnTo>
                  <a:pt x="68428" y="1046113"/>
                </a:lnTo>
                <a:lnTo>
                  <a:pt x="68586" y="1056680"/>
                </a:lnTo>
                <a:lnTo>
                  <a:pt x="68840" y="1067247"/>
                </a:lnTo>
                <a:lnTo>
                  <a:pt x="69237" y="1077814"/>
                </a:lnTo>
                <a:lnTo>
                  <a:pt x="69840" y="1088381"/>
                </a:lnTo>
                <a:lnTo>
                  <a:pt x="70726" y="1098947"/>
                </a:lnTo>
                <a:lnTo>
                  <a:pt x="71979" y="1109514"/>
                </a:lnTo>
                <a:lnTo>
                  <a:pt x="73691" y="1120081"/>
                </a:lnTo>
                <a:lnTo>
                  <a:pt x="75949" y="1130648"/>
                </a:lnTo>
                <a:lnTo>
                  <a:pt x="78825" y="1141215"/>
                </a:lnTo>
                <a:lnTo>
                  <a:pt x="82366" y="1151781"/>
                </a:lnTo>
                <a:lnTo>
                  <a:pt x="86579" y="1162348"/>
                </a:lnTo>
                <a:lnTo>
                  <a:pt x="91419" y="1172915"/>
                </a:lnTo>
                <a:lnTo>
                  <a:pt x="96779" y="1183482"/>
                </a:lnTo>
                <a:lnTo>
                  <a:pt x="102492" y="1194049"/>
                </a:lnTo>
                <a:lnTo>
                  <a:pt x="108328" y="1204615"/>
                </a:lnTo>
                <a:lnTo>
                  <a:pt x="114012" y="1215182"/>
                </a:lnTo>
                <a:lnTo>
                  <a:pt x="119238" y="1225749"/>
                </a:lnTo>
                <a:lnTo>
                  <a:pt x="123701" y="1236316"/>
                </a:lnTo>
                <a:lnTo>
                  <a:pt x="127119" y="1246883"/>
                </a:lnTo>
                <a:lnTo>
                  <a:pt x="129267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3" name="01_find_only_3082">
            <a:extLst>
              <a:ext uri="{FF2B5EF4-FFF2-40B4-BE49-F238E27FC236}">
                <a16:creationId xmlns:a16="http://schemas.microsoft.com/office/drawing/2014/main" id="{9A3BE8C3-50E0-4466-BCFC-7266D2341559}"/>
              </a:ext>
            </a:extLst>
          </p:cNvPr>
          <p:cNvSpPr>
            <a:spLocks noGrp="1"/>
          </p:cNvSpPr>
          <p:nvPr/>
        </p:nvSpPr>
        <p:spPr>
          <a:xfrm>
            <a:off x="6804820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30000" y="1268016"/>
                </a:moveTo>
                <a:lnTo>
                  <a:pt x="0" y="1268016"/>
                </a:lnTo>
                <a:lnTo>
                  <a:pt x="722" y="1257449"/>
                </a:lnTo>
                <a:lnTo>
                  <a:pt x="2838" y="1246883"/>
                </a:lnTo>
                <a:lnTo>
                  <a:pt x="6202" y="1236316"/>
                </a:lnTo>
                <a:lnTo>
                  <a:pt x="10589" y="1225749"/>
                </a:lnTo>
                <a:lnTo>
                  <a:pt x="15719" y="1215182"/>
                </a:lnTo>
                <a:lnTo>
                  <a:pt x="21287" y="1204615"/>
                </a:lnTo>
                <a:lnTo>
                  <a:pt x="26989" y="1194049"/>
                </a:lnTo>
                <a:lnTo>
                  <a:pt x="32550" y="1183482"/>
                </a:lnTo>
                <a:lnTo>
                  <a:pt x="37745" y="1172915"/>
                </a:lnTo>
                <a:lnTo>
                  <a:pt x="42407" y="1162348"/>
                </a:lnTo>
                <a:lnTo>
                  <a:pt x="46437" y="1151781"/>
                </a:lnTo>
                <a:lnTo>
                  <a:pt x="49793" y="1141215"/>
                </a:lnTo>
                <a:lnTo>
                  <a:pt x="52487" y="1130648"/>
                </a:lnTo>
                <a:lnTo>
                  <a:pt x="54572" y="1120081"/>
                </a:lnTo>
                <a:lnTo>
                  <a:pt x="56127" y="1109514"/>
                </a:lnTo>
                <a:lnTo>
                  <a:pt x="57244" y="1098947"/>
                </a:lnTo>
                <a:lnTo>
                  <a:pt x="58019" y="1088381"/>
                </a:lnTo>
                <a:lnTo>
                  <a:pt x="58542" y="1077814"/>
                </a:lnTo>
                <a:lnTo>
                  <a:pt x="58888" y="1067247"/>
                </a:lnTo>
                <a:lnTo>
                  <a:pt x="59121" y="1056680"/>
                </a:lnTo>
                <a:lnTo>
                  <a:pt x="59287" y="1046113"/>
                </a:lnTo>
                <a:lnTo>
                  <a:pt x="59414" y="1035547"/>
                </a:lnTo>
                <a:lnTo>
                  <a:pt x="59521" y="1024980"/>
                </a:lnTo>
                <a:lnTo>
                  <a:pt x="59612" y="1014413"/>
                </a:lnTo>
                <a:lnTo>
                  <a:pt x="59686" y="1003846"/>
                </a:lnTo>
                <a:lnTo>
                  <a:pt x="59737" y="993279"/>
                </a:lnTo>
                <a:lnTo>
                  <a:pt x="59757" y="982713"/>
                </a:lnTo>
                <a:lnTo>
                  <a:pt x="59739" y="972146"/>
                </a:lnTo>
                <a:lnTo>
                  <a:pt x="59680" y="961579"/>
                </a:lnTo>
                <a:lnTo>
                  <a:pt x="59581" y="951012"/>
                </a:lnTo>
                <a:lnTo>
                  <a:pt x="59446" y="940445"/>
                </a:lnTo>
                <a:lnTo>
                  <a:pt x="59286" y="929879"/>
                </a:lnTo>
                <a:lnTo>
                  <a:pt x="59113" y="919312"/>
                </a:lnTo>
                <a:lnTo>
                  <a:pt x="58944" y="908745"/>
                </a:lnTo>
                <a:lnTo>
                  <a:pt x="58797" y="898178"/>
                </a:lnTo>
                <a:lnTo>
                  <a:pt x="58688" y="887611"/>
                </a:lnTo>
                <a:lnTo>
                  <a:pt x="58631" y="877045"/>
                </a:lnTo>
                <a:lnTo>
                  <a:pt x="58639" y="866478"/>
                </a:lnTo>
                <a:lnTo>
                  <a:pt x="58718" y="855911"/>
                </a:lnTo>
                <a:lnTo>
                  <a:pt x="58870" y="845344"/>
                </a:lnTo>
                <a:lnTo>
                  <a:pt x="59091" y="834777"/>
                </a:lnTo>
                <a:lnTo>
                  <a:pt x="59372" y="824211"/>
                </a:lnTo>
                <a:lnTo>
                  <a:pt x="59697" y="813644"/>
                </a:lnTo>
                <a:lnTo>
                  <a:pt x="60048" y="803077"/>
                </a:lnTo>
                <a:lnTo>
                  <a:pt x="60404" y="792510"/>
                </a:lnTo>
                <a:lnTo>
                  <a:pt x="60740" y="781943"/>
                </a:lnTo>
                <a:lnTo>
                  <a:pt x="61036" y="771377"/>
                </a:lnTo>
                <a:lnTo>
                  <a:pt x="61270" y="760810"/>
                </a:lnTo>
                <a:lnTo>
                  <a:pt x="61425" y="750243"/>
                </a:lnTo>
                <a:lnTo>
                  <a:pt x="61490" y="739676"/>
                </a:lnTo>
                <a:lnTo>
                  <a:pt x="61461" y="729109"/>
                </a:lnTo>
                <a:lnTo>
                  <a:pt x="61340" y="718543"/>
                </a:lnTo>
                <a:lnTo>
                  <a:pt x="61137" y="707976"/>
                </a:lnTo>
                <a:lnTo>
                  <a:pt x="60868" y="697409"/>
                </a:lnTo>
                <a:lnTo>
                  <a:pt x="60555" y="686842"/>
                </a:lnTo>
                <a:lnTo>
                  <a:pt x="60224" y="676275"/>
                </a:lnTo>
                <a:lnTo>
                  <a:pt x="59902" y="665708"/>
                </a:lnTo>
                <a:lnTo>
                  <a:pt x="59615" y="655142"/>
                </a:lnTo>
                <a:lnTo>
                  <a:pt x="59385" y="644575"/>
                </a:lnTo>
                <a:lnTo>
                  <a:pt x="59228" y="634008"/>
                </a:lnTo>
                <a:lnTo>
                  <a:pt x="59155" y="623441"/>
                </a:lnTo>
                <a:lnTo>
                  <a:pt x="59167" y="612874"/>
                </a:lnTo>
                <a:lnTo>
                  <a:pt x="59260" y="602308"/>
                </a:lnTo>
                <a:lnTo>
                  <a:pt x="59422" y="591741"/>
                </a:lnTo>
                <a:lnTo>
                  <a:pt x="59638" y="581174"/>
                </a:lnTo>
                <a:lnTo>
                  <a:pt x="59891" y="570607"/>
                </a:lnTo>
                <a:lnTo>
                  <a:pt x="60163" y="560040"/>
                </a:lnTo>
                <a:lnTo>
                  <a:pt x="60436" y="549474"/>
                </a:lnTo>
                <a:lnTo>
                  <a:pt x="60697" y="538907"/>
                </a:lnTo>
                <a:lnTo>
                  <a:pt x="60934" y="528340"/>
                </a:lnTo>
                <a:lnTo>
                  <a:pt x="61141" y="517773"/>
                </a:lnTo>
                <a:lnTo>
                  <a:pt x="61311" y="507206"/>
                </a:lnTo>
                <a:lnTo>
                  <a:pt x="61441" y="496640"/>
                </a:lnTo>
                <a:lnTo>
                  <a:pt x="61529" y="486073"/>
                </a:lnTo>
                <a:lnTo>
                  <a:pt x="61574" y="475506"/>
                </a:lnTo>
                <a:lnTo>
                  <a:pt x="61575" y="464939"/>
                </a:lnTo>
                <a:lnTo>
                  <a:pt x="61532" y="454372"/>
                </a:lnTo>
                <a:lnTo>
                  <a:pt x="61445" y="443806"/>
                </a:lnTo>
                <a:lnTo>
                  <a:pt x="61317" y="433239"/>
                </a:lnTo>
                <a:lnTo>
                  <a:pt x="61150" y="422672"/>
                </a:lnTo>
                <a:lnTo>
                  <a:pt x="60951" y="412105"/>
                </a:lnTo>
                <a:lnTo>
                  <a:pt x="60728" y="401538"/>
                </a:lnTo>
                <a:lnTo>
                  <a:pt x="60491" y="390972"/>
                </a:lnTo>
                <a:lnTo>
                  <a:pt x="60252" y="380405"/>
                </a:lnTo>
                <a:lnTo>
                  <a:pt x="60025" y="369838"/>
                </a:lnTo>
                <a:lnTo>
                  <a:pt x="59820" y="359271"/>
                </a:lnTo>
                <a:lnTo>
                  <a:pt x="59648" y="348704"/>
                </a:lnTo>
                <a:lnTo>
                  <a:pt x="59518" y="338138"/>
                </a:lnTo>
                <a:lnTo>
                  <a:pt x="59435" y="327571"/>
                </a:lnTo>
                <a:lnTo>
                  <a:pt x="59399" y="317004"/>
                </a:lnTo>
                <a:lnTo>
                  <a:pt x="59409" y="306437"/>
                </a:lnTo>
                <a:lnTo>
                  <a:pt x="59461" y="295870"/>
                </a:lnTo>
                <a:lnTo>
                  <a:pt x="59547" y="285304"/>
                </a:lnTo>
                <a:lnTo>
                  <a:pt x="59660" y="274737"/>
                </a:lnTo>
                <a:lnTo>
                  <a:pt x="59792" y="264170"/>
                </a:lnTo>
                <a:lnTo>
                  <a:pt x="59932" y="253603"/>
                </a:lnTo>
                <a:lnTo>
                  <a:pt x="60070" y="243036"/>
                </a:lnTo>
                <a:lnTo>
                  <a:pt x="60194" y="232470"/>
                </a:lnTo>
                <a:lnTo>
                  <a:pt x="60288" y="221903"/>
                </a:lnTo>
                <a:lnTo>
                  <a:pt x="60331" y="211336"/>
                </a:lnTo>
                <a:lnTo>
                  <a:pt x="60296" y="200769"/>
                </a:lnTo>
                <a:lnTo>
                  <a:pt x="60147" y="190202"/>
                </a:lnTo>
                <a:lnTo>
                  <a:pt x="59839" y="179636"/>
                </a:lnTo>
                <a:lnTo>
                  <a:pt x="59319" y="169069"/>
                </a:lnTo>
                <a:lnTo>
                  <a:pt x="58526" y="158502"/>
                </a:lnTo>
                <a:lnTo>
                  <a:pt x="57396" y="147935"/>
                </a:lnTo>
                <a:lnTo>
                  <a:pt x="55868" y="137368"/>
                </a:lnTo>
                <a:lnTo>
                  <a:pt x="53892" y="126802"/>
                </a:lnTo>
                <a:lnTo>
                  <a:pt x="51434" y="116235"/>
                </a:lnTo>
                <a:lnTo>
                  <a:pt x="48490" y="105668"/>
                </a:lnTo>
                <a:lnTo>
                  <a:pt x="45093" y="95101"/>
                </a:lnTo>
                <a:lnTo>
                  <a:pt x="41317" y="84534"/>
                </a:lnTo>
                <a:lnTo>
                  <a:pt x="37282" y="73968"/>
                </a:lnTo>
                <a:lnTo>
                  <a:pt x="33153" y="63401"/>
                </a:lnTo>
                <a:lnTo>
                  <a:pt x="29126" y="52834"/>
                </a:lnTo>
                <a:lnTo>
                  <a:pt x="25418" y="42267"/>
                </a:lnTo>
                <a:lnTo>
                  <a:pt x="22250" y="31700"/>
                </a:lnTo>
                <a:lnTo>
                  <a:pt x="19821" y="21134"/>
                </a:lnTo>
                <a:lnTo>
                  <a:pt x="18294" y="10567"/>
                </a:lnTo>
                <a:lnTo>
                  <a:pt x="17773" y="0"/>
                </a:lnTo>
                <a:lnTo>
                  <a:pt x="112227" y="0"/>
                </a:lnTo>
                <a:lnTo>
                  <a:pt x="112227" y="0"/>
                </a:lnTo>
                <a:lnTo>
                  <a:pt x="111706" y="10567"/>
                </a:lnTo>
                <a:lnTo>
                  <a:pt x="110179" y="21134"/>
                </a:lnTo>
                <a:lnTo>
                  <a:pt x="107750" y="31700"/>
                </a:lnTo>
                <a:lnTo>
                  <a:pt x="104582" y="42267"/>
                </a:lnTo>
                <a:lnTo>
                  <a:pt x="100874" y="52834"/>
                </a:lnTo>
                <a:lnTo>
                  <a:pt x="96847" y="63401"/>
                </a:lnTo>
                <a:lnTo>
                  <a:pt x="92718" y="73968"/>
                </a:lnTo>
                <a:lnTo>
                  <a:pt x="88683" y="84534"/>
                </a:lnTo>
                <a:lnTo>
                  <a:pt x="84908" y="95101"/>
                </a:lnTo>
                <a:lnTo>
                  <a:pt x="81510" y="105668"/>
                </a:lnTo>
                <a:lnTo>
                  <a:pt x="78566" y="116235"/>
                </a:lnTo>
                <a:lnTo>
                  <a:pt x="76108" y="126802"/>
                </a:lnTo>
                <a:lnTo>
                  <a:pt x="74132" y="137368"/>
                </a:lnTo>
                <a:lnTo>
                  <a:pt x="72604" y="147935"/>
                </a:lnTo>
                <a:lnTo>
                  <a:pt x="71474" y="158502"/>
                </a:lnTo>
                <a:lnTo>
                  <a:pt x="70681" y="169069"/>
                </a:lnTo>
                <a:lnTo>
                  <a:pt x="70161" y="179636"/>
                </a:lnTo>
                <a:lnTo>
                  <a:pt x="69853" y="190202"/>
                </a:lnTo>
                <a:lnTo>
                  <a:pt x="69704" y="200769"/>
                </a:lnTo>
                <a:lnTo>
                  <a:pt x="69669" y="211336"/>
                </a:lnTo>
                <a:lnTo>
                  <a:pt x="69712" y="221903"/>
                </a:lnTo>
                <a:lnTo>
                  <a:pt x="69806" y="232470"/>
                </a:lnTo>
                <a:lnTo>
                  <a:pt x="69930" y="243036"/>
                </a:lnTo>
                <a:lnTo>
                  <a:pt x="70068" y="253603"/>
                </a:lnTo>
                <a:lnTo>
                  <a:pt x="70208" y="264170"/>
                </a:lnTo>
                <a:lnTo>
                  <a:pt x="70340" y="274737"/>
                </a:lnTo>
                <a:lnTo>
                  <a:pt x="70453" y="285304"/>
                </a:lnTo>
                <a:lnTo>
                  <a:pt x="70539" y="295870"/>
                </a:lnTo>
                <a:lnTo>
                  <a:pt x="70591" y="306437"/>
                </a:lnTo>
                <a:lnTo>
                  <a:pt x="70601" y="317004"/>
                </a:lnTo>
                <a:lnTo>
                  <a:pt x="70565" y="327571"/>
                </a:lnTo>
                <a:lnTo>
                  <a:pt x="70482" y="338138"/>
                </a:lnTo>
                <a:lnTo>
                  <a:pt x="70352" y="348704"/>
                </a:lnTo>
                <a:lnTo>
                  <a:pt x="70180" y="359271"/>
                </a:lnTo>
                <a:lnTo>
                  <a:pt x="69975" y="369838"/>
                </a:lnTo>
                <a:lnTo>
                  <a:pt x="69748" y="380405"/>
                </a:lnTo>
                <a:lnTo>
                  <a:pt x="69509" y="390972"/>
                </a:lnTo>
                <a:lnTo>
                  <a:pt x="69272" y="401538"/>
                </a:lnTo>
                <a:lnTo>
                  <a:pt x="69049" y="412105"/>
                </a:lnTo>
                <a:lnTo>
                  <a:pt x="68850" y="422672"/>
                </a:lnTo>
                <a:lnTo>
                  <a:pt x="68683" y="433239"/>
                </a:lnTo>
                <a:lnTo>
                  <a:pt x="68555" y="443806"/>
                </a:lnTo>
                <a:lnTo>
                  <a:pt x="68468" y="454372"/>
                </a:lnTo>
                <a:lnTo>
                  <a:pt x="68425" y="464939"/>
                </a:lnTo>
                <a:lnTo>
                  <a:pt x="68426" y="475506"/>
                </a:lnTo>
                <a:lnTo>
                  <a:pt x="68471" y="486073"/>
                </a:lnTo>
                <a:lnTo>
                  <a:pt x="68559" y="496640"/>
                </a:lnTo>
                <a:lnTo>
                  <a:pt x="68689" y="507206"/>
                </a:lnTo>
                <a:lnTo>
                  <a:pt x="68859" y="517773"/>
                </a:lnTo>
                <a:lnTo>
                  <a:pt x="69066" y="528340"/>
                </a:lnTo>
                <a:lnTo>
                  <a:pt x="69303" y="538907"/>
                </a:lnTo>
                <a:lnTo>
                  <a:pt x="69564" y="549474"/>
                </a:lnTo>
                <a:lnTo>
                  <a:pt x="69837" y="560040"/>
                </a:lnTo>
                <a:lnTo>
                  <a:pt x="70109" y="570607"/>
                </a:lnTo>
                <a:lnTo>
                  <a:pt x="70362" y="581174"/>
                </a:lnTo>
                <a:lnTo>
                  <a:pt x="70578" y="591741"/>
                </a:lnTo>
                <a:lnTo>
                  <a:pt x="70740" y="602308"/>
                </a:lnTo>
                <a:lnTo>
                  <a:pt x="70833" y="612874"/>
                </a:lnTo>
                <a:lnTo>
                  <a:pt x="70845" y="623441"/>
                </a:lnTo>
                <a:lnTo>
                  <a:pt x="70772" y="634008"/>
                </a:lnTo>
                <a:lnTo>
                  <a:pt x="70615" y="644575"/>
                </a:lnTo>
                <a:lnTo>
                  <a:pt x="70385" y="655142"/>
                </a:lnTo>
                <a:lnTo>
                  <a:pt x="70098" y="665708"/>
                </a:lnTo>
                <a:lnTo>
                  <a:pt x="69776" y="676275"/>
                </a:lnTo>
                <a:lnTo>
                  <a:pt x="69445" y="686842"/>
                </a:lnTo>
                <a:lnTo>
                  <a:pt x="69132" y="697409"/>
                </a:lnTo>
                <a:lnTo>
                  <a:pt x="68863" y="707976"/>
                </a:lnTo>
                <a:lnTo>
                  <a:pt x="68660" y="718543"/>
                </a:lnTo>
                <a:lnTo>
                  <a:pt x="68539" y="729109"/>
                </a:lnTo>
                <a:lnTo>
                  <a:pt x="68510" y="739676"/>
                </a:lnTo>
                <a:lnTo>
                  <a:pt x="68575" y="750243"/>
                </a:lnTo>
                <a:lnTo>
                  <a:pt x="68730" y="760810"/>
                </a:lnTo>
                <a:lnTo>
                  <a:pt x="68964" y="771377"/>
                </a:lnTo>
                <a:lnTo>
                  <a:pt x="69260" y="781943"/>
                </a:lnTo>
                <a:lnTo>
                  <a:pt x="69596" y="792510"/>
                </a:lnTo>
                <a:lnTo>
                  <a:pt x="69952" y="803077"/>
                </a:lnTo>
                <a:lnTo>
                  <a:pt x="70303" y="813644"/>
                </a:lnTo>
                <a:lnTo>
                  <a:pt x="70628" y="824211"/>
                </a:lnTo>
                <a:lnTo>
                  <a:pt x="70909" y="834777"/>
                </a:lnTo>
                <a:lnTo>
                  <a:pt x="71130" y="845344"/>
                </a:lnTo>
                <a:lnTo>
                  <a:pt x="71282" y="855911"/>
                </a:lnTo>
                <a:lnTo>
                  <a:pt x="71361" y="866478"/>
                </a:lnTo>
                <a:lnTo>
                  <a:pt x="71369" y="877045"/>
                </a:lnTo>
                <a:lnTo>
                  <a:pt x="71312" y="887611"/>
                </a:lnTo>
                <a:lnTo>
                  <a:pt x="71203" y="898178"/>
                </a:lnTo>
                <a:lnTo>
                  <a:pt x="71056" y="908745"/>
                </a:lnTo>
                <a:lnTo>
                  <a:pt x="70887" y="919312"/>
                </a:lnTo>
                <a:lnTo>
                  <a:pt x="70714" y="929879"/>
                </a:lnTo>
                <a:lnTo>
                  <a:pt x="70554" y="940445"/>
                </a:lnTo>
                <a:lnTo>
                  <a:pt x="70419" y="951012"/>
                </a:lnTo>
                <a:lnTo>
                  <a:pt x="70320" y="961579"/>
                </a:lnTo>
                <a:lnTo>
                  <a:pt x="70261" y="972146"/>
                </a:lnTo>
                <a:lnTo>
                  <a:pt x="70243" y="982713"/>
                </a:lnTo>
                <a:lnTo>
                  <a:pt x="70263" y="993279"/>
                </a:lnTo>
                <a:lnTo>
                  <a:pt x="70314" y="1003846"/>
                </a:lnTo>
                <a:lnTo>
                  <a:pt x="70388" y="1014413"/>
                </a:lnTo>
                <a:lnTo>
                  <a:pt x="70479" y="1024980"/>
                </a:lnTo>
                <a:lnTo>
                  <a:pt x="70586" y="1035547"/>
                </a:lnTo>
                <a:lnTo>
                  <a:pt x="70713" y="1046113"/>
                </a:lnTo>
                <a:lnTo>
                  <a:pt x="70879" y="1056680"/>
                </a:lnTo>
                <a:lnTo>
                  <a:pt x="71112" y="1067247"/>
                </a:lnTo>
                <a:lnTo>
                  <a:pt x="71458" y="1077814"/>
                </a:lnTo>
                <a:lnTo>
                  <a:pt x="71981" y="1088381"/>
                </a:lnTo>
                <a:lnTo>
                  <a:pt x="72756" y="1098947"/>
                </a:lnTo>
                <a:lnTo>
                  <a:pt x="73873" y="1109514"/>
                </a:lnTo>
                <a:lnTo>
                  <a:pt x="75428" y="1120081"/>
                </a:lnTo>
                <a:lnTo>
                  <a:pt x="77513" y="1130648"/>
                </a:lnTo>
                <a:lnTo>
                  <a:pt x="80207" y="1141215"/>
                </a:lnTo>
                <a:lnTo>
                  <a:pt x="83563" y="1151781"/>
                </a:lnTo>
                <a:lnTo>
                  <a:pt x="87593" y="1162348"/>
                </a:lnTo>
                <a:lnTo>
                  <a:pt x="92255" y="1172915"/>
                </a:lnTo>
                <a:lnTo>
                  <a:pt x="97450" y="1183482"/>
                </a:lnTo>
                <a:lnTo>
                  <a:pt x="103011" y="1194049"/>
                </a:lnTo>
                <a:lnTo>
                  <a:pt x="108713" y="1204615"/>
                </a:lnTo>
                <a:lnTo>
                  <a:pt x="114281" y="1215182"/>
                </a:lnTo>
                <a:lnTo>
                  <a:pt x="119411" y="1225749"/>
                </a:lnTo>
                <a:lnTo>
                  <a:pt x="123798" y="1236316"/>
                </a:lnTo>
                <a:lnTo>
                  <a:pt x="127162" y="1246883"/>
                </a:lnTo>
                <a:lnTo>
                  <a:pt x="129278" y="1257449"/>
                </a:lnTo>
                <a:lnTo>
                  <a:pt x="130000" y="1268016"/>
                </a:lnTo>
                <a:lnTo>
                  <a:pt x="130000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4" name="01_find_only_3083">
            <a:extLst>
              <a:ext uri="{FF2B5EF4-FFF2-40B4-BE49-F238E27FC236}">
                <a16:creationId xmlns:a16="http://schemas.microsoft.com/office/drawing/2014/main" id="{3C90234D-E0B2-4E7E-B649-13FDA37FDB83}"/>
              </a:ext>
            </a:extLst>
          </p:cNvPr>
          <p:cNvSpPr>
            <a:spLocks noGrp="1"/>
          </p:cNvSpPr>
          <p:nvPr/>
        </p:nvSpPr>
        <p:spPr>
          <a:xfrm>
            <a:off x="7314098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27623" y="1268016"/>
                </a:moveTo>
                <a:lnTo>
                  <a:pt x="2377" y="1268016"/>
                </a:lnTo>
                <a:lnTo>
                  <a:pt x="3063" y="1257449"/>
                </a:lnTo>
                <a:lnTo>
                  <a:pt x="5075" y="1246883"/>
                </a:lnTo>
                <a:lnTo>
                  <a:pt x="8275" y="1236316"/>
                </a:lnTo>
                <a:lnTo>
                  <a:pt x="12453" y="1225749"/>
                </a:lnTo>
                <a:lnTo>
                  <a:pt x="17347" y="1215182"/>
                </a:lnTo>
                <a:lnTo>
                  <a:pt x="22670" y="1204615"/>
                </a:lnTo>
                <a:lnTo>
                  <a:pt x="28136" y="1194049"/>
                </a:lnTo>
                <a:lnTo>
                  <a:pt x="33487" y="1183482"/>
                </a:lnTo>
                <a:lnTo>
                  <a:pt x="38509" y="1172915"/>
                </a:lnTo>
                <a:lnTo>
                  <a:pt x="43043" y="1162348"/>
                </a:lnTo>
                <a:lnTo>
                  <a:pt x="46991" y="1151781"/>
                </a:lnTo>
                <a:lnTo>
                  <a:pt x="50310" y="1141215"/>
                </a:lnTo>
                <a:lnTo>
                  <a:pt x="53006" y="1130648"/>
                </a:lnTo>
                <a:lnTo>
                  <a:pt x="55122" y="1120081"/>
                </a:lnTo>
                <a:lnTo>
                  <a:pt x="56723" y="1109514"/>
                </a:lnTo>
                <a:lnTo>
                  <a:pt x="57892" y="1098947"/>
                </a:lnTo>
                <a:lnTo>
                  <a:pt x="58710" y="1088381"/>
                </a:lnTo>
                <a:lnTo>
                  <a:pt x="59254" y="1077814"/>
                </a:lnTo>
                <a:lnTo>
                  <a:pt x="59594" y="1067247"/>
                </a:lnTo>
                <a:lnTo>
                  <a:pt x="59786" y="1056680"/>
                </a:lnTo>
                <a:lnTo>
                  <a:pt x="59872" y="1046113"/>
                </a:lnTo>
                <a:lnTo>
                  <a:pt x="59886" y="1035547"/>
                </a:lnTo>
                <a:lnTo>
                  <a:pt x="59848" y="1024980"/>
                </a:lnTo>
                <a:lnTo>
                  <a:pt x="59774" y="1014413"/>
                </a:lnTo>
                <a:lnTo>
                  <a:pt x="59674" y="1003846"/>
                </a:lnTo>
                <a:lnTo>
                  <a:pt x="59551" y="993279"/>
                </a:lnTo>
                <a:lnTo>
                  <a:pt x="59411" y="982713"/>
                </a:lnTo>
                <a:lnTo>
                  <a:pt x="59256" y="972146"/>
                </a:lnTo>
                <a:lnTo>
                  <a:pt x="59090" y="961579"/>
                </a:lnTo>
                <a:lnTo>
                  <a:pt x="58916" y="951012"/>
                </a:lnTo>
                <a:lnTo>
                  <a:pt x="58740" y="940445"/>
                </a:lnTo>
                <a:lnTo>
                  <a:pt x="58569" y="929879"/>
                </a:lnTo>
                <a:lnTo>
                  <a:pt x="58411" y="919312"/>
                </a:lnTo>
                <a:lnTo>
                  <a:pt x="58275" y="908745"/>
                </a:lnTo>
                <a:lnTo>
                  <a:pt x="58171" y="898178"/>
                </a:lnTo>
                <a:lnTo>
                  <a:pt x="58110" y="887611"/>
                </a:lnTo>
                <a:lnTo>
                  <a:pt x="58101" y="877045"/>
                </a:lnTo>
                <a:lnTo>
                  <a:pt x="58152" y="866478"/>
                </a:lnTo>
                <a:lnTo>
                  <a:pt x="58267" y="855911"/>
                </a:lnTo>
                <a:lnTo>
                  <a:pt x="58448" y="845344"/>
                </a:lnTo>
                <a:lnTo>
                  <a:pt x="58691" y="834777"/>
                </a:lnTo>
                <a:lnTo>
                  <a:pt x="58986" y="824211"/>
                </a:lnTo>
                <a:lnTo>
                  <a:pt x="59321" y="813644"/>
                </a:lnTo>
                <a:lnTo>
                  <a:pt x="59677" y="803077"/>
                </a:lnTo>
                <a:lnTo>
                  <a:pt x="60033" y="792510"/>
                </a:lnTo>
                <a:lnTo>
                  <a:pt x="60364" y="781943"/>
                </a:lnTo>
                <a:lnTo>
                  <a:pt x="60647" y="771377"/>
                </a:lnTo>
                <a:lnTo>
                  <a:pt x="60862" y="760810"/>
                </a:lnTo>
                <a:lnTo>
                  <a:pt x="60991" y="750243"/>
                </a:lnTo>
                <a:lnTo>
                  <a:pt x="61023" y="739676"/>
                </a:lnTo>
                <a:lnTo>
                  <a:pt x="60956" y="729109"/>
                </a:lnTo>
                <a:lnTo>
                  <a:pt x="60793" y="718543"/>
                </a:lnTo>
                <a:lnTo>
                  <a:pt x="60550" y="707976"/>
                </a:lnTo>
                <a:lnTo>
                  <a:pt x="60246" y="697409"/>
                </a:lnTo>
                <a:lnTo>
                  <a:pt x="59909" y="686842"/>
                </a:lnTo>
                <a:lnTo>
                  <a:pt x="59569" y="676275"/>
                </a:lnTo>
                <a:lnTo>
                  <a:pt x="59258" y="665708"/>
                </a:lnTo>
                <a:lnTo>
                  <a:pt x="59006" y="655142"/>
                </a:lnTo>
                <a:lnTo>
                  <a:pt x="58835" y="644575"/>
                </a:lnTo>
                <a:lnTo>
                  <a:pt x="58761" y="634008"/>
                </a:lnTo>
                <a:lnTo>
                  <a:pt x="58791" y="623441"/>
                </a:lnTo>
                <a:lnTo>
                  <a:pt x="58921" y="612874"/>
                </a:lnTo>
                <a:lnTo>
                  <a:pt x="59139" y="602308"/>
                </a:lnTo>
                <a:lnTo>
                  <a:pt x="59425" y="591741"/>
                </a:lnTo>
                <a:lnTo>
                  <a:pt x="59751" y="581174"/>
                </a:lnTo>
                <a:lnTo>
                  <a:pt x="60092" y="570607"/>
                </a:lnTo>
                <a:lnTo>
                  <a:pt x="60418" y="560040"/>
                </a:lnTo>
                <a:lnTo>
                  <a:pt x="60705" y="549474"/>
                </a:lnTo>
                <a:lnTo>
                  <a:pt x="60933" y="538907"/>
                </a:lnTo>
                <a:lnTo>
                  <a:pt x="61086" y="528340"/>
                </a:lnTo>
                <a:lnTo>
                  <a:pt x="61159" y="517773"/>
                </a:lnTo>
                <a:lnTo>
                  <a:pt x="61149" y="507206"/>
                </a:lnTo>
                <a:lnTo>
                  <a:pt x="61061" y="496640"/>
                </a:lnTo>
                <a:lnTo>
                  <a:pt x="60906" y="486073"/>
                </a:lnTo>
                <a:lnTo>
                  <a:pt x="60696" y="475506"/>
                </a:lnTo>
                <a:lnTo>
                  <a:pt x="60448" y="464939"/>
                </a:lnTo>
                <a:lnTo>
                  <a:pt x="60179" y="454372"/>
                </a:lnTo>
                <a:lnTo>
                  <a:pt x="59907" y="443806"/>
                </a:lnTo>
                <a:lnTo>
                  <a:pt x="59648" y="433239"/>
                </a:lnTo>
                <a:lnTo>
                  <a:pt x="59419" y="422672"/>
                </a:lnTo>
                <a:lnTo>
                  <a:pt x="59231" y="412105"/>
                </a:lnTo>
                <a:lnTo>
                  <a:pt x="59093" y="401538"/>
                </a:lnTo>
                <a:lnTo>
                  <a:pt x="59013" y="390972"/>
                </a:lnTo>
                <a:lnTo>
                  <a:pt x="58992" y="380405"/>
                </a:lnTo>
                <a:lnTo>
                  <a:pt x="59031" y="369838"/>
                </a:lnTo>
                <a:lnTo>
                  <a:pt x="59126" y="359271"/>
                </a:lnTo>
                <a:lnTo>
                  <a:pt x="59271" y="348704"/>
                </a:lnTo>
                <a:lnTo>
                  <a:pt x="59458" y="338138"/>
                </a:lnTo>
                <a:lnTo>
                  <a:pt x="59679" y="327571"/>
                </a:lnTo>
                <a:lnTo>
                  <a:pt x="59922" y="317004"/>
                </a:lnTo>
                <a:lnTo>
                  <a:pt x="60178" y="306437"/>
                </a:lnTo>
                <a:lnTo>
                  <a:pt x="60439" y="295870"/>
                </a:lnTo>
                <a:lnTo>
                  <a:pt x="60694" y="285304"/>
                </a:lnTo>
                <a:lnTo>
                  <a:pt x="60937" y="274737"/>
                </a:lnTo>
                <a:lnTo>
                  <a:pt x="61160" y="264170"/>
                </a:lnTo>
                <a:lnTo>
                  <a:pt x="61356" y="253603"/>
                </a:lnTo>
                <a:lnTo>
                  <a:pt x="61517" y="243036"/>
                </a:lnTo>
                <a:lnTo>
                  <a:pt x="61630" y="232470"/>
                </a:lnTo>
                <a:lnTo>
                  <a:pt x="61680" y="221903"/>
                </a:lnTo>
                <a:lnTo>
                  <a:pt x="61640" y="211336"/>
                </a:lnTo>
                <a:lnTo>
                  <a:pt x="61477" y="200769"/>
                </a:lnTo>
                <a:lnTo>
                  <a:pt x="61142" y="190202"/>
                </a:lnTo>
                <a:lnTo>
                  <a:pt x="60577" y="179636"/>
                </a:lnTo>
                <a:lnTo>
                  <a:pt x="59709" y="169069"/>
                </a:lnTo>
                <a:lnTo>
                  <a:pt x="58454" y="158502"/>
                </a:lnTo>
                <a:lnTo>
                  <a:pt x="56727" y="147935"/>
                </a:lnTo>
                <a:lnTo>
                  <a:pt x="54444" y="137368"/>
                </a:lnTo>
                <a:lnTo>
                  <a:pt x="51534" y="126802"/>
                </a:lnTo>
                <a:lnTo>
                  <a:pt x="47954" y="116235"/>
                </a:lnTo>
                <a:lnTo>
                  <a:pt x="43700" y="105668"/>
                </a:lnTo>
                <a:lnTo>
                  <a:pt x="38819" y="95101"/>
                </a:lnTo>
                <a:lnTo>
                  <a:pt x="33416" y="84534"/>
                </a:lnTo>
                <a:lnTo>
                  <a:pt x="27664" y="73968"/>
                </a:lnTo>
                <a:lnTo>
                  <a:pt x="21790" y="63401"/>
                </a:lnTo>
                <a:lnTo>
                  <a:pt x="16073" y="52834"/>
                </a:lnTo>
                <a:lnTo>
                  <a:pt x="10818" y="42267"/>
                </a:lnTo>
                <a:lnTo>
                  <a:pt x="6332" y="31700"/>
                </a:lnTo>
                <a:lnTo>
                  <a:pt x="2896" y="21134"/>
                </a:lnTo>
                <a:lnTo>
                  <a:pt x="737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3" y="10567"/>
                </a:lnTo>
                <a:lnTo>
                  <a:pt x="127104" y="21134"/>
                </a:lnTo>
                <a:lnTo>
                  <a:pt x="123668" y="31700"/>
                </a:lnTo>
                <a:lnTo>
                  <a:pt x="119182" y="42267"/>
                </a:lnTo>
                <a:lnTo>
                  <a:pt x="113927" y="52834"/>
                </a:lnTo>
                <a:lnTo>
                  <a:pt x="108210" y="63401"/>
                </a:lnTo>
                <a:lnTo>
                  <a:pt x="102336" y="73968"/>
                </a:lnTo>
                <a:lnTo>
                  <a:pt x="96584" y="84534"/>
                </a:lnTo>
                <a:lnTo>
                  <a:pt x="91181" y="95101"/>
                </a:lnTo>
                <a:lnTo>
                  <a:pt x="86300" y="105668"/>
                </a:lnTo>
                <a:lnTo>
                  <a:pt x="82046" y="116235"/>
                </a:lnTo>
                <a:lnTo>
                  <a:pt x="78466" y="126802"/>
                </a:lnTo>
                <a:lnTo>
                  <a:pt x="75556" y="137368"/>
                </a:lnTo>
                <a:lnTo>
                  <a:pt x="73273" y="147935"/>
                </a:lnTo>
                <a:lnTo>
                  <a:pt x="71546" y="158502"/>
                </a:lnTo>
                <a:lnTo>
                  <a:pt x="70291" y="169069"/>
                </a:lnTo>
                <a:lnTo>
                  <a:pt x="69423" y="179636"/>
                </a:lnTo>
                <a:lnTo>
                  <a:pt x="68858" y="190202"/>
                </a:lnTo>
                <a:lnTo>
                  <a:pt x="68523" y="200769"/>
                </a:lnTo>
                <a:lnTo>
                  <a:pt x="68360" y="211336"/>
                </a:lnTo>
                <a:lnTo>
                  <a:pt x="68320" y="221903"/>
                </a:lnTo>
                <a:lnTo>
                  <a:pt x="68370" y="232470"/>
                </a:lnTo>
                <a:lnTo>
                  <a:pt x="68483" y="243036"/>
                </a:lnTo>
                <a:lnTo>
                  <a:pt x="68644" y="253603"/>
                </a:lnTo>
                <a:lnTo>
                  <a:pt x="68840" y="264170"/>
                </a:lnTo>
                <a:lnTo>
                  <a:pt x="69063" y="274737"/>
                </a:lnTo>
                <a:lnTo>
                  <a:pt x="69306" y="285304"/>
                </a:lnTo>
                <a:lnTo>
                  <a:pt x="69561" y="295870"/>
                </a:lnTo>
                <a:lnTo>
                  <a:pt x="69822" y="306437"/>
                </a:lnTo>
                <a:lnTo>
                  <a:pt x="70078" y="317004"/>
                </a:lnTo>
                <a:lnTo>
                  <a:pt x="70321" y="327571"/>
                </a:lnTo>
                <a:lnTo>
                  <a:pt x="70542" y="338138"/>
                </a:lnTo>
                <a:lnTo>
                  <a:pt x="70729" y="348704"/>
                </a:lnTo>
                <a:lnTo>
                  <a:pt x="70874" y="359271"/>
                </a:lnTo>
                <a:lnTo>
                  <a:pt x="70969" y="369838"/>
                </a:lnTo>
                <a:lnTo>
                  <a:pt x="71008" y="380405"/>
                </a:lnTo>
                <a:lnTo>
                  <a:pt x="70987" y="390972"/>
                </a:lnTo>
                <a:lnTo>
                  <a:pt x="70907" y="401538"/>
                </a:lnTo>
                <a:lnTo>
                  <a:pt x="70769" y="412105"/>
                </a:lnTo>
                <a:lnTo>
                  <a:pt x="70581" y="422672"/>
                </a:lnTo>
                <a:lnTo>
                  <a:pt x="70352" y="433239"/>
                </a:lnTo>
                <a:lnTo>
                  <a:pt x="70093" y="443806"/>
                </a:lnTo>
                <a:lnTo>
                  <a:pt x="69821" y="454372"/>
                </a:lnTo>
                <a:lnTo>
                  <a:pt x="69552" y="464939"/>
                </a:lnTo>
                <a:lnTo>
                  <a:pt x="69304" y="475506"/>
                </a:lnTo>
                <a:lnTo>
                  <a:pt x="69094" y="486073"/>
                </a:lnTo>
                <a:lnTo>
                  <a:pt x="68939" y="496640"/>
                </a:lnTo>
                <a:lnTo>
                  <a:pt x="68851" y="507206"/>
                </a:lnTo>
                <a:lnTo>
                  <a:pt x="68841" y="517773"/>
                </a:lnTo>
                <a:lnTo>
                  <a:pt x="68914" y="528340"/>
                </a:lnTo>
                <a:lnTo>
                  <a:pt x="69067" y="538907"/>
                </a:lnTo>
                <a:lnTo>
                  <a:pt x="69295" y="549474"/>
                </a:lnTo>
                <a:lnTo>
                  <a:pt x="69582" y="560040"/>
                </a:lnTo>
                <a:lnTo>
                  <a:pt x="69908" y="570607"/>
                </a:lnTo>
                <a:lnTo>
                  <a:pt x="70249" y="581174"/>
                </a:lnTo>
                <a:lnTo>
                  <a:pt x="70575" y="591741"/>
                </a:lnTo>
                <a:lnTo>
                  <a:pt x="70861" y="602308"/>
                </a:lnTo>
                <a:lnTo>
                  <a:pt x="71079" y="612874"/>
                </a:lnTo>
                <a:lnTo>
                  <a:pt x="71209" y="623441"/>
                </a:lnTo>
                <a:lnTo>
                  <a:pt x="71239" y="634008"/>
                </a:lnTo>
                <a:lnTo>
                  <a:pt x="71165" y="644575"/>
                </a:lnTo>
                <a:lnTo>
                  <a:pt x="70994" y="655142"/>
                </a:lnTo>
                <a:lnTo>
                  <a:pt x="70742" y="665708"/>
                </a:lnTo>
                <a:lnTo>
                  <a:pt x="70431" y="676275"/>
                </a:lnTo>
                <a:lnTo>
                  <a:pt x="70091" y="686842"/>
                </a:lnTo>
                <a:lnTo>
                  <a:pt x="69754" y="697409"/>
                </a:lnTo>
                <a:lnTo>
                  <a:pt x="69450" y="707976"/>
                </a:lnTo>
                <a:lnTo>
                  <a:pt x="69207" y="718543"/>
                </a:lnTo>
                <a:lnTo>
                  <a:pt x="69044" y="729109"/>
                </a:lnTo>
                <a:lnTo>
                  <a:pt x="68977" y="739676"/>
                </a:lnTo>
                <a:lnTo>
                  <a:pt x="69009" y="750243"/>
                </a:lnTo>
                <a:lnTo>
                  <a:pt x="69138" y="760810"/>
                </a:lnTo>
                <a:lnTo>
                  <a:pt x="69353" y="771377"/>
                </a:lnTo>
                <a:lnTo>
                  <a:pt x="69636" y="781943"/>
                </a:lnTo>
                <a:lnTo>
                  <a:pt x="69967" y="792510"/>
                </a:lnTo>
                <a:lnTo>
                  <a:pt x="70323" y="803077"/>
                </a:lnTo>
                <a:lnTo>
                  <a:pt x="70679" y="813644"/>
                </a:lnTo>
                <a:lnTo>
                  <a:pt x="71014" y="824211"/>
                </a:lnTo>
                <a:lnTo>
                  <a:pt x="71309" y="834777"/>
                </a:lnTo>
                <a:lnTo>
                  <a:pt x="71552" y="845344"/>
                </a:lnTo>
                <a:lnTo>
                  <a:pt x="71733" y="855911"/>
                </a:lnTo>
                <a:lnTo>
                  <a:pt x="71848" y="866478"/>
                </a:lnTo>
                <a:lnTo>
                  <a:pt x="71899" y="877045"/>
                </a:lnTo>
                <a:lnTo>
                  <a:pt x="71890" y="887611"/>
                </a:lnTo>
                <a:lnTo>
                  <a:pt x="71829" y="898178"/>
                </a:lnTo>
                <a:lnTo>
                  <a:pt x="71725" y="908745"/>
                </a:lnTo>
                <a:lnTo>
                  <a:pt x="71589" y="919312"/>
                </a:lnTo>
                <a:lnTo>
                  <a:pt x="71431" y="929879"/>
                </a:lnTo>
                <a:lnTo>
                  <a:pt x="71260" y="940445"/>
                </a:lnTo>
                <a:lnTo>
                  <a:pt x="71084" y="951012"/>
                </a:lnTo>
                <a:lnTo>
                  <a:pt x="70910" y="961579"/>
                </a:lnTo>
                <a:lnTo>
                  <a:pt x="70744" y="972146"/>
                </a:lnTo>
                <a:lnTo>
                  <a:pt x="70589" y="982713"/>
                </a:lnTo>
                <a:lnTo>
                  <a:pt x="70449" y="993279"/>
                </a:lnTo>
                <a:lnTo>
                  <a:pt x="70326" y="1003846"/>
                </a:lnTo>
                <a:lnTo>
                  <a:pt x="70226" y="1014413"/>
                </a:lnTo>
                <a:lnTo>
                  <a:pt x="70152" y="1024980"/>
                </a:lnTo>
                <a:lnTo>
                  <a:pt x="70114" y="1035547"/>
                </a:lnTo>
                <a:lnTo>
                  <a:pt x="70128" y="1046113"/>
                </a:lnTo>
                <a:lnTo>
                  <a:pt x="70214" y="1056680"/>
                </a:lnTo>
                <a:lnTo>
                  <a:pt x="70406" y="1067247"/>
                </a:lnTo>
                <a:lnTo>
                  <a:pt x="70746" y="1077814"/>
                </a:lnTo>
                <a:lnTo>
                  <a:pt x="71290" y="1088381"/>
                </a:lnTo>
                <a:lnTo>
                  <a:pt x="72108" y="1098947"/>
                </a:lnTo>
                <a:lnTo>
                  <a:pt x="73277" y="1109514"/>
                </a:lnTo>
                <a:lnTo>
                  <a:pt x="74878" y="1120081"/>
                </a:lnTo>
                <a:lnTo>
                  <a:pt x="76994" y="1130648"/>
                </a:lnTo>
                <a:lnTo>
                  <a:pt x="79690" y="1141215"/>
                </a:lnTo>
                <a:lnTo>
                  <a:pt x="83009" y="1151781"/>
                </a:lnTo>
                <a:lnTo>
                  <a:pt x="86957" y="1162348"/>
                </a:lnTo>
                <a:lnTo>
                  <a:pt x="91491" y="1172915"/>
                </a:lnTo>
                <a:lnTo>
                  <a:pt x="96513" y="1183482"/>
                </a:lnTo>
                <a:lnTo>
                  <a:pt x="101864" y="1194049"/>
                </a:lnTo>
                <a:lnTo>
                  <a:pt x="107330" y="1204615"/>
                </a:lnTo>
                <a:lnTo>
                  <a:pt x="112653" y="1215182"/>
                </a:lnTo>
                <a:lnTo>
                  <a:pt x="117547" y="1225749"/>
                </a:lnTo>
                <a:lnTo>
                  <a:pt x="121725" y="1236316"/>
                </a:lnTo>
                <a:lnTo>
                  <a:pt x="124925" y="1246883"/>
                </a:lnTo>
                <a:lnTo>
                  <a:pt x="126937" y="1257449"/>
                </a:lnTo>
                <a:lnTo>
                  <a:pt x="127623" y="1268016"/>
                </a:lnTo>
                <a:lnTo>
                  <a:pt x="127623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5" name="01_find_only_3084">
            <a:extLst>
              <a:ext uri="{FF2B5EF4-FFF2-40B4-BE49-F238E27FC236}">
                <a16:creationId xmlns:a16="http://schemas.microsoft.com/office/drawing/2014/main" id="{8060662A-7D79-41C6-8D7D-DDE524F46DE9}"/>
              </a:ext>
            </a:extLst>
          </p:cNvPr>
          <p:cNvSpPr>
            <a:spLocks noGrp="1"/>
          </p:cNvSpPr>
          <p:nvPr/>
        </p:nvSpPr>
        <p:spPr>
          <a:xfrm>
            <a:off x="7823376" y="5011278"/>
            <a:ext cx="132412" cy="1291545"/>
          </a:xfrm>
          <a:custGeom>
            <a:avLst/>
            <a:gdLst/>
            <a:ahLst/>
            <a:cxnLst/>
            <a:rect l="0" t="0" r="0" b="0"/>
            <a:pathLst>
              <a:path w="130000" h="1268016">
                <a:moveTo>
                  <a:pt x="122175" y="1268016"/>
                </a:moveTo>
                <a:lnTo>
                  <a:pt x="7825" y="1268016"/>
                </a:lnTo>
                <a:lnTo>
                  <a:pt x="8451" y="1257449"/>
                </a:lnTo>
                <a:lnTo>
                  <a:pt x="10285" y="1246883"/>
                </a:lnTo>
                <a:lnTo>
                  <a:pt x="13203" y="1236316"/>
                </a:lnTo>
                <a:lnTo>
                  <a:pt x="17012" y="1225749"/>
                </a:lnTo>
                <a:lnTo>
                  <a:pt x="21474" y="1215182"/>
                </a:lnTo>
                <a:lnTo>
                  <a:pt x="26326" y="1204615"/>
                </a:lnTo>
                <a:lnTo>
                  <a:pt x="31308" y="1194049"/>
                </a:lnTo>
                <a:lnTo>
                  <a:pt x="36185" y="1183482"/>
                </a:lnTo>
                <a:lnTo>
                  <a:pt x="40761" y="1172915"/>
                </a:lnTo>
                <a:lnTo>
                  <a:pt x="44892" y="1162348"/>
                </a:lnTo>
                <a:lnTo>
                  <a:pt x="48487" y="1151781"/>
                </a:lnTo>
                <a:lnTo>
                  <a:pt x="51509" y="1141215"/>
                </a:lnTo>
                <a:lnTo>
                  <a:pt x="53961" y="1130648"/>
                </a:lnTo>
                <a:lnTo>
                  <a:pt x="55884" y="1120081"/>
                </a:lnTo>
                <a:lnTo>
                  <a:pt x="57339" y="1109514"/>
                </a:lnTo>
                <a:lnTo>
                  <a:pt x="58398" y="1098947"/>
                </a:lnTo>
                <a:lnTo>
                  <a:pt x="59138" y="1088381"/>
                </a:lnTo>
                <a:lnTo>
                  <a:pt x="59629" y="1077814"/>
                </a:lnTo>
                <a:lnTo>
                  <a:pt x="59934" y="1067247"/>
                </a:lnTo>
                <a:lnTo>
                  <a:pt x="60104" y="1056680"/>
                </a:lnTo>
                <a:lnTo>
                  <a:pt x="60178" y="1046113"/>
                </a:lnTo>
                <a:lnTo>
                  <a:pt x="60186" y="1035547"/>
                </a:lnTo>
                <a:lnTo>
                  <a:pt x="60148" y="1024980"/>
                </a:lnTo>
                <a:lnTo>
                  <a:pt x="60077" y="1014413"/>
                </a:lnTo>
                <a:lnTo>
                  <a:pt x="59981" y="1003846"/>
                </a:lnTo>
                <a:lnTo>
                  <a:pt x="59865" y="993279"/>
                </a:lnTo>
                <a:lnTo>
                  <a:pt x="59732" y="982713"/>
                </a:lnTo>
                <a:lnTo>
                  <a:pt x="59586" y="972146"/>
                </a:lnTo>
                <a:lnTo>
                  <a:pt x="59429" y="961579"/>
                </a:lnTo>
                <a:lnTo>
                  <a:pt x="59265" y="951012"/>
                </a:lnTo>
                <a:lnTo>
                  <a:pt x="59099" y="940445"/>
                </a:lnTo>
                <a:lnTo>
                  <a:pt x="58938" y="929879"/>
                </a:lnTo>
                <a:lnTo>
                  <a:pt x="58789" y="919312"/>
                </a:lnTo>
                <a:lnTo>
                  <a:pt x="58661" y="908745"/>
                </a:lnTo>
                <a:lnTo>
                  <a:pt x="58564" y="898178"/>
                </a:lnTo>
                <a:lnTo>
                  <a:pt x="58507" y="887611"/>
                </a:lnTo>
                <a:lnTo>
                  <a:pt x="58499" y="877045"/>
                </a:lnTo>
                <a:lnTo>
                  <a:pt x="58548" y="866478"/>
                </a:lnTo>
                <a:lnTo>
                  <a:pt x="58659" y="855911"/>
                </a:lnTo>
                <a:lnTo>
                  <a:pt x="58833" y="845344"/>
                </a:lnTo>
                <a:lnTo>
                  <a:pt x="59067" y="834777"/>
                </a:lnTo>
                <a:lnTo>
                  <a:pt x="59354" y="824211"/>
                </a:lnTo>
                <a:lnTo>
                  <a:pt x="59681" y="813644"/>
                </a:lnTo>
                <a:lnTo>
                  <a:pt x="60032" y="803077"/>
                </a:lnTo>
                <a:lnTo>
                  <a:pt x="60388" y="792510"/>
                </a:lnTo>
                <a:lnTo>
                  <a:pt x="60727" y="781943"/>
                </a:lnTo>
                <a:lnTo>
                  <a:pt x="61030" y="771377"/>
                </a:lnTo>
                <a:lnTo>
                  <a:pt x="61277" y="760810"/>
                </a:lnTo>
                <a:lnTo>
                  <a:pt x="61452" y="750243"/>
                </a:lnTo>
                <a:lnTo>
                  <a:pt x="61546" y="739676"/>
                </a:lnTo>
                <a:lnTo>
                  <a:pt x="61554" y="729109"/>
                </a:lnTo>
                <a:lnTo>
                  <a:pt x="61480" y="718543"/>
                </a:lnTo>
                <a:lnTo>
                  <a:pt x="61334" y="707976"/>
                </a:lnTo>
                <a:lnTo>
                  <a:pt x="61133" y="697409"/>
                </a:lnTo>
                <a:lnTo>
                  <a:pt x="60898" y="686842"/>
                </a:lnTo>
                <a:lnTo>
                  <a:pt x="60655" y="676275"/>
                </a:lnTo>
                <a:lnTo>
                  <a:pt x="60429" y="665708"/>
                </a:lnTo>
                <a:lnTo>
                  <a:pt x="60243" y="655142"/>
                </a:lnTo>
                <a:lnTo>
                  <a:pt x="60118" y="644575"/>
                </a:lnTo>
                <a:lnTo>
                  <a:pt x="60066" y="634008"/>
                </a:lnTo>
                <a:lnTo>
                  <a:pt x="60095" y="623441"/>
                </a:lnTo>
                <a:lnTo>
                  <a:pt x="60204" y="612874"/>
                </a:lnTo>
                <a:lnTo>
                  <a:pt x="60384" y="602308"/>
                </a:lnTo>
                <a:lnTo>
                  <a:pt x="60621" y="591741"/>
                </a:lnTo>
                <a:lnTo>
                  <a:pt x="60899" y="581174"/>
                </a:lnTo>
                <a:lnTo>
                  <a:pt x="61199" y="570607"/>
                </a:lnTo>
                <a:lnTo>
                  <a:pt x="61500" y="560040"/>
                </a:lnTo>
                <a:lnTo>
                  <a:pt x="61787" y="549474"/>
                </a:lnTo>
                <a:lnTo>
                  <a:pt x="62044" y="538907"/>
                </a:lnTo>
                <a:lnTo>
                  <a:pt x="62263" y="528340"/>
                </a:lnTo>
                <a:lnTo>
                  <a:pt x="62436" y="517773"/>
                </a:lnTo>
                <a:lnTo>
                  <a:pt x="62560" y="507206"/>
                </a:lnTo>
                <a:lnTo>
                  <a:pt x="62635" y="496640"/>
                </a:lnTo>
                <a:lnTo>
                  <a:pt x="62660" y="486073"/>
                </a:lnTo>
                <a:lnTo>
                  <a:pt x="62640" y="475506"/>
                </a:lnTo>
                <a:lnTo>
                  <a:pt x="62574" y="464939"/>
                </a:lnTo>
                <a:lnTo>
                  <a:pt x="62467" y="454372"/>
                </a:lnTo>
                <a:lnTo>
                  <a:pt x="62321" y="443806"/>
                </a:lnTo>
                <a:lnTo>
                  <a:pt x="62139" y="433239"/>
                </a:lnTo>
                <a:lnTo>
                  <a:pt x="61923" y="422672"/>
                </a:lnTo>
                <a:lnTo>
                  <a:pt x="61679" y="412105"/>
                </a:lnTo>
                <a:lnTo>
                  <a:pt x="61412" y="401538"/>
                </a:lnTo>
                <a:lnTo>
                  <a:pt x="61129" y="390972"/>
                </a:lnTo>
                <a:lnTo>
                  <a:pt x="60838" y="380405"/>
                </a:lnTo>
                <a:lnTo>
                  <a:pt x="60549" y="369838"/>
                </a:lnTo>
                <a:lnTo>
                  <a:pt x="60271" y="359271"/>
                </a:lnTo>
                <a:lnTo>
                  <a:pt x="60015" y="348704"/>
                </a:lnTo>
                <a:lnTo>
                  <a:pt x="59789" y="338138"/>
                </a:lnTo>
                <a:lnTo>
                  <a:pt x="59603" y="327571"/>
                </a:lnTo>
                <a:lnTo>
                  <a:pt x="59462" y="317004"/>
                </a:lnTo>
                <a:lnTo>
                  <a:pt x="59370" y="306437"/>
                </a:lnTo>
                <a:lnTo>
                  <a:pt x="59328" y="295870"/>
                </a:lnTo>
                <a:lnTo>
                  <a:pt x="59336" y="285304"/>
                </a:lnTo>
                <a:lnTo>
                  <a:pt x="59389" y="274737"/>
                </a:lnTo>
                <a:lnTo>
                  <a:pt x="59481" y="264170"/>
                </a:lnTo>
                <a:lnTo>
                  <a:pt x="59603" y="253603"/>
                </a:lnTo>
                <a:lnTo>
                  <a:pt x="59742" y="243036"/>
                </a:lnTo>
                <a:lnTo>
                  <a:pt x="59881" y="232470"/>
                </a:lnTo>
                <a:lnTo>
                  <a:pt x="59996" y="221903"/>
                </a:lnTo>
                <a:lnTo>
                  <a:pt x="60053" y="211336"/>
                </a:lnTo>
                <a:lnTo>
                  <a:pt x="60011" y="200769"/>
                </a:lnTo>
                <a:lnTo>
                  <a:pt x="59814" y="190202"/>
                </a:lnTo>
                <a:lnTo>
                  <a:pt x="59396" y="179636"/>
                </a:lnTo>
                <a:lnTo>
                  <a:pt x="58677" y="169069"/>
                </a:lnTo>
                <a:lnTo>
                  <a:pt x="57570" y="158502"/>
                </a:lnTo>
                <a:lnTo>
                  <a:pt x="55984" y="147935"/>
                </a:lnTo>
                <a:lnTo>
                  <a:pt x="53830" y="137368"/>
                </a:lnTo>
                <a:lnTo>
                  <a:pt x="51038" y="126802"/>
                </a:lnTo>
                <a:lnTo>
                  <a:pt x="47561" y="116235"/>
                </a:lnTo>
                <a:lnTo>
                  <a:pt x="43395" y="105668"/>
                </a:lnTo>
                <a:lnTo>
                  <a:pt x="38588" y="95101"/>
                </a:lnTo>
                <a:lnTo>
                  <a:pt x="33247" y="84534"/>
                </a:lnTo>
                <a:lnTo>
                  <a:pt x="27543" y="73968"/>
                </a:lnTo>
                <a:lnTo>
                  <a:pt x="21707" y="63401"/>
                </a:lnTo>
                <a:lnTo>
                  <a:pt x="16019" y="52834"/>
                </a:lnTo>
                <a:lnTo>
                  <a:pt x="10785" y="42267"/>
                </a:lnTo>
                <a:lnTo>
                  <a:pt x="6314" y="31700"/>
                </a:lnTo>
                <a:lnTo>
                  <a:pt x="2888" y="21134"/>
                </a:lnTo>
                <a:lnTo>
                  <a:pt x="735" y="10567"/>
                </a:lnTo>
                <a:lnTo>
                  <a:pt x="0" y="0"/>
                </a:lnTo>
                <a:lnTo>
                  <a:pt x="130000" y="0"/>
                </a:lnTo>
                <a:lnTo>
                  <a:pt x="130000" y="0"/>
                </a:lnTo>
                <a:lnTo>
                  <a:pt x="129265" y="10567"/>
                </a:lnTo>
                <a:lnTo>
                  <a:pt x="127112" y="21134"/>
                </a:lnTo>
                <a:lnTo>
                  <a:pt x="123686" y="31700"/>
                </a:lnTo>
                <a:lnTo>
                  <a:pt x="119215" y="42267"/>
                </a:lnTo>
                <a:lnTo>
                  <a:pt x="113981" y="52834"/>
                </a:lnTo>
                <a:lnTo>
                  <a:pt x="108293" y="63401"/>
                </a:lnTo>
                <a:lnTo>
                  <a:pt x="102457" y="73968"/>
                </a:lnTo>
                <a:lnTo>
                  <a:pt x="96753" y="84534"/>
                </a:lnTo>
                <a:lnTo>
                  <a:pt x="91412" y="95101"/>
                </a:lnTo>
                <a:lnTo>
                  <a:pt x="86605" y="105668"/>
                </a:lnTo>
                <a:lnTo>
                  <a:pt x="82439" y="116235"/>
                </a:lnTo>
                <a:lnTo>
                  <a:pt x="78962" y="126802"/>
                </a:lnTo>
                <a:lnTo>
                  <a:pt x="76170" y="137368"/>
                </a:lnTo>
                <a:lnTo>
                  <a:pt x="74016" y="147935"/>
                </a:lnTo>
                <a:lnTo>
                  <a:pt x="72430" y="158502"/>
                </a:lnTo>
                <a:lnTo>
                  <a:pt x="71323" y="169069"/>
                </a:lnTo>
                <a:lnTo>
                  <a:pt x="70604" y="179636"/>
                </a:lnTo>
                <a:lnTo>
                  <a:pt x="70186" y="190202"/>
                </a:lnTo>
                <a:lnTo>
                  <a:pt x="69989" y="200769"/>
                </a:lnTo>
                <a:lnTo>
                  <a:pt x="69947" y="211336"/>
                </a:lnTo>
                <a:lnTo>
                  <a:pt x="70004" y="221903"/>
                </a:lnTo>
                <a:lnTo>
                  <a:pt x="70119" y="232470"/>
                </a:lnTo>
                <a:lnTo>
                  <a:pt x="70258" y="243036"/>
                </a:lnTo>
                <a:lnTo>
                  <a:pt x="70397" y="253603"/>
                </a:lnTo>
                <a:lnTo>
                  <a:pt x="70519" y="264170"/>
                </a:lnTo>
                <a:lnTo>
                  <a:pt x="70611" y="274737"/>
                </a:lnTo>
                <a:lnTo>
                  <a:pt x="70664" y="285304"/>
                </a:lnTo>
                <a:lnTo>
                  <a:pt x="70672" y="295870"/>
                </a:lnTo>
                <a:lnTo>
                  <a:pt x="70630" y="306437"/>
                </a:lnTo>
                <a:lnTo>
                  <a:pt x="70538" y="317004"/>
                </a:lnTo>
                <a:lnTo>
                  <a:pt x="70397" y="327571"/>
                </a:lnTo>
                <a:lnTo>
                  <a:pt x="70211" y="338138"/>
                </a:lnTo>
                <a:lnTo>
                  <a:pt x="69985" y="348704"/>
                </a:lnTo>
                <a:lnTo>
                  <a:pt x="69729" y="359271"/>
                </a:lnTo>
                <a:lnTo>
                  <a:pt x="69451" y="369838"/>
                </a:lnTo>
                <a:lnTo>
                  <a:pt x="69162" y="380405"/>
                </a:lnTo>
                <a:lnTo>
                  <a:pt x="68871" y="390972"/>
                </a:lnTo>
                <a:lnTo>
                  <a:pt x="68588" y="401538"/>
                </a:lnTo>
                <a:lnTo>
                  <a:pt x="68321" y="412105"/>
                </a:lnTo>
                <a:lnTo>
                  <a:pt x="68077" y="422672"/>
                </a:lnTo>
                <a:lnTo>
                  <a:pt x="67861" y="433239"/>
                </a:lnTo>
                <a:lnTo>
                  <a:pt x="67679" y="443806"/>
                </a:lnTo>
                <a:lnTo>
                  <a:pt x="67533" y="454372"/>
                </a:lnTo>
                <a:lnTo>
                  <a:pt x="67426" y="464939"/>
                </a:lnTo>
                <a:lnTo>
                  <a:pt x="67360" y="475506"/>
                </a:lnTo>
                <a:lnTo>
                  <a:pt x="67340" y="486073"/>
                </a:lnTo>
                <a:lnTo>
                  <a:pt x="67365" y="496640"/>
                </a:lnTo>
                <a:lnTo>
                  <a:pt x="67440" y="507206"/>
                </a:lnTo>
                <a:lnTo>
                  <a:pt x="67564" y="517773"/>
                </a:lnTo>
                <a:lnTo>
                  <a:pt x="67737" y="528340"/>
                </a:lnTo>
                <a:lnTo>
                  <a:pt x="67956" y="538907"/>
                </a:lnTo>
                <a:lnTo>
                  <a:pt x="68213" y="549474"/>
                </a:lnTo>
                <a:lnTo>
                  <a:pt x="68500" y="560040"/>
                </a:lnTo>
                <a:lnTo>
                  <a:pt x="68801" y="570607"/>
                </a:lnTo>
                <a:lnTo>
                  <a:pt x="69101" y="581174"/>
                </a:lnTo>
                <a:lnTo>
                  <a:pt x="69379" y="591741"/>
                </a:lnTo>
                <a:lnTo>
                  <a:pt x="69616" y="602308"/>
                </a:lnTo>
                <a:lnTo>
                  <a:pt x="69796" y="612874"/>
                </a:lnTo>
                <a:lnTo>
                  <a:pt x="69905" y="623441"/>
                </a:lnTo>
                <a:lnTo>
                  <a:pt x="69934" y="634008"/>
                </a:lnTo>
                <a:lnTo>
                  <a:pt x="69882" y="644575"/>
                </a:lnTo>
                <a:lnTo>
                  <a:pt x="69757" y="655142"/>
                </a:lnTo>
                <a:lnTo>
                  <a:pt x="69571" y="665708"/>
                </a:lnTo>
                <a:lnTo>
                  <a:pt x="69345" y="676275"/>
                </a:lnTo>
                <a:lnTo>
                  <a:pt x="69102" y="686842"/>
                </a:lnTo>
                <a:lnTo>
                  <a:pt x="68867" y="697409"/>
                </a:lnTo>
                <a:lnTo>
                  <a:pt x="68666" y="707976"/>
                </a:lnTo>
                <a:lnTo>
                  <a:pt x="68520" y="718543"/>
                </a:lnTo>
                <a:lnTo>
                  <a:pt x="68446" y="729109"/>
                </a:lnTo>
                <a:lnTo>
                  <a:pt x="68454" y="739676"/>
                </a:lnTo>
                <a:lnTo>
                  <a:pt x="68548" y="750243"/>
                </a:lnTo>
                <a:lnTo>
                  <a:pt x="68723" y="760810"/>
                </a:lnTo>
                <a:lnTo>
                  <a:pt x="68970" y="771377"/>
                </a:lnTo>
                <a:lnTo>
                  <a:pt x="69273" y="781943"/>
                </a:lnTo>
                <a:lnTo>
                  <a:pt x="69612" y="792510"/>
                </a:lnTo>
                <a:lnTo>
                  <a:pt x="69968" y="803077"/>
                </a:lnTo>
                <a:lnTo>
                  <a:pt x="70319" y="813644"/>
                </a:lnTo>
                <a:lnTo>
                  <a:pt x="70646" y="824211"/>
                </a:lnTo>
                <a:lnTo>
                  <a:pt x="70933" y="834777"/>
                </a:lnTo>
                <a:lnTo>
                  <a:pt x="71167" y="845344"/>
                </a:lnTo>
                <a:lnTo>
                  <a:pt x="71341" y="855911"/>
                </a:lnTo>
                <a:lnTo>
                  <a:pt x="71452" y="866478"/>
                </a:lnTo>
                <a:lnTo>
                  <a:pt x="71501" y="877045"/>
                </a:lnTo>
                <a:lnTo>
                  <a:pt x="71493" y="887611"/>
                </a:lnTo>
                <a:lnTo>
                  <a:pt x="71436" y="898178"/>
                </a:lnTo>
                <a:lnTo>
                  <a:pt x="71339" y="908745"/>
                </a:lnTo>
                <a:lnTo>
                  <a:pt x="71211" y="919312"/>
                </a:lnTo>
                <a:lnTo>
                  <a:pt x="71062" y="929879"/>
                </a:lnTo>
                <a:lnTo>
                  <a:pt x="70901" y="940445"/>
                </a:lnTo>
                <a:lnTo>
                  <a:pt x="70735" y="951012"/>
                </a:lnTo>
                <a:lnTo>
                  <a:pt x="70571" y="961579"/>
                </a:lnTo>
                <a:lnTo>
                  <a:pt x="70414" y="972146"/>
                </a:lnTo>
                <a:lnTo>
                  <a:pt x="70268" y="982713"/>
                </a:lnTo>
                <a:lnTo>
                  <a:pt x="70135" y="993279"/>
                </a:lnTo>
                <a:lnTo>
                  <a:pt x="70019" y="1003846"/>
                </a:lnTo>
                <a:lnTo>
                  <a:pt x="69923" y="1014413"/>
                </a:lnTo>
                <a:lnTo>
                  <a:pt x="69852" y="1024980"/>
                </a:lnTo>
                <a:lnTo>
                  <a:pt x="69814" y="1035547"/>
                </a:lnTo>
                <a:lnTo>
                  <a:pt x="69822" y="1046113"/>
                </a:lnTo>
                <a:lnTo>
                  <a:pt x="69896" y="1056680"/>
                </a:lnTo>
                <a:lnTo>
                  <a:pt x="70066" y="1067247"/>
                </a:lnTo>
                <a:lnTo>
                  <a:pt x="70371" y="1077814"/>
                </a:lnTo>
                <a:lnTo>
                  <a:pt x="70862" y="1088381"/>
                </a:lnTo>
                <a:lnTo>
                  <a:pt x="71602" y="1098947"/>
                </a:lnTo>
                <a:lnTo>
                  <a:pt x="72661" y="1109514"/>
                </a:lnTo>
                <a:lnTo>
                  <a:pt x="74116" y="1120081"/>
                </a:lnTo>
                <a:lnTo>
                  <a:pt x="76039" y="1130648"/>
                </a:lnTo>
                <a:lnTo>
                  <a:pt x="78491" y="1141215"/>
                </a:lnTo>
                <a:lnTo>
                  <a:pt x="81513" y="1151781"/>
                </a:lnTo>
                <a:lnTo>
                  <a:pt x="85108" y="1162348"/>
                </a:lnTo>
                <a:lnTo>
                  <a:pt x="89239" y="1172915"/>
                </a:lnTo>
                <a:lnTo>
                  <a:pt x="93815" y="1183482"/>
                </a:lnTo>
                <a:lnTo>
                  <a:pt x="98692" y="1194049"/>
                </a:lnTo>
                <a:lnTo>
                  <a:pt x="103674" y="1204615"/>
                </a:lnTo>
                <a:lnTo>
                  <a:pt x="108526" y="1215182"/>
                </a:lnTo>
                <a:lnTo>
                  <a:pt x="112988" y="1225749"/>
                </a:lnTo>
                <a:lnTo>
                  <a:pt x="116797" y="1236316"/>
                </a:lnTo>
                <a:lnTo>
                  <a:pt x="119715" y="1246883"/>
                </a:lnTo>
                <a:lnTo>
                  <a:pt x="121549" y="1257449"/>
                </a:lnTo>
                <a:lnTo>
                  <a:pt x="122175" y="1268016"/>
                </a:lnTo>
                <a:lnTo>
                  <a:pt x="122175" y="1268016"/>
                </a:lnTo>
                <a:close/>
              </a:path>
            </a:pathLst>
          </a:custGeom>
          <a:solidFill>
            <a:srgbClr val="A57948">
              <a:alpha val="12000"/>
            </a:srgbClr>
          </a:solidFill>
          <a:ln w="6985">
            <a:solidFill>
              <a:srgbClr val="A57948">
                <a:alpha val="12000"/>
              </a:srgbClr>
            </a:solidFill>
            <a:prstDash val="solid"/>
          </a:ln>
        </p:spPr>
      </p:sp>
      <p:sp>
        <p:nvSpPr>
          <p:cNvPr id="3086" name="01_find_only_3085">
            <a:extLst>
              <a:ext uri="{FF2B5EF4-FFF2-40B4-BE49-F238E27FC236}">
                <a16:creationId xmlns:a16="http://schemas.microsoft.com/office/drawing/2014/main" id="{47851E03-82FF-4A73-8937-C82ED6DEA0E4}"/>
              </a:ext>
            </a:extLst>
          </p:cNvPr>
          <p:cNvSpPr>
            <a:spLocks noGrp="1"/>
          </p:cNvSpPr>
          <p:nvPr/>
        </p:nvSpPr>
        <p:spPr>
          <a:xfrm>
            <a:off x="6361748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87" name="text_3086">
            <a:extLst>
              <a:ext uri="{FF2B5EF4-FFF2-40B4-BE49-F238E27FC236}">
                <a16:creationId xmlns:a16="http://schemas.microsoft.com/office/drawing/2014/main" id="{7B3BD0D6-9FEC-4FBA-A0E3-1646C07BBF21}"/>
              </a:ext>
            </a:extLst>
          </p:cNvPr>
          <p:cNvSpPr>
            <a:spLocks noGrp="1"/>
          </p:cNvSpPr>
          <p:nvPr/>
        </p:nvSpPr>
        <p:spPr>
          <a:xfrm>
            <a:off x="6335497" y="6438006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3088" name="01_find_only_3087">
            <a:extLst>
              <a:ext uri="{FF2B5EF4-FFF2-40B4-BE49-F238E27FC236}">
                <a16:creationId xmlns:a16="http://schemas.microsoft.com/office/drawing/2014/main" id="{13FA12FA-A7D2-4624-AA72-DC097FA00E90}"/>
              </a:ext>
            </a:extLst>
          </p:cNvPr>
          <p:cNvSpPr>
            <a:spLocks noGrp="1"/>
          </p:cNvSpPr>
          <p:nvPr/>
        </p:nvSpPr>
        <p:spPr>
          <a:xfrm>
            <a:off x="6616387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89" name="text_3088">
            <a:extLst>
              <a:ext uri="{FF2B5EF4-FFF2-40B4-BE49-F238E27FC236}">
                <a16:creationId xmlns:a16="http://schemas.microsoft.com/office/drawing/2014/main" id="{8C186EC8-38E2-40E5-9F29-8896103AF6F7}"/>
              </a:ext>
            </a:extLst>
          </p:cNvPr>
          <p:cNvSpPr>
            <a:spLocks noGrp="1"/>
          </p:cNvSpPr>
          <p:nvPr/>
        </p:nvSpPr>
        <p:spPr>
          <a:xfrm>
            <a:off x="6563883" y="6438006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3090" name="01_find_only_3089">
            <a:extLst>
              <a:ext uri="{FF2B5EF4-FFF2-40B4-BE49-F238E27FC236}">
                <a16:creationId xmlns:a16="http://schemas.microsoft.com/office/drawing/2014/main" id="{A11B27C3-EA74-4937-AF9F-E808D7D381BF}"/>
              </a:ext>
            </a:extLst>
          </p:cNvPr>
          <p:cNvSpPr>
            <a:spLocks noGrp="1"/>
          </p:cNvSpPr>
          <p:nvPr/>
        </p:nvSpPr>
        <p:spPr>
          <a:xfrm>
            <a:off x="6871026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1" name="text_3090">
            <a:extLst>
              <a:ext uri="{FF2B5EF4-FFF2-40B4-BE49-F238E27FC236}">
                <a16:creationId xmlns:a16="http://schemas.microsoft.com/office/drawing/2014/main" id="{9E31E0FA-5A81-45EF-AD0C-928C6743D804}"/>
              </a:ext>
            </a:extLst>
          </p:cNvPr>
          <p:cNvSpPr>
            <a:spLocks noGrp="1"/>
          </p:cNvSpPr>
          <p:nvPr/>
        </p:nvSpPr>
        <p:spPr>
          <a:xfrm>
            <a:off x="6792271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3092" name="01_find_only_3091">
            <a:extLst>
              <a:ext uri="{FF2B5EF4-FFF2-40B4-BE49-F238E27FC236}">
                <a16:creationId xmlns:a16="http://schemas.microsoft.com/office/drawing/2014/main" id="{0B641C91-C97F-4066-AA0C-DC79FD936E65}"/>
              </a:ext>
            </a:extLst>
          </p:cNvPr>
          <p:cNvSpPr>
            <a:spLocks noGrp="1"/>
          </p:cNvSpPr>
          <p:nvPr/>
        </p:nvSpPr>
        <p:spPr>
          <a:xfrm>
            <a:off x="7380304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3" name="text_3092">
            <a:extLst>
              <a:ext uri="{FF2B5EF4-FFF2-40B4-BE49-F238E27FC236}">
                <a16:creationId xmlns:a16="http://schemas.microsoft.com/office/drawing/2014/main" id="{E462816B-5C83-4DCC-9137-85CEC3B0C355}"/>
              </a:ext>
            </a:extLst>
          </p:cNvPr>
          <p:cNvSpPr>
            <a:spLocks noGrp="1"/>
          </p:cNvSpPr>
          <p:nvPr/>
        </p:nvSpPr>
        <p:spPr>
          <a:xfrm>
            <a:off x="7301549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200</a:t>
            </a:r>
          </a:p>
        </p:txBody>
      </p:sp>
      <p:sp>
        <p:nvSpPr>
          <p:cNvPr id="3094" name="01_find_only_3093">
            <a:extLst>
              <a:ext uri="{FF2B5EF4-FFF2-40B4-BE49-F238E27FC236}">
                <a16:creationId xmlns:a16="http://schemas.microsoft.com/office/drawing/2014/main" id="{804F383F-3036-480D-A982-CCD7E7C12A7E}"/>
              </a:ext>
            </a:extLst>
          </p:cNvPr>
          <p:cNvSpPr>
            <a:spLocks noGrp="1"/>
          </p:cNvSpPr>
          <p:nvPr/>
        </p:nvSpPr>
        <p:spPr>
          <a:xfrm>
            <a:off x="7889582" y="6367401"/>
            <a:ext cx="195" cy="38807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5" name="text_3094">
            <a:extLst>
              <a:ext uri="{FF2B5EF4-FFF2-40B4-BE49-F238E27FC236}">
                <a16:creationId xmlns:a16="http://schemas.microsoft.com/office/drawing/2014/main" id="{468DD670-E837-4B30-8FE6-3D5ABE3E1DCD}"/>
              </a:ext>
            </a:extLst>
          </p:cNvPr>
          <p:cNvSpPr>
            <a:spLocks noGrp="1"/>
          </p:cNvSpPr>
          <p:nvPr/>
        </p:nvSpPr>
        <p:spPr>
          <a:xfrm>
            <a:off x="7810827" y="6438006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300</a:t>
            </a:r>
          </a:p>
        </p:txBody>
      </p:sp>
      <p:sp>
        <p:nvSpPr>
          <p:cNvPr id="3096" name="text_3095">
            <a:extLst>
              <a:ext uri="{FF2B5EF4-FFF2-40B4-BE49-F238E27FC236}">
                <a16:creationId xmlns:a16="http://schemas.microsoft.com/office/drawing/2014/main" id="{6E82CA3C-1B5B-4D9B-88ED-6998D8A7141B}"/>
              </a:ext>
            </a:extLst>
          </p:cNvPr>
          <p:cNvSpPr>
            <a:spLocks noGrp="1"/>
          </p:cNvSpPr>
          <p:nvPr/>
        </p:nvSpPr>
        <p:spPr>
          <a:xfrm>
            <a:off x="6551414" y="6577100"/>
            <a:ext cx="1253110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Relative candidate count (%)</a:t>
            </a:r>
          </a:p>
        </p:txBody>
      </p:sp>
      <p:sp>
        <p:nvSpPr>
          <p:cNvPr id="3097" name="01_find_only_3096">
            <a:extLst>
              <a:ext uri="{FF2B5EF4-FFF2-40B4-BE49-F238E27FC236}">
                <a16:creationId xmlns:a16="http://schemas.microsoft.com/office/drawing/2014/main" id="{03176C42-24D0-4217-9629-61E617B47A14}"/>
              </a:ext>
            </a:extLst>
          </p:cNvPr>
          <p:cNvSpPr>
            <a:spLocks noGrp="1"/>
          </p:cNvSpPr>
          <p:nvPr/>
        </p:nvSpPr>
        <p:spPr>
          <a:xfrm>
            <a:off x="6346469" y="6302824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098" name="01_find_only_3097">
            <a:extLst>
              <a:ext uri="{FF2B5EF4-FFF2-40B4-BE49-F238E27FC236}">
                <a16:creationId xmlns:a16="http://schemas.microsoft.com/office/drawing/2014/main" id="{379466A9-99D5-4AE6-A2FC-45201339382B}"/>
              </a:ext>
            </a:extLst>
          </p:cNvPr>
          <p:cNvSpPr>
            <a:spLocks noGrp="1"/>
          </p:cNvSpPr>
          <p:nvPr/>
        </p:nvSpPr>
        <p:spPr>
          <a:xfrm>
            <a:off x="6307663" y="6302824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099" name="text_3098">
            <a:extLst>
              <a:ext uri="{FF2B5EF4-FFF2-40B4-BE49-F238E27FC236}">
                <a16:creationId xmlns:a16="http://schemas.microsoft.com/office/drawing/2014/main" id="{796D2802-75BB-4FA9-980E-63688E9DDCAF}"/>
              </a:ext>
            </a:extLst>
          </p:cNvPr>
          <p:cNvSpPr>
            <a:spLocks noGrp="1"/>
          </p:cNvSpPr>
          <p:nvPr/>
        </p:nvSpPr>
        <p:spPr>
          <a:xfrm>
            <a:off x="6216353" y="6262019"/>
            <a:ext cx="65439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0</a:t>
            </a:r>
          </a:p>
        </p:txBody>
      </p:sp>
      <p:sp>
        <p:nvSpPr>
          <p:cNvPr id="3100" name="01_find_only_3099">
            <a:extLst>
              <a:ext uri="{FF2B5EF4-FFF2-40B4-BE49-F238E27FC236}">
                <a16:creationId xmlns:a16="http://schemas.microsoft.com/office/drawing/2014/main" id="{20E64887-09AC-45DD-8DC2-6D8CE1ECD01D}"/>
              </a:ext>
            </a:extLst>
          </p:cNvPr>
          <p:cNvSpPr>
            <a:spLocks noGrp="1"/>
          </p:cNvSpPr>
          <p:nvPr/>
        </p:nvSpPr>
        <p:spPr>
          <a:xfrm>
            <a:off x="6346469" y="565705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01" name="01_find_only_3100">
            <a:extLst>
              <a:ext uri="{FF2B5EF4-FFF2-40B4-BE49-F238E27FC236}">
                <a16:creationId xmlns:a16="http://schemas.microsoft.com/office/drawing/2014/main" id="{E50B1BCC-D4E3-41F9-86F3-7CFF0F825AC4}"/>
              </a:ext>
            </a:extLst>
          </p:cNvPr>
          <p:cNvSpPr>
            <a:spLocks noGrp="1"/>
          </p:cNvSpPr>
          <p:nvPr/>
        </p:nvSpPr>
        <p:spPr>
          <a:xfrm>
            <a:off x="6307663" y="5657051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102" name="text_3101">
            <a:extLst>
              <a:ext uri="{FF2B5EF4-FFF2-40B4-BE49-F238E27FC236}">
                <a16:creationId xmlns:a16="http://schemas.microsoft.com/office/drawing/2014/main" id="{E8373FEE-786C-4081-A86F-157CCB72F808}"/>
              </a:ext>
            </a:extLst>
          </p:cNvPr>
          <p:cNvSpPr>
            <a:spLocks noGrp="1"/>
          </p:cNvSpPr>
          <p:nvPr/>
        </p:nvSpPr>
        <p:spPr>
          <a:xfrm>
            <a:off x="6163848" y="5616247"/>
            <a:ext cx="117943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50</a:t>
            </a:r>
          </a:p>
        </p:txBody>
      </p:sp>
      <p:sp>
        <p:nvSpPr>
          <p:cNvPr id="3103" name="01_find_only_3102">
            <a:extLst>
              <a:ext uri="{FF2B5EF4-FFF2-40B4-BE49-F238E27FC236}">
                <a16:creationId xmlns:a16="http://schemas.microsoft.com/office/drawing/2014/main" id="{1CC6CA09-FE13-4DDB-8C52-2B29A7A41496}"/>
              </a:ext>
            </a:extLst>
          </p:cNvPr>
          <p:cNvSpPr>
            <a:spLocks noGrp="1"/>
          </p:cNvSpPr>
          <p:nvPr/>
        </p:nvSpPr>
        <p:spPr>
          <a:xfrm>
            <a:off x="6346469" y="5011278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6985">
            <a:solidFill>
              <a:srgbClr val="DEE5EA"/>
            </a:solidFill>
            <a:prstDash val="solid"/>
          </a:ln>
        </p:spPr>
      </p:sp>
      <p:sp>
        <p:nvSpPr>
          <p:cNvPr id="3104" name="01_find_only_3103">
            <a:extLst>
              <a:ext uri="{FF2B5EF4-FFF2-40B4-BE49-F238E27FC236}">
                <a16:creationId xmlns:a16="http://schemas.microsoft.com/office/drawing/2014/main" id="{D04D8A8F-1EF2-408F-B432-021B07E93FE4}"/>
              </a:ext>
            </a:extLst>
          </p:cNvPr>
          <p:cNvSpPr>
            <a:spLocks noGrp="1"/>
          </p:cNvSpPr>
          <p:nvPr/>
        </p:nvSpPr>
        <p:spPr>
          <a:xfrm>
            <a:off x="6307663" y="5011278"/>
            <a:ext cx="38807" cy="195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7620">
            <a:solidFill>
              <a:srgbClr val="273744"/>
            </a:solidFill>
            <a:prstDash val="solid"/>
          </a:ln>
        </p:spPr>
      </p:sp>
      <p:sp>
        <p:nvSpPr>
          <p:cNvPr id="3105" name="text_3104">
            <a:extLst>
              <a:ext uri="{FF2B5EF4-FFF2-40B4-BE49-F238E27FC236}">
                <a16:creationId xmlns:a16="http://schemas.microsoft.com/office/drawing/2014/main" id="{70A6758A-3D5D-4C28-B8F4-B254C486C0D0}"/>
              </a:ext>
            </a:extLst>
          </p:cNvPr>
          <p:cNvSpPr>
            <a:spLocks noGrp="1"/>
          </p:cNvSpPr>
          <p:nvPr/>
        </p:nvSpPr>
        <p:spPr>
          <a:xfrm>
            <a:off x="6111346" y="4970474"/>
            <a:ext cx="170445" cy="11803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3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4"/>
              <a:t>100</a:t>
            </a:r>
          </a:p>
        </p:txBody>
      </p:sp>
      <p:sp>
        <p:nvSpPr>
          <p:cNvPr id="3106" name="01_find_only_3105">
            <a:extLst>
              <a:ext uri="{FF2B5EF4-FFF2-40B4-BE49-F238E27FC236}">
                <a16:creationId xmlns:a16="http://schemas.microsoft.com/office/drawing/2014/main" id="{623C4992-03B0-4233-A6D1-50F04ED7BD18}"/>
              </a:ext>
            </a:extLst>
          </p:cNvPr>
          <p:cNvSpPr>
            <a:spLocks noGrp="1"/>
          </p:cNvSpPr>
          <p:nvPr/>
        </p:nvSpPr>
        <p:spPr>
          <a:xfrm>
            <a:off x="657482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7" name="01_find_only_3106">
            <a:extLst>
              <a:ext uri="{FF2B5EF4-FFF2-40B4-BE49-F238E27FC236}">
                <a16:creationId xmlns:a16="http://schemas.microsoft.com/office/drawing/2014/main" id="{2904EA4F-3BB2-482B-A6A7-1B18DDBE5558}"/>
              </a:ext>
            </a:extLst>
          </p:cNvPr>
          <p:cNvSpPr>
            <a:spLocks noGrp="1"/>
          </p:cNvSpPr>
          <p:nvPr/>
        </p:nvSpPr>
        <p:spPr>
          <a:xfrm>
            <a:off x="6636996" y="575849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8" name="01_find_only_3107">
            <a:extLst>
              <a:ext uri="{FF2B5EF4-FFF2-40B4-BE49-F238E27FC236}">
                <a16:creationId xmlns:a16="http://schemas.microsoft.com/office/drawing/2014/main" id="{F5A72593-B739-466A-AF9E-566EABE2123C}"/>
              </a:ext>
            </a:extLst>
          </p:cNvPr>
          <p:cNvSpPr>
            <a:spLocks noGrp="1"/>
          </p:cNvSpPr>
          <p:nvPr/>
        </p:nvSpPr>
        <p:spPr>
          <a:xfrm>
            <a:off x="655441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9" name="01_find_only_3108">
            <a:extLst>
              <a:ext uri="{FF2B5EF4-FFF2-40B4-BE49-F238E27FC236}">
                <a16:creationId xmlns:a16="http://schemas.microsoft.com/office/drawing/2014/main" id="{50D6FBDD-3E51-4983-9208-40C2C7E282CF}"/>
              </a:ext>
            </a:extLst>
          </p:cNvPr>
          <p:cNvSpPr>
            <a:spLocks noGrp="1"/>
          </p:cNvSpPr>
          <p:nvPr/>
        </p:nvSpPr>
        <p:spPr>
          <a:xfrm>
            <a:off x="66292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0" name="01_find_only_3109">
            <a:extLst>
              <a:ext uri="{FF2B5EF4-FFF2-40B4-BE49-F238E27FC236}">
                <a16:creationId xmlns:a16="http://schemas.microsoft.com/office/drawing/2014/main" id="{E3ADA4AB-D60B-4901-A110-FD11B60B12F7}"/>
              </a:ext>
            </a:extLst>
          </p:cNvPr>
          <p:cNvSpPr>
            <a:spLocks noGrp="1"/>
          </p:cNvSpPr>
          <p:nvPr/>
        </p:nvSpPr>
        <p:spPr>
          <a:xfrm>
            <a:off x="659065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1" name="01_find_only_3110">
            <a:extLst>
              <a:ext uri="{FF2B5EF4-FFF2-40B4-BE49-F238E27FC236}">
                <a16:creationId xmlns:a16="http://schemas.microsoft.com/office/drawing/2014/main" id="{9D7E6AAC-0020-499E-B601-0DABB0200C4A}"/>
              </a:ext>
            </a:extLst>
          </p:cNvPr>
          <p:cNvSpPr>
            <a:spLocks noGrp="1"/>
          </p:cNvSpPr>
          <p:nvPr/>
        </p:nvSpPr>
        <p:spPr>
          <a:xfrm>
            <a:off x="66438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2" name="01_find_only_3111">
            <a:extLst>
              <a:ext uri="{FF2B5EF4-FFF2-40B4-BE49-F238E27FC236}">
                <a16:creationId xmlns:a16="http://schemas.microsoft.com/office/drawing/2014/main" id="{D5395E38-3B40-445E-BB10-AFF21D0AC89C}"/>
              </a:ext>
            </a:extLst>
          </p:cNvPr>
          <p:cNvSpPr>
            <a:spLocks noGrp="1"/>
          </p:cNvSpPr>
          <p:nvPr/>
        </p:nvSpPr>
        <p:spPr>
          <a:xfrm>
            <a:off x="657472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3" name="01_find_only_3112">
            <a:extLst>
              <a:ext uri="{FF2B5EF4-FFF2-40B4-BE49-F238E27FC236}">
                <a16:creationId xmlns:a16="http://schemas.microsoft.com/office/drawing/2014/main" id="{B7FAFBA5-45B2-49A9-B076-46D87F6012AD}"/>
              </a:ext>
            </a:extLst>
          </p:cNvPr>
          <p:cNvSpPr>
            <a:spLocks noGrp="1"/>
          </p:cNvSpPr>
          <p:nvPr/>
        </p:nvSpPr>
        <p:spPr>
          <a:xfrm>
            <a:off x="6622132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4" name="01_find_only_3113">
            <a:extLst>
              <a:ext uri="{FF2B5EF4-FFF2-40B4-BE49-F238E27FC236}">
                <a16:creationId xmlns:a16="http://schemas.microsoft.com/office/drawing/2014/main" id="{311EF9E5-EEEC-4C68-A605-B7E4EFDA9976}"/>
              </a:ext>
            </a:extLst>
          </p:cNvPr>
          <p:cNvSpPr>
            <a:spLocks noGrp="1"/>
          </p:cNvSpPr>
          <p:nvPr/>
        </p:nvSpPr>
        <p:spPr>
          <a:xfrm>
            <a:off x="6557818" y="570129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5" name="01_find_only_3114">
            <a:extLst>
              <a:ext uri="{FF2B5EF4-FFF2-40B4-BE49-F238E27FC236}">
                <a16:creationId xmlns:a16="http://schemas.microsoft.com/office/drawing/2014/main" id="{F0B0618F-8B26-464A-938A-5142CFD56B05}"/>
              </a:ext>
            </a:extLst>
          </p:cNvPr>
          <p:cNvSpPr>
            <a:spLocks noGrp="1"/>
          </p:cNvSpPr>
          <p:nvPr/>
        </p:nvSpPr>
        <p:spPr>
          <a:xfrm>
            <a:off x="657851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6" name="01_find_only_3115">
            <a:extLst>
              <a:ext uri="{FF2B5EF4-FFF2-40B4-BE49-F238E27FC236}">
                <a16:creationId xmlns:a16="http://schemas.microsoft.com/office/drawing/2014/main" id="{E752508C-9810-4187-AB7B-F54DE052F525}"/>
              </a:ext>
            </a:extLst>
          </p:cNvPr>
          <p:cNvSpPr>
            <a:spLocks noGrp="1"/>
          </p:cNvSpPr>
          <p:nvPr/>
        </p:nvSpPr>
        <p:spPr>
          <a:xfrm>
            <a:off x="655762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7" name="01_find_only_3116">
            <a:extLst>
              <a:ext uri="{FF2B5EF4-FFF2-40B4-BE49-F238E27FC236}">
                <a16:creationId xmlns:a16="http://schemas.microsoft.com/office/drawing/2014/main" id="{DC49CC06-0971-4DCA-A2B3-C1B7B67539C0}"/>
              </a:ext>
            </a:extLst>
          </p:cNvPr>
          <p:cNvSpPr>
            <a:spLocks noGrp="1"/>
          </p:cNvSpPr>
          <p:nvPr/>
        </p:nvSpPr>
        <p:spPr>
          <a:xfrm>
            <a:off x="661251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8" name="01_find_only_3117">
            <a:extLst>
              <a:ext uri="{FF2B5EF4-FFF2-40B4-BE49-F238E27FC236}">
                <a16:creationId xmlns:a16="http://schemas.microsoft.com/office/drawing/2014/main" id="{F6AFA1C5-0775-4BCF-A871-1B584897A5C5}"/>
              </a:ext>
            </a:extLst>
          </p:cNvPr>
          <p:cNvSpPr>
            <a:spLocks noGrp="1"/>
          </p:cNvSpPr>
          <p:nvPr/>
        </p:nvSpPr>
        <p:spPr>
          <a:xfrm>
            <a:off x="65707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9" name="01_find_only_3118">
            <a:extLst>
              <a:ext uri="{FF2B5EF4-FFF2-40B4-BE49-F238E27FC236}">
                <a16:creationId xmlns:a16="http://schemas.microsoft.com/office/drawing/2014/main" id="{8BF7C4D7-C80D-40FE-87A4-09C280DBABE4}"/>
              </a:ext>
            </a:extLst>
          </p:cNvPr>
          <p:cNvSpPr>
            <a:spLocks noGrp="1"/>
          </p:cNvSpPr>
          <p:nvPr/>
        </p:nvSpPr>
        <p:spPr>
          <a:xfrm>
            <a:off x="65998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0" name="01_find_only_3119">
            <a:extLst>
              <a:ext uri="{FF2B5EF4-FFF2-40B4-BE49-F238E27FC236}">
                <a16:creationId xmlns:a16="http://schemas.microsoft.com/office/drawing/2014/main" id="{3B1B36A5-D23D-4FD3-9A5A-F61F702DD5D6}"/>
              </a:ext>
            </a:extLst>
          </p:cNvPr>
          <p:cNvSpPr>
            <a:spLocks noGrp="1"/>
          </p:cNvSpPr>
          <p:nvPr/>
        </p:nvSpPr>
        <p:spPr>
          <a:xfrm>
            <a:off x="65895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1" name="01_find_only_3120">
            <a:extLst>
              <a:ext uri="{FF2B5EF4-FFF2-40B4-BE49-F238E27FC236}">
                <a16:creationId xmlns:a16="http://schemas.microsoft.com/office/drawing/2014/main" id="{E85975E2-E516-409F-81EB-F3AB24E6B663}"/>
              </a:ext>
            </a:extLst>
          </p:cNvPr>
          <p:cNvSpPr>
            <a:spLocks noGrp="1"/>
          </p:cNvSpPr>
          <p:nvPr/>
        </p:nvSpPr>
        <p:spPr>
          <a:xfrm>
            <a:off x="6579968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2" name="01_find_only_3121">
            <a:extLst>
              <a:ext uri="{FF2B5EF4-FFF2-40B4-BE49-F238E27FC236}">
                <a16:creationId xmlns:a16="http://schemas.microsoft.com/office/drawing/2014/main" id="{33442844-D358-4957-B445-5AD9626CF3CB}"/>
              </a:ext>
            </a:extLst>
          </p:cNvPr>
          <p:cNvSpPr>
            <a:spLocks noGrp="1"/>
          </p:cNvSpPr>
          <p:nvPr/>
        </p:nvSpPr>
        <p:spPr>
          <a:xfrm>
            <a:off x="655733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3" name="01_find_only_3122">
            <a:extLst>
              <a:ext uri="{FF2B5EF4-FFF2-40B4-BE49-F238E27FC236}">
                <a16:creationId xmlns:a16="http://schemas.microsoft.com/office/drawing/2014/main" id="{F68792CE-1782-499E-88C8-58E1FA7B5CDF}"/>
              </a:ext>
            </a:extLst>
          </p:cNvPr>
          <p:cNvSpPr>
            <a:spLocks noGrp="1"/>
          </p:cNvSpPr>
          <p:nvPr/>
        </p:nvSpPr>
        <p:spPr>
          <a:xfrm>
            <a:off x="664457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4" name="01_find_only_3123">
            <a:extLst>
              <a:ext uri="{FF2B5EF4-FFF2-40B4-BE49-F238E27FC236}">
                <a16:creationId xmlns:a16="http://schemas.microsoft.com/office/drawing/2014/main" id="{C232F8A9-E7B0-4E5F-AB0B-AA715A501D19}"/>
              </a:ext>
            </a:extLst>
          </p:cNvPr>
          <p:cNvSpPr>
            <a:spLocks noGrp="1"/>
          </p:cNvSpPr>
          <p:nvPr/>
        </p:nvSpPr>
        <p:spPr>
          <a:xfrm>
            <a:off x="65586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5" name="01_find_only_3124">
            <a:extLst>
              <a:ext uri="{FF2B5EF4-FFF2-40B4-BE49-F238E27FC236}">
                <a16:creationId xmlns:a16="http://schemas.microsoft.com/office/drawing/2014/main" id="{42040AD0-818A-4362-8BF4-E99842B44386}"/>
              </a:ext>
            </a:extLst>
          </p:cNvPr>
          <p:cNvSpPr>
            <a:spLocks noGrp="1"/>
          </p:cNvSpPr>
          <p:nvPr/>
        </p:nvSpPr>
        <p:spPr>
          <a:xfrm>
            <a:off x="663738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6" name="01_find_only_3125">
            <a:extLst>
              <a:ext uri="{FF2B5EF4-FFF2-40B4-BE49-F238E27FC236}">
                <a16:creationId xmlns:a16="http://schemas.microsoft.com/office/drawing/2014/main" id="{B07AC510-1EA4-4B18-8799-362DC6AA5C03}"/>
              </a:ext>
            </a:extLst>
          </p:cNvPr>
          <p:cNvSpPr>
            <a:spLocks noGrp="1"/>
          </p:cNvSpPr>
          <p:nvPr/>
        </p:nvSpPr>
        <p:spPr>
          <a:xfrm>
            <a:off x="659104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7" name="01_find_only_3126">
            <a:extLst>
              <a:ext uri="{FF2B5EF4-FFF2-40B4-BE49-F238E27FC236}">
                <a16:creationId xmlns:a16="http://schemas.microsoft.com/office/drawing/2014/main" id="{881FD039-D222-46FB-878A-AA4072BA31D5}"/>
              </a:ext>
            </a:extLst>
          </p:cNvPr>
          <p:cNvSpPr>
            <a:spLocks noGrp="1"/>
          </p:cNvSpPr>
          <p:nvPr/>
        </p:nvSpPr>
        <p:spPr>
          <a:xfrm>
            <a:off x="664855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8" name="01_find_only_3127">
            <a:extLst>
              <a:ext uri="{FF2B5EF4-FFF2-40B4-BE49-F238E27FC236}">
                <a16:creationId xmlns:a16="http://schemas.microsoft.com/office/drawing/2014/main" id="{ECF7D76C-D177-474E-AB96-08ECE192CB02}"/>
              </a:ext>
            </a:extLst>
          </p:cNvPr>
          <p:cNvSpPr>
            <a:spLocks noGrp="1"/>
          </p:cNvSpPr>
          <p:nvPr/>
        </p:nvSpPr>
        <p:spPr>
          <a:xfrm>
            <a:off x="661814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9" name="01_find_only_3128">
            <a:extLst>
              <a:ext uri="{FF2B5EF4-FFF2-40B4-BE49-F238E27FC236}">
                <a16:creationId xmlns:a16="http://schemas.microsoft.com/office/drawing/2014/main" id="{AD4C5854-B05B-43C7-A104-A72E1C9EBBF7}"/>
              </a:ext>
            </a:extLst>
          </p:cNvPr>
          <p:cNvSpPr>
            <a:spLocks noGrp="1"/>
          </p:cNvSpPr>
          <p:nvPr/>
        </p:nvSpPr>
        <p:spPr>
          <a:xfrm>
            <a:off x="662475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0" name="01_find_only_3129">
            <a:extLst>
              <a:ext uri="{FF2B5EF4-FFF2-40B4-BE49-F238E27FC236}">
                <a16:creationId xmlns:a16="http://schemas.microsoft.com/office/drawing/2014/main" id="{8D968DEC-2081-4344-934E-43552E8C0E5A}"/>
              </a:ext>
            </a:extLst>
          </p:cNvPr>
          <p:cNvSpPr>
            <a:spLocks noGrp="1"/>
          </p:cNvSpPr>
          <p:nvPr/>
        </p:nvSpPr>
        <p:spPr>
          <a:xfrm>
            <a:off x="6582105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1" name="01_find_only_3130">
            <a:extLst>
              <a:ext uri="{FF2B5EF4-FFF2-40B4-BE49-F238E27FC236}">
                <a16:creationId xmlns:a16="http://schemas.microsoft.com/office/drawing/2014/main" id="{A461E21F-0B26-4B03-878A-F1127ACFFCFD}"/>
              </a:ext>
            </a:extLst>
          </p:cNvPr>
          <p:cNvSpPr>
            <a:spLocks noGrp="1"/>
          </p:cNvSpPr>
          <p:nvPr/>
        </p:nvSpPr>
        <p:spPr>
          <a:xfrm>
            <a:off x="664311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2" name="01_find_only_3131">
            <a:extLst>
              <a:ext uri="{FF2B5EF4-FFF2-40B4-BE49-F238E27FC236}">
                <a16:creationId xmlns:a16="http://schemas.microsoft.com/office/drawing/2014/main" id="{0D4EE349-1099-4102-B8C3-D59B96C88AD9}"/>
              </a:ext>
            </a:extLst>
          </p:cNvPr>
          <p:cNvSpPr>
            <a:spLocks noGrp="1"/>
          </p:cNvSpPr>
          <p:nvPr/>
        </p:nvSpPr>
        <p:spPr>
          <a:xfrm>
            <a:off x="6624949" y="581870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3" name="01_find_only_3132">
            <a:extLst>
              <a:ext uri="{FF2B5EF4-FFF2-40B4-BE49-F238E27FC236}">
                <a16:creationId xmlns:a16="http://schemas.microsoft.com/office/drawing/2014/main" id="{C73687BE-88A5-428A-8BCF-925C6A10170C}"/>
              </a:ext>
            </a:extLst>
          </p:cNvPr>
          <p:cNvSpPr>
            <a:spLocks noGrp="1"/>
          </p:cNvSpPr>
          <p:nvPr/>
        </p:nvSpPr>
        <p:spPr>
          <a:xfrm>
            <a:off x="65694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4" name="01_find_only_3133">
            <a:extLst>
              <a:ext uri="{FF2B5EF4-FFF2-40B4-BE49-F238E27FC236}">
                <a16:creationId xmlns:a16="http://schemas.microsoft.com/office/drawing/2014/main" id="{395625D9-2C11-4C76-A367-40E940C3C2C2}"/>
              </a:ext>
            </a:extLst>
          </p:cNvPr>
          <p:cNvSpPr>
            <a:spLocks noGrp="1"/>
          </p:cNvSpPr>
          <p:nvPr/>
        </p:nvSpPr>
        <p:spPr>
          <a:xfrm>
            <a:off x="6623298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5" name="01_find_only_3134">
            <a:extLst>
              <a:ext uri="{FF2B5EF4-FFF2-40B4-BE49-F238E27FC236}">
                <a16:creationId xmlns:a16="http://schemas.microsoft.com/office/drawing/2014/main" id="{9591194C-450A-4041-A57F-42CC718E322D}"/>
              </a:ext>
            </a:extLst>
          </p:cNvPr>
          <p:cNvSpPr>
            <a:spLocks noGrp="1"/>
          </p:cNvSpPr>
          <p:nvPr/>
        </p:nvSpPr>
        <p:spPr>
          <a:xfrm>
            <a:off x="657443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6" name="01_find_only_3135">
            <a:extLst>
              <a:ext uri="{FF2B5EF4-FFF2-40B4-BE49-F238E27FC236}">
                <a16:creationId xmlns:a16="http://schemas.microsoft.com/office/drawing/2014/main" id="{56476C56-3887-4FDA-B348-950AB935EEE6}"/>
              </a:ext>
            </a:extLst>
          </p:cNvPr>
          <p:cNvSpPr>
            <a:spLocks noGrp="1"/>
          </p:cNvSpPr>
          <p:nvPr/>
        </p:nvSpPr>
        <p:spPr>
          <a:xfrm>
            <a:off x="658200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7" name="01_find_only_3136">
            <a:extLst>
              <a:ext uri="{FF2B5EF4-FFF2-40B4-BE49-F238E27FC236}">
                <a16:creationId xmlns:a16="http://schemas.microsoft.com/office/drawing/2014/main" id="{598A512F-FF0C-4808-80C7-A003C85E74D3}"/>
              </a:ext>
            </a:extLst>
          </p:cNvPr>
          <p:cNvSpPr>
            <a:spLocks noGrp="1"/>
          </p:cNvSpPr>
          <p:nvPr/>
        </p:nvSpPr>
        <p:spPr>
          <a:xfrm>
            <a:off x="66423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8" name="01_find_only_3137">
            <a:extLst>
              <a:ext uri="{FF2B5EF4-FFF2-40B4-BE49-F238E27FC236}">
                <a16:creationId xmlns:a16="http://schemas.microsoft.com/office/drawing/2014/main" id="{3179D142-9126-4964-8F6F-BD58D2233B5C}"/>
              </a:ext>
            </a:extLst>
          </p:cNvPr>
          <p:cNvSpPr>
            <a:spLocks noGrp="1"/>
          </p:cNvSpPr>
          <p:nvPr/>
        </p:nvSpPr>
        <p:spPr>
          <a:xfrm>
            <a:off x="658356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9" name="01_find_only_3138">
            <a:extLst>
              <a:ext uri="{FF2B5EF4-FFF2-40B4-BE49-F238E27FC236}">
                <a16:creationId xmlns:a16="http://schemas.microsoft.com/office/drawing/2014/main" id="{41B68D62-D2B4-45A7-90A5-CE57F7F3DD02}"/>
              </a:ext>
            </a:extLst>
          </p:cNvPr>
          <p:cNvSpPr>
            <a:spLocks noGrp="1"/>
          </p:cNvSpPr>
          <p:nvPr/>
        </p:nvSpPr>
        <p:spPr>
          <a:xfrm>
            <a:off x="66368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0" name="01_find_only_3139">
            <a:extLst>
              <a:ext uri="{FF2B5EF4-FFF2-40B4-BE49-F238E27FC236}">
                <a16:creationId xmlns:a16="http://schemas.microsoft.com/office/drawing/2014/main" id="{38ECB4CB-D0A2-43B7-A894-7B394B512F69}"/>
              </a:ext>
            </a:extLst>
          </p:cNvPr>
          <p:cNvSpPr>
            <a:spLocks noGrp="1"/>
          </p:cNvSpPr>
          <p:nvPr/>
        </p:nvSpPr>
        <p:spPr>
          <a:xfrm>
            <a:off x="663767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1" name="01_find_only_3140">
            <a:extLst>
              <a:ext uri="{FF2B5EF4-FFF2-40B4-BE49-F238E27FC236}">
                <a16:creationId xmlns:a16="http://schemas.microsoft.com/office/drawing/2014/main" id="{87F841A8-8A5C-42EC-92A7-945F11AB3A91}"/>
              </a:ext>
            </a:extLst>
          </p:cNvPr>
          <p:cNvSpPr>
            <a:spLocks noGrp="1"/>
          </p:cNvSpPr>
          <p:nvPr/>
        </p:nvSpPr>
        <p:spPr>
          <a:xfrm>
            <a:off x="664020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2" name="01_find_only_3141">
            <a:extLst>
              <a:ext uri="{FF2B5EF4-FFF2-40B4-BE49-F238E27FC236}">
                <a16:creationId xmlns:a16="http://schemas.microsoft.com/office/drawing/2014/main" id="{D5428B91-5499-46C9-A3E5-8DF5FA9772CF}"/>
              </a:ext>
            </a:extLst>
          </p:cNvPr>
          <p:cNvSpPr>
            <a:spLocks noGrp="1"/>
          </p:cNvSpPr>
          <p:nvPr/>
        </p:nvSpPr>
        <p:spPr>
          <a:xfrm>
            <a:off x="6584340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3" name="01_find_only_3142">
            <a:extLst>
              <a:ext uri="{FF2B5EF4-FFF2-40B4-BE49-F238E27FC236}">
                <a16:creationId xmlns:a16="http://schemas.microsoft.com/office/drawing/2014/main" id="{2C8824C6-2D89-4448-9673-F5D0A371046A}"/>
              </a:ext>
            </a:extLst>
          </p:cNvPr>
          <p:cNvSpPr>
            <a:spLocks noGrp="1"/>
          </p:cNvSpPr>
          <p:nvPr/>
        </p:nvSpPr>
        <p:spPr>
          <a:xfrm>
            <a:off x="6569670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4" name="01_find_only_3143">
            <a:extLst>
              <a:ext uri="{FF2B5EF4-FFF2-40B4-BE49-F238E27FC236}">
                <a16:creationId xmlns:a16="http://schemas.microsoft.com/office/drawing/2014/main" id="{127403EC-0184-47E4-BA56-3308C4004AD0}"/>
              </a:ext>
            </a:extLst>
          </p:cNvPr>
          <p:cNvSpPr>
            <a:spLocks noGrp="1"/>
          </p:cNvSpPr>
          <p:nvPr/>
        </p:nvSpPr>
        <p:spPr>
          <a:xfrm>
            <a:off x="66262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5" name="01_find_only_3144">
            <a:extLst>
              <a:ext uri="{FF2B5EF4-FFF2-40B4-BE49-F238E27FC236}">
                <a16:creationId xmlns:a16="http://schemas.microsoft.com/office/drawing/2014/main" id="{077DD4D4-F7FD-40B4-A5C9-536230ABB158}"/>
              </a:ext>
            </a:extLst>
          </p:cNvPr>
          <p:cNvSpPr>
            <a:spLocks noGrp="1"/>
          </p:cNvSpPr>
          <p:nvPr/>
        </p:nvSpPr>
        <p:spPr>
          <a:xfrm>
            <a:off x="65651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6" name="01_find_only_3145">
            <a:extLst>
              <a:ext uri="{FF2B5EF4-FFF2-40B4-BE49-F238E27FC236}">
                <a16:creationId xmlns:a16="http://schemas.microsoft.com/office/drawing/2014/main" id="{740878FF-A1E5-44BB-B823-6B60EDA8F74E}"/>
              </a:ext>
            </a:extLst>
          </p:cNvPr>
          <p:cNvSpPr>
            <a:spLocks noGrp="1"/>
          </p:cNvSpPr>
          <p:nvPr/>
        </p:nvSpPr>
        <p:spPr>
          <a:xfrm>
            <a:off x="65712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7" name="01_find_only_3146">
            <a:extLst>
              <a:ext uri="{FF2B5EF4-FFF2-40B4-BE49-F238E27FC236}">
                <a16:creationId xmlns:a16="http://schemas.microsoft.com/office/drawing/2014/main" id="{E3F0129A-208C-47E7-83EB-F05C3FD065AB}"/>
              </a:ext>
            </a:extLst>
          </p:cNvPr>
          <p:cNvSpPr>
            <a:spLocks noGrp="1"/>
          </p:cNvSpPr>
          <p:nvPr/>
        </p:nvSpPr>
        <p:spPr>
          <a:xfrm>
            <a:off x="6628641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8" name="01_find_only_3147">
            <a:extLst>
              <a:ext uri="{FF2B5EF4-FFF2-40B4-BE49-F238E27FC236}">
                <a16:creationId xmlns:a16="http://schemas.microsoft.com/office/drawing/2014/main" id="{033B7FEF-3E46-4865-8294-0E180C6F5625}"/>
              </a:ext>
            </a:extLst>
          </p:cNvPr>
          <p:cNvSpPr>
            <a:spLocks noGrp="1"/>
          </p:cNvSpPr>
          <p:nvPr/>
        </p:nvSpPr>
        <p:spPr>
          <a:xfrm>
            <a:off x="656597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9" name="01_find_only_3148">
            <a:extLst>
              <a:ext uri="{FF2B5EF4-FFF2-40B4-BE49-F238E27FC236}">
                <a16:creationId xmlns:a16="http://schemas.microsoft.com/office/drawing/2014/main" id="{D1AD7DC4-7B50-4059-B218-4B15C94CA5EF}"/>
              </a:ext>
            </a:extLst>
          </p:cNvPr>
          <p:cNvSpPr>
            <a:spLocks noGrp="1"/>
          </p:cNvSpPr>
          <p:nvPr/>
        </p:nvSpPr>
        <p:spPr>
          <a:xfrm>
            <a:off x="66472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0" name="01_find_only_3149">
            <a:extLst>
              <a:ext uri="{FF2B5EF4-FFF2-40B4-BE49-F238E27FC236}">
                <a16:creationId xmlns:a16="http://schemas.microsoft.com/office/drawing/2014/main" id="{85539ED2-5A3E-4B03-9BC9-BF6A269408CA}"/>
              </a:ext>
            </a:extLst>
          </p:cNvPr>
          <p:cNvSpPr>
            <a:spLocks noGrp="1"/>
          </p:cNvSpPr>
          <p:nvPr/>
        </p:nvSpPr>
        <p:spPr>
          <a:xfrm>
            <a:off x="663243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1" name="01_find_only_3150">
            <a:extLst>
              <a:ext uri="{FF2B5EF4-FFF2-40B4-BE49-F238E27FC236}">
                <a16:creationId xmlns:a16="http://schemas.microsoft.com/office/drawing/2014/main" id="{63FC34BB-5322-4CE6-8100-28AEF5237E61}"/>
              </a:ext>
            </a:extLst>
          </p:cNvPr>
          <p:cNvSpPr>
            <a:spLocks noGrp="1"/>
          </p:cNvSpPr>
          <p:nvPr/>
        </p:nvSpPr>
        <p:spPr>
          <a:xfrm>
            <a:off x="65972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2" name="01_find_only_3151">
            <a:extLst>
              <a:ext uri="{FF2B5EF4-FFF2-40B4-BE49-F238E27FC236}">
                <a16:creationId xmlns:a16="http://schemas.microsoft.com/office/drawing/2014/main" id="{4E67F5F3-AA50-45B5-A8B8-C153B985BD00}"/>
              </a:ext>
            </a:extLst>
          </p:cNvPr>
          <p:cNvSpPr>
            <a:spLocks noGrp="1"/>
          </p:cNvSpPr>
          <p:nvPr/>
        </p:nvSpPr>
        <p:spPr>
          <a:xfrm>
            <a:off x="658084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3" name="01_find_only_3152">
            <a:extLst>
              <a:ext uri="{FF2B5EF4-FFF2-40B4-BE49-F238E27FC236}">
                <a16:creationId xmlns:a16="http://schemas.microsoft.com/office/drawing/2014/main" id="{8FA3365B-E929-4ED0-863A-9B41D1974951}"/>
              </a:ext>
            </a:extLst>
          </p:cNvPr>
          <p:cNvSpPr>
            <a:spLocks noGrp="1"/>
          </p:cNvSpPr>
          <p:nvPr/>
        </p:nvSpPr>
        <p:spPr>
          <a:xfrm>
            <a:off x="6650015" y="57348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4" name="01_find_only_3153">
            <a:extLst>
              <a:ext uri="{FF2B5EF4-FFF2-40B4-BE49-F238E27FC236}">
                <a16:creationId xmlns:a16="http://schemas.microsoft.com/office/drawing/2014/main" id="{80CBA614-56CA-4156-998A-0B0A0CF770F0}"/>
              </a:ext>
            </a:extLst>
          </p:cNvPr>
          <p:cNvSpPr>
            <a:spLocks noGrp="1"/>
          </p:cNvSpPr>
          <p:nvPr/>
        </p:nvSpPr>
        <p:spPr>
          <a:xfrm>
            <a:off x="661474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5" name="01_find_only_3154">
            <a:extLst>
              <a:ext uri="{FF2B5EF4-FFF2-40B4-BE49-F238E27FC236}">
                <a16:creationId xmlns:a16="http://schemas.microsoft.com/office/drawing/2014/main" id="{37754F6D-CA37-43A5-A711-EE38E03C725B}"/>
              </a:ext>
            </a:extLst>
          </p:cNvPr>
          <p:cNvSpPr>
            <a:spLocks noGrp="1"/>
          </p:cNvSpPr>
          <p:nvPr/>
        </p:nvSpPr>
        <p:spPr>
          <a:xfrm>
            <a:off x="66368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6" name="01_find_only_3155">
            <a:extLst>
              <a:ext uri="{FF2B5EF4-FFF2-40B4-BE49-F238E27FC236}">
                <a16:creationId xmlns:a16="http://schemas.microsoft.com/office/drawing/2014/main" id="{A258425F-0D4D-4F5A-9177-4D8BD056EB8E}"/>
              </a:ext>
            </a:extLst>
          </p:cNvPr>
          <p:cNvSpPr>
            <a:spLocks noGrp="1"/>
          </p:cNvSpPr>
          <p:nvPr/>
        </p:nvSpPr>
        <p:spPr>
          <a:xfrm>
            <a:off x="6568796" y="577174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7" name="01_find_only_3156">
            <a:extLst>
              <a:ext uri="{FF2B5EF4-FFF2-40B4-BE49-F238E27FC236}">
                <a16:creationId xmlns:a16="http://schemas.microsoft.com/office/drawing/2014/main" id="{4FE3F7A5-721E-4D98-86E3-1046D9232E8C}"/>
              </a:ext>
            </a:extLst>
          </p:cNvPr>
          <p:cNvSpPr>
            <a:spLocks noGrp="1"/>
          </p:cNvSpPr>
          <p:nvPr/>
        </p:nvSpPr>
        <p:spPr>
          <a:xfrm>
            <a:off x="65961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8" name="01_find_only_3157">
            <a:extLst>
              <a:ext uri="{FF2B5EF4-FFF2-40B4-BE49-F238E27FC236}">
                <a16:creationId xmlns:a16="http://schemas.microsoft.com/office/drawing/2014/main" id="{BC81A8A2-1942-4B4F-BE1B-F95CC26B28D3}"/>
              </a:ext>
            </a:extLst>
          </p:cNvPr>
          <p:cNvSpPr>
            <a:spLocks noGrp="1"/>
          </p:cNvSpPr>
          <p:nvPr/>
        </p:nvSpPr>
        <p:spPr>
          <a:xfrm>
            <a:off x="66308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9" name="01_find_only_3158">
            <a:extLst>
              <a:ext uri="{FF2B5EF4-FFF2-40B4-BE49-F238E27FC236}">
                <a16:creationId xmlns:a16="http://schemas.microsoft.com/office/drawing/2014/main" id="{B0708F1F-F455-425F-B01E-53D254D5D904}"/>
              </a:ext>
            </a:extLst>
          </p:cNvPr>
          <p:cNvSpPr>
            <a:spLocks noGrp="1"/>
          </p:cNvSpPr>
          <p:nvPr/>
        </p:nvSpPr>
        <p:spPr>
          <a:xfrm>
            <a:off x="661678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0" name="01_find_only_3159">
            <a:extLst>
              <a:ext uri="{FF2B5EF4-FFF2-40B4-BE49-F238E27FC236}">
                <a16:creationId xmlns:a16="http://schemas.microsoft.com/office/drawing/2014/main" id="{B4B03522-1445-4EC6-888E-A6F933FAAD24}"/>
              </a:ext>
            </a:extLst>
          </p:cNvPr>
          <p:cNvSpPr>
            <a:spLocks noGrp="1"/>
          </p:cNvSpPr>
          <p:nvPr/>
        </p:nvSpPr>
        <p:spPr>
          <a:xfrm>
            <a:off x="6645254" y="5664114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1" name="01_find_only_3160">
            <a:extLst>
              <a:ext uri="{FF2B5EF4-FFF2-40B4-BE49-F238E27FC236}">
                <a16:creationId xmlns:a16="http://schemas.microsoft.com/office/drawing/2014/main" id="{EB07773A-30EF-4D19-BAE5-038341296193}"/>
              </a:ext>
            </a:extLst>
          </p:cNvPr>
          <p:cNvSpPr>
            <a:spLocks noGrp="1"/>
          </p:cNvSpPr>
          <p:nvPr/>
        </p:nvSpPr>
        <p:spPr>
          <a:xfrm>
            <a:off x="655509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2" name="01_find_only_3161">
            <a:extLst>
              <a:ext uri="{FF2B5EF4-FFF2-40B4-BE49-F238E27FC236}">
                <a16:creationId xmlns:a16="http://schemas.microsoft.com/office/drawing/2014/main" id="{0C3FFA6F-6662-4C97-80AE-BF7BCE2CAD17}"/>
              </a:ext>
            </a:extLst>
          </p:cNvPr>
          <p:cNvSpPr>
            <a:spLocks noGrp="1"/>
          </p:cNvSpPr>
          <p:nvPr/>
        </p:nvSpPr>
        <p:spPr>
          <a:xfrm>
            <a:off x="65951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3" name="01_find_only_3162">
            <a:extLst>
              <a:ext uri="{FF2B5EF4-FFF2-40B4-BE49-F238E27FC236}">
                <a16:creationId xmlns:a16="http://schemas.microsoft.com/office/drawing/2014/main" id="{2F725676-B41B-4AD0-9EA9-389481E84902}"/>
              </a:ext>
            </a:extLst>
          </p:cNvPr>
          <p:cNvSpPr>
            <a:spLocks noGrp="1"/>
          </p:cNvSpPr>
          <p:nvPr/>
        </p:nvSpPr>
        <p:spPr>
          <a:xfrm>
            <a:off x="661329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4" name="01_find_only_3163">
            <a:extLst>
              <a:ext uri="{FF2B5EF4-FFF2-40B4-BE49-F238E27FC236}">
                <a16:creationId xmlns:a16="http://schemas.microsoft.com/office/drawing/2014/main" id="{3A7F098E-D6BD-4031-99DB-D793B9E2D262}"/>
              </a:ext>
            </a:extLst>
          </p:cNvPr>
          <p:cNvSpPr>
            <a:spLocks noGrp="1"/>
          </p:cNvSpPr>
          <p:nvPr/>
        </p:nvSpPr>
        <p:spPr>
          <a:xfrm>
            <a:off x="658307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5" name="01_find_only_3164">
            <a:extLst>
              <a:ext uri="{FF2B5EF4-FFF2-40B4-BE49-F238E27FC236}">
                <a16:creationId xmlns:a16="http://schemas.microsoft.com/office/drawing/2014/main" id="{E75142AE-F862-40C8-84C5-279AC08A708C}"/>
              </a:ext>
            </a:extLst>
          </p:cNvPr>
          <p:cNvSpPr>
            <a:spLocks noGrp="1"/>
          </p:cNvSpPr>
          <p:nvPr/>
        </p:nvSpPr>
        <p:spPr>
          <a:xfrm>
            <a:off x="660483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6" name="01_find_only_3165">
            <a:extLst>
              <a:ext uri="{FF2B5EF4-FFF2-40B4-BE49-F238E27FC236}">
                <a16:creationId xmlns:a16="http://schemas.microsoft.com/office/drawing/2014/main" id="{56F4E653-9827-42A1-AD42-B0ED7CE45BCA}"/>
              </a:ext>
            </a:extLst>
          </p:cNvPr>
          <p:cNvSpPr>
            <a:spLocks noGrp="1"/>
          </p:cNvSpPr>
          <p:nvPr/>
        </p:nvSpPr>
        <p:spPr>
          <a:xfrm>
            <a:off x="6592597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7" name="01_find_only_3166">
            <a:extLst>
              <a:ext uri="{FF2B5EF4-FFF2-40B4-BE49-F238E27FC236}">
                <a16:creationId xmlns:a16="http://schemas.microsoft.com/office/drawing/2014/main" id="{44DED19A-3961-4B5B-8603-BDAA97345010}"/>
              </a:ext>
            </a:extLst>
          </p:cNvPr>
          <p:cNvSpPr>
            <a:spLocks noGrp="1"/>
          </p:cNvSpPr>
          <p:nvPr/>
        </p:nvSpPr>
        <p:spPr>
          <a:xfrm>
            <a:off x="6634567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8" name="01_find_only_3167">
            <a:extLst>
              <a:ext uri="{FF2B5EF4-FFF2-40B4-BE49-F238E27FC236}">
                <a16:creationId xmlns:a16="http://schemas.microsoft.com/office/drawing/2014/main" id="{BD5D2E12-8D6F-4877-9193-392C3A85507D}"/>
              </a:ext>
            </a:extLst>
          </p:cNvPr>
          <p:cNvSpPr>
            <a:spLocks noGrp="1"/>
          </p:cNvSpPr>
          <p:nvPr/>
        </p:nvSpPr>
        <p:spPr>
          <a:xfrm>
            <a:off x="656578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9" name="01_find_only_3168">
            <a:extLst>
              <a:ext uri="{FF2B5EF4-FFF2-40B4-BE49-F238E27FC236}">
                <a16:creationId xmlns:a16="http://schemas.microsoft.com/office/drawing/2014/main" id="{ADAE03AE-4D51-4E7D-8466-E9ECE9BF156E}"/>
              </a:ext>
            </a:extLst>
          </p:cNvPr>
          <p:cNvSpPr>
            <a:spLocks noGrp="1"/>
          </p:cNvSpPr>
          <p:nvPr/>
        </p:nvSpPr>
        <p:spPr>
          <a:xfrm>
            <a:off x="657025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0" name="01_find_only_3169">
            <a:extLst>
              <a:ext uri="{FF2B5EF4-FFF2-40B4-BE49-F238E27FC236}">
                <a16:creationId xmlns:a16="http://schemas.microsoft.com/office/drawing/2014/main" id="{D3959F03-7AEB-4511-B7B2-DA0312B22F75}"/>
              </a:ext>
            </a:extLst>
          </p:cNvPr>
          <p:cNvSpPr>
            <a:spLocks noGrp="1"/>
          </p:cNvSpPr>
          <p:nvPr/>
        </p:nvSpPr>
        <p:spPr>
          <a:xfrm>
            <a:off x="6610668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1" name="01_find_only_3170">
            <a:extLst>
              <a:ext uri="{FF2B5EF4-FFF2-40B4-BE49-F238E27FC236}">
                <a16:creationId xmlns:a16="http://schemas.microsoft.com/office/drawing/2014/main" id="{FF499691-CC74-4307-BCC9-723FF4CC53FC}"/>
              </a:ext>
            </a:extLst>
          </p:cNvPr>
          <p:cNvSpPr>
            <a:spLocks noGrp="1"/>
          </p:cNvSpPr>
          <p:nvPr/>
        </p:nvSpPr>
        <p:spPr>
          <a:xfrm>
            <a:off x="66097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2" name="01_find_only_3171">
            <a:extLst>
              <a:ext uri="{FF2B5EF4-FFF2-40B4-BE49-F238E27FC236}">
                <a16:creationId xmlns:a16="http://schemas.microsoft.com/office/drawing/2014/main" id="{FD3822D8-2905-453D-8AA7-D78C2508C9D9}"/>
              </a:ext>
            </a:extLst>
          </p:cNvPr>
          <p:cNvSpPr>
            <a:spLocks noGrp="1"/>
          </p:cNvSpPr>
          <p:nvPr/>
        </p:nvSpPr>
        <p:spPr>
          <a:xfrm>
            <a:off x="664136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3" name="01_find_only_3172">
            <a:extLst>
              <a:ext uri="{FF2B5EF4-FFF2-40B4-BE49-F238E27FC236}">
                <a16:creationId xmlns:a16="http://schemas.microsoft.com/office/drawing/2014/main" id="{EFD444F9-F246-46D1-A7C7-6719D8196586}"/>
              </a:ext>
            </a:extLst>
          </p:cNvPr>
          <p:cNvSpPr>
            <a:spLocks noGrp="1"/>
          </p:cNvSpPr>
          <p:nvPr/>
        </p:nvSpPr>
        <p:spPr>
          <a:xfrm>
            <a:off x="662669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4" name="01_find_only_3173">
            <a:extLst>
              <a:ext uri="{FF2B5EF4-FFF2-40B4-BE49-F238E27FC236}">
                <a16:creationId xmlns:a16="http://schemas.microsoft.com/office/drawing/2014/main" id="{D87BEDB0-FC8A-49B9-907D-C067AFB9A0FF}"/>
              </a:ext>
            </a:extLst>
          </p:cNvPr>
          <p:cNvSpPr>
            <a:spLocks noGrp="1"/>
          </p:cNvSpPr>
          <p:nvPr/>
        </p:nvSpPr>
        <p:spPr>
          <a:xfrm>
            <a:off x="658084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5" name="01_find_only_3174">
            <a:extLst>
              <a:ext uri="{FF2B5EF4-FFF2-40B4-BE49-F238E27FC236}">
                <a16:creationId xmlns:a16="http://schemas.microsoft.com/office/drawing/2014/main" id="{3AC4D54B-2BC6-40F3-897C-912D66882583}"/>
              </a:ext>
            </a:extLst>
          </p:cNvPr>
          <p:cNvSpPr>
            <a:spLocks noGrp="1"/>
          </p:cNvSpPr>
          <p:nvPr/>
        </p:nvSpPr>
        <p:spPr>
          <a:xfrm>
            <a:off x="662864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6" name="01_find_only_3175">
            <a:extLst>
              <a:ext uri="{FF2B5EF4-FFF2-40B4-BE49-F238E27FC236}">
                <a16:creationId xmlns:a16="http://schemas.microsoft.com/office/drawing/2014/main" id="{226C36DF-3D63-4AD6-B8A1-29A36B586885}"/>
              </a:ext>
            </a:extLst>
          </p:cNvPr>
          <p:cNvSpPr>
            <a:spLocks noGrp="1"/>
          </p:cNvSpPr>
          <p:nvPr/>
        </p:nvSpPr>
        <p:spPr>
          <a:xfrm>
            <a:off x="6620772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7" name="01_find_only_3176">
            <a:extLst>
              <a:ext uri="{FF2B5EF4-FFF2-40B4-BE49-F238E27FC236}">
                <a16:creationId xmlns:a16="http://schemas.microsoft.com/office/drawing/2014/main" id="{51D631D1-28B0-40ED-85E6-15192E89C8E8}"/>
              </a:ext>
            </a:extLst>
          </p:cNvPr>
          <p:cNvSpPr>
            <a:spLocks noGrp="1"/>
          </p:cNvSpPr>
          <p:nvPr/>
        </p:nvSpPr>
        <p:spPr>
          <a:xfrm>
            <a:off x="662494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8" name="01_find_only_3177">
            <a:extLst>
              <a:ext uri="{FF2B5EF4-FFF2-40B4-BE49-F238E27FC236}">
                <a16:creationId xmlns:a16="http://schemas.microsoft.com/office/drawing/2014/main" id="{D254A86D-BEB3-4041-89B2-3769FF248E82}"/>
              </a:ext>
            </a:extLst>
          </p:cNvPr>
          <p:cNvSpPr>
            <a:spLocks noGrp="1"/>
          </p:cNvSpPr>
          <p:nvPr/>
        </p:nvSpPr>
        <p:spPr>
          <a:xfrm>
            <a:off x="66065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9" name="01_find_only_3178">
            <a:extLst>
              <a:ext uri="{FF2B5EF4-FFF2-40B4-BE49-F238E27FC236}">
                <a16:creationId xmlns:a16="http://schemas.microsoft.com/office/drawing/2014/main" id="{F880A925-D00A-4583-9B82-CCF6BAC2A350}"/>
              </a:ext>
            </a:extLst>
          </p:cNvPr>
          <p:cNvSpPr>
            <a:spLocks noGrp="1"/>
          </p:cNvSpPr>
          <p:nvPr/>
        </p:nvSpPr>
        <p:spPr>
          <a:xfrm>
            <a:off x="655616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0" name="01_find_only_3179">
            <a:extLst>
              <a:ext uri="{FF2B5EF4-FFF2-40B4-BE49-F238E27FC236}">
                <a16:creationId xmlns:a16="http://schemas.microsoft.com/office/drawing/2014/main" id="{5ACCFEEC-9A11-4AEC-AD47-D61D35F187FE}"/>
              </a:ext>
            </a:extLst>
          </p:cNvPr>
          <p:cNvSpPr>
            <a:spLocks noGrp="1"/>
          </p:cNvSpPr>
          <p:nvPr/>
        </p:nvSpPr>
        <p:spPr>
          <a:xfrm>
            <a:off x="6621161" y="608966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1" name="01_find_only_3180">
            <a:extLst>
              <a:ext uri="{FF2B5EF4-FFF2-40B4-BE49-F238E27FC236}">
                <a16:creationId xmlns:a16="http://schemas.microsoft.com/office/drawing/2014/main" id="{FA5E3B47-BDD1-40D9-86D7-EA331080A832}"/>
              </a:ext>
            </a:extLst>
          </p:cNvPr>
          <p:cNvSpPr>
            <a:spLocks noGrp="1"/>
          </p:cNvSpPr>
          <p:nvPr/>
        </p:nvSpPr>
        <p:spPr>
          <a:xfrm>
            <a:off x="6633984" y="600135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2" name="01_find_only_3181">
            <a:extLst>
              <a:ext uri="{FF2B5EF4-FFF2-40B4-BE49-F238E27FC236}">
                <a16:creationId xmlns:a16="http://schemas.microsoft.com/office/drawing/2014/main" id="{AAFBBFC3-581B-4938-9EC7-2AEA46A30BB7}"/>
              </a:ext>
            </a:extLst>
          </p:cNvPr>
          <p:cNvSpPr>
            <a:spLocks noGrp="1"/>
          </p:cNvSpPr>
          <p:nvPr/>
        </p:nvSpPr>
        <p:spPr>
          <a:xfrm>
            <a:off x="657229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3" name="01_find_only_3182">
            <a:extLst>
              <a:ext uri="{FF2B5EF4-FFF2-40B4-BE49-F238E27FC236}">
                <a16:creationId xmlns:a16="http://schemas.microsoft.com/office/drawing/2014/main" id="{9A974A55-EAEE-4CC6-9B55-A3AE3CBFDF37}"/>
              </a:ext>
            </a:extLst>
          </p:cNvPr>
          <p:cNvSpPr>
            <a:spLocks noGrp="1"/>
          </p:cNvSpPr>
          <p:nvPr/>
        </p:nvSpPr>
        <p:spPr>
          <a:xfrm>
            <a:off x="656500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4" name="01_find_only_3183">
            <a:extLst>
              <a:ext uri="{FF2B5EF4-FFF2-40B4-BE49-F238E27FC236}">
                <a16:creationId xmlns:a16="http://schemas.microsoft.com/office/drawing/2014/main" id="{0536BABC-F17D-4B6D-92B9-886CC5B18F88}"/>
              </a:ext>
            </a:extLst>
          </p:cNvPr>
          <p:cNvSpPr>
            <a:spLocks noGrp="1"/>
          </p:cNvSpPr>
          <p:nvPr/>
        </p:nvSpPr>
        <p:spPr>
          <a:xfrm>
            <a:off x="6620966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5" name="01_find_only_3184">
            <a:extLst>
              <a:ext uri="{FF2B5EF4-FFF2-40B4-BE49-F238E27FC236}">
                <a16:creationId xmlns:a16="http://schemas.microsoft.com/office/drawing/2014/main" id="{5073F513-1CCC-4FCE-9A9F-CDE9C24B943A}"/>
              </a:ext>
            </a:extLst>
          </p:cNvPr>
          <p:cNvSpPr>
            <a:spLocks noGrp="1"/>
          </p:cNvSpPr>
          <p:nvPr/>
        </p:nvSpPr>
        <p:spPr>
          <a:xfrm>
            <a:off x="6646031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6" name="01_find_only_3185">
            <a:extLst>
              <a:ext uri="{FF2B5EF4-FFF2-40B4-BE49-F238E27FC236}">
                <a16:creationId xmlns:a16="http://schemas.microsoft.com/office/drawing/2014/main" id="{9573A9C6-271E-4042-8093-051C838EB90A}"/>
              </a:ext>
            </a:extLst>
          </p:cNvPr>
          <p:cNvSpPr>
            <a:spLocks noGrp="1"/>
          </p:cNvSpPr>
          <p:nvPr/>
        </p:nvSpPr>
        <p:spPr>
          <a:xfrm>
            <a:off x="66502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7" name="01_find_only_3186">
            <a:extLst>
              <a:ext uri="{FF2B5EF4-FFF2-40B4-BE49-F238E27FC236}">
                <a16:creationId xmlns:a16="http://schemas.microsoft.com/office/drawing/2014/main" id="{07DAAFAA-E9CC-4213-BD14-34340AE9C70B}"/>
              </a:ext>
            </a:extLst>
          </p:cNvPr>
          <p:cNvSpPr>
            <a:spLocks noGrp="1"/>
          </p:cNvSpPr>
          <p:nvPr/>
        </p:nvSpPr>
        <p:spPr>
          <a:xfrm>
            <a:off x="659016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8" name="01_find_only_3187">
            <a:extLst>
              <a:ext uri="{FF2B5EF4-FFF2-40B4-BE49-F238E27FC236}">
                <a16:creationId xmlns:a16="http://schemas.microsoft.com/office/drawing/2014/main" id="{524126CA-2A04-4BB1-87A4-D4DF053A8689}"/>
              </a:ext>
            </a:extLst>
          </p:cNvPr>
          <p:cNvSpPr>
            <a:spLocks noGrp="1"/>
          </p:cNvSpPr>
          <p:nvPr/>
        </p:nvSpPr>
        <p:spPr>
          <a:xfrm>
            <a:off x="662582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9" name="01_find_only_3188">
            <a:extLst>
              <a:ext uri="{FF2B5EF4-FFF2-40B4-BE49-F238E27FC236}">
                <a16:creationId xmlns:a16="http://schemas.microsoft.com/office/drawing/2014/main" id="{814E5FB6-02AA-4151-B2C5-E002AE229242}"/>
              </a:ext>
            </a:extLst>
          </p:cNvPr>
          <p:cNvSpPr>
            <a:spLocks noGrp="1"/>
          </p:cNvSpPr>
          <p:nvPr/>
        </p:nvSpPr>
        <p:spPr>
          <a:xfrm>
            <a:off x="663320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0" name="01_find_only_3189">
            <a:extLst>
              <a:ext uri="{FF2B5EF4-FFF2-40B4-BE49-F238E27FC236}">
                <a16:creationId xmlns:a16="http://schemas.microsoft.com/office/drawing/2014/main" id="{F7252DBD-77EA-4491-ACCB-5D3866E2D315}"/>
              </a:ext>
            </a:extLst>
          </p:cNvPr>
          <p:cNvSpPr>
            <a:spLocks noGrp="1"/>
          </p:cNvSpPr>
          <p:nvPr/>
        </p:nvSpPr>
        <p:spPr>
          <a:xfrm>
            <a:off x="664496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1" name="01_find_only_3190">
            <a:extLst>
              <a:ext uri="{FF2B5EF4-FFF2-40B4-BE49-F238E27FC236}">
                <a16:creationId xmlns:a16="http://schemas.microsoft.com/office/drawing/2014/main" id="{FBDAC2F7-AB01-470B-88F8-C90A7768D3AF}"/>
              </a:ext>
            </a:extLst>
          </p:cNvPr>
          <p:cNvSpPr>
            <a:spLocks noGrp="1"/>
          </p:cNvSpPr>
          <p:nvPr/>
        </p:nvSpPr>
        <p:spPr>
          <a:xfrm>
            <a:off x="663466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2" name="01_find_only_3191">
            <a:extLst>
              <a:ext uri="{FF2B5EF4-FFF2-40B4-BE49-F238E27FC236}">
                <a16:creationId xmlns:a16="http://schemas.microsoft.com/office/drawing/2014/main" id="{F1B404F2-0FAD-4D52-953B-136017D55381}"/>
              </a:ext>
            </a:extLst>
          </p:cNvPr>
          <p:cNvSpPr>
            <a:spLocks noGrp="1"/>
          </p:cNvSpPr>
          <p:nvPr/>
        </p:nvSpPr>
        <p:spPr>
          <a:xfrm>
            <a:off x="661999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3" name="01_find_only_3192">
            <a:extLst>
              <a:ext uri="{FF2B5EF4-FFF2-40B4-BE49-F238E27FC236}">
                <a16:creationId xmlns:a16="http://schemas.microsoft.com/office/drawing/2014/main" id="{73E45B88-20F5-4430-AD8F-72209D63CE7E}"/>
              </a:ext>
            </a:extLst>
          </p:cNvPr>
          <p:cNvSpPr>
            <a:spLocks noGrp="1"/>
          </p:cNvSpPr>
          <p:nvPr/>
        </p:nvSpPr>
        <p:spPr>
          <a:xfrm>
            <a:off x="656044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4" name="01_find_only_3193">
            <a:extLst>
              <a:ext uri="{FF2B5EF4-FFF2-40B4-BE49-F238E27FC236}">
                <a16:creationId xmlns:a16="http://schemas.microsoft.com/office/drawing/2014/main" id="{5C341F27-0A48-454D-B3E7-0E7093470E8C}"/>
              </a:ext>
            </a:extLst>
          </p:cNvPr>
          <p:cNvSpPr>
            <a:spLocks noGrp="1"/>
          </p:cNvSpPr>
          <p:nvPr/>
        </p:nvSpPr>
        <p:spPr>
          <a:xfrm>
            <a:off x="656986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5" name="01_find_only_3194">
            <a:extLst>
              <a:ext uri="{FF2B5EF4-FFF2-40B4-BE49-F238E27FC236}">
                <a16:creationId xmlns:a16="http://schemas.microsoft.com/office/drawing/2014/main" id="{BC324F41-952D-4AFF-85D0-1F968DD52B55}"/>
              </a:ext>
            </a:extLst>
          </p:cNvPr>
          <p:cNvSpPr>
            <a:spLocks noGrp="1"/>
          </p:cNvSpPr>
          <p:nvPr/>
        </p:nvSpPr>
        <p:spPr>
          <a:xfrm>
            <a:off x="662096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6" name="01_find_only_3195">
            <a:extLst>
              <a:ext uri="{FF2B5EF4-FFF2-40B4-BE49-F238E27FC236}">
                <a16:creationId xmlns:a16="http://schemas.microsoft.com/office/drawing/2014/main" id="{DADE0A25-F1A3-4A0C-89EC-221D769CF445}"/>
              </a:ext>
            </a:extLst>
          </p:cNvPr>
          <p:cNvSpPr>
            <a:spLocks noGrp="1"/>
          </p:cNvSpPr>
          <p:nvPr/>
        </p:nvSpPr>
        <p:spPr>
          <a:xfrm>
            <a:off x="661115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7" name="01_find_only_3196">
            <a:extLst>
              <a:ext uri="{FF2B5EF4-FFF2-40B4-BE49-F238E27FC236}">
                <a16:creationId xmlns:a16="http://schemas.microsoft.com/office/drawing/2014/main" id="{B785DA01-CDC0-4053-BCE7-99CB7B644C3C}"/>
              </a:ext>
            </a:extLst>
          </p:cNvPr>
          <p:cNvSpPr>
            <a:spLocks noGrp="1"/>
          </p:cNvSpPr>
          <p:nvPr/>
        </p:nvSpPr>
        <p:spPr>
          <a:xfrm>
            <a:off x="657394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8" name="01_find_only_3197">
            <a:extLst>
              <a:ext uri="{FF2B5EF4-FFF2-40B4-BE49-F238E27FC236}">
                <a16:creationId xmlns:a16="http://schemas.microsoft.com/office/drawing/2014/main" id="{8DE9D597-FE8E-4028-9107-6308196E0B63}"/>
              </a:ext>
            </a:extLst>
          </p:cNvPr>
          <p:cNvSpPr>
            <a:spLocks noGrp="1"/>
          </p:cNvSpPr>
          <p:nvPr/>
        </p:nvSpPr>
        <p:spPr>
          <a:xfrm>
            <a:off x="65915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9" name="01_find_only_3198">
            <a:extLst>
              <a:ext uri="{FF2B5EF4-FFF2-40B4-BE49-F238E27FC236}">
                <a16:creationId xmlns:a16="http://schemas.microsoft.com/office/drawing/2014/main" id="{0DC8AC97-1A99-4482-80B0-61BC92F62DE5}"/>
              </a:ext>
            </a:extLst>
          </p:cNvPr>
          <p:cNvSpPr>
            <a:spLocks noGrp="1"/>
          </p:cNvSpPr>
          <p:nvPr/>
        </p:nvSpPr>
        <p:spPr>
          <a:xfrm>
            <a:off x="65571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0" name="01_find_only_3199">
            <a:extLst>
              <a:ext uri="{FF2B5EF4-FFF2-40B4-BE49-F238E27FC236}">
                <a16:creationId xmlns:a16="http://schemas.microsoft.com/office/drawing/2014/main" id="{BC19C384-9CEF-42A5-9764-DE871798A946}"/>
              </a:ext>
            </a:extLst>
          </p:cNvPr>
          <p:cNvSpPr>
            <a:spLocks noGrp="1"/>
          </p:cNvSpPr>
          <p:nvPr/>
        </p:nvSpPr>
        <p:spPr>
          <a:xfrm>
            <a:off x="68294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1" name="01_find_only_3200">
            <a:extLst>
              <a:ext uri="{FF2B5EF4-FFF2-40B4-BE49-F238E27FC236}">
                <a16:creationId xmlns:a16="http://schemas.microsoft.com/office/drawing/2014/main" id="{79DF0239-DF50-492B-890E-2E327C4D60AD}"/>
              </a:ext>
            </a:extLst>
          </p:cNvPr>
          <p:cNvSpPr>
            <a:spLocks noGrp="1"/>
          </p:cNvSpPr>
          <p:nvPr/>
        </p:nvSpPr>
        <p:spPr>
          <a:xfrm>
            <a:off x="6891635" y="560947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2" name="01_find_only_3201">
            <a:extLst>
              <a:ext uri="{FF2B5EF4-FFF2-40B4-BE49-F238E27FC236}">
                <a16:creationId xmlns:a16="http://schemas.microsoft.com/office/drawing/2014/main" id="{8E112472-C3B8-43B9-A285-E232FCED4EDB}"/>
              </a:ext>
            </a:extLst>
          </p:cNvPr>
          <p:cNvSpPr>
            <a:spLocks noGrp="1"/>
          </p:cNvSpPr>
          <p:nvPr/>
        </p:nvSpPr>
        <p:spPr>
          <a:xfrm>
            <a:off x="680905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3" name="01_find_only_3202">
            <a:extLst>
              <a:ext uri="{FF2B5EF4-FFF2-40B4-BE49-F238E27FC236}">
                <a16:creationId xmlns:a16="http://schemas.microsoft.com/office/drawing/2014/main" id="{17B7FD20-3C94-4819-BE7A-1AA54AE129D4}"/>
              </a:ext>
            </a:extLst>
          </p:cNvPr>
          <p:cNvSpPr>
            <a:spLocks noGrp="1"/>
          </p:cNvSpPr>
          <p:nvPr/>
        </p:nvSpPr>
        <p:spPr>
          <a:xfrm>
            <a:off x="68838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4" name="01_find_only_3203">
            <a:extLst>
              <a:ext uri="{FF2B5EF4-FFF2-40B4-BE49-F238E27FC236}">
                <a16:creationId xmlns:a16="http://schemas.microsoft.com/office/drawing/2014/main" id="{FC2229AC-2B0A-4053-8203-A614F1288815}"/>
              </a:ext>
            </a:extLst>
          </p:cNvPr>
          <p:cNvSpPr>
            <a:spLocks noGrp="1"/>
          </p:cNvSpPr>
          <p:nvPr/>
        </p:nvSpPr>
        <p:spPr>
          <a:xfrm>
            <a:off x="68452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5" name="01_find_only_3204">
            <a:extLst>
              <a:ext uri="{FF2B5EF4-FFF2-40B4-BE49-F238E27FC236}">
                <a16:creationId xmlns:a16="http://schemas.microsoft.com/office/drawing/2014/main" id="{6D874FB7-14E0-4B29-A85D-30A0DF9798BA}"/>
              </a:ext>
            </a:extLst>
          </p:cNvPr>
          <p:cNvSpPr>
            <a:spLocks noGrp="1"/>
          </p:cNvSpPr>
          <p:nvPr/>
        </p:nvSpPr>
        <p:spPr>
          <a:xfrm>
            <a:off x="68985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6" name="01_find_only_3205">
            <a:extLst>
              <a:ext uri="{FF2B5EF4-FFF2-40B4-BE49-F238E27FC236}">
                <a16:creationId xmlns:a16="http://schemas.microsoft.com/office/drawing/2014/main" id="{B3F0865D-5D19-4C39-825B-1C5F08512630}"/>
              </a:ext>
            </a:extLst>
          </p:cNvPr>
          <p:cNvSpPr>
            <a:spLocks noGrp="1"/>
          </p:cNvSpPr>
          <p:nvPr/>
        </p:nvSpPr>
        <p:spPr>
          <a:xfrm>
            <a:off x="682936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7" name="01_find_only_3206">
            <a:extLst>
              <a:ext uri="{FF2B5EF4-FFF2-40B4-BE49-F238E27FC236}">
                <a16:creationId xmlns:a16="http://schemas.microsoft.com/office/drawing/2014/main" id="{E4CDCA47-98F1-4DD2-85A8-54968A131820}"/>
              </a:ext>
            </a:extLst>
          </p:cNvPr>
          <p:cNvSpPr>
            <a:spLocks noGrp="1"/>
          </p:cNvSpPr>
          <p:nvPr/>
        </p:nvSpPr>
        <p:spPr>
          <a:xfrm>
            <a:off x="68767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8" name="01_find_only_3207">
            <a:extLst>
              <a:ext uri="{FF2B5EF4-FFF2-40B4-BE49-F238E27FC236}">
                <a16:creationId xmlns:a16="http://schemas.microsoft.com/office/drawing/2014/main" id="{F9003BE4-AEEF-4324-9C10-589ADB5E2B89}"/>
              </a:ext>
            </a:extLst>
          </p:cNvPr>
          <p:cNvSpPr>
            <a:spLocks noGrp="1"/>
          </p:cNvSpPr>
          <p:nvPr/>
        </p:nvSpPr>
        <p:spPr>
          <a:xfrm>
            <a:off x="6812457" y="52316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9" name="01_find_only_3208">
            <a:extLst>
              <a:ext uri="{FF2B5EF4-FFF2-40B4-BE49-F238E27FC236}">
                <a16:creationId xmlns:a16="http://schemas.microsoft.com/office/drawing/2014/main" id="{B0F8E822-B158-4641-9CD0-A2FC9C6D6386}"/>
              </a:ext>
            </a:extLst>
          </p:cNvPr>
          <p:cNvSpPr>
            <a:spLocks noGrp="1"/>
          </p:cNvSpPr>
          <p:nvPr/>
        </p:nvSpPr>
        <p:spPr>
          <a:xfrm>
            <a:off x="68331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0" name="01_find_only_3209">
            <a:extLst>
              <a:ext uri="{FF2B5EF4-FFF2-40B4-BE49-F238E27FC236}">
                <a16:creationId xmlns:a16="http://schemas.microsoft.com/office/drawing/2014/main" id="{46FA5A01-15B0-46F1-8796-853A5B04035D}"/>
              </a:ext>
            </a:extLst>
          </p:cNvPr>
          <p:cNvSpPr>
            <a:spLocks noGrp="1"/>
          </p:cNvSpPr>
          <p:nvPr/>
        </p:nvSpPr>
        <p:spPr>
          <a:xfrm>
            <a:off x="681226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1" name="01_find_only_3210">
            <a:extLst>
              <a:ext uri="{FF2B5EF4-FFF2-40B4-BE49-F238E27FC236}">
                <a16:creationId xmlns:a16="http://schemas.microsoft.com/office/drawing/2014/main" id="{BBE2851A-61C5-4518-A5E7-96FF17C6D2E2}"/>
              </a:ext>
            </a:extLst>
          </p:cNvPr>
          <p:cNvSpPr>
            <a:spLocks noGrp="1"/>
          </p:cNvSpPr>
          <p:nvPr/>
        </p:nvSpPr>
        <p:spPr>
          <a:xfrm>
            <a:off x="686715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2" name="01_find_only_3211">
            <a:extLst>
              <a:ext uri="{FF2B5EF4-FFF2-40B4-BE49-F238E27FC236}">
                <a16:creationId xmlns:a16="http://schemas.microsoft.com/office/drawing/2014/main" id="{4A79AAF9-4ACC-4BA9-ADFE-4253199281EF}"/>
              </a:ext>
            </a:extLst>
          </p:cNvPr>
          <p:cNvSpPr>
            <a:spLocks noGrp="1"/>
          </p:cNvSpPr>
          <p:nvPr/>
        </p:nvSpPr>
        <p:spPr>
          <a:xfrm>
            <a:off x="682537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3" name="01_find_only_3212">
            <a:extLst>
              <a:ext uri="{FF2B5EF4-FFF2-40B4-BE49-F238E27FC236}">
                <a16:creationId xmlns:a16="http://schemas.microsoft.com/office/drawing/2014/main" id="{CB3ACC61-E48B-4CBD-8BF1-CF068ABA3DA3}"/>
              </a:ext>
            </a:extLst>
          </p:cNvPr>
          <p:cNvSpPr>
            <a:spLocks noGrp="1"/>
          </p:cNvSpPr>
          <p:nvPr/>
        </p:nvSpPr>
        <p:spPr>
          <a:xfrm>
            <a:off x="685452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4" name="01_find_only_3213">
            <a:extLst>
              <a:ext uri="{FF2B5EF4-FFF2-40B4-BE49-F238E27FC236}">
                <a16:creationId xmlns:a16="http://schemas.microsoft.com/office/drawing/2014/main" id="{3A8A76A7-54CF-4AB4-8F43-E5646C465830}"/>
              </a:ext>
            </a:extLst>
          </p:cNvPr>
          <p:cNvSpPr>
            <a:spLocks noGrp="1"/>
          </p:cNvSpPr>
          <p:nvPr/>
        </p:nvSpPr>
        <p:spPr>
          <a:xfrm>
            <a:off x="684422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5" name="01_find_only_3214">
            <a:extLst>
              <a:ext uri="{FF2B5EF4-FFF2-40B4-BE49-F238E27FC236}">
                <a16:creationId xmlns:a16="http://schemas.microsoft.com/office/drawing/2014/main" id="{3EAB45C1-FD2C-4327-A1A0-6C91A9B4A438}"/>
              </a:ext>
            </a:extLst>
          </p:cNvPr>
          <p:cNvSpPr>
            <a:spLocks noGrp="1"/>
          </p:cNvSpPr>
          <p:nvPr/>
        </p:nvSpPr>
        <p:spPr>
          <a:xfrm>
            <a:off x="6834607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6" name="01_find_only_3215">
            <a:extLst>
              <a:ext uri="{FF2B5EF4-FFF2-40B4-BE49-F238E27FC236}">
                <a16:creationId xmlns:a16="http://schemas.microsoft.com/office/drawing/2014/main" id="{DEAD1560-B296-483F-BFC5-CC896F07DED1}"/>
              </a:ext>
            </a:extLst>
          </p:cNvPr>
          <p:cNvSpPr>
            <a:spLocks noGrp="1"/>
          </p:cNvSpPr>
          <p:nvPr/>
        </p:nvSpPr>
        <p:spPr>
          <a:xfrm>
            <a:off x="681197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7" name="01_find_only_3216">
            <a:extLst>
              <a:ext uri="{FF2B5EF4-FFF2-40B4-BE49-F238E27FC236}">
                <a16:creationId xmlns:a16="http://schemas.microsoft.com/office/drawing/2014/main" id="{C88BF02A-6632-4A2D-9D78-816C731B5286}"/>
              </a:ext>
            </a:extLst>
          </p:cNvPr>
          <p:cNvSpPr>
            <a:spLocks noGrp="1"/>
          </p:cNvSpPr>
          <p:nvPr/>
        </p:nvSpPr>
        <p:spPr>
          <a:xfrm>
            <a:off x="689921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8" name="01_find_only_3217">
            <a:extLst>
              <a:ext uri="{FF2B5EF4-FFF2-40B4-BE49-F238E27FC236}">
                <a16:creationId xmlns:a16="http://schemas.microsoft.com/office/drawing/2014/main" id="{7F4F70C6-CBC7-45BB-A5A3-C07C443C5413}"/>
              </a:ext>
            </a:extLst>
          </p:cNvPr>
          <p:cNvSpPr>
            <a:spLocks noGrp="1"/>
          </p:cNvSpPr>
          <p:nvPr/>
        </p:nvSpPr>
        <p:spPr>
          <a:xfrm>
            <a:off x="6813331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9" name="01_find_only_3218">
            <a:extLst>
              <a:ext uri="{FF2B5EF4-FFF2-40B4-BE49-F238E27FC236}">
                <a16:creationId xmlns:a16="http://schemas.microsoft.com/office/drawing/2014/main" id="{78CCBE1D-6156-42A0-889E-20BAA7CD13D9}"/>
              </a:ext>
            </a:extLst>
          </p:cNvPr>
          <p:cNvSpPr>
            <a:spLocks noGrp="1"/>
          </p:cNvSpPr>
          <p:nvPr/>
        </p:nvSpPr>
        <p:spPr>
          <a:xfrm>
            <a:off x="689202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0" name="01_find_only_3219">
            <a:extLst>
              <a:ext uri="{FF2B5EF4-FFF2-40B4-BE49-F238E27FC236}">
                <a16:creationId xmlns:a16="http://schemas.microsoft.com/office/drawing/2014/main" id="{A782DF5B-6265-446F-B632-AD70423393FC}"/>
              </a:ext>
            </a:extLst>
          </p:cNvPr>
          <p:cNvSpPr>
            <a:spLocks noGrp="1"/>
          </p:cNvSpPr>
          <p:nvPr/>
        </p:nvSpPr>
        <p:spPr>
          <a:xfrm>
            <a:off x="68456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1" name="01_find_only_3220">
            <a:extLst>
              <a:ext uri="{FF2B5EF4-FFF2-40B4-BE49-F238E27FC236}">
                <a16:creationId xmlns:a16="http://schemas.microsoft.com/office/drawing/2014/main" id="{E179E44D-9D7C-45DD-8692-1382813499D3}"/>
              </a:ext>
            </a:extLst>
          </p:cNvPr>
          <p:cNvSpPr>
            <a:spLocks noGrp="1"/>
          </p:cNvSpPr>
          <p:nvPr/>
        </p:nvSpPr>
        <p:spPr>
          <a:xfrm>
            <a:off x="6903196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2" name="01_find_only_3221">
            <a:extLst>
              <a:ext uri="{FF2B5EF4-FFF2-40B4-BE49-F238E27FC236}">
                <a16:creationId xmlns:a16="http://schemas.microsoft.com/office/drawing/2014/main" id="{F8A76141-3734-4770-8371-05D838EFEB1C}"/>
              </a:ext>
            </a:extLst>
          </p:cNvPr>
          <p:cNvSpPr>
            <a:spLocks noGrp="1"/>
          </p:cNvSpPr>
          <p:nvPr/>
        </p:nvSpPr>
        <p:spPr>
          <a:xfrm>
            <a:off x="687278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3" name="01_find_only_3222">
            <a:extLst>
              <a:ext uri="{FF2B5EF4-FFF2-40B4-BE49-F238E27FC236}">
                <a16:creationId xmlns:a16="http://schemas.microsoft.com/office/drawing/2014/main" id="{964FEE2B-99F6-4B9A-9906-396851B455F5}"/>
              </a:ext>
            </a:extLst>
          </p:cNvPr>
          <p:cNvSpPr>
            <a:spLocks noGrp="1"/>
          </p:cNvSpPr>
          <p:nvPr/>
        </p:nvSpPr>
        <p:spPr>
          <a:xfrm>
            <a:off x="68793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4" name="01_find_only_3223">
            <a:extLst>
              <a:ext uri="{FF2B5EF4-FFF2-40B4-BE49-F238E27FC236}">
                <a16:creationId xmlns:a16="http://schemas.microsoft.com/office/drawing/2014/main" id="{06BB1798-DF14-4C07-A907-E5547CD1E7FB}"/>
              </a:ext>
            </a:extLst>
          </p:cNvPr>
          <p:cNvSpPr>
            <a:spLocks noGrp="1"/>
          </p:cNvSpPr>
          <p:nvPr/>
        </p:nvSpPr>
        <p:spPr>
          <a:xfrm>
            <a:off x="6836744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5" name="01_find_only_3224">
            <a:extLst>
              <a:ext uri="{FF2B5EF4-FFF2-40B4-BE49-F238E27FC236}">
                <a16:creationId xmlns:a16="http://schemas.microsoft.com/office/drawing/2014/main" id="{10291926-7A4B-4F86-84B7-F81516EF6037}"/>
              </a:ext>
            </a:extLst>
          </p:cNvPr>
          <p:cNvSpPr>
            <a:spLocks noGrp="1"/>
          </p:cNvSpPr>
          <p:nvPr/>
        </p:nvSpPr>
        <p:spPr>
          <a:xfrm>
            <a:off x="6897756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6" name="01_find_only_3225">
            <a:extLst>
              <a:ext uri="{FF2B5EF4-FFF2-40B4-BE49-F238E27FC236}">
                <a16:creationId xmlns:a16="http://schemas.microsoft.com/office/drawing/2014/main" id="{F03F8620-B977-439B-A1A3-85455B16981D}"/>
              </a:ext>
            </a:extLst>
          </p:cNvPr>
          <p:cNvSpPr>
            <a:spLocks noGrp="1"/>
          </p:cNvSpPr>
          <p:nvPr/>
        </p:nvSpPr>
        <p:spPr>
          <a:xfrm>
            <a:off x="6879588" y="53490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7" name="01_find_only_3226">
            <a:extLst>
              <a:ext uri="{FF2B5EF4-FFF2-40B4-BE49-F238E27FC236}">
                <a16:creationId xmlns:a16="http://schemas.microsoft.com/office/drawing/2014/main" id="{28A300A4-2450-4EBC-9534-DB6ED6DEEC5D}"/>
              </a:ext>
            </a:extLst>
          </p:cNvPr>
          <p:cNvSpPr>
            <a:spLocks noGrp="1"/>
          </p:cNvSpPr>
          <p:nvPr/>
        </p:nvSpPr>
        <p:spPr>
          <a:xfrm>
            <a:off x="68241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8" name="01_find_only_3227">
            <a:extLst>
              <a:ext uri="{FF2B5EF4-FFF2-40B4-BE49-F238E27FC236}">
                <a16:creationId xmlns:a16="http://schemas.microsoft.com/office/drawing/2014/main" id="{57DABE9D-43F6-4471-B0C6-134585B4AF10}"/>
              </a:ext>
            </a:extLst>
          </p:cNvPr>
          <p:cNvSpPr>
            <a:spLocks noGrp="1"/>
          </p:cNvSpPr>
          <p:nvPr/>
        </p:nvSpPr>
        <p:spPr>
          <a:xfrm>
            <a:off x="6877937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9" name="01_find_only_3228">
            <a:extLst>
              <a:ext uri="{FF2B5EF4-FFF2-40B4-BE49-F238E27FC236}">
                <a16:creationId xmlns:a16="http://schemas.microsoft.com/office/drawing/2014/main" id="{75CE490D-8F51-4494-B1AF-E0FE59B74A41}"/>
              </a:ext>
            </a:extLst>
          </p:cNvPr>
          <p:cNvSpPr>
            <a:spLocks noGrp="1"/>
          </p:cNvSpPr>
          <p:nvPr/>
        </p:nvSpPr>
        <p:spPr>
          <a:xfrm>
            <a:off x="682907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0" name="01_find_only_3229">
            <a:extLst>
              <a:ext uri="{FF2B5EF4-FFF2-40B4-BE49-F238E27FC236}">
                <a16:creationId xmlns:a16="http://schemas.microsoft.com/office/drawing/2014/main" id="{66FEA30E-DFCC-4BE0-AE29-108D5BB8AECC}"/>
              </a:ext>
            </a:extLst>
          </p:cNvPr>
          <p:cNvSpPr>
            <a:spLocks noGrp="1"/>
          </p:cNvSpPr>
          <p:nvPr/>
        </p:nvSpPr>
        <p:spPr>
          <a:xfrm>
            <a:off x="6836648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1" name="01_find_only_3230">
            <a:extLst>
              <a:ext uri="{FF2B5EF4-FFF2-40B4-BE49-F238E27FC236}">
                <a16:creationId xmlns:a16="http://schemas.microsoft.com/office/drawing/2014/main" id="{CBF58E1A-49BB-4EE6-AA91-5A2DE03DDBB0}"/>
              </a:ext>
            </a:extLst>
          </p:cNvPr>
          <p:cNvSpPr>
            <a:spLocks noGrp="1"/>
          </p:cNvSpPr>
          <p:nvPr/>
        </p:nvSpPr>
        <p:spPr>
          <a:xfrm>
            <a:off x="68969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2" name="01_find_only_3231">
            <a:extLst>
              <a:ext uri="{FF2B5EF4-FFF2-40B4-BE49-F238E27FC236}">
                <a16:creationId xmlns:a16="http://schemas.microsoft.com/office/drawing/2014/main" id="{3DE20E30-2A2A-428A-BD64-2B0D142F3565}"/>
              </a:ext>
            </a:extLst>
          </p:cNvPr>
          <p:cNvSpPr>
            <a:spLocks noGrp="1"/>
          </p:cNvSpPr>
          <p:nvPr/>
        </p:nvSpPr>
        <p:spPr>
          <a:xfrm>
            <a:off x="68382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3" name="01_find_only_3232">
            <a:extLst>
              <a:ext uri="{FF2B5EF4-FFF2-40B4-BE49-F238E27FC236}">
                <a16:creationId xmlns:a16="http://schemas.microsoft.com/office/drawing/2014/main" id="{A3FB7A58-5080-4809-932A-99CEB2349245}"/>
              </a:ext>
            </a:extLst>
          </p:cNvPr>
          <p:cNvSpPr>
            <a:spLocks noGrp="1"/>
          </p:cNvSpPr>
          <p:nvPr/>
        </p:nvSpPr>
        <p:spPr>
          <a:xfrm>
            <a:off x="68915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4" name="01_find_only_3233">
            <a:extLst>
              <a:ext uri="{FF2B5EF4-FFF2-40B4-BE49-F238E27FC236}">
                <a16:creationId xmlns:a16="http://schemas.microsoft.com/office/drawing/2014/main" id="{0E2199D1-EFC2-4064-9250-41CEBA7BAAF7}"/>
              </a:ext>
            </a:extLst>
          </p:cNvPr>
          <p:cNvSpPr>
            <a:spLocks noGrp="1"/>
          </p:cNvSpPr>
          <p:nvPr/>
        </p:nvSpPr>
        <p:spPr>
          <a:xfrm>
            <a:off x="689231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5" name="01_find_only_3234">
            <a:extLst>
              <a:ext uri="{FF2B5EF4-FFF2-40B4-BE49-F238E27FC236}">
                <a16:creationId xmlns:a16="http://schemas.microsoft.com/office/drawing/2014/main" id="{A2637635-C199-4EE1-BCD4-00653160DF25}"/>
              </a:ext>
            </a:extLst>
          </p:cNvPr>
          <p:cNvSpPr>
            <a:spLocks noGrp="1"/>
          </p:cNvSpPr>
          <p:nvPr/>
        </p:nvSpPr>
        <p:spPr>
          <a:xfrm>
            <a:off x="6894841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6" name="01_find_only_3235">
            <a:extLst>
              <a:ext uri="{FF2B5EF4-FFF2-40B4-BE49-F238E27FC236}">
                <a16:creationId xmlns:a16="http://schemas.microsoft.com/office/drawing/2014/main" id="{D1D1C2CD-9BF8-4A7B-9128-8C0E046C40BE}"/>
              </a:ext>
            </a:extLst>
          </p:cNvPr>
          <p:cNvSpPr>
            <a:spLocks noGrp="1"/>
          </p:cNvSpPr>
          <p:nvPr/>
        </p:nvSpPr>
        <p:spPr>
          <a:xfrm>
            <a:off x="6838979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7" name="01_find_only_3236">
            <a:extLst>
              <a:ext uri="{FF2B5EF4-FFF2-40B4-BE49-F238E27FC236}">
                <a16:creationId xmlns:a16="http://schemas.microsoft.com/office/drawing/2014/main" id="{5334A3EF-1D96-4DA0-B8D7-B1CD2D4FEE52}"/>
              </a:ext>
            </a:extLst>
          </p:cNvPr>
          <p:cNvSpPr>
            <a:spLocks noGrp="1"/>
          </p:cNvSpPr>
          <p:nvPr/>
        </p:nvSpPr>
        <p:spPr>
          <a:xfrm>
            <a:off x="68243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8" name="01_find_only_3237">
            <a:extLst>
              <a:ext uri="{FF2B5EF4-FFF2-40B4-BE49-F238E27FC236}">
                <a16:creationId xmlns:a16="http://schemas.microsoft.com/office/drawing/2014/main" id="{99E42717-5A0F-4E88-8996-59E1004F31FA}"/>
              </a:ext>
            </a:extLst>
          </p:cNvPr>
          <p:cNvSpPr>
            <a:spLocks noGrp="1"/>
          </p:cNvSpPr>
          <p:nvPr/>
        </p:nvSpPr>
        <p:spPr>
          <a:xfrm>
            <a:off x="688085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9" name="01_find_only_3238">
            <a:extLst>
              <a:ext uri="{FF2B5EF4-FFF2-40B4-BE49-F238E27FC236}">
                <a16:creationId xmlns:a16="http://schemas.microsoft.com/office/drawing/2014/main" id="{DDA0A440-6FCF-4EE0-A4FA-73FE4D8FC49A}"/>
              </a:ext>
            </a:extLst>
          </p:cNvPr>
          <p:cNvSpPr>
            <a:spLocks noGrp="1"/>
          </p:cNvSpPr>
          <p:nvPr/>
        </p:nvSpPr>
        <p:spPr>
          <a:xfrm>
            <a:off x="681974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0" name="01_find_only_3239">
            <a:extLst>
              <a:ext uri="{FF2B5EF4-FFF2-40B4-BE49-F238E27FC236}">
                <a16:creationId xmlns:a16="http://schemas.microsoft.com/office/drawing/2014/main" id="{4206D5E4-B3AB-4C95-BF26-C2CC80DB9BB0}"/>
              </a:ext>
            </a:extLst>
          </p:cNvPr>
          <p:cNvSpPr>
            <a:spLocks noGrp="1"/>
          </p:cNvSpPr>
          <p:nvPr/>
        </p:nvSpPr>
        <p:spPr>
          <a:xfrm>
            <a:off x="68258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1" name="01_find_only_3240">
            <a:extLst>
              <a:ext uri="{FF2B5EF4-FFF2-40B4-BE49-F238E27FC236}">
                <a16:creationId xmlns:a16="http://schemas.microsoft.com/office/drawing/2014/main" id="{CCBDD2E0-80D4-4223-A61C-64E378D3F1F3}"/>
              </a:ext>
            </a:extLst>
          </p:cNvPr>
          <p:cNvSpPr>
            <a:spLocks noGrp="1"/>
          </p:cNvSpPr>
          <p:nvPr/>
        </p:nvSpPr>
        <p:spPr>
          <a:xfrm>
            <a:off x="68832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2" name="01_find_only_3241">
            <a:extLst>
              <a:ext uri="{FF2B5EF4-FFF2-40B4-BE49-F238E27FC236}">
                <a16:creationId xmlns:a16="http://schemas.microsoft.com/office/drawing/2014/main" id="{A1FA1887-D8F6-4250-94AF-63FFA098E2E0}"/>
              </a:ext>
            </a:extLst>
          </p:cNvPr>
          <p:cNvSpPr>
            <a:spLocks noGrp="1"/>
          </p:cNvSpPr>
          <p:nvPr/>
        </p:nvSpPr>
        <p:spPr>
          <a:xfrm>
            <a:off x="682061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3" name="01_find_only_3242">
            <a:extLst>
              <a:ext uri="{FF2B5EF4-FFF2-40B4-BE49-F238E27FC236}">
                <a16:creationId xmlns:a16="http://schemas.microsoft.com/office/drawing/2014/main" id="{7765A37F-13A5-4BC4-8E65-0ABF61044C22}"/>
              </a:ext>
            </a:extLst>
          </p:cNvPr>
          <p:cNvSpPr>
            <a:spLocks noGrp="1"/>
          </p:cNvSpPr>
          <p:nvPr/>
        </p:nvSpPr>
        <p:spPr>
          <a:xfrm>
            <a:off x="69019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4" name="01_find_only_3243">
            <a:extLst>
              <a:ext uri="{FF2B5EF4-FFF2-40B4-BE49-F238E27FC236}">
                <a16:creationId xmlns:a16="http://schemas.microsoft.com/office/drawing/2014/main" id="{539277E3-30E2-4DEB-B130-E0F11165B8D5}"/>
              </a:ext>
            </a:extLst>
          </p:cNvPr>
          <p:cNvSpPr>
            <a:spLocks noGrp="1"/>
          </p:cNvSpPr>
          <p:nvPr/>
        </p:nvSpPr>
        <p:spPr>
          <a:xfrm>
            <a:off x="688706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5" name="01_find_only_3244">
            <a:extLst>
              <a:ext uri="{FF2B5EF4-FFF2-40B4-BE49-F238E27FC236}">
                <a16:creationId xmlns:a16="http://schemas.microsoft.com/office/drawing/2014/main" id="{BD08807B-91F0-4E5E-87C4-C3A9D5D7BDBE}"/>
              </a:ext>
            </a:extLst>
          </p:cNvPr>
          <p:cNvSpPr>
            <a:spLocks noGrp="1"/>
          </p:cNvSpPr>
          <p:nvPr/>
        </p:nvSpPr>
        <p:spPr>
          <a:xfrm>
            <a:off x="685190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6" name="01_find_only_3245">
            <a:extLst>
              <a:ext uri="{FF2B5EF4-FFF2-40B4-BE49-F238E27FC236}">
                <a16:creationId xmlns:a16="http://schemas.microsoft.com/office/drawing/2014/main" id="{F9AF198C-8185-402C-904E-43C7E40564B1}"/>
              </a:ext>
            </a:extLst>
          </p:cNvPr>
          <p:cNvSpPr>
            <a:spLocks noGrp="1"/>
          </p:cNvSpPr>
          <p:nvPr/>
        </p:nvSpPr>
        <p:spPr>
          <a:xfrm>
            <a:off x="68354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7" name="01_find_only_3246">
            <a:extLst>
              <a:ext uri="{FF2B5EF4-FFF2-40B4-BE49-F238E27FC236}">
                <a16:creationId xmlns:a16="http://schemas.microsoft.com/office/drawing/2014/main" id="{8D99EAA9-B70C-4186-BDA2-6DE583EF3BE0}"/>
              </a:ext>
            </a:extLst>
          </p:cNvPr>
          <p:cNvSpPr>
            <a:spLocks noGrp="1"/>
          </p:cNvSpPr>
          <p:nvPr/>
        </p:nvSpPr>
        <p:spPr>
          <a:xfrm>
            <a:off x="6904654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8" name="01_find_only_3247">
            <a:extLst>
              <a:ext uri="{FF2B5EF4-FFF2-40B4-BE49-F238E27FC236}">
                <a16:creationId xmlns:a16="http://schemas.microsoft.com/office/drawing/2014/main" id="{6847DEB3-17F5-4D9C-A528-24D72BD3AB2E}"/>
              </a:ext>
            </a:extLst>
          </p:cNvPr>
          <p:cNvSpPr>
            <a:spLocks noGrp="1"/>
          </p:cNvSpPr>
          <p:nvPr/>
        </p:nvSpPr>
        <p:spPr>
          <a:xfrm>
            <a:off x="68693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9" name="01_find_only_3248">
            <a:extLst>
              <a:ext uri="{FF2B5EF4-FFF2-40B4-BE49-F238E27FC236}">
                <a16:creationId xmlns:a16="http://schemas.microsoft.com/office/drawing/2014/main" id="{D3105B0D-E45C-4A73-AA7C-C07900A922B6}"/>
              </a:ext>
            </a:extLst>
          </p:cNvPr>
          <p:cNvSpPr>
            <a:spLocks noGrp="1"/>
          </p:cNvSpPr>
          <p:nvPr/>
        </p:nvSpPr>
        <p:spPr>
          <a:xfrm>
            <a:off x="689153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0" name="01_find_only_3249">
            <a:extLst>
              <a:ext uri="{FF2B5EF4-FFF2-40B4-BE49-F238E27FC236}">
                <a16:creationId xmlns:a16="http://schemas.microsoft.com/office/drawing/2014/main" id="{BF9C200A-5C64-4E9B-953A-482B056637FC}"/>
              </a:ext>
            </a:extLst>
          </p:cNvPr>
          <p:cNvSpPr>
            <a:spLocks noGrp="1"/>
          </p:cNvSpPr>
          <p:nvPr/>
        </p:nvSpPr>
        <p:spPr>
          <a:xfrm>
            <a:off x="6823435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1" name="01_find_only_3250">
            <a:extLst>
              <a:ext uri="{FF2B5EF4-FFF2-40B4-BE49-F238E27FC236}">
                <a16:creationId xmlns:a16="http://schemas.microsoft.com/office/drawing/2014/main" id="{371C5803-9501-4C13-8B45-A11FB3AC11D9}"/>
              </a:ext>
            </a:extLst>
          </p:cNvPr>
          <p:cNvSpPr>
            <a:spLocks noGrp="1"/>
          </p:cNvSpPr>
          <p:nvPr/>
        </p:nvSpPr>
        <p:spPr>
          <a:xfrm>
            <a:off x="685083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2" name="01_find_only_3251">
            <a:extLst>
              <a:ext uri="{FF2B5EF4-FFF2-40B4-BE49-F238E27FC236}">
                <a16:creationId xmlns:a16="http://schemas.microsoft.com/office/drawing/2014/main" id="{2F3EF29A-5A7B-4557-AE24-2C2D3A37C61E}"/>
              </a:ext>
            </a:extLst>
          </p:cNvPr>
          <p:cNvSpPr>
            <a:spLocks noGrp="1"/>
          </p:cNvSpPr>
          <p:nvPr/>
        </p:nvSpPr>
        <p:spPr>
          <a:xfrm>
            <a:off x="68855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3" name="01_find_only_3252">
            <a:extLst>
              <a:ext uri="{FF2B5EF4-FFF2-40B4-BE49-F238E27FC236}">
                <a16:creationId xmlns:a16="http://schemas.microsoft.com/office/drawing/2014/main" id="{1C2DE186-B208-4122-9420-F670F1E5D719}"/>
              </a:ext>
            </a:extLst>
          </p:cNvPr>
          <p:cNvSpPr>
            <a:spLocks noGrp="1"/>
          </p:cNvSpPr>
          <p:nvPr/>
        </p:nvSpPr>
        <p:spPr>
          <a:xfrm>
            <a:off x="6871427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4" name="01_find_only_3253">
            <a:extLst>
              <a:ext uri="{FF2B5EF4-FFF2-40B4-BE49-F238E27FC236}">
                <a16:creationId xmlns:a16="http://schemas.microsoft.com/office/drawing/2014/main" id="{23284A76-FD5B-43C4-B0C6-0359906831D9}"/>
              </a:ext>
            </a:extLst>
          </p:cNvPr>
          <p:cNvSpPr>
            <a:spLocks noGrp="1"/>
          </p:cNvSpPr>
          <p:nvPr/>
        </p:nvSpPr>
        <p:spPr>
          <a:xfrm>
            <a:off x="6899893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5" name="01_find_only_3254">
            <a:extLst>
              <a:ext uri="{FF2B5EF4-FFF2-40B4-BE49-F238E27FC236}">
                <a16:creationId xmlns:a16="http://schemas.microsoft.com/office/drawing/2014/main" id="{CCD94F39-1C9F-4C1E-A5E9-A6D1AC3BEDBB}"/>
              </a:ext>
            </a:extLst>
          </p:cNvPr>
          <p:cNvSpPr>
            <a:spLocks noGrp="1"/>
          </p:cNvSpPr>
          <p:nvPr/>
        </p:nvSpPr>
        <p:spPr>
          <a:xfrm>
            <a:off x="680973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6" name="01_find_only_3255">
            <a:extLst>
              <a:ext uri="{FF2B5EF4-FFF2-40B4-BE49-F238E27FC236}">
                <a16:creationId xmlns:a16="http://schemas.microsoft.com/office/drawing/2014/main" id="{FB0B4F25-3ED0-417D-ABFB-316661D0478E}"/>
              </a:ext>
            </a:extLst>
          </p:cNvPr>
          <p:cNvSpPr>
            <a:spLocks noGrp="1"/>
          </p:cNvSpPr>
          <p:nvPr/>
        </p:nvSpPr>
        <p:spPr>
          <a:xfrm>
            <a:off x="684976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7" name="01_find_only_3256">
            <a:extLst>
              <a:ext uri="{FF2B5EF4-FFF2-40B4-BE49-F238E27FC236}">
                <a16:creationId xmlns:a16="http://schemas.microsoft.com/office/drawing/2014/main" id="{AAE16791-B2D5-40DC-9045-9FA37D67FE57}"/>
              </a:ext>
            </a:extLst>
          </p:cNvPr>
          <p:cNvSpPr>
            <a:spLocks noGrp="1"/>
          </p:cNvSpPr>
          <p:nvPr/>
        </p:nvSpPr>
        <p:spPr>
          <a:xfrm>
            <a:off x="686793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8" name="01_find_only_3257">
            <a:extLst>
              <a:ext uri="{FF2B5EF4-FFF2-40B4-BE49-F238E27FC236}">
                <a16:creationId xmlns:a16="http://schemas.microsoft.com/office/drawing/2014/main" id="{42CFDB6D-778D-4D9C-A47D-64953A287B84}"/>
              </a:ext>
            </a:extLst>
          </p:cNvPr>
          <p:cNvSpPr>
            <a:spLocks noGrp="1"/>
          </p:cNvSpPr>
          <p:nvPr/>
        </p:nvSpPr>
        <p:spPr>
          <a:xfrm>
            <a:off x="683771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9" name="01_find_only_3258">
            <a:extLst>
              <a:ext uri="{FF2B5EF4-FFF2-40B4-BE49-F238E27FC236}">
                <a16:creationId xmlns:a16="http://schemas.microsoft.com/office/drawing/2014/main" id="{0B2B4801-2E36-4A9D-A45C-04DDD7131604}"/>
              </a:ext>
            </a:extLst>
          </p:cNvPr>
          <p:cNvSpPr>
            <a:spLocks noGrp="1"/>
          </p:cNvSpPr>
          <p:nvPr/>
        </p:nvSpPr>
        <p:spPr>
          <a:xfrm>
            <a:off x="6859477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0" name="01_find_only_3259">
            <a:extLst>
              <a:ext uri="{FF2B5EF4-FFF2-40B4-BE49-F238E27FC236}">
                <a16:creationId xmlns:a16="http://schemas.microsoft.com/office/drawing/2014/main" id="{A5EADEF7-B1A0-4A48-8C14-CFBF9762B9AC}"/>
              </a:ext>
            </a:extLst>
          </p:cNvPr>
          <p:cNvSpPr>
            <a:spLocks noGrp="1"/>
          </p:cNvSpPr>
          <p:nvPr/>
        </p:nvSpPr>
        <p:spPr>
          <a:xfrm>
            <a:off x="6847236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1" name="01_find_only_3260">
            <a:extLst>
              <a:ext uri="{FF2B5EF4-FFF2-40B4-BE49-F238E27FC236}">
                <a16:creationId xmlns:a16="http://schemas.microsoft.com/office/drawing/2014/main" id="{673CF0E2-2101-413F-B86D-7348CC3BAF28}"/>
              </a:ext>
            </a:extLst>
          </p:cNvPr>
          <p:cNvSpPr>
            <a:spLocks noGrp="1"/>
          </p:cNvSpPr>
          <p:nvPr/>
        </p:nvSpPr>
        <p:spPr>
          <a:xfrm>
            <a:off x="6889206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2" name="01_find_only_3261">
            <a:extLst>
              <a:ext uri="{FF2B5EF4-FFF2-40B4-BE49-F238E27FC236}">
                <a16:creationId xmlns:a16="http://schemas.microsoft.com/office/drawing/2014/main" id="{F28C3B39-9FBB-4DAB-BE61-C6E6382F7014}"/>
              </a:ext>
            </a:extLst>
          </p:cNvPr>
          <p:cNvSpPr>
            <a:spLocks noGrp="1"/>
          </p:cNvSpPr>
          <p:nvPr/>
        </p:nvSpPr>
        <p:spPr>
          <a:xfrm>
            <a:off x="6820423" y="512597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3" name="01_find_only_3262">
            <a:extLst>
              <a:ext uri="{FF2B5EF4-FFF2-40B4-BE49-F238E27FC236}">
                <a16:creationId xmlns:a16="http://schemas.microsoft.com/office/drawing/2014/main" id="{1B9F02E9-C887-4701-8BFA-4DE9CBEC1960}"/>
              </a:ext>
            </a:extLst>
          </p:cNvPr>
          <p:cNvSpPr>
            <a:spLocks noGrp="1"/>
          </p:cNvSpPr>
          <p:nvPr/>
        </p:nvSpPr>
        <p:spPr>
          <a:xfrm>
            <a:off x="682489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4" name="01_find_only_3263">
            <a:extLst>
              <a:ext uri="{FF2B5EF4-FFF2-40B4-BE49-F238E27FC236}">
                <a16:creationId xmlns:a16="http://schemas.microsoft.com/office/drawing/2014/main" id="{4A54F420-0BFD-490F-99F1-4BE97867A530}"/>
              </a:ext>
            </a:extLst>
          </p:cNvPr>
          <p:cNvSpPr>
            <a:spLocks noGrp="1"/>
          </p:cNvSpPr>
          <p:nvPr/>
        </p:nvSpPr>
        <p:spPr>
          <a:xfrm>
            <a:off x="68653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5" name="01_find_only_3264">
            <a:extLst>
              <a:ext uri="{FF2B5EF4-FFF2-40B4-BE49-F238E27FC236}">
                <a16:creationId xmlns:a16="http://schemas.microsoft.com/office/drawing/2014/main" id="{B09E7381-E859-4990-8177-E5025328DDA5}"/>
              </a:ext>
            </a:extLst>
          </p:cNvPr>
          <p:cNvSpPr>
            <a:spLocks noGrp="1"/>
          </p:cNvSpPr>
          <p:nvPr/>
        </p:nvSpPr>
        <p:spPr>
          <a:xfrm>
            <a:off x="68644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6" name="01_find_only_3265">
            <a:extLst>
              <a:ext uri="{FF2B5EF4-FFF2-40B4-BE49-F238E27FC236}">
                <a16:creationId xmlns:a16="http://schemas.microsoft.com/office/drawing/2014/main" id="{A6DB6310-4B9B-4DF4-9ED2-1FB52C7B9BBF}"/>
              </a:ext>
            </a:extLst>
          </p:cNvPr>
          <p:cNvSpPr>
            <a:spLocks noGrp="1"/>
          </p:cNvSpPr>
          <p:nvPr/>
        </p:nvSpPr>
        <p:spPr>
          <a:xfrm>
            <a:off x="68960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7" name="01_find_only_3266">
            <a:extLst>
              <a:ext uri="{FF2B5EF4-FFF2-40B4-BE49-F238E27FC236}">
                <a16:creationId xmlns:a16="http://schemas.microsoft.com/office/drawing/2014/main" id="{E058BF08-EEF4-485F-BEA0-EAE73856336F}"/>
              </a:ext>
            </a:extLst>
          </p:cNvPr>
          <p:cNvSpPr>
            <a:spLocks noGrp="1"/>
          </p:cNvSpPr>
          <p:nvPr/>
        </p:nvSpPr>
        <p:spPr>
          <a:xfrm>
            <a:off x="68813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8" name="01_find_only_3267">
            <a:extLst>
              <a:ext uri="{FF2B5EF4-FFF2-40B4-BE49-F238E27FC236}">
                <a16:creationId xmlns:a16="http://schemas.microsoft.com/office/drawing/2014/main" id="{4E42E09B-8021-4739-8941-8378C34ED8E5}"/>
              </a:ext>
            </a:extLst>
          </p:cNvPr>
          <p:cNvSpPr>
            <a:spLocks noGrp="1"/>
          </p:cNvSpPr>
          <p:nvPr/>
        </p:nvSpPr>
        <p:spPr>
          <a:xfrm>
            <a:off x="68354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9" name="01_find_only_3268">
            <a:extLst>
              <a:ext uri="{FF2B5EF4-FFF2-40B4-BE49-F238E27FC236}">
                <a16:creationId xmlns:a16="http://schemas.microsoft.com/office/drawing/2014/main" id="{520EA219-E37B-4924-BA46-687973592089}"/>
              </a:ext>
            </a:extLst>
          </p:cNvPr>
          <p:cNvSpPr>
            <a:spLocks noGrp="1"/>
          </p:cNvSpPr>
          <p:nvPr/>
        </p:nvSpPr>
        <p:spPr>
          <a:xfrm>
            <a:off x="6883280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0" name="01_find_only_3269">
            <a:extLst>
              <a:ext uri="{FF2B5EF4-FFF2-40B4-BE49-F238E27FC236}">
                <a16:creationId xmlns:a16="http://schemas.microsoft.com/office/drawing/2014/main" id="{0C154CFE-4E72-46C3-AC0F-6791BC201819}"/>
              </a:ext>
            </a:extLst>
          </p:cNvPr>
          <p:cNvSpPr>
            <a:spLocks noGrp="1"/>
          </p:cNvSpPr>
          <p:nvPr/>
        </p:nvSpPr>
        <p:spPr>
          <a:xfrm>
            <a:off x="6875411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1" name="01_find_only_3270">
            <a:extLst>
              <a:ext uri="{FF2B5EF4-FFF2-40B4-BE49-F238E27FC236}">
                <a16:creationId xmlns:a16="http://schemas.microsoft.com/office/drawing/2014/main" id="{5BA9DCD2-0BCA-415F-9957-F99BA57F29EB}"/>
              </a:ext>
            </a:extLst>
          </p:cNvPr>
          <p:cNvSpPr>
            <a:spLocks noGrp="1"/>
          </p:cNvSpPr>
          <p:nvPr/>
        </p:nvSpPr>
        <p:spPr>
          <a:xfrm>
            <a:off x="687958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2" name="01_find_only_3271">
            <a:extLst>
              <a:ext uri="{FF2B5EF4-FFF2-40B4-BE49-F238E27FC236}">
                <a16:creationId xmlns:a16="http://schemas.microsoft.com/office/drawing/2014/main" id="{95E39DF9-E30D-42DC-AF32-54DF53ED4A89}"/>
              </a:ext>
            </a:extLst>
          </p:cNvPr>
          <p:cNvSpPr>
            <a:spLocks noGrp="1"/>
          </p:cNvSpPr>
          <p:nvPr/>
        </p:nvSpPr>
        <p:spPr>
          <a:xfrm>
            <a:off x="686122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3" name="01_find_only_3272">
            <a:extLst>
              <a:ext uri="{FF2B5EF4-FFF2-40B4-BE49-F238E27FC236}">
                <a16:creationId xmlns:a16="http://schemas.microsoft.com/office/drawing/2014/main" id="{D4F52A19-CB0D-4E1B-92F2-7D67836B9C4F}"/>
              </a:ext>
            </a:extLst>
          </p:cNvPr>
          <p:cNvSpPr>
            <a:spLocks noGrp="1"/>
          </p:cNvSpPr>
          <p:nvPr/>
        </p:nvSpPr>
        <p:spPr>
          <a:xfrm>
            <a:off x="681080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4" name="01_find_only_3273">
            <a:extLst>
              <a:ext uri="{FF2B5EF4-FFF2-40B4-BE49-F238E27FC236}">
                <a16:creationId xmlns:a16="http://schemas.microsoft.com/office/drawing/2014/main" id="{696C08E7-275E-494E-BC92-A7EACEC7815B}"/>
              </a:ext>
            </a:extLst>
          </p:cNvPr>
          <p:cNvSpPr>
            <a:spLocks noGrp="1"/>
          </p:cNvSpPr>
          <p:nvPr/>
        </p:nvSpPr>
        <p:spPr>
          <a:xfrm>
            <a:off x="6875800" y="603998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5" name="01_find_only_3274">
            <a:extLst>
              <a:ext uri="{FF2B5EF4-FFF2-40B4-BE49-F238E27FC236}">
                <a16:creationId xmlns:a16="http://schemas.microsoft.com/office/drawing/2014/main" id="{0B4260CA-858B-4DF7-B39B-2E82EDAF05BE}"/>
              </a:ext>
            </a:extLst>
          </p:cNvPr>
          <p:cNvSpPr>
            <a:spLocks noGrp="1"/>
          </p:cNvSpPr>
          <p:nvPr/>
        </p:nvSpPr>
        <p:spPr>
          <a:xfrm>
            <a:off x="6888623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6" name="01_find_only_3275">
            <a:extLst>
              <a:ext uri="{FF2B5EF4-FFF2-40B4-BE49-F238E27FC236}">
                <a16:creationId xmlns:a16="http://schemas.microsoft.com/office/drawing/2014/main" id="{CF64AD14-C0AE-423C-9802-38B156F2B341}"/>
              </a:ext>
            </a:extLst>
          </p:cNvPr>
          <p:cNvSpPr>
            <a:spLocks noGrp="1"/>
          </p:cNvSpPr>
          <p:nvPr/>
        </p:nvSpPr>
        <p:spPr>
          <a:xfrm>
            <a:off x="68269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7" name="01_find_only_3276">
            <a:extLst>
              <a:ext uri="{FF2B5EF4-FFF2-40B4-BE49-F238E27FC236}">
                <a16:creationId xmlns:a16="http://schemas.microsoft.com/office/drawing/2014/main" id="{6D597D3F-629E-4EE5-A9E5-2BEC867E3540}"/>
              </a:ext>
            </a:extLst>
          </p:cNvPr>
          <p:cNvSpPr>
            <a:spLocks noGrp="1"/>
          </p:cNvSpPr>
          <p:nvPr/>
        </p:nvSpPr>
        <p:spPr>
          <a:xfrm>
            <a:off x="6819646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8" name="01_find_only_3277">
            <a:extLst>
              <a:ext uri="{FF2B5EF4-FFF2-40B4-BE49-F238E27FC236}">
                <a16:creationId xmlns:a16="http://schemas.microsoft.com/office/drawing/2014/main" id="{5972C235-4574-4341-9FA8-908A1AE35804}"/>
              </a:ext>
            </a:extLst>
          </p:cNvPr>
          <p:cNvSpPr>
            <a:spLocks noGrp="1"/>
          </p:cNvSpPr>
          <p:nvPr/>
        </p:nvSpPr>
        <p:spPr>
          <a:xfrm>
            <a:off x="6875605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9" name="01_find_only_3278">
            <a:extLst>
              <a:ext uri="{FF2B5EF4-FFF2-40B4-BE49-F238E27FC236}">
                <a16:creationId xmlns:a16="http://schemas.microsoft.com/office/drawing/2014/main" id="{F63324FE-9D80-467E-B7AE-C5D414877C13}"/>
              </a:ext>
            </a:extLst>
          </p:cNvPr>
          <p:cNvSpPr>
            <a:spLocks noGrp="1"/>
          </p:cNvSpPr>
          <p:nvPr/>
        </p:nvSpPr>
        <p:spPr>
          <a:xfrm>
            <a:off x="6900670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0" name="01_find_only_3279">
            <a:extLst>
              <a:ext uri="{FF2B5EF4-FFF2-40B4-BE49-F238E27FC236}">
                <a16:creationId xmlns:a16="http://schemas.microsoft.com/office/drawing/2014/main" id="{19192A79-D08D-4FF2-B850-8CF9388C6C02}"/>
              </a:ext>
            </a:extLst>
          </p:cNvPr>
          <p:cNvSpPr>
            <a:spLocks noGrp="1"/>
          </p:cNvSpPr>
          <p:nvPr/>
        </p:nvSpPr>
        <p:spPr>
          <a:xfrm>
            <a:off x="6904848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1" name="01_find_only_3280">
            <a:extLst>
              <a:ext uri="{FF2B5EF4-FFF2-40B4-BE49-F238E27FC236}">
                <a16:creationId xmlns:a16="http://schemas.microsoft.com/office/drawing/2014/main" id="{B92A4FE9-8292-4CAE-B58E-F2D5A012B69F}"/>
              </a:ext>
            </a:extLst>
          </p:cNvPr>
          <p:cNvSpPr>
            <a:spLocks noGrp="1"/>
          </p:cNvSpPr>
          <p:nvPr/>
        </p:nvSpPr>
        <p:spPr>
          <a:xfrm>
            <a:off x="684480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2" name="01_find_only_3281">
            <a:extLst>
              <a:ext uri="{FF2B5EF4-FFF2-40B4-BE49-F238E27FC236}">
                <a16:creationId xmlns:a16="http://schemas.microsoft.com/office/drawing/2014/main" id="{B73702E3-549E-4FC6-A833-6C1FCD56B0D6}"/>
              </a:ext>
            </a:extLst>
          </p:cNvPr>
          <p:cNvSpPr>
            <a:spLocks noGrp="1"/>
          </p:cNvSpPr>
          <p:nvPr/>
        </p:nvSpPr>
        <p:spPr>
          <a:xfrm>
            <a:off x="6880463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3" name="01_find_only_3282">
            <a:extLst>
              <a:ext uri="{FF2B5EF4-FFF2-40B4-BE49-F238E27FC236}">
                <a16:creationId xmlns:a16="http://schemas.microsoft.com/office/drawing/2014/main" id="{0D1AD6C2-2EDF-4B23-8161-8F652396B663}"/>
              </a:ext>
            </a:extLst>
          </p:cNvPr>
          <p:cNvSpPr>
            <a:spLocks noGrp="1"/>
          </p:cNvSpPr>
          <p:nvPr/>
        </p:nvSpPr>
        <p:spPr>
          <a:xfrm>
            <a:off x="68878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4" name="01_find_only_3283">
            <a:extLst>
              <a:ext uri="{FF2B5EF4-FFF2-40B4-BE49-F238E27FC236}">
                <a16:creationId xmlns:a16="http://schemas.microsoft.com/office/drawing/2014/main" id="{FFA56A12-A021-4038-A91A-9DC39E8CDCB3}"/>
              </a:ext>
            </a:extLst>
          </p:cNvPr>
          <p:cNvSpPr>
            <a:spLocks noGrp="1"/>
          </p:cNvSpPr>
          <p:nvPr/>
        </p:nvSpPr>
        <p:spPr>
          <a:xfrm>
            <a:off x="68996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5" name="01_find_only_3284">
            <a:extLst>
              <a:ext uri="{FF2B5EF4-FFF2-40B4-BE49-F238E27FC236}">
                <a16:creationId xmlns:a16="http://schemas.microsoft.com/office/drawing/2014/main" id="{33D22702-F03A-4404-8B91-068050C59DBD}"/>
              </a:ext>
            </a:extLst>
          </p:cNvPr>
          <p:cNvSpPr>
            <a:spLocks noGrp="1"/>
          </p:cNvSpPr>
          <p:nvPr/>
        </p:nvSpPr>
        <p:spPr>
          <a:xfrm>
            <a:off x="68893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6" name="01_find_only_3285">
            <a:extLst>
              <a:ext uri="{FF2B5EF4-FFF2-40B4-BE49-F238E27FC236}">
                <a16:creationId xmlns:a16="http://schemas.microsoft.com/office/drawing/2014/main" id="{2C7AA242-D019-4471-B70D-4502CEDC22EF}"/>
              </a:ext>
            </a:extLst>
          </p:cNvPr>
          <p:cNvSpPr>
            <a:spLocks noGrp="1"/>
          </p:cNvSpPr>
          <p:nvPr/>
        </p:nvSpPr>
        <p:spPr>
          <a:xfrm>
            <a:off x="687463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7" name="01_find_only_3286">
            <a:extLst>
              <a:ext uri="{FF2B5EF4-FFF2-40B4-BE49-F238E27FC236}">
                <a16:creationId xmlns:a16="http://schemas.microsoft.com/office/drawing/2014/main" id="{A4BE5A30-026B-43EB-8C52-8580699055B7}"/>
              </a:ext>
            </a:extLst>
          </p:cNvPr>
          <p:cNvSpPr>
            <a:spLocks noGrp="1"/>
          </p:cNvSpPr>
          <p:nvPr/>
        </p:nvSpPr>
        <p:spPr>
          <a:xfrm>
            <a:off x="68150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8" name="01_find_only_3287">
            <a:extLst>
              <a:ext uri="{FF2B5EF4-FFF2-40B4-BE49-F238E27FC236}">
                <a16:creationId xmlns:a16="http://schemas.microsoft.com/office/drawing/2014/main" id="{86DB60E2-BD00-4032-85D9-138F7132200D}"/>
              </a:ext>
            </a:extLst>
          </p:cNvPr>
          <p:cNvSpPr>
            <a:spLocks noGrp="1"/>
          </p:cNvSpPr>
          <p:nvPr/>
        </p:nvSpPr>
        <p:spPr>
          <a:xfrm>
            <a:off x="682450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9" name="01_find_only_3288">
            <a:extLst>
              <a:ext uri="{FF2B5EF4-FFF2-40B4-BE49-F238E27FC236}">
                <a16:creationId xmlns:a16="http://schemas.microsoft.com/office/drawing/2014/main" id="{BBAD18E6-9273-4CED-8F23-49A906C6FA53}"/>
              </a:ext>
            </a:extLst>
          </p:cNvPr>
          <p:cNvSpPr>
            <a:spLocks noGrp="1"/>
          </p:cNvSpPr>
          <p:nvPr/>
        </p:nvSpPr>
        <p:spPr>
          <a:xfrm>
            <a:off x="687560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0" name="01_find_only_3289">
            <a:extLst>
              <a:ext uri="{FF2B5EF4-FFF2-40B4-BE49-F238E27FC236}">
                <a16:creationId xmlns:a16="http://schemas.microsoft.com/office/drawing/2014/main" id="{53C35E46-F356-403C-A732-415FAD55EA7C}"/>
              </a:ext>
            </a:extLst>
          </p:cNvPr>
          <p:cNvSpPr>
            <a:spLocks noGrp="1"/>
          </p:cNvSpPr>
          <p:nvPr/>
        </p:nvSpPr>
        <p:spPr>
          <a:xfrm>
            <a:off x="686579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1" name="01_find_only_3290">
            <a:extLst>
              <a:ext uri="{FF2B5EF4-FFF2-40B4-BE49-F238E27FC236}">
                <a16:creationId xmlns:a16="http://schemas.microsoft.com/office/drawing/2014/main" id="{1060B432-6034-4B9F-9F35-81060CD90F1B}"/>
              </a:ext>
            </a:extLst>
          </p:cNvPr>
          <p:cNvSpPr>
            <a:spLocks noGrp="1"/>
          </p:cNvSpPr>
          <p:nvPr/>
        </p:nvSpPr>
        <p:spPr>
          <a:xfrm>
            <a:off x="682858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2" name="01_find_only_3291">
            <a:extLst>
              <a:ext uri="{FF2B5EF4-FFF2-40B4-BE49-F238E27FC236}">
                <a16:creationId xmlns:a16="http://schemas.microsoft.com/office/drawing/2014/main" id="{C3C2C8F1-0B62-45ED-BAB0-7999060F5547}"/>
              </a:ext>
            </a:extLst>
          </p:cNvPr>
          <p:cNvSpPr>
            <a:spLocks noGrp="1"/>
          </p:cNvSpPr>
          <p:nvPr/>
        </p:nvSpPr>
        <p:spPr>
          <a:xfrm>
            <a:off x="684616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3" name="01_find_only_3292">
            <a:extLst>
              <a:ext uri="{FF2B5EF4-FFF2-40B4-BE49-F238E27FC236}">
                <a16:creationId xmlns:a16="http://schemas.microsoft.com/office/drawing/2014/main" id="{9BCD96A7-C82A-4FB4-AF66-BE8895021FFA}"/>
              </a:ext>
            </a:extLst>
          </p:cNvPr>
          <p:cNvSpPr>
            <a:spLocks noGrp="1"/>
          </p:cNvSpPr>
          <p:nvPr/>
        </p:nvSpPr>
        <p:spPr>
          <a:xfrm>
            <a:off x="681177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4" name="01_find_only_3293">
            <a:extLst>
              <a:ext uri="{FF2B5EF4-FFF2-40B4-BE49-F238E27FC236}">
                <a16:creationId xmlns:a16="http://schemas.microsoft.com/office/drawing/2014/main" id="{72E11A50-531F-4CB7-A24D-08D4BCCFB2AD}"/>
              </a:ext>
            </a:extLst>
          </p:cNvPr>
          <p:cNvSpPr>
            <a:spLocks noGrp="1"/>
          </p:cNvSpPr>
          <p:nvPr/>
        </p:nvSpPr>
        <p:spPr>
          <a:xfrm>
            <a:off x="73387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5" name="01_find_only_3294">
            <a:extLst>
              <a:ext uri="{FF2B5EF4-FFF2-40B4-BE49-F238E27FC236}">
                <a16:creationId xmlns:a16="http://schemas.microsoft.com/office/drawing/2014/main" id="{B8709EAC-1B7A-495E-9B95-8AED0A026D84}"/>
              </a:ext>
            </a:extLst>
          </p:cNvPr>
          <p:cNvSpPr>
            <a:spLocks noGrp="1"/>
          </p:cNvSpPr>
          <p:nvPr/>
        </p:nvSpPr>
        <p:spPr>
          <a:xfrm>
            <a:off x="7400913" y="537765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6" name="01_find_only_3295">
            <a:extLst>
              <a:ext uri="{FF2B5EF4-FFF2-40B4-BE49-F238E27FC236}">
                <a16:creationId xmlns:a16="http://schemas.microsoft.com/office/drawing/2014/main" id="{715D2EDA-76AE-47EA-AD4B-AA43BD498A50}"/>
              </a:ext>
            </a:extLst>
          </p:cNvPr>
          <p:cNvSpPr>
            <a:spLocks noGrp="1"/>
          </p:cNvSpPr>
          <p:nvPr/>
        </p:nvSpPr>
        <p:spPr>
          <a:xfrm>
            <a:off x="7318334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7" name="01_find_only_3296">
            <a:extLst>
              <a:ext uri="{FF2B5EF4-FFF2-40B4-BE49-F238E27FC236}">
                <a16:creationId xmlns:a16="http://schemas.microsoft.com/office/drawing/2014/main" id="{37B630E8-269A-459F-87BE-97552C135A69}"/>
              </a:ext>
            </a:extLst>
          </p:cNvPr>
          <p:cNvSpPr>
            <a:spLocks noGrp="1"/>
          </p:cNvSpPr>
          <p:nvPr/>
        </p:nvSpPr>
        <p:spPr>
          <a:xfrm>
            <a:off x="739314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8" name="01_find_only_3297">
            <a:extLst>
              <a:ext uri="{FF2B5EF4-FFF2-40B4-BE49-F238E27FC236}">
                <a16:creationId xmlns:a16="http://schemas.microsoft.com/office/drawing/2014/main" id="{1173B0CE-1B7E-4C8F-B1D4-B0FB35C0E1BD}"/>
              </a:ext>
            </a:extLst>
          </p:cNvPr>
          <p:cNvSpPr>
            <a:spLocks noGrp="1"/>
          </p:cNvSpPr>
          <p:nvPr/>
        </p:nvSpPr>
        <p:spPr>
          <a:xfrm>
            <a:off x="73545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9" name="01_find_only_3298">
            <a:extLst>
              <a:ext uri="{FF2B5EF4-FFF2-40B4-BE49-F238E27FC236}">
                <a16:creationId xmlns:a16="http://schemas.microsoft.com/office/drawing/2014/main" id="{E45B1EB4-54E6-4E9C-8246-848FB0437670}"/>
              </a:ext>
            </a:extLst>
          </p:cNvPr>
          <p:cNvSpPr>
            <a:spLocks noGrp="1"/>
          </p:cNvSpPr>
          <p:nvPr/>
        </p:nvSpPr>
        <p:spPr>
          <a:xfrm>
            <a:off x="74078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0" name="01_find_only_3299">
            <a:extLst>
              <a:ext uri="{FF2B5EF4-FFF2-40B4-BE49-F238E27FC236}">
                <a16:creationId xmlns:a16="http://schemas.microsoft.com/office/drawing/2014/main" id="{EEBBADDA-90A7-466D-B531-290FD4942069}"/>
              </a:ext>
            </a:extLst>
          </p:cNvPr>
          <p:cNvSpPr>
            <a:spLocks noGrp="1"/>
          </p:cNvSpPr>
          <p:nvPr/>
        </p:nvSpPr>
        <p:spPr>
          <a:xfrm>
            <a:off x="733863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1" name="01_find_only_3300">
            <a:extLst>
              <a:ext uri="{FF2B5EF4-FFF2-40B4-BE49-F238E27FC236}">
                <a16:creationId xmlns:a16="http://schemas.microsoft.com/office/drawing/2014/main" id="{962E2D57-1F82-45FE-A755-480C4EFDD703}"/>
              </a:ext>
            </a:extLst>
          </p:cNvPr>
          <p:cNvSpPr>
            <a:spLocks noGrp="1"/>
          </p:cNvSpPr>
          <p:nvPr/>
        </p:nvSpPr>
        <p:spPr>
          <a:xfrm>
            <a:off x="738604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2" name="01_find_only_3301">
            <a:extLst>
              <a:ext uri="{FF2B5EF4-FFF2-40B4-BE49-F238E27FC236}">
                <a16:creationId xmlns:a16="http://schemas.microsoft.com/office/drawing/2014/main" id="{BF8D9CF0-F333-4616-8AC3-7CCD5B00AC22}"/>
              </a:ext>
            </a:extLst>
          </p:cNvPr>
          <p:cNvSpPr>
            <a:spLocks noGrp="1"/>
          </p:cNvSpPr>
          <p:nvPr/>
        </p:nvSpPr>
        <p:spPr>
          <a:xfrm>
            <a:off x="7321735" y="52316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3" name="01_find_only_3302">
            <a:extLst>
              <a:ext uri="{FF2B5EF4-FFF2-40B4-BE49-F238E27FC236}">
                <a16:creationId xmlns:a16="http://schemas.microsoft.com/office/drawing/2014/main" id="{897B8FD3-F321-45A5-8F11-C70BB335658E}"/>
              </a:ext>
            </a:extLst>
          </p:cNvPr>
          <p:cNvSpPr>
            <a:spLocks noGrp="1"/>
          </p:cNvSpPr>
          <p:nvPr/>
        </p:nvSpPr>
        <p:spPr>
          <a:xfrm>
            <a:off x="734242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4" name="01_find_only_3303">
            <a:extLst>
              <a:ext uri="{FF2B5EF4-FFF2-40B4-BE49-F238E27FC236}">
                <a16:creationId xmlns:a16="http://schemas.microsoft.com/office/drawing/2014/main" id="{140E64A0-A025-4A2B-8DD4-2D6CA7FA914D}"/>
              </a:ext>
            </a:extLst>
          </p:cNvPr>
          <p:cNvSpPr>
            <a:spLocks noGrp="1"/>
          </p:cNvSpPr>
          <p:nvPr/>
        </p:nvSpPr>
        <p:spPr>
          <a:xfrm>
            <a:off x="7321540" y="6234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5" name="01_find_only_3304">
            <a:extLst>
              <a:ext uri="{FF2B5EF4-FFF2-40B4-BE49-F238E27FC236}">
                <a16:creationId xmlns:a16="http://schemas.microsoft.com/office/drawing/2014/main" id="{0FDF7CE1-3029-4FC9-B85D-FEF97A35BF75}"/>
              </a:ext>
            </a:extLst>
          </p:cNvPr>
          <p:cNvSpPr>
            <a:spLocks noGrp="1"/>
          </p:cNvSpPr>
          <p:nvPr/>
        </p:nvSpPr>
        <p:spPr>
          <a:xfrm>
            <a:off x="737643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6" name="01_find_only_3305">
            <a:extLst>
              <a:ext uri="{FF2B5EF4-FFF2-40B4-BE49-F238E27FC236}">
                <a16:creationId xmlns:a16="http://schemas.microsoft.com/office/drawing/2014/main" id="{845DBA23-73DF-4827-9B3B-EF9DDDD32939}"/>
              </a:ext>
            </a:extLst>
          </p:cNvPr>
          <p:cNvSpPr>
            <a:spLocks noGrp="1"/>
          </p:cNvSpPr>
          <p:nvPr/>
        </p:nvSpPr>
        <p:spPr>
          <a:xfrm>
            <a:off x="733465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7" name="01_find_only_3306">
            <a:extLst>
              <a:ext uri="{FF2B5EF4-FFF2-40B4-BE49-F238E27FC236}">
                <a16:creationId xmlns:a16="http://schemas.microsoft.com/office/drawing/2014/main" id="{65B28322-C640-4508-B876-F961D81B2DDB}"/>
              </a:ext>
            </a:extLst>
          </p:cNvPr>
          <p:cNvSpPr>
            <a:spLocks noGrp="1"/>
          </p:cNvSpPr>
          <p:nvPr/>
        </p:nvSpPr>
        <p:spPr>
          <a:xfrm>
            <a:off x="736380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8" name="01_find_only_3307">
            <a:extLst>
              <a:ext uri="{FF2B5EF4-FFF2-40B4-BE49-F238E27FC236}">
                <a16:creationId xmlns:a16="http://schemas.microsoft.com/office/drawing/2014/main" id="{AE052D9B-3467-4277-A37B-0151AF94ABE0}"/>
              </a:ext>
            </a:extLst>
          </p:cNvPr>
          <p:cNvSpPr>
            <a:spLocks noGrp="1"/>
          </p:cNvSpPr>
          <p:nvPr/>
        </p:nvSpPr>
        <p:spPr>
          <a:xfrm>
            <a:off x="73535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9" name="01_find_only_3308">
            <a:extLst>
              <a:ext uri="{FF2B5EF4-FFF2-40B4-BE49-F238E27FC236}">
                <a16:creationId xmlns:a16="http://schemas.microsoft.com/office/drawing/2014/main" id="{FC4CB4B2-195F-4E00-893B-FEDB090BFEED}"/>
              </a:ext>
            </a:extLst>
          </p:cNvPr>
          <p:cNvSpPr>
            <a:spLocks noGrp="1"/>
          </p:cNvSpPr>
          <p:nvPr/>
        </p:nvSpPr>
        <p:spPr>
          <a:xfrm>
            <a:off x="7343885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0" name="01_find_only_3309">
            <a:extLst>
              <a:ext uri="{FF2B5EF4-FFF2-40B4-BE49-F238E27FC236}">
                <a16:creationId xmlns:a16="http://schemas.microsoft.com/office/drawing/2014/main" id="{81BD4B16-1E4C-42DA-9792-75A1503BCBA2}"/>
              </a:ext>
            </a:extLst>
          </p:cNvPr>
          <p:cNvSpPr>
            <a:spLocks noGrp="1"/>
          </p:cNvSpPr>
          <p:nvPr/>
        </p:nvSpPr>
        <p:spPr>
          <a:xfrm>
            <a:off x="732124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1" name="01_find_only_3310">
            <a:extLst>
              <a:ext uri="{FF2B5EF4-FFF2-40B4-BE49-F238E27FC236}">
                <a16:creationId xmlns:a16="http://schemas.microsoft.com/office/drawing/2014/main" id="{4898D3C2-4B22-41B7-AADA-2C89A329F769}"/>
              </a:ext>
            </a:extLst>
          </p:cNvPr>
          <p:cNvSpPr>
            <a:spLocks noGrp="1"/>
          </p:cNvSpPr>
          <p:nvPr/>
        </p:nvSpPr>
        <p:spPr>
          <a:xfrm>
            <a:off x="740849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2" name="01_find_only_3311">
            <a:extLst>
              <a:ext uri="{FF2B5EF4-FFF2-40B4-BE49-F238E27FC236}">
                <a16:creationId xmlns:a16="http://schemas.microsoft.com/office/drawing/2014/main" id="{8E23EBFE-DE41-47B2-A5D7-1F619B85B102}"/>
              </a:ext>
            </a:extLst>
          </p:cNvPr>
          <p:cNvSpPr>
            <a:spLocks noGrp="1"/>
          </p:cNvSpPr>
          <p:nvPr/>
        </p:nvSpPr>
        <p:spPr>
          <a:xfrm>
            <a:off x="7322609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3" name="01_find_only_3312">
            <a:extLst>
              <a:ext uri="{FF2B5EF4-FFF2-40B4-BE49-F238E27FC236}">
                <a16:creationId xmlns:a16="http://schemas.microsoft.com/office/drawing/2014/main" id="{81E296C3-BF3F-4BA2-B343-7155BC15E701}"/>
              </a:ext>
            </a:extLst>
          </p:cNvPr>
          <p:cNvSpPr>
            <a:spLocks noGrp="1"/>
          </p:cNvSpPr>
          <p:nvPr/>
        </p:nvSpPr>
        <p:spPr>
          <a:xfrm>
            <a:off x="740130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4" name="01_find_only_3313">
            <a:extLst>
              <a:ext uri="{FF2B5EF4-FFF2-40B4-BE49-F238E27FC236}">
                <a16:creationId xmlns:a16="http://schemas.microsoft.com/office/drawing/2014/main" id="{173B12EE-187C-4186-849C-AACF922496BF}"/>
              </a:ext>
            </a:extLst>
          </p:cNvPr>
          <p:cNvSpPr>
            <a:spLocks noGrp="1"/>
          </p:cNvSpPr>
          <p:nvPr/>
        </p:nvSpPr>
        <p:spPr>
          <a:xfrm>
            <a:off x="73549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5" name="01_find_only_3314">
            <a:extLst>
              <a:ext uri="{FF2B5EF4-FFF2-40B4-BE49-F238E27FC236}">
                <a16:creationId xmlns:a16="http://schemas.microsoft.com/office/drawing/2014/main" id="{318DAE0C-1E2C-4FFA-8214-7CCD05FC8769}"/>
              </a:ext>
            </a:extLst>
          </p:cNvPr>
          <p:cNvSpPr>
            <a:spLocks noGrp="1"/>
          </p:cNvSpPr>
          <p:nvPr/>
        </p:nvSpPr>
        <p:spPr>
          <a:xfrm>
            <a:off x="7412474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6" name="01_find_only_3315">
            <a:extLst>
              <a:ext uri="{FF2B5EF4-FFF2-40B4-BE49-F238E27FC236}">
                <a16:creationId xmlns:a16="http://schemas.microsoft.com/office/drawing/2014/main" id="{E214834F-D5C2-43AE-BC3E-AA7C111129C7}"/>
              </a:ext>
            </a:extLst>
          </p:cNvPr>
          <p:cNvSpPr>
            <a:spLocks noGrp="1"/>
          </p:cNvSpPr>
          <p:nvPr/>
        </p:nvSpPr>
        <p:spPr>
          <a:xfrm>
            <a:off x="738206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7" name="01_find_only_3316">
            <a:extLst>
              <a:ext uri="{FF2B5EF4-FFF2-40B4-BE49-F238E27FC236}">
                <a16:creationId xmlns:a16="http://schemas.microsoft.com/office/drawing/2014/main" id="{DC35F17B-1513-45F3-879F-39898C6D4205}"/>
              </a:ext>
            </a:extLst>
          </p:cNvPr>
          <p:cNvSpPr>
            <a:spLocks noGrp="1"/>
          </p:cNvSpPr>
          <p:nvPr/>
        </p:nvSpPr>
        <p:spPr>
          <a:xfrm>
            <a:off x="73886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8" name="01_find_only_3317">
            <a:extLst>
              <a:ext uri="{FF2B5EF4-FFF2-40B4-BE49-F238E27FC236}">
                <a16:creationId xmlns:a16="http://schemas.microsoft.com/office/drawing/2014/main" id="{51675109-DC36-4783-BEA6-32A148B69A1F}"/>
              </a:ext>
            </a:extLst>
          </p:cNvPr>
          <p:cNvSpPr>
            <a:spLocks noGrp="1"/>
          </p:cNvSpPr>
          <p:nvPr/>
        </p:nvSpPr>
        <p:spPr>
          <a:xfrm>
            <a:off x="7346022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9" name="01_find_only_3318">
            <a:extLst>
              <a:ext uri="{FF2B5EF4-FFF2-40B4-BE49-F238E27FC236}">
                <a16:creationId xmlns:a16="http://schemas.microsoft.com/office/drawing/2014/main" id="{8C9EFC1F-811B-4FC9-A1EE-14D8C0E58E2A}"/>
              </a:ext>
            </a:extLst>
          </p:cNvPr>
          <p:cNvSpPr>
            <a:spLocks noGrp="1"/>
          </p:cNvSpPr>
          <p:nvPr/>
        </p:nvSpPr>
        <p:spPr>
          <a:xfrm>
            <a:off x="740703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0" name="01_find_only_3319">
            <a:extLst>
              <a:ext uri="{FF2B5EF4-FFF2-40B4-BE49-F238E27FC236}">
                <a16:creationId xmlns:a16="http://schemas.microsoft.com/office/drawing/2014/main" id="{979C683F-D912-4F46-9D3C-8A72A82AA834}"/>
              </a:ext>
            </a:extLst>
          </p:cNvPr>
          <p:cNvSpPr>
            <a:spLocks noGrp="1"/>
          </p:cNvSpPr>
          <p:nvPr/>
        </p:nvSpPr>
        <p:spPr>
          <a:xfrm>
            <a:off x="738886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1" name="01_find_only_3320">
            <a:extLst>
              <a:ext uri="{FF2B5EF4-FFF2-40B4-BE49-F238E27FC236}">
                <a16:creationId xmlns:a16="http://schemas.microsoft.com/office/drawing/2014/main" id="{384281E4-862B-49E1-94EF-0C6C800A4281}"/>
              </a:ext>
            </a:extLst>
          </p:cNvPr>
          <p:cNvSpPr>
            <a:spLocks noGrp="1"/>
          </p:cNvSpPr>
          <p:nvPr/>
        </p:nvSpPr>
        <p:spPr>
          <a:xfrm>
            <a:off x="73333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2" name="01_find_only_3321">
            <a:extLst>
              <a:ext uri="{FF2B5EF4-FFF2-40B4-BE49-F238E27FC236}">
                <a16:creationId xmlns:a16="http://schemas.microsoft.com/office/drawing/2014/main" id="{72A96B3C-A07F-4BC2-845D-8B42F170FE89}"/>
              </a:ext>
            </a:extLst>
          </p:cNvPr>
          <p:cNvSpPr>
            <a:spLocks noGrp="1"/>
          </p:cNvSpPr>
          <p:nvPr/>
        </p:nvSpPr>
        <p:spPr>
          <a:xfrm>
            <a:off x="7387215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3" name="01_find_only_3322">
            <a:extLst>
              <a:ext uri="{FF2B5EF4-FFF2-40B4-BE49-F238E27FC236}">
                <a16:creationId xmlns:a16="http://schemas.microsoft.com/office/drawing/2014/main" id="{45D88E33-F1BD-4A3A-A7FB-93500604A800}"/>
              </a:ext>
            </a:extLst>
          </p:cNvPr>
          <p:cNvSpPr>
            <a:spLocks noGrp="1"/>
          </p:cNvSpPr>
          <p:nvPr/>
        </p:nvSpPr>
        <p:spPr>
          <a:xfrm>
            <a:off x="733834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4" name="01_find_only_3323">
            <a:extLst>
              <a:ext uri="{FF2B5EF4-FFF2-40B4-BE49-F238E27FC236}">
                <a16:creationId xmlns:a16="http://schemas.microsoft.com/office/drawing/2014/main" id="{B0B6BF50-F075-41DF-9A67-1A47988E11E6}"/>
              </a:ext>
            </a:extLst>
          </p:cNvPr>
          <p:cNvSpPr>
            <a:spLocks noGrp="1"/>
          </p:cNvSpPr>
          <p:nvPr/>
        </p:nvSpPr>
        <p:spPr>
          <a:xfrm>
            <a:off x="7345926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5" name="01_find_only_3324">
            <a:extLst>
              <a:ext uri="{FF2B5EF4-FFF2-40B4-BE49-F238E27FC236}">
                <a16:creationId xmlns:a16="http://schemas.microsoft.com/office/drawing/2014/main" id="{5E7CBC8A-0F00-4F7B-BB56-181B73073551}"/>
              </a:ext>
            </a:extLst>
          </p:cNvPr>
          <p:cNvSpPr>
            <a:spLocks noGrp="1"/>
          </p:cNvSpPr>
          <p:nvPr/>
        </p:nvSpPr>
        <p:spPr>
          <a:xfrm>
            <a:off x="740625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6" name="01_find_only_3325">
            <a:extLst>
              <a:ext uri="{FF2B5EF4-FFF2-40B4-BE49-F238E27FC236}">
                <a16:creationId xmlns:a16="http://schemas.microsoft.com/office/drawing/2014/main" id="{912EFF9D-D5BB-41EB-90ED-FB58BFF0647B}"/>
              </a:ext>
            </a:extLst>
          </p:cNvPr>
          <p:cNvSpPr>
            <a:spLocks noGrp="1"/>
          </p:cNvSpPr>
          <p:nvPr/>
        </p:nvSpPr>
        <p:spPr>
          <a:xfrm>
            <a:off x="734748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7" name="01_find_only_3326">
            <a:extLst>
              <a:ext uri="{FF2B5EF4-FFF2-40B4-BE49-F238E27FC236}">
                <a16:creationId xmlns:a16="http://schemas.microsoft.com/office/drawing/2014/main" id="{3B972B64-12C8-451F-849E-421B0B5BE5D6}"/>
              </a:ext>
            </a:extLst>
          </p:cNvPr>
          <p:cNvSpPr>
            <a:spLocks noGrp="1"/>
          </p:cNvSpPr>
          <p:nvPr/>
        </p:nvSpPr>
        <p:spPr>
          <a:xfrm>
            <a:off x="740081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8" name="01_find_only_3327">
            <a:extLst>
              <a:ext uri="{FF2B5EF4-FFF2-40B4-BE49-F238E27FC236}">
                <a16:creationId xmlns:a16="http://schemas.microsoft.com/office/drawing/2014/main" id="{1AE3105C-2695-4BA7-AFCA-D26D5612AB09}"/>
              </a:ext>
            </a:extLst>
          </p:cNvPr>
          <p:cNvSpPr>
            <a:spLocks noGrp="1"/>
          </p:cNvSpPr>
          <p:nvPr/>
        </p:nvSpPr>
        <p:spPr>
          <a:xfrm>
            <a:off x="740159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9" name="01_find_only_3328">
            <a:extLst>
              <a:ext uri="{FF2B5EF4-FFF2-40B4-BE49-F238E27FC236}">
                <a16:creationId xmlns:a16="http://schemas.microsoft.com/office/drawing/2014/main" id="{F2ABE17C-C125-4164-B617-41475066048D}"/>
              </a:ext>
            </a:extLst>
          </p:cNvPr>
          <p:cNvSpPr>
            <a:spLocks noGrp="1"/>
          </p:cNvSpPr>
          <p:nvPr/>
        </p:nvSpPr>
        <p:spPr>
          <a:xfrm>
            <a:off x="740411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0" name="01_find_only_3329">
            <a:extLst>
              <a:ext uri="{FF2B5EF4-FFF2-40B4-BE49-F238E27FC236}">
                <a16:creationId xmlns:a16="http://schemas.microsoft.com/office/drawing/2014/main" id="{2A9767B8-7138-4138-B81B-F7EB2B04FD34}"/>
              </a:ext>
            </a:extLst>
          </p:cNvPr>
          <p:cNvSpPr>
            <a:spLocks noGrp="1"/>
          </p:cNvSpPr>
          <p:nvPr/>
        </p:nvSpPr>
        <p:spPr>
          <a:xfrm>
            <a:off x="7348257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1" name="01_find_only_3330">
            <a:extLst>
              <a:ext uri="{FF2B5EF4-FFF2-40B4-BE49-F238E27FC236}">
                <a16:creationId xmlns:a16="http://schemas.microsoft.com/office/drawing/2014/main" id="{42C4F5FC-E992-4729-9377-96E6A5A93AC7}"/>
              </a:ext>
            </a:extLst>
          </p:cNvPr>
          <p:cNvSpPr>
            <a:spLocks noGrp="1"/>
          </p:cNvSpPr>
          <p:nvPr/>
        </p:nvSpPr>
        <p:spPr>
          <a:xfrm>
            <a:off x="733358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2" name="01_find_only_3331">
            <a:extLst>
              <a:ext uri="{FF2B5EF4-FFF2-40B4-BE49-F238E27FC236}">
                <a16:creationId xmlns:a16="http://schemas.microsoft.com/office/drawing/2014/main" id="{F4D8C743-021B-4605-872B-5178A3A6C32A}"/>
              </a:ext>
            </a:extLst>
          </p:cNvPr>
          <p:cNvSpPr>
            <a:spLocks noGrp="1"/>
          </p:cNvSpPr>
          <p:nvPr/>
        </p:nvSpPr>
        <p:spPr>
          <a:xfrm>
            <a:off x="739012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3" name="01_find_only_3332">
            <a:extLst>
              <a:ext uri="{FF2B5EF4-FFF2-40B4-BE49-F238E27FC236}">
                <a16:creationId xmlns:a16="http://schemas.microsoft.com/office/drawing/2014/main" id="{448CBF18-6286-43BF-AB7D-79114B8BA25E}"/>
              </a:ext>
            </a:extLst>
          </p:cNvPr>
          <p:cNvSpPr>
            <a:spLocks noGrp="1"/>
          </p:cNvSpPr>
          <p:nvPr/>
        </p:nvSpPr>
        <p:spPr>
          <a:xfrm>
            <a:off x="732902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4" name="01_find_only_3333">
            <a:extLst>
              <a:ext uri="{FF2B5EF4-FFF2-40B4-BE49-F238E27FC236}">
                <a16:creationId xmlns:a16="http://schemas.microsoft.com/office/drawing/2014/main" id="{283765F7-A2BB-4064-B7DE-50473DD067D3}"/>
              </a:ext>
            </a:extLst>
          </p:cNvPr>
          <p:cNvSpPr>
            <a:spLocks noGrp="1"/>
          </p:cNvSpPr>
          <p:nvPr/>
        </p:nvSpPr>
        <p:spPr>
          <a:xfrm>
            <a:off x="733514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5" name="01_find_only_3334">
            <a:extLst>
              <a:ext uri="{FF2B5EF4-FFF2-40B4-BE49-F238E27FC236}">
                <a16:creationId xmlns:a16="http://schemas.microsoft.com/office/drawing/2014/main" id="{5F6E6CF4-FD77-4193-97A5-7BB4AC91DE3C}"/>
              </a:ext>
            </a:extLst>
          </p:cNvPr>
          <p:cNvSpPr>
            <a:spLocks noGrp="1"/>
          </p:cNvSpPr>
          <p:nvPr/>
        </p:nvSpPr>
        <p:spPr>
          <a:xfrm>
            <a:off x="73925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6" name="01_find_only_3335">
            <a:extLst>
              <a:ext uri="{FF2B5EF4-FFF2-40B4-BE49-F238E27FC236}">
                <a16:creationId xmlns:a16="http://schemas.microsoft.com/office/drawing/2014/main" id="{E5676461-29B0-4396-B4A8-8DF8C0EB3B00}"/>
              </a:ext>
            </a:extLst>
          </p:cNvPr>
          <p:cNvSpPr>
            <a:spLocks noGrp="1"/>
          </p:cNvSpPr>
          <p:nvPr/>
        </p:nvSpPr>
        <p:spPr>
          <a:xfrm>
            <a:off x="732989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7" name="01_find_only_3336">
            <a:extLst>
              <a:ext uri="{FF2B5EF4-FFF2-40B4-BE49-F238E27FC236}">
                <a16:creationId xmlns:a16="http://schemas.microsoft.com/office/drawing/2014/main" id="{39D6C4A7-9D8E-40A2-90E5-F7F10522B56D}"/>
              </a:ext>
            </a:extLst>
          </p:cNvPr>
          <p:cNvSpPr>
            <a:spLocks noGrp="1"/>
          </p:cNvSpPr>
          <p:nvPr/>
        </p:nvSpPr>
        <p:spPr>
          <a:xfrm>
            <a:off x="74112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8" name="01_find_only_3337">
            <a:extLst>
              <a:ext uri="{FF2B5EF4-FFF2-40B4-BE49-F238E27FC236}">
                <a16:creationId xmlns:a16="http://schemas.microsoft.com/office/drawing/2014/main" id="{518FE68B-7AE5-42F0-A743-584E868D17CE}"/>
              </a:ext>
            </a:extLst>
          </p:cNvPr>
          <p:cNvSpPr>
            <a:spLocks noGrp="1"/>
          </p:cNvSpPr>
          <p:nvPr/>
        </p:nvSpPr>
        <p:spPr>
          <a:xfrm>
            <a:off x="739634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9" name="01_find_only_3338">
            <a:extLst>
              <a:ext uri="{FF2B5EF4-FFF2-40B4-BE49-F238E27FC236}">
                <a16:creationId xmlns:a16="http://schemas.microsoft.com/office/drawing/2014/main" id="{4D090B55-B79E-426C-9F37-261E2F71870F}"/>
              </a:ext>
            </a:extLst>
          </p:cNvPr>
          <p:cNvSpPr>
            <a:spLocks noGrp="1"/>
          </p:cNvSpPr>
          <p:nvPr/>
        </p:nvSpPr>
        <p:spPr>
          <a:xfrm>
            <a:off x="736117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0" name="01_find_only_3339">
            <a:extLst>
              <a:ext uri="{FF2B5EF4-FFF2-40B4-BE49-F238E27FC236}">
                <a16:creationId xmlns:a16="http://schemas.microsoft.com/office/drawing/2014/main" id="{28869B33-F360-41C2-A721-FEC8922193F3}"/>
              </a:ext>
            </a:extLst>
          </p:cNvPr>
          <p:cNvSpPr>
            <a:spLocks noGrp="1"/>
          </p:cNvSpPr>
          <p:nvPr/>
        </p:nvSpPr>
        <p:spPr>
          <a:xfrm>
            <a:off x="734475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1" name="01_find_only_3340">
            <a:extLst>
              <a:ext uri="{FF2B5EF4-FFF2-40B4-BE49-F238E27FC236}">
                <a16:creationId xmlns:a16="http://schemas.microsoft.com/office/drawing/2014/main" id="{820D3BF0-A5FE-4D88-895B-6DAFA24C451D}"/>
              </a:ext>
            </a:extLst>
          </p:cNvPr>
          <p:cNvSpPr>
            <a:spLocks noGrp="1"/>
          </p:cNvSpPr>
          <p:nvPr/>
        </p:nvSpPr>
        <p:spPr>
          <a:xfrm>
            <a:off x="7413931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2" name="01_find_only_3341">
            <a:extLst>
              <a:ext uri="{FF2B5EF4-FFF2-40B4-BE49-F238E27FC236}">
                <a16:creationId xmlns:a16="http://schemas.microsoft.com/office/drawing/2014/main" id="{C2B6BD70-116A-473B-B147-1F8D4F7EC6C1}"/>
              </a:ext>
            </a:extLst>
          </p:cNvPr>
          <p:cNvSpPr>
            <a:spLocks noGrp="1"/>
          </p:cNvSpPr>
          <p:nvPr/>
        </p:nvSpPr>
        <p:spPr>
          <a:xfrm>
            <a:off x="737866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3" name="01_find_only_3342">
            <a:extLst>
              <a:ext uri="{FF2B5EF4-FFF2-40B4-BE49-F238E27FC236}">
                <a16:creationId xmlns:a16="http://schemas.microsoft.com/office/drawing/2014/main" id="{E6D9C497-4615-464A-953E-875CDA058CB3}"/>
              </a:ext>
            </a:extLst>
          </p:cNvPr>
          <p:cNvSpPr>
            <a:spLocks noGrp="1"/>
          </p:cNvSpPr>
          <p:nvPr/>
        </p:nvSpPr>
        <p:spPr>
          <a:xfrm>
            <a:off x="740081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4" name="01_find_only_3343">
            <a:extLst>
              <a:ext uri="{FF2B5EF4-FFF2-40B4-BE49-F238E27FC236}">
                <a16:creationId xmlns:a16="http://schemas.microsoft.com/office/drawing/2014/main" id="{A5997EFA-F2E6-485E-99C0-FB89D3D26126}"/>
              </a:ext>
            </a:extLst>
          </p:cNvPr>
          <p:cNvSpPr>
            <a:spLocks noGrp="1"/>
          </p:cNvSpPr>
          <p:nvPr/>
        </p:nvSpPr>
        <p:spPr>
          <a:xfrm>
            <a:off x="733271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5" name="01_find_only_3344">
            <a:extLst>
              <a:ext uri="{FF2B5EF4-FFF2-40B4-BE49-F238E27FC236}">
                <a16:creationId xmlns:a16="http://schemas.microsoft.com/office/drawing/2014/main" id="{F4D8544D-7E83-4801-9D7A-AAC6F390474E}"/>
              </a:ext>
            </a:extLst>
          </p:cNvPr>
          <p:cNvSpPr>
            <a:spLocks noGrp="1"/>
          </p:cNvSpPr>
          <p:nvPr/>
        </p:nvSpPr>
        <p:spPr>
          <a:xfrm>
            <a:off x="736010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6" name="01_find_only_3345">
            <a:extLst>
              <a:ext uri="{FF2B5EF4-FFF2-40B4-BE49-F238E27FC236}">
                <a16:creationId xmlns:a16="http://schemas.microsoft.com/office/drawing/2014/main" id="{752B565D-60FA-4C95-A50B-CDA9DD272F9D}"/>
              </a:ext>
            </a:extLst>
          </p:cNvPr>
          <p:cNvSpPr>
            <a:spLocks noGrp="1"/>
          </p:cNvSpPr>
          <p:nvPr/>
        </p:nvSpPr>
        <p:spPr>
          <a:xfrm>
            <a:off x="73947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7" name="01_find_only_3346">
            <a:extLst>
              <a:ext uri="{FF2B5EF4-FFF2-40B4-BE49-F238E27FC236}">
                <a16:creationId xmlns:a16="http://schemas.microsoft.com/office/drawing/2014/main" id="{7A4FE541-FE12-424C-8921-3796E8BEE40C}"/>
              </a:ext>
            </a:extLst>
          </p:cNvPr>
          <p:cNvSpPr>
            <a:spLocks noGrp="1"/>
          </p:cNvSpPr>
          <p:nvPr/>
        </p:nvSpPr>
        <p:spPr>
          <a:xfrm>
            <a:off x="7380705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8" name="01_find_only_3347">
            <a:extLst>
              <a:ext uri="{FF2B5EF4-FFF2-40B4-BE49-F238E27FC236}">
                <a16:creationId xmlns:a16="http://schemas.microsoft.com/office/drawing/2014/main" id="{D849EC7F-5DC0-4944-B377-84A3985FA835}"/>
              </a:ext>
            </a:extLst>
          </p:cNvPr>
          <p:cNvSpPr>
            <a:spLocks noGrp="1"/>
          </p:cNvSpPr>
          <p:nvPr/>
        </p:nvSpPr>
        <p:spPr>
          <a:xfrm>
            <a:off x="7409171" y="5190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9" name="01_find_only_3348">
            <a:extLst>
              <a:ext uri="{FF2B5EF4-FFF2-40B4-BE49-F238E27FC236}">
                <a16:creationId xmlns:a16="http://schemas.microsoft.com/office/drawing/2014/main" id="{F04ED453-F36E-40BF-B9BA-EB5EFA8C7045}"/>
              </a:ext>
            </a:extLst>
          </p:cNvPr>
          <p:cNvSpPr>
            <a:spLocks noGrp="1"/>
          </p:cNvSpPr>
          <p:nvPr/>
        </p:nvSpPr>
        <p:spPr>
          <a:xfrm>
            <a:off x="731901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0" name="01_find_only_3349">
            <a:extLst>
              <a:ext uri="{FF2B5EF4-FFF2-40B4-BE49-F238E27FC236}">
                <a16:creationId xmlns:a16="http://schemas.microsoft.com/office/drawing/2014/main" id="{F5A035D3-24ED-4841-9861-7B29FADBF52F}"/>
              </a:ext>
            </a:extLst>
          </p:cNvPr>
          <p:cNvSpPr>
            <a:spLocks noGrp="1"/>
          </p:cNvSpPr>
          <p:nvPr/>
        </p:nvSpPr>
        <p:spPr>
          <a:xfrm>
            <a:off x="735904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1" name="01_find_only_3350">
            <a:extLst>
              <a:ext uri="{FF2B5EF4-FFF2-40B4-BE49-F238E27FC236}">
                <a16:creationId xmlns:a16="http://schemas.microsoft.com/office/drawing/2014/main" id="{50306857-3A39-45FC-970E-C011CC09D5CC}"/>
              </a:ext>
            </a:extLst>
          </p:cNvPr>
          <p:cNvSpPr>
            <a:spLocks noGrp="1"/>
          </p:cNvSpPr>
          <p:nvPr/>
        </p:nvSpPr>
        <p:spPr>
          <a:xfrm>
            <a:off x="737720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2" name="01_find_only_3351">
            <a:extLst>
              <a:ext uri="{FF2B5EF4-FFF2-40B4-BE49-F238E27FC236}">
                <a16:creationId xmlns:a16="http://schemas.microsoft.com/office/drawing/2014/main" id="{1B289D27-091D-403F-A218-B3E409F5A3F5}"/>
              </a:ext>
            </a:extLst>
          </p:cNvPr>
          <p:cNvSpPr>
            <a:spLocks noGrp="1"/>
          </p:cNvSpPr>
          <p:nvPr/>
        </p:nvSpPr>
        <p:spPr>
          <a:xfrm>
            <a:off x="734699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3" name="01_find_only_3352">
            <a:extLst>
              <a:ext uri="{FF2B5EF4-FFF2-40B4-BE49-F238E27FC236}">
                <a16:creationId xmlns:a16="http://schemas.microsoft.com/office/drawing/2014/main" id="{C3A14422-A5E6-4054-BE94-296129ECA300}"/>
              </a:ext>
            </a:extLst>
          </p:cNvPr>
          <p:cNvSpPr>
            <a:spLocks noGrp="1"/>
          </p:cNvSpPr>
          <p:nvPr/>
        </p:nvSpPr>
        <p:spPr>
          <a:xfrm>
            <a:off x="736875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4" name="01_find_only_3353">
            <a:extLst>
              <a:ext uri="{FF2B5EF4-FFF2-40B4-BE49-F238E27FC236}">
                <a16:creationId xmlns:a16="http://schemas.microsoft.com/office/drawing/2014/main" id="{A7D90166-F61D-4EB4-B8D3-CBCFF93C2A26}"/>
              </a:ext>
            </a:extLst>
          </p:cNvPr>
          <p:cNvSpPr>
            <a:spLocks noGrp="1"/>
          </p:cNvSpPr>
          <p:nvPr/>
        </p:nvSpPr>
        <p:spPr>
          <a:xfrm>
            <a:off x="7356514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5" name="01_find_only_3354">
            <a:extLst>
              <a:ext uri="{FF2B5EF4-FFF2-40B4-BE49-F238E27FC236}">
                <a16:creationId xmlns:a16="http://schemas.microsoft.com/office/drawing/2014/main" id="{C49467C3-A6FE-4ACD-A0BF-C97072FCB72F}"/>
              </a:ext>
            </a:extLst>
          </p:cNvPr>
          <p:cNvSpPr>
            <a:spLocks noGrp="1"/>
          </p:cNvSpPr>
          <p:nvPr/>
        </p:nvSpPr>
        <p:spPr>
          <a:xfrm>
            <a:off x="7398484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6" name="01_find_only_3355">
            <a:extLst>
              <a:ext uri="{FF2B5EF4-FFF2-40B4-BE49-F238E27FC236}">
                <a16:creationId xmlns:a16="http://schemas.microsoft.com/office/drawing/2014/main" id="{F5C808A4-C093-453C-AB73-21221A50AEB0}"/>
              </a:ext>
            </a:extLst>
          </p:cNvPr>
          <p:cNvSpPr>
            <a:spLocks noGrp="1"/>
          </p:cNvSpPr>
          <p:nvPr/>
        </p:nvSpPr>
        <p:spPr>
          <a:xfrm>
            <a:off x="732970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7" name="01_find_only_3356">
            <a:extLst>
              <a:ext uri="{FF2B5EF4-FFF2-40B4-BE49-F238E27FC236}">
                <a16:creationId xmlns:a16="http://schemas.microsoft.com/office/drawing/2014/main" id="{721C28AF-5D76-4F71-95FF-F7E777384FEA}"/>
              </a:ext>
            </a:extLst>
          </p:cNvPr>
          <p:cNvSpPr>
            <a:spLocks noGrp="1"/>
          </p:cNvSpPr>
          <p:nvPr/>
        </p:nvSpPr>
        <p:spPr>
          <a:xfrm>
            <a:off x="733417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8" name="01_find_only_3357">
            <a:extLst>
              <a:ext uri="{FF2B5EF4-FFF2-40B4-BE49-F238E27FC236}">
                <a16:creationId xmlns:a16="http://schemas.microsoft.com/office/drawing/2014/main" id="{0D368194-0EBD-470B-BA3F-7C72E94BB6D7}"/>
              </a:ext>
            </a:extLst>
          </p:cNvPr>
          <p:cNvSpPr>
            <a:spLocks noGrp="1"/>
          </p:cNvSpPr>
          <p:nvPr/>
        </p:nvSpPr>
        <p:spPr>
          <a:xfrm>
            <a:off x="73745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9" name="01_find_only_3358">
            <a:extLst>
              <a:ext uri="{FF2B5EF4-FFF2-40B4-BE49-F238E27FC236}">
                <a16:creationId xmlns:a16="http://schemas.microsoft.com/office/drawing/2014/main" id="{8F779DA4-7057-481C-BEE2-37EF0AC5BA6A}"/>
              </a:ext>
            </a:extLst>
          </p:cNvPr>
          <p:cNvSpPr>
            <a:spLocks noGrp="1"/>
          </p:cNvSpPr>
          <p:nvPr/>
        </p:nvSpPr>
        <p:spPr>
          <a:xfrm>
            <a:off x="73737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0" name="01_find_only_3359">
            <a:extLst>
              <a:ext uri="{FF2B5EF4-FFF2-40B4-BE49-F238E27FC236}">
                <a16:creationId xmlns:a16="http://schemas.microsoft.com/office/drawing/2014/main" id="{3C732B30-3531-4D95-B537-9A52CBF6A4A6}"/>
              </a:ext>
            </a:extLst>
          </p:cNvPr>
          <p:cNvSpPr>
            <a:spLocks noGrp="1"/>
          </p:cNvSpPr>
          <p:nvPr/>
        </p:nvSpPr>
        <p:spPr>
          <a:xfrm>
            <a:off x="740528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1" name="01_find_only_3360">
            <a:extLst>
              <a:ext uri="{FF2B5EF4-FFF2-40B4-BE49-F238E27FC236}">
                <a16:creationId xmlns:a16="http://schemas.microsoft.com/office/drawing/2014/main" id="{DD206734-84D2-440A-8C7D-8DEB62F3965D}"/>
              </a:ext>
            </a:extLst>
          </p:cNvPr>
          <p:cNvSpPr>
            <a:spLocks noGrp="1"/>
          </p:cNvSpPr>
          <p:nvPr/>
        </p:nvSpPr>
        <p:spPr>
          <a:xfrm>
            <a:off x="739061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2" name="01_find_only_3361">
            <a:extLst>
              <a:ext uri="{FF2B5EF4-FFF2-40B4-BE49-F238E27FC236}">
                <a16:creationId xmlns:a16="http://schemas.microsoft.com/office/drawing/2014/main" id="{FC6C4AAE-8861-4B01-BF10-17FDB201AB8B}"/>
              </a:ext>
            </a:extLst>
          </p:cNvPr>
          <p:cNvSpPr>
            <a:spLocks noGrp="1"/>
          </p:cNvSpPr>
          <p:nvPr/>
        </p:nvSpPr>
        <p:spPr>
          <a:xfrm>
            <a:off x="73447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3" name="01_find_only_3362">
            <a:extLst>
              <a:ext uri="{FF2B5EF4-FFF2-40B4-BE49-F238E27FC236}">
                <a16:creationId xmlns:a16="http://schemas.microsoft.com/office/drawing/2014/main" id="{7AD0925F-D478-48F1-A5BD-CB6040715C92}"/>
              </a:ext>
            </a:extLst>
          </p:cNvPr>
          <p:cNvSpPr>
            <a:spLocks noGrp="1"/>
          </p:cNvSpPr>
          <p:nvPr/>
        </p:nvSpPr>
        <p:spPr>
          <a:xfrm>
            <a:off x="7392558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4" name="01_find_only_3363">
            <a:extLst>
              <a:ext uri="{FF2B5EF4-FFF2-40B4-BE49-F238E27FC236}">
                <a16:creationId xmlns:a16="http://schemas.microsoft.com/office/drawing/2014/main" id="{1A519C12-55B8-4292-B089-DD67AD413B5A}"/>
              </a:ext>
            </a:extLst>
          </p:cNvPr>
          <p:cNvSpPr>
            <a:spLocks noGrp="1"/>
          </p:cNvSpPr>
          <p:nvPr/>
        </p:nvSpPr>
        <p:spPr>
          <a:xfrm>
            <a:off x="7384689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5" name="01_find_only_3364">
            <a:extLst>
              <a:ext uri="{FF2B5EF4-FFF2-40B4-BE49-F238E27FC236}">
                <a16:creationId xmlns:a16="http://schemas.microsoft.com/office/drawing/2014/main" id="{2D45541A-33BE-4639-81D3-7290FB2D898E}"/>
              </a:ext>
            </a:extLst>
          </p:cNvPr>
          <p:cNvSpPr>
            <a:spLocks noGrp="1"/>
          </p:cNvSpPr>
          <p:nvPr/>
        </p:nvSpPr>
        <p:spPr>
          <a:xfrm>
            <a:off x="738886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6" name="01_find_only_3365">
            <a:extLst>
              <a:ext uri="{FF2B5EF4-FFF2-40B4-BE49-F238E27FC236}">
                <a16:creationId xmlns:a16="http://schemas.microsoft.com/office/drawing/2014/main" id="{63DF9D2D-BB2B-4933-8F7D-A6313B9D429B}"/>
              </a:ext>
            </a:extLst>
          </p:cNvPr>
          <p:cNvSpPr>
            <a:spLocks noGrp="1"/>
          </p:cNvSpPr>
          <p:nvPr/>
        </p:nvSpPr>
        <p:spPr>
          <a:xfrm>
            <a:off x="737050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7" name="01_find_only_3366">
            <a:extLst>
              <a:ext uri="{FF2B5EF4-FFF2-40B4-BE49-F238E27FC236}">
                <a16:creationId xmlns:a16="http://schemas.microsoft.com/office/drawing/2014/main" id="{D9058710-47E7-4507-BB92-0AC12B15831B}"/>
              </a:ext>
            </a:extLst>
          </p:cNvPr>
          <p:cNvSpPr>
            <a:spLocks noGrp="1"/>
          </p:cNvSpPr>
          <p:nvPr/>
        </p:nvSpPr>
        <p:spPr>
          <a:xfrm>
            <a:off x="7320083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8" name="01_find_only_3367">
            <a:extLst>
              <a:ext uri="{FF2B5EF4-FFF2-40B4-BE49-F238E27FC236}">
                <a16:creationId xmlns:a16="http://schemas.microsoft.com/office/drawing/2014/main" id="{5A9E57E6-B50C-4F38-98A0-A8148FDAF844}"/>
              </a:ext>
            </a:extLst>
          </p:cNvPr>
          <p:cNvSpPr>
            <a:spLocks noGrp="1"/>
          </p:cNvSpPr>
          <p:nvPr/>
        </p:nvSpPr>
        <p:spPr>
          <a:xfrm>
            <a:off x="7385078" y="59903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9" name="01_find_only_3368">
            <a:extLst>
              <a:ext uri="{FF2B5EF4-FFF2-40B4-BE49-F238E27FC236}">
                <a16:creationId xmlns:a16="http://schemas.microsoft.com/office/drawing/2014/main" id="{6F35420F-1BAF-4E1E-8003-90173DF1810B}"/>
              </a:ext>
            </a:extLst>
          </p:cNvPr>
          <p:cNvSpPr>
            <a:spLocks noGrp="1"/>
          </p:cNvSpPr>
          <p:nvPr/>
        </p:nvSpPr>
        <p:spPr>
          <a:xfrm>
            <a:off x="7397901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0" name="01_find_only_3369">
            <a:extLst>
              <a:ext uri="{FF2B5EF4-FFF2-40B4-BE49-F238E27FC236}">
                <a16:creationId xmlns:a16="http://schemas.microsoft.com/office/drawing/2014/main" id="{E765266C-5B03-489F-87C9-75163501A5D5}"/>
              </a:ext>
            </a:extLst>
          </p:cNvPr>
          <p:cNvSpPr>
            <a:spLocks noGrp="1"/>
          </p:cNvSpPr>
          <p:nvPr/>
        </p:nvSpPr>
        <p:spPr>
          <a:xfrm>
            <a:off x="733621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1" name="01_find_only_3370">
            <a:extLst>
              <a:ext uri="{FF2B5EF4-FFF2-40B4-BE49-F238E27FC236}">
                <a16:creationId xmlns:a16="http://schemas.microsoft.com/office/drawing/2014/main" id="{5C598ED8-03C6-40B5-9DAF-C16F8BF5FB44}"/>
              </a:ext>
            </a:extLst>
          </p:cNvPr>
          <p:cNvSpPr>
            <a:spLocks noGrp="1"/>
          </p:cNvSpPr>
          <p:nvPr/>
        </p:nvSpPr>
        <p:spPr>
          <a:xfrm>
            <a:off x="7328924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2" name="01_find_only_3371">
            <a:extLst>
              <a:ext uri="{FF2B5EF4-FFF2-40B4-BE49-F238E27FC236}">
                <a16:creationId xmlns:a16="http://schemas.microsoft.com/office/drawing/2014/main" id="{48751953-1E1B-4314-BAB7-BBA3798802D9}"/>
              </a:ext>
            </a:extLst>
          </p:cNvPr>
          <p:cNvSpPr>
            <a:spLocks noGrp="1"/>
          </p:cNvSpPr>
          <p:nvPr/>
        </p:nvSpPr>
        <p:spPr>
          <a:xfrm>
            <a:off x="7384883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3" name="01_find_only_3372">
            <a:extLst>
              <a:ext uri="{FF2B5EF4-FFF2-40B4-BE49-F238E27FC236}">
                <a16:creationId xmlns:a16="http://schemas.microsoft.com/office/drawing/2014/main" id="{4571D48F-A283-44DD-A1D2-43351F6E0A1E}"/>
              </a:ext>
            </a:extLst>
          </p:cNvPr>
          <p:cNvSpPr>
            <a:spLocks noGrp="1"/>
          </p:cNvSpPr>
          <p:nvPr/>
        </p:nvSpPr>
        <p:spPr>
          <a:xfrm>
            <a:off x="7409948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4" name="01_find_only_3373">
            <a:extLst>
              <a:ext uri="{FF2B5EF4-FFF2-40B4-BE49-F238E27FC236}">
                <a16:creationId xmlns:a16="http://schemas.microsoft.com/office/drawing/2014/main" id="{58498B89-FB83-4F2B-B0C6-4E7D5F0925A7}"/>
              </a:ext>
            </a:extLst>
          </p:cNvPr>
          <p:cNvSpPr>
            <a:spLocks noGrp="1"/>
          </p:cNvSpPr>
          <p:nvPr/>
        </p:nvSpPr>
        <p:spPr>
          <a:xfrm>
            <a:off x="74141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5" name="01_find_only_3374">
            <a:extLst>
              <a:ext uri="{FF2B5EF4-FFF2-40B4-BE49-F238E27FC236}">
                <a16:creationId xmlns:a16="http://schemas.microsoft.com/office/drawing/2014/main" id="{D76219E6-39C6-41BC-942E-9023C0D3A77A}"/>
              </a:ext>
            </a:extLst>
          </p:cNvPr>
          <p:cNvSpPr>
            <a:spLocks noGrp="1"/>
          </p:cNvSpPr>
          <p:nvPr/>
        </p:nvSpPr>
        <p:spPr>
          <a:xfrm>
            <a:off x="735408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6" name="01_find_only_3375">
            <a:extLst>
              <a:ext uri="{FF2B5EF4-FFF2-40B4-BE49-F238E27FC236}">
                <a16:creationId xmlns:a16="http://schemas.microsoft.com/office/drawing/2014/main" id="{4B05D4FF-1C7D-47FE-9A54-4B4CFCAF7F8A}"/>
              </a:ext>
            </a:extLst>
          </p:cNvPr>
          <p:cNvSpPr>
            <a:spLocks noGrp="1"/>
          </p:cNvSpPr>
          <p:nvPr/>
        </p:nvSpPr>
        <p:spPr>
          <a:xfrm>
            <a:off x="7389741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7" name="01_find_only_3376">
            <a:extLst>
              <a:ext uri="{FF2B5EF4-FFF2-40B4-BE49-F238E27FC236}">
                <a16:creationId xmlns:a16="http://schemas.microsoft.com/office/drawing/2014/main" id="{8832A3CB-81E9-41EE-929D-B0CDA5866FE1}"/>
              </a:ext>
            </a:extLst>
          </p:cNvPr>
          <p:cNvSpPr>
            <a:spLocks noGrp="1"/>
          </p:cNvSpPr>
          <p:nvPr/>
        </p:nvSpPr>
        <p:spPr>
          <a:xfrm>
            <a:off x="73971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8" name="01_find_only_3377">
            <a:extLst>
              <a:ext uri="{FF2B5EF4-FFF2-40B4-BE49-F238E27FC236}">
                <a16:creationId xmlns:a16="http://schemas.microsoft.com/office/drawing/2014/main" id="{3A50F7A0-699A-4882-8943-3EE4020D5EBE}"/>
              </a:ext>
            </a:extLst>
          </p:cNvPr>
          <p:cNvSpPr>
            <a:spLocks noGrp="1"/>
          </p:cNvSpPr>
          <p:nvPr/>
        </p:nvSpPr>
        <p:spPr>
          <a:xfrm>
            <a:off x="74088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9" name="01_find_only_3378">
            <a:extLst>
              <a:ext uri="{FF2B5EF4-FFF2-40B4-BE49-F238E27FC236}">
                <a16:creationId xmlns:a16="http://schemas.microsoft.com/office/drawing/2014/main" id="{AB001113-043B-4167-B53F-0C68B76DF725}"/>
              </a:ext>
            </a:extLst>
          </p:cNvPr>
          <p:cNvSpPr>
            <a:spLocks noGrp="1"/>
          </p:cNvSpPr>
          <p:nvPr/>
        </p:nvSpPr>
        <p:spPr>
          <a:xfrm>
            <a:off x="739858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0" name="01_find_only_3379">
            <a:extLst>
              <a:ext uri="{FF2B5EF4-FFF2-40B4-BE49-F238E27FC236}">
                <a16:creationId xmlns:a16="http://schemas.microsoft.com/office/drawing/2014/main" id="{D47739A8-6922-4F61-94EB-B1A6F4B60FA6}"/>
              </a:ext>
            </a:extLst>
          </p:cNvPr>
          <p:cNvSpPr>
            <a:spLocks noGrp="1"/>
          </p:cNvSpPr>
          <p:nvPr/>
        </p:nvSpPr>
        <p:spPr>
          <a:xfrm>
            <a:off x="738391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1" name="01_find_only_3380">
            <a:extLst>
              <a:ext uri="{FF2B5EF4-FFF2-40B4-BE49-F238E27FC236}">
                <a16:creationId xmlns:a16="http://schemas.microsoft.com/office/drawing/2014/main" id="{F94E1F9E-A8E2-4203-A0C9-0206E3753D2D}"/>
              </a:ext>
            </a:extLst>
          </p:cNvPr>
          <p:cNvSpPr>
            <a:spLocks noGrp="1"/>
          </p:cNvSpPr>
          <p:nvPr/>
        </p:nvSpPr>
        <p:spPr>
          <a:xfrm>
            <a:off x="73243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2" name="01_find_only_3381">
            <a:extLst>
              <a:ext uri="{FF2B5EF4-FFF2-40B4-BE49-F238E27FC236}">
                <a16:creationId xmlns:a16="http://schemas.microsoft.com/office/drawing/2014/main" id="{911EA1EA-7C6B-4BFC-8860-AA77644C63A2}"/>
              </a:ext>
            </a:extLst>
          </p:cNvPr>
          <p:cNvSpPr>
            <a:spLocks noGrp="1"/>
          </p:cNvSpPr>
          <p:nvPr/>
        </p:nvSpPr>
        <p:spPr>
          <a:xfrm>
            <a:off x="733378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3" name="01_find_only_3382">
            <a:extLst>
              <a:ext uri="{FF2B5EF4-FFF2-40B4-BE49-F238E27FC236}">
                <a16:creationId xmlns:a16="http://schemas.microsoft.com/office/drawing/2014/main" id="{ADB8D029-612A-4462-8F95-7D1D2F50D1A6}"/>
              </a:ext>
            </a:extLst>
          </p:cNvPr>
          <p:cNvSpPr>
            <a:spLocks noGrp="1"/>
          </p:cNvSpPr>
          <p:nvPr/>
        </p:nvSpPr>
        <p:spPr>
          <a:xfrm>
            <a:off x="738488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4" name="01_find_only_3383">
            <a:extLst>
              <a:ext uri="{FF2B5EF4-FFF2-40B4-BE49-F238E27FC236}">
                <a16:creationId xmlns:a16="http://schemas.microsoft.com/office/drawing/2014/main" id="{61720828-5D76-45AC-803B-143E84B5317B}"/>
              </a:ext>
            </a:extLst>
          </p:cNvPr>
          <p:cNvSpPr>
            <a:spLocks noGrp="1"/>
          </p:cNvSpPr>
          <p:nvPr/>
        </p:nvSpPr>
        <p:spPr>
          <a:xfrm>
            <a:off x="73750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5" name="01_find_only_3384">
            <a:extLst>
              <a:ext uri="{FF2B5EF4-FFF2-40B4-BE49-F238E27FC236}">
                <a16:creationId xmlns:a16="http://schemas.microsoft.com/office/drawing/2014/main" id="{F8372341-701E-469F-998A-7A7F2A3AEFAF}"/>
              </a:ext>
            </a:extLst>
          </p:cNvPr>
          <p:cNvSpPr>
            <a:spLocks noGrp="1"/>
          </p:cNvSpPr>
          <p:nvPr/>
        </p:nvSpPr>
        <p:spPr>
          <a:xfrm>
            <a:off x="733786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6" name="01_find_only_3385">
            <a:extLst>
              <a:ext uri="{FF2B5EF4-FFF2-40B4-BE49-F238E27FC236}">
                <a16:creationId xmlns:a16="http://schemas.microsoft.com/office/drawing/2014/main" id="{1E8414D4-B61C-492E-B5EC-715C71DE6A47}"/>
              </a:ext>
            </a:extLst>
          </p:cNvPr>
          <p:cNvSpPr>
            <a:spLocks noGrp="1"/>
          </p:cNvSpPr>
          <p:nvPr/>
        </p:nvSpPr>
        <p:spPr>
          <a:xfrm>
            <a:off x="735544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7" name="01_find_only_3386">
            <a:extLst>
              <a:ext uri="{FF2B5EF4-FFF2-40B4-BE49-F238E27FC236}">
                <a16:creationId xmlns:a16="http://schemas.microsoft.com/office/drawing/2014/main" id="{ACE3B198-2119-4DD6-9F39-F00F6B9D9AB7}"/>
              </a:ext>
            </a:extLst>
          </p:cNvPr>
          <p:cNvSpPr>
            <a:spLocks noGrp="1"/>
          </p:cNvSpPr>
          <p:nvPr/>
        </p:nvSpPr>
        <p:spPr>
          <a:xfrm>
            <a:off x="732105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8" name="01_find_only_3387">
            <a:extLst>
              <a:ext uri="{FF2B5EF4-FFF2-40B4-BE49-F238E27FC236}">
                <a16:creationId xmlns:a16="http://schemas.microsoft.com/office/drawing/2014/main" id="{DC65E245-678A-4B0D-A74D-5D9D98568CF9}"/>
              </a:ext>
            </a:extLst>
          </p:cNvPr>
          <p:cNvSpPr>
            <a:spLocks noGrp="1"/>
          </p:cNvSpPr>
          <p:nvPr/>
        </p:nvSpPr>
        <p:spPr>
          <a:xfrm>
            <a:off x="784801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9" name="01_find_only_3388">
            <a:extLst>
              <a:ext uri="{FF2B5EF4-FFF2-40B4-BE49-F238E27FC236}">
                <a16:creationId xmlns:a16="http://schemas.microsoft.com/office/drawing/2014/main" id="{B59B0F67-805F-4FFF-88E9-28AA279B30E4}"/>
              </a:ext>
            </a:extLst>
          </p:cNvPr>
          <p:cNvSpPr>
            <a:spLocks noGrp="1"/>
          </p:cNvSpPr>
          <p:nvPr/>
        </p:nvSpPr>
        <p:spPr>
          <a:xfrm>
            <a:off x="7910191" y="527830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0" name="01_find_only_3389">
            <a:extLst>
              <a:ext uri="{FF2B5EF4-FFF2-40B4-BE49-F238E27FC236}">
                <a16:creationId xmlns:a16="http://schemas.microsoft.com/office/drawing/2014/main" id="{5EA57975-5EC9-4EE0-B8D7-170C692E4875}"/>
              </a:ext>
            </a:extLst>
          </p:cNvPr>
          <p:cNvSpPr>
            <a:spLocks noGrp="1"/>
          </p:cNvSpPr>
          <p:nvPr/>
        </p:nvSpPr>
        <p:spPr>
          <a:xfrm>
            <a:off x="7827612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1" name="01_find_only_3390">
            <a:extLst>
              <a:ext uri="{FF2B5EF4-FFF2-40B4-BE49-F238E27FC236}">
                <a16:creationId xmlns:a16="http://schemas.microsoft.com/office/drawing/2014/main" id="{2A5D8A9B-C753-4E2C-B0C0-670C3BB7CCEA}"/>
              </a:ext>
            </a:extLst>
          </p:cNvPr>
          <p:cNvSpPr>
            <a:spLocks noGrp="1"/>
          </p:cNvSpPr>
          <p:nvPr/>
        </p:nvSpPr>
        <p:spPr>
          <a:xfrm>
            <a:off x="790241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2" name="01_find_only_3391">
            <a:extLst>
              <a:ext uri="{FF2B5EF4-FFF2-40B4-BE49-F238E27FC236}">
                <a16:creationId xmlns:a16="http://schemas.microsoft.com/office/drawing/2014/main" id="{14247F6B-F1C4-4629-B88A-0317AEC22235}"/>
              </a:ext>
            </a:extLst>
          </p:cNvPr>
          <p:cNvSpPr>
            <a:spLocks noGrp="1"/>
          </p:cNvSpPr>
          <p:nvPr/>
        </p:nvSpPr>
        <p:spPr>
          <a:xfrm>
            <a:off x="78638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3" name="01_find_only_3392">
            <a:extLst>
              <a:ext uri="{FF2B5EF4-FFF2-40B4-BE49-F238E27FC236}">
                <a16:creationId xmlns:a16="http://schemas.microsoft.com/office/drawing/2014/main" id="{5B3672F1-1FEA-45F9-B0FB-4756A5856B4C}"/>
              </a:ext>
            </a:extLst>
          </p:cNvPr>
          <p:cNvSpPr>
            <a:spLocks noGrp="1"/>
          </p:cNvSpPr>
          <p:nvPr/>
        </p:nvSpPr>
        <p:spPr>
          <a:xfrm>
            <a:off x="79170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4" name="01_find_only_3393">
            <a:extLst>
              <a:ext uri="{FF2B5EF4-FFF2-40B4-BE49-F238E27FC236}">
                <a16:creationId xmlns:a16="http://schemas.microsoft.com/office/drawing/2014/main" id="{C4C263B4-CAE7-4891-BC04-00798CE6079F}"/>
              </a:ext>
            </a:extLst>
          </p:cNvPr>
          <p:cNvSpPr>
            <a:spLocks noGrp="1"/>
          </p:cNvSpPr>
          <p:nvPr/>
        </p:nvSpPr>
        <p:spPr>
          <a:xfrm>
            <a:off x="784791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5" name="01_find_only_3394">
            <a:extLst>
              <a:ext uri="{FF2B5EF4-FFF2-40B4-BE49-F238E27FC236}">
                <a16:creationId xmlns:a16="http://schemas.microsoft.com/office/drawing/2014/main" id="{FB10AA87-792A-4F50-AA48-DDBC9EEE94DD}"/>
              </a:ext>
            </a:extLst>
          </p:cNvPr>
          <p:cNvSpPr>
            <a:spLocks noGrp="1"/>
          </p:cNvSpPr>
          <p:nvPr/>
        </p:nvSpPr>
        <p:spPr>
          <a:xfrm>
            <a:off x="789532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6" name="01_find_only_3395">
            <a:extLst>
              <a:ext uri="{FF2B5EF4-FFF2-40B4-BE49-F238E27FC236}">
                <a16:creationId xmlns:a16="http://schemas.microsoft.com/office/drawing/2014/main" id="{FC5F7606-4ED5-4555-BAFE-29460C8E472C}"/>
              </a:ext>
            </a:extLst>
          </p:cNvPr>
          <p:cNvSpPr>
            <a:spLocks noGrp="1"/>
          </p:cNvSpPr>
          <p:nvPr/>
        </p:nvSpPr>
        <p:spPr>
          <a:xfrm>
            <a:off x="7831013" y="523164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7" name="01_find_only_3396">
            <a:extLst>
              <a:ext uri="{FF2B5EF4-FFF2-40B4-BE49-F238E27FC236}">
                <a16:creationId xmlns:a16="http://schemas.microsoft.com/office/drawing/2014/main" id="{918C6FEB-B65A-4407-87A0-EBA5349DA2CB}"/>
              </a:ext>
            </a:extLst>
          </p:cNvPr>
          <p:cNvSpPr>
            <a:spLocks noGrp="1"/>
          </p:cNvSpPr>
          <p:nvPr/>
        </p:nvSpPr>
        <p:spPr>
          <a:xfrm>
            <a:off x="785170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8" name="01_find_only_3397">
            <a:extLst>
              <a:ext uri="{FF2B5EF4-FFF2-40B4-BE49-F238E27FC236}">
                <a16:creationId xmlns:a16="http://schemas.microsoft.com/office/drawing/2014/main" id="{9A24864B-0891-4594-B56E-EEB1F9BE6C3D}"/>
              </a:ext>
            </a:extLst>
          </p:cNvPr>
          <p:cNvSpPr>
            <a:spLocks noGrp="1"/>
          </p:cNvSpPr>
          <p:nvPr/>
        </p:nvSpPr>
        <p:spPr>
          <a:xfrm>
            <a:off x="7830818" y="6234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9" name="01_find_only_3398">
            <a:extLst>
              <a:ext uri="{FF2B5EF4-FFF2-40B4-BE49-F238E27FC236}">
                <a16:creationId xmlns:a16="http://schemas.microsoft.com/office/drawing/2014/main" id="{B97C5A2B-0250-4C66-B783-F3CE4E7347E6}"/>
              </a:ext>
            </a:extLst>
          </p:cNvPr>
          <p:cNvSpPr>
            <a:spLocks noGrp="1"/>
          </p:cNvSpPr>
          <p:nvPr/>
        </p:nvSpPr>
        <p:spPr>
          <a:xfrm>
            <a:off x="7885709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0" name="01_find_only_3399">
            <a:extLst>
              <a:ext uri="{FF2B5EF4-FFF2-40B4-BE49-F238E27FC236}">
                <a16:creationId xmlns:a16="http://schemas.microsoft.com/office/drawing/2014/main" id="{002068B8-E695-4F6A-BD2E-D4EB9FD32E85}"/>
              </a:ext>
            </a:extLst>
          </p:cNvPr>
          <p:cNvSpPr>
            <a:spLocks noGrp="1"/>
          </p:cNvSpPr>
          <p:nvPr/>
        </p:nvSpPr>
        <p:spPr>
          <a:xfrm>
            <a:off x="784393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1" name="01_find_only_3400">
            <a:extLst>
              <a:ext uri="{FF2B5EF4-FFF2-40B4-BE49-F238E27FC236}">
                <a16:creationId xmlns:a16="http://schemas.microsoft.com/office/drawing/2014/main" id="{F87039A1-3CB5-45D7-8B88-EED5B74D9ED8}"/>
              </a:ext>
            </a:extLst>
          </p:cNvPr>
          <p:cNvSpPr>
            <a:spLocks noGrp="1"/>
          </p:cNvSpPr>
          <p:nvPr/>
        </p:nvSpPr>
        <p:spPr>
          <a:xfrm>
            <a:off x="78730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2" name="01_find_only_3401">
            <a:extLst>
              <a:ext uri="{FF2B5EF4-FFF2-40B4-BE49-F238E27FC236}">
                <a16:creationId xmlns:a16="http://schemas.microsoft.com/office/drawing/2014/main" id="{A369E7A1-1CE4-4161-803F-7F7031B597E8}"/>
              </a:ext>
            </a:extLst>
          </p:cNvPr>
          <p:cNvSpPr>
            <a:spLocks noGrp="1"/>
          </p:cNvSpPr>
          <p:nvPr/>
        </p:nvSpPr>
        <p:spPr>
          <a:xfrm>
            <a:off x="78627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3" name="01_find_only_3402">
            <a:extLst>
              <a:ext uri="{FF2B5EF4-FFF2-40B4-BE49-F238E27FC236}">
                <a16:creationId xmlns:a16="http://schemas.microsoft.com/office/drawing/2014/main" id="{9C319AEF-AC47-4AC3-9DF3-7DAC4BF240D1}"/>
              </a:ext>
            </a:extLst>
          </p:cNvPr>
          <p:cNvSpPr>
            <a:spLocks noGrp="1"/>
          </p:cNvSpPr>
          <p:nvPr/>
        </p:nvSpPr>
        <p:spPr>
          <a:xfrm>
            <a:off x="7853163" y="62652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4" name="01_find_only_3403">
            <a:extLst>
              <a:ext uri="{FF2B5EF4-FFF2-40B4-BE49-F238E27FC236}">
                <a16:creationId xmlns:a16="http://schemas.microsoft.com/office/drawing/2014/main" id="{F6C4B079-C9F6-4852-8E60-4D4A858DADEA}"/>
              </a:ext>
            </a:extLst>
          </p:cNvPr>
          <p:cNvSpPr>
            <a:spLocks noGrp="1"/>
          </p:cNvSpPr>
          <p:nvPr/>
        </p:nvSpPr>
        <p:spPr>
          <a:xfrm>
            <a:off x="7830527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5" name="01_find_only_3404">
            <a:extLst>
              <a:ext uri="{FF2B5EF4-FFF2-40B4-BE49-F238E27FC236}">
                <a16:creationId xmlns:a16="http://schemas.microsoft.com/office/drawing/2014/main" id="{6F7B4B35-C653-4654-9252-2F5B3C8E9B16}"/>
              </a:ext>
            </a:extLst>
          </p:cNvPr>
          <p:cNvSpPr>
            <a:spLocks noGrp="1"/>
          </p:cNvSpPr>
          <p:nvPr/>
        </p:nvSpPr>
        <p:spPr>
          <a:xfrm>
            <a:off x="791776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6" name="01_find_only_3405">
            <a:extLst>
              <a:ext uri="{FF2B5EF4-FFF2-40B4-BE49-F238E27FC236}">
                <a16:creationId xmlns:a16="http://schemas.microsoft.com/office/drawing/2014/main" id="{7446AB7B-4830-4793-84AF-32CBF35FEC24}"/>
              </a:ext>
            </a:extLst>
          </p:cNvPr>
          <p:cNvSpPr>
            <a:spLocks noGrp="1"/>
          </p:cNvSpPr>
          <p:nvPr/>
        </p:nvSpPr>
        <p:spPr>
          <a:xfrm>
            <a:off x="7831887" y="612691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7" name="01_find_only_3406">
            <a:extLst>
              <a:ext uri="{FF2B5EF4-FFF2-40B4-BE49-F238E27FC236}">
                <a16:creationId xmlns:a16="http://schemas.microsoft.com/office/drawing/2014/main" id="{D1A2C0E4-B3D5-42FA-9D76-F17A98F5F2EF}"/>
              </a:ext>
            </a:extLst>
          </p:cNvPr>
          <p:cNvSpPr>
            <a:spLocks noGrp="1"/>
          </p:cNvSpPr>
          <p:nvPr/>
        </p:nvSpPr>
        <p:spPr>
          <a:xfrm>
            <a:off x="791057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8" name="01_find_only_3407">
            <a:extLst>
              <a:ext uri="{FF2B5EF4-FFF2-40B4-BE49-F238E27FC236}">
                <a16:creationId xmlns:a16="http://schemas.microsoft.com/office/drawing/2014/main" id="{A6377689-8A85-48E8-9D5E-BBC36A5BB0F6}"/>
              </a:ext>
            </a:extLst>
          </p:cNvPr>
          <p:cNvSpPr>
            <a:spLocks noGrp="1"/>
          </p:cNvSpPr>
          <p:nvPr/>
        </p:nvSpPr>
        <p:spPr>
          <a:xfrm>
            <a:off x="786423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9" name="01_find_only_3408">
            <a:extLst>
              <a:ext uri="{FF2B5EF4-FFF2-40B4-BE49-F238E27FC236}">
                <a16:creationId xmlns:a16="http://schemas.microsoft.com/office/drawing/2014/main" id="{7C6FD0E8-7E96-4750-A681-763288C0A00F}"/>
              </a:ext>
            </a:extLst>
          </p:cNvPr>
          <p:cNvSpPr>
            <a:spLocks noGrp="1"/>
          </p:cNvSpPr>
          <p:nvPr/>
        </p:nvSpPr>
        <p:spPr>
          <a:xfrm>
            <a:off x="7921752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0" name="01_find_only_3409">
            <a:extLst>
              <a:ext uri="{FF2B5EF4-FFF2-40B4-BE49-F238E27FC236}">
                <a16:creationId xmlns:a16="http://schemas.microsoft.com/office/drawing/2014/main" id="{53EFC9EC-9185-463E-B52E-3C3105B9FBEE}"/>
              </a:ext>
            </a:extLst>
          </p:cNvPr>
          <p:cNvSpPr>
            <a:spLocks noGrp="1"/>
          </p:cNvSpPr>
          <p:nvPr/>
        </p:nvSpPr>
        <p:spPr>
          <a:xfrm>
            <a:off x="78913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1" name="01_find_only_3410">
            <a:extLst>
              <a:ext uri="{FF2B5EF4-FFF2-40B4-BE49-F238E27FC236}">
                <a16:creationId xmlns:a16="http://schemas.microsoft.com/office/drawing/2014/main" id="{1A72C963-EE34-4A35-9264-1F3B9C8FD96D}"/>
              </a:ext>
            </a:extLst>
          </p:cNvPr>
          <p:cNvSpPr>
            <a:spLocks noGrp="1"/>
          </p:cNvSpPr>
          <p:nvPr/>
        </p:nvSpPr>
        <p:spPr>
          <a:xfrm>
            <a:off x="7897950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2" name="01_find_only_3411">
            <a:extLst>
              <a:ext uri="{FF2B5EF4-FFF2-40B4-BE49-F238E27FC236}">
                <a16:creationId xmlns:a16="http://schemas.microsoft.com/office/drawing/2014/main" id="{AF5DBB37-2A88-45B5-B59D-C579A7CCEECD}"/>
              </a:ext>
            </a:extLst>
          </p:cNvPr>
          <p:cNvSpPr>
            <a:spLocks noGrp="1"/>
          </p:cNvSpPr>
          <p:nvPr/>
        </p:nvSpPr>
        <p:spPr>
          <a:xfrm>
            <a:off x="7855300" y="592959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3" name="01_find_only_3412">
            <a:extLst>
              <a:ext uri="{FF2B5EF4-FFF2-40B4-BE49-F238E27FC236}">
                <a16:creationId xmlns:a16="http://schemas.microsoft.com/office/drawing/2014/main" id="{16F49764-0CF7-4FEE-B0DD-7634AA1F9F25}"/>
              </a:ext>
            </a:extLst>
          </p:cNvPr>
          <p:cNvSpPr>
            <a:spLocks noGrp="1"/>
          </p:cNvSpPr>
          <p:nvPr/>
        </p:nvSpPr>
        <p:spPr>
          <a:xfrm>
            <a:off x="7916312" y="54273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4" name="01_find_only_3413">
            <a:extLst>
              <a:ext uri="{FF2B5EF4-FFF2-40B4-BE49-F238E27FC236}">
                <a16:creationId xmlns:a16="http://schemas.microsoft.com/office/drawing/2014/main" id="{71D51A68-8E74-4EE4-B6EE-5599D0284C50}"/>
              </a:ext>
            </a:extLst>
          </p:cNvPr>
          <p:cNvSpPr>
            <a:spLocks noGrp="1"/>
          </p:cNvSpPr>
          <p:nvPr/>
        </p:nvSpPr>
        <p:spPr>
          <a:xfrm>
            <a:off x="789814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5" name="01_find_only_3414">
            <a:extLst>
              <a:ext uri="{FF2B5EF4-FFF2-40B4-BE49-F238E27FC236}">
                <a16:creationId xmlns:a16="http://schemas.microsoft.com/office/drawing/2014/main" id="{11607AB4-1DAE-4ECB-9E9E-F1BA3BDA82AA}"/>
              </a:ext>
            </a:extLst>
          </p:cNvPr>
          <p:cNvSpPr>
            <a:spLocks noGrp="1"/>
          </p:cNvSpPr>
          <p:nvPr/>
        </p:nvSpPr>
        <p:spPr>
          <a:xfrm>
            <a:off x="78426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6" name="01_find_only_3415">
            <a:extLst>
              <a:ext uri="{FF2B5EF4-FFF2-40B4-BE49-F238E27FC236}">
                <a16:creationId xmlns:a16="http://schemas.microsoft.com/office/drawing/2014/main" id="{14E49BD2-050B-460F-833D-1235AE135E2A}"/>
              </a:ext>
            </a:extLst>
          </p:cNvPr>
          <p:cNvSpPr>
            <a:spLocks noGrp="1"/>
          </p:cNvSpPr>
          <p:nvPr/>
        </p:nvSpPr>
        <p:spPr>
          <a:xfrm>
            <a:off x="7896493" y="603005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7" name="01_find_only_3416">
            <a:extLst>
              <a:ext uri="{FF2B5EF4-FFF2-40B4-BE49-F238E27FC236}">
                <a16:creationId xmlns:a16="http://schemas.microsoft.com/office/drawing/2014/main" id="{3E4437AC-9051-47CA-A8AF-5EFAC03DF7E3}"/>
              </a:ext>
            </a:extLst>
          </p:cNvPr>
          <p:cNvSpPr>
            <a:spLocks noGrp="1"/>
          </p:cNvSpPr>
          <p:nvPr/>
        </p:nvSpPr>
        <p:spPr>
          <a:xfrm>
            <a:off x="784762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8" name="01_find_only_3417">
            <a:extLst>
              <a:ext uri="{FF2B5EF4-FFF2-40B4-BE49-F238E27FC236}">
                <a16:creationId xmlns:a16="http://schemas.microsoft.com/office/drawing/2014/main" id="{A17F096C-7BF8-4AFA-B51D-909690D5D253}"/>
              </a:ext>
            </a:extLst>
          </p:cNvPr>
          <p:cNvSpPr>
            <a:spLocks noGrp="1"/>
          </p:cNvSpPr>
          <p:nvPr/>
        </p:nvSpPr>
        <p:spPr>
          <a:xfrm>
            <a:off x="7855204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9" name="01_find_only_3418">
            <a:extLst>
              <a:ext uri="{FF2B5EF4-FFF2-40B4-BE49-F238E27FC236}">
                <a16:creationId xmlns:a16="http://schemas.microsoft.com/office/drawing/2014/main" id="{9B99226F-303D-48C8-B9CF-EE00EC2CC32B}"/>
              </a:ext>
            </a:extLst>
          </p:cNvPr>
          <p:cNvSpPr>
            <a:spLocks noGrp="1"/>
          </p:cNvSpPr>
          <p:nvPr/>
        </p:nvSpPr>
        <p:spPr>
          <a:xfrm>
            <a:off x="7915535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0" name="01_find_only_3419">
            <a:extLst>
              <a:ext uri="{FF2B5EF4-FFF2-40B4-BE49-F238E27FC236}">
                <a16:creationId xmlns:a16="http://schemas.microsoft.com/office/drawing/2014/main" id="{793C4C6F-E42F-414C-8B71-D86D77471318}"/>
              </a:ext>
            </a:extLst>
          </p:cNvPr>
          <p:cNvSpPr>
            <a:spLocks noGrp="1"/>
          </p:cNvSpPr>
          <p:nvPr/>
        </p:nvSpPr>
        <p:spPr>
          <a:xfrm>
            <a:off x="785675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1" name="01_find_only_3420">
            <a:extLst>
              <a:ext uri="{FF2B5EF4-FFF2-40B4-BE49-F238E27FC236}">
                <a16:creationId xmlns:a16="http://schemas.microsoft.com/office/drawing/2014/main" id="{7CFC8463-3C58-49AD-AE9D-0997E23049AE}"/>
              </a:ext>
            </a:extLst>
          </p:cNvPr>
          <p:cNvSpPr>
            <a:spLocks noGrp="1"/>
          </p:cNvSpPr>
          <p:nvPr/>
        </p:nvSpPr>
        <p:spPr>
          <a:xfrm>
            <a:off x="79100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2" name="01_find_only_3421">
            <a:extLst>
              <a:ext uri="{FF2B5EF4-FFF2-40B4-BE49-F238E27FC236}">
                <a16:creationId xmlns:a16="http://schemas.microsoft.com/office/drawing/2014/main" id="{C5FDF718-5696-4C2A-8054-C00353DA0B27}"/>
              </a:ext>
            </a:extLst>
          </p:cNvPr>
          <p:cNvSpPr>
            <a:spLocks noGrp="1"/>
          </p:cNvSpPr>
          <p:nvPr/>
        </p:nvSpPr>
        <p:spPr>
          <a:xfrm>
            <a:off x="791087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3" name="01_find_only_3422">
            <a:extLst>
              <a:ext uri="{FF2B5EF4-FFF2-40B4-BE49-F238E27FC236}">
                <a16:creationId xmlns:a16="http://schemas.microsoft.com/office/drawing/2014/main" id="{6AADCA1B-727A-4389-9F18-E105BBCAEEFF}"/>
              </a:ext>
            </a:extLst>
          </p:cNvPr>
          <p:cNvSpPr>
            <a:spLocks noGrp="1"/>
          </p:cNvSpPr>
          <p:nvPr/>
        </p:nvSpPr>
        <p:spPr>
          <a:xfrm>
            <a:off x="7913397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4" name="01_find_only_3423">
            <a:extLst>
              <a:ext uri="{FF2B5EF4-FFF2-40B4-BE49-F238E27FC236}">
                <a16:creationId xmlns:a16="http://schemas.microsoft.com/office/drawing/2014/main" id="{DC6409FF-3B30-4CAD-B733-EFF858DD040B}"/>
              </a:ext>
            </a:extLst>
          </p:cNvPr>
          <p:cNvSpPr>
            <a:spLocks noGrp="1"/>
          </p:cNvSpPr>
          <p:nvPr/>
        </p:nvSpPr>
        <p:spPr>
          <a:xfrm>
            <a:off x="7857535" y="551343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5" name="01_find_only_3424">
            <a:extLst>
              <a:ext uri="{FF2B5EF4-FFF2-40B4-BE49-F238E27FC236}">
                <a16:creationId xmlns:a16="http://schemas.microsoft.com/office/drawing/2014/main" id="{D7528F5E-CFEE-4A06-BB00-048E97F07C2F}"/>
              </a:ext>
            </a:extLst>
          </p:cNvPr>
          <p:cNvSpPr>
            <a:spLocks noGrp="1"/>
          </p:cNvSpPr>
          <p:nvPr/>
        </p:nvSpPr>
        <p:spPr>
          <a:xfrm>
            <a:off x="7842865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6" name="01_find_only_3425">
            <a:extLst>
              <a:ext uri="{FF2B5EF4-FFF2-40B4-BE49-F238E27FC236}">
                <a16:creationId xmlns:a16="http://schemas.microsoft.com/office/drawing/2014/main" id="{51197A4E-2768-4340-B81D-E4833B28569F}"/>
              </a:ext>
            </a:extLst>
          </p:cNvPr>
          <p:cNvSpPr>
            <a:spLocks noGrp="1"/>
          </p:cNvSpPr>
          <p:nvPr/>
        </p:nvSpPr>
        <p:spPr>
          <a:xfrm>
            <a:off x="789940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7" name="01_find_only_3426">
            <a:extLst>
              <a:ext uri="{FF2B5EF4-FFF2-40B4-BE49-F238E27FC236}">
                <a16:creationId xmlns:a16="http://schemas.microsoft.com/office/drawing/2014/main" id="{6DB2A958-05EE-40E7-BB81-6956BA909E11}"/>
              </a:ext>
            </a:extLst>
          </p:cNvPr>
          <p:cNvSpPr>
            <a:spLocks noGrp="1"/>
          </p:cNvSpPr>
          <p:nvPr/>
        </p:nvSpPr>
        <p:spPr>
          <a:xfrm>
            <a:off x="783829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8" name="01_find_only_3427">
            <a:extLst>
              <a:ext uri="{FF2B5EF4-FFF2-40B4-BE49-F238E27FC236}">
                <a16:creationId xmlns:a16="http://schemas.microsoft.com/office/drawing/2014/main" id="{28B5976E-524F-48DB-9E69-2D6B3F8B37DF}"/>
              </a:ext>
            </a:extLst>
          </p:cNvPr>
          <p:cNvSpPr>
            <a:spLocks noGrp="1"/>
          </p:cNvSpPr>
          <p:nvPr/>
        </p:nvSpPr>
        <p:spPr>
          <a:xfrm>
            <a:off x="784441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9" name="01_find_only_3428">
            <a:extLst>
              <a:ext uri="{FF2B5EF4-FFF2-40B4-BE49-F238E27FC236}">
                <a16:creationId xmlns:a16="http://schemas.microsoft.com/office/drawing/2014/main" id="{BD822C24-433E-4793-8104-6214264202C1}"/>
              </a:ext>
            </a:extLst>
          </p:cNvPr>
          <p:cNvSpPr>
            <a:spLocks noGrp="1"/>
          </p:cNvSpPr>
          <p:nvPr/>
        </p:nvSpPr>
        <p:spPr>
          <a:xfrm>
            <a:off x="790183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0" name="01_find_only_3429">
            <a:extLst>
              <a:ext uri="{FF2B5EF4-FFF2-40B4-BE49-F238E27FC236}">
                <a16:creationId xmlns:a16="http://schemas.microsoft.com/office/drawing/2014/main" id="{AEB674CA-7738-4546-958C-3D84730192FB}"/>
              </a:ext>
            </a:extLst>
          </p:cNvPr>
          <p:cNvSpPr>
            <a:spLocks noGrp="1"/>
          </p:cNvSpPr>
          <p:nvPr/>
        </p:nvSpPr>
        <p:spPr>
          <a:xfrm>
            <a:off x="783917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1" name="01_find_only_3430">
            <a:extLst>
              <a:ext uri="{FF2B5EF4-FFF2-40B4-BE49-F238E27FC236}">
                <a16:creationId xmlns:a16="http://schemas.microsoft.com/office/drawing/2014/main" id="{53FBA9B9-0130-4869-BA70-34E7F52E3CFA}"/>
              </a:ext>
            </a:extLst>
          </p:cNvPr>
          <p:cNvSpPr>
            <a:spLocks noGrp="1"/>
          </p:cNvSpPr>
          <p:nvPr/>
        </p:nvSpPr>
        <p:spPr>
          <a:xfrm>
            <a:off x="79204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2" name="01_find_only_3431">
            <a:extLst>
              <a:ext uri="{FF2B5EF4-FFF2-40B4-BE49-F238E27FC236}">
                <a16:creationId xmlns:a16="http://schemas.microsoft.com/office/drawing/2014/main" id="{E9F45748-90A3-481E-909C-FD4BF85BDD79}"/>
              </a:ext>
            </a:extLst>
          </p:cNvPr>
          <p:cNvSpPr>
            <a:spLocks noGrp="1"/>
          </p:cNvSpPr>
          <p:nvPr/>
        </p:nvSpPr>
        <p:spPr>
          <a:xfrm>
            <a:off x="7905625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3" name="01_find_only_3432">
            <a:extLst>
              <a:ext uri="{FF2B5EF4-FFF2-40B4-BE49-F238E27FC236}">
                <a16:creationId xmlns:a16="http://schemas.microsoft.com/office/drawing/2014/main" id="{B2DD48FF-9E79-4E4E-9721-735534A62723}"/>
              </a:ext>
            </a:extLst>
          </p:cNvPr>
          <p:cNvSpPr>
            <a:spLocks noGrp="1"/>
          </p:cNvSpPr>
          <p:nvPr/>
        </p:nvSpPr>
        <p:spPr>
          <a:xfrm>
            <a:off x="787045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4" name="01_find_only_3433">
            <a:extLst>
              <a:ext uri="{FF2B5EF4-FFF2-40B4-BE49-F238E27FC236}">
                <a16:creationId xmlns:a16="http://schemas.microsoft.com/office/drawing/2014/main" id="{E2E214B2-1791-4706-B5DB-6B2CB7EB2024}"/>
              </a:ext>
            </a:extLst>
          </p:cNvPr>
          <p:cNvSpPr>
            <a:spLocks noGrp="1"/>
          </p:cNvSpPr>
          <p:nvPr/>
        </p:nvSpPr>
        <p:spPr>
          <a:xfrm>
            <a:off x="785403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5" name="01_find_only_3434">
            <a:extLst>
              <a:ext uri="{FF2B5EF4-FFF2-40B4-BE49-F238E27FC236}">
                <a16:creationId xmlns:a16="http://schemas.microsoft.com/office/drawing/2014/main" id="{15FD8A85-43FC-4A2A-8DB0-1B1CAB216005}"/>
              </a:ext>
            </a:extLst>
          </p:cNvPr>
          <p:cNvSpPr>
            <a:spLocks noGrp="1"/>
          </p:cNvSpPr>
          <p:nvPr/>
        </p:nvSpPr>
        <p:spPr>
          <a:xfrm>
            <a:off x="7923209" y="536582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6" name="01_find_only_3435">
            <a:extLst>
              <a:ext uri="{FF2B5EF4-FFF2-40B4-BE49-F238E27FC236}">
                <a16:creationId xmlns:a16="http://schemas.microsoft.com/office/drawing/2014/main" id="{2422977F-278D-4724-AB86-723C78694F73}"/>
              </a:ext>
            </a:extLst>
          </p:cNvPr>
          <p:cNvSpPr>
            <a:spLocks noGrp="1"/>
          </p:cNvSpPr>
          <p:nvPr/>
        </p:nvSpPr>
        <p:spPr>
          <a:xfrm>
            <a:off x="788794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7" name="01_find_only_3436">
            <a:extLst>
              <a:ext uri="{FF2B5EF4-FFF2-40B4-BE49-F238E27FC236}">
                <a16:creationId xmlns:a16="http://schemas.microsoft.com/office/drawing/2014/main" id="{1BC1FFCD-0DAF-4593-B772-ABCF7BB2D2F5}"/>
              </a:ext>
            </a:extLst>
          </p:cNvPr>
          <p:cNvSpPr>
            <a:spLocks noGrp="1"/>
          </p:cNvSpPr>
          <p:nvPr/>
        </p:nvSpPr>
        <p:spPr>
          <a:xfrm>
            <a:off x="7910093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8" name="01_find_only_3437">
            <a:extLst>
              <a:ext uri="{FF2B5EF4-FFF2-40B4-BE49-F238E27FC236}">
                <a16:creationId xmlns:a16="http://schemas.microsoft.com/office/drawing/2014/main" id="{9146F00B-1746-4E78-94A9-9A5F5EC6B6AB}"/>
              </a:ext>
            </a:extLst>
          </p:cNvPr>
          <p:cNvSpPr>
            <a:spLocks noGrp="1"/>
          </p:cNvSpPr>
          <p:nvPr/>
        </p:nvSpPr>
        <p:spPr>
          <a:xfrm>
            <a:off x="784199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9" name="01_find_only_3438">
            <a:extLst>
              <a:ext uri="{FF2B5EF4-FFF2-40B4-BE49-F238E27FC236}">
                <a16:creationId xmlns:a16="http://schemas.microsoft.com/office/drawing/2014/main" id="{A14BCB33-8E21-4D51-AB48-177DBBD17414}"/>
              </a:ext>
            </a:extLst>
          </p:cNvPr>
          <p:cNvSpPr>
            <a:spLocks noGrp="1"/>
          </p:cNvSpPr>
          <p:nvPr/>
        </p:nvSpPr>
        <p:spPr>
          <a:xfrm>
            <a:off x="786938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0" name="01_find_only_3439">
            <a:extLst>
              <a:ext uri="{FF2B5EF4-FFF2-40B4-BE49-F238E27FC236}">
                <a16:creationId xmlns:a16="http://schemas.microsoft.com/office/drawing/2014/main" id="{1E250DB9-901F-40A2-A5B9-A04D8EFB274D}"/>
              </a:ext>
            </a:extLst>
          </p:cNvPr>
          <p:cNvSpPr>
            <a:spLocks noGrp="1"/>
          </p:cNvSpPr>
          <p:nvPr/>
        </p:nvSpPr>
        <p:spPr>
          <a:xfrm>
            <a:off x="7904071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1" name="01_find_only_3440">
            <a:extLst>
              <a:ext uri="{FF2B5EF4-FFF2-40B4-BE49-F238E27FC236}">
                <a16:creationId xmlns:a16="http://schemas.microsoft.com/office/drawing/2014/main" id="{D1925B6D-7200-48C7-88F8-3D2046570787}"/>
              </a:ext>
            </a:extLst>
          </p:cNvPr>
          <p:cNvSpPr>
            <a:spLocks noGrp="1"/>
          </p:cNvSpPr>
          <p:nvPr/>
        </p:nvSpPr>
        <p:spPr>
          <a:xfrm>
            <a:off x="7889983" y="607310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2" name="01_find_only_3441">
            <a:extLst>
              <a:ext uri="{FF2B5EF4-FFF2-40B4-BE49-F238E27FC236}">
                <a16:creationId xmlns:a16="http://schemas.microsoft.com/office/drawing/2014/main" id="{E8082ABC-DD84-4DBB-A498-59ECD7CC2469}"/>
              </a:ext>
            </a:extLst>
          </p:cNvPr>
          <p:cNvSpPr>
            <a:spLocks noGrp="1"/>
          </p:cNvSpPr>
          <p:nvPr/>
        </p:nvSpPr>
        <p:spPr>
          <a:xfrm>
            <a:off x="7918449" y="5190547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3" name="01_find_only_3442">
            <a:extLst>
              <a:ext uri="{FF2B5EF4-FFF2-40B4-BE49-F238E27FC236}">
                <a16:creationId xmlns:a16="http://schemas.microsoft.com/office/drawing/2014/main" id="{EC9EA1B3-E135-4F77-9813-59D1B3A459B8}"/>
              </a:ext>
            </a:extLst>
          </p:cNvPr>
          <p:cNvSpPr>
            <a:spLocks noGrp="1"/>
          </p:cNvSpPr>
          <p:nvPr/>
        </p:nvSpPr>
        <p:spPr>
          <a:xfrm>
            <a:off x="782829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4" name="01_find_only_3443">
            <a:extLst>
              <a:ext uri="{FF2B5EF4-FFF2-40B4-BE49-F238E27FC236}">
                <a16:creationId xmlns:a16="http://schemas.microsoft.com/office/drawing/2014/main" id="{F882BB4D-92A3-46B3-A978-FDE66E2D7D0C}"/>
              </a:ext>
            </a:extLst>
          </p:cNvPr>
          <p:cNvSpPr>
            <a:spLocks noGrp="1"/>
          </p:cNvSpPr>
          <p:nvPr/>
        </p:nvSpPr>
        <p:spPr>
          <a:xfrm>
            <a:off x="786831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5" name="01_find_only_3444">
            <a:extLst>
              <a:ext uri="{FF2B5EF4-FFF2-40B4-BE49-F238E27FC236}">
                <a16:creationId xmlns:a16="http://schemas.microsoft.com/office/drawing/2014/main" id="{F23BF696-4C4A-4FF4-B652-8CB4F1108920}"/>
              </a:ext>
            </a:extLst>
          </p:cNvPr>
          <p:cNvSpPr>
            <a:spLocks noGrp="1"/>
          </p:cNvSpPr>
          <p:nvPr/>
        </p:nvSpPr>
        <p:spPr>
          <a:xfrm>
            <a:off x="7886486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6" name="01_find_only_3445">
            <a:extLst>
              <a:ext uri="{FF2B5EF4-FFF2-40B4-BE49-F238E27FC236}">
                <a16:creationId xmlns:a16="http://schemas.microsoft.com/office/drawing/2014/main" id="{ADDAD819-32F3-45BD-B8FD-6167424636C9}"/>
              </a:ext>
            </a:extLst>
          </p:cNvPr>
          <p:cNvSpPr>
            <a:spLocks noGrp="1"/>
          </p:cNvSpPr>
          <p:nvPr/>
        </p:nvSpPr>
        <p:spPr>
          <a:xfrm>
            <a:off x="785627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7" name="01_find_only_3446">
            <a:extLst>
              <a:ext uri="{FF2B5EF4-FFF2-40B4-BE49-F238E27FC236}">
                <a16:creationId xmlns:a16="http://schemas.microsoft.com/office/drawing/2014/main" id="{7D36C92C-B252-43E5-B6A7-EEBA396BA2AB}"/>
              </a:ext>
            </a:extLst>
          </p:cNvPr>
          <p:cNvSpPr>
            <a:spLocks noGrp="1"/>
          </p:cNvSpPr>
          <p:nvPr/>
        </p:nvSpPr>
        <p:spPr>
          <a:xfrm>
            <a:off x="787803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8" name="01_find_only_3447">
            <a:extLst>
              <a:ext uri="{FF2B5EF4-FFF2-40B4-BE49-F238E27FC236}">
                <a16:creationId xmlns:a16="http://schemas.microsoft.com/office/drawing/2014/main" id="{3A315C22-BD48-4C8C-8E3F-36984808DFBE}"/>
              </a:ext>
            </a:extLst>
          </p:cNvPr>
          <p:cNvSpPr>
            <a:spLocks noGrp="1"/>
          </p:cNvSpPr>
          <p:nvPr/>
        </p:nvSpPr>
        <p:spPr>
          <a:xfrm>
            <a:off x="7865792" y="596547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9" name="01_find_only_3448">
            <a:extLst>
              <a:ext uri="{FF2B5EF4-FFF2-40B4-BE49-F238E27FC236}">
                <a16:creationId xmlns:a16="http://schemas.microsoft.com/office/drawing/2014/main" id="{DB6FEC82-1455-4531-A9AA-ACA17B35F29E}"/>
              </a:ext>
            </a:extLst>
          </p:cNvPr>
          <p:cNvSpPr>
            <a:spLocks noGrp="1"/>
          </p:cNvSpPr>
          <p:nvPr/>
        </p:nvSpPr>
        <p:spPr>
          <a:xfrm>
            <a:off x="7907762" y="6103855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0" name="01_find_only_3449">
            <a:extLst>
              <a:ext uri="{FF2B5EF4-FFF2-40B4-BE49-F238E27FC236}">
                <a16:creationId xmlns:a16="http://schemas.microsoft.com/office/drawing/2014/main" id="{70703B7D-A894-450B-A708-BEED0042DAAA}"/>
              </a:ext>
            </a:extLst>
          </p:cNvPr>
          <p:cNvSpPr>
            <a:spLocks noGrp="1"/>
          </p:cNvSpPr>
          <p:nvPr/>
        </p:nvSpPr>
        <p:spPr>
          <a:xfrm>
            <a:off x="783897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1" name="01_find_only_3450">
            <a:extLst>
              <a:ext uri="{FF2B5EF4-FFF2-40B4-BE49-F238E27FC236}">
                <a16:creationId xmlns:a16="http://schemas.microsoft.com/office/drawing/2014/main" id="{372CB3B8-559F-4CC2-A49F-7335CB8671DF}"/>
              </a:ext>
            </a:extLst>
          </p:cNvPr>
          <p:cNvSpPr>
            <a:spLocks noGrp="1"/>
          </p:cNvSpPr>
          <p:nvPr/>
        </p:nvSpPr>
        <p:spPr>
          <a:xfrm>
            <a:off x="7843448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2" name="01_find_only_3451">
            <a:extLst>
              <a:ext uri="{FF2B5EF4-FFF2-40B4-BE49-F238E27FC236}">
                <a16:creationId xmlns:a16="http://schemas.microsoft.com/office/drawing/2014/main" id="{13626F3D-30F5-4223-B2D5-0BD225C4BA09}"/>
              </a:ext>
            </a:extLst>
          </p:cNvPr>
          <p:cNvSpPr>
            <a:spLocks noGrp="1"/>
          </p:cNvSpPr>
          <p:nvPr/>
        </p:nvSpPr>
        <p:spPr>
          <a:xfrm>
            <a:off x="788386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3" name="01_find_only_3452">
            <a:extLst>
              <a:ext uri="{FF2B5EF4-FFF2-40B4-BE49-F238E27FC236}">
                <a16:creationId xmlns:a16="http://schemas.microsoft.com/office/drawing/2014/main" id="{CE854D26-3AB6-4E5B-9197-17F0EF83E4B3}"/>
              </a:ext>
            </a:extLst>
          </p:cNvPr>
          <p:cNvSpPr>
            <a:spLocks noGrp="1"/>
          </p:cNvSpPr>
          <p:nvPr/>
        </p:nvSpPr>
        <p:spPr>
          <a:xfrm>
            <a:off x="78829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4" name="01_find_only_3453">
            <a:extLst>
              <a:ext uri="{FF2B5EF4-FFF2-40B4-BE49-F238E27FC236}">
                <a16:creationId xmlns:a16="http://schemas.microsoft.com/office/drawing/2014/main" id="{3EFEBFAB-8384-46FF-A757-CD8F55FF51FA}"/>
              </a:ext>
            </a:extLst>
          </p:cNvPr>
          <p:cNvSpPr>
            <a:spLocks noGrp="1"/>
          </p:cNvSpPr>
          <p:nvPr/>
        </p:nvSpPr>
        <p:spPr>
          <a:xfrm>
            <a:off x="7914563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5" name="01_find_only_3454">
            <a:extLst>
              <a:ext uri="{FF2B5EF4-FFF2-40B4-BE49-F238E27FC236}">
                <a16:creationId xmlns:a16="http://schemas.microsoft.com/office/drawing/2014/main" id="{9AE6B89B-811B-4A41-BF72-E6D3F3C216B9}"/>
              </a:ext>
            </a:extLst>
          </p:cNvPr>
          <p:cNvSpPr>
            <a:spLocks noGrp="1"/>
          </p:cNvSpPr>
          <p:nvPr/>
        </p:nvSpPr>
        <p:spPr>
          <a:xfrm>
            <a:off x="7899893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6" name="01_find_only_3455">
            <a:extLst>
              <a:ext uri="{FF2B5EF4-FFF2-40B4-BE49-F238E27FC236}">
                <a16:creationId xmlns:a16="http://schemas.microsoft.com/office/drawing/2014/main" id="{746E102F-79D9-47AB-A6DE-445C72BA6092}"/>
              </a:ext>
            </a:extLst>
          </p:cNvPr>
          <p:cNvSpPr>
            <a:spLocks noGrp="1"/>
          </p:cNvSpPr>
          <p:nvPr/>
        </p:nvSpPr>
        <p:spPr>
          <a:xfrm>
            <a:off x="7854037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7" name="01_find_only_3456">
            <a:extLst>
              <a:ext uri="{FF2B5EF4-FFF2-40B4-BE49-F238E27FC236}">
                <a16:creationId xmlns:a16="http://schemas.microsoft.com/office/drawing/2014/main" id="{D3FEEF89-5310-41F8-99E9-B9732187A257}"/>
              </a:ext>
            </a:extLst>
          </p:cNvPr>
          <p:cNvSpPr>
            <a:spLocks noGrp="1"/>
          </p:cNvSpPr>
          <p:nvPr/>
        </p:nvSpPr>
        <p:spPr>
          <a:xfrm>
            <a:off x="7901836" y="531970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8" name="01_find_only_3457">
            <a:extLst>
              <a:ext uri="{FF2B5EF4-FFF2-40B4-BE49-F238E27FC236}">
                <a16:creationId xmlns:a16="http://schemas.microsoft.com/office/drawing/2014/main" id="{EE51DCFA-597E-48BA-BCC0-570005EC2DB8}"/>
              </a:ext>
            </a:extLst>
          </p:cNvPr>
          <p:cNvSpPr>
            <a:spLocks noGrp="1"/>
          </p:cNvSpPr>
          <p:nvPr/>
        </p:nvSpPr>
        <p:spPr>
          <a:xfrm>
            <a:off x="789396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9" name="01_find_only_3458">
            <a:extLst>
              <a:ext uri="{FF2B5EF4-FFF2-40B4-BE49-F238E27FC236}">
                <a16:creationId xmlns:a16="http://schemas.microsoft.com/office/drawing/2014/main" id="{F6B87F04-CED1-4DD8-A17A-F3FF029800E0}"/>
              </a:ext>
            </a:extLst>
          </p:cNvPr>
          <p:cNvSpPr>
            <a:spLocks noGrp="1"/>
          </p:cNvSpPr>
          <p:nvPr/>
        </p:nvSpPr>
        <p:spPr>
          <a:xfrm>
            <a:off x="7898144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0" name="01_find_only_3459">
            <a:extLst>
              <a:ext uri="{FF2B5EF4-FFF2-40B4-BE49-F238E27FC236}">
                <a16:creationId xmlns:a16="http://schemas.microsoft.com/office/drawing/2014/main" id="{B0B7F5CD-0290-420B-A3CD-F1A110BF96C5}"/>
              </a:ext>
            </a:extLst>
          </p:cNvPr>
          <p:cNvSpPr>
            <a:spLocks noGrp="1"/>
          </p:cNvSpPr>
          <p:nvPr/>
        </p:nvSpPr>
        <p:spPr>
          <a:xfrm>
            <a:off x="787978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1" name="01_find_only_3460">
            <a:extLst>
              <a:ext uri="{FF2B5EF4-FFF2-40B4-BE49-F238E27FC236}">
                <a16:creationId xmlns:a16="http://schemas.microsoft.com/office/drawing/2014/main" id="{4B6AB313-444E-4510-A928-0F39056678CE}"/>
              </a:ext>
            </a:extLst>
          </p:cNvPr>
          <p:cNvSpPr>
            <a:spLocks noGrp="1"/>
          </p:cNvSpPr>
          <p:nvPr/>
        </p:nvSpPr>
        <p:spPr>
          <a:xfrm>
            <a:off x="7829361" y="564258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2" name="01_find_only_3461">
            <a:extLst>
              <a:ext uri="{FF2B5EF4-FFF2-40B4-BE49-F238E27FC236}">
                <a16:creationId xmlns:a16="http://schemas.microsoft.com/office/drawing/2014/main" id="{D5C4D5D6-77C0-437B-9F0C-5BEA3DA63588}"/>
              </a:ext>
            </a:extLst>
          </p:cNvPr>
          <p:cNvSpPr>
            <a:spLocks noGrp="1"/>
          </p:cNvSpPr>
          <p:nvPr/>
        </p:nvSpPr>
        <p:spPr>
          <a:xfrm>
            <a:off x="7894356" y="5990312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3" name="01_find_only_3462">
            <a:extLst>
              <a:ext uri="{FF2B5EF4-FFF2-40B4-BE49-F238E27FC236}">
                <a16:creationId xmlns:a16="http://schemas.microsoft.com/office/drawing/2014/main" id="{4DE0EE8A-208D-49DB-A3DF-EAEC816BBEEA}"/>
              </a:ext>
            </a:extLst>
          </p:cNvPr>
          <p:cNvSpPr>
            <a:spLocks noGrp="1"/>
          </p:cNvSpPr>
          <p:nvPr/>
        </p:nvSpPr>
        <p:spPr>
          <a:xfrm>
            <a:off x="790717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4" name="01_find_only_3463">
            <a:extLst>
              <a:ext uri="{FF2B5EF4-FFF2-40B4-BE49-F238E27FC236}">
                <a16:creationId xmlns:a16="http://schemas.microsoft.com/office/drawing/2014/main" id="{9BBB35F9-CE6F-4D80-B164-C107BA3082EE}"/>
              </a:ext>
            </a:extLst>
          </p:cNvPr>
          <p:cNvSpPr>
            <a:spLocks noGrp="1"/>
          </p:cNvSpPr>
          <p:nvPr/>
        </p:nvSpPr>
        <p:spPr>
          <a:xfrm>
            <a:off x="7845489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5" name="01_find_only_3464">
            <a:extLst>
              <a:ext uri="{FF2B5EF4-FFF2-40B4-BE49-F238E27FC236}">
                <a16:creationId xmlns:a16="http://schemas.microsoft.com/office/drawing/2014/main" id="{F38F7044-A1DE-4230-8A7D-13F5AA92D6C9}"/>
              </a:ext>
            </a:extLst>
          </p:cNvPr>
          <p:cNvSpPr>
            <a:spLocks noGrp="1"/>
          </p:cNvSpPr>
          <p:nvPr/>
        </p:nvSpPr>
        <p:spPr>
          <a:xfrm>
            <a:off x="7838202" y="5212073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6" name="01_find_only_3465">
            <a:extLst>
              <a:ext uri="{FF2B5EF4-FFF2-40B4-BE49-F238E27FC236}">
                <a16:creationId xmlns:a16="http://schemas.microsoft.com/office/drawing/2014/main" id="{B07A80D4-A64B-4D2B-A904-940567043E8C}"/>
              </a:ext>
            </a:extLst>
          </p:cNvPr>
          <p:cNvSpPr>
            <a:spLocks noGrp="1"/>
          </p:cNvSpPr>
          <p:nvPr/>
        </p:nvSpPr>
        <p:spPr>
          <a:xfrm>
            <a:off x="7894161" y="580403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7" name="01_find_only_3466">
            <a:extLst>
              <a:ext uri="{FF2B5EF4-FFF2-40B4-BE49-F238E27FC236}">
                <a16:creationId xmlns:a16="http://schemas.microsoft.com/office/drawing/2014/main" id="{C4D67F9E-BD94-4F22-BB85-8F03EE2FBB79}"/>
              </a:ext>
            </a:extLst>
          </p:cNvPr>
          <p:cNvSpPr>
            <a:spLocks noGrp="1"/>
          </p:cNvSpPr>
          <p:nvPr/>
        </p:nvSpPr>
        <p:spPr>
          <a:xfrm>
            <a:off x="7919226" y="5919348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8" name="01_find_only_3467">
            <a:extLst>
              <a:ext uri="{FF2B5EF4-FFF2-40B4-BE49-F238E27FC236}">
                <a16:creationId xmlns:a16="http://schemas.microsoft.com/office/drawing/2014/main" id="{73DF677E-2E4D-4117-9EE2-30E33F8D242D}"/>
              </a:ext>
            </a:extLst>
          </p:cNvPr>
          <p:cNvSpPr>
            <a:spLocks noGrp="1"/>
          </p:cNvSpPr>
          <p:nvPr/>
        </p:nvSpPr>
        <p:spPr>
          <a:xfrm>
            <a:off x="792340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9" name="01_find_only_3468">
            <a:extLst>
              <a:ext uri="{FF2B5EF4-FFF2-40B4-BE49-F238E27FC236}">
                <a16:creationId xmlns:a16="http://schemas.microsoft.com/office/drawing/2014/main" id="{5E8629F3-EF1B-4939-BC94-2B39D204115B}"/>
              </a:ext>
            </a:extLst>
          </p:cNvPr>
          <p:cNvSpPr>
            <a:spLocks noGrp="1"/>
          </p:cNvSpPr>
          <p:nvPr/>
        </p:nvSpPr>
        <p:spPr>
          <a:xfrm>
            <a:off x="786336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0" name="01_find_only_3469">
            <a:extLst>
              <a:ext uri="{FF2B5EF4-FFF2-40B4-BE49-F238E27FC236}">
                <a16:creationId xmlns:a16="http://schemas.microsoft.com/office/drawing/2014/main" id="{CDD6CACB-F382-4597-A65C-E39DE3DB8932}"/>
              </a:ext>
            </a:extLst>
          </p:cNvPr>
          <p:cNvSpPr>
            <a:spLocks noGrp="1"/>
          </p:cNvSpPr>
          <p:nvPr/>
        </p:nvSpPr>
        <p:spPr>
          <a:xfrm>
            <a:off x="7899019" y="585784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1" name="01_find_only_3470">
            <a:extLst>
              <a:ext uri="{FF2B5EF4-FFF2-40B4-BE49-F238E27FC236}">
                <a16:creationId xmlns:a16="http://schemas.microsoft.com/office/drawing/2014/main" id="{8A6A5FDD-6EEB-45D2-B4AA-7847CCC25EBF}"/>
              </a:ext>
            </a:extLst>
          </p:cNvPr>
          <p:cNvSpPr>
            <a:spLocks noGrp="1"/>
          </p:cNvSpPr>
          <p:nvPr/>
        </p:nvSpPr>
        <p:spPr>
          <a:xfrm>
            <a:off x="7906402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2" name="01_find_only_3471">
            <a:extLst>
              <a:ext uri="{FF2B5EF4-FFF2-40B4-BE49-F238E27FC236}">
                <a16:creationId xmlns:a16="http://schemas.microsoft.com/office/drawing/2014/main" id="{4259422A-C347-4A20-9289-03CD0FD03592}"/>
              </a:ext>
            </a:extLst>
          </p:cNvPr>
          <p:cNvSpPr>
            <a:spLocks noGrp="1"/>
          </p:cNvSpPr>
          <p:nvPr/>
        </p:nvSpPr>
        <p:spPr>
          <a:xfrm>
            <a:off x="7918157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3" name="01_find_only_3472">
            <a:extLst>
              <a:ext uri="{FF2B5EF4-FFF2-40B4-BE49-F238E27FC236}">
                <a16:creationId xmlns:a16="http://schemas.microsoft.com/office/drawing/2014/main" id="{873917F6-B8F1-4B97-A326-79F5E86E932E}"/>
              </a:ext>
            </a:extLst>
          </p:cNvPr>
          <p:cNvSpPr>
            <a:spLocks noGrp="1"/>
          </p:cNvSpPr>
          <p:nvPr/>
        </p:nvSpPr>
        <p:spPr>
          <a:xfrm>
            <a:off x="790786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4" name="01_find_only_3473">
            <a:extLst>
              <a:ext uri="{FF2B5EF4-FFF2-40B4-BE49-F238E27FC236}">
                <a16:creationId xmlns:a16="http://schemas.microsoft.com/office/drawing/2014/main" id="{8480945A-5CC5-4BDA-A064-874F1C16D3F5}"/>
              </a:ext>
            </a:extLst>
          </p:cNvPr>
          <p:cNvSpPr>
            <a:spLocks noGrp="1"/>
          </p:cNvSpPr>
          <p:nvPr/>
        </p:nvSpPr>
        <p:spPr>
          <a:xfrm>
            <a:off x="789319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5" name="01_find_only_3474">
            <a:extLst>
              <a:ext uri="{FF2B5EF4-FFF2-40B4-BE49-F238E27FC236}">
                <a16:creationId xmlns:a16="http://schemas.microsoft.com/office/drawing/2014/main" id="{F3267C08-CE5D-4EED-AFCA-AEC8696C427D}"/>
              </a:ext>
            </a:extLst>
          </p:cNvPr>
          <p:cNvSpPr>
            <a:spLocks noGrp="1"/>
          </p:cNvSpPr>
          <p:nvPr/>
        </p:nvSpPr>
        <p:spPr>
          <a:xfrm>
            <a:off x="7833636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6" name="01_find_only_3475">
            <a:extLst>
              <a:ext uri="{FF2B5EF4-FFF2-40B4-BE49-F238E27FC236}">
                <a16:creationId xmlns:a16="http://schemas.microsoft.com/office/drawing/2014/main" id="{FAA23501-7C77-499C-BC9D-3BEED2CE000F}"/>
              </a:ext>
            </a:extLst>
          </p:cNvPr>
          <p:cNvSpPr>
            <a:spLocks noGrp="1"/>
          </p:cNvSpPr>
          <p:nvPr/>
        </p:nvSpPr>
        <p:spPr>
          <a:xfrm>
            <a:off x="7843059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7" name="01_find_only_3476">
            <a:extLst>
              <a:ext uri="{FF2B5EF4-FFF2-40B4-BE49-F238E27FC236}">
                <a16:creationId xmlns:a16="http://schemas.microsoft.com/office/drawing/2014/main" id="{4B33CD31-7F52-4CF2-A3B8-3EE0733E9BAE}"/>
              </a:ext>
            </a:extLst>
          </p:cNvPr>
          <p:cNvSpPr>
            <a:spLocks noGrp="1"/>
          </p:cNvSpPr>
          <p:nvPr/>
        </p:nvSpPr>
        <p:spPr>
          <a:xfrm>
            <a:off x="7894161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8" name="01_find_only_3477">
            <a:extLst>
              <a:ext uri="{FF2B5EF4-FFF2-40B4-BE49-F238E27FC236}">
                <a16:creationId xmlns:a16="http://schemas.microsoft.com/office/drawing/2014/main" id="{774EC44D-F75D-4026-868F-1C4A6FB05ED7}"/>
              </a:ext>
            </a:extLst>
          </p:cNvPr>
          <p:cNvSpPr>
            <a:spLocks noGrp="1"/>
          </p:cNvSpPr>
          <p:nvPr/>
        </p:nvSpPr>
        <p:spPr>
          <a:xfrm>
            <a:off x="7884348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9" name="01_find_only_3478">
            <a:extLst>
              <a:ext uri="{FF2B5EF4-FFF2-40B4-BE49-F238E27FC236}">
                <a16:creationId xmlns:a16="http://schemas.microsoft.com/office/drawing/2014/main" id="{15ACCD5C-B61C-4E06-88DA-5D81721CF8E2}"/>
              </a:ext>
            </a:extLst>
          </p:cNvPr>
          <p:cNvSpPr>
            <a:spLocks noGrp="1"/>
          </p:cNvSpPr>
          <p:nvPr/>
        </p:nvSpPr>
        <p:spPr>
          <a:xfrm>
            <a:off x="7847140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0" name="01_find_only_3479">
            <a:extLst>
              <a:ext uri="{FF2B5EF4-FFF2-40B4-BE49-F238E27FC236}">
                <a16:creationId xmlns:a16="http://schemas.microsoft.com/office/drawing/2014/main" id="{A5D46E3B-BAB8-48F2-A918-89C5E3CCAE09}"/>
              </a:ext>
            </a:extLst>
          </p:cNvPr>
          <p:cNvSpPr>
            <a:spLocks noGrp="1"/>
          </p:cNvSpPr>
          <p:nvPr/>
        </p:nvSpPr>
        <p:spPr>
          <a:xfrm>
            <a:off x="7864724" y="4996816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1" name="01_find_only_3480">
            <a:extLst>
              <a:ext uri="{FF2B5EF4-FFF2-40B4-BE49-F238E27FC236}">
                <a16:creationId xmlns:a16="http://schemas.microsoft.com/office/drawing/2014/main" id="{79D4D2A2-DECA-43D1-B4D6-43EA42C51EE4}"/>
              </a:ext>
            </a:extLst>
          </p:cNvPr>
          <p:cNvSpPr>
            <a:spLocks noGrp="1"/>
          </p:cNvSpPr>
          <p:nvPr/>
        </p:nvSpPr>
        <p:spPr>
          <a:xfrm>
            <a:off x="7830332" y="6288361"/>
            <a:ext cx="28925" cy="2892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2" name="01_find_only_3481">
            <a:extLst>
              <a:ext uri="{FF2B5EF4-FFF2-40B4-BE49-F238E27FC236}">
                <a16:creationId xmlns:a16="http://schemas.microsoft.com/office/drawing/2014/main" id="{3C4D9A4D-E36A-45E8-8F41-6BFC0CCABF3B}"/>
              </a:ext>
            </a:extLst>
          </p:cNvPr>
          <p:cNvSpPr>
            <a:spLocks noGrp="1"/>
          </p:cNvSpPr>
          <p:nvPr/>
        </p:nvSpPr>
        <p:spPr>
          <a:xfrm>
            <a:off x="6346470" y="4946701"/>
            <a:ext cx="195" cy="1420700"/>
          </a:xfrm>
          <a:custGeom>
            <a:avLst/>
            <a:gdLst/>
            <a:ahLst/>
            <a:cxnLst/>
            <a:rect l="0" t="0" r="0" b="0"/>
            <a:pathLst>
              <a:path w="191" h="1394818">
                <a:moveTo>
                  <a:pt x="0" y="139481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83" name="01_find_only_3482">
            <a:extLst>
              <a:ext uri="{FF2B5EF4-FFF2-40B4-BE49-F238E27FC236}">
                <a16:creationId xmlns:a16="http://schemas.microsoft.com/office/drawing/2014/main" id="{5B154D45-65BB-4241-8D15-792F876482F8}"/>
              </a:ext>
            </a:extLst>
          </p:cNvPr>
          <p:cNvSpPr>
            <a:spLocks noGrp="1"/>
          </p:cNvSpPr>
          <p:nvPr/>
        </p:nvSpPr>
        <p:spPr>
          <a:xfrm>
            <a:off x="6346469" y="6367401"/>
            <a:ext cx="1650061" cy="195"/>
          </a:xfrm>
          <a:custGeom>
            <a:avLst/>
            <a:gdLst/>
            <a:ahLst/>
            <a:cxnLst/>
            <a:rect l="0" t="0" r="0" b="0"/>
            <a:pathLst>
              <a:path w="1620000" h="191">
                <a:moveTo>
                  <a:pt x="0" y="0"/>
                </a:moveTo>
                <a:lnTo>
                  <a:pt x="162000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3484" name="text_3483">
            <a:extLst>
              <a:ext uri="{FF2B5EF4-FFF2-40B4-BE49-F238E27FC236}">
                <a16:creationId xmlns:a16="http://schemas.microsoft.com/office/drawing/2014/main" id="{FD51404B-7B2F-4A86-9228-D42FEFDD9ED6}"/>
              </a:ext>
            </a:extLst>
          </p:cNvPr>
          <p:cNvSpPr>
            <a:spLocks noGrp="1"/>
          </p:cNvSpPr>
          <p:nvPr/>
        </p:nvSpPr>
        <p:spPr>
          <a:xfrm>
            <a:off x="6115462" y="4752409"/>
            <a:ext cx="56011" cy="1616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19"/>
              <a:t>f</a:t>
            </a:r>
          </a:p>
        </p:txBody>
      </p:sp>
      <p:sp>
        <p:nvSpPr>
          <p:cNvPr id="3485" name="text_3484">
            <a:extLst>
              <a:ext uri="{FF2B5EF4-FFF2-40B4-BE49-F238E27FC236}">
                <a16:creationId xmlns:a16="http://schemas.microsoft.com/office/drawing/2014/main" id="{CE31A3BB-6A21-4436-816D-98E1A4FF1971}"/>
              </a:ext>
            </a:extLst>
          </p:cNvPr>
          <p:cNvSpPr>
            <a:spLocks noGrp="1"/>
          </p:cNvSpPr>
          <p:nvPr/>
        </p:nvSpPr>
        <p:spPr>
          <a:xfrm>
            <a:off x="6346470" y="4743417"/>
            <a:ext cx="1332703" cy="1374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66"/>
              <a:t>Small molecules, Emap2lig</a:t>
            </a:r>
          </a:p>
        </p:txBody>
      </p:sp>
      <p:sp>
        <p:nvSpPr>
          <p:cNvPr id="3486" name="01_find_only_3485">
            <a:extLst>
              <a:ext uri="{FF2B5EF4-FFF2-40B4-BE49-F238E27FC236}">
                <a16:creationId xmlns:a16="http://schemas.microsoft.com/office/drawing/2014/main" id="{5459B978-0E77-451C-A7F5-6FFF5218D2C5}"/>
              </a:ext>
            </a:extLst>
          </p:cNvPr>
          <p:cNvSpPr>
            <a:spLocks noGrp="1"/>
          </p:cNvSpPr>
          <p:nvPr/>
        </p:nvSpPr>
        <p:spPr>
          <a:xfrm>
            <a:off x="6361748" y="5636975"/>
            <a:ext cx="1527834" cy="665848"/>
          </a:xfrm>
          <a:custGeom>
            <a:avLst/>
            <a:gdLst/>
            <a:ahLst/>
            <a:cxnLst/>
            <a:rect l="0" t="0" r="0" b="0"/>
            <a:pathLst>
              <a:path w="1500000" h="653718">
                <a:moveTo>
                  <a:pt x="0" y="653718"/>
                </a:moveTo>
                <a:lnTo>
                  <a:pt x="19231" y="652682"/>
                </a:lnTo>
                <a:lnTo>
                  <a:pt x="19231" y="651990"/>
                </a:lnTo>
                <a:lnTo>
                  <a:pt x="27778" y="650918"/>
                </a:lnTo>
                <a:lnTo>
                  <a:pt x="27778" y="649419"/>
                </a:lnTo>
                <a:lnTo>
                  <a:pt x="35714" y="649021"/>
                </a:lnTo>
                <a:lnTo>
                  <a:pt x="35714" y="647094"/>
                </a:lnTo>
                <a:lnTo>
                  <a:pt x="41667" y="646403"/>
                </a:lnTo>
                <a:lnTo>
                  <a:pt x="41667" y="643930"/>
                </a:lnTo>
                <a:lnTo>
                  <a:pt x="50000" y="642530"/>
                </a:lnTo>
                <a:lnTo>
                  <a:pt x="51282" y="640109"/>
                </a:lnTo>
                <a:lnTo>
                  <a:pt x="55556" y="640109"/>
                </a:lnTo>
                <a:lnTo>
                  <a:pt x="55556" y="638610"/>
                </a:lnTo>
                <a:lnTo>
                  <a:pt x="62500" y="637694"/>
                </a:lnTo>
                <a:lnTo>
                  <a:pt x="62500" y="632635"/>
                </a:lnTo>
                <a:lnTo>
                  <a:pt x="71429" y="632064"/>
                </a:lnTo>
                <a:lnTo>
                  <a:pt x="71429" y="627247"/>
                </a:lnTo>
                <a:lnTo>
                  <a:pt x="83333" y="626174"/>
                </a:lnTo>
                <a:lnTo>
                  <a:pt x="83333" y="613786"/>
                </a:lnTo>
                <a:lnTo>
                  <a:pt x="90909" y="613613"/>
                </a:lnTo>
                <a:lnTo>
                  <a:pt x="91667" y="610936"/>
                </a:lnTo>
                <a:lnTo>
                  <a:pt x="100000" y="610763"/>
                </a:lnTo>
                <a:lnTo>
                  <a:pt x="100000" y="601095"/>
                </a:lnTo>
                <a:lnTo>
                  <a:pt x="115385" y="599775"/>
                </a:lnTo>
                <a:lnTo>
                  <a:pt x="116667" y="599377"/>
                </a:lnTo>
                <a:lnTo>
                  <a:pt x="125000" y="599377"/>
                </a:lnTo>
                <a:lnTo>
                  <a:pt x="125000" y="576108"/>
                </a:lnTo>
                <a:lnTo>
                  <a:pt x="136364" y="575710"/>
                </a:lnTo>
                <a:lnTo>
                  <a:pt x="136364" y="573257"/>
                </a:lnTo>
                <a:lnTo>
                  <a:pt x="142857" y="572110"/>
                </a:lnTo>
                <a:lnTo>
                  <a:pt x="142857" y="568256"/>
                </a:lnTo>
                <a:lnTo>
                  <a:pt x="150000" y="568083"/>
                </a:lnTo>
                <a:lnTo>
                  <a:pt x="150000" y="565835"/>
                </a:lnTo>
                <a:lnTo>
                  <a:pt x="166667" y="565264"/>
                </a:lnTo>
                <a:lnTo>
                  <a:pt x="166667" y="541433"/>
                </a:lnTo>
                <a:lnTo>
                  <a:pt x="178571" y="541035"/>
                </a:lnTo>
                <a:lnTo>
                  <a:pt x="178571" y="539108"/>
                </a:lnTo>
                <a:lnTo>
                  <a:pt x="181818" y="539108"/>
                </a:lnTo>
                <a:lnTo>
                  <a:pt x="181818" y="536655"/>
                </a:lnTo>
                <a:lnTo>
                  <a:pt x="187500" y="536257"/>
                </a:lnTo>
                <a:lnTo>
                  <a:pt x="187500" y="531199"/>
                </a:lnTo>
                <a:lnTo>
                  <a:pt x="194444" y="530974"/>
                </a:lnTo>
                <a:lnTo>
                  <a:pt x="194444" y="529475"/>
                </a:lnTo>
                <a:lnTo>
                  <a:pt x="200000" y="529302"/>
                </a:lnTo>
                <a:lnTo>
                  <a:pt x="200000" y="519635"/>
                </a:lnTo>
                <a:lnTo>
                  <a:pt x="214286" y="518545"/>
                </a:lnTo>
                <a:lnTo>
                  <a:pt x="214286" y="514691"/>
                </a:lnTo>
                <a:lnTo>
                  <a:pt x="227273" y="514068"/>
                </a:lnTo>
                <a:lnTo>
                  <a:pt x="227273" y="511616"/>
                </a:lnTo>
                <a:lnTo>
                  <a:pt x="250000" y="510872"/>
                </a:lnTo>
                <a:lnTo>
                  <a:pt x="250000" y="411660"/>
                </a:lnTo>
                <a:lnTo>
                  <a:pt x="272727" y="410864"/>
                </a:lnTo>
                <a:lnTo>
                  <a:pt x="272727" y="408412"/>
                </a:lnTo>
                <a:lnTo>
                  <a:pt x="285714" y="407962"/>
                </a:lnTo>
                <a:lnTo>
                  <a:pt x="285714" y="404108"/>
                </a:lnTo>
                <a:lnTo>
                  <a:pt x="300000" y="403883"/>
                </a:lnTo>
                <a:lnTo>
                  <a:pt x="301282" y="396740"/>
                </a:lnTo>
                <a:lnTo>
                  <a:pt x="312500" y="396567"/>
                </a:lnTo>
                <a:lnTo>
                  <a:pt x="312500" y="394881"/>
                </a:lnTo>
                <a:lnTo>
                  <a:pt x="318182" y="394656"/>
                </a:lnTo>
                <a:lnTo>
                  <a:pt x="318182" y="392204"/>
                </a:lnTo>
                <a:lnTo>
                  <a:pt x="333333" y="392031"/>
                </a:lnTo>
                <a:lnTo>
                  <a:pt x="333333" y="367127"/>
                </a:lnTo>
                <a:lnTo>
                  <a:pt x="357143" y="366902"/>
                </a:lnTo>
                <a:lnTo>
                  <a:pt x="357143" y="363048"/>
                </a:lnTo>
                <a:lnTo>
                  <a:pt x="363636" y="363048"/>
                </a:lnTo>
                <a:lnTo>
                  <a:pt x="363636" y="360595"/>
                </a:lnTo>
                <a:lnTo>
                  <a:pt x="375000" y="360423"/>
                </a:lnTo>
                <a:lnTo>
                  <a:pt x="375000" y="345247"/>
                </a:lnTo>
                <a:lnTo>
                  <a:pt x="400000" y="344676"/>
                </a:lnTo>
                <a:lnTo>
                  <a:pt x="400000" y="337707"/>
                </a:lnTo>
                <a:lnTo>
                  <a:pt x="416667" y="337482"/>
                </a:lnTo>
                <a:lnTo>
                  <a:pt x="416667" y="328264"/>
                </a:lnTo>
                <a:lnTo>
                  <a:pt x="428571" y="328039"/>
                </a:lnTo>
                <a:lnTo>
                  <a:pt x="428571" y="326112"/>
                </a:lnTo>
                <a:lnTo>
                  <a:pt x="450000" y="324913"/>
                </a:lnTo>
                <a:lnTo>
                  <a:pt x="450000" y="323564"/>
                </a:lnTo>
                <a:lnTo>
                  <a:pt x="458333" y="322338"/>
                </a:lnTo>
                <a:lnTo>
                  <a:pt x="458333" y="322113"/>
                </a:lnTo>
                <a:lnTo>
                  <a:pt x="500000" y="321594"/>
                </a:lnTo>
                <a:lnTo>
                  <a:pt x="500000" y="93503"/>
                </a:lnTo>
                <a:lnTo>
                  <a:pt x="545455" y="92880"/>
                </a:lnTo>
                <a:lnTo>
                  <a:pt x="545455" y="91654"/>
                </a:lnTo>
                <a:lnTo>
                  <a:pt x="557692" y="90305"/>
                </a:lnTo>
                <a:lnTo>
                  <a:pt x="557692" y="89613"/>
                </a:lnTo>
                <a:lnTo>
                  <a:pt x="583333" y="89613"/>
                </a:lnTo>
                <a:lnTo>
                  <a:pt x="583333" y="84892"/>
                </a:lnTo>
                <a:lnTo>
                  <a:pt x="591667" y="83492"/>
                </a:lnTo>
                <a:lnTo>
                  <a:pt x="591667" y="83267"/>
                </a:lnTo>
                <a:lnTo>
                  <a:pt x="600000" y="83095"/>
                </a:lnTo>
                <a:lnTo>
                  <a:pt x="600000" y="80397"/>
                </a:lnTo>
                <a:lnTo>
                  <a:pt x="636364" y="80051"/>
                </a:lnTo>
                <a:lnTo>
                  <a:pt x="636364" y="78824"/>
                </a:lnTo>
                <a:lnTo>
                  <a:pt x="750000" y="77510"/>
                </a:lnTo>
                <a:lnTo>
                  <a:pt x="750000" y="74138"/>
                </a:lnTo>
                <a:lnTo>
                  <a:pt x="833333" y="73965"/>
                </a:lnTo>
                <a:lnTo>
                  <a:pt x="833333" y="70592"/>
                </a:lnTo>
                <a:lnTo>
                  <a:pt x="875000" y="70419"/>
                </a:lnTo>
                <a:lnTo>
                  <a:pt x="875000" y="67047"/>
                </a:lnTo>
                <a:lnTo>
                  <a:pt x="900000" y="66874"/>
                </a:lnTo>
                <a:lnTo>
                  <a:pt x="900000" y="64176"/>
                </a:lnTo>
                <a:lnTo>
                  <a:pt x="1000000" y="62865"/>
                </a:lnTo>
                <a:lnTo>
                  <a:pt x="1000000" y="24644"/>
                </a:lnTo>
                <a:lnTo>
                  <a:pt x="1166667" y="24126"/>
                </a:lnTo>
                <a:lnTo>
                  <a:pt x="1166667" y="17381"/>
                </a:lnTo>
                <a:lnTo>
                  <a:pt x="1250000" y="17208"/>
                </a:lnTo>
                <a:lnTo>
                  <a:pt x="1250000" y="13835"/>
                </a:lnTo>
                <a:lnTo>
                  <a:pt x="1500000" y="1349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87" name="01_find_only_3486">
            <a:extLst>
              <a:ext uri="{FF2B5EF4-FFF2-40B4-BE49-F238E27FC236}">
                <a16:creationId xmlns:a16="http://schemas.microsoft.com/office/drawing/2014/main" id="{F83E3A4C-35BE-4F30-B09F-3DC053AEE649}"/>
              </a:ext>
            </a:extLst>
          </p:cNvPr>
          <p:cNvSpPr>
            <a:spLocks noGrp="1"/>
          </p:cNvSpPr>
          <p:nvPr/>
        </p:nvSpPr>
        <p:spPr>
          <a:xfrm>
            <a:off x="6361748" y="5657051"/>
            <a:ext cx="1527834" cy="645773"/>
          </a:xfrm>
          <a:custGeom>
            <a:avLst/>
            <a:gdLst/>
            <a:ahLst/>
            <a:cxnLst/>
            <a:rect l="0" t="0" r="0" b="0"/>
            <a:pathLst>
              <a:path w="1500000" h="634008">
                <a:moveTo>
                  <a:pt x="0" y="634008"/>
                </a:moveTo>
                <a:lnTo>
                  <a:pt x="416667" y="634008"/>
                </a:lnTo>
                <a:lnTo>
                  <a:pt x="416667" y="622687"/>
                </a:lnTo>
                <a:lnTo>
                  <a:pt x="500000" y="622687"/>
                </a:lnTo>
                <a:lnTo>
                  <a:pt x="500000" y="211336"/>
                </a:lnTo>
                <a:lnTo>
                  <a:pt x="1000000" y="211336"/>
                </a:lnTo>
                <a:lnTo>
                  <a:pt x="1000000" y="0"/>
                </a:lnTo>
                <a:lnTo>
                  <a:pt x="1500000" y="0"/>
                </a:lnTo>
                <a:lnTo>
                  <a:pt x="15000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488" name="01_find_only_3487">
            <a:extLst>
              <a:ext uri="{FF2B5EF4-FFF2-40B4-BE49-F238E27FC236}">
                <a16:creationId xmlns:a16="http://schemas.microsoft.com/office/drawing/2014/main" id="{82D28198-E9DF-4EFA-ADC6-38515BFDA7D7}"/>
              </a:ext>
            </a:extLst>
          </p:cNvPr>
          <p:cNvSpPr>
            <a:spLocks noGrp="1"/>
          </p:cNvSpPr>
          <p:nvPr/>
        </p:nvSpPr>
        <p:spPr>
          <a:xfrm>
            <a:off x="6594396" y="6034282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89" name="01_find_only_3488">
            <a:extLst>
              <a:ext uri="{FF2B5EF4-FFF2-40B4-BE49-F238E27FC236}">
                <a16:creationId xmlns:a16="http://schemas.microsoft.com/office/drawing/2014/main" id="{B4BEA08A-19F1-499A-8090-203F13EAD1B3}"/>
              </a:ext>
            </a:extLst>
          </p:cNvPr>
          <p:cNvSpPr>
            <a:spLocks noGrp="1"/>
          </p:cNvSpPr>
          <p:nvPr/>
        </p:nvSpPr>
        <p:spPr>
          <a:xfrm>
            <a:off x="6849035" y="5710222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0" name="01_find_only_3489">
            <a:extLst>
              <a:ext uri="{FF2B5EF4-FFF2-40B4-BE49-F238E27FC236}">
                <a16:creationId xmlns:a16="http://schemas.microsoft.com/office/drawing/2014/main" id="{6BCBEDDC-2C7A-40A2-B100-9661070DF5B7}"/>
              </a:ext>
            </a:extLst>
          </p:cNvPr>
          <p:cNvSpPr>
            <a:spLocks noGrp="1"/>
          </p:cNvSpPr>
          <p:nvPr/>
        </p:nvSpPr>
        <p:spPr>
          <a:xfrm>
            <a:off x="7358313" y="5640086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1" name="01_find_only_3490">
            <a:extLst>
              <a:ext uri="{FF2B5EF4-FFF2-40B4-BE49-F238E27FC236}">
                <a16:creationId xmlns:a16="http://schemas.microsoft.com/office/drawing/2014/main" id="{E62D1984-F8BE-4F3E-B1DF-E1184F1AA6A3}"/>
              </a:ext>
            </a:extLst>
          </p:cNvPr>
          <p:cNvSpPr>
            <a:spLocks noGrp="1"/>
          </p:cNvSpPr>
          <p:nvPr/>
        </p:nvSpPr>
        <p:spPr>
          <a:xfrm>
            <a:off x="7867591" y="5614985"/>
            <a:ext cx="43981" cy="43981"/>
          </a:xfrm>
          <a:prstGeom prst="ellipse">
            <a:avLst/>
          </a:prstGeom>
          <a:solidFill>
            <a:srgbClr val="00878B"/>
          </a:solidFill>
          <a:ln w="4445">
            <a:solidFill>
              <a:srgbClr val="FFFFFF"/>
            </a:solidFill>
            <a:prstDash val="solid"/>
          </a:ln>
        </p:spPr>
      </p:sp>
      <p:sp>
        <p:nvSpPr>
          <p:cNvPr id="3492" name="01_find_only_3491">
            <a:extLst>
              <a:ext uri="{FF2B5EF4-FFF2-40B4-BE49-F238E27FC236}">
                <a16:creationId xmlns:a16="http://schemas.microsoft.com/office/drawing/2014/main" id="{08DFF248-68F0-484C-9141-C50524BAE338}"/>
              </a:ext>
            </a:extLst>
          </p:cNvPr>
          <p:cNvSpPr>
            <a:spLocks noGrp="1"/>
          </p:cNvSpPr>
          <p:nvPr/>
        </p:nvSpPr>
        <p:spPr>
          <a:xfrm>
            <a:off x="6579799" y="6266236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3" name="01_find_only_3492">
            <a:extLst>
              <a:ext uri="{FF2B5EF4-FFF2-40B4-BE49-F238E27FC236}">
                <a16:creationId xmlns:a16="http://schemas.microsoft.com/office/drawing/2014/main" id="{CE9C8D25-3946-4088-A961-CD44C44565AA}"/>
              </a:ext>
            </a:extLst>
          </p:cNvPr>
          <p:cNvSpPr>
            <a:spLocks noGrp="1"/>
          </p:cNvSpPr>
          <p:nvPr/>
        </p:nvSpPr>
        <p:spPr>
          <a:xfrm>
            <a:off x="6834438" y="5835721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4" name="01_find_only_3493">
            <a:extLst>
              <a:ext uri="{FF2B5EF4-FFF2-40B4-BE49-F238E27FC236}">
                <a16:creationId xmlns:a16="http://schemas.microsoft.com/office/drawing/2014/main" id="{F4D13324-FD16-4C09-AF6A-92B4E5BDEE37}"/>
              </a:ext>
            </a:extLst>
          </p:cNvPr>
          <p:cNvSpPr>
            <a:spLocks noGrp="1"/>
          </p:cNvSpPr>
          <p:nvPr/>
        </p:nvSpPr>
        <p:spPr>
          <a:xfrm>
            <a:off x="7343716" y="5620463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5" name="01_find_only_3494">
            <a:extLst>
              <a:ext uri="{FF2B5EF4-FFF2-40B4-BE49-F238E27FC236}">
                <a16:creationId xmlns:a16="http://schemas.microsoft.com/office/drawing/2014/main" id="{EF279147-6397-4265-B070-B3FA31D56D2E}"/>
              </a:ext>
            </a:extLst>
          </p:cNvPr>
          <p:cNvSpPr>
            <a:spLocks noGrp="1"/>
          </p:cNvSpPr>
          <p:nvPr/>
        </p:nvSpPr>
        <p:spPr>
          <a:xfrm>
            <a:off x="7852994" y="5620463"/>
            <a:ext cx="73175" cy="73175"/>
          </a:xfrm>
          <a:custGeom>
            <a:avLst/>
            <a:gdLst/>
            <a:ahLst/>
            <a:cxnLst/>
            <a:rect l="0" t="0" r="0" b="0"/>
            <a:pathLst>
              <a:path w="71842" h="71842">
                <a:moveTo>
                  <a:pt x="35921" y="71842"/>
                </a:moveTo>
                <a:lnTo>
                  <a:pt x="71842" y="35921"/>
                </a:lnTo>
                <a:lnTo>
                  <a:pt x="35921" y="0"/>
                </a:lnTo>
                <a:lnTo>
                  <a:pt x="0" y="35921"/>
                </a:lnTo>
                <a:lnTo>
                  <a:pt x="35921" y="7184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1430">
            <a:solidFill>
              <a:srgbClr val="3A64C8"/>
            </a:solidFill>
            <a:prstDash val="solid"/>
          </a:ln>
        </p:spPr>
      </p:sp>
      <p:sp>
        <p:nvSpPr>
          <p:cNvPr id="3496" name="text_3495">
            <a:extLst>
              <a:ext uri="{FF2B5EF4-FFF2-40B4-BE49-F238E27FC236}">
                <a16:creationId xmlns:a16="http://schemas.microsoft.com/office/drawing/2014/main" id="{E7F9D810-6F8F-4D0B-B9D1-8438A5BC6010}"/>
              </a:ext>
            </a:extLst>
          </p:cNvPr>
          <p:cNvSpPr>
            <a:spLocks noGrp="1"/>
          </p:cNvSpPr>
          <p:nvPr/>
        </p:nvSpPr>
        <p:spPr>
          <a:xfrm>
            <a:off x="2023311" y="1891156"/>
            <a:ext cx="2805758" cy="16978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70"/>
              <a:t>Ligand detection across ranked candidates</a:t>
            </a:r>
          </a:p>
        </p:txBody>
      </p:sp>
      <p:sp>
        <p:nvSpPr>
          <p:cNvPr id="3497" name="01_find_only_3496">
            <a:extLst>
              <a:ext uri="{FF2B5EF4-FFF2-40B4-BE49-F238E27FC236}">
                <a16:creationId xmlns:a16="http://schemas.microsoft.com/office/drawing/2014/main" id="{B87C8847-D1E2-4E5E-9A3D-23F5EF682DD7}"/>
              </a:ext>
            </a:extLst>
          </p:cNvPr>
          <p:cNvSpPr>
            <a:spLocks noGrp="1"/>
          </p:cNvSpPr>
          <p:nvPr/>
        </p:nvSpPr>
        <p:spPr>
          <a:xfrm>
            <a:off x="2044624" y="2343052"/>
            <a:ext cx="194035" cy="195"/>
          </a:xfrm>
          <a:custGeom>
            <a:avLst/>
            <a:gdLst/>
            <a:ahLst/>
            <a:cxnLst/>
            <a:rect l="0" t="0" r="0" b="0"/>
            <a:pathLst>
              <a:path w="190500" h="191">
                <a:moveTo>
                  <a:pt x="0" y="0"/>
                </a:moveTo>
                <a:lnTo>
                  <a:pt x="95250" y="0"/>
                </a:lnTo>
                <a:lnTo>
                  <a:pt x="190500" y="0"/>
                </a:lnTo>
              </a:path>
            </a:pathLst>
          </a:custGeom>
          <a:noFill/>
          <a:ln w="22860">
            <a:solidFill>
              <a:srgbClr val="00878B"/>
            </a:solidFill>
            <a:prstDash val="solid"/>
          </a:ln>
        </p:spPr>
      </p:sp>
      <p:sp>
        <p:nvSpPr>
          <p:cNvPr id="3498" name="01_find_only_3497">
            <a:extLst>
              <a:ext uri="{FF2B5EF4-FFF2-40B4-BE49-F238E27FC236}">
                <a16:creationId xmlns:a16="http://schemas.microsoft.com/office/drawing/2014/main" id="{7441625E-2A59-4E85-93E7-7616A26B12D3}"/>
              </a:ext>
            </a:extLst>
          </p:cNvPr>
          <p:cNvSpPr>
            <a:spLocks noGrp="1"/>
          </p:cNvSpPr>
          <p:nvPr/>
        </p:nvSpPr>
        <p:spPr>
          <a:xfrm>
            <a:off x="2120944" y="2322355"/>
            <a:ext cx="41394" cy="41394"/>
          </a:xfrm>
          <a:prstGeom prst="ellipse">
            <a:avLst/>
          </a:prstGeom>
          <a:solidFill>
            <a:srgbClr val="00878B"/>
          </a:solidFill>
          <a:ln w="12700">
            <a:solidFill>
              <a:srgbClr val="00878B"/>
            </a:solidFill>
            <a:prstDash val="solid"/>
          </a:ln>
        </p:spPr>
      </p:sp>
      <p:sp>
        <p:nvSpPr>
          <p:cNvPr id="3499" name="text_3498">
            <a:extLst>
              <a:ext uri="{FF2B5EF4-FFF2-40B4-BE49-F238E27FC236}">
                <a16:creationId xmlns:a16="http://schemas.microsoft.com/office/drawing/2014/main" id="{470582F5-F7B3-4F05-9B7B-E30CB3274149}"/>
              </a:ext>
            </a:extLst>
          </p:cNvPr>
          <p:cNvSpPr>
            <a:spLocks noGrp="1"/>
          </p:cNvSpPr>
          <p:nvPr/>
        </p:nvSpPr>
        <p:spPr>
          <a:xfrm>
            <a:off x="2316273" y="2300365"/>
            <a:ext cx="255576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Mean</a:t>
            </a:r>
          </a:p>
        </p:txBody>
      </p:sp>
      <p:sp>
        <p:nvSpPr>
          <p:cNvPr id="3500" name="01_find_only_3499">
            <a:extLst>
              <a:ext uri="{FF2B5EF4-FFF2-40B4-BE49-F238E27FC236}">
                <a16:creationId xmlns:a16="http://schemas.microsoft.com/office/drawing/2014/main" id="{0633EA2E-8CCA-481A-9E0E-DEDF8C7340F0}"/>
              </a:ext>
            </a:extLst>
          </p:cNvPr>
          <p:cNvSpPr>
            <a:spLocks noGrp="1"/>
          </p:cNvSpPr>
          <p:nvPr/>
        </p:nvSpPr>
        <p:spPr>
          <a:xfrm>
            <a:off x="2752973" y="2343052"/>
            <a:ext cx="194035" cy="195"/>
          </a:xfrm>
          <a:custGeom>
            <a:avLst/>
            <a:gdLst/>
            <a:ahLst/>
            <a:cxnLst/>
            <a:rect l="0" t="0" r="0" b="0"/>
            <a:pathLst>
              <a:path w="190500" h="191">
                <a:moveTo>
                  <a:pt x="0" y="0"/>
                </a:moveTo>
                <a:lnTo>
                  <a:pt x="95250" y="0"/>
                </a:lnTo>
                <a:lnTo>
                  <a:pt x="190500" y="0"/>
                </a:lnTo>
              </a:path>
            </a:pathLst>
          </a:custGeom>
          <a:noFill/>
          <a:ln w="13335">
            <a:solidFill>
              <a:srgbClr val="3A64C8"/>
            </a:solidFill>
            <a:prstDash val="solid"/>
          </a:ln>
        </p:spPr>
      </p:sp>
      <p:sp>
        <p:nvSpPr>
          <p:cNvPr id="3501" name="01_find_only_3500">
            <a:extLst>
              <a:ext uri="{FF2B5EF4-FFF2-40B4-BE49-F238E27FC236}">
                <a16:creationId xmlns:a16="http://schemas.microsoft.com/office/drawing/2014/main" id="{88955CF0-CA4F-4E3B-B381-A0CAFEB11E12}"/>
              </a:ext>
            </a:extLst>
          </p:cNvPr>
          <p:cNvSpPr>
            <a:spLocks noGrp="1"/>
          </p:cNvSpPr>
          <p:nvPr/>
        </p:nvSpPr>
        <p:spPr>
          <a:xfrm>
            <a:off x="2817976" y="2311038"/>
            <a:ext cx="64028" cy="64028"/>
          </a:xfrm>
          <a:custGeom>
            <a:avLst/>
            <a:gdLst/>
            <a:ahLst/>
            <a:cxnLst/>
            <a:rect l="0" t="0" r="0" b="0"/>
            <a:pathLst>
              <a:path w="62862" h="62862">
                <a:moveTo>
                  <a:pt x="31431" y="62862"/>
                </a:moveTo>
                <a:lnTo>
                  <a:pt x="62862" y="31431"/>
                </a:lnTo>
                <a:lnTo>
                  <a:pt x="31431" y="0"/>
                </a:lnTo>
                <a:lnTo>
                  <a:pt x="0" y="31431"/>
                </a:lnTo>
                <a:lnTo>
                  <a:pt x="31431" y="62862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2700">
            <a:solidFill>
              <a:srgbClr val="3A64C8"/>
            </a:solidFill>
            <a:prstDash val="solid"/>
          </a:ln>
        </p:spPr>
      </p:sp>
      <p:sp>
        <p:nvSpPr>
          <p:cNvPr id="3502" name="text_3501">
            <a:extLst>
              <a:ext uri="{FF2B5EF4-FFF2-40B4-BE49-F238E27FC236}">
                <a16:creationId xmlns:a16="http://schemas.microsoft.com/office/drawing/2014/main" id="{7D47B6C8-4BA0-4424-92BB-3D379CA5A6AB}"/>
              </a:ext>
            </a:extLst>
          </p:cNvPr>
          <p:cNvSpPr>
            <a:spLocks noGrp="1"/>
          </p:cNvSpPr>
          <p:nvPr/>
        </p:nvSpPr>
        <p:spPr>
          <a:xfrm>
            <a:off x="3024622" y="2300365"/>
            <a:ext cx="331056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Median</a:t>
            </a:r>
          </a:p>
        </p:txBody>
      </p:sp>
      <p:sp>
        <p:nvSpPr>
          <p:cNvPr id="3503" name="01_find_only_3502">
            <a:extLst>
              <a:ext uri="{FF2B5EF4-FFF2-40B4-BE49-F238E27FC236}">
                <a16:creationId xmlns:a16="http://schemas.microsoft.com/office/drawing/2014/main" id="{4BE579E6-64AC-4D21-A1E2-40CFB2D56526}"/>
              </a:ext>
            </a:extLst>
          </p:cNvPr>
          <p:cNvSpPr>
            <a:spLocks noGrp="1"/>
          </p:cNvSpPr>
          <p:nvPr/>
        </p:nvSpPr>
        <p:spPr>
          <a:xfrm>
            <a:off x="3614442" y="2323648"/>
            <a:ext cx="38807" cy="38807"/>
          </a:xfrm>
          <a:prstGeom prst="ellipse">
            <a:avLst/>
          </a:prstGeom>
          <a:solidFill>
            <a:srgbClr val="7F8C97"/>
          </a:solidFill>
          <a:ln w="12700">
            <a:solidFill>
              <a:srgbClr val="7F8C97"/>
            </a:solidFill>
            <a:prstDash val="solid"/>
          </a:ln>
        </p:spPr>
      </p:sp>
      <p:sp>
        <p:nvSpPr>
          <p:cNvPr id="3504" name="text_3503">
            <a:extLst>
              <a:ext uri="{FF2B5EF4-FFF2-40B4-BE49-F238E27FC236}">
                <a16:creationId xmlns:a16="http://schemas.microsoft.com/office/drawing/2014/main" id="{8D671A8D-B0C9-45AC-98B6-F76178C5DC8C}"/>
              </a:ext>
            </a:extLst>
          </p:cNvPr>
          <p:cNvSpPr>
            <a:spLocks noGrp="1"/>
          </p:cNvSpPr>
          <p:nvPr/>
        </p:nvSpPr>
        <p:spPr>
          <a:xfrm>
            <a:off x="3808477" y="2300365"/>
            <a:ext cx="649176" cy="1212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  <a:lvl1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1pPr>
            <a:lvl2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2pPr>
            <a:lvl3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3pPr>
            <a:lvl4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4pPr>
            <a:lvl5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5pPr>
            <a:lvl6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6pPr>
            <a:lvl7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7pPr>
            <a:lvl8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8pPr>
            <a:lvl9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lvl9pPr>
          </a:lstStyle>
          <a:p>
            <a:pPr algn="l">
              <a:defRPr sz="7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64"/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424936955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89" name="data_0">
            <a:extLst xmlns:a="http://schemas.openxmlformats.org/drawingml/2006/main">
              <a:ext uri="{FF2B5EF4-FFF2-40B4-BE49-F238E27FC236}">
                <a16:creationId xmlns:a16="http://schemas.microsoft.com/office/drawing/2014/main" id="{C5F36E1A-CC6B-45D0-AF95-99FA124A3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544" y="161925"/>
            <a:ext cx="8975912" cy="8477250"/>
          </a:xfrm>
          <a:custGeom xmlns:a="http://schemas.openxmlformats.org/drawingml/2006/main">
            <a:pathLst>
              <a:path w="8975912" h="8477250">
                <a:moveTo>
                  <a:pt x="0" y="8477250"/>
                </a:moveTo>
                <a:lnTo>
                  <a:pt x="8975912" y="8477250"/>
                </a:lnTo>
                <a:lnTo>
                  <a:pt x="8975912" y="0"/>
                </a:lnTo>
                <a:lnTo>
                  <a:pt x="0" y="0"/>
                </a:lnTo>
                <a:lnTo>
                  <a:pt x="0" y="84772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ata_1">
            <a:extLst xmlns:a="http://schemas.openxmlformats.org/drawingml/2006/main">
              <a:ext uri="{FF2B5EF4-FFF2-40B4-BE49-F238E27FC236}">
                <a16:creationId xmlns:a16="http://schemas.microsoft.com/office/drawing/2014/main" id="{B912725C-190B-4F45-9BFD-D4A3C6B8E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1348740"/>
            <a:ext cx="2913552" cy="1992941"/>
          </a:xfrm>
          <a:custGeom xmlns:a="http://schemas.openxmlformats.org/drawingml/2006/main">
            <a:pathLst>
              <a:path w="2913552" h="1992941">
                <a:moveTo>
                  <a:pt x="0" y="1992941"/>
                </a:moveTo>
                <a:lnTo>
                  <a:pt x="2913552" y="1992941"/>
                </a:lnTo>
                <a:lnTo>
                  <a:pt x="2913552" y="0"/>
                </a:lnTo>
                <a:lnTo>
                  <a:pt x="0" y="0"/>
                </a:lnTo>
                <a:lnTo>
                  <a:pt x="0" y="1992941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data_2">
            <a:extLst xmlns:a="http://schemas.openxmlformats.org/drawingml/2006/main">
              <a:ext uri="{FF2B5EF4-FFF2-40B4-BE49-F238E27FC236}">
                <a16:creationId xmlns:a16="http://schemas.microsoft.com/office/drawing/2014/main" id="{E6F39892-D765-42F3-96C5-A60CC17DD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5403" y="3341681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4" name="text_3">
            <a:extLst xmlns:a="http://schemas.openxmlformats.org/drawingml/2006/main">
              <a:ext uri="{FF2B5EF4-FFF2-40B4-BE49-F238E27FC236}">
                <a16:creationId xmlns:a16="http://schemas.microsoft.com/office/drawing/2014/main" id="{E2FB456C-25FD-46F6-ADAB-C89B66E7A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81888" y="3477297"/>
            <a:ext cx="735825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5" name="data_4">
            <a:extLst xmlns:a="http://schemas.openxmlformats.org/drawingml/2006/main">
              <a:ext uri="{FF2B5EF4-FFF2-40B4-BE49-F238E27FC236}">
                <a16:creationId xmlns:a16="http://schemas.microsoft.com/office/drawing/2014/main" id="{AC77B050-9051-4D0A-8E79-40A152DEC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179" y="3341681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6" name="text_5">
            <a:extLst xmlns:a="http://schemas.openxmlformats.org/drawingml/2006/main">
              <a:ext uri="{FF2B5EF4-FFF2-40B4-BE49-F238E27FC236}">
                <a16:creationId xmlns:a16="http://schemas.microsoft.com/office/drawing/2014/main" id="{E98CE58F-23E5-45D8-B7AC-DBF74ADE1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4978" y="3477297"/>
            <a:ext cx="723412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7" name="text_6">
            <a:extLst xmlns:a="http://schemas.openxmlformats.org/drawingml/2006/main">
              <a:ext uri="{FF2B5EF4-FFF2-40B4-BE49-F238E27FC236}">
                <a16:creationId xmlns:a16="http://schemas.microsoft.com/office/drawing/2014/main" id="{8B8EA572-CBC2-49D7-9179-ADC559DB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65324" y="3596051"/>
            <a:ext cx="74279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8" name="text_7">
            <a:extLst xmlns:a="http://schemas.openxmlformats.org/drawingml/2006/main">
              <a:ext uri="{FF2B5EF4-FFF2-40B4-BE49-F238E27FC236}">
                <a16:creationId xmlns:a16="http://schemas.microsoft.com/office/drawing/2014/main" id="{EAD7C6E3-4FBA-4E7A-A8E8-3B27B49D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0644" y="3596051"/>
            <a:ext cx="77572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9" name="text_8">
            <a:extLst xmlns:a="http://schemas.openxmlformats.org/drawingml/2006/main">
              <a:ext uri="{FF2B5EF4-FFF2-40B4-BE49-F238E27FC236}">
                <a16:creationId xmlns:a16="http://schemas.microsoft.com/office/drawing/2014/main" id="{9ABB3BCB-1210-4E55-A5E9-FBFCD3FC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99297" y="3596051"/>
            <a:ext cx="82132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0" name="text_9">
            <a:extLst xmlns:a="http://schemas.openxmlformats.org/drawingml/2006/main">
              <a:ext uri="{FF2B5EF4-FFF2-40B4-BE49-F238E27FC236}">
                <a16:creationId xmlns:a16="http://schemas.microsoft.com/office/drawing/2014/main" id="{90370C53-C3D1-46C3-9854-6DE57389C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72457" y="3596051"/>
            <a:ext cx="90112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1" name="text_10">
            <a:extLst xmlns:a="http://schemas.openxmlformats.org/drawingml/2006/main">
              <a:ext uri="{FF2B5EF4-FFF2-40B4-BE49-F238E27FC236}">
                <a16:creationId xmlns:a16="http://schemas.microsoft.com/office/drawing/2014/main" id="{61BABBEF-19E5-40DF-9681-C8CC615B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3581" y="3596051"/>
            <a:ext cx="76306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2" name="text_11">
            <a:extLst xmlns:a="http://schemas.openxmlformats.org/drawingml/2006/main">
              <a:ext uri="{FF2B5EF4-FFF2-40B4-BE49-F238E27FC236}">
                <a16:creationId xmlns:a16="http://schemas.microsoft.com/office/drawing/2014/main" id="{706439CB-12DE-444A-AE50-774E24FEE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22033" y="3643799"/>
            <a:ext cx="53748" cy="1108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698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3" name="text_12">
            <a:extLst xmlns:a="http://schemas.openxmlformats.org/drawingml/2006/main">
              <a:ext uri="{FF2B5EF4-FFF2-40B4-BE49-F238E27FC236}">
                <a16:creationId xmlns:a16="http://schemas.microsoft.com/office/drawing/2014/main" id="{8E667F48-9CA1-4732-B9A8-F548B233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6893" y="3643799"/>
            <a:ext cx="31139" cy="1108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698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text_13">
            <a:extLst xmlns:a="http://schemas.openxmlformats.org/drawingml/2006/main">
              <a:ext uri="{FF2B5EF4-FFF2-40B4-BE49-F238E27FC236}">
                <a16:creationId xmlns:a16="http://schemas.microsoft.com/office/drawing/2014/main" id="{EDC57A0B-E4C0-41FB-979F-8B28441D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89236" y="3643799"/>
            <a:ext cx="53748" cy="1108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698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data_14">
            <a:extLst xmlns:a="http://schemas.openxmlformats.org/drawingml/2006/main">
              <a:ext uri="{FF2B5EF4-FFF2-40B4-BE49-F238E27FC236}">
                <a16:creationId xmlns:a16="http://schemas.microsoft.com/office/drawing/2014/main" id="{C6D1707F-AFDA-4E3B-9475-A86C910AD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3341681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16" name="data_15">
            <a:extLst xmlns:a="http://schemas.openxmlformats.org/drawingml/2006/main">
              <a:ext uri="{FF2B5EF4-FFF2-40B4-BE49-F238E27FC236}">
                <a16:creationId xmlns:a16="http://schemas.microsoft.com/office/drawing/2014/main" id="{E579D932-968F-4D15-9786-8C6E34ADA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036" y="3341681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7" name="text_16">
            <a:extLst xmlns:a="http://schemas.openxmlformats.org/drawingml/2006/main">
              <a:ext uri="{FF2B5EF4-FFF2-40B4-BE49-F238E27FC236}">
                <a16:creationId xmlns:a16="http://schemas.microsoft.com/office/drawing/2014/main" id="{26F2424C-ACEA-456D-BA67-EACC9B87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1113" y="3284694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8" name="data_17">
            <a:extLst xmlns:a="http://schemas.openxmlformats.org/drawingml/2006/main">
              <a:ext uri="{FF2B5EF4-FFF2-40B4-BE49-F238E27FC236}">
                <a16:creationId xmlns:a16="http://schemas.microsoft.com/office/drawing/2014/main" id="{C90BF581-8E82-4AF5-A2FB-1D86E4203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2401614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19" name="data_18">
            <a:extLst xmlns:a="http://schemas.openxmlformats.org/drawingml/2006/main">
              <a:ext uri="{FF2B5EF4-FFF2-40B4-BE49-F238E27FC236}">
                <a16:creationId xmlns:a16="http://schemas.microsoft.com/office/drawing/2014/main" id="{ABA24526-ADC5-476E-84CC-C24FE8C0B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036" y="2401614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20" name="text_19">
            <a:extLst xmlns:a="http://schemas.openxmlformats.org/drawingml/2006/main">
              <a:ext uri="{FF2B5EF4-FFF2-40B4-BE49-F238E27FC236}">
                <a16:creationId xmlns:a16="http://schemas.microsoft.com/office/drawing/2014/main" id="{D4CAF869-F4BF-4DF5-A71F-DD1C66B7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1113" y="2344627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1" name="data_20">
            <a:extLst xmlns:a="http://schemas.openxmlformats.org/drawingml/2006/main">
              <a:ext uri="{FF2B5EF4-FFF2-40B4-BE49-F238E27FC236}">
                <a16:creationId xmlns:a16="http://schemas.microsoft.com/office/drawing/2014/main" id="{1D07D6F9-8678-4AB4-8C01-44D21F310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1461548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22" name="data_21">
            <a:extLst xmlns:a="http://schemas.openxmlformats.org/drawingml/2006/main">
              <a:ext uri="{FF2B5EF4-FFF2-40B4-BE49-F238E27FC236}">
                <a16:creationId xmlns:a16="http://schemas.microsoft.com/office/drawing/2014/main" id="{C273B8F4-1F47-4130-B4B8-8FD65127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036" y="1461548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23" name="text_22">
            <a:extLst xmlns:a="http://schemas.openxmlformats.org/drawingml/2006/main">
              <a:ext uri="{FF2B5EF4-FFF2-40B4-BE49-F238E27FC236}">
                <a16:creationId xmlns:a16="http://schemas.microsoft.com/office/drawing/2014/main" id="{25D5AF4F-E0B2-474A-A23B-71337B95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1113" y="1404561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4" name="text_23">
            <a:extLst xmlns:a="http://schemas.openxmlformats.org/drawingml/2006/main">
              <a:ext uri="{FF2B5EF4-FFF2-40B4-BE49-F238E27FC236}">
                <a16:creationId xmlns:a16="http://schemas.microsoft.com/office/drawing/2014/main" id="{6070811E-8EDA-466F-BA9F-33E8B8374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684072" y="2261650"/>
            <a:ext cx="310416" cy="1671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25" name="data_24">
            <a:extLst xmlns:a="http://schemas.openxmlformats.org/drawingml/2006/main">
              <a:ext uri="{FF2B5EF4-FFF2-40B4-BE49-F238E27FC236}">
                <a16:creationId xmlns:a16="http://schemas.microsoft.com/office/drawing/2014/main" id="{4DA85A5E-9B0B-486B-8462-3F1F29DC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457" y="3247946"/>
            <a:ext cx="298639" cy="93735"/>
          </a:xfrm>
          <a:custGeom xmlns:a="http://schemas.openxmlformats.org/drawingml/2006/main">
            <a:pathLst>
              <a:path w="298639" h="93735">
                <a:moveTo>
                  <a:pt x="0" y="93735"/>
                </a:moveTo>
                <a:lnTo>
                  <a:pt x="298639" y="93735"/>
                </a:lnTo>
                <a:lnTo>
                  <a:pt x="298639" y="0"/>
                </a:lnTo>
                <a:lnTo>
                  <a:pt x="0" y="0"/>
                </a:lnTo>
                <a:lnTo>
                  <a:pt x="0" y="93735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27000"/>
            </a:srgbClr>
          </a:solidFill>
          <a:ln xmlns:a="http://schemas.openxmlformats.org/drawingml/2006/main" w="11435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6" name="data_25">
            <a:extLst xmlns:a="http://schemas.openxmlformats.org/drawingml/2006/main">
              <a:ext uri="{FF2B5EF4-FFF2-40B4-BE49-F238E27FC236}">
                <a16:creationId xmlns:a16="http://schemas.microsoft.com/office/drawing/2014/main" id="{2A35DF95-AA12-4062-A6BE-6B25D1319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083" y="2445089"/>
            <a:ext cx="298639" cy="896592"/>
          </a:xfrm>
          <a:custGeom xmlns:a="http://schemas.openxmlformats.org/drawingml/2006/main">
            <a:pathLst>
              <a:path w="298639" h="896592">
                <a:moveTo>
                  <a:pt x="0" y="896592"/>
                </a:moveTo>
                <a:lnTo>
                  <a:pt x="298639" y="896592"/>
                </a:lnTo>
                <a:lnTo>
                  <a:pt x="298639" y="0"/>
                </a:lnTo>
                <a:lnTo>
                  <a:pt x="0" y="0"/>
                </a:lnTo>
                <a:lnTo>
                  <a:pt x="0" y="896592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27000"/>
            </a:srgbClr>
          </a:solidFill>
          <a:ln xmlns:a="http://schemas.openxmlformats.org/drawingml/2006/main" w="11435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" name="data_26">
            <a:extLst xmlns:a="http://schemas.openxmlformats.org/drawingml/2006/main">
              <a:ext uri="{FF2B5EF4-FFF2-40B4-BE49-F238E27FC236}">
                <a16:creationId xmlns:a16="http://schemas.microsoft.com/office/drawing/2014/main" id="{44D37F2B-7015-46A2-B894-3D673D186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5710" y="2242746"/>
            <a:ext cx="298639" cy="1098935"/>
          </a:xfrm>
          <a:custGeom xmlns:a="http://schemas.openxmlformats.org/drawingml/2006/main">
            <a:pathLst>
              <a:path w="298639" h="1098935">
                <a:moveTo>
                  <a:pt x="0" y="1098935"/>
                </a:moveTo>
                <a:lnTo>
                  <a:pt x="298639" y="1098935"/>
                </a:lnTo>
                <a:lnTo>
                  <a:pt x="298639" y="0"/>
                </a:lnTo>
                <a:lnTo>
                  <a:pt x="0" y="0"/>
                </a:lnTo>
                <a:lnTo>
                  <a:pt x="0" y="1098935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27000"/>
            </a:srgbClr>
          </a:solidFill>
          <a:ln xmlns:a="http://schemas.openxmlformats.org/drawingml/2006/main" w="11435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8" name="data_27">
            <a:extLst xmlns:a="http://schemas.openxmlformats.org/drawingml/2006/main">
              <a:ext uri="{FF2B5EF4-FFF2-40B4-BE49-F238E27FC236}">
                <a16:creationId xmlns:a16="http://schemas.microsoft.com/office/drawing/2014/main" id="{A6620362-5510-44BD-BCC8-0AFE4874F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3233" y="2861841"/>
            <a:ext cx="298639" cy="479840"/>
          </a:xfrm>
          <a:custGeom xmlns:a="http://schemas.openxmlformats.org/drawingml/2006/main">
            <a:pathLst>
              <a:path w="298639" h="479840">
                <a:moveTo>
                  <a:pt x="0" y="479840"/>
                </a:moveTo>
                <a:lnTo>
                  <a:pt x="298639" y="479840"/>
                </a:lnTo>
                <a:lnTo>
                  <a:pt x="298639" y="0"/>
                </a:lnTo>
                <a:lnTo>
                  <a:pt x="0" y="0"/>
                </a:lnTo>
                <a:lnTo>
                  <a:pt x="0" y="479840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27000"/>
            </a:srgbClr>
          </a:solidFill>
          <a:ln xmlns:a="http://schemas.openxmlformats.org/drawingml/2006/main" w="11435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9" name="data_28">
            <a:extLst xmlns:a="http://schemas.openxmlformats.org/drawingml/2006/main">
              <a:ext uri="{FF2B5EF4-FFF2-40B4-BE49-F238E27FC236}">
                <a16:creationId xmlns:a16="http://schemas.microsoft.com/office/drawing/2014/main" id="{EB586E0F-081E-44D2-9C6F-D5FB2DAF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2859" y="2324749"/>
            <a:ext cx="298639" cy="1016932"/>
          </a:xfrm>
          <a:custGeom xmlns:a="http://schemas.openxmlformats.org/drawingml/2006/main">
            <a:pathLst>
              <a:path w="298639" h="1016932">
                <a:moveTo>
                  <a:pt x="0" y="1016932"/>
                </a:moveTo>
                <a:lnTo>
                  <a:pt x="298639" y="1016932"/>
                </a:lnTo>
                <a:lnTo>
                  <a:pt x="298639" y="0"/>
                </a:lnTo>
                <a:lnTo>
                  <a:pt x="0" y="0"/>
                </a:lnTo>
                <a:lnTo>
                  <a:pt x="0" y="1016932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27000"/>
            </a:srgbClr>
          </a:solidFill>
          <a:ln xmlns:a="http://schemas.openxmlformats.org/drawingml/2006/main" w="11435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0" name="data_29">
            <a:extLst xmlns:a="http://schemas.openxmlformats.org/drawingml/2006/main">
              <a:ext uri="{FF2B5EF4-FFF2-40B4-BE49-F238E27FC236}">
                <a16:creationId xmlns:a16="http://schemas.microsoft.com/office/drawing/2014/main" id="{6EB1D2F7-6F00-4E2D-A6A2-CAEC8CA4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486" y="2094846"/>
            <a:ext cx="298639" cy="1246835"/>
          </a:xfrm>
          <a:custGeom xmlns:a="http://schemas.openxmlformats.org/drawingml/2006/main">
            <a:pathLst>
              <a:path w="298639" h="1246835">
                <a:moveTo>
                  <a:pt x="0" y="1246835"/>
                </a:moveTo>
                <a:lnTo>
                  <a:pt x="298639" y="1246835"/>
                </a:lnTo>
                <a:lnTo>
                  <a:pt x="298639" y="0"/>
                </a:lnTo>
                <a:lnTo>
                  <a:pt x="0" y="0"/>
                </a:lnTo>
                <a:lnTo>
                  <a:pt x="0" y="1246835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27000"/>
            </a:srgbClr>
          </a:solidFill>
          <a:ln xmlns:a="http://schemas.openxmlformats.org/drawingml/2006/main" w="11435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31" name="data_30">
            <a:extLst xmlns:a="http://schemas.openxmlformats.org/drawingml/2006/main">
              <a:ext uri="{FF2B5EF4-FFF2-40B4-BE49-F238E27FC236}">
                <a16:creationId xmlns:a16="http://schemas.microsoft.com/office/drawing/2014/main" id="{940DBB81-A07F-43F0-BD52-FD0F79F4A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19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data_31">
            <a:extLst xmlns:a="http://schemas.openxmlformats.org/drawingml/2006/main">
              <a:ext uri="{FF2B5EF4-FFF2-40B4-BE49-F238E27FC236}">
                <a16:creationId xmlns:a16="http://schemas.microsoft.com/office/drawing/2014/main" id="{7C51A846-ED54-42F0-85AF-3488D4E09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34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data_32">
            <a:extLst xmlns:a="http://schemas.openxmlformats.org/drawingml/2006/main">
              <a:ext uri="{FF2B5EF4-FFF2-40B4-BE49-F238E27FC236}">
                <a16:creationId xmlns:a16="http://schemas.microsoft.com/office/drawing/2014/main" id="{F5D1184A-7523-42E8-9013-1391EECD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884" y="331348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data_33">
            <a:extLst xmlns:a="http://schemas.openxmlformats.org/drawingml/2006/main">
              <a:ext uri="{FF2B5EF4-FFF2-40B4-BE49-F238E27FC236}">
                <a16:creationId xmlns:a16="http://schemas.microsoft.com/office/drawing/2014/main" id="{66F5CC7E-1A40-4987-B72B-D02A18C1E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389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data_34">
            <a:extLst xmlns:a="http://schemas.openxmlformats.org/drawingml/2006/main">
              <a:ext uri="{FF2B5EF4-FFF2-40B4-BE49-F238E27FC236}">
                <a16:creationId xmlns:a16="http://schemas.microsoft.com/office/drawing/2014/main" id="{A13592B2-510F-4821-B9D3-42A882A2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091" y="32712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data_35">
            <a:extLst xmlns:a="http://schemas.openxmlformats.org/drawingml/2006/main">
              <a:ext uri="{FF2B5EF4-FFF2-40B4-BE49-F238E27FC236}">
                <a16:creationId xmlns:a16="http://schemas.microsoft.com/office/drawing/2014/main" id="{7FACF207-ABCE-4F7C-8D6C-20B8D8DC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464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data_36">
            <a:extLst xmlns:a="http://schemas.openxmlformats.org/drawingml/2006/main">
              <a:ext uri="{FF2B5EF4-FFF2-40B4-BE49-F238E27FC236}">
                <a16:creationId xmlns:a16="http://schemas.microsoft.com/office/drawing/2014/main" id="{7F934113-F7B5-4069-9EC0-9F383986A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224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data_37">
            <a:extLst xmlns:a="http://schemas.openxmlformats.org/drawingml/2006/main">
              <a:ext uri="{FF2B5EF4-FFF2-40B4-BE49-F238E27FC236}">
                <a16:creationId xmlns:a16="http://schemas.microsoft.com/office/drawing/2014/main" id="{090551E6-7DDE-4C9D-BCB8-C130A654B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909" y="32926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data_38">
            <a:extLst xmlns:a="http://schemas.openxmlformats.org/drawingml/2006/main">
              <a:ext uri="{FF2B5EF4-FFF2-40B4-BE49-F238E27FC236}">
                <a16:creationId xmlns:a16="http://schemas.microsoft.com/office/drawing/2014/main" id="{CB74716A-3926-4517-90B6-E60B70E87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72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data_39">
            <a:extLst xmlns:a="http://schemas.openxmlformats.org/drawingml/2006/main">
              <a:ext uri="{FF2B5EF4-FFF2-40B4-BE49-F238E27FC236}">
                <a16:creationId xmlns:a16="http://schemas.microsoft.com/office/drawing/2014/main" id="{B522D760-577F-4567-B69E-90E881564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551" y="331406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data_40">
            <a:extLst xmlns:a="http://schemas.openxmlformats.org/drawingml/2006/main">
              <a:ext uri="{FF2B5EF4-FFF2-40B4-BE49-F238E27FC236}">
                <a16:creationId xmlns:a16="http://schemas.microsoft.com/office/drawing/2014/main" id="{9BB1F290-736F-4B1E-99BF-42D168D89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5215" y="27027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data_41">
            <a:extLst xmlns:a="http://schemas.openxmlformats.org/drawingml/2006/main">
              <a:ext uri="{FF2B5EF4-FFF2-40B4-BE49-F238E27FC236}">
                <a16:creationId xmlns:a16="http://schemas.microsoft.com/office/drawing/2014/main" id="{9CA7A990-0AAD-46FF-A15F-C45D20439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397" y="308632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data_42">
            <a:extLst xmlns:a="http://schemas.openxmlformats.org/drawingml/2006/main">
              <a:ext uri="{FF2B5EF4-FFF2-40B4-BE49-F238E27FC236}">
                <a16:creationId xmlns:a16="http://schemas.microsoft.com/office/drawing/2014/main" id="{132AB9AC-2F9E-4DCF-A7AD-9BBA0C954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5050" y="33131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ata_43">
            <a:extLst xmlns:a="http://schemas.openxmlformats.org/drawingml/2006/main">
              <a:ext uri="{FF2B5EF4-FFF2-40B4-BE49-F238E27FC236}">
                <a16:creationId xmlns:a16="http://schemas.microsoft.com/office/drawing/2014/main" id="{B1512EE6-1458-40C7-95FE-BD1FECD6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423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ata_44">
            <a:extLst xmlns:a="http://schemas.openxmlformats.org/drawingml/2006/main">
              <a:ext uri="{FF2B5EF4-FFF2-40B4-BE49-F238E27FC236}">
                <a16:creationId xmlns:a16="http://schemas.microsoft.com/office/drawing/2014/main" id="{61E49A92-1CB3-4841-A5D9-D7A235193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469" y="29315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data_45">
            <a:extLst xmlns:a="http://schemas.openxmlformats.org/drawingml/2006/main">
              <a:ext uri="{FF2B5EF4-FFF2-40B4-BE49-F238E27FC236}">
                <a16:creationId xmlns:a16="http://schemas.microsoft.com/office/drawing/2014/main" id="{09AB4A48-0FB7-4E8E-BA66-1B75B494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2963" y="330494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data_46">
            <a:extLst xmlns:a="http://schemas.openxmlformats.org/drawingml/2006/main">
              <a:ext uri="{FF2B5EF4-FFF2-40B4-BE49-F238E27FC236}">
                <a16:creationId xmlns:a16="http://schemas.microsoft.com/office/drawing/2014/main" id="{585CD998-26A6-4955-904F-321793F66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741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data_47">
            <a:extLst xmlns:a="http://schemas.openxmlformats.org/drawingml/2006/main">
              <a:ext uri="{FF2B5EF4-FFF2-40B4-BE49-F238E27FC236}">
                <a16:creationId xmlns:a16="http://schemas.microsoft.com/office/drawing/2014/main" id="{2D77368C-BB58-432F-95E9-73C1461A0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313" y="29494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data_48">
            <a:extLst xmlns:a="http://schemas.openxmlformats.org/drawingml/2006/main">
              <a:ext uri="{FF2B5EF4-FFF2-40B4-BE49-F238E27FC236}">
                <a16:creationId xmlns:a16="http://schemas.microsoft.com/office/drawing/2014/main" id="{CD9C23DE-6105-496C-A4C8-45DF40638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9644" y="32300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data_49">
            <a:extLst xmlns:a="http://schemas.openxmlformats.org/drawingml/2006/main">
              <a:ext uri="{FF2B5EF4-FFF2-40B4-BE49-F238E27FC236}">
                <a16:creationId xmlns:a16="http://schemas.microsoft.com/office/drawing/2014/main" id="{60B09AA2-F23B-492C-B72B-C3C5A9B82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1323" y="32970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data_50">
            <a:extLst xmlns:a="http://schemas.openxmlformats.org/drawingml/2006/main">
              <a:ext uri="{FF2B5EF4-FFF2-40B4-BE49-F238E27FC236}">
                <a16:creationId xmlns:a16="http://schemas.microsoft.com/office/drawing/2014/main" id="{7BBAEDC2-7AE8-4495-BC05-C7CB3D72E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065" y="32547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data_51">
            <a:extLst xmlns:a="http://schemas.openxmlformats.org/drawingml/2006/main">
              <a:ext uri="{FF2B5EF4-FFF2-40B4-BE49-F238E27FC236}">
                <a16:creationId xmlns:a16="http://schemas.microsoft.com/office/drawing/2014/main" id="{FE2E48AE-8DA9-4580-98C9-74A6CCF5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47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data_52">
            <a:extLst xmlns:a="http://schemas.openxmlformats.org/drawingml/2006/main">
              <a:ext uri="{FF2B5EF4-FFF2-40B4-BE49-F238E27FC236}">
                <a16:creationId xmlns:a16="http://schemas.microsoft.com/office/drawing/2014/main" id="{035B306A-64A4-47AB-84DB-50D36E511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7938" y="29635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data_53">
            <a:extLst xmlns:a="http://schemas.openxmlformats.org/drawingml/2006/main">
              <a:ext uri="{FF2B5EF4-FFF2-40B4-BE49-F238E27FC236}">
                <a16:creationId xmlns:a16="http://schemas.microsoft.com/office/drawing/2014/main" id="{742CE161-BF99-4CB2-90E2-2BC176D3E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093" y="269054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data_54">
            <a:extLst xmlns:a="http://schemas.openxmlformats.org/drawingml/2006/main">
              <a:ext uri="{FF2B5EF4-FFF2-40B4-BE49-F238E27FC236}">
                <a16:creationId xmlns:a16="http://schemas.microsoft.com/office/drawing/2014/main" id="{067FF737-04A6-4648-85E3-C52AA9E9A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46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data_55">
            <a:extLst xmlns:a="http://schemas.openxmlformats.org/drawingml/2006/main">
              <a:ext uri="{FF2B5EF4-FFF2-40B4-BE49-F238E27FC236}">
                <a16:creationId xmlns:a16="http://schemas.microsoft.com/office/drawing/2014/main" id="{169E20AE-5B61-4740-82AF-35E5356F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85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data_56">
            <a:extLst xmlns:a="http://schemas.openxmlformats.org/drawingml/2006/main">
              <a:ext uri="{FF2B5EF4-FFF2-40B4-BE49-F238E27FC236}">
                <a16:creationId xmlns:a16="http://schemas.microsoft.com/office/drawing/2014/main" id="{66B61307-68F8-445E-A775-E97F5F85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0235" y="33141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data_57">
            <a:extLst xmlns:a="http://schemas.openxmlformats.org/drawingml/2006/main">
              <a:ext uri="{FF2B5EF4-FFF2-40B4-BE49-F238E27FC236}">
                <a16:creationId xmlns:a16="http://schemas.microsoft.com/office/drawing/2014/main" id="{8C49C33D-7BFF-4DA7-9A59-4CC1779CF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6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data_58">
            <a:extLst xmlns:a="http://schemas.openxmlformats.org/drawingml/2006/main">
              <a:ext uri="{FF2B5EF4-FFF2-40B4-BE49-F238E27FC236}">
                <a16:creationId xmlns:a16="http://schemas.microsoft.com/office/drawing/2014/main" id="{B124AAC5-E13F-4BBA-A591-0FF0CAFD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585" y="32731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data_59">
            <a:extLst xmlns:a="http://schemas.openxmlformats.org/drawingml/2006/main">
              <a:ext uri="{FF2B5EF4-FFF2-40B4-BE49-F238E27FC236}">
                <a16:creationId xmlns:a16="http://schemas.microsoft.com/office/drawing/2014/main" id="{A6C21D26-9E0F-4E94-8CC3-8FB60CB96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004" y="30653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data_60">
            <a:extLst xmlns:a="http://schemas.openxmlformats.org/drawingml/2006/main">
              <a:ext uri="{FF2B5EF4-FFF2-40B4-BE49-F238E27FC236}">
                <a16:creationId xmlns:a16="http://schemas.microsoft.com/office/drawing/2014/main" id="{5C8AE04A-BFD0-4804-9D1F-D929320E2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692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data_61">
            <a:extLst xmlns:a="http://schemas.openxmlformats.org/drawingml/2006/main">
              <a:ext uri="{FF2B5EF4-FFF2-40B4-BE49-F238E27FC236}">
                <a16:creationId xmlns:a16="http://schemas.microsoft.com/office/drawing/2014/main" id="{8DFD08A8-AEA4-4889-A893-F1C45824D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957" y="28169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data_62">
            <a:extLst xmlns:a="http://schemas.openxmlformats.org/drawingml/2006/main">
              <a:ext uri="{FF2B5EF4-FFF2-40B4-BE49-F238E27FC236}">
                <a16:creationId xmlns:a16="http://schemas.microsoft.com/office/drawing/2014/main" id="{8556B91A-9A98-44D5-A649-A3DBA8A4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72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data_63">
            <a:extLst xmlns:a="http://schemas.openxmlformats.org/drawingml/2006/main">
              <a:ext uri="{FF2B5EF4-FFF2-40B4-BE49-F238E27FC236}">
                <a16:creationId xmlns:a16="http://schemas.microsoft.com/office/drawing/2014/main" id="{DC3E8765-4A4B-492D-9F12-A6335ACE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2345" y="33227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data_64">
            <a:extLst xmlns:a="http://schemas.openxmlformats.org/drawingml/2006/main">
              <a:ext uri="{FF2B5EF4-FFF2-40B4-BE49-F238E27FC236}">
                <a16:creationId xmlns:a16="http://schemas.microsoft.com/office/drawing/2014/main" id="{28EF0767-A14C-4B6F-AE93-7DF2BED1D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96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data_65">
            <a:extLst xmlns:a="http://schemas.openxmlformats.org/drawingml/2006/main">
              <a:ext uri="{FF2B5EF4-FFF2-40B4-BE49-F238E27FC236}">
                <a16:creationId xmlns:a16="http://schemas.microsoft.com/office/drawing/2014/main" id="{515FE75B-E713-4C37-AE85-58D1DAEDC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676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data_66">
            <a:extLst xmlns:a="http://schemas.openxmlformats.org/drawingml/2006/main">
              <a:ext uri="{FF2B5EF4-FFF2-40B4-BE49-F238E27FC236}">
                <a16:creationId xmlns:a16="http://schemas.microsoft.com/office/drawing/2014/main" id="{D5862F9E-6CB7-469C-8637-4A53C2153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571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data_67">
            <a:extLst xmlns:a="http://schemas.openxmlformats.org/drawingml/2006/main">
              <a:ext uri="{FF2B5EF4-FFF2-40B4-BE49-F238E27FC236}">
                <a16:creationId xmlns:a16="http://schemas.microsoft.com/office/drawing/2014/main" id="{3877585C-B396-410D-AA5C-ED25DF252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438" y="33208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data_68">
            <a:extLst xmlns:a="http://schemas.openxmlformats.org/drawingml/2006/main">
              <a:ext uri="{FF2B5EF4-FFF2-40B4-BE49-F238E27FC236}">
                <a16:creationId xmlns:a16="http://schemas.microsoft.com/office/drawing/2014/main" id="{81BEC84F-29EE-4D25-9483-7ABB2C00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25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data_69">
            <a:extLst xmlns:a="http://schemas.openxmlformats.org/drawingml/2006/main">
              <a:ext uri="{FF2B5EF4-FFF2-40B4-BE49-F238E27FC236}">
                <a16:creationId xmlns:a16="http://schemas.microsoft.com/office/drawing/2014/main" id="{D11CC9C8-B4B9-4B1B-867A-76229D865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120" y="317164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data_70">
            <a:extLst xmlns:a="http://schemas.openxmlformats.org/drawingml/2006/main">
              <a:ext uri="{FF2B5EF4-FFF2-40B4-BE49-F238E27FC236}">
                <a16:creationId xmlns:a16="http://schemas.microsoft.com/office/drawing/2014/main" id="{579CAFCA-2E48-4370-BB87-228EB1015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393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data_71">
            <a:extLst xmlns:a="http://schemas.openxmlformats.org/drawingml/2006/main">
              <a:ext uri="{FF2B5EF4-FFF2-40B4-BE49-F238E27FC236}">
                <a16:creationId xmlns:a16="http://schemas.microsoft.com/office/drawing/2014/main" id="{50251030-426E-4D5C-8F53-2FE357DE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6455" y="21388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data_72">
            <a:extLst xmlns:a="http://schemas.openxmlformats.org/drawingml/2006/main">
              <a:ext uri="{FF2B5EF4-FFF2-40B4-BE49-F238E27FC236}">
                <a16:creationId xmlns:a16="http://schemas.microsoft.com/office/drawing/2014/main" id="{D90275F2-E739-460E-B6E4-8358D48B2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640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data_73">
            <a:extLst xmlns:a="http://schemas.openxmlformats.org/drawingml/2006/main">
              <a:ext uri="{FF2B5EF4-FFF2-40B4-BE49-F238E27FC236}">
                <a16:creationId xmlns:a16="http://schemas.microsoft.com/office/drawing/2014/main" id="{4D16505C-E788-44C4-B231-A96E713E0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51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data_74">
            <a:extLst xmlns:a="http://schemas.openxmlformats.org/drawingml/2006/main">
              <a:ext uri="{FF2B5EF4-FFF2-40B4-BE49-F238E27FC236}">
                <a16:creationId xmlns:a16="http://schemas.microsoft.com/office/drawing/2014/main" id="{244471E5-9B6F-4AE3-97D0-E60D6D766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62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data_75">
            <a:extLst xmlns:a="http://schemas.openxmlformats.org/drawingml/2006/main">
              <a:ext uri="{FF2B5EF4-FFF2-40B4-BE49-F238E27FC236}">
                <a16:creationId xmlns:a16="http://schemas.microsoft.com/office/drawing/2014/main" id="{4CBECC84-92A5-4E1A-B441-1D82CD6E0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885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data_76">
            <a:extLst xmlns:a="http://schemas.openxmlformats.org/drawingml/2006/main">
              <a:ext uri="{FF2B5EF4-FFF2-40B4-BE49-F238E27FC236}">
                <a16:creationId xmlns:a16="http://schemas.microsoft.com/office/drawing/2014/main" id="{5557A27E-3F74-47AA-8742-51B5FB5A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967" y="33092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data_77">
            <a:extLst xmlns:a="http://schemas.openxmlformats.org/drawingml/2006/main">
              <a:ext uri="{FF2B5EF4-FFF2-40B4-BE49-F238E27FC236}">
                <a16:creationId xmlns:a16="http://schemas.microsoft.com/office/drawing/2014/main" id="{97BD04EF-A94B-4526-8811-CC166C4C0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88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data_78">
            <a:extLst xmlns:a="http://schemas.openxmlformats.org/drawingml/2006/main">
              <a:ext uri="{FF2B5EF4-FFF2-40B4-BE49-F238E27FC236}">
                <a16:creationId xmlns:a16="http://schemas.microsoft.com/office/drawing/2014/main" id="{B0842B64-35C9-4759-A055-F2FCCD664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2664" y="33126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data_79">
            <a:extLst xmlns:a="http://schemas.openxmlformats.org/drawingml/2006/main">
              <a:ext uri="{FF2B5EF4-FFF2-40B4-BE49-F238E27FC236}">
                <a16:creationId xmlns:a16="http://schemas.microsoft.com/office/drawing/2014/main" id="{A047CF75-A0A2-4DEF-B7BE-CDAD2BC5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2370" y="22854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data_80">
            <a:extLst xmlns:a="http://schemas.openxmlformats.org/drawingml/2006/main">
              <a:ext uri="{FF2B5EF4-FFF2-40B4-BE49-F238E27FC236}">
                <a16:creationId xmlns:a16="http://schemas.microsoft.com/office/drawing/2014/main" id="{9F498B43-C3E7-4217-8A15-DB43EE25F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434" y="33210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data_81">
            <a:extLst xmlns:a="http://schemas.openxmlformats.org/drawingml/2006/main">
              <a:ext uri="{FF2B5EF4-FFF2-40B4-BE49-F238E27FC236}">
                <a16:creationId xmlns:a16="http://schemas.microsoft.com/office/drawing/2014/main" id="{0843BB5A-9CDA-4E9E-A72C-F12DC58D0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372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data_82">
            <a:extLst xmlns:a="http://schemas.openxmlformats.org/drawingml/2006/main">
              <a:ext uri="{FF2B5EF4-FFF2-40B4-BE49-F238E27FC236}">
                <a16:creationId xmlns:a16="http://schemas.microsoft.com/office/drawing/2014/main" id="{D793915D-59E5-498B-A1A7-E7F4CBA88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452" y="321403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data_83">
            <a:extLst xmlns:a="http://schemas.openxmlformats.org/drawingml/2006/main">
              <a:ext uri="{FF2B5EF4-FFF2-40B4-BE49-F238E27FC236}">
                <a16:creationId xmlns:a16="http://schemas.microsoft.com/office/drawing/2014/main" id="{12EB3C45-854F-42A1-BF14-7A134F752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619" y="23381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data_84">
            <a:extLst xmlns:a="http://schemas.openxmlformats.org/drawingml/2006/main">
              <a:ext uri="{FF2B5EF4-FFF2-40B4-BE49-F238E27FC236}">
                <a16:creationId xmlns:a16="http://schemas.microsoft.com/office/drawing/2014/main" id="{75815D48-17D6-43A0-B5E6-C875CBA5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38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data_85">
            <a:extLst xmlns:a="http://schemas.openxmlformats.org/drawingml/2006/main">
              <a:ext uri="{FF2B5EF4-FFF2-40B4-BE49-F238E27FC236}">
                <a16:creationId xmlns:a16="http://schemas.microsoft.com/office/drawing/2014/main" id="{C3B490E3-908B-4A4D-96B6-84932EB2C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03" y="33110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data_86">
            <a:extLst xmlns:a="http://schemas.openxmlformats.org/drawingml/2006/main">
              <a:ext uri="{FF2B5EF4-FFF2-40B4-BE49-F238E27FC236}">
                <a16:creationId xmlns:a16="http://schemas.microsoft.com/office/drawing/2014/main" id="{8AC4D14A-9761-495E-B4D7-95C8EF44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2528" y="31761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data_87">
            <a:extLst xmlns:a="http://schemas.openxmlformats.org/drawingml/2006/main">
              <a:ext uri="{FF2B5EF4-FFF2-40B4-BE49-F238E27FC236}">
                <a16:creationId xmlns:a16="http://schemas.microsoft.com/office/drawing/2014/main" id="{F75D7B0A-BC80-4E96-A184-DF47EC92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9232" y="304451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data_88">
            <a:extLst xmlns:a="http://schemas.openxmlformats.org/drawingml/2006/main">
              <a:ext uri="{FF2B5EF4-FFF2-40B4-BE49-F238E27FC236}">
                <a16:creationId xmlns:a16="http://schemas.microsoft.com/office/drawing/2014/main" id="{281374C8-89E8-49A5-97A3-DDB84170F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174" y="213767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ata_89">
            <a:extLst xmlns:a="http://schemas.openxmlformats.org/drawingml/2006/main">
              <a:ext uri="{FF2B5EF4-FFF2-40B4-BE49-F238E27FC236}">
                <a16:creationId xmlns:a16="http://schemas.microsoft.com/office/drawing/2014/main" id="{0D05E41A-68D6-4EC5-82E6-BE4D1087D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45" y="331556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data_90">
            <a:extLst xmlns:a="http://schemas.openxmlformats.org/drawingml/2006/main">
              <a:ext uri="{FF2B5EF4-FFF2-40B4-BE49-F238E27FC236}">
                <a16:creationId xmlns:a16="http://schemas.microsoft.com/office/drawing/2014/main" id="{6F31176F-A560-4C43-A3F7-29808932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07" y="32724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data_91">
            <a:extLst xmlns:a="http://schemas.openxmlformats.org/drawingml/2006/main">
              <a:ext uri="{FF2B5EF4-FFF2-40B4-BE49-F238E27FC236}">
                <a16:creationId xmlns:a16="http://schemas.microsoft.com/office/drawing/2014/main" id="{FD3BA61C-44BC-4CEA-8E1E-1A004587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95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data_92">
            <a:extLst xmlns:a="http://schemas.openxmlformats.org/drawingml/2006/main">
              <a:ext uri="{FF2B5EF4-FFF2-40B4-BE49-F238E27FC236}">
                <a16:creationId xmlns:a16="http://schemas.microsoft.com/office/drawing/2014/main" id="{E392207B-BE63-4D5D-BA29-4EA444F7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874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data_93">
            <a:extLst xmlns:a="http://schemas.openxmlformats.org/drawingml/2006/main">
              <a:ext uri="{FF2B5EF4-FFF2-40B4-BE49-F238E27FC236}">
                <a16:creationId xmlns:a16="http://schemas.microsoft.com/office/drawing/2014/main" id="{5E8870C3-36B9-40E0-8118-FC7288812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44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data_94">
            <a:extLst xmlns:a="http://schemas.openxmlformats.org/drawingml/2006/main">
              <a:ext uri="{FF2B5EF4-FFF2-40B4-BE49-F238E27FC236}">
                <a16:creationId xmlns:a16="http://schemas.microsoft.com/office/drawing/2014/main" id="{4EBCFFD9-5D55-4C84-8CF6-0C45D6076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9450" y="33210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ata_95">
            <a:extLst xmlns:a="http://schemas.openxmlformats.org/drawingml/2006/main">
              <a:ext uri="{FF2B5EF4-FFF2-40B4-BE49-F238E27FC236}">
                <a16:creationId xmlns:a16="http://schemas.microsoft.com/office/drawing/2014/main" id="{ECBB7B2B-1605-4945-9D1B-B70A73BE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470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data_96">
            <a:extLst xmlns:a="http://schemas.openxmlformats.org/drawingml/2006/main">
              <a:ext uri="{FF2B5EF4-FFF2-40B4-BE49-F238E27FC236}">
                <a16:creationId xmlns:a16="http://schemas.microsoft.com/office/drawing/2014/main" id="{700B2E59-737D-43A2-A9D8-6DF6E220E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00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ata_97">
            <a:extLst xmlns:a="http://schemas.openxmlformats.org/drawingml/2006/main">
              <a:ext uri="{FF2B5EF4-FFF2-40B4-BE49-F238E27FC236}">
                <a16:creationId xmlns:a16="http://schemas.microsoft.com/office/drawing/2014/main" id="{FA2D7354-FBE8-4F9B-8795-0544EAB51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929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data_98">
            <a:extLst xmlns:a="http://schemas.openxmlformats.org/drawingml/2006/main">
              <a:ext uri="{FF2B5EF4-FFF2-40B4-BE49-F238E27FC236}">
                <a16:creationId xmlns:a16="http://schemas.microsoft.com/office/drawing/2014/main" id="{1AA906CC-CAA3-416B-B266-17BFCF889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765" y="32334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ata_99">
            <a:extLst xmlns:a="http://schemas.openxmlformats.org/drawingml/2006/main">
              <a:ext uri="{FF2B5EF4-FFF2-40B4-BE49-F238E27FC236}">
                <a16:creationId xmlns:a16="http://schemas.microsoft.com/office/drawing/2014/main" id="{105550E2-D90F-4FFE-B366-E56F35BBA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133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data_100">
            <a:extLst xmlns:a="http://schemas.openxmlformats.org/drawingml/2006/main">
              <a:ext uri="{FF2B5EF4-FFF2-40B4-BE49-F238E27FC236}">
                <a16:creationId xmlns:a16="http://schemas.microsoft.com/office/drawing/2014/main" id="{A3AA0E44-D8F7-4164-BD70-428A8022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3991" y="33200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ata_101">
            <a:extLst xmlns:a="http://schemas.openxmlformats.org/drawingml/2006/main">
              <a:ext uri="{FF2B5EF4-FFF2-40B4-BE49-F238E27FC236}">
                <a16:creationId xmlns:a16="http://schemas.microsoft.com/office/drawing/2014/main" id="{378BB6AD-9C7E-43B9-B3CC-3B0D49D5F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056" y="33029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data_102">
            <a:extLst xmlns:a="http://schemas.openxmlformats.org/drawingml/2006/main">
              <a:ext uri="{FF2B5EF4-FFF2-40B4-BE49-F238E27FC236}">
                <a16:creationId xmlns:a16="http://schemas.microsoft.com/office/drawing/2014/main" id="{792C15AB-BAE5-49ED-A5E4-FFE35501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455" y="33170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ata_103">
            <a:extLst xmlns:a="http://schemas.openxmlformats.org/drawingml/2006/main">
              <a:ext uri="{FF2B5EF4-FFF2-40B4-BE49-F238E27FC236}">
                <a16:creationId xmlns:a16="http://schemas.microsoft.com/office/drawing/2014/main" id="{035C873E-29AB-45C0-A9B4-CCAB2AC11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7079" y="33200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data_104">
            <a:extLst xmlns:a="http://schemas.openxmlformats.org/drawingml/2006/main">
              <a:ext uri="{FF2B5EF4-FFF2-40B4-BE49-F238E27FC236}">
                <a16:creationId xmlns:a16="http://schemas.microsoft.com/office/drawing/2014/main" id="{A38005AA-A510-48DE-A7FE-804975003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393" y="33132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ata_105">
            <a:extLst xmlns:a="http://schemas.openxmlformats.org/drawingml/2006/main">
              <a:ext uri="{FF2B5EF4-FFF2-40B4-BE49-F238E27FC236}">
                <a16:creationId xmlns:a16="http://schemas.microsoft.com/office/drawing/2014/main" id="{F9B455E1-D9E5-4A89-BA72-ABD17CC21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0282" y="332105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data_106">
            <a:extLst xmlns:a="http://schemas.openxmlformats.org/drawingml/2006/main">
              <a:ext uri="{FF2B5EF4-FFF2-40B4-BE49-F238E27FC236}">
                <a16:creationId xmlns:a16="http://schemas.microsoft.com/office/drawing/2014/main" id="{A78DEB19-BBD5-4164-8683-5866DCAE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249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ata_107">
            <a:extLst xmlns:a="http://schemas.openxmlformats.org/drawingml/2006/main">
              <a:ext uri="{FF2B5EF4-FFF2-40B4-BE49-F238E27FC236}">
                <a16:creationId xmlns:a16="http://schemas.microsoft.com/office/drawing/2014/main" id="{6FDD6E78-9A78-4086-BCA4-8F6482E6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390" y="326990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data_108">
            <a:extLst xmlns:a="http://schemas.openxmlformats.org/drawingml/2006/main">
              <a:ext uri="{FF2B5EF4-FFF2-40B4-BE49-F238E27FC236}">
                <a16:creationId xmlns:a16="http://schemas.microsoft.com/office/drawing/2014/main" id="{E4462FF0-CFA7-481A-8602-AD98E7EAA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6307" y="33237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ata_109">
            <a:extLst xmlns:a="http://schemas.openxmlformats.org/drawingml/2006/main">
              <a:ext uri="{FF2B5EF4-FFF2-40B4-BE49-F238E27FC236}">
                <a16:creationId xmlns:a16="http://schemas.microsoft.com/office/drawing/2014/main" id="{A91039A6-BAB4-45A6-83FF-8EDD08A13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314" y="33229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data_110">
            <a:extLst xmlns:a="http://schemas.openxmlformats.org/drawingml/2006/main">
              <a:ext uri="{FF2B5EF4-FFF2-40B4-BE49-F238E27FC236}">
                <a16:creationId xmlns:a16="http://schemas.microsoft.com/office/drawing/2014/main" id="{45E78006-F6A8-4B3E-83D7-0D58AD0C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961" y="32409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ata_111">
            <a:extLst xmlns:a="http://schemas.openxmlformats.org/drawingml/2006/main">
              <a:ext uri="{FF2B5EF4-FFF2-40B4-BE49-F238E27FC236}">
                <a16:creationId xmlns:a16="http://schemas.microsoft.com/office/drawing/2014/main" id="{000BB277-2368-4BDC-AB54-0C1F5C1F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132" y="330696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data_112">
            <a:extLst xmlns:a="http://schemas.openxmlformats.org/drawingml/2006/main">
              <a:ext uri="{FF2B5EF4-FFF2-40B4-BE49-F238E27FC236}">
                <a16:creationId xmlns:a16="http://schemas.microsoft.com/office/drawing/2014/main" id="{7EBE99A2-A343-4BF3-9CB7-4118E0BB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0938" y="24276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ata_113">
            <a:extLst xmlns:a="http://schemas.openxmlformats.org/drawingml/2006/main">
              <a:ext uri="{FF2B5EF4-FFF2-40B4-BE49-F238E27FC236}">
                <a16:creationId xmlns:a16="http://schemas.microsoft.com/office/drawing/2014/main" id="{5BE609F0-B446-4C86-82DB-316D1681E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122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data_114">
            <a:extLst xmlns:a="http://schemas.openxmlformats.org/drawingml/2006/main">
              <a:ext uri="{FF2B5EF4-FFF2-40B4-BE49-F238E27FC236}">
                <a16:creationId xmlns:a16="http://schemas.microsoft.com/office/drawing/2014/main" id="{705E0412-359D-4138-A47C-C1FD2034E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069" y="32650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ata_115">
            <a:extLst xmlns:a="http://schemas.openxmlformats.org/drawingml/2006/main">
              <a:ext uri="{FF2B5EF4-FFF2-40B4-BE49-F238E27FC236}">
                <a16:creationId xmlns:a16="http://schemas.microsoft.com/office/drawing/2014/main" id="{7F0B76B0-0DC4-4BC3-A2BD-707700FD5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6665" y="32991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data_116">
            <a:extLst xmlns:a="http://schemas.openxmlformats.org/drawingml/2006/main">
              <a:ext uri="{FF2B5EF4-FFF2-40B4-BE49-F238E27FC236}">
                <a16:creationId xmlns:a16="http://schemas.microsoft.com/office/drawing/2014/main" id="{F5E7F94E-4F84-44F1-A6A4-E14EF5CC1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152" y="33120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ata_117">
            <a:extLst xmlns:a="http://schemas.openxmlformats.org/drawingml/2006/main">
              <a:ext uri="{FF2B5EF4-FFF2-40B4-BE49-F238E27FC236}">
                <a16:creationId xmlns:a16="http://schemas.microsoft.com/office/drawing/2014/main" id="{FEF69948-74C9-4D03-9584-10FB0E85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226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data_118">
            <a:extLst xmlns:a="http://schemas.openxmlformats.org/drawingml/2006/main">
              <a:ext uri="{FF2B5EF4-FFF2-40B4-BE49-F238E27FC236}">
                <a16:creationId xmlns:a16="http://schemas.microsoft.com/office/drawing/2014/main" id="{F3FE276A-5ECF-4ED6-9B13-9C142728E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24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ata_119">
            <a:extLst xmlns:a="http://schemas.openxmlformats.org/drawingml/2006/main">
              <a:ext uri="{FF2B5EF4-FFF2-40B4-BE49-F238E27FC236}">
                <a16:creationId xmlns:a16="http://schemas.microsoft.com/office/drawing/2014/main" id="{236FAD14-F315-4BE9-8A55-3BB388411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3375" y="32219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data_120">
            <a:extLst xmlns:a="http://schemas.openxmlformats.org/drawingml/2006/main">
              <a:ext uri="{FF2B5EF4-FFF2-40B4-BE49-F238E27FC236}">
                <a16:creationId xmlns:a16="http://schemas.microsoft.com/office/drawing/2014/main" id="{33AB330A-5D89-4C00-8E8A-6D41CDBAD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5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ata_121">
            <a:extLst xmlns:a="http://schemas.openxmlformats.org/drawingml/2006/main">
              <a:ext uri="{FF2B5EF4-FFF2-40B4-BE49-F238E27FC236}">
                <a16:creationId xmlns:a16="http://schemas.microsoft.com/office/drawing/2014/main" id="{014E635D-6702-4CED-A5DB-9D0D8621E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812" y="33096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data_122">
            <a:extLst xmlns:a="http://schemas.openxmlformats.org/drawingml/2006/main">
              <a:ext uri="{FF2B5EF4-FFF2-40B4-BE49-F238E27FC236}">
                <a16:creationId xmlns:a16="http://schemas.microsoft.com/office/drawing/2014/main" id="{5ED8E2F6-6015-4351-A4C2-D72A4C125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583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ata_123">
            <a:extLst xmlns:a="http://schemas.openxmlformats.org/drawingml/2006/main">
              <a:ext uri="{FF2B5EF4-FFF2-40B4-BE49-F238E27FC236}">
                <a16:creationId xmlns:a16="http://schemas.microsoft.com/office/drawing/2014/main" id="{8E933702-FC37-43E5-AFBC-0719CD565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785" y="33215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data_124">
            <a:extLst xmlns:a="http://schemas.openxmlformats.org/drawingml/2006/main">
              <a:ext uri="{FF2B5EF4-FFF2-40B4-BE49-F238E27FC236}">
                <a16:creationId xmlns:a16="http://schemas.microsoft.com/office/drawing/2014/main" id="{D8C6DC4E-2982-4CED-8C9D-FE0394C22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807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ata_125">
            <a:extLst xmlns:a="http://schemas.openxmlformats.org/drawingml/2006/main">
              <a:ext uri="{FF2B5EF4-FFF2-40B4-BE49-F238E27FC236}">
                <a16:creationId xmlns:a16="http://schemas.microsoft.com/office/drawing/2014/main" id="{9C5B2D43-21CC-47CC-A585-44615915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058" y="32815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data_126">
            <a:extLst xmlns:a="http://schemas.openxmlformats.org/drawingml/2006/main">
              <a:ext uri="{FF2B5EF4-FFF2-40B4-BE49-F238E27FC236}">
                <a16:creationId xmlns:a16="http://schemas.microsoft.com/office/drawing/2014/main" id="{C217E93A-78F8-4A53-806A-4699E6F6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863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data_127">
            <a:extLst xmlns:a="http://schemas.openxmlformats.org/drawingml/2006/main">
              <a:ext uri="{FF2B5EF4-FFF2-40B4-BE49-F238E27FC236}">
                <a16:creationId xmlns:a16="http://schemas.microsoft.com/office/drawing/2014/main" id="{DBD0DE0E-A6C2-4113-87C9-0EEDA012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388" y="331229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data_128">
            <a:extLst xmlns:a="http://schemas.openxmlformats.org/drawingml/2006/main">
              <a:ext uri="{FF2B5EF4-FFF2-40B4-BE49-F238E27FC236}">
                <a16:creationId xmlns:a16="http://schemas.microsoft.com/office/drawing/2014/main" id="{44E2D5ED-124F-4899-A68D-B263B98E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242" y="32988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data_129">
            <a:extLst xmlns:a="http://schemas.openxmlformats.org/drawingml/2006/main">
              <a:ext uri="{FF2B5EF4-FFF2-40B4-BE49-F238E27FC236}">
                <a16:creationId xmlns:a16="http://schemas.microsoft.com/office/drawing/2014/main" id="{3062733F-03F2-4F55-8C41-A33030CF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468" y="26491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ata_130">
            <a:extLst xmlns:a="http://schemas.openxmlformats.org/drawingml/2006/main">
              <a:ext uri="{FF2B5EF4-FFF2-40B4-BE49-F238E27FC236}">
                <a16:creationId xmlns:a16="http://schemas.microsoft.com/office/drawing/2014/main" id="{DC2735EF-AEC4-4DFD-B3A6-392238A8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998" y="30300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" name="data_131">
            <a:extLst xmlns:a="http://schemas.openxmlformats.org/drawingml/2006/main">
              <a:ext uri="{FF2B5EF4-FFF2-40B4-BE49-F238E27FC236}">
                <a16:creationId xmlns:a16="http://schemas.microsoft.com/office/drawing/2014/main" id="{1A7BAB96-4B83-4E95-AA1A-82D7BB0BD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649" y="33238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data_132">
            <a:extLst xmlns:a="http://schemas.openxmlformats.org/drawingml/2006/main">
              <a:ext uri="{FF2B5EF4-FFF2-40B4-BE49-F238E27FC236}">
                <a16:creationId xmlns:a16="http://schemas.microsoft.com/office/drawing/2014/main" id="{F5DAFC11-13FE-42F4-BDB3-67ADAB20E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311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data_133">
            <a:extLst xmlns:a="http://schemas.openxmlformats.org/drawingml/2006/main">
              <a:ext uri="{FF2B5EF4-FFF2-40B4-BE49-F238E27FC236}">
                <a16:creationId xmlns:a16="http://schemas.microsoft.com/office/drawing/2014/main" id="{FE4A833E-E7F7-4874-908B-6E5827AA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2423" y="32861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data_134">
            <a:extLst xmlns:a="http://schemas.openxmlformats.org/drawingml/2006/main">
              <a:ext uri="{FF2B5EF4-FFF2-40B4-BE49-F238E27FC236}">
                <a16:creationId xmlns:a16="http://schemas.microsoft.com/office/drawing/2014/main" id="{957B09DA-29C8-4D1F-9615-A3CBDD23A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931" y="31852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data_135">
            <a:extLst xmlns:a="http://schemas.openxmlformats.org/drawingml/2006/main">
              <a:ext uri="{FF2B5EF4-FFF2-40B4-BE49-F238E27FC236}">
                <a16:creationId xmlns:a16="http://schemas.microsoft.com/office/drawing/2014/main" id="{4C4A2A29-6D73-429A-81C1-26B15F45C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812" y="328425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data_136">
            <a:extLst xmlns:a="http://schemas.openxmlformats.org/drawingml/2006/main">
              <a:ext uri="{FF2B5EF4-FFF2-40B4-BE49-F238E27FC236}">
                <a16:creationId xmlns:a16="http://schemas.microsoft.com/office/drawing/2014/main" id="{3E7B013A-2A16-4230-B5D0-C5EF037F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0397" y="323293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data_137">
            <a:extLst xmlns:a="http://schemas.openxmlformats.org/drawingml/2006/main">
              <a:ext uri="{FF2B5EF4-FFF2-40B4-BE49-F238E27FC236}">
                <a16:creationId xmlns:a16="http://schemas.microsoft.com/office/drawing/2014/main" id="{4C70855C-3C3E-478A-8771-6CD5A576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881" y="319268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data_138">
            <a:extLst xmlns:a="http://schemas.openxmlformats.org/drawingml/2006/main">
              <a:ext uri="{FF2B5EF4-FFF2-40B4-BE49-F238E27FC236}">
                <a16:creationId xmlns:a16="http://schemas.microsoft.com/office/drawing/2014/main" id="{3DF6F1D9-3EEE-4F59-A081-EB818851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261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data_139">
            <a:extLst xmlns:a="http://schemas.openxmlformats.org/drawingml/2006/main">
              <a:ext uri="{FF2B5EF4-FFF2-40B4-BE49-F238E27FC236}">
                <a16:creationId xmlns:a16="http://schemas.microsoft.com/office/drawing/2014/main" id="{057F80B9-2834-4A9A-A3D6-EDA8AE1C2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6154" y="33010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data_140">
            <a:extLst xmlns:a="http://schemas.openxmlformats.org/drawingml/2006/main">
              <a:ext uri="{FF2B5EF4-FFF2-40B4-BE49-F238E27FC236}">
                <a16:creationId xmlns:a16="http://schemas.microsoft.com/office/drawing/2014/main" id="{F57A0604-0D78-4D2F-A377-A8F8319B2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214" y="32925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data_141">
            <a:extLst xmlns:a="http://schemas.openxmlformats.org/drawingml/2006/main">
              <a:ext uri="{FF2B5EF4-FFF2-40B4-BE49-F238E27FC236}">
                <a16:creationId xmlns:a16="http://schemas.microsoft.com/office/drawing/2014/main" id="{E0F269D2-B3A7-4AE5-B4D2-8D34CF1A9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86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data_142">
            <a:extLst xmlns:a="http://schemas.openxmlformats.org/drawingml/2006/main">
              <a:ext uri="{FF2B5EF4-FFF2-40B4-BE49-F238E27FC236}">
                <a16:creationId xmlns:a16="http://schemas.microsoft.com/office/drawing/2014/main" id="{2D888CF0-E6E5-4CD5-A764-6E5076D1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716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" name="data_143">
            <a:extLst xmlns:a="http://schemas.openxmlformats.org/drawingml/2006/main">
              <a:ext uri="{FF2B5EF4-FFF2-40B4-BE49-F238E27FC236}">
                <a16:creationId xmlns:a16="http://schemas.microsoft.com/office/drawing/2014/main" id="{88644F93-75EB-4490-AF1C-8C23FC3F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913" y="31560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data_144">
            <a:extLst xmlns:a="http://schemas.openxmlformats.org/drawingml/2006/main">
              <a:ext uri="{FF2B5EF4-FFF2-40B4-BE49-F238E27FC236}">
                <a16:creationId xmlns:a16="http://schemas.microsoft.com/office/drawing/2014/main" id="{8628EC00-291B-497B-81AB-34832AB0F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44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data_145">
            <a:extLst xmlns:a="http://schemas.openxmlformats.org/drawingml/2006/main">
              <a:ext uri="{FF2B5EF4-FFF2-40B4-BE49-F238E27FC236}">
                <a16:creationId xmlns:a16="http://schemas.microsoft.com/office/drawing/2014/main" id="{517409DF-4FC8-48AA-98F2-127CA1D7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000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" name="data_146">
            <a:extLst xmlns:a="http://schemas.openxmlformats.org/drawingml/2006/main">
              <a:ext uri="{FF2B5EF4-FFF2-40B4-BE49-F238E27FC236}">
                <a16:creationId xmlns:a16="http://schemas.microsoft.com/office/drawing/2014/main" id="{8C991235-2C35-4894-89EA-693737AA7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7095" y="30602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data_147">
            <a:extLst xmlns:a="http://schemas.openxmlformats.org/drawingml/2006/main">
              <a:ext uri="{FF2B5EF4-FFF2-40B4-BE49-F238E27FC236}">
                <a16:creationId xmlns:a16="http://schemas.microsoft.com/office/drawing/2014/main" id="{14AC0609-515D-43B1-93C5-1619DAA03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526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" name="data_148">
            <a:extLst xmlns:a="http://schemas.openxmlformats.org/drawingml/2006/main">
              <a:ext uri="{FF2B5EF4-FFF2-40B4-BE49-F238E27FC236}">
                <a16:creationId xmlns:a16="http://schemas.microsoft.com/office/drawing/2014/main" id="{30B540ED-7555-4517-83A2-9B6DCF38B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90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data_149">
            <a:extLst xmlns:a="http://schemas.openxmlformats.org/drawingml/2006/main">
              <a:ext uri="{FF2B5EF4-FFF2-40B4-BE49-F238E27FC236}">
                <a16:creationId xmlns:a16="http://schemas.microsoft.com/office/drawing/2014/main" id="{811E0BC4-A286-4C7D-B9A1-850503CC9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0290" y="33073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data_150">
            <a:extLst xmlns:a="http://schemas.openxmlformats.org/drawingml/2006/main">
              <a:ext uri="{FF2B5EF4-FFF2-40B4-BE49-F238E27FC236}">
                <a16:creationId xmlns:a16="http://schemas.microsoft.com/office/drawing/2014/main" id="{C9C0B1C3-E7BD-4763-B7F7-BB585D2A0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117" y="29928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data_151">
            <a:extLst xmlns:a="http://schemas.openxmlformats.org/drawingml/2006/main">
              <a:ext uri="{FF2B5EF4-FFF2-40B4-BE49-F238E27FC236}">
                <a16:creationId xmlns:a16="http://schemas.microsoft.com/office/drawing/2014/main" id="{5BB4EA45-2220-4C7C-8E9B-D2DEFDA0B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4128" y="332340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data_152">
            <a:extLst xmlns:a="http://schemas.openxmlformats.org/drawingml/2006/main">
              <a:ext uri="{FF2B5EF4-FFF2-40B4-BE49-F238E27FC236}">
                <a16:creationId xmlns:a16="http://schemas.microsoft.com/office/drawing/2014/main" id="{19BA1DF1-A00C-4D2F-88B1-29513DC9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572" y="33212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data_153">
            <a:extLst xmlns:a="http://schemas.openxmlformats.org/drawingml/2006/main">
              <a:ext uri="{FF2B5EF4-FFF2-40B4-BE49-F238E27FC236}">
                <a16:creationId xmlns:a16="http://schemas.microsoft.com/office/drawing/2014/main" id="{F8C7FAF3-99D2-439A-A6E2-991FB3EAC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849" y="32122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" name="data_154">
            <a:extLst xmlns:a="http://schemas.openxmlformats.org/drawingml/2006/main">
              <a:ext uri="{FF2B5EF4-FFF2-40B4-BE49-F238E27FC236}">
                <a16:creationId xmlns:a16="http://schemas.microsoft.com/office/drawing/2014/main" id="{D75AB2DB-6838-4582-A8D7-5A48A7DF2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151" y="33085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" name="data_155">
            <a:extLst xmlns:a="http://schemas.openxmlformats.org/drawingml/2006/main">
              <a:ext uri="{FF2B5EF4-FFF2-40B4-BE49-F238E27FC236}">
                <a16:creationId xmlns:a16="http://schemas.microsoft.com/office/drawing/2014/main" id="{16740D2D-F26A-4010-B794-DF897AE75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45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" name="data_156">
            <a:extLst xmlns:a="http://schemas.openxmlformats.org/drawingml/2006/main">
              <a:ext uri="{FF2B5EF4-FFF2-40B4-BE49-F238E27FC236}">
                <a16:creationId xmlns:a16="http://schemas.microsoft.com/office/drawing/2014/main" id="{90CA767C-9DF5-4025-BC38-CFB674C5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1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data_157">
            <a:extLst xmlns:a="http://schemas.openxmlformats.org/drawingml/2006/main">
              <a:ext uri="{FF2B5EF4-FFF2-40B4-BE49-F238E27FC236}">
                <a16:creationId xmlns:a16="http://schemas.microsoft.com/office/drawing/2014/main" id="{4E7BB6B2-179F-476E-98C8-981C3DFA9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111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data_158">
            <a:extLst xmlns:a="http://schemas.openxmlformats.org/drawingml/2006/main">
              <a:ext uri="{FF2B5EF4-FFF2-40B4-BE49-F238E27FC236}">
                <a16:creationId xmlns:a16="http://schemas.microsoft.com/office/drawing/2014/main" id="{3BAF5B14-68CF-467E-B714-4CACB4D8D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96" y="28608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data_159">
            <a:extLst xmlns:a="http://schemas.openxmlformats.org/drawingml/2006/main">
              <a:ext uri="{FF2B5EF4-FFF2-40B4-BE49-F238E27FC236}">
                <a16:creationId xmlns:a16="http://schemas.microsoft.com/office/drawing/2014/main" id="{BA7DBD13-E3D6-49DE-A901-16F4FB90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226" y="33167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" name="data_160">
            <a:extLst xmlns:a="http://schemas.openxmlformats.org/drawingml/2006/main">
              <a:ext uri="{FF2B5EF4-FFF2-40B4-BE49-F238E27FC236}">
                <a16:creationId xmlns:a16="http://schemas.microsoft.com/office/drawing/2014/main" id="{D85D1B65-033C-4AAC-86F0-DC8B225D2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542" y="315381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data_161">
            <a:extLst xmlns:a="http://schemas.openxmlformats.org/drawingml/2006/main">
              <a:ext uri="{FF2B5EF4-FFF2-40B4-BE49-F238E27FC236}">
                <a16:creationId xmlns:a16="http://schemas.microsoft.com/office/drawing/2014/main" id="{04AD0F90-B5B1-4FB2-88E9-9AEACC40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1596" y="33133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" name="data_162">
            <a:extLst xmlns:a="http://schemas.openxmlformats.org/drawingml/2006/main">
              <a:ext uri="{FF2B5EF4-FFF2-40B4-BE49-F238E27FC236}">
                <a16:creationId xmlns:a16="http://schemas.microsoft.com/office/drawing/2014/main" id="{C5614FA5-829B-4F2C-BDB2-3471668D5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329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data_163">
            <a:extLst xmlns:a="http://schemas.openxmlformats.org/drawingml/2006/main">
              <a:ext uri="{FF2B5EF4-FFF2-40B4-BE49-F238E27FC236}">
                <a16:creationId xmlns:a16="http://schemas.microsoft.com/office/drawing/2014/main" id="{5F605233-4F3D-4F1C-A950-7564C696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0208" y="32740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data_164">
            <a:extLst xmlns:a="http://schemas.openxmlformats.org/drawingml/2006/main">
              <a:ext uri="{FF2B5EF4-FFF2-40B4-BE49-F238E27FC236}">
                <a16:creationId xmlns:a16="http://schemas.microsoft.com/office/drawing/2014/main" id="{7764CEB2-43F3-4969-85EE-061675A39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832" y="32082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data_165">
            <a:extLst xmlns:a="http://schemas.openxmlformats.org/drawingml/2006/main">
              <a:ext uri="{FF2B5EF4-FFF2-40B4-BE49-F238E27FC236}">
                <a16:creationId xmlns:a16="http://schemas.microsoft.com/office/drawing/2014/main" id="{63466A35-4755-4578-B4DF-2715DCC51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6359" y="3013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data_166">
            <a:extLst xmlns:a="http://schemas.openxmlformats.org/drawingml/2006/main">
              <a:ext uri="{FF2B5EF4-FFF2-40B4-BE49-F238E27FC236}">
                <a16:creationId xmlns:a16="http://schemas.microsoft.com/office/drawing/2014/main" id="{C7D365B7-70D2-4D03-9359-416C0EC03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7314" y="331398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data_167">
            <a:extLst xmlns:a="http://schemas.openxmlformats.org/drawingml/2006/main">
              <a:ext uri="{FF2B5EF4-FFF2-40B4-BE49-F238E27FC236}">
                <a16:creationId xmlns:a16="http://schemas.microsoft.com/office/drawing/2014/main" id="{499D4F60-9D0A-454B-8C54-45DD7052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978" y="331656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data_168">
            <a:extLst xmlns:a="http://schemas.openxmlformats.org/drawingml/2006/main">
              <a:ext uri="{FF2B5EF4-FFF2-40B4-BE49-F238E27FC236}">
                <a16:creationId xmlns:a16="http://schemas.microsoft.com/office/drawing/2014/main" id="{5CFDAE24-0317-4970-9683-EA6A2E662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371" y="306663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data_169">
            <a:extLst xmlns:a="http://schemas.openxmlformats.org/drawingml/2006/main">
              <a:ext uri="{FF2B5EF4-FFF2-40B4-BE49-F238E27FC236}">
                <a16:creationId xmlns:a16="http://schemas.microsoft.com/office/drawing/2014/main" id="{D62CA7D9-07FA-401D-8D69-6911BB2B0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972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data_170">
            <a:extLst xmlns:a="http://schemas.openxmlformats.org/drawingml/2006/main">
              <a:ext uri="{FF2B5EF4-FFF2-40B4-BE49-F238E27FC236}">
                <a16:creationId xmlns:a16="http://schemas.microsoft.com/office/drawing/2014/main" id="{717DDDA8-2FA7-447B-AEA2-21B3EDB26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734" y="317400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data_171">
            <a:extLst xmlns:a="http://schemas.openxmlformats.org/drawingml/2006/main">
              <a:ext uri="{FF2B5EF4-FFF2-40B4-BE49-F238E27FC236}">
                <a16:creationId xmlns:a16="http://schemas.microsoft.com/office/drawing/2014/main" id="{1417E2A1-2C74-4DFA-BC0B-F586C1BA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943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data_172">
            <a:extLst xmlns:a="http://schemas.openxmlformats.org/drawingml/2006/main">
              <a:ext uri="{FF2B5EF4-FFF2-40B4-BE49-F238E27FC236}">
                <a16:creationId xmlns:a16="http://schemas.microsoft.com/office/drawing/2014/main" id="{23D57620-E8FB-4D5C-83EF-E5EECB3C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5425" y="32968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data_173">
            <a:extLst xmlns:a="http://schemas.openxmlformats.org/drawingml/2006/main">
              <a:ext uri="{FF2B5EF4-FFF2-40B4-BE49-F238E27FC236}">
                <a16:creationId xmlns:a16="http://schemas.microsoft.com/office/drawing/2014/main" id="{40AB1065-AE22-4F73-B942-65CA9C53A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29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data_174">
            <a:extLst xmlns:a="http://schemas.openxmlformats.org/drawingml/2006/main">
              <a:ext uri="{FF2B5EF4-FFF2-40B4-BE49-F238E27FC236}">
                <a16:creationId xmlns:a16="http://schemas.microsoft.com/office/drawing/2014/main" id="{23F43A4F-BF50-465F-90CE-CEAC38D0C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2827" y="32759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data_175">
            <a:extLst xmlns:a="http://schemas.openxmlformats.org/drawingml/2006/main">
              <a:ext uri="{FF2B5EF4-FFF2-40B4-BE49-F238E27FC236}">
                <a16:creationId xmlns:a16="http://schemas.microsoft.com/office/drawing/2014/main" id="{4E1A31AA-AE4D-438D-AE30-3DB4D5BC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522" y="32636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data_176">
            <a:extLst xmlns:a="http://schemas.openxmlformats.org/drawingml/2006/main">
              <a:ext uri="{FF2B5EF4-FFF2-40B4-BE49-F238E27FC236}">
                <a16:creationId xmlns:a16="http://schemas.microsoft.com/office/drawing/2014/main" id="{8D447701-C7E9-46E1-BC06-20EF38D1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946" y="323986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data_177">
            <a:extLst xmlns:a="http://schemas.openxmlformats.org/drawingml/2006/main">
              <a:ext uri="{FF2B5EF4-FFF2-40B4-BE49-F238E27FC236}">
                <a16:creationId xmlns:a16="http://schemas.microsoft.com/office/drawing/2014/main" id="{06768F81-6D3E-4DE7-9556-C7F51C1D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0378" y="32577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" name="data_178">
            <a:extLst xmlns:a="http://schemas.openxmlformats.org/drawingml/2006/main">
              <a:ext uri="{FF2B5EF4-FFF2-40B4-BE49-F238E27FC236}">
                <a16:creationId xmlns:a16="http://schemas.microsoft.com/office/drawing/2014/main" id="{77570819-FCB9-4163-B8A3-23AD7F64E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139" y="33191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data_179">
            <a:extLst xmlns:a="http://schemas.openxmlformats.org/drawingml/2006/main">
              <a:ext uri="{FF2B5EF4-FFF2-40B4-BE49-F238E27FC236}">
                <a16:creationId xmlns:a16="http://schemas.microsoft.com/office/drawing/2014/main" id="{BCF75443-6C11-4F10-A20A-8D0E88D5D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2079" y="32245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data_180">
            <a:extLst xmlns:a="http://schemas.openxmlformats.org/drawingml/2006/main">
              <a:ext uri="{FF2B5EF4-FFF2-40B4-BE49-F238E27FC236}">
                <a16:creationId xmlns:a16="http://schemas.microsoft.com/office/drawing/2014/main" id="{CFC4586F-372C-4243-8A1A-793EF99D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908" y="32954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" name="data_181">
            <a:extLst xmlns:a="http://schemas.openxmlformats.org/drawingml/2006/main">
              <a:ext uri="{FF2B5EF4-FFF2-40B4-BE49-F238E27FC236}">
                <a16:creationId xmlns:a16="http://schemas.microsoft.com/office/drawing/2014/main" id="{E04AF0DB-5DFA-4B74-86B9-2EB7BA820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547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data_182">
            <a:extLst xmlns:a="http://schemas.openxmlformats.org/drawingml/2006/main">
              <a:ext uri="{FF2B5EF4-FFF2-40B4-BE49-F238E27FC236}">
                <a16:creationId xmlns:a16="http://schemas.microsoft.com/office/drawing/2014/main" id="{11F33DBB-4657-449A-9E19-878693DC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508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data_183">
            <a:extLst xmlns:a="http://schemas.openxmlformats.org/drawingml/2006/main">
              <a:ext uri="{FF2B5EF4-FFF2-40B4-BE49-F238E27FC236}">
                <a16:creationId xmlns:a16="http://schemas.microsoft.com/office/drawing/2014/main" id="{105E77BF-E4A2-4D19-87B8-43CAEB4B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3726" y="32990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data_184">
            <a:extLst xmlns:a="http://schemas.openxmlformats.org/drawingml/2006/main">
              <a:ext uri="{FF2B5EF4-FFF2-40B4-BE49-F238E27FC236}">
                <a16:creationId xmlns:a16="http://schemas.microsoft.com/office/drawing/2014/main" id="{F2F303EF-D4BA-44AF-A6C6-56B25577D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420" y="25431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data_185">
            <a:extLst xmlns:a="http://schemas.openxmlformats.org/drawingml/2006/main">
              <a:ext uri="{FF2B5EF4-FFF2-40B4-BE49-F238E27FC236}">
                <a16:creationId xmlns:a16="http://schemas.microsoft.com/office/drawing/2014/main" id="{BA40E430-7DB8-48D3-9CE8-8DA4FE750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992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data_186">
            <a:extLst xmlns:a="http://schemas.openxmlformats.org/drawingml/2006/main">
              <a:ext uri="{FF2B5EF4-FFF2-40B4-BE49-F238E27FC236}">
                <a16:creationId xmlns:a16="http://schemas.microsoft.com/office/drawing/2014/main" id="{1D5968E8-225F-4FF6-80CC-7A62FCE1F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8275" y="33164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data_187">
            <a:extLst xmlns:a="http://schemas.openxmlformats.org/drawingml/2006/main">
              <a:ext uri="{FF2B5EF4-FFF2-40B4-BE49-F238E27FC236}">
                <a16:creationId xmlns:a16="http://schemas.microsoft.com/office/drawing/2014/main" id="{9080E042-57FA-47EB-BDD9-CC0DD821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5577" y="328570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ata_188">
            <a:extLst xmlns:a="http://schemas.openxmlformats.org/drawingml/2006/main">
              <a:ext uri="{FF2B5EF4-FFF2-40B4-BE49-F238E27FC236}">
                <a16:creationId xmlns:a16="http://schemas.microsoft.com/office/drawing/2014/main" id="{F2857022-6AEB-47B3-A75E-A1F2640D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680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" name="data_189">
            <a:extLst xmlns:a="http://schemas.openxmlformats.org/drawingml/2006/main">
              <a:ext uri="{FF2B5EF4-FFF2-40B4-BE49-F238E27FC236}">
                <a16:creationId xmlns:a16="http://schemas.microsoft.com/office/drawing/2014/main" id="{074F427E-3E6B-4796-854B-E4BEC56C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5450" y="328204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ata_190">
            <a:extLst xmlns:a="http://schemas.openxmlformats.org/drawingml/2006/main">
              <a:ext uri="{FF2B5EF4-FFF2-40B4-BE49-F238E27FC236}">
                <a16:creationId xmlns:a16="http://schemas.microsoft.com/office/drawing/2014/main" id="{B4328765-68D9-43F9-A760-13473476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287" y="33027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" name="data_191">
            <a:extLst xmlns:a="http://schemas.openxmlformats.org/drawingml/2006/main">
              <a:ext uri="{FF2B5EF4-FFF2-40B4-BE49-F238E27FC236}">
                <a16:creationId xmlns:a16="http://schemas.microsoft.com/office/drawing/2014/main" id="{E0B15CB9-000C-4A15-AFFF-82FFA0F6B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51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ata_192">
            <a:extLst xmlns:a="http://schemas.openxmlformats.org/drawingml/2006/main">
              <a:ext uri="{FF2B5EF4-FFF2-40B4-BE49-F238E27FC236}">
                <a16:creationId xmlns:a16="http://schemas.microsoft.com/office/drawing/2014/main" id="{7D9AD561-8C59-474C-B047-CB14F129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75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ata_193">
            <a:extLst xmlns:a="http://schemas.openxmlformats.org/drawingml/2006/main">
              <a:ext uri="{FF2B5EF4-FFF2-40B4-BE49-F238E27FC236}">
                <a16:creationId xmlns:a16="http://schemas.microsoft.com/office/drawing/2014/main" id="{CB51A534-155A-4C24-87E4-2D1E84FFB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984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ata_194">
            <a:extLst xmlns:a="http://schemas.openxmlformats.org/drawingml/2006/main">
              <a:ext uri="{FF2B5EF4-FFF2-40B4-BE49-F238E27FC236}">
                <a16:creationId xmlns:a16="http://schemas.microsoft.com/office/drawing/2014/main" id="{2C086D13-5EF6-4010-B82B-67DE4C3DA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64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ata_195">
            <a:extLst xmlns:a="http://schemas.openxmlformats.org/drawingml/2006/main">
              <a:ext uri="{FF2B5EF4-FFF2-40B4-BE49-F238E27FC236}">
                <a16:creationId xmlns:a16="http://schemas.microsoft.com/office/drawing/2014/main" id="{36A897E6-5EE4-486D-B945-F9C689DC2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9570" y="328069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data_196">
            <a:extLst xmlns:a="http://schemas.openxmlformats.org/drawingml/2006/main">
              <a:ext uri="{FF2B5EF4-FFF2-40B4-BE49-F238E27FC236}">
                <a16:creationId xmlns:a16="http://schemas.microsoft.com/office/drawing/2014/main" id="{D7F55925-74C0-465C-A905-C4DE53C62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65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ata_197">
            <a:extLst xmlns:a="http://schemas.openxmlformats.org/drawingml/2006/main">
              <a:ext uri="{FF2B5EF4-FFF2-40B4-BE49-F238E27FC236}">
                <a16:creationId xmlns:a16="http://schemas.microsoft.com/office/drawing/2014/main" id="{01821B16-105B-40CF-A193-E0C3F058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1070" y="325485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data_198">
            <a:extLst xmlns:a="http://schemas.openxmlformats.org/drawingml/2006/main">
              <a:ext uri="{FF2B5EF4-FFF2-40B4-BE49-F238E27FC236}">
                <a16:creationId xmlns:a16="http://schemas.microsoft.com/office/drawing/2014/main" id="{233E6019-EEEF-484A-B8E8-508A02BC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4898" y="330196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ata_199">
            <a:extLst xmlns:a="http://schemas.openxmlformats.org/drawingml/2006/main">
              <a:ext uri="{FF2B5EF4-FFF2-40B4-BE49-F238E27FC236}">
                <a16:creationId xmlns:a16="http://schemas.microsoft.com/office/drawing/2014/main" id="{7FFED7FE-1931-4258-99D5-4185042E7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3268" y="32669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" name="data_200">
            <a:extLst xmlns:a="http://schemas.openxmlformats.org/drawingml/2006/main">
              <a:ext uri="{FF2B5EF4-FFF2-40B4-BE49-F238E27FC236}">
                <a16:creationId xmlns:a16="http://schemas.microsoft.com/office/drawing/2014/main" id="{77F27FF3-DDAA-407A-97EB-6309EBA5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865" y="32649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ata_201">
            <a:extLst xmlns:a="http://schemas.openxmlformats.org/drawingml/2006/main">
              <a:ext uri="{FF2B5EF4-FFF2-40B4-BE49-F238E27FC236}">
                <a16:creationId xmlns:a16="http://schemas.microsoft.com/office/drawing/2014/main" id="{C9F28E85-B39C-4EAF-A26A-286025D9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626" y="28468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" name="data_202">
            <a:extLst xmlns:a="http://schemas.openxmlformats.org/drawingml/2006/main">
              <a:ext uri="{FF2B5EF4-FFF2-40B4-BE49-F238E27FC236}">
                <a16:creationId xmlns:a16="http://schemas.microsoft.com/office/drawing/2014/main" id="{64EB8773-02BE-4DF7-896E-D3147E0FE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399" y="330779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ata_203">
            <a:extLst xmlns:a="http://schemas.openxmlformats.org/drawingml/2006/main">
              <a:ext uri="{FF2B5EF4-FFF2-40B4-BE49-F238E27FC236}">
                <a16:creationId xmlns:a16="http://schemas.microsoft.com/office/drawing/2014/main" id="{DCBBE210-DB6F-4F29-9489-A2987512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735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" name="data_204">
            <a:extLst xmlns:a="http://schemas.openxmlformats.org/drawingml/2006/main">
              <a:ext uri="{FF2B5EF4-FFF2-40B4-BE49-F238E27FC236}">
                <a16:creationId xmlns:a16="http://schemas.microsoft.com/office/drawing/2014/main" id="{60F46CF5-26AF-413C-8BDA-C6837C7F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3203" y="33138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ata_205">
            <a:extLst xmlns:a="http://schemas.openxmlformats.org/drawingml/2006/main">
              <a:ext uri="{FF2B5EF4-FFF2-40B4-BE49-F238E27FC236}">
                <a16:creationId xmlns:a16="http://schemas.microsoft.com/office/drawing/2014/main" id="{0F91C446-B6A0-418B-A80F-0FE0171D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420" y="33223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data_206">
            <a:extLst xmlns:a="http://schemas.openxmlformats.org/drawingml/2006/main">
              <a:ext uri="{FF2B5EF4-FFF2-40B4-BE49-F238E27FC236}">
                <a16:creationId xmlns:a16="http://schemas.microsoft.com/office/drawing/2014/main" id="{D82271CE-5540-444C-98F9-F31A9141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8649" y="312169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ata_207">
            <a:extLst xmlns:a="http://schemas.openxmlformats.org/drawingml/2006/main">
              <a:ext uri="{FF2B5EF4-FFF2-40B4-BE49-F238E27FC236}">
                <a16:creationId xmlns:a16="http://schemas.microsoft.com/office/drawing/2014/main" id="{5BAEF04A-1762-45D8-8336-3D4FE894F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828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ata_208">
            <a:extLst xmlns:a="http://schemas.openxmlformats.org/drawingml/2006/main">
              <a:ext uri="{FF2B5EF4-FFF2-40B4-BE49-F238E27FC236}">
                <a16:creationId xmlns:a16="http://schemas.microsoft.com/office/drawing/2014/main" id="{74EA8AE4-F47D-4F67-8B68-FCF64667E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893" y="32231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ata_209">
            <a:extLst xmlns:a="http://schemas.openxmlformats.org/drawingml/2006/main">
              <a:ext uri="{FF2B5EF4-FFF2-40B4-BE49-F238E27FC236}">
                <a16:creationId xmlns:a16="http://schemas.microsoft.com/office/drawing/2014/main" id="{871FD0B9-330F-428F-A74B-B7E3D00E6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364" y="20181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data_210">
            <a:extLst xmlns:a="http://schemas.openxmlformats.org/drawingml/2006/main">
              <a:ext uri="{FF2B5EF4-FFF2-40B4-BE49-F238E27FC236}">
                <a16:creationId xmlns:a16="http://schemas.microsoft.com/office/drawing/2014/main" id="{A7BFA857-3594-4461-8D50-7F74CFF0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6741" y="17140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ata_211">
            <a:extLst xmlns:a="http://schemas.openxmlformats.org/drawingml/2006/main">
              <a:ext uri="{FF2B5EF4-FFF2-40B4-BE49-F238E27FC236}">
                <a16:creationId xmlns:a16="http://schemas.microsoft.com/office/drawing/2014/main" id="{647C89E7-7503-43EA-96F1-4C65EAF32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0708" y="190675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" name="data_212">
            <a:extLst xmlns:a="http://schemas.openxmlformats.org/drawingml/2006/main">
              <a:ext uri="{FF2B5EF4-FFF2-40B4-BE49-F238E27FC236}">
                <a16:creationId xmlns:a16="http://schemas.microsoft.com/office/drawing/2014/main" id="{10A92A98-4C73-4398-8D52-F91AA0835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4365" y="312790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ata_213">
            <a:extLst xmlns:a="http://schemas.openxmlformats.org/drawingml/2006/main">
              <a:ext uri="{FF2B5EF4-FFF2-40B4-BE49-F238E27FC236}">
                <a16:creationId xmlns:a16="http://schemas.microsoft.com/office/drawing/2014/main" id="{CC2758B7-31B5-4C21-BF3D-A581C1E0F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2441" y="20181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ata_214">
            <a:extLst xmlns:a="http://schemas.openxmlformats.org/drawingml/2006/main">
              <a:ext uri="{FF2B5EF4-FFF2-40B4-BE49-F238E27FC236}">
                <a16:creationId xmlns:a16="http://schemas.microsoft.com/office/drawing/2014/main" id="{B96CBCB9-1BAF-4667-A98E-BDE819CD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31" y="224972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ata_215">
            <a:extLst xmlns:a="http://schemas.openxmlformats.org/drawingml/2006/main">
              <a:ext uri="{FF2B5EF4-FFF2-40B4-BE49-F238E27FC236}">
                <a16:creationId xmlns:a16="http://schemas.microsoft.com/office/drawing/2014/main" id="{4321E877-5B07-4F4C-A677-6C0EE832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4599" y="17908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ata_216">
            <a:extLst xmlns:a="http://schemas.openxmlformats.org/drawingml/2006/main">
              <a:ext uri="{FF2B5EF4-FFF2-40B4-BE49-F238E27FC236}">
                <a16:creationId xmlns:a16="http://schemas.microsoft.com/office/drawing/2014/main" id="{ADAB808C-01AE-43A6-B682-7F72B37E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7712" y="18257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ata_217">
            <a:extLst xmlns:a="http://schemas.openxmlformats.org/drawingml/2006/main">
              <a:ext uri="{FF2B5EF4-FFF2-40B4-BE49-F238E27FC236}">
                <a16:creationId xmlns:a16="http://schemas.microsoft.com/office/drawing/2014/main" id="{C17F8073-570B-4D74-A292-1BE10E631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3391" y="22979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ata_218">
            <a:extLst xmlns:a="http://schemas.openxmlformats.org/drawingml/2006/main">
              <a:ext uri="{FF2B5EF4-FFF2-40B4-BE49-F238E27FC236}">
                <a16:creationId xmlns:a16="http://schemas.microsoft.com/office/drawing/2014/main" id="{ADC3C5D6-9129-45B3-8A46-094C2F815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0946" y="17312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ata_219">
            <a:extLst xmlns:a="http://schemas.openxmlformats.org/drawingml/2006/main">
              <a:ext uri="{FF2B5EF4-FFF2-40B4-BE49-F238E27FC236}">
                <a16:creationId xmlns:a16="http://schemas.microsoft.com/office/drawing/2014/main" id="{06964C4E-CF33-47A5-95D5-1816970D1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311" y="25092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data_220">
            <a:extLst xmlns:a="http://schemas.openxmlformats.org/drawingml/2006/main">
              <a:ext uri="{FF2B5EF4-FFF2-40B4-BE49-F238E27FC236}">
                <a16:creationId xmlns:a16="http://schemas.microsoft.com/office/drawing/2014/main" id="{21A50FB5-61E2-4FD1-A519-607E8CB3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5222" y="226562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ata_221">
            <a:extLst xmlns:a="http://schemas.openxmlformats.org/drawingml/2006/main">
              <a:ext uri="{FF2B5EF4-FFF2-40B4-BE49-F238E27FC236}">
                <a16:creationId xmlns:a16="http://schemas.microsoft.com/office/drawing/2014/main" id="{FB6BC451-FA97-4C3C-8087-E8F41349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6046" y="236745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ata_222">
            <a:extLst xmlns:a="http://schemas.openxmlformats.org/drawingml/2006/main">
              <a:ext uri="{FF2B5EF4-FFF2-40B4-BE49-F238E27FC236}">
                <a16:creationId xmlns:a16="http://schemas.microsoft.com/office/drawing/2014/main" id="{2848B122-4B9E-433D-A63F-B14C00D3F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1432" y="209998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ata_223">
            <a:extLst xmlns:a="http://schemas.openxmlformats.org/drawingml/2006/main">
              <a:ext uri="{FF2B5EF4-FFF2-40B4-BE49-F238E27FC236}">
                <a16:creationId xmlns:a16="http://schemas.microsoft.com/office/drawing/2014/main" id="{1184235F-8ED9-41C7-AFED-3EEDE399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421" y="18184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data_224">
            <a:extLst xmlns:a="http://schemas.openxmlformats.org/drawingml/2006/main">
              <a:ext uri="{FF2B5EF4-FFF2-40B4-BE49-F238E27FC236}">
                <a16:creationId xmlns:a16="http://schemas.microsoft.com/office/drawing/2014/main" id="{59F8F5CE-FD4F-497C-B423-9B39605C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8449" y="18613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ata_225">
            <a:extLst xmlns:a="http://schemas.openxmlformats.org/drawingml/2006/main">
              <a:ext uri="{FF2B5EF4-FFF2-40B4-BE49-F238E27FC236}">
                <a16:creationId xmlns:a16="http://schemas.microsoft.com/office/drawing/2014/main" id="{8DD7B439-2058-4736-9667-4C001AE21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1002" y="23772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data_226">
            <a:extLst xmlns:a="http://schemas.openxmlformats.org/drawingml/2006/main">
              <a:ext uri="{FF2B5EF4-FFF2-40B4-BE49-F238E27FC236}">
                <a16:creationId xmlns:a16="http://schemas.microsoft.com/office/drawing/2014/main" id="{39DB28B7-8333-44D4-ADE4-96BA6FA5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4776" y="239670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" name="data_227">
            <a:extLst xmlns:a="http://schemas.openxmlformats.org/drawingml/2006/main">
              <a:ext uri="{FF2B5EF4-FFF2-40B4-BE49-F238E27FC236}">
                <a16:creationId xmlns:a16="http://schemas.microsoft.com/office/drawing/2014/main" id="{DAE87611-56FC-4572-9E8D-6FB722CA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8953" y="228149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" name="data_228">
            <a:extLst xmlns:a="http://schemas.openxmlformats.org/drawingml/2006/main">
              <a:ext uri="{FF2B5EF4-FFF2-40B4-BE49-F238E27FC236}">
                <a16:creationId xmlns:a16="http://schemas.microsoft.com/office/drawing/2014/main" id="{18F8301F-8CD0-4AB5-AB8F-93F2DC25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376" y="21953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" name="data_229">
            <a:extLst xmlns:a="http://schemas.openxmlformats.org/drawingml/2006/main">
              <a:ext uri="{FF2B5EF4-FFF2-40B4-BE49-F238E27FC236}">
                <a16:creationId xmlns:a16="http://schemas.microsoft.com/office/drawing/2014/main" id="{D04939C4-6512-4755-BEB2-B8EE92672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521" y="28832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data_230">
            <a:extLst xmlns:a="http://schemas.openxmlformats.org/drawingml/2006/main">
              <a:ext uri="{FF2B5EF4-FFF2-40B4-BE49-F238E27FC236}">
                <a16:creationId xmlns:a16="http://schemas.microsoft.com/office/drawing/2014/main" id="{DCC07C3B-4040-43C8-9A53-93E0469FD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8345" y="24876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" name="data_231">
            <a:extLst xmlns:a="http://schemas.openxmlformats.org/drawingml/2006/main">
              <a:ext uri="{FF2B5EF4-FFF2-40B4-BE49-F238E27FC236}">
                <a16:creationId xmlns:a16="http://schemas.microsoft.com/office/drawing/2014/main" id="{57F7BE22-7728-4400-B392-98AE7BE12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8031" y="22849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" name="data_232">
            <a:extLst xmlns:a="http://schemas.openxmlformats.org/drawingml/2006/main">
              <a:ext uri="{FF2B5EF4-FFF2-40B4-BE49-F238E27FC236}">
                <a16:creationId xmlns:a16="http://schemas.microsoft.com/office/drawing/2014/main" id="{FCAD1005-30C1-47FF-82A9-EB43087F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626" y="176229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" name="data_233">
            <a:extLst xmlns:a="http://schemas.openxmlformats.org/drawingml/2006/main">
              <a:ext uri="{FF2B5EF4-FFF2-40B4-BE49-F238E27FC236}">
                <a16:creationId xmlns:a16="http://schemas.microsoft.com/office/drawing/2014/main" id="{ACAEFAD2-CED9-46A1-A297-E562A6E8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8983" y="30724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" name="data_234">
            <a:extLst xmlns:a="http://schemas.openxmlformats.org/drawingml/2006/main">
              <a:ext uri="{FF2B5EF4-FFF2-40B4-BE49-F238E27FC236}">
                <a16:creationId xmlns:a16="http://schemas.microsoft.com/office/drawing/2014/main" id="{F536C4CA-F374-4D94-941C-1188A1BB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055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" name="data_235">
            <a:extLst xmlns:a="http://schemas.openxmlformats.org/drawingml/2006/main">
              <a:ext uri="{FF2B5EF4-FFF2-40B4-BE49-F238E27FC236}">
                <a16:creationId xmlns:a16="http://schemas.microsoft.com/office/drawing/2014/main" id="{5821974B-6F70-4C4D-B254-3BDA6CFBD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7947" y="268563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" name="data_236">
            <a:extLst xmlns:a="http://schemas.openxmlformats.org/drawingml/2006/main">
              <a:ext uri="{FF2B5EF4-FFF2-40B4-BE49-F238E27FC236}">
                <a16:creationId xmlns:a16="http://schemas.microsoft.com/office/drawing/2014/main" id="{6B8A47E9-CA45-4A5A-BFE5-C345AFC1F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796" y="280500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data_237">
            <a:extLst xmlns:a="http://schemas.openxmlformats.org/drawingml/2006/main">
              <a:ext uri="{FF2B5EF4-FFF2-40B4-BE49-F238E27FC236}">
                <a16:creationId xmlns:a16="http://schemas.microsoft.com/office/drawing/2014/main" id="{65BD3736-1C78-4186-B052-AF672999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9231" y="17373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" name="data_238">
            <a:extLst xmlns:a="http://schemas.openxmlformats.org/drawingml/2006/main">
              <a:ext uri="{FF2B5EF4-FFF2-40B4-BE49-F238E27FC236}">
                <a16:creationId xmlns:a16="http://schemas.microsoft.com/office/drawing/2014/main" id="{B0AE8071-F83B-4F8D-8E5C-07A273BD6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9097" y="17361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" name="data_239">
            <a:extLst xmlns:a="http://schemas.openxmlformats.org/drawingml/2006/main">
              <a:ext uri="{FF2B5EF4-FFF2-40B4-BE49-F238E27FC236}">
                <a16:creationId xmlns:a16="http://schemas.microsoft.com/office/drawing/2014/main" id="{39612890-8E33-441D-96D9-7C60CA9E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938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" name="data_240">
            <a:extLst xmlns:a="http://schemas.openxmlformats.org/drawingml/2006/main">
              <a:ext uri="{FF2B5EF4-FFF2-40B4-BE49-F238E27FC236}">
                <a16:creationId xmlns:a16="http://schemas.microsoft.com/office/drawing/2014/main" id="{7C947B0C-AF81-49A8-882E-11E2C7CC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802" y="239355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data_241">
            <a:extLst xmlns:a="http://schemas.openxmlformats.org/drawingml/2006/main">
              <a:ext uri="{FF2B5EF4-FFF2-40B4-BE49-F238E27FC236}">
                <a16:creationId xmlns:a16="http://schemas.microsoft.com/office/drawing/2014/main" id="{D9792313-5579-4336-A341-8A3D41B2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452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" name="data_242">
            <a:extLst xmlns:a="http://schemas.openxmlformats.org/drawingml/2006/main">
              <a:ext uri="{FF2B5EF4-FFF2-40B4-BE49-F238E27FC236}">
                <a16:creationId xmlns:a16="http://schemas.microsoft.com/office/drawing/2014/main" id="{B82AE2C7-BB7F-404C-A449-D6FFEA43E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9512" y="249181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data_243">
            <a:extLst xmlns:a="http://schemas.openxmlformats.org/drawingml/2006/main">
              <a:ext uri="{FF2B5EF4-FFF2-40B4-BE49-F238E27FC236}">
                <a16:creationId xmlns:a16="http://schemas.microsoft.com/office/drawing/2014/main" id="{F4340455-652C-4D9B-B266-0B2A5CFD4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2450" y="21170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" name="data_244">
            <a:extLst xmlns:a="http://schemas.openxmlformats.org/drawingml/2006/main">
              <a:ext uri="{FF2B5EF4-FFF2-40B4-BE49-F238E27FC236}">
                <a16:creationId xmlns:a16="http://schemas.microsoft.com/office/drawing/2014/main" id="{430A59C6-6DCD-49AA-952E-6D759EE32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399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" name="data_245">
            <a:extLst xmlns:a="http://schemas.openxmlformats.org/drawingml/2006/main">
              <a:ext uri="{FF2B5EF4-FFF2-40B4-BE49-F238E27FC236}">
                <a16:creationId xmlns:a16="http://schemas.microsoft.com/office/drawing/2014/main" id="{A2B944FB-BD5A-4389-A501-E4C6D752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826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" name="data_246">
            <a:extLst xmlns:a="http://schemas.openxmlformats.org/drawingml/2006/main">
              <a:ext uri="{FF2B5EF4-FFF2-40B4-BE49-F238E27FC236}">
                <a16:creationId xmlns:a16="http://schemas.microsoft.com/office/drawing/2014/main" id="{6C88D16C-845A-4C88-A898-8C56EE29A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438" y="239819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" name="data_247">
            <a:extLst xmlns:a="http://schemas.openxmlformats.org/drawingml/2006/main">
              <a:ext uri="{FF2B5EF4-FFF2-40B4-BE49-F238E27FC236}">
                <a16:creationId xmlns:a16="http://schemas.microsoft.com/office/drawing/2014/main" id="{74975A21-6DB1-44D7-91E1-D7E302533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5666" y="16931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" name="data_248">
            <a:extLst xmlns:a="http://schemas.openxmlformats.org/drawingml/2006/main">
              <a:ext uri="{FF2B5EF4-FFF2-40B4-BE49-F238E27FC236}">
                <a16:creationId xmlns:a16="http://schemas.microsoft.com/office/drawing/2014/main" id="{1D839E1B-8CF1-4CEF-AAA9-FD958415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9747" y="17529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data_249">
            <a:extLst xmlns:a="http://schemas.openxmlformats.org/drawingml/2006/main">
              <a:ext uri="{FF2B5EF4-FFF2-40B4-BE49-F238E27FC236}">
                <a16:creationId xmlns:a16="http://schemas.microsoft.com/office/drawing/2014/main" id="{FCEC05CD-AF33-44FC-812E-AEDF03C3C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467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" name="data_250">
            <a:extLst xmlns:a="http://schemas.openxmlformats.org/drawingml/2006/main">
              <a:ext uri="{FF2B5EF4-FFF2-40B4-BE49-F238E27FC236}">
                <a16:creationId xmlns:a16="http://schemas.microsoft.com/office/drawing/2014/main" id="{07896E0C-7F90-4A37-BDE7-0389B19F9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9140" y="17874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" name="data_251">
            <a:extLst xmlns:a="http://schemas.openxmlformats.org/drawingml/2006/main">
              <a:ext uri="{FF2B5EF4-FFF2-40B4-BE49-F238E27FC236}">
                <a16:creationId xmlns:a16="http://schemas.microsoft.com/office/drawing/2014/main" id="{0C87421C-0239-4859-B33D-D20F29445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553" y="25763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" name="data_252">
            <a:extLst xmlns:a="http://schemas.openxmlformats.org/drawingml/2006/main">
              <a:ext uri="{FF2B5EF4-FFF2-40B4-BE49-F238E27FC236}">
                <a16:creationId xmlns:a16="http://schemas.microsoft.com/office/drawing/2014/main" id="{0BC16845-CF79-4515-9442-4A5B6E7B3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2832" y="19581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data_253">
            <a:extLst xmlns:a="http://schemas.openxmlformats.org/drawingml/2006/main">
              <a:ext uri="{FF2B5EF4-FFF2-40B4-BE49-F238E27FC236}">
                <a16:creationId xmlns:a16="http://schemas.microsoft.com/office/drawing/2014/main" id="{9B33FAF8-C51F-464A-8299-7BD920F42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589" y="20348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" name="data_254">
            <a:extLst xmlns:a="http://schemas.openxmlformats.org/drawingml/2006/main">
              <a:ext uri="{FF2B5EF4-FFF2-40B4-BE49-F238E27FC236}">
                <a16:creationId xmlns:a16="http://schemas.microsoft.com/office/drawing/2014/main" id="{089DAAE3-DAA7-4249-A138-0D8B142AF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6189" y="26107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" name="data_255">
            <a:extLst xmlns:a="http://schemas.openxmlformats.org/drawingml/2006/main">
              <a:ext uri="{FF2B5EF4-FFF2-40B4-BE49-F238E27FC236}">
                <a16:creationId xmlns:a16="http://schemas.microsoft.com/office/drawing/2014/main" id="{BD7F2483-587F-4113-BA7E-AA4889E1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1828" y="256604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" name="data_256">
            <a:extLst xmlns:a="http://schemas.openxmlformats.org/drawingml/2006/main">
              <a:ext uri="{FF2B5EF4-FFF2-40B4-BE49-F238E27FC236}">
                <a16:creationId xmlns:a16="http://schemas.microsoft.com/office/drawing/2014/main" id="{F900327D-B4C4-4223-834F-FB4B32E2E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2107" y="31830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" name="data_257">
            <a:extLst xmlns:a="http://schemas.openxmlformats.org/drawingml/2006/main">
              <a:ext uri="{FF2B5EF4-FFF2-40B4-BE49-F238E27FC236}">
                <a16:creationId xmlns:a16="http://schemas.microsoft.com/office/drawing/2014/main" id="{24342666-7FA6-4B50-ACCA-61DE1AB1B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3427" y="24735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" name="data_258">
            <a:extLst xmlns:a="http://schemas.openxmlformats.org/drawingml/2006/main">
              <a:ext uri="{FF2B5EF4-FFF2-40B4-BE49-F238E27FC236}">
                <a16:creationId xmlns:a16="http://schemas.microsoft.com/office/drawing/2014/main" id="{6560B8E2-90CB-48E3-921D-B278B600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2589" y="17979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" name="data_259">
            <a:extLst xmlns:a="http://schemas.openxmlformats.org/drawingml/2006/main">
              <a:ext uri="{FF2B5EF4-FFF2-40B4-BE49-F238E27FC236}">
                <a16:creationId xmlns:a16="http://schemas.microsoft.com/office/drawing/2014/main" id="{AC99EC6E-1ABC-4431-B36F-13D0A7B0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3256" y="21540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" name="data_260">
            <a:extLst xmlns:a="http://schemas.openxmlformats.org/drawingml/2006/main">
              <a:ext uri="{FF2B5EF4-FFF2-40B4-BE49-F238E27FC236}">
                <a16:creationId xmlns:a16="http://schemas.microsoft.com/office/drawing/2014/main" id="{1F1BCEB4-CE92-443C-9629-D8FA2D64B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244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data_261">
            <a:extLst xmlns:a="http://schemas.openxmlformats.org/drawingml/2006/main">
              <a:ext uri="{FF2B5EF4-FFF2-40B4-BE49-F238E27FC236}">
                <a16:creationId xmlns:a16="http://schemas.microsoft.com/office/drawing/2014/main" id="{12A0839D-E6B2-4A83-B70A-80084F066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887" y="23098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" name="data_262">
            <a:extLst xmlns:a="http://schemas.openxmlformats.org/drawingml/2006/main">
              <a:ext uri="{FF2B5EF4-FFF2-40B4-BE49-F238E27FC236}">
                <a16:creationId xmlns:a16="http://schemas.microsoft.com/office/drawing/2014/main" id="{C382BE83-8BFD-49A5-8000-DDE99B590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2670" y="23424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data_263">
            <a:extLst xmlns:a="http://schemas.openxmlformats.org/drawingml/2006/main">
              <a:ext uri="{FF2B5EF4-FFF2-40B4-BE49-F238E27FC236}">
                <a16:creationId xmlns:a16="http://schemas.microsoft.com/office/drawing/2014/main" id="{BAF89E90-DED6-4584-B44A-F9AB1D5E6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402" y="21648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" name="data_264">
            <a:extLst xmlns:a="http://schemas.openxmlformats.org/drawingml/2006/main">
              <a:ext uri="{FF2B5EF4-FFF2-40B4-BE49-F238E27FC236}">
                <a16:creationId xmlns:a16="http://schemas.microsoft.com/office/drawing/2014/main" id="{6A31BAAB-A977-4213-8914-08A182C6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4767" y="226207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6" name="data_265">
            <a:extLst xmlns:a="http://schemas.openxmlformats.org/drawingml/2006/main">
              <a:ext uri="{FF2B5EF4-FFF2-40B4-BE49-F238E27FC236}">
                <a16:creationId xmlns:a16="http://schemas.microsoft.com/office/drawing/2014/main" id="{9F5985B9-17A4-43B6-B4A1-525D39082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8301" y="32114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7" name="data_266">
            <a:extLst xmlns:a="http://schemas.openxmlformats.org/drawingml/2006/main">
              <a:ext uri="{FF2B5EF4-FFF2-40B4-BE49-F238E27FC236}">
                <a16:creationId xmlns:a16="http://schemas.microsoft.com/office/drawing/2014/main" id="{CBB45121-B5DD-43F3-BECF-5DBF7FEF3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5400" y="16885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" name="data_267">
            <a:extLst xmlns:a="http://schemas.openxmlformats.org/drawingml/2006/main">
              <a:ext uri="{FF2B5EF4-FFF2-40B4-BE49-F238E27FC236}">
                <a16:creationId xmlns:a16="http://schemas.microsoft.com/office/drawing/2014/main" id="{241028BE-E67C-41A2-94E3-2EC9E1C25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9398" y="19635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" name="data_268">
            <a:extLst xmlns:a="http://schemas.openxmlformats.org/drawingml/2006/main">
              <a:ext uri="{FF2B5EF4-FFF2-40B4-BE49-F238E27FC236}">
                <a16:creationId xmlns:a16="http://schemas.microsoft.com/office/drawing/2014/main" id="{69366C9A-972E-4CA5-828F-6C8DB4359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9047" y="18425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" name="data_269">
            <a:extLst xmlns:a="http://schemas.openxmlformats.org/drawingml/2006/main">
              <a:ext uri="{FF2B5EF4-FFF2-40B4-BE49-F238E27FC236}">
                <a16:creationId xmlns:a16="http://schemas.microsoft.com/office/drawing/2014/main" id="{EC413BFD-F5C4-4105-8FAF-29BF17A2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45" y="225894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" name="data_270">
            <a:extLst xmlns:a="http://schemas.openxmlformats.org/drawingml/2006/main">
              <a:ext uri="{FF2B5EF4-FFF2-40B4-BE49-F238E27FC236}">
                <a16:creationId xmlns:a16="http://schemas.microsoft.com/office/drawing/2014/main" id="{FD4D64AB-8A31-4EE1-ADA6-7EEFF7A99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6712" y="159109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" name="data_271">
            <a:extLst xmlns:a="http://schemas.openxmlformats.org/drawingml/2006/main">
              <a:ext uri="{FF2B5EF4-FFF2-40B4-BE49-F238E27FC236}">
                <a16:creationId xmlns:a16="http://schemas.microsoft.com/office/drawing/2014/main" id="{52A2D93E-1FC9-413E-9F09-BC2AC3217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2228" y="223383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" name="data_272">
            <a:extLst xmlns:a="http://schemas.openxmlformats.org/drawingml/2006/main">
              <a:ext uri="{FF2B5EF4-FFF2-40B4-BE49-F238E27FC236}">
                <a16:creationId xmlns:a16="http://schemas.microsoft.com/office/drawing/2014/main" id="{F6EDEA64-7213-4B0B-B8C3-9766C7ED3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1421" y="29804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data_273">
            <a:extLst xmlns:a="http://schemas.openxmlformats.org/drawingml/2006/main">
              <a:ext uri="{FF2B5EF4-FFF2-40B4-BE49-F238E27FC236}">
                <a16:creationId xmlns:a16="http://schemas.microsoft.com/office/drawing/2014/main" id="{B66A9280-89D2-4914-B31F-8E61B5E13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7981" y="30115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data_274">
            <a:extLst xmlns:a="http://schemas.openxmlformats.org/drawingml/2006/main">
              <a:ext uri="{FF2B5EF4-FFF2-40B4-BE49-F238E27FC236}">
                <a16:creationId xmlns:a16="http://schemas.microsoft.com/office/drawing/2014/main" id="{9D25E4F6-AF99-46C4-9EEC-D8D76F81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5283" y="25120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data_275">
            <a:extLst xmlns:a="http://schemas.openxmlformats.org/drawingml/2006/main">
              <a:ext uri="{FF2B5EF4-FFF2-40B4-BE49-F238E27FC236}">
                <a16:creationId xmlns:a16="http://schemas.microsoft.com/office/drawing/2014/main" id="{3003E1E9-5304-4ABB-A1C0-C8D03878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1578" y="27766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" name="data_276">
            <a:extLst xmlns:a="http://schemas.openxmlformats.org/drawingml/2006/main">
              <a:ext uri="{FF2B5EF4-FFF2-40B4-BE49-F238E27FC236}">
                <a16:creationId xmlns:a16="http://schemas.microsoft.com/office/drawing/2014/main" id="{EBFC8FEB-FEEE-4E74-8D74-AD507ACA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214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" name="data_277">
            <a:extLst xmlns:a="http://schemas.openxmlformats.org/drawingml/2006/main">
              <a:ext uri="{FF2B5EF4-FFF2-40B4-BE49-F238E27FC236}">
                <a16:creationId xmlns:a16="http://schemas.microsoft.com/office/drawing/2014/main" id="{3957DFA0-8547-46C7-8682-C3224315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8082" y="20771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" name="data_278">
            <a:extLst xmlns:a="http://schemas.openxmlformats.org/drawingml/2006/main">
              <a:ext uri="{FF2B5EF4-FFF2-40B4-BE49-F238E27FC236}">
                <a16:creationId xmlns:a16="http://schemas.microsoft.com/office/drawing/2014/main" id="{67327117-8A62-494D-8B43-578B918B6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9393" y="272969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" name="data_279">
            <a:extLst xmlns:a="http://schemas.openxmlformats.org/drawingml/2006/main">
              <a:ext uri="{FF2B5EF4-FFF2-40B4-BE49-F238E27FC236}">
                <a16:creationId xmlns:a16="http://schemas.microsoft.com/office/drawing/2014/main" id="{EA862B2B-4F24-4E3F-A8E6-DE85711D4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419" y="16949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" name="data_280">
            <a:extLst xmlns:a="http://schemas.openxmlformats.org/drawingml/2006/main">
              <a:ext uri="{FF2B5EF4-FFF2-40B4-BE49-F238E27FC236}">
                <a16:creationId xmlns:a16="http://schemas.microsoft.com/office/drawing/2014/main" id="{B7F7FA26-18E5-490F-AFE6-FE48D8D9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837" y="259197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data_281">
            <a:extLst xmlns:a="http://schemas.openxmlformats.org/drawingml/2006/main">
              <a:ext uri="{FF2B5EF4-FFF2-40B4-BE49-F238E27FC236}">
                <a16:creationId xmlns:a16="http://schemas.microsoft.com/office/drawing/2014/main" id="{06A47226-EA8A-44EE-B8A9-101EAF973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625" y="23305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" name="data_282">
            <a:extLst xmlns:a="http://schemas.openxmlformats.org/drawingml/2006/main">
              <a:ext uri="{FF2B5EF4-FFF2-40B4-BE49-F238E27FC236}">
                <a16:creationId xmlns:a16="http://schemas.microsoft.com/office/drawing/2014/main" id="{AD8CD799-2D1D-4702-A4FB-2A135EDAA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9835" y="195368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" name="data_283">
            <a:extLst xmlns:a="http://schemas.openxmlformats.org/drawingml/2006/main">
              <a:ext uri="{FF2B5EF4-FFF2-40B4-BE49-F238E27FC236}">
                <a16:creationId xmlns:a16="http://schemas.microsoft.com/office/drawing/2014/main" id="{431D8410-0677-455D-A21D-DDDD53A04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994" y="27541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" name="data_284">
            <a:extLst xmlns:a="http://schemas.openxmlformats.org/drawingml/2006/main">
              <a:ext uri="{FF2B5EF4-FFF2-40B4-BE49-F238E27FC236}">
                <a16:creationId xmlns:a16="http://schemas.microsoft.com/office/drawing/2014/main" id="{889BE9AF-8DDC-42FC-94D5-BF870A987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3753" y="285688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" name="data_285">
            <a:extLst xmlns:a="http://schemas.openxmlformats.org/drawingml/2006/main">
              <a:ext uri="{FF2B5EF4-FFF2-40B4-BE49-F238E27FC236}">
                <a16:creationId xmlns:a16="http://schemas.microsoft.com/office/drawing/2014/main" id="{58E7E43B-2C73-4B02-AE34-91CD484C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279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data_286">
            <a:extLst xmlns:a="http://schemas.openxmlformats.org/drawingml/2006/main">
              <a:ext uri="{FF2B5EF4-FFF2-40B4-BE49-F238E27FC236}">
                <a16:creationId xmlns:a16="http://schemas.microsoft.com/office/drawing/2014/main" id="{83AB6A44-53C3-4CC8-A0A0-BC52C375D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1862" y="18352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" name="data_287">
            <a:extLst xmlns:a="http://schemas.openxmlformats.org/drawingml/2006/main">
              <a:ext uri="{FF2B5EF4-FFF2-40B4-BE49-F238E27FC236}">
                <a16:creationId xmlns:a16="http://schemas.microsoft.com/office/drawing/2014/main" id="{2FE23AFD-7038-4E86-B7FE-BDDB5445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7715" y="203876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data_288">
            <a:extLst xmlns:a="http://schemas.openxmlformats.org/drawingml/2006/main">
              <a:ext uri="{FF2B5EF4-FFF2-40B4-BE49-F238E27FC236}">
                <a16:creationId xmlns:a16="http://schemas.microsoft.com/office/drawing/2014/main" id="{AE48A0E4-1D6B-42B3-A907-353F0B09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7567" y="18976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" name="data_289">
            <a:extLst xmlns:a="http://schemas.openxmlformats.org/drawingml/2006/main">
              <a:ext uri="{FF2B5EF4-FFF2-40B4-BE49-F238E27FC236}">
                <a16:creationId xmlns:a16="http://schemas.microsoft.com/office/drawing/2014/main" id="{4AB15843-DE5C-4C00-9180-F5758AF76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0860" y="17685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data_290">
            <a:extLst xmlns:a="http://schemas.openxmlformats.org/drawingml/2006/main">
              <a:ext uri="{FF2B5EF4-FFF2-40B4-BE49-F238E27FC236}">
                <a16:creationId xmlns:a16="http://schemas.microsoft.com/office/drawing/2014/main" id="{7DE3A61B-B72E-484E-B62F-A2768F23C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117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" name="data_291">
            <a:extLst xmlns:a="http://schemas.openxmlformats.org/drawingml/2006/main">
              <a:ext uri="{FF2B5EF4-FFF2-40B4-BE49-F238E27FC236}">
                <a16:creationId xmlns:a16="http://schemas.microsoft.com/office/drawing/2014/main" id="{13F409AD-D717-45A6-99FF-B62A91D1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4546" y="19037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data_292">
            <a:extLst xmlns:a="http://schemas.openxmlformats.org/drawingml/2006/main">
              <a:ext uri="{FF2B5EF4-FFF2-40B4-BE49-F238E27FC236}">
                <a16:creationId xmlns:a16="http://schemas.microsoft.com/office/drawing/2014/main" id="{0F83E2F1-99B0-4B8F-AF25-69CDB7FA0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730" y="20049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" name="data_293">
            <a:extLst xmlns:a="http://schemas.openxmlformats.org/drawingml/2006/main">
              <a:ext uri="{FF2B5EF4-FFF2-40B4-BE49-F238E27FC236}">
                <a16:creationId xmlns:a16="http://schemas.microsoft.com/office/drawing/2014/main" id="{55E4D659-97E8-47DE-9132-25196F76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4998" y="168265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" name="data_294">
            <a:extLst xmlns:a="http://schemas.openxmlformats.org/drawingml/2006/main">
              <a:ext uri="{FF2B5EF4-FFF2-40B4-BE49-F238E27FC236}">
                <a16:creationId xmlns:a16="http://schemas.microsoft.com/office/drawing/2014/main" id="{8FA00FE4-6369-42CC-B5AD-DD3B81C6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6399" y="27974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" name="data_295">
            <a:extLst xmlns:a="http://schemas.openxmlformats.org/drawingml/2006/main">
              <a:ext uri="{FF2B5EF4-FFF2-40B4-BE49-F238E27FC236}">
                <a16:creationId xmlns:a16="http://schemas.microsoft.com/office/drawing/2014/main" id="{1736BC9B-0036-490A-9601-FAF0D4D7B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9434" y="240909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data_296">
            <a:extLst xmlns:a="http://schemas.openxmlformats.org/drawingml/2006/main">
              <a:ext uri="{FF2B5EF4-FFF2-40B4-BE49-F238E27FC236}">
                <a16:creationId xmlns:a16="http://schemas.microsoft.com/office/drawing/2014/main" id="{8E0E89CC-A566-4720-A9CD-2960BAB1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3628" y="15545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data_297">
            <a:extLst xmlns:a="http://schemas.openxmlformats.org/drawingml/2006/main">
              <a:ext uri="{FF2B5EF4-FFF2-40B4-BE49-F238E27FC236}">
                <a16:creationId xmlns:a16="http://schemas.microsoft.com/office/drawing/2014/main" id="{1A05F337-40BD-49E9-9E3D-4D150A08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3948" y="30623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data_298">
            <a:extLst xmlns:a="http://schemas.openxmlformats.org/drawingml/2006/main">
              <a:ext uri="{FF2B5EF4-FFF2-40B4-BE49-F238E27FC236}">
                <a16:creationId xmlns:a16="http://schemas.microsoft.com/office/drawing/2014/main" id="{DD3BC906-AE5A-475A-93C7-E9ADD5F8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8311" y="17420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data_299">
            <a:extLst xmlns:a="http://schemas.openxmlformats.org/drawingml/2006/main">
              <a:ext uri="{FF2B5EF4-FFF2-40B4-BE49-F238E27FC236}">
                <a16:creationId xmlns:a16="http://schemas.microsoft.com/office/drawing/2014/main" id="{0C9082A5-BB42-4DBC-833E-7B64692B2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5689" y="264917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" name="data_300">
            <a:extLst xmlns:a="http://schemas.openxmlformats.org/drawingml/2006/main">
              <a:ext uri="{FF2B5EF4-FFF2-40B4-BE49-F238E27FC236}">
                <a16:creationId xmlns:a16="http://schemas.microsoft.com/office/drawing/2014/main" id="{CD890D8B-F566-4D39-800A-71D11815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6826" y="29534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data_301">
            <a:extLst xmlns:a="http://schemas.openxmlformats.org/drawingml/2006/main">
              <a:ext uri="{FF2B5EF4-FFF2-40B4-BE49-F238E27FC236}">
                <a16:creationId xmlns:a16="http://schemas.microsoft.com/office/drawing/2014/main" id="{75C9C636-8B66-47AD-B87A-8B57C9E6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114" y="15849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" name="data_302">
            <a:extLst xmlns:a="http://schemas.openxmlformats.org/drawingml/2006/main">
              <a:ext uri="{FF2B5EF4-FFF2-40B4-BE49-F238E27FC236}">
                <a16:creationId xmlns:a16="http://schemas.microsoft.com/office/drawing/2014/main" id="{BC567A30-35E2-458E-8411-191162D69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2117" y="18506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data_303">
            <a:extLst xmlns:a="http://schemas.openxmlformats.org/drawingml/2006/main">
              <a:ext uri="{FF2B5EF4-FFF2-40B4-BE49-F238E27FC236}">
                <a16:creationId xmlns:a16="http://schemas.microsoft.com/office/drawing/2014/main" id="{6097C967-EC73-4317-ACAD-36EC64D3E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87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data_304">
            <a:extLst xmlns:a="http://schemas.openxmlformats.org/drawingml/2006/main">
              <a:ext uri="{FF2B5EF4-FFF2-40B4-BE49-F238E27FC236}">
                <a16:creationId xmlns:a16="http://schemas.microsoft.com/office/drawing/2014/main" id="{DB2CD4BD-AF01-4C0D-BC65-BED4607D8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4120" y="26017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data_305">
            <a:extLst xmlns:a="http://schemas.openxmlformats.org/drawingml/2006/main">
              <a:ext uri="{FF2B5EF4-FFF2-40B4-BE49-F238E27FC236}">
                <a16:creationId xmlns:a16="http://schemas.microsoft.com/office/drawing/2014/main" id="{0A5D866F-2A36-4A6F-90BA-64545A3BA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8583" y="25122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data_306">
            <a:extLst xmlns:a="http://schemas.openxmlformats.org/drawingml/2006/main">
              <a:ext uri="{FF2B5EF4-FFF2-40B4-BE49-F238E27FC236}">
                <a16:creationId xmlns:a16="http://schemas.microsoft.com/office/drawing/2014/main" id="{956214BE-52D0-4132-9CE9-A3F1907D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5924" y="26320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8" name="data_307">
            <a:extLst xmlns:a="http://schemas.openxmlformats.org/drawingml/2006/main">
              <a:ext uri="{FF2B5EF4-FFF2-40B4-BE49-F238E27FC236}">
                <a16:creationId xmlns:a16="http://schemas.microsoft.com/office/drawing/2014/main" id="{0012F34B-3F60-4569-86F0-3DBE9017A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81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data_308">
            <a:extLst xmlns:a="http://schemas.openxmlformats.org/drawingml/2006/main">
              <a:ext uri="{FF2B5EF4-FFF2-40B4-BE49-F238E27FC236}">
                <a16:creationId xmlns:a16="http://schemas.microsoft.com/office/drawing/2014/main" id="{077094F2-6DC7-4ECA-8E36-36BD747A2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4029" y="22522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" name="data_309">
            <a:extLst xmlns:a="http://schemas.openxmlformats.org/drawingml/2006/main">
              <a:ext uri="{FF2B5EF4-FFF2-40B4-BE49-F238E27FC236}">
                <a16:creationId xmlns:a16="http://schemas.microsoft.com/office/drawing/2014/main" id="{D09E1685-DCFD-4B08-B2BE-E4C433114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0134" y="175684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data_310">
            <a:extLst xmlns:a="http://schemas.openxmlformats.org/drawingml/2006/main">
              <a:ext uri="{FF2B5EF4-FFF2-40B4-BE49-F238E27FC236}">
                <a16:creationId xmlns:a16="http://schemas.microsoft.com/office/drawing/2014/main" id="{A989CF57-6BEB-4FD4-BF32-E21D03429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3720" y="300998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" name="data_311">
            <a:extLst xmlns:a="http://schemas.openxmlformats.org/drawingml/2006/main">
              <a:ext uri="{FF2B5EF4-FFF2-40B4-BE49-F238E27FC236}">
                <a16:creationId xmlns:a16="http://schemas.microsoft.com/office/drawing/2014/main" id="{FC590435-A0D6-4CB7-B895-AE4CB290A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768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data_312">
            <a:extLst xmlns:a="http://schemas.openxmlformats.org/drawingml/2006/main">
              <a:ext uri="{FF2B5EF4-FFF2-40B4-BE49-F238E27FC236}">
                <a16:creationId xmlns:a16="http://schemas.microsoft.com/office/drawing/2014/main" id="{9B05A4F1-252D-497B-96F4-FEC56A17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516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" name="data_313">
            <a:extLst xmlns:a="http://schemas.openxmlformats.org/drawingml/2006/main">
              <a:ext uri="{FF2B5EF4-FFF2-40B4-BE49-F238E27FC236}">
                <a16:creationId xmlns:a16="http://schemas.microsoft.com/office/drawing/2014/main" id="{30FB6773-4AA6-42B9-8020-DD7E603E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9304" y="2709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data_314">
            <a:extLst xmlns:a="http://schemas.openxmlformats.org/drawingml/2006/main">
              <a:ext uri="{FF2B5EF4-FFF2-40B4-BE49-F238E27FC236}">
                <a16:creationId xmlns:a16="http://schemas.microsoft.com/office/drawing/2014/main" id="{74B7370C-6913-4230-B11E-BCB7B176A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973" y="27865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" name="data_315">
            <a:extLst xmlns:a="http://schemas.openxmlformats.org/drawingml/2006/main">
              <a:ext uri="{FF2B5EF4-FFF2-40B4-BE49-F238E27FC236}">
                <a16:creationId xmlns:a16="http://schemas.microsoft.com/office/drawing/2014/main" id="{340A0954-1A32-446C-9152-262D2CDE9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5576" y="16869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" name="data_316">
            <a:extLst xmlns:a="http://schemas.openxmlformats.org/drawingml/2006/main">
              <a:ext uri="{FF2B5EF4-FFF2-40B4-BE49-F238E27FC236}">
                <a16:creationId xmlns:a16="http://schemas.microsoft.com/office/drawing/2014/main" id="{DEF7940A-5A8D-4F9B-925C-05751B1BA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2283" y="20617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" name="data_317">
            <a:extLst xmlns:a="http://schemas.openxmlformats.org/drawingml/2006/main">
              <a:ext uri="{FF2B5EF4-FFF2-40B4-BE49-F238E27FC236}">
                <a16:creationId xmlns:a16="http://schemas.microsoft.com/office/drawing/2014/main" id="{52FBC616-9521-415B-9277-DE6D5FA3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9133" y="25999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data_318">
            <a:extLst xmlns:a="http://schemas.openxmlformats.org/drawingml/2006/main">
              <a:ext uri="{FF2B5EF4-FFF2-40B4-BE49-F238E27FC236}">
                <a16:creationId xmlns:a16="http://schemas.microsoft.com/office/drawing/2014/main" id="{604D06E1-A3AA-4DD9-A721-B00991BC1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1724" y="250248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" name="data_319">
            <a:extLst xmlns:a="http://schemas.openxmlformats.org/drawingml/2006/main">
              <a:ext uri="{FF2B5EF4-FFF2-40B4-BE49-F238E27FC236}">
                <a16:creationId xmlns:a16="http://schemas.microsoft.com/office/drawing/2014/main" id="{23C1CE45-2DF6-484E-A86F-237FCD98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1226" y="27528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" name="data_320">
            <a:extLst xmlns:a="http://schemas.openxmlformats.org/drawingml/2006/main">
              <a:ext uri="{FF2B5EF4-FFF2-40B4-BE49-F238E27FC236}">
                <a16:creationId xmlns:a16="http://schemas.microsoft.com/office/drawing/2014/main" id="{2F6D88FD-1D29-4E70-B575-4DBF54937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0672" y="23395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" name="data_321">
            <a:extLst xmlns:a="http://schemas.openxmlformats.org/drawingml/2006/main">
              <a:ext uri="{FF2B5EF4-FFF2-40B4-BE49-F238E27FC236}">
                <a16:creationId xmlns:a16="http://schemas.microsoft.com/office/drawing/2014/main" id="{4EA64C31-E687-4B9A-9CB4-9624A017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4424" y="221023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data_322">
            <a:extLst xmlns:a="http://schemas.openxmlformats.org/drawingml/2006/main">
              <a:ext uri="{FF2B5EF4-FFF2-40B4-BE49-F238E27FC236}">
                <a16:creationId xmlns:a16="http://schemas.microsoft.com/office/drawing/2014/main" id="{1CEDF86A-4A5A-4C09-B430-DD34BCF58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3168" y="19215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" name="data_323">
            <a:extLst xmlns:a="http://schemas.openxmlformats.org/drawingml/2006/main">
              <a:ext uri="{FF2B5EF4-FFF2-40B4-BE49-F238E27FC236}">
                <a16:creationId xmlns:a16="http://schemas.microsoft.com/office/drawing/2014/main" id="{3E24362F-FFB7-47C1-A627-2CA00828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136" y="22804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" name="data_324">
            <a:extLst xmlns:a="http://schemas.openxmlformats.org/drawingml/2006/main">
              <a:ext uri="{FF2B5EF4-FFF2-40B4-BE49-F238E27FC236}">
                <a16:creationId xmlns:a16="http://schemas.microsoft.com/office/drawing/2014/main" id="{BE305F80-E82E-4646-AC10-82A849C3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0353" y="273566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" name="data_325">
            <a:extLst xmlns:a="http://schemas.openxmlformats.org/drawingml/2006/main">
              <a:ext uri="{FF2B5EF4-FFF2-40B4-BE49-F238E27FC236}">
                <a16:creationId xmlns:a16="http://schemas.microsoft.com/office/drawing/2014/main" id="{286188A0-C785-4CE2-894E-687C2A039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008" y="29942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" name="data_326">
            <a:extLst xmlns:a="http://schemas.openxmlformats.org/drawingml/2006/main">
              <a:ext uri="{FF2B5EF4-FFF2-40B4-BE49-F238E27FC236}">
                <a16:creationId xmlns:a16="http://schemas.microsoft.com/office/drawing/2014/main" id="{1E92C801-A7E8-4EB7-AC08-55E4DA85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7870" y="18669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" name="data_327">
            <a:extLst xmlns:a="http://schemas.openxmlformats.org/drawingml/2006/main">
              <a:ext uri="{FF2B5EF4-FFF2-40B4-BE49-F238E27FC236}">
                <a16:creationId xmlns:a16="http://schemas.microsoft.com/office/drawing/2014/main" id="{61FBAEBD-A54A-4BBA-918B-686B222B2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566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" name="data_328">
            <a:extLst xmlns:a="http://schemas.openxmlformats.org/drawingml/2006/main">
              <a:ext uri="{FF2B5EF4-FFF2-40B4-BE49-F238E27FC236}">
                <a16:creationId xmlns:a16="http://schemas.microsoft.com/office/drawing/2014/main" id="{855C2BB4-0B4C-4CCA-AB75-7AA0C1995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1689" y="179178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" name="data_329">
            <a:extLst xmlns:a="http://schemas.openxmlformats.org/drawingml/2006/main">
              <a:ext uri="{FF2B5EF4-FFF2-40B4-BE49-F238E27FC236}">
                <a16:creationId xmlns:a16="http://schemas.microsoft.com/office/drawing/2014/main" id="{7D352DE9-9D89-4A68-952E-2AAF31920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392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data_330">
            <a:extLst xmlns:a="http://schemas.openxmlformats.org/drawingml/2006/main">
              <a:ext uri="{FF2B5EF4-FFF2-40B4-BE49-F238E27FC236}">
                <a16:creationId xmlns:a16="http://schemas.microsoft.com/office/drawing/2014/main" id="{C2A849A1-1B8E-4420-B1FE-0ED56BCE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8983" y="21888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" name="data_331">
            <a:extLst xmlns:a="http://schemas.openxmlformats.org/drawingml/2006/main">
              <a:ext uri="{FF2B5EF4-FFF2-40B4-BE49-F238E27FC236}">
                <a16:creationId xmlns:a16="http://schemas.microsoft.com/office/drawing/2014/main" id="{CA4A55D6-B7DA-43FF-8B0B-507229781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7502" y="27887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ata_332">
            <a:extLst xmlns:a="http://schemas.openxmlformats.org/drawingml/2006/main">
              <a:ext uri="{FF2B5EF4-FFF2-40B4-BE49-F238E27FC236}">
                <a16:creationId xmlns:a16="http://schemas.microsoft.com/office/drawing/2014/main" id="{BE59DD27-C77E-487B-9204-5FC2DF471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5867" y="29345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" name="data_333">
            <a:extLst xmlns:a="http://schemas.openxmlformats.org/drawingml/2006/main">
              <a:ext uri="{FF2B5EF4-FFF2-40B4-BE49-F238E27FC236}">
                <a16:creationId xmlns:a16="http://schemas.microsoft.com/office/drawing/2014/main" id="{6483FBDF-1DA0-4A17-AA70-B84C4AA2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3301" y="18448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data_334">
            <a:extLst xmlns:a="http://schemas.openxmlformats.org/drawingml/2006/main">
              <a:ext uri="{FF2B5EF4-FFF2-40B4-BE49-F238E27FC236}">
                <a16:creationId xmlns:a16="http://schemas.microsoft.com/office/drawing/2014/main" id="{41270572-644D-469D-BBE6-289025DE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2899" y="16712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" name="data_335">
            <a:extLst xmlns:a="http://schemas.openxmlformats.org/drawingml/2006/main">
              <a:ext uri="{FF2B5EF4-FFF2-40B4-BE49-F238E27FC236}">
                <a16:creationId xmlns:a16="http://schemas.microsoft.com/office/drawing/2014/main" id="{E72A9037-B2C0-4563-8024-5B720F84C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0077" y="28531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" name="data_336">
            <a:extLst xmlns:a="http://schemas.openxmlformats.org/drawingml/2006/main">
              <a:ext uri="{FF2B5EF4-FFF2-40B4-BE49-F238E27FC236}">
                <a16:creationId xmlns:a16="http://schemas.microsoft.com/office/drawing/2014/main" id="{4E44735D-8F99-4F99-9650-C83AE56F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241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data_337">
            <a:extLst xmlns:a="http://schemas.openxmlformats.org/drawingml/2006/main">
              <a:ext uri="{FF2B5EF4-FFF2-40B4-BE49-F238E27FC236}">
                <a16:creationId xmlns:a16="http://schemas.microsoft.com/office/drawing/2014/main" id="{10C340DA-B9B3-4C95-A305-FBD11FE4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6152" y="229324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" name="data_338">
            <a:extLst xmlns:a="http://schemas.openxmlformats.org/drawingml/2006/main">
              <a:ext uri="{FF2B5EF4-FFF2-40B4-BE49-F238E27FC236}">
                <a16:creationId xmlns:a16="http://schemas.microsoft.com/office/drawing/2014/main" id="{D3786DB7-814A-4701-B7F7-99F3F8719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8106" y="175233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data_339">
            <a:extLst xmlns:a="http://schemas.openxmlformats.org/drawingml/2006/main">
              <a:ext uri="{FF2B5EF4-FFF2-40B4-BE49-F238E27FC236}">
                <a16:creationId xmlns:a16="http://schemas.microsoft.com/office/drawing/2014/main" id="{F050F57A-FDB6-487C-957A-53CEA2F6C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55" y="21299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" name="data_340">
            <a:extLst xmlns:a="http://schemas.openxmlformats.org/drawingml/2006/main">
              <a:ext uri="{FF2B5EF4-FFF2-40B4-BE49-F238E27FC236}">
                <a16:creationId xmlns:a16="http://schemas.microsoft.com/office/drawing/2014/main" id="{561ABFD2-7998-43CF-BFC6-34BC4F7B2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325" y="22467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" name="data_341">
            <a:extLst xmlns:a="http://schemas.openxmlformats.org/drawingml/2006/main">
              <a:ext uri="{FF2B5EF4-FFF2-40B4-BE49-F238E27FC236}">
                <a16:creationId xmlns:a16="http://schemas.microsoft.com/office/drawing/2014/main" id="{BB1D00DC-C2BD-43EE-B5A9-815AD7BE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747" y="18061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" name="data_342">
            <a:extLst xmlns:a="http://schemas.openxmlformats.org/drawingml/2006/main">
              <a:ext uri="{FF2B5EF4-FFF2-40B4-BE49-F238E27FC236}">
                <a16:creationId xmlns:a16="http://schemas.microsoft.com/office/drawing/2014/main" id="{4BB4AC21-AE4A-4A89-858C-09A160B59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6776" y="18356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" name="data_343">
            <a:extLst xmlns:a="http://schemas.openxmlformats.org/drawingml/2006/main">
              <a:ext uri="{FF2B5EF4-FFF2-40B4-BE49-F238E27FC236}">
                <a16:creationId xmlns:a16="http://schemas.microsoft.com/office/drawing/2014/main" id="{1C468F98-9B6F-425C-8369-DCFB3FFD4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5044" y="230175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" name="data_344">
            <a:extLst xmlns:a="http://schemas.openxmlformats.org/drawingml/2006/main">
              <a:ext uri="{FF2B5EF4-FFF2-40B4-BE49-F238E27FC236}">
                <a16:creationId xmlns:a16="http://schemas.microsoft.com/office/drawing/2014/main" id="{AB67631E-D0E0-483E-A230-CBD26B8F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5618" y="204846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" name="data_345">
            <a:extLst xmlns:a="http://schemas.openxmlformats.org/drawingml/2006/main">
              <a:ext uri="{FF2B5EF4-FFF2-40B4-BE49-F238E27FC236}">
                <a16:creationId xmlns:a16="http://schemas.microsoft.com/office/drawing/2014/main" id="{FAB5F4EC-FAA7-4111-811B-FC2EB021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840" y="24411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" name="data_346">
            <a:extLst xmlns:a="http://schemas.openxmlformats.org/drawingml/2006/main">
              <a:ext uri="{FF2B5EF4-FFF2-40B4-BE49-F238E27FC236}">
                <a16:creationId xmlns:a16="http://schemas.microsoft.com/office/drawing/2014/main" id="{9B0B1459-ACAF-4750-A318-5CA81930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2859" y="192560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data_347">
            <a:extLst xmlns:a="http://schemas.openxmlformats.org/drawingml/2006/main">
              <a:ext uri="{FF2B5EF4-FFF2-40B4-BE49-F238E27FC236}">
                <a16:creationId xmlns:a16="http://schemas.microsoft.com/office/drawing/2014/main" id="{A50ADACB-935A-493D-8A4B-FE8F4B1C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763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9" name="data_348">
            <a:extLst xmlns:a="http://schemas.openxmlformats.org/drawingml/2006/main">
              <a:ext uri="{FF2B5EF4-FFF2-40B4-BE49-F238E27FC236}">
                <a16:creationId xmlns:a16="http://schemas.microsoft.com/office/drawing/2014/main" id="{4FD4B928-0AED-49B9-8A9F-99611F569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5866" y="22834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0" name="data_349">
            <a:extLst xmlns:a="http://schemas.openxmlformats.org/drawingml/2006/main">
              <a:ext uri="{FF2B5EF4-FFF2-40B4-BE49-F238E27FC236}">
                <a16:creationId xmlns:a16="http://schemas.microsoft.com/office/drawing/2014/main" id="{AB4A88D5-CF00-4E2B-8C0B-6BF852F5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95" y="184314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1" name="data_350">
            <a:extLst xmlns:a="http://schemas.openxmlformats.org/drawingml/2006/main">
              <a:ext uri="{FF2B5EF4-FFF2-40B4-BE49-F238E27FC236}">
                <a16:creationId xmlns:a16="http://schemas.microsoft.com/office/drawing/2014/main" id="{66C25DB4-0E27-4BC5-BB18-D984E04A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273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2" name="data_351">
            <a:extLst xmlns:a="http://schemas.openxmlformats.org/drawingml/2006/main">
              <a:ext uri="{FF2B5EF4-FFF2-40B4-BE49-F238E27FC236}">
                <a16:creationId xmlns:a16="http://schemas.microsoft.com/office/drawing/2014/main" id="{C1CCEB83-3A95-4D09-8B59-4AFEE6583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4272" y="223628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data_352">
            <a:extLst xmlns:a="http://schemas.openxmlformats.org/drawingml/2006/main">
              <a:ext uri="{FF2B5EF4-FFF2-40B4-BE49-F238E27FC236}">
                <a16:creationId xmlns:a16="http://schemas.microsoft.com/office/drawing/2014/main" id="{93BA61C9-3C2F-4578-84B4-4560F557C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787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4" name="data_353">
            <a:extLst xmlns:a="http://schemas.openxmlformats.org/drawingml/2006/main">
              <a:ext uri="{FF2B5EF4-FFF2-40B4-BE49-F238E27FC236}">
                <a16:creationId xmlns:a16="http://schemas.microsoft.com/office/drawing/2014/main" id="{98D92EFF-0999-4B90-B18A-BDB15A31F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085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5" name="data_354">
            <a:extLst xmlns:a="http://schemas.openxmlformats.org/drawingml/2006/main">
              <a:ext uri="{FF2B5EF4-FFF2-40B4-BE49-F238E27FC236}">
                <a16:creationId xmlns:a16="http://schemas.microsoft.com/office/drawing/2014/main" id="{F0F7F122-A81B-48DC-8501-FF8755F57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7223" y="31201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6" name="data_355">
            <a:extLst xmlns:a="http://schemas.openxmlformats.org/drawingml/2006/main">
              <a:ext uri="{FF2B5EF4-FFF2-40B4-BE49-F238E27FC236}">
                <a16:creationId xmlns:a16="http://schemas.microsoft.com/office/drawing/2014/main" id="{78627CBC-BE5A-4EB7-B0A9-30A19FCE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0732" y="23427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7" name="data_356">
            <a:extLst xmlns:a="http://schemas.openxmlformats.org/drawingml/2006/main">
              <a:ext uri="{FF2B5EF4-FFF2-40B4-BE49-F238E27FC236}">
                <a16:creationId xmlns:a16="http://schemas.microsoft.com/office/drawing/2014/main" id="{E7DF4D3F-AD83-46E3-90F4-48F7DD94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133" y="30799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8" name="data_357">
            <a:extLst xmlns:a="http://schemas.openxmlformats.org/drawingml/2006/main">
              <a:ext uri="{FF2B5EF4-FFF2-40B4-BE49-F238E27FC236}">
                <a16:creationId xmlns:a16="http://schemas.microsoft.com/office/drawing/2014/main" id="{491FACA3-B029-41B9-9167-864CA5295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3266" y="214134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data_358">
            <a:extLst xmlns:a="http://schemas.openxmlformats.org/drawingml/2006/main">
              <a:ext uri="{FF2B5EF4-FFF2-40B4-BE49-F238E27FC236}">
                <a16:creationId xmlns:a16="http://schemas.microsoft.com/office/drawing/2014/main" id="{B9A4CCD1-6C02-4AA3-8104-03397A6C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0643" y="180929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0" name="data_359">
            <a:extLst xmlns:a="http://schemas.openxmlformats.org/drawingml/2006/main">
              <a:ext uri="{FF2B5EF4-FFF2-40B4-BE49-F238E27FC236}">
                <a16:creationId xmlns:a16="http://schemas.microsoft.com/office/drawing/2014/main" id="{B0944F7C-0343-4EA2-85E6-1AEA4705B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3660" y="27189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1" name="data_360">
            <a:extLst xmlns:a="http://schemas.openxmlformats.org/drawingml/2006/main">
              <a:ext uri="{FF2B5EF4-FFF2-40B4-BE49-F238E27FC236}">
                <a16:creationId xmlns:a16="http://schemas.microsoft.com/office/drawing/2014/main" id="{9A5D2151-9B6A-4BEF-9967-1F475C03C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0798" y="19007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2" name="data_361">
            <a:extLst xmlns:a="http://schemas.openxmlformats.org/drawingml/2006/main">
              <a:ext uri="{FF2B5EF4-FFF2-40B4-BE49-F238E27FC236}">
                <a16:creationId xmlns:a16="http://schemas.microsoft.com/office/drawing/2014/main" id="{F6D2B258-9ED1-4CCF-B88D-71B14CD1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9359" y="279694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3" name="data_362">
            <a:extLst xmlns:a="http://schemas.openxmlformats.org/drawingml/2006/main">
              <a:ext uri="{FF2B5EF4-FFF2-40B4-BE49-F238E27FC236}">
                <a16:creationId xmlns:a16="http://schemas.microsoft.com/office/drawing/2014/main" id="{9A5E1A9D-450C-4D60-923C-9A50166C4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6767" y="22510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4" name="data_363">
            <a:extLst xmlns:a="http://schemas.openxmlformats.org/drawingml/2006/main">
              <a:ext uri="{FF2B5EF4-FFF2-40B4-BE49-F238E27FC236}">
                <a16:creationId xmlns:a16="http://schemas.microsoft.com/office/drawing/2014/main" id="{8AD732C3-D4BC-4875-A9EE-67B4335B6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4303" y="29432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5" name="data_364">
            <a:extLst xmlns:a="http://schemas.openxmlformats.org/drawingml/2006/main">
              <a:ext uri="{FF2B5EF4-FFF2-40B4-BE49-F238E27FC236}">
                <a16:creationId xmlns:a16="http://schemas.microsoft.com/office/drawing/2014/main" id="{5FC21EBE-5443-4AD6-BCFF-F8CE0F1F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3574" y="24439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6" name="data_365">
            <a:extLst xmlns:a="http://schemas.openxmlformats.org/drawingml/2006/main">
              <a:ext uri="{FF2B5EF4-FFF2-40B4-BE49-F238E27FC236}">
                <a16:creationId xmlns:a16="http://schemas.microsoft.com/office/drawing/2014/main" id="{BC260817-0AB1-4C1D-BF3B-B30301F7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0947" y="204866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7" name="data_366">
            <a:extLst xmlns:a="http://schemas.openxmlformats.org/drawingml/2006/main">
              <a:ext uri="{FF2B5EF4-FFF2-40B4-BE49-F238E27FC236}">
                <a16:creationId xmlns:a16="http://schemas.microsoft.com/office/drawing/2014/main" id="{A8B88001-555E-49CE-9A64-96BA8B2E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131" y="18669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8" name="data_367">
            <a:extLst xmlns:a="http://schemas.openxmlformats.org/drawingml/2006/main">
              <a:ext uri="{FF2B5EF4-FFF2-40B4-BE49-F238E27FC236}">
                <a16:creationId xmlns:a16="http://schemas.microsoft.com/office/drawing/2014/main" id="{CF146A36-6FB2-480B-85B6-62D19672A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0929" y="27605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9" name="data_368">
            <a:extLst xmlns:a="http://schemas.openxmlformats.org/drawingml/2006/main">
              <a:ext uri="{FF2B5EF4-FFF2-40B4-BE49-F238E27FC236}">
                <a16:creationId xmlns:a16="http://schemas.microsoft.com/office/drawing/2014/main" id="{A83441AF-8250-4194-9840-B4E8AFA2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1514" y="18686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0" name="data_369">
            <a:extLst xmlns:a="http://schemas.openxmlformats.org/drawingml/2006/main">
              <a:ext uri="{FF2B5EF4-FFF2-40B4-BE49-F238E27FC236}">
                <a16:creationId xmlns:a16="http://schemas.microsoft.com/office/drawing/2014/main" id="{F061AA80-2108-4217-84B7-3BB197065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5185" y="304888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1" name="data_370">
            <a:extLst xmlns:a="http://schemas.openxmlformats.org/drawingml/2006/main">
              <a:ext uri="{FF2B5EF4-FFF2-40B4-BE49-F238E27FC236}">
                <a16:creationId xmlns:a16="http://schemas.microsoft.com/office/drawing/2014/main" id="{15A82A5C-436D-4733-8E53-4FCB17CB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4653" y="18184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2" name="data_371">
            <a:extLst xmlns:a="http://schemas.openxmlformats.org/drawingml/2006/main">
              <a:ext uri="{FF2B5EF4-FFF2-40B4-BE49-F238E27FC236}">
                <a16:creationId xmlns:a16="http://schemas.microsoft.com/office/drawing/2014/main" id="{33FCD1C2-5576-490B-8437-58DE55D0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3827" y="21562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3" name="data_372">
            <a:extLst xmlns:a="http://schemas.openxmlformats.org/drawingml/2006/main">
              <a:ext uri="{FF2B5EF4-FFF2-40B4-BE49-F238E27FC236}">
                <a16:creationId xmlns:a16="http://schemas.microsoft.com/office/drawing/2014/main" id="{6FDDB29A-6809-4029-BB9A-7B5A0A9B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3793" y="181303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4" name="data_373">
            <a:extLst xmlns:a="http://schemas.openxmlformats.org/drawingml/2006/main">
              <a:ext uri="{FF2B5EF4-FFF2-40B4-BE49-F238E27FC236}">
                <a16:creationId xmlns:a16="http://schemas.microsoft.com/office/drawing/2014/main" id="{C7CDDE5F-E604-493C-AC6D-03CFD908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013" y="28662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5" name="data_374">
            <a:extLst xmlns:a="http://schemas.openxmlformats.org/drawingml/2006/main">
              <a:ext uri="{FF2B5EF4-FFF2-40B4-BE49-F238E27FC236}">
                <a16:creationId xmlns:a16="http://schemas.microsoft.com/office/drawing/2014/main" id="{56D80F27-A569-436B-935D-B2E919B1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2576" y="205176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6" name="data_375">
            <a:extLst xmlns:a="http://schemas.openxmlformats.org/drawingml/2006/main">
              <a:ext uri="{FF2B5EF4-FFF2-40B4-BE49-F238E27FC236}">
                <a16:creationId xmlns:a16="http://schemas.microsoft.com/office/drawing/2014/main" id="{19E35EAB-9477-4E97-B4F1-EAAF43F1E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489" y="24787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7" name="data_376">
            <a:extLst xmlns:a="http://schemas.openxmlformats.org/drawingml/2006/main">
              <a:ext uri="{FF2B5EF4-FFF2-40B4-BE49-F238E27FC236}">
                <a16:creationId xmlns:a16="http://schemas.microsoft.com/office/drawing/2014/main" id="{9CF90059-41BD-45EA-8E62-61A39E503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8288" y="24830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8" name="data_377">
            <a:extLst xmlns:a="http://schemas.openxmlformats.org/drawingml/2006/main">
              <a:ext uri="{FF2B5EF4-FFF2-40B4-BE49-F238E27FC236}">
                <a16:creationId xmlns:a16="http://schemas.microsoft.com/office/drawing/2014/main" id="{B3B29368-F39B-4355-8AA0-EA5B27EF9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9659" y="24875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9" name="data_378">
            <a:extLst xmlns:a="http://schemas.openxmlformats.org/drawingml/2006/main">
              <a:ext uri="{FF2B5EF4-FFF2-40B4-BE49-F238E27FC236}">
                <a16:creationId xmlns:a16="http://schemas.microsoft.com/office/drawing/2014/main" id="{88D4F47C-42FE-42F8-89AC-C7423AF05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1709" y="24478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0" name="data_379">
            <a:extLst xmlns:a="http://schemas.openxmlformats.org/drawingml/2006/main">
              <a:ext uri="{FF2B5EF4-FFF2-40B4-BE49-F238E27FC236}">
                <a16:creationId xmlns:a16="http://schemas.microsoft.com/office/drawing/2014/main" id="{A05ECBF3-9991-4356-BC29-202FC2165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9658" y="19268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1" name="data_380">
            <a:extLst xmlns:a="http://schemas.openxmlformats.org/drawingml/2006/main">
              <a:ext uri="{FF2B5EF4-FFF2-40B4-BE49-F238E27FC236}">
                <a16:creationId xmlns:a16="http://schemas.microsoft.com/office/drawing/2014/main" id="{EFCE35B3-44FC-4E9E-B1E2-259E3BE61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2327" y="32072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2" name="data_381">
            <a:extLst xmlns:a="http://schemas.openxmlformats.org/drawingml/2006/main">
              <a:ext uri="{FF2B5EF4-FFF2-40B4-BE49-F238E27FC236}">
                <a16:creationId xmlns:a16="http://schemas.microsoft.com/office/drawing/2014/main" id="{57A9D592-4771-4346-ACB7-B28EF79A5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231" y="25489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3" name="data_382">
            <a:extLst xmlns:a="http://schemas.openxmlformats.org/drawingml/2006/main">
              <a:ext uri="{FF2B5EF4-FFF2-40B4-BE49-F238E27FC236}">
                <a16:creationId xmlns:a16="http://schemas.microsoft.com/office/drawing/2014/main" id="{E0F9AAE6-0613-415E-801E-7461A47A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2561" y="21216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4" name="data_383">
            <a:extLst xmlns:a="http://schemas.openxmlformats.org/drawingml/2006/main">
              <a:ext uri="{FF2B5EF4-FFF2-40B4-BE49-F238E27FC236}">
                <a16:creationId xmlns:a16="http://schemas.microsoft.com/office/drawing/2014/main" id="{F7C0DD9B-F006-481F-8F66-8F4B7918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710" y="26318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5" name="data_384">
            <a:extLst xmlns:a="http://schemas.openxmlformats.org/drawingml/2006/main">
              <a:ext uri="{FF2B5EF4-FFF2-40B4-BE49-F238E27FC236}">
                <a16:creationId xmlns:a16="http://schemas.microsoft.com/office/drawing/2014/main" id="{B89BFDAD-4F07-40E1-9162-385AE962C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183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6" name="data_385">
            <a:extLst xmlns:a="http://schemas.openxmlformats.org/drawingml/2006/main">
              <a:ext uri="{FF2B5EF4-FFF2-40B4-BE49-F238E27FC236}">
                <a16:creationId xmlns:a16="http://schemas.microsoft.com/office/drawing/2014/main" id="{E9EB8386-A65F-49E7-B8DB-6318549C3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1029" y="29607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7" name="data_386">
            <a:extLst xmlns:a="http://schemas.openxmlformats.org/drawingml/2006/main">
              <a:ext uri="{FF2B5EF4-FFF2-40B4-BE49-F238E27FC236}">
                <a16:creationId xmlns:a16="http://schemas.microsoft.com/office/drawing/2014/main" id="{E95C4D25-3023-40E9-A8B0-15112036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847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8" name="data_387">
            <a:extLst xmlns:a="http://schemas.openxmlformats.org/drawingml/2006/main">
              <a:ext uri="{FF2B5EF4-FFF2-40B4-BE49-F238E27FC236}">
                <a16:creationId xmlns:a16="http://schemas.microsoft.com/office/drawing/2014/main" id="{733A3031-5EB1-4190-AABD-52189AB79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733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9" name="data_388">
            <a:extLst xmlns:a="http://schemas.openxmlformats.org/drawingml/2006/main">
              <a:ext uri="{FF2B5EF4-FFF2-40B4-BE49-F238E27FC236}">
                <a16:creationId xmlns:a16="http://schemas.microsoft.com/office/drawing/2014/main" id="{60231924-EF4F-4262-9102-08D57AC7A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2671" y="17457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0" name="data_389">
            <a:extLst xmlns:a="http://schemas.openxmlformats.org/drawingml/2006/main">
              <a:ext uri="{FF2B5EF4-FFF2-40B4-BE49-F238E27FC236}">
                <a16:creationId xmlns:a16="http://schemas.microsoft.com/office/drawing/2014/main" id="{E28C66E2-888B-495D-A174-E139C101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048" y="16316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1" name="data_390">
            <a:extLst xmlns:a="http://schemas.openxmlformats.org/drawingml/2006/main">
              <a:ext uri="{FF2B5EF4-FFF2-40B4-BE49-F238E27FC236}">
                <a16:creationId xmlns:a16="http://schemas.microsoft.com/office/drawing/2014/main" id="{79224CB9-9C7F-4736-9431-B16ACA4F1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0246" y="17365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2" name="data_391">
            <a:extLst xmlns:a="http://schemas.openxmlformats.org/drawingml/2006/main">
              <a:ext uri="{FF2B5EF4-FFF2-40B4-BE49-F238E27FC236}">
                <a16:creationId xmlns:a16="http://schemas.microsoft.com/office/drawing/2014/main" id="{E81494E3-BE31-49D2-91C0-D7997187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5795" y="30772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3" name="data_392">
            <a:extLst xmlns:a="http://schemas.openxmlformats.org/drawingml/2006/main">
              <a:ext uri="{FF2B5EF4-FFF2-40B4-BE49-F238E27FC236}">
                <a16:creationId xmlns:a16="http://schemas.microsoft.com/office/drawing/2014/main" id="{E63C4247-C1AD-4DEC-A2DF-B774D2B7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8780" y="186324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4" name="data_393">
            <a:extLst xmlns:a="http://schemas.openxmlformats.org/drawingml/2006/main">
              <a:ext uri="{FF2B5EF4-FFF2-40B4-BE49-F238E27FC236}">
                <a16:creationId xmlns:a16="http://schemas.microsoft.com/office/drawing/2014/main" id="{8E564696-7A83-4B2B-99FE-796D26AF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053" y="19465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5" name="data_394">
            <a:extLst xmlns:a="http://schemas.openxmlformats.org/drawingml/2006/main">
              <a:ext uri="{FF2B5EF4-FFF2-40B4-BE49-F238E27FC236}">
                <a16:creationId xmlns:a16="http://schemas.microsoft.com/office/drawing/2014/main" id="{78780D3D-7DDC-439A-8844-CDA8C02A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5756" y="17666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6" name="data_395">
            <a:extLst xmlns:a="http://schemas.openxmlformats.org/drawingml/2006/main">
              <a:ext uri="{FF2B5EF4-FFF2-40B4-BE49-F238E27FC236}">
                <a16:creationId xmlns:a16="http://schemas.microsoft.com/office/drawing/2014/main" id="{5DDFF499-77AD-4E14-BCCE-5A17232F7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4203" y="18226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7" name="data_396">
            <a:extLst xmlns:a="http://schemas.openxmlformats.org/drawingml/2006/main">
              <a:ext uri="{FF2B5EF4-FFF2-40B4-BE49-F238E27FC236}">
                <a16:creationId xmlns:a16="http://schemas.microsoft.com/office/drawing/2014/main" id="{2938AA1F-FA92-4C3F-875F-4C775D3B2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841" y="26078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8" name="data_397">
            <a:extLst xmlns:a="http://schemas.openxmlformats.org/drawingml/2006/main">
              <a:ext uri="{FF2B5EF4-FFF2-40B4-BE49-F238E27FC236}">
                <a16:creationId xmlns:a16="http://schemas.microsoft.com/office/drawing/2014/main" id="{A940F49A-DADD-4018-A815-C3EA4FA02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2765" y="252983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9" name="data_398">
            <a:extLst xmlns:a="http://schemas.openxmlformats.org/drawingml/2006/main">
              <a:ext uri="{FF2B5EF4-FFF2-40B4-BE49-F238E27FC236}">
                <a16:creationId xmlns:a16="http://schemas.microsoft.com/office/drawing/2014/main" id="{4AE74F0F-B417-4F11-8522-7D406810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676" y="256831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0" name="data_399">
            <a:extLst xmlns:a="http://schemas.openxmlformats.org/drawingml/2006/main">
              <a:ext uri="{FF2B5EF4-FFF2-40B4-BE49-F238E27FC236}">
                <a16:creationId xmlns:a16="http://schemas.microsoft.com/office/drawing/2014/main" id="{4E83FBA6-D6C5-4FD5-9CE7-5E57B3D3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503" y="17806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1" name="data_400">
            <a:extLst xmlns:a="http://schemas.openxmlformats.org/drawingml/2006/main">
              <a:ext uri="{FF2B5EF4-FFF2-40B4-BE49-F238E27FC236}">
                <a16:creationId xmlns:a16="http://schemas.microsoft.com/office/drawing/2014/main" id="{BC468924-AF94-4119-A021-E4FD04E74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6272" y="20067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2" name="data_401">
            <a:extLst xmlns:a="http://schemas.openxmlformats.org/drawingml/2006/main">
              <a:ext uri="{FF2B5EF4-FFF2-40B4-BE49-F238E27FC236}">
                <a16:creationId xmlns:a16="http://schemas.microsoft.com/office/drawing/2014/main" id="{3137329F-A20C-4CA3-8CE3-78F395972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9516" y="239367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3" name="data_402">
            <a:extLst xmlns:a="http://schemas.openxmlformats.org/drawingml/2006/main">
              <a:ext uri="{FF2B5EF4-FFF2-40B4-BE49-F238E27FC236}">
                <a16:creationId xmlns:a16="http://schemas.microsoft.com/office/drawing/2014/main" id="{C4C0D439-46FF-4539-B87A-B140128D4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4236" y="18266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4" name="data_403">
            <a:extLst xmlns:a="http://schemas.openxmlformats.org/drawingml/2006/main">
              <a:ext uri="{FF2B5EF4-FFF2-40B4-BE49-F238E27FC236}">
                <a16:creationId xmlns:a16="http://schemas.microsoft.com/office/drawing/2014/main" id="{3936077E-88F1-4C00-9F75-EC399E1F9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1673" y="18326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5" name="data_404">
            <a:extLst xmlns:a="http://schemas.openxmlformats.org/drawingml/2006/main">
              <a:ext uri="{FF2B5EF4-FFF2-40B4-BE49-F238E27FC236}">
                <a16:creationId xmlns:a16="http://schemas.microsoft.com/office/drawing/2014/main" id="{37B40918-C6FA-412A-896B-7EE51B76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830" y="27033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6" name="data_405">
            <a:extLst xmlns:a="http://schemas.openxmlformats.org/drawingml/2006/main">
              <a:ext uri="{FF2B5EF4-FFF2-40B4-BE49-F238E27FC236}">
                <a16:creationId xmlns:a16="http://schemas.microsoft.com/office/drawing/2014/main" id="{57A52490-991F-44D0-8253-418405077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436" y="19152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7" name="data_406">
            <a:extLst xmlns:a="http://schemas.openxmlformats.org/drawingml/2006/main">
              <a:ext uri="{FF2B5EF4-FFF2-40B4-BE49-F238E27FC236}">
                <a16:creationId xmlns:a16="http://schemas.microsoft.com/office/drawing/2014/main" id="{606FAC06-653C-440A-84C9-0D816E0C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7891" y="19693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8" name="data_407">
            <a:extLst xmlns:a="http://schemas.openxmlformats.org/drawingml/2006/main">
              <a:ext uri="{FF2B5EF4-FFF2-40B4-BE49-F238E27FC236}">
                <a16:creationId xmlns:a16="http://schemas.microsoft.com/office/drawing/2014/main" id="{E6E7931F-B407-4189-A710-CEF9A82F2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7523" y="20254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9" name="data_408">
            <a:extLst xmlns:a="http://schemas.openxmlformats.org/drawingml/2006/main">
              <a:ext uri="{FF2B5EF4-FFF2-40B4-BE49-F238E27FC236}">
                <a16:creationId xmlns:a16="http://schemas.microsoft.com/office/drawing/2014/main" id="{3F655281-5AC3-4A09-9CF7-1ED91DE9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883" y="245929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0" name="data_409">
            <a:extLst xmlns:a="http://schemas.openxmlformats.org/drawingml/2006/main">
              <a:ext uri="{FF2B5EF4-FFF2-40B4-BE49-F238E27FC236}">
                <a16:creationId xmlns:a16="http://schemas.microsoft.com/office/drawing/2014/main" id="{2C1029A9-6611-4F95-8CA6-2CA26FA17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3467" y="19960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1" name="data_410">
            <a:extLst xmlns:a="http://schemas.openxmlformats.org/drawingml/2006/main">
              <a:ext uri="{FF2B5EF4-FFF2-40B4-BE49-F238E27FC236}">
                <a16:creationId xmlns:a16="http://schemas.microsoft.com/office/drawing/2014/main" id="{96029CCA-A779-4074-AFE3-0202D6D7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670" y="22161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2" name="data_411">
            <a:extLst xmlns:a="http://schemas.openxmlformats.org/drawingml/2006/main">
              <a:ext uri="{FF2B5EF4-FFF2-40B4-BE49-F238E27FC236}">
                <a16:creationId xmlns:a16="http://schemas.microsoft.com/office/drawing/2014/main" id="{5BF0633C-8F78-46DC-AFF6-76F810CCF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5973" y="17558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3" name="data_412">
            <a:extLst xmlns:a="http://schemas.openxmlformats.org/drawingml/2006/main">
              <a:ext uri="{FF2B5EF4-FFF2-40B4-BE49-F238E27FC236}">
                <a16:creationId xmlns:a16="http://schemas.microsoft.com/office/drawing/2014/main" id="{020A6260-7BD6-47D8-999E-8B067782A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210" y="28790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4" name="data_413">
            <a:extLst xmlns:a="http://schemas.openxmlformats.org/drawingml/2006/main">
              <a:ext uri="{FF2B5EF4-FFF2-40B4-BE49-F238E27FC236}">
                <a16:creationId xmlns:a16="http://schemas.microsoft.com/office/drawing/2014/main" id="{D1E9060E-CAB0-4DC1-A8D0-3E75352B5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354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5" name="data_414">
            <a:extLst xmlns:a="http://schemas.openxmlformats.org/drawingml/2006/main">
              <a:ext uri="{FF2B5EF4-FFF2-40B4-BE49-F238E27FC236}">
                <a16:creationId xmlns:a16="http://schemas.microsoft.com/office/drawing/2014/main" id="{131A51A8-0B73-4516-9CB3-9BB757F8C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9083" y="27019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6" name="data_415">
            <a:extLst xmlns:a="http://schemas.openxmlformats.org/drawingml/2006/main">
              <a:ext uri="{FF2B5EF4-FFF2-40B4-BE49-F238E27FC236}">
                <a16:creationId xmlns:a16="http://schemas.microsoft.com/office/drawing/2014/main" id="{C8D3C611-11BC-441A-B69B-B78169B8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7936" y="2728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7" name="data_416">
            <a:extLst xmlns:a="http://schemas.openxmlformats.org/drawingml/2006/main">
              <a:ext uri="{FF2B5EF4-FFF2-40B4-BE49-F238E27FC236}">
                <a16:creationId xmlns:a16="http://schemas.microsoft.com/office/drawing/2014/main" id="{35C266E0-B675-4F9E-92A4-52CC4ACFD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5244" y="17400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8" name="data_417">
            <a:extLst xmlns:a="http://schemas.openxmlformats.org/drawingml/2006/main">
              <a:ext uri="{FF2B5EF4-FFF2-40B4-BE49-F238E27FC236}">
                <a16:creationId xmlns:a16="http://schemas.microsoft.com/office/drawing/2014/main" id="{9788BC4D-166B-44B8-8AFD-F056B5812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3393" y="17300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9" name="data_418">
            <a:extLst xmlns:a="http://schemas.openxmlformats.org/drawingml/2006/main">
              <a:ext uri="{FF2B5EF4-FFF2-40B4-BE49-F238E27FC236}">
                <a16:creationId xmlns:a16="http://schemas.microsoft.com/office/drawing/2014/main" id="{30C1F830-4AA2-4503-B69D-674294E6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3591" y="260096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0" name="data_419">
            <a:extLst xmlns:a="http://schemas.openxmlformats.org/drawingml/2006/main">
              <a:ext uri="{FF2B5EF4-FFF2-40B4-BE49-F238E27FC236}">
                <a16:creationId xmlns:a16="http://schemas.microsoft.com/office/drawing/2014/main" id="{5F14AE0A-C194-44EF-8D55-02A695B1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5979" y="22028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1" name="data_420">
            <a:extLst xmlns:a="http://schemas.openxmlformats.org/drawingml/2006/main">
              <a:ext uri="{FF2B5EF4-FFF2-40B4-BE49-F238E27FC236}">
                <a16:creationId xmlns:a16="http://schemas.microsoft.com/office/drawing/2014/main" id="{37259EF5-A72F-4ED9-9B5F-29211110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949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2" name="data_421">
            <a:extLst xmlns:a="http://schemas.openxmlformats.org/drawingml/2006/main">
              <a:ext uri="{FF2B5EF4-FFF2-40B4-BE49-F238E27FC236}">
                <a16:creationId xmlns:a16="http://schemas.microsoft.com/office/drawing/2014/main" id="{61CE5945-1893-4F58-94CA-32CDF0F22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343" y="27178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3" name="data_422">
            <a:extLst xmlns:a="http://schemas.openxmlformats.org/drawingml/2006/main">
              <a:ext uri="{FF2B5EF4-FFF2-40B4-BE49-F238E27FC236}">
                <a16:creationId xmlns:a16="http://schemas.microsoft.com/office/drawing/2014/main" id="{D4F824FC-0F74-473C-88B5-96CF6D583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0590" y="157987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4" name="data_423">
            <a:extLst xmlns:a="http://schemas.openxmlformats.org/drawingml/2006/main">
              <a:ext uri="{FF2B5EF4-FFF2-40B4-BE49-F238E27FC236}">
                <a16:creationId xmlns:a16="http://schemas.microsoft.com/office/drawing/2014/main" id="{03BEAB42-07CB-476A-A0C3-7D051CF43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88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5" name="data_424">
            <a:extLst xmlns:a="http://schemas.openxmlformats.org/drawingml/2006/main">
              <a:ext uri="{FF2B5EF4-FFF2-40B4-BE49-F238E27FC236}">
                <a16:creationId xmlns:a16="http://schemas.microsoft.com/office/drawing/2014/main" id="{505CBAE9-2BA0-4500-A989-47C3529C3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3909" y="218096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6" name="data_425">
            <a:extLst xmlns:a="http://schemas.openxmlformats.org/drawingml/2006/main">
              <a:ext uri="{FF2B5EF4-FFF2-40B4-BE49-F238E27FC236}">
                <a16:creationId xmlns:a16="http://schemas.microsoft.com/office/drawing/2014/main" id="{EAF2E3F5-A4E3-4034-97AB-D09DCFF16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73" y="232268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7" name="data_426">
            <a:extLst xmlns:a="http://schemas.openxmlformats.org/drawingml/2006/main">
              <a:ext uri="{FF2B5EF4-FFF2-40B4-BE49-F238E27FC236}">
                <a16:creationId xmlns:a16="http://schemas.microsoft.com/office/drawing/2014/main" id="{702BB11A-B0A6-4F48-AC17-7413EB5C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068" y="163534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8" name="data_427">
            <a:extLst xmlns:a="http://schemas.openxmlformats.org/drawingml/2006/main">
              <a:ext uri="{FF2B5EF4-FFF2-40B4-BE49-F238E27FC236}">
                <a16:creationId xmlns:a16="http://schemas.microsoft.com/office/drawing/2014/main" id="{C72D07E1-3588-462F-A5E5-D3F402079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3122" y="17529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9" name="data_428">
            <a:extLst xmlns:a="http://schemas.openxmlformats.org/drawingml/2006/main">
              <a:ext uri="{FF2B5EF4-FFF2-40B4-BE49-F238E27FC236}">
                <a16:creationId xmlns:a16="http://schemas.microsoft.com/office/drawing/2014/main" id="{EA7FED10-AA42-4F29-9F4E-E5E0C6387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424" y="218284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0" name="data_429">
            <a:extLst xmlns:a="http://schemas.openxmlformats.org/drawingml/2006/main">
              <a:ext uri="{FF2B5EF4-FFF2-40B4-BE49-F238E27FC236}">
                <a16:creationId xmlns:a16="http://schemas.microsoft.com/office/drawing/2014/main" id="{E8DC1203-270A-425E-B333-83251A74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8651" y="18016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1" name="data_430">
            <a:extLst xmlns:a="http://schemas.openxmlformats.org/drawingml/2006/main">
              <a:ext uri="{FF2B5EF4-FFF2-40B4-BE49-F238E27FC236}">
                <a16:creationId xmlns:a16="http://schemas.microsoft.com/office/drawing/2014/main" id="{78A3B8DF-0347-44C2-B1BB-311A70ABC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000" y="15782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2" name="data_431">
            <a:extLst xmlns:a="http://schemas.openxmlformats.org/drawingml/2006/main">
              <a:ext uri="{FF2B5EF4-FFF2-40B4-BE49-F238E27FC236}">
                <a16:creationId xmlns:a16="http://schemas.microsoft.com/office/drawing/2014/main" id="{4B6C30EB-60D6-4DA5-8028-FDE3C0CCE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7594" y="17236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3" name="data_432">
            <a:extLst xmlns:a="http://schemas.openxmlformats.org/drawingml/2006/main">
              <a:ext uri="{FF2B5EF4-FFF2-40B4-BE49-F238E27FC236}">
                <a16:creationId xmlns:a16="http://schemas.microsoft.com/office/drawing/2014/main" id="{6BA80A22-16DE-4EEA-88CB-2233E37F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9125" y="195014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4" name="data_433">
            <a:extLst xmlns:a="http://schemas.openxmlformats.org/drawingml/2006/main">
              <a:ext uri="{FF2B5EF4-FFF2-40B4-BE49-F238E27FC236}">
                <a16:creationId xmlns:a16="http://schemas.microsoft.com/office/drawing/2014/main" id="{CF5C2A05-4686-4E39-8272-BC6FB1A8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0300" y="16723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5" name="data_434">
            <a:extLst xmlns:a="http://schemas.openxmlformats.org/drawingml/2006/main">
              <a:ext uri="{FF2B5EF4-FFF2-40B4-BE49-F238E27FC236}">
                <a16:creationId xmlns:a16="http://schemas.microsoft.com/office/drawing/2014/main" id="{A9F4F9DC-5CFD-467F-B9A5-003EB1EC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2224" y="23759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6" name="data_435">
            <a:extLst xmlns:a="http://schemas.openxmlformats.org/drawingml/2006/main">
              <a:ext uri="{FF2B5EF4-FFF2-40B4-BE49-F238E27FC236}">
                <a16:creationId xmlns:a16="http://schemas.microsoft.com/office/drawing/2014/main" id="{DE61F5F4-5583-4440-B322-B99EA82A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0559" y="18626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7" name="data_436">
            <a:extLst xmlns:a="http://schemas.openxmlformats.org/drawingml/2006/main">
              <a:ext uri="{FF2B5EF4-FFF2-40B4-BE49-F238E27FC236}">
                <a16:creationId xmlns:a16="http://schemas.microsoft.com/office/drawing/2014/main" id="{9DEDAFC3-863D-4D18-A869-45549A0C4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6854" y="21904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8" name="data_437">
            <a:extLst xmlns:a="http://schemas.openxmlformats.org/drawingml/2006/main">
              <a:ext uri="{FF2B5EF4-FFF2-40B4-BE49-F238E27FC236}">
                <a16:creationId xmlns:a16="http://schemas.microsoft.com/office/drawing/2014/main" id="{DCE26EF5-69AA-40DD-AE7B-748C1D4AE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6803" y="179455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9" name="data_438">
            <a:extLst xmlns:a="http://schemas.openxmlformats.org/drawingml/2006/main">
              <a:ext uri="{FF2B5EF4-FFF2-40B4-BE49-F238E27FC236}">
                <a16:creationId xmlns:a16="http://schemas.microsoft.com/office/drawing/2014/main" id="{63E36355-F506-4340-9A0E-96FDD8128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5533" y="19023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0" name="data_439">
            <a:extLst xmlns:a="http://schemas.openxmlformats.org/drawingml/2006/main">
              <a:ext uri="{FF2B5EF4-FFF2-40B4-BE49-F238E27FC236}">
                <a16:creationId xmlns:a16="http://schemas.microsoft.com/office/drawing/2014/main" id="{57589E81-42D7-4222-B992-3E3B79DFE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6928" y="210150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1" name="data_440">
            <a:extLst xmlns:a="http://schemas.openxmlformats.org/drawingml/2006/main">
              <a:ext uri="{FF2B5EF4-FFF2-40B4-BE49-F238E27FC236}">
                <a16:creationId xmlns:a16="http://schemas.microsoft.com/office/drawing/2014/main" id="{2B003D83-3A01-4E13-839E-A9256A39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7699" y="22449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2" name="data_441">
            <a:extLst xmlns:a="http://schemas.openxmlformats.org/drawingml/2006/main">
              <a:ext uri="{FF2B5EF4-FFF2-40B4-BE49-F238E27FC236}">
                <a16:creationId xmlns:a16="http://schemas.microsoft.com/office/drawing/2014/main" id="{78111F12-9633-45C8-8DDA-6732FE845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4998" y="22672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3" name="data_442">
            <a:extLst xmlns:a="http://schemas.openxmlformats.org/drawingml/2006/main">
              <a:ext uri="{FF2B5EF4-FFF2-40B4-BE49-F238E27FC236}">
                <a16:creationId xmlns:a16="http://schemas.microsoft.com/office/drawing/2014/main" id="{476CB117-6E2C-4B89-A59B-1CD0C480B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0776" y="22680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4" name="data_443">
            <a:extLst xmlns:a="http://schemas.openxmlformats.org/drawingml/2006/main">
              <a:ext uri="{FF2B5EF4-FFF2-40B4-BE49-F238E27FC236}">
                <a16:creationId xmlns:a16="http://schemas.microsoft.com/office/drawing/2014/main" id="{CA3F6E24-D650-44B3-B019-3C8B7B01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3716" y="22566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5" name="data_444">
            <a:extLst xmlns:a="http://schemas.openxmlformats.org/drawingml/2006/main">
              <a:ext uri="{FF2B5EF4-FFF2-40B4-BE49-F238E27FC236}">
                <a16:creationId xmlns:a16="http://schemas.microsoft.com/office/drawing/2014/main" id="{EDAF298D-96D3-413E-8934-F248D9D6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8748" y="26851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6" name="data_445">
            <a:extLst xmlns:a="http://schemas.openxmlformats.org/drawingml/2006/main">
              <a:ext uri="{FF2B5EF4-FFF2-40B4-BE49-F238E27FC236}">
                <a16:creationId xmlns:a16="http://schemas.microsoft.com/office/drawing/2014/main" id="{2BC49010-E488-4B11-8027-A2BEEA91B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3193" y="16882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7" name="data_446">
            <a:extLst xmlns:a="http://schemas.openxmlformats.org/drawingml/2006/main">
              <a:ext uri="{FF2B5EF4-FFF2-40B4-BE49-F238E27FC236}">
                <a16:creationId xmlns:a16="http://schemas.microsoft.com/office/drawing/2014/main" id="{B39DC058-6588-4F7A-9697-7672E8BBB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0876" y="191012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8" name="data_447">
            <a:extLst xmlns:a="http://schemas.openxmlformats.org/drawingml/2006/main">
              <a:ext uri="{FF2B5EF4-FFF2-40B4-BE49-F238E27FC236}">
                <a16:creationId xmlns:a16="http://schemas.microsoft.com/office/drawing/2014/main" id="{329A16E0-144B-43B0-8DC2-F448FE484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7972" y="17916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9" name="data_448">
            <a:extLst xmlns:a="http://schemas.openxmlformats.org/drawingml/2006/main">
              <a:ext uri="{FF2B5EF4-FFF2-40B4-BE49-F238E27FC236}">
                <a16:creationId xmlns:a16="http://schemas.microsoft.com/office/drawing/2014/main" id="{4ECB2EC4-D410-483D-8F76-388835ED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8260" y="23899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0" name="data_449">
            <a:extLst xmlns:a="http://schemas.openxmlformats.org/drawingml/2006/main">
              <a:ext uri="{FF2B5EF4-FFF2-40B4-BE49-F238E27FC236}">
                <a16:creationId xmlns:a16="http://schemas.microsoft.com/office/drawing/2014/main" id="{4F3EA607-90A0-422A-9A60-1CEA0AD1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5820" y="15815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1" name="data_450">
            <a:extLst xmlns:a="http://schemas.openxmlformats.org/drawingml/2006/main">
              <a:ext uri="{FF2B5EF4-FFF2-40B4-BE49-F238E27FC236}">
                <a16:creationId xmlns:a16="http://schemas.microsoft.com/office/drawing/2014/main" id="{A9027997-1AC7-4E44-BA3C-F46DFE61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2564" y="15465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2" name="data_451">
            <a:extLst xmlns:a="http://schemas.openxmlformats.org/drawingml/2006/main">
              <a:ext uri="{FF2B5EF4-FFF2-40B4-BE49-F238E27FC236}">
                <a16:creationId xmlns:a16="http://schemas.microsoft.com/office/drawing/2014/main" id="{053DA90C-9681-4E82-91AC-D14CB56A3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123" y="16738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3" name="data_452">
            <a:extLst xmlns:a="http://schemas.openxmlformats.org/drawingml/2006/main">
              <a:ext uri="{FF2B5EF4-FFF2-40B4-BE49-F238E27FC236}">
                <a16:creationId xmlns:a16="http://schemas.microsoft.com/office/drawing/2014/main" id="{39D01CB9-ADBE-4150-856F-36B2B3159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510" y="184577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4" name="data_453">
            <a:extLst xmlns:a="http://schemas.openxmlformats.org/drawingml/2006/main">
              <a:ext uri="{FF2B5EF4-FFF2-40B4-BE49-F238E27FC236}">
                <a16:creationId xmlns:a16="http://schemas.microsoft.com/office/drawing/2014/main" id="{6076D561-744A-4E34-91CC-D82CC1C1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9938" y="22720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5" name="data_454">
            <a:extLst xmlns:a="http://schemas.openxmlformats.org/drawingml/2006/main">
              <a:ext uri="{FF2B5EF4-FFF2-40B4-BE49-F238E27FC236}">
                <a16:creationId xmlns:a16="http://schemas.microsoft.com/office/drawing/2014/main" id="{0971CDAD-F8F5-4B51-A6B0-DEDEB0F9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7129" y="264586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6" name="data_455">
            <a:extLst xmlns:a="http://schemas.openxmlformats.org/drawingml/2006/main">
              <a:ext uri="{FF2B5EF4-FFF2-40B4-BE49-F238E27FC236}">
                <a16:creationId xmlns:a16="http://schemas.microsoft.com/office/drawing/2014/main" id="{0E13F0C1-84AD-4F30-BC6D-65B76889A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1707" y="22645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7" name="data_456">
            <a:extLst xmlns:a="http://schemas.openxmlformats.org/drawingml/2006/main">
              <a:ext uri="{FF2B5EF4-FFF2-40B4-BE49-F238E27FC236}">
                <a16:creationId xmlns:a16="http://schemas.microsoft.com/office/drawing/2014/main" id="{23A113A1-6FCC-442B-A0CA-1A63DC8EF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0632" y="20582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8" name="data_457">
            <a:extLst xmlns:a="http://schemas.openxmlformats.org/drawingml/2006/main">
              <a:ext uri="{FF2B5EF4-FFF2-40B4-BE49-F238E27FC236}">
                <a16:creationId xmlns:a16="http://schemas.microsoft.com/office/drawing/2014/main" id="{C38285DB-D6C6-4019-A8A9-5132ADF3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501" y="26079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9" name="data_458">
            <a:extLst xmlns:a="http://schemas.openxmlformats.org/drawingml/2006/main">
              <a:ext uri="{FF2B5EF4-FFF2-40B4-BE49-F238E27FC236}">
                <a16:creationId xmlns:a16="http://schemas.microsoft.com/office/drawing/2014/main" id="{5F8E8425-02FB-47DA-851F-F5AD91C7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461" y="168615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0" name="data_459">
            <a:extLst xmlns:a="http://schemas.openxmlformats.org/drawingml/2006/main">
              <a:ext uri="{FF2B5EF4-FFF2-40B4-BE49-F238E27FC236}">
                <a16:creationId xmlns:a16="http://schemas.microsoft.com/office/drawing/2014/main" id="{97DC0787-A9DF-4070-A50D-07A4F7FB1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5304" y="23826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1" name="data_460">
            <a:extLst xmlns:a="http://schemas.openxmlformats.org/drawingml/2006/main">
              <a:ext uri="{FF2B5EF4-FFF2-40B4-BE49-F238E27FC236}">
                <a16:creationId xmlns:a16="http://schemas.microsoft.com/office/drawing/2014/main" id="{EE0DC8FA-ED9D-490B-BE91-D7D62767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5639" y="219160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2" name="data_461">
            <a:extLst xmlns:a="http://schemas.openxmlformats.org/drawingml/2006/main">
              <a:ext uri="{FF2B5EF4-FFF2-40B4-BE49-F238E27FC236}">
                <a16:creationId xmlns:a16="http://schemas.microsoft.com/office/drawing/2014/main" id="{A5C29D85-8268-4F1E-9C29-B8D98CD96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4270" y="16734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3" name="data_462">
            <a:extLst xmlns:a="http://schemas.openxmlformats.org/drawingml/2006/main">
              <a:ext uri="{FF2B5EF4-FFF2-40B4-BE49-F238E27FC236}">
                <a16:creationId xmlns:a16="http://schemas.microsoft.com/office/drawing/2014/main" id="{3EAEA7E4-44F0-48E1-8B12-41534849C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1072" y="25954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4" name="data_463">
            <a:extLst xmlns:a="http://schemas.openxmlformats.org/drawingml/2006/main">
              <a:ext uri="{FF2B5EF4-FFF2-40B4-BE49-F238E27FC236}">
                <a16:creationId xmlns:a16="http://schemas.microsoft.com/office/drawing/2014/main" id="{8CB1F18E-CCD9-4A73-AC53-8FC55B871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7735" y="223084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5" name="data_464">
            <a:extLst xmlns:a="http://schemas.openxmlformats.org/drawingml/2006/main">
              <a:ext uri="{FF2B5EF4-FFF2-40B4-BE49-F238E27FC236}">
                <a16:creationId xmlns:a16="http://schemas.microsoft.com/office/drawing/2014/main" id="{DADEDCD8-D5E3-4F73-B8B8-3B3DED8C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87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6" name="data_465">
            <a:extLst xmlns:a="http://schemas.openxmlformats.org/drawingml/2006/main">
              <a:ext uri="{FF2B5EF4-FFF2-40B4-BE49-F238E27FC236}">
                <a16:creationId xmlns:a16="http://schemas.microsoft.com/office/drawing/2014/main" id="{1BF6EA62-3ED7-4510-8E08-EE024318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6244" y="16674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7" name="data_466">
            <a:extLst xmlns:a="http://schemas.openxmlformats.org/drawingml/2006/main">
              <a:ext uri="{FF2B5EF4-FFF2-40B4-BE49-F238E27FC236}">
                <a16:creationId xmlns:a16="http://schemas.microsoft.com/office/drawing/2014/main" id="{F43F2C5A-4B78-48EB-A505-E0BA8B3C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8505" y="20570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8" name="data_467">
            <a:extLst xmlns:a="http://schemas.openxmlformats.org/drawingml/2006/main">
              <a:ext uri="{FF2B5EF4-FFF2-40B4-BE49-F238E27FC236}">
                <a16:creationId xmlns:a16="http://schemas.microsoft.com/office/drawing/2014/main" id="{34EBF09D-C1D0-49C0-8EA0-AEFFFC7C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4296" y="20222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9" name="data_468">
            <a:extLst xmlns:a="http://schemas.openxmlformats.org/drawingml/2006/main">
              <a:ext uri="{FF2B5EF4-FFF2-40B4-BE49-F238E27FC236}">
                <a16:creationId xmlns:a16="http://schemas.microsoft.com/office/drawing/2014/main" id="{2B7D5C9D-D35D-4EF0-9875-13A5B4F7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0176" y="17569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0" name="data_469">
            <a:extLst xmlns:a="http://schemas.openxmlformats.org/drawingml/2006/main">
              <a:ext uri="{FF2B5EF4-FFF2-40B4-BE49-F238E27FC236}">
                <a16:creationId xmlns:a16="http://schemas.microsoft.com/office/drawing/2014/main" id="{FCC3FA90-16DE-4CD8-AD60-71502B73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5495" y="24068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1" name="data_470">
            <a:extLst xmlns:a="http://schemas.openxmlformats.org/drawingml/2006/main">
              <a:ext uri="{FF2B5EF4-FFF2-40B4-BE49-F238E27FC236}">
                <a16:creationId xmlns:a16="http://schemas.microsoft.com/office/drawing/2014/main" id="{064FC171-591B-47E3-8999-FDD51493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5302" y="18958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2" name="data_471">
            <a:extLst xmlns:a="http://schemas.openxmlformats.org/drawingml/2006/main">
              <a:ext uri="{FF2B5EF4-FFF2-40B4-BE49-F238E27FC236}">
                <a16:creationId xmlns:a16="http://schemas.microsoft.com/office/drawing/2014/main" id="{0E568653-D655-4F66-930C-6A010BB58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713" y="20025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3" name="data_472">
            <a:extLst xmlns:a="http://schemas.openxmlformats.org/drawingml/2006/main">
              <a:ext uri="{FF2B5EF4-FFF2-40B4-BE49-F238E27FC236}">
                <a16:creationId xmlns:a16="http://schemas.microsoft.com/office/drawing/2014/main" id="{2D8E0245-CFB2-4EC3-B260-7F78E750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8075" y="168057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4" name="data_473">
            <a:extLst xmlns:a="http://schemas.openxmlformats.org/drawingml/2006/main">
              <a:ext uri="{FF2B5EF4-FFF2-40B4-BE49-F238E27FC236}">
                <a16:creationId xmlns:a16="http://schemas.microsoft.com/office/drawing/2014/main" id="{7A7A8882-AB94-4347-9B9D-4E746CA55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704" y="274605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5" name="data_474">
            <a:extLst xmlns:a="http://schemas.openxmlformats.org/drawingml/2006/main">
              <a:ext uri="{FF2B5EF4-FFF2-40B4-BE49-F238E27FC236}">
                <a16:creationId xmlns:a16="http://schemas.microsoft.com/office/drawing/2014/main" id="{C35A56D7-BDF7-4B8A-B735-607976138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1769" y="238092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6" name="data_475">
            <a:extLst xmlns:a="http://schemas.openxmlformats.org/drawingml/2006/main">
              <a:ext uri="{FF2B5EF4-FFF2-40B4-BE49-F238E27FC236}">
                <a16:creationId xmlns:a16="http://schemas.microsoft.com/office/drawing/2014/main" id="{85830AC0-2CC2-48A4-99FE-12D7FC828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6810" y="14887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7" name="data_476">
            <a:extLst xmlns:a="http://schemas.openxmlformats.org/drawingml/2006/main">
              <a:ext uri="{FF2B5EF4-FFF2-40B4-BE49-F238E27FC236}">
                <a16:creationId xmlns:a16="http://schemas.microsoft.com/office/drawing/2014/main" id="{5088D8C1-66C8-46B4-8F4A-FE3A17369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860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8" name="data_477">
            <a:extLst xmlns:a="http://schemas.openxmlformats.org/drawingml/2006/main">
              <a:ext uri="{FF2B5EF4-FFF2-40B4-BE49-F238E27FC236}">
                <a16:creationId xmlns:a16="http://schemas.microsoft.com/office/drawing/2014/main" id="{29569F7A-2F65-42A5-B325-2C1876FF5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6471" y="17261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9" name="data_478">
            <a:extLst xmlns:a="http://schemas.openxmlformats.org/drawingml/2006/main">
              <a:ext uri="{FF2B5EF4-FFF2-40B4-BE49-F238E27FC236}">
                <a16:creationId xmlns:a16="http://schemas.microsoft.com/office/drawing/2014/main" id="{1AEA8EE6-E774-4B5F-8199-04F77706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0700" y="27718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0" name="data_479">
            <a:extLst xmlns:a="http://schemas.openxmlformats.org/drawingml/2006/main">
              <a:ext uri="{FF2B5EF4-FFF2-40B4-BE49-F238E27FC236}">
                <a16:creationId xmlns:a16="http://schemas.microsoft.com/office/drawing/2014/main" id="{DFFC4FAE-D291-4D2D-B48F-8784C801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392" y="29120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1" name="data_480">
            <a:extLst xmlns:a="http://schemas.openxmlformats.org/drawingml/2006/main">
              <a:ext uri="{FF2B5EF4-FFF2-40B4-BE49-F238E27FC236}">
                <a16:creationId xmlns:a16="http://schemas.microsoft.com/office/drawing/2014/main" id="{43562958-8E5C-40CC-88C4-DFD74AE0C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227" y="15119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2" name="data_481">
            <a:extLst xmlns:a="http://schemas.openxmlformats.org/drawingml/2006/main">
              <a:ext uri="{FF2B5EF4-FFF2-40B4-BE49-F238E27FC236}">
                <a16:creationId xmlns:a16="http://schemas.microsoft.com/office/drawing/2014/main" id="{5D1E3260-94B1-4289-887D-8FD1ECA33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9746" y="17071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3" name="data_482">
            <a:extLst xmlns:a="http://schemas.openxmlformats.org/drawingml/2006/main">
              <a:ext uri="{FF2B5EF4-FFF2-40B4-BE49-F238E27FC236}">
                <a16:creationId xmlns:a16="http://schemas.microsoft.com/office/drawing/2014/main" id="{A9DE8D4A-D1A9-47BC-BEA2-6B8402EEE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656" y="15714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4" name="data_483">
            <a:extLst xmlns:a="http://schemas.openxmlformats.org/drawingml/2006/main">
              <a:ext uri="{FF2B5EF4-FFF2-40B4-BE49-F238E27FC236}">
                <a16:creationId xmlns:a16="http://schemas.microsoft.com/office/drawing/2014/main" id="{6803C097-4E5E-40CF-A06D-70D6863B1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089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5" name="data_484">
            <a:extLst xmlns:a="http://schemas.openxmlformats.org/drawingml/2006/main">
              <a:ext uri="{FF2B5EF4-FFF2-40B4-BE49-F238E27FC236}">
                <a16:creationId xmlns:a16="http://schemas.microsoft.com/office/drawing/2014/main" id="{F5899E87-2320-40F4-8DF3-42154CE67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6207" y="25021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6" name="data_485">
            <a:extLst xmlns:a="http://schemas.openxmlformats.org/drawingml/2006/main">
              <a:ext uri="{FF2B5EF4-FFF2-40B4-BE49-F238E27FC236}">
                <a16:creationId xmlns:a16="http://schemas.microsoft.com/office/drawing/2014/main" id="{913C06DC-A7D6-42B3-8DEE-62111579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316" y="26180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7" name="data_486">
            <a:extLst xmlns:a="http://schemas.openxmlformats.org/drawingml/2006/main">
              <a:ext uri="{FF2B5EF4-FFF2-40B4-BE49-F238E27FC236}">
                <a16:creationId xmlns:a16="http://schemas.microsoft.com/office/drawing/2014/main" id="{6BC45367-1491-4CEB-9C85-F17C9D15F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9461" y="285786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8" name="data_487">
            <a:extLst xmlns:a="http://schemas.openxmlformats.org/drawingml/2006/main">
              <a:ext uri="{FF2B5EF4-FFF2-40B4-BE49-F238E27FC236}">
                <a16:creationId xmlns:a16="http://schemas.microsoft.com/office/drawing/2014/main" id="{E516784F-162A-41E0-9EBE-F0435EB1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0858" y="20454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9" name="data_488">
            <a:extLst xmlns:a="http://schemas.openxmlformats.org/drawingml/2006/main">
              <a:ext uri="{FF2B5EF4-FFF2-40B4-BE49-F238E27FC236}">
                <a16:creationId xmlns:a16="http://schemas.microsoft.com/office/drawing/2014/main" id="{26D2244E-E682-453E-8DFD-3AF66F38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1387" y="17434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0" name="data_489">
            <a:extLst xmlns:a="http://schemas.openxmlformats.org/drawingml/2006/main">
              <a:ext uri="{FF2B5EF4-FFF2-40B4-BE49-F238E27FC236}">
                <a16:creationId xmlns:a16="http://schemas.microsoft.com/office/drawing/2014/main" id="{AD33BE89-4801-49C1-981F-979FBD4AB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7052" y="17173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1" name="data_490">
            <a:extLst xmlns:a="http://schemas.openxmlformats.org/drawingml/2006/main">
              <a:ext uri="{FF2B5EF4-FFF2-40B4-BE49-F238E27FC236}">
                <a16:creationId xmlns:a16="http://schemas.microsoft.com/office/drawing/2014/main" id="{7E620147-FB6D-496F-B835-4A2E88CC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98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2" name="data_491">
            <a:extLst xmlns:a="http://schemas.openxmlformats.org/drawingml/2006/main">
              <a:ext uri="{FF2B5EF4-FFF2-40B4-BE49-F238E27FC236}">
                <a16:creationId xmlns:a16="http://schemas.microsoft.com/office/drawing/2014/main" id="{3B566B70-9BBD-4690-9FF1-771A01ECD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453" y="19944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3" name="data_492">
            <a:extLst xmlns:a="http://schemas.openxmlformats.org/drawingml/2006/main">
              <a:ext uri="{FF2B5EF4-FFF2-40B4-BE49-F238E27FC236}">
                <a16:creationId xmlns:a16="http://schemas.microsoft.com/office/drawing/2014/main" id="{AC5AC3B6-0CE6-42AD-BA07-250C27BD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1530" y="28729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4" name="data_493">
            <a:extLst xmlns:a="http://schemas.openxmlformats.org/drawingml/2006/main">
              <a:ext uri="{FF2B5EF4-FFF2-40B4-BE49-F238E27FC236}">
                <a16:creationId xmlns:a16="http://schemas.microsoft.com/office/drawing/2014/main" id="{FD5655CC-C2A4-4581-A82E-B711F740A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8849" y="22640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5" name="data_494">
            <a:extLst xmlns:a="http://schemas.openxmlformats.org/drawingml/2006/main">
              <a:ext uri="{FF2B5EF4-FFF2-40B4-BE49-F238E27FC236}">
                <a16:creationId xmlns:a16="http://schemas.microsoft.com/office/drawing/2014/main" id="{02A2F18F-D27C-430A-8E2C-806C1E3B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2274" y="16759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6" name="data_495">
            <a:extLst xmlns:a="http://schemas.openxmlformats.org/drawingml/2006/main">
              <a:ext uri="{FF2B5EF4-FFF2-40B4-BE49-F238E27FC236}">
                <a16:creationId xmlns:a16="http://schemas.microsoft.com/office/drawing/2014/main" id="{BAE7C717-EA9C-4A95-8D60-DCB9F7242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4669" y="18641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7" name="data_496">
            <a:extLst xmlns:a="http://schemas.openxmlformats.org/drawingml/2006/main">
              <a:ext uri="{FF2B5EF4-FFF2-40B4-BE49-F238E27FC236}">
                <a16:creationId xmlns:a16="http://schemas.microsoft.com/office/drawing/2014/main" id="{50C6C5B4-5EB2-458E-B852-46348453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3910" y="265793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8" name="data_497">
            <a:extLst xmlns:a="http://schemas.openxmlformats.org/drawingml/2006/main">
              <a:ext uri="{FF2B5EF4-FFF2-40B4-BE49-F238E27FC236}">
                <a16:creationId xmlns:a16="http://schemas.microsoft.com/office/drawing/2014/main" id="{900D4E44-7CF6-404C-A3BB-2085D1026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230" y="24006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9" name="data_498">
            <a:extLst xmlns:a="http://schemas.openxmlformats.org/drawingml/2006/main">
              <a:ext uri="{FF2B5EF4-FFF2-40B4-BE49-F238E27FC236}">
                <a16:creationId xmlns:a16="http://schemas.microsoft.com/office/drawing/2014/main" id="{1869D57C-FF59-45E4-A688-20F0D0A42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8322" y="21288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0" name="data_499">
            <a:extLst xmlns:a="http://schemas.openxmlformats.org/drawingml/2006/main">
              <a:ext uri="{FF2B5EF4-FFF2-40B4-BE49-F238E27FC236}">
                <a16:creationId xmlns:a16="http://schemas.microsoft.com/office/drawing/2014/main" id="{A38A9C50-4F20-4FC3-AB1F-8C3F30A11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231" y="240075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1" name="data_500">
            <a:extLst xmlns:a="http://schemas.openxmlformats.org/drawingml/2006/main">
              <a:ext uri="{FF2B5EF4-FFF2-40B4-BE49-F238E27FC236}">
                <a16:creationId xmlns:a16="http://schemas.microsoft.com/office/drawing/2014/main" id="{86E276C4-B344-473B-BE6E-F8745E14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7222" y="21546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2" name="data_501">
            <a:extLst xmlns:a="http://schemas.openxmlformats.org/drawingml/2006/main">
              <a:ext uri="{FF2B5EF4-FFF2-40B4-BE49-F238E27FC236}">
                <a16:creationId xmlns:a16="http://schemas.microsoft.com/office/drawing/2014/main" id="{FC4701FC-2948-4D8A-A1CC-2A6181F68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286" y="191683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3" name="data_502">
            <a:extLst xmlns:a="http://schemas.openxmlformats.org/drawingml/2006/main">
              <a:ext uri="{FF2B5EF4-FFF2-40B4-BE49-F238E27FC236}">
                <a16:creationId xmlns:a16="http://schemas.microsoft.com/office/drawing/2014/main" id="{9DAD0C3D-6EE7-4E90-B03D-8EBBEC3F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6017" y="22584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4" name="data_503">
            <a:extLst xmlns:a="http://schemas.openxmlformats.org/drawingml/2006/main">
              <a:ext uri="{FF2B5EF4-FFF2-40B4-BE49-F238E27FC236}">
                <a16:creationId xmlns:a16="http://schemas.microsoft.com/office/drawing/2014/main" id="{AB268533-282B-484F-AF67-1E3198D65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980" y="273171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5" name="data_504">
            <a:extLst xmlns:a="http://schemas.openxmlformats.org/drawingml/2006/main">
              <a:ext uri="{FF2B5EF4-FFF2-40B4-BE49-F238E27FC236}">
                <a16:creationId xmlns:a16="http://schemas.microsoft.com/office/drawing/2014/main" id="{D30A5525-15F1-4B94-8D36-5C877CF6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9371" y="29232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6" name="data_505">
            <a:extLst xmlns:a="http://schemas.openxmlformats.org/drawingml/2006/main">
              <a:ext uri="{FF2B5EF4-FFF2-40B4-BE49-F238E27FC236}">
                <a16:creationId xmlns:a16="http://schemas.microsoft.com/office/drawing/2014/main" id="{CD3EAEBE-18E1-4F6F-8C2C-9B2DBE0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8066" y="17757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7" name="data_506">
            <a:extLst xmlns:a="http://schemas.openxmlformats.org/drawingml/2006/main">
              <a:ext uri="{FF2B5EF4-FFF2-40B4-BE49-F238E27FC236}">
                <a16:creationId xmlns:a16="http://schemas.microsoft.com/office/drawing/2014/main" id="{8B6DBCEF-5079-4128-9F83-00DA8E127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278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8" name="data_507">
            <a:extLst xmlns:a="http://schemas.openxmlformats.org/drawingml/2006/main">
              <a:ext uri="{FF2B5EF4-FFF2-40B4-BE49-F238E27FC236}">
                <a16:creationId xmlns:a16="http://schemas.microsoft.com/office/drawing/2014/main" id="{CB395581-5F35-4295-8FBC-F3B7E545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5029" y="17976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9" name="data_508">
            <a:extLst xmlns:a="http://schemas.openxmlformats.org/drawingml/2006/main">
              <a:ext uri="{FF2B5EF4-FFF2-40B4-BE49-F238E27FC236}">
                <a16:creationId xmlns:a16="http://schemas.microsoft.com/office/drawing/2014/main" id="{7C9D8B6E-1052-4006-88A4-4CFFC543B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25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0" name="data_509">
            <a:extLst xmlns:a="http://schemas.openxmlformats.org/drawingml/2006/main">
              <a:ext uri="{FF2B5EF4-FFF2-40B4-BE49-F238E27FC236}">
                <a16:creationId xmlns:a16="http://schemas.microsoft.com/office/drawing/2014/main" id="{62D41691-F888-41F9-B7F5-7E8DD58FB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7412" y="21668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1" name="data_510">
            <a:extLst xmlns:a="http://schemas.openxmlformats.org/drawingml/2006/main">
              <a:ext uri="{FF2B5EF4-FFF2-40B4-BE49-F238E27FC236}">
                <a16:creationId xmlns:a16="http://schemas.microsoft.com/office/drawing/2014/main" id="{E7F49E3C-B570-4778-ABDC-1D8F01E9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633" y="25294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2" name="data_511">
            <a:extLst xmlns:a="http://schemas.openxmlformats.org/drawingml/2006/main">
              <a:ext uri="{FF2B5EF4-FFF2-40B4-BE49-F238E27FC236}">
                <a16:creationId xmlns:a16="http://schemas.microsoft.com/office/drawing/2014/main" id="{7A066095-D8E8-40C9-A30F-60C79BF1C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6258" y="22849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3" name="data_512">
            <a:extLst xmlns:a="http://schemas.openxmlformats.org/drawingml/2006/main">
              <a:ext uri="{FF2B5EF4-FFF2-40B4-BE49-F238E27FC236}">
                <a16:creationId xmlns:a16="http://schemas.microsoft.com/office/drawing/2014/main" id="{D53548DD-4352-4B43-A1B3-6536004B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0967" y="23423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4" name="data_513">
            <a:extLst xmlns:a="http://schemas.openxmlformats.org/drawingml/2006/main">
              <a:ext uri="{FF2B5EF4-FFF2-40B4-BE49-F238E27FC236}">
                <a16:creationId xmlns:a16="http://schemas.microsoft.com/office/drawing/2014/main" id="{E69CD6F1-1CF9-4F36-ACC3-0E36865CE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0642" y="16528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5" name="data_514">
            <a:extLst xmlns:a="http://schemas.openxmlformats.org/drawingml/2006/main">
              <a:ext uri="{FF2B5EF4-FFF2-40B4-BE49-F238E27FC236}">
                <a16:creationId xmlns:a16="http://schemas.microsoft.com/office/drawing/2014/main" id="{0CB040D6-E0EA-4F7F-9873-4C63A52D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8498" y="16488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6" name="data_515">
            <a:extLst xmlns:a="http://schemas.openxmlformats.org/drawingml/2006/main">
              <a:ext uri="{FF2B5EF4-FFF2-40B4-BE49-F238E27FC236}">
                <a16:creationId xmlns:a16="http://schemas.microsoft.com/office/drawing/2014/main" id="{629D7A9C-34A9-4AF8-AB78-A8FD435B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1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7" name="data_516">
            <a:extLst xmlns:a="http://schemas.openxmlformats.org/drawingml/2006/main">
              <a:ext uri="{FF2B5EF4-FFF2-40B4-BE49-F238E27FC236}">
                <a16:creationId xmlns:a16="http://schemas.microsoft.com/office/drawing/2014/main" id="{2439EE13-79C2-4D84-9B9C-56D0F1509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305" y="202245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8" name="data_517">
            <a:extLst xmlns:a="http://schemas.openxmlformats.org/drawingml/2006/main">
              <a:ext uri="{FF2B5EF4-FFF2-40B4-BE49-F238E27FC236}">
                <a16:creationId xmlns:a16="http://schemas.microsoft.com/office/drawing/2014/main" id="{9E0022AE-6D22-4BBF-A479-2F2E5872E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2012" y="173718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9" name="data_518">
            <a:extLst xmlns:a="http://schemas.openxmlformats.org/drawingml/2006/main">
              <a:ext uri="{FF2B5EF4-FFF2-40B4-BE49-F238E27FC236}">
                <a16:creationId xmlns:a16="http://schemas.microsoft.com/office/drawing/2014/main" id="{19085D88-FBC0-4726-BDCB-3C74FC0B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2693" y="22415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0" name="data_519">
            <a:extLst xmlns:a="http://schemas.openxmlformats.org/drawingml/2006/main">
              <a:ext uri="{FF2B5EF4-FFF2-40B4-BE49-F238E27FC236}">
                <a16:creationId xmlns:a16="http://schemas.microsoft.com/office/drawing/2014/main" id="{ACA9811E-ADE7-431A-9D16-0FBB012A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5806" y="21827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1" name="data_520">
            <a:extLst xmlns:a="http://schemas.openxmlformats.org/drawingml/2006/main">
              <a:ext uri="{FF2B5EF4-FFF2-40B4-BE49-F238E27FC236}">
                <a16:creationId xmlns:a16="http://schemas.microsoft.com/office/drawing/2014/main" id="{6DCB52F5-FBF9-4BAB-9FF0-A5AD1ECF6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2740" y="17971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2" name="data_521">
            <a:extLst xmlns:a="http://schemas.openxmlformats.org/drawingml/2006/main">
              <a:ext uri="{FF2B5EF4-FFF2-40B4-BE49-F238E27FC236}">
                <a16:creationId xmlns:a16="http://schemas.microsoft.com/office/drawing/2014/main" id="{DDFD2431-7532-4D53-9124-55A8AE552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2587" y="18412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3" name="data_522">
            <a:extLst xmlns:a="http://schemas.openxmlformats.org/drawingml/2006/main">
              <a:ext uri="{FF2B5EF4-FFF2-40B4-BE49-F238E27FC236}">
                <a16:creationId xmlns:a16="http://schemas.microsoft.com/office/drawing/2014/main" id="{1AE91D83-F634-49B3-B54B-B34AAE72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0918" y="227002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4" name="data_523">
            <a:extLst xmlns:a="http://schemas.openxmlformats.org/drawingml/2006/main">
              <a:ext uri="{FF2B5EF4-FFF2-40B4-BE49-F238E27FC236}">
                <a16:creationId xmlns:a16="http://schemas.microsoft.com/office/drawing/2014/main" id="{B6907A0B-58C3-4587-9BBC-8E36CC5F0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80" y="16602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5" name="data_524">
            <a:extLst xmlns:a="http://schemas.openxmlformats.org/drawingml/2006/main">
              <a:ext uri="{FF2B5EF4-FFF2-40B4-BE49-F238E27FC236}">
                <a16:creationId xmlns:a16="http://schemas.microsoft.com/office/drawing/2014/main" id="{B863533C-DD88-40FF-96D9-3BAD73F7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8384" y="21003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6" name="data_525">
            <a:extLst xmlns:a="http://schemas.openxmlformats.org/drawingml/2006/main">
              <a:ext uri="{FF2B5EF4-FFF2-40B4-BE49-F238E27FC236}">
                <a16:creationId xmlns:a16="http://schemas.microsoft.com/office/drawing/2014/main" id="{3EF4DAA6-A5E5-4913-86C8-9F78265FB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5507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7" name="data_526">
            <a:extLst xmlns:a="http://schemas.openxmlformats.org/drawingml/2006/main">
              <a:ext uri="{FF2B5EF4-FFF2-40B4-BE49-F238E27FC236}">
                <a16:creationId xmlns:a16="http://schemas.microsoft.com/office/drawing/2014/main" id="{5D418122-C5C6-4902-AEEC-E0C7C6E52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608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8" name="data_527">
            <a:extLst xmlns:a="http://schemas.openxmlformats.org/drawingml/2006/main">
              <a:ext uri="{FF2B5EF4-FFF2-40B4-BE49-F238E27FC236}">
                <a16:creationId xmlns:a16="http://schemas.microsoft.com/office/drawing/2014/main" id="{8B4F09F3-D046-49C7-8D20-89B3D8F07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6539" y="20600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9" name="data_528">
            <a:extLst xmlns:a="http://schemas.openxmlformats.org/drawingml/2006/main">
              <a:ext uri="{FF2B5EF4-FFF2-40B4-BE49-F238E27FC236}">
                <a16:creationId xmlns:a16="http://schemas.microsoft.com/office/drawing/2014/main" id="{B765E2A4-00F5-48D8-9636-3481B151D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8502" y="18121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0" name="data_529">
            <a:extLst xmlns:a="http://schemas.openxmlformats.org/drawingml/2006/main">
              <a:ext uri="{FF2B5EF4-FFF2-40B4-BE49-F238E27FC236}">
                <a16:creationId xmlns:a16="http://schemas.microsoft.com/office/drawing/2014/main" id="{3FB472A2-1F64-4FEF-A576-902E1EF06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8645" y="15379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1" name="data_530">
            <a:extLst xmlns:a="http://schemas.openxmlformats.org/drawingml/2006/main">
              <a:ext uri="{FF2B5EF4-FFF2-40B4-BE49-F238E27FC236}">
                <a16:creationId xmlns:a16="http://schemas.microsoft.com/office/drawing/2014/main" id="{64721FA5-0CB3-4215-B603-309C2949B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238" y="233665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2" name="data_531">
            <a:extLst xmlns:a="http://schemas.openxmlformats.org/drawingml/2006/main">
              <a:ext uri="{FF2B5EF4-FFF2-40B4-BE49-F238E27FC236}">
                <a16:creationId xmlns:a16="http://schemas.microsoft.com/office/drawing/2014/main" id="{BC6C2003-0E6F-4245-A462-09D1B926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48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3" name="data_532">
            <a:extLst xmlns:a="http://schemas.openxmlformats.org/drawingml/2006/main">
              <a:ext uri="{FF2B5EF4-FFF2-40B4-BE49-F238E27FC236}">
                <a16:creationId xmlns:a16="http://schemas.microsoft.com/office/drawing/2014/main" id="{461D3329-8226-48E4-8104-CCC10707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4155" y="31760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4" name="data_533">
            <a:extLst xmlns:a="http://schemas.openxmlformats.org/drawingml/2006/main">
              <a:ext uri="{FF2B5EF4-FFF2-40B4-BE49-F238E27FC236}">
                <a16:creationId xmlns:a16="http://schemas.microsoft.com/office/drawing/2014/main" id="{6CAC6EDD-1891-49C1-9CD5-0FBF0F7C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8003" y="23288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5" name="data_534">
            <a:extLst xmlns:a="http://schemas.openxmlformats.org/drawingml/2006/main">
              <a:ext uri="{FF2B5EF4-FFF2-40B4-BE49-F238E27FC236}">
                <a16:creationId xmlns:a16="http://schemas.microsoft.com/office/drawing/2014/main" id="{3FBDBF7E-CAC1-48C9-A918-96DD8F97F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254" y="20703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6" name="data_535">
            <a:extLst xmlns:a="http://schemas.openxmlformats.org/drawingml/2006/main">
              <a:ext uri="{FF2B5EF4-FFF2-40B4-BE49-F238E27FC236}">
                <a16:creationId xmlns:a16="http://schemas.microsoft.com/office/drawing/2014/main" id="{25258D89-7E77-4BDB-926E-18AA139A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6905" y="30953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7" name="data_536">
            <a:extLst xmlns:a="http://schemas.openxmlformats.org/drawingml/2006/main">
              <a:ext uri="{FF2B5EF4-FFF2-40B4-BE49-F238E27FC236}">
                <a16:creationId xmlns:a16="http://schemas.microsoft.com/office/drawing/2014/main" id="{C795EFF4-8A37-4A4F-9DEB-0575F962A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0876" y="200916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8" name="data_537">
            <a:extLst xmlns:a="http://schemas.openxmlformats.org/drawingml/2006/main">
              <a:ext uri="{FF2B5EF4-FFF2-40B4-BE49-F238E27FC236}">
                <a16:creationId xmlns:a16="http://schemas.microsoft.com/office/drawing/2014/main" id="{C572047E-9377-4B66-A2CA-DA86D8150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8426" y="18661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9" name="data_538">
            <a:extLst xmlns:a="http://schemas.openxmlformats.org/drawingml/2006/main">
              <a:ext uri="{FF2B5EF4-FFF2-40B4-BE49-F238E27FC236}">
                <a16:creationId xmlns:a16="http://schemas.microsoft.com/office/drawing/2014/main" id="{CFD7998C-F477-4ACD-BE80-555BCAE2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5164" y="16533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0" name="data_539">
            <a:extLst xmlns:a="http://schemas.openxmlformats.org/drawingml/2006/main">
              <a:ext uri="{FF2B5EF4-FFF2-40B4-BE49-F238E27FC236}">
                <a16:creationId xmlns:a16="http://schemas.microsoft.com/office/drawing/2014/main" id="{D55B636B-2C89-4B73-A251-E6A8E85C5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0439" y="17987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1" name="data_540">
            <a:extLst xmlns:a="http://schemas.openxmlformats.org/drawingml/2006/main">
              <a:ext uri="{FF2B5EF4-FFF2-40B4-BE49-F238E27FC236}">
                <a16:creationId xmlns:a16="http://schemas.microsoft.com/office/drawing/2014/main" id="{F8D2242F-F6AE-480D-9250-A58348CB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9579" y="27721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2" name="data_541">
            <a:extLst xmlns:a="http://schemas.openxmlformats.org/drawingml/2006/main">
              <a:ext uri="{FF2B5EF4-FFF2-40B4-BE49-F238E27FC236}">
                <a16:creationId xmlns:a16="http://schemas.microsoft.com/office/drawing/2014/main" id="{EA5BDE10-EB3D-48A5-87E6-3DA5D994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2234" y="21829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3" name="data_542">
            <a:extLst xmlns:a="http://schemas.openxmlformats.org/drawingml/2006/main">
              <a:ext uri="{FF2B5EF4-FFF2-40B4-BE49-F238E27FC236}">
                <a16:creationId xmlns:a16="http://schemas.microsoft.com/office/drawing/2014/main" id="{71144695-3CB2-46BE-BE04-071A4961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3247" y="29401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4" name="data_543">
            <a:extLst xmlns:a="http://schemas.openxmlformats.org/drawingml/2006/main">
              <a:ext uri="{FF2B5EF4-FFF2-40B4-BE49-F238E27FC236}">
                <a16:creationId xmlns:a16="http://schemas.microsoft.com/office/drawing/2014/main" id="{D5D87899-2117-438C-B306-E6104038A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1277" y="25612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5" name="data_544">
            <a:extLst xmlns:a="http://schemas.openxmlformats.org/drawingml/2006/main">
              <a:ext uri="{FF2B5EF4-FFF2-40B4-BE49-F238E27FC236}">
                <a16:creationId xmlns:a16="http://schemas.microsoft.com/office/drawing/2014/main" id="{BB4ED14F-5078-40E0-A61F-F7C8E9518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5780" y="20872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6" name="data_545">
            <a:extLst xmlns:a="http://schemas.openxmlformats.org/drawingml/2006/main">
              <a:ext uri="{FF2B5EF4-FFF2-40B4-BE49-F238E27FC236}">
                <a16:creationId xmlns:a16="http://schemas.microsoft.com/office/drawing/2014/main" id="{1E19CC03-628D-48ED-BE6F-07C36B7A7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4167" y="17610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7" name="data_546">
            <a:extLst xmlns:a="http://schemas.openxmlformats.org/drawingml/2006/main">
              <a:ext uri="{FF2B5EF4-FFF2-40B4-BE49-F238E27FC236}">
                <a16:creationId xmlns:a16="http://schemas.microsoft.com/office/drawing/2014/main" id="{4F595C65-11AD-483A-A17C-270484771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498" y="23919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8" name="data_547">
            <a:extLst xmlns:a="http://schemas.openxmlformats.org/drawingml/2006/main">
              <a:ext uri="{FF2B5EF4-FFF2-40B4-BE49-F238E27FC236}">
                <a16:creationId xmlns:a16="http://schemas.microsoft.com/office/drawing/2014/main" id="{B56C3551-B901-4E08-AD46-BA39B5F0D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1447" y="18702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9" name="data_548">
            <a:extLst xmlns:a="http://schemas.openxmlformats.org/drawingml/2006/main">
              <a:ext uri="{FF2B5EF4-FFF2-40B4-BE49-F238E27FC236}">
                <a16:creationId xmlns:a16="http://schemas.microsoft.com/office/drawing/2014/main" id="{05C9979E-1B71-4A43-9E07-DA1F56BA0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7583" y="305634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0" name="data_549">
            <a:extLst xmlns:a="http://schemas.openxmlformats.org/drawingml/2006/main">
              <a:ext uri="{FF2B5EF4-FFF2-40B4-BE49-F238E27FC236}">
                <a16:creationId xmlns:a16="http://schemas.microsoft.com/office/drawing/2014/main" id="{D6188225-F72F-4594-AAB6-2D266ECAF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972" y="17766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1" name="data_550">
            <a:extLst xmlns:a="http://schemas.openxmlformats.org/drawingml/2006/main">
              <a:ext uri="{FF2B5EF4-FFF2-40B4-BE49-F238E27FC236}">
                <a16:creationId xmlns:a16="http://schemas.microsoft.com/office/drawing/2014/main" id="{5D55E013-F9F0-4C43-B82E-98B0C2515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2820" y="21834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2" name="data_551">
            <a:extLst xmlns:a="http://schemas.openxmlformats.org/drawingml/2006/main">
              <a:ext uri="{FF2B5EF4-FFF2-40B4-BE49-F238E27FC236}">
                <a16:creationId xmlns:a16="http://schemas.microsoft.com/office/drawing/2014/main" id="{2413C798-4F6D-4313-8BC7-2456A2F7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8702" y="17767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3" name="data_552">
            <a:extLst xmlns:a="http://schemas.openxmlformats.org/drawingml/2006/main">
              <a:ext uri="{FF2B5EF4-FFF2-40B4-BE49-F238E27FC236}">
                <a16:creationId xmlns:a16="http://schemas.microsoft.com/office/drawing/2014/main" id="{817D33DD-5D49-4131-9E74-D79E1279B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2299" y="21972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4" name="data_553">
            <a:extLst xmlns:a="http://schemas.openxmlformats.org/drawingml/2006/main">
              <a:ext uri="{FF2B5EF4-FFF2-40B4-BE49-F238E27FC236}">
                <a16:creationId xmlns:a16="http://schemas.microsoft.com/office/drawing/2014/main" id="{AC4FBD45-A2B7-4136-9F54-582922A8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85" y="20418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5" name="data_554">
            <a:extLst xmlns:a="http://schemas.openxmlformats.org/drawingml/2006/main">
              <a:ext uri="{FF2B5EF4-FFF2-40B4-BE49-F238E27FC236}">
                <a16:creationId xmlns:a16="http://schemas.microsoft.com/office/drawing/2014/main" id="{9001A4D5-75BF-4074-81E4-D42678DE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273" y="24549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6" name="data_555">
            <a:extLst xmlns:a="http://schemas.openxmlformats.org/drawingml/2006/main">
              <a:ext uri="{FF2B5EF4-FFF2-40B4-BE49-F238E27FC236}">
                <a16:creationId xmlns:a16="http://schemas.microsoft.com/office/drawing/2014/main" id="{0298DF26-11F8-4278-B56E-BEAB339D5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9463" y="23901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7" name="data_556">
            <a:extLst xmlns:a="http://schemas.openxmlformats.org/drawingml/2006/main">
              <a:ext uri="{FF2B5EF4-FFF2-40B4-BE49-F238E27FC236}">
                <a16:creationId xmlns:a16="http://schemas.microsoft.com/office/drawing/2014/main" id="{44A67C33-993F-4366-A868-1D83C8FF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5172" y="23124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8" name="data_557">
            <a:extLst xmlns:a="http://schemas.openxmlformats.org/drawingml/2006/main">
              <a:ext uri="{FF2B5EF4-FFF2-40B4-BE49-F238E27FC236}">
                <a16:creationId xmlns:a16="http://schemas.microsoft.com/office/drawing/2014/main" id="{7945BBA2-2BA8-431F-A4C5-4C2A664A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3052" y="20267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9" name="data_558">
            <a:extLst xmlns:a="http://schemas.openxmlformats.org/drawingml/2006/main">
              <a:ext uri="{FF2B5EF4-FFF2-40B4-BE49-F238E27FC236}">
                <a16:creationId xmlns:a16="http://schemas.microsoft.com/office/drawing/2014/main" id="{974009F8-D547-4D07-9A1D-C70D5B2E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2917" y="17606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0" name="data_559">
            <a:extLst xmlns:a="http://schemas.openxmlformats.org/drawingml/2006/main">
              <a:ext uri="{FF2B5EF4-FFF2-40B4-BE49-F238E27FC236}">
                <a16:creationId xmlns:a16="http://schemas.microsoft.com/office/drawing/2014/main" id="{C1C67DE0-64B8-409C-ACCF-F83F78EB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2921" y="31194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1" name="data_560">
            <a:extLst xmlns:a="http://schemas.openxmlformats.org/drawingml/2006/main">
              <a:ext uri="{FF2B5EF4-FFF2-40B4-BE49-F238E27FC236}">
                <a16:creationId xmlns:a16="http://schemas.microsoft.com/office/drawing/2014/main" id="{90D675B1-2643-4321-BD9B-BD615E1F3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8902" y="20329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2" name="data_561">
            <a:extLst xmlns:a="http://schemas.openxmlformats.org/drawingml/2006/main">
              <a:ext uri="{FF2B5EF4-FFF2-40B4-BE49-F238E27FC236}">
                <a16:creationId xmlns:a16="http://schemas.microsoft.com/office/drawing/2014/main" id="{46136F33-B8F6-4489-AA6C-3DDCFAFC9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7836" y="20466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3" name="data_562">
            <a:extLst xmlns:a="http://schemas.openxmlformats.org/drawingml/2006/main">
              <a:ext uri="{FF2B5EF4-FFF2-40B4-BE49-F238E27FC236}">
                <a16:creationId xmlns:a16="http://schemas.microsoft.com/office/drawing/2014/main" id="{3F800684-0A47-407D-B28F-3A9E1BBD4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1290" y="20085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4" name="data_563">
            <a:extLst xmlns:a="http://schemas.openxmlformats.org/drawingml/2006/main">
              <a:ext uri="{FF2B5EF4-FFF2-40B4-BE49-F238E27FC236}">
                <a16:creationId xmlns:a16="http://schemas.microsoft.com/office/drawing/2014/main" id="{83AF6A8E-B9A2-4474-A005-F05DB741C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785" y="211058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5" name="data_564">
            <a:extLst xmlns:a="http://schemas.openxmlformats.org/drawingml/2006/main">
              <a:ext uri="{FF2B5EF4-FFF2-40B4-BE49-F238E27FC236}">
                <a16:creationId xmlns:a16="http://schemas.microsoft.com/office/drawing/2014/main" id="{AD772673-270B-4D54-B1E9-261DA1A2F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0007" y="33133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6" name="data_565">
            <a:extLst xmlns:a="http://schemas.openxmlformats.org/drawingml/2006/main">
              <a:ext uri="{FF2B5EF4-FFF2-40B4-BE49-F238E27FC236}">
                <a16:creationId xmlns:a16="http://schemas.microsoft.com/office/drawing/2014/main" id="{200511BD-302E-4BDD-A476-52E0D9692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154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7" name="data_566">
            <a:extLst xmlns:a="http://schemas.openxmlformats.org/drawingml/2006/main">
              <a:ext uri="{FF2B5EF4-FFF2-40B4-BE49-F238E27FC236}">
                <a16:creationId xmlns:a16="http://schemas.microsoft.com/office/drawing/2014/main" id="{2A8C0CE0-32BA-4D91-B075-A84624AF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564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8" name="data_567">
            <a:extLst xmlns:a="http://schemas.openxmlformats.org/drawingml/2006/main">
              <a:ext uri="{FF2B5EF4-FFF2-40B4-BE49-F238E27FC236}">
                <a16:creationId xmlns:a16="http://schemas.microsoft.com/office/drawing/2014/main" id="{3ECA520D-CC11-4C68-9DF3-1BDE35E5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947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9" name="data_568">
            <a:extLst xmlns:a="http://schemas.openxmlformats.org/drawingml/2006/main">
              <a:ext uri="{FF2B5EF4-FFF2-40B4-BE49-F238E27FC236}">
                <a16:creationId xmlns:a16="http://schemas.microsoft.com/office/drawing/2014/main" id="{F0C74FB0-40FD-4775-833C-8FA59401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185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0" name="data_569">
            <a:extLst xmlns:a="http://schemas.openxmlformats.org/drawingml/2006/main">
              <a:ext uri="{FF2B5EF4-FFF2-40B4-BE49-F238E27FC236}">
                <a16:creationId xmlns:a16="http://schemas.microsoft.com/office/drawing/2014/main" id="{B6DED7C6-FE5A-4E7A-9E41-3E0A735D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807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1" name="data_570">
            <a:extLst xmlns:a="http://schemas.openxmlformats.org/drawingml/2006/main">
              <a:ext uri="{FF2B5EF4-FFF2-40B4-BE49-F238E27FC236}">
                <a16:creationId xmlns:a16="http://schemas.microsoft.com/office/drawing/2014/main" id="{A206B0BC-D2BC-4358-81E9-44EB29BB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19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2" name="data_571">
            <a:extLst xmlns:a="http://schemas.openxmlformats.org/drawingml/2006/main">
              <a:ext uri="{FF2B5EF4-FFF2-40B4-BE49-F238E27FC236}">
                <a16:creationId xmlns:a16="http://schemas.microsoft.com/office/drawing/2014/main" id="{E6DA0FA8-A11E-4B7D-A606-805E99055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0615" y="24357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3" name="data_572">
            <a:extLst xmlns:a="http://schemas.openxmlformats.org/drawingml/2006/main">
              <a:ext uri="{FF2B5EF4-FFF2-40B4-BE49-F238E27FC236}">
                <a16:creationId xmlns:a16="http://schemas.microsoft.com/office/drawing/2014/main" id="{3F317B98-30D6-4EF4-9107-1442FB41E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755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4" name="data_573">
            <a:extLst xmlns:a="http://schemas.openxmlformats.org/drawingml/2006/main">
              <a:ext uri="{FF2B5EF4-FFF2-40B4-BE49-F238E27FC236}">
                <a16:creationId xmlns:a16="http://schemas.microsoft.com/office/drawing/2014/main" id="{F7BAF097-252F-4FC5-B110-83F44574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694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5" name="data_574">
            <a:extLst xmlns:a="http://schemas.openxmlformats.org/drawingml/2006/main">
              <a:ext uri="{FF2B5EF4-FFF2-40B4-BE49-F238E27FC236}">
                <a16:creationId xmlns:a16="http://schemas.microsoft.com/office/drawing/2014/main" id="{3F7E1C1B-4A51-4EA5-92CF-12E8A254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170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6" name="data_575">
            <a:extLst xmlns:a="http://schemas.openxmlformats.org/drawingml/2006/main">
              <a:ext uri="{FF2B5EF4-FFF2-40B4-BE49-F238E27FC236}">
                <a16:creationId xmlns:a16="http://schemas.microsoft.com/office/drawing/2014/main" id="{93305DAF-B17D-4315-BDE0-9D5E1806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642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7" name="data_576">
            <a:extLst xmlns:a="http://schemas.openxmlformats.org/drawingml/2006/main">
              <a:ext uri="{FF2B5EF4-FFF2-40B4-BE49-F238E27FC236}">
                <a16:creationId xmlns:a16="http://schemas.microsoft.com/office/drawing/2014/main" id="{5738CD65-C790-44A1-A8A0-347B0CF0B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080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8" name="data_577">
            <a:extLst xmlns:a="http://schemas.openxmlformats.org/drawingml/2006/main">
              <a:ext uri="{FF2B5EF4-FFF2-40B4-BE49-F238E27FC236}">
                <a16:creationId xmlns:a16="http://schemas.microsoft.com/office/drawing/2014/main" id="{8E033A86-3D0E-4441-905A-AC67D8C1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8896" y="18431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9" name="data_578">
            <a:extLst xmlns:a="http://schemas.openxmlformats.org/drawingml/2006/main">
              <a:ext uri="{FF2B5EF4-FFF2-40B4-BE49-F238E27FC236}">
                <a16:creationId xmlns:a16="http://schemas.microsoft.com/office/drawing/2014/main" id="{9258A7F1-C7E5-4E7C-A735-4B40AAE86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504" y="214676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0" name="data_579">
            <a:extLst xmlns:a="http://schemas.openxmlformats.org/drawingml/2006/main">
              <a:ext uri="{FF2B5EF4-FFF2-40B4-BE49-F238E27FC236}">
                <a16:creationId xmlns:a16="http://schemas.microsoft.com/office/drawing/2014/main" id="{FD759CE7-BFC0-4861-A57E-46B31545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255" y="183042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1" name="data_580">
            <a:extLst xmlns:a="http://schemas.openxmlformats.org/drawingml/2006/main">
              <a:ext uri="{FF2B5EF4-FFF2-40B4-BE49-F238E27FC236}">
                <a16:creationId xmlns:a16="http://schemas.microsoft.com/office/drawing/2014/main" id="{920DDB95-D84F-41E0-8BFD-0E4A67203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51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2" name="data_581">
            <a:extLst xmlns:a="http://schemas.openxmlformats.org/drawingml/2006/main">
              <a:ext uri="{FF2B5EF4-FFF2-40B4-BE49-F238E27FC236}">
                <a16:creationId xmlns:a16="http://schemas.microsoft.com/office/drawing/2014/main" id="{46AA75B2-CA71-4C86-99FA-58C1E301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3776" y="29062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3" name="data_582">
            <a:extLst xmlns:a="http://schemas.openxmlformats.org/drawingml/2006/main">
              <a:ext uri="{FF2B5EF4-FFF2-40B4-BE49-F238E27FC236}">
                <a16:creationId xmlns:a16="http://schemas.microsoft.com/office/drawing/2014/main" id="{84F0BFFC-622B-4AB2-A0FB-642F096A9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8805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4" name="data_583">
            <a:extLst xmlns:a="http://schemas.openxmlformats.org/drawingml/2006/main">
              <a:ext uri="{FF2B5EF4-FFF2-40B4-BE49-F238E27FC236}">
                <a16:creationId xmlns:a16="http://schemas.microsoft.com/office/drawing/2014/main" id="{6B086E33-9E80-4DFC-9053-A2702713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917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5" name="data_584">
            <a:extLst xmlns:a="http://schemas.openxmlformats.org/drawingml/2006/main">
              <a:ext uri="{FF2B5EF4-FFF2-40B4-BE49-F238E27FC236}">
                <a16:creationId xmlns:a16="http://schemas.microsoft.com/office/drawing/2014/main" id="{D8959C92-6C0C-4E1A-A9B9-D4666FEA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0264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6" name="data_585">
            <a:extLst xmlns:a="http://schemas.openxmlformats.org/drawingml/2006/main">
              <a:ext uri="{FF2B5EF4-FFF2-40B4-BE49-F238E27FC236}">
                <a16:creationId xmlns:a16="http://schemas.microsoft.com/office/drawing/2014/main" id="{89CF3581-3A50-40F9-9B06-ACFEF3A1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3638" y="19029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7" name="data_586">
            <a:extLst xmlns:a="http://schemas.openxmlformats.org/drawingml/2006/main">
              <a:ext uri="{FF2B5EF4-FFF2-40B4-BE49-F238E27FC236}">
                <a16:creationId xmlns:a16="http://schemas.microsoft.com/office/drawing/2014/main" id="{31270C54-D017-4D84-9229-B54623B67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548" y="20162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8" name="data_587">
            <a:extLst xmlns:a="http://schemas.openxmlformats.org/drawingml/2006/main">
              <a:ext uri="{FF2B5EF4-FFF2-40B4-BE49-F238E27FC236}">
                <a16:creationId xmlns:a16="http://schemas.microsoft.com/office/drawing/2014/main" id="{AAB985C3-2E8A-412E-B827-89107673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85" y="28994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9" name="data_588">
            <a:extLst xmlns:a="http://schemas.openxmlformats.org/drawingml/2006/main">
              <a:ext uri="{FF2B5EF4-FFF2-40B4-BE49-F238E27FC236}">
                <a16:creationId xmlns:a16="http://schemas.microsoft.com/office/drawing/2014/main" id="{92315387-A1C9-4733-917A-9C7E93D5E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823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0" name="data_589">
            <a:extLst xmlns:a="http://schemas.openxmlformats.org/drawingml/2006/main">
              <a:ext uri="{FF2B5EF4-FFF2-40B4-BE49-F238E27FC236}">
                <a16:creationId xmlns:a16="http://schemas.microsoft.com/office/drawing/2014/main" id="{46BB7A5B-A162-4F42-84AA-B8625E296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8219" y="209573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1" name="data_590">
            <a:extLst xmlns:a="http://schemas.openxmlformats.org/drawingml/2006/main">
              <a:ext uri="{FF2B5EF4-FFF2-40B4-BE49-F238E27FC236}">
                <a16:creationId xmlns:a16="http://schemas.microsoft.com/office/drawing/2014/main" id="{1EC4D964-DE6E-4872-9CFA-7C2C326B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8783" y="21490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2" name="data_591">
            <a:extLst xmlns:a="http://schemas.openxmlformats.org/drawingml/2006/main">
              <a:ext uri="{FF2B5EF4-FFF2-40B4-BE49-F238E27FC236}">
                <a16:creationId xmlns:a16="http://schemas.microsoft.com/office/drawing/2014/main" id="{37D25EE4-D11E-4D42-81CC-00EBC29F6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70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3" name="data_592">
            <a:extLst xmlns:a="http://schemas.openxmlformats.org/drawingml/2006/main">
              <a:ext uri="{FF2B5EF4-FFF2-40B4-BE49-F238E27FC236}">
                <a16:creationId xmlns:a16="http://schemas.microsoft.com/office/drawing/2014/main" id="{AEB60E97-1820-42AC-ADEF-AE262462C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34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4" name="data_593">
            <a:extLst xmlns:a="http://schemas.openxmlformats.org/drawingml/2006/main">
              <a:ext uri="{FF2B5EF4-FFF2-40B4-BE49-F238E27FC236}">
                <a16:creationId xmlns:a16="http://schemas.microsoft.com/office/drawing/2014/main" id="{1B788D8A-A4DC-43C8-A5FF-80A45FDAE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0682" y="29585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5" name="data_594">
            <a:extLst xmlns:a="http://schemas.openxmlformats.org/drawingml/2006/main">
              <a:ext uri="{FF2B5EF4-FFF2-40B4-BE49-F238E27FC236}">
                <a16:creationId xmlns:a16="http://schemas.microsoft.com/office/drawing/2014/main" id="{7307F92E-9501-4152-9DB7-15353198F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856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6" name="data_595">
            <a:extLst xmlns:a="http://schemas.openxmlformats.org/drawingml/2006/main">
              <a:ext uri="{FF2B5EF4-FFF2-40B4-BE49-F238E27FC236}">
                <a16:creationId xmlns:a16="http://schemas.microsoft.com/office/drawing/2014/main" id="{54D39711-273D-4E2B-A90C-8C1FD6786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8023" y="30554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7" name="data_596">
            <a:extLst xmlns:a="http://schemas.openxmlformats.org/drawingml/2006/main">
              <a:ext uri="{FF2B5EF4-FFF2-40B4-BE49-F238E27FC236}">
                <a16:creationId xmlns:a16="http://schemas.microsoft.com/office/drawing/2014/main" id="{71C08445-E89D-48FA-94D2-D1F04A81B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54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8" name="data_597">
            <a:extLst xmlns:a="http://schemas.openxmlformats.org/drawingml/2006/main">
              <a:ext uri="{FF2B5EF4-FFF2-40B4-BE49-F238E27FC236}">
                <a16:creationId xmlns:a16="http://schemas.microsoft.com/office/drawing/2014/main" id="{E7B70909-9DE5-463A-9B50-A0EEF5CF9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928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9" name="data_598">
            <a:extLst xmlns:a="http://schemas.openxmlformats.org/drawingml/2006/main">
              <a:ext uri="{FF2B5EF4-FFF2-40B4-BE49-F238E27FC236}">
                <a16:creationId xmlns:a16="http://schemas.microsoft.com/office/drawing/2014/main" id="{9D94AA3F-4511-42A3-B583-35361C0D0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293" y="305894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0" name="data_599">
            <a:extLst xmlns:a="http://schemas.openxmlformats.org/drawingml/2006/main">
              <a:ext uri="{FF2B5EF4-FFF2-40B4-BE49-F238E27FC236}">
                <a16:creationId xmlns:a16="http://schemas.microsoft.com/office/drawing/2014/main" id="{48D4C3B8-68DF-4016-A1F3-06D8F8FBF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870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1" name="data_600">
            <a:extLst xmlns:a="http://schemas.openxmlformats.org/drawingml/2006/main">
              <a:ext uri="{FF2B5EF4-FFF2-40B4-BE49-F238E27FC236}">
                <a16:creationId xmlns:a16="http://schemas.microsoft.com/office/drawing/2014/main" id="{3DF6D4DC-C008-4DC9-992E-28CEDEE38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673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2" name="data_601">
            <a:extLst xmlns:a="http://schemas.openxmlformats.org/drawingml/2006/main">
              <a:ext uri="{FF2B5EF4-FFF2-40B4-BE49-F238E27FC236}">
                <a16:creationId xmlns:a16="http://schemas.microsoft.com/office/drawing/2014/main" id="{9BF222B6-476F-48F3-8F17-A053DAE43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11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3" name="data_602">
            <a:extLst xmlns:a="http://schemas.openxmlformats.org/drawingml/2006/main">
              <a:ext uri="{FF2B5EF4-FFF2-40B4-BE49-F238E27FC236}">
                <a16:creationId xmlns:a16="http://schemas.microsoft.com/office/drawing/2014/main" id="{6B88E9BE-D519-4FF1-8FE3-F362455FD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424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4" name="data_603">
            <a:extLst xmlns:a="http://schemas.openxmlformats.org/drawingml/2006/main">
              <a:ext uri="{FF2B5EF4-FFF2-40B4-BE49-F238E27FC236}">
                <a16:creationId xmlns:a16="http://schemas.microsoft.com/office/drawing/2014/main" id="{245C24D5-193C-45C3-865E-728347312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587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5" name="data_604">
            <a:extLst xmlns:a="http://schemas.openxmlformats.org/drawingml/2006/main">
              <a:ext uri="{FF2B5EF4-FFF2-40B4-BE49-F238E27FC236}">
                <a16:creationId xmlns:a16="http://schemas.microsoft.com/office/drawing/2014/main" id="{A4A41F76-F19C-477B-94A1-82822C3B9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091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6" name="data_605">
            <a:extLst xmlns:a="http://schemas.openxmlformats.org/drawingml/2006/main">
              <a:ext uri="{FF2B5EF4-FFF2-40B4-BE49-F238E27FC236}">
                <a16:creationId xmlns:a16="http://schemas.microsoft.com/office/drawing/2014/main" id="{9B6AAEDF-5558-4868-8F21-B3CA40EEB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28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7" name="data_606">
            <a:extLst xmlns:a="http://schemas.openxmlformats.org/drawingml/2006/main">
              <a:ext uri="{FF2B5EF4-FFF2-40B4-BE49-F238E27FC236}">
                <a16:creationId xmlns:a16="http://schemas.microsoft.com/office/drawing/2014/main" id="{58787153-D3DB-4A0E-8209-A23F88540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4493" y="261903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8" name="data_607">
            <a:extLst xmlns:a="http://schemas.openxmlformats.org/drawingml/2006/main">
              <a:ext uri="{FF2B5EF4-FFF2-40B4-BE49-F238E27FC236}">
                <a16:creationId xmlns:a16="http://schemas.microsoft.com/office/drawing/2014/main" id="{A0E2A458-1B80-4B56-A602-1E84AA56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075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9" name="data_608">
            <a:extLst xmlns:a="http://schemas.openxmlformats.org/drawingml/2006/main">
              <a:ext uri="{FF2B5EF4-FFF2-40B4-BE49-F238E27FC236}">
                <a16:creationId xmlns:a16="http://schemas.microsoft.com/office/drawing/2014/main" id="{CD3FC0FD-C208-457C-9DF0-7FBE5EFB9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980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0" name="data_609">
            <a:extLst xmlns:a="http://schemas.openxmlformats.org/drawingml/2006/main">
              <a:ext uri="{FF2B5EF4-FFF2-40B4-BE49-F238E27FC236}">
                <a16:creationId xmlns:a16="http://schemas.microsoft.com/office/drawing/2014/main" id="{DDC5F2E1-93B5-43A0-86ED-B38EB119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78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1" name="data_610">
            <a:extLst xmlns:a="http://schemas.openxmlformats.org/drawingml/2006/main">
              <a:ext uri="{FF2B5EF4-FFF2-40B4-BE49-F238E27FC236}">
                <a16:creationId xmlns:a16="http://schemas.microsoft.com/office/drawing/2014/main" id="{C36E5564-A0B3-474B-B484-48B45816F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433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2" name="data_611">
            <a:extLst xmlns:a="http://schemas.openxmlformats.org/drawingml/2006/main">
              <a:ext uri="{FF2B5EF4-FFF2-40B4-BE49-F238E27FC236}">
                <a16:creationId xmlns:a16="http://schemas.microsoft.com/office/drawing/2014/main" id="{3B12E7F5-F1A7-4364-AA64-F193ACA52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68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3" name="data_612">
            <a:extLst xmlns:a="http://schemas.openxmlformats.org/drawingml/2006/main">
              <a:ext uri="{FF2B5EF4-FFF2-40B4-BE49-F238E27FC236}">
                <a16:creationId xmlns:a16="http://schemas.microsoft.com/office/drawing/2014/main" id="{9AB84E1D-3D53-4ED3-9BE4-77A1D31C9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340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4" name="data_613">
            <a:extLst xmlns:a="http://schemas.openxmlformats.org/drawingml/2006/main">
              <a:ext uri="{FF2B5EF4-FFF2-40B4-BE49-F238E27FC236}">
                <a16:creationId xmlns:a16="http://schemas.microsoft.com/office/drawing/2014/main" id="{A20DA236-9AA2-4F7F-B07D-79F1D3660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1649" y="29277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5" name="data_614">
            <a:extLst xmlns:a="http://schemas.openxmlformats.org/drawingml/2006/main">
              <a:ext uri="{FF2B5EF4-FFF2-40B4-BE49-F238E27FC236}">
                <a16:creationId xmlns:a16="http://schemas.microsoft.com/office/drawing/2014/main" id="{22CF1BFD-5AE9-469A-BC57-E0C8E5C8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340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6" name="data_615">
            <a:extLst xmlns:a="http://schemas.openxmlformats.org/drawingml/2006/main">
              <a:ext uri="{FF2B5EF4-FFF2-40B4-BE49-F238E27FC236}">
                <a16:creationId xmlns:a16="http://schemas.microsoft.com/office/drawing/2014/main" id="{82B71222-EA52-4296-A8A6-E8F516A3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5886" y="225868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7" name="data_616">
            <a:extLst xmlns:a="http://schemas.openxmlformats.org/drawingml/2006/main">
              <a:ext uri="{FF2B5EF4-FFF2-40B4-BE49-F238E27FC236}">
                <a16:creationId xmlns:a16="http://schemas.microsoft.com/office/drawing/2014/main" id="{93C492DE-8132-4B74-9DF4-AB65D0899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1311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8" name="data_617">
            <a:extLst xmlns:a="http://schemas.openxmlformats.org/drawingml/2006/main">
              <a:ext uri="{FF2B5EF4-FFF2-40B4-BE49-F238E27FC236}">
                <a16:creationId xmlns:a16="http://schemas.microsoft.com/office/drawing/2014/main" id="{4D81A642-E615-4DD8-96C1-CD3A98DB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9" name="data_618">
            <a:extLst xmlns:a="http://schemas.openxmlformats.org/drawingml/2006/main">
              <a:ext uri="{FF2B5EF4-FFF2-40B4-BE49-F238E27FC236}">
                <a16:creationId xmlns:a16="http://schemas.microsoft.com/office/drawing/2014/main" id="{90F39A25-3D57-4F6E-A22C-97FF0E97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012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0" name="data_619">
            <a:extLst xmlns:a="http://schemas.openxmlformats.org/drawingml/2006/main">
              <a:ext uri="{FF2B5EF4-FFF2-40B4-BE49-F238E27FC236}">
                <a16:creationId xmlns:a16="http://schemas.microsoft.com/office/drawing/2014/main" id="{98F9A09A-767C-4CE0-B232-95671AF19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227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1" name="data_620">
            <a:extLst xmlns:a="http://schemas.openxmlformats.org/drawingml/2006/main">
              <a:ext uri="{FF2B5EF4-FFF2-40B4-BE49-F238E27FC236}">
                <a16:creationId xmlns:a16="http://schemas.microsoft.com/office/drawing/2014/main" id="{3EA4E336-62C4-4192-A2D7-EE464069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4712" y="18877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2" name="data_621">
            <a:extLst xmlns:a="http://schemas.openxmlformats.org/drawingml/2006/main">
              <a:ext uri="{FF2B5EF4-FFF2-40B4-BE49-F238E27FC236}">
                <a16:creationId xmlns:a16="http://schemas.microsoft.com/office/drawing/2014/main" id="{6C918CDC-5543-4C47-A671-37C73A0B2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364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3" name="data_622">
            <a:extLst xmlns:a="http://schemas.openxmlformats.org/drawingml/2006/main">
              <a:ext uri="{FF2B5EF4-FFF2-40B4-BE49-F238E27FC236}">
                <a16:creationId xmlns:a16="http://schemas.microsoft.com/office/drawing/2014/main" id="{76D8C5E8-8C60-4C18-81C4-1BFB4A9B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8217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4" name="data_623">
            <a:extLst xmlns:a="http://schemas.openxmlformats.org/drawingml/2006/main">
              <a:ext uri="{FF2B5EF4-FFF2-40B4-BE49-F238E27FC236}">
                <a16:creationId xmlns:a16="http://schemas.microsoft.com/office/drawing/2014/main" id="{471666BD-9740-40E1-90CD-6AF68A1B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395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5" name="data_624">
            <a:extLst xmlns:a="http://schemas.openxmlformats.org/drawingml/2006/main">
              <a:ext uri="{FF2B5EF4-FFF2-40B4-BE49-F238E27FC236}">
                <a16:creationId xmlns:a16="http://schemas.microsoft.com/office/drawing/2014/main" id="{42515947-269D-42E4-BAE2-1711890B8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8674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6" name="data_625">
            <a:extLst xmlns:a="http://schemas.openxmlformats.org/drawingml/2006/main">
              <a:ext uri="{FF2B5EF4-FFF2-40B4-BE49-F238E27FC236}">
                <a16:creationId xmlns:a16="http://schemas.microsoft.com/office/drawing/2014/main" id="{A40005B2-36EA-445D-B857-AF47E2192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0918" y="32879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7" name="data_626">
            <a:extLst xmlns:a="http://schemas.openxmlformats.org/drawingml/2006/main">
              <a:ext uri="{FF2B5EF4-FFF2-40B4-BE49-F238E27FC236}">
                <a16:creationId xmlns:a16="http://schemas.microsoft.com/office/drawing/2014/main" id="{57E20342-F3D7-4E13-B0AE-1CF5DDDC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1185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8" name="data_627">
            <a:extLst xmlns:a="http://schemas.openxmlformats.org/drawingml/2006/main">
              <a:ext uri="{FF2B5EF4-FFF2-40B4-BE49-F238E27FC236}">
                <a16:creationId xmlns:a16="http://schemas.microsoft.com/office/drawing/2014/main" id="{399BD9EB-70F1-4B34-9AA6-30ED264B8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6724" y="277571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9" name="data_628">
            <a:extLst xmlns:a="http://schemas.openxmlformats.org/drawingml/2006/main">
              <a:ext uri="{FF2B5EF4-FFF2-40B4-BE49-F238E27FC236}">
                <a16:creationId xmlns:a16="http://schemas.microsoft.com/office/drawing/2014/main" id="{2ACDA01B-3287-467E-AF4E-400310C7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767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0" name="data_629">
            <a:extLst xmlns:a="http://schemas.openxmlformats.org/drawingml/2006/main">
              <a:ext uri="{FF2B5EF4-FFF2-40B4-BE49-F238E27FC236}">
                <a16:creationId xmlns:a16="http://schemas.microsoft.com/office/drawing/2014/main" id="{E460E1F8-ED47-44F5-B663-0ED4DA36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545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1" name="data_630">
            <a:extLst xmlns:a="http://schemas.openxmlformats.org/drawingml/2006/main">
              <a:ext uri="{FF2B5EF4-FFF2-40B4-BE49-F238E27FC236}">
                <a16:creationId xmlns:a16="http://schemas.microsoft.com/office/drawing/2014/main" id="{7411E19E-6B88-49BF-B069-0267522B6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176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2" name="data_631">
            <a:extLst xmlns:a="http://schemas.openxmlformats.org/drawingml/2006/main">
              <a:ext uri="{FF2B5EF4-FFF2-40B4-BE49-F238E27FC236}">
                <a16:creationId xmlns:a16="http://schemas.microsoft.com/office/drawing/2014/main" id="{62E50BC3-9B1E-4AC0-A504-684AEBF7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8874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3" name="data_632">
            <a:extLst xmlns:a="http://schemas.openxmlformats.org/drawingml/2006/main">
              <a:ext uri="{FF2B5EF4-FFF2-40B4-BE49-F238E27FC236}">
                <a16:creationId xmlns:a16="http://schemas.microsoft.com/office/drawing/2014/main" id="{F6774CFD-6F93-4764-A49A-27569006B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51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4" name="data_633">
            <a:extLst xmlns:a="http://schemas.openxmlformats.org/drawingml/2006/main">
              <a:ext uri="{FF2B5EF4-FFF2-40B4-BE49-F238E27FC236}">
                <a16:creationId xmlns:a16="http://schemas.microsoft.com/office/drawing/2014/main" id="{53BE0357-63C0-4D20-8A84-CBB6D112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265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5" name="data_634">
            <a:extLst xmlns:a="http://schemas.openxmlformats.org/drawingml/2006/main">
              <a:ext uri="{FF2B5EF4-FFF2-40B4-BE49-F238E27FC236}">
                <a16:creationId xmlns:a16="http://schemas.microsoft.com/office/drawing/2014/main" id="{BD199C25-F826-4F22-9449-77A563334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49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6" name="data_635">
            <a:extLst xmlns:a="http://schemas.openxmlformats.org/drawingml/2006/main">
              <a:ext uri="{FF2B5EF4-FFF2-40B4-BE49-F238E27FC236}">
                <a16:creationId xmlns:a16="http://schemas.microsoft.com/office/drawing/2014/main" id="{1100ADD7-F4D0-42E9-82C9-F8311654E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570" y="25867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7" name="data_636">
            <a:extLst xmlns:a="http://schemas.openxmlformats.org/drawingml/2006/main">
              <a:ext uri="{FF2B5EF4-FFF2-40B4-BE49-F238E27FC236}">
                <a16:creationId xmlns:a16="http://schemas.microsoft.com/office/drawing/2014/main" id="{7EF72D20-0016-400E-80EF-EBE18AE0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670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8" name="data_637">
            <a:extLst xmlns:a="http://schemas.openxmlformats.org/drawingml/2006/main">
              <a:ext uri="{FF2B5EF4-FFF2-40B4-BE49-F238E27FC236}">
                <a16:creationId xmlns:a16="http://schemas.microsoft.com/office/drawing/2014/main" id="{688D7AA2-D2B5-46D3-8653-3D7182DB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729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9" name="data_638">
            <a:extLst xmlns:a="http://schemas.openxmlformats.org/drawingml/2006/main">
              <a:ext uri="{FF2B5EF4-FFF2-40B4-BE49-F238E27FC236}">
                <a16:creationId xmlns:a16="http://schemas.microsoft.com/office/drawing/2014/main" id="{B16A0FC6-356C-410F-908A-A824AFFD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3915" y="21825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0" name="data_639">
            <a:extLst xmlns:a="http://schemas.openxmlformats.org/drawingml/2006/main">
              <a:ext uri="{FF2B5EF4-FFF2-40B4-BE49-F238E27FC236}">
                <a16:creationId xmlns:a16="http://schemas.microsoft.com/office/drawing/2014/main" id="{6E057814-6D37-488D-B03A-215E84D4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17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1" name="data_640">
            <a:extLst xmlns:a="http://schemas.openxmlformats.org/drawingml/2006/main">
              <a:ext uri="{FF2B5EF4-FFF2-40B4-BE49-F238E27FC236}">
                <a16:creationId xmlns:a16="http://schemas.microsoft.com/office/drawing/2014/main" id="{CFB3C14B-F149-4EAB-9BD3-E8D32BAFC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2971" y="31021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2" name="data_641">
            <a:extLst xmlns:a="http://schemas.openxmlformats.org/drawingml/2006/main">
              <a:ext uri="{FF2B5EF4-FFF2-40B4-BE49-F238E27FC236}">
                <a16:creationId xmlns:a16="http://schemas.microsoft.com/office/drawing/2014/main" id="{DD12F6C3-C651-4A5E-BA19-574C9E568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321" y="27443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3" name="data_642">
            <a:extLst xmlns:a="http://schemas.openxmlformats.org/drawingml/2006/main">
              <a:ext uri="{FF2B5EF4-FFF2-40B4-BE49-F238E27FC236}">
                <a16:creationId xmlns:a16="http://schemas.microsoft.com/office/drawing/2014/main" id="{C46A6625-783D-4E6E-8F5A-EFA6E8B54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3148" y="32614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4" name="data_643">
            <a:extLst xmlns:a="http://schemas.openxmlformats.org/drawingml/2006/main">
              <a:ext uri="{FF2B5EF4-FFF2-40B4-BE49-F238E27FC236}">
                <a16:creationId xmlns:a16="http://schemas.microsoft.com/office/drawing/2014/main" id="{C42BA589-8756-42C0-B181-CC393C28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764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5" name="data_644">
            <a:extLst xmlns:a="http://schemas.openxmlformats.org/drawingml/2006/main">
              <a:ext uri="{FF2B5EF4-FFF2-40B4-BE49-F238E27FC236}">
                <a16:creationId xmlns:a16="http://schemas.microsoft.com/office/drawing/2014/main" id="{5A760682-0462-4A51-92D3-7BC3033C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9358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6" name="data_645">
            <a:extLst xmlns:a="http://schemas.openxmlformats.org/drawingml/2006/main">
              <a:ext uri="{FF2B5EF4-FFF2-40B4-BE49-F238E27FC236}">
                <a16:creationId xmlns:a16="http://schemas.microsoft.com/office/drawing/2014/main" id="{2F477614-6FA8-42E2-BC68-547C55AC0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51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7" name="data_646">
            <a:extLst xmlns:a="http://schemas.openxmlformats.org/drawingml/2006/main">
              <a:ext uri="{FF2B5EF4-FFF2-40B4-BE49-F238E27FC236}">
                <a16:creationId xmlns:a16="http://schemas.microsoft.com/office/drawing/2014/main" id="{25CD6E91-D714-47EA-A890-B7CCE7B3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728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8" name="data_647">
            <a:extLst xmlns:a="http://schemas.openxmlformats.org/drawingml/2006/main">
              <a:ext uri="{FF2B5EF4-FFF2-40B4-BE49-F238E27FC236}">
                <a16:creationId xmlns:a16="http://schemas.microsoft.com/office/drawing/2014/main" id="{E93DB3C3-76EB-4A50-8617-B587FFD4F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7665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9" name="data_648">
            <a:extLst xmlns:a="http://schemas.openxmlformats.org/drawingml/2006/main">
              <a:ext uri="{FF2B5EF4-FFF2-40B4-BE49-F238E27FC236}">
                <a16:creationId xmlns:a16="http://schemas.microsoft.com/office/drawing/2014/main" id="{D1FDBE7D-2997-468D-BD3A-D9D09DDC3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127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0" name="data_649">
            <a:extLst xmlns:a="http://schemas.openxmlformats.org/drawingml/2006/main">
              <a:ext uri="{FF2B5EF4-FFF2-40B4-BE49-F238E27FC236}">
                <a16:creationId xmlns:a16="http://schemas.microsoft.com/office/drawing/2014/main" id="{7FE99696-8A05-4DA0-ADF3-DE0EECB4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499" y="19811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1" name="data_650">
            <a:extLst xmlns:a="http://schemas.openxmlformats.org/drawingml/2006/main">
              <a:ext uri="{FF2B5EF4-FFF2-40B4-BE49-F238E27FC236}">
                <a16:creationId xmlns:a16="http://schemas.microsoft.com/office/drawing/2014/main" id="{4D96E8BC-6709-4773-BFEA-91E82EA9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466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2" name="data_651">
            <a:extLst xmlns:a="http://schemas.openxmlformats.org/drawingml/2006/main">
              <a:ext uri="{FF2B5EF4-FFF2-40B4-BE49-F238E27FC236}">
                <a16:creationId xmlns:a16="http://schemas.microsoft.com/office/drawing/2014/main" id="{2B20313A-968B-4598-9AE4-C573F368E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923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3" name="data_652">
            <a:extLst xmlns:a="http://schemas.openxmlformats.org/drawingml/2006/main">
              <a:ext uri="{FF2B5EF4-FFF2-40B4-BE49-F238E27FC236}">
                <a16:creationId xmlns:a16="http://schemas.microsoft.com/office/drawing/2014/main" id="{8B8FF053-9477-42F5-B477-5DAA5FC5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782" y="304426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4" name="data_653">
            <a:extLst xmlns:a="http://schemas.openxmlformats.org/drawingml/2006/main">
              <a:ext uri="{FF2B5EF4-FFF2-40B4-BE49-F238E27FC236}">
                <a16:creationId xmlns:a16="http://schemas.microsoft.com/office/drawing/2014/main" id="{15081150-B99A-4720-A7C7-BB4984CC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1014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5" name="data_654">
            <a:extLst xmlns:a="http://schemas.openxmlformats.org/drawingml/2006/main">
              <a:ext uri="{FF2B5EF4-FFF2-40B4-BE49-F238E27FC236}">
                <a16:creationId xmlns:a16="http://schemas.microsoft.com/office/drawing/2014/main" id="{E32DDBF3-02A3-484B-8918-25A35E95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572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6" name="data_655">
            <a:extLst xmlns:a="http://schemas.openxmlformats.org/drawingml/2006/main">
              <a:ext uri="{FF2B5EF4-FFF2-40B4-BE49-F238E27FC236}">
                <a16:creationId xmlns:a16="http://schemas.microsoft.com/office/drawing/2014/main" id="{8EEC999F-A5CB-4EEF-93C2-B75B4B4B1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761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7" name="data_656">
            <a:extLst xmlns:a="http://schemas.openxmlformats.org/drawingml/2006/main">
              <a:ext uri="{FF2B5EF4-FFF2-40B4-BE49-F238E27FC236}">
                <a16:creationId xmlns:a16="http://schemas.microsoft.com/office/drawing/2014/main" id="{5E845A7E-FA8C-4773-8F82-F2B6E6C3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9445" y="21766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8" name="data_657">
            <a:extLst xmlns:a="http://schemas.openxmlformats.org/drawingml/2006/main">
              <a:ext uri="{FF2B5EF4-FFF2-40B4-BE49-F238E27FC236}">
                <a16:creationId xmlns:a16="http://schemas.microsoft.com/office/drawing/2014/main" id="{B806428B-9323-497D-B44A-99B742D7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934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9" name="data_658">
            <a:extLst xmlns:a="http://schemas.openxmlformats.org/drawingml/2006/main">
              <a:ext uri="{FF2B5EF4-FFF2-40B4-BE49-F238E27FC236}">
                <a16:creationId xmlns:a16="http://schemas.microsoft.com/office/drawing/2014/main" id="{287EE5D2-9DB8-4E4A-8DD3-AA77D96D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1953" y="33229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0" name="data_659">
            <a:extLst xmlns:a="http://schemas.openxmlformats.org/drawingml/2006/main">
              <a:ext uri="{FF2B5EF4-FFF2-40B4-BE49-F238E27FC236}">
                <a16:creationId xmlns:a16="http://schemas.microsoft.com/office/drawing/2014/main" id="{DC55C6A2-D414-43DB-A37A-E868D96E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495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1" name="data_660">
            <a:extLst xmlns:a="http://schemas.openxmlformats.org/drawingml/2006/main">
              <a:ext uri="{FF2B5EF4-FFF2-40B4-BE49-F238E27FC236}">
                <a16:creationId xmlns:a16="http://schemas.microsoft.com/office/drawing/2014/main" id="{7003BC08-B81A-4C05-A632-AFCDBC47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5364" y="30793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2" name="data_661">
            <a:extLst xmlns:a="http://schemas.openxmlformats.org/drawingml/2006/main">
              <a:ext uri="{FF2B5EF4-FFF2-40B4-BE49-F238E27FC236}">
                <a16:creationId xmlns:a16="http://schemas.microsoft.com/office/drawing/2014/main" id="{9785ABB3-B022-45C3-9B6F-D603C17DA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347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3" name="data_662">
            <a:extLst xmlns:a="http://schemas.openxmlformats.org/drawingml/2006/main">
              <a:ext uri="{FF2B5EF4-FFF2-40B4-BE49-F238E27FC236}">
                <a16:creationId xmlns:a16="http://schemas.microsoft.com/office/drawing/2014/main" id="{855EA7D6-0C99-494F-BF25-06DF5A56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7409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4" name="data_663">
            <a:extLst xmlns:a="http://schemas.openxmlformats.org/drawingml/2006/main">
              <a:ext uri="{FF2B5EF4-FFF2-40B4-BE49-F238E27FC236}">
                <a16:creationId xmlns:a16="http://schemas.microsoft.com/office/drawing/2014/main" id="{B962F3F1-6493-413A-B692-DD37156D4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24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5" name="data_664">
            <a:extLst xmlns:a="http://schemas.openxmlformats.org/drawingml/2006/main">
              <a:ext uri="{FF2B5EF4-FFF2-40B4-BE49-F238E27FC236}">
                <a16:creationId xmlns:a16="http://schemas.microsoft.com/office/drawing/2014/main" id="{553C1C6A-9FCC-49E5-883F-6A7286C77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1316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6" name="data_665">
            <a:extLst xmlns:a="http://schemas.openxmlformats.org/drawingml/2006/main">
              <a:ext uri="{FF2B5EF4-FFF2-40B4-BE49-F238E27FC236}">
                <a16:creationId xmlns:a16="http://schemas.microsoft.com/office/drawing/2014/main" id="{3904437F-BF63-4CCB-9C86-61D344B9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201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7" name="data_666">
            <a:extLst xmlns:a="http://schemas.openxmlformats.org/drawingml/2006/main">
              <a:ext uri="{FF2B5EF4-FFF2-40B4-BE49-F238E27FC236}">
                <a16:creationId xmlns:a16="http://schemas.microsoft.com/office/drawing/2014/main" id="{7236043D-5DBB-4265-B6B6-FCD3CD98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0606" y="249204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8" name="data_667">
            <a:extLst xmlns:a="http://schemas.openxmlformats.org/drawingml/2006/main">
              <a:ext uri="{FF2B5EF4-FFF2-40B4-BE49-F238E27FC236}">
                <a16:creationId xmlns:a16="http://schemas.microsoft.com/office/drawing/2014/main" id="{08294CED-653D-4AB0-B11E-2B8EDFC95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1914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9" name="data_668">
            <a:extLst xmlns:a="http://schemas.openxmlformats.org/drawingml/2006/main">
              <a:ext uri="{FF2B5EF4-FFF2-40B4-BE49-F238E27FC236}">
                <a16:creationId xmlns:a16="http://schemas.microsoft.com/office/drawing/2014/main" id="{B62C08EE-05DA-424A-8463-EC7927AA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994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0" name="data_669">
            <a:extLst xmlns:a="http://schemas.openxmlformats.org/drawingml/2006/main">
              <a:ext uri="{FF2B5EF4-FFF2-40B4-BE49-F238E27FC236}">
                <a16:creationId xmlns:a16="http://schemas.microsoft.com/office/drawing/2014/main" id="{A97ED1C0-62E6-49CC-A81C-BF9CACCCE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508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1" name="data_670">
            <a:extLst xmlns:a="http://schemas.openxmlformats.org/drawingml/2006/main">
              <a:ext uri="{FF2B5EF4-FFF2-40B4-BE49-F238E27FC236}">
                <a16:creationId xmlns:a16="http://schemas.microsoft.com/office/drawing/2014/main" id="{F4BE7912-428D-487A-93DA-35A3FFFE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461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2" name="data_671">
            <a:extLst xmlns:a="http://schemas.openxmlformats.org/drawingml/2006/main">
              <a:ext uri="{FF2B5EF4-FFF2-40B4-BE49-F238E27FC236}">
                <a16:creationId xmlns:a16="http://schemas.microsoft.com/office/drawing/2014/main" id="{DB3334C7-52EE-4166-9287-F27AEF131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9541" y="18408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3" name="data_672">
            <a:extLst xmlns:a="http://schemas.openxmlformats.org/drawingml/2006/main">
              <a:ext uri="{FF2B5EF4-FFF2-40B4-BE49-F238E27FC236}">
                <a16:creationId xmlns:a16="http://schemas.microsoft.com/office/drawing/2014/main" id="{B08B9930-B0F3-4925-AE42-AC5C73EAC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326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4" name="data_673">
            <a:extLst xmlns:a="http://schemas.openxmlformats.org/drawingml/2006/main">
              <a:ext uri="{FF2B5EF4-FFF2-40B4-BE49-F238E27FC236}">
                <a16:creationId xmlns:a16="http://schemas.microsoft.com/office/drawing/2014/main" id="{BC01D650-B05B-4DFF-A0F2-9F70AA6F5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3482" y="24241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5" name="data_674">
            <a:extLst xmlns:a="http://schemas.openxmlformats.org/drawingml/2006/main">
              <a:ext uri="{FF2B5EF4-FFF2-40B4-BE49-F238E27FC236}">
                <a16:creationId xmlns:a16="http://schemas.microsoft.com/office/drawing/2014/main" id="{0B74D4E8-087C-468C-9C22-9279DABE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4026" y="26660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6" name="data_675">
            <a:extLst xmlns:a="http://schemas.openxmlformats.org/drawingml/2006/main">
              <a:ext uri="{FF2B5EF4-FFF2-40B4-BE49-F238E27FC236}">
                <a16:creationId xmlns:a16="http://schemas.microsoft.com/office/drawing/2014/main" id="{88DCBBC6-EAAD-4FDD-89C9-C8C1E7EC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020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7" name="data_676">
            <a:extLst xmlns:a="http://schemas.openxmlformats.org/drawingml/2006/main">
              <a:ext uri="{FF2B5EF4-FFF2-40B4-BE49-F238E27FC236}">
                <a16:creationId xmlns:a16="http://schemas.microsoft.com/office/drawing/2014/main" id="{B5B9BBB3-E0A5-4F44-BB21-075E6715D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160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8" name="data_677">
            <a:extLst xmlns:a="http://schemas.openxmlformats.org/drawingml/2006/main">
              <a:ext uri="{FF2B5EF4-FFF2-40B4-BE49-F238E27FC236}">
                <a16:creationId xmlns:a16="http://schemas.microsoft.com/office/drawing/2014/main" id="{3A6692D3-A216-4706-AE28-E72A520D6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2616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9" name="data_678">
            <a:extLst xmlns:a="http://schemas.openxmlformats.org/drawingml/2006/main">
              <a:ext uri="{FF2B5EF4-FFF2-40B4-BE49-F238E27FC236}">
                <a16:creationId xmlns:a16="http://schemas.microsoft.com/office/drawing/2014/main" id="{83D3142B-77B5-4CB1-B1E3-D5FFD830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940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0" name="data_679">
            <a:extLst xmlns:a="http://schemas.openxmlformats.org/drawingml/2006/main">
              <a:ext uri="{FF2B5EF4-FFF2-40B4-BE49-F238E27FC236}">
                <a16:creationId xmlns:a16="http://schemas.microsoft.com/office/drawing/2014/main" id="{E3E32706-6A96-4AD6-994D-FBCEB84D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04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1" name="data_680">
            <a:extLst xmlns:a="http://schemas.openxmlformats.org/drawingml/2006/main">
              <a:ext uri="{FF2B5EF4-FFF2-40B4-BE49-F238E27FC236}">
                <a16:creationId xmlns:a16="http://schemas.microsoft.com/office/drawing/2014/main" id="{EFF35F95-1EA4-4535-B666-29FF8017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9850" y="26386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2" name="data_681">
            <a:extLst xmlns:a="http://schemas.openxmlformats.org/drawingml/2006/main">
              <a:ext uri="{FF2B5EF4-FFF2-40B4-BE49-F238E27FC236}">
                <a16:creationId xmlns:a16="http://schemas.microsoft.com/office/drawing/2014/main" id="{6A4FFF8E-8BC0-4FC1-90BD-58E6F753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51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3" name="data_682">
            <a:extLst xmlns:a="http://schemas.openxmlformats.org/drawingml/2006/main">
              <a:ext uri="{FF2B5EF4-FFF2-40B4-BE49-F238E27FC236}">
                <a16:creationId xmlns:a16="http://schemas.microsoft.com/office/drawing/2014/main" id="{7A383892-52D0-4B93-A0A8-93AA470F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094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4" name="data_683">
            <a:extLst xmlns:a="http://schemas.openxmlformats.org/drawingml/2006/main">
              <a:ext uri="{FF2B5EF4-FFF2-40B4-BE49-F238E27FC236}">
                <a16:creationId xmlns:a16="http://schemas.microsoft.com/office/drawing/2014/main" id="{117B8337-F4D8-4A96-80B6-45A57DB9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549" y="32480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5" name="data_684">
            <a:extLst xmlns:a="http://schemas.openxmlformats.org/drawingml/2006/main">
              <a:ext uri="{FF2B5EF4-FFF2-40B4-BE49-F238E27FC236}">
                <a16:creationId xmlns:a16="http://schemas.microsoft.com/office/drawing/2014/main" id="{828CD912-C25F-4D21-9C88-210D6A85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376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6" name="data_685">
            <a:extLst xmlns:a="http://schemas.openxmlformats.org/drawingml/2006/main">
              <a:ext uri="{FF2B5EF4-FFF2-40B4-BE49-F238E27FC236}">
                <a16:creationId xmlns:a16="http://schemas.microsoft.com/office/drawing/2014/main" id="{534717CE-0F86-4F4B-8758-228F1FD1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32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7" name="data_686">
            <a:extLst xmlns:a="http://schemas.openxmlformats.org/drawingml/2006/main">
              <a:ext uri="{FF2B5EF4-FFF2-40B4-BE49-F238E27FC236}">
                <a16:creationId xmlns:a16="http://schemas.microsoft.com/office/drawing/2014/main" id="{1BECE667-2844-4278-9036-3D0A1016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3823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8" name="data_687">
            <a:extLst xmlns:a="http://schemas.openxmlformats.org/drawingml/2006/main">
              <a:ext uri="{FF2B5EF4-FFF2-40B4-BE49-F238E27FC236}">
                <a16:creationId xmlns:a16="http://schemas.microsoft.com/office/drawing/2014/main" id="{905CE956-077C-47BD-8025-DD042C098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67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9" name="data_688">
            <a:extLst xmlns:a="http://schemas.openxmlformats.org/drawingml/2006/main">
              <a:ext uri="{FF2B5EF4-FFF2-40B4-BE49-F238E27FC236}">
                <a16:creationId xmlns:a16="http://schemas.microsoft.com/office/drawing/2014/main" id="{53524D67-C379-4336-8572-C98076A2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589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0" name="data_689">
            <a:extLst xmlns:a="http://schemas.openxmlformats.org/drawingml/2006/main">
              <a:ext uri="{FF2B5EF4-FFF2-40B4-BE49-F238E27FC236}">
                <a16:creationId xmlns:a16="http://schemas.microsoft.com/office/drawing/2014/main" id="{8D79ED86-5F09-49C9-A7FF-3BE7800C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258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1" name="data_690">
            <a:extLst xmlns:a="http://schemas.openxmlformats.org/drawingml/2006/main">
              <a:ext uri="{FF2B5EF4-FFF2-40B4-BE49-F238E27FC236}">
                <a16:creationId xmlns:a16="http://schemas.microsoft.com/office/drawing/2014/main" id="{B44EB7D7-19D1-469F-AA5C-E05A02138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551" y="270798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2" name="data_691">
            <a:extLst xmlns:a="http://schemas.openxmlformats.org/drawingml/2006/main">
              <a:ext uri="{FF2B5EF4-FFF2-40B4-BE49-F238E27FC236}">
                <a16:creationId xmlns:a16="http://schemas.microsoft.com/office/drawing/2014/main" id="{F144F712-674D-4C00-979C-6B4D0270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44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3" name="data_692">
            <a:extLst xmlns:a="http://schemas.openxmlformats.org/drawingml/2006/main">
              <a:ext uri="{FF2B5EF4-FFF2-40B4-BE49-F238E27FC236}">
                <a16:creationId xmlns:a16="http://schemas.microsoft.com/office/drawing/2014/main" id="{4E3986B4-5DBF-4E0E-8D16-762164A23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69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4" name="data_693">
            <a:extLst xmlns:a="http://schemas.openxmlformats.org/drawingml/2006/main">
              <a:ext uri="{FF2B5EF4-FFF2-40B4-BE49-F238E27FC236}">
                <a16:creationId xmlns:a16="http://schemas.microsoft.com/office/drawing/2014/main" id="{A62AE401-CA26-44A1-A2EA-FB488E41A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93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5" name="data_694">
            <a:extLst xmlns:a="http://schemas.openxmlformats.org/drawingml/2006/main">
              <a:ext uri="{FF2B5EF4-FFF2-40B4-BE49-F238E27FC236}">
                <a16:creationId xmlns:a16="http://schemas.microsoft.com/office/drawing/2014/main" id="{59A9A6DB-0CB0-42CA-8B38-5CA8C7E6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298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6" name="data_695">
            <a:extLst xmlns:a="http://schemas.openxmlformats.org/drawingml/2006/main">
              <a:ext uri="{FF2B5EF4-FFF2-40B4-BE49-F238E27FC236}">
                <a16:creationId xmlns:a16="http://schemas.microsoft.com/office/drawing/2014/main" id="{B41E5495-66AD-43B3-893A-EF136DDBB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230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7" name="data_696">
            <a:extLst xmlns:a="http://schemas.openxmlformats.org/drawingml/2006/main">
              <a:ext uri="{FF2B5EF4-FFF2-40B4-BE49-F238E27FC236}">
                <a16:creationId xmlns:a16="http://schemas.microsoft.com/office/drawing/2014/main" id="{A2847637-B49D-4D34-A760-2335FCC6D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364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8" name="data_697">
            <a:extLst xmlns:a="http://schemas.openxmlformats.org/drawingml/2006/main">
              <a:ext uri="{FF2B5EF4-FFF2-40B4-BE49-F238E27FC236}">
                <a16:creationId xmlns:a16="http://schemas.microsoft.com/office/drawing/2014/main" id="{44847513-488F-4A72-BB8D-25A81241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50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9" name="data_698">
            <a:extLst xmlns:a="http://schemas.openxmlformats.org/drawingml/2006/main">
              <a:ext uri="{FF2B5EF4-FFF2-40B4-BE49-F238E27FC236}">
                <a16:creationId xmlns:a16="http://schemas.microsoft.com/office/drawing/2014/main" id="{C01DE6CD-75FD-49B2-A3A4-F4BF9E2F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810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0" name="data_699">
            <a:extLst xmlns:a="http://schemas.openxmlformats.org/drawingml/2006/main">
              <a:ext uri="{FF2B5EF4-FFF2-40B4-BE49-F238E27FC236}">
                <a16:creationId xmlns:a16="http://schemas.microsoft.com/office/drawing/2014/main" id="{97DACEBF-786D-4F71-846E-2A302F84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13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1" name="data_700">
            <a:extLst xmlns:a="http://schemas.openxmlformats.org/drawingml/2006/main">
              <a:ext uri="{FF2B5EF4-FFF2-40B4-BE49-F238E27FC236}">
                <a16:creationId xmlns:a16="http://schemas.microsoft.com/office/drawing/2014/main" id="{E16C726D-8D56-4033-8B2A-2A02C812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0698" y="24064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2" name="data_701">
            <a:extLst xmlns:a="http://schemas.openxmlformats.org/drawingml/2006/main">
              <a:ext uri="{FF2B5EF4-FFF2-40B4-BE49-F238E27FC236}">
                <a16:creationId xmlns:a16="http://schemas.microsoft.com/office/drawing/2014/main" id="{2278BB6C-3ADE-40AD-B021-E841F27BB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6569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3" name="data_702">
            <a:extLst xmlns:a="http://schemas.openxmlformats.org/drawingml/2006/main">
              <a:ext uri="{FF2B5EF4-FFF2-40B4-BE49-F238E27FC236}">
                <a16:creationId xmlns:a16="http://schemas.microsoft.com/office/drawing/2014/main" id="{AF4AD91F-0337-4ECA-9CD3-722C951F8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94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4" name="data_703">
            <a:extLst xmlns:a="http://schemas.openxmlformats.org/drawingml/2006/main">
              <a:ext uri="{FF2B5EF4-FFF2-40B4-BE49-F238E27FC236}">
                <a16:creationId xmlns:a16="http://schemas.microsoft.com/office/drawing/2014/main" id="{FB43643B-49DE-4B0E-835E-A78B733F6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0890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5" name="data_704">
            <a:extLst xmlns:a="http://schemas.openxmlformats.org/drawingml/2006/main">
              <a:ext uri="{FF2B5EF4-FFF2-40B4-BE49-F238E27FC236}">
                <a16:creationId xmlns:a16="http://schemas.microsoft.com/office/drawing/2014/main" id="{1817CC12-37E7-4AF3-A669-3452769BE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5329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6" name="data_705">
            <a:extLst xmlns:a="http://schemas.openxmlformats.org/drawingml/2006/main">
              <a:ext uri="{FF2B5EF4-FFF2-40B4-BE49-F238E27FC236}">
                <a16:creationId xmlns:a16="http://schemas.microsoft.com/office/drawing/2014/main" id="{93385F4C-864A-41EA-BFA8-D4B33F3B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438" y="32947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7" name="data_706">
            <a:extLst xmlns:a="http://schemas.openxmlformats.org/drawingml/2006/main">
              <a:ext uri="{FF2B5EF4-FFF2-40B4-BE49-F238E27FC236}">
                <a16:creationId xmlns:a16="http://schemas.microsoft.com/office/drawing/2014/main" id="{6163C823-2EED-4370-BE0C-BF180B47B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80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8" name="data_707">
            <a:extLst xmlns:a="http://schemas.openxmlformats.org/drawingml/2006/main">
              <a:ext uri="{FF2B5EF4-FFF2-40B4-BE49-F238E27FC236}">
                <a16:creationId xmlns:a16="http://schemas.microsoft.com/office/drawing/2014/main" id="{D5C97642-2231-44B8-BE89-9150CF1EC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754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9" name="data_708">
            <a:extLst xmlns:a="http://schemas.openxmlformats.org/drawingml/2006/main">
              <a:ext uri="{FF2B5EF4-FFF2-40B4-BE49-F238E27FC236}">
                <a16:creationId xmlns:a16="http://schemas.microsoft.com/office/drawing/2014/main" id="{CFF49744-724C-4948-8643-D33C7A9D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53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0" name="data_709">
            <a:extLst xmlns:a="http://schemas.openxmlformats.org/drawingml/2006/main">
              <a:ext uri="{FF2B5EF4-FFF2-40B4-BE49-F238E27FC236}">
                <a16:creationId xmlns:a16="http://schemas.microsoft.com/office/drawing/2014/main" id="{8FAFE739-8E4F-4935-8594-8E872BA2D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694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1" name="data_710">
            <a:extLst xmlns:a="http://schemas.openxmlformats.org/drawingml/2006/main">
              <a:ext uri="{FF2B5EF4-FFF2-40B4-BE49-F238E27FC236}">
                <a16:creationId xmlns:a16="http://schemas.microsoft.com/office/drawing/2014/main" id="{23346044-C148-49F6-BBFD-A0B88EB6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18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2" name="data_711">
            <a:extLst xmlns:a="http://schemas.openxmlformats.org/drawingml/2006/main">
              <a:ext uri="{FF2B5EF4-FFF2-40B4-BE49-F238E27FC236}">
                <a16:creationId xmlns:a16="http://schemas.microsoft.com/office/drawing/2014/main" id="{8B022813-AEF6-417B-A257-B6D9667B2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2157" y="29232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3" name="data_712">
            <a:extLst xmlns:a="http://schemas.openxmlformats.org/drawingml/2006/main">
              <a:ext uri="{FF2B5EF4-FFF2-40B4-BE49-F238E27FC236}">
                <a16:creationId xmlns:a16="http://schemas.microsoft.com/office/drawing/2014/main" id="{566FD2AC-9B2E-4203-BC37-C1659DF6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242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4" name="data_713">
            <a:extLst xmlns:a="http://schemas.openxmlformats.org/drawingml/2006/main">
              <a:ext uri="{FF2B5EF4-FFF2-40B4-BE49-F238E27FC236}">
                <a16:creationId xmlns:a16="http://schemas.microsoft.com/office/drawing/2014/main" id="{104F6C70-175C-4699-9396-E6B369A2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3485" y="22573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5" name="data_714">
            <a:extLst xmlns:a="http://schemas.openxmlformats.org/drawingml/2006/main">
              <a:ext uri="{FF2B5EF4-FFF2-40B4-BE49-F238E27FC236}">
                <a16:creationId xmlns:a16="http://schemas.microsoft.com/office/drawing/2014/main" id="{630E61DB-F4AD-4E7A-9B87-FD5FC1019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311" y="32614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6" name="data_715">
            <a:extLst xmlns:a="http://schemas.openxmlformats.org/drawingml/2006/main">
              <a:ext uri="{FF2B5EF4-FFF2-40B4-BE49-F238E27FC236}">
                <a16:creationId xmlns:a16="http://schemas.microsoft.com/office/drawing/2014/main" id="{D8B50FC5-A2ED-460C-8E15-A35690CDA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0312" y="239025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7" name="data_716">
            <a:extLst xmlns:a="http://schemas.openxmlformats.org/drawingml/2006/main">
              <a:ext uri="{FF2B5EF4-FFF2-40B4-BE49-F238E27FC236}">
                <a16:creationId xmlns:a16="http://schemas.microsoft.com/office/drawing/2014/main" id="{A385DAC9-96F5-453B-8DF6-E753F1D2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5064" y="28981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8" name="data_717">
            <a:extLst xmlns:a="http://schemas.openxmlformats.org/drawingml/2006/main">
              <a:ext uri="{FF2B5EF4-FFF2-40B4-BE49-F238E27FC236}">
                <a16:creationId xmlns:a16="http://schemas.microsoft.com/office/drawing/2014/main" id="{932060DB-E357-4655-AE65-9895B5D7F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5220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9" name="data_718">
            <a:extLst xmlns:a="http://schemas.openxmlformats.org/drawingml/2006/main">
              <a:ext uri="{FF2B5EF4-FFF2-40B4-BE49-F238E27FC236}">
                <a16:creationId xmlns:a16="http://schemas.microsoft.com/office/drawing/2014/main" id="{EAB038E4-E18A-4469-870C-ECE63C30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83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0" name="data_719">
            <a:extLst xmlns:a="http://schemas.openxmlformats.org/drawingml/2006/main">
              <a:ext uri="{FF2B5EF4-FFF2-40B4-BE49-F238E27FC236}">
                <a16:creationId xmlns:a16="http://schemas.microsoft.com/office/drawing/2014/main" id="{9A04BF7C-8440-4C08-96E5-CD0DCEB7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993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1" name="data_720">
            <a:extLst xmlns:a="http://schemas.openxmlformats.org/drawingml/2006/main">
              <a:ext uri="{FF2B5EF4-FFF2-40B4-BE49-F238E27FC236}">
                <a16:creationId xmlns:a16="http://schemas.microsoft.com/office/drawing/2014/main" id="{62A7EDA6-E659-4662-8385-EB8ECADF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628" y="25150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2" name="data_721">
            <a:extLst xmlns:a="http://schemas.openxmlformats.org/drawingml/2006/main">
              <a:ext uri="{FF2B5EF4-FFF2-40B4-BE49-F238E27FC236}">
                <a16:creationId xmlns:a16="http://schemas.microsoft.com/office/drawing/2014/main" id="{7F59A26A-4F5F-4ED6-AFEA-E2968E29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14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3" name="data_722">
            <a:extLst xmlns:a="http://schemas.openxmlformats.org/drawingml/2006/main">
              <a:ext uri="{FF2B5EF4-FFF2-40B4-BE49-F238E27FC236}">
                <a16:creationId xmlns:a16="http://schemas.microsoft.com/office/drawing/2014/main" id="{7EAFD7DA-F08A-479E-A244-535F5B8F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1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4" name="data_723">
            <a:extLst xmlns:a="http://schemas.openxmlformats.org/drawingml/2006/main">
              <a:ext uri="{FF2B5EF4-FFF2-40B4-BE49-F238E27FC236}">
                <a16:creationId xmlns:a16="http://schemas.microsoft.com/office/drawing/2014/main" id="{59FE4EAA-313D-40B9-8BD5-36B1BFF08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239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5" name="data_724">
            <a:extLst xmlns:a="http://schemas.openxmlformats.org/drawingml/2006/main">
              <a:ext uri="{FF2B5EF4-FFF2-40B4-BE49-F238E27FC236}">
                <a16:creationId xmlns:a16="http://schemas.microsoft.com/office/drawing/2014/main" id="{A11FB07F-CC49-40CE-B04B-62381A478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3387" y="30890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6" name="data_725">
            <a:extLst xmlns:a="http://schemas.openxmlformats.org/drawingml/2006/main">
              <a:ext uri="{FF2B5EF4-FFF2-40B4-BE49-F238E27FC236}">
                <a16:creationId xmlns:a16="http://schemas.microsoft.com/office/drawing/2014/main" id="{012F7ABB-D729-49C0-8E46-5C598287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799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7" name="data_726">
            <a:extLst xmlns:a="http://schemas.openxmlformats.org/drawingml/2006/main">
              <a:ext uri="{FF2B5EF4-FFF2-40B4-BE49-F238E27FC236}">
                <a16:creationId xmlns:a16="http://schemas.microsoft.com/office/drawing/2014/main" id="{B6CA956C-8121-4C18-A4E8-0B02C11FB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3244" y="213815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8" name="data_727">
            <a:extLst xmlns:a="http://schemas.openxmlformats.org/drawingml/2006/main">
              <a:ext uri="{FF2B5EF4-FFF2-40B4-BE49-F238E27FC236}">
                <a16:creationId xmlns:a16="http://schemas.microsoft.com/office/drawing/2014/main" id="{DB79050E-E11D-426A-8DCB-28AEF7801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5802" y="17573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9" name="data_728">
            <a:extLst xmlns:a="http://schemas.openxmlformats.org/drawingml/2006/main">
              <a:ext uri="{FF2B5EF4-FFF2-40B4-BE49-F238E27FC236}">
                <a16:creationId xmlns:a16="http://schemas.microsoft.com/office/drawing/2014/main" id="{A441A9F6-D415-4BAC-AA00-A85B4AE3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74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0" name="data_729">
            <a:extLst xmlns:a="http://schemas.openxmlformats.org/drawingml/2006/main">
              <a:ext uri="{FF2B5EF4-FFF2-40B4-BE49-F238E27FC236}">
                <a16:creationId xmlns:a16="http://schemas.microsoft.com/office/drawing/2014/main" id="{F9EE93EE-A869-41EC-8FF4-5DAC1C51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57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1" name="data_730">
            <a:extLst xmlns:a="http://schemas.openxmlformats.org/drawingml/2006/main">
              <a:ext uri="{FF2B5EF4-FFF2-40B4-BE49-F238E27FC236}">
                <a16:creationId xmlns:a16="http://schemas.microsoft.com/office/drawing/2014/main" id="{06499C85-1E22-499C-A20F-2309B9DE6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272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2" name="data_731">
            <a:extLst xmlns:a="http://schemas.openxmlformats.org/drawingml/2006/main">
              <a:ext uri="{FF2B5EF4-FFF2-40B4-BE49-F238E27FC236}">
                <a16:creationId xmlns:a16="http://schemas.microsoft.com/office/drawing/2014/main" id="{A04E0240-39C1-4A13-B3C7-879D5D44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197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3" name="data_732">
            <a:extLst xmlns:a="http://schemas.openxmlformats.org/drawingml/2006/main">
              <a:ext uri="{FF2B5EF4-FFF2-40B4-BE49-F238E27FC236}">
                <a16:creationId xmlns:a16="http://schemas.microsoft.com/office/drawing/2014/main" id="{E6683F61-E743-4F38-9642-3D851D70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3846" y="253750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4" name="data_733">
            <a:extLst xmlns:a="http://schemas.openxmlformats.org/drawingml/2006/main">
              <a:ext uri="{FF2B5EF4-FFF2-40B4-BE49-F238E27FC236}">
                <a16:creationId xmlns:a16="http://schemas.microsoft.com/office/drawing/2014/main" id="{BBF1A371-2721-4AF2-874D-30505A4B2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3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5" name="data_734">
            <a:extLst xmlns:a="http://schemas.openxmlformats.org/drawingml/2006/main">
              <a:ext uri="{FF2B5EF4-FFF2-40B4-BE49-F238E27FC236}">
                <a16:creationId xmlns:a16="http://schemas.microsoft.com/office/drawing/2014/main" id="{E4F8DF4C-01C5-4136-9E5D-7E5E3F573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96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6" name="data_735">
            <a:extLst xmlns:a="http://schemas.openxmlformats.org/drawingml/2006/main">
              <a:ext uri="{FF2B5EF4-FFF2-40B4-BE49-F238E27FC236}">
                <a16:creationId xmlns:a16="http://schemas.microsoft.com/office/drawing/2014/main" id="{5F85A014-621C-4EDC-9F21-5ABF74F67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1729" y="318300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7" name="data_736">
            <a:extLst xmlns:a="http://schemas.openxmlformats.org/drawingml/2006/main">
              <a:ext uri="{FF2B5EF4-FFF2-40B4-BE49-F238E27FC236}">
                <a16:creationId xmlns:a16="http://schemas.microsoft.com/office/drawing/2014/main" id="{340FAC81-986C-4E80-A967-312EF591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4906" y="25362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8" name="data_737">
            <a:extLst xmlns:a="http://schemas.openxmlformats.org/drawingml/2006/main">
              <a:ext uri="{FF2B5EF4-FFF2-40B4-BE49-F238E27FC236}">
                <a16:creationId xmlns:a16="http://schemas.microsoft.com/office/drawing/2014/main" id="{6826B515-A508-45EA-AC8C-1EB43A3E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686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9" name="data_738">
            <a:extLst xmlns:a="http://schemas.openxmlformats.org/drawingml/2006/main">
              <a:ext uri="{FF2B5EF4-FFF2-40B4-BE49-F238E27FC236}">
                <a16:creationId xmlns:a16="http://schemas.microsoft.com/office/drawing/2014/main" id="{F70DAEAA-A6E0-4B56-A87E-94617AE3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4403" y="328171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0" name="data_739">
            <a:extLst xmlns:a="http://schemas.openxmlformats.org/drawingml/2006/main">
              <a:ext uri="{FF2B5EF4-FFF2-40B4-BE49-F238E27FC236}">
                <a16:creationId xmlns:a16="http://schemas.microsoft.com/office/drawing/2014/main" id="{8B2DB3F7-F27F-497E-BEC4-C2DA3EB5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3385" y="33191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1" name="data_740">
            <a:extLst xmlns:a="http://schemas.openxmlformats.org/drawingml/2006/main">
              <a:ext uri="{FF2B5EF4-FFF2-40B4-BE49-F238E27FC236}">
                <a16:creationId xmlns:a16="http://schemas.microsoft.com/office/drawing/2014/main" id="{15EDD53A-9EBB-4E54-966F-32F9420C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38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2" name="data_741">
            <a:extLst xmlns:a="http://schemas.openxmlformats.org/drawingml/2006/main">
              <a:ext uri="{FF2B5EF4-FFF2-40B4-BE49-F238E27FC236}">
                <a16:creationId xmlns:a16="http://schemas.microsoft.com/office/drawing/2014/main" id="{DC815AED-77C0-441C-909E-5F8875FA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0563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3" name="data_742">
            <a:extLst xmlns:a="http://schemas.openxmlformats.org/drawingml/2006/main">
              <a:ext uri="{FF2B5EF4-FFF2-40B4-BE49-F238E27FC236}">
                <a16:creationId xmlns:a16="http://schemas.microsoft.com/office/drawing/2014/main" id="{58D6261B-3C95-40C0-BBD0-CCAA40B92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939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4" name="data_743">
            <a:extLst xmlns:a="http://schemas.openxmlformats.org/drawingml/2006/main">
              <a:ext uri="{FF2B5EF4-FFF2-40B4-BE49-F238E27FC236}">
                <a16:creationId xmlns:a16="http://schemas.microsoft.com/office/drawing/2014/main" id="{D278EC08-A9FC-4604-A33E-7D6937FB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4052" y="25429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5" name="data_744">
            <a:extLst xmlns:a="http://schemas.openxmlformats.org/drawingml/2006/main">
              <a:ext uri="{FF2B5EF4-FFF2-40B4-BE49-F238E27FC236}">
                <a16:creationId xmlns:a16="http://schemas.microsoft.com/office/drawing/2014/main" id="{0446456C-B15F-4F79-AFEA-AE53294BE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667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6" name="data_745">
            <a:extLst xmlns:a="http://schemas.openxmlformats.org/drawingml/2006/main">
              <a:ext uri="{FF2B5EF4-FFF2-40B4-BE49-F238E27FC236}">
                <a16:creationId xmlns:a16="http://schemas.microsoft.com/office/drawing/2014/main" id="{339FAA2F-1858-407B-AA6D-3E785E8E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078" y="31360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7" name="data_746">
            <a:extLst xmlns:a="http://schemas.openxmlformats.org/drawingml/2006/main">
              <a:ext uri="{FF2B5EF4-FFF2-40B4-BE49-F238E27FC236}">
                <a16:creationId xmlns:a16="http://schemas.microsoft.com/office/drawing/2014/main" id="{2275D811-CC2D-4F78-99FC-789A6F5A9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677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8" name="data_747">
            <a:extLst xmlns:a="http://schemas.openxmlformats.org/drawingml/2006/main">
              <a:ext uri="{FF2B5EF4-FFF2-40B4-BE49-F238E27FC236}">
                <a16:creationId xmlns:a16="http://schemas.microsoft.com/office/drawing/2014/main" id="{54734142-AF3C-4F58-B63E-CB00EB91D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2703" y="194308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9" name="data_748">
            <a:extLst xmlns:a="http://schemas.openxmlformats.org/drawingml/2006/main">
              <a:ext uri="{FF2B5EF4-FFF2-40B4-BE49-F238E27FC236}">
                <a16:creationId xmlns:a16="http://schemas.microsoft.com/office/drawing/2014/main" id="{40C9EAB1-37D3-43DB-8002-1F5F8094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263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0" name="data_749">
            <a:extLst xmlns:a="http://schemas.openxmlformats.org/drawingml/2006/main">
              <a:ext uri="{FF2B5EF4-FFF2-40B4-BE49-F238E27FC236}">
                <a16:creationId xmlns:a16="http://schemas.microsoft.com/office/drawing/2014/main" id="{E5E502A8-C151-493F-BD45-8545F8469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978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1" name="data_750">
            <a:extLst xmlns:a="http://schemas.openxmlformats.org/drawingml/2006/main">
              <a:ext uri="{FF2B5EF4-FFF2-40B4-BE49-F238E27FC236}">
                <a16:creationId xmlns:a16="http://schemas.microsoft.com/office/drawing/2014/main" id="{44332FA3-EA2A-47F2-95F2-E68A914F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8759" y="22528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2" name="data_751">
            <a:extLst xmlns:a="http://schemas.openxmlformats.org/drawingml/2006/main">
              <a:ext uri="{FF2B5EF4-FFF2-40B4-BE49-F238E27FC236}">
                <a16:creationId xmlns:a16="http://schemas.microsoft.com/office/drawing/2014/main" id="{32F4C4E2-4DF6-4E51-904C-C8DB79DB9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246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3" name="data_752">
            <a:extLst xmlns:a="http://schemas.openxmlformats.org/drawingml/2006/main">
              <a:ext uri="{FF2B5EF4-FFF2-40B4-BE49-F238E27FC236}">
                <a16:creationId xmlns:a16="http://schemas.microsoft.com/office/drawing/2014/main" id="{ABD54095-D9CE-493A-948C-65361058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600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4" name="data_753">
            <a:extLst xmlns:a="http://schemas.openxmlformats.org/drawingml/2006/main">
              <a:ext uri="{FF2B5EF4-FFF2-40B4-BE49-F238E27FC236}">
                <a16:creationId xmlns:a16="http://schemas.microsoft.com/office/drawing/2014/main" id="{E72352B5-48F6-4A36-954D-D05CB841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29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5" name="data_754">
            <a:extLst xmlns:a="http://schemas.openxmlformats.org/drawingml/2006/main">
              <a:ext uri="{FF2B5EF4-FFF2-40B4-BE49-F238E27FC236}">
                <a16:creationId xmlns:a16="http://schemas.microsoft.com/office/drawing/2014/main" id="{FCED321B-50EA-4598-B4FB-94F0516E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5187" y="282272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6" name="data_755">
            <a:extLst xmlns:a="http://schemas.openxmlformats.org/drawingml/2006/main">
              <a:ext uri="{FF2B5EF4-FFF2-40B4-BE49-F238E27FC236}">
                <a16:creationId xmlns:a16="http://schemas.microsoft.com/office/drawing/2014/main" id="{9B263A48-FB34-4BA2-B497-A83CB177A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09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7" name="data_756">
            <a:extLst xmlns:a="http://schemas.openxmlformats.org/drawingml/2006/main">
              <a:ext uri="{FF2B5EF4-FFF2-40B4-BE49-F238E27FC236}">
                <a16:creationId xmlns:a16="http://schemas.microsoft.com/office/drawing/2014/main" id="{9A00B08B-6356-42E5-AE23-30ADD4B0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3044" y="241808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8" name="data_757">
            <a:extLst xmlns:a="http://schemas.openxmlformats.org/drawingml/2006/main">
              <a:ext uri="{FF2B5EF4-FFF2-40B4-BE49-F238E27FC236}">
                <a16:creationId xmlns:a16="http://schemas.microsoft.com/office/drawing/2014/main" id="{F025E3F5-7055-4995-BB7C-4DAAFC5D1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10" y="21875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9" name="data_758">
            <a:extLst xmlns:a="http://schemas.openxmlformats.org/drawingml/2006/main">
              <a:ext uri="{FF2B5EF4-FFF2-40B4-BE49-F238E27FC236}">
                <a16:creationId xmlns:a16="http://schemas.microsoft.com/office/drawing/2014/main" id="{2A7D895A-A075-400C-A337-C09902AEB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3929" y="24637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0" name="data_759">
            <a:extLst xmlns:a="http://schemas.openxmlformats.org/drawingml/2006/main">
              <a:ext uri="{FF2B5EF4-FFF2-40B4-BE49-F238E27FC236}">
                <a16:creationId xmlns:a16="http://schemas.microsoft.com/office/drawing/2014/main" id="{C5637F19-E35A-4E16-B719-CC2517D5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575" y="21490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1" name="data_760">
            <a:extLst xmlns:a="http://schemas.openxmlformats.org/drawingml/2006/main">
              <a:ext uri="{FF2B5EF4-FFF2-40B4-BE49-F238E27FC236}">
                <a16:creationId xmlns:a16="http://schemas.microsoft.com/office/drawing/2014/main" id="{9B1A0572-2F68-47AF-9BDF-16D4A57BA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5997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2" name="data_761">
            <a:extLst xmlns:a="http://schemas.openxmlformats.org/drawingml/2006/main">
              <a:ext uri="{FF2B5EF4-FFF2-40B4-BE49-F238E27FC236}">
                <a16:creationId xmlns:a16="http://schemas.microsoft.com/office/drawing/2014/main" id="{E87D5064-B354-4CEC-8F4E-E53F048D4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0503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3" name="data_762">
            <a:extLst xmlns:a="http://schemas.openxmlformats.org/drawingml/2006/main">
              <a:ext uri="{FF2B5EF4-FFF2-40B4-BE49-F238E27FC236}">
                <a16:creationId xmlns:a16="http://schemas.microsoft.com/office/drawing/2014/main" id="{A811D9EA-D8A2-4B93-B388-B2EF788F0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084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4" name="data_763">
            <a:extLst xmlns:a="http://schemas.openxmlformats.org/drawingml/2006/main">
              <a:ext uri="{FF2B5EF4-FFF2-40B4-BE49-F238E27FC236}">
                <a16:creationId xmlns:a16="http://schemas.microsoft.com/office/drawing/2014/main" id="{4BC7F50C-8FA9-4B0A-8318-ADA4DD4E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43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5" name="data_764">
            <a:extLst xmlns:a="http://schemas.openxmlformats.org/drawingml/2006/main">
              <a:ext uri="{FF2B5EF4-FFF2-40B4-BE49-F238E27FC236}">
                <a16:creationId xmlns:a16="http://schemas.microsoft.com/office/drawing/2014/main" id="{039CBE75-5E5A-401A-B708-CBDB47FEE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8435" y="15221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6" name="data_765">
            <a:extLst xmlns:a="http://schemas.openxmlformats.org/drawingml/2006/main">
              <a:ext uri="{FF2B5EF4-FFF2-40B4-BE49-F238E27FC236}">
                <a16:creationId xmlns:a16="http://schemas.microsoft.com/office/drawing/2014/main" id="{75841628-752A-49A2-8A39-FECF48F5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253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7" name="data_766">
            <a:extLst xmlns:a="http://schemas.openxmlformats.org/drawingml/2006/main">
              <a:ext uri="{FF2B5EF4-FFF2-40B4-BE49-F238E27FC236}">
                <a16:creationId xmlns:a16="http://schemas.microsoft.com/office/drawing/2014/main" id="{5B8BF62E-5098-4649-9521-47C3D815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6584" y="24618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8" name="data_767">
            <a:extLst xmlns:a="http://schemas.openxmlformats.org/drawingml/2006/main">
              <a:ext uri="{FF2B5EF4-FFF2-40B4-BE49-F238E27FC236}">
                <a16:creationId xmlns:a16="http://schemas.microsoft.com/office/drawing/2014/main" id="{990164B1-8D0A-43BE-BDF7-5D2B4DD8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586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9" name="data_768">
            <a:extLst xmlns:a="http://schemas.openxmlformats.org/drawingml/2006/main">
              <a:ext uri="{FF2B5EF4-FFF2-40B4-BE49-F238E27FC236}">
                <a16:creationId xmlns:a16="http://schemas.microsoft.com/office/drawing/2014/main" id="{D2EC467B-4BD6-425A-A251-221597698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365" y="18199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0" name="data_769">
            <a:extLst xmlns:a="http://schemas.openxmlformats.org/drawingml/2006/main">
              <a:ext uri="{FF2B5EF4-FFF2-40B4-BE49-F238E27FC236}">
                <a16:creationId xmlns:a16="http://schemas.microsoft.com/office/drawing/2014/main" id="{321690FD-AD91-4B50-86CC-ABBFB56D5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1685" y="21490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1" name="data_770">
            <a:extLst xmlns:a="http://schemas.openxmlformats.org/drawingml/2006/main">
              <a:ext uri="{FF2B5EF4-FFF2-40B4-BE49-F238E27FC236}">
                <a16:creationId xmlns:a16="http://schemas.microsoft.com/office/drawing/2014/main" id="{3D2E9D6F-8F9F-424E-B0DC-B3ECDEE3C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0247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2" name="data_771">
            <a:extLst xmlns:a="http://schemas.openxmlformats.org/drawingml/2006/main">
              <a:ext uri="{FF2B5EF4-FFF2-40B4-BE49-F238E27FC236}">
                <a16:creationId xmlns:a16="http://schemas.microsoft.com/office/drawing/2014/main" id="{A2AACF91-C317-4E14-956E-3CE67919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23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3" name="data_772">
            <a:extLst xmlns:a="http://schemas.openxmlformats.org/drawingml/2006/main">
              <a:ext uri="{FF2B5EF4-FFF2-40B4-BE49-F238E27FC236}">
                <a16:creationId xmlns:a16="http://schemas.microsoft.com/office/drawing/2014/main" id="{876A1052-6955-44A0-BA40-05822DEF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4164" y="25093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4" name="data_773">
            <a:extLst xmlns:a="http://schemas.openxmlformats.org/drawingml/2006/main">
              <a:ext uri="{FF2B5EF4-FFF2-40B4-BE49-F238E27FC236}">
                <a16:creationId xmlns:a16="http://schemas.microsoft.com/office/drawing/2014/main" id="{560FEF57-EEDA-4B22-A084-43E76B6B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28" y="29292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5" name="data_774">
            <a:extLst xmlns:a="http://schemas.openxmlformats.org/drawingml/2006/main">
              <a:ext uri="{FF2B5EF4-FFF2-40B4-BE49-F238E27FC236}">
                <a16:creationId xmlns:a16="http://schemas.microsoft.com/office/drawing/2014/main" id="{6527C60A-2257-41CE-AAF4-FC20996C1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9091" y="27869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6" name="data_775">
            <a:extLst xmlns:a="http://schemas.openxmlformats.org/drawingml/2006/main">
              <a:ext uri="{FF2B5EF4-FFF2-40B4-BE49-F238E27FC236}">
                <a16:creationId xmlns:a16="http://schemas.microsoft.com/office/drawing/2014/main" id="{CD60BC9F-AE3A-456D-8619-8003EC314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21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7" name="data_776">
            <a:extLst xmlns:a="http://schemas.openxmlformats.org/drawingml/2006/main">
              <a:ext uri="{FF2B5EF4-FFF2-40B4-BE49-F238E27FC236}">
                <a16:creationId xmlns:a16="http://schemas.microsoft.com/office/drawing/2014/main" id="{144678D9-8CB0-4920-82B9-CDD6FA98B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60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8" name="data_777">
            <a:extLst xmlns:a="http://schemas.openxmlformats.org/drawingml/2006/main">
              <a:ext uri="{FF2B5EF4-FFF2-40B4-BE49-F238E27FC236}">
                <a16:creationId xmlns:a16="http://schemas.microsoft.com/office/drawing/2014/main" id="{C05F0555-4E1F-441D-A640-1D27F51F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532" y="28550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9" name="data_778">
            <a:extLst xmlns:a="http://schemas.openxmlformats.org/drawingml/2006/main">
              <a:ext uri="{FF2B5EF4-FFF2-40B4-BE49-F238E27FC236}">
                <a16:creationId xmlns:a16="http://schemas.microsoft.com/office/drawing/2014/main" id="{F322FE1D-8F7B-47EF-A32A-2DDFCF35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07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0" name="data_779">
            <a:extLst xmlns:a="http://schemas.openxmlformats.org/drawingml/2006/main">
              <a:ext uri="{FF2B5EF4-FFF2-40B4-BE49-F238E27FC236}">
                <a16:creationId xmlns:a16="http://schemas.microsoft.com/office/drawing/2014/main" id="{B724A21F-F58D-4E72-B2CB-E7CB8EE3E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5188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1" name="data_780">
            <a:extLst xmlns:a="http://schemas.openxmlformats.org/drawingml/2006/main">
              <a:ext uri="{FF2B5EF4-FFF2-40B4-BE49-F238E27FC236}">
                <a16:creationId xmlns:a16="http://schemas.microsoft.com/office/drawing/2014/main" id="{1576E6E0-E6D6-43FD-AE14-44D2DC25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46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2" name="data_781">
            <a:extLst xmlns:a="http://schemas.openxmlformats.org/drawingml/2006/main">
              <a:ext uri="{FF2B5EF4-FFF2-40B4-BE49-F238E27FC236}">
                <a16:creationId xmlns:a16="http://schemas.microsoft.com/office/drawing/2014/main" id="{9B4ECE63-6D84-4549-B23D-0FE5DFF61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331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3" name="data_782">
            <a:extLst xmlns:a="http://schemas.openxmlformats.org/drawingml/2006/main">
              <a:ext uri="{FF2B5EF4-FFF2-40B4-BE49-F238E27FC236}">
                <a16:creationId xmlns:a16="http://schemas.microsoft.com/office/drawing/2014/main" id="{C38E24EB-582A-4C49-9344-D13404847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332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4" name="data_783">
            <a:extLst xmlns:a="http://schemas.openxmlformats.org/drawingml/2006/main">
              <a:ext uri="{FF2B5EF4-FFF2-40B4-BE49-F238E27FC236}">
                <a16:creationId xmlns:a16="http://schemas.microsoft.com/office/drawing/2014/main" id="{B4896498-09F2-41AC-A49C-D8B84A589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315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5" name="data_784">
            <a:extLst xmlns:a="http://schemas.openxmlformats.org/drawingml/2006/main">
              <a:ext uri="{FF2B5EF4-FFF2-40B4-BE49-F238E27FC236}">
                <a16:creationId xmlns:a16="http://schemas.microsoft.com/office/drawing/2014/main" id="{54734EE3-92C7-4F29-BA0F-C958CA127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50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6" name="data_785">
            <a:extLst xmlns:a="http://schemas.openxmlformats.org/drawingml/2006/main">
              <a:ext uri="{FF2B5EF4-FFF2-40B4-BE49-F238E27FC236}">
                <a16:creationId xmlns:a16="http://schemas.microsoft.com/office/drawing/2014/main" id="{211FE359-EA3F-4CA7-8705-31C84B87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1843" y="16789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7" name="data_786">
            <a:extLst xmlns:a="http://schemas.openxmlformats.org/drawingml/2006/main">
              <a:ext uri="{FF2B5EF4-FFF2-40B4-BE49-F238E27FC236}">
                <a16:creationId xmlns:a16="http://schemas.microsoft.com/office/drawing/2014/main" id="{1F6BF294-3545-4D44-8CB0-610DEEB3D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5778" y="31151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8" name="data_787">
            <a:extLst xmlns:a="http://schemas.openxmlformats.org/drawingml/2006/main">
              <a:ext uri="{FF2B5EF4-FFF2-40B4-BE49-F238E27FC236}">
                <a16:creationId xmlns:a16="http://schemas.microsoft.com/office/drawing/2014/main" id="{AC64E527-B156-4B82-8F78-F14DA786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267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9" name="data_788">
            <a:extLst xmlns:a="http://schemas.openxmlformats.org/drawingml/2006/main">
              <a:ext uri="{FF2B5EF4-FFF2-40B4-BE49-F238E27FC236}">
                <a16:creationId xmlns:a16="http://schemas.microsoft.com/office/drawing/2014/main" id="{4ACF4A5F-899B-4577-A3A5-8AFF6B646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696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0" name="data_789">
            <a:extLst xmlns:a="http://schemas.openxmlformats.org/drawingml/2006/main">
              <a:ext uri="{FF2B5EF4-FFF2-40B4-BE49-F238E27FC236}">
                <a16:creationId xmlns:a16="http://schemas.microsoft.com/office/drawing/2014/main" id="{A189CE62-F9D1-4952-B41A-7464A449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119" y="185313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1" name="data_790">
            <a:extLst xmlns:a="http://schemas.openxmlformats.org/drawingml/2006/main">
              <a:ext uri="{FF2B5EF4-FFF2-40B4-BE49-F238E27FC236}">
                <a16:creationId xmlns:a16="http://schemas.microsoft.com/office/drawing/2014/main" id="{1FCE400A-D7DD-42C3-897D-772A76DB8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84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2" name="data_791">
            <a:extLst xmlns:a="http://schemas.openxmlformats.org/drawingml/2006/main">
              <a:ext uri="{FF2B5EF4-FFF2-40B4-BE49-F238E27FC236}">
                <a16:creationId xmlns:a16="http://schemas.microsoft.com/office/drawing/2014/main" id="{EC35AAC2-0754-4E4A-A77A-05C9ECBA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079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3" name="data_792">
            <a:extLst xmlns:a="http://schemas.openxmlformats.org/drawingml/2006/main">
              <a:ext uri="{FF2B5EF4-FFF2-40B4-BE49-F238E27FC236}">
                <a16:creationId xmlns:a16="http://schemas.microsoft.com/office/drawing/2014/main" id="{4DD1339E-B589-4FD3-86AD-162A08900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9355" y="27458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4" name="data_793">
            <a:extLst xmlns:a="http://schemas.openxmlformats.org/drawingml/2006/main">
              <a:ext uri="{FF2B5EF4-FFF2-40B4-BE49-F238E27FC236}">
                <a16:creationId xmlns:a16="http://schemas.microsoft.com/office/drawing/2014/main" id="{CEE158E4-E80C-426B-8D69-4C67A98F5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975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5" name="data_794">
            <a:extLst xmlns:a="http://schemas.openxmlformats.org/drawingml/2006/main">
              <a:ext uri="{FF2B5EF4-FFF2-40B4-BE49-F238E27FC236}">
                <a16:creationId xmlns:a16="http://schemas.microsoft.com/office/drawing/2014/main" id="{119F6029-5D1D-4E08-94C9-54D2BDB5C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8475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6" name="data_795">
            <a:extLst xmlns:a="http://schemas.openxmlformats.org/drawingml/2006/main">
              <a:ext uri="{FF2B5EF4-FFF2-40B4-BE49-F238E27FC236}">
                <a16:creationId xmlns:a16="http://schemas.microsoft.com/office/drawing/2014/main" id="{BA885A90-3B64-4622-93AB-11D29EE9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707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7" name="data_796">
            <a:extLst xmlns:a="http://schemas.openxmlformats.org/drawingml/2006/main">
              <a:ext uri="{FF2B5EF4-FFF2-40B4-BE49-F238E27FC236}">
                <a16:creationId xmlns:a16="http://schemas.microsoft.com/office/drawing/2014/main" id="{9A5BAD0A-F467-4BE1-A870-5F9F14B5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0803" y="28090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8" name="data_797">
            <a:extLst xmlns:a="http://schemas.openxmlformats.org/drawingml/2006/main">
              <a:ext uri="{FF2B5EF4-FFF2-40B4-BE49-F238E27FC236}">
                <a16:creationId xmlns:a16="http://schemas.microsoft.com/office/drawing/2014/main" id="{EE65E5B4-7D7F-4C65-AC3C-79D545E3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58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9" name="data_798">
            <a:extLst xmlns:a="http://schemas.openxmlformats.org/drawingml/2006/main">
              <a:ext uri="{FF2B5EF4-FFF2-40B4-BE49-F238E27FC236}">
                <a16:creationId xmlns:a16="http://schemas.microsoft.com/office/drawing/2014/main" id="{2B1BF768-76AF-4D79-9A26-294AD706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6713" y="19668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0" name="data_799">
            <a:extLst xmlns:a="http://schemas.openxmlformats.org/drawingml/2006/main">
              <a:ext uri="{FF2B5EF4-FFF2-40B4-BE49-F238E27FC236}">
                <a16:creationId xmlns:a16="http://schemas.microsoft.com/office/drawing/2014/main" id="{1D8C84D4-E95A-455B-8514-42E70BDE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8908" y="205747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1" name="data_800">
            <a:extLst xmlns:a="http://schemas.openxmlformats.org/drawingml/2006/main">
              <a:ext uri="{FF2B5EF4-FFF2-40B4-BE49-F238E27FC236}">
                <a16:creationId xmlns:a16="http://schemas.microsoft.com/office/drawing/2014/main" id="{3749DCB8-6980-410C-93E6-AA3B0EE7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587" y="217347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2" name="data_801">
            <a:extLst xmlns:a="http://schemas.openxmlformats.org/drawingml/2006/main">
              <a:ext uri="{FF2B5EF4-FFF2-40B4-BE49-F238E27FC236}">
                <a16:creationId xmlns:a16="http://schemas.microsoft.com/office/drawing/2014/main" id="{BB532FA6-BB66-40BD-9AAD-08089442F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38" y="22072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3" name="data_802">
            <a:extLst xmlns:a="http://schemas.openxmlformats.org/drawingml/2006/main">
              <a:ext uri="{FF2B5EF4-FFF2-40B4-BE49-F238E27FC236}">
                <a16:creationId xmlns:a16="http://schemas.microsoft.com/office/drawing/2014/main" id="{FEDF458F-6ADB-46A4-A519-789C7299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6484" y="25183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4" name="data_803">
            <a:extLst xmlns:a="http://schemas.openxmlformats.org/drawingml/2006/main">
              <a:ext uri="{FF2B5EF4-FFF2-40B4-BE49-F238E27FC236}">
                <a16:creationId xmlns:a16="http://schemas.microsoft.com/office/drawing/2014/main" id="{0A75980D-F6A4-4A59-8294-FBF3CE748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0240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5" name="data_804">
            <a:extLst xmlns:a="http://schemas.openxmlformats.org/drawingml/2006/main">
              <a:ext uri="{FF2B5EF4-FFF2-40B4-BE49-F238E27FC236}">
                <a16:creationId xmlns:a16="http://schemas.microsoft.com/office/drawing/2014/main" id="{2AC3AEE3-260F-4674-96A4-E0D617F19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0400" y="32807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6" name="data_805">
            <a:extLst xmlns:a="http://schemas.openxmlformats.org/drawingml/2006/main">
              <a:ext uri="{FF2B5EF4-FFF2-40B4-BE49-F238E27FC236}">
                <a16:creationId xmlns:a16="http://schemas.microsoft.com/office/drawing/2014/main" id="{5F1634B4-2043-4C02-939A-553F41108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8464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7" name="data_806">
            <a:extLst xmlns:a="http://schemas.openxmlformats.org/drawingml/2006/main">
              <a:ext uri="{FF2B5EF4-FFF2-40B4-BE49-F238E27FC236}">
                <a16:creationId xmlns:a16="http://schemas.microsoft.com/office/drawing/2014/main" id="{70FDF91E-50D1-4723-AE16-D58C15C11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488" y="20471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8" name="data_807">
            <a:extLst xmlns:a="http://schemas.openxmlformats.org/drawingml/2006/main">
              <a:ext uri="{FF2B5EF4-FFF2-40B4-BE49-F238E27FC236}">
                <a16:creationId xmlns:a16="http://schemas.microsoft.com/office/drawing/2014/main" id="{BE9C7AB1-BDA4-4C8A-BB63-54D8CEF4F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125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9" name="data_808">
            <a:extLst xmlns:a="http://schemas.openxmlformats.org/drawingml/2006/main">
              <a:ext uri="{FF2B5EF4-FFF2-40B4-BE49-F238E27FC236}">
                <a16:creationId xmlns:a16="http://schemas.microsoft.com/office/drawing/2014/main" id="{CF1EA7E7-39D5-430F-B90A-2734E850C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200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0" name="data_809">
            <a:extLst xmlns:a="http://schemas.openxmlformats.org/drawingml/2006/main">
              <a:ext uri="{FF2B5EF4-FFF2-40B4-BE49-F238E27FC236}">
                <a16:creationId xmlns:a16="http://schemas.microsoft.com/office/drawing/2014/main" id="{6D70B262-9608-483D-846F-76B5D5ED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409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1" name="data_810">
            <a:extLst xmlns:a="http://schemas.openxmlformats.org/drawingml/2006/main">
              <a:ext uri="{FF2B5EF4-FFF2-40B4-BE49-F238E27FC236}">
                <a16:creationId xmlns:a16="http://schemas.microsoft.com/office/drawing/2014/main" id="{DFB1B3F7-C2F9-40AE-8635-CAF84A8E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6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2" name="data_811">
            <a:extLst xmlns:a="http://schemas.openxmlformats.org/drawingml/2006/main">
              <a:ext uri="{FF2B5EF4-FFF2-40B4-BE49-F238E27FC236}">
                <a16:creationId xmlns:a16="http://schemas.microsoft.com/office/drawing/2014/main" id="{84C70A75-65D0-4B77-9018-4F2E4D46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295" y="24586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3" name="data_812">
            <a:extLst xmlns:a="http://schemas.openxmlformats.org/drawingml/2006/main">
              <a:ext uri="{FF2B5EF4-FFF2-40B4-BE49-F238E27FC236}">
                <a16:creationId xmlns:a16="http://schemas.microsoft.com/office/drawing/2014/main" id="{0F9B7613-E20A-490B-BD8A-1DF1D84C3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957" y="20578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4" name="data_813">
            <a:extLst xmlns:a="http://schemas.openxmlformats.org/drawingml/2006/main">
              <a:ext uri="{FF2B5EF4-FFF2-40B4-BE49-F238E27FC236}">
                <a16:creationId xmlns:a16="http://schemas.microsoft.com/office/drawing/2014/main" id="{485DB969-8562-435A-AE7F-23E3E4588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584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5" name="data_814">
            <a:extLst xmlns:a="http://schemas.openxmlformats.org/drawingml/2006/main">
              <a:ext uri="{FF2B5EF4-FFF2-40B4-BE49-F238E27FC236}">
                <a16:creationId xmlns:a16="http://schemas.microsoft.com/office/drawing/2014/main" id="{D384C444-7885-4077-82DD-F7202AC27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168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6" name="data_815">
            <a:extLst xmlns:a="http://schemas.openxmlformats.org/drawingml/2006/main">
              <a:ext uri="{FF2B5EF4-FFF2-40B4-BE49-F238E27FC236}">
                <a16:creationId xmlns:a16="http://schemas.microsoft.com/office/drawing/2014/main" id="{4D402B64-B775-4259-AFA5-B5B8B0C50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247" y="223738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7" name="data_816">
            <a:extLst xmlns:a="http://schemas.openxmlformats.org/drawingml/2006/main">
              <a:ext uri="{FF2B5EF4-FFF2-40B4-BE49-F238E27FC236}">
                <a16:creationId xmlns:a16="http://schemas.microsoft.com/office/drawing/2014/main" id="{036F15EF-B495-4133-ADA5-710B6ED2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99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8" name="data_817">
            <a:extLst xmlns:a="http://schemas.openxmlformats.org/drawingml/2006/main">
              <a:ext uri="{FF2B5EF4-FFF2-40B4-BE49-F238E27FC236}">
                <a16:creationId xmlns:a16="http://schemas.microsoft.com/office/drawing/2014/main" id="{9DE9A2F6-CA5A-4D47-A052-69943172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920" y="15379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9" name="data_818">
            <a:extLst xmlns:a="http://schemas.openxmlformats.org/drawingml/2006/main">
              <a:ext uri="{FF2B5EF4-FFF2-40B4-BE49-F238E27FC236}">
                <a16:creationId xmlns:a16="http://schemas.microsoft.com/office/drawing/2014/main" id="{70BD178B-3977-48F3-992A-9DB6B48F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023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0" name="data_819">
            <a:extLst xmlns:a="http://schemas.openxmlformats.org/drawingml/2006/main">
              <a:ext uri="{FF2B5EF4-FFF2-40B4-BE49-F238E27FC236}">
                <a16:creationId xmlns:a16="http://schemas.microsoft.com/office/drawing/2014/main" id="{B47AD087-4B19-49F2-8AE2-F6F35708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2517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1" name="data_820">
            <a:extLst xmlns:a="http://schemas.openxmlformats.org/drawingml/2006/main">
              <a:ext uri="{FF2B5EF4-FFF2-40B4-BE49-F238E27FC236}">
                <a16:creationId xmlns:a16="http://schemas.microsoft.com/office/drawing/2014/main" id="{FE9D2F43-E393-4735-BD3C-04486925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2508" y="311817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2" name="data_821">
            <a:extLst xmlns:a="http://schemas.openxmlformats.org/drawingml/2006/main">
              <a:ext uri="{FF2B5EF4-FFF2-40B4-BE49-F238E27FC236}">
                <a16:creationId xmlns:a16="http://schemas.microsoft.com/office/drawing/2014/main" id="{F86764D3-E12B-41A1-B1E9-5A7315DFA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8154" y="22612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3" name="data_822">
            <a:extLst xmlns:a="http://schemas.openxmlformats.org/drawingml/2006/main">
              <a:ext uri="{FF2B5EF4-FFF2-40B4-BE49-F238E27FC236}">
                <a16:creationId xmlns:a16="http://schemas.microsoft.com/office/drawing/2014/main" id="{1F1B1B65-D845-4544-A666-DDA296D38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256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4" name="data_823">
            <a:extLst xmlns:a="http://schemas.openxmlformats.org/drawingml/2006/main">
              <a:ext uri="{FF2B5EF4-FFF2-40B4-BE49-F238E27FC236}">
                <a16:creationId xmlns:a16="http://schemas.microsoft.com/office/drawing/2014/main" id="{F9E74423-AA4F-4232-AC75-25019C5D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004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5" name="data_824">
            <a:extLst xmlns:a="http://schemas.openxmlformats.org/drawingml/2006/main">
              <a:ext uri="{FF2B5EF4-FFF2-40B4-BE49-F238E27FC236}">
                <a16:creationId xmlns:a16="http://schemas.microsoft.com/office/drawing/2014/main" id="{C7860442-A121-4411-864F-313EF3D82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2458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6" name="data_825">
            <a:extLst xmlns:a="http://schemas.openxmlformats.org/drawingml/2006/main">
              <a:ext uri="{FF2B5EF4-FFF2-40B4-BE49-F238E27FC236}">
                <a16:creationId xmlns:a16="http://schemas.microsoft.com/office/drawing/2014/main" id="{2E11AF80-090D-4309-AF72-E8BC8B18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485" y="16911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7" name="data_826">
            <a:extLst xmlns:a="http://schemas.openxmlformats.org/drawingml/2006/main">
              <a:ext uri="{FF2B5EF4-FFF2-40B4-BE49-F238E27FC236}">
                <a16:creationId xmlns:a16="http://schemas.microsoft.com/office/drawing/2014/main" id="{880BB13B-C05F-455E-9BCB-1307B0F51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789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8" name="data_827">
            <a:extLst xmlns:a="http://schemas.openxmlformats.org/drawingml/2006/main">
              <a:ext uri="{FF2B5EF4-FFF2-40B4-BE49-F238E27FC236}">
                <a16:creationId xmlns:a16="http://schemas.microsoft.com/office/drawing/2014/main" id="{3AEB4F59-E687-427D-8FE0-6B40A4FC6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423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9" name="data_828">
            <a:extLst xmlns:a="http://schemas.openxmlformats.org/drawingml/2006/main">
              <a:ext uri="{FF2B5EF4-FFF2-40B4-BE49-F238E27FC236}">
                <a16:creationId xmlns:a16="http://schemas.microsoft.com/office/drawing/2014/main" id="{EAB8865E-0415-41A6-A818-362C4B0C1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2639" y="19811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0" name="data_829">
            <a:extLst xmlns:a="http://schemas.openxmlformats.org/drawingml/2006/main">
              <a:ext uri="{FF2B5EF4-FFF2-40B4-BE49-F238E27FC236}">
                <a16:creationId xmlns:a16="http://schemas.microsoft.com/office/drawing/2014/main" id="{21C1CBA9-CED9-428A-8E73-23A7426E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82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1" name="data_830">
            <a:extLst xmlns:a="http://schemas.openxmlformats.org/drawingml/2006/main">
              <a:ext uri="{FF2B5EF4-FFF2-40B4-BE49-F238E27FC236}">
                <a16:creationId xmlns:a16="http://schemas.microsoft.com/office/drawing/2014/main" id="{1D33EC12-B370-443D-8F83-55713F57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35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2" name="data_831">
            <a:extLst xmlns:a="http://schemas.openxmlformats.org/drawingml/2006/main">
              <a:ext uri="{FF2B5EF4-FFF2-40B4-BE49-F238E27FC236}">
                <a16:creationId xmlns:a16="http://schemas.microsoft.com/office/drawing/2014/main" id="{48F93D01-1E0E-40B9-AD6D-46DE93FFE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8859" y="27549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3" name="data_832">
            <a:extLst xmlns:a="http://schemas.openxmlformats.org/drawingml/2006/main">
              <a:ext uri="{FF2B5EF4-FFF2-40B4-BE49-F238E27FC236}">
                <a16:creationId xmlns:a16="http://schemas.microsoft.com/office/drawing/2014/main" id="{F5A35826-AFF6-489B-94FD-8DB037C3D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69" y="22795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4" name="data_833">
            <a:extLst xmlns:a="http://schemas.openxmlformats.org/drawingml/2006/main">
              <a:ext uri="{FF2B5EF4-FFF2-40B4-BE49-F238E27FC236}">
                <a16:creationId xmlns:a16="http://schemas.microsoft.com/office/drawing/2014/main" id="{7563FED3-4019-483A-84F8-564EC4BBA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012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5" name="data_834">
            <a:extLst xmlns:a="http://schemas.openxmlformats.org/drawingml/2006/main">
              <a:ext uri="{FF2B5EF4-FFF2-40B4-BE49-F238E27FC236}">
                <a16:creationId xmlns:a16="http://schemas.microsoft.com/office/drawing/2014/main" id="{4FDD535C-9BB6-43B4-95CA-04E209BC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035" y="253557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6" name="data_835">
            <a:extLst xmlns:a="http://schemas.openxmlformats.org/drawingml/2006/main">
              <a:ext uri="{FF2B5EF4-FFF2-40B4-BE49-F238E27FC236}">
                <a16:creationId xmlns:a16="http://schemas.microsoft.com/office/drawing/2014/main" id="{FB66621F-AD09-4B44-A2DB-889833C2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258" y="153924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7" name="data_836">
            <a:extLst xmlns:a="http://schemas.openxmlformats.org/drawingml/2006/main">
              <a:ext uri="{FF2B5EF4-FFF2-40B4-BE49-F238E27FC236}">
                <a16:creationId xmlns:a16="http://schemas.microsoft.com/office/drawing/2014/main" id="{C5E20772-2884-4687-957A-63DD5FCC9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9412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8" name="data_837">
            <a:extLst xmlns:a="http://schemas.openxmlformats.org/drawingml/2006/main">
              <a:ext uri="{FF2B5EF4-FFF2-40B4-BE49-F238E27FC236}">
                <a16:creationId xmlns:a16="http://schemas.microsoft.com/office/drawing/2014/main" id="{0ABA22E2-3AAE-4581-9E2F-127AB7AFA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265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9" name="data_838">
            <a:extLst xmlns:a="http://schemas.openxmlformats.org/drawingml/2006/main">
              <a:ext uri="{FF2B5EF4-FFF2-40B4-BE49-F238E27FC236}">
                <a16:creationId xmlns:a16="http://schemas.microsoft.com/office/drawing/2014/main" id="{6D6930D2-E24E-45D8-8FF0-77CBD212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07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0" name="data_839">
            <a:extLst xmlns:a="http://schemas.openxmlformats.org/drawingml/2006/main">
              <a:ext uri="{FF2B5EF4-FFF2-40B4-BE49-F238E27FC236}">
                <a16:creationId xmlns:a16="http://schemas.microsoft.com/office/drawing/2014/main" id="{F089B8C7-5D84-4047-8C57-7C832A0F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0695" y="16006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1" name="data_840">
            <a:extLst xmlns:a="http://schemas.openxmlformats.org/drawingml/2006/main">
              <a:ext uri="{FF2B5EF4-FFF2-40B4-BE49-F238E27FC236}">
                <a16:creationId xmlns:a16="http://schemas.microsoft.com/office/drawing/2014/main" id="{28C26DF3-152D-44D3-B17E-61E6D1D9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02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2" name="data_841">
            <a:extLst xmlns:a="http://schemas.openxmlformats.org/drawingml/2006/main">
              <a:ext uri="{FF2B5EF4-FFF2-40B4-BE49-F238E27FC236}">
                <a16:creationId xmlns:a16="http://schemas.microsoft.com/office/drawing/2014/main" id="{685DF8E8-8AEC-4D32-9C4E-FEADA960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056" y="28018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3" name="data_842">
            <a:extLst xmlns:a="http://schemas.openxmlformats.org/drawingml/2006/main">
              <a:ext uri="{FF2B5EF4-FFF2-40B4-BE49-F238E27FC236}">
                <a16:creationId xmlns:a16="http://schemas.microsoft.com/office/drawing/2014/main" id="{4BF57986-310C-4B9C-94CE-27749DCA5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8217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4" name="data_843">
            <a:extLst xmlns:a="http://schemas.openxmlformats.org/drawingml/2006/main">
              <a:ext uri="{FF2B5EF4-FFF2-40B4-BE49-F238E27FC236}">
                <a16:creationId xmlns:a16="http://schemas.microsoft.com/office/drawing/2014/main" id="{6076E636-E017-4B06-BEF1-1CE44580E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746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5" name="data_844">
            <a:extLst xmlns:a="http://schemas.openxmlformats.org/drawingml/2006/main">
              <a:ext uri="{FF2B5EF4-FFF2-40B4-BE49-F238E27FC236}">
                <a16:creationId xmlns:a16="http://schemas.microsoft.com/office/drawing/2014/main" id="{5ACFD334-A01C-4F51-821D-A18A74C14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3902" y="30554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6" name="data_845">
            <a:extLst xmlns:a="http://schemas.openxmlformats.org/drawingml/2006/main">
              <a:ext uri="{FF2B5EF4-FFF2-40B4-BE49-F238E27FC236}">
                <a16:creationId xmlns:a16="http://schemas.microsoft.com/office/drawing/2014/main" id="{CB4CB47E-5D36-4274-80BA-6D6ACE109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0923" y="24243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7" name="data_846">
            <a:extLst xmlns:a="http://schemas.openxmlformats.org/drawingml/2006/main">
              <a:ext uri="{FF2B5EF4-FFF2-40B4-BE49-F238E27FC236}">
                <a16:creationId xmlns:a16="http://schemas.microsoft.com/office/drawing/2014/main" id="{8E189A1E-4380-4C63-9DDA-EB699FCC4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3540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8" name="data_847">
            <a:extLst xmlns:a="http://schemas.openxmlformats.org/drawingml/2006/main">
              <a:ext uri="{FF2B5EF4-FFF2-40B4-BE49-F238E27FC236}">
                <a16:creationId xmlns:a16="http://schemas.microsoft.com/office/drawing/2014/main" id="{885707A8-5626-445F-807E-49B3FF166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499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9" name="data_848">
            <a:extLst xmlns:a="http://schemas.openxmlformats.org/drawingml/2006/main">
              <a:ext uri="{FF2B5EF4-FFF2-40B4-BE49-F238E27FC236}">
                <a16:creationId xmlns:a16="http://schemas.microsoft.com/office/drawing/2014/main" id="{4C977BD7-13A6-46CC-8756-DCC65770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111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0" name="data_849">
            <a:extLst xmlns:a="http://schemas.openxmlformats.org/drawingml/2006/main">
              <a:ext uri="{FF2B5EF4-FFF2-40B4-BE49-F238E27FC236}">
                <a16:creationId xmlns:a16="http://schemas.microsoft.com/office/drawing/2014/main" id="{A05BEA5D-8218-42D3-B6FC-BC67ADFDD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378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1" name="data_850">
            <a:extLst xmlns:a="http://schemas.openxmlformats.org/drawingml/2006/main">
              <a:ext uri="{FF2B5EF4-FFF2-40B4-BE49-F238E27FC236}">
                <a16:creationId xmlns:a16="http://schemas.microsoft.com/office/drawing/2014/main" id="{BB54642D-3162-4051-9D1D-0605D69A4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9216" y="18996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2" name="data_851">
            <a:extLst xmlns:a="http://schemas.openxmlformats.org/drawingml/2006/main">
              <a:ext uri="{FF2B5EF4-FFF2-40B4-BE49-F238E27FC236}">
                <a16:creationId xmlns:a16="http://schemas.microsoft.com/office/drawing/2014/main" id="{64364CCE-7D3F-4822-86AD-2170413F0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0329" y="20471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3" name="data_852">
            <a:extLst xmlns:a="http://schemas.openxmlformats.org/drawingml/2006/main">
              <a:ext uri="{FF2B5EF4-FFF2-40B4-BE49-F238E27FC236}">
                <a16:creationId xmlns:a16="http://schemas.microsoft.com/office/drawing/2014/main" id="{5AD22530-090B-4A56-9F86-1682C72A9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15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4" name="data_853">
            <a:extLst xmlns:a="http://schemas.openxmlformats.org/drawingml/2006/main">
              <a:ext uri="{FF2B5EF4-FFF2-40B4-BE49-F238E27FC236}">
                <a16:creationId xmlns:a16="http://schemas.microsoft.com/office/drawing/2014/main" id="{EDD63A65-FD3A-4332-828F-683764BFA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343" y="27622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5" name="data_854">
            <a:extLst xmlns:a="http://schemas.openxmlformats.org/drawingml/2006/main">
              <a:ext uri="{FF2B5EF4-FFF2-40B4-BE49-F238E27FC236}">
                <a16:creationId xmlns:a16="http://schemas.microsoft.com/office/drawing/2014/main" id="{920CA273-BB21-49A5-AE6B-94CD91D21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078" y="20079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6" name="data_855">
            <a:extLst xmlns:a="http://schemas.openxmlformats.org/drawingml/2006/main">
              <a:ext uri="{FF2B5EF4-FFF2-40B4-BE49-F238E27FC236}">
                <a16:creationId xmlns:a16="http://schemas.microsoft.com/office/drawing/2014/main" id="{A7BC7C78-FEB9-4BF5-8E54-433DDC231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546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7" name="data_856">
            <a:extLst xmlns:a="http://schemas.openxmlformats.org/drawingml/2006/main">
              <a:ext uri="{FF2B5EF4-FFF2-40B4-BE49-F238E27FC236}">
                <a16:creationId xmlns:a16="http://schemas.microsoft.com/office/drawing/2014/main" id="{130524AC-ACF3-4A6C-A654-ECBFD3E8C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1654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8" name="data_857">
            <a:extLst xmlns:a="http://schemas.openxmlformats.org/drawingml/2006/main">
              <a:ext uri="{FF2B5EF4-FFF2-40B4-BE49-F238E27FC236}">
                <a16:creationId xmlns:a16="http://schemas.microsoft.com/office/drawing/2014/main" id="{409E2EA6-62D6-4683-8397-78B1CDE64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72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9" name="data_858">
            <a:extLst xmlns:a="http://schemas.openxmlformats.org/drawingml/2006/main">
              <a:ext uri="{FF2B5EF4-FFF2-40B4-BE49-F238E27FC236}">
                <a16:creationId xmlns:a16="http://schemas.microsoft.com/office/drawing/2014/main" id="{00AE428F-B4D1-4442-A124-CDB6C8FB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916" y="20114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0" name="data_859">
            <a:extLst xmlns:a="http://schemas.openxmlformats.org/drawingml/2006/main">
              <a:ext uri="{FF2B5EF4-FFF2-40B4-BE49-F238E27FC236}">
                <a16:creationId xmlns:a16="http://schemas.microsoft.com/office/drawing/2014/main" id="{11BACB96-7F5A-40E0-9C98-201EB91F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1315" y="17573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1" name="data_860">
            <a:extLst xmlns:a="http://schemas.openxmlformats.org/drawingml/2006/main">
              <a:ext uri="{FF2B5EF4-FFF2-40B4-BE49-F238E27FC236}">
                <a16:creationId xmlns:a16="http://schemas.microsoft.com/office/drawing/2014/main" id="{3C71F1C0-9CC7-47CB-A2CF-D1A01506D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9315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2" name="data_861">
            <a:extLst xmlns:a="http://schemas.openxmlformats.org/drawingml/2006/main">
              <a:ext uri="{FF2B5EF4-FFF2-40B4-BE49-F238E27FC236}">
                <a16:creationId xmlns:a16="http://schemas.microsoft.com/office/drawing/2014/main" id="{CC34B871-CD53-4BBC-9AF7-193157477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5318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3" name="data_862">
            <a:extLst xmlns:a="http://schemas.openxmlformats.org/drawingml/2006/main">
              <a:ext uri="{FF2B5EF4-FFF2-40B4-BE49-F238E27FC236}">
                <a16:creationId xmlns:a16="http://schemas.microsoft.com/office/drawing/2014/main" id="{4793BA79-4323-4D17-99AB-D6FEF6F1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804" y="258123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4" name="data_863">
            <a:extLst xmlns:a="http://schemas.openxmlformats.org/drawingml/2006/main">
              <a:ext uri="{FF2B5EF4-FFF2-40B4-BE49-F238E27FC236}">
                <a16:creationId xmlns:a16="http://schemas.microsoft.com/office/drawing/2014/main" id="{D4C19163-3C37-4D5B-8149-640AAFA0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746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5" name="data_864">
            <a:extLst xmlns:a="http://schemas.openxmlformats.org/drawingml/2006/main">
              <a:ext uri="{FF2B5EF4-FFF2-40B4-BE49-F238E27FC236}">
                <a16:creationId xmlns:a16="http://schemas.microsoft.com/office/drawing/2014/main" id="{46593790-D389-4493-82B4-3CEED203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482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6" name="data_865">
            <a:extLst xmlns:a="http://schemas.openxmlformats.org/drawingml/2006/main">
              <a:ext uri="{FF2B5EF4-FFF2-40B4-BE49-F238E27FC236}">
                <a16:creationId xmlns:a16="http://schemas.microsoft.com/office/drawing/2014/main" id="{EC716804-90C2-4C2D-A119-E0BD0A538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092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7" name="data_866">
            <a:extLst xmlns:a="http://schemas.openxmlformats.org/drawingml/2006/main">
              <a:ext uri="{FF2B5EF4-FFF2-40B4-BE49-F238E27FC236}">
                <a16:creationId xmlns:a16="http://schemas.microsoft.com/office/drawing/2014/main" id="{E92BB22A-B6C7-444B-A43E-BC399C9A5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484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8" name="data_867">
            <a:extLst xmlns:a="http://schemas.openxmlformats.org/drawingml/2006/main">
              <a:ext uri="{FF2B5EF4-FFF2-40B4-BE49-F238E27FC236}">
                <a16:creationId xmlns:a16="http://schemas.microsoft.com/office/drawing/2014/main" id="{F2C96873-665D-4755-8859-A4B64829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979" y="22772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9" name="data_868">
            <a:extLst xmlns:a="http://schemas.openxmlformats.org/drawingml/2006/main">
              <a:ext uri="{FF2B5EF4-FFF2-40B4-BE49-F238E27FC236}">
                <a16:creationId xmlns:a16="http://schemas.microsoft.com/office/drawing/2014/main" id="{79B2AF42-7C60-43DC-B864-BB3B2622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1287" y="154094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0" name="data_869">
            <a:extLst xmlns:a="http://schemas.openxmlformats.org/drawingml/2006/main">
              <a:ext uri="{FF2B5EF4-FFF2-40B4-BE49-F238E27FC236}">
                <a16:creationId xmlns:a16="http://schemas.microsoft.com/office/drawing/2014/main" id="{E92F3F87-0B04-4980-A6BD-C928C5DED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923" y="294218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1" name="data_870">
            <a:extLst xmlns:a="http://schemas.openxmlformats.org/drawingml/2006/main">
              <a:ext uri="{FF2B5EF4-FFF2-40B4-BE49-F238E27FC236}">
                <a16:creationId xmlns:a16="http://schemas.microsoft.com/office/drawing/2014/main" id="{2F303735-3931-4A08-98FA-EB7164437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572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2" name="data_871">
            <a:extLst xmlns:a="http://schemas.openxmlformats.org/drawingml/2006/main">
              <a:ext uri="{FF2B5EF4-FFF2-40B4-BE49-F238E27FC236}">
                <a16:creationId xmlns:a16="http://schemas.microsoft.com/office/drawing/2014/main" id="{7CE2EC12-728B-4AC6-9B43-FDCB2C25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27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3" name="data_872">
            <a:extLst xmlns:a="http://schemas.openxmlformats.org/drawingml/2006/main">
              <a:ext uri="{FF2B5EF4-FFF2-40B4-BE49-F238E27FC236}">
                <a16:creationId xmlns:a16="http://schemas.microsoft.com/office/drawing/2014/main" id="{3E9432AE-ABB0-41C8-93C7-6D44823F5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261" y="247280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4" name="data_873">
            <a:extLst xmlns:a="http://schemas.openxmlformats.org/drawingml/2006/main">
              <a:ext uri="{FF2B5EF4-FFF2-40B4-BE49-F238E27FC236}">
                <a16:creationId xmlns:a16="http://schemas.microsoft.com/office/drawing/2014/main" id="{78414597-8C1D-4309-A2C0-DA5B12E0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309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5" name="data_874">
            <a:extLst xmlns:a="http://schemas.openxmlformats.org/drawingml/2006/main">
              <a:ext uri="{FF2B5EF4-FFF2-40B4-BE49-F238E27FC236}">
                <a16:creationId xmlns:a16="http://schemas.microsoft.com/office/drawing/2014/main" id="{C8032F34-CCA2-4D5F-B9F6-CCA536AF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40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6" name="data_875">
            <a:extLst xmlns:a="http://schemas.openxmlformats.org/drawingml/2006/main">
              <a:ext uri="{FF2B5EF4-FFF2-40B4-BE49-F238E27FC236}">
                <a16:creationId xmlns:a16="http://schemas.microsoft.com/office/drawing/2014/main" id="{5705731C-F6FE-4372-BD20-12E00F990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162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7" name="data_876">
            <a:extLst xmlns:a="http://schemas.openxmlformats.org/drawingml/2006/main">
              <a:ext uri="{FF2B5EF4-FFF2-40B4-BE49-F238E27FC236}">
                <a16:creationId xmlns:a16="http://schemas.microsoft.com/office/drawing/2014/main" id="{245AE229-5975-4EA8-BE24-409F881A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2618" y="33128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8" name="data_877">
            <a:extLst xmlns:a="http://schemas.openxmlformats.org/drawingml/2006/main">
              <a:ext uri="{FF2B5EF4-FFF2-40B4-BE49-F238E27FC236}">
                <a16:creationId xmlns:a16="http://schemas.microsoft.com/office/drawing/2014/main" id="{C859BF77-E230-46ED-88A2-CF38948F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399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9" name="data_878">
            <a:extLst xmlns:a="http://schemas.openxmlformats.org/drawingml/2006/main">
              <a:ext uri="{FF2B5EF4-FFF2-40B4-BE49-F238E27FC236}">
                <a16:creationId xmlns:a16="http://schemas.microsoft.com/office/drawing/2014/main" id="{A7FB97D7-8357-45C4-894A-8D8991083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843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0" name="data_879">
            <a:extLst xmlns:a="http://schemas.openxmlformats.org/drawingml/2006/main">
              <a:ext uri="{FF2B5EF4-FFF2-40B4-BE49-F238E27FC236}">
                <a16:creationId xmlns:a16="http://schemas.microsoft.com/office/drawing/2014/main" id="{E69F7F76-F653-4901-BD90-6A79FA952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45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1" name="data_880">
            <a:extLst xmlns:a="http://schemas.openxmlformats.org/drawingml/2006/main">
              <a:ext uri="{FF2B5EF4-FFF2-40B4-BE49-F238E27FC236}">
                <a16:creationId xmlns:a16="http://schemas.microsoft.com/office/drawing/2014/main" id="{271B339F-96DE-46EA-9D37-BB60FBDB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0217" y="2542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2" name="data_881">
            <a:extLst xmlns:a="http://schemas.openxmlformats.org/drawingml/2006/main">
              <a:ext uri="{FF2B5EF4-FFF2-40B4-BE49-F238E27FC236}">
                <a16:creationId xmlns:a16="http://schemas.microsoft.com/office/drawing/2014/main" id="{9E39C34A-132F-45C3-99E6-7225C7AFE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827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3" name="data_882">
            <a:extLst xmlns:a="http://schemas.openxmlformats.org/drawingml/2006/main">
              <a:ext uri="{FF2B5EF4-FFF2-40B4-BE49-F238E27FC236}">
                <a16:creationId xmlns:a16="http://schemas.microsoft.com/office/drawing/2014/main" id="{C857E578-66A0-4581-AD55-3F0A9856A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1" y="247280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4" name="data_883">
            <a:extLst xmlns:a="http://schemas.openxmlformats.org/drawingml/2006/main">
              <a:ext uri="{FF2B5EF4-FFF2-40B4-BE49-F238E27FC236}">
                <a16:creationId xmlns:a16="http://schemas.microsoft.com/office/drawing/2014/main" id="{67559F49-D55F-4BC0-8EE3-EB2BD0AA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067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5" name="data_884">
            <a:extLst xmlns:a="http://schemas.openxmlformats.org/drawingml/2006/main">
              <a:ext uri="{FF2B5EF4-FFF2-40B4-BE49-F238E27FC236}">
                <a16:creationId xmlns:a16="http://schemas.microsoft.com/office/drawing/2014/main" id="{1CF5DBA5-FCAD-4303-9CA2-FB8BC0483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446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6" name="data_885">
            <a:extLst xmlns:a="http://schemas.openxmlformats.org/drawingml/2006/main">
              <a:ext uri="{FF2B5EF4-FFF2-40B4-BE49-F238E27FC236}">
                <a16:creationId xmlns:a16="http://schemas.microsoft.com/office/drawing/2014/main" id="{1B0272B2-2FFC-4C06-8462-E8C51F738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6915" y="25407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7" name="data_886">
            <a:extLst xmlns:a="http://schemas.openxmlformats.org/drawingml/2006/main">
              <a:ext uri="{FF2B5EF4-FFF2-40B4-BE49-F238E27FC236}">
                <a16:creationId xmlns:a16="http://schemas.microsoft.com/office/drawing/2014/main" id="{CAEAC86B-C06F-4E6A-96BB-BB391640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2559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8" name="data_887">
            <a:extLst xmlns:a="http://schemas.openxmlformats.org/drawingml/2006/main">
              <a:ext uri="{FF2B5EF4-FFF2-40B4-BE49-F238E27FC236}">
                <a16:creationId xmlns:a16="http://schemas.microsoft.com/office/drawing/2014/main" id="{70644F43-041F-438D-BBF6-0D57FEFFF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623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9" name="data_888">
            <a:extLst xmlns:a="http://schemas.openxmlformats.org/drawingml/2006/main">
              <a:ext uri="{FF2B5EF4-FFF2-40B4-BE49-F238E27FC236}">
                <a16:creationId xmlns:a16="http://schemas.microsoft.com/office/drawing/2014/main" id="{BBD50113-3A15-41F2-9D42-59E46A8E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2294" y="27312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0" name="data_889">
            <a:extLst xmlns:a="http://schemas.openxmlformats.org/drawingml/2006/main">
              <a:ext uri="{FF2B5EF4-FFF2-40B4-BE49-F238E27FC236}">
                <a16:creationId xmlns:a16="http://schemas.microsoft.com/office/drawing/2014/main" id="{C7A13738-6741-4968-9F86-75DB14B38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617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1" name="data_890">
            <a:extLst xmlns:a="http://schemas.openxmlformats.org/drawingml/2006/main">
              <a:ext uri="{FF2B5EF4-FFF2-40B4-BE49-F238E27FC236}">
                <a16:creationId xmlns:a16="http://schemas.microsoft.com/office/drawing/2014/main" id="{E81CE4E8-46C3-4A70-B473-6278BD7F9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577" y="27393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2" name="data_891">
            <a:extLst xmlns:a="http://schemas.openxmlformats.org/drawingml/2006/main">
              <a:ext uri="{FF2B5EF4-FFF2-40B4-BE49-F238E27FC236}">
                <a16:creationId xmlns:a16="http://schemas.microsoft.com/office/drawing/2014/main" id="{10C785DF-8025-4B19-BC5C-591B698E0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6349" y="31924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3" name="data_892">
            <a:extLst xmlns:a="http://schemas.openxmlformats.org/drawingml/2006/main">
              <a:ext uri="{FF2B5EF4-FFF2-40B4-BE49-F238E27FC236}">
                <a16:creationId xmlns:a16="http://schemas.microsoft.com/office/drawing/2014/main" id="{8BC34316-E24B-4C06-9591-B3A6B3A3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1017" y="208013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4" name="data_893">
            <a:extLst xmlns:a="http://schemas.openxmlformats.org/drawingml/2006/main">
              <a:ext uri="{FF2B5EF4-FFF2-40B4-BE49-F238E27FC236}">
                <a16:creationId xmlns:a16="http://schemas.microsoft.com/office/drawing/2014/main" id="{6A3CE806-416D-4F0A-AA1D-D47FEF0C3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070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5" name="data_894">
            <a:extLst xmlns:a="http://schemas.openxmlformats.org/drawingml/2006/main">
              <a:ext uri="{FF2B5EF4-FFF2-40B4-BE49-F238E27FC236}">
                <a16:creationId xmlns:a16="http://schemas.microsoft.com/office/drawing/2014/main" id="{12CC4C9A-F17A-4E13-844D-9EFA3B20F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00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6" name="data_895">
            <a:extLst xmlns:a="http://schemas.openxmlformats.org/drawingml/2006/main">
              <a:ext uri="{FF2B5EF4-FFF2-40B4-BE49-F238E27FC236}">
                <a16:creationId xmlns:a16="http://schemas.microsoft.com/office/drawing/2014/main" id="{FE7C7A85-EF01-40FD-B60A-D8A5CD42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774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7" name="data_896">
            <a:extLst xmlns:a="http://schemas.openxmlformats.org/drawingml/2006/main">
              <a:ext uri="{FF2B5EF4-FFF2-40B4-BE49-F238E27FC236}">
                <a16:creationId xmlns:a16="http://schemas.microsoft.com/office/drawing/2014/main" id="{EA265A71-07B4-4E6B-A8DA-29BF448D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41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8" name="data_897">
            <a:extLst xmlns:a="http://schemas.openxmlformats.org/drawingml/2006/main">
              <a:ext uri="{FF2B5EF4-FFF2-40B4-BE49-F238E27FC236}">
                <a16:creationId xmlns:a16="http://schemas.microsoft.com/office/drawing/2014/main" id="{6B1B6465-5FAB-4442-980E-F91FCEE2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232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9" name="data_898">
            <a:extLst xmlns:a="http://schemas.openxmlformats.org/drawingml/2006/main">
              <a:ext uri="{FF2B5EF4-FFF2-40B4-BE49-F238E27FC236}">
                <a16:creationId xmlns:a16="http://schemas.microsoft.com/office/drawing/2014/main" id="{A5EB1A37-56F9-41CF-B5DA-5D05F2A8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3558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0" name="data_899">
            <a:extLst xmlns:a="http://schemas.openxmlformats.org/drawingml/2006/main">
              <a:ext uri="{FF2B5EF4-FFF2-40B4-BE49-F238E27FC236}">
                <a16:creationId xmlns:a16="http://schemas.microsoft.com/office/drawing/2014/main" id="{8A8FFC53-9A8D-427C-B49B-C1A81E8E6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4437" y="20163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1" name="data_900">
            <a:extLst xmlns:a="http://schemas.openxmlformats.org/drawingml/2006/main">
              <a:ext uri="{FF2B5EF4-FFF2-40B4-BE49-F238E27FC236}">
                <a16:creationId xmlns:a16="http://schemas.microsoft.com/office/drawing/2014/main" id="{B4ADD804-9626-4BF8-888F-8FF0A67FD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276" y="292717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2" name="data_901">
            <a:extLst xmlns:a="http://schemas.openxmlformats.org/drawingml/2006/main">
              <a:ext uri="{FF2B5EF4-FFF2-40B4-BE49-F238E27FC236}">
                <a16:creationId xmlns:a16="http://schemas.microsoft.com/office/drawing/2014/main" id="{4880C471-E307-4522-9D98-7BC1C7560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6486" y="20510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3" name="data_902">
            <a:extLst xmlns:a="http://schemas.openxmlformats.org/drawingml/2006/main">
              <a:ext uri="{FF2B5EF4-FFF2-40B4-BE49-F238E27FC236}">
                <a16:creationId xmlns:a16="http://schemas.microsoft.com/office/drawing/2014/main" id="{035B4AC6-E292-4E5B-AFF8-7A18D25E6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1937" y="25407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4" name="data_903">
            <a:extLst xmlns:a="http://schemas.openxmlformats.org/drawingml/2006/main">
              <a:ext uri="{FF2B5EF4-FFF2-40B4-BE49-F238E27FC236}">
                <a16:creationId xmlns:a16="http://schemas.microsoft.com/office/drawing/2014/main" id="{EA30F575-C5A2-4406-B7B6-12A19DB62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180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5" name="data_904">
            <a:extLst xmlns:a="http://schemas.openxmlformats.org/drawingml/2006/main">
              <a:ext uri="{FF2B5EF4-FFF2-40B4-BE49-F238E27FC236}">
                <a16:creationId xmlns:a16="http://schemas.microsoft.com/office/drawing/2014/main" id="{EF6B4EA9-96EA-4FF2-A1E7-EC8DA9105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745" y="276004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6" name="data_905">
            <a:extLst xmlns:a="http://schemas.openxmlformats.org/drawingml/2006/main">
              <a:ext uri="{FF2B5EF4-FFF2-40B4-BE49-F238E27FC236}">
                <a16:creationId xmlns:a16="http://schemas.microsoft.com/office/drawing/2014/main" id="{4EB4CC14-A7F9-4EA1-8292-72458AB6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648" y="21960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7" name="data_906">
            <a:extLst xmlns:a="http://schemas.openxmlformats.org/drawingml/2006/main">
              <a:ext uri="{FF2B5EF4-FFF2-40B4-BE49-F238E27FC236}">
                <a16:creationId xmlns:a16="http://schemas.microsoft.com/office/drawing/2014/main" id="{86673006-0CA7-4433-B9E3-EBF689A4E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667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8" name="data_907">
            <a:extLst xmlns:a="http://schemas.openxmlformats.org/drawingml/2006/main">
              <a:ext uri="{FF2B5EF4-FFF2-40B4-BE49-F238E27FC236}">
                <a16:creationId xmlns:a16="http://schemas.microsoft.com/office/drawing/2014/main" id="{5E6DBCF9-C332-43C4-9D62-7A2C95C7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67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9" name="data_908">
            <a:extLst xmlns:a="http://schemas.openxmlformats.org/drawingml/2006/main">
              <a:ext uri="{FF2B5EF4-FFF2-40B4-BE49-F238E27FC236}">
                <a16:creationId xmlns:a16="http://schemas.microsoft.com/office/drawing/2014/main" id="{04E58347-AEC4-4CC0-877E-15681A575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971" y="22795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0" name="data_909">
            <a:extLst xmlns:a="http://schemas.openxmlformats.org/drawingml/2006/main">
              <a:ext uri="{FF2B5EF4-FFF2-40B4-BE49-F238E27FC236}">
                <a16:creationId xmlns:a16="http://schemas.microsoft.com/office/drawing/2014/main" id="{D3355D74-95C0-4A98-B5F4-3C8723FD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1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1" name="data_910">
            <a:extLst xmlns:a="http://schemas.openxmlformats.org/drawingml/2006/main">
              <a:ext uri="{FF2B5EF4-FFF2-40B4-BE49-F238E27FC236}">
                <a16:creationId xmlns:a16="http://schemas.microsoft.com/office/drawing/2014/main" id="{8B210CED-EF45-481A-BE9B-ADCFE851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7196" y="17573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2" name="data_911">
            <a:extLst xmlns:a="http://schemas.openxmlformats.org/drawingml/2006/main">
              <a:ext uri="{FF2B5EF4-FFF2-40B4-BE49-F238E27FC236}">
                <a16:creationId xmlns:a16="http://schemas.microsoft.com/office/drawing/2014/main" id="{3C72C3EF-9038-498B-B225-20A9AD8EC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7550" y="28454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3" name="data_912">
            <a:extLst xmlns:a="http://schemas.openxmlformats.org/drawingml/2006/main">
              <a:ext uri="{FF2B5EF4-FFF2-40B4-BE49-F238E27FC236}">
                <a16:creationId xmlns:a16="http://schemas.microsoft.com/office/drawing/2014/main" id="{CAB54359-606D-476A-90DC-2BDD88824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7202" y="251986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4" name="data_913">
            <a:extLst xmlns:a="http://schemas.openxmlformats.org/drawingml/2006/main">
              <a:ext uri="{FF2B5EF4-FFF2-40B4-BE49-F238E27FC236}">
                <a16:creationId xmlns:a16="http://schemas.microsoft.com/office/drawing/2014/main" id="{E95DBFFB-EFF8-40C4-BD95-3D8B8B82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074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5" name="data_914">
            <a:extLst xmlns:a="http://schemas.openxmlformats.org/drawingml/2006/main">
              <a:ext uri="{FF2B5EF4-FFF2-40B4-BE49-F238E27FC236}">
                <a16:creationId xmlns:a16="http://schemas.microsoft.com/office/drawing/2014/main" id="{1EDD00CF-E5E6-4948-99C0-438D9D81A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0019" y="245748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6" name="data_915">
            <a:extLst xmlns:a="http://schemas.openxmlformats.org/drawingml/2006/main">
              <a:ext uri="{FF2B5EF4-FFF2-40B4-BE49-F238E27FC236}">
                <a16:creationId xmlns:a16="http://schemas.microsoft.com/office/drawing/2014/main" id="{6C5FD860-6E94-4A11-98F0-2BF869556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99" y="257203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7" name="data_916">
            <a:extLst xmlns:a="http://schemas.openxmlformats.org/drawingml/2006/main">
              <a:ext uri="{FF2B5EF4-FFF2-40B4-BE49-F238E27FC236}">
                <a16:creationId xmlns:a16="http://schemas.microsoft.com/office/drawing/2014/main" id="{6BACEB96-DC5D-486F-A0E2-2A847A4B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027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8" name="data_917">
            <a:extLst xmlns:a="http://schemas.openxmlformats.org/drawingml/2006/main">
              <a:ext uri="{FF2B5EF4-FFF2-40B4-BE49-F238E27FC236}">
                <a16:creationId xmlns:a16="http://schemas.microsoft.com/office/drawing/2014/main" id="{67C4460F-ACF5-4782-9114-2F1CB672A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6781" y="29234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9" name="data_918">
            <a:extLst xmlns:a="http://schemas.openxmlformats.org/drawingml/2006/main">
              <a:ext uri="{FF2B5EF4-FFF2-40B4-BE49-F238E27FC236}">
                <a16:creationId xmlns:a16="http://schemas.microsoft.com/office/drawing/2014/main" id="{994B35BD-B835-4FC6-8ADF-D158BA37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8638" y="31674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0" name="data_919">
            <a:extLst xmlns:a="http://schemas.openxmlformats.org/drawingml/2006/main">
              <a:ext uri="{FF2B5EF4-FFF2-40B4-BE49-F238E27FC236}">
                <a16:creationId xmlns:a16="http://schemas.microsoft.com/office/drawing/2014/main" id="{9036E16E-32A0-45EA-859A-357139A5F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543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1" name="data_920">
            <a:extLst xmlns:a="http://schemas.openxmlformats.org/drawingml/2006/main">
              <a:ext uri="{FF2B5EF4-FFF2-40B4-BE49-F238E27FC236}">
                <a16:creationId xmlns:a16="http://schemas.microsoft.com/office/drawing/2014/main" id="{2C15F91E-D1D3-4B26-94E7-B698FEC4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424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2" name="data_921">
            <a:extLst xmlns:a="http://schemas.openxmlformats.org/drawingml/2006/main">
              <a:ext uri="{FF2B5EF4-FFF2-40B4-BE49-F238E27FC236}">
                <a16:creationId xmlns:a16="http://schemas.microsoft.com/office/drawing/2014/main" id="{F6FD4E85-ABEF-4E97-924D-7E98239E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104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3" name="data_922">
            <a:extLst xmlns:a="http://schemas.openxmlformats.org/drawingml/2006/main">
              <a:ext uri="{FF2B5EF4-FFF2-40B4-BE49-F238E27FC236}">
                <a16:creationId xmlns:a16="http://schemas.microsoft.com/office/drawing/2014/main" id="{595AC6BA-08FA-49F8-852E-FB04F624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0505" y="25900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4" name="data_923">
            <a:extLst xmlns:a="http://schemas.openxmlformats.org/drawingml/2006/main">
              <a:ext uri="{FF2B5EF4-FFF2-40B4-BE49-F238E27FC236}">
                <a16:creationId xmlns:a16="http://schemas.microsoft.com/office/drawing/2014/main" id="{FA5ED2BF-D3BF-42BF-A0F5-A8C96BB6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356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5" name="data_924">
            <a:extLst xmlns:a="http://schemas.openxmlformats.org/drawingml/2006/main">
              <a:ext uri="{FF2B5EF4-FFF2-40B4-BE49-F238E27FC236}">
                <a16:creationId xmlns:a16="http://schemas.microsoft.com/office/drawing/2014/main" id="{2DD1C525-37E1-4357-AFDE-06682B324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1386" y="318979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6" name="data_925">
            <a:extLst xmlns:a="http://schemas.openxmlformats.org/drawingml/2006/main">
              <a:ext uri="{FF2B5EF4-FFF2-40B4-BE49-F238E27FC236}">
                <a16:creationId xmlns:a16="http://schemas.microsoft.com/office/drawing/2014/main" id="{AB733A38-0F66-40C2-996B-1EFF984A7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628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7" name="data_926">
            <a:extLst xmlns:a="http://schemas.openxmlformats.org/drawingml/2006/main">
              <a:ext uri="{FF2B5EF4-FFF2-40B4-BE49-F238E27FC236}">
                <a16:creationId xmlns:a16="http://schemas.microsoft.com/office/drawing/2014/main" id="{7A6CDCEA-24E4-4CB8-9393-9A18E806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989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8" name="data_927">
            <a:extLst xmlns:a="http://schemas.openxmlformats.org/drawingml/2006/main">
              <a:ext uri="{FF2B5EF4-FFF2-40B4-BE49-F238E27FC236}">
                <a16:creationId xmlns:a16="http://schemas.microsoft.com/office/drawing/2014/main" id="{D516D14D-FEC6-4EC6-BAF8-C44437BA1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407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9" name="data_928">
            <a:extLst xmlns:a="http://schemas.openxmlformats.org/drawingml/2006/main">
              <a:ext uri="{FF2B5EF4-FFF2-40B4-BE49-F238E27FC236}">
                <a16:creationId xmlns:a16="http://schemas.microsoft.com/office/drawing/2014/main" id="{4959DE24-EAFC-41A2-AE6B-415FF9A13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0684" y="31151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0" name="data_929">
            <a:extLst xmlns:a="http://schemas.openxmlformats.org/drawingml/2006/main">
              <a:ext uri="{FF2B5EF4-FFF2-40B4-BE49-F238E27FC236}">
                <a16:creationId xmlns:a16="http://schemas.microsoft.com/office/drawing/2014/main" id="{F1C59036-AB1F-4DD3-A24E-DEAAFE1ED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4074" y="22438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1" name="data_930">
            <a:extLst xmlns:a="http://schemas.openxmlformats.org/drawingml/2006/main">
              <a:ext uri="{FF2B5EF4-FFF2-40B4-BE49-F238E27FC236}">
                <a16:creationId xmlns:a16="http://schemas.microsoft.com/office/drawing/2014/main" id="{D2E3A178-6175-4623-97BF-574405C79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66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2" name="data_931">
            <a:extLst xmlns:a="http://schemas.openxmlformats.org/drawingml/2006/main">
              <a:ext uri="{FF2B5EF4-FFF2-40B4-BE49-F238E27FC236}">
                <a16:creationId xmlns:a16="http://schemas.microsoft.com/office/drawing/2014/main" id="{116831D0-B114-4221-9AB2-8A07B041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987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3" name="data_932">
            <a:extLst xmlns:a="http://schemas.openxmlformats.org/drawingml/2006/main">
              <a:ext uri="{FF2B5EF4-FFF2-40B4-BE49-F238E27FC236}">
                <a16:creationId xmlns:a16="http://schemas.microsoft.com/office/drawing/2014/main" id="{904782DD-C123-418E-B2E7-BDF3A0B8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740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4" name="data_933">
            <a:extLst xmlns:a="http://schemas.openxmlformats.org/drawingml/2006/main">
              <a:ext uri="{FF2B5EF4-FFF2-40B4-BE49-F238E27FC236}">
                <a16:creationId xmlns:a16="http://schemas.microsoft.com/office/drawing/2014/main" id="{1C3F6742-8934-4EF7-A0A6-776D3C3B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9535" y="29835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5" name="data_934">
            <a:extLst xmlns:a="http://schemas.openxmlformats.org/drawingml/2006/main">
              <a:ext uri="{FF2B5EF4-FFF2-40B4-BE49-F238E27FC236}">
                <a16:creationId xmlns:a16="http://schemas.microsoft.com/office/drawing/2014/main" id="{EC7479B8-12EB-4E44-BB0B-9EFE12E50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16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6" name="data_935">
            <a:extLst xmlns:a="http://schemas.openxmlformats.org/drawingml/2006/main">
              <a:ext uri="{FF2B5EF4-FFF2-40B4-BE49-F238E27FC236}">
                <a16:creationId xmlns:a16="http://schemas.microsoft.com/office/drawing/2014/main" id="{30E5C930-61D9-406B-8A01-1A1BFA820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2444" y="22710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7" name="data_936">
            <a:extLst xmlns:a="http://schemas.openxmlformats.org/drawingml/2006/main">
              <a:ext uri="{FF2B5EF4-FFF2-40B4-BE49-F238E27FC236}">
                <a16:creationId xmlns:a16="http://schemas.microsoft.com/office/drawing/2014/main" id="{60A558CB-3140-44C5-9133-D9808B790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70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8" name="data_937">
            <a:extLst xmlns:a="http://schemas.openxmlformats.org/drawingml/2006/main">
              <a:ext uri="{FF2B5EF4-FFF2-40B4-BE49-F238E27FC236}">
                <a16:creationId xmlns:a16="http://schemas.microsoft.com/office/drawing/2014/main" id="{B95AC700-8F7B-42D1-9C50-C25CD416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681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9" name="data_938">
            <a:extLst xmlns:a="http://schemas.openxmlformats.org/drawingml/2006/main">
              <a:ext uri="{FF2B5EF4-FFF2-40B4-BE49-F238E27FC236}">
                <a16:creationId xmlns:a16="http://schemas.microsoft.com/office/drawing/2014/main" id="{46A97BA3-DE15-417E-88B1-28D1668E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499" y="19475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0" name="data_939">
            <a:extLst xmlns:a="http://schemas.openxmlformats.org/drawingml/2006/main">
              <a:ext uri="{FF2B5EF4-FFF2-40B4-BE49-F238E27FC236}">
                <a16:creationId xmlns:a16="http://schemas.microsoft.com/office/drawing/2014/main" id="{694C16DD-9CE5-45DA-8D32-FC89BD629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915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1" name="data_940">
            <a:extLst xmlns:a="http://schemas.openxmlformats.org/drawingml/2006/main">
              <a:ext uri="{FF2B5EF4-FFF2-40B4-BE49-F238E27FC236}">
                <a16:creationId xmlns:a16="http://schemas.microsoft.com/office/drawing/2014/main" id="{C4D43AEE-D9D9-4F84-A27A-D9EB00637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9402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2" name="data_941">
            <a:extLst xmlns:a="http://schemas.openxmlformats.org/drawingml/2006/main">
              <a:ext uri="{FF2B5EF4-FFF2-40B4-BE49-F238E27FC236}">
                <a16:creationId xmlns:a16="http://schemas.microsoft.com/office/drawing/2014/main" id="{B435874B-8DB5-490A-9E81-94B4F232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7060" y="17573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3" name="data_942">
            <a:extLst xmlns:a="http://schemas.openxmlformats.org/drawingml/2006/main">
              <a:ext uri="{FF2B5EF4-FFF2-40B4-BE49-F238E27FC236}">
                <a16:creationId xmlns:a16="http://schemas.microsoft.com/office/drawing/2014/main" id="{9BAD9865-EFED-41FB-BC4C-C9513F1E6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674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4" name="data_943">
            <a:extLst xmlns:a="http://schemas.openxmlformats.org/drawingml/2006/main">
              <a:ext uri="{FF2B5EF4-FFF2-40B4-BE49-F238E27FC236}">
                <a16:creationId xmlns:a16="http://schemas.microsoft.com/office/drawing/2014/main" id="{04B33E2D-5B2D-47E4-B4B4-53698D44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76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5" name="data_944">
            <a:extLst xmlns:a="http://schemas.openxmlformats.org/drawingml/2006/main">
              <a:ext uri="{FF2B5EF4-FFF2-40B4-BE49-F238E27FC236}">
                <a16:creationId xmlns:a16="http://schemas.microsoft.com/office/drawing/2014/main" id="{C0B2E15D-3882-41BA-A16B-E66059635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782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6" name="data_945">
            <a:extLst xmlns:a="http://schemas.openxmlformats.org/drawingml/2006/main">
              <a:ext uri="{FF2B5EF4-FFF2-40B4-BE49-F238E27FC236}">
                <a16:creationId xmlns:a16="http://schemas.microsoft.com/office/drawing/2014/main" id="{727851ED-D94E-4A32-903D-4A725C8FE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1056" y="217511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7" name="data_946">
            <a:extLst xmlns:a="http://schemas.openxmlformats.org/drawingml/2006/main">
              <a:ext uri="{FF2B5EF4-FFF2-40B4-BE49-F238E27FC236}">
                <a16:creationId xmlns:a16="http://schemas.microsoft.com/office/drawing/2014/main" id="{91B6021C-D160-4A15-B050-B40372175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925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8" name="data_947">
            <a:extLst xmlns:a="http://schemas.openxmlformats.org/drawingml/2006/main">
              <a:ext uri="{FF2B5EF4-FFF2-40B4-BE49-F238E27FC236}">
                <a16:creationId xmlns:a16="http://schemas.microsoft.com/office/drawing/2014/main" id="{C9C08FB1-506C-4237-91F4-22FC2E02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4422" y="18199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9" name="data_948">
            <a:extLst xmlns:a="http://schemas.openxmlformats.org/drawingml/2006/main">
              <a:ext uri="{FF2B5EF4-FFF2-40B4-BE49-F238E27FC236}">
                <a16:creationId xmlns:a16="http://schemas.microsoft.com/office/drawing/2014/main" id="{80B59764-4E25-4296-8FA8-BC2A2501C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0526" y="21490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0" name="data_949">
            <a:extLst xmlns:a="http://schemas.openxmlformats.org/drawingml/2006/main">
              <a:ext uri="{FF2B5EF4-FFF2-40B4-BE49-F238E27FC236}">
                <a16:creationId xmlns:a16="http://schemas.microsoft.com/office/drawing/2014/main" id="{559E2EBF-9D12-47DF-BE5C-A7C348C16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871" y="257203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1" name="data_950">
            <a:extLst xmlns:a="http://schemas.openxmlformats.org/drawingml/2006/main">
              <a:ext uri="{FF2B5EF4-FFF2-40B4-BE49-F238E27FC236}">
                <a16:creationId xmlns:a16="http://schemas.microsoft.com/office/drawing/2014/main" id="{8DCF0987-B49F-4A2E-BD30-5E31561D2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96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2" name="data_951">
            <a:extLst xmlns:a="http://schemas.openxmlformats.org/drawingml/2006/main">
              <a:ext uri="{FF2B5EF4-FFF2-40B4-BE49-F238E27FC236}">
                <a16:creationId xmlns:a16="http://schemas.microsoft.com/office/drawing/2014/main" id="{396B5FC3-6A7A-4E1B-88E3-473341C1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7611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3" name="data_952">
            <a:extLst xmlns:a="http://schemas.openxmlformats.org/drawingml/2006/main">
              <a:ext uri="{FF2B5EF4-FFF2-40B4-BE49-F238E27FC236}">
                <a16:creationId xmlns:a16="http://schemas.microsoft.com/office/drawing/2014/main" id="{88F5953A-7281-41C2-8014-7360A91FB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1133" y="289961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4" name="data_953">
            <a:extLst xmlns:a="http://schemas.openxmlformats.org/drawingml/2006/main">
              <a:ext uri="{FF2B5EF4-FFF2-40B4-BE49-F238E27FC236}">
                <a16:creationId xmlns:a16="http://schemas.microsoft.com/office/drawing/2014/main" id="{07A63692-BF0E-49F9-9977-14EB6B67E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5710" y="27869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5" name="data_954">
            <a:extLst xmlns:a="http://schemas.openxmlformats.org/drawingml/2006/main">
              <a:ext uri="{FF2B5EF4-FFF2-40B4-BE49-F238E27FC236}">
                <a16:creationId xmlns:a16="http://schemas.microsoft.com/office/drawing/2014/main" id="{65A28ABE-DCFB-4608-BE82-B6D31F499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287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6" name="data_955">
            <a:extLst xmlns:a="http://schemas.openxmlformats.org/drawingml/2006/main">
              <a:ext uri="{FF2B5EF4-FFF2-40B4-BE49-F238E27FC236}">
                <a16:creationId xmlns:a16="http://schemas.microsoft.com/office/drawing/2014/main" id="{80C3AE9D-CF4A-40BC-A28F-72E478456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93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7" name="data_956">
            <a:extLst xmlns:a="http://schemas.openxmlformats.org/drawingml/2006/main">
              <a:ext uri="{FF2B5EF4-FFF2-40B4-BE49-F238E27FC236}">
                <a16:creationId xmlns:a16="http://schemas.microsoft.com/office/drawing/2014/main" id="{C56CDBB6-2437-41C6-8D68-2D5497D18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485" y="265090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8" name="data_957">
            <a:extLst xmlns:a="http://schemas.openxmlformats.org/drawingml/2006/main">
              <a:ext uri="{FF2B5EF4-FFF2-40B4-BE49-F238E27FC236}">
                <a16:creationId xmlns:a16="http://schemas.microsoft.com/office/drawing/2014/main" id="{FB04EBAA-CD10-4C15-B40D-B274D436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097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9" name="data_958">
            <a:extLst xmlns:a="http://schemas.openxmlformats.org/drawingml/2006/main">
              <a:ext uri="{FF2B5EF4-FFF2-40B4-BE49-F238E27FC236}">
                <a16:creationId xmlns:a16="http://schemas.microsoft.com/office/drawing/2014/main" id="{B71D2417-F59E-4CA2-85F6-29494F63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4771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0" name="data_959">
            <a:extLst xmlns:a="http://schemas.openxmlformats.org/drawingml/2006/main">
              <a:ext uri="{FF2B5EF4-FFF2-40B4-BE49-F238E27FC236}">
                <a16:creationId xmlns:a16="http://schemas.microsoft.com/office/drawing/2014/main" id="{436A838B-DA7B-4A03-998F-10CEA3F6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258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1" name="data_960">
            <a:extLst xmlns:a="http://schemas.openxmlformats.org/drawingml/2006/main">
              <a:ext uri="{FF2B5EF4-FFF2-40B4-BE49-F238E27FC236}">
                <a16:creationId xmlns:a16="http://schemas.microsoft.com/office/drawing/2014/main" id="{EB112C96-0D8A-4160-8BE8-79284EC5A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301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2" name="data_961">
            <a:extLst xmlns:a="http://schemas.openxmlformats.org/drawingml/2006/main">
              <a:ext uri="{FF2B5EF4-FFF2-40B4-BE49-F238E27FC236}">
                <a16:creationId xmlns:a16="http://schemas.microsoft.com/office/drawing/2014/main" id="{F936C767-CD10-41EB-809D-6A5C74DD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669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3" name="data_962">
            <a:extLst xmlns:a="http://schemas.openxmlformats.org/drawingml/2006/main">
              <a:ext uri="{FF2B5EF4-FFF2-40B4-BE49-F238E27FC236}">
                <a16:creationId xmlns:a16="http://schemas.microsoft.com/office/drawing/2014/main" id="{32E3F231-3556-4480-BFED-5F4CC4B4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13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4" name="data_963">
            <a:extLst xmlns:a="http://schemas.openxmlformats.org/drawingml/2006/main">
              <a:ext uri="{FF2B5EF4-FFF2-40B4-BE49-F238E27FC236}">
                <a16:creationId xmlns:a16="http://schemas.microsoft.com/office/drawing/2014/main" id="{09BF2535-20B2-4BA3-B672-211C2E7D6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813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5" name="data_964">
            <a:extLst xmlns:a="http://schemas.openxmlformats.org/drawingml/2006/main">
              <a:ext uri="{FF2B5EF4-FFF2-40B4-BE49-F238E27FC236}">
                <a16:creationId xmlns:a16="http://schemas.microsoft.com/office/drawing/2014/main" id="{E62C13E4-B96C-44EE-9B0F-BEE8D4A1C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146" y="16789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6" name="data_965">
            <a:extLst xmlns:a="http://schemas.openxmlformats.org/drawingml/2006/main">
              <a:ext uri="{FF2B5EF4-FFF2-40B4-BE49-F238E27FC236}">
                <a16:creationId xmlns:a16="http://schemas.microsoft.com/office/drawing/2014/main" id="{FAF40D6A-9266-472C-93A5-5CB758E67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5642" y="22795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7" name="data_966">
            <a:extLst xmlns:a="http://schemas.openxmlformats.org/drawingml/2006/main">
              <a:ext uri="{FF2B5EF4-FFF2-40B4-BE49-F238E27FC236}">
                <a16:creationId xmlns:a16="http://schemas.microsoft.com/office/drawing/2014/main" id="{0D220AC4-354A-4FC4-B705-20727D1F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009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8" name="data_967">
            <a:extLst xmlns:a="http://schemas.openxmlformats.org/drawingml/2006/main">
              <a:ext uri="{FF2B5EF4-FFF2-40B4-BE49-F238E27FC236}">
                <a16:creationId xmlns:a16="http://schemas.microsoft.com/office/drawing/2014/main" id="{8D913F44-B43E-4FAC-A41E-E00E251C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193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9" name="data_968">
            <a:extLst xmlns:a="http://schemas.openxmlformats.org/drawingml/2006/main">
              <a:ext uri="{FF2B5EF4-FFF2-40B4-BE49-F238E27FC236}">
                <a16:creationId xmlns:a16="http://schemas.microsoft.com/office/drawing/2014/main" id="{68C3E495-B3BA-4E82-AD9C-6104E5C3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59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0" name="data_969">
            <a:extLst xmlns:a="http://schemas.openxmlformats.org/drawingml/2006/main">
              <a:ext uri="{FF2B5EF4-FFF2-40B4-BE49-F238E27FC236}">
                <a16:creationId xmlns:a16="http://schemas.microsoft.com/office/drawing/2014/main" id="{B77D7BEF-C131-44E7-A5DD-E41725525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246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1" name="data_970">
            <a:extLst xmlns:a="http://schemas.openxmlformats.org/drawingml/2006/main">
              <a:ext uri="{FF2B5EF4-FFF2-40B4-BE49-F238E27FC236}">
                <a16:creationId xmlns:a16="http://schemas.microsoft.com/office/drawing/2014/main" id="{7170F3C9-CA9B-4338-A9FB-198A0A42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754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2" name="data_971">
            <a:extLst xmlns:a="http://schemas.openxmlformats.org/drawingml/2006/main">
              <a:ext uri="{FF2B5EF4-FFF2-40B4-BE49-F238E27FC236}">
                <a16:creationId xmlns:a16="http://schemas.microsoft.com/office/drawing/2014/main" id="{ED7C7176-E977-4530-8CA8-4C0B3FF88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4910" y="18334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3" name="data_972">
            <a:extLst xmlns:a="http://schemas.openxmlformats.org/drawingml/2006/main">
              <a:ext uri="{FF2B5EF4-FFF2-40B4-BE49-F238E27FC236}">
                <a16:creationId xmlns:a16="http://schemas.microsoft.com/office/drawing/2014/main" id="{3B2C6E1E-B190-45E4-B2A6-EE9CB7FD6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701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4" name="data_973">
            <a:extLst xmlns:a="http://schemas.openxmlformats.org/drawingml/2006/main">
              <a:ext uri="{FF2B5EF4-FFF2-40B4-BE49-F238E27FC236}">
                <a16:creationId xmlns:a16="http://schemas.microsoft.com/office/drawing/2014/main" id="{CE4F7637-5B3F-497B-A335-399A0C44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246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5" name="data_974">
            <a:extLst xmlns:a="http://schemas.openxmlformats.org/drawingml/2006/main">
              <a:ext uri="{FF2B5EF4-FFF2-40B4-BE49-F238E27FC236}">
                <a16:creationId xmlns:a16="http://schemas.microsoft.com/office/drawing/2014/main" id="{10C977A4-7664-4345-B2A3-8DCA16554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5263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6" name="data_975">
            <a:extLst xmlns:a="http://schemas.openxmlformats.org/drawingml/2006/main">
              <a:ext uri="{FF2B5EF4-FFF2-40B4-BE49-F238E27FC236}">
                <a16:creationId xmlns:a16="http://schemas.microsoft.com/office/drawing/2014/main" id="{9F71A8AD-EB3C-4004-8816-911E37560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7384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7" name="data_976">
            <a:extLst xmlns:a="http://schemas.openxmlformats.org/drawingml/2006/main">
              <a:ext uri="{FF2B5EF4-FFF2-40B4-BE49-F238E27FC236}">
                <a16:creationId xmlns:a16="http://schemas.microsoft.com/office/drawing/2014/main" id="{83D0D92A-CF0F-42B3-B85A-1C6DCD81E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372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8" name="data_977">
            <a:extLst xmlns:a="http://schemas.openxmlformats.org/drawingml/2006/main">
              <a:ext uri="{FF2B5EF4-FFF2-40B4-BE49-F238E27FC236}">
                <a16:creationId xmlns:a16="http://schemas.microsoft.com/office/drawing/2014/main" id="{6537E9DE-5709-4385-942E-9050344A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9290" y="15912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9" name="data_978">
            <a:extLst xmlns:a="http://schemas.openxmlformats.org/drawingml/2006/main">
              <a:ext uri="{FF2B5EF4-FFF2-40B4-BE49-F238E27FC236}">
                <a16:creationId xmlns:a16="http://schemas.microsoft.com/office/drawing/2014/main" id="{58E5223E-6762-4A28-B646-3EE4ABD8F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9707" y="197167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0" name="data_979">
            <a:extLst xmlns:a="http://schemas.openxmlformats.org/drawingml/2006/main">
              <a:ext uri="{FF2B5EF4-FFF2-40B4-BE49-F238E27FC236}">
                <a16:creationId xmlns:a16="http://schemas.microsoft.com/office/drawing/2014/main" id="{DE326A61-35D7-4DFF-B344-2446DC1B2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4371" y="21055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1" name="data_980">
            <a:extLst xmlns:a="http://schemas.openxmlformats.org/drawingml/2006/main">
              <a:ext uri="{FF2B5EF4-FFF2-40B4-BE49-F238E27FC236}">
                <a16:creationId xmlns:a16="http://schemas.microsoft.com/office/drawing/2014/main" id="{F79DE82B-D5C2-4FD6-BF81-15D03EEE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464" y="22072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2" name="data_981">
            <a:extLst xmlns:a="http://schemas.openxmlformats.org/drawingml/2006/main">
              <a:ext uri="{FF2B5EF4-FFF2-40B4-BE49-F238E27FC236}">
                <a16:creationId xmlns:a16="http://schemas.microsoft.com/office/drawing/2014/main" id="{D5607A91-6D94-4C67-85E5-E355CE04B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2958" y="224972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3" name="data_982">
            <a:extLst xmlns:a="http://schemas.openxmlformats.org/drawingml/2006/main">
              <a:ext uri="{FF2B5EF4-FFF2-40B4-BE49-F238E27FC236}">
                <a16:creationId xmlns:a16="http://schemas.microsoft.com/office/drawing/2014/main" id="{F1179FB6-B82A-44CF-B5C1-E9FCE02C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8575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4" name="data_983">
            <a:extLst xmlns:a="http://schemas.openxmlformats.org/drawingml/2006/main">
              <a:ext uri="{FF2B5EF4-FFF2-40B4-BE49-F238E27FC236}">
                <a16:creationId xmlns:a16="http://schemas.microsoft.com/office/drawing/2014/main" id="{1D77DEA5-C51C-450A-8D92-818A468D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4485" y="32741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5" name="data_984">
            <a:extLst xmlns:a="http://schemas.openxmlformats.org/drawingml/2006/main">
              <a:ext uri="{FF2B5EF4-FFF2-40B4-BE49-F238E27FC236}">
                <a16:creationId xmlns:a16="http://schemas.microsoft.com/office/drawing/2014/main" id="{E4047DFA-4504-42DE-B076-0A1C13DE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270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6" name="data_985">
            <a:extLst xmlns:a="http://schemas.openxmlformats.org/drawingml/2006/main">
              <a:ext uri="{FF2B5EF4-FFF2-40B4-BE49-F238E27FC236}">
                <a16:creationId xmlns:a16="http://schemas.microsoft.com/office/drawing/2014/main" id="{D7C36A4A-C2FF-4211-A487-6479B23F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7554" y="21098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7" name="data_986">
            <a:extLst xmlns:a="http://schemas.openxmlformats.org/drawingml/2006/main">
              <a:ext uri="{FF2B5EF4-FFF2-40B4-BE49-F238E27FC236}">
                <a16:creationId xmlns:a16="http://schemas.microsoft.com/office/drawing/2014/main" id="{D716E85E-21A7-42A4-8F1F-01FC7AB82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953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8" name="data_987">
            <a:extLst xmlns:a="http://schemas.openxmlformats.org/drawingml/2006/main">
              <a:ext uri="{FF2B5EF4-FFF2-40B4-BE49-F238E27FC236}">
                <a16:creationId xmlns:a16="http://schemas.microsoft.com/office/drawing/2014/main" id="{D15AF3BA-6EA2-45F2-8947-748E4EF8F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402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9" name="data_988">
            <a:extLst xmlns:a="http://schemas.openxmlformats.org/drawingml/2006/main">
              <a:ext uri="{FF2B5EF4-FFF2-40B4-BE49-F238E27FC236}">
                <a16:creationId xmlns:a16="http://schemas.microsoft.com/office/drawing/2014/main" id="{DA4DD239-DFF4-4175-B889-384DBCA92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51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0" name="data_989">
            <a:extLst xmlns:a="http://schemas.openxmlformats.org/drawingml/2006/main">
              <a:ext uri="{FF2B5EF4-FFF2-40B4-BE49-F238E27FC236}">
                <a16:creationId xmlns:a16="http://schemas.microsoft.com/office/drawing/2014/main" id="{2936C836-35DC-4B50-9C42-DABD2A886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797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1" name="data_990">
            <a:extLst xmlns:a="http://schemas.openxmlformats.org/drawingml/2006/main">
              <a:ext uri="{FF2B5EF4-FFF2-40B4-BE49-F238E27FC236}">
                <a16:creationId xmlns:a16="http://schemas.microsoft.com/office/drawing/2014/main" id="{C896E0F9-CCA8-4E6E-8B51-00322DB9E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2381" y="22116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2" name="data_991">
            <a:extLst xmlns:a="http://schemas.openxmlformats.org/drawingml/2006/main">
              <a:ext uri="{FF2B5EF4-FFF2-40B4-BE49-F238E27FC236}">
                <a16:creationId xmlns:a16="http://schemas.microsoft.com/office/drawing/2014/main" id="{7CE39A1E-06A5-4DEE-9470-EE8CD85C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4476" y="23705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3" name="data_992">
            <a:extLst xmlns:a="http://schemas.openxmlformats.org/drawingml/2006/main">
              <a:ext uri="{FF2B5EF4-FFF2-40B4-BE49-F238E27FC236}">
                <a16:creationId xmlns:a16="http://schemas.microsoft.com/office/drawing/2014/main" id="{DC0DE84D-6CF5-4C25-8AF6-A0F1E87AC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507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4" name="data_993">
            <a:extLst xmlns:a="http://schemas.openxmlformats.org/drawingml/2006/main">
              <a:ext uri="{FF2B5EF4-FFF2-40B4-BE49-F238E27FC236}">
                <a16:creationId xmlns:a16="http://schemas.microsoft.com/office/drawing/2014/main" id="{A837056B-1F1B-4ED2-8C54-EF458B156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79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5" name="data_994">
            <a:extLst xmlns:a="http://schemas.openxmlformats.org/drawingml/2006/main">
              <a:ext uri="{FF2B5EF4-FFF2-40B4-BE49-F238E27FC236}">
                <a16:creationId xmlns:a16="http://schemas.microsoft.com/office/drawing/2014/main" id="{0C1EA1D6-2D6B-4858-AAC2-BF005AB18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406" y="180953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6" name="data_995">
            <a:extLst xmlns:a="http://schemas.openxmlformats.org/drawingml/2006/main">
              <a:ext uri="{FF2B5EF4-FFF2-40B4-BE49-F238E27FC236}">
                <a16:creationId xmlns:a16="http://schemas.microsoft.com/office/drawing/2014/main" id="{7FAA2D67-BAC3-4697-8616-96AE9197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0650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7" name="data_996">
            <a:extLst xmlns:a="http://schemas.openxmlformats.org/drawingml/2006/main">
              <a:ext uri="{FF2B5EF4-FFF2-40B4-BE49-F238E27FC236}">
                <a16:creationId xmlns:a16="http://schemas.microsoft.com/office/drawing/2014/main" id="{8014DDD3-6589-41FA-9E6F-A057FF8B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7041" y="16554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8" name="data_997">
            <a:extLst xmlns:a="http://schemas.openxmlformats.org/drawingml/2006/main">
              <a:ext uri="{FF2B5EF4-FFF2-40B4-BE49-F238E27FC236}">
                <a16:creationId xmlns:a16="http://schemas.microsoft.com/office/drawing/2014/main" id="{ED4B56A8-9889-437E-AE40-06434151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5870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9" name="data_998">
            <a:extLst xmlns:a="http://schemas.openxmlformats.org/drawingml/2006/main">
              <a:ext uri="{FF2B5EF4-FFF2-40B4-BE49-F238E27FC236}">
                <a16:creationId xmlns:a16="http://schemas.microsoft.com/office/drawing/2014/main" id="{80C24494-2F89-413F-91F2-38F83EC1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7301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0" name="data_999">
            <a:extLst xmlns:a="http://schemas.openxmlformats.org/drawingml/2006/main">
              <a:ext uri="{FF2B5EF4-FFF2-40B4-BE49-F238E27FC236}">
                <a16:creationId xmlns:a16="http://schemas.microsoft.com/office/drawing/2014/main" id="{28A1F4B8-E015-45BC-8A4D-C52368950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2696" y="26957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1" name="data_1000">
            <a:extLst xmlns:a="http://schemas.openxmlformats.org/drawingml/2006/main">
              <a:ext uri="{FF2B5EF4-FFF2-40B4-BE49-F238E27FC236}">
                <a16:creationId xmlns:a16="http://schemas.microsoft.com/office/drawing/2014/main" id="{AD0089A0-B60E-4198-8036-6C08E3F2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589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2" name="data_1001">
            <a:extLst xmlns:a="http://schemas.openxmlformats.org/drawingml/2006/main">
              <a:ext uri="{FF2B5EF4-FFF2-40B4-BE49-F238E27FC236}">
                <a16:creationId xmlns:a16="http://schemas.microsoft.com/office/drawing/2014/main" id="{C25D7DC7-D985-45B5-960E-E9C9E770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7187" y="25407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3" name="data_1002">
            <a:extLst xmlns:a="http://schemas.openxmlformats.org/drawingml/2006/main">
              <a:ext uri="{FF2B5EF4-FFF2-40B4-BE49-F238E27FC236}">
                <a16:creationId xmlns:a16="http://schemas.microsoft.com/office/drawing/2014/main" id="{5D11124B-4DFB-4965-8F85-3AAE1556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842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4" name="data_1003">
            <a:extLst xmlns:a="http://schemas.openxmlformats.org/drawingml/2006/main">
              <a:ext uri="{FF2B5EF4-FFF2-40B4-BE49-F238E27FC236}">
                <a16:creationId xmlns:a16="http://schemas.microsoft.com/office/drawing/2014/main" id="{65B98BA5-D887-4ACF-B54C-9FDC574E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5107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5" name="data_1004">
            <a:extLst xmlns:a="http://schemas.openxmlformats.org/drawingml/2006/main">
              <a:ext uri="{FF2B5EF4-FFF2-40B4-BE49-F238E27FC236}">
                <a16:creationId xmlns:a16="http://schemas.microsoft.com/office/drawing/2014/main" id="{AAA2A631-068D-46DF-A5B6-15A86379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6794" y="19533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6" name="data_1005">
            <a:extLst xmlns:a="http://schemas.openxmlformats.org/drawingml/2006/main">
              <a:ext uri="{FF2B5EF4-FFF2-40B4-BE49-F238E27FC236}">
                <a16:creationId xmlns:a16="http://schemas.microsoft.com/office/drawing/2014/main" id="{93434773-B405-4D01-B331-46E59CCDC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0033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7" name="data_1006">
            <a:extLst xmlns:a="http://schemas.openxmlformats.org/drawingml/2006/main">
              <a:ext uri="{FF2B5EF4-FFF2-40B4-BE49-F238E27FC236}">
                <a16:creationId xmlns:a16="http://schemas.microsoft.com/office/drawing/2014/main" id="{B6296173-A875-4685-A590-126AC40B3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454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8" name="data_1007">
            <a:extLst xmlns:a="http://schemas.openxmlformats.org/drawingml/2006/main">
              <a:ext uri="{FF2B5EF4-FFF2-40B4-BE49-F238E27FC236}">
                <a16:creationId xmlns:a16="http://schemas.microsoft.com/office/drawing/2014/main" id="{DAEAB81E-A9F3-4C1B-B23A-C055B722D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9408" y="19811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9" name="data_1008">
            <a:extLst xmlns:a="http://schemas.openxmlformats.org/drawingml/2006/main">
              <a:ext uri="{FF2B5EF4-FFF2-40B4-BE49-F238E27FC236}">
                <a16:creationId xmlns:a16="http://schemas.microsoft.com/office/drawing/2014/main" id="{5AF983E0-1A10-4894-B200-C67415D3D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810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0" name="data_1009">
            <a:extLst xmlns:a="http://schemas.openxmlformats.org/drawingml/2006/main">
              <a:ext uri="{FF2B5EF4-FFF2-40B4-BE49-F238E27FC236}">
                <a16:creationId xmlns:a16="http://schemas.microsoft.com/office/drawing/2014/main" id="{B1A49BDC-580E-41E3-864F-D5E30814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85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1" name="data_1010">
            <a:extLst xmlns:a="http://schemas.openxmlformats.org/drawingml/2006/main">
              <a:ext uri="{FF2B5EF4-FFF2-40B4-BE49-F238E27FC236}">
                <a16:creationId xmlns:a16="http://schemas.microsoft.com/office/drawing/2014/main" id="{F5C38A9C-35E2-4446-B107-FED74436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7166" y="23821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2" name="data_1011">
            <a:extLst xmlns:a="http://schemas.openxmlformats.org/drawingml/2006/main">
              <a:ext uri="{FF2B5EF4-FFF2-40B4-BE49-F238E27FC236}">
                <a16:creationId xmlns:a16="http://schemas.microsoft.com/office/drawing/2014/main" id="{DCCA5A1E-108F-4E8F-AC0D-A1F5783CA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0047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3" name="data_1012">
            <a:extLst xmlns:a="http://schemas.openxmlformats.org/drawingml/2006/main">
              <a:ext uri="{FF2B5EF4-FFF2-40B4-BE49-F238E27FC236}">
                <a16:creationId xmlns:a16="http://schemas.microsoft.com/office/drawing/2014/main" id="{B6D71ACF-9EFD-4750-BA2D-138878D55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44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4" name="data_1013">
            <a:extLst xmlns:a="http://schemas.openxmlformats.org/drawingml/2006/main">
              <a:ext uri="{FF2B5EF4-FFF2-40B4-BE49-F238E27FC236}">
                <a16:creationId xmlns:a16="http://schemas.microsoft.com/office/drawing/2014/main" id="{B35516E9-7069-4F42-BDE7-7E32ACA3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209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5" name="data_1014">
            <a:extLst xmlns:a="http://schemas.openxmlformats.org/drawingml/2006/main">
              <a:ext uri="{FF2B5EF4-FFF2-40B4-BE49-F238E27FC236}">
                <a16:creationId xmlns:a16="http://schemas.microsoft.com/office/drawing/2014/main" id="{31A7BAD5-2B33-4112-9FA6-696BB03F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099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6" name="data_1015">
            <a:extLst xmlns:a="http://schemas.openxmlformats.org/drawingml/2006/main">
              <a:ext uri="{FF2B5EF4-FFF2-40B4-BE49-F238E27FC236}">
                <a16:creationId xmlns:a16="http://schemas.microsoft.com/office/drawing/2014/main" id="{6AC26602-AFEC-4416-8868-D0F7E977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365" y="286245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7" name="data_1016">
            <a:extLst xmlns:a="http://schemas.openxmlformats.org/drawingml/2006/main">
              <a:ext uri="{FF2B5EF4-FFF2-40B4-BE49-F238E27FC236}">
                <a16:creationId xmlns:a16="http://schemas.microsoft.com/office/drawing/2014/main" id="{EDFF5000-E4A0-41FC-952B-AE09CDC41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6149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8" name="data_1017">
            <a:extLst xmlns:a="http://schemas.openxmlformats.org/drawingml/2006/main">
              <a:ext uri="{FF2B5EF4-FFF2-40B4-BE49-F238E27FC236}">
                <a16:creationId xmlns:a16="http://schemas.microsoft.com/office/drawing/2014/main" id="{77CB5511-6D53-4FD2-89D2-0E0247E6C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268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9" name="data_1018">
            <a:extLst xmlns:a="http://schemas.openxmlformats.org/drawingml/2006/main">
              <a:ext uri="{FF2B5EF4-FFF2-40B4-BE49-F238E27FC236}">
                <a16:creationId xmlns:a16="http://schemas.microsoft.com/office/drawing/2014/main" id="{43A06025-CC2B-4AA4-88D6-A7394778F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1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0" name="data_1019">
            <a:extLst xmlns:a="http://schemas.openxmlformats.org/drawingml/2006/main">
              <a:ext uri="{FF2B5EF4-FFF2-40B4-BE49-F238E27FC236}">
                <a16:creationId xmlns:a16="http://schemas.microsoft.com/office/drawing/2014/main" id="{F912A4B3-E984-4C3A-9AE7-06DF82A3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603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1" name="data_1020">
            <a:extLst xmlns:a="http://schemas.openxmlformats.org/drawingml/2006/main">
              <a:ext uri="{FF2B5EF4-FFF2-40B4-BE49-F238E27FC236}">
                <a16:creationId xmlns:a16="http://schemas.microsoft.com/office/drawing/2014/main" id="{64E021F6-D8B9-4325-B9A0-1C4CCF0B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5130" y="25929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2" name="data_1021">
            <a:extLst xmlns:a="http://schemas.openxmlformats.org/drawingml/2006/main">
              <a:ext uri="{FF2B5EF4-FFF2-40B4-BE49-F238E27FC236}">
                <a16:creationId xmlns:a16="http://schemas.microsoft.com/office/drawing/2014/main" id="{7D2A9C60-481D-4F4E-A0DC-369B41C0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2833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3" name="data_1022">
            <a:extLst xmlns:a="http://schemas.openxmlformats.org/drawingml/2006/main">
              <a:ext uri="{FF2B5EF4-FFF2-40B4-BE49-F238E27FC236}">
                <a16:creationId xmlns:a16="http://schemas.microsoft.com/office/drawing/2014/main" id="{10A47860-03B6-4D9C-8B4A-24E2116F8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7008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4" name="data_1023">
            <a:extLst xmlns:a="http://schemas.openxmlformats.org/drawingml/2006/main">
              <a:ext uri="{FF2B5EF4-FFF2-40B4-BE49-F238E27FC236}">
                <a16:creationId xmlns:a16="http://schemas.microsoft.com/office/drawing/2014/main" id="{A343BF5C-C43A-42B0-930A-91BB7CC1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5663" y="30554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5" name="data_1024">
            <a:extLst xmlns:a="http://schemas.openxmlformats.org/drawingml/2006/main">
              <a:ext uri="{FF2B5EF4-FFF2-40B4-BE49-F238E27FC236}">
                <a16:creationId xmlns:a16="http://schemas.microsoft.com/office/drawing/2014/main" id="{A2EF17D2-0FB4-41F4-A27A-AF76F608C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0439" y="20812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6" name="data_1025">
            <a:extLst xmlns:a="http://schemas.openxmlformats.org/drawingml/2006/main">
              <a:ext uri="{FF2B5EF4-FFF2-40B4-BE49-F238E27FC236}">
                <a16:creationId xmlns:a16="http://schemas.microsoft.com/office/drawing/2014/main" id="{0F31983B-C2B7-4273-A66A-DBF86FA60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6612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7" name="data_1026">
            <a:extLst xmlns:a="http://schemas.openxmlformats.org/drawingml/2006/main">
              <a:ext uri="{FF2B5EF4-FFF2-40B4-BE49-F238E27FC236}">
                <a16:creationId xmlns:a16="http://schemas.microsoft.com/office/drawing/2014/main" id="{CF617486-399B-4F50-AF7E-8CFD36CD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534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8" name="data_1027">
            <a:extLst xmlns:a="http://schemas.openxmlformats.org/drawingml/2006/main">
              <a:ext uri="{FF2B5EF4-FFF2-40B4-BE49-F238E27FC236}">
                <a16:creationId xmlns:a16="http://schemas.microsoft.com/office/drawing/2014/main" id="{4C0CDFEA-0C25-4F97-B384-B2A97B84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82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9" name="data_1028">
            <a:extLst xmlns:a="http://schemas.openxmlformats.org/drawingml/2006/main">
              <a:ext uri="{FF2B5EF4-FFF2-40B4-BE49-F238E27FC236}">
                <a16:creationId xmlns:a16="http://schemas.microsoft.com/office/drawing/2014/main" id="{2D8A7E8F-BC3E-4274-8444-C4206562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041" y="17573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0" name="data_1029">
            <a:extLst xmlns:a="http://schemas.openxmlformats.org/drawingml/2006/main">
              <a:ext uri="{FF2B5EF4-FFF2-40B4-BE49-F238E27FC236}">
                <a16:creationId xmlns:a16="http://schemas.microsoft.com/office/drawing/2014/main" id="{FB4386B8-8814-49DB-B7B2-33CD23D9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9166" y="165304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1" name="data_1030">
            <a:extLst xmlns:a="http://schemas.openxmlformats.org/drawingml/2006/main">
              <a:ext uri="{FF2B5EF4-FFF2-40B4-BE49-F238E27FC236}">
                <a16:creationId xmlns:a16="http://schemas.microsoft.com/office/drawing/2014/main" id="{D85F4ABF-ED3F-4ED5-BF37-D0FED94C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708" y="20471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2" name="data_1031">
            <a:extLst xmlns:a="http://schemas.openxmlformats.org/drawingml/2006/main">
              <a:ext uri="{FF2B5EF4-FFF2-40B4-BE49-F238E27FC236}">
                <a16:creationId xmlns:a16="http://schemas.microsoft.com/office/drawing/2014/main" id="{91650217-0259-48C0-836E-7F8187467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1889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3" name="data_1032">
            <a:extLst xmlns:a="http://schemas.openxmlformats.org/drawingml/2006/main">
              <a:ext uri="{FF2B5EF4-FFF2-40B4-BE49-F238E27FC236}">
                <a16:creationId xmlns:a16="http://schemas.microsoft.com/office/drawing/2014/main" id="{C9B5B1DD-65AE-4C45-980A-6C9B729C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545" y="23318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4" name="data_1033">
            <a:extLst xmlns:a="http://schemas.openxmlformats.org/drawingml/2006/main">
              <a:ext uri="{FF2B5EF4-FFF2-40B4-BE49-F238E27FC236}">
                <a16:creationId xmlns:a16="http://schemas.microsoft.com/office/drawing/2014/main" id="{D839DF8B-B239-4A8D-B58F-70FFF183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7084" y="20079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5" name="data_1034">
            <a:extLst xmlns:a="http://schemas.openxmlformats.org/drawingml/2006/main">
              <a:ext uri="{FF2B5EF4-FFF2-40B4-BE49-F238E27FC236}">
                <a16:creationId xmlns:a16="http://schemas.microsoft.com/office/drawing/2014/main" id="{65F8BAC5-CCEA-4106-B979-FBCFE3A5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585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6" name="data_1035">
            <a:extLst xmlns:a="http://schemas.openxmlformats.org/drawingml/2006/main">
              <a:ext uri="{FF2B5EF4-FFF2-40B4-BE49-F238E27FC236}">
                <a16:creationId xmlns:a16="http://schemas.microsoft.com/office/drawing/2014/main" id="{6612B781-303F-4E13-A334-82B8535D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815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7" name="data_1036">
            <a:extLst xmlns:a="http://schemas.openxmlformats.org/drawingml/2006/main">
              <a:ext uri="{FF2B5EF4-FFF2-40B4-BE49-F238E27FC236}">
                <a16:creationId xmlns:a16="http://schemas.microsoft.com/office/drawing/2014/main" id="{713DB065-CFA0-4CB2-B927-D104F3AF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655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8" name="data_1037">
            <a:extLst xmlns:a="http://schemas.openxmlformats.org/drawingml/2006/main">
              <a:ext uri="{FF2B5EF4-FFF2-40B4-BE49-F238E27FC236}">
                <a16:creationId xmlns:a16="http://schemas.microsoft.com/office/drawing/2014/main" id="{E3440484-0645-43F4-BD88-E2EF30D40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4239" y="191796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9" name="data_1038">
            <a:extLst xmlns:a="http://schemas.openxmlformats.org/drawingml/2006/main">
              <a:ext uri="{FF2B5EF4-FFF2-40B4-BE49-F238E27FC236}">
                <a16:creationId xmlns:a16="http://schemas.microsoft.com/office/drawing/2014/main" id="{92E7BBC9-FCC2-4E9B-BE84-CE6FB19EA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082" y="17573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0" name="data_1039">
            <a:extLst xmlns:a="http://schemas.openxmlformats.org/drawingml/2006/main">
              <a:ext uri="{FF2B5EF4-FFF2-40B4-BE49-F238E27FC236}">
                <a16:creationId xmlns:a16="http://schemas.microsoft.com/office/drawing/2014/main" id="{E109EDE3-5BA5-4058-95E8-BD1ED67E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7915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1" name="data_1040">
            <a:extLst xmlns:a="http://schemas.openxmlformats.org/drawingml/2006/main">
              <a:ext uri="{FF2B5EF4-FFF2-40B4-BE49-F238E27FC236}">
                <a16:creationId xmlns:a16="http://schemas.microsoft.com/office/drawing/2014/main" id="{B97665FA-CDC3-47BB-9691-6C0EB384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252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2" name="data_1041">
            <a:extLst xmlns:a="http://schemas.openxmlformats.org/drawingml/2006/main">
              <a:ext uri="{FF2B5EF4-FFF2-40B4-BE49-F238E27FC236}">
                <a16:creationId xmlns:a16="http://schemas.microsoft.com/office/drawing/2014/main" id="{1CD95DFD-0EC6-4D48-8D30-6C5CF80D1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6597" y="206810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3" name="data_1042">
            <a:extLst xmlns:a="http://schemas.openxmlformats.org/drawingml/2006/main">
              <a:ext uri="{FF2B5EF4-FFF2-40B4-BE49-F238E27FC236}">
                <a16:creationId xmlns:a16="http://schemas.microsoft.com/office/drawing/2014/main" id="{BCAD428E-409F-4D7C-AFED-31FEA6FBE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87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4" name="data_1043">
            <a:extLst xmlns:a="http://schemas.openxmlformats.org/drawingml/2006/main">
              <a:ext uri="{FF2B5EF4-FFF2-40B4-BE49-F238E27FC236}">
                <a16:creationId xmlns:a16="http://schemas.microsoft.com/office/drawing/2014/main" id="{51356EE8-1005-4234-8146-D47076151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267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5" name="data_1044">
            <a:extLst xmlns:a="http://schemas.openxmlformats.org/drawingml/2006/main">
              <a:ext uri="{FF2B5EF4-FFF2-40B4-BE49-F238E27FC236}">
                <a16:creationId xmlns:a16="http://schemas.microsoft.com/office/drawing/2014/main" id="{D0B066AB-BA93-47E5-9131-E787E31A0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5145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6" name="data_1045">
            <a:extLst xmlns:a="http://schemas.openxmlformats.org/drawingml/2006/main">
              <a:ext uri="{FF2B5EF4-FFF2-40B4-BE49-F238E27FC236}">
                <a16:creationId xmlns:a16="http://schemas.microsoft.com/office/drawing/2014/main" id="{300CEC05-D914-4548-90FC-9D7DFC350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292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7" name="data_1046">
            <a:extLst xmlns:a="http://schemas.openxmlformats.org/drawingml/2006/main">
              <a:ext uri="{FF2B5EF4-FFF2-40B4-BE49-F238E27FC236}">
                <a16:creationId xmlns:a16="http://schemas.microsoft.com/office/drawing/2014/main" id="{E418354A-EEB1-4076-93D2-9AA1C848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6903" y="22490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8" name="data_1047">
            <a:extLst xmlns:a="http://schemas.openxmlformats.org/drawingml/2006/main">
              <a:ext uri="{FF2B5EF4-FFF2-40B4-BE49-F238E27FC236}">
                <a16:creationId xmlns:a16="http://schemas.microsoft.com/office/drawing/2014/main" id="{3D74765D-BF1D-4342-8728-BC2ACCC38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630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9" name="data_1048">
            <a:extLst xmlns:a="http://schemas.openxmlformats.org/drawingml/2006/main">
              <a:ext uri="{FF2B5EF4-FFF2-40B4-BE49-F238E27FC236}">
                <a16:creationId xmlns:a16="http://schemas.microsoft.com/office/drawing/2014/main" id="{B4039EF8-3ADC-42A0-BBA5-4123FF58B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949" y="298406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0" name="data_1049">
            <a:extLst xmlns:a="http://schemas.openxmlformats.org/drawingml/2006/main">
              <a:ext uri="{FF2B5EF4-FFF2-40B4-BE49-F238E27FC236}">
                <a16:creationId xmlns:a16="http://schemas.microsoft.com/office/drawing/2014/main" id="{09C868A7-9F1F-4568-9896-608CE3F66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256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1" name="data_1050">
            <a:extLst xmlns:a="http://schemas.openxmlformats.org/drawingml/2006/main">
              <a:ext uri="{FF2B5EF4-FFF2-40B4-BE49-F238E27FC236}">
                <a16:creationId xmlns:a16="http://schemas.microsoft.com/office/drawing/2014/main" id="{9BFCBDA6-63C1-4393-A37F-53F587BA0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044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2" name="data_1051">
            <a:extLst xmlns:a="http://schemas.openxmlformats.org/drawingml/2006/main">
              <a:ext uri="{FF2B5EF4-FFF2-40B4-BE49-F238E27FC236}">
                <a16:creationId xmlns:a16="http://schemas.microsoft.com/office/drawing/2014/main" id="{003DCBA3-31EE-45E4-BE23-F7DC52839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883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3" name="data_1052">
            <a:extLst xmlns:a="http://schemas.openxmlformats.org/drawingml/2006/main">
              <a:ext uri="{FF2B5EF4-FFF2-40B4-BE49-F238E27FC236}">
                <a16:creationId xmlns:a16="http://schemas.microsoft.com/office/drawing/2014/main" id="{A38741CB-C1DC-475D-BBDB-D250934E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303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4" name="data_1053">
            <a:extLst xmlns:a="http://schemas.openxmlformats.org/drawingml/2006/main">
              <a:ext uri="{FF2B5EF4-FFF2-40B4-BE49-F238E27FC236}">
                <a16:creationId xmlns:a16="http://schemas.microsoft.com/office/drawing/2014/main" id="{3D7D24A9-CAC6-4B7D-B14B-7AD9D71B0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007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5" name="data_1054">
            <a:extLst xmlns:a="http://schemas.openxmlformats.org/drawingml/2006/main">
              <a:ext uri="{FF2B5EF4-FFF2-40B4-BE49-F238E27FC236}">
                <a16:creationId xmlns:a16="http://schemas.microsoft.com/office/drawing/2014/main" id="{59B85354-39EA-48E2-ABE6-AB083580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7712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6" name="data_1055">
            <a:extLst xmlns:a="http://schemas.openxmlformats.org/drawingml/2006/main">
              <a:ext uri="{FF2B5EF4-FFF2-40B4-BE49-F238E27FC236}">
                <a16:creationId xmlns:a16="http://schemas.microsoft.com/office/drawing/2014/main" id="{117A9C4C-85B9-4E9A-B725-5C715BAC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4159" y="32169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7" name="data_1056">
            <a:extLst xmlns:a="http://schemas.openxmlformats.org/drawingml/2006/main">
              <a:ext uri="{FF2B5EF4-FFF2-40B4-BE49-F238E27FC236}">
                <a16:creationId xmlns:a16="http://schemas.microsoft.com/office/drawing/2014/main" id="{C297FD41-3684-4410-9728-53D251EC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0415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8" name="data_1057">
            <a:extLst xmlns:a="http://schemas.openxmlformats.org/drawingml/2006/main">
              <a:ext uri="{FF2B5EF4-FFF2-40B4-BE49-F238E27FC236}">
                <a16:creationId xmlns:a16="http://schemas.microsoft.com/office/drawing/2014/main" id="{998F6A31-F961-46F2-8C8F-583E6D940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35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9" name="data_1058">
            <a:extLst xmlns:a="http://schemas.openxmlformats.org/drawingml/2006/main">
              <a:ext uri="{FF2B5EF4-FFF2-40B4-BE49-F238E27FC236}">
                <a16:creationId xmlns:a16="http://schemas.microsoft.com/office/drawing/2014/main" id="{63DE14B4-9221-4ECC-9395-F9B2BEC06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6463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0" name="data_1059">
            <a:extLst xmlns:a="http://schemas.openxmlformats.org/drawingml/2006/main">
              <a:ext uri="{FF2B5EF4-FFF2-40B4-BE49-F238E27FC236}">
                <a16:creationId xmlns:a16="http://schemas.microsoft.com/office/drawing/2014/main" id="{20C50BE1-09D2-4E43-92DE-703D13A7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9005" y="25735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1" name="data_1060">
            <a:extLst xmlns:a="http://schemas.openxmlformats.org/drawingml/2006/main">
              <a:ext uri="{FF2B5EF4-FFF2-40B4-BE49-F238E27FC236}">
                <a16:creationId xmlns:a16="http://schemas.microsoft.com/office/drawing/2014/main" id="{5AE17F88-0497-4C2C-B4CF-CAC8C42B3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424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2" name="data_1061">
            <a:extLst xmlns:a="http://schemas.openxmlformats.org/drawingml/2006/main">
              <a:ext uri="{FF2B5EF4-FFF2-40B4-BE49-F238E27FC236}">
                <a16:creationId xmlns:a16="http://schemas.microsoft.com/office/drawing/2014/main" id="{5DF92805-74CB-49AC-86E5-CA5E5DA6F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0416" y="17573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3" name="data_1062">
            <a:extLst xmlns:a="http://schemas.openxmlformats.org/drawingml/2006/main">
              <a:ext uri="{FF2B5EF4-FFF2-40B4-BE49-F238E27FC236}">
                <a16:creationId xmlns:a16="http://schemas.microsoft.com/office/drawing/2014/main" id="{92C1F0BE-9714-4D73-8CCE-7E2E170E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2980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4" name="data_1063">
            <a:extLst xmlns:a="http://schemas.openxmlformats.org/drawingml/2006/main">
              <a:ext uri="{FF2B5EF4-FFF2-40B4-BE49-F238E27FC236}">
                <a16:creationId xmlns:a16="http://schemas.microsoft.com/office/drawing/2014/main" id="{377AF52B-0DD5-4300-968E-2C06BBF4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364" y="331429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5" name="data_1064">
            <a:extLst xmlns:a="http://schemas.openxmlformats.org/drawingml/2006/main">
              <a:ext uri="{FF2B5EF4-FFF2-40B4-BE49-F238E27FC236}">
                <a16:creationId xmlns:a16="http://schemas.microsoft.com/office/drawing/2014/main" id="{2DC56ADC-E1FD-48EC-8AAD-16DAAA76F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2996" y="22273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6" name="data_1065">
            <a:extLst xmlns:a="http://schemas.openxmlformats.org/drawingml/2006/main">
              <a:ext uri="{FF2B5EF4-FFF2-40B4-BE49-F238E27FC236}">
                <a16:creationId xmlns:a16="http://schemas.microsoft.com/office/drawing/2014/main" id="{963455A5-0086-4437-BAAB-D1DCA27D3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325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7" name="data_1066">
            <a:extLst xmlns:a="http://schemas.openxmlformats.org/drawingml/2006/main">
              <a:ext uri="{FF2B5EF4-FFF2-40B4-BE49-F238E27FC236}">
                <a16:creationId xmlns:a16="http://schemas.microsoft.com/office/drawing/2014/main" id="{B5196923-6A70-4EF3-B157-6164F7CBF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865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8" name="data_1067">
            <a:extLst xmlns:a="http://schemas.openxmlformats.org/drawingml/2006/main">
              <a:ext uri="{FF2B5EF4-FFF2-40B4-BE49-F238E27FC236}">
                <a16:creationId xmlns:a16="http://schemas.microsoft.com/office/drawing/2014/main" id="{4C15F2D2-C3B1-4457-8220-7A7BDD620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7516" y="28440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9" name="data_1068">
            <a:extLst xmlns:a="http://schemas.openxmlformats.org/drawingml/2006/main">
              <a:ext uri="{FF2B5EF4-FFF2-40B4-BE49-F238E27FC236}">
                <a16:creationId xmlns:a16="http://schemas.microsoft.com/office/drawing/2014/main" id="{1131C9BB-9542-4894-84A2-0A10F8EDF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763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0" name="data_1069">
            <a:extLst xmlns:a="http://schemas.openxmlformats.org/drawingml/2006/main">
              <a:ext uri="{FF2B5EF4-FFF2-40B4-BE49-F238E27FC236}">
                <a16:creationId xmlns:a16="http://schemas.microsoft.com/office/drawing/2014/main" id="{11FF3545-5631-4E3E-80A2-F95E670E3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248" y="27415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1" name="data_1070">
            <a:extLst xmlns:a="http://schemas.openxmlformats.org/drawingml/2006/main">
              <a:ext uri="{FF2B5EF4-FFF2-40B4-BE49-F238E27FC236}">
                <a16:creationId xmlns:a16="http://schemas.microsoft.com/office/drawing/2014/main" id="{9003AA77-FE60-4FC0-B49F-D68C7C42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1746" y="276004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2" name="data_1071">
            <a:extLst xmlns:a="http://schemas.openxmlformats.org/drawingml/2006/main">
              <a:ext uri="{FF2B5EF4-FFF2-40B4-BE49-F238E27FC236}">
                <a16:creationId xmlns:a16="http://schemas.microsoft.com/office/drawing/2014/main" id="{F08F9C14-6EBE-4E93-BF7E-AFF1E8AC6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8257" y="227803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3" name="data_1072">
            <a:extLst xmlns:a="http://schemas.openxmlformats.org/drawingml/2006/main">
              <a:ext uri="{FF2B5EF4-FFF2-40B4-BE49-F238E27FC236}">
                <a16:creationId xmlns:a16="http://schemas.microsoft.com/office/drawing/2014/main" id="{ED2AE442-CB38-41A5-8FE4-E3999C4A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148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4" name="data_1073">
            <a:extLst xmlns:a="http://schemas.openxmlformats.org/drawingml/2006/main">
              <a:ext uri="{FF2B5EF4-FFF2-40B4-BE49-F238E27FC236}">
                <a16:creationId xmlns:a16="http://schemas.microsoft.com/office/drawing/2014/main" id="{41513965-558D-44D5-AC79-ED042D1E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962" y="14833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5" name="data_1074">
            <a:extLst xmlns:a="http://schemas.openxmlformats.org/drawingml/2006/main">
              <a:ext uri="{FF2B5EF4-FFF2-40B4-BE49-F238E27FC236}">
                <a16:creationId xmlns:a16="http://schemas.microsoft.com/office/drawing/2014/main" id="{555D8878-A750-4F6E-9668-998CF6F60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487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6" name="data_1075">
            <a:extLst xmlns:a="http://schemas.openxmlformats.org/drawingml/2006/main">
              <a:ext uri="{FF2B5EF4-FFF2-40B4-BE49-F238E27FC236}">
                <a16:creationId xmlns:a16="http://schemas.microsoft.com/office/drawing/2014/main" id="{609F40DB-A24E-4370-83AC-593119724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854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7" name="data_1076">
            <a:extLst xmlns:a="http://schemas.openxmlformats.org/drawingml/2006/main">
              <a:ext uri="{FF2B5EF4-FFF2-40B4-BE49-F238E27FC236}">
                <a16:creationId xmlns:a16="http://schemas.microsoft.com/office/drawing/2014/main" id="{22E9813B-8D23-4834-9464-958587D95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328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8" name="data_1077">
            <a:extLst xmlns:a="http://schemas.openxmlformats.org/drawingml/2006/main">
              <a:ext uri="{FF2B5EF4-FFF2-40B4-BE49-F238E27FC236}">
                <a16:creationId xmlns:a16="http://schemas.microsoft.com/office/drawing/2014/main" id="{0D6B151E-1072-4DA4-9B5C-602851D5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7868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9" name="data_1078">
            <a:extLst xmlns:a="http://schemas.openxmlformats.org/drawingml/2006/main">
              <a:ext uri="{FF2B5EF4-FFF2-40B4-BE49-F238E27FC236}">
                <a16:creationId xmlns:a16="http://schemas.microsoft.com/office/drawing/2014/main" id="{9EF7A6E5-69B6-453B-8E2D-3790E8E7C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7818" y="192797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0" name="data_1079">
            <a:extLst xmlns:a="http://schemas.openxmlformats.org/drawingml/2006/main">
              <a:ext uri="{FF2B5EF4-FFF2-40B4-BE49-F238E27FC236}">
                <a16:creationId xmlns:a16="http://schemas.microsoft.com/office/drawing/2014/main" id="{0DD5125A-34B3-436E-B7F8-FED7BF741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0480" y="29771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1" name="data_1080">
            <a:extLst xmlns:a="http://schemas.openxmlformats.org/drawingml/2006/main">
              <a:ext uri="{FF2B5EF4-FFF2-40B4-BE49-F238E27FC236}">
                <a16:creationId xmlns:a16="http://schemas.microsoft.com/office/drawing/2014/main" id="{D0DE1DA4-E990-4112-9923-EDE6A4E5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7992" y="21512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2" name="data_1081">
            <a:extLst xmlns:a="http://schemas.openxmlformats.org/drawingml/2006/main">
              <a:ext uri="{FF2B5EF4-FFF2-40B4-BE49-F238E27FC236}">
                <a16:creationId xmlns:a16="http://schemas.microsoft.com/office/drawing/2014/main" id="{6ACFC2CB-AAF4-4881-A0DD-8E3312824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367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3" name="data_1082">
            <a:extLst xmlns:a="http://schemas.openxmlformats.org/drawingml/2006/main">
              <a:ext uri="{FF2B5EF4-FFF2-40B4-BE49-F238E27FC236}">
                <a16:creationId xmlns:a16="http://schemas.microsoft.com/office/drawing/2014/main" id="{7AC370BF-172A-45CE-A52F-B0ABC3DEA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4857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4" name="data_1083">
            <a:extLst xmlns:a="http://schemas.openxmlformats.org/drawingml/2006/main">
              <a:ext uri="{FF2B5EF4-FFF2-40B4-BE49-F238E27FC236}">
                <a16:creationId xmlns:a16="http://schemas.microsoft.com/office/drawing/2014/main" id="{0F6BB8A1-E9B1-4316-A941-179729B8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259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5" name="data_1084">
            <a:extLst xmlns:a="http://schemas.openxmlformats.org/drawingml/2006/main">
              <a:ext uri="{FF2B5EF4-FFF2-40B4-BE49-F238E27FC236}">
                <a16:creationId xmlns:a16="http://schemas.microsoft.com/office/drawing/2014/main" id="{B708308C-BE33-4D88-ADE1-92F8FF7D3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550" y="28853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6" name="data_1085">
            <a:extLst xmlns:a="http://schemas.openxmlformats.org/drawingml/2006/main">
              <a:ext uri="{FF2B5EF4-FFF2-40B4-BE49-F238E27FC236}">
                <a16:creationId xmlns:a16="http://schemas.microsoft.com/office/drawing/2014/main" id="{86190735-9409-4E14-84B3-D2E42AAC2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9899" y="22273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7" name="data_1086">
            <a:extLst xmlns:a="http://schemas.openxmlformats.org/drawingml/2006/main">
              <a:ext uri="{FF2B5EF4-FFF2-40B4-BE49-F238E27FC236}">
                <a16:creationId xmlns:a16="http://schemas.microsoft.com/office/drawing/2014/main" id="{8B8CCFBD-8F93-46BC-877B-DEE0C4D7F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862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8" name="data_1087">
            <a:extLst xmlns:a="http://schemas.openxmlformats.org/drawingml/2006/main">
              <a:ext uri="{FF2B5EF4-FFF2-40B4-BE49-F238E27FC236}">
                <a16:creationId xmlns:a16="http://schemas.microsoft.com/office/drawing/2014/main" id="{A58EFA49-9B26-4A20-B6EB-B09AC0DD2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6854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9" name="data_1088">
            <a:extLst xmlns:a="http://schemas.openxmlformats.org/drawingml/2006/main">
              <a:ext uri="{FF2B5EF4-FFF2-40B4-BE49-F238E27FC236}">
                <a16:creationId xmlns:a16="http://schemas.microsoft.com/office/drawing/2014/main" id="{43D7C350-6F4C-492E-A48B-5F5039DA6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093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0" name="data_1089">
            <a:extLst xmlns:a="http://schemas.openxmlformats.org/drawingml/2006/main">
              <a:ext uri="{FF2B5EF4-FFF2-40B4-BE49-F238E27FC236}">
                <a16:creationId xmlns:a16="http://schemas.microsoft.com/office/drawing/2014/main" id="{4A8FDD13-0311-4E33-B6C8-3A3D5F9E9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310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1" name="data_1090">
            <a:extLst xmlns:a="http://schemas.openxmlformats.org/drawingml/2006/main">
              <a:ext uri="{FF2B5EF4-FFF2-40B4-BE49-F238E27FC236}">
                <a16:creationId xmlns:a16="http://schemas.microsoft.com/office/drawing/2014/main" id="{D23685C8-2AA5-4F8C-B81C-F62963D2F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9482" y="25518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2" name="data_1091">
            <a:extLst xmlns:a="http://schemas.openxmlformats.org/drawingml/2006/main">
              <a:ext uri="{FF2B5EF4-FFF2-40B4-BE49-F238E27FC236}">
                <a16:creationId xmlns:a16="http://schemas.microsoft.com/office/drawing/2014/main" id="{48877A99-5AC9-4A8B-84D3-944133A36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4950" y="225750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3" name="data_1092">
            <a:extLst xmlns:a="http://schemas.openxmlformats.org/drawingml/2006/main">
              <a:ext uri="{FF2B5EF4-FFF2-40B4-BE49-F238E27FC236}">
                <a16:creationId xmlns:a16="http://schemas.microsoft.com/office/drawing/2014/main" id="{DD011756-A05C-4D08-90B9-44A4A925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218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4" name="data_1093">
            <a:extLst xmlns:a="http://schemas.openxmlformats.org/drawingml/2006/main">
              <a:ext uri="{FF2B5EF4-FFF2-40B4-BE49-F238E27FC236}">
                <a16:creationId xmlns:a16="http://schemas.microsoft.com/office/drawing/2014/main" id="{D7BFD720-F41B-4DEA-9D76-1108DCA9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8597" y="20183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5" name="data_1094">
            <a:extLst xmlns:a="http://schemas.openxmlformats.org/drawingml/2006/main">
              <a:ext uri="{FF2B5EF4-FFF2-40B4-BE49-F238E27FC236}">
                <a16:creationId xmlns:a16="http://schemas.microsoft.com/office/drawing/2014/main" id="{E0A0EABF-A964-47BD-B89A-37E930940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7808" y="21960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6" name="data_1095">
            <a:extLst xmlns:a="http://schemas.openxmlformats.org/drawingml/2006/main">
              <a:ext uri="{FF2B5EF4-FFF2-40B4-BE49-F238E27FC236}">
                <a16:creationId xmlns:a16="http://schemas.microsoft.com/office/drawing/2014/main" id="{40760878-C9E5-4470-BEAC-407CC13F2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587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7" name="data_1096">
            <a:extLst xmlns:a="http://schemas.openxmlformats.org/drawingml/2006/main">
              <a:ext uri="{FF2B5EF4-FFF2-40B4-BE49-F238E27FC236}">
                <a16:creationId xmlns:a16="http://schemas.microsoft.com/office/drawing/2014/main" id="{C7B635E8-454B-406B-894D-74FC9D12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693" y="29234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8" name="data_1097">
            <a:extLst xmlns:a="http://schemas.openxmlformats.org/drawingml/2006/main">
              <a:ext uri="{FF2B5EF4-FFF2-40B4-BE49-F238E27FC236}">
                <a16:creationId xmlns:a16="http://schemas.microsoft.com/office/drawing/2014/main" id="{A925BFF4-0C13-40D8-823F-02C56372E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2338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9" name="data_1098">
            <a:extLst xmlns:a="http://schemas.openxmlformats.org/drawingml/2006/main">
              <a:ext uri="{FF2B5EF4-FFF2-40B4-BE49-F238E27FC236}">
                <a16:creationId xmlns:a16="http://schemas.microsoft.com/office/drawing/2014/main" id="{71E0EE38-8816-4378-BF05-49E4980B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113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0" name="data_1099">
            <a:extLst xmlns:a="http://schemas.openxmlformats.org/drawingml/2006/main">
              <a:ext uri="{FF2B5EF4-FFF2-40B4-BE49-F238E27FC236}">
                <a16:creationId xmlns:a16="http://schemas.microsoft.com/office/drawing/2014/main" id="{481FE01A-EEB7-4454-9391-F2CE33C2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527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1" name="data_1100">
            <a:extLst xmlns:a="http://schemas.openxmlformats.org/drawingml/2006/main">
              <a:ext uri="{FF2B5EF4-FFF2-40B4-BE49-F238E27FC236}">
                <a16:creationId xmlns:a16="http://schemas.microsoft.com/office/drawing/2014/main" id="{EAAEDD73-212D-4322-961F-8E3AF823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625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2" name="data_1101">
            <a:extLst xmlns:a="http://schemas.openxmlformats.org/drawingml/2006/main">
              <a:ext uri="{FF2B5EF4-FFF2-40B4-BE49-F238E27FC236}">
                <a16:creationId xmlns:a16="http://schemas.microsoft.com/office/drawing/2014/main" id="{DA6A9ED8-CBF5-475C-9707-73F60492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480" y="28527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3" name="data_1102">
            <a:extLst xmlns:a="http://schemas.openxmlformats.org/drawingml/2006/main">
              <a:ext uri="{FF2B5EF4-FFF2-40B4-BE49-F238E27FC236}">
                <a16:creationId xmlns:a16="http://schemas.microsoft.com/office/drawing/2014/main" id="{31D5AB97-D749-4945-847E-89E9F60C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940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4" name="data_1103">
            <a:extLst xmlns:a="http://schemas.openxmlformats.org/drawingml/2006/main">
              <a:ext uri="{FF2B5EF4-FFF2-40B4-BE49-F238E27FC236}">
                <a16:creationId xmlns:a16="http://schemas.microsoft.com/office/drawing/2014/main" id="{11B02F39-63B5-4256-B3DF-9E61D0AE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7976" y="310026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5" name="data_1104">
            <a:extLst xmlns:a="http://schemas.openxmlformats.org/drawingml/2006/main">
              <a:ext uri="{FF2B5EF4-FFF2-40B4-BE49-F238E27FC236}">
                <a16:creationId xmlns:a16="http://schemas.microsoft.com/office/drawing/2014/main" id="{EACF9465-5D10-4CCF-ABDE-0910846E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1348740"/>
            <a:ext cx="191" cy="1992941"/>
          </a:xfrm>
          <a:custGeom xmlns:a="http://schemas.openxmlformats.org/drawingml/2006/main">
            <a:pathLst>
              <a:path w="191" h="1992941">
                <a:moveTo>
                  <a:pt x="0" y="199294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14">
            <a:solidFill>
              <a:srgbClr val="000000"/>
            </a:solidFill>
            <a:prstDash val="solid"/>
          </a:ln>
        </p:spPr>
      </p:sp>
      <p:sp>
        <p:nvSpPr>
          <p:cNvPr id="1106" name="data_1105">
            <a:extLst xmlns:a="http://schemas.openxmlformats.org/drawingml/2006/main">
              <a:ext uri="{FF2B5EF4-FFF2-40B4-BE49-F238E27FC236}">
                <a16:creationId xmlns:a16="http://schemas.microsoft.com/office/drawing/2014/main" id="{DD13B02B-F17C-4EED-A266-0302098FC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3341681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14">
            <a:solidFill>
              <a:srgbClr val="000000"/>
            </a:solidFill>
            <a:prstDash val="solid"/>
          </a:ln>
        </p:spPr>
      </p:sp>
      <p:sp>
        <p:nvSpPr>
          <p:cNvPr id="1107" name="text_1106">
            <a:extLst xmlns:a="http://schemas.openxmlformats.org/drawingml/2006/main">
              <a:ext uri="{FF2B5EF4-FFF2-40B4-BE49-F238E27FC236}">
                <a16:creationId xmlns:a16="http://schemas.microsoft.com/office/drawing/2014/main" id="{A591851C-B61B-4690-B7E6-F23E66FF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040" y="1037862"/>
            <a:ext cx="95699" cy="219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08" name="text_1107">
            <a:extLst xmlns:a="http://schemas.openxmlformats.org/drawingml/2006/main">
              <a:ext uri="{FF2B5EF4-FFF2-40B4-BE49-F238E27FC236}">
                <a16:creationId xmlns:a16="http://schemas.microsoft.com/office/drawing/2014/main" id="{8FA85D10-B0AD-4E65-9BF3-9F6E893BE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17015" y="1060254"/>
            <a:ext cx="615387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109" name="data_1108">
            <a:extLst xmlns:a="http://schemas.openxmlformats.org/drawingml/2006/main">
              <a:ext uri="{FF2B5EF4-FFF2-40B4-BE49-F238E27FC236}">
                <a16:creationId xmlns:a16="http://schemas.microsoft.com/office/drawing/2014/main" id="{EC11B8C1-6221-463E-A67F-FE21DA67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5777" y="3215296"/>
            <a:ext cx="191" cy="61453"/>
          </a:xfrm>
          <a:custGeom xmlns:a="http://schemas.openxmlformats.org/drawingml/2006/main">
            <a:pathLst>
              <a:path w="191" h="61453">
                <a:moveTo>
                  <a:pt x="0" y="6145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110" name="data_1109">
            <a:extLst xmlns:a="http://schemas.openxmlformats.org/drawingml/2006/main">
              <a:ext uri="{FF2B5EF4-FFF2-40B4-BE49-F238E27FC236}">
                <a16:creationId xmlns:a16="http://schemas.microsoft.com/office/drawing/2014/main" id="{15C86117-1A81-4DCC-B5A3-CE0A4A96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222" y="3276749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111" name="data_1110">
            <a:extLst xmlns:a="http://schemas.openxmlformats.org/drawingml/2006/main">
              <a:ext uri="{FF2B5EF4-FFF2-40B4-BE49-F238E27FC236}">
                <a16:creationId xmlns:a16="http://schemas.microsoft.com/office/drawing/2014/main" id="{5024ABEA-7C12-4349-B069-28A31538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222" y="3215296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112" name="data_1111">
            <a:extLst xmlns:a="http://schemas.openxmlformats.org/drawingml/2006/main">
              <a:ext uri="{FF2B5EF4-FFF2-40B4-BE49-F238E27FC236}">
                <a16:creationId xmlns:a16="http://schemas.microsoft.com/office/drawing/2014/main" id="{9C66F1CF-6D8D-4649-8EEB-8BAC60A62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5403" y="2368339"/>
            <a:ext cx="191" cy="155676"/>
          </a:xfrm>
          <a:custGeom xmlns:a="http://schemas.openxmlformats.org/drawingml/2006/main">
            <a:pathLst>
              <a:path w="191" h="155676">
                <a:moveTo>
                  <a:pt x="0" y="15567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113" name="data_1112">
            <a:extLst xmlns:a="http://schemas.openxmlformats.org/drawingml/2006/main">
              <a:ext uri="{FF2B5EF4-FFF2-40B4-BE49-F238E27FC236}">
                <a16:creationId xmlns:a16="http://schemas.microsoft.com/office/drawing/2014/main" id="{D74F1455-C4A3-49E4-A92E-F82FEB8EB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9848" y="2524015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114" name="data_1113">
            <a:extLst xmlns:a="http://schemas.openxmlformats.org/drawingml/2006/main">
              <a:ext uri="{FF2B5EF4-FFF2-40B4-BE49-F238E27FC236}">
                <a16:creationId xmlns:a16="http://schemas.microsoft.com/office/drawing/2014/main" id="{C80AB1C5-7890-4EBF-96F3-07C9D5FC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9848" y="2368339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115" name="data_1114">
            <a:extLst xmlns:a="http://schemas.openxmlformats.org/drawingml/2006/main">
              <a:ext uri="{FF2B5EF4-FFF2-40B4-BE49-F238E27FC236}">
                <a16:creationId xmlns:a16="http://schemas.microsoft.com/office/drawing/2014/main" id="{9D54A24E-47A2-455A-8618-B65C0577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029" y="2169436"/>
            <a:ext cx="191" cy="148033"/>
          </a:xfrm>
          <a:custGeom xmlns:a="http://schemas.openxmlformats.org/drawingml/2006/main">
            <a:pathLst>
              <a:path w="191" h="148033">
                <a:moveTo>
                  <a:pt x="0" y="14803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116" name="data_1115">
            <a:extLst xmlns:a="http://schemas.openxmlformats.org/drawingml/2006/main">
              <a:ext uri="{FF2B5EF4-FFF2-40B4-BE49-F238E27FC236}">
                <a16:creationId xmlns:a16="http://schemas.microsoft.com/office/drawing/2014/main" id="{EB71094C-6686-4D39-AAEA-C2F2848E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9474" y="2317469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117" name="data_1116">
            <a:extLst xmlns:a="http://schemas.openxmlformats.org/drawingml/2006/main">
              <a:ext uri="{FF2B5EF4-FFF2-40B4-BE49-F238E27FC236}">
                <a16:creationId xmlns:a16="http://schemas.microsoft.com/office/drawing/2014/main" id="{5467F294-976D-4E1E-8CBC-1C66ABAE5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9474" y="2169436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118" name="data_1117">
            <a:extLst xmlns:a="http://schemas.openxmlformats.org/drawingml/2006/main">
              <a:ext uri="{FF2B5EF4-FFF2-40B4-BE49-F238E27FC236}">
                <a16:creationId xmlns:a16="http://schemas.microsoft.com/office/drawing/2014/main" id="{C87DEBC7-30B3-493A-AA00-601AA7E97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2553" y="2770436"/>
            <a:ext cx="191" cy="178760"/>
          </a:xfrm>
          <a:custGeom xmlns:a="http://schemas.openxmlformats.org/drawingml/2006/main">
            <a:pathLst>
              <a:path w="191" h="178760">
                <a:moveTo>
                  <a:pt x="0" y="17876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119" name="data_1118">
            <a:extLst xmlns:a="http://schemas.openxmlformats.org/drawingml/2006/main">
              <a:ext uri="{FF2B5EF4-FFF2-40B4-BE49-F238E27FC236}">
                <a16:creationId xmlns:a16="http://schemas.microsoft.com/office/drawing/2014/main" id="{B88773E6-8F1C-40F7-A8D2-E867806C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6998" y="2949196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120" name="data_1119">
            <a:extLst xmlns:a="http://schemas.openxmlformats.org/drawingml/2006/main">
              <a:ext uri="{FF2B5EF4-FFF2-40B4-BE49-F238E27FC236}">
                <a16:creationId xmlns:a16="http://schemas.microsoft.com/office/drawing/2014/main" id="{DBEA3235-87F8-4E2F-8EA0-B6C12F8ED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6998" y="2770436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121" name="data_1120">
            <a:extLst xmlns:a="http://schemas.openxmlformats.org/drawingml/2006/main">
              <a:ext uri="{FF2B5EF4-FFF2-40B4-BE49-F238E27FC236}">
                <a16:creationId xmlns:a16="http://schemas.microsoft.com/office/drawing/2014/main" id="{656933C2-8A69-498D-A7E7-F167BA76E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179" y="2234230"/>
            <a:ext cx="191" cy="182414"/>
          </a:xfrm>
          <a:custGeom xmlns:a="http://schemas.openxmlformats.org/drawingml/2006/main">
            <a:pathLst>
              <a:path w="191" h="182414">
                <a:moveTo>
                  <a:pt x="0" y="18241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122" name="data_1121">
            <a:extLst xmlns:a="http://schemas.openxmlformats.org/drawingml/2006/main">
              <a:ext uri="{FF2B5EF4-FFF2-40B4-BE49-F238E27FC236}">
                <a16:creationId xmlns:a16="http://schemas.microsoft.com/office/drawing/2014/main" id="{29EDC9CC-8B50-4906-8F92-CDD7E440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624" y="2416644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123" name="data_1122">
            <a:extLst xmlns:a="http://schemas.openxmlformats.org/drawingml/2006/main">
              <a:ext uri="{FF2B5EF4-FFF2-40B4-BE49-F238E27FC236}">
                <a16:creationId xmlns:a16="http://schemas.microsoft.com/office/drawing/2014/main" id="{97AEDA86-FB88-40F0-B722-98392C06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624" y="2234230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124" name="data_1123">
            <a:extLst xmlns:a="http://schemas.openxmlformats.org/drawingml/2006/main">
              <a:ext uri="{FF2B5EF4-FFF2-40B4-BE49-F238E27FC236}">
                <a16:creationId xmlns:a16="http://schemas.microsoft.com/office/drawing/2014/main" id="{8BC691FF-5A1E-479D-9D55-8B811EF0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805" y="2006834"/>
            <a:ext cx="191" cy="178538"/>
          </a:xfrm>
          <a:custGeom xmlns:a="http://schemas.openxmlformats.org/drawingml/2006/main">
            <a:pathLst>
              <a:path w="191" h="178538">
                <a:moveTo>
                  <a:pt x="0" y="17853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125" name="data_1124">
            <a:extLst xmlns:a="http://schemas.openxmlformats.org/drawingml/2006/main">
              <a:ext uri="{FF2B5EF4-FFF2-40B4-BE49-F238E27FC236}">
                <a16:creationId xmlns:a16="http://schemas.microsoft.com/office/drawing/2014/main" id="{75A252B9-A06F-4B5B-B15E-EF8200A50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250" y="2185372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126" name="data_1125">
            <a:extLst xmlns:a="http://schemas.openxmlformats.org/drawingml/2006/main">
              <a:ext uri="{FF2B5EF4-FFF2-40B4-BE49-F238E27FC236}">
                <a16:creationId xmlns:a16="http://schemas.microsoft.com/office/drawing/2014/main" id="{37F40DBD-8B06-49F0-9F8F-D2274B54D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250" y="2006834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127" name="data_1126">
            <a:extLst xmlns:a="http://schemas.openxmlformats.org/drawingml/2006/main">
              <a:ext uri="{FF2B5EF4-FFF2-40B4-BE49-F238E27FC236}">
                <a16:creationId xmlns:a16="http://schemas.microsoft.com/office/drawing/2014/main" id="{B1605757-D2A9-4316-A1BC-290D8C589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951" y="3247946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A1ABB3"/>
            </a:solidFill>
            <a:prstDash val="solid"/>
          </a:ln>
        </p:spPr>
      </p:sp>
      <p:sp>
        <p:nvSpPr>
          <p:cNvPr id="1128" name="data_1127">
            <a:extLst xmlns:a="http://schemas.openxmlformats.org/drawingml/2006/main">
              <a:ext uri="{FF2B5EF4-FFF2-40B4-BE49-F238E27FC236}">
                <a16:creationId xmlns:a16="http://schemas.microsoft.com/office/drawing/2014/main" id="{EFB601B5-1794-4312-8349-70DB6063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1577" y="2445089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5B72B7"/>
            </a:solidFill>
            <a:prstDash val="solid"/>
          </a:ln>
        </p:spPr>
      </p:sp>
      <p:sp>
        <p:nvSpPr>
          <p:cNvPr id="1129" name="data_1128">
            <a:extLst xmlns:a="http://schemas.openxmlformats.org/drawingml/2006/main">
              <a:ext uri="{FF2B5EF4-FFF2-40B4-BE49-F238E27FC236}">
                <a16:creationId xmlns:a16="http://schemas.microsoft.com/office/drawing/2014/main" id="{F1E85F3A-F5FF-40A6-B15D-D5042E6C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203" y="2242746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138B8D"/>
            </a:solidFill>
            <a:prstDash val="solid"/>
          </a:ln>
        </p:spPr>
      </p:sp>
      <p:sp>
        <p:nvSpPr>
          <p:cNvPr id="1130" name="data_1129">
            <a:extLst xmlns:a="http://schemas.openxmlformats.org/drawingml/2006/main">
              <a:ext uri="{FF2B5EF4-FFF2-40B4-BE49-F238E27FC236}">
                <a16:creationId xmlns:a16="http://schemas.microsoft.com/office/drawing/2014/main" id="{02A12DF5-6D7D-467C-9900-1B98F793E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727" y="2861841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A1ABB3"/>
            </a:solidFill>
            <a:prstDash val="solid"/>
          </a:ln>
        </p:spPr>
      </p:sp>
      <p:sp>
        <p:nvSpPr>
          <p:cNvPr id="1131" name="data_1130">
            <a:extLst xmlns:a="http://schemas.openxmlformats.org/drawingml/2006/main">
              <a:ext uri="{FF2B5EF4-FFF2-40B4-BE49-F238E27FC236}">
                <a16:creationId xmlns:a16="http://schemas.microsoft.com/office/drawing/2014/main" id="{EEB94A7E-74DB-459E-A259-ED38B44C2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8353" y="2324749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5B72B7"/>
            </a:solidFill>
            <a:prstDash val="solid"/>
          </a:ln>
        </p:spPr>
      </p:sp>
      <p:sp>
        <p:nvSpPr>
          <p:cNvPr id="1132" name="data_1131">
            <a:extLst xmlns:a="http://schemas.openxmlformats.org/drawingml/2006/main">
              <a:ext uri="{FF2B5EF4-FFF2-40B4-BE49-F238E27FC236}">
                <a16:creationId xmlns:a16="http://schemas.microsoft.com/office/drawing/2014/main" id="{4D479A29-EDC9-43C7-A1BB-D884D1665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7979" y="2094846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138B8D"/>
            </a:solidFill>
            <a:prstDash val="solid"/>
          </a:ln>
        </p:spPr>
      </p:sp>
      <p:sp>
        <p:nvSpPr>
          <p:cNvPr id="1133" name="data_1132">
            <a:extLst xmlns:a="http://schemas.openxmlformats.org/drawingml/2006/main">
              <a:ext uri="{FF2B5EF4-FFF2-40B4-BE49-F238E27FC236}">
                <a16:creationId xmlns:a16="http://schemas.microsoft.com/office/drawing/2014/main" id="{3D8C3D40-2E8C-4E1A-8E53-E7C398F6D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1348740"/>
            <a:ext cx="2913552" cy="1992941"/>
          </a:xfrm>
          <a:custGeom xmlns:a="http://schemas.openxmlformats.org/drawingml/2006/main">
            <a:pathLst>
              <a:path w="2913552" h="1992941">
                <a:moveTo>
                  <a:pt x="0" y="1992941"/>
                </a:moveTo>
                <a:lnTo>
                  <a:pt x="2913552" y="1992941"/>
                </a:lnTo>
                <a:lnTo>
                  <a:pt x="2913552" y="0"/>
                </a:lnTo>
                <a:lnTo>
                  <a:pt x="0" y="0"/>
                </a:lnTo>
                <a:lnTo>
                  <a:pt x="0" y="1992941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4" name="data_1133">
            <a:extLst xmlns:a="http://schemas.openxmlformats.org/drawingml/2006/main">
              <a:ext uri="{FF2B5EF4-FFF2-40B4-BE49-F238E27FC236}">
                <a16:creationId xmlns:a16="http://schemas.microsoft.com/office/drawing/2014/main" id="{B74F6B6F-B9F3-4D7D-A576-056C39EE9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460" y="3341681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135" name="text_1134">
            <a:extLst xmlns:a="http://schemas.openxmlformats.org/drawingml/2006/main">
              <a:ext uri="{FF2B5EF4-FFF2-40B4-BE49-F238E27FC236}">
                <a16:creationId xmlns:a16="http://schemas.microsoft.com/office/drawing/2014/main" id="{86106FAF-9FFF-40DD-8BE8-33EE7150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93945" y="3477297"/>
            <a:ext cx="735825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1136" name="data_1135">
            <a:extLst xmlns:a="http://schemas.openxmlformats.org/drawingml/2006/main">
              <a:ext uri="{FF2B5EF4-FFF2-40B4-BE49-F238E27FC236}">
                <a16:creationId xmlns:a16="http://schemas.microsoft.com/office/drawing/2014/main" id="{BD093F49-6229-4628-AFFD-7E51AA79D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4236" y="3341681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137" name="text_1136">
            <a:extLst xmlns:a="http://schemas.openxmlformats.org/drawingml/2006/main">
              <a:ext uri="{FF2B5EF4-FFF2-40B4-BE49-F238E27FC236}">
                <a16:creationId xmlns:a16="http://schemas.microsoft.com/office/drawing/2014/main" id="{27D147B1-ED86-4492-94A6-C64AEF52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57035" y="3477297"/>
            <a:ext cx="723412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38" name="text_1137">
            <a:extLst xmlns:a="http://schemas.openxmlformats.org/drawingml/2006/main">
              <a:ext uri="{FF2B5EF4-FFF2-40B4-BE49-F238E27FC236}">
                <a16:creationId xmlns:a16="http://schemas.microsoft.com/office/drawing/2014/main" id="{23E88C3F-C79F-4FB5-8E42-E8FF6A8B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77381" y="3596051"/>
            <a:ext cx="74279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1139" name="text_1138">
            <a:extLst xmlns:a="http://schemas.openxmlformats.org/drawingml/2006/main">
              <a:ext uri="{FF2B5EF4-FFF2-40B4-BE49-F238E27FC236}">
                <a16:creationId xmlns:a16="http://schemas.microsoft.com/office/drawing/2014/main" id="{71BB34D8-A6F0-40EC-8DDD-BE9F31DA3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2701" y="3596051"/>
            <a:ext cx="77572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1140" name="text_1139">
            <a:extLst xmlns:a="http://schemas.openxmlformats.org/drawingml/2006/main">
              <a:ext uri="{FF2B5EF4-FFF2-40B4-BE49-F238E27FC236}">
                <a16:creationId xmlns:a16="http://schemas.microsoft.com/office/drawing/2014/main" id="{678DE683-C3EC-495E-8360-6B8A4ED58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11354" y="3596051"/>
            <a:ext cx="82132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41" name="text_1140">
            <a:extLst xmlns:a="http://schemas.openxmlformats.org/drawingml/2006/main">
              <a:ext uri="{FF2B5EF4-FFF2-40B4-BE49-F238E27FC236}">
                <a16:creationId xmlns:a16="http://schemas.microsoft.com/office/drawing/2014/main" id="{2D539492-DF4A-4598-A377-D91DEB5A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84514" y="3596051"/>
            <a:ext cx="90112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142" name="text_1141">
            <a:extLst xmlns:a="http://schemas.openxmlformats.org/drawingml/2006/main">
              <a:ext uri="{FF2B5EF4-FFF2-40B4-BE49-F238E27FC236}">
                <a16:creationId xmlns:a16="http://schemas.microsoft.com/office/drawing/2014/main" id="{949E3918-0A37-42B6-B8BF-610059009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65638" y="3596051"/>
            <a:ext cx="76306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143" name="text_1142">
            <a:extLst xmlns:a="http://schemas.openxmlformats.org/drawingml/2006/main">
              <a:ext uri="{FF2B5EF4-FFF2-40B4-BE49-F238E27FC236}">
                <a16:creationId xmlns:a16="http://schemas.microsoft.com/office/drawing/2014/main" id="{84D84C81-E22D-4282-B511-FAD5F805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34090" y="3643799"/>
            <a:ext cx="53748" cy="1108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698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144" name="text_1143">
            <a:extLst xmlns:a="http://schemas.openxmlformats.org/drawingml/2006/main">
              <a:ext uri="{FF2B5EF4-FFF2-40B4-BE49-F238E27FC236}">
                <a16:creationId xmlns:a16="http://schemas.microsoft.com/office/drawing/2014/main" id="{A7152BE6-67BA-478D-9F61-D87BA917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78950" y="3643799"/>
            <a:ext cx="31139" cy="1108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698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45" name="text_1144">
            <a:extLst xmlns:a="http://schemas.openxmlformats.org/drawingml/2006/main">
              <a:ext uri="{FF2B5EF4-FFF2-40B4-BE49-F238E27FC236}">
                <a16:creationId xmlns:a16="http://schemas.microsoft.com/office/drawing/2014/main" id="{6DD10D4C-0FE9-4DF2-8927-B020BF13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01293" y="3643799"/>
            <a:ext cx="53748" cy="1108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698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698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146" name="data_1145">
            <a:extLst xmlns:a="http://schemas.openxmlformats.org/drawingml/2006/main">
              <a:ext uri="{FF2B5EF4-FFF2-40B4-BE49-F238E27FC236}">
                <a16:creationId xmlns:a16="http://schemas.microsoft.com/office/drawing/2014/main" id="{BD2266DD-9A53-4702-9A9C-B40A51B4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3341681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1147" name="data_1146">
            <a:extLst xmlns:a="http://schemas.openxmlformats.org/drawingml/2006/main">
              <a:ext uri="{FF2B5EF4-FFF2-40B4-BE49-F238E27FC236}">
                <a16:creationId xmlns:a16="http://schemas.microsoft.com/office/drawing/2014/main" id="{94B70034-1847-4037-BF70-4BF32E2C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93" y="3341681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148" name="text_1147">
            <a:extLst xmlns:a="http://schemas.openxmlformats.org/drawingml/2006/main">
              <a:ext uri="{FF2B5EF4-FFF2-40B4-BE49-F238E27FC236}">
                <a16:creationId xmlns:a16="http://schemas.microsoft.com/office/drawing/2014/main" id="{B1FD72C7-F0EE-4202-A452-07B35CB41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63170" y="3284694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49" name="data_1148">
            <a:extLst xmlns:a="http://schemas.openxmlformats.org/drawingml/2006/main">
              <a:ext uri="{FF2B5EF4-FFF2-40B4-BE49-F238E27FC236}">
                <a16:creationId xmlns:a16="http://schemas.microsoft.com/office/drawing/2014/main" id="{01A57780-3477-4600-8397-C8CCEB68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2401614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1150" name="data_1149">
            <a:extLst xmlns:a="http://schemas.openxmlformats.org/drawingml/2006/main">
              <a:ext uri="{FF2B5EF4-FFF2-40B4-BE49-F238E27FC236}">
                <a16:creationId xmlns:a16="http://schemas.microsoft.com/office/drawing/2014/main" id="{52EA0DAB-A652-466B-A847-8BE55AF56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93" y="2401614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151" name="text_1150">
            <a:extLst xmlns:a="http://schemas.openxmlformats.org/drawingml/2006/main">
              <a:ext uri="{FF2B5EF4-FFF2-40B4-BE49-F238E27FC236}">
                <a16:creationId xmlns:a16="http://schemas.microsoft.com/office/drawing/2014/main" id="{F4FEDE38-C9BF-4C6C-8EED-01BF0F08B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63170" y="2344627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52" name="data_1151">
            <a:extLst xmlns:a="http://schemas.openxmlformats.org/drawingml/2006/main">
              <a:ext uri="{FF2B5EF4-FFF2-40B4-BE49-F238E27FC236}">
                <a16:creationId xmlns:a16="http://schemas.microsoft.com/office/drawing/2014/main" id="{1D669098-5A86-4B56-AC52-749B4F4E8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1461548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1153" name="data_1152">
            <a:extLst xmlns:a="http://schemas.openxmlformats.org/drawingml/2006/main">
              <a:ext uri="{FF2B5EF4-FFF2-40B4-BE49-F238E27FC236}">
                <a16:creationId xmlns:a16="http://schemas.microsoft.com/office/drawing/2014/main" id="{7240BA2C-B90C-4BAB-8100-D0E9AB15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93" y="1461548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154" name="text_1153">
            <a:extLst xmlns:a="http://schemas.openxmlformats.org/drawingml/2006/main">
              <a:ext uri="{FF2B5EF4-FFF2-40B4-BE49-F238E27FC236}">
                <a16:creationId xmlns:a16="http://schemas.microsoft.com/office/drawing/2014/main" id="{658EAEEE-1911-4C49-9AB9-78DF9480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63170" y="1404561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55" name="text_1154">
            <a:extLst xmlns:a="http://schemas.openxmlformats.org/drawingml/2006/main">
              <a:ext uri="{FF2B5EF4-FFF2-40B4-BE49-F238E27FC236}">
                <a16:creationId xmlns:a16="http://schemas.microsoft.com/office/drawing/2014/main" id="{D8CA5A39-C746-48E6-BB25-28643EE9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4996129" y="2261650"/>
            <a:ext cx="310416" cy="1671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156" name="data_1155">
            <a:extLst xmlns:a="http://schemas.openxmlformats.org/drawingml/2006/main">
              <a:ext uri="{FF2B5EF4-FFF2-40B4-BE49-F238E27FC236}">
                <a16:creationId xmlns:a16="http://schemas.microsoft.com/office/drawing/2014/main" id="{B5C531A3-368D-48D1-80D5-9B8C4A19B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8514" y="3205172"/>
            <a:ext cx="298639" cy="136509"/>
          </a:xfrm>
          <a:custGeom xmlns:a="http://schemas.openxmlformats.org/drawingml/2006/main">
            <a:pathLst>
              <a:path w="298639" h="136509">
                <a:moveTo>
                  <a:pt x="0" y="136509"/>
                </a:moveTo>
                <a:lnTo>
                  <a:pt x="298639" y="136509"/>
                </a:lnTo>
                <a:lnTo>
                  <a:pt x="298639" y="0"/>
                </a:lnTo>
                <a:lnTo>
                  <a:pt x="0" y="0"/>
                </a:lnTo>
                <a:lnTo>
                  <a:pt x="0" y="13650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27000"/>
            </a:srgbClr>
          </a:solidFill>
          <a:ln xmlns:a="http://schemas.openxmlformats.org/drawingml/2006/main" w="11435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1157" name="data_1156">
            <a:extLst xmlns:a="http://schemas.openxmlformats.org/drawingml/2006/main">
              <a:ext uri="{FF2B5EF4-FFF2-40B4-BE49-F238E27FC236}">
                <a16:creationId xmlns:a16="http://schemas.microsoft.com/office/drawing/2014/main" id="{2761AB44-91B9-4448-9E4F-702180C12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140" y="2436390"/>
            <a:ext cx="298639" cy="905291"/>
          </a:xfrm>
          <a:custGeom xmlns:a="http://schemas.openxmlformats.org/drawingml/2006/main">
            <a:pathLst>
              <a:path w="298639" h="905291">
                <a:moveTo>
                  <a:pt x="0" y="905291"/>
                </a:moveTo>
                <a:lnTo>
                  <a:pt x="298639" y="905291"/>
                </a:lnTo>
                <a:lnTo>
                  <a:pt x="298639" y="0"/>
                </a:lnTo>
                <a:lnTo>
                  <a:pt x="0" y="0"/>
                </a:lnTo>
                <a:lnTo>
                  <a:pt x="0" y="905291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27000"/>
            </a:srgbClr>
          </a:solidFill>
          <a:ln xmlns:a="http://schemas.openxmlformats.org/drawingml/2006/main" w="11435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1158" name="data_1157">
            <a:extLst xmlns:a="http://schemas.openxmlformats.org/drawingml/2006/main">
              <a:ext uri="{FF2B5EF4-FFF2-40B4-BE49-F238E27FC236}">
                <a16:creationId xmlns:a16="http://schemas.microsoft.com/office/drawing/2014/main" id="{7D48D98F-158C-4066-AFE6-01F6753C3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767" y="2258321"/>
            <a:ext cx="298639" cy="1083360"/>
          </a:xfrm>
          <a:custGeom xmlns:a="http://schemas.openxmlformats.org/drawingml/2006/main">
            <a:pathLst>
              <a:path w="298639" h="1083360">
                <a:moveTo>
                  <a:pt x="0" y="1083360"/>
                </a:moveTo>
                <a:lnTo>
                  <a:pt x="298639" y="1083360"/>
                </a:lnTo>
                <a:lnTo>
                  <a:pt x="298639" y="0"/>
                </a:lnTo>
                <a:lnTo>
                  <a:pt x="0" y="0"/>
                </a:lnTo>
                <a:lnTo>
                  <a:pt x="0" y="1083360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27000"/>
            </a:srgbClr>
          </a:solidFill>
          <a:ln xmlns:a="http://schemas.openxmlformats.org/drawingml/2006/main" w="11435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1159" name="data_1158">
            <a:extLst xmlns:a="http://schemas.openxmlformats.org/drawingml/2006/main">
              <a:ext uri="{FF2B5EF4-FFF2-40B4-BE49-F238E27FC236}">
                <a16:creationId xmlns:a16="http://schemas.microsoft.com/office/drawing/2014/main" id="{6F540CCD-F98F-4D03-856C-3A052F164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5290" y="2472997"/>
            <a:ext cx="298639" cy="868684"/>
          </a:xfrm>
          <a:custGeom xmlns:a="http://schemas.openxmlformats.org/drawingml/2006/main">
            <a:pathLst>
              <a:path w="298639" h="868684">
                <a:moveTo>
                  <a:pt x="0" y="868684"/>
                </a:moveTo>
                <a:lnTo>
                  <a:pt x="298639" y="868684"/>
                </a:lnTo>
                <a:lnTo>
                  <a:pt x="298639" y="0"/>
                </a:lnTo>
                <a:lnTo>
                  <a:pt x="0" y="0"/>
                </a:lnTo>
                <a:lnTo>
                  <a:pt x="0" y="868684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27000"/>
            </a:srgbClr>
          </a:solidFill>
          <a:ln xmlns:a="http://schemas.openxmlformats.org/drawingml/2006/main" w="11435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1160" name="data_1159">
            <a:extLst xmlns:a="http://schemas.openxmlformats.org/drawingml/2006/main">
              <a:ext uri="{FF2B5EF4-FFF2-40B4-BE49-F238E27FC236}">
                <a16:creationId xmlns:a16="http://schemas.microsoft.com/office/drawing/2014/main" id="{DE2CEC48-29CF-4F9B-80D6-8A6F4763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4916" y="2265088"/>
            <a:ext cx="298639" cy="1076593"/>
          </a:xfrm>
          <a:custGeom xmlns:a="http://schemas.openxmlformats.org/drawingml/2006/main">
            <a:pathLst>
              <a:path w="298639" h="1076593">
                <a:moveTo>
                  <a:pt x="0" y="1076593"/>
                </a:moveTo>
                <a:lnTo>
                  <a:pt x="298639" y="1076593"/>
                </a:lnTo>
                <a:lnTo>
                  <a:pt x="298639" y="0"/>
                </a:lnTo>
                <a:lnTo>
                  <a:pt x="0" y="0"/>
                </a:lnTo>
                <a:lnTo>
                  <a:pt x="0" y="1076593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27000"/>
            </a:srgbClr>
          </a:solidFill>
          <a:ln xmlns:a="http://schemas.openxmlformats.org/drawingml/2006/main" w="11435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1161" name="data_1160">
            <a:extLst xmlns:a="http://schemas.openxmlformats.org/drawingml/2006/main">
              <a:ext uri="{FF2B5EF4-FFF2-40B4-BE49-F238E27FC236}">
                <a16:creationId xmlns:a16="http://schemas.microsoft.com/office/drawing/2014/main" id="{652F6581-0881-4B85-9064-DCEA49C34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4543" y="2023438"/>
            <a:ext cx="298639" cy="1318243"/>
          </a:xfrm>
          <a:custGeom xmlns:a="http://schemas.openxmlformats.org/drawingml/2006/main">
            <a:pathLst>
              <a:path w="298639" h="1318243">
                <a:moveTo>
                  <a:pt x="0" y="1318243"/>
                </a:moveTo>
                <a:lnTo>
                  <a:pt x="298639" y="1318243"/>
                </a:lnTo>
                <a:lnTo>
                  <a:pt x="298639" y="0"/>
                </a:lnTo>
                <a:lnTo>
                  <a:pt x="0" y="0"/>
                </a:lnTo>
                <a:lnTo>
                  <a:pt x="0" y="1318243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27000"/>
            </a:srgbClr>
          </a:solidFill>
          <a:ln xmlns:a="http://schemas.openxmlformats.org/drawingml/2006/main" w="11435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1162" name="data_1161">
            <a:extLst xmlns:a="http://schemas.openxmlformats.org/drawingml/2006/main">
              <a:ext uri="{FF2B5EF4-FFF2-40B4-BE49-F238E27FC236}">
                <a16:creationId xmlns:a16="http://schemas.microsoft.com/office/drawing/2014/main" id="{4C87C5A6-A97F-4C1D-8AF9-4A24C0412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2252" y="331348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3" name="data_1162">
            <a:extLst xmlns:a="http://schemas.openxmlformats.org/drawingml/2006/main">
              <a:ext uri="{FF2B5EF4-FFF2-40B4-BE49-F238E27FC236}">
                <a16:creationId xmlns:a16="http://schemas.microsoft.com/office/drawing/2014/main" id="{1258BD31-A7DB-4CC1-A7B9-8B284569E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8402" y="32726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4" name="data_1163">
            <a:extLst xmlns:a="http://schemas.openxmlformats.org/drawingml/2006/main">
              <a:ext uri="{FF2B5EF4-FFF2-40B4-BE49-F238E27FC236}">
                <a16:creationId xmlns:a16="http://schemas.microsoft.com/office/drawing/2014/main" id="{D685476E-FD41-400C-A088-D1200F8C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494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5" name="data_1164">
            <a:extLst xmlns:a="http://schemas.openxmlformats.org/drawingml/2006/main">
              <a:ext uri="{FF2B5EF4-FFF2-40B4-BE49-F238E27FC236}">
                <a16:creationId xmlns:a16="http://schemas.microsoft.com/office/drawing/2014/main" id="{2C1B347C-D68B-4BBB-BE29-E8778CAAB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5950" y="32926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6" name="data_1165">
            <a:extLst xmlns:a="http://schemas.openxmlformats.org/drawingml/2006/main">
              <a:ext uri="{FF2B5EF4-FFF2-40B4-BE49-F238E27FC236}">
                <a16:creationId xmlns:a16="http://schemas.microsoft.com/office/drawing/2014/main" id="{997B1C00-8AA0-4530-9B77-2E45E052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3148" y="331406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7" name="data_1166">
            <a:extLst xmlns:a="http://schemas.openxmlformats.org/drawingml/2006/main">
              <a:ext uri="{FF2B5EF4-FFF2-40B4-BE49-F238E27FC236}">
                <a16:creationId xmlns:a16="http://schemas.microsoft.com/office/drawing/2014/main" id="{CEA77F68-F2A1-4A03-8652-350ABACD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6700" y="27027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8" name="data_1167">
            <a:extLst xmlns:a="http://schemas.openxmlformats.org/drawingml/2006/main">
              <a:ext uri="{FF2B5EF4-FFF2-40B4-BE49-F238E27FC236}">
                <a16:creationId xmlns:a16="http://schemas.microsoft.com/office/drawing/2014/main" id="{CF431B58-6F1A-4310-99AF-B5E8C2F75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4301" y="308632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9" name="data_1168">
            <a:extLst xmlns:a="http://schemas.openxmlformats.org/drawingml/2006/main">
              <a:ext uri="{FF2B5EF4-FFF2-40B4-BE49-F238E27FC236}">
                <a16:creationId xmlns:a16="http://schemas.microsoft.com/office/drawing/2014/main" id="{8A8D72AF-AF99-43E1-83CA-AA65751AC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9966" y="33131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0" name="data_1169">
            <a:extLst xmlns:a="http://schemas.openxmlformats.org/drawingml/2006/main">
              <a:ext uri="{FF2B5EF4-FFF2-40B4-BE49-F238E27FC236}">
                <a16:creationId xmlns:a16="http://schemas.microsoft.com/office/drawing/2014/main" id="{DAC5BB33-FB57-44FA-AE70-029D7EE1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784" y="300362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1" name="data_1170">
            <a:extLst xmlns:a="http://schemas.openxmlformats.org/drawingml/2006/main">
              <a:ext uri="{FF2B5EF4-FFF2-40B4-BE49-F238E27FC236}">
                <a16:creationId xmlns:a16="http://schemas.microsoft.com/office/drawing/2014/main" id="{F0166317-29F9-4F2E-83F4-E5F8C62A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607" y="33058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2" name="data_1171">
            <a:extLst xmlns:a="http://schemas.openxmlformats.org/drawingml/2006/main">
              <a:ext uri="{FF2B5EF4-FFF2-40B4-BE49-F238E27FC236}">
                <a16:creationId xmlns:a16="http://schemas.microsoft.com/office/drawing/2014/main" id="{4BB5AAFE-DF8B-4523-BA0B-2690E7AF1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272" y="29494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3" name="data_1172">
            <a:extLst xmlns:a="http://schemas.openxmlformats.org/drawingml/2006/main">
              <a:ext uri="{FF2B5EF4-FFF2-40B4-BE49-F238E27FC236}">
                <a16:creationId xmlns:a16="http://schemas.microsoft.com/office/drawing/2014/main" id="{322CBF50-440A-4B12-B412-DF6CFDA46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7454" y="32300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4" name="data_1173">
            <a:extLst xmlns:a="http://schemas.openxmlformats.org/drawingml/2006/main">
              <a:ext uri="{FF2B5EF4-FFF2-40B4-BE49-F238E27FC236}">
                <a16:creationId xmlns:a16="http://schemas.microsoft.com/office/drawing/2014/main" id="{F0C984F0-A518-4D91-9011-3DC289AA2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7107" y="32547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5" name="data_1174">
            <a:extLst xmlns:a="http://schemas.openxmlformats.org/drawingml/2006/main">
              <a:ext uri="{FF2B5EF4-FFF2-40B4-BE49-F238E27FC236}">
                <a16:creationId xmlns:a16="http://schemas.microsoft.com/office/drawing/2014/main" id="{FF590221-F9F0-4B53-B3A2-518BCCD9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629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6" name="data_1175">
            <a:extLst xmlns:a="http://schemas.openxmlformats.org/drawingml/2006/main">
              <a:ext uri="{FF2B5EF4-FFF2-40B4-BE49-F238E27FC236}">
                <a16:creationId xmlns:a16="http://schemas.microsoft.com/office/drawing/2014/main" id="{DEC79EA5-691C-467E-8D2A-DC235FA70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4526" y="26958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7" name="data_1176">
            <a:extLst xmlns:a="http://schemas.openxmlformats.org/drawingml/2006/main">
              <a:ext uri="{FF2B5EF4-FFF2-40B4-BE49-F238E27FC236}">
                <a16:creationId xmlns:a16="http://schemas.microsoft.com/office/drawing/2014/main" id="{BDD2DC64-6B4D-4919-AC76-E7B327C8C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502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8" name="data_1177">
            <a:extLst xmlns:a="http://schemas.openxmlformats.org/drawingml/2006/main">
              <a:ext uri="{FF2B5EF4-FFF2-40B4-BE49-F238E27FC236}">
                <a16:creationId xmlns:a16="http://schemas.microsoft.com/office/drawing/2014/main" id="{42D2FE29-171F-4A08-BB5A-810C62269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9472" y="32779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9" name="data_1178">
            <a:extLst xmlns:a="http://schemas.openxmlformats.org/drawingml/2006/main">
              <a:ext uri="{FF2B5EF4-FFF2-40B4-BE49-F238E27FC236}">
                <a16:creationId xmlns:a16="http://schemas.microsoft.com/office/drawing/2014/main" id="{C9E08E6C-9D1D-4C0A-B203-D4B9CB78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1370" y="30653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0" name="data_1179">
            <a:extLst xmlns:a="http://schemas.openxmlformats.org/drawingml/2006/main">
              <a:ext uri="{FF2B5EF4-FFF2-40B4-BE49-F238E27FC236}">
                <a16:creationId xmlns:a16="http://schemas.microsoft.com/office/drawing/2014/main" id="{B39EF697-DC48-4158-BF5D-A34367BBA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1701" y="28120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1" name="data_1180">
            <a:extLst xmlns:a="http://schemas.openxmlformats.org/drawingml/2006/main">
              <a:ext uri="{FF2B5EF4-FFF2-40B4-BE49-F238E27FC236}">
                <a16:creationId xmlns:a16="http://schemas.microsoft.com/office/drawing/2014/main" id="{1F08F664-D379-40F7-BFD3-C761FD706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338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2" name="data_1181">
            <a:extLst xmlns:a="http://schemas.openxmlformats.org/drawingml/2006/main">
              <a:ext uri="{FF2B5EF4-FFF2-40B4-BE49-F238E27FC236}">
                <a16:creationId xmlns:a16="http://schemas.microsoft.com/office/drawing/2014/main" id="{8D491B12-84DB-4A3A-B8FF-032E8520D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9122" y="33227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3" name="data_1182">
            <a:extLst xmlns:a="http://schemas.openxmlformats.org/drawingml/2006/main">
              <a:ext uri="{FF2B5EF4-FFF2-40B4-BE49-F238E27FC236}">
                <a16:creationId xmlns:a16="http://schemas.microsoft.com/office/drawing/2014/main" id="{7BFD8801-3920-4B96-BF22-64F02F3B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152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4" name="data_1183">
            <a:extLst xmlns:a="http://schemas.openxmlformats.org/drawingml/2006/main">
              <a:ext uri="{FF2B5EF4-FFF2-40B4-BE49-F238E27FC236}">
                <a16:creationId xmlns:a16="http://schemas.microsoft.com/office/drawing/2014/main" id="{4016E774-A1D5-4690-AF6C-2B7229D45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995" y="317164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5" name="data_1184">
            <a:extLst xmlns:a="http://schemas.openxmlformats.org/drawingml/2006/main">
              <a:ext uri="{FF2B5EF4-FFF2-40B4-BE49-F238E27FC236}">
                <a16:creationId xmlns:a16="http://schemas.microsoft.com/office/drawing/2014/main" id="{72EAE8A9-C6FA-461D-B767-02AB5D34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4150" y="21856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6" name="data_1185">
            <a:extLst xmlns:a="http://schemas.openxmlformats.org/drawingml/2006/main">
              <a:ext uri="{FF2B5EF4-FFF2-40B4-BE49-F238E27FC236}">
                <a16:creationId xmlns:a16="http://schemas.microsoft.com/office/drawing/2014/main" id="{624E6B29-86EE-4DD2-AA57-8824D1CB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52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7" name="data_1186">
            <a:extLst xmlns:a="http://schemas.openxmlformats.org/drawingml/2006/main">
              <a:ext uri="{FF2B5EF4-FFF2-40B4-BE49-F238E27FC236}">
                <a16:creationId xmlns:a16="http://schemas.microsoft.com/office/drawing/2014/main" id="{F78C7F77-80D4-4F0B-A95F-37DC4F041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915" y="33092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8" name="data_1187">
            <a:extLst xmlns:a="http://schemas.openxmlformats.org/drawingml/2006/main">
              <a:ext uri="{FF2B5EF4-FFF2-40B4-BE49-F238E27FC236}">
                <a16:creationId xmlns:a16="http://schemas.microsoft.com/office/drawing/2014/main" id="{A2FCE264-5070-4D8A-A710-FE7ED2451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29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9" name="data_1188">
            <a:extLst xmlns:a="http://schemas.openxmlformats.org/drawingml/2006/main">
              <a:ext uri="{FF2B5EF4-FFF2-40B4-BE49-F238E27FC236}">
                <a16:creationId xmlns:a16="http://schemas.microsoft.com/office/drawing/2014/main" id="{C8858437-4F05-4539-A194-24582425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822" y="217490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0" name="data_1189">
            <a:extLst xmlns:a="http://schemas.openxmlformats.org/drawingml/2006/main">
              <a:ext uri="{FF2B5EF4-FFF2-40B4-BE49-F238E27FC236}">
                <a16:creationId xmlns:a16="http://schemas.microsoft.com/office/drawing/2014/main" id="{1E9137C0-CB4F-40B4-9D0E-ED3E7BFC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064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1" name="data_1190">
            <a:extLst xmlns:a="http://schemas.openxmlformats.org/drawingml/2006/main">
              <a:ext uri="{FF2B5EF4-FFF2-40B4-BE49-F238E27FC236}">
                <a16:creationId xmlns:a16="http://schemas.microsoft.com/office/drawing/2014/main" id="{D4B3ED82-6FA8-430C-907C-2F021994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061" y="32125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2" name="data_1191">
            <a:extLst xmlns:a="http://schemas.openxmlformats.org/drawingml/2006/main">
              <a:ext uri="{FF2B5EF4-FFF2-40B4-BE49-F238E27FC236}">
                <a16:creationId xmlns:a16="http://schemas.microsoft.com/office/drawing/2014/main" id="{E4E73A1A-CDE2-4902-B1D3-CCCBD205E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981" y="31760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3" name="data_1192">
            <a:extLst xmlns:a="http://schemas.openxmlformats.org/drawingml/2006/main">
              <a:ext uri="{FF2B5EF4-FFF2-40B4-BE49-F238E27FC236}">
                <a16:creationId xmlns:a16="http://schemas.microsoft.com/office/drawing/2014/main" id="{E8DD08F8-7A97-47C2-B333-25B1970E0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014" y="304451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4" name="data_1193">
            <a:extLst xmlns:a="http://schemas.openxmlformats.org/drawingml/2006/main">
              <a:ext uri="{FF2B5EF4-FFF2-40B4-BE49-F238E27FC236}">
                <a16:creationId xmlns:a16="http://schemas.microsoft.com/office/drawing/2014/main" id="{F252C80B-6D3C-4601-AD2B-5CC04F115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80" y="21734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5" name="data_1194">
            <a:extLst xmlns:a="http://schemas.openxmlformats.org/drawingml/2006/main">
              <a:ext uri="{FF2B5EF4-FFF2-40B4-BE49-F238E27FC236}">
                <a16:creationId xmlns:a16="http://schemas.microsoft.com/office/drawing/2014/main" id="{6B70A182-EB4E-4BC4-BF8B-8471C9997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402" y="33157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6" name="data_1195">
            <a:extLst xmlns:a="http://schemas.openxmlformats.org/drawingml/2006/main">
              <a:ext uri="{FF2B5EF4-FFF2-40B4-BE49-F238E27FC236}">
                <a16:creationId xmlns:a16="http://schemas.microsoft.com/office/drawing/2014/main" id="{2F59948C-2F53-45FC-9958-3CA707D5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7019" y="33210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7" name="data_1196">
            <a:extLst xmlns:a="http://schemas.openxmlformats.org/drawingml/2006/main">
              <a:ext uri="{FF2B5EF4-FFF2-40B4-BE49-F238E27FC236}">
                <a16:creationId xmlns:a16="http://schemas.microsoft.com/office/drawing/2014/main" id="{5A81A955-51C7-420F-92B5-C2B128C7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882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8" name="data_1197">
            <a:extLst xmlns:a="http://schemas.openxmlformats.org/drawingml/2006/main">
              <a:ext uri="{FF2B5EF4-FFF2-40B4-BE49-F238E27FC236}">
                <a16:creationId xmlns:a16="http://schemas.microsoft.com/office/drawing/2014/main" id="{1396419D-F758-4F92-8C4D-698994A48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7772" y="332009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9" name="data_1198">
            <a:extLst xmlns:a="http://schemas.openxmlformats.org/drawingml/2006/main">
              <a:ext uri="{FF2B5EF4-FFF2-40B4-BE49-F238E27FC236}">
                <a16:creationId xmlns:a16="http://schemas.microsoft.com/office/drawing/2014/main" id="{34F9EC17-1392-46BD-ABE3-ECC6E98C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4495" y="330299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0" name="data_1199">
            <a:extLst xmlns:a="http://schemas.openxmlformats.org/drawingml/2006/main">
              <a:ext uri="{FF2B5EF4-FFF2-40B4-BE49-F238E27FC236}">
                <a16:creationId xmlns:a16="http://schemas.microsoft.com/office/drawing/2014/main" id="{82C83974-4A4F-41B4-A619-7897E8E6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531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1" name="data_1200">
            <a:extLst xmlns:a="http://schemas.openxmlformats.org/drawingml/2006/main">
              <a:ext uri="{FF2B5EF4-FFF2-40B4-BE49-F238E27FC236}">
                <a16:creationId xmlns:a16="http://schemas.microsoft.com/office/drawing/2014/main" id="{40A50CD2-0C95-46EE-807E-54E0FC404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3177" y="33200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2" name="data_1201">
            <a:extLst xmlns:a="http://schemas.openxmlformats.org/drawingml/2006/main">
              <a:ext uri="{FF2B5EF4-FFF2-40B4-BE49-F238E27FC236}">
                <a16:creationId xmlns:a16="http://schemas.microsoft.com/office/drawing/2014/main" id="{34690F1D-F8E0-4413-BF07-6191FADD0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5987" y="332105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3" name="data_1202">
            <a:extLst xmlns:a="http://schemas.openxmlformats.org/drawingml/2006/main">
              <a:ext uri="{FF2B5EF4-FFF2-40B4-BE49-F238E27FC236}">
                <a16:creationId xmlns:a16="http://schemas.microsoft.com/office/drawing/2014/main" id="{901D39AE-0E17-45D2-BE81-918E14FE1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512" y="32755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4" name="data_1203">
            <a:extLst xmlns:a="http://schemas.openxmlformats.org/drawingml/2006/main">
              <a:ext uri="{FF2B5EF4-FFF2-40B4-BE49-F238E27FC236}">
                <a16:creationId xmlns:a16="http://schemas.microsoft.com/office/drawing/2014/main" id="{557AF0C2-59F1-492B-88C5-C3B5A7818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461" y="32442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5" name="data_1204">
            <a:extLst xmlns:a="http://schemas.openxmlformats.org/drawingml/2006/main">
              <a:ext uri="{FF2B5EF4-FFF2-40B4-BE49-F238E27FC236}">
                <a16:creationId xmlns:a16="http://schemas.microsoft.com/office/drawing/2014/main" id="{EFA20683-015C-4BF8-82BD-23A4FB0F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9572" y="330694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6" name="data_1205">
            <a:extLst xmlns:a="http://schemas.openxmlformats.org/drawingml/2006/main">
              <a:ext uri="{FF2B5EF4-FFF2-40B4-BE49-F238E27FC236}">
                <a16:creationId xmlns:a16="http://schemas.microsoft.com/office/drawing/2014/main" id="{615EA044-AF1B-497D-89CE-9501A409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3681" y="24276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7" name="data_1206">
            <a:extLst xmlns:a="http://schemas.openxmlformats.org/drawingml/2006/main">
              <a:ext uri="{FF2B5EF4-FFF2-40B4-BE49-F238E27FC236}">
                <a16:creationId xmlns:a16="http://schemas.microsoft.com/office/drawing/2014/main" id="{5890D5F0-C546-4F50-8EE6-48756BFC5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091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8" name="data_1207">
            <a:extLst xmlns:a="http://schemas.openxmlformats.org/drawingml/2006/main">
              <a:ext uri="{FF2B5EF4-FFF2-40B4-BE49-F238E27FC236}">
                <a16:creationId xmlns:a16="http://schemas.microsoft.com/office/drawing/2014/main" id="{AE322031-8A0C-46A6-AEA9-9B77FC957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5023" y="32650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9" name="data_1208">
            <a:extLst xmlns:a="http://schemas.openxmlformats.org/drawingml/2006/main">
              <a:ext uri="{FF2B5EF4-FFF2-40B4-BE49-F238E27FC236}">
                <a16:creationId xmlns:a16="http://schemas.microsoft.com/office/drawing/2014/main" id="{1D8DBCA1-CE92-4FE0-A697-5F418778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8944" y="32991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0" name="data_1209">
            <a:extLst xmlns:a="http://schemas.openxmlformats.org/drawingml/2006/main">
              <a:ext uri="{FF2B5EF4-FFF2-40B4-BE49-F238E27FC236}">
                <a16:creationId xmlns:a16="http://schemas.microsoft.com/office/drawing/2014/main" id="{F3BD017D-0F86-48F5-A21A-701ABC0C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721" y="32219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1" name="data_1210">
            <a:extLst xmlns:a="http://schemas.openxmlformats.org/drawingml/2006/main">
              <a:ext uri="{FF2B5EF4-FFF2-40B4-BE49-F238E27FC236}">
                <a16:creationId xmlns:a16="http://schemas.microsoft.com/office/drawing/2014/main" id="{462D342A-5FE8-44E4-8339-BCE28D7D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442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2" name="data_1211">
            <a:extLst xmlns:a="http://schemas.openxmlformats.org/drawingml/2006/main">
              <a:ext uri="{FF2B5EF4-FFF2-40B4-BE49-F238E27FC236}">
                <a16:creationId xmlns:a16="http://schemas.microsoft.com/office/drawing/2014/main" id="{AA9DDD88-F10F-4E93-8E73-E7143B81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1491" y="330964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3" name="data_1212">
            <a:extLst xmlns:a="http://schemas.openxmlformats.org/drawingml/2006/main">
              <a:ext uri="{FF2B5EF4-FFF2-40B4-BE49-F238E27FC236}">
                <a16:creationId xmlns:a16="http://schemas.microsoft.com/office/drawing/2014/main" id="{A58200F2-35D0-404D-AB7C-2F6CEEDB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5783" y="32815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4" name="data_1213">
            <a:extLst xmlns:a="http://schemas.openxmlformats.org/drawingml/2006/main">
              <a:ext uri="{FF2B5EF4-FFF2-40B4-BE49-F238E27FC236}">
                <a16:creationId xmlns:a16="http://schemas.microsoft.com/office/drawing/2014/main" id="{D1DAF245-53F4-4782-857F-D7FFFFD9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5509" y="331229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5" name="data_1214">
            <a:extLst xmlns:a="http://schemas.openxmlformats.org/drawingml/2006/main">
              <a:ext uri="{FF2B5EF4-FFF2-40B4-BE49-F238E27FC236}">
                <a16:creationId xmlns:a16="http://schemas.microsoft.com/office/drawing/2014/main" id="{9EF3C3E4-4FFE-4C8F-B0E3-89E228AA6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5676" y="32988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6" name="data_1215">
            <a:extLst xmlns:a="http://schemas.openxmlformats.org/drawingml/2006/main">
              <a:ext uri="{FF2B5EF4-FFF2-40B4-BE49-F238E27FC236}">
                <a16:creationId xmlns:a16="http://schemas.microsoft.com/office/drawing/2014/main" id="{6E7F627F-738A-4CD4-81CF-6EBF381F6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443" y="30327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7" name="data_1216">
            <a:extLst xmlns:a="http://schemas.openxmlformats.org/drawingml/2006/main">
              <a:ext uri="{FF2B5EF4-FFF2-40B4-BE49-F238E27FC236}">
                <a16:creationId xmlns:a16="http://schemas.microsoft.com/office/drawing/2014/main" id="{11429D19-66F0-46B5-A0F0-C862C861B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760" y="32861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8" name="data_1217">
            <a:extLst xmlns:a="http://schemas.openxmlformats.org/drawingml/2006/main">
              <a:ext uri="{FF2B5EF4-FFF2-40B4-BE49-F238E27FC236}">
                <a16:creationId xmlns:a16="http://schemas.microsoft.com/office/drawing/2014/main" id="{AD1D95E9-9591-49F7-B3F9-1167FE28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4585" y="328425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9" name="data_1218">
            <a:extLst xmlns:a="http://schemas.openxmlformats.org/drawingml/2006/main">
              <a:ext uri="{FF2B5EF4-FFF2-40B4-BE49-F238E27FC236}">
                <a16:creationId xmlns:a16="http://schemas.microsoft.com/office/drawing/2014/main" id="{6E0C9343-658E-4875-8AF3-C86255D4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289" y="32333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0" name="data_1219">
            <a:extLst xmlns:a="http://schemas.openxmlformats.org/drawingml/2006/main">
              <a:ext uri="{FF2B5EF4-FFF2-40B4-BE49-F238E27FC236}">
                <a16:creationId xmlns:a16="http://schemas.microsoft.com/office/drawing/2014/main" id="{0B7DE49F-26B3-4053-A404-CDB328AD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231" y="31989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1" name="data_1220">
            <a:extLst xmlns:a="http://schemas.openxmlformats.org/drawingml/2006/main">
              <a:ext uri="{FF2B5EF4-FFF2-40B4-BE49-F238E27FC236}">
                <a16:creationId xmlns:a16="http://schemas.microsoft.com/office/drawing/2014/main" id="{65ABECDD-D707-41EE-A04D-926EF2671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4602" y="33010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2" name="data_1221">
            <a:extLst xmlns:a="http://schemas.openxmlformats.org/drawingml/2006/main">
              <a:ext uri="{FF2B5EF4-FFF2-40B4-BE49-F238E27FC236}">
                <a16:creationId xmlns:a16="http://schemas.microsoft.com/office/drawing/2014/main" id="{23FF32A6-E409-4FA7-B9CD-6BE7ADEE9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3064" y="31542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3" name="data_1222">
            <a:extLst xmlns:a="http://schemas.openxmlformats.org/drawingml/2006/main">
              <a:ext uri="{FF2B5EF4-FFF2-40B4-BE49-F238E27FC236}">
                <a16:creationId xmlns:a16="http://schemas.microsoft.com/office/drawing/2014/main" id="{0F41CE97-4CA3-416E-8CA3-734D7DB38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300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4" name="data_1223">
            <a:extLst xmlns:a="http://schemas.openxmlformats.org/drawingml/2006/main">
              <a:ext uri="{FF2B5EF4-FFF2-40B4-BE49-F238E27FC236}">
                <a16:creationId xmlns:a16="http://schemas.microsoft.com/office/drawing/2014/main" id="{7C51BFE5-7222-4E9A-89BC-F26E218BC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803" y="33079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5" name="data_1224">
            <a:extLst xmlns:a="http://schemas.openxmlformats.org/drawingml/2006/main">
              <a:ext uri="{FF2B5EF4-FFF2-40B4-BE49-F238E27FC236}">
                <a16:creationId xmlns:a16="http://schemas.microsoft.com/office/drawing/2014/main" id="{A00F0C12-4AA7-4ECC-A02E-752AB8E9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498" y="29928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6" name="data_1225">
            <a:extLst xmlns:a="http://schemas.openxmlformats.org/drawingml/2006/main">
              <a:ext uri="{FF2B5EF4-FFF2-40B4-BE49-F238E27FC236}">
                <a16:creationId xmlns:a16="http://schemas.microsoft.com/office/drawing/2014/main" id="{9088E2F9-B540-42BA-86F9-D7BC12C2E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1507" y="326057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7" name="data_1226">
            <a:extLst xmlns:a="http://schemas.openxmlformats.org/drawingml/2006/main">
              <a:ext uri="{FF2B5EF4-FFF2-40B4-BE49-F238E27FC236}">
                <a16:creationId xmlns:a16="http://schemas.microsoft.com/office/drawing/2014/main" id="{C9F67357-AB7E-4F2C-BE57-1CB60960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6764" y="28608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8" name="data_1227">
            <a:extLst xmlns:a="http://schemas.openxmlformats.org/drawingml/2006/main">
              <a:ext uri="{FF2B5EF4-FFF2-40B4-BE49-F238E27FC236}">
                <a16:creationId xmlns:a16="http://schemas.microsoft.com/office/drawing/2014/main" id="{4D860DE3-EE76-4068-90CC-D448413D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063" y="331686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9" name="data_1228">
            <a:extLst xmlns:a="http://schemas.openxmlformats.org/drawingml/2006/main">
              <a:ext uri="{FF2B5EF4-FFF2-40B4-BE49-F238E27FC236}">
                <a16:creationId xmlns:a16="http://schemas.microsoft.com/office/drawing/2014/main" id="{8468F6F9-5577-49CF-AA1E-C2EBA8A07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353" y="315381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0" name="data_1229">
            <a:extLst xmlns:a="http://schemas.openxmlformats.org/drawingml/2006/main">
              <a:ext uri="{FF2B5EF4-FFF2-40B4-BE49-F238E27FC236}">
                <a16:creationId xmlns:a16="http://schemas.microsoft.com/office/drawing/2014/main" id="{3206BBCB-3D11-4BA0-A55C-EDFB985B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9822" y="33133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1" name="data_1230">
            <a:extLst xmlns:a="http://schemas.openxmlformats.org/drawingml/2006/main">
              <a:ext uri="{FF2B5EF4-FFF2-40B4-BE49-F238E27FC236}">
                <a16:creationId xmlns:a16="http://schemas.microsoft.com/office/drawing/2014/main" id="{F0C05644-DA8B-4D94-8D8A-298A963B6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3394" y="32768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2" name="data_1231">
            <a:extLst xmlns:a="http://schemas.openxmlformats.org/drawingml/2006/main">
              <a:ext uri="{FF2B5EF4-FFF2-40B4-BE49-F238E27FC236}">
                <a16:creationId xmlns:a16="http://schemas.microsoft.com/office/drawing/2014/main" id="{73EB9E3F-5BF4-4CB5-9A1B-3751C0066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048" y="3013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3" name="data_1232">
            <a:extLst xmlns:a="http://schemas.openxmlformats.org/drawingml/2006/main">
              <a:ext uri="{FF2B5EF4-FFF2-40B4-BE49-F238E27FC236}">
                <a16:creationId xmlns:a16="http://schemas.microsoft.com/office/drawing/2014/main" id="{F2A3E923-ED97-4793-9F36-C1FCE9E92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7113" y="33170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4" name="data_1233">
            <a:extLst xmlns:a="http://schemas.openxmlformats.org/drawingml/2006/main">
              <a:ext uri="{FF2B5EF4-FFF2-40B4-BE49-F238E27FC236}">
                <a16:creationId xmlns:a16="http://schemas.microsoft.com/office/drawing/2014/main" id="{B9F67B22-878F-4E09-9DDA-EE2F92E90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7512" y="306663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5" name="data_1234">
            <a:extLst xmlns:a="http://schemas.openxmlformats.org/drawingml/2006/main">
              <a:ext uri="{FF2B5EF4-FFF2-40B4-BE49-F238E27FC236}">
                <a16:creationId xmlns:a16="http://schemas.microsoft.com/office/drawing/2014/main" id="{8158339E-4B5F-405B-AC95-A131818F0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136" y="31899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6" name="data_1235">
            <a:extLst xmlns:a="http://schemas.openxmlformats.org/drawingml/2006/main">
              <a:ext uri="{FF2B5EF4-FFF2-40B4-BE49-F238E27FC236}">
                <a16:creationId xmlns:a16="http://schemas.microsoft.com/office/drawing/2014/main" id="{957E0E9F-1592-48A6-8153-421475D6D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3450" y="330158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7" name="data_1236">
            <a:extLst xmlns:a="http://schemas.openxmlformats.org/drawingml/2006/main">
              <a:ext uri="{FF2B5EF4-FFF2-40B4-BE49-F238E27FC236}">
                <a16:creationId xmlns:a16="http://schemas.microsoft.com/office/drawing/2014/main" id="{860D6D81-DC7A-4660-A8F9-D4332DEA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2339" y="327590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8" name="data_1237">
            <a:extLst xmlns:a="http://schemas.openxmlformats.org/drawingml/2006/main">
              <a:ext uri="{FF2B5EF4-FFF2-40B4-BE49-F238E27FC236}">
                <a16:creationId xmlns:a16="http://schemas.microsoft.com/office/drawing/2014/main" id="{C74CFBAD-6556-4098-8333-42385EA83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4551" y="32636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9" name="data_1238">
            <a:extLst xmlns:a="http://schemas.openxmlformats.org/drawingml/2006/main">
              <a:ext uri="{FF2B5EF4-FFF2-40B4-BE49-F238E27FC236}">
                <a16:creationId xmlns:a16="http://schemas.microsoft.com/office/drawing/2014/main" id="{6EA78E22-0B19-448A-8EE4-D2CB5203C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8447" y="33193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0" name="data_1239">
            <a:extLst xmlns:a="http://schemas.openxmlformats.org/drawingml/2006/main">
              <a:ext uri="{FF2B5EF4-FFF2-40B4-BE49-F238E27FC236}">
                <a16:creationId xmlns:a16="http://schemas.microsoft.com/office/drawing/2014/main" id="{A75F67A3-686C-4530-B55B-0390CF21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8364" y="32577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1" name="data_1240">
            <a:extLst xmlns:a="http://schemas.openxmlformats.org/drawingml/2006/main">
              <a:ext uri="{FF2B5EF4-FFF2-40B4-BE49-F238E27FC236}">
                <a16:creationId xmlns:a16="http://schemas.microsoft.com/office/drawing/2014/main" id="{210FF535-FFDC-4FED-BCA6-76E66AED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371" y="32245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2" name="data_1241">
            <a:extLst xmlns:a="http://schemas.openxmlformats.org/drawingml/2006/main">
              <a:ext uri="{FF2B5EF4-FFF2-40B4-BE49-F238E27FC236}">
                <a16:creationId xmlns:a16="http://schemas.microsoft.com/office/drawing/2014/main" id="{0C7FC2FC-F8FC-4886-BB1A-9F31ACBCE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7018" y="329584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3" name="data_1242">
            <a:extLst xmlns:a="http://schemas.openxmlformats.org/drawingml/2006/main">
              <a:ext uri="{FF2B5EF4-FFF2-40B4-BE49-F238E27FC236}">
                <a16:creationId xmlns:a16="http://schemas.microsoft.com/office/drawing/2014/main" id="{EC356E26-B134-4329-862F-7AD40AEF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818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4" name="data_1243">
            <a:extLst xmlns:a="http://schemas.openxmlformats.org/drawingml/2006/main">
              <a:ext uri="{FF2B5EF4-FFF2-40B4-BE49-F238E27FC236}">
                <a16:creationId xmlns:a16="http://schemas.microsoft.com/office/drawing/2014/main" id="{2E7E0A08-C5C9-472E-9E65-0C847FCAE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2995" y="331975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5" name="data_1244">
            <a:extLst xmlns:a="http://schemas.openxmlformats.org/drawingml/2006/main">
              <a:ext uri="{FF2B5EF4-FFF2-40B4-BE49-F238E27FC236}">
                <a16:creationId xmlns:a16="http://schemas.microsoft.com/office/drawing/2014/main" id="{1BDB39E4-97E1-4CF7-B689-A8301E7B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283" y="25431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6" name="data_1245">
            <a:extLst xmlns:a="http://schemas.openxmlformats.org/drawingml/2006/main">
              <a:ext uri="{FF2B5EF4-FFF2-40B4-BE49-F238E27FC236}">
                <a16:creationId xmlns:a16="http://schemas.microsoft.com/office/drawing/2014/main" id="{7751FE07-1DA2-47C6-B47E-27AE06D62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3126" y="33164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7" name="data_1246">
            <a:extLst xmlns:a="http://schemas.openxmlformats.org/drawingml/2006/main">
              <a:ext uri="{FF2B5EF4-FFF2-40B4-BE49-F238E27FC236}">
                <a16:creationId xmlns:a16="http://schemas.microsoft.com/office/drawing/2014/main" id="{AF3DFF35-2F23-49FE-A48F-2FEF0C420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8722" y="32874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8" name="data_1247">
            <a:extLst xmlns:a="http://schemas.openxmlformats.org/drawingml/2006/main">
              <a:ext uri="{FF2B5EF4-FFF2-40B4-BE49-F238E27FC236}">
                <a16:creationId xmlns:a16="http://schemas.microsoft.com/office/drawing/2014/main" id="{A24BB2DA-F306-4592-9D5A-18DDBC92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8209" y="328204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9" name="data_1248">
            <a:extLst xmlns:a="http://schemas.openxmlformats.org/drawingml/2006/main">
              <a:ext uri="{FF2B5EF4-FFF2-40B4-BE49-F238E27FC236}">
                <a16:creationId xmlns:a16="http://schemas.microsoft.com/office/drawing/2014/main" id="{13B544BF-F2D7-4530-A3EA-061180A9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432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0" name="data_1249">
            <a:extLst xmlns:a="http://schemas.openxmlformats.org/drawingml/2006/main">
              <a:ext uri="{FF2B5EF4-FFF2-40B4-BE49-F238E27FC236}">
                <a16:creationId xmlns:a16="http://schemas.microsoft.com/office/drawing/2014/main" id="{741CA375-B3F3-4177-8713-EF9DD73E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329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1" name="data_1250">
            <a:extLst xmlns:a="http://schemas.openxmlformats.org/drawingml/2006/main">
              <a:ext uri="{FF2B5EF4-FFF2-40B4-BE49-F238E27FC236}">
                <a16:creationId xmlns:a16="http://schemas.microsoft.com/office/drawing/2014/main" id="{27A778BB-3C1D-4541-9C6B-BC19C45D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432" y="328463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2" name="data_1251">
            <a:extLst xmlns:a="http://schemas.openxmlformats.org/drawingml/2006/main">
              <a:ext uri="{FF2B5EF4-FFF2-40B4-BE49-F238E27FC236}">
                <a16:creationId xmlns:a16="http://schemas.microsoft.com/office/drawing/2014/main" id="{480647F1-BBCC-4983-A3C7-16077AFF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0813" y="32649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3" name="data_1252">
            <a:extLst xmlns:a="http://schemas.openxmlformats.org/drawingml/2006/main">
              <a:ext uri="{FF2B5EF4-FFF2-40B4-BE49-F238E27FC236}">
                <a16:creationId xmlns:a16="http://schemas.microsoft.com/office/drawing/2014/main" id="{9388A05F-910B-4D5A-8C3C-63E029D9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0869" y="330764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4" name="data_1253">
            <a:extLst xmlns:a="http://schemas.openxmlformats.org/drawingml/2006/main">
              <a:ext uri="{FF2B5EF4-FFF2-40B4-BE49-F238E27FC236}">
                <a16:creationId xmlns:a16="http://schemas.microsoft.com/office/drawing/2014/main" id="{B55076FC-BA63-4365-8BF2-059FB4D29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7890" y="33138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5" name="data_1254">
            <a:extLst xmlns:a="http://schemas.openxmlformats.org/drawingml/2006/main">
              <a:ext uri="{FF2B5EF4-FFF2-40B4-BE49-F238E27FC236}">
                <a16:creationId xmlns:a16="http://schemas.microsoft.com/office/drawing/2014/main" id="{7D7C5688-5659-4623-8EDC-FD8E25BF5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6842" y="32231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6" name="data_1255">
            <a:extLst xmlns:a="http://schemas.openxmlformats.org/drawingml/2006/main">
              <a:ext uri="{FF2B5EF4-FFF2-40B4-BE49-F238E27FC236}">
                <a16:creationId xmlns:a16="http://schemas.microsoft.com/office/drawing/2014/main" id="{33EBDC4D-6C77-4D73-B311-FB2908741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421" y="190675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7" name="data_1256">
            <a:extLst xmlns:a="http://schemas.openxmlformats.org/drawingml/2006/main">
              <a:ext uri="{FF2B5EF4-FFF2-40B4-BE49-F238E27FC236}">
                <a16:creationId xmlns:a16="http://schemas.microsoft.com/office/drawing/2014/main" id="{C21C6225-31A6-4FC6-8E02-626856495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8798" y="209076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8" name="data_1257">
            <a:extLst xmlns:a="http://schemas.openxmlformats.org/drawingml/2006/main">
              <a:ext uri="{FF2B5EF4-FFF2-40B4-BE49-F238E27FC236}">
                <a16:creationId xmlns:a16="http://schemas.microsoft.com/office/drawing/2014/main" id="{E1DB3DA1-EB3B-4A30-B90F-DB377853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2765" y="17878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9" name="data_1258">
            <a:extLst xmlns:a="http://schemas.openxmlformats.org/drawingml/2006/main">
              <a:ext uri="{FF2B5EF4-FFF2-40B4-BE49-F238E27FC236}">
                <a16:creationId xmlns:a16="http://schemas.microsoft.com/office/drawing/2014/main" id="{BB12A5ED-C561-4AF2-93D6-6945307C3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6422" y="18257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0" name="data_1259">
            <a:extLst xmlns:a="http://schemas.openxmlformats.org/drawingml/2006/main">
              <a:ext uri="{FF2B5EF4-FFF2-40B4-BE49-F238E27FC236}">
                <a16:creationId xmlns:a16="http://schemas.microsoft.com/office/drawing/2014/main" id="{1727C1A7-0DBB-46F9-B2FE-B1B79DC5D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4498" y="17312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1" name="data_1260">
            <a:extLst xmlns:a="http://schemas.openxmlformats.org/drawingml/2006/main">
              <a:ext uri="{FF2B5EF4-FFF2-40B4-BE49-F238E27FC236}">
                <a16:creationId xmlns:a16="http://schemas.microsoft.com/office/drawing/2014/main" id="{696F6187-D735-412B-ADC8-C2CAB972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0888" y="25092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2" name="data_1261">
            <a:extLst xmlns:a="http://schemas.openxmlformats.org/drawingml/2006/main">
              <a:ext uri="{FF2B5EF4-FFF2-40B4-BE49-F238E27FC236}">
                <a16:creationId xmlns:a16="http://schemas.microsoft.com/office/drawing/2014/main" id="{1DD6754B-A619-4CAD-B3E4-2FAE09935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6656" y="226562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3" name="data_1262">
            <a:extLst xmlns:a="http://schemas.openxmlformats.org/drawingml/2006/main">
              <a:ext uri="{FF2B5EF4-FFF2-40B4-BE49-F238E27FC236}">
                <a16:creationId xmlns:a16="http://schemas.microsoft.com/office/drawing/2014/main" id="{136006FE-73B7-4E52-89EE-51C79950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9769" y="236745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4" name="data_1263">
            <a:extLst xmlns:a="http://schemas.openxmlformats.org/drawingml/2006/main">
              <a:ext uri="{FF2B5EF4-FFF2-40B4-BE49-F238E27FC236}">
                <a16:creationId xmlns:a16="http://schemas.microsoft.com/office/drawing/2014/main" id="{C5DD31F9-A834-44DD-B264-02C662C95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448" y="19548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5" name="data_1264">
            <a:extLst xmlns:a="http://schemas.openxmlformats.org/drawingml/2006/main">
              <a:ext uri="{FF2B5EF4-FFF2-40B4-BE49-F238E27FC236}">
                <a16:creationId xmlns:a16="http://schemas.microsoft.com/office/drawing/2014/main" id="{74FF3941-C135-4C0E-AEF6-EA84E54D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003" y="18949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6" name="data_1265">
            <a:extLst xmlns:a="http://schemas.openxmlformats.org/drawingml/2006/main">
              <a:ext uri="{FF2B5EF4-FFF2-40B4-BE49-F238E27FC236}">
                <a16:creationId xmlns:a16="http://schemas.microsoft.com/office/drawing/2014/main" id="{9AFEB48F-00A3-4EC8-95E3-970C0C340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1368" y="239670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7" name="data_1266">
            <a:extLst xmlns:a="http://schemas.openxmlformats.org/drawingml/2006/main">
              <a:ext uri="{FF2B5EF4-FFF2-40B4-BE49-F238E27FC236}">
                <a16:creationId xmlns:a16="http://schemas.microsoft.com/office/drawing/2014/main" id="{1C62102B-440B-494A-8F10-22B565DD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7279" y="228149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8" name="data_1267">
            <a:extLst xmlns:a="http://schemas.openxmlformats.org/drawingml/2006/main">
              <a:ext uri="{FF2B5EF4-FFF2-40B4-BE49-F238E27FC236}">
                <a16:creationId xmlns:a16="http://schemas.microsoft.com/office/drawing/2014/main" id="{1A425329-8570-4C40-9609-D1760881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8103" y="28832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9" name="data_1268">
            <a:extLst xmlns:a="http://schemas.openxmlformats.org/drawingml/2006/main">
              <a:ext uri="{FF2B5EF4-FFF2-40B4-BE49-F238E27FC236}">
                <a16:creationId xmlns:a16="http://schemas.microsoft.com/office/drawing/2014/main" id="{EA6BCC30-8E08-410F-B9C9-23625AF02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3489" y="24876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0" name="data_1269">
            <a:extLst xmlns:a="http://schemas.openxmlformats.org/drawingml/2006/main">
              <a:ext uri="{FF2B5EF4-FFF2-40B4-BE49-F238E27FC236}">
                <a16:creationId xmlns:a16="http://schemas.microsoft.com/office/drawing/2014/main" id="{79F58459-29B5-4602-8B76-6035311E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2478" y="18048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1" name="data_1270">
            <a:extLst xmlns:a="http://schemas.openxmlformats.org/drawingml/2006/main">
              <a:ext uri="{FF2B5EF4-FFF2-40B4-BE49-F238E27FC236}">
                <a16:creationId xmlns:a16="http://schemas.microsoft.com/office/drawing/2014/main" id="{AD4AD02E-FB18-4454-BF52-97226D280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50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2" name="data_1271">
            <a:extLst xmlns:a="http://schemas.openxmlformats.org/drawingml/2006/main">
              <a:ext uri="{FF2B5EF4-FFF2-40B4-BE49-F238E27FC236}">
                <a16:creationId xmlns:a16="http://schemas.microsoft.com/office/drawing/2014/main" id="{8D50DAA6-8E99-4FB4-A9BB-1C62BAAF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3059" y="17938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3" name="data_1272">
            <a:extLst xmlns:a="http://schemas.openxmlformats.org/drawingml/2006/main">
              <a:ext uri="{FF2B5EF4-FFF2-40B4-BE49-F238E27FC236}">
                <a16:creationId xmlns:a16="http://schemas.microsoft.com/office/drawing/2014/main" id="{F801E225-7352-4867-8A11-7271C2D4D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6833" y="17361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4" name="data_1273">
            <a:extLst xmlns:a="http://schemas.openxmlformats.org/drawingml/2006/main">
              <a:ext uri="{FF2B5EF4-FFF2-40B4-BE49-F238E27FC236}">
                <a16:creationId xmlns:a16="http://schemas.microsoft.com/office/drawing/2014/main" id="{288A0444-F6B6-4320-BBAC-38DC1581D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1010" y="23737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5" name="data_1274">
            <a:extLst xmlns:a="http://schemas.openxmlformats.org/drawingml/2006/main">
              <a:ext uri="{FF2B5EF4-FFF2-40B4-BE49-F238E27FC236}">
                <a16:creationId xmlns:a16="http://schemas.microsoft.com/office/drawing/2014/main" id="{15B9FC3C-F846-438F-AEF7-2F0224283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943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6" name="data_1275">
            <a:extLst xmlns:a="http://schemas.openxmlformats.org/drawingml/2006/main">
              <a:ext uri="{FF2B5EF4-FFF2-40B4-BE49-F238E27FC236}">
                <a16:creationId xmlns:a16="http://schemas.microsoft.com/office/drawing/2014/main" id="{188A8005-889B-45CB-AF43-77AC2D28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7578" y="249181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7" name="data_1276">
            <a:extLst xmlns:a="http://schemas.openxmlformats.org/drawingml/2006/main">
              <a:ext uri="{FF2B5EF4-FFF2-40B4-BE49-F238E27FC236}">
                <a16:creationId xmlns:a16="http://schemas.microsoft.com/office/drawing/2014/main" id="{EDE572CB-D2AA-45BE-BD95-BE9EDF97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040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8" name="data_1277">
            <a:extLst xmlns:a="http://schemas.openxmlformats.org/drawingml/2006/main">
              <a:ext uri="{FF2B5EF4-FFF2-40B4-BE49-F238E27FC236}">
                <a16:creationId xmlns:a16="http://schemas.microsoft.com/office/drawing/2014/main" id="{84F05101-51FE-444E-8096-8DD4D5CB0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0088" y="17529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9" name="data_1278">
            <a:extLst xmlns:a="http://schemas.openxmlformats.org/drawingml/2006/main">
              <a:ext uri="{FF2B5EF4-FFF2-40B4-BE49-F238E27FC236}">
                <a16:creationId xmlns:a16="http://schemas.microsoft.com/office/drawing/2014/main" id="{2F523ED2-54AB-4801-A774-8664CC354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0683" y="18922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0" name="data_1279">
            <a:extLst xmlns:a="http://schemas.openxmlformats.org/drawingml/2006/main">
              <a:ext uri="{FF2B5EF4-FFF2-40B4-BE49-F238E27FC236}">
                <a16:creationId xmlns:a16="http://schemas.microsoft.com/office/drawing/2014/main" id="{642A6AAE-556F-40C8-8EAA-B00F1222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1040" y="20348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1" name="data_1280">
            <a:extLst xmlns:a="http://schemas.openxmlformats.org/drawingml/2006/main">
              <a:ext uri="{FF2B5EF4-FFF2-40B4-BE49-F238E27FC236}">
                <a16:creationId xmlns:a16="http://schemas.microsoft.com/office/drawing/2014/main" id="{76FE9FF8-EA9B-47D5-9361-E584717AA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11" y="256604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2" name="data_1281">
            <a:extLst xmlns:a="http://schemas.openxmlformats.org/drawingml/2006/main">
              <a:ext uri="{FF2B5EF4-FFF2-40B4-BE49-F238E27FC236}">
                <a16:creationId xmlns:a16="http://schemas.microsoft.com/office/drawing/2014/main" id="{06C3251E-14FB-44AE-AE0A-A13864688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0004" y="31830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3" name="data_1282">
            <a:extLst xmlns:a="http://schemas.openxmlformats.org/drawingml/2006/main">
              <a:ext uri="{FF2B5EF4-FFF2-40B4-BE49-F238E27FC236}">
                <a16:creationId xmlns:a16="http://schemas.microsoft.com/office/drawing/2014/main" id="{2AEF7751-0FAD-4D86-8B03-CEB364FDA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9853" y="19202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4" name="data_1283">
            <a:extLst xmlns:a="http://schemas.openxmlformats.org/drawingml/2006/main">
              <a:ext uri="{FF2B5EF4-FFF2-40B4-BE49-F238E27FC236}">
                <a16:creationId xmlns:a16="http://schemas.microsoft.com/office/drawing/2014/main" id="{6EB997EE-27BF-4856-9555-3F1633A61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128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5" name="data_1284">
            <a:extLst xmlns:a="http://schemas.openxmlformats.org/drawingml/2006/main">
              <a:ext uri="{FF2B5EF4-FFF2-40B4-BE49-F238E27FC236}">
                <a16:creationId xmlns:a16="http://schemas.microsoft.com/office/drawing/2014/main" id="{5BB27EE3-299B-4044-8306-4CDA7462D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1153" y="24380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6" name="data_1285">
            <a:extLst xmlns:a="http://schemas.openxmlformats.org/drawingml/2006/main">
              <a:ext uri="{FF2B5EF4-FFF2-40B4-BE49-F238E27FC236}">
                <a16:creationId xmlns:a16="http://schemas.microsoft.com/office/drawing/2014/main" id="{21F1A618-B97C-4661-92E8-9F4C1210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1444" y="32607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7" name="data_1286">
            <a:extLst xmlns:a="http://schemas.openxmlformats.org/drawingml/2006/main">
              <a:ext uri="{FF2B5EF4-FFF2-40B4-BE49-F238E27FC236}">
                <a16:creationId xmlns:a16="http://schemas.microsoft.com/office/drawing/2014/main" id="{D33FEBD0-FDEB-4107-82A5-72416F657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859" y="16885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8" name="data_1287">
            <a:extLst xmlns:a="http://schemas.openxmlformats.org/drawingml/2006/main">
              <a:ext uri="{FF2B5EF4-FFF2-40B4-BE49-F238E27FC236}">
                <a16:creationId xmlns:a16="http://schemas.microsoft.com/office/drawing/2014/main" id="{BD6408B1-106F-4437-B59B-B6DCE0C3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6586" y="19036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9" name="data_1288">
            <a:extLst xmlns:a="http://schemas.openxmlformats.org/drawingml/2006/main">
              <a:ext uri="{FF2B5EF4-FFF2-40B4-BE49-F238E27FC236}">
                <a16:creationId xmlns:a16="http://schemas.microsoft.com/office/drawing/2014/main" id="{BB4F7430-4E87-41AF-819B-1DC2368A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1569" y="18361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0" name="data_1289">
            <a:extLst xmlns:a="http://schemas.openxmlformats.org/drawingml/2006/main">
              <a:ext uri="{FF2B5EF4-FFF2-40B4-BE49-F238E27FC236}">
                <a16:creationId xmlns:a16="http://schemas.microsoft.com/office/drawing/2014/main" id="{BB125485-77B3-4F80-BE02-3E1D3873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507" y="30115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1" name="data_1290">
            <a:extLst xmlns:a="http://schemas.openxmlformats.org/drawingml/2006/main">
              <a:ext uri="{FF2B5EF4-FFF2-40B4-BE49-F238E27FC236}">
                <a16:creationId xmlns:a16="http://schemas.microsoft.com/office/drawing/2014/main" id="{70C6FFEE-C634-450D-AD38-97132E29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604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2" name="data_1291">
            <a:extLst xmlns:a="http://schemas.openxmlformats.org/drawingml/2006/main">
              <a:ext uri="{FF2B5EF4-FFF2-40B4-BE49-F238E27FC236}">
                <a16:creationId xmlns:a16="http://schemas.microsoft.com/office/drawing/2014/main" id="{3ABBE297-D31E-46A5-8FCF-084C09EF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326" y="179193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3" name="data_1292">
            <a:extLst xmlns:a="http://schemas.openxmlformats.org/drawingml/2006/main">
              <a:ext uri="{FF2B5EF4-FFF2-40B4-BE49-F238E27FC236}">
                <a16:creationId xmlns:a16="http://schemas.microsoft.com/office/drawing/2014/main" id="{3B850A94-0CAC-4366-86D4-8D942BEE6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3495" y="26072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4" name="data_1293">
            <a:extLst xmlns:a="http://schemas.openxmlformats.org/drawingml/2006/main">
              <a:ext uri="{FF2B5EF4-FFF2-40B4-BE49-F238E27FC236}">
                <a16:creationId xmlns:a16="http://schemas.microsoft.com/office/drawing/2014/main" id="{B44F509C-145B-4288-9E07-0FC7997A5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7722" y="25167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5" name="data_1294">
            <a:extLst xmlns:a="http://schemas.openxmlformats.org/drawingml/2006/main">
              <a:ext uri="{FF2B5EF4-FFF2-40B4-BE49-F238E27FC236}">
                <a16:creationId xmlns:a16="http://schemas.microsoft.com/office/drawing/2014/main" id="{D4B13634-28C3-458D-B094-7116EC75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1804" y="23718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6" name="data_1295">
            <a:extLst xmlns:a="http://schemas.openxmlformats.org/drawingml/2006/main">
              <a:ext uri="{FF2B5EF4-FFF2-40B4-BE49-F238E27FC236}">
                <a16:creationId xmlns:a16="http://schemas.microsoft.com/office/drawing/2014/main" id="{2ED7BDE0-50B8-46FC-8AEB-663F1C0EA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730" y="285688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7" name="data_1296">
            <a:extLst xmlns:a="http://schemas.openxmlformats.org/drawingml/2006/main">
              <a:ext uri="{FF2B5EF4-FFF2-40B4-BE49-F238E27FC236}">
                <a16:creationId xmlns:a16="http://schemas.microsoft.com/office/drawing/2014/main" id="{8B0A1AD4-3B07-4E9D-B99D-C4F7DD89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1197" y="199566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8" name="data_1297">
            <a:extLst xmlns:a="http://schemas.openxmlformats.org/drawingml/2006/main">
              <a:ext uri="{FF2B5EF4-FFF2-40B4-BE49-F238E27FC236}">
                <a16:creationId xmlns:a16="http://schemas.microsoft.com/office/drawing/2014/main" id="{F328B64A-D87A-404A-BE9B-A58766657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610" y="18310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9" name="data_1298">
            <a:extLst xmlns:a="http://schemas.openxmlformats.org/drawingml/2006/main">
              <a:ext uri="{FF2B5EF4-FFF2-40B4-BE49-F238E27FC236}">
                <a16:creationId xmlns:a16="http://schemas.microsoft.com/office/drawing/2014/main" id="{612FE71C-13C0-4881-89D4-5C32CF1A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488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0" name="data_1299">
            <a:extLst xmlns:a="http://schemas.openxmlformats.org/drawingml/2006/main">
              <a:ext uri="{FF2B5EF4-FFF2-40B4-BE49-F238E27FC236}">
                <a16:creationId xmlns:a16="http://schemas.microsoft.com/office/drawing/2014/main" id="{83DFA638-5641-4E35-9F2F-0EB5E17A5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6646" y="19037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1" name="data_1300">
            <a:extLst xmlns:a="http://schemas.openxmlformats.org/drawingml/2006/main">
              <a:ext uri="{FF2B5EF4-FFF2-40B4-BE49-F238E27FC236}">
                <a16:creationId xmlns:a16="http://schemas.microsoft.com/office/drawing/2014/main" id="{BEDC2DC3-2807-499F-944D-35C93CF20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8246" y="20049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2" name="data_1301">
            <a:extLst xmlns:a="http://schemas.openxmlformats.org/drawingml/2006/main">
              <a:ext uri="{FF2B5EF4-FFF2-40B4-BE49-F238E27FC236}">
                <a16:creationId xmlns:a16="http://schemas.microsoft.com/office/drawing/2014/main" id="{90C08228-5082-4EB1-B3BE-37A5FC0D7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885" y="168265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3" name="data_1302">
            <a:extLst xmlns:a="http://schemas.openxmlformats.org/drawingml/2006/main">
              <a:ext uri="{FF2B5EF4-FFF2-40B4-BE49-F238E27FC236}">
                <a16:creationId xmlns:a16="http://schemas.microsoft.com/office/drawing/2014/main" id="{09F91A5F-2DED-4B8B-832C-2D8BB274A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4164" y="27974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4" name="data_1303">
            <a:extLst xmlns:a="http://schemas.openxmlformats.org/drawingml/2006/main">
              <a:ext uri="{FF2B5EF4-FFF2-40B4-BE49-F238E27FC236}">
                <a16:creationId xmlns:a16="http://schemas.microsoft.com/office/drawing/2014/main" id="{D066F270-FD20-4029-A9D6-FC69C5B44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484" y="17420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5" name="data_1304">
            <a:extLst xmlns:a="http://schemas.openxmlformats.org/drawingml/2006/main">
              <a:ext uri="{FF2B5EF4-FFF2-40B4-BE49-F238E27FC236}">
                <a16:creationId xmlns:a16="http://schemas.microsoft.com/office/drawing/2014/main" id="{7BC6EA7E-32C6-4DA4-B918-84CC48DE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464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6" name="data_1305">
            <a:extLst xmlns:a="http://schemas.openxmlformats.org/drawingml/2006/main">
              <a:ext uri="{FF2B5EF4-FFF2-40B4-BE49-F238E27FC236}">
                <a16:creationId xmlns:a16="http://schemas.microsoft.com/office/drawing/2014/main" id="{B5AA32D1-FB01-4079-BCD5-8098E7E4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5313" y="304219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7" name="data_1306">
            <a:extLst xmlns:a="http://schemas.openxmlformats.org/drawingml/2006/main">
              <a:ext uri="{FF2B5EF4-FFF2-40B4-BE49-F238E27FC236}">
                <a16:creationId xmlns:a16="http://schemas.microsoft.com/office/drawing/2014/main" id="{571C7F80-AB35-4AD9-91C7-F24E26AB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4499" y="260174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8" name="data_1307">
            <a:extLst xmlns:a="http://schemas.openxmlformats.org/drawingml/2006/main">
              <a:ext uri="{FF2B5EF4-FFF2-40B4-BE49-F238E27FC236}">
                <a16:creationId xmlns:a16="http://schemas.microsoft.com/office/drawing/2014/main" id="{9E09390D-718C-4CB1-A694-1FD496BC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43" y="26320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9" name="data_1308">
            <a:extLst xmlns:a="http://schemas.openxmlformats.org/drawingml/2006/main">
              <a:ext uri="{FF2B5EF4-FFF2-40B4-BE49-F238E27FC236}">
                <a16:creationId xmlns:a16="http://schemas.microsoft.com/office/drawing/2014/main" id="{1BBBAA3A-789F-4893-907A-F55A53D67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472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0" name="data_1309">
            <a:extLst xmlns:a="http://schemas.openxmlformats.org/drawingml/2006/main">
              <a:ext uri="{FF2B5EF4-FFF2-40B4-BE49-F238E27FC236}">
                <a16:creationId xmlns:a16="http://schemas.microsoft.com/office/drawing/2014/main" id="{70D5905F-93E2-4B41-82B9-000D5E82B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0459" y="17651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1" name="data_1310">
            <a:extLst xmlns:a="http://schemas.openxmlformats.org/drawingml/2006/main">
              <a:ext uri="{FF2B5EF4-FFF2-40B4-BE49-F238E27FC236}">
                <a16:creationId xmlns:a16="http://schemas.microsoft.com/office/drawing/2014/main" id="{7D551599-E7EC-4B1C-9C28-E7266E78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82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2" name="data_1311">
            <a:extLst xmlns:a="http://schemas.openxmlformats.org/drawingml/2006/main">
              <a:ext uri="{FF2B5EF4-FFF2-40B4-BE49-F238E27FC236}">
                <a16:creationId xmlns:a16="http://schemas.microsoft.com/office/drawing/2014/main" id="{035EEEA8-7C6F-4446-9C84-FE62525B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58" y="27865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3" name="data_1312">
            <a:extLst xmlns:a="http://schemas.openxmlformats.org/drawingml/2006/main">
              <a:ext uri="{FF2B5EF4-FFF2-40B4-BE49-F238E27FC236}">
                <a16:creationId xmlns:a16="http://schemas.microsoft.com/office/drawing/2014/main" id="{B26AA629-A4E0-4E80-A727-ADB8088B0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7457" y="17826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4" name="data_1313">
            <a:extLst xmlns:a="http://schemas.openxmlformats.org/drawingml/2006/main">
              <a:ext uri="{FF2B5EF4-FFF2-40B4-BE49-F238E27FC236}">
                <a16:creationId xmlns:a16="http://schemas.microsoft.com/office/drawing/2014/main" id="{5382F938-E3A1-480B-B759-280CC27F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1455" y="21003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5" name="data_1314">
            <a:extLst xmlns:a="http://schemas.openxmlformats.org/drawingml/2006/main">
              <a:ext uri="{FF2B5EF4-FFF2-40B4-BE49-F238E27FC236}">
                <a16:creationId xmlns:a16="http://schemas.microsoft.com/office/drawing/2014/main" id="{FFDCD0CD-EF03-476A-BF93-6915A630C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1104" y="250248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6" name="data_1315">
            <a:extLst xmlns:a="http://schemas.openxmlformats.org/drawingml/2006/main">
              <a:ext uri="{FF2B5EF4-FFF2-40B4-BE49-F238E27FC236}">
                <a16:creationId xmlns:a16="http://schemas.microsoft.com/office/drawing/2014/main" id="{D8357A3D-2332-4025-B790-E4F7E568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102" y="19556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7" name="data_1316">
            <a:extLst xmlns:a="http://schemas.openxmlformats.org/drawingml/2006/main">
              <a:ext uri="{FF2B5EF4-FFF2-40B4-BE49-F238E27FC236}">
                <a16:creationId xmlns:a16="http://schemas.microsoft.com/office/drawing/2014/main" id="{7AC54992-1C55-47A8-9E46-2C42A9B30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876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8" name="data_1317">
            <a:extLst xmlns:a="http://schemas.openxmlformats.org/drawingml/2006/main">
              <a:ext uri="{FF2B5EF4-FFF2-40B4-BE49-F238E27FC236}">
                <a16:creationId xmlns:a16="http://schemas.microsoft.com/office/drawing/2014/main" id="{776DF084-194C-40DF-9A54-6B398D2C7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285" y="19053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9" name="data_1318">
            <a:extLst xmlns:a="http://schemas.openxmlformats.org/drawingml/2006/main">
              <a:ext uri="{FF2B5EF4-FFF2-40B4-BE49-F238E27FC236}">
                <a16:creationId xmlns:a16="http://schemas.microsoft.com/office/drawing/2014/main" id="{5645FD06-4099-4485-84DA-1B88C709E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347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0" name="data_1319">
            <a:extLst xmlns:a="http://schemas.openxmlformats.org/drawingml/2006/main">
              <a:ext uri="{FF2B5EF4-FFF2-40B4-BE49-F238E27FC236}">
                <a16:creationId xmlns:a16="http://schemas.microsoft.com/office/drawing/2014/main" id="{9ECB4A34-C6D4-4D31-AD82-F512DA2BF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03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1" name="data_1320">
            <a:extLst xmlns:a="http://schemas.openxmlformats.org/drawingml/2006/main">
              <a:ext uri="{FF2B5EF4-FFF2-40B4-BE49-F238E27FC236}">
                <a16:creationId xmlns:a16="http://schemas.microsoft.com/office/drawing/2014/main" id="{49225BA7-8546-4E0B-9911-02F607B3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340" y="229324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2" name="data_1321">
            <a:extLst xmlns:a="http://schemas.openxmlformats.org/drawingml/2006/main">
              <a:ext uri="{FF2B5EF4-FFF2-40B4-BE49-F238E27FC236}">
                <a16:creationId xmlns:a16="http://schemas.microsoft.com/office/drawing/2014/main" id="{8F742995-001A-452A-A4D5-BF0D13275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3635" y="18608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3" name="data_1322">
            <a:extLst xmlns:a="http://schemas.openxmlformats.org/drawingml/2006/main">
              <a:ext uri="{FF2B5EF4-FFF2-40B4-BE49-F238E27FC236}">
                <a16:creationId xmlns:a16="http://schemas.microsoft.com/office/drawing/2014/main" id="{B5AA102C-B0F5-47A4-A525-952DEA52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4197" y="21299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4" name="data_1323">
            <a:extLst xmlns:a="http://schemas.openxmlformats.org/drawingml/2006/main">
              <a:ext uri="{FF2B5EF4-FFF2-40B4-BE49-F238E27FC236}">
                <a16:creationId xmlns:a16="http://schemas.microsoft.com/office/drawing/2014/main" id="{80D50A69-0094-43AF-89C0-B6D4D37E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139" y="21864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5" name="data_1324">
            <a:extLst xmlns:a="http://schemas.openxmlformats.org/drawingml/2006/main">
              <a:ext uri="{FF2B5EF4-FFF2-40B4-BE49-F238E27FC236}">
                <a16:creationId xmlns:a16="http://schemas.microsoft.com/office/drawing/2014/main" id="{BCE8FE92-2989-4DFC-B653-9450638D9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1450" y="19091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6" name="data_1325">
            <a:extLst xmlns:a="http://schemas.openxmlformats.org/drawingml/2006/main">
              <a:ext uri="{FF2B5EF4-FFF2-40B4-BE49-F238E27FC236}">
                <a16:creationId xmlns:a16="http://schemas.microsoft.com/office/drawing/2014/main" id="{1742790D-1303-477B-A523-3D2A59AEF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0475" y="204846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7" name="data_1326">
            <a:extLst xmlns:a="http://schemas.openxmlformats.org/drawingml/2006/main">
              <a:ext uri="{FF2B5EF4-FFF2-40B4-BE49-F238E27FC236}">
                <a16:creationId xmlns:a16="http://schemas.microsoft.com/office/drawing/2014/main" id="{D2807CC6-74E5-4E6C-B15C-9415D4E8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2894" y="205528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8" name="data_1327">
            <a:extLst xmlns:a="http://schemas.openxmlformats.org/drawingml/2006/main">
              <a:ext uri="{FF2B5EF4-FFF2-40B4-BE49-F238E27FC236}">
                <a16:creationId xmlns:a16="http://schemas.microsoft.com/office/drawing/2014/main" id="{C4FDBBC4-E5B2-4D89-A016-47531F402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768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9" name="data_1328">
            <a:extLst xmlns:a="http://schemas.openxmlformats.org/drawingml/2006/main">
              <a:ext uri="{FF2B5EF4-FFF2-40B4-BE49-F238E27FC236}">
                <a16:creationId xmlns:a16="http://schemas.microsoft.com/office/drawing/2014/main" id="{FF2FBBCB-1BEE-47F9-9CA5-BC9DD6EB5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1892" y="19978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0" name="data_1329">
            <a:extLst xmlns:a="http://schemas.openxmlformats.org/drawingml/2006/main">
              <a:ext uri="{FF2B5EF4-FFF2-40B4-BE49-F238E27FC236}">
                <a16:creationId xmlns:a16="http://schemas.microsoft.com/office/drawing/2014/main" id="{E51CC32E-D5E1-486F-B805-4569416D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7051" y="231760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1" name="data_1330">
            <a:extLst xmlns:a="http://schemas.openxmlformats.org/drawingml/2006/main">
              <a:ext uri="{FF2B5EF4-FFF2-40B4-BE49-F238E27FC236}">
                <a16:creationId xmlns:a16="http://schemas.microsoft.com/office/drawing/2014/main" id="{436D01D2-1EC1-454C-8F8C-89A8FB102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581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2" name="data_1331">
            <a:extLst xmlns:a="http://schemas.openxmlformats.org/drawingml/2006/main">
              <a:ext uri="{FF2B5EF4-FFF2-40B4-BE49-F238E27FC236}">
                <a16:creationId xmlns:a16="http://schemas.microsoft.com/office/drawing/2014/main" id="{DA122BCD-23EB-4199-9602-E86D1F38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4848" y="31201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3" name="data_1332">
            <a:extLst xmlns:a="http://schemas.openxmlformats.org/drawingml/2006/main">
              <a:ext uri="{FF2B5EF4-FFF2-40B4-BE49-F238E27FC236}">
                <a16:creationId xmlns:a16="http://schemas.microsoft.com/office/drawing/2014/main" id="{36EF4B5E-A759-43CD-BDCB-2F84EF42F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919" y="30954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4" name="data_1333">
            <a:extLst xmlns:a="http://schemas.openxmlformats.org/drawingml/2006/main">
              <a:ext uri="{FF2B5EF4-FFF2-40B4-BE49-F238E27FC236}">
                <a16:creationId xmlns:a16="http://schemas.microsoft.com/office/drawing/2014/main" id="{9869784B-1FC8-4B46-AD10-EDA454F8E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772" y="30799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5" name="data_1334">
            <a:extLst xmlns:a="http://schemas.openxmlformats.org/drawingml/2006/main">
              <a:ext uri="{FF2B5EF4-FFF2-40B4-BE49-F238E27FC236}">
                <a16:creationId xmlns:a16="http://schemas.microsoft.com/office/drawing/2014/main" id="{7ECCEA9B-1448-4E84-84E9-84E40CA8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624" y="180929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6" name="data_1335">
            <a:extLst xmlns:a="http://schemas.openxmlformats.org/drawingml/2006/main">
              <a:ext uri="{FF2B5EF4-FFF2-40B4-BE49-F238E27FC236}">
                <a16:creationId xmlns:a16="http://schemas.microsoft.com/office/drawing/2014/main" id="{DBD55532-1F52-41FE-BD7B-1F614CD6C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2917" y="28079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7" name="data_1336">
            <a:extLst xmlns:a="http://schemas.openxmlformats.org/drawingml/2006/main">
              <a:ext uri="{FF2B5EF4-FFF2-40B4-BE49-F238E27FC236}">
                <a16:creationId xmlns:a16="http://schemas.microsoft.com/office/drawing/2014/main" id="{AFBD90F7-3C98-4EA0-AD44-47B249D0D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3228" y="19007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8" name="data_1337">
            <a:extLst xmlns:a="http://schemas.openxmlformats.org/drawingml/2006/main">
              <a:ext uri="{FF2B5EF4-FFF2-40B4-BE49-F238E27FC236}">
                <a16:creationId xmlns:a16="http://schemas.microsoft.com/office/drawing/2014/main" id="{9D488ED6-C53B-4A0B-9C30-940A1355E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6603" y="25689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9" name="data_1338">
            <a:extLst xmlns:a="http://schemas.openxmlformats.org/drawingml/2006/main">
              <a:ext uri="{FF2B5EF4-FFF2-40B4-BE49-F238E27FC236}">
                <a16:creationId xmlns:a16="http://schemas.microsoft.com/office/drawing/2014/main" id="{71967479-FEA5-44E3-92EE-34D29BBF6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7787" y="29432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0" name="data_1339">
            <a:extLst xmlns:a="http://schemas.openxmlformats.org/drawingml/2006/main">
              <a:ext uri="{FF2B5EF4-FFF2-40B4-BE49-F238E27FC236}">
                <a16:creationId xmlns:a16="http://schemas.microsoft.com/office/drawing/2014/main" id="{254E2FE2-2C9C-4DC3-967C-BF0EDF75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7055" y="204866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1" name="data_1340">
            <a:extLst xmlns:a="http://schemas.openxmlformats.org/drawingml/2006/main">
              <a:ext uri="{FF2B5EF4-FFF2-40B4-BE49-F238E27FC236}">
                <a16:creationId xmlns:a16="http://schemas.microsoft.com/office/drawing/2014/main" id="{349399F4-8030-437A-A6D4-472ADB48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8455" y="18820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2" name="data_1341">
            <a:extLst xmlns:a="http://schemas.openxmlformats.org/drawingml/2006/main">
              <a:ext uri="{FF2B5EF4-FFF2-40B4-BE49-F238E27FC236}">
                <a16:creationId xmlns:a16="http://schemas.microsoft.com/office/drawing/2014/main" id="{AF129EAF-3EF6-478E-B6D1-92D4BC00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1491" y="18686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3" name="data_1342">
            <a:extLst xmlns:a="http://schemas.openxmlformats.org/drawingml/2006/main">
              <a:ext uri="{FF2B5EF4-FFF2-40B4-BE49-F238E27FC236}">
                <a16:creationId xmlns:a16="http://schemas.microsoft.com/office/drawing/2014/main" id="{A80EA37B-BA59-49F1-B118-8EE00FE8F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568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4" name="data_1343">
            <a:extLst xmlns:a="http://schemas.openxmlformats.org/drawingml/2006/main">
              <a:ext uri="{FF2B5EF4-FFF2-40B4-BE49-F238E27FC236}">
                <a16:creationId xmlns:a16="http://schemas.microsoft.com/office/drawing/2014/main" id="{B339E351-633C-4CCE-8A0D-2A8AF297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6005" y="181303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5" name="data_1344">
            <a:extLst xmlns:a="http://schemas.openxmlformats.org/drawingml/2006/main">
              <a:ext uri="{FF2B5EF4-FFF2-40B4-BE49-F238E27FC236}">
                <a16:creationId xmlns:a16="http://schemas.microsoft.com/office/drawing/2014/main" id="{27A16848-D31D-41AF-918A-754F7DEF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0368" y="21213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6" name="data_1345">
            <a:extLst xmlns:a="http://schemas.openxmlformats.org/drawingml/2006/main">
              <a:ext uri="{FF2B5EF4-FFF2-40B4-BE49-F238E27FC236}">
                <a16:creationId xmlns:a16="http://schemas.microsoft.com/office/drawing/2014/main" id="{112BF04F-5ECC-4C38-9BA7-EDF0A22DD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746" y="19268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7" name="data_1346">
            <a:extLst xmlns:a="http://schemas.openxmlformats.org/drawingml/2006/main">
              <a:ext uri="{FF2B5EF4-FFF2-40B4-BE49-F238E27FC236}">
                <a16:creationId xmlns:a16="http://schemas.microsoft.com/office/drawing/2014/main" id="{428DD384-28A6-4A8A-8903-A1A5FB9E3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883" y="25162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8" name="data_1347">
            <a:extLst xmlns:a="http://schemas.openxmlformats.org/drawingml/2006/main">
              <a:ext uri="{FF2B5EF4-FFF2-40B4-BE49-F238E27FC236}">
                <a16:creationId xmlns:a16="http://schemas.microsoft.com/office/drawing/2014/main" id="{40B3EFC7-CBAA-4B46-A50F-62AC3B27A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0171" y="26318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9" name="data_1348">
            <a:extLst xmlns:a="http://schemas.openxmlformats.org/drawingml/2006/main">
              <a:ext uri="{FF2B5EF4-FFF2-40B4-BE49-F238E27FC236}">
                <a16:creationId xmlns:a16="http://schemas.microsoft.com/office/drawing/2014/main" id="{147516C6-6223-4584-AFD4-08BCC63D7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417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0" name="data_1349">
            <a:extLst xmlns:a="http://schemas.openxmlformats.org/drawingml/2006/main">
              <a:ext uri="{FF2B5EF4-FFF2-40B4-BE49-F238E27FC236}">
                <a16:creationId xmlns:a16="http://schemas.microsoft.com/office/drawing/2014/main" id="{5DED0849-C71C-4BE9-9169-8E6B9E75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4728" y="17365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1" name="data_1350">
            <a:extLst xmlns:a="http://schemas.openxmlformats.org/drawingml/2006/main">
              <a:ext uri="{FF2B5EF4-FFF2-40B4-BE49-F238E27FC236}">
                <a16:creationId xmlns:a16="http://schemas.microsoft.com/office/drawing/2014/main" id="{80E1704E-84C2-4DAC-8B4C-E034D5B7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6105" y="19413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2" name="data_1351">
            <a:extLst xmlns:a="http://schemas.openxmlformats.org/drawingml/2006/main">
              <a:ext uri="{FF2B5EF4-FFF2-40B4-BE49-F238E27FC236}">
                <a16:creationId xmlns:a16="http://schemas.microsoft.com/office/drawing/2014/main" id="{C505A5F0-F849-4CCF-84C6-D0EC3AE4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2303" y="17663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3" name="data_1352">
            <a:extLst xmlns:a="http://schemas.openxmlformats.org/drawingml/2006/main">
              <a:ext uri="{FF2B5EF4-FFF2-40B4-BE49-F238E27FC236}">
                <a16:creationId xmlns:a16="http://schemas.microsoft.com/office/drawing/2014/main" id="{FD448506-6358-4CA6-99A7-A9D03DE7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7852" y="18226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4" name="data_1353">
            <a:extLst xmlns:a="http://schemas.openxmlformats.org/drawingml/2006/main">
              <a:ext uri="{FF2B5EF4-FFF2-40B4-BE49-F238E27FC236}">
                <a16:creationId xmlns:a16="http://schemas.microsoft.com/office/drawing/2014/main" id="{7B98E0C2-ECE6-42CB-83F1-9B87E42C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837" y="252983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5" name="data_1354">
            <a:extLst xmlns:a="http://schemas.openxmlformats.org/drawingml/2006/main">
              <a:ext uri="{FF2B5EF4-FFF2-40B4-BE49-F238E27FC236}">
                <a16:creationId xmlns:a16="http://schemas.microsoft.com/office/drawing/2014/main" id="{47802894-EFEB-4336-8428-D9932A7F0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3110" y="256831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6" name="data_1355">
            <a:extLst xmlns:a="http://schemas.openxmlformats.org/drawingml/2006/main">
              <a:ext uri="{FF2B5EF4-FFF2-40B4-BE49-F238E27FC236}">
                <a16:creationId xmlns:a16="http://schemas.microsoft.com/office/drawing/2014/main" id="{EF232D4F-5084-4CF3-99A7-04EEB82F9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7813" y="17806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7" name="data_1356">
            <a:extLst xmlns:a="http://schemas.openxmlformats.org/drawingml/2006/main">
              <a:ext uri="{FF2B5EF4-FFF2-40B4-BE49-F238E27FC236}">
                <a16:creationId xmlns:a16="http://schemas.microsoft.com/office/drawing/2014/main" id="{8F2C6A7D-84DE-4B08-9333-9625D0902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6260" y="20067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8" name="data_1357">
            <a:extLst xmlns:a="http://schemas.openxmlformats.org/drawingml/2006/main">
              <a:ext uri="{FF2B5EF4-FFF2-40B4-BE49-F238E27FC236}">
                <a16:creationId xmlns:a16="http://schemas.microsoft.com/office/drawing/2014/main" id="{804154FC-5EA8-4232-8904-EFA6080AD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898" y="19517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9" name="data_1358">
            <a:extLst xmlns:a="http://schemas.openxmlformats.org/drawingml/2006/main">
              <a:ext uri="{FF2B5EF4-FFF2-40B4-BE49-F238E27FC236}">
                <a16:creationId xmlns:a16="http://schemas.microsoft.com/office/drawing/2014/main" id="{8B558639-3519-4C2D-8873-2F63E8983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4822" y="18659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0" name="data_1359">
            <a:extLst xmlns:a="http://schemas.openxmlformats.org/drawingml/2006/main">
              <a:ext uri="{FF2B5EF4-FFF2-40B4-BE49-F238E27FC236}">
                <a16:creationId xmlns:a16="http://schemas.microsoft.com/office/drawing/2014/main" id="{5882EC73-99A1-4826-8825-7C6C43656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5733" y="19152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1" name="data_1360">
            <a:extLst xmlns:a="http://schemas.openxmlformats.org/drawingml/2006/main">
              <a:ext uri="{FF2B5EF4-FFF2-40B4-BE49-F238E27FC236}">
                <a16:creationId xmlns:a16="http://schemas.microsoft.com/office/drawing/2014/main" id="{2CC7F127-BA14-4059-BC99-88154A2A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3560" y="19693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2" name="data_1361">
            <a:extLst xmlns:a="http://schemas.openxmlformats.org/drawingml/2006/main">
              <a:ext uri="{FF2B5EF4-FFF2-40B4-BE49-F238E27FC236}">
                <a16:creationId xmlns:a16="http://schemas.microsoft.com/office/drawing/2014/main" id="{BBD53392-26FD-4E2D-AC60-C4D3129A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8329" y="245929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3" name="data_1362">
            <a:extLst xmlns:a="http://schemas.openxmlformats.org/drawingml/2006/main">
              <a:ext uri="{FF2B5EF4-FFF2-40B4-BE49-F238E27FC236}">
                <a16:creationId xmlns:a16="http://schemas.microsoft.com/office/drawing/2014/main" id="{C82D688E-04D5-4D1B-8CD2-84322CE0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1573" y="199602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4" name="data_1363">
            <a:extLst xmlns:a="http://schemas.openxmlformats.org/drawingml/2006/main">
              <a:ext uri="{FF2B5EF4-FFF2-40B4-BE49-F238E27FC236}">
                <a16:creationId xmlns:a16="http://schemas.microsoft.com/office/drawing/2014/main" id="{F2A7B6FC-399E-429A-9D00-AAA6852EE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293" y="180436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5" name="data_1364">
            <a:extLst xmlns:a="http://schemas.openxmlformats.org/drawingml/2006/main">
              <a:ext uri="{FF2B5EF4-FFF2-40B4-BE49-F238E27FC236}">
                <a16:creationId xmlns:a16="http://schemas.microsoft.com/office/drawing/2014/main" id="{7D675B9B-B778-4BEA-89EF-9058E38D2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373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6" name="data_1365">
            <a:extLst xmlns:a="http://schemas.openxmlformats.org/drawingml/2006/main">
              <a:ext uri="{FF2B5EF4-FFF2-40B4-BE49-F238E27FC236}">
                <a16:creationId xmlns:a16="http://schemas.microsoft.com/office/drawing/2014/main" id="{C76291A3-B23F-490D-9CAE-5259B6663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9887" y="179510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7" name="data_1366">
            <a:extLst xmlns:a="http://schemas.openxmlformats.org/drawingml/2006/main">
              <a:ext uri="{FF2B5EF4-FFF2-40B4-BE49-F238E27FC236}">
                <a16:creationId xmlns:a16="http://schemas.microsoft.com/office/drawing/2014/main" id="{450FDFFA-BABE-4139-9812-36149E8C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3493" y="17300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8" name="data_1367">
            <a:extLst xmlns:a="http://schemas.openxmlformats.org/drawingml/2006/main">
              <a:ext uri="{FF2B5EF4-FFF2-40B4-BE49-F238E27FC236}">
                <a16:creationId xmlns:a16="http://schemas.microsoft.com/office/drawing/2014/main" id="{B0639972-D1FB-472D-A6B0-F7795E8B7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9948" y="21952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9" name="data_1368">
            <a:extLst xmlns:a="http://schemas.openxmlformats.org/drawingml/2006/main">
              <a:ext uri="{FF2B5EF4-FFF2-40B4-BE49-F238E27FC236}">
                <a16:creationId xmlns:a16="http://schemas.microsoft.com/office/drawing/2014/main" id="{91D476FF-5128-4D14-86BB-133C93940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958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0" name="data_1369">
            <a:extLst xmlns:a="http://schemas.openxmlformats.org/drawingml/2006/main">
              <a:ext uri="{FF2B5EF4-FFF2-40B4-BE49-F238E27FC236}">
                <a16:creationId xmlns:a16="http://schemas.microsoft.com/office/drawing/2014/main" id="{A50F2E8D-9059-4489-80A2-B1C7E1D4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4940" y="27178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1" name="data_1370">
            <a:extLst xmlns:a="http://schemas.openxmlformats.org/drawingml/2006/main">
              <a:ext uri="{FF2B5EF4-FFF2-40B4-BE49-F238E27FC236}">
                <a16:creationId xmlns:a16="http://schemas.microsoft.com/office/drawing/2014/main" id="{7F98DB45-7BD4-456A-B9F7-CEE056803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2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2" name="data_1371">
            <a:extLst xmlns:a="http://schemas.openxmlformats.org/drawingml/2006/main">
              <a:ext uri="{FF2B5EF4-FFF2-40B4-BE49-F238E27FC236}">
                <a16:creationId xmlns:a16="http://schemas.microsoft.com/office/drawing/2014/main" id="{29F75EEF-AABF-43DD-B8C7-0C819285B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3727" y="17529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3" name="data_1372">
            <a:extLst xmlns:a="http://schemas.openxmlformats.org/drawingml/2006/main">
              <a:ext uri="{FF2B5EF4-FFF2-40B4-BE49-F238E27FC236}">
                <a16:creationId xmlns:a16="http://schemas.microsoft.com/office/drawing/2014/main" id="{8E97E7A3-F995-4D53-827C-4F46BF14F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8030" y="187740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4" name="data_1373">
            <a:extLst xmlns:a="http://schemas.openxmlformats.org/drawingml/2006/main">
              <a:ext uri="{FF2B5EF4-FFF2-40B4-BE49-F238E27FC236}">
                <a16:creationId xmlns:a16="http://schemas.microsoft.com/office/drawing/2014/main" id="{A210F4CE-E404-4350-9793-B7089D89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3266" y="195014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5" name="data_1374">
            <a:extLst xmlns:a="http://schemas.openxmlformats.org/drawingml/2006/main">
              <a:ext uri="{FF2B5EF4-FFF2-40B4-BE49-F238E27FC236}">
                <a16:creationId xmlns:a16="http://schemas.microsoft.com/office/drawing/2014/main" id="{406531C0-5A0D-4800-841E-6699B6D00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5605" y="23759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6" name="data_1375">
            <a:extLst xmlns:a="http://schemas.openxmlformats.org/drawingml/2006/main">
              <a:ext uri="{FF2B5EF4-FFF2-40B4-BE49-F238E27FC236}">
                <a16:creationId xmlns:a16="http://schemas.microsoft.com/office/drawing/2014/main" id="{A588A24C-A04E-4BEC-BF0B-7B2365BFC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1140" y="18626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7" name="data_1376">
            <a:extLst xmlns:a="http://schemas.openxmlformats.org/drawingml/2006/main">
              <a:ext uri="{FF2B5EF4-FFF2-40B4-BE49-F238E27FC236}">
                <a16:creationId xmlns:a16="http://schemas.microsoft.com/office/drawing/2014/main" id="{13DCDE16-8917-488D-9656-54E73EF5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9993" y="19143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8" name="data_1377">
            <a:extLst xmlns:a="http://schemas.openxmlformats.org/drawingml/2006/main">
              <a:ext uri="{FF2B5EF4-FFF2-40B4-BE49-F238E27FC236}">
                <a16:creationId xmlns:a16="http://schemas.microsoft.com/office/drawing/2014/main" id="{87AE88A8-7721-477F-A560-F5C626985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7301" y="210150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9" name="data_1378">
            <a:extLst xmlns:a="http://schemas.openxmlformats.org/drawingml/2006/main">
              <a:ext uri="{FF2B5EF4-FFF2-40B4-BE49-F238E27FC236}">
                <a16:creationId xmlns:a16="http://schemas.microsoft.com/office/drawing/2014/main" id="{6E96DDE1-D57D-4C59-99A1-C87D4D2D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5450" y="24004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0" name="data_1379">
            <a:extLst xmlns:a="http://schemas.openxmlformats.org/drawingml/2006/main">
              <a:ext uri="{FF2B5EF4-FFF2-40B4-BE49-F238E27FC236}">
                <a16:creationId xmlns:a16="http://schemas.microsoft.com/office/drawing/2014/main" id="{100F1B3A-1FBC-4EB7-8584-09387DE1A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648" y="27611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1" name="data_1380">
            <a:extLst xmlns:a="http://schemas.openxmlformats.org/drawingml/2006/main">
              <a:ext uri="{FF2B5EF4-FFF2-40B4-BE49-F238E27FC236}">
                <a16:creationId xmlns:a16="http://schemas.microsoft.com/office/drawing/2014/main" id="{13AA3681-2A95-4F56-B93B-1781D58EC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8036" y="168821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2" name="data_1381">
            <a:extLst xmlns:a="http://schemas.openxmlformats.org/drawingml/2006/main">
              <a:ext uri="{FF2B5EF4-FFF2-40B4-BE49-F238E27FC236}">
                <a16:creationId xmlns:a16="http://schemas.microsoft.com/office/drawing/2014/main" id="{1B869CCD-E811-4CCD-ACC8-7B9D4936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1551" y="184895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3" name="data_1382">
            <a:extLst xmlns:a="http://schemas.openxmlformats.org/drawingml/2006/main">
              <a:ext uri="{FF2B5EF4-FFF2-40B4-BE49-F238E27FC236}">
                <a16:creationId xmlns:a16="http://schemas.microsoft.com/office/drawing/2014/main" id="{8A8115B3-0B61-413D-BE1F-A5B9832A4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6400" y="17815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4" name="data_1383">
            <a:extLst xmlns:a="http://schemas.openxmlformats.org/drawingml/2006/main">
              <a:ext uri="{FF2B5EF4-FFF2-40B4-BE49-F238E27FC236}">
                <a16:creationId xmlns:a16="http://schemas.microsoft.com/office/drawing/2014/main" id="{3B994C42-5460-4684-A186-30CE60699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2647" y="184577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5" name="data_1384">
            <a:extLst xmlns:a="http://schemas.openxmlformats.org/drawingml/2006/main">
              <a:ext uri="{FF2B5EF4-FFF2-40B4-BE49-F238E27FC236}">
                <a16:creationId xmlns:a16="http://schemas.microsoft.com/office/drawing/2014/main" id="{F10E5B75-77AC-4496-A25E-B3B470D78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93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6" name="data_1385">
            <a:extLst xmlns:a="http://schemas.openxmlformats.org/drawingml/2006/main">
              <a:ext uri="{FF2B5EF4-FFF2-40B4-BE49-F238E27FC236}">
                <a16:creationId xmlns:a16="http://schemas.microsoft.com/office/drawing/2014/main" id="{9BA2F568-D24A-4923-8D6D-8FE15DE71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5966" y="178998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7" name="data_1386">
            <a:extLst xmlns:a="http://schemas.openxmlformats.org/drawingml/2006/main">
              <a:ext uri="{FF2B5EF4-FFF2-40B4-BE49-F238E27FC236}">
                <a16:creationId xmlns:a16="http://schemas.microsoft.com/office/drawing/2014/main" id="{26F66356-44A7-4C7F-AC8F-584F7562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6130" y="23939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8" name="data_1387">
            <a:extLst xmlns:a="http://schemas.openxmlformats.org/drawingml/2006/main">
              <a:ext uri="{FF2B5EF4-FFF2-40B4-BE49-F238E27FC236}">
                <a16:creationId xmlns:a16="http://schemas.microsoft.com/office/drawing/2014/main" id="{C0D25DE3-6CCA-4D33-8DEB-4CC1EA7E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1125" y="22777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9" name="data_1388">
            <a:extLst xmlns:a="http://schemas.openxmlformats.org/drawingml/2006/main">
              <a:ext uri="{FF2B5EF4-FFF2-40B4-BE49-F238E27FC236}">
                <a16:creationId xmlns:a16="http://schemas.microsoft.com/office/drawing/2014/main" id="{7E6B5062-FD49-46AA-AA63-B97A3A1F2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5179" y="20291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0" name="data_1389">
            <a:extLst xmlns:a="http://schemas.openxmlformats.org/drawingml/2006/main">
              <a:ext uri="{FF2B5EF4-FFF2-40B4-BE49-F238E27FC236}">
                <a16:creationId xmlns:a16="http://schemas.microsoft.com/office/drawing/2014/main" id="{45F1DDC7-9D71-4C20-B3B1-875B9FF78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2481" y="223084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1" name="data_1390">
            <a:extLst xmlns:a="http://schemas.openxmlformats.org/drawingml/2006/main">
              <a:ext uri="{FF2B5EF4-FFF2-40B4-BE49-F238E27FC236}">
                <a16:creationId xmlns:a16="http://schemas.microsoft.com/office/drawing/2014/main" id="{F546BB52-F512-4C94-A7E0-F11A50E02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0708" y="18248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2" name="data_1391">
            <a:extLst xmlns:a="http://schemas.openxmlformats.org/drawingml/2006/main">
              <a:ext uri="{FF2B5EF4-FFF2-40B4-BE49-F238E27FC236}">
                <a16:creationId xmlns:a16="http://schemas.microsoft.com/office/drawing/2014/main" id="{4774790F-37DC-4ED6-BCE7-A6F7D2DE8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057" y="182914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3" name="data_1392">
            <a:extLst xmlns:a="http://schemas.openxmlformats.org/drawingml/2006/main">
              <a:ext uri="{FF2B5EF4-FFF2-40B4-BE49-F238E27FC236}">
                <a16:creationId xmlns:a16="http://schemas.microsoft.com/office/drawing/2014/main" id="{1B635656-0018-445B-8D80-0AB6677EF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651" y="248758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4" name="data_1393">
            <a:extLst xmlns:a="http://schemas.openxmlformats.org/drawingml/2006/main">
              <a:ext uri="{FF2B5EF4-FFF2-40B4-BE49-F238E27FC236}">
                <a16:creationId xmlns:a16="http://schemas.microsoft.com/office/drawing/2014/main" id="{BAD98D88-8BBB-4BBB-9A90-27F4E2E5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1181" y="189582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5" name="data_1394">
            <a:extLst xmlns:a="http://schemas.openxmlformats.org/drawingml/2006/main">
              <a:ext uri="{FF2B5EF4-FFF2-40B4-BE49-F238E27FC236}">
                <a16:creationId xmlns:a16="http://schemas.microsoft.com/office/drawing/2014/main" id="{313866C6-E086-4293-B599-6DAEC4DFA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2357" y="20025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6" name="data_1395">
            <a:extLst xmlns:a="http://schemas.openxmlformats.org/drawingml/2006/main">
              <a:ext uri="{FF2B5EF4-FFF2-40B4-BE49-F238E27FC236}">
                <a16:creationId xmlns:a16="http://schemas.microsoft.com/office/drawing/2014/main" id="{ED04F327-9DED-42E6-A3FB-A66EC8DDC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281" y="168057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7" name="data_1396">
            <a:extLst xmlns:a="http://schemas.openxmlformats.org/drawingml/2006/main">
              <a:ext uri="{FF2B5EF4-FFF2-40B4-BE49-F238E27FC236}">
                <a16:creationId xmlns:a16="http://schemas.microsoft.com/office/drawing/2014/main" id="{F403E7C1-031C-4072-88A5-0A695DAD8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2616" y="274605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8" name="data_1397">
            <a:extLst xmlns:a="http://schemas.openxmlformats.org/drawingml/2006/main">
              <a:ext uri="{FF2B5EF4-FFF2-40B4-BE49-F238E27FC236}">
                <a16:creationId xmlns:a16="http://schemas.microsoft.com/office/drawing/2014/main" id="{75305A48-37A2-44AA-8AC9-740FDC949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8911" y="17261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9" name="data_1398">
            <a:extLst xmlns:a="http://schemas.openxmlformats.org/drawingml/2006/main">
              <a:ext uri="{FF2B5EF4-FFF2-40B4-BE49-F238E27FC236}">
                <a16:creationId xmlns:a16="http://schemas.microsoft.com/office/drawing/2014/main" id="{76E795D7-FEDC-4FD0-82EE-48FBC364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886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0" name="data_1399">
            <a:extLst xmlns:a="http://schemas.openxmlformats.org/drawingml/2006/main">
              <a:ext uri="{FF2B5EF4-FFF2-40B4-BE49-F238E27FC236}">
                <a16:creationId xmlns:a16="http://schemas.microsoft.com/office/drawing/2014/main" id="{6EBE44C5-F3A1-4F08-BBEB-5A3D2A1A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7589" y="30216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1" name="data_1400">
            <a:extLst xmlns:a="http://schemas.openxmlformats.org/drawingml/2006/main">
              <a:ext uri="{FF2B5EF4-FFF2-40B4-BE49-F238E27FC236}">
                <a16:creationId xmlns:a16="http://schemas.microsoft.com/office/drawing/2014/main" id="{8F48AFBB-8A0F-4F88-9534-73B705FF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98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2" name="data_1401">
            <a:extLst xmlns:a="http://schemas.openxmlformats.org/drawingml/2006/main">
              <a:ext uri="{FF2B5EF4-FFF2-40B4-BE49-F238E27FC236}">
                <a16:creationId xmlns:a16="http://schemas.microsoft.com/office/drawing/2014/main" id="{3022F217-CCF1-46EA-BC79-5E0BEA5E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9756" y="26180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3" name="data_1402">
            <a:extLst xmlns:a="http://schemas.openxmlformats.org/drawingml/2006/main">
              <a:ext uri="{FF2B5EF4-FFF2-40B4-BE49-F238E27FC236}">
                <a16:creationId xmlns:a16="http://schemas.microsoft.com/office/drawing/2014/main" id="{43D699D0-A14A-4AE7-A271-C4249630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7055" y="285786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4" name="data_1403">
            <a:extLst xmlns:a="http://schemas.openxmlformats.org/drawingml/2006/main">
              <a:ext uri="{FF2B5EF4-FFF2-40B4-BE49-F238E27FC236}">
                <a16:creationId xmlns:a16="http://schemas.microsoft.com/office/drawing/2014/main" id="{DA30A5D7-85D1-4F25-964A-AF5A97C7C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2833" y="175154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5" name="data_1404">
            <a:extLst xmlns:a="http://schemas.openxmlformats.org/drawingml/2006/main">
              <a:ext uri="{FF2B5EF4-FFF2-40B4-BE49-F238E27FC236}">
                <a16:creationId xmlns:a16="http://schemas.microsoft.com/office/drawing/2014/main" id="{07E26531-D4DB-4948-92E3-325CE7C3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5773" y="19944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6" name="data_1405">
            <a:extLst xmlns:a="http://schemas.openxmlformats.org/drawingml/2006/main">
              <a:ext uri="{FF2B5EF4-FFF2-40B4-BE49-F238E27FC236}">
                <a16:creationId xmlns:a16="http://schemas.microsoft.com/office/drawing/2014/main" id="{E983C8DB-9C2F-4C78-998C-3C51BE88C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805" y="226404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7" name="data_1406">
            <a:extLst xmlns:a="http://schemas.openxmlformats.org/drawingml/2006/main">
              <a:ext uri="{FF2B5EF4-FFF2-40B4-BE49-F238E27FC236}">
                <a16:creationId xmlns:a16="http://schemas.microsoft.com/office/drawing/2014/main" id="{5CAA65BD-B3D5-437B-862C-5C4D58A0A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5250" y="177906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8" name="data_1407">
            <a:extLst xmlns:a="http://schemas.openxmlformats.org/drawingml/2006/main">
              <a:ext uri="{FF2B5EF4-FFF2-40B4-BE49-F238E27FC236}">
                <a16:creationId xmlns:a16="http://schemas.microsoft.com/office/drawing/2014/main" id="{4DAB7007-C453-47C8-97C4-3B0A3DB6F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2933" y="190225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9" name="data_1408">
            <a:extLst xmlns:a="http://schemas.openxmlformats.org/drawingml/2006/main">
              <a:ext uri="{FF2B5EF4-FFF2-40B4-BE49-F238E27FC236}">
                <a16:creationId xmlns:a16="http://schemas.microsoft.com/office/drawing/2014/main" id="{B3AB6636-F5E1-49E5-95FB-CA6601E10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0029" y="24006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0" name="data_1409">
            <a:extLst xmlns:a="http://schemas.openxmlformats.org/drawingml/2006/main">
              <a:ext uri="{FF2B5EF4-FFF2-40B4-BE49-F238E27FC236}">
                <a16:creationId xmlns:a16="http://schemas.microsoft.com/office/drawing/2014/main" id="{608E7028-1D33-4D45-9956-D7100931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0317" y="195525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1" name="data_1410">
            <a:extLst xmlns:a="http://schemas.openxmlformats.org/drawingml/2006/main">
              <a:ext uri="{FF2B5EF4-FFF2-40B4-BE49-F238E27FC236}">
                <a16:creationId xmlns:a16="http://schemas.microsoft.com/office/drawing/2014/main" id="{C199D09F-2BEF-42D7-84F3-4196D6B4B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787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2" name="data_1411">
            <a:extLst xmlns:a="http://schemas.openxmlformats.org/drawingml/2006/main">
              <a:ext uri="{FF2B5EF4-FFF2-40B4-BE49-F238E27FC236}">
                <a16:creationId xmlns:a16="http://schemas.microsoft.com/office/drawing/2014/main" id="{3182BFE8-E3CD-4957-AD01-FC11B4B8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4621" y="191030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3" name="data_1412">
            <a:extLst xmlns:a="http://schemas.openxmlformats.org/drawingml/2006/main">
              <a:ext uri="{FF2B5EF4-FFF2-40B4-BE49-F238E27FC236}">
                <a16:creationId xmlns:a16="http://schemas.microsoft.com/office/drawing/2014/main" id="{CF100D17-82AF-41AC-B300-B31285E9C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318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4" name="data_1413">
            <a:extLst xmlns:a="http://schemas.openxmlformats.org/drawingml/2006/main">
              <a:ext uri="{FF2B5EF4-FFF2-40B4-BE49-F238E27FC236}">
                <a16:creationId xmlns:a16="http://schemas.microsoft.com/office/drawing/2014/main" id="{C1DF43DB-EE8A-40F6-9C7A-A6CDE560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566" y="241269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5" name="data_1414">
            <a:extLst xmlns:a="http://schemas.openxmlformats.org/drawingml/2006/main">
              <a:ext uri="{FF2B5EF4-FFF2-40B4-BE49-F238E27FC236}">
                <a16:creationId xmlns:a16="http://schemas.microsoft.com/office/drawing/2014/main" id="{52341C61-DB84-4BE2-9684-88490FC8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1995" y="202245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6" name="data_1415">
            <a:extLst xmlns:a="http://schemas.openxmlformats.org/drawingml/2006/main">
              <a:ext uri="{FF2B5EF4-FFF2-40B4-BE49-F238E27FC236}">
                <a16:creationId xmlns:a16="http://schemas.microsoft.com/office/drawing/2014/main" id="{40F9E11F-5D4F-4491-8230-8B264F8B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9186" y="18438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7" name="data_1416">
            <a:extLst xmlns:a="http://schemas.openxmlformats.org/drawingml/2006/main">
              <a:ext uri="{FF2B5EF4-FFF2-40B4-BE49-F238E27FC236}">
                <a16:creationId xmlns:a16="http://schemas.microsoft.com/office/drawing/2014/main" id="{401B582E-3255-484A-9AB6-60E12986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764" y="22415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8" name="data_1417">
            <a:extLst xmlns:a="http://schemas.openxmlformats.org/drawingml/2006/main">
              <a:ext uri="{FF2B5EF4-FFF2-40B4-BE49-F238E27FC236}">
                <a16:creationId xmlns:a16="http://schemas.microsoft.com/office/drawing/2014/main" id="{D10C1501-4A93-4B63-9F2A-A8B8877D9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689" y="21150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9" name="data_1418">
            <a:extLst xmlns:a="http://schemas.openxmlformats.org/drawingml/2006/main">
              <a:ext uri="{FF2B5EF4-FFF2-40B4-BE49-F238E27FC236}">
                <a16:creationId xmlns:a16="http://schemas.microsoft.com/office/drawing/2014/main" id="{530BCB20-74F7-45D1-AB5C-C392B06F0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5558" y="19117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0" name="data_1419">
            <a:extLst xmlns:a="http://schemas.openxmlformats.org/drawingml/2006/main">
              <a:ext uri="{FF2B5EF4-FFF2-40B4-BE49-F238E27FC236}">
                <a16:creationId xmlns:a16="http://schemas.microsoft.com/office/drawing/2014/main" id="{15B0838F-13CC-4188-8803-4A971B065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3518" y="166025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1" name="data_1420">
            <a:extLst xmlns:a="http://schemas.openxmlformats.org/drawingml/2006/main">
              <a:ext uri="{FF2B5EF4-FFF2-40B4-BE49-F238E27FC236}">
                <a16:creationId xmlns:a16="http://schemas.microsoft.com/office/drawing/2014/main" id="{AF121F95-74C6-45A4-AAEC-0AC915E2F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361" y="206305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2" name="data_1421">
            <a:extLst xmlns:a="http://schemas.openxmlformats.org/drawingml/2006/main">
              <a:ext uri="{FF2B5EF4-FFF2-40B4-BE49-F238E27FC236}">
                <a16:creationId xmlns:a16="http://schemas.microsoft.com/office/drawing/2014/main" id="{1C3F1464-A286-4423-88D5-56875B57F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69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3" name="data_1422">
            <a:extLst xmlns:a="http://schemas.openxmlformats.org/drawingml/2006/main">
              <a:ext uri="{FF2B5EF4-FFF2-40B4-BE49-F238E27FC236}">
                <a16:creationId xmlns:a16="http://schemas.microsoft.com/office/drawing/2014/main" id="{3312C06E-D523-4C8A-9FC7-9F693D8C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327" y="19762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4" name="data_1423">
            <a:extLst xmlns:a="http://schemas.openxmlformats.org/drawingml/2006/main">
              <a:ext uri="{FF2B5EF4-FFF2-40B4-BE49-F238E27FC236}">
                <a16:creationId xmlns:a16="http://schemas.microsoft.com/office/drawing/2014/main" id="{0795A93C-CCDC-4E42-B3A7-78351E9A9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3128" y="23980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5" name="data_1424">
            <a:extLst xmlns:a="http://schemas.openxmlformats.org/drawingml/2006/main">
              <a:ext uri="{FF2B5EF4-FFF2-40B4-BE49-F238E27FC236}">
                <a16:creationId xmlns:a16="http://schemas.microsoft.com/office/drawing/2014/main" id="{F3DC9C77-A0C9-4DE0-8D36-38EE3245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9792" y="31740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6" name="data_1425">
            <a:extLst xmlns:a="http://schemas.openxmlformats.org/drawingml/2006/main">
              <a:ext uri="{FF2B5EF4-FFF2-40B4-BE49-F238E27FC236}">
                <a16:creationId xmlns:a16="http://schemas.microsoft.com/office/drawing/2014/main" id="{946428F5-38F3-41E0-B040-8B054B4F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7928" y="23288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7" name="data_1426">
            <a:extLst xmlns:a="http://schemas.openxmlformats.org/drawingml/2006/main">
              <a:ext uri="{FF2B5EF4-FFF2-40B4-BE49-F238E27FC236}">
                <a16:creationId xmlns:a16="http://schemas.microsoft.com/office/drawing/2014/main" id="{C6E256A6-7D6C-4863-9C61-01C1AC529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8301" y="263209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8" name="data_1427">
            <a:extLst xmlns:a="http://schemas.openxmlformats.org/drawingml/2006/main">
              <a:ext uri="{FF2B5EF4-FFF2-40B4-BE49-F238E27FC236}">
                <a16:creationId xmlns:a16="http://schemas.microsoft.com/office/drawing/2014/main" id="{EF9AD942-B76D-48FF-8C9C-E83A03D64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0562" y="309536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9" name="data_1428">
            <a:extLst xmlns:a="http://schemas.openxmlformats.org/drawingml/2006/main">
              <a:ext uri="{FF2B5EF4-FFF2-40B4-BE49-F238E27FC236}">
                <a16:creationId xmlns:a16="http://schemas.microsoft.com/office/drawing/2014/main" id="{CBCB64A7-B938-4831-85AF-52469AF9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353" y="18661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0" name="data_1429">
            <a:extLst xmlns:a="http://schemas.openxmlformats.org/drawingml/2006/main">
              <a:ext uri="{FF2B5EF4-FFF2-40B4-BE49-F238E27FC236}">
                <a16:creationId xmlns:a16="http://schemas.microsoft.com/office/drawing/2014/main" id="{1055DD8D-AC7A-470B-8112-CFEFF0403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2233" y="17536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1" name="data_1430">
            <a:extLst xmlns:a="http://schemas.openxmlformats.org/drawingml/2006/main">
              <a:ext uri="{FF2B5EF4-FFF2-40B4-BE49-F238E27FC236}">
                <a16:creationId xmlns:a16="http://schemas.microsoft.com/office/drawing/2014/main" id="{565C5F59-D2F1-49D5-9FCA-2CF5418D0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552" y="17987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2" name="data_1431">
            <a:extLst xmlns:a="http://schemas.openxmlformats.org/drawingml/2006/main">
              <a:ext uri="{FF2B5EF4-FFF2-40B4-BE49-F238E27FC236}">
                <a16:creationId xmlns:a16="http://schemas.microsoft.com/office/drawing/2014/main" id="{D61B41E1-4F63-4E11-B76C-02E235163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7359" y="24511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3" name="data_1432">
            <a:extLst xmlns:a="http://schemas.openxmlformats.org/drawingml/2006/main">
              <a:ext uri="{FF2B5EF4-FFF2-40B4-BE49-F238E27FC236}">
                <a16:creationId xmlns:a16="http://schemas.microsoft.com/office/drawing/2014/main" id="{068805E0-87EC-4772-A7A1-6302A283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770" y="294012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4" name="data_1433">
            <a:extLst xmlns:a="http://schemas.openxmlformats.org/drawingml/2006/main">
              <a:ext uri="{FF2B5EF4-FFF2-40B4-BE49-F238E27FC236}">
                <a16:creationId xmlns:a16="http://schemas.microsoft.com/office/drawing/2014/main" id="{0751186F-40EE-49FF-B8A2-AECCD0A25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132" y="208721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5" name="data_1434">
            <a:extLst xmlns:a="http://schemas.openxmlformats.org/drawingml/2006/main">
              <a:ext uri="{FF2B5EF4-FFF2-40B4-BE49-F238E27FC236}">
                <a16:creationId xmlns:a16="http://schemas.microsoft.com/office/drawing/2014/main" id="{A6E441DF-CCEA-4D9B-A4E3-69AD93ED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5761" y="178075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6" name="data_1435">
            <a:extLst xmlns:a="http://schemas.openxmlformats.org/drawingml/2006/main">
              <a:ext uri="{FF2B5EF4-FFF2-40B4-BE49-F238E27FC236}">
                <a16:creationId xmlns:a16="http://schemas.microsoft.com/office/drawing/2014/main" id="{4DACDA81-2F7E-4A23-9FC2-BD346852A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3826" y="18702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7" name="data_1436">
            <a:extLst xmlns:a="http://schemas.openxmlformats.org/drawingml/2006/main">
              <a:ext uri="{FF2B5EF4-FFF2-40B4-BE49-F238E27FC236}">
                <a16:creationId xmlns:a16="http://schemas.microsoft.com/office/drawing/2014/main" id="{63D449BD-8A2E-410D-B6E3-3BA0B619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886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8" name="data_1437">
            <a:extLst xmlns:a="http://schemas.openxmlformats.org/drawingml/2006/main">
              <a:ext uri="{FF2B5EF4-FFF2-40B4-BE49-F238E27FC236}">
                <a16:creationId xmlns:a16="http://schemas.microsoft.com/office/drawing/2014/main" id="{4CB94707-D0CA-464D-83FD-E9B4F194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0662" y="17767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9" name="data_1438">
            <a:extLst xmlns:a="http://schemas.openxmlformats.org/drawingml/2006/main">
              <a:ext uri="{FF2B5EF4-FFF2-40B4-BE49-F238E27FC236}">
                <a16:creationId xmlns:a16="http://schemas.microsoft.com/office/drawing/2014/main" id="{1F808FB2-9E7D-4C4A-85A1-F8896F45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8528" y="21141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0" name="data_1439">
            <a:extLst xmlns:a="http://schemas.openxmlformats.org/drawingml/2006/main">
              <a:ext uri="{FF2B5EF4-FFF2-40B4-BE49-F238E27FC236}">
                <a16:creationId xmlns:a16="http://schemas.microsoft.com/office/drawing/2014/main" id="{F3436575-42C8-4B66-AEC9-2E573A40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2757" y="17606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1" name="data_1440">
            <a:extLst xmlns:a="http://schemas.openxmlformats.org/drawingml/2006/main">
              <a:ext uri="{FF2B5EF4-FFF2-40B4-BE49-F238E27FC236}">
                <a16:creationId xmlns:a16="http://schemas.microsoft.com/office/drawing/2014/main" id="{4073C70D-A057-4B72-A321-111A5D91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9449" y="189683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2" name="data_1441">
            <a:extLst xmlns:a="http://schemas.openxmlformats.org/drawingml/2006/main">
              <a:ext uri="{FF2B5EF4-FFF2-40B4-BE49-F238E27FC236}">
                <a16:creationId xmlns:a16="http://schemas.microsoft.com/office/drawing/2014/main" id="{0200F745-272C-45CA-AFD6-B572C88E9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1284" y="200852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3" name="data_1442">
            <a:extLst xmlns:a="http://schemas.openxmlformats.org/drawingml/2006/main">
              <a:ext uri="{FF2B5EF4-FFF2-40B4-BE49-F238E27FC236}">
                <a16:creationId xmlns:a16="http://schemas.microsoft.com/office/drawing/2014/main" id="{58D6FEB6-6743-40D9-AB74-6D32E4424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80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4" name="data_1443">
            <a:extLst xmlns:a="http://schemas.openxmlformats.org/drawingml/2006/main">
              <a:ext uri="{FF2B5EF4-FFF2-40B4-BE49-F238E27FC236}">
                <a16:creationId xmlns:a16="http://schemas.microsoft.com/office/drawing/2014/main" id="{F4FBFCE7-D913-462B-80EC-970CD75B1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152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5" name="data_1444">
            <a:extLst xmlns:a="http://schemas.openxmlformats.org/drawingml/2006/main">
              <a:ext uri="{FF2B5EF4-FFF2-40B4-BE49-F238E27FC236}">
                <a16:creationId xmlns:a16="http://schemas.microsoft.com/office/drawing/2014/main" id="{4E009FD7-EFAE-4118-B6F0-3CACC8663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912" y="178974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6" name="data_1445">
            <a:extLst xmlns:a="http://schemas.openxmlformats.org/drawingml/2006/main">
              <a:ext uri="{FF2B5EF4-FFF2-40B4-BE49-F238E27FC236}">
                <a16:creationId xmlns:a16="http://schemas.microsoft.com/office/drawing/2014/main" id="{65AD5027-BBCE-44F1-A30C-A3004D5AC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013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7" name="data_1446">
            <a:extLst xmlns:a="http://schemas.openxmlformats.org/drawingml/2006/main">
              <a:ext uri="{FF2B5EF4-FFF2-40B4-BE49-F238E27FC236}">
                <a16:creationId xmlns:a16="http://schemas.microsoft.com/office/drawing/2014/main" id="{70458B8C-2503-4B7C-B4EF-44E35A4F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425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8" name="data_1447">
            <a:extLst xmlns:a="http://schemas.openxmlformats.org/drawingml/2006/main">
              <a:ext uri="{FF2B5EF4-FFF2-40B4-BE49-F238E27FC236}">
                <a16:creationId xmlns:a16="http://schemas.microsoft.com/office/drawing/2014/main" id="{AD02277A-2CFE-485C-A31C-5546E0F2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267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9" name="data_1448">
            <a:extLst xmlns:a="http://schemas.openxmlformats.org/drawingml/2006/main">
              <a:ext uri="{FF2B5EF4-FFF2-40B4-BE49-F238E27FC236}">
                <a16:creationId xmlns:a16="http://schemas.microsoft.com/office/drawing/2014/main" id="{2270518D-ED8D-43E5-B565-3A4914929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9608" y="18431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0" name="data_1449">
            <a:extLst xmlns:a="http://schemas.openxmlformats.org/drawingml/2006/main">
              <a:ext uri="{FF2B5EF4-FFF2-40B4-BE49-F238E27FC236}">
                <a16:creationId xmlns:a16="http://schemas.microsoft.com/office/drawing/2014/main" id="{F80CF223-A691-4BAF-9557-B28E3812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9005" y="214676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1" name="data_1450">
            <a:extLst xmlns:a="http://schemas.openxmlformats.org/drawingml/2006/main">
              <a:ext uri="{FF2B5EF4-FFF2-40B4-BE49-F238E27FC236}">
                <a16:creationId xmlns:a16="http://schemas.microsoft.com/office/drawing/2014/main" id="{211C8EF0-0060-4932-AE1E-049B1D98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3763" y="183042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2" name="data_1451">
            <a:extLst xmlns:a="http://schemas.openxmlformats.org/drawingml/2006/main">
              <a:ext uri="{FF2B5EF4-FFF2-40B4-BE49-F238E27FC236}">
                <a16:creationId xmlns:a16="http://schemas.microsoft.com/office/drawing/2014/main" id="{150F0A29-EA3F-4B0D-B9C2-7C9EBDA35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8482" y="248847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3" name="data_1452">
            <a:extLst xmlns:a="http://schemas.openxmlformats.org/drawingml/2006/main">
              <a:ext uri="{FF2B5EF4-FFF2-40B4-BE49-F238E27FC236}">
                <a16:creationId xmlns:a16="http://schemas.microsoft.com/office/drawing/2014/main" id="{B73A5D03-6BFB-4563-869E-0F4347B2B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86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4" name="data_1453">
            <a:extLst xmlns:a="http://schemas.openxmlformats.org/drawingml/2006/main">
              <a:ext uri="{FF2B5EF4-FFF2-40B4-BE49-F238E27FC236}">
                <a16:creationId xmlns:a16="http://schemas.microsoft.com/office/drawing/2014/main" id="{FDE391B2-6822-4F09-A3F9-FFE0C791F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953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5" name="data_1454">
            <a:extLst xmlns:a="http://schemas.openxmlformats.org/drawingml/2006/main">
              <a:ext uri="{FF2B5EF4-FFF2-40B4-BE49-F238E27FC236}">
                <a16:creationId xmlns:a16="http://schemas.microsoft.com/office/drawing/2014/main" id="{0C199401-F411-44B2-852E-9BE416F54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5561" y="19029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6" name="data_1455">
            <a:extLst xmlns:a="http://schemas.openxmlformats.org/drawingml/2006/main">
              <a:ext uri="{FF2B5EF4-FFF2-40B4-BE49-F238E27FC236}">
                <a16:creationId xmlns:a16="http://schemas.microsoft.com/office/drawing/2014/main" id="{3DF78453-8D76-4949-81B8-6E500874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8312" y="28994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7" name="data_1456">
            <a:extLst xmlns:a="http://schemas.openxmlformats.org/drawingml/2006/main">
              <a:ext uri="{FF2B5EF4-FFF2-40B4-BE49-F238E27FC236}">
                <a16:creationId xmlns:a16="http://schemas.microsoft.com/office/drawing/2014/main" id="{2B41ACC2-873F-4810-B207-52A2EC87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157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8" name="data_1457">
            <a:extLst xmlns:a="http://schemas.openxmlformats.org/drawingml/2006/main">
              <a:ext uri="{FF2B5EF4-FFF2-40B4-BE49-F238E27FC236}">
                <a16:creationId xmlns:a16="http://schemas.microsoft.com/office/drawing/2014/main" id="{B1E9D9F1-D5AD-4DD2-9D26-89903D8EF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583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9" name="data_1458">
            <a:extLst xmlns:a="http://schemas.openxmlformats.org/drawingml/2006/main">
              <a:ext uri="{FF2B5EF4-FFF2-40B4-BE49-F238E27FC236}">
                <a16:creationId xmlns:a16="http://schemas.microsoft.com/office/drawing/2014/main" id="{03E5E41E-95AC-469B-9154-453B15C1D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086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0" name="data_1459">
            <a:extLst xmlns:a="http://schemas.openxmlformats.org/drawingml/2006/main">
              <a:ext uri="{FF2B5EF4-FFF2-40B4-BE49-F238E27FC236}">
                <a16:creationId xmlns:a16="http://schemas.microsoft.com/office/drawing/2014/main" id="{2E894295-559B-4DF5-BD38-376FF09D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1231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1" name="data_1460">
            <a:extLst xmlns:a="http://schemas.openxmlformats.org/drawingml/2006/main">
              <a:ext uri="{FF2B5EF4-FFF2-40B4-BE49-F238E27FC236}">
                <a16:creationId xmlns:a16="http://schemas.microsoft.com/office/drawing/2014/main" id="{2FC703E8-F4E0-4EDA-8E95-6DD7A7BA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32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2" name="data_1461">
            <a:extLst xmlns:a="http://schemas.openxmlformats.org/drawingml/2006/main">
              <a:ext uri="{FF2B5EF4-FFF2-40B4-BE49-F238E27FC236}">
                <a16:creationId xmlns:a16="http://schemas.microsoft.com/office/drawing/2014/main" id="{7F24C637-AB08-4C37-AFBE-4A52511E8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5695" y="29793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3" name="data_1462">
            <a:extLst xmlns:a="http://schemas.openxmlformats.org/drawingml/2006/main">
              <a:ext uri="{FF2B5EF4-FFF2-40B4-BE49-F238E27FC236}">
                <a16:creationId xmlns:a16="http://schemas.microsoft.com/office/drawing/2014/main" id="{0EC608A8-2E40-48DF-891E-7097E6CE4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60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4" name="data_1463">
            <a:extLst xmlns:a="http://schemas.openxmlformats.org/drawingml/2006/main">
              <a:ext uri="{FF2B5EF4-FFF2-40B4-BE49-F238E27FC236}">
                <a16:creationId xmlns:a16="http://schemas.microsoft.com/office/drawing/2014/main" id="{A84430E9-06E8-441B-B90C-5827740ED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1042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5" name="data_1464">
            <a:extLst xmlns:a="http://schemas.openxmlformats.org/drawingml/2006/main">
              <a:ext uri="{FF2B5EF4-FFF2-40B4-BE49-F238E27FC236}">
                <a16:creationId xmlns:a16="http://schemas.microsoft.com/office/drawing/2014/main" id="{41886381-618D-4829-9876-B9FBC9D93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029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6" name="data_1465">
            <a:extLst xmlns:a="http://schemas.openxmlformats.org/drawingml/2006/main">
              <a:ext uri="{FF2B5EF4-FFF2-40B4-BE49-F238E27FC236}">
                <a16:creationId xmlns:a16="http://schemas.microsoft.com/office/drawing/2014/main" id="{90FADCDD-ED5D-4AE2-B848-966EA5175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0276" y="261903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7" name="data_1466">
            <a:extLst xmlns:a="http://schemas.openxmlformats.org/drawingml/2006/main">
              <a:ext uri="{FF2B5EF4-FFF2-40B4-BE49-F238E27FC236}">
                <a16:creationId xmlns:a16="http://schemas.microsoft.com/office/drawing/2014/main" id="{AF67C6B9-54DE-4FA9-8899-47E5062C1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084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8" name="data_1467">
            <a:extLst xmlns:a="http://schemas.openxmlformats.org/drawingml/2006/main">
              <a:ext uri="{FF2B5EF4-FFF2-40B4-BE49-F238E27FC236}">
                <a16:creationId xmlns:a16="http://schemas.microsoft.com/office/drawing/2014/main" id="{F21333CE-9220-41B5-A9A6-30127665B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76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9" name="data_1468">
            <a:extLst xmlns:a="http://schemas.openxmlformats.org/drawingml/2006/main">
              <a:ext uri="{FF2B5EF4-FFF2-40B4-BE49-F238E27FC236}">
                <a16:creationId xmlns:a16="http://schemas.microsoft.com/office/drawing/2014/main" id="{95E2B614-B21A-4E29-B4CB-890BD2944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406" y="292771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0" name="data_1469">
            <a:extLst xmlns:a="http://schemas.openxmlformats.org/drawingml/2006/main">
              <a:ext uri="{FF2B5EF4-FFF2-40B4-BE49-F238E27FC236}">
                <a16:creationId xmlns:a16="http://schemas.microsoft.com/office/drawing/2014/main" id="{7CFA54B0-641A-4B88-BC16-E0A4BA98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273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1" name="data_1470">
            <a:extLst xmlns:a="http://schemas.openxmlformats.org/drawingml/2006/main">
              <a:ext uri="{FF2B5EF4-FFF2-40B4-BE49-F238E27FC236}">
                <a16:creationId xmlns:a16="http://schemas.microsoft.com/office/drawing/2014/main" id="{C53ABD9D-91BE-49A6-86D4-E9944E09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61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2" name="data_1471">
            <a:extLst xmlns:a="http://schemas.openxmlformats.org/drawingml/2006/main">
              <a:ext uri="{FF2B5EF4-FFF2-40B4-BE49-F238E27FC236}">
                <a16:creationId xmlns:a16="http://schemas.microsoft.com/office/drawing/2014/main" id="{0214BC17-601F-4896-A114-02D21C88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008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3" name="data_1472">
            <a:extLst xmlns:a="http://schemas.openxmlformats.org/drawingml/2006/main">
              <a:ext uri="{FF2B5EF4-FFF2-40B4-BE49-F238E27FC236}">
                <a16:creationId xmlns:a16="http://schemas.microsoft.com/office/drawing/2014/main" id="{2E933BE9-34E6-4961-B07D-C852D2E4D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60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4" name="data_1473">
            <a:extLst xmlns:a="http://schemas.openxmlformats.org/drawingml/2006/main">
              <a:ext uri="{FF2B5EF4-FFF2-40B4-BE49-F238E27FC236}">
                <a16:creationId xmlns:a16="http://schemas.microsoft.com/office/drawing/2014/main" id="{13F08EE8-81C2-4DAE-9305-613F8DAE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134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5" name="data_1474">
            <a:extLst xmlns:a="http://schemas.openxmlformats.org/drawingml/2006/main">
              <a:ext uri="{FF2B5EF4-FFF2-40B4-BE49-F238E27FC236}">
                <a16:creationId xmlns:a16="http://schemas.microsoft.com/office/drawing/2014/main" id="{CEE4223E-3046-4F0E-9AA6-40EA75D1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3350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6" name="data_1475">
            <a:extLst xmlns:a="http://schemas.openxmlformats.org/drawingml/2006/main">
              <a:ext uri="{FF2B5EF4-FFF2-40B4-BE49-F238E27FC236}">
                <a16:creationId xmlns:a16="http://schemas.microsoft.com/office/drawing/2014/main" id="{31625EE5-F9C8-4083-8EC2-FC9A3467D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0766" y="329331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7" name="data_1476">
            <a:extLst xmlns:a="http://schemas.openxmlformats.org/drawingml/2006/main">
              <a:ext uri="{FF2B5EF4-FFF2-40B4-BE49-F238E27FC236}">
                <a16:creationId xmlns:a16="http://schemas.microsoft.com/office/drawing/2014/main" id="{E71EB3B6-82C2-4C75-B029-A5B42FD66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73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8" name="data_1477">
            <a:extLst xmlns:a="http://schemas.openxmlformats.org/drawingml/2006/main">
              <a:ext uri="{FF2B5EF4-FFF2-40B4-BE49-F238E27FC236}">
                <a16:creationId xmlns:a16="http://schemas.microsoft.com/office/drawing/2014/main" id="{1D1230F1-BDAA-483F-99FF-4F002E55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7171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9" name="data_1478">
            <a:extLst xmlns:a="http://schemas.openxmlformats.org/drawingml/2006/main">
              <a:ext uri="{FF2B5EF4-FFF2-40B4-BE49-F238E27FC236}">
                <a16:creationId xmlns:a16="http://schemas.microsoft.com/office/drawing/2014/main" id="{EED4EC95-A4E7-41CA-97A8-835D1087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630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0" name="data_1479">
            <a:extLst xmlns:a="http://schemas.openxmlformats.org/drawingml/2006/main">
              <a:ext uri="{FF2B5EF4-FFF2-40B4-BE49-F238E27FC236}">
                <a16:creationId xmlns:a16="http://schemas.microsoft.com/office/drawing/2014/main" id="{EE10B3DC-C3FC-406A-9DA1-36208A505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792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1" name="data_1480">
            <a:extLst xmlns:a="http://schemas.openxmlformats.org/drawingml/2006/main">
              <a:ext uri="{FF2B5EF4-FFF2-40B4-BE49-F238E27FC236}">
                <a16:creationId xmlns:a16="http://schemas.microsoft.com/office/drawing/2014/main" id="{33D93621-DE0B-40F1-BE12-A4E18DAFD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2973" y="18020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2" name="data_1481">
            <a:extLst xmlns:a="http://schemas.openxmlformats.org/drawingml/2006/main">
              <a:ext uri="{FF2B5EF4-FFF2-40B4-BE49-F238E27FC236}">
                <a16:creationId xmlns:a16="http://schemas.microsoft.com/office/drawing/2014/main" id="{D6525A89-2149-4DD0-BB9C-33557113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434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3" name="data_1482">
            <a:extLst xmlns:a="http://schemas.openxmlformats.org/drawingml/2006/main">
              <a:ext uri="{FF2B5EF4-FFF2-40B4-BE49-F238E27FC236}">
                <a16:creationId xmlns:a16="http://schemas.microsoft.com/office/drawing/2014/main" id="{124B977D-70F5-4609-816C-47F499C52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6550" y="288016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4" name="data_1483">
            <a:extLst xmlns:a="http://schemas.openxmlformats.org/drawingml/2006/main">
              <a:ext uri="{FF2B5EF4-FFF2-40B4-BE49-F238E27FC236}">
                <a16:creationId xmlns:a16="http://schemas.microsoft.com/office/drawing/2014/main" id="{A90BBEEA-9727-47B8-8E3E-F93E0A644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815" y="32614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5" name="data_1484">
            <a:extLst xmlns:a="http://schemas.openxmlformats.org/drawingml/2006/main">
              <a:ext uri="{FF2B5EF4-FFF2-40B4-BE49-F238E27FC236}">
                <a16:creationId xmlns:a16="http://schemas.microsoft.com/office/drawing/2014/main" id="{AD16638D-0828-4A51-A8FB-5FE00C99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903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6" name="data_1485">
            <a:extLst xmlns:a="http://schemas.openxmlformats.org/drawingml/2006/main">
              <a:ext uri="{FF2B5EF4-FFF2-40B4-BE49-F238E27FC236}">
                <a16:creationId xmlns:a16="http://schemas.microsoft.com/office/drawing/2014/main" id="{96574FB6-170A-4EAE-B281-5B453F7F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184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7" name="data_1486">
            <a:extLst xmlns:a="http://schemas.openxmlformats.org/drawingml/2006/main">
              <a:ext uri="{FF2B5EF4-FFF2-40B4-BE49-F238E27FC236}">
                <a16:creationId xmlns:a16="http://schemas.microsoft.com/office/drawing/2014/main" id="{120F7688-C4DF-49AF-9F47-0377FF427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639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8" name="data_1487">
            <a:extLst xmlns:a="http://schemas.openxmlformats.org/drawingml/2006/main">
              <a:ext uri="{FF2B5EF4-FFF2-40B4-BE49-F238E27FC236}">
                <a16:creationId xmlns:a16="http://schemas.microsoft.com/office/drawing/2014/main" id="{444FAAA9-E1DB-44BA-8350-523B82C2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3743" y="19811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9" name="data_1488">
            <a:extLst xmlns:a="http://schemas.openxmlformats.org/drawingml/2006/main">
              <a:ext uri="{FF2B5EF4-FFF2-40B4-BE49-F238E27FC236}">
                <a16:creationId xmlns:a16="http://schemas.microsoft.com/office/drawing/2014/main" id="{502206A7-17CC-4590-937C-4916BDDE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45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0" name="data_1489">
            <a:extLst xmlns:a="http://schemas.openxmlformats.org/drawingml/2006/main">
              <a:ext uri="{FF2B5EF4-FFF2-40B4-BE49-F238E27FC236}">
                <a16:creationId xmlns:a16="http://schemas.microsoft.com/office/drawing/2014/main" id="{95B5E9DD-E86C-464E-BD28-B520190D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370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1" name="data_1490">
            <a:extLst xmlns:a="http://schemas.openxmlformats.org/drawingml/2006/main">
              <a:ext uri="{FF2B5EF4-FFF2-40B4-BE49-F238E27FC236}">
                <a16:creationId xmlns:a16="http://schemas.microsoft.com/office/drawing/2014/main" id="{80C2795E-53BA-4640-A4DD-30AD004F2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5464" y="304426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2" name="data_1491">
            <a:extLst xmlns:a="http://schemas.openxmlformats.org/drawingml/2006/main">
              <a:ext uri="{FF2B5EF4-FFF2-40B4-BE49-F238E27FC236}">
                <a16:creationId xmlns:a16="http://schemas.microsoft.com/office/drawing/2014/main" id="{25CBA4D0-6D2B-4850-A01E-C51BDBDE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7943" y="21766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3" name="data_1492">
            <a:extLst xmlns:a="http://schemas.openxmlformats.org/drawingml/2006/main">
              <a:ext uri="{FF2B5EF4-FFF2-40B4-BE49-F238E27FC236}">
                <a16:creationId xmlns:a16="http://schemas.microsoft.com/office/drawing/2014/main" id="{D6DCB7D7-AFC3-46C4-BE57-7F6AC93C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336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4" name="data_1493">
            <a:extLst xmlns:a="http://schemas.openxmlformats.org/drawingml/2006/main">
              <a:ext uri="{FF2B5EF4-FFF2-40B4-BE49-F238E27FC236}">
                <a16:creationId xmlns:a16="http://schemas.microsoft.com/office/drawing/2014/main" id="{C55E346B-7DB9-4980-AD46-7435D36AA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0055" y="33223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5" name="data_1494">
            <a:extLst xmlns:a="http://schemas.openxmlformats.org/drawingml/2006/main">
              <a:ext uri="{FF2B5EF4-FFF2-40B4-BE49-F238E27FC236}">
                <a16:creationId xmlns:a16="http://schemas.microsoft.com/office/drawing/2014/main" id="{ED4C4727-3CE0-4D6F-A35D-C6E306AC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185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6" name="data_1495">
            <a:extLst xmlns:a="http://schemas.openxmlformats.org/drawingml/2006/main">
              <a:ext uri="{FF2B5EF4-FFF2-40B4-BE49-F238E27FC236}">
                <a16:creationId xmlns:a16="http://schemas.microsoft.com/office/drawing/2014/main" id="{56E1DAF3-5F45-4400-9E70-D970AC846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4335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7" name="data_1496">
            <a:extLst xmlns:a="http://schemas.openxmlformats.org/drawingml/2006/main">
              <a:ext uri="{FF2B5EF4-FFF2-40B4-BE49-F238E27FC236}">
                <a16:creationId xmlns:a16="http://schemas.microsoft.com/office/drawing/2014/main" id="{F0DACA84-FAF7-450C-B61E-0CB1B50DC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76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8" name="data_1497">
            <a:extLst xmlns:a="http://schemas.openxmlformats.org/drawingml/2006/main">
              <a:ext uri="{FF2B5EF4-FFF2-40B4-BE49-F238E27FC236}">
                <a16:creationId xmlns:a16="http://schemas.microsoft.com/office/drawing/2014/main" id="{130746D2-81E6-4E95-95CF-5B0F85E4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98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9" name="data_1498">
            <a:extLst xmlns:a="http://schemas.openxmlformats.org/drawingml/2006/main">
              <a:ext uri="{FF2B5EF4-FFF2-40B4-BE49-F238E27FC236}">
                <a16:creationId xmlns:a16="http://schemas.microsoft.com/office/drawing/2014/main" id="{A6B2A0E3-DD06-4426-8C68-F73E6C763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274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0" name="data_1499">
            <a:extLst xmlns:a="http://schemas.openxmlformats.org/drawingml/2006/main">
              <a:ext uri="{FF2B5EF4-FFF2-40B4-BE49-F238E27FC236}">
                <a16:creationId xmlns:a16="http://schemas.microsoft.com/office/drawing/2014/main" id="{5ED54508-C4BF-41E7-B463-898B34B13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1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1" name="data_1500">
            <a:extLst xmlns:a="http://schemas.openxmlformats.org/drawingml/2006/main">
              <a:ext uri="{FF2B5EF4-FFF2-40B4-BE49-F238E27FC236}">
                <a16:creationId xmlns:a16="http://schemas.microsoft.com/office/drawing/2014/main" id="{0D557DE7-70FB-4AEC-9D4D-2BEB08CE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0731" y="152424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2" name="data_1501">
            <a:extLst xmlns:a="http://schemas.openxmlformats.org/drawingml/2006/main">
              <a:ext uri="{FF2B5EF4-FFF2-40B4-BE49-F238E27FC236}">
                <a16:creationId xmlns:a16="http://schemas.microsoft.com/office/drawing/2014/main" id="{1FDC440F-FB94-411E-B0F0-3E9AFF61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97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3" name="data_1502">
            <a:extLst xmlns:a="http://schemas.openxmlformats.org/drawingml/2006/main">
              <a:ext uri="{FF2B5EF4-FFF2-40B4-BE49-F238E27FC236}">
                <a16:creationId xmlns:a16="http://schemas.microsoft.com/office/drawing/2014/main" id="{1B27130A-CE89-4643-82EF-33B07CD11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324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4" name="data_1503">
            <a:extLst xmlns:a="http://schemas.openxmlformats.org/drawingml/2006/main">
              <a:ext uri="{FF2B5EF4-FFF2-40B4-BE49-F238E27FC236}">
                <a16:creationId xmlns:a16="http://schemas.microsoft.com/office/drawing/2014/main" id="{5A9D90C3-A758-4FF5-98BE-BA1CCEC0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8781" y="22958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5" name="data_1504">
            <a:extLst xmlns:a="http://schemas.openxmlformats.org/drawingml/2006/main">
              <a:ext uri="{FF2B5EF4-FFF2-40B4-BE49-F238E27FC236}">
                <a16:creationId xmlns:a16="http://schemas.microsoft.com/office/drawing/2014/main" id="{67573D38-CCFE-4123-A236-9B25A292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973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6" name="data_1505">
            <a:extLst xmlns:a="http://schemas.openxmlformats.org/drawingml/2006/main">
              <a:ext uri="{FF2B5EF4-FFF2-40B4-BE49-F238E27FC236}">
                <a16:creationId xmlns:a16="http://schemas.microsoft.com/office/drawing/2014/main" id="{438E009B-D762-4082-B743-AF6380971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750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7" name="data_1506">
            <a:extLst xmlns:a="http://schemas.openxmlformats.org/drawingml/2006/main">
              <a:ext uri="{FF2B5EF4-FFF2-40B4-BE49-F238E27FC236}">
                <a16:creationId xmlns:a16="http://schemas.microsoft.com/office/drawing/2014/main" id="{18BB1EC6-C0B2-4DFA-8C69-4C4D68FF2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382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8" name="data_1507">
            <a:extLst xmlns:a="http://schemas.openxmlformats.org/drawingml/2006/main">
              <a:ext uri="{FF2B5EF4-FFF2-40B4-BE49-F238E27FC236}">
                <a16:creationId xmlns:a16="http://schemas.microsoft.com/office/drawing/2014/main" id="{98E0DF9F-8E78-4FC0-B0A5-4042AF1F4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0931" y="29777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9" name="data_1508">
            <a:extLst xmlns:a="http://schemas.openxmlformats.org/drawingml/2006/main">
              <a:ext uri="{FF2B5EF4-FFF2-40B4-BE49-F238E27FC236}">
                <a16:creationId xmlns:a16="http://schemas.microsoft.com/office/drawing/2014/main" id="{ADF50C03-F239-46EF-AD48-31BBBA46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756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0" name="data_1509">
            <a:extLst xmlns:a="http://schemas.openxmlformats.org/drawingml/2006/main">
              <a:ext uri="{FF2B5EF4-FFF2-40B4-BE49-F238E27FC236}">
                <a16:creationId xmlns:a16="http://schemas.microsoft.com/office/drawing/2014/main" id="{1FCA7DB4-BCBF-4009-A195-1F1C3D5B1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0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1" name="data_1510">
            <a:extLst xmlns:a="http://schemas.openxmlformats.org/drawingml/2006/main">
              <a:ext uri="{FF2B5EF4-FFF2-40B4-BE49-F238E27FC236}">
                <a16:creationId xmlns:a16="http://schemas.microsoft.com/office/drawing/2014/main" id="{EE2B276C-A2E4-4F1E-B207-4F1ADF6C7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954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2" name="data_1511">
            <a:extLst xmlns:a="http://schemas.openxmlformats.org/drawingml/2006/main">
              <a:ext uri="{FF2B5EF4-FFF2-40B4-BE49-F238E27FC236}">
                <a16:creationId xmlns:a16="http://schemas.microsoft.com/office/drawing/2014/main" id="{0910A971-D182-4358-B526-66E5D42BB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962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3" name="data_1512">
            <a:extLst xmlns:a="http://schemas.openxmlformats.org/drawingml/2006/main">
              <a:ext uri="{FF2B5EF4-FFF2-40B4-BE49-F238E27FC236}">
                <a16:creationId xmlns:a16="http://schemas.microsoft.com/office/drawing/2014/main" id="{6D70E773-595F-4A4B-9D39-10D272B6A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8758" y="14887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4" name="data_1513">
            <a:extLst xmlns:a="http://schemas.openxmlformats.org/drawingml/2006/main">
              <a:ext uri="{FF2B5EF4-FFF2-40B4-BE49-F238E27FC236}">
                <a16:creationId xmlns:a16="http://schemas.microsoft.com/office/drawing/2014/main" id="{18A4809D-CF91-49EA-9E18-AF193E46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478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5" name="data_1514">
            <a:extLst xmlns:a="http://schemas.openxmlformats.org/drawingml/2006/main">
              <a:ext uri="{FF2B5EF4-FFF2-40B4-BE49-F238E27FC236}">
                <a16:creationId xmlns:a16="http://schemas.microsoft.com/office/drawing/2014/main" id="{58351AC9-DB0B-49B2-A249-9EA1F3F6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597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6" name="data_1515">
            <a:extLst xmlns:a="http://schemas.openxmlformats.org/drawingml/2006/main">
              <a:ext uri="{FF2B5EF4-FFF2-40B4-BE49-F238E27FC236}">
                <a16:creationId xmlns:a16="http://schemas.microsoft.com/office/drawing/2014/main" id="{27755C91-A58A-4CC3-B27D-21146C11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8230" y="32947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7" name="data_1516">
            <a:extLst xmlns:a="http://schemas.openxmlformats.org/drawingml/2006/main">
              <a:ext uri="{FF2B5EF4-FFF2-40B4-BE49-F238E27FC236}">
                <a16:creationId xmlns:a16="http://schemas.microsoft.com/office/drawing/2014/main" id="{F0BB6270-3A89-4D98-803A-8D14980C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502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8" name="data_1517">
            <a:extLst xmlns:a="http://schemas.openxmlformats.org/drawingml/2006/main">
              <a:ext uri="{FF2B5EF4-FFF2-40B4-BE49-F238E27FC236}">
                <a16:creationId xmlns:a16="http://schemas.microsoft.com/office/drawing/2014/main" id="{C76E93CE-BD9A-4F69-A7C2-045A71E8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37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9" name="data_1518">
            <a:extLst xmlns:a="http://schemas.openxmlformats.org/drawingml/2006/main">
              <a:ext uri="{FF2B5EF4-FFF2-40B4-BE49-F238E27FC236}">
                <a16:creationId xmlns:a16="http://schemas.microsoft.com/office/drawing/2014/main" id="{34FE8684-76E7-4A8C-AAC9-BF2808EA7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5205" y="287867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0" name="data_1519">
            <a:extLst xmlns:a="http://schemas.openxmlformats.org/drawingml/2006/main">
              <a:ext uri="{FF2B5EF4-FFF2-40B4-BE49-F238E27FC236}">
                <a16:creationId xmlns:a16="http://schemas.microsoft.com/office/drawing/2014/main" id="{014B211B-7C79-41C0-89DF-A2ACD5AE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970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1" name="data_1520">
            <a:extLst xmlns:a="http://schemas.openxmlformats.org/drawingml/2006/main">
              <a:ext uri="{FF2B5EF4-FFF2-40B4-BE49-F238E27FC236}">
                <a16:creationId xmlns:a16="http://schemas.microsoft.com/office/drawing/2014/main" id="{925F55C3-E8EE-4E60-9183-EEB6894D2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141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2" name="data_1521">
            <a:extLst xmlns:a="http://schemas.openxmlformats.org/drawingml/2006/main">
              <a:ext uri="{FF2B5EF4-FFF2-40B4-BE49-F238E27FC236}">
                <a16:creationId xmlns:a16="http://schemas.microsoft.com/office/drawing/2014/main" id="{CFCAAEB6-EBF5-4311-A9B7-AFB72C02A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8570" y="326141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3" name="data_1522">
            <a:extLst xmlns:a="http://schemas.openxmlformats.org/drawingml/2006/main">
              <a:ext uri="{FF2B5EF4-FFF2-40B4-BE49-F238E27FC236}">
                <a16:creationId xmlns:a16="http://schemas.microsoft.com/office/drawing/2014/main" id="{B51B5E04-8AB3-473A-AA23-9EEF0D830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345" y="289818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4" name="data_1523">
            <a:extLst xmlns:a="http://schemas.openxmlformats.org/drawingml/2006/main">
              <a:ext uri="{FF2B5EF4-FFF2-40B4-BE49-F238E27FC236}">
                <a16:creationId xmlns:a16="http://schemas.microsoft.com/office/drawing/2014/main" id="{DBEC13DC-6F42-4D2E-88C8-78728697A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972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5" name="data_1524">
            <a:extLst xmlns:a="http://schemas.openxmlformats.org/drawingml/2006/main">
              <a:ext uri="{FF2B5EF4-FFF2-40B4-BE49-F238E27FC236}">
                <a16:creationId xmlns:a16="http://schemas.microsoft.com/office/drawing/2014/main" id="{A793D65D-5711-4898-9F57-1BFA2C8A7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918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6" name="data_1525">
            <a:extLst xmlns:a="http://schemas.openxmlformats.org/drawingml/2006/main">
              <a:ext uri="{FF2B5EF4-FFF2-40B4-BE49-F238E27FC236}">
                <a16:creationId xmlns:a16="http://schemas.microsoft.com/office/drawing/2014/main" id="{318FB913-6C25-4C52-88DE-7A6EAB08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555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7" name="data_1526">
            <a:extLst xmlns:a="http://schemas.openxmlformats.org/drawingml/2006/main">
              <a:ext uri="{FF2B5EF4-FFF2-40B4-BE49-F238E27FC236}">
                <a16:creationId xmlns:a16="http://schemas.microsoft.com/office/drawing/2014/main" id="{33E4DC0F-8384-4149-A45D-D08E6F5A7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72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8" name="data_1527">
            <a:extLst xmlns:a="http://schemas.openxmlformats.org/drawingml/2006/main">
              <a:ext uri="{FF2B5EF4-FFF2-40B4-BE49-F238E27FC236}">
                <a16:creationId xmlns:a16="http://schemas.microsoft.com/office/drawing/2014/main" id="{F32B7C1E-F93E-4732-8F16-539C9917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129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9" name="data_1528">
            <a:extLst xmlns:a="http://schemas.openxmlformats.org/drawingml/2006/main">
              <a:ext uri="{FF2B5EF4-FFF2-40B4-BE49-F238E27FC236}">
                <a16:creationId xmlns:a16="http://schemas.microsoft.com/office/drawing/2014/main" id="{9863BB5B-2689-48CC-83F1-FEDB65AEE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3839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0" name="data_1529">
            <a:extLst xmlns:a="http://schemas.openxmlformats.org/drawingml/2006/main">
              <a:ext uri="{FF2B5EF4-FFF2-40B4-BE49-F238E27FC236}">
                <a16:creationId xmlns:a16="http://schemas.microsoft.com/office/drawing/2014/main" id="{307E48AD-5414-41CB-A6DC-8D6E995E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071" y="213815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1" name="data_1530">
            <a:extLst xmlns:a="http://schemas.openxmlformats.org/drawingml/2006/main">
              <a:ext uri="{FF2B5EF4-FFF2-40B4-BE49-F238E27FC236}">
                <a16:creationId xmlns:a16="http://schemas.microsoft.com/office/drawing/2014/main" id="{7023C5B4-E412-44C7-B516-BEABD3B95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778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2" name="data_1531">
            <a:extLst xmlns:a="http://schemas.openxmlformats.org/drawingml/2006/main">
              <a:ext uri="{FF2B5EF4-FFF2-40B4-BE49-F238E27FC236}">
                <a16:creationId xmlns:a16="http://schemas.microsoft.com/office/drawing/2014/main" id="{8DD04EA2-3B14-49E7-8778-1834E928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9672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3" name="data_1532">
            <a:extLst xmlns:a="http://schemas.openxmlformats.org/drawingml/2006/main">
              <a:ext uri="{FF2B5EF4-FFF2-40B4-BE49-F238E27FC236}">
                <a16:creationId xmlns:a16="http://schemas.microsoft.com/office/drawing/2014/main" id="{3FE5545A-E669-4DDC-9372-D0D2583B5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502" y="148872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4" name="data_1533">
            <a:extLst xmlns:a="http://schemas.openxmlformats.org/drawingml/2006/main">
              <a:ext uri="{FF2B5EF4-FFF2-40B4-BE49-F238E27FC236}">
                <a16:creationId xmlns:a16="http://schemas.microsoft.com/office/drawing/2014/main" id="{3F4A0952-5135-4652-BA3D-D6B946B5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140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5" name="data_1534">
            <a:extLst xmlns:a="http://schemas.openxmlformats.org/drawingml/2006/main">
              <a:ext uri="{FF2B5EF4-FFF2-40B4-BE49-F238E27FC236}">
                <a16:creationId xmlns:a16="http://schemas.microsoft.com/office/drawing/2014/main" id="{9E8FDB96-66E7-42EA-BEEA-543C07C4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4010" y="33094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6" name="data_1535">
            <a:extLst xmlns:a="http://schemas.openxmlformats.org/drawingml/2006/main">
              <a:ext uri="{FF2B5EF4-FFF2-40B4-BE49-F238E27FC236}">
                <a16:creationId xmlns:a16="http://schemas.microsoft.com/office/drawing/2014/main" id="{D564AA36-812D-4AC2-966D-F9151843A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7013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7" name="data_1536">
            <a:extLst xmlns:a="http://schemas.openxmlformats.org/drawingml/2006/main">
              <a:ext uri="{FF2B5EF4-FFF2-40B4-BE49-F238E27FC236}">
                <a16:creationId xmlns:a16="http://schemas.microsoft.com/office/drawing/2014/main" id="{7698456E-832E-4AAA-90D9-726EB4E7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7421" y="313607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8" name="data_1537">
            <a:extLst xmlns:a="http://schemas.openxmlformats.org/drawingml/2006/main">
              <a:ext uri="{FF2B5EF4-FFF2-40B4-BE49-F238E27FC236}">
                <a16:creationId xmlns:a16="http://schemas.microsoft.com/office/drawing/2014/main" id="{99C464DB-BD73-4819-96A7-C8A37DE03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883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9" name="data_1538">
            <a:extLst xmlns:a="http://schemas.openxmlformats.org/drawingml/2006/main">
              <a:ext uri="{FF2B5EF4-FFF2-40B4-BE49-F238E27FC236}">
                <a16:creationId xmlns:a16="http://schemas.microsoft.com/office/drawing/2014/main" id="{F35011C6-5378-4A9F-AD55-85C12012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4760" y="147373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0" name="data_1539">
            <a:extLst xmlns:a="http://schemas.openxmlformats.org/drawingml/2006/main">
              <a:ext uri="{FF2B5EF4-FFF2-40B4-BE49-F238E27FC236}">
                <a16:creationId xmlns:a16="http://schemas.microsoft.com/office/drawing/2014/main" id="{3EDBD9E1-E38B-42BC-9874-CEB6CCAE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468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1" name="data_1540">
            <a:extLst xmlns:a="http://schemas.openxmlformats.org/drawingml/2006/main">
              <a:ext uri="{FF2B5EF4-FFF2-40B4-BE49-F238E27FC236}">
                <a16:creationId xmlns:a16="http://schemas.microsoft.com/office/drawing/2014/main" id="{84654967-EDED-40CA-9675-FB680F71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203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2" name="data_1541">
            <a:extLst xmlns:a="http://schemas.openxmlformats.org/drawingml/2006/main">
              <a:ext uri="{FF2B5EF4-FFF2-40B4-BE49-F238E27FC236}">
                <a16:creationId xmlns:a16="http://schemas.microsoft.com/office/drawing/2014/main" id="{E3F4982C-2C9F-4E51-94F2-4D42AF78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081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3" name="data_1542">
            <a:extLst xmlns:a="http://schemas.openxmlformats.org/drawingml/2006/main">
              <a:ext uri="{FF2B5EF4-FFF2-40B4-BE49-F238E27FC236}">
                <a16:creationId xmlns:a16="http://schemas.microsoft.com/office/drawing/2014/main" id="{EE61F465-DBC7-454D-BB55-8BDD801A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4519" y="241808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4" name="data_1543">
            <a:extLst xmlns:a="http://schemas.openxmlformats.org/drawingml/2006/main">
              <a:ext uri="{FF2B5EF4-FFF2-40B4-BE49-F238E27FC236}">
                <a16:creationId xmlns:a16="http://schemas.microsoft.com/office/drawing/2014/main" id="{55C5DA6B-16CC-4084-9734-0F047489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8063" y="21875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5" name="data_1544">
            <a:extLst xmlns:a="http://schemas.openxmlformats.org/drawingml/2006/main">
              <a:ext uri="{FF2B5EF4-FFF2-40B4-BE49-F238E27FC236}">
                <a16:creationId xmlns:a16="http://schemas.microsoft.com/office/drawing/2014/main" id="{34A45478-4377-446A-8F48-CBDDED892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5355" y="246378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6" name="data_1545">
            <a:extLst xmlns:a="http://schemas.openxmlformats.org/drawingml/2006/main">
              <a:ext uri="{FF2B5EF4-FFF2-40B4-BE49-F238E27FC236}">
                <a16:creationId xmlns:a16="http://schemas.microsoft.com/office/drawing/2014/main" id="{B7D6AEA8-5173-4718-BE94-667B5166F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7243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7" name="data_1546">
            <a:extLst xmlns:a="http://schemas.openxmlformats.org/drawingml/2006/main">
              <a:ext uri="{FF2B5EF4-FFF2-40B4-BE49-F238E27FC236}">
                <a16:creationId xmlns:a16="http://schemas.microsoft.com/office/drawing/2014/main" id="{5DC4DD66-492A-437C-A484-58DEFC3C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414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8" name="data_1547">
            <a:extLst xmlns:a="http://schemas.openxmlformats.org/drawingml/2006/main">
              <a:ext uri="{FF2B5EF4-FFF2-40B4-BE49-F238E27FC236}">
                <a16:creationId xmlns:a16="http://schemas.microsoft.com/office/drawing/2014/main" id="{F037864F-7177-42D8-A637-9624E481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510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9" name="data_1548">
            <a:extLst xmlns:a="http://schemas.openxmlformats.org/drawingml/2006/main">
              <a:ext uri="{FF2B5EF4-FFF2-40B4-BE49-F238E27FC236}">
                <a16:creationId xmlns:a16="http://schemas.microsoft.com/office/drawing/2014/main" id="{EABD3B50-63FE-44FA-A51C-B202B67C9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267" y="15221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0" name="data_1549">
            <a:extLst xmlns:a="http://schemas.openxmlformats.org/drawingml/2006/main">
              <a:ext uri="{FF2B5EF4-FFF2-40B4-BE49-F238E27FC236}">
                <a16:creationId xmlns:a16="http://schemas.microsoft.com/office/drawing/2014/main" id="{12413955-9CBB-4177-9A7F-00EF1C9A3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5986" y="24618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1" name="data_1550">
            <a:extLst xmlns:a="http://schemas.openxmlformats.org/drawingml/2006/main">
              <a:ext uri="{FF2B5EF4-FFF2-40B4-BE49-F238E27FC236}">
                <a16:creationId xmlns:a16="http://schemas.microsoft.com/office/drawing/2014/main" id="{433843C9-856A-4297-97A9-4D90C310F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632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2" name="data_1551">
            <a:extLst xmlns:a="http://schemas.openxmlformats.org/drawingml/2006/main">
              <a:ext uri="{FF2B5EF4-FFF2-40B4-BE49-F238E27FC236}">
                <a16:creationId xmlns:a16="http://schemas.microsoft.com/office/drawing/2014/main" id="{3F06227A-3696-4960-B463-3D31CD727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805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3" name="data_1552">
            <a:extLst xmlns:a="http://schemas.openxmlformats.org/drawingml/2006/main">
              <a:ext uri="{FF2B5EF4-FFF2-40B4-BE49-F238E27FC236}">
                <a16:creationId xmlns:a16="http://schemas.microsoft.com/office/drawing/2014/main" id="{8C3E13FC-F23F-4472-969F-D39211248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256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4" name="data_1553">
            <a:extLst xmlns:a="http://schemas.openxmlformats.org/drawingml/2006/main">
              <a:ext uri="{FF2B5EF4-FFF2-40B4-BE49-F238E27FC236}">
                <a16:creationId xmlns:a16="http://schemas.microsoft.com/office/drawing/2014/main" id="{6FA0B386-3DEC-4303-A299-0A8C43551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141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5" name="data_1554">
            <a:extLst xmlns:a="http://schemas.openxmlformats.org/drawingml/2006/main">
              <a:ext uri="{FF2B5EF4-FFF2-40B4-BE49-F238E27FC236}">
                <a16:creationId xmlns:a16="http://schemas.microsoft.com/office/drawing/2014/main" id="{20857FD8-9234-49E0-9E39-2A70141E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549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6" name="data_1555">
            <a:extLst xmlns:a="http://schemas.openxmlformats.org/drawingml/2006/main">
              <a:ext uri="{FF2B5EF4-FFF2-40B4-BE49-F238E27FC236}">
                <a16:creationId xmlns:a16="http://schemas.microsoft.com/office/drawing/2014/main" id="{6FA1795B-0B12-435B-B1D0-413BC5801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0492" y="271428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7" name="data_1556">
            <a:extLst xmlns:a="http://schemas.openxmlformats.org/drawingml/2006/main">
              <a:ext uri="{FF2B5EF4-FFF2-40B4-BE49-F238E27FC236}">
                <a16:creationId xmlns:a16="http://schemas.microsoft.com/office/drawing/2014/main" id="{547E7C5B-7C86-4FA0-AEA3-301A1EF00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231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8" name="data_1557">
            <a:extLst xmlns:a="http://schemas.openxmlformats.org/drawingml/2006/main">
              <a:ext uri="{FF2B5EF4-FFF2-40B4-BE49-F238E27FC236}">
                <a16:creationId xmlns:a16="http://schemas.microsoft.com/office/drawing/2014/main" id="{FA5A3EC3-4377-4285-BE8D-CFC97FBDC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641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9" name="data_1558">
            <a:extLst xmlns:a="http://schemas.openxmlformats.org/drawingml/2006/main">
              <a:ext uri="{FF2B5EF4-FFF2-40B4-BE49-F238E27FC236}">
                <a16:creationId xmlns:a16="http://schemas.microsoft.com/office/drawing/2014/main" id="{38580159-BBBE-4548-9514-9C6ADA18D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664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0" name="data_1559">
            <a:extLst xmlns:a="http://schemas.openxmlformats.org/drawingml/2006/main">
              <a:ext uri="{FF2B5EF4-FFF2-40B4-BE49-F238E27FC236}">
                <a16:creationId xmlns:a16="http://schemas.microsoft.com/office/drawing/2014/main" id="{A2071ADC-BB31-4A5F-8859-5FC65E8FA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8422" y="16789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1" name="data_1560">
            <a:extLst xmlns:a="http://schemas.openxmlformats.org/drawingml/2006/main">
              <a:ext uri="{FF2B5EF4-FFF2-40B4-BE49-F238E27FC236}">
                <a16:creationId xmlns:a16="http://schemas.microsoft.com/office/drawing/2014/main" id="{CA0C75D0-0C75-4993-BFDC-FE27B536D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74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2" name="data_1561">
            <a:extLst xmlns:a="http://schemas.openxmlformats.org/drawingml/2006/main">
              <a:ext uri="{FF2B5EF4-FFF2-40B4-BE49-F238E27FC236}">
                <a16:creationId xmlns:a16="http://schemas.microsoft.com/office/drawing/2014/main" id="{3D406A7E-BCA5-485D-AFDB-110F4220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230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3" name="data_1562">
            <a:extLst xmlns:a="http://schemas.openxmlformats.org/drawingml/2006/main">
              <a:ext uri="{FF2B5EF4-FFF2-40B4-BE49-F238E27FC236}">
                <a16:creationId xmlns:a16="http://schemas.microsoft.com/office/drawing/2014/main" id="{CD956D63-8AC6-40BC-9975-8BFC2F88A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3289" y="274580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4" name="data_1563">
            <a:extLst xmlns:a="http://schemas.openxmlformats.org/drawingml/2006/main">
              <a:ext uri="{FF2B5EF4-FFF2-40B4-BE49-F238E27FC236}">
                <a16:creationId xmlns:a16="http://schemas.microsoft.com/office/drawing/2014/main" id="{EFBC5B67-828C-49AF-BA5D-4F268FDB1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6221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5" name="data_1564">
            <a:extLst xmlns:a="http://schemas.openxmlformats.org/drawingml/2006/main">
              <a:ext uri="{FF2B5EF4-FFF2-40B4-BE49-F238E27FC236}">
                <a16:creationId xmlns:a16="http://schemas.microsoft.com/office/drawing/2014/main" id="{82B73283-DE51-48E6-96C9-60320ADA2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578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6" name="data_1565">
            <a:extLst xmlns:a="http://schemas.openxmlformats.org/drawingml/2006/main">
              <a:ext uri="{FF2B5EF4-FFF2-40B4-BE49-F238E27FC236}">
                <a16:creationId xmlns:a16="http://schemas.microsoft.com/office/drawing/2014/main" id="{AAC44A9D-CF50-4027-BC91-B4CB67D6B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114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7" name="data_1566">
            <a:extLst xmlns:a="http://schemas.openxmlformats.org/drawingml/2006/main">
              <a:ext uri="{FF2B5EF4-FFF2-40B4-BE49-F238E27FC236}">
                <a16:creationId xmlns:a16="http://schemas.microsoft.com/office/drawing/2014/main" id="{2E6A5B29-12DB-4AB9-97B5-A766DC04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5276" y="289298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8" name="data_1567">
            <a:extLst xmlns:a="http://schemas.openxmlformats.org/drawingml/2006/main">
              <a:ext uri="{FF2B5EF4-FFF2-40B4-BE49-F238E27FC236}">
                <a16:creationId xmlns:a16="http://schemas.microsoft.com/office/drawing/2014/main" id="{E499BBDB-A2ED-4A7F-8A4C-3140555E6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9661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9" name="data_1568">
            <a:extLst xmlns:a="http://schemas.openxmlformats.org/drawingml/2006/main">
              <a:ext uri="{FF2B5EF4-FFF2-40B4-BE49-F238E27FC236}">
                <a16:creationId xmlns:a16="http://schemas.microsoft.com/office/drawing/2014/main" id="{C6E1AE03-E575-4FB9-A235-D8AA9B9D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8589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0" name="data_1569">
            <a:extLst xmlns:a="http://schemas.openxmlformats.org/drawingml/2006/main">
              <a:ext uri="{FF2B5EF4-FFF2-40B4-BE49-F238E27FC236}">
                <a16:creationId xmlns:a16="http://schemas.microsoft.com/office/drawing/2014/main" id="{D0DBA60A-E9FB-4402-8EF9-281011F6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8134" y="329359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1" name="data_1570">
            <a:extLst xmlns:a="http://schemas.openxmlformats.org/drawingml/2006/main">
              <a:ext uri="{FF2B5EF4-FFF2-40B4-BE49-F238E27FC236}">
                <a16:creationId xmlns:a16="http://schemas.microsoft.com/office/drawing/2014/main" id="{7585D012-AA5A-4AFF-8FE1-B0CDA7262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724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2" name="data_1571">
            <a:extLst xmlns:a="http://schemas.openxmlformats.org/drawingml/2006/main">
              <a:ext uri="{FF2B5EF4-FFF2-40B4-BE49-F238E27FC236}">
                <a16:creationId xmlns:a16="http://schemas.microsoft.com/office/drawing/2014/main" id="{08571559-D6B9-4AF4-BD4B-25E672B0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252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3" name="data_1572">
            <a:extLst xmlns:a="http://schemas.openxmlformats.org/drawingml/2006/main">
              <a:ext uri="{FF2B5EF4-FFF2-40B4-BE49-F238E27FC236}">
                <a16:creationId xmlns:a16="http://schemas.microsoft.com/office/drawing/2014/main" id="{DEC2B32E-997E-4DDD-BF03-73537217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536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4" name="data_1573">
            <a:extLst xmlns:a="http://schemas.openxmlformats.org/drawingml/2006/main">
              <a:ext uri="{FF2B5EF4-FFF2-40B4-BE49-F238E27FC236}">
                <a16:creationId xmlns:a16="http://schemas.microsoft.com/office/drawing/2014/main" id="{79FDA948-5803-46F1-92DC-FE7426A4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38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5" name="data_1574">
            <a:extLst xmlns:a="http://schemas.openxmlformats.org/drawingml/2006/main">
              <a:ext uri="{FF2B5EF4-FFF2-40B4-BE49-F238E27FC236}">
                <a16:creationId xmlns:a16="http://schemas.microsoft.com/office/drawing/2014/main" id="{CD757510-4186-4859-86A6-9261F991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5212" y="16006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6" name="data_1575">
            <a:extLst xmlns:a="http://schemas.openxmlformats.org/drawingml/2006/main">
              <a:ext uri="{FF2B5EF4-FFF2-40B4-BE49-F238E27FC236}">
                <a16:creationId xmlns:a16="http://schemas.microsoft.com/office/drawing/2014/main" id="{69DA42CC-67A6-42A5-AC09-F8CFDBC0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656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7" name="data_1576">
            <a:extLst xmlns:a="http://schemas.openxmlformats.org/drawingml/2006/main">
              <a:ext uri="{FF2B5EF4-FFF2-40B4-BE49-F238E27FC236}">
                <a16:creationId xmlns:a16="http://schemas.microsoft.com/office/drawing/2014/main" id="{E41FAD48-9989-4DB6-8F46-995B0ADE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3900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8" name="data_1577">
            <a:extLst xmlns:a="http://schemas.openxmlformats.org/drawingml/2006/main">
              <a:ext uri="{FF2B5EF4-FFF2-40B4-BE49-F238E27FC236}">
                <a16:creationId xmlns:a16="http://schemas.microsoft.com/office/drawing/2014/main" id="{6631B565-B42D-4648-91F7-CBEE829E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7835" y="22612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9" name="data_1578">
            <a:extLst xmlns:a="http://schemas.openxmlformats.org/drawingml/2006/main">
              <a:ext uri="{FF2B5EF4-FFF2-40B4-BE49-F238E27FC236}">
                <a16:creationId xmlns:a16="http://schemas.microsoft.com/office/drawing/2014/main" id="{969DD8BB-70A0-4A1A-888A-DD792FBBF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532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0" name="data_1579">
            <a:extLst xmlns:a="http://schemas.openxmlformats.org/drawingml/2006/main">
              <a:ext uri="{FF2B5EF4-FFF2-40B4-BE49-F238E27FC236}">
                <a16:creationId xmlns:a16="http://schemas.microsoft.com/office/drawing/2014/main" id="{60FF9A97-45E9-4119-850F-C0F8D491D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901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1" name="data_1580">
            <a:extLst xmlns:a="http://schemas.openxmlformats.org/drawingml/2006/main">
              <a:ext uri="{FF2B5EF4-FFF2-40B4-BE49-F238E27FC236}">
                <a16:creationId xmlns:a16="http://schemas.microsoft.com/office/drawing/2014/main" id="{BC67717A-9022-4A93-AD5C-17A73A12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3176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2" name="data_1581">
            <a:extLst xmlns:a="http://schemas.openxmlformats.org/drawingml/2006/main">
              <a:ext uri="{FF2B5EF4-FFF2-40B4-BE49-F238E27FC236}">
                <a16:creationId xmlns:a16="http://schemas.microsoft.com/office/drawing/2014/main" id="{5482AC91-16E0-4264-9158-810CE464D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6902" y="19811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3" name="data_1582">
            <a:extLst xmlns:a="http://schemas.openxmlformats.org/drawingml/2006/main">
              <a:ext uri="{FF2B5EF4-FFF2-40B4-BE49-F238E27FC236}">
                <a16:creationId xmlns:a16="http://schemas.microsoft.com/office/drawing/2014/main" id="{273645EE-8E93-450A-8330-22B12A073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284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4" name="data_1583">
            <a:extLst xmlns:a="http://schemas.openxmlformats.org/drawingml/2006/main">
              <a:ext uri="{FF2B5EF4-FFF2-40B4-BE49-F238E27FC236}">
                <a16:creationId xmlns:a16="http://schemas.microsoft.com/office/drawing/2014/main" id="{AA10AFDD-D01B-48AC-95E9-8FCB418A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141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5" name="data_1584">
            <a:extLst xmlns:a="http://schemas.openxmlformats.org/drawingml/2006/main">
              <a:ext uri="{FF2B5EF4-FFF2-40B4-BE49-F238E27FC236}">
                <a16:creationId xmlns:a16="http://schemas.microsoft.com/office/drawing/2014/main" id="{D1A1233C-FD66-4741-8C6B-C87D3BCBA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032" y="27549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6" name="data_1585">
            <a:extLst xmlns:a="http://schemas.openxmlformats.org/drawingml/2006/main">
              <a:ext uri="{FF2B5EF4-FFF2-40B4-BE49-F238E27FC236}">
                <a16:creationId xmlns:a16="http://schemas.microsoft.com/office/drawing/2014/main" id="{DB1018BB-C362-4D7F-844D-BECAB5C5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0532" y="153924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7" name="data_1586">
            <a:extLst xmlns:a="http://schemas.openxmlformats.org/drawingml/2006/main">
              <a:ext uri="{FF2B5EF4-FFF2-40B4-BE49-F238E27FC236}">
                <a16:creationId xmlns:a16="http://schemas.microsoft.com/office/drawing/2014/main" id="{BAC795A9-62C1-4044-B65E-BB160D726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376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8" name="data_1587">
            <a:extLst xmlns:a="http://schemas.openxmlformats.org/drawingml/2006/main">
              <a:ext uri="{FF2B5EF4-FFF2-40B4-BE49-F238E27FC236}">
                <a16:creationId xmlns:a16="http://schemas.microsoft.com/office/drawing/2014/main" id="{D9DBF340-74FE-4E61-85C3-E943EA8D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2860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9" name="data_1588">
            <a:extLst xmlns:a="http://schemas.openxmlformats.org/drawingml/2006/main">
              <a:ext uri="{FF2B5EF4-FFF2-40B4-BE49-F238E27FC236}">
                <a16:creationId xmlns:a16="http://schemas.microsoft.com/office/drawing/2014/main" id="{38DF3B52-4ABE-47DE-B84A-43CC5887A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641" y="280183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0" name="data_1589">
            <a:extLst xmlns:a="http://schemas.openxmlformats.org/drawingml/2006/main">
              <a:ext uri="{FF2B5EF4-FFF2-40B4-BE49-F238E27FC236}">
                <a16:creationId xmlns:a16="http://schemas.microsoft.com/office/drawing/2014/main" id="{486CE830-4F73-4222-9F0D-5F538F9B3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8770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1" name="data_1590">
            <a:extLst xmlns:a="http://schemas.openxmlformats.org/drawingml/2006/main">
              <a:ext uri="{FF2B5EF4-FFF2-40B4-BE49-F238E27FC236}">
                <a16:creationId xmlns:a16="http://schemas.microsoft.com/office/drawing/2014/main" id="{367E750B-4F7B-468F-ADC1-E65EB1A91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0965" y="30554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2" name="data_1591">
            <a:extLst xmlns:a="http://schemas.openxmlformats.org/drawingml/2006/main">
              <a:ext uri="{FF2B5EF4-FFF2-40B4-BE49-F238E27FC236}">
                <a16:creationId xmlns:a16="http://schemas.microsoft.com/office/drawing/2014/main" id="{CEA282B5-927D-46F8-9D97-3C05519A7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5644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3" name="data_1592">
            <a:extLst xmlns:a="http://schemas.openxmlformats.org/drawingml/2006/main">
              <a:ext uri="{FF2B5EF4-FFF2-40B4-BE49-F238E27FC236}">
                <a16:creationId xmlns:a16="http://schemas.microsoft.com/office/drawing/2014/main" id="{AD3277BF-64E4-4787-AAF7-2A20AEF8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4595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4" name="data_1593">
            <a:extLst xmlns:a="http://schemas.openxmlformats.org/drawingml/2006/main">
              <a:ext uri="{FF2B5EF4-FFF2-40B4-BE49-F238E27FC236}">
                <a16:creationId xmlns:a16="http://schemas.microsoft.com/office/drawing/2014/main" id="{D63E0020-AC1F-4E81-AA59-8DB301B78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8541" y="20471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5" name="data_1594">
            <a:extLst xmlns:a="http://schemas.openxmlformats.org/drawingml/2006/main">
              <a:ext uri="{FF2B5EF4-FFF2-40B4-BE49-F238E27FC236}">
                <a16:creationId xmlns:a16="http://schemas.microsoft.com/office/drawing/2014/main" id="{F3305D7C-BACE-445B-88AB-E4B2BBB0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229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6" name="data_1595">
            <a:extLst xmlns:a="http://schemas.openxmlformats.org/drawingml/2006/main">
              <a:ext uri="{FF2B5EF4-FFF2-40B4-BE49-F238E27FC236}">
                <a16:creationId xmlns:a16="http://schemas.microsoft.com/office/drawing/2014/main" id="{0613627A-C0C2-4255-8446-299D9C0A3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457" y="243671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7" name="data_1596">
            <a:extLst xmlns:a="http://schemas.openxmlformats.org/drawingml/2006/main">
              <a:ext uri="{FF2B5EF4-FFF2-40B4-BE49-F238E27FC236}">
                <a16:creationId xmlns:a16="http://schemas.microsoft.com/office/drawing/2014/main" id="{666CF1D4-8F61-4420-AFAA-4326E7FAD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052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8" name="data_1597">
            <a:extLst xmlns:a="http://schemas.openxmlformats.org/drawingml/2006/main">
              <a:ext uri="{FF2B5EF4-FFF2-40B4-BE49-F238E27FC236}">
                <a16:creationId xmlns:a16="http://schemas.microsoft.com/office/drawing/2014/main" id="{1E094A91-30CA-49B1-8B06-AB39F6105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4545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9" name="data_1598">
            <a:extLst xmlns:a="http://schemas.openxmlformats.org/drawingml/2006/main">
              <a:ext uri="{FF2B5EF4-FFF2-40B4-BE49-F238E27FC236}">
                <a16:creationId xmlns:a16="http://schemas.microsoft.com/office/drawing/2014/main" id="{F3D967F0-DF1D-4875-A8ED-EFDE6657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331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0" name="data_1599">
            <a:extLst xmlns:a="http://schemas.openxmlformats.org/drawingml/2006/main">
              <a:ext uri="{FF2B5EF4-FFF2-40B4-BE49-F238E27FC236}">
                <a16:creationId xmlns:a16="http://schemas.microsoft.com/office/drawing/2014/main" id="{57629DDA-660F-4B29-A66F-FE6B7D6F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406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1" name="data_1600">
            <a:extLst xmlns:a="http://schemas.openxmlformats.org/drawingml/2006/main">
              <a:ext uri="{FF2B5EF4-FFF2-40B4-BE49-F238E27FC236}">
                <a16:creationId xmlns:a16="http://schemas.microsoft.com/office/drawing/2014/main" id="{4C47BA20-2F63-4DBB-B987-A3F59B0C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846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2" name="data_1601">
            <a:extLst xmlns:a="http://schemas.openxmlformats.org/drawingml/2006/main">
              <a:ext uri="{FF2B5EF4-FFF2-40B4-BE49-F238E27FC236}">
                <a16:creationId xmlns:a16="http://schemas.microsoft.com/office/drawing/2014/main" id="{017D0CE8-B5EB-43C9-B2C2-CBDF06CA1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3424" y="32927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3" name="data_1602">
            <a:extLst xmlns:a="http://schemas.openxmlformats.org/drawingml/2006/main">
              <a:ext uri="{FF2B5EF4-FFF2-40B4-BE49-F238E27FC236}">
                <a16:creationId xmlns:a16="http://schemas.microsoft.com/office/drawing/2014/main" id="{7DD5CA3D-5AB7-4517-BF5D-556193C4A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35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4" name="data_1603">
            <a:extLst xmlns:a="http://schemas.openxmlformats.org/drawingml/2006/main">
              <a:ext uri="{FF2B5EF4-FFF2-40B4-BE49-F238E27FC236}">
                <a16:creationId xmlns:a16="http://schemas.microsoft.com/office/drawing/2014/main" id="{BE975315-1E7C-4E9A-9136-7141CD5C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201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5" name="data_1604">
            <a:extLst xmlns:a="http://schemas.openxmlformats.org/drawingml/2006/main">
              <a:ext uri="{FF2B5EF4-FFF2-40B4-BE49-F238E27FC236}">
                <a16:creationId xmlns:a16="http://schemas.microsoft.com/office/drawing/2014/main" id="{16B422DA-2AF2-44BF-AD53-7BA15EE0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7904" y="331289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6" name="data_1605">
            <a:extLst xmlns:a="http://schemas.openxmlformats.org/drawingml/2006/main">
              <a:ext uri="{FF2B5EF4-FFF2-40B4-BE49-F238E27FC236}">
                <a16:creationId xmlns:a16="http://schemas.microsoft.com/office/drawing/2014/main" id="{8A8D3650-2F07-46AD-94A6-EE1B6F233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3744" y="269737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7" name="data_1606">
            <a:extLst xmlns:a="http://schemas.openxmlformats.org/drawingml/2006/main">
              <a:ext uri="{FF2B5EF4-FFF2-40B4-BE49-F238E27FC236}">
                <a16:creationId xmlns:a16="http://schemas.microsoft.com/office/drawing/2014/main" id="{E4F0873A-2F12-4B16-90B2-10FB1CB98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30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8" name="data_1607">
            <a:extLst xmlns:a="http://schemas.openxmlformats.org/drawingml/2006/main">
              <a:ext uri="{FF2B5EF4-FFF2-40B4-BE49-F238E27FC236}">
                <a16:creationId xmlns:a16="http://schemas.microsoft.com/office/drawing/2014/main" id="{D9F045CD-0619-4251-8CB6-625536733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05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9" name="data_1608">
            <a:extLst xmlns:a="http://schemas.openxmlformats.org/drawingml/2006/main">
              <a:ext uri="{FF2B5EF4-FFF2-40B4-BE49-F238E27FC236}">
                <a16:creationId xmlns:a16="http://schemas.microsoft.com/office/drawing/2014/main" id="{D4CD8389-16A9-411A-87CA-488CACBC0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97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0" name="data_1609">
            <a:extLst xmlns:a="http://schemas.openxmlformats.org/drawingml/2006/main">
              <a:ext uri="{FF2B5EF4-FFF2-40B4-BE49-F238E27FC236}">
                <a16:creationId xmlns:a16="http://schemas.microsoft.com/office/drawing/2014/main" id="{67972C69-0540-4269-839E-674CCF3D5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708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1" name="data_1610">
            <a:extLst xmlns:a="http://schemas.openxmlformats.org/drawingml/2006/main">
              <a:ext uri="{FF2B5EF4-FFF2-40B4-BE49-F238E27FC236}">
                <a16:creationId xmlns:a16="http://schemas.microsoft.com/office/drawing/2014/main" id="{B8291216-2D5E-4AC5-8AD9-CC41749A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57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2" name="data_1611">
            <a:extLst xmlns:a="http://schemas.openxmlformats.org/drawingml/2006/main">
              <a:ext uri="{FF2B5EF4-FFF2-40B4-BE49-F238E27FC236}">
                <a16:creationId xmlns:a16="http://schemas.microsoft.com/office/drawing/2014/main" id="{913F1F46-501E-4A08-9881-E6989E16A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4565" y="28035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3" name="data_1612">
            <a:extLst xmlns:a="http://schemas.openxmlformats.org/drawingml/2006/main">
              <a:ext uri="{FF2B5EF4-FFF2-40B4-BE49-F238E27FC236}">
                <a16:creationId xmlns:a16="http://schemas.microsoft.com/office/drawing/2014/main" id="{E353E645-99E5-49FA-80EF-B2ACFEC5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0211" y="267443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4" name="data_1613">
            <a:extLst xmlns:a="http://schemas.openxmlformats.org/drawingml/2006/main">
              <a:ext uri="{FF2B5EF4-FFF2-40B4-BE49-F238E27FC236}">
                <a16:creationId xmlns:a16="http://schemas.microsoft.com/office/drawing/2014/main" id="{E1165F90-8366-44E0-9AA7-7CA5FB6C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4622" y="319248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5" name="data_1614">
            <a:extLst xmlns:a="http://schemas.openxmlformats.org/drawingml/2006/main">
              <a:ext uri="{FF2B5EF4-FFF2-40B4-BE49-F238E27FC236}">
                <a16:creationId xmlns:a16="http://schemas.microsoft.com/office/drawing/2014/main" id="{B3F0589D-B458-4A03-A2AD-38C589DD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1061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6" name="data_1615">
            <a:extLst xmlns:a="http://schemas.openxmlformats.org/drawingml/2006/main">
              <a:ext uri="{FF2B5EF4-FFF2-40B4-BE49-F238E27FC236}">
                <a16:creationId xmlns:a16="http://schemas.microsoft.com/office/drawing/2014/main" id="{EB621B2A-F40F-4E3B-8790-1A03FBAEB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4515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7" name="data_1616">
            <a:extLst xmlns:a="http://schemas.openxmlformats.org/drawingml/2006/main">
              <a:ext uri="{FF2B5EF4-FFF2-40B4-BE49-F238E27FC236}">
                <a16:creationId xmlns:a16="http://schemas.microsoft.com/office/drawing/2014/main" id="{95416397-34CD-4C2F-8CE1-C88361CE8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54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8" name="data_1617">
            <a:extLst xmlns:a="http://schemas.openxmlformats.org/drawingml/2006/main">
              <a:ext uri="{FF2B5EF4-FFF2-40B4-BE49-F238E27FC236}">
                <a16:creationId xmlns:a16="http://schemas.microsoft.com/office/drawing/2014/main" id="{C521E6F6-E56D-46B3-BD7D-5DF4A33FB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284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9" name="data_1618">
            <a:extLst xmlns:a="http://schemas.openxmlformats.org/drawingml/2006/main">
              <a:ext uri="{FF2B5EF4-FFF2-40B4-BE49-F238E27FC236}">
                <a16:creationId xmlns:a16="http://schemas.microsoft.com/office/drawing/2014/main" id="{706FFB46-9019-4C9F-9CF9-C4D5EF769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148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0" name="data_1619">
            <a:extLst xmlns:a="http://schemas.openxmlformats.org/drawingml/2006/main">
              <a:ext uri="{FF2B5EF4-FFF2-40B4-BE49-F238E27FC236}">
                <a16:creationId xmlns:a16="http://schemas.microsoft.com/office/drawing/2014/main" id="{2B20F730-E5F1-4D6A-AFD9-9EDE321A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4696" y="301073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1" name="data_1620">
            <a:extLst xmlns:a="http://schemas.openxmlformats.org/drawingml/2006/main">
              <a:ext uri="{FF2B5EF4-FFF2-40B4-BE49-F238E27FC236}">
                <a16:creationId xmlns:a16="http://schemas.microsoft.com/office/drawing/2014/main" id="{FB7CE961-4495-4864-8A34-49A59287D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3885" y="292717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2" name="data_1621">
            <a:extLst xmlns:a="http://schemas.openxmlformats.org/drawingml/2006/main">
              <a:ext uri="{FF2B5EF4-FFF2-40B4-BE49-F238E27FC236}">
                <a16:creationId xmlns:a16="http://schemas.microsoft.com/office/drawing/2014/main" id="{5437D645-187D-4F1E-9D1E-7DD76B5E9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2413" y="25407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3" name="data_1622">
            <a:extLst xmlns:a="http://schemas.openxmlformats.org/drawingml/2006/main">
              <a:ext uri="{FF2B5EF4-FFF2-40B4-BE49-F238E27FC236}">
                <a16:creationId xmlns:a16="http://schemas.microsoft.com/office/drawing/2014/main" id="{78AF171C-3BD0-4435-A1F3-BB33EC7D1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0916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4" name="data_1623">
            <a:extLst xmlns:a="http://schemas.openxmlformats.org/drawingml/2006/main">
              <a:ext uri="{FF2B5EF4-FFF2-40B4-BE49-F238E27FC236}">
                <a16:creationId xmlns:a16="http://schemas.microsoft.com/office/drawing/2014/main" id="{701360D2-F94B-480D-B342-9292CAE49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4426" y="219601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5" name="data_1624">
            <a:extLst xmlns:a="http://schemas.openxmlformats.org/drawingml/2006/main">
              <a:ext uri="{FF2B5EF4-FFF2-40B4-BE49-F238E27FC236}">
                <a16:creationId xmlns:a16="http://schemas.microsoft.com/office/drawing/2014/main" id="{F592AD65-104B-454E-BFA3-F938BB4D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217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6" name="data_1625">
            <a:extLst xmlns:a="http://schemas.openxmlformats.org/drawingml/2006/main">
              <a:ext uri="{FF2B5EF4-FFF2-40B4-BE49-F238E27FC236}">
                <a16:creationId xmlns:a16="http://schemas.microsoft.com/office/drawing/2014/main" id="{30516281-9FE5-4AD6-B5F0-32EF56D5C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409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7" name="data_1626">
            <a:extLst xmlns:a="http://schemas.openxmlformats.org/drawingml/2006/main">
              <a:ext uri="{FF2B5EF4-FFF2-40B4-BE49-F238E27FC236}">
                <a16:creationId xmlns:a16="http://schemas.microsoft.com/office/drawing/2014/main" id="{D9482BCF-4ACB-4EBC-833D-E475087C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315" y="22072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8" name="data_1627">
            <a:extLst xmlns:a="http://schemas.openxmlformats.org/drawingml/2006/main">
              <a:ext uri="{FF2B5EF4-FFF2-40B4-BE49-F238E27FC236}">
                <a16:creationId xmlns:a16="http://schemas.microsoft.com/office/drawing/2014/main" id="{6AA04B5E-F712-4969-BA6A-8DCC9B7D4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146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9" name="data_1628">
            <a:extLst xmlns:a="http://schemas.openxmlformats.org/drawingml/2006/main">
              <a:ext uri="{FF2B5EF4-FFF2-40B4-BE49-F238E27FC236}">
                <a16:creationId xmlns:a16="http://schemas.microsoft.com/office/drawing/2014/main" id="{90C89C40-D829-4FD3-8E36-52C9E6661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8322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0" name="data_1629">
            <a:extLst xmlns:a="http://schemas.openxmlformats.org/drawingml/2006/main">
              <a:ext uri="{FF2B5EF4-FFF2-40B4-BE49-F238E27FC236}">
                <a16:creationId xmlns:a16="http://schemas.microsoft.com/office/drawing/2014/main" id="{C084BEB9-3BCE-4603-AA6C-7BEE0684B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8133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1" name="data_1630">
            <a:extLst xmlns:a="http://schemas.openxmlformats.org/drawingml/2006/main">
              <a:ext uri="{FF2B5EF4-FFF2-40B4-BE49-F238E27FC236}">
                <a16:creationId xmlns:a16="http://schemas.microsoft.com/office/drawing/2014/main" id="{E2CCCAA6-00A4-4626-A90C-68DE5C2A1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2752" y="318979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2" name="data_1631">
            <a:extLst xmlns:a="http://schemas.openxmlformats.org/drawingml/2006/main">
              <a:ext uri="{FF2B5EF4-FFF2-40B4-BE49-F238E27FC236}">
                <a16:creationId xmlns:a16="http://schemas.microsoft.com/office/drawing/2014/main" id="{869440A9-B503-4CAE-A794-71E5D4405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834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3" name="data_1632">
            <a:extLst xmlns:a="http://schemas.openxmlformats.org/drawingml/2006/main">
              <a:ext uri="{FF2B5EF4-FFF2-40B4-BE49-F238E27FC236}">
                <a16:creationId xmlns:a16="http://schemas.microsoft.com/office/drawing/2014/main" id="{2A6EBB1F-9443-4C83-AAC1-EAEB3693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1954" y="14582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4" name="data_1633">
            <a:extLst xmlns:a="http://schemas.openxmlformats.org/drawingml/2006/main">
              <a:ext uri="{FF2B5EF4-FFF2-40B4-BE49-F238E27FC236}">
                <a16:creationId xmlns:a16="http://schemas.microsoft.com/office/drawing/2014/main" id="{57B2C8BE-DB3D-440C-8674-4532095E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613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5" name="data_1634">
            <a:extLst xmlns:a="http://schemas.openxmlformats.org/drawingml/2006/main">
              <a:ext uri="{FF2B5EF4-FFF2-40B4-BE49-F238E27FC236}">
                <a16:creationId xmlns:a16="http://schemas.microsoft.com/office/drawing/2014/main" id="{4CDA3863-091A-4208-8527-9A3A57E06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274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6" name="data_1635">
            <a:extLst xmlns:a="http://schemas.openxmlformats.org/drawingml/2006/main">
              <a:ext uri="{FF2B5EF4-FFF2-40B4-BE49-F238E27FC236}">
                <a16:creationId xmlns:a16="http://schemas.microsoft.com/office/drawing/2014/main" id="{A1BB78F5-6480-4CC3-9479-36A85DD7C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613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7" name="data_1636">
            <a:extLst xmlns:a="http://schemas.openxmlformats.org/drawingml/2006/main">
              <a:ext uri="{FF2B5EF4-FFF2-40B4-BE49-F238E27FC236}">
                <a16:creationId xmlns:a16="http://schemas.microsoft.com/office/drawing/2014/main" id="{777CB93A-A224-4825-BCFB-CFDAF2E5E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1721" y="22710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8" name="data_1637">
            <a:extLst xmlns:a="http://schemas.openxmlformats.org/drawingml/2006/main">
              <a:ext uri="{FF2B5EF4-FFF2-40B4-BE49-F238E27FC236}">
                <a16:creationId xmlns:a16="http://schemas.microsoft.com/office/drawing/2014/main" id="{1540920A-3201-4EB8-BCF7-74909BBD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93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9" name="data_1638">
            <a:extLst xmlns:a="http://schemas.openxmlformats.org/drawingml/2006/main">
              <a:ext uri="{FF2B5EF4-FFF2-40B4-BE49-F238E27FC236}">
                <a16:creationId xmlns:a16="http://schemas.microsoft.com/office/drawing/2014/main" id="{BF3122DE-6CDA-45B8-BF87-2E0C7CCB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946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0" name="data_1639">
            <a:extLst xmlns:a="http://schemas.openxmlformats.org/drawingml/2006/main">
              <a:ext uri="{FF2B5EF4-FFF2-40B4-BE49-F238E27FC236}">
                <a16:creationId xmlns:a16="http://schemas.microsoft.com/office/drawing/2014/main" id="{9583717F-7CA3-4C6E-B4AD-8DF11B312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1592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1" name="data_1640">
            <a:extLst xmlns:a="http://schemas.openxmlformats.org/drawingml/2006/main">
              <a:ext uri="{FF2B5EF4-FFF2-40B4-BE49-F238E27FC236}">
                <a16:creationId xmlns:a16="http://schemas.microsoft.com/office/drawing/2014/main" id="{CC47F57B-7FB3-45B3-B418-488E4D760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522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2" name="data_1641">
            <a:extLst xmlns:a="http://schemas.openxmlformats.org/drawingml/2006/main">
              <a:ext uri="{FF2B5EF4-FFF2-40B4-BE49-F238E27FC236}">
                <a16:creationId xmlns:a16="http://schemas.microsoft.com/office/drawing/2014/main" id="{277FDEA8-0394-4293-BE05-87D0241D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450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3" name="data_1642">
            <a:extLst xmlns:a="http://schemas.openxmlformats.org/drawingml/2006/main">
              <a:ext uri="{FF2B5EF4-FFF2-40B4-BE49-F238E27FC236}">
                <a16:creationId xmlns:a16="http://schemas.microsoft.com/office/drawing/2014/main" id="{97BE697B-F723-43A3-B227-BE1114741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476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4" name="data_1643">
            <a:extLst xmlns:a="http://schemas.openxmlformats.org/drawingml/2006/main">
              <a:ext uri="{FF2B5EF4-FFF2-40B4-BE49-F238E27FC236}">
                <a16:creationId xmlns:a16="http://schemas.microsoft.com/office/drawing/2014/main" id="{B979E253-3505-4882-B07F-C7017F0D6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872" y="217511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5" name="data_1644">
            <a:extLst xmlns:a="http://schemas.openxmlformats.org/drawingml/2006/main">
              <a:ext uri="{FF2B5EF4-FFF2-40B4-BE49-F238E27FC236}">
                <a16:creationId xmlns:a16="http://schemas.microsoft.com/office/drawing/2014/main" id="{BB67051D-8594-428C-820E-7A81E16E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55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6" name="data_1645">
            <a:extLst xmlns:a="http://schemas.openxmlformats.org/drawingml/2006/main">
              <a:ext uri="{FF2B5EF4-FFF2-40B4-BE49-F238E27FC236}">
                <a16:creationId xmlns:a16="http://schemas.microsoft.com/office/drawing/2014/main" id="{886130A3-1FA2-4542-87FB-A99C8F8E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597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7" name="data_1646">
            <a:extLst xmlns:a="http://schemas.openxmlformats.org/drawingml/2006/main">
              <a:ext uri="{FF2B5EF4-FFF2-40B4-BE49-F238E27FC236}">
                <a16:creationId xmlns:a16="http://schemas.microsoft.com/office/drawing/2014/main" id="{77C004C9-3DFE-4461-9FA2-FD7FF654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45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8" name="data_1647">
            <a:extLst xmlns:a="http://schemas.openxmlformats.org/drawingml/2006/main">
              <a:ext uri="{FF2B5EF4-FFF2-40B4-BE49-F238E27FC236}">
                <a16:creationId xmlns:a16="http://schemas.microsoft.com/office/drawing/2014/main" id="{9381F643-0DE4-45DD-A1DF-067550DCC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117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9" name="data_1648">
            <a:extLst xmlns:a="http://schemas.openxmlformats.org/drawingml/2006/main">
              <a:ext uri="{FF2B5EF4-FFF2-40B4-BE49-F238E27FC236}">
                <a16:creationId xmlns:a16="http://schemas.microsoft.com/office/drawing/2014/main" id="{AAE0E915-47C3-4DD6-83A1-DEFEE83F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80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0" name="data_1649">
            <a:extLst xmlns:a="http://schemas.openxmlformats.org/drawingml/2006/main">
              <a:ext uri="{FF2B5EF4-FFF2-40B4-BE49-F238E27FC236}">
                <a16:creationId xmlns:a16="http://schemas.microsoft.com/office/drawing/2014/main" id="{422D6F8E-B433-4AFF-85AA-519E9735B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3825" y="269147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1" name="data_1650">
            <a:extLst xmlns:a="http://schemas.openxmlformats.org/drawingml/2006/main">
              <a:ext uri="{FF2B5EF4-FFF2-40B4-BE49-F238E27FC236}">
                <a16:creationId xmlns:a16="http://schemas.microsoft.com/office/drawing/2014/main" id="{955CEDD8-DCEC-4990-938E-EFA34F009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9877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2" name="data_1651">
            <a:extLst xmlns:a="http://schemas.openxmlformats.org/drawingml/2006/main">
              <a:ext uri="{FF2B5EF4-FFF2-40B4-BE49-F238E27FC236}">
                <a16:creationId xmlns:a16="http://schemas.microsoft.com/office/drawing/2014/main" id="{EA15A850-F5C6-44FE-BB91-964A4D7B6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113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3" name="data_1652">
            <a:extLst xmlns:a="http://schemas.openxmlformats.org/drawingml/2006/main">
              <a:ext uri="{FF2B5EF4-FFF2-40B4-BE49-F238E27FC236}">
                <a16:creationId xmlns:a16="http://schemas.microsoft.com/office/drawing/2014/main" id="{154A1D8D-251D-4AA6-894F-FA79C32DC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1316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4" name="data_1653">
            <a:extLst xmlns:a="http://schemas.openxmlformats.org/drawingml/2006/main">
              <a:ext uri="{FF2B5EF4-FFF2-40B4-BE49-F238E27FC236}">
                <a16:creationId xmlns:a16="http://schemas.microsoft.com/office/drawing/2014/main" id="{705A205A-43DE-41FD-8D21-5D1424785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6479" y="16789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5" name="data_1654">
            <a:extLst xmlns:a="http://schemas.openxmlformats.org/drawingml/2006/main">
              <a:ext uri="{FF2B5EF4-FFF2-40B4-BE49-F238E27FC236}">
                <a16:creationId xmlns:a16="http://schemas.microsoft.com/office/drawing/2014/main" id="{C60FA94F-5764-4C9B-913C-57FC4066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58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6" name="data_1655">
            <a:extLst xmlns:a="http://schemas.openxmlformats.org/drawingml/2006/main">
              <a:ext uri="{FF2B5EF4-FFF2-40B4-BE49-F238E27FC236}">
                <a16:creationId xmlns:a16="http://schemas.microsoft.com/office/drawing/2014/main" id="{1159E778-4E48-4D8C-A5AC-E8205661F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92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7" name="data_1656">
            <a:extLst xmlns:a="http://schemas.openxmlformats.org/drawingml/2006/main">
              <a:ext uri="{FF2B5EF4-FFF2-40B4-BE49-F238E27FC236}">
                <a16:creationId xmlns:a16="http://schemas.microsoft.com/office/drawing/2014/main" id="{B0F818CF-B0AD-423B-B050-5349A5E0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7019" y="18334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8" name="data_1657">
            <a:extLst xmlns:a="http://schemas.openxmlformats.org/drawingml/2006/main">
              <a:ext uri="{FF2B5EF4-FFF2-40B4-BE49-F238E27FC236}">
                <a16:creationId xmlns:a16="http://schemas.microsoft.com/office/drawing/2014/main" id="{0208888D-E832-4FF4-A3C5-AB87A29F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66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9" name="data_1658">
            <a:extLst xmlns:a="http://schemas.openxmlformats.org/drawingml/2006/main">
              <a:ext uri="{FF2B5EF4-FFF2-40B4-BE49-F238E27FC236}">
                <a16:creationId xmlns:a16="http://schemas.microsoft.com/office/drawing/2014/main" id="{20995DFA-443E-4715-9A3D-3EEB2AED7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319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0" name="data_1659">
            <a:extLst xmlns:a="http://schemas.openxmlformats.org/drawingml/2006/main">
              <a:ext uri="{FF2B5EF4-FFF2-40B4-BE49-F238E27FC236}">
                <a16:creationId xmlns:a16="http://schemas.microsoft.com/office/drawing/2014/main" id="{15CF3D15-ACDA-4A66-A810-C62B4BD7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76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1" name="data_1660">
            <a:extLst xmlns:a="http://schemas.openxmlformats.org/drawingml/2006/main">
              <a:ext uri="{FF2B5EF4-FFF2-40B4-BE49-F238E27FC236}">
                <a16:creationId xmlns:a16="http://schemas.microsoft.com/office/drawing/2014/main" id="{0A9B2C0E-7F88-4BA3-A73B-0592BBE87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4929" y="249593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2" name="data_1661">
            <a:extLst xmlns:a="http://schemas.openxmlformats.org/drawingml/2006/main">
              <a:ext uri="{FF2B5EF4-FFF2-40B4-BE49-F238E27FC236}">
                <a16:creationId xmlns:a16="http://schemas.microsoft.com/office/drawing/2014/main" id="{C5487C65-F56F-4DF5-8F82-D2FC72BE4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0988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3" name="data_1662">
            <a:extLst xmlns:a="http://schemas.openxmlformats.org/drawingml/2006/main">
              <a:ext uri="{FF2B5EF4-FFF2-40B4-BE49-F238E27FC236}">
                <a16:creationId xmlns:a16="http://schemas.microsoft.com/office/drawing/2014/main" id="{931E9AC8-225E-44C1-97F4-F956EC33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7542" y="238402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4" name="data_1663">
            <a:extLst xmlns:a="http://schemas.openxmlformats.org/drawingml/2006/main">
              <a:ext uri="{FF2B5EF4-FFF2-40B4-BE49-F238E27FC236}">
                <a16:creationId xmlns:a16="http://schemas.microsoft.com/office/drawing/2014/main" id="{D867A78A-4E84-4EED-BD05-5AF1C967F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3036" y="328420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5" name="data_1664">
            <a:extLst xmlns:a="http://schemas.openxmlformats.org/drawingml/2006/main">
              <a:ext uri="{FF2B5EF4-FFF2-40B4-BE49-F238E27FC236}">
                <a16:creationId xmlns:a16="http://schemas.microsoft.com/office/drawing/2014/main" id="{6A90830B-4FE7-4C35-ABBA-A8457DBD4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82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6" name="data_1665">
            <a:extLst xmlns:a="http://schemas.openxmlformats.org/drawingml/2006/main">
              <a:ext uri="{FF2B5EF4-FFF2-40B4-BE49-F238E27FC236}">
                <a16:creationId xmlns:a16="http://schemas.microsoft.com/office/drawing/2014/main" id="{AA878027-C768-4355-85A3-C99DA6CA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64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7" name="data_1666">
            <a:extLst xmlns:a="http://schemas.openxmlformats.org/drawingml/2006/main">
              <a:ext uri="{FF2B5EF4-FFF2-40B4-BE49-F238E27FC236}">
                <a16:creationId xmlns:a16="http://schemas.microsoft.com/office/drawing/2014/main" id="{35523F74-C03F-42E1-BE42-D40C2D60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07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8" name="data_1667">
            <a:extLst xmlns:a="http://schemas.openxmlformats.org/drawingml/2006/main">
              <a:ext uri="{FF2B5EF4-FFF2-40B4-BE49-F238E27FC236}">
                <a16:creationId xmlns:a16="http://schemas.microsoft.com/office/drawing/2014/main" id="{E61D29B3-A06B-4D95-9B62-FC9AA5D7A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875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9" name="data_1668">
            <a:extLst xmlns:a="http://schemas.openxmlformats.org/drawingml/2006/main">
              <a:ext uri="{FF2B5EF4-FFF2-40B4-BE49-F238E27FC236}">
                <a16:creationId xmlns:a16="http://schemas.microsoft.com/office/drawing/2014/main" id="{9C4CEABC-2EE2-4E48-B4BA-590CA4A6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4194" y="1809538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0" name="data_1669">
            <a:extLst xmlns:a="http://schemas.openxmlformats.org/drawingml/2006/main">
              <a:ext uri="{FF2B5EF4-FFF2-40B4-BE49-F238E27FC236}">
                <a16:creationId xmlns:a16="http://schemas.microsoft.com/office/drawing/2014/main" id="{4844442D-E5D4-4147-ADBB-BED35BB6D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019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1" name="data_1670">
            <a:extLst xmlns:a="http://schemas.openxmlformats.org/drawingml/2006/main">
              <a:ext uri="{FF2B5EF4-FFF2-40B4-BE49-F238E27FC236}">
                <a16:creationId xmlns:a16="http://schemas.microsoft.com/office/drawing/2014/main" id="{D6FABCCD-378B-404E-9DD1-35C77757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20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2" name="data_1671">
            <a:extLst xmlns:a="http://schemas.openxmlformats.org/drawingml/2006/main">
              <a:ext uri="{FF2B5EF4-FFF2-40B4-BE49-F238E27FC236}">
                <a16:creationId xmlns:a16="http://schemas.microsoft.com/office/drawing/2014/main" id="{B171D929-C6AD-4EBF-8683-D346FAD8B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69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3" name="data_1672">
            <a:extLst xmlns:a="http://schemas.openxmlformats.org/drawingml/2006/main">
              <a:ext uri="{FF2B5EF4-FFF2-40B4-BE49-F238E27FC236}">
                <a16:creationId xmlns:a16="http://schemas.microsoft.com/office/drawing/2014/main" id="{D014475D-8A47-4A6E-8203-BA37C07D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215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4" name="data_1673">
            <a:extLst xmlns:a="http://schemas.openxmlformats.org/drawingml/2006/main">
              <a:ext uri="{FF2B5EF4-FFF2-40B4-BE49-F238E27FC236}">
                <a16:creationId xmlns:a16="http://schemas.microsoft.com/office/drawing/2014/main" id="{98C63901-B833-48B7-B950-C7BADE96E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399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5" name="data_1674">
            <a:extLst xmlns:a="http://schemas.openxmlformats.org/drawingml/2006/main">
              <a:ext uri="{FF2B5EF4-FFF2-40B4-BE49-F238E27FC236}">
                <a16:creationId xmlns:a16="http://schemas.microsoft.com/office/drawing/2014/main" id="{2744DAE5-25BF-4A75-8374-A9608EE3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865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6" name="data_1675">
            <a:extLst xmlns:a="http://schemas.openxmlformats.org/drawingml/2006/main">
              <a:ext uri="{FF2B5EF4-FFF2-40B4-BE49-F238E27FC236}">
                <a16:creationId xmlns:a16="http://schemas.microsoft.com/office/drawing/2014/main" id="{CE7BA64D-FFB7-49F5-8137-AD1CE2012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4519" y="198113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7" name="data_1676">
            <a:extLst xmlns:a="http://schemas.openxmlformats.org/drawingml/2006/main">
              <a:ext uri="{FF2B5EF4-FFF2-40B4-BE49-F238E27FC236}">
                <a16:creationId xmlns:a16="http://schemas.microsoft.com/office/drawing/2014/main" id="{2F4B012C-1875-489F-BA6C-2BC16E85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9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8" name="data_1677">
            <a:extLst xmlns:a="http://schemas.openxmlformats.org/drawingml/2006/main">
              <a:ext uri="{FF2B5EF4-FFF2-40B4-BE49-F238E27FC236}">
                <a16:creationId xmlns:a16="http://schemas.microsoft.com/office/drawing/2014/main" id="{D4B38B73-02A3-4184-BBD3-BAAB9191C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696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9" name="data_1678">
            <a:extLst xmlns:a="http://schemas.openxmlformats.org/drawingml/2006/main">
              <a:ext uri="{FF2B5EF4-FFF2-40B4-BE49-F238E27FC236}">
                <a16:creationId xmlns:a16="http://schemas.microsoft.com/office/drawing/2014/main" id="{1C37F28F-D615-420F-BCF4-3F0532125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071" y="238212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0" name="data_1679">
            <a:extLst xmlns:a="http://schemas.openxmlformats.org/drawingml/2006/main">
              <a:ext uri="{FF2B5EF4-FFF2-40B4-BE49-F238E27FC236}">
                <a16:creationId xmlns:a16="http://schemas.microsoft.com/office/drawing/2014/main" id="{4386EE63-C7A7-48A9-BF9C-9E541EC45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51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1" name="data_1680">
            <a:extLst xmlns:a="http://schemas.openxmlformats.org/drawingml/2006/main">
              <a:ext uri="{FF2B5EF4-FFF2-40B4-BE49-F238E27FC236}">
                <a16:creationId xmlns:a16="http://schemas.microsoft.com/office/drawing/2014/main" id="{4BBB4B7D-5E17-47EF-96A4-AAEF7FEEB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7320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2" name="data_1681">
            <a:extLst xmlns:a="http://schemas.openxmlformats.org/drawingml/2006/main">
              <a:ext uri="{FF2B5EF4-FFF2-40B4-BE49-F238E27FC236}">
                <a16:creationId xmlns:a16="http://schemas.microsoft.com/office/drawing/2014/main" id="{37663AC5-9F1B-4C05-9D93-C5E1AB998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9441" y="28540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3" name="data_1682">
            <a:extLst xmlns:a="http://schemas.openxmlformats.org/drawingml/2006/main">
              <a:ext uri="{FF2B5EF4-FFF2-40B4-BE49-F238E27FC236}">
                <a16:creationId xmlns:a16="http://schemas.microsoft.com/office/drawing/2014/main" id="{459F50DE-E86A-45DF-8987-8CB92417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5781" y="259292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4" name="data_1683">
            <a:extLst xmlns:a="http://schemas.openxmlformats.org/drawingml/2006/main">
              <a:ext uri="{FF2B5EF4-FFF2-40B4-BE49-F238E27FC236}">
                <a16:creationId xmlns:a16="http://schemas.microsoft.com/office/drawing/2014/main" id="{95A9E805-AECB-429B-BA78-C6040DE98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1347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5" name="data_1684">
            <a:extLst xmlns:a="http://schemas.openxmlformats.org/drawingml/2006/main">
              <a:ext uri="{FF2B5EF4-FFF2-40B4-BE49-F238E27FC236}">
                <a16:creationId xmlns:a16="http://schemas.microsoft.com/office/drawing/2014/main" id="{B1B37214-BEEA-4D11-8D56-5B3A9196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764" y="305549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6" name="data_1685">
            <a:extLst xmlns:a="http://schemas.openxmlformats.org/drawingml/2006/main">
              <a:ext uri="{FF2B5EF4-FFF2-40B4-BE49-F238E27FC236}">
                <a16:creationId xmlns:a16="http://schemas.microsoft.com/office/drawing/2014/main" id="{0224185C-91E0-49E0-AEA6-35812DA53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6428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7" name="data_1686">
            <a:extLst xmlns:a="http://schemas.openxmlformats.org/drawingml/2006/main">
              <a:ext uri="{FF2B5EF4-FFF2-40B4-BE49-F238E27FC236}">
                <a16:creationId xmlns:a16="http://schemas.microsoft.com/office/drawing/2014/main" id="{4A7014A7-F0CD-45E0-B0EE-E0B4E031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5521" y="175731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8" name="data_1687">
            <a:extLst xmlns:a="http://schemas.openxmlformats.org/drawingml/2006/main">
              <a:ext uri="{FF2B5EF4-FFF2-40B4-BE49-F238E27FC236}">
                <a16:creationId xmlns:a16="http://schemas.microsoft.com/office/drawing/2014/main" id="{88F65DE6-FA99-4D7B-92F1-34511C691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015" y="204716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9" name="data_1688">
            <a:extLst xmlns:a="http://schemas.openxmlformats.org/drawingml/2006/main">
              <a:ext uri="{FF2B5EF4-FFF2-40B4-BE49-F238E27FC236}">
                <a16:creationId xmlns:a16="http://schemas.microsoft.com/office/drawing/2014/main" id="{D614C573-07D1-45DB-B690-6CA6C49D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063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0" name="data_1689">
            <a:extLst xmlns:a="http://schemas.openxmlformats.org/drawingml/2006/main">
              <a:ext uri="{FF2B5EF4-FFF2-40B4-BE49-F238E27FC236}">
                <a16:creationId xmlns:a16="http://schemas.microsoft.com/office/drawing/2014/main" id="{41999633-3A2F-4CFA-A123-82C5F8D44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654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1" name="data_1690">
            <a:extLst xmlns:a="http://schemas.openxmlformats.org/drawingml/2006/main">
              <a:ext uri="{FF2B5EF4-FFF2-40B4-BE49-F238E27FC236}">
                <a16:creationId xmlns:a16="http://schemas.microsoft.com/office/drawing/2014/main" id="{9D9DDE25-1C7F-46EE-8059-B566E5D0E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932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2" name="data_1691">
            <a:extLst xmlns:a="http://schemas.openxmlformats.org/drawingml/2006/main">
              <a:ext uri="{FF2B5EF4-FFF2-40B4-BE49-F238E27FC236}">
                <a16:creationId xmlns:a16="http://schemas.microsoft.com/office/drawing/2014/main" id="{460145CF-05A0-4E36-B3E5-D9A08531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611" y="191399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3" name="data_1692">
            <a:extLst xmlns:a="http://schemas.openxmlformats.org/drawingml/2006/main">
              <a:ext uri="{FF2B5EF4-FFF2-40B4-BE49-F238E27FC236}">
                <a16:creationId xmlns:a16="http://schemas.microsoft.com/office/drawing/2014/main" id="{7496612A-7D55-455D-84D1-A137FB7D6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58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4" name="data_1693">
            <a:extLst xmlns:a="http://schemas.openxmlformats.org/drawingml/2006/main">
              <a:ext uri="{FF2B5EF4-FFF2-40B4-BE49-F238E27FC236}">
                <a16:creationId xmlns:a16="http://schemas.microsoft.com/office/drawing/2014/main" id="{0A6BAFBF-8DA5-457A-9B9F-A02F12518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608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5" name="data_1694">
            <a:extLst xmlns:a="http://schemas.openxmlformats.org/drawingml/2006/main">
              <a:ext uri="{FF2B5EF4-FFF2-40B4-BE49-F238E27FC236}">
                <a16:creationId xmlns:a16="http://schemas.microsoft.com/office/drawing/2014/main" id="{60D3E220-E92F-435E-9D4B-1D148284E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9568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6" name="data_1695">
            <a:extLst xmlns:a="http://schemas.openxmlformats.org/drawingml/2006/main">
              <a:ext uri="{FF2B5EF4-FFF2-40B4-BE49-F238E27FC236}">
                <a16:creationId xmlns:a16="http://schemas.microsoft.com/office/drawing/2014/main" id="{B9A4A348-2B19-409B-939A-EBB579F8B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0036" y="329275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7" name="data_1696">
            <a:extLst xmlns:a="http://schemas.openxmlformats.org/drawingml/2006/main">
              <a:ext uri="{FF2B5EF4-FFF2-40B4-BE49-F238E27FC236}">
                <a16:creationId xmlns:a16="http://schemas.microsoft.com/office/drawing/2014/main" id="{BD007E84-2BE6-4B99-96FB-3656B9164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443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8" name="data_1697">
            <a:extLst xmlns:a="http://schemas.openxmlformats.org/drawingml/2006/main">
              <a:ext uri="{FF2B5EF4-FFF2-40B4-BE49-F238E27FC236}">
                <a16:creationId xmlns:a16="http://schemas.microsoft.com/office/drawing/2014/main" id="{04A23AA8-4AF7-4C60-B6EB-9CDA3D808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53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9" name="data_1698">
            <a:extLst xmlns:a="http://schemas.openxmlformats.org/drawingml/2006/main">
              <a:ext uri="{FF2B5EF4-FFF2-40B4-BE49-F238E27FC236}">
                <a16:creationId xmlns:a16="http://schemas.microsoft.com/office/drawing/2014/main" id="{FA48D237-AF4E-4380-8D4A-1C1C3FA5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7133" y="3216973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0" name="data_1699">
            <a:extLst xmlns:a="http://schemas.openxmlformats.org/drawingml/2006/main">
              <a:ext uri="{FF2B5EF4-FFF2-40B4-BE49-F238E27FC236}">
                <a16:creationId xmlns:a16="http://schemas.microsoft.com/office/drawing/2014/main" id="{8D322528-1A51-4E4E-BD49-09DD58BA5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85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1" name="data_1700">
            <a:extLst xmlns:a="http://schemas.openxmlformats.org/drawingml/2006/main">
              <a:ext uri="{FF2B5EF4-FFF2-40B4-BE49-F238E27FC236}">
                <a16:creationId xmlns:a16="http://schemas.microsoft.com/office/drawing/2014/main" id="{47AECCE2-6D4D-444A-99E7-1E08154C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546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2" name="data_1701">
            <a:extLst xmlns:a="http://schemas.openxmlformats.org/drawingml/2006/main">
              <a:ext uri="{FF2B5EF4-FFF2-40B4-BE49-F238E27FC236}">
                <a16:creationId xmlns:a16="http://schemas.microsoft.com/office/drawing/2014/main" id="{D3E22DBC-F56D-4EB6-93A7-37E68CF0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2707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3" name="data_1702">
            <a:extLst xmlns:a="http://schemas.openxmlformats.org/drawingml/2006/main">
              <a:ext uri="{FF2B5EF4-FFF2-40B4-BE49-F238E27FC236}">
                <a16:creationId xmlns:a16="http://schemas.microsoft.com/office/drawing/2014/main" id="{FC81D14A-0400-4B86-846E-E0B443018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909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4" name="data_1703">
            <a:extLst xmlns:a="http://schemas.openxmlformats.org/drawingml/2006/main">
              <a:ext uri="{FF2B5EF4-FFF2-40B4-BE49-F238E27FC236}">
                <a16:creationId xmlns:a16="http://schemas.microsoft.com/office/drawing/2014/main" id="{55D0D2A0-C835-467D-97E6-ED61ACCC1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7927" y="331429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5" name="data_1704">
            <a:extLst xmlns:a="http://schemas.openxmlformats.org/drawingml/2006/main">
              <a:ext uri="{FF2B5EF4-FFF2-40B4-BE49-F238E27FC236}">
                <a16:creationId xmlns:a16="http://schemas.microsoft.com/office/drawing/2014/main" id="{6428A1E0-5F95-41F3-A125-46BC7D444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935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6" name="data_1705">
            <a:extLst xmlns:a="http://schemas.openxmlformats.org/drawingml/2006/main">
              <a:ext uri="{FF2B5EF4-FFF2-40B4-BE49-F238E27FC236}">
                <a16:creationId xmlns:a16="http://schemas.microsoft.com/office/drawing/2014/main" id="{0EBBDBF3-3625-4BA1-9E22-9AA8090A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4753" y="286450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7" name="data_1706">
            <a:extLst xmlns:a="http://schemas.openxmlformats.org/drawingml/2006/main">
              <a:ext uri="{FF2B5EF4-FFF2-40B4-BE49-F238E27FC236}">
                <a16:creationId xmlns:a16="http://schemas.microsoft.com/office/drawing/2014/main" id="{D4ED5016-B5CE-48A9-B25D-3070776AA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954" y="2676871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8" name="data_1707">
            <a:extLst xmlns:a="http://schemas.openxmlformats.org/drawingml/2006/main">
              <a:ext uri="{FF2B5EF4-FFF2-40B4-BE49-F238E27FC236}">
                <a16:creationId xmlns:a16="http://schemas.microsoft.com/office/drawing/2014/main" id="{3C8BA55B-1ECA-406B-AEFB-9724853C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9244" y="276004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9" name="data_1708">
            <a:extLst xmlns:a="http://schemas.openxmlformats.org/drawingml/2006/main">
              <a:ext uri="{FF2B5EF4-FFF2-40B4-BE49-F238E27FC236}">
                <a16:creationId xmlns:a16="http://schemas.microsoft.com/office/drawing/2014/main" id="{3C91FA87-38C5-4F90-ADCF-934019F4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3899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0" name="data_1709">
            <a:extLst xmlns:a="http://schemas.openxmlformats.org/drawingml/2006/main">
              <a:ext uri="{FF2B5EF4-FFF2-40B4-BE49-F238E27FC236}">
                <a16:creationId xmlns:a16="http://schemas.microsoft.com/office/drawing/2014/main" id="{957682DF-12B2-48B6-9D2A-88FBFCD7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7164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1" name="data_1710">
            <a:extLst xmlns:a="http://schemas.openxmlformats.org/drawingml/2006/main">
              <a:ext uri="{FF2B5EF4-FFF2-40B4-BE49-F238E27FC236}">
                <a16:creationId xmlns:a16="http://schemas.microsoft.com/office/drawing/2014/main" id="{C8EBD3FF-3872-4E66-8E3B-49E1E350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851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2" name="data_1711">
            <a:extLst xmlns:a="http://schemas.openxmlformats.org/drawingml/2006/main">
              <a:ext uri="{FF2B5EF4-FFF2-40B4-BE49-F238E27FC236}">
                <a16:creationId xmlns:a16="http://schemas.microsoft.com/office/drawing/2014/main" id="{5068FB08-1FD7-4B47-BEC3-2222755EA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2090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3" name="data_1712">
            <a:extLst xmlns:a="http://schemas.openxmlformats.org/drawingml/2006/main">
              <a:ext uri="{FF2B5EF4-FFF2-40B4-BE49-F238E27FC236}">
                <a16:creationId xmlns:a16="http://schemas.microsoft.com/office/drawing/2014/main" id="{8785DF9D-AF1F-4709-A509-CE8EF754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6603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4" name="data_1713">
            <a:extLst xmlns:a="http://schemas.openxmlformats.org/drawingml/2006/main">
              <a:ext uri="{FF2B5EF4-FFF2-40B4-BE49-F238E27FC236}">
                <a16:creationId xmlns:a16="http://schemas.microsoft.com/office/drawing/2014/main" id="{7004E38A-18ED-4730-9D19-A51D36591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1465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5" name="data_1714">
            <a:extLst xmlns:a="http://schemas.openxmlformats.org/drawingml/2006/main">
              <a:ext uri="{FF2B5EF4-FFF2-40B4-BE49-F238E27FC236}">
                <a16:creationId xmlns:a16="http://schemas.microsoft.com/office/drawing/2014/main" id="{2DA01F26-D920-47AE-84D1-65DC7B91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164" y="2977160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6" name="data_1715">
            <a:extLst xmlns:a="http://schemas.openxmlformats.org/drawingml/2006/main">
              <a:ext uri="{FF2B5EF4-FFF2-40B4-BE49-F238E27FC236}">
                <a16:creationId xmlns:a16="http://schemas.microsoft.com/office/drawing/2014/main" id="{CE51C4E5-2048-44BD-A5B7-60470ACC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7909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7" name="data_1716">
            <a:extLst xmlns:a="http://schemas.openxmlformats.org/drawingml/2006/main">
              <a:ext uri="{FF2B5EF4-FFF2-40B4-BE49-F238E27FC236}">
                <a16:creationId xmlns:a16="http://schemas.microsoft.com/office/drawing/2014/main" id="{DD5435A0-F6CC-41A9-84FB-6DB721120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9223" y="2070667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8" name="data_1717">
            <a:extLst xmlns:a="http://schemas.openxmlformats.org/drawingml/2006/main">
              <a:ext uri="{FF2B5EF4-FFF2-40B4-BE49-F238E27FC236}">
                <a16:creationId xmlns:a16="http://schemas.microsoft.com/office/drawing/2014/main" id="{96106CCA-69B5-481A-A516-73E5D9CCB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2104" y="2885392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9" name="data_1718">
            <a:extLst xmlns:a="http://schemas.openxmlformats.org/drawingml/2006/main">
              <a:ext uri="{FF2B5EF4-FFF2-40B4-BE49-F238E27FC236}">
                <a16:creationId xmlns:a16="http://schemas.microsoft.com/office/drawing/2014/main" id="{4C2A3AB5-7A6E-45A8-9439-D72A2C624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1503" y="3324089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0" name="data_1719">
            <a:extLst xmlns:a="http://schemas.openxmlformats.org/drawingml/2006/main">
              <a:ext uri="{FF2B5EF4-FFF2-40B4-BE49-F238E27FC236}">
                <a16:creationId xmlns:a16="http://schemas.microsoft.com/office/drawing/2014/main" id="{9E2BF1DE-EC29-44FB-82C1-7E9E67EF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4148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1" name="data_1720">
            <a:extLst xmlns:a="http://schemas.openxmlformats.org/drawingml/2006/main">
              <a:ext uri="{FF2B5EF4-FFF2-40B4-BE49-F238E27FC236}">
                <a16:creationId xmlns:a16="http://schemas.microsoft.com/office/drawing/2014/main" id="{4489A621-BD4B-43F3-A5CC-F66AD0B9C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3056" y="1522295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2" name="data_1721">
            <a:extLst xmlns:a="http://schemas.openxmlformats.org/drawingml/2006/main">
              <a:ext uri="{FF2B5EF4-FFF2-40B4-BE49-F238E27FC236}">
                <a16:creationId xmlns:a16="http://schemas.microsoft.com/office/drawing/2014/main" id="{87B41B2A-FBFF-4941-A59C-AB673D35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7422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3" name="data_1722">
            <a:extLst xmlns:a="http://schemas.openxmlformats.org/drawingml/2006/main">
              <a:ext uri="{FF2B5EF4-FFF2-40B4-BE49-F238E27FC236}">
                <a16:creationId xmlns:a16="http://schemas.microsoft.com/office/drawing/2014/main" id="{97B14BA5-7707-45DB-AA52-6654A7BB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8206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4" name="data_1723">
            <a:extLst xmlns:a="http://schemas.openxmlformats.org/drawingml/2006/main">
              <a:ext uri="{FF2B5EF4-FFF2-40B4-BE49-F238E27FC236}">
                <a16:creationId xmlns:a16="http://schemas.microsoft.com/office/drawing/2014/main" id="{15C4CAFD-47BA-4AA8-93D9-5E8AA7B0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4744" y="1443956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5" name="data_1724">
            <a:extLst xmlns:a="http://schemas.openxmlformats.org/drawingml/2006/main">
              <a:ext uri="{FF2B5EF4-FFF2-40B4-BE49-F238E27FC236}">
                <a16:creationId xmlns:a16="http://schemas.microsoft.com/office/drawing/2014/main" id="{B5277E87-9ABE-4439-A935-58A7715A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8174" y="3100264"/>
            <a:ext cx="35183" cy="3518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6" name="data_1725">
            <a:extLst xmlns:a="http://schemas.openxmlformats.org/drawingml/2006/main">
              <a:ext uri="{FF2B5EF4-FFF2-40B4-BE49-F238E27FC236}">
                <a16:creationId xmlns:a16="http://schemas.microsoft.com/office/drawing/2014/main" id="{77DCF183-C011-4650-A296-02F2CA8CD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1348740"/>
            <a:ext cx="191" cy="1992941"/>
          </a:xfrm>
          <a:custGeom xmlns:a="http://schemas.openxmlformats.org/drawingml/2006/main">
            <a:pathLst>
              <a:path w="191" h="1992941">
                <a:moveTo>
                  <a:pt x="0" y="199294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14">
            <a:solidFill>
              <a:srgbClr val="000000"/>
            </a:solidFill>
            <a:prstDash val="solid"/>
          </a:ln>
        </p:spPr>
      </p:sp>
      <p:sp>
        <p:nvSpPr>
          <p:cNvPr id="1727" name="data_1726">
            <a:extLst xmlns:a="http://schemas.openxmlformats.org/drawingml/2006/main">
              <a:ext uri="{FF2B5EF4-FFF2-40B4-BE49-F238E27FC236}">
                <a16:creationId xmlns:a16="http://schemas.microsoft.com/office/drawing/2014/main" id="{2EC5AF73-11C3-4620-87C5-B924234C8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3341681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14">
            <a:solidFill>
              <a:srgbClr val="000000"/>
            </a:solidFill>
            <a:prstDash val="solid"/>
          </a:ln>
        </p:spPr>
      </p:sp>
      <p:sp>
        <p:nvSpPr>
          <p:cNvPr id="1728" name="text_1727">
            <a:extLst xmlns:a="http://schemas.openxmlformats.org/drawingml/2006/main">
              <a:ext uri="{FF2B5EF4-FFF2-40B4-BE49-F238E27FC236}">
                <a16:creationId xmlns:a16="http://schemas.microsoft.com/office/drawing/2014/main" id="{FB28F2DE-7A05-4D83-9DC7-8B4DC0B4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54096" y="1037862"/>
            <a:ext cx="103263" cy="219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729" name="text_1728">
            <a:extLst xmlns:a="http://schemas.openxmlformats.org/drawingml/2006/main">
              <a:ext uri="{FF2B5EF4-FFF2-40B4-BE49-F238E27FC236}">
                <a16:creationId xmlns:a16="http://schemas.microsoft.com/office/drawing/2014/main" id="{422E1D1E-3FC9-44C8-AD5F-978C4BAD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9072" y="1060254"/>
            <a:ext cx="96363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730" name="data_1729">
            <a:extLst xmlns:a="http://schemas.openxmlformats.org/drawingml/2006/main">
              <a:ext uri="{FF2B5EF4-FFF2-40B4-BE49-F238E27FC236}">
                <a16:creationId xmlns:a16="http://schemas.microsoft.com/office/drawing/2014/main" id="{0708ED6B-0444-4673-BB85-D56E3637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7834" y="3149637"/>
            <a:ext cx="191" cy="101720"/>
          </a:xfrm>
          <a:custGeom xmlns:a="http://schemas.openxmlformats.org/drawingml/2006/main">
            <a:pathLst>
              <a:path w="191" h="101720">
                <a:moveTo>
                  <a:pt x="0" y="10172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731" name="data_1730">
            <a:extLst xmlns:a="http://schemas.openxmlformats.org/drawingml/2006/main">
              <a:ext uri="{FF2B5EF4-FFF2-40B4-BE49-F238E27FC236}">
                <a16:creationId xmlns:a16="http://schemas.microsoft.com/office/drawing/2014/main" id="{D7965EF9-EB1E-49A5-82B4-C7232F0E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279" y="3251357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732" name="data_1731">
            <a:extLst xmlns:a="http://schemas.openxmlformats.org/drawingml/2006/main">
              <a:ext uri="{FF2B5EF4-FFF2-40B4-BE49-F238E27FC236}">
                <a16:creationId xmlns:a16="http://schemas.microsoft.com/office/drawing/2014/main" id="{2FA69A4F-F4A8-4407-8D14-CEAA0EA0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279" y="3149637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733" name="data_1732">
            <a:extLst xmlns:a="http://schemas.openxmlformats.org/drawingml/2006/main">
              <a:ext uri="{FF2B5EF4-FFF2-40B4-BE49-F238E27FC236}">
                <a16:creationId xmlns:a16="http://schemas.microsoft.com/office/drawing/2014/main" id="{BD5D7377-51CA-43B1-A22C-E36440AC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460" y="2324331"/>
            <a:ext cx="191" cy="227876"/>
          </a:xfrm>
          <a:custGeom xmlns:a="http://schemas.openxmlformats.org/drawingml/2006/main">
            <a:pathLst>
              <a:path w="191" h="227876">
                <a:moveTo>
                  <a:pt x="0" y="22787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734" name="data_1733">
            <a:extLst xmlns:a="http://schemas.openxmlformats.org/drawingml/2006/main">
              <a:ext uri="{FF2B5EF4-FFF2-40B4-BE49-F238E27FC236}">
                <a16:creationId xmlns:a16="http://schemas.microsoft.com/office/drawing/2014/main" id="{1BC844C1-8487-4A6C-A747-821E2BEC4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905" y="2552206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735" name="data_1734">
            <a:extLst xmlns:a="http://schemas.openxmlformats.org/drawingml/2006/main">
              <a:ext uri="{FF2B5EF4-FFF2-40B4-BE49-F238E27FC236}">
                <a16:creationId xmlns:a16="http://schemas.microsoft.com/office/drawing/2014/main" id="{C42E8ACC-6B04-457E-927C-A873FE93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905" y="2324331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736" name="data_1735">
            <a:extLst xmlns:a="http://schemas.openxmlformats.org/drawingml/2006/main">
              <a:ext uri="{FF2B5EF4-FFF2-40B4-BE49-F238E27FC236}">
                <a16:creationId xmlns:a16="http://schemas.microsoft.com/office/drawing/2014/main" id="{FA4DC69D-4D2E-445C-92F9-E62002587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7086" y="2155501"/>
            <a:ext cx="191" cy="208521"/>
          </a:xfrm>
          <a:custGeom xmlns:a="http://schemas.openxmlformats.org/drawingml/2006/main">
            <a:pathLst>
              <a:path w="191" h="208521">
                <a:moveTo>
                  <a:pt x="0" y="20852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737" name="data_1736">
            <a:extLst xmlns:a="http://schemas.openxmlformats.org/drawingml/2006/main">
              <a:ext uri="{FF2B5EF4-FFF2-40B4-BE49-F238E27FC236}">
                <a16:creationId xmlns:a16="http://schemas.microsoft.com/office/drawing/2014/main" id="{FBAE0676-9C6F-4CCA-B384-FE6BB1AF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531" y="2364022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738" name="data_1737">
            <a:extLst xmlns:a="http://schemas.openxmlformats.org/drawingml/2006/main">
              <a:ext uri="{FF2B5EF4-FFF2-40B4-BE49-F238E27FC236}">
                <a16:creationId xmlns:a16="http://schemas.microsoft.com/office/drawing/2014/main" id="{1E3752D6-E71F-4125-9123-540023470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531" y="2155501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739" name="data_1738">
            <a:extLst xmlns:a="http://schemas.openxmlformats.org/drawingml/2006/main">
              <a:ext uri="{FF2B5EF4-FFF2-40B4-BE49-F238E27FC236}">
                <a16:creationId xmlns:a16="http://schemas.microsoft.com/office/drawing/2014/main" id="{4DDA7F55-C7AF-411C-91CE-02E431E58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610" y="2309892"/>
            <a:ext cx="191" cy="323489"/>
          </a:xfrm>
          <a:custGeom xmlns:a="http://schemas.openxmlformats.org/drawingml/2006/main">
            <a:pathLst>
              <a:path w="191" h="323489">
                <a:moveTo>
                  <a:pt x="0" y="32348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740" name="data_1739">
            <a:extLst xmlns:a="http://schemas.openxmlformats.org/drawingml/2006/main">
              <a:ext uri="{FF2B5EF4-FFF2-40B4-BE49-F238E27FC236}">
                <a16:creationId xmlns:a16="http://schemas.microsoft.com/office/drawing/2014/main" id="{BFCBF939-746E-4C80-937D-0E602FAA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9055" y="2633381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741" name="data_1740">
            <a:extLst xmlns:a="http://schemas.openxmlformats.org/drawingml/2006/main">
              <a:ext uri="{FF2B5EF4-FFF2-40B4-BE49-F238E27FC236}">
                <a16:creationId xmlns:a16="http://schemas.microsoft.com/office/drawing/2014/main" id="{A9DAFAB3-60C3-4305-B544-DFE6A01E4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9055" y="2309892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A1ABB3"/>
            </a:solidFill>
            <a:prstDash val="solid"/>
          </a:ln>
        </p:spPr>
      </p:sp>
      <p:sp>
        <p:nvSpPr>
          <p:cNvPr id="1742" name="data_1741">
            <a:extLst xmlns:a="http://schemas.openxmlformats.org/drawingml/2006/main">
              <a:ext uri="{FF2B5EF4-FFF2-40B4-BE49-F238E27FC236}">
                <a16:creationId xmlns:a16="http://schemas.microsoft.com/office/drawing/2014/main" id="{FEF9C033-EAE8-4AFD-9F13-CC5B58C75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4236" y="2118184"/>
            <a:ext cx="191" cy="292135"/>
          </a:xfrm>
          <a:custGeom xmlns:a="http://schemas.openxmlformats.org/drawingml/2006/main">
            <a:pathLst>
              <a:path w="191" h="292135">
                <a:moveTo>
                  <a:pt x="0" y="29213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743" name="data_1742">
            <a:extLst xmlns:a="http://schemas.openxmlformats.org/drawingml/2006/main">
              <a:ext uri="{FF2B5EF4-FFF2-40B4-BE49-F238E27FC236}">
                <a16:creationId xmlns:a16="http://schemas.microsoft.com/office/drawing/2014/main" id="{8C6B22D0-48EC-4432-9F60-E06913DF5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681" y="2410319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744" name="data_1743">
            <a:extLst xmlns:a="http://schemas.openxmlformats.org/drawingml/2006/main">
              <a:ext uri="{FF2B5EF4-FFF2-40B4-BE49-F238E27FC236}">
                <a16:creationId xmlns:a16="http://schemas.microsoft.com/office/drawing/2014/main" id="{DF49E590-924D-4685-91A3-84C6C740B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681" y="2118184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5B72B7"/>
            </a:solidFill>
            <a:prstDash val="solid"/>
          </a:ln>
        </p:spPr>
      </p:sp>
      <p:sp>
        <p:nvSpPr>
          <p:cNvPr id="1745" name="data_1744">
            <a:extLst xmlns:a="http://schemas.openxmlformats.org/drawingml/2006/main">
              <a:ext uri="{FF2B5EF4-FFF2-40B4-BE49-F238E27FC236}">
                <a16:creationId xmlns:a16="http://schemas.microsoft.com/office/drawing/2014/main" id="{A6CB9847-1F7D-4849-B595-4BD0A3843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3862" y="1879886"/>
            <a:ext cx="191" cy="288697"/>
          </a:xfrm>
          <a:custGeom xmlns:a="http://schemas.openxmlformats.org/drawingml/2006/main">
            <a:pathLst>
              <a:path w="191" h="288697">
                <a:moveTo>
                  <a:pt x="0" y="28869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746" name="data_1745">
            <a:extLst xmlns:a="http://schemas.openxmlformats.org/drawingml/2006/main">
              <a:ext uri="{FF2B5EF4-FFF2-40B4-BE49-F238E27FC236}">
                <a16:creationId xmlns:a16="http://schemas.microsoft.com/office/drawing/2014/main" id="{C8ED0B69-90DD-4FA5-9F35-A900621A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8307" y="2168583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747" name="data_1746">
            <a:extLst xmlns:a="http://schemas.openxmlformats.org/drawingml/2006/main">
              <a:ext uri="{FF2B5EF4-FFF2-40B4-BE49-F238E27FC236}">
                <a16:creationId xmlns:a16="http://schemas.microsoft.com/office/drawing/2014/main" id="{4E1DFA16-87C1-4287-B156-BFFEB3BD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8307" y="1879886"/>
            <a:ext cx="131110" cy="191"/>
          </a:xfrm>
          <a:custGeom xmlns:a="http://schemas.openxmlformats.org/drawingml/2006/main">
            <a:pathLst>
              <a:path w="131110" h="191">
                <a:moveTo>
                  <a:pt x="0" y="0"/>
                </a:moveTo>
                <a:lnTo>
                  <a:pt x="1311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230">
            <a:solidFill>
              <a:srgbClr val="138B8D"/>
            </a:solidFill>
            <a:prstDash val="solid"/>
          </a:ln>
        </p:spPr>
      </p:sp>
      <p:sp>
        <p:nvSpPr>
          <p:cNvPr id="1748" name="data_1747">
            <a:extLst xmlns:a="http://schemas.openxmlformats.org/drawingml/2006/main">
              <a:ext uri="{FF2B5EF4-FFF2-40B4-BE49-F238E27FC236}">
                <a16:creationId xmlns:a16="http://schemas.microsoft.com/office/drawing/2014/main" id="{CA57B34F-EA1A-4C74-9C45-ADEBE59A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4008" y="3205172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A1ABB3"/>
            </a:solidFill>
            <a:prstDash val="solid"/>
          </a:ln>
        </p:spPr>
      </p:sp>
      <p:sp>
        <p:nvSpPr>
          <p:cNvPr id="1749" name="data_1748">
            <a:extLst xmlns:a="http://schemas.openxmlformats.org/drawingml/2006/main">
              <a:ext uri="{FF2B5EF4-FFF2-40B4-BE49-F238E27FC236}">
                <a16:creationId xmlns:a16="http://schemas.microsoft.com/office/drawing/2014/main" id="{5E603DEA-06F4-41C4-ADD4-441B80400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3634" y="2436390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5B72B7"/>
            </a:solidFill>
            <a:prstDash val="solid"/>
          </a:ln>
        </p:spPr>
      </p:sp>
      <p:sp>
        <p:nvSpPr>
          <p:cNvPr id="1750" name="data_1749">
            <a:extLst xmlns:a="http://schemas.openxmlformats.org/drawingml/2006/main">
              <a:ext uri="{FF2B5EF4-FFF2-40B4-BE49-F238E27FC236}">
                <a16:creationId xmlns:a16="http://schemas.microsoft.com/office/drawing/2014/main" id="{E8C55C8B-06D1-4BDC-84DC-BD2CAE220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260" y="2258321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138B8D"/>
            </a:solidFill>
            <a:prstDash val="solid"/>
          </a:ln>
        </p:spPr>
      </p:sp>
      <p:sp>
        <p:nvSpPr>
          <p:cNvPr id="1751" name="data_1750">
            <a:extLst xmlns:a="http://schemas.openxmlformats.org/drawingml/2006/main">
              <a:ext uri="{FF2B5EF4-FFF2-40B4-BE49-F238E27FC236}">
                <a16:creationId xmlns:a16="http://schemas.microsoft.com/office/drawing/2014/main" id="{87A70967-639C-4727-9FB0-CAB1439C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784" y="2472997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A1ABB3"/>
            </a:solidFill>
            <a:prstDash val="solid"/>
          </a:ln>
        </p:spPr>
      </p:sp>
      <p:sp>
        <p:nvSpPr>
          <p:cNvPr id="1752" name="data_1751">
            <a:extLst xmlns:a="http://schemas.openxmlformats.org/drawingml/2006/main">
              <a:ext uri="{FF2B5EF4-FFF2-40B4-BE49-F238E27FC236}">
                <a16:creationId xmlns:a16="http://schemas.microsoft.com/office/drawing/2014/main" id="{4A700351-7B41-4170-8DA7-D0BF7C2B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0410" y="2265088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5B72B7"/>
            </a:solidFill>
            <a:prstDash val="solid"/>
          </a:ln>
        </p:spPr>
      </p:sp>
      <p:sp>
        <p:nvSpPr>
          <p:cNvPr id="1753" name="data_1752">
            <a:extLst xmlns:a="http://schemas.openxmlformats.org/drawingml/2006/main">
              <a:ext uri="{FF2B5EF4-FFF2-40B4-BE49-F238E27FC236}">
                <a16:creationId xmlns:a16="http://schemas.microsoft.com/office/drawing/2014/main" id="{8D911942-052C-4FCE-92E7-1B0BDEE50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0036" y="2023438"/>
            <a:ext cx="247652" cy="191"/>
          </a:xfrm>
          <a:custGeom xmlns:a="http://schemas.openxmlformats.org/drawingml/2006/main">
            <a:pathLst>
              <a:path w="247652" h="191">
                <a:moveTo>
                  <a:pt x="0" y="0"/>
                </a:moveTo>
                <a:lnTo>
                  <a:pt x="2476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665">
            <a:solidFill>
              <a:srgbClr val="138B8D"/>
            </a:solidFill>
            <a:prstDash val="solid"/>
          </a:ln>
        </p:spPr>
      </p:sp>
      <p:sp>
        <p:nvSpPr>
          <p:cNvPr id="1754" name="data_1753">
            <a:extLst xmlns:a="http://schemas.openxmlformats.org/drawingml/2006/main">
              <a:ext uri="{FF2B5EF4-FFF2-40B4-BE49-F238E27FC236}">
                <a16:creationId xmlns:a16="http://schemas.microsoft.com/office/drawing/2014/main" id="{DEB241A0-304E-4A3E-8C0C-68397D80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4632097"/>
            <a:ext cx="2913552" cy="2913552"/>
          </a:xfrm>
          <a:custGeom xmlns:a="http://schemas.openxmlformats.org/drawingml/2006/main">
            <a:pathLst>
              <a:path w="2913552" h="2913552">
                <a:moveTo>
                  <a:pt x="0" y="2913552"/>
                </a:moveTo>
                <a:lnTo>
                  <a:pt x="2913552" y="2913552"/>
                </a:lnTo>
                <a:lnTo>
                  <a:pt x="2913552" y="0"/>
                </a:lnTo>
                <a:lnTo>
                  <a:pt x="0" y="0"/>
                </a:lnTo>
                <a:lnTo>
                  <a:pt x="0" y="2913552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5" name="data_1754">
            <a:extLst xmlns:a="http://schemas.openxmlformats.org/drawingml/2006/main">
              <a:ext uri="{FF2B5EF4-FFF2-40B4-BE49-F238E27FC236}">
                <a16:creationId xmlns:a16="http://schemas.microsoft.com/office/drawing/2014/main" id="{AC4DD0CA-3757-4205-9B1A-C1406F23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7545649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756" name="text_1755">
            <a:extLst xmlns:a="http://schemas.openxmlformats.org/drawingml/2006/main">
              <a:ext uri="{FF2B5EF4-FFF2-40B4-BE49-F238E27FC236}">
                <a16:creationId xmlns:a16="http://schemas.microsoft.com/office/drawing/2014/main" id="{F482DDE2-EE00-4DB2-8B4A-EAB12F685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36839" y="7637287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757" name="data_1756">
            <a:extLst xmlns:a="http://schemas.openxmlformats.org/drawingml/2006/main">
              <a:ext uri="{FF2B5EF4-FFF2-40B4-BE49-F238E27FC236}">
                <a16:creationId xmlns:a16="http://schemas.microsoft.com/office/drawing/2014/main" id="{B2BE66F7-6B75-40D8-B5CB-F3C4F4C7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3791" y="7545649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758" name="text_1757">
            <a:extLst xmlns:a="http://schemas.openxmlformats.org/drawingml/2006/main">
              <a:ext uri="{FF2B5EF4-FFF2-40B4-BE49-F238E27FC236}">
                <a16:creationId xmlns:a16="http://schemas.microsoft.com/office/drawing/2014/main" id="{279FCB38-F818-44C4-B13F-A4B1EB8F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93615" y="7637287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759" name="data_1758">
            <a:extLst xmlns:a="http://schemas.openxmlformats.org/drawingml/2006/main">
              <a:ext uri="{FF2B5EF4-FFF2-40B4-BE49-F238E27FC236}">
                <a16:creationId xmlns:a16="http://schemas.microsoft.com/office/drawing/2014/main" id="{64422765-1EA2-4B57-8101-61D4D88B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0567" y="7545649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760" name="text_1759">
            <a:extLst xmlns:a="http://schemas.openxmlformats.org/drawingml/2006/main">
              <a:ext uri="{FF2B5EF4-FFF2-40B4-BE49-F238E27FC236}">
                <a16:creationId xmlns:a16="http://schemas.microsoft.com/office/drawing/2014/main" id="{7DDAC63F-281B-4CA8-8BEE-1C970BDA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50391" y="7637287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761" name="text_1760">
            <a:extLst xmlns:a="http://schemas.openxmlformats.org/drawingml/2006/main">
              <a:ext uri="{FF2B5EF4-FFF2-40B4-BE49-F238E27FC236}">
                <a16:creationId xmlns:a16="http://schemas.microsoft.com/office/drawing/2014/main" id="{8B11217C-E2C3-44FE-BE6E-5B4C58B4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08090" y="7816324"/>
            <a:ext cx="740131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1762" name="text_1761">
            <a:extLst xmlns:a="http://schemas.openxmlformats.org/drawingml/2006/main">
              <a:ext uri="{FF2B5EF4-FFF2-40B4-BE49-F238E27FC236}">
                <a16:creationId xmlns:a16="http://schemas.microsoft.com/office/drawing/2014/main" id="{53D43406-E172-4E31-8CCC-5A06A696A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45026" y="7948007"/>
            <a:ext cx="1866519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Higher / equal / lower: 112 / 40 / 27</a:t>
            </a:r>
          </a:p>
        </p:txBody>
      </p:sp>
      <p:sp>
        <p:nvSpPr>
          <p:cNvPr id="1763" name="data_1762">
            <a:extLst xmlns:a="http://schemas.openxmlformats.org/drawingml/2006/main">
              <a:ext uri="{FF2B5EF4-FFF2-40B4-BE49-F238E27FC236}">
                <a16:creationId xmlns:a16="http://schemas.microsoft.com/office/drawing/2014/main" id="{2B13B12D-F835-4795-8467-B658CFB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7545649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1764" name="data_1763">
            <a:extLst xmlns:a="http://schemas.openxmlformats.org/drawingml/2006/main">
              <a:ext uri="{FF2B5EF4-FFF2-40B4-BE49-F238E27FC236}">
                <a16:creationId xmlns:a16="http://schemas.microsoft.com/office/drawing/2014/main" id="{A4D5226B-3412-44E8-8596-EDF1075A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036" y="7545649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765" name="text_1764">
            <a:extLst xmlns:a="http://schemas.openxmlformats.org/drawingml/2006/main">
              <a:ext uri="{FF2B5EF4-FFF2-40B4-BE49-F238E27FC236}">
                <a16:creationId xmlns:a16="http://schemas.microsoft.com/office/drawing/2014/main" id="{65E50989-BD2B-4FFD-81FF-DD783A925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1113" y="7488662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766" name="data_1765">
            <a:extLst xmlns:a="http://schemas.openxmlformats.org/drawingml/2006/main">
              <a:ext uri="{FF2B5EF4-FFF2-40B4-BE49-F238E27FC236}">
                <a16:creationId xmlns:a16="http://schemas.microsoft.com/office/drawing/2014/main" id="{29F102E9-14D0-49B1-824F-2FDFE94B1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6088873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1767" name="data_1766">
            <a:extLst xmlns:a="http://schemas.openxmlformats.org/drawingml/2006/main">
              <a:ext uri="{FF2B5EF4-FFF2-40B4-BE49-F238E27FC236}">
                <a16:creationId xmlns:a16="http://schemas.microsoft.com/office/drawing/2014/main" id="{9BEE6BEC-886A-4C47-AE6D-2131D326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036" y="6088873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768" name="text_1767">
            <a:extLst xmlns:a="http://schemas.openxmlformats.org/drawingml/2006/main">
              <a:ext uri="{FF2B5EF4-FFF2-40B4-BE49-F238E27FC236}">
                <a16:creationId xmlns:a16="http://schemas.microsoft.com/office/drawing/2014/main" id="{C0F3FD99-DBC8-4A00-9BDC-D828CAFF2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1113" y="6031886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769" name="data_1768">
            <a:extLst xmlns:a="http://schemas.openxmlformats.org/drawingml/2006/main">
              <a:ext uri="{FF2B5EF4-FFF2-40B4-BE49-F238E27FC236}">
                <a16:creationId xmlns:a16="http://schemas.microsoft.com/office/drawing/2014/main" id="{5EAC0C2D-8C31-4B28-995E-A2B017E4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4632097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1770" name="data_1769">
            <a:extLst xmlns:a="http://schemas.openxmlformats.org/drawingml/2006/main">
              <a:ext uri="{FF2B5EF4-FFF2-40B4-BE49-F238E27FC236}">
                <a16:creationId xmlns:a16="http://schemas.microsoft.com/office/drawing/2014/main" id="{6A2FD6B6-DF0F-4AC7-B4B6-91C6A8EDA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036" y="4632097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1771" name="text_1770">
            <a:extLst xmlns:a="http://schemas.openxmlformats.org/drawingml/2006/main">
              <a:ext uri="{FF2B5EF4-FFF2-40B4-BE49-F238E27FC236}">
                <a16:creationId xmlns:a16="http://schemas.microsoft.com/office/drawing/2014/main" id="{B6EE465A-478B-42F3-A299-374B0083E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1113" y="4575110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772" name="text_1771">
            <a:extLst xmlns:a="http://schemas.openxmlformats.org/drawingml/2006/main">
              <a:ext uri="{FF2B5EF4-FFF2-40B4-BE49-F238E27FC236}">
                <a16:creationId xmlns:a16="http://schemas.microsoft.com/office/drawing/2014/main" id="{E0C99026-1288-42CA-B63C-8A96E8DDC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229440" y="6005313"/>
            <a:ext cx="1219554" cy="1671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1773" name="data_1772">
            <a:extLst xmlns:a="http://schemas.openxmlformats.org/drawingml/2006/main">
              <a:ext uri="{FF2B5EF4-FFF2-40B4-BE49-F238E27FC236}">
                <a16:creationId xmlns:a16="http://schemas.microsoft.com/office/drawing/2014/main" id="{645BEA97-DC33-4218-B4FF-164B4D67A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4632097"/>
            <a:ext cx="2913552" cy="2913552"/>
          </a:xfrm>
          <a:custGeom xmlns:a="http://schemas.openxmlformats.org/drawingml/2006/main">
            <a:pathLst>
              <a:path w="2913552" h="2913552">
                <a:moveTo>
                  <a:pt x="0" y="2913552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073">
            <a:solidFill>
              <a:srgbClr val="8B969F"/>
            </a:solidFill>
            <a:prstDash val="dash"/>
          </a:ln>
        </p:spPr>
      </p:sp>
      <p:sp>
        <p:nvSpPr>
          <p:cNvPr id="1774" name="data_1773">
            <a:extLst xmlns:a="http://schemas.openxmlformats.org/drawingml/2006/main">
              <a:ext uri="{FF2B5EF4-FFF2-40B4-BE49-F238E27FC236}">
                <a16:creationId xmlns:a16="http://schemas.microsoft.com/office/drawing/2014/main" id="{7CC6D858-5090-400D-98AB-BB28B7FE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D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5" name="data_1774">
            <a:extLst xmlns:a="http://schemas.openxmlformats.org/drawingml/2006/main">
              <a:ext uri="{FF2B5EF4-FFF2-40B4-BE49-F238E27FC236}">
                <a16:creationId xmlns:a16="http://schemas.microsoft.com/office/drawing/2014/main" id="{E4A58DF0-AB0F-4D17-90CE-60E9C19E7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37386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6" name="data_1775">
            <a:extLst xmlns:a="http://schemas.openxmlformats.org/drawingml/2006/main">
              <a:ext uri="{FF2B5EF4-FFF2-40B4-BE49-F238E27FC236}">
                <a16:creationId xmlns:a16="http://schemas.microsoft.com/office/drawing/2014/main" id="{0F0EAB7C-D6BE-4332-81DF-CEB9027C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3983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7" name="data_1776">
            <a:extLst xmlns:a="http://schemas.openxmlformats.org/drawingml/2006/main">
              <a:ext uri="{FF2B5EF4-FFF2-40B4-BE49-F238E27FC236}">
                <a16:creationId xmlns:a16="http://schemas.microsoft.com/office/drawing/2014/main" id="{09F039C6-1526-49E4-96D5-728BF427A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45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8" name="data_1777">
            <a:extLst xmlns:a="http://schemas.openxmlformats.org/drawingml/2006/main">
              <a:ext uri="{FF2B5EF4-FFF2-40B4-BE49-F238E27FC236}">
                <a16:creationId xmlns:a16="http://schemas.microsoft.com/office/drawing/2014/main" id="{0534F370-57E9-4619-9F10-710968C9B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1866" y="585386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63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79" name="data_1778">
            <a:extLst xmlns:a="http://schemas.openxmlformats.org/drawingml/2006/main">
              <a:ext uri="{FF2B5EF4-FFF2-40B4-BE49-F238E27FC236}">
                <a16:creationId xmlns:a16="http://schemas.microsoft.com/office/drawing/2014/main" id="{3EDD13EA-6AF4-410B-BF12-C2204904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2677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0" name="data_1779">
            <a:extLst xmlns:a="http://schemas.openxmlformats.org/drawingml/2006/main">
              <a:ext uri="{FF2B5EF4-FFF2-40B4-BE49-F238E27FC236}">
                <a16:creationId xmlns:a16="http://schemas.microsoft.com/office/drawing/2014/main" id="{2B45CBAE-3EA3-4D07-B706-0C33B948D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1" name="data_1780">
            <a:extLst xmlns:a="http://schemas.openxmlformats.org/drawingml/2006/main">
              <a:ext uri="{FF2B5EF4-FFF2-40B4-BE49-F238E27FC236}">
                <a16:creationId xmlns:a16="http://schemas.microsoft.com/office/drawing/2014/main" id="{86D72CE2-A33C-4C26-A866-6C19BE329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62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2" name="data_1781">
            <a:extLst xmlns:a="http://schemas.openxmlformats.org/drawingml/2006/main">
              <a:ext uri="{FF2B5EF4-FFF2-40B4-BE49-F238E27FC236}">
                <a16:creationId xmlns:a16="http://schemas.microsoft.com/office/drawing/2014/main" id="{1B4F5013-7D8D-4F0A-9B7E-C1BF532DD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73698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327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3" name="data_1782">
            <a:extLst xmlns:a="http://schemas.openxmlformats.org/drawingml/2006/main">
              <a:ext uri="{FF2B5EF4-FFF2-40B4-BE49-F238E27FC236}">
                <a16:creationId xmlns:a16="http://schemas.microsoft.com/office/drawing/2014/main" id="{C7E41B78-3B87-433D-80E0-801650B1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5F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4" name="data_1783">
            <a:extLst xmlns:a="http://schemas.openxmlformats.org/drawingml/2006/main">
              <a:ext uri="{FF2B5EF4-FFF2-40B4-BE49-F238E27FC236}">
                <a16:creationId xmlns:a16="http://schemas.microsoft.com/office/drawing/2014/main" id="{790AE2B5-4158-44B5-BB84-EB51A6C7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0192" y="61099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CB5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5" name="data_1784">
            <a:extLst xmlns:a="http://schemas.openxmlformats.org/drawingml/2006/main">
              <a:ext uri="{FF2B5EF4-FFF2-40B4-BE49-F238E27FC236}">
                <a16:creationId xmlns:a16="http://schemas.microsoft.com/office/drawing/2014/main" id="{F3C7609E-7B47-431C-B915-D8E4FCF1D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740" y="575270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50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6" name="data_1785">
            <a:extLst xmlns:a="http://schemas.openxmlformats.org/drawingml/2006/main">
              <a:ext uri="{FF2B5EF4-FFF2-40B4-BE49-F238E27FC236}">
                <a16:creationId xmlns:a16="http://schemas.microsoft.com/office/drawing/2014/main" id="{A4632CF9-AC0A-455D-A633-F984849E5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9956" y="6180765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7" name="data_1786">
            <a:extLst xmlns:a="http://schemas.openxmlformats.org/drawingml/2006/main">
              <a:ext uri="{FF2B5EF4-FFF2-40B4-BE49-F238E27FC236}">
                <a16:creationId xmlns:a16="http://schemas.microsoft.com/office/drawing/2014/main" id="{F0341BCC-A59F-4012-9AF2-2CC01441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69296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9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8" name="data_1787">
            <a:extLst xmlns:a="http://schemas.openxmlformats.org/drawingml/2006/main">
              <a:ext uri="{FF2B5EF4-FFF2-40B4-BE49-F238E27FC236}">
                <a16:creationId xmlns:a16="http://schemas.microsoft.com/office/drawing/2014/main" id="{C88793B2-D58C-4DC3-9D87-3D92963F7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2757" y="654275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54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89" name="data_1788">
            <a:extLst xmlns:a="http://schemas.openxmlformats.org/drawingml/2006/main">
              <a:ext uri="{FF2B5EF4-FFF2-40B4-BE49-F238E27FC236}">
                <a16:creationId xmlns:a16="http://schemas.microsoft.com/office/drawing/2014/main" id="{B7251C28-38B4-47EA-A49E-E5DA6B37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0" name="data_1789">
            <a:extLst xmlns:a="http://schemas.openxmlformats.org/drawingml/2006/main">
              <a:ext uri="{FF2B5EF4-FFF2-40B4-BE49-F238E27FC236}">
                <a16:creationId xmlns:a16="http://schemas.microsoft.com/office/drawing/2014/main" id="{F1D34D16-DA18-4C75-A906-B6C368E1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75B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1" name="data_1790">
            <a:extLst xmlns:a="http://schemas.openxmlformats.org/drawingml/2006/main">
              <a:ext uri="{FF2B5EF4-FFF2-40B4-BE49-F238E27FC236}">
                <a16:creationId xmlns:a16="http://schemas.microsoft.com/office/drawing/2014/main" id="{FE4C71BD-8802-4C50-84A2-222A61816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3689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7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2" name="data_1791">
            <a:extLst xmlns:a="http://schemas.openxmlformats.org/drawingml/2006/main">
              <a:ext uri="{FF2B5EF4-FFF2-40B4-BE49-F238E27FC236}">
                <a16:creationId xmlns:a16="http://schemas.microsoft.com/office/drawing/2014/main" id="{29FB7C09-B4E4-43F6-A5EB-15E27DF15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512" y="472158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1A6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3" name="data_1792">
            <a:extLst xmlns:a="http://schemas.openxmlformats.org/drawingml/2006/main">
              <a:ext uri="{FF2B5EF4-FFF2-40B4-BE49-F238E27FC236}">
                <a16:creationId xmlns:a16="http://schemas.microsoft.com/office/drawing/2014/main" id="{FE80DE17-F3BF-4090-9CEF-504C4619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1936" y="532877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2E7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4" name="data_1793">
            <a:extLst xmlns:a="http://schemas.openxmlformats.org/drawingml/2006/main">
              <a:ext uri="{FF2B5EF4-FFF2-40B4-BE49-F238E27FC236}">
                <a16:creationId xmlns:a16="http://schemas.microsoft.com/office/drawing/2014/main" id="{2DFABC8E-4A3D-48CD-8E82-A655560F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3399" y="617774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075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5" name="data_1794">
            <a:extLst xmlns:a="http://schemas.openxmlformats.org/drawingml/2006/main">
              <a:ext uri="{FF2B5EF4-FFF2-40B4-BE49-F238E27FC236}">
                <a16:creationId xmlns:a16="http://schemas.microsoft.com/office/drawing/2014/main" id="{F4E00A70-4908-4562-A87F-B978E1AD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0D60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6" name="data_1795">
            <a:extLst xmlns:a="http://schemas.openxmlformats.org/drawingml/2006/main">
              <a:ext uri="{FF2B5EF4-FFF2-40B4-BE49-F238E27FC236}">
                <a16:creationId xmlns:a16="http://schemas.microsoft.com/office/drawing/2014/main" id="{7D938314-21F7-4882-925D-EB3CA2F0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8822" y="518309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297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7" name="data_1796">
            <a:extLst xmlns:a="http://schemas.openxmlformats.org/drawingml/2006/main">
              <a:ext uri="{FF2B5EF4-FFF2-40B4-BE49-F238E27FC236}">
                <a16:creationId xmlns:a16="http://schemas.microsoft.com/office/drawing/2014/main" id="{1A87DDFE-30D9-405C-A872-9951FE4E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271" y="569296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8" name="data_1797">
            <a:extLst xmlns:a="http://schemas.openxmlformats.org/drawingml/2006/main">
              <a:ext uri="{FF2B5EF4-FFF2-40B4-BE49-F238E27FC236}">
                <a16:creationId xmlns:a16="http://schemas.microsoft.com/office/drawing/2014/main" id="{9D7118B3-A2E5-4FFB-8D6B-E662C396E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7855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3B84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799" name="data_1798">
            <a:extLst xmlns:a="http://schemas.openxmlformats.org/drawingml/2006/main">
              <a:ext uri="{FF2B5EF4-FFF2-40B4-BE49-F238E27FC236}">
                <a16:creationId xmlns:a16="http://schemas.microsoft.com/office/drawing/2014/main" id="{D9426D1E-F9A3-423C-8B03-DB2A7FA4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8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0" name="data_1799">
            <a:extLst xmlns:a="http://schemas.openxmlformats.org/drawingml/2006/main">
              <a:ext uri="{FF2B5EF4-FFF2-40B4-BE49-F238E27FC236}">
                <a16:creationId xmlns:a16="http://schemas.microsoft.com/office/drawing/2014/main" id="{C44BBCA5-A804-4721-A5D0-F107B213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1825" y="625139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4D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1" name="data_1800">
            <a:extLst xmlns:a="http://schemas.openxmlformats.org/drawingml/2006/main">
              <a:ext uri="{FF2B5EF4-FFF2-40B4-BE49-F238E27FC236}">
                <a16:creationId xmlns:a16="http://schemas.microsoft.com/office/drawing/2014/main" id="{0E571F1C-2306-47C9-9F9D-AFE9AB22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902043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7F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2" name="data_1801">
            <a:extLst xmlns:a="http://schemas.openxmlformats.org/drawingml/2006/main">
              <a:ext uri="{FF2B5EF4-FFF2-40B4-BE49-F238E27FC236}">
                <a16:creationId xmlns:a16="http://schemas.microsoft.com/office/drawing/2014/main" id="{F330A12F-6180-446F-B996-AC60549E9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1523" y="668149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E8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3" name="data_1802">
            <a:extLst xmlns:a="http://schemas.openxmlformats.org/drawingml/2006/main">
              <a:ext uri="{FF2B5EF4-FFF2-40B4-BE49-F238E27FC236}">
                <a16:creationId xmlns:a16="http://schemas.microsoft.com/office/drawing/2014/main" id="{CB633E4A-5C67-446C-8999-C21AC8EFA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A1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4" name="data_1803">
            <a:extLst xmlns:a="http://schemas.openxmlformats.org/drawingml/2006/main">
              <a:ext uri="{FF2B5EF4-FFF2-40B4-BE49-F238E27FC236}">
                <a16:creationId xmlns:a16="http://schemas.microsoft.com/office/drawing/2014/main" id="{619D0A34-965A-44C5-8CDD-A4F72FD1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1A6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5" name="data_1804">
            <a:extLst xmlns:a="http://schemas.openxmlformats.org/drawingml/2006/main">
              <a:ext uri="{FF2B5EF4-FFF2-40B4-BE49-F238E27FC236}">
                <a16:creationId xmlns:a16="http://schemas.microsoft.com/office/drawing/2014/main" id="{0C684DC0-D3B6-4456-B922-06768AC8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6187" y="678702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1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6" name="data_1805">
            <a:extLst xmlns:a="http://schemas.openxmlformats.org/drawingml/2006/main">
              <a:ext uri="{FF2B5EF4-FFF2-40B4-BE49-F238E27FC236}">
                <a16:creationId xmlns:a16="http://schemas.microsoft.com/office/drawing/2014/main" id="{2208513F-1526-4FE3-A420-A7D87000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3781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7" name="data_1806">
            <a:extLst xmlns:a="http://schemas.openxmlformats.org/drawingml/2006/main">
              <a:ext uri="{FF2B5EF4-FFF2-40B4-BE49-F238E27FC236}">
                <a16:creationId xmlns:a16="http://schemas.microsoft.com/office/drawing/2014/main" id="{C1BBFD99-1464-45A4-AC64-BBACD1B0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5E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8" name="data_1807">
            <a:extLst xmlns:a="http://schemas.openxmlformats.org/drawingml/2006/main">
              <a:ext uri="{FF2B5EF4-FFF2-40B4-BE49-F238E27FC236}">
                <a16:creationId xmlns:a16="http://schemas.microsoft.com/office/drawing/2014/main" id="{0B95420E-9BE2-4423-930E-A0C2771CE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09" name="data_1808">
            <a:extLst xmlns:a="http://schemas.openxmlformats.org/drawingml/2006/main">
              <a:ext uri="{FF2B5EF4-FFF2-40B4-BE49-F238E27FC236}">
                <a16:creationId xmlns:a16="http://schemas.microsoft.com/office/drawing/2014/main" id="{ECBB7155-30A2-4987-A180-0C9C089C7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92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0" name="data_1809">
            <a:extLst xmlns:a="http://schemas.openxmlformats.org/drawingml/2006/main">
              <a:ext uri="{FF2B5EF4-FFF2-40B4-BE49-F238E27FC236}">
                <a16:creationId xmlns:a16="http://schemas.microsoft.com/office/drawing/2014/main" id="{5A0A187A-9766-494A-9B06-1529AD3DF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8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1" name="data_1810">
            <a:extLst xmlns:a="http://schemas.openxmlformats.org/drawingml/2006/main">
              <a:ext uri="{FF2B5EF4-FFF2-40B4-BE49-F238E27FC236}">
                <a16:creationId xmlns:a16="http://schemas.microsoft.com/office/drawing/2014/main" id="{17CDBB3C-1C50-4517-AE3B-6393C8F60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4D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2" name="data_1811">
            <a:extLst xmlns:a="http://schemas.openxmlformats.org/drawingml/2006/main">
              <a:ext uri="{FF2B5EF4-FFF2-40B4-BE49-F238E27FC236}">
                <a16:creationId xmlns:a16="http://schemas.microsoft.com/office/drawing/2014/main" id="{A857D264-577A-4AD1-93C1-329E31829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4C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3" name="data_1812">
            <a:extLst xmlns:a="http://schemas.openxmlformats.org/drawingml/2006/main">
              <a:ext uri="{FF2B5EF4-FFF2-40B4-BE49-F238E27FC236}">
                <a16:creationId xmlns:a16="http://schemas.microsoft.com/office/drawing/2014/main" id="{96DD1644-8A05-4569-83B9-23BDD641F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7883" y="496457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82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4" name="data_1813">
            <a:extLst xmlns:a="http://schemas.openxmlformats.org/drawingml/2006/main">
              <a:ext uri="{FF2B5EF4-FFF2-40B4-BE49-F238E27FC236}">
                <a16:creationId xmlns:a16="http://schemas.microsoft.com/office/drawing/2014/main" id="{0F5AF7D6-EBA9-465A-AA62-00494750A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19020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72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5" name="data_1814">
            <a:extLst xmlns:a="http://schemas.openxmlformats.org/drawingml/2006/main">
              <a:ext uri="{FF2B5EF4-FFF2-40B4-BE49-F238E27FC236}">
                <a16:creationId xmlns:a16="http://schemas.microsoft.com/office/drawing/2014/main" id="{2ECA0DB3-A870-448B-B530-A8AD499E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7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6" name="data_1815">
            <a:extLst xmlns:a="http://schemas.openxmlformats.org/drawingml/2006/main">
              <a:ext uri="{FF2B5EF4-FFF2-40B4-BE49-F238E27FC236}">
                <a16:creationId xmlns:a16="http://schemas.microsoft.com/office/drawing/2014/main" id="{829E0F94-F766-46AE-BD5F-A0D92DCE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7" name="data_1816">
            <a:extLst xmlns:a="http://schemas.openxmlformats.org/drawingml/2006/main">
              <a:ext uri="{FF2B5EF4-FFF2-40B4-BE49-F238E27FC236}">
                <a16:creationId xmlns:a16="http://schemas.microsoft.com/office/drawing/2014/main" id="{B3E7C30F-CCBE-4225-B21E-EA9FFBA6D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23446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8" name="data_1817">
            <a:extLst xmlns:a="http://schemas.openxmlformats.org/drawingml/2006/main">
              <a:ext uri="{FF2B5EF4-FFF2-40B4-BE49-F238E27FC236}">
                <a16:creationId xmlns:a16="http://schemas.microsoft.com/office/drawing/2014/main" id="{12C5224A-EDBF-4B23-B67D-54BC161E7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19" name="data_1818">
            <a:extLst xmlns:a="http://schemas.openxmlformats.org/drawingml/2006/main">
              <a:ext uri="{FF2B5EF4-FFF2-40B4-BE49-F238E27FC236}">
                <a16:creationId xmlns:a16="http://schemas.microsoft.com/office/drawing/2014/main" id="{6CD67C58-4191-4C28-AD82-5E9F51C88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A685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0" name="data_1819">
            <a:extLst xmlns:a="http://schemas.openxmlformats.org/drawingml/2006/main">
              <a:ext uri="{FF2B5EF4-FFF2-40B4-BE49-F238E27FC236}">
                <a16:creationId xmlns:a16="http://schemas.microsoft.com/office/drawing/2014/main" id="{88244140-1DF3-4FCF-B3E4-2F8CE803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9543" y="661779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1" name="data_1820">
            <a:extLst xmlns:a="http://schemas.openxmlformats.org/drawingml/2006/main">
              <a:ext uri="{FF2B5EF4-FFF2-40B4-BE49-F238E27FC236}">
                <a16:creationId xmlns:a16="http://schemas.microsoft.com/office/drawing/2014/main" id="{890F089C-E497-4A5B-92A4-6869F0248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1A6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2" name="data_1821">
            <a:extLst xmlns:a="http://schemas.openxmlformats.org/drawingml/2006/main">
              <a:ext uri="{FF2B5EF4-FFF2-40B4-BE49-F238E27FC236}">
                <a16:creationId xmlns:a16="http://schemas.microsoft.com/office/drawing/2014/main" id="{3F178261-9966-4F4E-9493-1693DD17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6314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085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3" name="data_1822">
            <a:extLst xmlns:a="http://schemas.openxmlformats.org/drawingml/2006/main">
              <a:ext uri="{FF2B5EF4-FFF2-40B4-BE49-F238E27FC236}">
                <a16:creationId xmlns:a16="http://schemas.microsoft.com/office/drawing/2014/main" id="{9CA37B88-53A1-4367-B220-4DD29919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3689" y="532877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4" name="data_1823">
            <a:extLst xmlns:a="http://schemas.openxmlformats.org/drawingml/2006/main">
              <a:ext uri="{FF2B5EF4-FFF2-40B4-BE49-F238E27FC236}">
                <a16:creationId xmlns:a16="http://schemas.microsoft.com/office/drawing/2014/main" id="{DA6D1853-B703-4F87-A146-24693832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7157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3983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5" name="data_1824">
            <a:extLst xmlns:a="http://schemas.openxmlformats.org/drawingml/2006/main">
              <a:ext uri="{FF2B5EF4-FFF2-40B4-BE49-F238E27FC236}">
                <a16:creationId xmlns:a16="http://schemas.microsoft.com/office/drawing/2014/main" id="{81810210-2430-4ED6-84CF-A25308CCF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1467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6" name="data_1825">
            <a:extLst xmlns:a="http://schemas.openxmlformats.org/drawingml/2006/main">
              <a:ext uri="{FF2B5EF4-FFF2-40B4-BE49-F238E27FC236}">
                <a16:creationId xmlns:a16="http://schemas.microsoft.com/office/drawing/2014/main" id="{F70E6496-7E71-447E-8345-081EA9065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41061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7F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7" name="data_1826">
            <a:extLst xmlns:a="http://schemas.openxmlformats.org/drawingml/2006/main">
              <a:ext uri="{FF2B5EF4-FFF2-40B4-BE49-F238E27FC236}">
                <a16:creationId xmlns:a16="http://schemas.microsoft.com/office/drawing/2014/main" id="{E1584299-7906-4CA9-924A-D469046E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1066" y="555112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8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8" name="data_1827">
            <a:extLst xmlns:a="http://schemas.openxmlformats.org/drawingml/2006/main">
              <a:ext uri="{FF2B5EF4-FFF2-40B4-BE49-F238E27FC236}">
                <a16:creationId xmlns:a16="http://schemas.microsoft.com/office/drawing/2014/main" id="{BF372C1A-C347-4B24-9073-79D955456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73089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29" name="data_1828">
            <a:extLst xmlns:a="http://schemas.openxmlformats.org/drawingml/2006/main">
              <a:ext uri="{FF2B5EF4-FFF2-40B4-BE49-F238E27FC236}">
                <a16:creationId xmlns:a16="http://schemas.microsoft.com/office/drawing/2014/main" id="{E22AF74E-5F18-46F9-B708-30896493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669" y="578314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8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0" name="data_1829">
            <a:extLst xmlns:a="http://schemas.openxmlformats.org/drawingml/2006/main">
              <a:ext uri="{FF2B5EF4-FFF2-40B4-BE49-F238E27FC236}">
                <a16:creationId xmlns:a16="http://schemas.microsoft.com/office/drawing/2014/main" id="{B2A3B6FB-7048-4CF6-A170-AE8FD518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26527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1" name="data_1830">
            <a:extLst xmlns:a="http://schemas.openxmlformats.org/drawingml/2006/main">
              <a:ext uri="{FF2B5EF4-FFF2-40B4-BE49-F238E27FC236}">
                <a16:creationId xmlns:a16="http://schemas.microsoft.com/office/drawing/2014/main" id="{4713D4CF-AF7B-47CD-9C87-C443AEC7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2" name="data_1831">
            <a:extLst xmlns:a="http://schemas.openxmlformats.org/drawingml/2006/main">
              <a:ext uri="{FF2B5EF4-FFF2-40B4-BE49-F238E27FC236}">
                <a16:creationId xmlns:a16="http://schemas.microsoft.com/office/drawing/2014/main" id="{6EB6700D-EEDA-48D6-843E-0A24C059C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1374" y="744682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C36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3" name="data_1832">
            <a:extLst xmlns:a="http://schemas.openxmlformats.org/drawingml/2006/main">
              <a:ext uri="{FF2B5EF4-FFF2-40B4-BE49-F238E27FC236}">
                <a16:creationId xmlns:a16="http://schemas.microsoft.com/office/drawing/2014/main" id="{185DEDC3-F09B-410A-AD2E-0CF50FE1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669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47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4" name="data_1833">
            <a:extLst xmlns:a="http://schemas.openxmlformats.org/drawingml/2006/main">
              <a:ext uri="{FF2B5EF4-FFF2-40B4-BE49-F238E27FC236}">
                <a16:creationId xmlns:a16="http://schemas.microsoft.com/office/drawing/2014/main" id="{6F1D599A-6216-47ED-9B10-6AE77A6A4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5087" y="55351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5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5" name="data_1834">
            <a:extLst xmlns:a="http://schemas.openxmlformats.org/drawingml/2006/main">
              <a:ext uri="{FF2B5EF4-FFF2-40B4-BE49-F238E27FC236}">
                <a16:creationId xmlns:a16="http://schemas.microsoft.com/office/drawing/2014/main" id="{7B5A31D2-FC0A-4818-8EE1-E0F699E6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7C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6" name="data_1835">
            <a:extLst xmlns:a="http://schemas.openxmlformats.org/drawingml/2006/main">
              <a:ext uri="{FF2B5EF4-FFF2-40B4-BE49-F238E27FC236}">
                <a16:creationId xmlns:a16="http://schemas.microsoft.com/office/drawing/2014/main" id="{329F1BD2-CA22-4A02-B1B5-7CFAC6632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50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7" name="data_1836">
            <a:extLst xmlns:a="http://schemas.openxmlformats.org/drawingml/2006/main">
              <a:ext uri="{FF2B5EF4-FFF2-40B4-BE49-F238E27FC236}">
                <a16:creationId xmlns:a16="http://schemas.microsoft.com/office/drawing/2014/main" id="{52402846-8BD1-4F0F-8742-84AB0DA37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7855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2C7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8" name="data_1837">
            <a:extLst xmlns:a="http://schemas.openxmlformats.org/drawingml/2006/main">
              <a:ext uri="{FF2B5EF4-FFF2-40B4-BE49-F238E27FC236}">
                <a16:creationId xmlns:a16="http://schemas.microsoft.com/office/drawing/2014/main" id="{9A971858-F7A3-419E-A106-E219A845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6485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8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39" name="data_1838">
            <a:extLst xmlns:a="http://schemas.openxmlformats.org/drawingml/2006/main">
              <a:ext uri="{FF2B5EF4-FFF2-40B4-BE49-F238E27FC236}">
                <a16:creationId xmlns:a16="http://schemas.microsoft.com/office/drawing/2014/main" id="{FECD002E-2ADB-4919-B03B-F4018E5B6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17277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8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0" name="data_1839">
            <a:extLst xmlns:a="http://schemas.openxmlformats.org/drawingml/2006/main">
              <a:ext uri="{FF2B5EF4-FFF2-40B4-BE49-F238E27FC236}">
                <a16:creationId xmlns:a16="http://schemas.microsoft.com/office/drawing/2014/main" id="{8510165D-CFD4-4930-B2ED-E3DABA88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5517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63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1" name="data_1840">
            <a:extLst xmlns:a="http://schemas.openxmlformats.org/drawingml/2006/main">
              <a:ext uri="{FF2B5EF4-FFF2-40B4-BE49-F238E27FC236}">
                <a16:creationId xmlns:a16="http://schemas.microsoft.com/office/drawing/2014/main" id="{D72B4A2F-7D09-46A1-851F-DAE65FFE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5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2" name="data_1841">
            <a:extLst xmlns:a="http://schemas.openxmlformats.org/drawingml/2006/main">
              <a:ext uri="{FF2B5EF4-FFF2-40B4-BE49-F238E27FC236}">
                <a16:creationId xmlns:a16="http://schemas.microsoft.com/office/drawing/2014/main" id="{320388C2-BF15-4B2E-B38C-9084C7D7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7929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8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3" name="data_1842">
            <a:extLst xmlns:a="http://schemas.openxmlformats.org/drawingml/2006/main">
              <a:ext uri="{FF2B5EF4-FFF2-40B4-BE49-F238E27FC236}">
                <a16:creationId xmlns:a16="http://schemas.microsoft.com/office/drawing/2014/main" id="{D135D0AC-6D29-4377-8D72-F6B96E4F7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82992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50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4" name="data_1843">
            <a:extLst xmlns:a="http://schemas.openxmlformats.org/drawingml/2006/main">
              <a:ext uri="{FF2B5EF4-FFF2-40B4-BE49-F238E27FC236}">
                <a16:creationId xmlns:a16="http://schemas.microsoft.com/office/drawing/2014/main" id="{397B5EC2-76FA-4619-8FAD-1B4DD299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C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5" name="data_1844">
            <a:extLst xmlns:a="http://schemas.openxmlformats.org/drawingml/2006/main">
              <a:ext uri="{FF2B5EF4-FFF2-40B4-BE49-F238E27FC236}">
                <a16:creationId xmlns:a16="http://schemas.microsoft.com/office/drawing/2014/main" id="{A28A1EEF-4C8A-4BE7-B2C5-04DBBD8E9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4243" y="474606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8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6" name="data_1845">
            <a:extLst xmlns:a="http://schemas.openxmlformats.org/drawingml/2006/main">
              <a:ext uri="{FF2B5EF4-FFF2-40B4-BE49-F238E27FC236}">
                <a16:creationId xmlns:a16="http://schemas.microsoft.com/office/drawing/2014/main" id="{548EF9FB-55B6-4B7A-ACCD-52F3F654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54275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4A8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7" name="data_1846">
            <a:extLst xmlns:a="http://schemas.openxmlformats.org/drawingml/2006/main">
              <a:ext uri="{FF2B5EF4-FFF2-40B4-BE49-F238E27FC236}">
                <a16:creationId xmlns:a16="http://schemas.microsoft.com/office/drawing/2014/main" id="{781D037E-E667-45FC-B027-6D96C5B3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9262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B07F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8" name="data_1847">
            <a:extLst xmlns:a="http://schemas.openxmlformats.org/drawingml/2006/main">
              <a:ext uri="{FF2B5EF4-FFF2-40B4-BE49-F238E27FC236}">
                <a16:creationId xmlns:a16="http://schemas.microsoft.com/office/drawing/2014/main" id="{07042E96-A8FB-4CB2-9CED-1FDC51B8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3646" y="719483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4487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49" name="data_1848">
            <a:extLst xmlns:a="http://schemas.openxmlformats.org/drawingml/2006/main">
              <a:ext uri="{FF2B5EF4-FFF2-40B4-BE49-F238E27FC236}">
                <a16:creationId xmlns:a16="http://schemas.microsoft.com/office/drawing/2014/main" id="{024A689C-B0FE-43E3-8DEC-0E7802708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419" y="5866969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0A5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0" name="data_1849">
            <a:extLst xmlns:a="http://schemas.openxmlformats.org/drawingml/2006/main">
              <a:ext uri="{FF2B5EF4-FFF2-40B4-BE49-F238E27FC236}">
                <a16:creationId xmlns:a16="http://schemas.microsoft.com/office/drawing/2014/main" id="{5269A861-1AA7-4088-A07B-0BA3A893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287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1" name="data_1850">
            <a:extLst xmlns:a="http://schemas.openxmlformats.org/drawingml/2006/main">
              <a:ext uri="{FF2B5EF4-FFF2-40B4-BE49-F238E27FC236}">
                <a16:creationId xmlns:a16="http://schemas.microsoft.com/office/drawing/2014/main" id="{F1184FB6-1844-407A-9B91-8480B0ECE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6485" y="654275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A1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2" name="data_1851">
            <a:extLst xmlns:a="http://schemas.openxmlformats.org/drawingml/2006/main">
              <a:ext uri="{FF2B5EF4-FFF2-40B4-BE49-F238E27FC236}">
                <a16:creationId xmlns:a16="http://schemas.microsoft.com/office/drawing/2014/main" id="{AF5C19E1-54B9-4728-BD39-1964CAE12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8C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3" name="data_1852">
            <a:extLst xmlns:a="http://schemas.openxmlformats.org/drawingml/2006/main">
              <a:ext uri="{FF2B5EF4-FFF2-40B4-BE49-F238E27FC236}">
                <a16:creationId xmlns:a16="http://schemas.microsoft.com/office/drawing/2014/main" id="{0AE6DFEE-B1D8-4AFF-B3AC-D9E3E791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98349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8F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4" name="data_1853">
            <a:extLst xmlns:a="http://schemas.openxmlformats.org/drawingml/2006/main">
              <a:ext uri="{FF2B5EF4-FFF2-40B4-BE49-F238E27FC236}">
                <a16:creationId xmlns:a16="http://schemas.microsoft.com/office/drawing/2014/main" id="{9749F500-7F0C-4D21-8C75-214FC01F1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58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5" name="data_1854">
            <a:extLst xmlns:a="http://schemas.openxmlformats.org/drawingml/2006/main">
              <a:ext uri="{FF2B5EF4-FFF2-40B4-BE49-F238E27FC236}">
                <a16:creationId xmlns:a16="http://schemas.microsoft.com/office/drawing/2014/main" id="{E84730A2-7520-4625-AFB6-7D950042D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7855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5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6" name="data_1855">
            <a:extLst xmlns:a="http://schemas.openxmlformats.org/drawingml/2006/main">
              <a:ext uri="{FF2B5EF4-FFF2-40B4-BE49-F238E27FC236}">
                <a16:creationId xmlns:a16="http://schemas.microsoft.com/office/drawing/2014/main" id="{E2722524-8B31-477A-948C-677B1B56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6410" y="543282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7" name="data_1856">
            <a:extLst xmlns:a="http://schemas.openxmlformats.org/drawingml/2006/main">
              <a:ext uri="{FF2B5EF4-FFF2-40B4-BE49-F238E27FC236}">
                <a16:creationId xmlns:a16="http://schemas.microsoft.com/office/drawing/2014/main" id="{73F3B7B2-960B-43BA-BFDB-379F8FAE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8" name="data_1857">
            <a:extLst xmlns:a="http://schemas.openxmlformats.org/drawingml/2006/main">
              <a:ext uri="{FF2B5EF4-FFF2-40B4-BE49-F238E27FC236}">
                <a16:creationId xmlns:a16="http://schemas.microsoft.com/office/drawing/2014/main" id="{3FB64BA2-C040-440C-9B07-589291738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8B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59" name="data_1858">
            <a:extLst xmlns:a="http://schemas.openxmlformats.org/drawingml/2006/main">
              <a:ext uri="{FF2B5EF4-FFF2-40B4-BE49-F238E27FC236}">
                <a16:creationId xmlns:a16="http://schemas.microsoft.com/office/drawing/2014/main" id="{80AC6D5F-F378-437C-BF9F-0FD856EE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925" y="663201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0" name="data_1859">
            <a:extLst xmlns:a="http://schemas.openxmlformats.org/drawingml/2006/main">
              <a:ext uri="{FF2B5EF4-FFF2-40B4-BE49-F238E27FC236}">
                <a16:creationId xmlns:a16="http://schemas.microsoft.com/office/drawing/2014/main" id="{E63D0A39-AD02-4193-B5CB-2BECD7B1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0893" y="589529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1" name="data_1860">
            <a:extLst xmlns:a="http://schemas.openxmlformats.org/drawingml/2006/main">
              <a:ext uri="{FF2B5EF4-FFF2-40B4-BE49-F238E27FC236}">
                <a16:creationId xmlns:a16="http://schemas.microsoft.com/office/drawing/2014/main" id="{2A1F8BD9-8897-4B67-A9C3-746A0571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61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2" name="data_1861">
            <a:extLst xmlns:a="http://schemas.openxmlformats.org/drawingml/2006/main">
              <a:ext uri="{FF2B5EF4-FFF2-40B4-BE49-F238E27FC236}">
                <a16:creationId xmlns:a16="http://schemas.microsoft.com/office/drawing/2014/main" id="{E20C82A1-ABAD-424B-BE51-B1E33196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29200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884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3" name="data_1862">
            <a:extLst xmlns:a="http://schemas.openxmlformats.org/drawingml/2006/main">
              <a:ext uri="{FF2B5EF4-FFF2-40B4-BE49-F238E27FC236}">
                <a16:creationId xmlns:a16="http://schemas.microsoft.com/office/drawing/2014/main" id="{1B732869-0347-4E7E-A30C-5A04C1E0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3510" y="474804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AC82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4" name="data_1863">
            <a:extLst xmlns:a="http://schemas.openxmlformats.org/drawingml/2006/main">
              <a:ext uri="{FF2B5EF4-FFF2-40B4-BE49-F238E27FC236}">
                <a16:creationId xmlns:a16="http://schemas.microsoft.com/office/drawing/2014/main" id="{BC031307-6F08-4287-B779-0816BA020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A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5" name="data_1864">
            <a:extLst xmlns:a="http://schemas.openxmlformats.org/drawingml/2006/main">
              <a:ext uri="{FF2B5EF4-FFF2-40B4-BE49-F238E27FC236}">
                <a16:creationId xmlns:a16="http://schemas.microsoft.com/office/drawing/2014/main" id="{852BE28A-5C89-4C11-A06E-D82043FE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7060" y="654275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61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6" name="data_1865">
            <a:extLst xmlns:a="http://schemas.openxmlformats.org/drawingml/2006/main">
              <a:ext uri="{FF2B5EF4-FFF2-40B4-BE49-F238E27FC236}">
                <a16:creationId xmlns:a16="http://schemas.microsoft.com/office/drawing/2014/main" id="{1083D517-4FB1-4A48-A681-27E9A03C3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5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7" name="data_1866">
            <a:extLst xmlns:a="http://schemas.openxmlformats.org/drawingml/2006/main">
              <a:ext uri="{FF2B5EF4-FFF2-40B4-BE49-F238E27FC236}">
                <a16:creationId xmlns:a16="http://schemas.microsoft.com/office/drawing/2014/main" id="{DF6A133D-F63F-4959-BAD1-7FD6EBAAE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525" y="484318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8E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8" name="data_1867">
            <a:extLst xmlns:a="http://schemas.openxmlformats.org/drawingml/2006/main">
              <a:ext uri="{FF2B5EF4-FFF2-40B4-BE49-F238E27FC236}">
                <a16:creationId xmlns:a16="http://schemas.microsoft.com/office/drawing/2014/main" id="{FD8C8AC7-28D8-46C6-AD52-D86F01E23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2F7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69" name="data_1868">
            <a:extLst xmlns:a="http://schemas.openxmlformats.org/drawingml/2006/main">
              <a:ext uri="{FF2B5EF4-FFF2-40B4-BE49-F238E27FC236}">
                <a16:creationId xmlns:a16="http://schemas.microsoft.com/office/drawing/2014/main" id="{219FCCBF-4DAF-4535-8758-9FB03D88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0893" y="670461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3781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0" name="data_1869">
            <a:extLst xmlns:a="http://schemas.openxmlformats.org/drawingml/2006/main">
              <a:ext uri="{FF2B5EF4-FFF2-40B4-BE49-F238E27FC236}">
                <a16:creationId xmlns:a16="http://schemas.microsoft.com/office/drawing/2014/main" id="{0691621D-9504-4B70-8AE3-7C2A1294B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7D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1" name="data_1870">
            <a:extLst xmlns:a="http://schemas.openxmlformats.org/drawingml/2006/main">
              <a:ext uri="{FF2B5EF4-FFF2-40B4-BE49-F238E27FC236}">
                <a16:creationId xmlns:a16="http://schemas.microsoft.com/office/drawing/2014/main" id="{C3F55999-BB68-4516-B551-A1E00A92C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0465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7A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2" name="data_1871">
            <a:extLst xmlns:a="http://schemas.openxmlformats.org/drawingml/2006/main">
              <a:ext uri="{FF2B5EF4-FFF2-40B4-BE49-F238E27FC236}">
                <a16:creationId xmlns:a16="http://schemas.microsoft.com/office/drawing/2014/main" id="{D42C6732-EA7E-40A9-AACD-29916B5EE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09771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58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3" name="data_1872">
            <a:extLst xmlns:a="http://schemas.openxmlformats.org/drawingml/2006/main">
              <a:ext uri="{FF2B5EF4-FFF2-40B4-BE49-F238E27FC236}">
                <a16:creationId xmlns:a16="http://schemas.microsoft.com/office/drawing/2014/main" id="{8196F5B3-B59E-4AC1-A356-C1902788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4674" y="611962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4" name="data_1873">
            <a:extLst xmlns:a="http://schemas.openxmlformats.org/drawingml/2006/main">
              <a:ext uri="{FF2B5EF4-FFF2-40B4-BE49-F238E27FC236}">
                <a16:creationId xmlns:a16="http://schemas.microsoft.com/office/drawing/2014/main" id="{F15A34E1-43BF-4530-A448-D35A037C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669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7C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5" name="data_1874">
            <a:extLst xmlns:a="http://schemas.openxmlformats.org/drawingml/2006/main">
              <a:ext uri="{FF2B5EF4-FFF2-40B4-BE49-F238E27FC236}">
                <a16:creationId xmlns:a16="http://schemas.microsoft.com/office/drawing/2014/main" id="{DA9D9AF3-25D1-40C6-8010-7C4952AC1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6" name="data_1875">
            <a:extLst xmlns:a="http://schemas.openxmlformats.org/drawingml/2006/main">
              <a:ext uri="{FF2B5EF4-FFF2-40B4-BE49-F238E27FC236}">
                <a16:creationId xmlns:a16="http://schemas.microsoft.com/office/drawing/2014/main" id="{55A19E17-4E78-41C0-97E1-C24C4EE0F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498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7" name="data_1876">
            <a:extLst xmlns:a="http://schemas.openxmlformats.org/drawingml/2006/main">
              <a:ext uri="{FF2B5EF4-FFF2-40B4-BE49-F238E27FC236}">
                <a16:creationId xmlns:a16="http://schemas.microsoft.com/office/drawing/2014/main" id="{61D5AE2E-68DF-4736-9C4C-D80757EEC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8" name="data_1877">
            <a:extLst xmlns:a="http://schemas.openxmlformats.org/drawingml/2006/main">
              <a:ext uri="{FF2B5EF4-FFF2-40B4-BE49-F238E27FC236}">
                <a16:creationId xmlns:a16="http://schemas.microsoft.com/office/drawing/2014/main" id="{C9289A0B-FFFB-4E92-B8DE-ABDBECF7E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768" y="530654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AE80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79" name="data_1878">
            <a:extLst xmlns:a="http://schemas.openxmlformats.org/drawingml/2006/main">
              <a:ext uri="{FF2B5EF4-FFF2-40B4-BE49-F238E27FC236}">
                <a16:creationId xmlns:a16="http://schemas.microsoft.com/office/drawing/2014/main" id="{447ECA06-8EAE-461E-B3AE-6ECC75CF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55351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8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0" name="data_1879">
            <a:extLst xmlns:a="http://schemas.openxmlformats.org/drawingml/2006/main">
              <a:ext uri="{FF2B5EF4-FFF2-40B4-BE49-F238E27FC236}">
                <a16:creationId xmlns:a16="http://schemas.microsoft.com/office/drawing/2014/main" id="{FA0F0482-6563-4204-B888-CCEC77E30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9870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B67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1" name="data_1880">
            <a:extLst xmlns:a="http://schemas.openxmlformats.org/drawingml/2006/main">
              <a:ext uri="{FF2B5EF4-FFF2-40B4-BE49-F238E27FC236}">
                <a16:creationId xmlns:a16="http://schemas.microsoft.com/office/drawing/2014/main" id="{3EED33FD-2F06-41A7-92EA-96D19AC1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44" y="664329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2" name="data_1881">
            <a:extLst xmlns:a="http://schemas.openxmlformats.org/drawingml/2006/main">
              <a:ext uri="{FF2B5EF4-FFF2-40B4-BE49-F238E27FC236}">
                <a16:creationId xmlns:a16="http://schemas.microsoft.com/office/drawing/2014/main" id="{E2F7D143-4ECD-449E-8A23-5855EF08F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474449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59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3" name="data_1882">
            <a:extLst xmlns:a="http://schemas.openxmlformats.org/drawingml/2006/main">
              <a:ext uri="{FF2B5EF4-FFF2-40B4-BE49-F238E27FC236}">
                <a16:creationId xmlns:a16="http://schemas.microsoft.com/office/drawing/2014/main" id="{9054A170-D9A0-446F-A2F8-FD0F7AF2D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327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4" name="data_1883">
            <a:extLst xmlns:a="http://schemas.openxmlformats.org/drawingml/2006/main">
              <a:ext uri="{FF2B5EF4-FFF2-40B4-BE49-F238E27FC236}">
                <a16:creationId xmlns:a16="http://schemas.microsoft.com/office/drawing/2014/main" id="{566F59BC-C4E4-418F-BE21-B34EC3ED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3689" y="532877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085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5" name="data_1884">
            <a:extLst xmlns:a="http://schemas.openxmlformats.org/drawingml/2006/main">
              <a:ext uri="{FF2B5EF4-FFF2-40B4-BE49-F238E27FC236}">
                <a16:creationId xmlns:a16="http://schemas.microsoft.com/office/drawing/2014/main" id="{E14D791C-643F-4CCF-B63D-267AF6EF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E8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6" name="data_1885">
            <a:extLst xmlns:a="http://schemas.openxmlformats.org/drawingml/2006/main">
              <a:ext uri="{FF2B5EF4-FFF2-40B4-BE49-F238E27FC236}">
                <a16:creationId xmlns:a16="http://schemas.microsoft.com/office/drawing/2014/main" id="{16A0A4C8-D121-4847-B45B-E4E865D33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47973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7" name="data_1886">
            <a:extLst xmlns:a="http://schemas.openxmlformats.org/drawingml/2006/main">
              <a:ext uri="{FF2B5EF4-FFF2-40B4-BE49-F238E27FC236}">
                <a16:creationId xmlns:a16="http://schemas.microsoft.com/office/drawing/2014/main" id="{D4CC64E1-0679-4089-81ED-3F7D84952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534" y="508597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AC82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8" name="data_1887">
            <a:extLst xmlns:a="http://schemas.openxmlformats.org/drawingml/2006/main">
              <a:ext uri="{FF2B5EF4-FFF2-40B4-BE49-F238E27FC236}">
                <a16:creationId xmlns:a16="http://schemas.microsoft.com/office/drawing/2014/main" id="{745F919D-F12B-4639-AA87-5FD3A49B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7F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89" name="data_1888">
            <a:extLst xmlns:a="http://schemas.openxmlformats.org/drawingml/2006/main">
              <a:ext uri="{FF2B5EF4-FFF2-40B4-BE49-F238E27FC236}">
                <a16:creationId xmlns:a16="http://schemas.microsoft.com/office/drawing/2014/main" id="{8D01D274-4A11-4CC2-9EDC-D416351AF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6F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0" name="data_1889">
            <a:extLst xmlns:a="http://schemas.openxmlformats.org/drawingml/2006/main">
              <a:ext uri="{FF2B5EF4-FFF2-40B4-BE49-F238E27FC236}">
                <a16:creationId xmlns:a16="http://schemas.microsoft.com/office/drawing/2014/main" id="{76B68AAB-E51B-44D9-96BD-EBB71761F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097" y="636277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498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1" name="data_1890">
            <a:extLst xmlns:a="http://schemas.openxmlformats.org/drawingml/2006/main">
              <a:ext uri="{FF2B5EF4-FFF2-40B4-BE49-F238E27FC236}">
                <a16:creationId xmlns:a16="http://schemas.microsoft.com/office/drawing/2014/main" id="{5989A736-816D-4D42-9F75-DD09D184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1B6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2" name="data_1891">
            <a:extLst xmlns:a="http://schemas.openxmlformats.org/drawingml/2006/main">
              <a:ext uri="{FF2B5EF4-FFF2-40B4-BE49-F238E27FC236}">
                <a16:creationId xmlns:a16="http://schemas.microsoft.com/office/drawing/2014/main" id="{6CC51B16-D658-4E4A-AF13-6C238E770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58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3" name="data_1892">
            <a:extLst xmlns:a="http://schemas.openxmlformats.org/drawingml/2006/main">
              <a:ext uri="{FF2B5EF4-FFF2-40B4-BE49-F238E27FC236}">
                <a16:creationId xmlns:a16="http://schemas.microsoft.com/office/drawing/2014/main" id="{8E415FB4-4F98-4AE2-9A72-93E7B504D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7E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4" name="data_1893">
            <a:extLst xmlns:a="http://schemas.openxmlformats.org/drawingml/2006/main">
              <a:ext uri="{FF2B5EF4-FFF2-40B4-BE49-F238E27FC236}">
                <a16:creationId xmlns:a16="http://schemas.microsoft.com/office/drawing/2014/main" id="{1C0ED83F-8E29-472A-B9D1-D77417D7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A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5" name="data_1894">
            <a:extLst xmlns:a="http://schemas.openxmlformats.org/drawingml/2006/main">
              <a:ext uri="{FF2B5EF4-FFF2-40B4-BE49-F238E27FC236}">
                <a16:creationId xmlns:a16="http://schemas.microsoft.com/office/drawing/2014/main" id="{FEC50D3D-BA19-482E-B5BF-4E18217B3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89170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8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6" name="data_1895">
            <a:extLst xmlns:a="http://schemas.openxmlformats.org/drawingml/2006/main">
              <a:ext uri="{FF2B5EF4-FFF2-40B4-BE49-F238E27FC236}">
                <a16:creationId xmlns:a16="http://schemas.microsoft.com/office/drawing/2014/main" id="{8B6C7402-7071-4415-B84F-4804CE82D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75068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8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7" name="data_1896">
            <a:extLst xmlns:a="http://schemas.openxmlformats.org/drawingml/2006/main">
              <a:ext uri="{FF2B5EF4-FFF2-40B4-BE49-F238E27FC236}">
                <a16:creationId xmlns:a16="http://schemas.microsoft.com/office/drawing/2014/main" id="{C1D673A0-15B1-4D51-BBEF-B59732FD8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0049" y="692212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2E7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8" name="data_1897">
            <a:extLst xmlns:a="http://schemas.openxmlformats.org/drawingml/2006/main">
              <a:ext uri="{FF2B5EF4-FFF2-40B4-BE49-F238E27FC236}">
                <a16:creationId xmlns:a16="http://schemas.microsoft.com/office/drawing/2014/main" id="{82257C1E-3FA5-4060-B443-B66E4559A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899" name="data_1898">
            <a:extLst xmlns:a="http://schemas.openxmlformats.org/drawingml/2006/main">
              <a:ext uri="{FF2B5EF4-FFF2-40B4-BE49-F238E27FC236}">
                <a16:creationId xmlns:a16="http://schemas.microsoft.com/office/drawing/2014/main" id="{27FAE747-C245-4351-8214-CDFBACA30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90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0" name="data_1899">
            <a:extLst xmlns:a="http://schemas.openxmlformats.org/drawingml/2006/main">
              <a:ext uri="{FF2B5EF4-FFF2-40B4-BE49-F238E27FC236}">
                <a16:creationId xmlns:a16="http://schemas.microsoft.com/office/drawing/2014/main" id="{4158E790-E56B-4FEB-A7B3-05CFD0DD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1947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4487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1" name="data_1900">
            <a:extLst xmlns:a="http://schemas.openxmlformats.org/drawingml/2006/main">
              <a:ext uri="{FF2B5EF4-FFF2-40B4-BE49-F238E27FC236}">
                <a16:creationId xmlns:a16="http://schemas.microsoft.com/office/drawing/2014/main" id="{4106E8F5-7DE2-41D1-BBB4-B3964B781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8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2" name="data_1901">
            <a:extLst xmlns:a="http://schemas.openxmlformats.org/drawingml/2006/main">
              <a:ext uri="{FF2B5EF4-FFF2-40B4-BE49-F238E27FC236}">
                <a16:creationId xmlns:a16="http://schemas.microsoft.com/office/drawing/2014/main" id="{622D4EDC-06D6-4ED7-B590-F3013360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45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3" name="data_1902">
            <a:extLst xmlns:a="http://schemas.openxmlformats.org/drawingml/2006/main">
              <a:ext uri="{FF2B5EF4-FFF2-40B4-BE49-F238E27FC236}">
                <a16:creationId xmlns:a16="http://schemas.microsoft.com/office/drawing/2014/main" id="{C1E18D48-F478-4FA8-965A-865AA890F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72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4" name="data_1903">
            <a:extLst xmlns:a="http://schemas.openxmlformats.org/drawingml/2006/main">
              <a:ext uri="{FF2B5EF4-FFF2-40B4-BE49-F238E27FC236}">
                <a16:creationId xmlns:a16="http://schemas.microsoft.com/office/drawing/2014/main" id="{39FC1F71-E92C-4172-9938-A8D181CA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496593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D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5" name="data_1904">
            <a:extLst xmlns:a="http://schemas.openxmlformats.org/drawingml/2006/main">
              <a:ext uri="{FF2B5EF4-FFF2-40B4-BE49-F238E27FC236}">
                <a16:creationId xmlns:a16="http://schemas.microsoft.com/office/drawing/2014/main" id="{0FF34776-158F-43A4-99F5-C7BC9B584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9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6" name="data_1905">
            <a:extLst xmlns:a="http://schemas.openxmlformats.org/drawingml/2006/main">
              <a:ext uri="{FF2B5EF4-FFF2-40B4-BE49-F238E27FC236}">
                <a16:creationId xmlns:a16="http://schemas.microsoft.com/office/drawing/2014/main" id="{3BDFADCE-31D9-48BB-B004-B7C6F098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82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7" name="data_1906">
            <a:extLst xmlns:a="http://schemas.openxmlformats.org/drawingml/2006/main">
              <a:ext uri="{FF2B5EF4-FFF2-40B4-BE49-F238E27FC236}">
                <a16:creationId xmlns:a16="http://schemas.microsoft.com/office/drawing/2014/main" id="{AD8B60D9-44AD-486D-88CF-52C0D4BBB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7392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4D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8" name="data_1907">
            <a:extLst xmlns:a="http://schemas.openxmlformats.org/drawingml/2006/main">
              <a:ext uri="{FF2B5EF4-FFF2-40B4-BE49-F238E27FC236}">
                <a16:creationId xmlns:a16="http://schemas.microsoft.com/office/drawing/2014/main" id="{91209780-995B-4003-8514-8C6D75A4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0465" y="630345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7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09" name="data_1908">
            <a:extLst xmlns:a="http://schemas.openxmlformats.org/drawingml/2006/main">
              <a:ext uri="{FF2B5EF4-FFF2-40B4-BE49-F238E27FC236}">
                <a16:creationId xmlns:a16="http://schemas.microsoft.com/office/drawing/2014/main" id="{BEEC71ED-4552-4D16-AC5B-076E53865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0" name="data_1909">
            <a:extLst xmlns:a="http://schemas.openxmlformats.org/drawingml/2006/main">
              <a:ext uri="{FF2B5EF4-FFF2-40B4-BE49-F238E27FC236}">
                <a16:creationId xmlns:a16="http://schemas.microsoft.com/office/drawing/2014/main" id="{62AC797D-3A8B-462C-B5FE-1279B6E9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1947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4D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1" name="data_1910">
            <a:extLst xmlns:a="http://schemas.openxmlformats.org/drawingml/2006/main">
              <a:ext uri="{FF2B5EF4-FFF2-40B4-BE49-F238E27FC236}">
                <a16:creationId xmlns:a16="http://schemas.microsoft.com/office/drawing/2014/main" id="{E63B0A2C-FE86-4E9C-AD7C-32048C82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6485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5F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2" name="data_1911">
            <a:extLst xmlns:a="http://schemas.openxmlformats.org/drawingml/2006/main">
              <a:ext uri="{FF2B5EF4-FFF2-40B4-BE49-F238E27FC236}">
                <a16:creationId xmlns:a16="http://schemas.microsoft.com/office/drawing/2014/main" id="{87E0EF39-8548-4558-B2F8-55D9DBB5B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825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EC962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3" name="data_1912">
            <a:extLst xmlns:a="http://schemas.openxmlformats.org/drawingml/2006/main">
              <a:ext uri="{FF2B5EF4-FFF2-40B4-BE49-F238E27FC236}">
                <a16:creationId xmlns:a16="http://schemas.microsoft.com/office/drawing/2014/main" id="{D584EFA1-DA3B-4E26-85E4-B54689DD8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29995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AC82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4" name="data_1913">
            <a:extLst xmlns:a="http://schemas.openxmlformats.org/drawingml/2006/main">
              <a:ext uri="{FF2B5EF4-FFF2-40B4-BE49-F238E27FC236}">
                <a16:creationId xmlns:a16="http://schemas.microsoft.com/office/drawing/2014/main" id="{84D081A7-9243-4FF8-9C31-C7CCD62B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6485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62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5" name="data_1914">
            <a:extLst xmlns:a="http://schemas.openxmlformats.org/drawingml/2006/main">
              <a:ext uri="{FF2B5EF4-FFF2-40B4-BE49-F238E27FC236}">
                <a16:creationId xmlns:a16="http://schemas.microsoft.com/office/drawing/2014/main" id="{EBC155A4-E7DE-43AF-978E-2C7648E6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3983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6" name="data_1915">
            <a:extLst xmlns:a="http://schemas.openxmlformats.org/drawingml/2006/main">
              <a:ext uri="{FF2B5EF4-FFF2-40B4-BE49-F238E27FC236}">
                <a16:creationId xmlns:a16="http://schemas.microsoft.com/office/drawing/2014/main" id="{286187B8-60B2-430F-8E57-62513590A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595293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7" name="data_1916">
            <a:extLst xmlns:a="http://schemas.openxmlformats.org/drawingml/2006/main">
              <a:ext uri="{FF2B5EF4-FFF2-40B4-BE49-F238E27FC236}">
                <a16:creationId xmlns:a16="http://schemas.microsoft.com/office/drawing/2014/main" id="{E023BD0D-E601-4749-9C8D-26F94D9D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0E61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8" name="data_1917">
            <a:extLst xmlns:a="http://schemas.openxmlformats.org/drawingml/2006/main">
              <a:ext uri="{FF2B5EF4-FFF2-40B4-BE49-F238E27FC236}">
                <a16:creationId xmlns:a16="http://schemas.microsoft.com/office/drawing/2014/main" id="{B5934F3C-1D65-4D04-9CC9-8D7962B1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6512" y="6607865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90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19" name="data_1918">
            <a:extLst xmlns:a="http://schemas.openxmlformats.org/drawingml/2006/main">
              <a:ext uri="{FF2B5EF4-FFF2-40B4-BE49-F238E27FC236}">
                <a16:creationId xmlns:a16="http://schemas.microsoft.com/office/drawing/2014/main" id="{7873448F-80C4-43AB-A661-21C8EDCB9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30998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9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0" name="data_1919">
            <a:extLst xmlns:a="http://schemas.openxmlformats.org/drawingml/2006/main">
              <a:ext uri="{FF2B5EF4-FFF2-40B4-BE49-F238E27FC236}">
                <a16:creationId xmlns:a16="http://schemas.microsoft.com/office/drawing/2014/main" id="{79E5B1E7-B5C2-44AB-9BA3-3BE4F4BE4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327" y="558624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2475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1" name="data_1920">
            <a:extLst xmlns:a="http://schemas.openxmlformats.org/drawingml/2006/main">
              <a:ext uri="{FF2B5EF4-FFF2-40B4-BE49-F238E27FC236}">
                <a16:creationId xmlns:a16="http://schemas.microsoft.com/office/drawing/2014/main" id="{2EA995B5-1F73-47D6-B867-8013DAF9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419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71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2" name="data_1921">
            <a:extLst xmlns:a="http://schemas.openxmlformats.org/drawingml/2006/main">
              <a:ext uri="{FF2B5EF4-FFF2-40B4-BE49-F238E27FC236}">
                <a16:creationId xmlns:a16="http://schemas.microsoft.com/office/drawing/2014/main" id="{3B8189EE-53D4-47CD-AE47-54C20916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2425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3" name="data_1922">
            <a:extLst xmlns:a="http://schemas.openxmlformats.org/drawingml/2006/main">
              <a:ext uri="{FF2B5EF4-FFF2-40B4-BE49-F238E27FC236}">
                <a16:creationId xmlns:a16="http://schemas.microsoft.com/office/drawing/2014/main" id="{109836B6-B540-4E2E-89AE-53763D68F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53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4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4" name="data_1923">
            <a:extLst xmlns:a="http://schemas.openxmlformats.org/drawingml/2006/main">
              <a:ext uri="{FF2B5EF4-FFF2-40B4-BE49-F238E27FC236}">
                <a16:creationId xmlns:a16="http://schemas.microsoft.com/office/drawing/2014/main" id="{713F17FD-1EB8-424C-B0D7-42194731D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6485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5" name="data_1924">
            <a:extLst xmlns:a="http://schemas.openxmlformats.org/drawingml/2006/main">
              <a:ext uri="{FF2B5EF4-FFF2-40B4-BE49-F238E27FC236}">
                <a16:creationId xmlns:a16="http://schemas.microsoft.com/office/drawing/2014/main" id="{F6988762-8C7A-420C-BCD8-CC150465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4F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6" name="data_1925">
            <a:extLst xmlns:a="http://schemas.openxmlformats.org/drawingml/2006/main">
              <a:ext uri="{FF2B5EF4-FFF2-40B4-BE49-F238E27FC236}">
                <a16:creationId xmlns:a16="http://schemas.microsoft.com/office/drawing/2014/main" id="{527177B8-FC96-4072-9462-455744B3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7855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7" name="data_1926">
            <a:extLst xmlns:a="http://schemas.openxmlformats.org/drawingml/2006/main">
              <a:ext uri="{FF2B5EF4-FFF2-40B4-BE49-F238E27FC236}">
                <a16:creationId xmlns:a16="http://schemas.microsoft.com/office/drawing/2014/main" id="{B6DD142C-6AAE-49DB-BE47-7453D2CB3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9090" y="548745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8" name="data_1927">
            <a:extLst xmlns:a="http://schemas.openxmlformats.org/drawingml/2006/main">
              <a:ext uri="{FF2B5EF4-FFF2-40B4-BE49-F238E27FC236}">
                <a16:creationId xmlns:a16="http://schemas.microsoft.com/office/drawing/2014/main" id="{B2A0C238-80BD-43FC-BA93-5619F2AEF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89885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8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29" name="data_1928">
            <a:extLst xmlns:a="http://schemas.openxmlformats.org/drawingml/2006/main">
              <a:ext uri="{FF2B5EF4-FFF2-40B4-BE49-F238E27FC236}">
                <a16:creationId xmlns:a16="http://schemas.microsoft.com/office/drawing/2014/main" id="{5F84ED56-F9E7-45AF-A7A8-0F8316B97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54121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7A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0" name="data_1929">
            <a:extLst xmlns:a="http://schemas.openxmlformats.org/drawingml/2006/main">
              <a:ext uri="{FF2B5EF4-FFF2-40B4-BE49-F238E27FC236}">
                <a16:creationId xmlns:a16="http://schemas.microsoft.com/office/drawing/2014/main" id="{C25142C8-CA7D-4716-A10A-54B815A4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629995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75A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1" name="data_1930">
            <a:extLst xmlns:a="http://schemas.openxmlformats.org/drawingml/2006/main">
              <a:ext uri="{FF2B5EF4-FFF2-40B4-BE49-F238E27FC236}">
                <a16:creationId xmlns:a16="http://schemas.microsoft.com/office/drawing/2014/main" id="{5003E6B7-8D4A-40CF-BD5C-ED2D5A9F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9495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2" name="data_1931">
            <a:extLst xmlns:a="http://schemas.openxmlformats.org/drawingml/2006/main">
              <a:ext uri="{FF2B5EF4-FFF2-40B4-BE49-F238E27FC236}">
                <a16:creationId xmlns:a16="http://schemas.microsoft.com/office/drawing/2014/main" id="{1060EDA5-64E0-41B0-9A49-78512C69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63987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3E85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3" name="data_1932">
            <a:extLst xmlns:a="http://schemas.openxmlformats.org/drawingml/2006/main">
              <a:ext uri="{FF2B5EF4-FFF2-40B4-BE49-F238E27FC236}">
                <a16:creationId xmlns:a16="http://schemas.microsoft.com/office/drawing/2014/main" id="{5966C403-A1F8-4C37-BB40-41F8F52E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3080" y="576580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60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4" name="data_1933">
            <a:extLst xmlns:a="http://schemas.openxmlformats.org/drawingml/2006/main">
              <a:ext uri="{FF2B5EF4-FFF2-40B4-BE49-F238E27FC236}">
                <a16:creationId xmlns:a16="http://schemas.microsoft.com/office/drawing/2014/main" id="{CC5A93C2-DE95-40C3-B2C4-2D49D09F4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326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6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5" name="data_1934">
            <a:extLst xmlns:a="http://schemas.openxmlformats.org/drawingml/2006/main">
              <a:ext uri="{FF2B5EF4-FFF2-40B4-BE49-F238E27FC236}">
                <a16:creationId xmlns:a16="http://schemas.microsoft.com/office/drawing/2014/main" id="{854D76F4-0A3E-493B-BF17-76D232B4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7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6" name="data_1935">
            <a:extLst xmlns:a="http://schemas.openxmlformats.org/drawingml/2006/main">
              <a:ext uri="{FF2B5EF4-FFF2-40B4-BE49-F238E27FC236}">
                <a16:creationId xmlns:a16="http://schemas.microsoft.com/office/drawing/2014/main" id="{5226508D-CD6C-40FE-8FC6-D26D3E3C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89529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7F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7" name="data_1936">
            <a:extLst xmlns:a="http://schemas.openxmlformats.org/drawingml/2006/main">
              <a:ext uri="{FF2B5EF4-FFF2-40B4-BE49-F238E27FC236}">
                <a16:creationId xmlns:a16="http://schemas.microsoft.com/office/drawing/2014/main" id="{41586E28-A91E-4360-9AAB-E44FFD03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45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8" name="data_1937">
            <a:extLst xmlns:a="http://schemas.openxmlformats.org/drawingml/2006/main">
              <a:ext uri="{FF2B5EF4-FFF2-40B4-BE49-F238E27FC236}">
                <a16:creationId xmlns:a16="http://schemas.microsoft.com/office/drawing/2014/main" id="{6C7F66A0-A435-4F6A-A477-00B3A59A9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508597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8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39" name="data_1938">
            <a:extLst xmlns:a="http://schemas.openxmlformats.org/drawingml/2006/main">
              <a:ext uri="{FF2B5EF4-FFF2-40B4-BE49-F238E27FC236}">
                <a16:creationId xmlns:a16="http://schemas.microsoft.com/office/drawing/2014/main" id="{08C8A6A7-32C0-4F26-B8A6-6F20CB34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236" y="6772169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A1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0" name="data_1939">
            <a:extLst xmlns:a="http://schemas.openxmlformats.org/drawingml/2006/main">
              <a:ext uri="{FF2B5EF4-FFF2-40B4-BE49-F238E27FC236}">
                <a16:creationId xmlns:a16="http://schemas.microsoft.com/office/drawing/2014/main" id="{EDE47443-2FD6-4FDC-846A-9E7B98235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6267673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A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1" name="data_1940">
            <a:extLst xmlns:a="http://schemas.openxmlformats.org/drawingml/2006/main">
              <a:ext uri="{FF2B5EF4-FFF2-40B4-BE49-F238E27FC236}">
                <a16:creationId xmlns:a16="http://schemas.microsoft.com/office/drawing/2014/main" id="{D6907A6D-2629-4A82-8C64-BA9748819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7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2" name="data_1941">
            <a:extLst xmlns:a="http://schemas.openxmlformats.org/drawingml/2006/main">
              <a:ext uri="{FF2B5EF4-FFF2-40B4-BE49-F238E27FC236}">
                <a16:creationId xmlns:a16="http://schemas.microsoft.com/office/drawing/2014/main" id="{9859AD27-AD3E-42D1-87D6-DFBF71FE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937" y="617099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14487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3" name="data_1942">
            <a:extLst xmlns:a="http://schemas.openxmlformats.org/drawingml/2006/main">
              <a:ext uri="{FF2B5EF4-FFF2-40B4-BE49-F238E27FC236}">
                <a16:creationId xmlns:a16="http://schemas.microsoft.com/office/drawing/2014/main" id="{7A14571D-91AA-4C57-BC1F-D29477122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6218" y="6348515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2475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4" name="data_1943">
            <a:extLst xmlns:a="http://schemas.openxmlformats.org/drawingml/2006/main">
              <a:ext uri="{FF2B5EF4-FFF2-40B4-BE49-F238E27FC236}">
                <a16:creationId xmlns:a16="http://schemas.microsoft.com/office/drawing/2014/main" id="{E572DEBA-A358-4C0E-9259-B15906E1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5" name="data_1944">
            <a:extLst xmlns:a="http://schemas.openxmlformats.org/drawingml/2006/main">
              <a:ext uri="{FF2B5EF4-FFF2-40B4-BE49-F238E27FC236}">
                <a16:creationId xmlns:a16="http://schemas.microsoft.com/office/drawing/2014/main" id="{BCE70961-54FF-401A-9F04-5792AF2B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960" y="6893015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6" name="data_1945">
            <a:extLst xmlns:a="http://schemas.openxmlformats.org/drawingml/2006/main">
              <a:ext uri="{FF2B5EF4-FFF2-40B4-BE49-F238E27FC236}">
                <a16:creationId xmlns:a16="http://schemas.microsoft.com/office/drawing/2014/main" id="{D0D05658-68B1-499E-9DCD-46EF1B3DC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2888" y="727114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2F7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7" name="data_1946">
            <a:extLst xmlns:a="http://schemas.openxmlformats.org/drawingml/2006/main">
              <a:ext uri="{FF2B5EF4-FFF2-40B4-BE49-F238E27FC236}">
                <a16:creationId xmlns:a16="http://schemas.microsoft.com/office/drawing/2014/main" id="{322978C1-6653-444D-BD8D-26CF7E12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287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8" name="data_1947">
            <a:extLst xmlns:a="http://schemas.openxmlformats.org/drawingml/2006/main">
              <a:ext uri="{FF2B5EF4-FFF2-40B4-BE49-F238E27FC236}">
                <a16:creationId xmlns:a16="http://schemas.microsoft.com/office/drawing/2014/main" id="{8317003F-E99B-4E5C-9D89-02717678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2077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49" name="data_1948">
            <a:extLst xmlns:a="http://schemas.openxmlformats.org/drawingml/2006/main">
              <a:ext uri="{FF2B5EF4-FFF2-40B4-BE49-F238E27FC236}">
                <a16:creationId xmlns:a16="http://schemas.microsoft.com/office/drawing/2014/main" id="{3EC938A7-5D67-4D18-A201-616A374F0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8853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50" name="data_1949">
            <a:extLst xmlns:a="http://schemas.openxmlformats.org/drawingml/2006/main">
              <a:ext uri="{FF2B5EF4-FFF2-40B4-BE49-F238E27FC236}">
                <a16:creationId xmlns:a16="http://schemas.microsoft.com/office/drawing/2014/main" id="{9A3609D6-8B40-43FD-82DD-EC6C2F43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871" y="637645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71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51" name="data_1950">
            <a:extLst xmlns:a="http://schemas.openxmlformats.org/drawingml/2006/main">
              <a:ext uri="{FF2B5EF4-FFF2-40B4-BE49-F238E27FC236}">
                <a16:creationId xmlns:a16="http://schemas.microsoft.com/office/drawing/2014/main" id="{AE500E56-1DD1-4057-B4FB-07AC25EE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301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8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52" name="data_1951">
            <a:extLst xmlns:a="http://schemas.openxmlformats.org/drawingml/2006/main">
              <a:ext uri="{FF2B5EF4-FFF2-40B4-BE49-F238E27FC236}">
                <a16:creationId xmlns:a16="http://schemas.microsoft.com/office/drawing/2014/main" id="{ACE6A960-7B6E-45CD-A051-951FF7A2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656" y="7305825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54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953" name="data_1952">
            <a:extLst xmlns:a="http://schemas.openxmlformats.org/drawingml/2006/main">
              <a:ext uri="{FF2B5EF4-FFF2-40B4-BE49-F238E27FC236}">
                <a16:creationId xmlns:a16="http://schemas.microsoft.com/office/drawing/2014/main" id="{EFF80CC9-DE81-4E36-87C1-52AECA70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4632097"/>
            <a:ext cx="191" cy="2913552"/>
          </a:xfrm>
          <a:custGeom xmlns:a="http://schemas.openxmlformats.org/drawingml/2006/main">
            <a:pathLst>
              <a:path w="191" h="2913552">
                <a:moveTo>
                  <a:pt x="0" y="291355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14">
            <a:solidFill>
              <a:srgbClr val="000000"/>
            </a:solidFill>
            <a:prstDash val="solid"/>
          </a:ln>
        </p:spPr>
      </p:sp>
      <p:sp>
        <p:nvSpPr>
          <p:cNvPr id="1954" name="data_1953">
            <a:extLst xmlns:a="http://schemas.openxmlformats.org/drawingml/2006/main">
              <a:ext uri="{FF2B5EF4-FFF2-40B4-BE49-F238E27FC236}">
                <a16:creationId xmlns:a16="http://schemas.microsoft.com/office/drawing/2014/main" id="{798E690E-479C-434E-B1E8-66CD6681C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015" y="7545649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14">
            <a:solidFill>
              <a:srgbClr val="000000"/>
            </a:solidFill>
            <a:prstDash val="solid"/>
          </a:ln>
        </p:spPr>
      </p:sp>
      <p:sp>
        <p:nvSpPr>
          <p:cNvPr id="1955" name="text_1954">
            <a:extLst xmlns:a="http://schemas.openxmlformats.org/drawingml/2006/main">
              <a:ext uri="{FF2B5EF4-FFF2-40B4-BE49-F238E27FC236}">
                <a16:creationId xmlns:a16="http://schemas.microsoft.com/office/drawing/2014/main" id="{6C58A224-8E51-4FE4-A998-BCE757A9F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2040" y="4321220"/>
            <a:ext cx="82329" cy="219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956" name="text_1955">
            <a:extLst xmlns:a="http://schemas.openxmlformats.org/drawingml/2006/main">
              <a:ext uri="{FF2B5EF4-FFF2-40B4-BE49-F238E27FC236}">
                <a16:creationId xmlns:a16="http://schemas.microsoft.com/office/drawing/2014/main" id="{F6D2888B-C790-4986-A9B5-D6AFDB2DF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17015" y="4334816"/>
            <a:ext cx="95146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957" name="text_1956">
            <a:extLst xmlns:a="http://schemas.openxmlformats.org/drawingml/2006/main">
              <a:ext uri="{FF2B5EF4-FFF2-40B4-BE49-F238E27FC236}">
                <a16:creationId xmlns:a16="http://schemas.microsoft.com/office/drawing/2014/main" id="{AA3396A4-B876-400A-9817-4937D4A8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98895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58" name="text_1957">
            <a:extLst xmlns:a="http://schemas.openxmlformats.org/drawingml/2006/main">
              <a:ext uri="{FF2B5EF4-FFF2-40B4-BE49-F238E27FC236}">
                <a16:creationId xmlns:a16="http://schemas.microsoft.com/office/drawing/2014/main" id="{033EF8CC-8C75-4FBC-B937-9DFE1D3F9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33865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59" name="text_1958">
            <a:extLst xmlns:a="http://schemas.openxmlformats.org/drawingml/2006/main">
              <a:ext uri="{FF2B5EF4-FFF2-40B4-BE49-F238E27FC236}">
                <a16:creationId xmlns:a16="http://schemas.microsoft.com/office/drawing/2014/main" id="{393A6720-C195-469F-BAD7-AB1F2DED8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68835" y="4334816"/>
            <a:ext cx="409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60" name="text_1959">
            <a:extLst xmlns:a="http://schemas.openxmlformats.org/drawingml/2006/main">
              <a:ext uri="{FF2B5EF4-FFF2-40B4-BE49-F238E27FC236}">
                <a16:creationId xmlns:a16="http://schemas.microsoft.com/office/drawing/2014/main" id="{97066BB0-8C4E-4886-B3B7-3B88B4ED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01024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61" name="text_1960">
            <a:extLst xmlns:a="http://schemas.openxmlformats.org/drawingml/2006/main">
              <a:ext uri="{FF2B5EF4-FFF2-40B4-BE49-F238E27FC236}">
                <a16:creationId xmlns:a16="http://schemas.microsoft.com/office/drawing/2014/main" id="{C783B1B3-4AF3-4DB0-ADDD-D9C19B20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35994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1962" name="text_1961">
            <a:extLst xmlns:a="http://schemas.openxmlformats.org/drawingml/2006/main">
              <a:ext uri="{FF2B5EF4-FFF2-40B4-BE49-F238E27FC236}">
                <a16:creationId xmlns:a16="http://schemas.microsoft.com/office/drawing/2014/main" id="{4A4F7894-9234-4D0D-A929-F6144F81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70964" y="4334816"/>
            <a:ext cx="76337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g</a:t>
            </a:r>
          </a:p>
        </p:txBody>
      </p:sp>
      <p:sp>
        <p:nvSpPr>
          <p:cNvPr id="1963" name="text_1962">
            <a:extLst xmlns:a="http://schemas.openxmlformats.org/drawingml/2006/main">
              <a:ext uri="{FF2B5EF4-FFF2-40B4-BE49-F238E27FC236}">
                <a16:creationId xmlns:a16="http://schemas.microsoft.com/office/drawing/2014/main" id="{E1B48176-3ACF-4E7F-9152-BD0A76E8F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38470" y="4334816"/>
            <a:ext cx="79187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964" name="text_1963">
            <a:extLst xmlns:a="http://schemas.openxmlformats.org/drawingml/2006/main">
              <a:ext uri="{FF2B5EF4-FFF2-40B4-BE49-F238E27FC236}">
                <a16:creationId xmlns:a16="http://schemas.microsoft.com/office/drawing/2014/main" id="{DB0574B9-0853-48B4-8C42-E5BED8D32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08758" y="4334816"/>
            <a:ext cx="8531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965" name="text_1964">
            <a:extLst xmlns:a="http://schemas.openxmlformats.org/drawingml/2006/main">
              <a:ext uri="{FF2B5EF4-FFF2-40B4-BE49-F238E27FC236}">
                <a16:creationId xmlns:a16="http://schemas.microsoft.com/office/drawing/2014/main" id="{8FC1E45F-B496-415C-A9A0-3A6427A1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85163" y="4334816"/>
            <a:ext cx="8531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1966" name="text_1965">
            <a:extLst xmlns:a="http://schemas.openxmlformats.org/drawingml/2006/main">
              <a:ext uri="{FF2B5EF4-FFF2-40B4-BE49-F238E27FC236}">
                <a16:creationId xmlns:a16="http://schemas.microsoft.com/office/drawing/2014/main" id="{C6280997-1363-4ACE-9A60-3FA85173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61569" y="4334816"/>
            <a:ext cx="6565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967" name="text_1966">
            <a:extLst xmlns:a="http://schemas.openxmlformats.org/drawingml/2006/main">
              <a:ext uri="{FF2B5EF4-FFF2-40B4-BE49-F238E27FC236}">
                <a16:creationId xmlns:a16="http://schemas.microsoft.com/office/drawing/2014/main" id="{0062BCD4-A884-41FE-AEF9-9690FFB6C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18369" y="4334816"/>
            <a:ext cx="409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68" name="text_1967">
            <a:extLst xmlns:a="http://schemas.openxmlformats.org/drawingml/2006/main">
              <a:ext uri="{FF2B5EF4-FFF2-40B4-BE49-F238E27FC236}">
                <a16:creationId xmlns:a16="http://schemas.microsoft.com/office/drawing/2014/main" id="{51F94550-4CF8-4BBA-BD6B-CDEA2A199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50558" y="4334816"/>
            <a:ext cx="4698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·</a:t>
            </a:r>
          </a:p>
        </p:txBody>
      </p:sp>
      <p:sp>
        <p:nvSpPr>
          <p:cNvPr id="1969" name="text_1968">
            <a:extLst xmlns:a="http://schemas.openxmlformats.org/drawingml/2006/main">
              <a:ext uri="{FF2B5EF4-FFF2-40B4-BE49-F238E27FC236}">
                <a16:creationId xmlns:a16="http://schemas.microsoft.com/office/drawing/2014/main" id="{2970D812-CC01-4BD3-93F6-9F8C457C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88656" y="4334816"/>
            <a:ext cx="409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70" name="text_1969">
            <a:extLst xmlns:a="http://schemas.openxmlformats.org/drawingml/2006/main">
              <a:ext uri="{FF2B5EF4-FFF2-40B4-BE49-F238E27FC236}">
                <a16:creationId xmlns:a16="http://schemas.microsoft.com/office/drawing/2014/main" id="{E2A894B8-17BB-4B37-9296-B79FBF3E7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20845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1971" name="text_1970">
            <a:extLst xmlns:a="http://schemas.openxmlformats.org/drawingml/2006/main">
              <a:ext uri="{FF2B5EF4-FFF2-40B4-BE49-F238E27FC236}">
                <a16:creationId xmlns:a16="http://schemas.microsoft.com/office/drawing/2014/main" id="{35A468D3-1DD5-486F-B971-CA4FCB24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55815" y="4334816"/>
            <a:ext cx="8531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972" name="text_1971">
            <a:extLst xmlns:a="http://schemas.openxmlformats.org/drawingml/2006/main">
              <a:ext uri="{FF2B5EF4-FFF2-40B4-BE49-F238E27FC236}">
                <a16:creationId xmlns:a16="http://schemas.microsoft.com/office/drawing/2014/main" id="{044945B0-AF0D-4F7B-8C82-78F90F48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32221" y="4334816"/>
            <a:ext cx="6565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973" name="text_1972">
            <a:extLst xmlns:a="http://schemas.openxmlformats.org/drawingml/2006/main">
              <a:ext uri="{FF2B5EF4-FFF2-40B4-BE49-F238E27FC236}">
                <a16:creationId xmlns:a16="http://schemas.microsoft.com/office/drawing/2014/main" id="{A1375F63-3E84-46A0-A982-F73B6E50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89021" y="4334816"/>
            <a:ext cx="58241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1974" name="text_1973">
            <a:extLst xmlns:a="http://schemas.openxmlformats.org/drawingml/2006/main">
              <a:ext uri="{FF2B5EF4-FFF2-40B4-BE49-F238E27FC236}">
                <a16:creationId xmlns:a16="http://schemas.microsoft.com/office/drawing/2014/main" id="{3FF760A5-08C4-4059-B3CE-E40649DE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38382" y="4334816"/>
            <a:ext cx="79187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975" name="text_1974">
            <a:extLst xmlns:a="http://schemas.openxmlformats.org/drawingml/2006/main">
              <a:ext uri="{FF2B5EF4-FFF2-40B4-BE49-F238E27FC236}">
                <a16:creationId xmlns:a16="http://schemas.microsoft.com/office/drawing/2014/main" id="{A521D4A4-1828-43AD-86E8-03DC7DCE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08670" y="4334816"/>
            <a:ext cx="8531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976" name="text_1975">
            <a:extLst xmlns:a="http://schemas.openxmlformats.org/drawingml/2006/main">
              <a:ext uri="{FF2B5EF4-FFF2-40B4-BE49-F238E27FC236}">
                <a16:creationId xmlns:a16="http://schemas.microsoft.com/office/drawing/2014/main" id="{FDB9B78D-878E-4E65-AF03-B428F49D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5075" y="4334816"/>
            <a:ext cx="68358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977" name="text_1976">
            <a:extLst xmlns:a="http://schemas.openxmlformats.org/drawingml/2006/main">
              <a:ext uri="{FF2B5EF4-FFF2-40B4-BE49-F238E27FC236}">
                <a16:creationId xmlns:a16="http://schemas.microsoft.com/office/drawing/2014/main" id="{79022A5E-9FA8-46F6-9178-EB3B78F3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44656" y="4334816"/>
            <a:ext cx="8047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978" name="text_1977">
            <a:extLst xmlns:a="http://schemas.openxmlformats.org/drawingml/2006/main">
              <a:ext uri="{FF2B5EF4-FFF2-40B4-BE49-F238E27FC236}">
                <a16:creationId xmlns:a16="http://schemas.microsoft.com/office/drawing/2014/main" id="{63A70CDC-CFE3-4C6C-8B3A-20C767835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16334" y="4334816"/>
            <a:ext cx="523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979" name="text_1978">
            <a:extLst xmlns:a="http://schemas.openxmlformats.org/drawingml/2006/main">
              <a:ext uri="{FF2B5EF4-FFF2-40B4-BE49-F238E27FC236}">
                <a16:creationId xmlns:a16="http://schemas.microsoft.com/office/drawing/2014/main" id="{30BECC68-1D27-41ED-8C2E-DF21CB51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59925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80" name="text_1979">
            <a:extLst xmlns:a="http://schemas.openxmlformats.org/drawingml/2006/main">
              <a:ext uri="{FF2B5EF4-FFF2-40B4-BE49-F238E27FC236}">
                <a16:creationId xmlns:a16="http://schemas.microsoft.com/office/drawing/2014/main" id="{69FD7A3E-5E21-4B1C-9A8D-2FBAE122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94895" y="4334816"/>
            <a:ext cx="8047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981" name="text_1980">
            <a:extLst xmlns:a="http://schemas.openxmlformats.org/drawingml/2006/main">
              <a:ext uri="{FF2B5EF4-FFF2-40B4-BE49-F238E27FC236}">
                <a16:creationId xmlns:a16="http://schemas.microsoft.com/office/drawing/2014/main" id="{9E94A5FD-8B47-4AAE-A475-0E375708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66573" y="4334816"/>
            <a:ext cx="76195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982" name="text_1981">
            <a:extLst xmlns:a="http://schemas.openxmlformats.org/drawingml/2006/main">
              <a:ext uri="{FF2B5EF4-FFF2-40B4-BE49-F238E27FC236}">
                <a16:creationId xmlns:a16="http://schemas.microsoft.com/office/drawing/2014/main" id="{65EE25D0-E04F-4FF2-94CA-F291C200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33941" y="4334816"/>
            <a:ext cx="8047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983" name="text_1982">
            <a:extLst xmlns:a="http://schemas.openxmlformats.org/drawingml/2006/main">
              <a:ext uri="{FF2B5EF4-FFF2-40B4-BE49-F238E27FC236}">
                <a16:creationId xmlns:a16="http://schemas.microsoft.com/office/drawing/2014/main" id="{672E1354-D889-4BAC-ABD0-02F0199F4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05619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984" name="text_1983">
            <a:extLst xmlns:a="http://schemas.openxmlformats.org/drawingml/2006/main">
              <a:ext uri="{FF2B5EF4-FFF2-40B4-BE49-F238E27FC236}">
                <a16:creationId xmlns:a16="http://schemas.microsoft.com/office/drawing/2014/main" id="{0B853625-A7ED-4C46-AED9-43856A24D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40589" y="4334816"/>
            <a:ext cx="409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85" name="text_1984">
            <a:extLst xmlns:a="http://schemas.openxmlformats.org/drawingml/2006/main">
              <a:ext uri="{FF2B5EF4-FFF2-40B4-BE49-F238E27FC236}">
                <a16:creationId xmlns:a16="http://schemas.microsoft.com/office/drawing/2014/main" id="{09A720D2-FD25-4147-9F17-53359966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72778" y="4334816"/>
            <a:ext cx="84602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1986" name="text_1985">
            <a:extLst xmlns:a="http://schemas.openxmlformats.org/drawingml/2006/main">
              <a:ext uri="{FF2B5EF4-FFF2-40B4-BE49-F238E27FC236}">
                <a16:creationId xmlns:a16="http://schemas.microsoft.com/office/drawing/2014/main" id="{B9967894-0D6B-46B4-BBEB-997F8FA8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48557" y="4334816"/>
            <a:ext cx="8901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1987" name="text_1986">
            <a:extLst xmlns:a="http://schemas.openxmlformats.org/drawingml/2006/main">
              <a:ext uri="{FF2B5EF4-FFF2-40B4-BE49-F238E27FC236}">
                <a16:creationId xmlns:a16="http://schemas.microsoft.com/office/drawing/2014/main" id="{04850760-D69E-4C1E-9319-64E512303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28717" y="4334816"/>
            <a:ext cx="95146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988" name="text_1987">
            <a:extLst xmlns:a="http://schemas.openxmlformats.org/drawingml/2006/main">
              <a:ext uri="{FF2B5EF4-FFF2-40B4-BE49-F238E27FC236}">
                <a16:creationId xmlns:a16="http://schemas.microsoft.com/office/drawing/2014/main" id="{97587ABF-377D-4F2B-BAE2-46F7FBF9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14995" y="4334816"/>
            <a:ext cx="10184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989" name="text_1988">
            <a:extLst xmlns:a="http://schemas.openxmlformats.org/drawingml/2006/main">
              <a:ext uri="{FF2B5EF4-FFF2-40B4-BE49-F238E27FC236}">
                <a16:creationId xmlns:a16="http://schemas.microsoft.com/office/drawing/2014/main" id="{0FD544DD-B7F5-43AD-B65E-E81524F4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07947" y="4334816"/>
            <a:ext cx="8417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990" name="text_1989">
            <a:extLst xmlns:a="http://schemas.openxmlformats.org/drawingml/2006/main">
              <a:ext uri="{FF2B5EF4-FFF2-40B4-BE49-F238E27FC236}">
                <a16:creationId xmlns:a16="http://schemas.microsoft.com/office/drawing/2014/main" id="{60EF666A-7783-422A-B1CF-559FFEC9E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84483" y="4388707"/>
            <a:ext cx="59366" cy="1246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991" name="text_1990">
            <a:extLst xmlns:a="http://schemas.openxmlformats.org/drawingml/2006/main">
              <a:ext uri="{FF2B5EF4-FFF2-40B4-BE49-F238E27FC236}">
                <a16:creationId xmlns:a16="http://schemas.microsoft.com/office/drawing/2014/main" id="{F282F127-5188-45C4-824D-E7181F013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34999" y="4388707"/>
            <a:ext cx="35428" cy="1246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992" name="text_1991">
            <a:extLst xmlns:a="http://schemas.openxmlformats.org/drawingml/2006/main">
              <a:ext uri="{FF2B5EF4-FFF2-40B4-BE49-F238E27FC236}">
                <a16:creationId xmlns:a16="http://schemas.microsoft.com/office/drawing/2014/main" id="{F4D184A2-9D2E-469F-8EB1-0618B217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61619" y="4388707"/>
            <a:ext cx="59366" cy="1246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993" name="data_1992">
            <a:extLst xmlns:a="http://schemas.openxmlformats.org/drawingml/2006/main">
              <a:ext uri="{FF2B5EF4-FFF2-40B4-BE49-F238E27FC236}">
                <a16:creationId xmlns:a16="http://schemas.microsoft.com/office/drawing/2014/main" id="{FD054C25-BA02-4D85-ADE9-CEAE01506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632097"/>
            <a:ext cx="89759" cy="2913552"/>
          </a:xfrm>
          <a:custGeom xmlns:a="http://schemas.openxmlformats.org/drawingml/2006/main">
            <a:pathLst>
              <a:path w="89759" h="2913552">
                <a:moveTo>
                  <a:pt x="0" y="2913552"/>
                </a:moveTo>
                <a:lnTo>
                  <a:pt x="89759" y="2913552"/>
                </a:lnTo>
                <a:lnTo>
                  <a:pt x="89759" y="0"/>
                </a:lnTo>
                <a:lnTo>
                  <a:pt x="0" y="0"/>
                </a:lnTo>
                <a:lnTo>
                  <a:pt x="0" y="2913552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4" name="data_1993">
            <a:extLst xmlns:a="http://schemas.openxmlformats.org/drawingml/2006/main">
              <a:ext uri="{FF2B5EF4-FFF2-40B4-BE49-F238E27FC236}">
                <a16:creationId xmlns:a16="http://schemas.microsoft.com/office/drawing/2014/main" id="{4D06562E-FEFF-4122-B64B-A38908C3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53426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DE725"/>
          </a:solidFill>
          <a:ln xmlns:a="http://schemas.openxmlformats.org/drawingml/2006/main" w="3518">
            <a:solidFill>
              <a:srgbClr val="FDE725"/>
            </a:solidFill>
            <a:prstDash val="solid"/>
          </a:ln>
        </p:spPr>
      </p:sp>
      <p:sp>
        <p:nvSpPr>
          <p:cNvPr id="1995" name="data_1994">
            <a:extLst xmlns:a="http://schemas.openxmlformats.org/drawingml/2006/main">
              <a:ext uri="{FF2B5EF4-FFF2-40B4-BE49-F238E27FC236}">
                <a16:creationId xmlns:a16="http://schemas.microsoft.com/office/drawing/2014/main" id="{ECB7BE3A-30E7-43C2-8C56-178F7EBB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52288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BE723"/>
          </a:solidFill>
          <a:ln xmlns:a="http://schemas.openxmlformats.org/drawingml/2006/main" w="3518">
            <a:solidFill>
              <a:srgbClr val="FBE723"/>
            </a:solidFill>
            <a:prstDash val="solid"/>
          </a:ln>
        </p:spPr>
      </p:sp>
      <p:sp>
        <p:nvSpPr>
          <p:cNvPr id="1996" name="data_1995">
            <a:extLst xmlns:a="http://schemas.openxmlformats.org/drawingml/2006/main">
              <a:ext uri="{FF2B5EF4-FFF2-40B4-BE49-F238E27FC236}">
                <a16:creationId xmlns:a16="http://schemas.microsoft.com/office/drawing/2014/main" id="{924FD52D-E468-4799-B235-3868C8C27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51150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8E621"/>
          </a:solidFill>
          <a:ln xmlns:a="http://schemas.openxmlformats.org/drawingml/2006/main" w="3518">
            <a:solidFill>
              <a:srgbClr val="F8E621"/>
            </a:solidFill>
            <a:prstDash val="solid"/>
          </a:ln>
        </p:spPr>
      </p:sp>
      <p:sp>
        <p:nvSpPr>
          <p:cNvPr id="1997" name="data_1996">
            <a:extLst xmlns:a="http://schemas.openxmlformats.org/drawingml/2006/main">
              <a:ext uri="{FF2B5EF4-FFF2-40B4-BE49-F238E27FC236}">
                <a16:creationId xmlns:a16="http://schemas.microsoft.com/office/drawing/2014/main" id="{538223A1-E021-466B-A128-ADDD53B4F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50012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6E620"/>
          </a:solidFill>
          <a:ln xmlns:a="http://schemas.openxmlformats.org/drawingml/2006/main" w="3518">
            <a:solidFill>
              <a:srgbClr val="F6E620"/>
            </a:solidFill>
            <a:prstDash val="solid"/>
          </a:ln>
        </p:spPr>
      </p:sp>
      <p:sp>
        <p:nvSpPr>
          <p:cNvPr id="1998" name="data_1997">
            <a:extLst xmlns:a="http://schemas.openxmlformats.org/drawingml/2006/main">
              <a:ext uri="{FF2B5EF4-FFF2-40B4-BE49-F238E27FC236}">
                <a16:creationId xmlns:a16="http://schemas.microsoft.com/office/drawing/2014/main" id="{2DC14EDD-69A3-4155-ABB1-870E04A4C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48874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4E61E"/>
          </a:solidFill>
          <a:ln xmlns:a="http://schemas.openxmlformats.org/drawingml/2006/main" w="3518">
            <a:solidFill>
              <a:srgbClr val="F4E61E"/>
            </a:solidFill>
            <a:prstDash val="solid"/>
          </a:ln>
        </p:spPr>
      </p:sp>
      <p:sp>
        <p:nvSpPr>
          <p:cNvPr id="1999" name="data_1998">
            <a:extLst xmlns:a="http://schemas.openxmlformats.org/drawingml/2006/main">
              <a:ext uri="{FF2B5EF4-FFF2-40B4-BE49-F238E27FC236}">
                <a16:creationId xmlns:a16="http://schemas.microsoft.com/office/drawing/2014/main" id="{493653E3-8583-4085-B6FC-824E7D596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47736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1E51D"/>
          </a:solidFill>
          <a:ln xmlns:a="http://schemas.openxmlformats.org/drawingml/2006/main" w="3518">
            <a:solidFill>
              <a:srgbClr val="F1E51D"/>
            </a:solidFill>
            <a:prstDash val="solid"/>
          </a:ln>
        </p:spPr>
      </p:sp>
      <p:sp>
        <p:nvSpPr>
          <p:cNvPr id="2000" name="data_1999">
            <a:extLst xmlns:a="http://schemas.openxmlformats.org/drawingml/2006/main">
              <a:ext uri="{FF2B5EF4-FFF2-40B4-BE49-F238E27FC236}">
                <a16:creationId xmlns:a16="http://schemas.microsoft.com/office/drawing/2014/main" id="{8A759736-9616-41CA-BAC2-77AB10C8A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46598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FE51C"/>
          </a:solidFill>
          <a:ln xmlns:a="http://schemas.openxmlformats.org/drawingml/2006/main" w="3518">
            <a:solidFill>
              <a:srgbClr val="EFE51C"/>
            </a:solidFill>
            <a:prstDash val="solid"/>
          </a:ln>
        </p:spPr>
      </p:sp>
      <p:sp>
        <p:nvSpPr>
          <p:cNvPr id="2001" name="data_2000">
            <a:extLst xmlns:a="http://schemas.openxmlformats.org/drawingml/2006/main">
              <a:ext uri="{FF2B5EF4-FFF2-40B4-BE49-F238E27FC236}">
                <a16:creationId xmlns:a16="http://schemas.microsoft.com/office/drawing/2014/main" id="{4092EAF2-2983-4DD4-9B93-8ED28812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45460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CE51B"/>
          </a:solidFill>
          <a:ln xmlns:a="http://schemas.openxmlformats.org/drawingml/2006/main" w="3518">
            <a:solidFill>
              <a:srgbClr val="ECE51B"/>
            </a:solidFill>
            <a:prstDash val="solid"/>
          </a:ln>
        </p:spPr>
      </p:sp>
      <p:sp>
        <p:nvSpPr>
          <p:cNvPr id="2002" name="data_2001">
            <a:extLst xmlns:a="http://schemas.openxmlformats.org/drawingml/2006/main">
              <a:ext uri="{FF2B5EF4-FFF2-40B4-BE49-F238E27FC236}">
                <a16:creationId xmlns:a16="http://schemas.microsoft.com/office/drawing/2014/main" id="{630131FA-6BB7-4C2C-857B-4057941CD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44322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AE51A"/>
          </a:solidFill>
          <a:ln xmlns:a="http://schemas.openxmlformats.org/drawingml/2006/main" w="3518">
            <a:solidFill>
              <a:srgbClr val="EAE51A"/>
            </a:solidFill>
            <a:prstDash val="solid"/>
          </a:ln>
        </p:spPr>
      </p:sp>
      <p:sp>
        <p:nvSpPr>
          <p:cNvPr id="2003" name="data_2002">
            <a:extLst xmlns:a="http://schemas.openxmlformats.org/drawingml/2006/main">
              <a:ext uri="{FF2B5EF4-FFF2-40B4-BE49-F238E27FC236}">
                <a16:creationId xmlns:a16="http://schemas.microsoft.com/office/drawing/2014/main" id="{AE1EAD11-5EC7-4D18-B4EC-947368DD4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43183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7E419"/>
          </a:solidFill>
          <a:ln xmlns:a="http://schemas.openxmlformats.org/drawingml/2006/main" w="3518">
            <a:solidFill>
              <a:srgbClr val="E7E419"/>
            </a:solidFill>
            <a:prstDash val="solid"/>
          </a:ln>
        </p:spPr>
      </p:sp>
      <p:sp>
        <p:nvSpPr>
          <p:cNvPr id="2004" name="data_2003">
            <a:extLst xmlns:a="http://schemas.openxmlformats.org/drawingml/2006/main">
              <a:ext uri="{FF2B5EF4-FFF2-40B4-BE49-F238E27FC236}">
                <a16:creationId xmlns:a16="http://schemas.microsoft.com/office/drawing/2014/main" id="{DD7D4DF1-E5EA-42C8-A69D-A3C518ECC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42045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5E419"/>
          </a:solidFill>
          <a:ln xmlns:a="http://schemas.openxmlformats.org/drawingml/2006/main" w="3518">
            <a:solidFill>
              <a:srgbClr val="E5E419"/>
            </a:solidFill>
            <a:prstDash val="solid"/>
          </a:ln>
        </p:spPr>
      </p:sp>
      <p:sp>
        <p:nvSpPr>
          <p:cNvPr id="2005" name="data_2004">
            <a:extLst xmlns:a="http://schemas.openxmlformats.org/drawingml/2006/main">
              <a:ext uri="{FF2B5EF4-FFF2-40B4-BE49-F238E27FC236}">
                <a16:creationId xmlns:a16="http://schemas.microsoft.com/office/drawing/2014/main" id="{53D40B85-FB9F-4802-A152-BDFCE471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40907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2E418"/>
          </a:solidFill>
          <a:ln xmlns:a="http://schemas.openxmlformats.org/drawingml/2006/main" w="3518">
            <a:solidFill>
              <a:srgbClr val="E2E418"/>
            </a:solidFill>
            <a:prstDash val="solid"/>
          </a:ln>
        </p:spPr>
      </p:sp>
      <p:sp>
        <p:nvSpPr>
          <p:cNvPr id="2006" name="data_2005">
            <a:extLst xmlns:a="http://schemas.openxmlformats.org/drawingml/2006/main">
              <a:ext uri="{FF2B5EF4-FFF2-40B4-BE49-F238E27FC236}">
                <a16:creationId xmlns:a16="http://schemas.microsoft.com/office/drawing/2014/main" id="{DF81D741-D06C-4D2C-82E2-2C0307A1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9769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FE318"/>
          </a:solidFill>
          <a:ln xmlns:a="http://schemas.openxmlformats.org/drawingml/2006/main" w="3518">
            <a:solidFill>
              <a:srgbClr val="DFE318"/>
            </a:solidFill>
            <a:prstDash val="solid"/>
          </a:ln>
        </p:spPr>
      </p:sp>
      <p:sp>
        <p:nvSpPr>
          <p:cNvPr id="2007" name="data_2006">
            <a:extLst xmlns:a="http://schemas.openxmlformats.org/drawingml/2006/main">
              <a:ext uri="{FF2B5EF4-FFF2-40B4-BE49-F238E27FC236}">
                <a16:creationId xmlns:a16="http://schemas.microsoft.com/office/drawing/2014/main" id="{1CE3CD2D-7873-48E3-BC49-0EC1DE8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8631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DE318"/>
          </a:solidFill>
          <a:ln xmlns:a="http://schemas.openxmlformats.org/drawingml/2006/main" w="3518">
            <a:solidFill>
              <a:srgbClr val="DDE318"/>
            </a:solidFill>
            <a:prstDash val="solid"/>
          </a:ln>
        </p:spPr>
      </p:sp>
      <p:sp>
        <p:nvSpPr>
          <p:cNvPr id="2008" name="data_2007">
            <a:extLst xmlns:a="http://schemas.openxmlformats.org/drawingml/2006/main">
              <a:ext uri="{FF2B5EF4-FFF2-40B4-BE49-F238E27FC236}">
                <a16:creationId xmlns:a16="http://schemas.microsoft.com/office/drawing/2014/main" id="{DBB3D502-074F-4A68-B76A-13E31A72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7493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AE319"/>
          </a:solidFill>
          <a:ln xmlns:a="http://schemas.openxmlformats.org/drawingml/2006/main" w="3518">
            <a:solidFill>
              <a:srgbClr val="DAE319"/>
            </a:solidFill>
            <a:prstDash val="solid"/>
          </a:ln>
        </p:spPr>
      </p:sp>
      <p:sp>
        <p:nvSpPr>
          <p:cNvPr id="2009" name="data_2008">
            <a:extLst xmlns:a="http://schemas.openxmlformats.org/drawingml/2006/main">
              <a:ext uri="{FF2B5EF4-FFF2-40B4-BE49-F238E27FC236}">
                <a16:creationId xmlns:a16="http://schemas.microsoft.com/office/drawing/2014/main" id="{8B998D26-F956-4289-B2B8-7B5EB25EF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6355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8E219"/>
          </a:solidFill>
          <a:ln xmlns:a="http://schemas.openxmlformats.org/drawingml/2006/main" w="3518">
            <a:solidFill>
              <a:srgbClr val="D8E219"/>
            </a:solidFill>
            <a:prstDash val="solid"/>
          </a:ln>
        </p:spPr>
      </p:sp>
      <p:sp>
        <p:nvSpPr>
          <p:cNvPr id="2010" name="data_2009">
            <a:extLst xmlns:a="http://schemas.openxmlformats.org/drawingml/2006/main">
              <a:ext uri="{FF2B5EF4-FFF2-40B4-BE49-F238E27FC236}">
                <a16:creationId xmlns:a16="http://schemas.microsoft.com/office/drawing/2014/main" id="{045D989F-2D42-4A5F-85FA-A4E6083D4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5217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5E21A"/>
          </a:solidFill>
          <a:ln xmlns:a="http://schemas.openxmlformats.org/drawingml/2006/main" w="3518">
            <a:solidFill>
              <a:srgbClr val="D5E21A"/>
            </a:solidFill>
            <a:prstDash val="solid"/>
          </a:ln>
        </p:spPr>
      </p:sp>
      <p:sp>
        <p:nvSpPr>
          <p:cNvPr id="2011" name="data_2010">
            <a:extLst xmlns:a="http://schemas.openxmlformats.org/drawingml/2006/main">
              <a:ext uri="{FF2B5EF4-FFF2-40B4-BE49-F238E27FC236}">
                <a16:creationId xmlns:a16="http://schemas.microsoft.com/office/drawing/2014/main" id="{060D3947-11AA-49D2-9E5E-B6B5DD83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4079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2E21B"/>
          </a:solidFill>
          <a:ln xmlns:a="http://schemas.openxmlformats.org/drawingml/2006/main" w="3518">
            <a:solidFill>
              <a:srgbClr val="D2E21B"/>
            </a:solidFill>
            <a:prstDash val="solid"/>
          </a:ln>
        </p:spPr>
      </p:sp>
      <p:sp>
        <p:nvSpPr>
          <p:cNvPr id="2012" name="data_2011">
            <a:extLst xmlns:a="http://schemas.openxmlformats.org/drawingml/2006/main">
              <a:ext uri="{FF2B5EF4-FFF2-40B4-BE49-F238E27FC236}">
                <a16:creationId xmlns:a16="http://schemas.microsoft.com/office/drawing/2014/main" id="{3C75F49E-DA5A-48E5-9587-22B8DFE1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2940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0E11C"/>
          </a:solidFill>
          <a:ln xmlns:a="http://schemas.openxmlformats.org/drawingml/2006/main" w="3518">
            <a:solidFill>
              <a:srgbClr val="D0E11C"/>
            </a:solidFill>
            <a:prstDash val="solid"/>
          </a:ln>
        </p:spPr>
      </p:sp>
      <p:sp>
        <p:nvSpPr>
          <p:cNvPr id="2013" name="data_2012">
            <a:extLst xmlns:a="http://schemas.openxmlformats.org/drawingml/2006/main">
              <a:ext uri="{FF2B5EF4-FFF2-40B4-BE49-F238E27FC236}">
                <a16:creationId xmlns:a16="http://schemas.microsoft.com/office/drawing/2014/main" id="{005B5592-4C8F-41EA-9B94-68F011DF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1802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DE11D"/>
          </a:solidFill>
          <a:ln xmlns:a="http://schemas.openxmlformats.org/drawingml/2006/main" w="3518">
            <a:solidFill>
              <a:srgbClr val="CDE11D"/>
            </a:solidFill>
            <a:prstDash val="solid"/>
          </a:ln>
        </p:spPr>
      </p:sp>
      <p:sp>
        <p:nvSpPr>
          <p:cNvPr id="2014" name="data_2013">
            <a:extLst xmlns:a="http://schemas.openxmlformats.org/drawingml/2006/main">
              <a:ext uri="{FF2B5EF4-FFF2-40B4-BE49-F238E27FC236}">
                <a16:creationId xmlns:a16="http://schemas.microsoft.com/office/drawing/2014/main" id="{569AD79D-DD44-468E-BCFB-7E4F389F0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30664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AE11F"/>
          </a:solidFill>
          <a:ln xmlns:a="http://schemas.openxmlformats.org/drawingml/2006/main" w="3518">
            <a:solidFill>
              <a:srgbClr val="CAE11F"/>
            </a:solidFill>
            <a:prstDash val="solid"/>
          </a:ln>
        </p:spPr>
      </p:sp>
      <p:sp>
        <p:nvSpPr>
          <p:cNvPr id="2015" name="data_2014">
            <a:extLst xmlns:a="http://schemas.openxmlformats.org/drawingml/2006/main">
              <a:ext uri="{FF2B5EF4-FFF2-40B4-BE49-F238E27FC236}">
                <a16:creationId xmlns:a16="http://schemas.microsoft.com/office/drawing/2014/main" id="{6165A46B-7B43-42BD-AD9A-DE4940CD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9526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8E020"/>
          </a:solidFill>
          <a:ln xmlns:a="http://schemas.openxmlformats.org/drawingml/2006/main" w="3518">
            <a:solidFill>
              <a:srgbClr val="C8E020"/>
            </a:solidFill>
            <a:prstDash val="solid"/>
          </a:ln>
        </p:spPr>
      </p:sp>
      <p:sp>
        <p:nvSpPr>
          <p:cNvPr id="2016" name="data_2015">
            <a:extLst xmlns:a="http://schemas.openxmlformats.org/drawingml/2006/main">
              <a:ext uri="{FF2B5EF4-FFF2-40B4-BE49-F238E27FC236}">
                <a16:creationId xmlns:a16="http://schemas.microsoft.com/office/drawing/2014/main" id="{52AD18F5-1E69-44DD-AA20-28BFC1AB1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8388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5E021"/>
          </a:solidFill>
          <a:ln xmlns:a="http://schemas.openxmlformats.org/drawingml/2006/main" w="3518">
            <a:solidFill>
              <a:srgbClr val="C5E021"/>
            </a:solidFill>
            <a:prstDash val="solid"/>
          </a:ln>
        </p:spPr>
      </p:sp>
      <p:sp>
        <p:nvSpPr>
          <p:cNvPr id="2017" name="data_2016">
            <a:extLst xmlns:a="http://schemas.openxmlformats.org/drawingml/2006/main">
              <a:ext uri="{FF2B5EF4-FFF2-40B4-BE49-F238E27FC236}">
                <a16:creationId xmlns:a16="http://schemas.microsoft.com/office/drawing/2014/main" id="{F57A970D-4EBA-4F7E-A8A5-7CDB2408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7250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2DF23"/>
          </a:solidFill>
          <a:ln xmlns:a="http://schemas.openxmlformats.org/drawingml/2006/main" w="3518">
            <a:solidFill>
              <a:srgbClr val="C2DF23"/>
            </a:solidFill>
            <a:prstDash val="solid"/>
          </a:ln>
        </p:spPr>
      </p:sp>
      <p:sp>
        <p:nvSpPr>
          <p:cNvPr id="2018" name="data_2017">
            <a:extLst xmlns:a="http://schemas.openxmlformats.org/drawingml/2006/main">
              <a:ext uri="{FF2B5EF4-FFF2-40B4-BE49-F238E27FC236}">
                <a16:creationId xmlns:a16="http://schemas.microsoft.com/office/drawing/2014/main" id="{10F85BC7-6DF9-4DFA-BF43-17402D13B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6112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0DF25"/>
          </a:solidFill>
          <a:ln xmlns:a="http://schemas.openxmlformats.org/drawingml/2006/main" w="3518">
            <a:solidFill>
              <a:srgbClr val="C0DF25"/>
            </a:solidFill>
            <a:prstDash val="solid"/>
          </a:ln>
        </p:spPr>
      </p:sp>
      <p:sp>
        <p:nvSpPr>
          <p:cNvPr id="2019" name="data_2018">
            <a:extLst xmlns:a="http://schemas.openxmlformats.org/drawingml/2006/main">
              <a:ext uri="{FF2B5EF4-FFF2-40B4-BE49-F238E27FC236}">
                <a16:creationId xmlns:a16="http://schemas.microsoft.com/office/drawing/2014/main" id="{FD2AEB1C-B0F7-49B7-A0D5-FE80C4AB2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4974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DDF26"/>
          </a:solidFill>
          <a:ln xmlns:a="http://schemas.openxmlformats.org/drawingml/2006/main" w="3518">
            <a:solidFill>
              <a:srgbClr val="BDDF26"/>
            </a:solidFill>
            <a:prstDash val="solid"/>
          </a:ln>
        </p:spPr>
      </p:sp>
      <p:sp>
        <p:nvSpPr>
          <p:cNvPr id="2020" name="data_2019">
            <a:extLst xmlns:a="http://schemas.openxmlformats.org/drawingml/2006/main">
              <a:ext uri="{FF2B5EF4-FFF2-40B4-BE49-F238E27FC236}">
                <a16:creationId xmlns:a16="http://schemas.microsoft.com/office/drawing/2014/main" id="{545DEED4-1FC6-478F-B7F7-790EF9EF2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3836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ADE28"/>
          </a:solidFill>
          <a:ln xmlns:a="http://schemas.openxmlformats.org/drawingml/2006/main" w="3518">
            <a:solidFill>
              <a:srgbClr val="BADE28"/>
            </a:solidFill>
            <a:prstDash val="solid"/>
          </a:ln>
        </p:spPr>
      </p:sp>
      <p:sp>
        <p:nvSpPr>
          <p:cNvPr id="2021" name="data_2020">
            <a:extLst xmlns:a="http://schemas.openxmlformats.org/drawingml/2006/main">
              <a:ext uri="{FF2B5EF4-FFF2-40B4-BE49-F238E27FC236}">
                <a16:creationId xmlns:a16="http://schemas.microsoft.com/office/drawing/2014/main" id="{74A330A4-1EA2-4E0C-9C8A-D5BED9312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2698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8DE29"/>
          </a:solidFill>
          <a:ln xmlns:a="http://schemas.openxmlformats.org/drawingml/2006/main" w="3518">
            <a:solidFill>
              <a:srgbClr val="B8DE29"/>
            </a:solidFill>
            <a:prstDash val="solid"/>
          </a:ln>
        </p:spPr>
      </p:sp>
      <p:sp>
        <p:nvSpPr>
          <p:cNvPr id="2022" name="data_2021">
            <a:extLst xmlns:a="http://schemas.openxmlformats.org/drawingml/2006/main">
              <a:ext uri="{FF2B5EF4-FFF2-40B4-BE49-F238E27FC236}">
                <a16:creationId xmlns:a16="http://schemas.microsoft.com/office/drawing/2014/main" id="{5B05DF54-3DF6-4D25-BAA9-92EFC8851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1559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5DE2B"/>
          </a:solidFill>
          <a:ln xmlns:a="http://schemas.openxmlformats.org/drawingml/2006/main" w="3518">
            <a:solidFill>
              <a:srgbClr val="B5DE2B"/>
            </a:solidFill>
            <a:prstDash val="solid"/>
          </a:ln>
        </p:spPr>
      </p:sp>
      <p:sp>
        <p:nvSpPr>
          <p:cNvPr id="2023" name="data_2022">
            <a:extLst xmlns:a="http://schemas.openxmlformats.org/drawingml/2006/main">
              <a:ext uri="{FF2B5EF4-FFF2-40B4-BE49-F238E27FC236}">
                <a16:creationId xmlns:a16="http://schemas.microsoft.com/office/drawing/2014/main" id="{2B5E7CF4-5AC1-4049-BDC1-7C62408CC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20421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2DD2D"/>
          </a:solidFill>
          <a:ln xmlns:a="http://schemas.openxmlformats.org/drawingml/2006/main" w="3518">
            <a:solidFill>
              <a:srgbClr val="B2DD2D"/>
            </a:solidFill>
            <a:prstDash val="solid"/>
          </a:ln>
        </p:spPr>
      </p:sp>
      <p:sp>
        <p:nvSpPr>
          <p:cNvPr id="2024" name="data_2023">
            <a:extLst xmlns:a="http://schemas.openxmlformats.org/drawingml/2006/main">
              <a:ext uri="{FF2B5EF4-FFF2-40B4-BE49-F238E27FC236}">
                <a16:creationId xmlns:a16="http://schemas.microsoft.com/office/drawing/2014/main" id="{B1E18BAA-1ABB-4CC2-92A1-75100F346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9283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0DD2F"/>
          </a:solidFill>
          <a:ln xmlns:a="http://schemas.openxmlformats.org/drawingml/2006/main" w="3518">
            <a:solidFill>
              <a:srgbClr val="B0DD2F"/>
            </a:solidFill>
            <a:prstDash val="solid"/>
          </a:ln>
        </p:spPr>
      </p:sp>
      <p:sp>
        <p:nvSpPr>
          <p:cNvPr id="2025" name="data_2024">
            <a:extLst xmlns:a="http://schemas.openxmlformats.org/drawingml/2006/main">
              <a:ext uri="{FF2B5EF4-FFF2-40B4-BE49-F238E27FC236}">
                <a16:creationId xmlns:a16="http://schemas.microsoft.com/office/drawing/2014/main" id="{400170C3-6E03-4566-95F4-F6D998E3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8145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DDC30"/>
          </a:solidFill>
          <a:ln xmlns:a="http://schemas.openxmlformats.org/drawingml/2006/main" w="3518">
            <a:solidFill>
              <a:srgbClr val="ADDC30"/>
            </a:solidFill>
            <a:prstDash val="solid"/>
          </a:ln>
        </p:spPr>
      </p:sp>
      <p:sp>
        <p:nvSpPr>
          <p:cNvPr id="2026" name="data_2025">
            <a:extLst xmlns:a="http://schemas.openxmlformats.org/drawingml/2006/main">
              <a:ext uri="{FF2B5EF4-FFF2-40B4-BE49-F238E27FC236}">
                <a16:creationId xmlns:a16="http://schemas.microsoft.com/office/drawing/2014/main" id="{4560909C-0DE3-4F6A-A984-E51A336C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7007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ADC32"/>
          </a:solidFill>
          <a:ln xmlns:a="http://schemas.openxmlformats.org/drawingml/2006/main" w="3518">
            <a:solidFill>
              <a:srgbClr val="AADC32"/>
            </a:solidFill>
            <a:prstDash val="solid"/>
          </a:ln>
        </p:spPr>
      </p:sp>
      <p:sp>
        <p:nvSpPr>
          <p:cNvPr id="2027" name="data_2026">
            <a:extLst xmlns:a="http://schemas.openxmlformats.org/drawingml/2006/main">
              <a:ext uri="{FF2B5EF4-FFF2-40B4-BE49-F238E27FC236}">
                <a16:creationId xmlns:a16="http://schemas.microsoft.com/office/drawing/2014/main" id="{A623F2BF-404D-441F-963B-6475E012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5869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8DB34"/>
          </a:solidFill>
          <a:ln xmlns:a="http://schemas.openxmlformats.org/drawingml/2006/main" w="3518">
            <a:solidFill>
              <a:srgbClr val="A8DB34"/>
            </a:solidFill>
            <a:prstDash val="solid"/>
          </a:ln>
        </p:spPr>
      </p:sp>
      <p:sp>
        <p:nvSpPr>
          <p:cNvPr id="2028" name="data_2027">
            <a:extLst xmlns:a="http://schemas.openxmlformats.org/drawingml/2006/main">
              <a:ext uri="{FF2B5EF4-FFF2-40B4-BE49-F238E27FC236}">
                <a16:creationId xmlns:a16="http://schemas.microsoft.com/office/drawing/2014/main" id="{2CA5AAB6-9756-4246-B4EA-67FDC92A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4731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5DB36"/>
          </a:solidFill>
          <a:ln xmlns:a="http://schemas.openxmlformats.org/drawingml/2006/main" w="3518">
            <a:solidFill>
              <a:srgbClr val="A5DB36"/>
            </a:solidFill>
            <a:prstDash val="solid"/>
          </a:ln>
        </p:spPr>
      </p:sp>
      <p:sp>
        <p:nvSpPr>
          <p:cNvPr id="2029" name="data_2028">
            <a:extLst xmlns:a="http://schemas.openxmlformats.org/drawingml/2006/main">
              <a:ext uri="{FF2B5EF4-FFF2-40B4-BE49-F238E27FC236}">
                <a16:creationId xmlns:a16="http://schemas.microsoft.com/office/drawing/2014/main" id="{CDEA6145-0771-424B-A86E-01BC7466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3593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2DA37"/>
          </a:solidFill>
          <a:ln xmlns:a="http://schemas.openxmlformats.org/drawingml/2006/main" w="3518">
            <a:solidFill>
              <a:srgbClr val="A2DA37"/>
            </a:solidFill>
            <a:prstDash val="solid"/>
          </a:ln>
        </p:spPr>
      </p:sp>
      <p:sp>
        <p:nvSpPr>
          <p:cNvPr id="2030" name="data_2029">
            <a:extLst xmlns:a="http://schemas.openxmlformats.org/drawingml/2006/main">
              <a:ext uri="{FF2B5EF4-FFF2-40B4-BE49-F238E27FC236}">
                <a16:creationId xmlns:a16="http://schemas.microsoft.com/office/drawing/2014/main" id="{8FE77504-2F33-48FF-964C-60AD7604B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2455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0DA39"/>
          </a:solidFill>
          <a:ln xmlns:a="http://schemas.openxmlformats.org/drawingml/2006/main" w="3518">
            <a:solidFill>
              <a:srgbClr val="A0DA39"/>
            </a:solidFill>
            <a:prstDash val="solid"/>
          </a:ln>
        </p:spPr>
      </p:sp>
      <p:sp>
        <p:nvSpPr>
          <p:cNvPr id="2031" name="data_2030">
            <a:extLst xmlns:a="http://schemas.openxmlformats.org/drawingml/2006/main">
              <a:ext uri="{FF2B5EF4-FFF2-40B4-BE49-F238E27FC236}">
                <a16:creationId xmlns:a16="http://schemas.microsoft.com/office/drawing/2014/main" id="{B4E64B03-DE75-48AD-8010-F3D145E81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1316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DD93B"/>
          </a:solidFill>
          <a:ln xmlns:a="http://schemas.openxmlformats.org/drawingml/2006/main" w="3518">
            <a:solidFill>
              <a:srgbClr val="9DD93B"/>
            </a:solidFill>
            <a:prstDash val="solid"/>
          </a:ln>
        </p:spPr>
      </p:sp>
      <p:sp>
        <p:nvSpPr>
          <p:cNvPr id="2032" name="data_2031">
            <a:extLst xmlns:a="http://schemas.openxmlformats.org/drawingml/2006/main">
              <a:ext uri="{FF2B5EF4-FFF2-40B4-BE49-F238E27FC236}">
                <a16:creationId xmlns:a16="http://schemas.microsoft.com/office/drawing/2014/main" id="{876220DE-27A8-430E-89C3-D6EEB39DD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10178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BD93C"/>
          </a:solidFill>
          <a:ln xmlns:a="http://schemas.openxmlformats.org/drawingml/2006/main" w="3518">
            <a:solidFill>
              <a:srgbClr val="9BD93C"/>
            </a:solidFill>
            <a:prstDash val="solid"/>
          </a:ln>
        </p:spPr>
      </p:sp>
      <p:sp>
        <p:nvSpPr>
          <p:cNvPr id="2033" name="data_2032">
            <a:extLst xmlns:a="http://schemas.openxmlformats.org/drawingml/2006/main">
              <a:ext uri="{FF2B5EF4-FFF2-40B4-BE49-F238E27FC236}">
                <a16:creationId xmlns:a16="http://schemas.microsoft.com/office/drawing/2014/main" id="{A5A5213A-AA41-4D2A-ABC6-0CCE10A70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09040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8D83E"/>
          </a:solidFill>
          <a:ln xmlns:a="http://schemas.openxmlformats.org/drawingml/2006/main" w="3518">
            <a:solidFill>
              <a:srgbClr val="98D83E"/>
            </a:solidFill>
            <a:prstDash val="solid"/>
          </a:ln>
        </p:spPr>
      </p:sp>
      <p:sp>
        <p:nvSpPr>
          <p:cNvPr id="2034" name="data_2033">
            <a:extLst xmlns:a="http://schemas.openxmlformats.org/drawingml/2006/main">
              <a:ext uri="{FF2B5EF4-FFF2-40B4-BE49-F238E27FC236}">
                <a16:creationId xmlns:a16="http://schemas.microsoft.com/office/drawing/2014/main" id="{A869CD56-B2CB-4D8D-AA37-BBAE1917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07902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5D840"/>
          </a:solidFill>
          <a:ln xmlns:a="http://schemas.openxmlformats.org/drawingml/2006/main" w="3518">
            <a:solidFill>
              <a:srgbClr val="95D840"/>
            </a:solidFill>
            <a:prstDash val="solid"/>
          </a:ln>
        </p:spPr>
      </p:sp>
      <p:sp>
        <p:nvSpPr>
          <p:cNvPr id="2035" name="data_2034">
            <a:extLst xmlns:a="http://schemas.openxmlformats.org/drawingml/2006/main">
              <a:ext uri="{FF2B5EF4-FFF2-40B4-BE49-F238E27FC236}">
                <a16:creationId xmlns:a16="http://schemas.microsoft.com/office/drawing/2014/main" id="{D6990E9C-EE6C-46B7-8221-B0A5C909F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06764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3D741"/>
          </a:solidFill>
          <a:ln xmlns:a="http://schemas.openxmlformats.org/drawingml/2006/main" w="3518">
            <a:solidFill>
              <a:srgbClr val="93D741"/>
            </a:solidFill>
            <a:prstDash val="solid"/>
          </a:ln>
        </p:spPr>
      </p:sp>
      <p:sp>
        <p:nvSpPr>
          <p:cNvPr id="2036" name="data_2035">
            <a:extLst xmlns:a="http://schemas.openxmlformats.org/drawingml/2006/main">
              <a:ext uri="{FF2B5EF4-FFF2-40B4-BE49-F238E27FC236}">
                <a16:creationId xmlns:a16="http://schemas.microsoft.com/office/drawing/2014/main" id="{684C8F8C-5F55-4DBD-8674-E54E753BC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05626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0D743"/>
          </a:solidFill>
          <a:ln xmlns:a="http://schemas.openxmlformats.org/drawingml/2006/main" w="3518">
            <a:solidFill>
              <a:srgbClr val="90D743"/>
            </a:solidFill>
            <a:prstDash val="solid"/>
          </a:ln>
        </p:spPr>
      </p:sp>
      <p:sp>
        <p:nvSpPr>
          <p:cNvPr id="2037" name="data_2036">
            <a:extLst xmlns:a="http://schemas.openxmlformats.org/drawingml/2006/main">
              <a:ext uri="{FF2B5EF4-FFF2-40B4-BE49-F238E27FC236}">
                <a16:creationId xmlns:a16="http://schemas.microsoft.com/office/drawing/2014/main" id="{4CFDEF88-66E9-4A33-9FAA-EF6E6F64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04488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ED645"/>
          </a:solidFill>
          <a:ln xmlns:a="http://schemas.openxmlformats.org/drawingml/2006/main" w="3518">
            <a:solidFill>
              <a:srgbClr val="8ED645"/>
            </a:solidFill>
            <a:prstDash val="solid"/>
          </a:ln>
        </p:spPr>
      </p:sp>
      <p:sp>
        <p:nvSpPr>
          <p:cNvPr id="2038" name="data_2037">
            <a:extLst xmlns:a="http://schemas.openxmlformats.org/drawingml/2006/main">
              <a:ext uri="{FF2B5EF4-FFF2-40B4-BE49-F238E27FC236}">
                <a16:creationId xmlns:a16="http://schemas.microsoft.com/office/drawing/2014/main" id="{BB7EA5DB-F9D8-4C78-B453-9C4F607C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03350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BD646"/>
          </a:solidFill>
          <a:ln xmlns:a="http://schemas.openxmlformats.org/drawingml/2006/main" w="3518">
            <a:solidFill>
              <a:srgbClr val="8BD646"/>
            </a:solidFill>
            <a:prstDash val="solid"/>
          </a:ln>
        </p:spPr>
      </p:sp>
      <p:sp>
        <p:nvSpPr>
          <p:cNvPr id="2039" name="data_2038">
            <a:extLst xmlns:a="http://schemas.openxmlformats.org/drawingml/2006/main">
              <a:ext uri="{FF2B5EF4-FFF2-40B4-BE49-F238E27FC236}">
                <a16:creationId xmlns:a16="http://schemas.microsoft.com/office/drawing/2014/main" id="{3E29E07F-6F28-46D3-A3ED-4CE8B249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02212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9D548"/>
          </a:solidFill>
          <a:ln xmlns:a="http://schemas.openxmlformats.org/drawingml/2006/main" w="3518">
            <a:solidFill>
              <a:srgbClr val="89D548"/>
            </a:solidFill>
            <a:prstDash val="solid"/>
          </a:ln>
        </p:spPr>
      </p:sp>
      <p:sp>
        <p:nvSpPr>
          <p:cNvPr id="2040" name="data_2039">
            <a:extLst xmlns:a="http://schemas.openxmlformats.org/drawingml/2006/main">
              <a:ext uri="{FF2B5EF4-FFF2-40B4-BE49-F238E27FC236}">
                <a16:creationId xmlns:a16="http://schemas.microsoft.com/office/drawing/2014/main" id="{29E60A2A-0EA1-47B0-ACCC-AF4D6959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701074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6D549"/>
          </a:solidFill>
          <a:ln xmlns:a="http://schemas.openxmlformats.org/drawingml/2006/main" w="3518">
            <a:solidFill>
              <a:srgbClr val="86D549"/>
            </a:solidFill>
            <a:prstDash val="solid"/>
          </a:ln>
        </p:spPr>
      </p:sp>
      <p:sp>
        <p:nvSpPr>
          <p:cNvPr id="2041" name="data_2040">
            <a:extLst xmlns:a="http://schemas.openxmlformats.org/drawingml/2006/main">
              <a:ext uri="{FF2B5EF4-FFF2-40B4-BE49-F238E27FC236}">
                <a16:creationId xmlns:a16="http://schemas.microsoft.com/office/drawing/2014/main" id="{79AED7FE-6F1B-44B3-9FDA-CBEDA53E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9935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4D44B"/>
          </a:solidFill>
          <a:ln xmlns:a="http://schemas.openxmlformats.org/drawingml/2006/main" w="3518">
            <a:solidFill>
              <a:srgbClr val="84D44B"/>
            </a:solidFill>
            <a:prstDash val="solid"/>
          </a:ln>
        </p:spPr>
      </p:sp>
      <p:sp>
        <p:nvSpPr>
          <p:cNvPr id="2042" name="data_2041">
            <a:extLst xmlns:a="http://schemas.openxmlformats.org/drawingml/2006/main">
              <a:ext uri="{FF2B5EF4-FFF2-40B4-BE49-F238E27FC236}">
                <a16:creationId xmlns:a16="http://schemas.microsoft.com/office/drawing/2014/main" id="{015EF426-F87F-48FF-881E-EA776F989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8797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1D34D"/>
          </a:solidFill>
          <a:ln xmlns:a="http://schemas.openxmlformats.org/drawingml/2006/main" w="3518">
            <a:solidFill>
              <a:srgbClr val="81D34D"/>
            </a:solidFill>
            <a:prstDash val="solid"/>
          </a:ln>
        </p:spPr>
      </p:sp>
      <p:sp>
        <p:nvSpPr>
          <p:cNvPr id="2043" name="data_2042">
            <a:extLst xmlns:a="http://schemas.openxmlformats.org/drawingml/2006/main">
              <a:ext uri="{FF2B5EF4-FFF2-40B4-BE49-F238E27FC236}">
                <a16:creationId xmlns:a16="http://schemas.microsoft.com/office/drawing/2014/main" id="{0CB14296-2676-42F8-84BF-E0DE93E5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7659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FD34E"/>
          </a:solidFill>
          <a:ln xmlns:a="http://schemas.openxmlformats.org/drawingml/2006/main" w="3518">
            <a:solidFill>
              <a:srgbClr val="7FD34E"/>
            </a:solidFill>
            <a:prstDash val="solid"/>
          </a:ln>
        </p:spPr>
      </p:sp>
      <p:sp>
        <p:nvSpPr>
          <p:cNvPr id="2044" name="data_2043">
            <a:extLst xmlns:a="http://schemas.openxmlformats.org/drawingml/2006/main">
              <a:ext uri="{FF2B5EF4-FFF2-40B4-BE49-F238E27FC236}">
                <a16:creationId xmlns:a16="http://schemas.microsoft.com/office/drawing/2014/main" id="{74D88679-A746-4BF6-9E4D-CD777EB3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6521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CD250"/>
          </a:solidFill>
          <a:ln xmlns:a="http://schemas.openxmlformats.org/drawingml/2006/main" w="3518">
            <a:solidFill>
              <a:srgbClr val="7CD250"/>
            </a:solidFill>
            <a:prstDash val="solid"/>
          </a:ln>
        </p:spPr>
      </p:sp>
      <p:sp>
        <p:nvSpPr>
          <p:cNvPr id="2045" name="data_2044">
            <a:extLst xmlns:a="http://schemas.openxmlformats.org/drawingml/2006/main">
              <a:ext uri="{FF2B5EF4-FFF2-40B4-BE49-F238E27FC236}">
                <a16:creationId xmlns:a16="http://schemas.microsoft.com/office/drawing/2014/main" id="{1FB180F5-40E9-4791-9A03-5A6116662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5383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AD151"/>
          </a:solidFill>
          <a:ln xmlns:a="http://schemas.openxmlformats.org/drawingml/2006/main" w="3518">
            <a:solidFill>
              <a:srgbClr val="7AD151"/>
            </a:solidFill>
            <a:prstDash val="solid"/>
          </a:ln>
        </p:spPr>
      </p:sp>
      <p:sp>
        <p:nvSpPr>
          <p:cNvPr id="2046" name="data_2045">
            <a:extLst xmlns:a="http://schemas.openxmlformats.org/drawingml/2006/main">
              <a:ext uri="{FF2B5EF4-FFF2-40B4-BE49-F238E27FC236}">
                <a16:creationId xmlns:a16="http://schemas.microsoft.com/office/drawing/2014/main" id="{25E91522-485E-46BE-B0D5-6303117F3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4245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7D153"/>
          </a:solidFill>
          <a:ln xmlns:a="http://schemas.openxmlformats.org/drawingml/2006/main" w="3518">
            <a:solidFill>
              <a:srgbClr val="77D153"/>
            </a:solidFill>
            <a:prstDash val="solid"/>
          </a:ln>
        </p:spPr>
      </p:sp>
      <p:sp>
        <p:nvSpPr>
          <p:cNvPr id="2047" name="data_2046">
            <a:extLst xmlns:a="http://schemas.openxmlformats.org/drawingml/2006/main">
              <a:ext uri="{FF2B5EF4-FFF2-40B4-BE49-F238E27FC236}">
                <a16:creationId xmlns:a16="http://schemas.microsoft.com/office/drawing/2014/main" id="{0C3678A9-5566-488C-9CFE-27BD5253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3107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5D054"/>
          </a:solidFill>
          <a:ln xmlns:a="http://schemas.openxmlformats.org/drawingml/2006/main" w="3518">
            <a:solidFill>
              <a:srgbClr val="75D054"/>
            </a:solidFill>
            <a:prstDash val="solid"/>
          </a:ln>
        </p:spPr>
      </p:sp>
      <p:sp>
        <p:nvSpPr>
          <p:cNvPr id="2048" name="data_2047">
            <a:extLst xmlns:a="http://schemas.openxmlformats.org/drawingml/2006/main">
              <a:ext uri="{FF2B5EF4-FFF2-40B4-BE49-F238E27FC236}">
                <a16:creationId xmlns:a16="http://schemas.microsoft.com/office/drawing/2014/main" id="{A12365B0-4F3D-47C3-B023-2ED68524D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1969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3D056"/>
          </a:solidFill>
          <a:ln xmlns:a="http://schemas.openxmlformats.org/drawingml/2006/main" w="3518">
            <a:solidFill>
              <a:srgbClr val="73D056"/>
            </a:solidFill>
            <a:prstDash val="solid"/>
          </a:ln>
        </p:spPr>
      </p:sp>
      <p:sp>
        <p:nvSpPr>
          <p:cNvPr id="2049" name="data_2048">
            <a:extLst xmlns:a="http://schemas.openxmlformats.org/drawingml/2006/main">
              <a:ext uri="{FF2B5EF4-FFF2-40B4-BE49-F238E27FC236}">
                <a16:creationId xmlns:a16="http://schemas.microsoft.com/office/drawing/2014/main" id="{1D2D8234-FB15-401B-8413-B2B0354CB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90831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0CF57"/>
          </a:solidFill>
          <a:ln xmlns:a="http://schemas.openxmlformats.org/drawingml/2006/main" w="3518">
            <a:solidFill>
              <a:srgbClr val="70CF57"/>
            </a:solidFill>
            <a:prstDash val="solid"/>
          </a:ln>
        </p:spPr>
      </p:sp>
      <p:sp>
        <p:nvSpPr>
          <p:cNvPr id="2050" name="data_2049">
            <a:extLst xmlns:a="http://schemas.openxmlformats.org/drawingml/2006/main">
              <a:ext uri="{FF2B5EF4-FFF2-40B4-BE49-F238E27FC236}">
                <a16:creationId xmlns:a16="http://schemas.microsoft.com/office/drawing/2014/main" id="{9514191E-E247-4407-8164-7A87AFE68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9692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ECE58"/>
          </a:solidFill>
          <a:ln xmlns:a="http://schemas.openxmlformats.org/drawingml/2006/main" w="3518">
            <a:solidFill>
              <a:srgbClr val="6ECE58"/>
            </a:solidFill>
            <a:prstDash val="solid"/>
          </a:ln>
        </p:spPr>
      </p:sp>
      <p:sp>
        <p:nvSpPr>
          <p:cNvPr id="2051" name="data_2050">
            <a:extLst xmlns:a="http://schemas.openxmlformats.org/drawingml/2006/main">
              <a:ext uri="{FF2B5EF4-FFF2-40B4-BE49-F238E27FC236}">
                <a16:creationId xmlns:a16="http://schemas.microsoft.com/office/drawing/2014/main" id="{43585111-668C-4E0B-AC23-A5C6ED509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8554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CCD5A"/>
          </a:solidFill>
          <a:ln xmlns:a="http://schemas.openxmlformats.org/drawingml/2006/main" w="3518">
            <a:solidFill>
              <a:srgbClr val="6CCD5A"/>
            </a:solidFill>
            <a:prstDash val="solid"/>
          </a:ln>
        </p:spPr>
      </p:sp>
      <p:sp>
        <p:nvSpPr>
          <p:cNvPr id="2052" name="data_2051">
            <a:extLst xmlns:a="http://schemas.openxmlformats.org/drawingml/2006/main">
              <a:ext uri="{FF2B5EF4-FFF2-40B4-BE49-F238E27FC236}">
                <a16:creationId xmlns:a16="http://schemas.microsoft.com/office/drawing/2014/main" id="{4838FAE2-86EF-4677-8EEF-197289F65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7416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9CD5B"/>
          </a:solidFill>
          <a:ln xmlns:a="http://schemas.openxmlformats.org/drawingml/2006/main" w="3518">
            <a:solidFill>
              <a:srgbClr val="69CD5B"/>
            </a:solidFill>
            <a:prstDash val="solid"/>
          </a:ln>
        </p:spPr>
      </p:sp>
      <p:sp>
        <p:nvSpPr>
          <p:cNvPr id="2053" name="data_2052">
            <a:extLst xmlns:a="http://schemas.openxmlformats.org/drawingml/2006/main">
              <a:ext uri="{FF2B5EF4-FFF2-40B4-BE49-F238E27FC236}">
                <a16:creationId xmlns:a16="http://schemas.microsoft.com/office/drawing/2014/main" id="{1EF73D2F-DB84-4503-9153-899617E16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6278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7CC5C"/>
          </a:solidFill>
          <a:ln xmlns:a="http://schemas.openxmlformats.org/drawingml/2006/main" w="3518">
            <a:solidFill>
              <a:srgbClr val="67CC5C"/>
            </a:solidFill>
            <a:prstDash val="solid"/>
          </a:ln>
        </p:spPr>
      </p:sp>
      <p:sp>
        <p:nvSpPr>
          <p:cNvPr id="2054" name="data_2053">
            <a:extLst xmlns:a="http://schemas.openxmlformats.org/drawingml/2006/main">
              <a:ext uri="{FF2B5EF4-FFF2-40B4-BE49-F238E27FC236}">
                <a16:creationId xmlns:a16="http://schemas.microsoft.com/office/drawing/2014/main" id="{A64DE622-2067-46F1-8A82-E6B338D3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5140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5CB5E"/>
          </a:solidFill>
          <a:ln xmlns:a="http://schemas.openxmlformats.org/drawingml/2006/main" w="3518">
            <a:solidFill>
              <a:srgbClr val="65CB5E"/>
            </a:solidFill>
            <a:prstDash val="solid"/>
          </a:ln>
        </p:spPr>
      </p:sp>
      <p:sp>
        <p:nvSpPr>
          <p:cNvPr id="2055" name="data_2054">
            <a:extLst xmlns:a="http://schemas.openxmlformats.org/drawingml/2006/main">
              <a:ext uri="{FF2B5EF4-FFF2-40B4-BE49-F238E27FC236}">
                <a16:creationId xmlns:a16="http://schemas.microsoft.com/office/drawing/2014/main" id="{40711E16-7894-432C-83C0-36FE1C009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4002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3CB5F"/>
          </a:solidFill>
          <a:ln xmlns:a="http://schemas.openxmlformats.org/drawingml/2006/main" w="3518">
            <a:solidFill>
              <a:srgbClr val="63CB5F"/>
            </a:solidFill>
            <a:prstDash val="solid"/>
          </a:ln>
        </p:spPr>
      </p:sp>
      <p:sp>
        <p:nvSpPr>
          <p:cNvPr id="2056" name="data_2055">
            <a:extLst xmlns:a="http://schemas.openxmlformats.org/drawingml/2006/main">
              <a:ext uri="{FF2B5EF4-FFF2-40B4-BE49-F238E27FC236}">
                <a16:creationId xmlns:a16="http://schemas.microsoft.com/office/drawing/2014/main" id="{BCE480CE-C8CA-47C6-8A88-997EC5DB7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2864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0CA60"/>
          </a:solidFill>
          <a:ln xmlns:a="http://schemas.openxmlformats.org/drawingml/2006/main" w="3518">
            <a:solidFill>
              <a:srgbClr val="60CA60"/>
            </a:solidFill>
            <a:prstDash val="solid"/>
          </a:ln>
        </p:spPr>
      </p:sp>
      <p:sp>
        <p:nvSpPr>
          <p:cNvPr id="2057" name="data_2056">
            <a:extLst xmlns:a="http://schemas.openxmlformats.org/drawingml/2006/main">
              <a:ext uri="{FF2B5EF4-FFF2-40B4-BE49-F238E27FC236}">
                <a16:creationId xmlns:a16="http://schemas.microsoft.com/office/drawing/2014/main" id="{F6B88E16-D197-4EB2-AF07-6FF3EBDC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1726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EC962"/>
          </a:solidFill>
          <a:ln xmlns:a="http://schemas.openxmlformats.org/drawingml/2006/main" w="3518">
            <a:solidFill>
              <a:srgbClr val="5EC962"/>
            </a:solidFill>
            <a:prstDash val="solid"/>
          </a:ln>
        </p:spPr>
      </p:sp>
      <p:sp>
        <p:nvSpPr>
          <p:cNvPr id="2058" name="data_2057">
            <a:extLst xmlns:a="http://schemas.openxmlformats.org/drawingml/2006/main">
              <a:ext uri="{FF2B5EF4-FFF2-40B4-BE49-F238E27FC236}">
                <a16:creationId xmlns:a16="http://schemas.microsoft.com/office/drawing/2014/main" id="{A8A0825B-FAFE-4090-AF72-85CB28D8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80588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CC863"/>
          </a:solidFill>
          <a:ln xmlns:a="http://schemas.openxmlformats.org/drawingml/2006/main" w="3518">
            <a:solidFill>
              <a:srgbClr val="5CC863"/>
            </a:solidFill>
            <a:prstDash val="solid"/>
          </a:ln>
        </p:spPr>
      </p:sp>
      <p:sp>
        <p:nvSpPr>
          <p:cNvPr id="2059" name="data_2058">
            <a:extLst xmlns:a="http://schemas.openxmlformats.org/drawingml/2006/main">
              <a:ext uri="{FF2B5EF4-FFF2-40B4-BE49-F238E27FC236}">
                <a16:creationId xmlns:a16="http://schemas.microsoft.com/office/drawing/2014/main" id="{A076B135-9370-47A5-893E-E9AB3350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9449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AC864"/>
          </a:solidFill>
          <a:ln xmlns:a="http://schemas.openxmlformats.org/drawingml/2006/main" w="3518">
            <a:solidFill>
              <a:srgbClr val="5AC864"/>
            </a:solidFill>
            <a:prstDash val="solid"/>
          </a:ln>
        </p:spPr>
      </p:sp>
      <p:sp>
        <p:nvSpPr>
          <p:cNvPr id="2060" name="data_2059">
            <a:extLst xmlns:a="http://schemas.openxmlformats.org/drawingml/2006/main">
              <a:ext uri="{FF2B5EF4-FFF2-40B4-BE49-F238E27FC236}">
                <a16:creationId xmlns:a16="http://schemas.microsoft.com/office/drawing/2014/main" id="{F2CEC3E3-702F-480A-A474-41EE1FB00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8311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8C765"/>
          </a:solidFill>
          <a:ln xmlns:a="http://schemas.openxmlformats.org/drawingml/2006/main" w="3518">
            <a:solidFill>
              <a:srgbClr val="58C765"/>
            </a:solidFill>
            <a:prstDash val="solid"/>
          </a:ln>
        </p:spPr>
      </p:sp>
      <p:sp>
        <p:nvSpPr>
          <p:cNvPr id="2061" name="data_2060">
            <a:extLst xmlns:a="http://schemas.openxmlformats.org/drawingml/2006/main">
              <a:ext uri="{FF2B5EF4-FFF2-40B4-BE49-F238E27FC236}">
                <a16:creationId xmlns:a16="http://schemas.microsoft.com/office/drawing/2014/main" id="{F8BE89DF-CFC1-4CFE-A536-9CEA21760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7173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6C667"/>
          </a:solidFill>
          <a:ln xmlns:a="http://schemas.openxmlformats.org/drawingml/2006/main" w="3518">
            <a:solidFill>
              <a:srgbClr val="56C667"/>
            </a:solidFill>
            <a:prstDash val="solid"/>
          </a:ln>
        </p:spPr>
      </p:sp>
      <p:sp>
        <p:nvSpPr>
          <p:cNvPr id="2062" name="data_2061">
            <a:extLst xmlns:a="http://schemas.openxmlformats.org/drawingml/2006/main">
              <a:ext uri="{FF2B5EF4-FFF2-40B4-BE49-F238E27FC236}">
                <a16:creationId xmlns:a16="http://schemas.microsoft.com/office/drawing/2014/main" id="{8B03ACA8-14AB-481F-9E9B-85642765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6035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4C568"/>
          </a:solidFill>
          <a:ln xmlns:a="http://schemas.openxmlformats.org/drawingml/2006/main" w="3518">
            <a:solidFill>
              <a:srgbClr val="54C568"/>
            </a:solidFill>
            <a:prstDash val="solid"/>
          </a:ln>
        </p:spPr>
      </p:sp>
      <p:sp>
        <p:nvSpPr>
          <p:cNvPr id="2063" name="data_2062">
            <a:extLst xmlns:a="http://schemas.openxmlformats.org/drawingml/2006/main">
              <a:ext uri="{FF2B5EF4-FFF2-40B4-BE49-F238E27FC236}">
                <a16:creationId xmlns:a16="http://schemas.microsoft.com/office/drawing/2014/main" id="{4CD61D82-A749-46AB-84BD-CCCD52B7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4897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2C569"/>
          </a:solidFill>
          <a:ln xmlns:a="http://schemas.openxmlformats.org/drawingml/2006/main" w="3518">
            <a:solidFill>
              <a:srgbClr val="52C569"/>
            </a:solidFill>
            <a:prstDash val="solid"/>
          </a:ln>
        </p:spPr>
      </p:sp>
      <p:sp>
        <p:nvSpPr>
          <p:cNvPr id="2064" name="data_2063">
            <a:extLst xmlns:a="http://schemas.openxmlformats.org/drawingml/2006/main">
              <a:ext uri="{FF2B5EF4-FFF2-40B4-BE49-F238E27FC236}">
                <a16:creationId xmlns:a16="http://schemas.microsoft.com/office/drawing/2014/main" id="{6483A2E6-9D57-4441-9438-FE518CE8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3759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0C46A"/>
          </a:solidFill>
          <a:ln xmlns:a="http://schemas.openxmlformats.org/drawingml/2006/main" w="3518">
            <a:solidFill>
              <a:srgbClr val="50C46A"/>
            </a:solidFill>
            <a:prstDash val="solid"/>
          </a:ln>
        </p:spPr>
      </p:sp>
      <p:sp>
        <p:nvSpPr>
          <p:cNvPr id="2065" name="data_2064">
            <a:extLst xmlns:a="http://schemas.openxmlformats.org/drawingml/2006/main">
              <a:ext uri="{FF2B5EF4-FFF2-40B4-BE49-F238E27FC236}">
                <a16:creationId xmlns:a16="http://schemas.microsoft.com/office/drawing/2014/main" id="{810EF1BB-8E90-4442-A7FE-89E937EE3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2621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EC36B"/>
          </a:solidFill>
          <a:ln xmlns:a="http://schemas.openxmlformats.org/drawingml/2006/main" w="3518">
            <a:solidFill>
              <a:srgbClr val="4EC36B"/>
            </a:solidFill>
            <a:prstDash val="solid"/>
          </a:ln>
        </p:spPr>
      </p:sp>
      <p:sp>
        <p:nvSpPr>
          <p:cNvPr id="2066" name="data_2065">
            <a:extLst xmlns:a="http://schemas.openxmlformats.org/drawingml/2006/main">
              <a:ext uri="{FF2B5EF4-FFF2-40B4-BE49-F238E27FC236}">
                <a16:creationId xmlns:a16="http://schemas.microsoft.com/office/drawing/2014/main" id="{EE6C26BC-7CAD-45F3-9E66-92BEE5181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1483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CC26C"/>
          </a:solidFill>
          <a:ln xmlns:a="http://schemas.openxmlformats.org/drawingml/2006/main" w="3518">
            <a:solidFill>
              <a:srgbClr val="4CC26C"/>
            </a:solidFill>
            <a:prstDash val="solid"/>
          </a:ln>
        </p:spPr>
      </p:sp>
      <p:sp>
        <p:nvSpPr>
          <p:cNvPr id="2067" name="data_2066">
            <a:extLst xmlns:a="http://schemas.openxmlformats.org/drawingml/2006/main">
              <a:ext uri="{FF2B5EF4-FFF2-40B4-BE49-F238E27FC236}">
                <a16:creationId xmlns:a16="http://schemas.microsoft.com/office/drawing/2014/main" id="{D2A24358-144E-42CA-9502-894F6F7CC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70345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AC16D"/>
          </a:solidFill>
          <a:ln xmlns:a="http://schemas.openxmlformats.org/drawingml/2006/main" w="3518">
            <a:solidFill>
              <a:srgbClr val="4AC16D"/>
            </a:solidFill>
            <a:prstDash val="solid"/>
          </a:ln>
        </p:spPr>
      </p:sp>
      <p:sp>
        <p:nvSpPr>
          <p:cNvPr id="2068" name="data_2067">
            <a:extLst xmlns:a="http://schemas.openxmlformats.org/drawingml/2006/main">
              <a:ext uri="{FF2B5EF4-FFF2-40B4-BE49-F238E27FC236}">
                <a16:creationId xmlns:a16="http://schemas.microsoft.com/office/drawing/2014/main" id="{A1F61E6A-3897-4969-9BE1-13B3AA43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9207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C16E"/>
          </a:solidFill>
          <a:ln xmlns:a="http://schemas.openxmlformats.org/drawingml/2006/main" w="3518">
            <a:solidFill>
              <a:srgbClr val="48C16E"/>
            </a:solidFill>
            <a:prstDash val="solid"/>
          </a:ln>
        </p:spPr>
      </p:sp>
      <p:sp>
        <p:nvSpPr>
          <p:cNvPr id="2069" name="data_2068">
            <a:extLst xmlns:a="http://schemas.openxmlformats.org/drawingml/2006/main">
              <a:ext uri="{FF2B5EF4-FFF2-40B4-BE49-F238E27FC236}">
                <a16:creationId xmlns:a16="http://schemas.microsoft.com/office/drawing/2014/main" id="{CE93042E-2454-4C8C-9D2E-AF23E4FA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8068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C06F"/>
          </a:solidFill>
          <a:ln xmlns:a="http://schemas.openxmlformats.org/drawingml/2006/main" w="3518">
            <a:solidFill>
              <a:srgbClr val="46C06F"/>
            </a:solidFill>
            <a:prstDash val="solid"/>
          </a:ln>
        </p:spPr>
      </p:sp>
      <p:sp>
        <p:nvSpPr>
          <p:cNvPr id="2070" name="data_2069">
            <a:extLst xmlns:a="http://schemas.openxmlformats.org/drawingml/2006/main">
              <a:ext uri="{FF2B5EF4-FFF2-40B4-BE49-F238E27FC236}">
                <a16:creationId xmlns:a16="http://schemas.microsoft.com/office/drawing/2014/main" id="{E123CD4F-E7F7-42A9-A03E-84FA528D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6930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BF70"/>
          </a:solidFill>
          <a:ln xmlns:a="http://schemas.openxmlformats.org/drawingml/2006/main" w="3518">
            <a:solidFill>
              <a:srgbClr val="44BF70"/>
            </a:solidFill>
            <a:prstDash val="solid"/>
          </a:ln>
        </p:spPr>
      </p:sp>
      <p:sp>
        <p:nvSpPr>
          <p:cNvPr id="2071" name="data_2070">
            <a:extLst xmlns:a="http://schemas.openxmlformats.org/drawingml/2006/main">
              <a:ext uri="{FF2B5EF4-FFF2-40B4-BE49-F238E27FC236}">
                <a16:creationId xmlns:a16="http://schemas.microsoft.com/office/drawing/2014/main" id="{AA1FC0A2-703B-46DB-A6C6-334C13DB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5792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2BE71"/>
          </a:solidFill>
          <a:ln xmlns:a="http://schemas.openxmlformats.org/drawingml/2006/main" w="3518">
            <a:solidFill>
              <a:srgbClr val="42BE71"/>
            </a:solidFill>
            <a:prstDash val="solid"/>
          </a:ln>
        </p:spPr>
      </p:sp>
      <p:sp>
        <p:nvSpPr>
          <p:cNvPr id="2072" name="data_2071">
            <a:extLst xmlns:a="http://schemas.openxmlformats.org/drawingml/2006/main">
              <a:ext uri="{FF2B5EF4-FFF2-40B4-BE49-F238E27FC236}">
                <a16:creationId xmlns:a16="http://schemas.microsoft.com/office/drawing/2014/main" id="{D31EAFAC-2B6C-4726-BBC4-67A6C4BA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4654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0BD72"/>
          </a:solidFill>
          <a:ln xmlns:a="http://schemas.openxmlformats.org/drawingml/2006/main" w="3518">
            <a:solidFill>
              <a:srgbClr val="40BD72"/>
            </a:solidFill>
            <a:prstDash val="solid"/>
          </a:ln>
        </p:spPr>
      </p:sp>
      <p:sp>
        <p:nvSpPr>
          <p:cNvPr id="2073" name="data_2072">
            <a:extLst xmlns:a="http://schemas.openxmlformats.org/drawingml/2006/main">
              <a:ext uri="{FF2B5EF4-FFF2-40B4-BE49-F238E27FC236}">
                <a16:creationId xmlns:a16="http://schemas.microsoft.com/office/drawing/2014/main" id="{E992AC22-5CE5-4445-A484-38640C6A4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3516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FBC73"/>
          </a:solidFill>
          <a:ln xmlns:a="http://schemas.openxmlformats.org/drawingml/2006/main" w="3518">
            <a:solidFill>
              <a:srgbClr val="3FBC73"/>
            </a:solidFill>
            <a:prstDash val="solid"/>
          </a:ln>
        </p:spPr>
      </p:sp>
      <p:sp>
        <p:nvSpPr>
          <p:cNvPr id="2074" name="data_2073">
            <a:extLst xmlns:a="http://schemas.openxmlformats.org/drawingml/2006/main">
              <a:ext uri="{FF2B5EF4-FFF2-40B4-BE49-F238E27FC236}">
                <a16:creationId xmlns:a16="http://schemas.microsoft.com/office/drawing/2014/main" id="{F7E0D76D-80E8-4F15-9DC8-28128CA1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2378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DBC74"/>
          </a:solidFill>
          <a:ln xmlns:a="http://schemas.openxmlformats.org/drawingml/2006/main" w="3518">
            <a:solidFill>
              <a:srgbClr val="3DBC74"/>
            </a:solidFill>
            <a:prstDash val="solid"/>
          </a:ln>
        </p:spPr>
      </p:sp>
      <p:sp>
        <p:nvSpPr>
          <p:cNvPr id="2075" name="data_2074">
            <a:extLst xmlns:a="http://schemas.openxmlformats.org/drawingml/2006/main">
              <a:ext uri="{FF2B5EF4-FFF2-40B4-BE49-F238E27FC236}">
                <a16:creationId xmlns:a16="http://schemas.microsoft.com/office/drawing/2014/main" id="{3411257E-3319-4710-8953-32C960FF7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1240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BBB75"/>
          </a:solidFill>
          <a:ln xmlns:a="http://schemas.openxmlformats.org/drawingml/2006/main" w="3518">
            <a:solidFill>
              <a:srgbClr val="3BBB75"/>
            </a:solidFill>
            <a:prstDash val="solid"/>
          </a:ln>
        </p:spPr>
      </p:sp>
      <p:sp>
        <p:nvSpPr>
          <p:cNvPr id="2076" name="data_2075">
            <a:extLst xmlns:a="http://schemas.openxmlformats.org/drawingml/2006/main">
              <a:ext uri="{FF2B5EF4-FFF2-40B4-BE49-F238E27FC236}">
                <a16:creationId xmlns:a16="http://schemas.microsoft.com/office/drawing/2014/main" id="{C4177834-5234-4071-B0A4-1E1EB6A0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60102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ABA76"/>
          </a:solidFill>
          <a:ln xmlns:a="http://schemas.openxmlformats.org/drawingml/2006/main" w="3518">
            <a:solidFill>
              <a:srgbClr val="3ABA76"/>
            </a:solidFill>
            <a:prstDash val="solid"/>
          </a:ln>
        </p:spPr>
      </p:sp>
      <p:sp>
        <p:nvSpPr>
          <p:cNvPr id="2077" name="data_2076">
            <a:extLst xmlns:a="http://schemas.openxmlformats.org/drawingml/2006/main">
              <a:ext uri="{FF2B5EF4-FFF2-40B4-BE49-F238E27FC236}">
                <a16:creationId xmlns:a16="http://schemas.microsoft.com/office/drawing/2014/main" id="{041B62F3-B882-4EEF-A62C-872D00A1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58964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8B977"/>
          </a:solidFill>
          <a:ln xmlns:a="http://schemas.openxmlformats.org/drawingml/2006/main" w="3518">
            <a:solidFill>
              <a:srgbClr val="38B977"/>
            </a:solidFill>
            <a:prstDash val="solid"/>
          </a:ln>
        </p:spPr>
      </p:sp>
      <p:sp>
        <p:nvSpPr>
          <p:cNvPr id="2078" name="data_2077">
            <a:extLst xmlns:a="http://schemas.openxmlformats.org/drawingml/2006/main">
              <a:ext uri="{FF2B5EF4-FFF2-40B4-BE49-F238E27FC236}">
                <a16:creationId xmlns:a16="http://schemas.microsoft.com/office/drawing/2014/main" id="{89F6802E-DB66-4A22-B1DB-6F6A83AA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57825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7B878"/>
          </a:solidFill>
          <a:ln xmlns:a="http://schemas.openxmlformats.org/drawingml/2006/main" w="3518">
            <a:solidFill>
              <a:srgbClr val="37B878"/>
            </a:solidFill>
            <a:prstDash val="solid"/>
          </a:ln>
        </p:spPr>
      </p:sp>
      <p:sp>
        <p:nvSpPr>
          <p:cNvPr id="2079" name="data_2078">
            <a:extLst xmlns:a="http://schemas.openxmlformats.org/drawingml/2006/main">
              <a:ext uri="{FF2B5EF4-FFF2-40B4-BE49-F238E27FC236}">
                <a16:creationId xmlns:a16="http://schemas.microsoft.com/office/drawing/2014/main" id="{1AF5E929-96AA-4036-ACAF-8A05964D7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56687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5B779"/>
          </a:solidFill>
          <a:ln xmlns:a="http://schemas.openxmlformats.org/drawingml/2006/main" w="3518">
            <a:solidFill>
              <a:srgbClr val="35B779"/>
            </a:solidFill>
            <a:prstDash val="solid"/>
          </a:ln>
        </p:spPr>
      </p:sp>
      <p:sp>
        <p:nvSpPr>
          <p:cNvPr id="2080" name="data_2079">
            <a:extLst xmlns:a="http://schemas.openxmlformats.org/drawingml/2006/main">
              <a:ext uri="{FF2B5EF4-FFF2-40B4-BE49-F238E27FC236}">
                <a16:creationId xmlns:a16="http://schemas.microsoft.com/office/drawing/2014/main" id="{9B3DFE82-3325-4996-B946-DBDFEE653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55549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4B679"/>
          </a:solidFill>
          <a:ln xmlns:a="http://schemas.openxmlformats.org/drawingml/2006/main" w="3518">
            <a:solidFill>
              <a:srgbClr val="34B679"/>
            </a:solidFill>
            <a:prstDash val="solid"/>
          </a:ln>
        </p:spPr>
      </p:sp>
      <p:sp>
        <p:nvSpPr>
          <p:cNvPr id="2081" name="data_2080">
            <a:extLst xmlns:a="http://schemas.openxmlformats.org/drawingml/2006/main">
              <a:ext uri="{FF2B5EF4-FFF2-40B4-BE49-F238E27FC236}">
                <a16:creationId xmlns:a16="http://schemas.microsoft.com/office/drawing/2014/main" id="{3F0E3BBF-84E6-4C40-8AE4-BF42C510F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54411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2B67A"/>
          </a:solidFill>
          <a:ln xmlns:a="http://schemas.openxmlformats.org/drawingml/2006/main" w="3518">
            <a:solidFill>
              <a:srgbClr val="32B67A"/>
            </a:solidFill>
            <a:prstDash val="solid"/>
          </a:ln>
        </p:spPr>
      </p:sp>
      <p:sp>
        <p:nvSpPr>
          <p:cNvPr id="2082" name="data_2081">
            <a:extLst xmlns:a="http://schemas.openxmlformats.org/drawingml/2006/main">
              <a:ext uri="{FF2B5EF4-FFF2-40B4-BE49-F238E27FC236}">
                <a16:creationId xmlns:a16="http://schemas.microsoft.com/office/drawing/2014/main" id="{8420E0C1-1B3C-47B7-B9B5-C8BF82AC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53273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1B57B"/>
          </a:solidFill>
          <a:ln xmlns:a="http://schemas.openxmlformats.org/drawingml/2006/main" w="3518">
            <a:solidFill>
              <a:srgbClr val="31B57B"/>
            </a:solidFill>
            <a:prstDash val="solid"/>
          </a:ln>
        </p:spPr>
      </p:sp>
      <p:sp>
        <p:nvSpPr>
          <p:cNvPr id="2083" name="data_2082">
            <a:extLst xmlns:a="http://schemas.openxmlformats.org/drawingml/2006/main">
              <a:ext uri="{FF2B5EF4-FFF2-40B4-BE49-F238E27FC236}">
                <a16:creationId xmlns:a16="http://schemas.microsoft.com/office/drawing/2014/main" id="{518AD849-1ACC-4052-A18C-C43E5F38D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52135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FB47C"/>
          </a:solidFill>
          <a:ln xmlns:a="http://schemas.openxmlformats.org/drawingml/2006/main" w="3518">
            <a:solidFill>
              <a:srgbClr val="2FB47C"/>
            </a:solidFill>
            <a:prstDash val="solid"/>
          </a:ln>
        </p:spPr>
      </p:sp>
      <p:sp>
        <p:nvSpPr>
          <p:cNvPr id="2084" name="data_2083">
            <a:extLst xmlns:a="http://schemas.openxmlformats.org/drawingml/2006/main">
              <a:ext uri="{FF2B5EF4-FFF2-40B4-BE49-F238E27FC236}">
                <a16:creationId xmlns:a16="http://schemas.microsoft.com/office/drawing/2014/main" id="{4B0B5F68-1B67-4AFD-AD37-B73783A6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50997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EB37C"/>
          </a:solidFill>
          <a:ln xmlns:a="http://schemas.openxmlformats.org/drawingml/2006/main" w="3518">
            <a:solidFill>
              <a:srgbClr val="2EB37C"/>
            </a:solidFill>
            <a:prstDash val="solid"/>
          </a:ln>
        </p:spPr>
      </p:sp>
      <p:sp>
        <p:nvSpPr>
          <p:cNvPr id="2085" name="data_2084">
            <a:extLst xmlns:a="http://schemas.openxmlformats.org/drawingml/2006/main">
              <a:ext uri="{FF2B5EF4-FFF2-40B4-BE49-F238E27FC236}">
                <a16:creationId xmlns:a16="http://schemas.microsoft.com/office/drawing/2014/main" id="{C0E2FDB2-154A-492B-ABB2-D2862C8F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9859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DB27D"/>
          </a:solidFill>
          <a:ln xmlns:a="http://schemas.openxmlformats.org/drawingml/2006/main" w="3518">
            <a:solidFill>
              <a:srgbClr val="2DB27D"/>
            </a:solidFill>
            <a:prstDash val="solid"/>
          </a:ln>
        </p:spPr>
      </p:sp>
      <p:sp>
        <p:nvSpPr>
          <p:cNvPr id="2086" name="data_2085">
            <a:extLst xmlns:a="http://schemas.openxmlformats.org/drawingml/2006/main">
              <a:ext uri="{FF2B5EF4-FFF2-40B4-BE49-F238E27FC236}">
                <a16:creationId xmlns:a16="http://schemas.microsoft.com/office/drawing/2014/main" id="{010DE503-53DF-486A-A2FD-E4D447A6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8721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CB17E"/>
          </a:solidFill>
          <a:ln xmlns:a="http://schemas.openxmlformats.org/drawingml/2006/main" w="3518">
            <a:solidFill>
              <a:srgbClr val="2CB17E"/>
            </a:solidFill>
            <a:prstDash val="solid"/>
          </a:ln>
        </p:spPr>
      </p:sp>
      <p:sp>
        <p:nvSpPr>
          <p:cNvPr id="2087" name="data_2086">
            <a:extLst xmlns:a="http://schemas.openxmlformats.org/drawingml/2006/main">
              <a:ext uri="{FF2B5EF4-FFF2-40B4-BE49-F238E27FC236}">
                <a16:creationId xmlns:a16="http://schemas.microsoft.com/office/drawing/2014/main" id="{70BD0EB5-5CBD-43EC-91E4-D2BABDCC7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7583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AB07F"/>
          </a:solidFill>
          <a:ln xmlns:a="http://schemas.openxmlformats.org/drawingml/2006/main" w="3518">
            <a:solidFill>
              <a:srgbClr val="2AB07F"/>
            </a:solidFill>
            <a:prstDash val="solid"/>
          </a:ln>
        </p:spPr>
      </p:sp>
      <p:sp>
        <p:nvSpPr>
          <p:cNvPr id="2088" name="data_2087">
            <a:extLst xmlns:a="http://schemas.openxmlformats.org/drawingml/2006/main">
              <a:ext uri="{FF2B5EF4-FFF2-40B4-BE49-F238E27FC236}">
                <a16:creationId xmlns:a16="http://schemas.microsoft.com/office/drawing/2014/main" id="{DDA539DC-4C18-45D0-BD82-995485EC5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6444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9AF7F"/>
          </a:solidFill>
          <a:ln xmlns:a="http://schemas.openxmlformats.org/drawingml/2006/main" w="3518">
            <a:solidFill>
              <a:srgbClr val="29AF7F"/>
            </a:solidFill>
            <a:prstDash val="solid"/>
          </a:ln>
        </p:spPr>
      </p:sp>
      <p:sp>
        <p:nvSpPr>
          <p:cNvPr id="2089" name="data_2088">
            <a:extLst xmlns:a="http://schemas.openxmlformats.org/drawingml/2006/main">
              <a:ext uri="{FF2B5EF4-FFF2-40B4-BE49-F238E27FC236}">
                <a16:creationId xmlns:a16="http://schemas.microsoft.com/office/drawing/2014/main" id="{9DE033B2-AC99-4FBA-B971-B805F1B7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5306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8AE80"/>
          </a:solidFill>
          <a:ln xmlns:a="http://schemas.openxmlformats.org/drawingml/2006/main" w="3518">
            <a:solidFill>
              <a:srgbClr val="28AE80"/>
            </a:solidFill>
            <a:prstDash val="solid"/>
          </a:ln>
        </p:spPr>
      </p:sp>
      <p:sp>
        <p:nvSpPr>
          <p:cNvPr id="2090" name="data_2089">
            <a:extLst xmlns:a="http://schemas.openxmlformats.org/drawingml/2006/main">
              <a:ext uri="{FF2B5EF4-FFF2-40B4-BE49-F238E27FC236}">
                <a16:creationId xmlns:a16="http://schemas.microsoft.com/office/drawing/2014/main" id="{FB62A622-F754-4A26-AEBA-9368350F4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4168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7AD81"/>
          </a:solidFill>
          <a:ln xmlns:a="http://schemas.openxmlformats.org/drawingml/2006/main" w="3518">
            <a:solidFill>
              <a:srgbClr val="27AD81"/>
            </a:solidFill>
            <a:prstDash val="solid"/>
          </a:ln>
        </p:spPr>
      </p:sp>
      <p:sp>
        <p:nvSpPr>
          <p:cNvPr id="2091" name="data_2090">
            <a:extLst xmlns:a="http://schemas.openxmlformats.org/drawingml/2006/main">
              <a:ext uri="{FF2B5EF4-FFF2-40B4-BE49-F238E27FC236}">
                <a16:creationId xmlns:a16="http://schemas.microsoft.com/office/drawing/2014/main" id="{CE706673-A1E5-4B05-A38E-FFEC5437A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3030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6AD81"/>
          </a:solidFill>
          <a:ln xmlns:a="http://schemas.openxmlformats.org/drawingml/2006/main" w="3518">
            <a:solidFill>
              <a:srgbClr val="26AD81"/>
            </a:solidFill>
            <a:prstDash val="solid"/>
          </a:ln>
        </p:spPr>
      </p:sp>
      <p:sp>
        <p:nvSpPr>
          <p:cNvPr id="2092" name="data_2091">
            <a:extLst xmlns:a="http://schemas.openxmlformats.org/drawingml/2006/main">
              <a:ext uri="{FF2B5EF4-FFF2-40B4-BE49-F238E27FC236}">
                <a16:creationId xmlns:a16="http://schemas.microsoft.com/office/drawing/2014/main" id="{FE66D7B9-AB1C-4B12-B1FB-770ECD48E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1892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AC82"/>
          </a:solidFill>
          <a:ln xmlns:a="http://schemas.openxmlformats.org/drawingml/2006/main" w="3518">
            <a:solidFill>
              <a:srgbClr val="25AC82"/>
            </a:solidFill>
            <a:prstDash val="solid"/>
          </a:ln>
        </p:spPr>
      </p:sp>
      <p:sp>
        <p:nvSpPr>
          <p:cNvPr id="2093" name="data_2092">
            <a:extLst xmlns:a="http://schemas.openxmlformats.org/drawingml/2006/main">
              <a:ext uri="{FF2B5EF4-FFF2-40B4-BE49-F238E27FC236}">
                <a16:creationId xmlns:a16="http://schemas.microsoft.com/office/drawing/2014/main" id="{50D2B3A7-30F9-4DC8-B0E7-3DDB5BA3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40754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AB82"/>
          </a:solidFill>
          <a:ln xmlns:a="http://schemas.openxmlformats.org/drawingml/2006/main" w="3518">
            <a:solidFill>
              <a:srgbClr val="25AB82"/>
            </a:solidFill>
            <a:prstDash val="solid"/>
          </a:ln>
        </p:spPr>
      </p:sp>
      <p:sp>
        <p:nvSpPr>
          <p:cNvPr id="2094" name="data_2093">
            <a:extLst xmlns:a="http://schemas.openxmlformats.org/drawingml/2006/main">
              <a:ext uri="{FF2B5EF4-FFF2-40B4-BE49-F238E27FC236}">
                <a16:creationId xmlns:a16="http://schemas.microsoft.com/office/drawing/2014/main" id="{543C194B-D01C-479E-9A40-7403714A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9616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4AA83"/>
          </a:solidFill>
          <a:ln xmlns:a="http://schemas.openxmlformats.org/drawingml/2006/main" w="3518">
            <a:solidFill>
              <a:srgbClr val="24AA83"/>
            </a:solidFill>
            <a:prstDash val="solid"/>
          </a:ln>
        </p:spPr>
      </p:sp>
      <p:sp>
        <p:nvSpPr>
          <p:cNvPr id="2095" name="data_2094">
            <a:extLst xmlns:a="http://schemas.openxmlformats.org/drawingml/2006/main">
              <a:ext uri="{FF2B5EF4-FFF2-40B4-BE49-F238E27FC236}">
                <a16:creationId xmlns:a16="http://schemas.microsoft.com/office/drawing/2014/main" id="{158B7955-C341-462B-8A13-06A07533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8478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3A983"/>
          </a:solidFill>
          <a:ln xmlns:a="http://schemas.openxmlformats.org/drawingml/2006/main" w="3518">
            <a:solidFill>
              <a:srgbClr val="23A983"/>
            </a:solidFill>
            <a:prstDash val="solid"/>
          </a:ln>
        </p:spPr>
      </p:sp>
      <p:sp>
        <p:nvSpPr>
          <p:cNvPr id="2096" name="data_2095">
            <a:extLst xmlns:a="http://schemas.openxmlformats.org/drawingml/2006/main">
              <a:ext uri="{FF2B5EF4-FFF2-40B4-BE49-F238E27FC236}">
                <a16:creationId xmlns:a16="http://schemas.microsoft.com/office/drawing/2014/main" id="{71AE3C2A-3BE0-4503-84D2-5FD56FDF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7340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A884"/>
          </a:solidFill>
          <a:ln xmlns:a="http://schemas.openxmlformats.org/drawingml/2006/main" w="3518">
            <a:solidFill>
              <a:srgbClr val="22A884"/>
            </a:solidFill>
            <a:prstDash val="solid"/>
          </a:ln>
        </p:spPr>
      </p:sp>
      <p:sp>
        <p:nvSpPr>
          <p:cNvPr id="2097" name="data_2096">
            <a:extLst xmlns:a="http://schemas.openxmlformats.org/drawingml/2006/main">
              <a:ext uri="{FF2B5EF4-FFF2-40B4-BE49-F238E27FC236}">
                <a16:creationId xmlns:a16="http://schemas.microsoft.com/office/drawing/2014/main" id="{5F336682-FBB4-43DA-97EC-B6F23CAC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6201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A785"/>
          </a:solidFill>
          <a:ln xmlns:a="http://schemas.openxmlformats.org/drawingml/2006/main" w="3518">
            <a:solidFill>
              <a:srgbClr val="22A785"/>
            </a:solidFill>
            <a:prstDash val="solid"/>
          </a:ln>
        </p:spPr>
      </p:sp>
      <p:sp>
        <p:nvSpPr>
          <p:cNvPr id="2098" name="data_2097">
            <a:extLst xmlns:a="http://schemas.openxmlformats.org/drawingml/2006/main">
              <a:ext uri="{FF2B5EF4-FFF2-40B4-BE49-F238E27FC236}">
                <a16:creationId xmlns:a16="http://schemas.microsoft.com/office/drawing/2014/main" id="{8C391EE3-2558-4FD8-9856-9AE185E54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5063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A685"/>
          </a:solidFill>
          <a:ln xmlns:a="http://schemas.openxmlformats.org/drawingml/2006/main" w="3518">
            <a:solidFill>
              <a:srgbClr val="21A685"/>
            </a:solidFill>
            <a:prstDash val="solid"/>
          </a:ln>
        </p:spPr>
      </p:sp>
      <p:sp>
        <p:nvSpPr>
          <p:cNvPr id="2099" name="data_2098">
            <a:extLst xmlns:a="http://schemas.openxmlformats.org/drawingml/2006/main">
              <a:ext uri="{FF2B5EF4-FFF2-40B4-BE49-F238E27FC236}">
                <a16:creationId xmlns:a16="http://schemas.microsoft.com/office/drawing/2014/main" id="{D5D6D411-AEB8-47B4-85D6-1F8FE505C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3925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A585"/>
          </a:solidFill>
          <a:ln xmlns:a="http://schemas.openxmlformats.org/drawingml/2006/main" w="3518">
            <a:solidFill>
              <a:srgbClr val="21A585"/>
            </a:solidFill>
            <a:prstDash val="solid"/>
          </a:ln>
        </p:spPr>
      </p:sp>
      <p:sp>
        <p:nvSpPr>
          <p:cNvPr id="2100" name="data_2099">
            <a:extLst xmlns:a="http://schemas.openxmlformats.org/drawingml/2006/main">
              <a:ext uri="{FF2B5EF4-FFF2-40B4-BE49-F238E27FC236}">
                <a16:creationId xmlns:a16="http://schemas.microsoft.com/office/drawing/2014/main" id="{D93DC49D-0D88-427D-8250-9888C313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2787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A486"/>
          </a:solidFill>
          <a:ln xmlns:a="http://schemas.openxmlformats.org/drawingml/2006/main" w="3518">
            <a:solidFill>
              <a:srgbClr val="20A486"/>
            </a:solidFill>
            <a:prstDash val="solid"/>
          </a:ln>
        </p:spPr>
      </p:sp>
      <p:sp>
        <p:nvSpPr>
          <p:cNvPr id="2101" name="data_2100">
            <a:extLst xmlns:a="http://schemas.openxmlformats.org/drawingml/2006/main">
              <a:ext uri="{FF2B5EF4-FFF2-40B4-BE49-F238E27FC236}">
                <a16:creationId xmlns:a16="http://schemas.microsoft.com/office/drawing/2014/main" id="{E5CE3BF3-F974-4D7A-BBAC-6CEA8CC49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1649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A386"/>
          </a:solidFill>
          <a:ln xmlns:a="http://schemas.openxmlformats.org/drawingml/2006/main" w="3518">
            <a:solidFill>
              <a:srgbClr val="20A386"/>
            </a:solidFill>
            <a:prstDash val="solid"/>
          </a:ln>
        </p:spPr>
      </p:sp>
      <p:sp>
        <p:nvSpPr>
          <p:cNvPr id="2102" name="data_2101">
            <a:extLst xmlns:a="http://schemas.openxmlformats.org/drawingml/2006/main">
              <a:ext uri="{FF2B5EF4-FFF2-40B4-BE49-F238E27FC236}">
                <a16:creationId xmlns:a16="http://schemas.microsoft.com/office/drawing/2014/main" id="{B8F1F5C1-8B76-4760-83E7-274124CE5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30511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A287"/>
          </a:solidFill>
          <a:ln xmlns:a="http://schemas.openxmlformats.org/drawingml/2006/main" w="3518">
            <a:solidFill>
              <a:srgbClr val="1FA287"/>
            </a:solidFill>
            <a:prstDash val="solid"/>
          </a:ln>
        </p:spPr>
      </p:sp>
      <p:sp>
        <p:nvSpPr>
          <p:cNvPr id="2103" name="data_2102">
            <a:extLst xmlns:a="http://schemas.openxmlformats.org/drawingml/2006/main">
              <a:ext uri="{FF2B5EF4-FFF2-40B4-BE49-F238E27FC236}">
                <a16:creationId xmlns:a16="http://schemas.microsoft.com/office/drawing/2014/main" id="{419E0DC2-7157-4377-B388-EF005AC2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9373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A187"/>
          </a:solidFill>
          <a:ln xmlns:a="http://schemas.openxmlformats.org/drawingml/2006/main" w="3518">
            <a:solidFill>
              <a:srgbClr val="1FA187"/>
            </a:solidFill>
            <a:prstDash val="solid"/>
          </a:ln>
        </p:spPr>
      </p:sp>
      <p:sp>
        <p:nvSpPr>
          <p:cNvPr id="2104" name="data_2103">
            <a:extLst xmlns:a="http://schemas.openxmlformats.org/drawingml/2006/main">
              <a:ext uri="{FF2B5EF4-FFF2-40B4-BE49-F238E27FC236}">
                <a16:creationId xmlns:a16="http://schemas.microsoft.com/office/drawing/2014/main" id="{C97D316D-2991-4503-9D58-56ADD24B5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8235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A188"/>
          </a:solidFill>
          <a:ln xmlns:a="http://schemas.openxmlformats.org/drawingml/2006/main" w="3518">
            <a:solidFill>
              <a:srgbClr val="1FA188"/>
            </a:solidFill>
            <a:prstDash val="solid"/>
          </a:ln>
        </p:spPr>
      </p:sp>
      <p:sp>
        <p:nvSpPr>
          <p:cNvPr id="2105" name="data_2104">
            <a:extLst xmlns:a="http://schemas.openxmlformats.org/drawingml/2006/main">
              <a:ext uri="{FF2B5EF4-FFF2-40B4-BE49-F238E27FC236}">
                <a16:creationId xmlns:a16="http://schemas.microsoft.com/office/drawing/2014/main" id="{0A86AB1E-ED83-48BE-9135-ABCFD3BC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7097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A088"/>
          </a:solidFill>
          <a:ln xmlns:a="http://schemas.openxmlformats.org/drawingml/2006/main" w="3518">
            <a:solidFill>
              <a:srgbClr val="1FA088"/>
            </a:solidFill>
            <a:prstDash val="solid"/>
          </a:ln>
        </p:spPr>
      </p:sp>
      <p:sp>
        <p:nvSpPr>
          <p:cNvPr id="2106" name="data_2105">
            <a:extLst xmlns:a="http://schemas.openxmlformats.org/drawingml/2006/main">
              <a:ext uri="{FF2B5EF4-FFF2-40B4-BE49-F238E27FC236}">
                <a16:creationId xmlns:a16="http://schemas.microsoft.com/office/drawing/2014/main" id="{293C8F4A-4314-4F71-9452-D012B8614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5958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F88"/>
          </a:solidFill>
          <a:ln xmlns:a="http://schemas.openxmlformats.org/drawingml/2006/main" w="3518">
            <a:solidFill>
              <a:srgbClr val="1F9F88"/>
            </a:solidFill>
            <a:prstDash val="solid"/>
          </a:ln>
        </p:spPr>
      </p:sp>
      <p:sp>
        <p:nvSpPr>
          <p:cNvPr id="2107" name="data_2106">
            <a:extLst xmlns:a="http://schemas.openxmlformats.org/drawingml/2006/main">
              <a:ext uri="{FF2B5EF4-FFF2-40B4-BE49-F238E27FC236}">
                <a16:creationId xmlns:a16="http://schemas.microsoft.com/office/drawing/2014/main" id="{6CD076CC-FB3B-4B08-9F55-3A0131D2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4820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E89"/>
          </a:solidFill>
          <a:ln xmlns:a="http://schemas.openxmlformats.org/drawingml/2006/main" w="3518">
            <a:solidFill>
              <a:srgbClr val="1F9E89"/>
            </a:solidFill>
            <a:prstDash val="solid"/>
          </a:ln>
        </p:spPr>
      </p:sp>
      <p:sp>
        <p:nvSpPr>
          <p:cNvPr id="2108" name="data_2107">
            <a:extLst xmlns:a="http://schemas.openxmlformats.org/drawingml/2006/main">
              <a:ext uri="{FF2B5EF4-FFF2-40B4-BE49-F238E27FC236}">
                <a16:creationId xmlns:a16="http://schemas.microsoft.com/office/drawing/2014/main" id="{4E161A0E-C1AA-40FC-86BF-FA4241E7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3682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E9D89"/>
          </a:solidFill>
          <a:ln xmlns:a="http://schemas.openxmlformats.org/drawingml/2006/main" w="3518">
            <a:solidFill>
              <a:srgbClr val="1E9D89"/>
            </a:solidFill>
            <a:prstDash val="solid"/>
          </a:ln>
        </p:spPr>
      </p:sp>
      <p:sp>
        <p:nvSpPr>
          <p:cNvPr id="2109" name="data_2108">
            <a:extLst xmlns:a="http://schemas.openxmlformats.org/drawingml/2006/main">
              <a:ext uri="{FF2B5EF4-FFF2-40B4-BE49-F238E27FC236}">
                <a16:creationId xmlns:a16="http://schemas.microsoft.com/office/drawing/2014/main" id="{B6B30768-9BF3-4C86-A5BD-41D240547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2544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E9C89"/>
          </a:solidFill>
          <a:ln xmlns:a="http://schemas.openxmlformats.org/drawingml/2006/main" w="3518">
            <a:solidFill>
              <a:srgbClr val="1E9C89"/>
            </a:solidFill>
            <a:prstDash val="solid"/>
          </a:ln>
        </p:spPr>
      </p:sp>
      <p:sp>
        <p:nvSpPr>
          <p:cNvPr id="2110" name="data_2109">
            <a:extLst xmlns:a="http://schemas.openxmlformats.org/drawingml/2006/main">
              <a:ext uri="{FF2B5EF4-FFF2-40B4-BE49-F238E27FC236}">
                <a16:creationId xmlns:a16="http://schemas.microsoft.com/office/drawing/2014/main" id="{6F74F905-C8E4-4576-8A99-F8AB6184F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1406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E9B8A"/>
          </a:solidFill>
          <a:ln xmlns:a="http://schemas.openxmlformats.org/drawingml/2006/main" w="3518">
            <a:solidFill>
              <a:srgbClr val="1E9B8A"/>
            </a:solidFill>
            <a:prstDash val="solid"/>
          </a:ln>
        </p:spPr>
      </p:sp>
      <p:sp>
        <p:nvSpPr>
          <p:cNvPr id="2111" name="data_2110">
            <a:extLst xmlns:a="http://schemas.openxmlformats.org/drawingml/2006/main">
              <a:ext uri="{FF2B5EF4-FFF2-40B4-BE49-F238E27FC236}">
                <a16:creationId xmlns:a16="http://schemas.microsoft.com/office/drawing/2014/main" id="{7EFC2906-3277-4B7B-B684-D381FE19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20268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A8A"/>
          </a:solidFill>
          <a:ln xmlns:a="http://schemas.openxmlformats.org/drawingml/2006/main" w="3518">
            <a:solidFill>
              <a:srgbClr val="1F9A8A"/>
            </a:solidFill>
            <a:prstDash val="solid"/>
          </a:ln>
        </p:spPr>
      </p:sp>
      <p:sp>
        <p:nvSpPr>
          <p:cNvPr id="2112" name="data_2111">
            <a:extLst xmlns:a="http://schemas.openxmlformats.org/drawingml/2006/main">
              <a:ext uri="{FF2B5EF4-FFF2-40B4-BE49-F238E27FC236}">
                <a16:creationId xmlns:a16="http://schemas.microsoft.com/office/drawing/2014/main" id="{5627F281-8787-46C7-BC10-7319F7204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9130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98A"/>
          </a:solidFill>
          <a:ln xmlns:a="http://schemas.openxmlformats.org/drawingml/2006/main" w="3518">
            <a:solidFill>
              <a:srgbClr val="1F998A"/>
            </a:solidFill>
            <a:prstDash val="solid"/>
          </a:ln>
        </p:spPr>
      </p:sp>
      <p:sp>
        <p:nvSpPr>
          <p:cNvPr id="2113" name="data_2112">
            <a:extLst xmlns:a="http://schemas.openxmlformats.org/drawingml/2006/main">
              <a:ext uri="{FF2B5EF4-FFF2-40B4-BE49-F238E27FC236}">
                <a16:creationId xmlns:a16="http://schemas.microsoft.com/office/drawing/2014/main" id="{288966BE-F88C-4CBE-B7D5-7280B2375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7992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88B"/>
          </a:solidFill>
          <a:ln xmlns:a="http://schemas.openxmlformats.org/drawingml/2006/main" w="3518">
            <a:solidFill>
              <a:srgbClr val="1F988B"/>
            </a:solidFill>
            <a:prstDash val="solid"/>
          </a:ln>
        </p:spPr>
      </p:sp>
      <p:sp>
        <p:nvSpPr>
          <p:cNvPr id="2114" name="data_2113">
            <a:extLst xmlns:a="http://schemas.openxmlformats.org/drawingml/2006/main">
              <a:ext uri="{FF2B5EF4-FFF2-40B4-BE49-F238E27FC236}">
                <a16:creationId xmlns:a16="http://schemas.microsoft.com/office/drawing/2014/main" id="{0BF5E6DB-F876-4095-8650-3817A8076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6854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78B"/>
          </a:solidFill>
          <a:ln xmlns:a="http://schemas.openxmlformats.org/drawingml/2006/main" w="3518">
            <a:solidFill>
              <a:srgbClr val="1F978B"/>
            </a:solidFill>
            <a:prstDash val="solid"/>
          </a:ln>
        </p:spPr>
      </p:sp>
      <p:sp>
        <p:nvSpPr>
          <p:cNvPr id="2115" name="data_2114">
            <a:extLst xmlns:a="http://schemas.openxmlformats.org/drawingml/2006/main">
              <a:ext uri="{FF2B5EF4-FFF2-40B4-BE49-F238E27FC236}">
                <a16:creationId xmlns:a16="http://schemas.microsoft.com/office/drawing/2014/main" id="{1BFDF67B-5108-4EC1-AC2D-AC63D646B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5716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68B"/>
          </a:solidFill>
          <a:ln xmlns:a="http://schemas.openxmlformats.org/drawingml/2006/main" w="3518">
            <a:solidFill>
              <a:srgbClr val="1F968B"/>
            </a:solidFill>
            <a:prstDash val="solid"/>
          </a:ln>
        </p:spPr>
      </p:sp>
      <p:sp>
        <p:nvSpPr>
          <p:cNvPr id="2116" name="data_2115">
            <a:extLst xmlns:a="http://schemas.openxmlformats.org/drawingml/2006/main">
              <a:ext uri="{FF2B5EF4-FFF2-40B4-BE49-F238E27FC236}">
                <a16:creationId xmlns:a16="http://schemas.microsoft.com/office/drawing/2014/main" id="{89B4D3F6-B35D-4BD9-9FFE-2978D8FBC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4577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58B"/>
          </a:solidFill>
          <a:ln xmlns:a="http://schemas.openxmlformats.org/drawingml/2006/main" w="3518">
            <a:solidFill>
              <a:srgbClr val="1F958B"/>
            </a:solidFill>
            <a:prstDash val="solid"/>
          </a:ln>
        </p:spPr>
      </p:sp>
      <p:sp>
        <p:nvSpPr>
          <p:cNvPr id="2117" name="data_2116">
            <a:extLst xmlns:a="http://schemas.openxmlformats.org/drawingml/2006/main">
              <a:ext uri="{FF2B5EF4-FFF2-40B4-BE49-F238E27FC236}">
                <a16:creationId xmlns:a16="http://schemas.microsoft.com/office/drawing/2014/main" id="{1ED0298A-3AEE-4185-83FC-581D79B42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3439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48C"/>
          </a:solidFill>
          <a:ln xmlns:a="http://schemas.openxmlformats.org/drawingml/2006/main" w="3518">
            <a:solidFill>
              <a:srgbClr val="1F948C"/>
            </a:solidFill>
            <a:prstDash val="solid"/>
          </a:ln>
        </p:spPr>
      </p:sp>
      <p:sp>
        <p:nvSpPr>
          <p:cNvPr id="2118" name="data_2117">
            <a:extLst xmlns:a="http://schemas.openxmlformats.org/drawingml/2006/main">
              <a:ext uri="{FF2B5EF4-FFF2-40B4-BE49-F238E27FC236}">
                <a16:creationId xmlns:a16="http://schemas.microsoft.com/office/drawing/2014/main" id="{4EF9F114-EA6A-4DE9-9BEF-83C939BF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2301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938C"/>
          </a:solidFill>
          <a:ln xmlns:a="http://schemas.openxmlformats.org/drawingml/2006/main" w="3518">
            <a:solidFill>
              <a:srgbClr val="20938C"/>
            </a:solidFill>
            <a:prstDash val="solid"/>
          </a:ln>
        </p:spPr>
      </p:sp>
      <p:sp>
        <p:nvSpPr>
          <p:cNvPr id="2119" name="data_2118">
            <a:extLst xmlns:a="http://schemas.openxmlformats.org/drawingml/2006/main">
              <a:ext uri="{FF2B5EF4-FFF2-40B4-BE49-F238E27FC236}">
                <a16:creationId xmlns:a16="http://schemas.microsoft.com/office/drawing/2014/main" id="{E98D6F65-C7F5-468A-AD2D-5F8FABF2C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1163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928C"/>
          </a:solidFill>
          <a:ln xmlns:a="http://schemas.openxmlformats.org/drawingml/2006/main" w="3518">
            <a:solidFill>
              <a:srgbClr val="20928C"/>
            </a:solidFill>
            <a:prstDash val="solid"/>
          </a:ln>
        </p:spPr>
      </p:sp>
      <p:sp>
        <p:nvSpPr>
          <p:cNvPr id="2120" name="data_2119">
            <a:extLst xmlns:a="http://schemas.openxmlformats.org/drawingml/2006/main">
              <a:ext uri="{FF2B5EF4-FFF2-40B4-BE49-F238E27FC236}">
                <a16:creationId xmlns:a16="http://schemas.microsoft.com/office/drawing/2014/main" id="{B22D165A-909C-4DFA-9F3B-1FEFD892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10025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928C"/>
          </a:solidFill>
          <a:ln xmlns:a="http://schemas.openxmlformats.org/drawingml/2006/main" w="3518">
            <a:solidFill>
              <a:srgbClr val="20928C"/>
            </a:solidFill>
            <a:prstDash val="solid"/>
          </a:ln>
        </p:spPr>
      </p:sp>
      <p:sp>
        <p:nvSpPr>
          <p:cNvPr id="2121" name="data_2120">
            <a:extLst xmlns:a="http://schemas.openxmlformats.org/drawingml/2006/main">
              <a:ext uri="{FF2B5EF4-FFF2-40B4-BE49-F238E27FC236}">
                <a16:creationId xmlns:a16="http://schemas.microsoft.com/office/drawing/2014/main" id="{6E5551F7-AE80-45C4-AEDB-AA756FDE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08887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918C"/>
          </a:solidFill>
          <a:ln xmlns:a="http://schemas.openxmlformats.org/drawingml/2006/main" w="3518">
            <a:solidFill>
              <a:srgbClr val="21918C"/>
            </a:solidFill>
            <a:prstDash val="solid"/>
          </a:ln>
        </p:spPr>
      </p:sp>
      <p:sp>
        <p:nvSpPr>
          <p:cNvPr id="2122" name="data_2121">
            <a:extLst xmlns:a="http://schemas.openxmlformats.org/drawingml/2006/main">
              <a:ext uri="{FF2B5EF4-FFF2-40B4-BE49-F238E27FC236}">
                <a16:creationId xmlns:a16="http://schemas.microsoft.com/office/drawing/2014/main" id="{C9940BC3-789F-4AA1-B366-0CB60FE9E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07749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908D"/>
          </a:solidFill>
          <a:ln xmlns:a="http://schemas.openxmlformats.org/drawingml/2006/main" w="3518">
            <a:solidFill>
              <a:srgbClr val="21908D"/>
            </a:solidFill>
            <a:prstDash val="solid"/>
          </a:ln>
        </p:spPr>
      </p:sp>
      <p:sp>
        <p:nvSpPr>
          <p:cNvPr id="2123" name="data_2122">
            <a:extLst xmlns:a="http://schemas.openxmlformats.org/drawingml/2006/main">
              <a:ext uri="{FF2B5EF4-FFF2-40B4-BE49-F238E27FC236}">
                <a16:creationId xmlns:a16="http://schemas.microsoft.com/office/drawing/2014/main" id="{D881E2C4-483C-468A-BD2C-CE67C51B9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06611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8F8D"/>
          </a:solidFill>
          <a:ln xmlns:a="http://schemas.openxmlformats.org/drawingml/2006/main" w="3518">
            <a:solidFill>
              <a:srgbClr val="218F8D"/>
            </a:solidFill>
            <a:prstDash val="solid"/>
          </a:ln>
        </p:spPr>
      </p:sp>
      <p:sp>
        <p:nvSpPr>
          <p:cNvPr id="2124" name="data_2123">
            <a:extLst xmlns:a="http://schemas.openxmlformats.org/drawingml/2006/main">
              <a:ext uri="{FF2B5EF4-FFF2-40B4-BE49-F238E27FC236}">
                <a16:creationId xmlns:a16="http://schemas.microsoft.com/office/drawing/2014/main" id="{05E25555-3200-4A8C-8EBB-0A45EDC5E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05473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8E8D"/>
          </a:solidFill>
          <a:ln xmlns:a="http://schemas.openxmlformats.org/drawingml/2006/main" w="3518">
            <a:solidFill>
              <a:srgbClr val="218E8D"/>
            </a:solidFill>
            <a:prstDash val="solid"/>
          </a:ln>
        </p:spPr>
      </p:sp>
      <p:sp>
        <p:nvSpPr>
          <p:cNvPr id="2125" name="data_2124">
            <a:extLst xmlns:a="http://schemas.openxmlformats.org/drawingml/2006/main">
              <a:ext uri="{FF2B5EF4-FFF2-40B4-BE49-F238E27FC236}">
                <a16:creationId xmlns:a16="http://schemas.microsoft.com/office/drawing/2014/main" id="{70BCCA4A-1D9C-43CB-B4A3-45E16B044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04334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8D8D"/>
          </a:solidFill>
          <a:ln xmlns:a="http://schemas.openxmlformats.org/drawingml/2006/main" w="3518">
            <a:solidFill>
              <a:srgbClr val="228D8D"/>
            </a:solidFill>
            <a:prstDash val="solid"/>
          </a:ln>
        </p:spPr>
      </p:sp>
      <p:sp>
        <p:nvSpPr>
          <p:cNvPr id="2126" name="data_2125">
            <a:extLst xmlns:a="http://schemas.openxmlformats.org/drawingml/2006/main">
              <a:ext uri="{FF2B5EF4-FFF2-40B4-BE49-F238E27FC236}">
                <a16:creationId xmlns:a16="http://schemas.microsoft.com/office/drawing/2014/main" id="{BA03AC73-5D9F-4585-8954-BE2C31CC6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03196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8C8D"/>
          </a:solidFill>
          <a:ln xmlns:a="http://schemas.openxmlformats.org/drawingml/2006/main" w="3518">
            <a:solidFill>
              <a:srgbClr val="228C8D"/>
            </a:solidFill>
            <a:prstDash val="solid"/>
          </a:ln>
        </p:spPr>
      </p:sp>
      <p:sp>
        <p:nvSpPr>
          <p:cNvPr id="2127" name="data_2126">
            <a:extLst xmlns:a="http://schemas.openxmlformats.org/drawingml/2006/main">
              <a:ext uri="{FF2B5EF4-FFF2-40B4-BE49-F238E27FC236}">
                <a16:creationId xmlns:a16="http://schemas.microsoft.com/office/drawing/2014/main" id="{F65860CF-65E1-44E5-9A4E-022CDC6A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02058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8B8D"/>
          </a:solidFill>
          <a:ln xmlns:a="http://schemas.openxmlformats.org/drawingml/2006/main" w="3518">
            <a:solidFill>
              <a:srgbClr val="228B8D"/>
            </a:solidFill>
            <a:prstDash val="solid"/>
          </a:ln>
        </p:spPr>
      </p:sp>
      <p:sp>
        <p:nvSpPr>
          <p:cNvPr id="2128" name="data_2127">
            <a:extLst xmlns:a="http://schemas.openxmlformats.org/drawingml/2006/main">
              <a:ext uri="{FF2B5EF4-FFF2-40B4-BE49-F238E27FC236}">
                <a16:creationId xmlns:a16="http://schemas.microsoft.com/office/drawing/2014/main" id="{46291FB1-DFCE-4E5E-8F69-2C26E247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600920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38A8D"/>
          </a:solidFill>
          <a:ln xmlns:a="http://schemas.openxmlformats.org/drawingml/2006/main" w="3518">
            <a:solidFill>
              <a:srgbClr val="238A8D"/>
            </a:solidFill>
            <a:prstDash val="solid"/>
          </a:ln>
        </p:spPr>
      </p:sp>
      <p:sp>
        <p:nvSpPr>
          <p:cNvPr id="2129" name="data_2128">
            <a:extLst xmlns:a="http://schemas.openxmlformats.org/drawingml/2006/main">
              <a:ext uri="{FF2B5EF4-FFF2-40B4-BE49-F238E27FC236}">
                <a16:creationId xmlns:a16="http://schemas.microsoft.com/office/drawing/2014/main" id="{1700774B-3495-4052-8F6D-8A19B39B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9782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3898E"/>
          </a:solidFill>
          <a:ln xmlns:a="http://schemas.openxmlformats.org/drawingml/2006/main" w="3518">
            <a:solidFill>
              <a:srgbClr val="23898E"/>
            </a:solidFill>
            <a:prstDash val="solid"/>
          </a:ln>
        </p:spPr>
      </p:sp>
      <p:sp>
        <p:nvSpPr>
          <p:cNvPr id="2130" name="data_2129">
            <a:extLst xmlns:a="http://schemas.openxmlformats.org/drawingml/2006/main">
              <a:ext uri="{FF2B5EF4-FFF2-40B4-BE49-F238E27FC236}">
                <a16:creationId xmlns:a16="http://schemas.microsoft.com/office/drawing/2014/main" id="{CB0D2520-6EF9-466E-BFC8-E0A98EB6E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8644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3888E"/>
          </a:solidFill>
          <a:ln xmlns:a="http://schemas.openxmlformats.org/drawingml/2006/main" w="3518">
            <a:solidFill>
              <a:srgbClr val="23888E"/>
            </a:solidFill>
            <a:prstDash val="solid"/>
          </a:ln>
        </p:spPr>
      </p:sp>
      <p:sp>
        <p:nvSpPr>
          <p:cNvPr id="2131" name="data_2130">
            <a:extLst xmlns:a="http://schemas.openxmlformats.org/drawingml/2006/main">
              <a:ext uri="{FF2B5EF4-FFF2-40B4-BE49-F238E27FC236}">
                <a16:creationId xmlns:a16="http://schemas.microsoft.com/office/drawing/2014/main" id="{72995B9B-2824-44D2-9B64-E03941CD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7506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4878E"/>
          </a:solidFill>
          <a:ln xmlns:a="http://schemas.openxmlformats.org/drawingml/2006/main" w="3518">
            <a:solidFill>
              <a:srgbClr val="24878E"/>
            </a:solidFill>
            <a:prstDash val="solid"/>
          </a:ln>
        </p:spPr>
      </p:sp>
      <p:sp>
        <p:nvSpPr>
          <p:cNvPr id="2132" name="data_2131">
            <a:extLst xmlns:a="http://schemas.openxmlformats.org/drawingml/2006/main">
              <a:ext uri="{FF2B5EF4-FFF2-40B4-BE49-F238E27FC236}">
                <a16:creationId xmlns:a16="http://schemas.microsoft.com/office/drawing/2014/main" id="{15987338-05E4-4D9C-912B-F25BC63D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6368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4868E"/>
          </a:solidFill>
          <a:ln xmlns:a="http://schemas.openxmlformats.org/drawingml/2006/main" w="3518">
            <a:solidFill>
              <a:srgbClr val="24868E"/>
            </a:solidFill>
            <a:prstDash val="solid"/>
          </a:ln>
        </p:spPr>
      </p:sp>
      <p:sp>
        <p:nvSpPr>
          <p:cNvPr id="2133" name="data_2132">
            <a:extLst xmlns:a="http://schemas.openxmlformats.org/drawingml/2006/main">
              <a:ext uri="{FF2B5EF4-FFF2-40B4-BE49-F238E27FC236}">
                <a16:creationId xmlns:a16="http://schemas.microsoft.com/office/drawing/2014/main" id="{45CC9872-7AF4-4402-BB3B-D5070FA0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5230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858E"/>
          </a:solidFill>
          <a:ln xmlns:a="http://schemas.openxmlformats.org/drawingml/2006/main" w="3518">
            <a:solidFill>
              <a:srgbClr val="25858E"/>
            </a:solidFill>
            <a:prstDash val="solid"/>
          </a:ln>
        </p:spPr>
      </p:sp>
      <p:sp>
        <p:nvSpPr>
          <p:cNvPr id="2134" name="data_2133">
            <a:extLst xmlns:a="http://schemas.openxmlformats.org/drawingml/2006/main">
              <a:ext uri="{FF2B5EF4-FFF2-40B4-BE49-F238E27FC236}">
                <a16:creationId xmlns:a16="http://schemas.microsoft.com/office/drawing/2014/main" id="{629A6BF7-778B-464E-BCD1-955B320EE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4092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848E"/>
          </a:solidFill>
          <a:ln xmlns:a="http://schemas.openxmlformats.org/drawingml/2006/main" w="3518">
            <a:solidFill>
              <a:srgbClr val="25848E"/>
            </a:solidFill>
            <a:prstDash val="solid"/>
          </a:ln>
        </p:spPr>
      </p:sp>
      <p:sp>
        <p:nvSpPr>
          <p:cNvPr id="2135" name="data_2134">
            <a:extLst xmlns:a="http://schemas.openxmlformats.org/drawingml/2006/main">
              <a:ext uri="{FF2B5EF4-FFF2-40B4-BE49-F238E27FC236}">
                <a16:creationId xmlns:a16="http://schemas.microsoft.com/office/drawing/2014/main" id="{9E16E650-0ED4-43E0-858A-C87761CC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2953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838E"/>
          </a:solidFill>
          <a:ln xmlns:a="http://schemas.openxmlformats.org/drawingml/2006/main" w="3518">
            <a:solidFill>
              <a:srgbClr val="25838E"/>
            </a:solidFill>
            <a:prstDash val="solid"/>
          </a:ln>
        </p:spPr>
      </p:sp>
      <p:sp>
        <p:nvSpPr>
          <p:cNvPr id="2136" name="data_2135">
            <a:extLst xmlns:a="http://schemas.openxmlformats.org/drawingml/2006/main">
              <a:ext uri="{FF2B5EF4-FFF2-40B4-BE49-F238E27FC236}">
                <a16:creationId xmlns:a16="http://schemas.microsoft.com/office/drawing/2014/main" id="{DD39C00A-1263-4718-BC62-5E5FF6FD4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1815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6828E"/>
          </a:solidFill>
          <a:ln xmlns:a="http://schemas.openxmlformats.org/drawingml/2006/main" w="3518">
            <a:solidFill>
              <a:srgbClr val="26828E"/>
            </a:solidFill>
            <a:prstDash val="solid"/>
          </a:ln>
        </p:spPr>
      </p:sp>
      <p:sp>
        <p:nvSpPr>
          <p:cNvPr id="2137" name="data_2136">
            <a:extLst xmlns:a="http://schemas.openxmlformats.org/drawingml/2006/main">
              <a:ext uri="{FF2B5EF4-FFF2-40B4-BE49-F238E27FC236}">
                <a16:creationId xmlns:a16="http://schemas.microsoft.com/office/drawing/2014/main" id="{ADF11148-626B-49BF-B367-997165C81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90677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6828E"/>
          </a:solidFill>
          <a:ln xmlns:a="http://schemas.openxmlformats.org/drawingml/2006/main" w="3518">
            <a:solidFill>
              <a:srgbClr val="26828E"/>
            </a:solidFill>
            <a:prstDash val="solid"/>
          </a:ln>
        </p:spPr>
      </p:sp>
      <p:sp>
        <p:nvSpPr>
          <p:cNvPr id="2138" name="data_2137">
            <a:extLst xmlns:a="http://schemas.openxmlformats.org/drawingml/2006/main">
              <a:ext uri="{FF2B5EF4-FFF2-40B4-BE49-F238E27FC236}">
                <a16:creationId xmlns:a16="http://schemas.microsoft.com/office/drawing/2014/main" id="{A50A9225-5327-415C-9638-19C0E27F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9539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6818E"/>
          </a:solidFill>
          <a:ln xmlns:a="http://schemas.openxmlformats.org/drawingml/2006/main" w="3518">
            <a:solidFill>
              <a:srgbClr val="26818E"/>
            </a:solidFill>
            <a:prstDash val="solid"/>
          </a:ln>
        </p:spPr>
      </p:sp>
      <p:sp>
        <p:nvSpPr>
          <p:cNvPr id="2139" name="data_2138">
            <a:extLst xmlns:a="http://schemas.openxmlformats.org/drawingml/2006/main">
              <a:ext uri="{FF2B5EF4-FFF2-40B4-BE49-F238E27FC236}">
                <a16:creationId xmlns:a16="http://schemas.microsoft.com/office/drawing/2014/main" id="{1E837932-E1A8-4AC4-91F3-EFEEF356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8401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7808E"/>
          </a:solidFill>
          <a:ln xmlns:a="http://schemas.openxmlformats.org/drawingml/2006/main" w="3518">
            <a:solidFill>
              <a:srgbClr val="27808E"/>
            </a:solidFill>
            <a:prstDash val="solid"/>
          </a:ln>
        </p:spPr>
      </p:sp>
      <p:sp>
        <p:nvSpPr>
          <p:cNvPr id="2140" name="data_2139">
            <a:extLst xmlns:a="http://schemas.openxmlformats.org/drawingml/2006/main">
              <a:ext uri="{FF2B5EF4-FFF2-40B4-BE49-F238E27FC236}">
                <a16:creationId xmlns:a16="http://schemas.microsoft.com/office/drawing/2014/main" id="{8B6CD3B4-B88D-447F-8A30-DDB9A099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7263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77F8E"/>
          </a:solidFill>
          <a:ln xmlns:a="http://schemas.openxmlformats.org/drawingml/2006/main" w="3518">
            <a:solidFill>
              <a:srgbClr val="277F8E"/>
            </a:solidFill>
            <a:prstDash val="solid"/>
          </a:ln>
        </p:spPr>
      </p:sp>
      <p:sp>
        <p:nvSpPr>
          <p:cNvPr id="2141" name="data_2140">
            <a:extLst xmlns:a="http://schemas.openxmlformats.org/drawingml/2006/main">
              <a:ext uri="{FF2B5EF4-FFF2-40B4-BE49-F238E27FC236}">
                <a16:creationId xmlns:a16="http://schemas.microsoft.com/office/drawing/2014/main" id="{B7BB00BD-7A00-45BE-BDFC-A00E8204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6125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77E8E"/>
          </a:solidFill>
          <a:ln xmlns:a="http://schemas.openxmlformats.org/drawingml/2006/main" w="3518">
            <a:solidFill>
              <a:srgbClr val="277E8E"/>
            </a:solidFill>
            <a:prstDash val="solid"/>
          </a:ln>
        </p:spPr>
      </p:sp>
      <p:sp>
        <p:nvSpPr>
          <p:cNvPr id="2142" name="data_2141">
            <a:extLst xmlns:a="http://schemas.openxmlformats.org/drawingml/2006/main">
              <a:ext uri="{FF2B5EF4-FFF2-40B4-BE49-F238E27FC236}">
                <a16:creationId xmlns:a16="http://schemas.microsoft.com/office/drawing/2014/main" id="{26D394BF-0BBE-496C-8DFD-2D55C0D97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4987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87D8E"/>
          </a:solidFill>
          <a:ln xmlns:a="http://schemas.openxmlformats.org/drawingml/2006/main" w="3518">
            <a:solidFill>
              <a:srgbClr val="287D8E"/>
            </a:solidFill>
            <a:prstDash val="solid"/>
          </a:ln>
        </p:spPr>
      </p:sp>
      <p:sp>
        <p:nvSpPr>
          <p:cNvPr id="2143" name="data_2142">
            <a:extLst xmlns:a="http://schemas.openxmlformats.org/drawingml/2006/main">
              <a:ext uri="{FF2B5EF4-FFF2-40B4-BE49-F238E27FC236}">
                <a16:creationId xmlns:a16="http://schemas.microsoft.com/office/drawing/2014/main" id="{282490AA-3948-429D-BB67-75B3C4E4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3849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87C8E"/>
          </a:solidFill>
          <a:ln xmlns:a="http://schemas.openxmlformats.org/drawingml/2006/main" w="3518">
            <a:solidFill>
              <a:srgbClr val="287C8E"/>
            </a:solidFill>
            <a:prstDash val="solid"/>
          </a:ln>
        </p:spPr>
      </p:sp>
      <p:sp>
        <p:nvSpPr>
          <p:cNvPr id="2144" name="data_2143">
            <a:extLst xmlns:a="http://schemas.openxmlformats.org/drawingml/2006/main">
              <a:ext uri="{FF2B5EF4-FFF2-40B4-BE49-F238E27FC236}">
                <a16:creationId xmlns:a16="http://schemas.microsoft.com/office/drawing/2014/main" id="{B98C16B1-3C21-4971-9BD3-422F0C50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2710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97B8E"/>
          </a:solidFill>
          <a:ln xmlns:a="http://schemas.openxmlformats.org/drawingml/2006/main" w="3518">
            <a:solidFill>
              <a:srgbClr val="297B8E"/>
            </a:solidFill>
            <a:prstDash val="solid"/>
          </a:ln>
        </p:spPr>
      </p:sp>
      <p:sp>
        <p:nvSpPr>
          <p:cNvPr id="2145" name="data_2144">
            <a:extLst xmlns:a="http://schemas.openxmlformats.org/drawingml/2006/main">
              <a:ext uri="{FF2B5EF4-FFF2-40B4-BE49-F238E27FC236}">
                <a16:creationId xmlns:a16="http://schemas.microsoft.com/office/drawing/2014/main" id="{7CAADD5C-A44D-46AA-8059-BDDFB957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1572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97A8E"/>
          </a:solidFill>
          <a:ln xmlns:a="http://schemas.openxmlformats.org/drawingml/2006/main" w="3518">
            <a:solidFill>
              <a:srgbClr val="297A8E"/>
            </a:solidFill>
            <a:prstDash val="solid"/>
          </a:ln>
        </p:spPr>
      </p:sp>
      <p:sp>
        <p:nvSpPr>
          <p:cNvPr id="2146" name="data_2145">
            <a:extLst xmlns:a="http://schemas.openxmlformats.org/drawingml/2006/main">
              <a:ext uri="{FF2B5EF4-FFF2-40B4-BE49-F238E27FC236}">
                <a16:creationId xmlns:a16="http://schemas.microsoft.com/office/drawing/2014/main" id="{F3312028-BC18-4139-9316-6E387E80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80434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9798E"/>
          </a:solidFill>
          <a:ln xmlns:a="http://schemas.openxmlformats.org/drawingml/2006/main" w="3518">
            <a:solidFill>
              <a:srgbClr val="29798E"/>
            </a:solidFill>
            <a:prstDash val="solid"/>
          </a:ln>
        </p:spPr>
      </p:sp>
      <p:sp>
        <p:nvSpPr>
          <p:cNvPr id="2147" name="data_2146">
            <a:extLst xmlns:a="http://schemas.openxmlformats.org/drawingml/2006/main">
              <a:ext uri="{FF2B5EF4-FFF2-40B4-BE49-F238E27FC236}">
                <a16:creationId xmlns:a16="http://schemas.microsoft.com/office/drawing/2014/main" id="{01D1FB38-E4AE-46F9-A7B4-FE2E9009A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9296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A788E"/>
          </a:solidFill>
          <a:ln xmlns:a="http://schemas.openxmlformats.org/drawingml/2006/main" w="3518">
            <a:solidFill>
              <a:srgbClr val="2A788E"/>
            </a:solidFill>
            <a:prstDash val="solid"/>
          </a:ln>
        </p:spPr>
      </p:sp>
      <p:sp>
        <p:nvSpPr>
          <p:cNvPr id="2148" name="data_2147">
            <a:extLst xmlns:a="http://schemas.openxmlformats.org/drawingml/2006/main">
              <a:ext uri="{FF2B5EF4-FFF2-40B4-BE49-F238E27FC236}">
                <a16:creationId xmlns:a16="http://schemas.microsoft.com/office/drawing/2014/main" id="{32CCD96C-B549-40EF-95F7-461E17E3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8158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A778E"/>
          </a:solidFill>
          <a:ln xmlns:a="http://schemas.openxmlformats.org/drawingml/2006/main" w="3518">
            <a:solidFill>
              <a:srgbClr val="2A778E"/>
            </a:solidFill>
            <a:prstDash val="solid"/>
          </a:ln>
        </p:spPr>
      </p:sp>
      <p:sp>
        <p:nvSpPr>
          <p:cNvPr id="2149" name="data_2148">
            <a:extLst xmlns:a="http://schemas.openxmlformats.org/drawingml/2006/main">
              <a:ext uri="{FF2B5EF4-FFF2-40B4-BE49-F238E27FC236}">
                <a16:creationId xmlns:a16="http://schemas.microsoft.com/office/drawing/2014/main" id="{1889E3D0-8070-450C-A172-FC542064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7020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A768E"/>
          </a:solidFill>
          <a:ln xmlns:a="http://schemas.openxmlformats.org/drawingml/2006/main" w="3518">
            <a:solidFill>
              <a:srgbClr val="2A768E"/>
            </a:solidFill>
            <a:prstDash val="solid"/>
          </a:ln>
        </p:spPr>
      </p:sp>
      <p:sp>
        <p:nvSpPr>
          <p:cNvPr id="2150" name="data_2149">
            <a:extLst xmlns:a="http://schemas.openxmlformats.org/drawingml/2006/main">
              <a:ext uri="{FF2B5EF4-FFF2-40B4-BE49-F238E27FC236}">
                <a16:creationId xmlns:a16="http://schemas.microsoft.com/office/drawing/2014/main" id="{5F1E3042-1213-4C61-BBED-AAB5C01AA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5882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B758E"/>
          </a:solidFill>
          <a:ln xmlns:a="http://schemas.openxmlformats.org/drawingml/2006/main" w="3518">
            <a:solidFill>
              <a:srgbClr val="2B758E"/>
            </a:solidFill>
            <a:prstDash val="solid"/>
          </a:ln>
        </p:spPr>
      </p:sp>
      <p:sp>
        <p:nvSpPr>
          <p:cNvPr id="2151" name="data_2150">
            <a:extLst xmlns:a="http://schemas.openxmlformats.org/drawingml/2006/main">
              <a:ext uri="{FF2B5EF4-FFF2-40B4-BE49-F238E27FC236}">
                <a16:creationId xmlns:a16="http://schemas.microsoft.com/office/drawing/2014/main" id="{41EB2305-8FB4-4CA9-B6FD-816167093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4744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B748E"/>
          </a:solidFill>
          <a:ln xmlns:a="http://schemas.openxmlformats.org/drawingml/2006/main" w="3518">
            <a:solidFill>
              <a:srgbClr val="2B748E"/>
            </a:solidFill>
            <a:prstDash val="solid"/>
          </a:ln>
        </p:spPr>
      </p:sp>
      <p:sp>
        <p:nvSpPr>
          <p:cNvPr id="2152" name="data_2151">
            <a:extLst xmlns:a="http://schemas.openxmlformats.org/drawingml/2006/main">
              <a:ext uri="{FF2B5EF4-FFF2-40B4-BE49-F238E27FC236}">
                <a16:creationId xmlns:a16="http://schemas.microsoft.com/office/drawing/2014/main" id="{770842CA-7D28-41F5-BA51-4C6091A48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3606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C738E"/>
          </a:solidFill>
          <a:ln xmlns:a="http://schemas.openxmlformats.org/drawingml/2006/main" w="3518">
            <a:solidFill>
              <a:srgbClr val="2C738E"/>
            </a:solidFill>
            <a:prstDash val="solid"/>
          </a:ln>
        </p:spPr>
      </p:sp>
      <p:sp>
        <p:nvSpPr>
          <p:cNvPr id="2153" name="data_2152">
            <a:extLst xmlns:a="http://schemas.openxmlformats.org/drawingml/2006/main">
              <a:ext uri="{FF2B5EF4-FFF2-40B4-BE49-F238E27FC236}">
                <a16:creationId xmlns:a16="http://schemas.microsoft.com/office/drawing/2014/main" id="{6FC12086-2C2B-4569-97BF-3D15A6F91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2467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C728E"/>
          </a:solidFill>
          <a:ln xmlns:a="http://schemas.openxmlformats.org/drawingml/2006/main" w="3518">
            <a:solidFill>
              <a:srgbClr val="2C728E"/>
            </a:solidFill>
            <a:prstDash val="solid"/>
          </a:ln>
        </p:spPr>
      </p:sp>
      <p:sp>
        <p:nvSpPr>
          <p:cNvPr id="2154" name="data_2153">
            <a:extLst xmlns:a="http://schemas.openxmlformats.org/drawingml/2006/main">
              <a:ext uri="{FF2B5EF4-FFF2-40B4-BE49-F238E27FC236}">
                <a16:creationId xmlns:a16="http://schemas.microsoft.com/office/drawing/2014/main" id="{81F446BF-E620-42A2-A1C5-93925578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1329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C718E"/>
          </a:solidFill>
          <a:ln xmlns:a="http://schemas.openxmlformats.org/drawingml/2006/main" w="3518">
            <a:solidFill>
              <a:srgbClr val="2C718E"/>
            </a:solidFill>
            <a:prstDash val="solid"/>
          </a:ln>
        </p:spPr>
      </p:sp>
      <p:sp>
        <p:nvSpPr>
          <p:cNvPr id="2155" name="data_2154">
            <a:extLst xmlns:a="http://schemas.openxmlformats.org/drawingml/2006/main">
              <a:ext uri="{FF2B5EF4-FFF2-40B4-BE49-F238E27FC236}">
                <a16:creationId xmlns:a16="http://schemas.microsoft.com/office/drawing/2014/main" id="{E2AA2C96-3A29-496A-8529-A43C1BFEB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70191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D718E"/>
          </a:solidFill>
          <a:ln xmlns:a="http://schemas.openxmlformats.org/drawingml/2006/main" w="3518">
            <a:solidFill>
              <a:srgbClr val="2D718E"/>
            </a:solidFill>
            <a:prstDash val="solid"/>
          </a:ln>
        </p:spPr>
      </p:sp>
      <p:sp>
        <p:nvSpPr>
          <p:cNvPr id="2156" name="data_2155">
            <a:extLst xmlns:a="http://schemas.openxmlformats.org/drawingml/2006/main">
              <a:ext uri="{FF2B5EF4-FFF2-40B4-BE49-F238E27FC236}">
                <a16:creationId xmlns:a16="http://schemas.microsoft.com/office/drawing/2014/main" id="{3D695751-9629-4941-A985-E62118A2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69053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D708E"/>
          </a:solidFill>
          <a:ln xmlns:a="http://schemas.openxmlformats.org/drawingml/2006/main" w="3518">
            <a:solidFill>
              <a:srgbClr val="2D708E"/>
            </a:solidFill>
            <a:prstDash val="solid"/>
          </a:ln>
        </p:spPr>
      </p:sp>
      <p:sp>
        <p:nvSpPr>
          <p:cNvPr id="2157" name="data_2156">
            <a:extLst xmlns:a="http://schemas.openxmlformats.org/drawingml/2006/main">
              <a:ext uri="{FF2B5EF4-FFF2-40B4-BE49-F238E27FC236}">
                <a16:creationId xmlns:a16="http://schemas.microsoft.com/office/drawing/2014/main" id="{8BAE267B-C823-4F02-8669-1D64EB318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67915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E6F8E"/>
          </a:solidFill>
          <a:ln xmlns:a="http://schemas.openxmlformats.org/drawingml/2006/main" w="3518">
            <a:solidFill>
              <a:srgbClr val="2E6F8E"/>
            </a:solidFill>
            <a:prstDash val="solid"/>
          </a:ln>
        </p:spPr>
      </p:sp>
      <p:sp>
        <p:nvSpPr>
          <p:cNvPr id="2158" name="data_2157">
            <a:extLst xmlns:a="http://schemas.openxmlformats.org/drawingml/2006/main">
              <a:ext uri="{FF2B5EF4-FFF2-40B4-BE49-F238E27FC236}">
                <a16:creationId xmlns:a16="http://schemas.microsoft.com/office/drawing/2014/main" id="{D61B9FC7-EF41-47C0-AB28-7157B309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66777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E6E8E"/>
          </a:solidFill>
          <a:ln xmlns:a="http://schemas.openxmlformats.org/drawingml/2006/main" w="3518">
            <a:solidFill>
              <a:srgbClr val="2E6E8E"/>
            </a:solidFill>
            <a:prstDash val="solid"/>
          </a:ln>
        </p:spPr>
      </p:sp>
      <p:sp>
        <p:nvSpPr>
          <p:cNvPr id="2159" name="data_2158">
            <a:extLst xmlns:a="http://schemas.openxmlformats.org/drawingml/2006/main">
              <a:ext uri="{FF2B5EF4-FFF2-40B4-BE49-F238E27FC236}">
                <a16:creationId xmlns:a16="http://schemas.microsoft.com/office/drawing/2014/main" id="{2A1D9671-B22B-4058-B723-A79C9770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65639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E6D8E"/>
          </a:solidFill>
          <a:ln xmlns:a="http://schemas.openxmlformats.org/drawingml/2006/main" w="3518">
            <a:solidFill>
              <a:srgbClr val="2E6D8E"/>
            </a:solidFill>
            <a:prstDash val="solid"/>
          </a:ln>
        </p:spPr>
      </p:sp>
      <p:sp>
        <p:nvSpPr>
          <p:cNvPr id="2160" name="data_2159">
            <a:extLst xmlns:a="http://schemas.openxmlformats.org/drawingml/2006/main">
              <a:ext uri="{FF2B5EF4-FFF2-40B4-BE49-F238E27FC236}">
                <a16:creationId xmlns:a16="http://schemas.microsoft.com/office/drawing/2014/main" id="{79F674EF-9EFF-477C-8682-21247458E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64501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F6C8E"/>
          </a:solidFill>
          <a:ln xmlns:a="http://schemas.openxmlformats.org/drawingml/2006/main" w="3518">
            <a:solidFill>
              <a:srgbClr val="2F6C8E"/>
            </a:solidFill>
            <a:prstDash val="solid"/>
          </a:ln>
        </p:spPr>
      </p:sp>
      <p:sp>
        <p:nvSpPr>
          <p:cNvPr id="2161" name="data_2160">
            <a:extLst xmlns:a="http://schemas.openxmlformats.org/drawingml/2006/main">
              <a:ext uri="{FF2B5EF4-FFF2-40B4-BE49-F238E27FC236}">
                <a16:creationId xmlns:a16="http://schemas.microsoft.com/office/drawing/2014/main" id="{6267AAA2-FF13-4E3A-900B-84D8CA8C4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63363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F6B8E"/>
          </a:solidFill>
          <a:ln xmlns:a="http://schemas.openxmlformats.org/drawingml/2006/main" w="3518">
            <a:solidFill>
              <a:srgbClr val="2F6B8E"/>
            </a:solidFill>
            <a:prstDash val="solid"/>
          </a:ln>
        </p:spPr>
      </p:sp>
      <p:sp>
        <p:nvSpPr>
          <p:cNvPr id="2162" name="data_2161">
            <a:extLst xmlns:a="http://schemas.openxmlformats.org/drawingml/2006/main">
              <a:ext uri="{FF2B5EF4-FFF2-40B4-BE49-F238E27FC236}">
                <a16:creationId xmlns:a16="http://schemas.microsoft.com/office/drawing/2014/main" id="{4F821780-A6A6-4C8F-B0B8-0BCDB065F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62225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06A8E"/>
          </a:solidFill>
          <a:ln xmlns:a="http://schemas.openxmlformats.org/drawingml/2006/main" w="3518">
            <a:solidFill>
              <a:srgbClr val="306A8E"/>
            </a:solidFill>
            <a:prstDash val="solid"/>
          </a:ln>
        </p:spPr>
      </p:sp>
      <p:sp>
        <p:nvSpPr>
          <p:cNvPr id="2163" name="data_2162">
            <a:extLst xmlns:a="http://schemas.openxmlformats.org/drawingml/2006/main">
              <a:ext uri="{FF2B5EF4-FFF2-40B4-BE49-F238E27FC236}">
                <a16:creationId xmlns:a16="http://schemas.microsoft.com/office/drawing/2014/main" id="{754D551D-0B68-438D-A2E7-5A333B5C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61086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0698E"/>
          </a:solidFill>
          <a:ln xmlns:a="http://schemas.openxmlformats.org/drawingml/2006/main" w="3518">
            <a:solidFill>
              <a:srgbClr val="30698E"/>
            </a:solidFill>
            <a:prstDash val="solid"/>
          </a:ln>
        </p:spPr>
      </p:sp>
      <p:sp>
        <p:nvSpPr>
          <p:cNvPr id="2164" name="data_2163">
            <a:extLst xmlns:a="http://schemas.openxmlformats.org/drawingml/2006/main">
              <a:ext uri="{FF2B5EF4-FFF2-40B4-BE49-F238E27FC236}">
                <a16:creationId xmlns:a16="http://schemas.microsoft.com/office/drawing/2014/main" id="{F5BC9751-16A3-4BF1-87F5-B0A5934E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9948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1688E"/>
          </a:solidFill>
          <a:ln xmlns:a="http://schemas.openxmlformats.org/drawingml/2006/main" w="3518">
            <a:solidFill>
              <a:srgbClr val="31688E"/>
            </a:solidFill>
            <a:prstDash val="solid"/>
          </a:ln>
        </p:spPr>
      </p:sp>
      <p:sp>
        <p:nvSpPr>
          <p:cNvPr id="2165" name="data_2164">
            <a:extLst xmlns:a="http://schemas.openxmlformats.org/drawingml/2006/main">
              <a:ext uri="{FF2B5EF4-FFF2-40B4-BE49-F238E27FC236}">
                <a16:creationId xmlns:a16="http://schemas.microsoft.com/office/drawing/2014/main" id="{E9A141C7-505D-4B04-800D-8326AEBC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8810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1678E"/>
          </a:solidFill>
          <a:ln xmlns:a="http://schemas.openxmlformats.org/drawingml/2006/main" w="3518">
            <a:solidFill>
              <a:srgbClr val="31678E"/>
            </a:solidFill>
            <a:prstDash val="solid"/>
          </a:ln>
        </p:spPr>
      </p:sp>
      <p:sp>
        <p:nvSpPr>
          <p:cNvPr id="2166" name="data_2165">
            <a:extLst xmlns:a="http://schemas.openxmlformats.org/drawingml/2006/main">
              <a:ext uri="{FF2B5EF4-FFF2-40B4-BE49-F238E27FC236}">
                <a16:creationId xmlns:a16="http://schemas.microsoft.com/office/drawing/2014/main" id="{7A62A604-7A35-431D-A2DB-300A1A92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7672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1668E"/>
          </a:solidFill>
          <a:ln xmlns:a="http://schemas.openxmlformats.org/drawingml/2006/main" w="3518">
            <a:solidFill>
              <a:srgbClr val="31668E"/>
            </a:solidFill>
            <a:prstDash val="solid"/>
          </a:ln>
        </p:spPr>
      </p:sp>
      <p:sp>
        <p:nvSpPr>
          <p:cNvPr id="2167" name="data_2166">
            <a:extLst xmlns:a="http://schemas.openxmlformats.org/drawingml/2006/main">
              <a:ext uri="{FF2B5EF4-FFF2-40B4-BE49-F238E27FC236}">
                <a16:creationId xmlns:a16="http://schemas.microsoft.com/office/drawing/2014/main" id="{DCBEA750-1E04-4932-A984-21C04612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6534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2658E"/>
          </a:solidFill>
          <a:ln xmlns:a="http://schemas.openxmlformats.org/drawingml/2006/main" w="3518">
            <a:solidFill>
              <a:srgbClr val="32658E"/>
            </a:solidFill>
            <a:prstDash val="solid"/>
          </a:ln>
        </p:spPr>
      </p:sp>
      <p:sp>
        <p:nvSpPr>
          <p:cNvPr id="2168" name="data_2167">
            <a:extLst xmlns:a="http://schemas.openxmlformats.org/drawingml/2006/main">
              <a:ext uri="{FF2B5EF4-FFF2-40B4-BE49-F238E27FC236}">
                <a16:creationId xmlns:a16="http://schemas.microsoft.com/office/drawing/2014/main" id="{BB60829F-BA9B-49A2-B4CE-BEAFF361B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5396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2648E"/>
          </a:solidFill>
          <a:ln xmlns:a="http://schemas.openxmlformats.org/drawingml/2006/main" w="3518">
            <a:solidFill>
              <a:srgbClr val="32648E"/>
            </a:solidFill>
            <a:prstDash val="solid"/>
          </a:ln>
        </p:spPr>
      </p:sp>
      <p:sp>
        <p:nvSpPr>
          <p:cNvPr id="2169" name="data_2168">
            <a:extLst xmlns:a="http://schemas.openxmlformats.org/drawingml/2006/main">
              <a:ext uri="{FF2B5EF4-FFF2-40B4-BE49-F238E27FC236}">
                <a16:creationId xmlns:a16="http://schemas.microsoft.com/office/drawing/2014/main" id="{747B87F7-9BB4-46D6-8351-D2CE6179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4258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3638D"/>
          </a:solidFill>
          <a:ln xmlns:a="http://schemas.openxmlformats.org/drawingml/2006/main" w="3518">
            <a:solidFill>
              <a:srgbClr val="33638D"/>
            </a:solidFill>
            <a:prstDash val="solid"/>
          </a:ln>
        </p:spPr>
      </p:sp>
      <p:sp>
        <p:nvSpPr>
          <p:cNvPr id="2170" name="data_2169">
            <a:extLst xmlns:a="http://schemas.openxmlformats.org/drawingml/2006/main">
              <a:ext uri="{FF2B5EF4-FFF2-40B4-BE49-F238E27FC236}">
                <a16:creationId xmlns:a16="http://schemas.microsoft.com/office/drawing/2014/main" id="{06050242-37F5-4F16-A766-5312ACBA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3120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3628D"/>
          </a:solidFill>
          <a:ln xmlns:a="http://schemas.openxmlformats.org/drawingml/2006/main" w="3518">
            <a:solidFill>
              <a:srgbClr val="33628D"/>
            </a:solidFill>
            <a:prstDash val="solid"/>
          </a:ln>
        </p:spPr>
      </p:sp>
      <p:sp>
        <p:nvSpPr>
          <p:cNvPr id="2171" name="data_2170">
            <a:extLst xmlns:a="http://schemas.openxmlformats.org/drawingml/2006/main">
              <a:ext uri="{FF2B5EF4-FFF2-40B4-BE49-F238E27FC236}">
                <a16:creationId xmlns:a16="http://schemas.microsoft.com/office/drawing/2014/main" id="{5D76C0AA-92E8-4938-923B-59ECC7489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1982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4618D"/>
          </a:solidFill>
          <a:ln xmlns:a="http://schemas.openxmlformats.org/drawingml/2006/main" w="3518">
            <a:solidFill>
              <a:srgbClr val="34618D"/>
            </a:solidFill>
            <a:prstDash val="solid"/>
          </a:ln>
        </p:spPr>
      </p:sp>
      <p:sp>
        <p:nvSpPr>
          <p:cNvPr id="2172" name="data_2171">
            <a:extLst xmlns:a="http://schemas.openxmlformats.org/drawingml/2006/main">
              <a:ext uri="{FF2B5EF4-FFF2-40B4-BE49-F238E27FC236}">
                <a16:creationId xmlns:a16="http://schemas.microsoft.com/office/drawing/2014/main" id="{A08C8BF4-667C-456E-87E3-D43CD9F5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50843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4608D"/>
          </a:solidFill>
          <a:ln xmlns:a="http://schemas.openxmlformats.org/drawingml/2006/main" w="3518">
            <a:solidFill>
              <a:srgbClr val="34608D"/>
            </a:solidFill>
            <a:prstDash val="solid"/>
          </a:ln>
        </p:spPr>
      </p:sp>
      <p:sp>
        <p:nvSpPr>
          <p:cNvPr id="2173" name="data_2172">
            <a:extLst xmlns:a="http://schemas.openxmlformats.org/drawingml/2006/main">
              <a:ext uri="{FF2B5EF4-FFF2-40B4-BE49-F238E27FC236}">
                <a16:creationId xmlns:a16="http://schemas.microsoft.com/office/drawing/2014/main" id="{9DC35C8F-F3CA-4109-ADD1-BAEE466C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9705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55F8D"/>
          </a:solidFill>
          <a:ln xmlns:a="http://schemas.openxmlformats.org/drawingml/2006/main" w="3518">
            <a:solidFill>
              <a:srgbClr val="355F8D"/>
            </a:solidFill>
            <a:prstDash val="solid"/>
          </a:ln>
        </p:spPr>
      </p:sp>
      <p:sp>
        <p:nvSpPr>
          <p:cNvPr id="2174" name="data_2173">
            <a:extLst xmlns:a="http://schemas.openxmlformats.org/drawingml/2006/main">
              <a:ext uri="{FF2B5EF4-FFF2-40B4-BE49-F238E27FC236}">
                <a16:creationId xmlns:a16="http://schemas.microsoft.com/office/drawing/2014/main" id="{E0E7E999-A222-441A-829E-7B6489DB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8567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55E8D"/>
          </a:solidFill>
          <a:ln xmlns:a="http://schemas.openxmlformats.org/drawingml/2006/main" w="3518">
            <a:solidFill>
              <a:srgbClr val="355E8D"/>
            </a:solidFill>
            <a:prstDash val="solid"/>
          </a:ln>
        </p:spPr>
      </p:sp>
      <p:sp>
        <p:nvSpPr>
          <p:cNvPr id="2175" name="data_2174">
            <a:extLst xmlns:a="http://schemas.openxmlformats.org/drawingml/2006/main">
              <a:ext uri="{FF2B5EF4-FFF2-40B4-BE49-F238E27FC236}">
                <a16:creationId xmlns:a16="http://schemas.microsoft.com/office/drawing/2014/main" id="{02AD95EC-8E95-45BC-8A00-1D8220F94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7429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65D8D"/>
          </a:solidFill>
          <a:ln xmlns:a="http://schemas.openxmlformats.org/drawingml/2006/main" w="3518">
            <a:solidFill>
              <a:srgbClr val="365D8D"/>
            </a:solidFill>
            <a:prstDash val="solid"/>
          </a:ln>
        </p:spPr>
      </p:sp>
      <p:sp>
        <p:nvSpPr>
          <p:cNvPr id="2176" name="data_2175">
            <a:extLst xmlns:a="http://schemas.openxmlformats.org/drawingml/2006/main">
              <a:ext uri="{FF2B5EF4-FFF2-40B4-BE49-F238E27FC236}">
                <a16:creationId xmlns:a16="http://schemas.microsoft.com/office/drawing/2014/main" id="{A821BAE1-4C34-4716-8AB8-A7E2312B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6291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65C8D"/>
          </a:solidFill>
          <a:ln xmlns:a="http://schemas.openxmlformats.org/drawingml/2006/main" w="3518">
            <a:solidFill>
              <a:srgbClr val="365C8D"/>
            </a:solidFill>
            <a:prstDash val="solid"/>
          </a:ln>
        </p:spPr>
      </p:sp>
      <p:sp>
        <p:nvSpPr>
          <p:cNvPr id="2177" name="data_2176">
            <a:extLst xmlns:a="http://schemas.openxmlformats.org/drawingml/2006/main">
              <a:ext uri="{FF2B5EF4-FFF2-40B4-BE49-F238E27FC236}">
                <a16:creationId xmlns:a16="http://schemas.microsoft.com/office/drawing/2014/main" id="{9DE91A28-376A-4146-B502-7E799BE0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5153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75B8D"/>
          </a:solidFill>
          <a:ln xmlns:a="http://schemas.openxmlformats.org/drawingml/2006/main" w="3518">
            <a:solidFill>
              <a:srgbClr val="375B8D"/>
            </a:solidFill>
            <a:prstDash val="solid"/>
          </a:ln>
        </p:spPr>
      </p:sp>
      <p:sp>
        <p:nvSpPr>
          <p:cNvPr id="2178" name="data_2177">
            <a:extLst xmlns:a="http://schemas.openxmlformats.org/drawingml/2006/main">
              <a:ext uri="{FF2B5EF4-FFF2-40B4-BE49-F238E27FC236}">
                <a16:creationId xmlns:a16="http://schemas.microsoft.com/office/drawing/2014/main" id="{FF6032FE-6ADD-4575-A460-F8C0EA534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4015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75A8C"/>
          </a:solidFill>
          <a:ln xmlns:a="http://schemas.openxmlformats.org/drawingml/2006/main" w="3518">
            <a:solidFill>
              <a:srgbClr val="375A8C"/>
            </a:solidFill>
            <a:prstDash val="solid"/>
          </a:ln>
        </p:spPr>
      </p:sp>
      <p:sp>
        <p:nvSpPr>
          <p:cNvPr id="2179" name="data_2178">
            <a:extLst xmlns:a="http://schemas.openxmlformats.org/drawingml/2006/main">
              <a:ext uri="{FF2B5EF4-FFF2-40B4-BE49-F238E27FC236}">
                <a16:creationId xmlns:a16="http://schemas.microsoft.com/office/drawing/2014/main" id="{EB647088-4A5F-4216-9729-72C3BEC0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2877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8598C"/>
          </a:solidFill>
          <a:ln xmlns:a="http://schemas.openxmlformats.org/drawingml/2006/main" w="3518">
            <a:solidFill>
              <a:srgbClr val="38598C"/>
            </a:solidFill>
            <a:prstDash val="solid"/>
          </a:ln>
        </p:spPr>
      </p:sp>
      <p:sp>
        <p:nvSpPr>
          <p:cNvPr id="2180" name="data_2179">
            <a:extLst xmlns:a="http://schemas.openxmlformats.org/drawingml/2006/main">
              <a:ext uri="{FF2B5EF4-FFF2-40B4-BE49-F238E27FC236}">
                <a16:creationId xmlns:a16="http://schemas.microsoft.com/office/drawing/2014/main" id="{BC979459-E467-4318-8322-539F9E81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1739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8588C"/>
          </a:solidFill>
          <a:ln xmlns:a="http://schemas.openxmlformats.org/drawingml/2006/main" w="3518">
            <a:solidFill>
              <a:srgbClr val="38588C"/>
            </a:solidFill>
            <a:prstDash val="solid"/>
          </a:ln>
        </p:spPr>
      </p:sp>
      <p:sp>
        <p:nvSpPr>
          <p:cNvPr id="2181" name="data_2180">
            <a:extLst xmlns:a="http://schemas.openxmlformats.org/drawingml/2006/main">
              <a:ext uri="{FF2B5EF4-FFF2-40B4-BE49-F238E27FC236}">
                <a16:creationId xmlns:a16="http://schemas.microsoft.com/office/drawing/2014/main" id="{E0378C16-1680-46C1-BC1D-7E6E7B6C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40601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9568C"/>
          </a:solidFill>
          <a:ln xmlns:a="http://schemas.openxmlformats.org/drawingml/2006/main" w="3518">
            <a:solidFill>
              <a:srgbClr val="39568C"/>
            </a:solidFill>
            <a:prstDash val="solid"/>
          </a:ln>
        </p:spPr>
      </p:sp>
      <p:sp>
        <p:nvSpPr>
          <p:cNvPr id="2182" name="data_2181">
            <a:extLst xmlns:a="http://schemas.openxmlformats.org/drawingml/2006/main">
              <a:ext uri="{FF2B5EF4-FFF2-40B4-BE49-F238E27FC236}">
                <a16:creationId xmlns:a16="http://schemas.microsoft.com/office/drawing/2014/main" id="{98DC5D8F-6578-46B0-BABA-0A29354E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9462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9558C"/>
          </a:solidFill>
          <a:ln xmlns:a="http://schemas.openxmlformats.org/drawingml/2006/main" w="3518">
            <a:solidFill>
              <a:srgbClr val="39558C"/>
            </a:solidFill>
            <a:prstDash val="solid"/>
          </a:ln>
        </p:spPr>
      </p:sp>
      <p:sp>
        <p:nvSpPr>
          <p:cNvPr id="2183" name="data_2182">
            <a:extLst xmlns:a="http://schemas.openxmlformats.org/drawingml/2006/main">
              <a:ext uri="{FF2B5EF4-FFF2-40B4-BE49-F238E27FC236}">
                <a16:creationId xmlns:a16="http://schemas.microsoft.com/office/drawing/2014/main" id="{54AB5AEA-D2AF-4353-8CDB-1BCCCB491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8324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A548C"/>
          </a:solidFill>
          <a:ln xmlns:a="http://schemas.openxmlformats.org/drawingml/2006/main" w="3518">
            <a:solidFill>
              <a:srgbClr val="3A548C"/>
            </a:solidFill>
            <a:prstDash val="solid"/>
          </a:ln>
        </p:spPr>
      </p:sp>
      <p:sp>
        <p:nvSpPr>
          <p:cNvPr id="2184" name="data_2183">
            <a:extLst xmlns:a="http://schemas.openxmlformats.org/drawingml/2006/main">
              <a:ext uri="{FF2B5EF4-FFF2-40B4-BE49-F238E27FC236}">
                <a16:creationId xmlns:a16="http://schemas.microsoft.com/office/drawing/2014/main" id="{1C7B13CE-69D7-4304-B2A1-092F92043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7186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A538B"/>
          </a:solidFill>
          <a:ln xmlns:a="http://schemas.openxmlformats.org/drawingml/2006/main" w="3518">
            <a:solidFill>
              <a:srgbClr val="3A538B"/>
            </a:solidFill>
            <a:prstDash val="solid"/>
          </a:ln>
        </p:spPr>
      </p:sp>
      <p:sp>
        <p:nvSpPr>
          <p:cNvPr id="2185" name="data_2184">
            <a:extLst xmlns:a="http://schemas.openxmlformats.org/drawingml/2006/main">
              <a:ext uri="{FF2B5EF4-FFF2-40B4-BE49-F238E27FC236}">
                <a16:creationId xmlns:a16="http://schemas.microsoft.com/office/drawing/2014/main" id="{D5E784E7-7504-40F3-BCE0-C69456F6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6048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B528B"/>
          </a:solidFill>
          <a:ln xmlns:a="http://schemas.openxmlformats.org/drawingml/2006/main" w="3518">
            <a:solidFill>
              <a:srgbClr val="3B528B"/>
            </a:solidFill>
            <a:prstDash val="solid"/>
          </a:ln>
        </p:spPr>
      </p:sp>
      <p:sp>
        <p:nvSpPr>
          <p:cNvPr id="2186" name="data_2185">
            <a:extLst xmlns:a="http://schemas.openxmlformats.org/drawingml/2006/main">
              <a:ext uri="{FF2B5EF4-FFF2-40B4-BE49-F238E27FC236}">
                <a16:creationId xmlns:a16="http://schemas.microsoft.com/office/drawing/2014/main" id="{960B8E7B-2694-4230-9634-1B3F620C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4910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B518B"/>
          </a:solidFill>
          <a:ln xmlns:a="http://schemas.openxmlformats.org/drawingml/2006/main" w="3518">
            <a:solidFill>
              <a:srgbClr val="3B518B"/>
            </a:solidFill>
            <a:prstDash val="solid"/>
          </a:ln>
        </p:spPr>
      </p:sp>
      <p:sp>
        <p:nvSpPr>
          <p:cNvPr id="2187" name="data_2186">
            <a:extLst xmlns:a="http://schemas.openxmlformats.org/drawingml/2006/main">
              <a:ext uri="{FF2B5EF4-FFF2-40B4-BE49-F238E27FC236}">
                <a16:creationId xmlns:a16="http://schemas.microsoft.com/office/drawing/2014/main" id="{81B74495-062A-4ACB-B282-76F081CA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3772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C508B"/>
          </a:solidFill>
          <a:ln xmlns:a="http://schemas.openxmlformats.org/drawingml/2006/main" w="3518">
            <a:solidFill>
              <a:srgbClr val="3C508B"/>
            </a:solidFill>
            <a:prstDash val="solid"/>
          </a:ln>
        </p:spPr>
      </p:sp>
      <p:sp>
        <p:nvSpPr>
          <p:cNvPr id="2188" name="data_2187">
            <a:extLst xmlns:a="http://schemas.openxmlformats.org/drawingml/2006/main">
              <a:ext uri="{FF2B5EF4-FFF2-40B4-BE49-F238E27FC236}">
                <a16:creationId xmlns:a16="http://schemas.microsoft.com/office/drawing/2014/main" id="{DC0E50BC-19A0-4DCA-B6FD-5BE303D29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2634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C4F8A"/>
          </a:solidFill>
          <a:ln xmlns:a="http://schemas.openxmlformats.org/drawingml/2006/main" w="3518">
            <a:solidFill>
              <a:srgbClr val="3C4F8A"/>
            </a:solidFill>
            <a:prstDash val="solid"/>
          </a:ln>
        </p:spPr>
      </p:sp>
      <p:sp>
        <p:nvSpPr>
          <p:cNvPr id="2189" name="data_2188">
            <a:extLst xmlns:a="http://schemas.openxmlformats.org/drawingml/2006/main">
              <a:ext uri="{FF2B5EF4-FFF2-40B4-BE49-F238E27FC236}">
                <a16:creationId xmlns:a16="http://schemas.microsoft.com/office/drawing/2014/main" id="{1889A951-D073-4CEE-9C92-A2A0F93E8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1496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D4E8A"/>
          </a:solidFill>
          <a:ln xmlns:a="http://schemas.openxmlformats.org/drawingml/2006/main" w="3518">
            <a:solidFill>
              <a:srgbClr val="3D4E8A"/>
            </a:solidFill>
            <a:prstDash val="solid"/>
          </a:ln>
        </p:spPr>
      </p:sp>
      <p:sp>
        <p:nvSpPr>
          <p:cNvPr id="2190" name="data_2189">
            <a:extLst xmlns:a="http://schemas.openxmlformats.org/drawingml/2006/main">
              <a:ext uri="{FF2B5EF4-FFF2-40B4-BE49-F238E27FC236}">
                <a16:creationId xmlns:a16="http://schemas.microsoft.com/office/drawing/2014/main" id="{BFD807B9-8FDF-4F8B-B287-224727EA6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30358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D4D8A"/>
          </a:solidFill>
          <a:ln xmlns:a="http://schemas.openxmlformats.org/drawingml/2006/main" w="3518">
            <a:solidFill>
              <a:srgbClr val="3D4D8A"/>
            </a:solidFill>
            <a:prstDash val="solid"/>
          </a:ln>
        </p:spPr>
      </p:sp>
      <p:sp>
        <p:nvSpPr>
          <p:cNvPr id="2191" name="data_2190">
            <a:extLst xmlns:a="http://schemas.openxmlformats.org/drawingml/2006/main">
              <a:ext uri="{FF2B5EF4-FFF2-40B4-BE49-F238E27FC236}">
                <a16:creationId xmlns:a16="http://schemas.microsoft.com/office/drawing/2014/main" id="{EACC4A28-AAB1-47E6-990A-A768D5254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9219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E4C8A"/>
          </a:solidFill>
          <a:ln xmlns:a="http://schemas.openxmlformats.org/drawingml/2006/main" w="3518">
            <a:solidFill>
              <a:srgbClr val="3E4C8A"/>
            </a:solidFill>
            <a:prstDash val="solid"/>
          </a:ln>
        </p:spPr>
      </p:sp>
      <p:sp>
        <p:nvSpPr>
          <p:cNvPr id="2192" name="data_2191">
            <a:extLst xmlns:a="http://schemas.openxmlformats.org/drawingml/2006/main">
              <a:ext uri="{FF2B5EF4-FFF2-40B4-BE49-F238E27FC236}">
                <a16:creationId xmlns:a16="http://schemas.microsoft.com/office/drawing/2014/main" id="{F7511EA7-F64C-478C-8192-FC5CF321E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8081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E4A89"/>
          </a:solidFill>
          <a:ln xmlns:a="http://schemas.openxmlformats.org/drawingml/2006/main" w="3518">
            <a:solidFill>
              <a:srgbClr val="3E4A89"/>
            </a:solidFill>
            <a:prstDash val="solid"/>
          </a:ln>
        </p:spPr>
      </p:sp>
      <p:sp>
        <p:nvSpPr>
          <p:cNvPr id="2193" name="data_2192">
            <a:extLst xmlns:a="http://schemas.openxmlformats.org/drawingml/2006/main">
              <a:ext uri="{FF2B5EF4-FFF2-40B4-BE49-F238E27FC236}">
                <a16:creationId xmlns:a16="http://schemas.microsoft.com/office/drawing/2014/main" id="{6D3E179C-E979-443D-BDC1-07587614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6943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E4989"/>
          </a:solidFill>
          <a:ln xmlns:a="http://schemas.openxmlformats.org/drawingml/2006/main" w="3518">
            <a:solidFill>
              <a:srgbClr val="3E4989"/>
            </a:solidFill>
            <a:prstDash val="solid"/>
          </a:ln>
        </p:spPr>
      </p:sp>
      <p:sp>
        <p:nvSpPr>
          <p:cNvPr id="2194" name="data_2193">
            <a:extLst xmlns:a="http://schemas.openxmlformats.org/drawingml/2006/main">
              <a:ext uri="{FF2B5EF4-FFF2-40B4-BE49-F238E27FC236}">
                <a16:creationId xmlns:a16="http://schemas.microsoft.com/office/drawing/2014/main" id="{DE7992E4-08CF-4F53-9892-2F705F22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5805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F4889"/>
          </a:solidFill>
          <a:ln xmlns:a="http://schemas.openxmlformats.org/drawingml/2006/main" w="3518">
            <a:solidFill>
              <a:srgbClr val="3F4889"/>
            </a:solidFill>
            <a:prstDash val="solid"/>
          </a:ln>
        </p:spPr>
      </p:sp>
      <p:sp>
        <p:nvSpPr>
          <p:cNvPr id="2195" name="data_2194">
            <a:extLst xmlns:a="http://schemas.openxmlformats.org/drawingml/2006/main">
              <a:ext uri="{FF2B5EF4-FFF2-40B4-BE49-F238E27FC236}">
                <a16:creationId xmlns:a16="http://schemas.microsoft.com/office/drawing/2014/main" id="{9D421986-BF5A-4C85-A1E6-13136F963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4667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F4788"/>
          </a:solidFill>
          <a:ln xmlns:a="http://schemas.openxmlformats.org/drawingml/2006/main" w="3518">
            <a:solidFill>
              <a:srgbClr val="3F4788"/>
            </a:solidFill>
            <a:prstDash val="solid"/>
          </a:ln>
        </p:spPr>
      </p:sp>
      <p:sp>
        <p:nvSpPr>
          <p:cNvPr id="2196" name="data_2195">
            <a:extLst xmlns:a="http://schemas.openxmlformats.org/drawingml/2006/main">
              <a:ext uri="{FF2B5EF4-FFF2-40B4-BE49-F238E27FC236}">
                <a16:creationId xmlns:a16="http://schemas.microsoft.com/office/drawing/2014/main" id="{A03742D1-18D7-4F4A-B10B-2B69B2B86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3529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04688"/>
          </a:solidFill>
          <a:ln xmlns:a="http://schemas.openxmlformats.org/drawingml/2006/main" w="3518">
            <a:solidFill>
              <a:srgbClr val="404688"/>
            </a:solidFill>
            <a:prstDash val="solid"/>
          </a:ln>
        </p:spPr>
      </p:sp>
      <p:sp>
        <p:nvSpPr>
          <p:cNvPr id="2197" name="data_2196">
            <a:extLst xmlns:a="http://schemas.openxmlformats.org/drawingml/2006/main">
              <a:ext uri="{FF2B5EF4-FFF2-40B4-BE49-F238E27FC236}">
                <a16:creationId xmlns:a16="http://schemas.microsoft.com/office/drawing/2014/main" id="{DCBAB691-A405-4A93-9CFC-CD605976A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2391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04588"/>
          </a:solidFill>
          <a:ln xmlns:a="http://schemas.openxmlformats.org/drawingml/2006/main" w="3518">
            <a:solidFill>
              <a:srgbClr val="404588"/>
            </a:solidFill>
            <a:prstDash val="solid"/>
          </a:ln>
        </p:spPr>
      </p:sp>
      <p:sp>
        <p:nvSpPr>
          <p:cNvPr id="2198" name="data_2197">
            <a:extLst xmlns:a="http://schemas.openxmlformats.org/drawingml/2006/main">
              <a:ext uri="{FF2B5EF4-FFF2-40B4-BE49-F238E27FC236}">
                <a16:creationId xmlns:a16="http://schemas.microsoft.com/office/drawing/2014/main" id="{578A9595-D444-48A2-8CD8-12F88BDD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1253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14487"/>
          </a:solidFill>
          <a:ln xmlns:a="http://schemas.openxmlformats.org/drawingml/2006/main" w="3518">
            <a:solidFill>
              <a:srgbClr val="414487"/>
            </a:solidFill>
            <a:prstDash val="solid"/>
          </a:ln>
        </p:spPr>
      </p:sp>
      <p:sp>
        <p:nvSpPr>
          <p:cNvPr id="2199" name="data_2198">
            <a:extLst xmlns:a="http://schemas.openxmlformats.org/drawingml/2006/main">
              <a:ext uri="{FF2B5EF4-FFF2-40B4-BE49-F238E27FC236}">
                <a16:creationId xmlns:a16="http://schemas.microsoft.com/office/drawing/2014/main" id="{4CB68238-3EF8-4CD4-8723-A0979499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20115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14287"/>
          </a:solidFill>
          <a:ln xmlns:a="http://schemas.openxmlformats.org/drawingml/2006/main" w="3518">
            <a:solidFill>
              <a:srgbClr val="414287"/>
            </a:solidFill>
            <a:prstDash val="solid"/>
          </a:ln>
        </p:spPr>
      </p:sp>
      <p:sp>
        <p:nvSpPr>
          <p:cNvPr id="2200" name="data_2199">
            <a:extLst xmlns:a="http://schemas.openxmlformats.org/drawingml/2006/main">
              <a:ext uri="{FF2B5EF4-FFF2-40B4-BE49-F238E27FC236}">
                <a16:creationId xmlns:a16="http://schemas.microsoft.com/office/drawing/2014/main" id="{C363EB9C-AD28-4EBB-B218-33A777536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18977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24186"/>
          </a:solidFill>
          <a:ln xmlns:a="http://schemas.openxmlformats.org/drawingml/2006/main" w="3518">
            <a:solidFill>
              <a:srgbClr val="424186"/>
            </a:solidFill>
            <a:prstDash val="solid"/>
          </a:ln>
        </p:spPr>
      </p:sp>
      <p:sp>
        <p:nvSpPr>
          <p:cNvPr id="2201" name="data_2200">
            <a:extLst xmlns:a="http://schemas.openxmlformats.org/drawingml/2006/main">
              <a:ext uri="{FF2B5EF4-FFF2-40B4-BE49-F238E27FC236}">
                <a16:creationId xmlns:a16="http://schemas.microsoft.com/office/drawing/2014/main" id="{995A9919-0485-4E86-8EA1-B5D329BC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17838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24086"/>
          </a:solidFill>
          <a:ln xmlns:a="http://schemas.openxmlformats.org/drawingml/2006/main" w="3518">
            <a:solidFill>
              <a:srgbClr val="424086"/>
            </a:solidFill>
            <a:prstDash val="solid"/>
          </a:ln>
        </p:spPr>
      </p:sp>
      <p:sp>
        <p:nvSpPr>
          <p:cNvPr id="2202" name="data_2201">
            <a:extLst xmlns:a="http://schemas.openxmlformats.org/drawingml/2006/main">
              <a:ext uri="{FF2B5EF4-FFF2-40B4-BE49-F238E27FC236}">
                <a16:creationId xmlns:a16="http://schemas.microsoft.com/office/drawing/2014/main" id="{ABDBFFA7-12F8-4B4B-92C0-18E53E2B7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16700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23F85"/>
          </a:solidFill>
          <a:ln xmlns:a="http://schemas.openxmlformats.org/drawingml/2006/main" w="3518">
            <a:solidFill>
              <a:srgbClr val="423F85"/>
            </a:solidFill>
            <a:prstDash val="solid"/>
          </a:ln>
        </p:spPr>
      </p:sp>
      <p:sp>
        <p:nvSpPr>
          <p:cNvPr id="2203" name="data_2202">
            <a:extLst xmlns:a="http://schemas.openxmlformats.org/drawingml/2006/main">
              <a:ext uri="{FF2B5EF4-FFF2-40B4-BE49-F238E27FC236}">
                <a16:creationId xmlns:a16="http://schemas.microsoft.com/office/drawing/2014/main" id="{BE954DF5-828B-48A4-B2A5-931DEF3F1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15562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33E85"/>
          </a:solidFill>
          <a:ln xmlns:a="http://schemas.openxmlformats.org/drawingml/2006/main" w="3518">
            <a:solidFill>
              <a:srgbClr val="433E85"/>
            </a:solidFill>
            <a:prstDash val="solid"/>
          </a:ln>
        </p:spPr>
      </p:sp>
      <p:sp>
        <p:nvSpPr>
          <p:cNvPr id="2204" name="data_2203">
            <a:extLst xmlns:a="http://schemas.openxmlformats.org/drawingml/2006/main">
              <a:ext uri="{FF2B5EF4-FFF2-40B4-BE49-F238E27FC236}">
                <a16:creationId xmlns:a16="http://schemas.microsoft.com/office/drawing/2014/main" id="{BA0CBC89-B11F-41CD-92F8-CA171B60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14424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33D84"/>
          </a:solidFill>
          <a:ln xmlns:a="http://schemas.openxmlformats.org/drawingml/2006/main" w="3518">
            <a:solidFill>
              <a:srgbClr val="433D84"/>
            </a:solidFill>
            <a:prstDash val="solid"/>
          </a:ln>
        </p:spPr>
      </p:sp>
      <p:sp>
        <p:nvSpPr>
          <p:cNvPr id="2205" name="data_2204">
            <a:extLst xmlns:a="http://schemas.openxmlformats.org/drawingml/2006/main">
              <a:ext uri="{FF2B5EF4-FFF2-40B4-BE49-F238E27FC236}">
                <a16:creationId xmlns:a16="http://schemas.microsoft.com/office/drawing/2014/main" id="{4F465148-70A9-4F31-A9E0-938C7F1C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13286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3B84"/>
          </a:solidFill>
          <a:ln xmlns:a="http://schemas.openxmlformats.org/drawingml/2006/main" w="3518">
            <a:solidFill>
              <a:srgbClr val="443B84"/>
            </a:solidFill>
            <a:prstDash val="solid"/>
          </a:ln>
        </p:spPr>
      </p:sp>
      <p:sp>
        <p:nvSpPr>
          <p:cNvPr id="2206" name="data_2205">
            <a:extLst xmlns:a="http://schemas.openxmlformats.org/drawingml/2006/main">
              <a:ext uri="{FF2B5EF4-FFF2-40B4-BE49-F238E27FC236}">
                <a16:creationId xmlns:a16="http://schemas.microsoft.com/office/drawing/2014/main" id="{DD77B580-ACE9-4BCF-A77B-EC4A0F465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12148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3A83"/>
          </a:solidFill>
          <a:ln xmlns:a="http://schemas.openxmlformats.org/drawingml/2006/main" w="3518">
            <a:solidFill>
              <a:srgbClr val="443A83"/>
            </a:solidFill>
            <a:prstDash val="solid"/>
          </a:ln>
        </p:spPr>
      </p:sp>
      <p:sp>
        <p:nvSpPr>
          <p:cNvPr id="2207" name="data_2206">
            <a:extLst xmlns:a="http://schemas.openxmlformats.org/drawingml/2006/main">
              <a:ext uri="{FF2B5EF4-FFF2-40B4-BE49-F238E27FC236}">
                <a16:creationId xmlns:a16="http://schemas.microsoft.com/office/drawing/2014/main" id="{6594CF8E-2B1B-497E-98D9-8D703D00A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11010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3983"/>
          </a:solidFill>
          <a:ln xmlns:a="http://schemas.openxmlformats.org/drawingml/2006/main" w="3518">
            <a:solidFill>
              <a:srgbClr val="443983"/>
            </a:solidFill>
            <a:prstDash val="solid"/>
          </a:ln>
        </p:spPr>
      </p:sp>
      <p:sp>
        <p:nvSpPr>
          <p:cNvPr id="2208" name="data_2207">
            <a:extLst xmlns:a="http://schemas.openxmlformats.org/drawingml/2006/main">
              <a:ext uri="{FF2B5EF4-FFF2-40B4-BE49-F238E27FC236}">
                <a16:creationId xmlns:a16="http://schemas.microsoft.com/office/drawing/2014/main" id="{72645591-F1AB-448F-BFBB-232C7DD9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9872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3882"/>
          </a:solidFill>
          <a:ln xmlns:a="http://schemas.openxmlformats.org/drawingml/2006/main" w="3518">
            <a:solidFill>
              <a:srgbClr val="453882"/>
            </a:solidFill>
            <a:prstDash val="solid"/>
          </a:ln>
        </p:spPr>
      </p:sp>
      <p:sp>
        <p:nvSpPr>
          <p:cNvPr id="2209" name="data_2208">
            <a:extLst xmlns:a="http://schemas.openxmlformats.org/drawingml/2006/main">
              <a:ext uri="{FF2B5EF4-FFF2-40B4-BE49-F238E27FC236}">
                <a16:creationId xmlns:a16="http://schemas.microsoft.com/office/drawing/2014/main" id="{7012C5EA-8A13-4A76-9B7C-030D992D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8734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3781"/>
          </a:solidFill>
          <a:ln xmlns:a="http://schemas.openxmlformats.org/drawingml/2006/main" w="3518">
            <a:solidFill>
              <a:srgbClr val="453781"/>
            </a:solidFill>
            <a:prstDash val="solid"/>
          </a:ln>
        </p:spPr>
      </p:sp>
      <p:sp>
        <p:nvSpPr>
          <p:cNvPr id="2210" name="data_2209">
            <a:extLst xmlns:a="http://schemas.openxmlformats.org/drawingml/2006/main">
              <a:ext uri="{FF2B5EF4-FFF2-40B4-BE49-F238E27FC236}">
                <a16:creationId xmlns:a16="http://schemas.microsoft.com/office/drawing/2014/main" id="{E935A633-EFAB-46F3-8155-47F10546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7595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3581"/>
          </a:solidFill>
          <a:ln xmlns:a="http://schemas.openxmlformats.org/drawingml/2006/main" w="3518">
            <a:solidFill>
              <a:srgbClr val="453581"/>
            </a:solidFill>
            <a:prstDash val="solid"/>
          </a:ln>
        </p:spPr>
      </p:sp>
      <p:sp>
        <p:nvSpPr>
          <p:cNvPr id="2211" name="data_2210">
            <a:extLst xmlns:a="http://schemas.openxmlformats.org/drawingml/2006/main">
              <a:ext uri="{FF2B5EF4-FFF2-40B4-BE49-F238E27FC236}">
                <a16:creationId xmlns:a16="http://schemas.microsoft.com/office/drawing/2014/main" id="{579B67A2-8C9C-4137-9A11-1F5BF08C8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6457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3480"/>
          </a:solidFill>
          <a:ln xmlns:a="http://schemas.openxmlformats.org/drawingml/2006/main" w="3518">
            <a:solidFill>
              <a:srgbClr val="463480"/>
            </a:solidFill>
            <a:prstDash val="solid"/>
          </a:ln>
        </p:spPr>
      </p:sp>
      <p:sp>
        <p:nvSpPr>
          <p:cNvPr id="2212" name="data_2211">
            <a:extLst xmlns:a="http://schemas.openxmlformats.org/drawingml/2006/main">
              <a:ext uri="{FF2B5EF4-FFF2-40B4-BE49-F238E27FC236}">
                <a16:creationId xmlns:a16="http://schemas.microsoft.com/office/drawing/2014/main" id="{C5C1568E-CAFD-4074-B2B5-7CD69D68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5319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337F"/>
          </a:solidFill>
          <a:ln xmlns:a="http://schemas.openxmlformats.org/drawingml/2006/main" w="3518">
            <a:solidFill>
              <a:srgbClr val="46337F"/>
            </a:solidFill>
            <a:prstDash val="solid"/>
          </a:ln>
        </p:spPr>
      </p:sp>
      <p:sp>
        <p:nvSpPr>
          <p:cNvPr id="2213" name="data_2212">
            <a:extLst xmlns:a="http://schemas.openxmlformats.org/drawingml/2006/main">
              <a:ext uri="{FF2B5EF4-FFF2-40B4-BE49-F238E27FC236}">
                <a16:creationId xmlns:a16="http://schemas.microsoft.com/office/drawing/2014/main" id="{66696683-2CF7-4119-B664-D0249F92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4181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327E"/>
          </a:solidFill>
          <a:ln xmlns:a="http://schemas.openxmlformats.org/drawingml/2006/main" w="3518">
            <a:solidFill>
              <a:srgbClr val="46327E"/>
            </a:solidFill>
            <a:prstDash val="solid"/>
          </a:ln>
        </p:spPr>
      </p:sp>
      <p:sp>
        <p:nvSpPr>
          <p:cNvPr id="2214" name="data_2213">
            <a:extLst xmlns:a="http://schemas.openxmlformats.org/drawingml/2006/main">
              <a:ext uri="{FF2B5EF4-FFF2-40B4-BE49-F238E27FC236}">
                <a16:creationId xmlns:a16="http://schemas.microsoft.com/office/drawing/2014/main" id="{2284D589-8501-422D-AB35-90E00DAB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3043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307E"/>
          </a:solidFill>
          <a:ln xmlns:a="http://schemas.openxmlformats.org/drawingml/2006/main" w="3518">
            <a:solidFill>
              <a:srgbClr val="46307E"/>
            </a:solidFill>
            <a:prstDash val="solid"/>
          </a:ln>
        </p:spPr>
      </p:sp>
      <p:sp>
        <p:nvSpPr>
          <p:cNvPr id="2215" name="data_2214">
            <a:extLst xmlns:a="http://schemas.openxmlformats.org/drawingml/2006/main">
              <a:ext uri="{FF2B5EF4-FFF2-40B4-BE49-F238E27FC236}">
                <a16:creationId xmlns:a16="http://schemas.microsoft.com/office/drawing/2014/main" id="{79D6E1B4-54BD-42F7-A047-CC5B26F12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1905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F7D"/>
          </a:solidFill>
          <a:ln xmlns:a="http://schemas.openxmlformats.org/drawingml/2006/main" w="3518">
            <a:solidFill>
              <a:srgbClr val="472F7D"/>
            </a:solidFill>
            <a:prstDash val="solid"/>
          </a:ln>
        </p:spPr>
      </p:sp>
      <p:sp>
        <p:nvSpPr>
          <p:cNvPr id="2216" name="data_2215">
            <a:extLst xmlns:a="http://schemas.openxmlformats.org/drawingml/2006/main">
              <a:ext uri="{FF2B5EF4-FFF2-40B4-BE49-F238E27FC236}">
                <a16:creationId xmlns:a16="http://schemas.microsoft.com/office/drawing/2014/main" id="{DE2C4F02-8C74-4CDA-91EB-312960863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500767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E7C"/>
          </a:solidFill>
          <a:ln xmlns:a="http://schemas.openxmlformats.org/drawingml/2006/main" w="3518">
            <a:solidFill>
              <a:srgbClr val="472E7C"/>
            </a:solidFill>
            <a:prstDash val="solid"/>
          </a:ln>
        </p:spPr>
      </p:sp>
      <p:sp>
        <p:nvSpPr>
          <p:cNvPr id="2217" name="data_2216">
            <a:extLst xmlns:a="http://schemas.openxmlformats.org/drawingml/2006/main">
              <a:ext uri="{FF2B5EF4-FFF2-40B4-BE49-F238E27FC236}">
                <a16:creationId xmlns:a16="http://schemas.microsoft.com/office/drawing/2014/main" id="{7BFBD3E5-9E93-4FFD-8614-2918CAC0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9629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D7B"/>
          </a:solidFill>
          <a:ln xmlns:a="http://schemas.openxmlformats.org/drawingml/2006/main" w="3518">
            <a:solidFill>
              <a:srgbClr val="472D7B"/>
            </a:solidFill>
            <a:prstDash val="solid"/>
          </a:ln>
        </p:spPr>
      </p:sp>
      <p:sp>
        <p:nvSpPr>
          <p:cNvPr id="2218" name="data_2217">
            <a:extLst xmlns:a="http://schemas.openxmlformats.org/drawingml/2006/main">
              <a:ext uri="{FF2B5EF4-FFF2-40B4-BE49-F238E27FC236}">
                <a16:creationId xmlns:a16="http://schemas.microsoft.com/office/drawing/2014/main" id="{21A4E9ED-A25A-479C-A6B1-0241BFF29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8491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C7A"/>
          </a:solidFill>
          <a:ln xmlns:a="http://schemas.openxmlformats.org/drawingml/2006/main" w="3518">
            <a:solidFill>
              <a:srgbClr val="472C7A"/>
            </a:solidFill>
            <a:prstDash val="solid"/>
          </a:ln>
        </p:spPr>
      </p:sp>
      <p:sp>
        <p:nvSpPr>
          <p:cNvPr id="2219" name="data_2218">
            <a:extLst xmlns:a="http://schemas.openxmlformats.org/drawingml/2006/main">
              <a:ext uri="{FF2B5EF4-FFF2-40B4-BE49-F238E27FC236}">
                <a16:creationId xmlns:a16="http://schemas.microsoft.com/office/drawing/2014/main" id="{A03DF80A-A0C3-4456-A7E3-AE50BA2D8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7352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A7A"/>
          </a:solidFill>
          <a:ln xmlns:a="http://schemas.openxmlformats.org/drawingml/2006/main" w="3518">
            <a:solidFill>
              <a:srgbClr val="472A7A"/>
            </a:solidFill>
            <a:prstDash val="solid"/>
          </a:ln>
        </p:spPr>
      </p:sp>
      <p:sp>
        <p:nvSpPr>
          <p:cNvPr id="2220" name="data_2219">
            <a:extLst xmlns:a="http://schemas.openxmlformats.org/drawingml/2006/main">
              <a:ext uri="{FF2B5EF4-FFF2-40B4-BE49-F238E27FC236}">
                <a16:creationId xmlns:a16="http://schemas.microsoft.com/office/drawing/2014/main" id="{AED5554D-E438-4B27-A693-441C28F3A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6214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979"/>
          </a:solidFill>
          <a:ln xmlns:a="http://schemas.openxmlformats.org/drawingml/2006/main" w="3518">
            <a:solidFill>
              <a:srgbClr val="482979"/>
            </a:solidFill>
            <a:prstDash val="solid"/>
          </a:ln>
        </p:spPr>
      </p:sp>
      <p:sp>
        <p:nvSpPr>
          <p:cNvPr id="2221" name="data_2220">
            <a:extLst xmlns:a="http://schemas.openxmlformats.org/drawingml/2006/main">
              <a:ext uri="{FF2B5EF4-FFF2-40B4-BE49-F238E27FC236}">
                <a16:creationId xmlns:a16="http://schemas.microsoft.com/office/drawing/2014/main" id="{F1B2D22F-DC16-4215-B2C0-2FF14497B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5076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878"/>
          </a:solidFill>
          <a:ln xmlns:a="http://schemas.openxmlformats.org/drawingml/2006/main" w="3518">
            <a:solidFill>
              <a:srgbClr val="482878"/>
            </a:solidFill>
            <a:prstDash val="solid"/>
          </a:ln>
        </p:spPr>
      </p:sp>
      <p:sp>
        <p:nvSpPr>
          <p:cNvPr id="2222" name="data_2221">
            <a:extLst xmlns:a="http://schemas.openxmlformats.org/drawingml/2006/main">
              <a:ext uri="{FF2B5EF4-FFF2-40B4-BE49-F238E27FC236}">
                <a16:creationId xmlns:a16="http://schemas.microsoft.com/office/drawing/2014/main" id="{B726CF4D-A5AC-4B85-8200-153DA59E2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3938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677"/>
          </a:solidFill>
          <a:ln xmlns:a="http://schemas.openxmlformats.org/drawingml/2006/main" w="3518">
            <a:solidFill>
              <a:srgbClr val="482677"/>
            </a:solidFill>
            <a:prstDash val="solid"/>
          </a:ln>
        </p:spPr>
      </p:sp>
      <p:sp>
        <p:nvSpPr>
          <p:cNvPr id="2223" name="data_2222">
            <a:extLst xmlns:a="http://schemas.openxmlformats.org/drawingml/2006/main">
              <a:ext uri="{FF2B5EF4-FFF2-40B4-BE49-F238E27FC236}">
                <a16:creationId xmlns:a16="http://schemas.microsoft.com/office/drawing/2014/main" id="{F7290F3E-5429-4A25-8BA9-62AFEC9EA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2800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576"/>
          </a:solidFill>
          <a:ln xmlns:a="http://schemas.openxmlformats.org/drawingml/2006/main" w="3518">
            <a:solidFill>
              <a:srgbClr val="482576"/>
            </a:solidFill>
            <a:prstDash val="solid"/>
          </a:ln>
        </p:spPr>
      </p:sp>
      <p:sp>
        <p:nvSpPr>
          <p:cNvPr id="2224" name="data_2223">
            <a:extLst xmlns:a="http://schemas.openxmlformats.org/drawingml/2006/main">
              <a:ext uri="{FF2B5EF4-FFF2-40B4-BE49-F238E27FC236}">
                <a16:creationId xmlns:a16="http://schemas.microsoft.com/office/drawing/2014/main" id="{7DB6302D-9206-4A9B-A0F3-3ED9ED7BE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1662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475"/>
          </a:solidFill>
          <a:ln xmlns:a="http://schemas.openxmlformats.org/drawingml/2006/main" w="3518">
            <a:solidFill>
              <a:srgbClr val="482475"/>
            </a:solidFill>
            <a:prstDash val="solid"/>
          </a:ln>
        </p:spPr>
      </p:sp>
      <p:sp>
        <p:nvSpPr>
          <p:cNvPr id="2225" name="data_2224">
            <a:extLst xmlns:a="http://schemas.openxmlformats.org/drawingml/2006/main">
              <a:ext uri="{FF2B5EF4-FFF2-40B4-BE49-F238E27FC236}">
                <a16:creationId xmlns:a16="http://schemas.microsoft.com/office/drawing/2014/main" id="{90EE439E-0449-402D-AC7E-B4D090275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90524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374"/>
          </a:solidFill>
          <a:ln xmlns:a="http://schemas.openxmlformats.org/drawingml/2006/main" w="3518">
            <a:solidFill>
              <a:srgbClr val="482374"/>
            </a:solidFill>
            <a:prstDash val="solid"/>
          </a:ln>
        </p:spPr>
      </p:sp>
      <p:sp>
        <p:nvSpPr>
          <p:cNvPr id="2226" name="data_2225">
            <a:extLst xmlns:a="http://schemas.openxmlformats.org/drawingml/2006/main">
              <a:ext uri="{FF2B5EF4-FFF2-40B4-BE49-F238E27FC236}">
                <a16:creationId xmlns:a16="http://schemas.microsoft.com/office/drawing/2014/main" id="{9113E8EE-C620-40C5-9DB8-57252284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9386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173"/>
          </a:solidFill>
          <a:ln xmlns:a="http://schemas.openxmlformats.org/drawingml/2006/main" w="3518">
            <a:solidFill>
              <a:srgbClr val="482173"/>
            </a:solidFill>
            <a:prstDash val="solid"/>
          </a:ln>
        </p:spPr>
      </p:sp>
      <p:sp>
        <p:nvSpPr>
          <p:cNvPr id="2227" name="data_2226">
            <a:extLst xmlns:a="http://schemas.openxmlformats.org/drawingml/2006/main">
              <a:ext uri="{FF2B5EF4-FFF2-40B4-BE49-F238E27FC236}">
                <a16:creationId xmlns:a16="http://schemas.microsoft.com/office/drawing/2014/main" id="{D321CBAE-8E62-419A-8498-B24A7812B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8248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071"/>
          </a:solidFill>
          <a:ln xmlns:a="http://schemas.openxmlformats.org/drawingml/2006/main" w="3518">
            <a:solidFill>
              <a:srgbClr val="482071"/>
            </a:solidFill>
            <a:prstDash val="solid"/>
          </a:ln>
        </p:spPr>
      </p:sp>
      <p:sp>
        <p:nvSpPr>
          <p:cNvPr id="2228" name="data_2227">
            <a:extLst xmlns:a="http://schemas.openxmlformats.org/drawingml/2006/main">
              <a:ext uri="{FF2B5EF4-FFF2-40B4-BE49-F238E27FC236}">
                <a16:creationId xmlns:a16="http://schemas.microsoft.com/office/drawing/2014/main" id="{CDD521E1-00A9-4DC2-B724-627340321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7110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F70"/>
          </a:solidFill>
          <a:ln xmlns:a="http://schemas.openxmlformats.org/drawingml/2006/main" w="3518">
            <a:solidFill>
              <a:srgbClr val="481F70"/>
            </a:solidFill>
            <a:prstDash val="solid"/>
          </a:ln>
        </p:spPr>
      </p:sp>
      <p:sp>
        <p:nvSpPr>
          <p:cNvPr id="2229" name="data_2228">
            <a:extLst xmlns:a="http://schemas.openxmlformats.org/drawingml/2006/main">
              <a:ext uri="{FF2B5EF4-FFF2-40B4-BE49-F238E27FC236}">
                <a16:creationId xmlns:a16="http://schemas.microsoft.com/office/drawing/2014/main" id="{D6848F0F-9713-4A5C-AE6D-8DDC289E9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5971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D6F"/>
          </a:solidFill>
          <a:ln xmlns:a="http://schemas.openxmlformats.org/drawingml/2006/main" w="3518">
            <a:solidFill>
              <a:srgbClr val="481D6F"/>
            </a:solidFill>
            <a:prstDash val="solid"/>
          </a:ln>
        </p:spPr>
      </p:sp>
      <p:sp>
        <p:nvSpPr>
          <p:cNvPr id="2230" name="data_2229">
            <a:extLst xmlns:a="http://schemas.openxmlformats.org/drawingml/2006/main">
              <a:ext uri="{FF2B5EF4-FFF2-40B4-BE49-F238E27FC236}">
                <a16:creationId xmlns:a16="http://schemas.microsoft.com/office/drawing/2014/main" id="{2E78F0A5-512C-40F2-8103-D45B90DEF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4833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C6E"/>
          </a:solidFill>
          <a:ln xmlns:a="http://schemas.openxmlformats.org/drawingml/2006/main" w="3518">
            <a:solidFill>
              <a:srgbClr val="481C6E"/>
            </a:solidFill>
            <a:prstDash val="solid"/>
          </a:ln>
        </p:spPr>
      </p:sp>
      <p:sp>
        <p:nvSpPr>
          <p:cNvPr id="2231" name="data_2230">
            <a:extLst xmlns:a="http://schemas.openxmlformats.org/drawingml/2006/main">
              <a:ext uri="{FF2B5EF4-FFF2-40B4-BE49-F238E27FC236}">
                <a16:creationId xmlns:a16="http://schemas.microsoft.com/office/drawing/2014/main" id="{CBAF62AE-AC41-4B4A-8952-4E5F14F5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3695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B6D"/>
          </a:solidFill>
          <a:ln xmlns:a="http://schemas.openxmlformats.org/drawingml/2006/main" w="3518">
            <a:solidFill>
              <a:srgbClr val="481B6D"/>
            </a:solidFill>
            <a:prstDash val="solid"/>
          </a:ln>
        </p:spPr>
      </p:sp>
      <p:sp>
        <p:nvSpPr>
          <p:cNvPr id="2232" name="data_2231">
            <a:extLst xmlns:a="http://schemas.openxmlformats.org/drawingml/2006/main">
              <a:ext uri="{FF2B5EF4-FFF2-40B4-BE49-F238E27FC236}">
                <a16:creationId xmlns:a16="http://schemas.microsoft.com/office/drawing/2014/main" id="{948335BE-4C62-45C0-B2B5-ABF1BA1E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2557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A6C"/>
          </a:solidFill>
          <a:ln xmlns:a="http://schemas.openxmlformats.org/drawingml/2006/main" w="3518">
            <a:solidFill>
              <a:srgbClr val="481A6C"/>
            </a:solidFill>
            <a:prstDash val="solid"/>
          </a:ln>
        </p:spPr>
      </p:sp>
      <p:sp>
        <p:nvSpPr>
          <p:cNvPr id="2233" name="data_2232">
            <a:extLst xmlns:a="http://schemas.openxmlformats.org/drawingml/2006/main">
              <a:ext uri="{FF2B5EF4-FFF2-40B4-BE49-F238E27FC236}">
                <a16:creationId xmlns:a16="http://schemas.microsoft.com/office/drawing/2014/main" id="{8694503C-3455-40DA-A73E-DA6EEC7B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1419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86A"/>
          </a:solidFill>
          <a:ln xmlns:a="http://schemas.openxmlformats.org/drawingml/2006/main" w="3518">
            <a:solidFill>
              <a:srgbClr val="48186A"/>
            </a:solidFill>
            <a:prstDash val="solid"/>
          </a:ln>
        </p:spPr>
      </p:sp>
      <p:sp>
        <p:nvSpPr>
          <p:cNvPr id="2234" name="data_2233">
            <a:extLst xmlns:a="http://schemas.openxmlformats.org/drawingml/2006/main">
              <a:ext uri="{FF2B5EF4-FFF2-40B4-BE49-F238E27FC236}">
                <a16:creationId xmlns:a16="http://schemas.microsoft.com/office/drawing/2014/main" id="{350CEE7D-9A73-4F5D-BE62-0753F771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80281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769"/>
          </a:solidFill>
          <a:ln xmlns:a="http://schemas.openxmlformats.org/drawingml/2006/main" w="3518">
            <a:solidFill>
              <a:srgbClr val="481769"/>
            </a:solidFill>
            <a:prstDash val="solid"/>
          </a:ln>
        </p:spPr>
      </p:sp>
      <p:sp>
        <p:nvSpPr>
          <p:cNvPr id="2235" name="data_2234">
            <a:extLst xmlns:a="http://schemas.openxmlformats.org/drawingml/2006/main">
              <a:ext uri="{FF2B5EF4-FFF2-40B4-BE49-F238E27FC236}">
                <a16:creationId xmlns:a16="http://schemas.microsoft.com/office/drawing/2014/main" id="{A1B56479-BCFF-4BFC-93EA-02DD82F0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9143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668"/>
          </a:solidFill>
          <a:ln xmlns:a="http://schemas.openxmlformats.org/drawingml/2006/main" w="3518">
            <a:solidFill>
              <a:srgbClr val="481668"/>
            </a:solidFill>
            <a:prstDash val="solid"/>
          </a:ln>
        </p:spPr>
      </p:sp>
      <p:sp>
        <p:nvSpPr>
          <p:cNvPr id="2236" name="data_2235">
            <a:extLst xmlns:a="http://schemas.openxmlformats.org/drawingml/2006/main">
              <a:ext uri="{FF2B5EF4-FFF2-40B4-BE49-F238E27FC236}">
                <a16:creationId xmlns:a16="http://schemas.microsoft.com/office/drawing/2014/main" id="{2214D425-113F-4D99-AC85-5084FC043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8005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467"/>
          </a:solidFill>
          <a:ln xmlns:a="http://schemas.openxmlformats.org/drawingml/2006/main" w="3518">
            <a:solidFill>
              <a:srgbClr val="481467"/>
            </a:solidFill>
            <a:prstDash val="solid"/>
          </a:ln>
        </p:spPr>
      </p:sp>
      <p:sp>
        <p:nvSpPr>
          <p:cNvPr id="2237" name="data_2236">
            <a:extLst xmlns:a="http://schemas.openxmlformats.org/drawingml/2006/main">
              <a:ext uri="{FF2B5EF4-FFF2-40B4-BE49-F238E27FC236}">
                <a16:creationId xmlns:a16="http://schemas.microsoft.com/office/drawing/2014/main" id="{4EEAB54B-B7C1-4A00-AA51-A24920BD6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6867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1365"/>
          </a:solidFill>
          <a:ln xmlns:a="http://schemas.openxmlformats.org/drawingml/2006/main" w="3518">
            <a:solidFill>
              <a:srgbClr val="471365"/>
            </a:solidFill>
            <a:prstDash val="solid"/>
          </a:ln>
        </p:spPr>
      </p:sp>
      <p:sp>
        <p:nvSpPr>
          <p:cNvPr id="2238" name="data_2237">
            <a:extLst xmlns:a="http://schemas.openxmlformats.org/drawingml/2006/main">
              <a:ext uri="{FF2B5EF4-FFF2-40B4-BE49-F238E27FC236}">
                <a16:creationId xmlns:a16="http://schemas.microsoft.com/office/drawing/2014/main" id="{7E9DF184-ECE5-45A7-8C31-341ADD057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5728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1164"/>
          </a:solidFill>
          <a:ln xmlns:a="http://schemas.openxmlformats.org/drawingml/2006/main" w="3518">
            <a:solidFill>
              <a:srgbClr val="471164"/>
            </a:solidFill>
            <a:prstDash val="solid"/>
          </a:ln>
        </p:spPr>
      </p:sp>
      <p:sp>
        <p:nvSpPr>
          <p:cNvPr id="2239" name="data_2238">
            <a:extLst xmlns:a="http://schemas.openxmlformats.org/drawingml/2006/main">
              <a:ext uri="{FF2B5EF4-FFF2-40B4-BE49-F238E27FC236}">
                <a16:creationId xmlns:a16="http://schemas.microsoft.com/office/drawing/2014/main" id="{C45A76F8-9687-4AFE-BD77-64E829499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4590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1063"/>
          </a:solidFill>
          <a:ln xmlns:a="http://schemas.openxmlformats.org/drawingml/2006/main" w="3518">
            <a:solidFill>
              <a:srgbClr val="471063"/>
            </a:solidFill>
            <a:prstDash val="solid"/>
          </a:ln>
        </p:spPr>
      </p:sp>
      <p:sp>
        <p:nvSpPr>
          <p:cNvPr id="2240" name="data_2239">
            <a:extLst xmlns:a="http://schemas.openxmlformats.org/drawingml/2006/main">
              <a:ext uri="{FF2B5EF4-FFF2-40B4-BE49-F238E27FC236}">
                <a16:creationId xmlns:a16="http://schemas.microsoft.com/office/drawing/2014/main" id="{C8B1E5A7-7E41-4EA6-8B93-5C54733E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3452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0E61"/>
          </a:solidFill>
          <a:ln xmlns:a="http://schemas.openxmlformats.org/drawingml/2006/main" w="3518">
            <a:solidFill>
              <a:srgbClr val="470E61"/>
            </a:solidFill>
            <a:prstDash val="solid"/>
          </a:ln>
        </p:spPr>
      </p:sp>
      <p:sp>
        <p:nvSpPr>
          <p:cNvPr id="2241" name="data_2240">
            <a:extLst xmlns:a="http://schemas.openxmlformats.org/drawingml/2006/main">
              <a:ext uri="{FF2B5EF4-FFF2-40B4-BE49-F238E27FC236}">
                <a16:creationId xmlns:a16="http://schemas.microsoft.com/office/drawing/2014/main" id="{B96275C9-F6D1-40B7-B4E5-29D98A242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2314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0D60"/>
          </a:solidFill>
          <a:ln xmlns:a="http://schemas.openxmlformats.org/drawingml/2006/main" w="3518">
            <a:solidFill>
              <a:srgbClr val="470D60"/>
            </a:solidFill>
            <a:prstDash val="solid"/>
          </a:ln>
        </p:spPr>
      </p:sp>
      <p:sp>
        <p:nvSpPr>
          <p:cNvPr id="2242" name="data_2241">
            <a:extLst xmlns:a="http://schemas.openxmlformats.org/drawingml/2006/main">
              <a:ext uri="{FF2B5EF4-FFF2-40B4-BE49-F238E27FC236}">
                <a16:creationId xmlns:a16="http://schemas.microsoft.com/office/drawing/2014/main" id="{3BE84343-028D-4060-B26F-D82727DA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1176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0B5E"/>
          </a:solidFill>
          <a:ln xmlns:a="http://schemas.openxmlformats.org/drawingml/2006/main" w="3518">
            <a:solidFill>
              <a:srgbClr val="460B5E"/>
            </a:solidFill>
            <a:prstDash val="solid"/>
          </a:ln>
        </p:spPr>
      </p:sp>
      <p:sp>
        <p:nvSpPr>
          <p:cNvPr id="2243" name="data_2242">
            <a:extLst xmlns:a="http://schemas.openxmlformats.org/drawingml/2006/main">
              <a:ext uri="{FF2B5EF4-FFF2-40B4-BE49-F238E27FC236}">
                <a16:creationId xmlns:a16="http://schemas.microsoft.com/office/drawing/2014/main" id="{EA2F97EF-D356-4E75-8E4C-34D596E9F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70038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0A5D"/>
          </a:solidFill>
          <a:ln xmlns:a="http://schemas.openxmlformats.org/drawingml/2006/main" w="3518">
            <a:solidFill>
              <a:srgbClr val="460A5D"/>
            </a:solidFill>
            <a:prstDash val="solid"/>
          </a:ln>
        </p:spPr>
      </p:sp>
      <p:sp>
        <p:nvSpPr>
          <p:cNvPr id="2244" name="data_2243">
            <a:extLst xmlns:a="http://schemas.openxmlformats.org/drawingml/2006/main">
              <a:ext uri="{FF2B5EF4-FFF2-40B4-BE49-F238E27FC236}">
                <a16:creationId xmlns:a16="http://schemas.microsoft.com/office/drawing/2014/main" id="{3040DD2D-AFCA-4EA4-8D15-C105DB932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68900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085C"/>
          </a:solidFill>
          <a:ln xmlns:a="http://schemas.openxmlformats.org/drawingml/2006/main" w="3518">
            <a:solidFill>
              <a:srgbClr val="46085C"/>
            </a:solidFill>
            <a:prstDash val="solid"/>
          </a:ln>
        </p:spPr>
      </p:sp>
      <p:sp>
        <p:nvSpPr>
          <p:cNvPr id="2245" name="data_2244">
            <a:extLst xmlns:a="http://schemas.openxmlformats.org/drawingml/2006/main">
              <a:ext uri="{FF2B5EF4-FFF2-40B4-BE49-F238E27FC236}">
                <a16:creationId xmlns:a16="http://schemas.microsoft.com/office/drawing/2014/main" id="{735FE90E-D616-4D09-AFC3-6CC4E26A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67762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075A"/>
          </a:solidFill>
          <a:ln xmlns:a="http://schemas.openxmlformats.org/drawingml/2006/main" w="3518">
            <a:solidFill>
              <a:srgbClr val="46075A"/>
            </a:solidFill>
            <a:prstDash val="solid"/>
          </a:ln>
        </p:spPr>
      </p:sp>
      <p:sp>
        <p:nvSpPr>
          <p:cNvPr id="2246" name="data_2245">
            <a:extLst xmlns:a="http://schemas.openxmlformats.org/drawingml/2006/main">
              <a:ext uri="{FF2B5EF4-FFF2-40B4-BE49-F238E27FC236}">
                <a16:creationId xmlns:a16="http://schemas.microsoft.com/office/drawing/2014/main" id="{BCD10EC0-8916-49B4-AB8C-414B7926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66624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0559"/>
          </a:solidFill>
          <a:ln xmlns:a="http://schemas.openxmlformats.org/drawingml/2006/main" w="3518">
            <a:solidFill>
              <a:srgbClr val="450559"/>
            </a:solidFill>
            <a:prstDash val="solid"/>
          </a:ln>
        </p:spPr>
      </p:sp>
      <p:sp>
        <p:nvSpPr>
          <p:cNvPr id="2247" name="data_2246">
            <a:extLst xmlns:a="http://schemas.openxmlformats.org/drawingml/2006/main">
              <a:ext uri="{FF2B5EF4-FFF2-40B4-BE49-F238E27FC236}">
                <a16:creationId xmlns:a16="http://schemas.microsoft.com/office/drawing/2014/main" id="{E86ABA05-FE72-4196-8DB9-01DB35D9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65486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0457"/>
          </a:solidFill>
          <a:ln xmlns:a="http://schemas.openxmlformats.org/drawingml/2006/main" w="3518">
            <a:solidFill>
              <a:srgbClr val="450457"/>
            </a:solidFill>
            <a:prstDash val="solid"/>
          </a:ln>
        </p:spPr>
      </p:sp>
      <p:sp>
        <p:nvSpPr>
          <p:cNvPr id="2248" name="data_2247">
            <a:extLst xmlns:a="http://schemas.openxmlformats.org/drawingml/2006/main">
              <a:ext uri="{FF2B5EF4-FFF2-40B4-BE49-F238E27FC236}">
                <a16:creationId xmlns:a16="http://schemas.microsoft.com/office/drawing/2014/main" id="{BD6D0DF9-14B2-415B-8096-D0DA69C0A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64347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0256"/>
          </a:solidFill>
          <a:ln xmlns:a="http://schemas.openxmlformats.org/drawingml/2006/main" w="3518">
            <a:solidFill>
              <a:srgbClr val="440256"/>
            </a:solidFill>
            <a:prstDash val="solid"/>
          </a:ln>
        </p:spPr>
      </p:sp>
      <p:sp>
        <p:nvSpPr>
          <p:cNvPr id="2249" name="data_2248">
            <a:extLst xmlns:a="http://schemas.openxmlformats.org/drawingml/2006/main">
              <a:ext uri="{FF2B5EF4-FFF2-40B4-BE49-F238E27FC236}">
                <a16:creationId xmlns:a16="http://schemas.microsoft.com/office/drawing/2014/main" id="{69691F79-A0B6-4996-8D66-3AD72A61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278" y="463209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0154"/>
          </a:solidFill>
          <a:ln xmlns:a="http://schemas.openxmlformats.org/drawingml/2006/main" w="3518">
            <a:solidFill>
              <a:srgbClr val="440154"/>
            </a:solidFill>
            <a:prstDash val="solid"/>
          </a:ln>
        </p:spPr>
      </p:sp>
      <p:sp>
        <p:nvSpPr>
          <p:cNvPr id="2250" name="data_2249">
            <a:extLst xmlns:a="http://schemas.openxmlformats.org/drawingml/2006/main">
              <a:ext uri="{FF2B5EF4-FFF2-40B4-BE49-F238E27FC236}">
                <a16:creationId xmlns:a16="http://schemas.microsoft.com/office/drawing/2014/main" id="{E3E9E438-648C-4C0D-8773-417EA6E1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8037" y="7545649"/>
            <a:ext cx="35183" cy="191"/>
          </a:xfrm>
          <a:custGeom xmlns:a="http://schemas.openxmlformats.org/drawingml/2006/main"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555">
            <a:solidFill>
              <a:srgbClr val="263746"/>
            </a:solidFill>
            <a:prstDash val="solid"/>
          </a:ln>
        </p:spPr>
      </p:sp>
      <p:sp>
        <p:nvSpPr>
          <p:cNvPr id="2251" name="text_2250">
            <a:extLst xmlns:a="http://schemas.openxmlformats.org/drawingml/2006/main">
              <a:ext uri="{FF2B5EF4-FFF2-40B4-BE49-F238E27FC236}">
                <a16:creationId xmlns:a16="http://schemas.microsoft.com/office/drawing/2014/main" id="{A25DFDAF-F36F-4C0C-BA10-8CE95E4A5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24791" y="7489454"/>
            <a:ext cx="72121" cy="156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252" name="data_2251">
            <a:extLst xmlns:a="http://schemas.openxmlformats.org/drawingml/2006/main">
              <a:ext uri="{FF2B5EF4-FFF2-40B4-BE49-F238E27FC236}">
                <a16:creationId xmlns:a16="http://schemas.microsoft.com/office/drawing/2014/main" id="{3E960EF6-2665-4EE5-9A41-F33D109B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8037" y="6574465"/>
            <a:ext cx="35183" cy="191"/>
          </a:xfrm>
          <a:custGeom xmlns:a="http://schemas.openxmlformats.org/drawingml/2006/main"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555">
            <a:solidFill>
              <a:srgbClr val="263746"/>
            </a:solidFill>
            <a:prstDash val="solid"/>
          </a:ln>
        </p:spPr>
      </p:sp>
      <p:sp>
        <p:nvSpPr>
          <p:cNvPr id="2253" name="text_2252">
            <a:extLst xmlns:a="http://schemas.openxmlformats.org/drawingml/2006/main">
              <a:ext uri="{FF2B5EF4-FFF2-40B4-BE49-F238E27FC236}">
                <a16:creationId xmlns:a16="http://schemas.microsoft.com/office/drawing/2014/main" id="{D6E03058-E7A7-4101-A4CC-5DDC03F90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24791" y="6518270"/>
            <a:ext cx="72121" cy="156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254" name="data_2253">
            <a:extLst xmlns:a="http://schemas.openxmlformats.org/drawingml/2006/main">
              <a:ext uri="{FF2B5EF4-FFF2-40B4-BE49-F238E27FC236}">
                <a16:creationId xmlns:a16="http://schemas.microsoft.com/office/drawing/2014/main" id="{0700CA7C-3A01-409D-A40B-D06D0FBA9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8037" y="5603281"/>
            <a:ext cx="35183" cy="191"/>
          </a:xfrm>
          <a:custGeom xmlns:a="http://schemas.openxmlformats.org/drawingml/2006/main"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555">
            <a:solidFill>
              <a:srgbClr val="263746"/>
            </a:solidFill>
            <a:prstDash val="solid"/>
          </a:ln>
        </p:spPr>
      </p:sp>
      <p:sp>
        <p:nvSpPr>
          <p:cNvPr id="2255" name="text_2254">
            <a:extLst xmlns:a="http://schemas.openxmlformats.org/drawingml/2006/main">
              <a:ext uri="{FF2B5EF4-FFF2-40B4-BE49-F238E27FC236}">
                <a16:creationId xmlns:a16="http://schemas.microsoft.com/office/drawing/2014/main" id="{274F6BC8-6A9D-4DB2-9DB2-79CAD142B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24791" y="5547086"/>
            <a:ext cx="72121" cy="156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256" name="data_2255">
            <a:extLst xmlns:a="http://schemas.openxmlformats.org/drawingml/2006/main">
              <a:ext uri="{FF2B5EF4-FFF2-40B4-BE49-F238E27FC236}">
                <a16:creationId xmlns:a16="http://schemas.microsoft.com/office/drawing/2014/main" id="{0E8C929C-C2A6-411E-87C1-2A67359D0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8037" y="4632097"/>
            <a:ext cx="35183" cy="191"/>
          </a:xfrm>
          <a:custGeom xmlns:a="http://schemas.openxmlformats.org/drawingml/2006/main"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555">
            <a:solidFill>
              <a:srgbClr val="263746"/>
            </a:solidFill>
            <a:prstDash val="solid"/>
          </a:ln>
        </p:spPr>
      </p:sp>
      <p:sp>
        <p:nvSpPr>
          <p:cNvPr id="2257" name="text_2256">
            <a:extLst xmlns:a="http://schemas.openxmlformats.org/drawingml/2006/main">
              <a:ext uri="{FF2B5EF4-FFF2-40B4-BE49-F238E27FC236}">
                <a16:creationId xmlns:a16="http://schemas.microsoft.com/office/drawing/2014/main" id="{B4903771-D20D-4A63-9C54-E738675A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24791" y="4575902"/>
            <a:ext cx="72121" cy="156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258" name="text_2257">
            <a:extLst xmlns:a="http://schemas.openxmlformats.org/drawingml/2006/main">
              <a:ext uri="{FF2B5EF4-FFF2-40B4-BE49-F238E27FC236}">
                <a16:creationId xmlns:a16="http://schemas.microsoft.com/office/drawing/2014/main" id="{51F39E55-8394-45BB-A20B-C14835133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4258526" y="6008611"/>
            <a:ext cx="746179" cy="1605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2259" name="data_2258">
            <a:extLst xmlns:a="http://schemas.openxmlformats.org/drawingml/2006/main">
              <a:ext uri="{FF2B5EF4-FFF2-40B4-BE49-F238E27FC236}">
                <a16:creationId xmlns:a16="http://schemas.microsoft.com/office/drawing/2014/main" id="{A498BD5B-44A1-4A72-8974-93B40B1F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4632097"/>
            <a:ext cx="2913552" cy="2913552"/>
          </a:xfrm>
          <a:custGeom xmlns:a="http://schemas.openxmlformats.org/drawingml/2006/main">
            <a:pathLst>
              <a:path w="2913552" h="2913552">
                <a:moveTo>
                  <a:pt x="0" y="2913552"/>
                </a:moveTo>
                <a:lnTo>
                  <a:pt x="2913552" y="2913552"/>
                </a:lnTo>
                <a:lnTo>
                  <a:pt x="2913552" y="0"/>
                </a:lnTo>
                <a:lnTo>
                  <a:pt x="0" y="0"/>
                </a:lnTo>
                <a:lnTo>
                  <a:pt x="0" y="2913552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0" name="data_2259">
            <a:extLst xmlns:a="http://schemas.openxmlformats.org/drawingml/2006/main">
              <a:ext uri="{FF2B5EF4-FFF2-40B4-BE49-F238E27FC236}">
                <a16:creationId xmlns:a16="http://schemas.microsoft.com/office/drawing/2014/main" id="{4B3B8BFA-D2D3-47D4-AE21-3440EDF4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7545649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2261" name="text_2260">
            <a:extLst xmlns:a="http://schemas.openxmlformats.org/drawingml/2006/main">
              <a:ext uri="{FF2B5EF4-FFF2-40B4-BE49-F238E27FC236}">
                <a16:creationId xmlns:a16="http://schemas.microsoft.com/office/drawing/2014/main" id="{C07E2ABE-8921-4DC7-AC86-D2D025294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48896" y="7637287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2262" name="data_2261">
            <a:extLst xmlns:a="http://schemas.openxmlformats.org/drawingml/2006/main">
              <a:ext uri="{FF2B5EF4-FFF2-40B4-BE49-F238E27FC236}">
                <a16:creationId xmlns:a16="http://schemas.microsoft.com/office/drawing/2014/main" id="{D44FFAB5-759A-45B1-8918-D7D87970D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848" y="7545649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2263" name="text_2262">
            <a:extLst xmlns:a="http://schemas.openxmlformats.org/drawingml/2006/main">
              <a:ext uri="{FF2B5EF4-FFF2-40B4-BE49-F238E27FC236}">
                <a16:creationId xmlns:a16="http://schemas.microsoft.com/office/drawing/2014/main" id="{9BA21C71-9D13-483B-98B1-E6AA6447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05672" y="7637287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264" name="data_2263">
            <a:extLst xmlns:a="http://schemas.openxmlformats.org/drawingml/2006/main">
              <a:ext uri="{FF2B5EF4-FFF2-40B4-BE49-F238E27FC236}">
                <a16:creationId xmlns:a16="http://schemas.microsoft.com/office/drawing/2014/main" id="{3454EE24-3F1B-4D41-9F93-3A733DF0D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2624" y="7545649"/>
            <a:ext cx="191" cy="43979"/>
          </a:xfrm>
          <a:custGeom xmlns:a="http://schemas.openxmlformats.org/drawingml/2006/main">
            <a:pathLst>
              <a:path w="191" h="43979">
                <a:moveTo>
                  <a:pt x="0" y="0"/>
                </a:moveTo>
                <a:lnTo>
                  <a:pt x="0" y="43979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2265" name="text_2264">
            <a:extLst xmlns:a="http://schemas.openxmlformats.org/drawingml/2006/main">
              <a:ext uri="{FF2B5EF4-FFF2-40B4-BE49-F238E27FC236}">
                <a16:creationId xmlns:a16="http://schemas.microsoft.com/office/drawing/2014/main" id="{D06B00E6-52DF-4EBD-B3A0-EBBBC9A58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62448" y="7637287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266" name="text_2265">
            <a:extLst xmlns:a="http://schemas.openxmlformats.org/drawingml/2006/main">
              <a:ext uri="{FF2B5EF4-FFF2-40B4-BE49-F238E27FC236}">
                <a16:creationId xmlns:a16="http://schemas.microsoft.com/office/drawing/2014/main" id="{44F8C820-622D-45EC-89E7-09CE80BC8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20147" y="7816324"/>
            <a:ext cx="740131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2267" name="text_2266">
            <a:extLst xmlns:a="http://schemas.openxmlformats.org/drawingml/2006/main">
              <a:ext uri="{FF2B5EF4-FFF2-40B4-BE49-F238E27FC236}">
                <a16:creationId xmlns:a16="http://schemas.microsoft.com/office/drawing/2014/main" id="{C1C86C5C-2638-485E-B33E-16CE5D53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9183" y="7948007"/>
            <a:ext cx="1802303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Higher / equal / lower: 40 / 36 / 18</a:t>
            </a:r>
          </a:p>
        </p:txBody>
      </p:sp>
      <p:sp>
        <p:nvSpPr>
          <p:cNvPr id="2268" name="data_2267">
            <a:extLst xmlns:a="http://schemas.openxmlformats.org/drawingml/2006/main">
              <a:ext uri="{FF2B5EF4-FFF2-40B4-BE49-F238E27FC236}">
                <a16:creationId xmlns:a16="http://schemas.microsoft.com/office/drawing/2014/main" id="{000F8FC1-69F1-4110-AF65-7CB36C3D2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7545649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2269" name="data_2268">
            <a:extLst xmlns:a="http://schemas.openxmlformats.org/drawingml/2006/main">
              <a:ext uri="{FF2B5EF4-FFF2-40B4-BE49-F238E27FC236}">
                <a16:creationId xmlns:a16="http://schemas.microsoft.com/office/drawing/2014/main" id="{4F16C43C-18EE-41C2-ACC4-B5EC8169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93" y="7545649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2270" name="text_2269">
            <a:extLst xmlns:a="http://schemas.openxmlformats.org/drawingml/2006/main">
              <a:ext uri="{FF2B5EF4-FFF2-40B4-BE49-F238E27FC236}">
                <a16:creationId xmlns:a16="http://schemas.microsoft.com/office/drawing/2014/main" id="{D2651016-5F1F-4C47-82D1-FC54106B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63170" y="7488662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2271" name="data_2270">
            <a:extLst xmlns:a="http://schemas.openxmlformats.org/drawingml/2006/main">
              <a:ext uri="{FF2B5EF4-FFF2-40B4-BE49-F238E27FC236}">
                <a16:creationId xmlns:a16="http://schemas.microsoft.com/office/drawing/2014/main" id="{CAB4567E-80F5-43B1-8BB2-20BD1457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6088873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2272" name="data_2271">
            <a:extLst xmlns:a="http://schemas.openxmlformats.org/drawingml/2006/main">
              <a:ext uri="{FF2B5EF4-FFF2-40B4-BE49-F238E27FC236}">
                <a16:creationId xmlns:a16="http://schemas.microsoft.com/office/drawing/2014/main" id="{D1CC085D-5D47-4287-A03D-74C248FE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93" y="6088873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2273" name="text_2272">
            <a:extLst xmlns:a="http://schemas.openxmlformats.org/drawingml/2006/main">
              <a:ext uri="{FF2B5EF4-FFF2-40B4-BE49-F238E27FC236}">
                <a16:creationId xmlns:a16="http://schemas.microsoft.com/office/drawing/2014/main" id="{4BC85974-21FB-49BC-BE05-5731C1A3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63170" y="6031886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274" name="data_2273">
            <a:extLst xmlns:a="http://schemas.openxmlformats.org/drawingml/2006/main">
              <a:ext uri="{FF2B5EF4-FFF2-40B4-BE49-F238E27FC236}">
                <a16:creationId xmlns:a16="http://schemas.microsoft.com/office/drawing/2014/main" id="{4C309A02-3C99-4A5D-B978-A8006FD3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4632097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16">
            <a:solidFill>
              <a:srgbClr val="E5E9EC"/>
            </a:solidFill>
            <a:prstDash val="solid"/>
          </a:ln>
        </p:spPr>
      </p:sp>
      <p:sp>
        <p:nvSpPr>
          <p:cNvPr id="2275" name="data_2274">
            <a:extLst xmlns:a="http://schemas.openxmlformats.org/drawingml/2006/main">
              <a:ext uri="{FF2B5EF4-FFF2-40B4-BE49-F238E27FC236}">
                <a16:creationId xmlns:a16="http://schemas.microsoft.com/office/drawing/2014/main" id="{51214ED3-0F93-47FC-BFD3-090DB298F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93" y="4632097"/>
            <a:ext cx="43979" cy="191"/>
          </a:xfrm>
          <a:custGeom xmlns:a="http://schemas.openxmlformats.org/drawingml/2006/main">
            <a:pathLst>
              <a:path w="43979" h="191">
                <a:moveTo>
                  <a:pt x="43979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435">
            <a:solidFill>
              <a:srgbClr val="263746"/>
            </a:solidFill>
            <a:prstDash val="solid"/>
          </a:ln>
        </p:spPr>
      </p:sp>
      <p:sp>
        <p:nvSpPr>
          <p:cNvPr id="2276" name="text_2275">
            <a:extLst xmlns:a="http://schemas.openxmlformats.org/drawingml/2006/main">
              <a:ext uri="{FF2B5EF4-FFF2-40B4-BE49-F238E27FC236}">
                <a16:creationId xmlns:a16="http://schemas.microsoft.com/office/drawing/2014/main" id="{C9E1C0FA-BB04-452B-A284-980FF08A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63170" y="4575110"/>
            <a:ext cx="169148" cy="15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9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277" name="text_2276">
            <a:extLst xmlns:a="http://schemas.openxmlformats.org/drawingml/2006/main">
              <a:ext uri="{FF2B5EF4-FFF2-40B4-BE49-F238E27FC236}">
                <a16:creationId xmlns:a16="http://schemas.microsoft.com/office/drawing/2014/main" id="{D0DF3C34-1A1A-40BB-8F78-66281548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4541497" y="6005313"/>
            <a:ext cx="1219554" cy="1671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2278" name="data_2277">
            <a:extLst xmlns:a="http://schemas.openxmlformats.org/drawingml/2006/main">
              <a:ext uri="{FF2B5EF4-FFF2-40B4-BE49-F238E27FC236}">
                <a16:creationId xmlns:a16="http://schemas.microsoft.com/office/drawing/2014/main" id="{2B2AED61-4EA7-482C-BC9A-13130E8D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4632097"/>
            <a:ext cx="2913552" cy="2913552"/>
          </a:xfrm>
          <a:custGeom xmlns:a="http://schemas.openxmlformats.org/drawingml/2006/main">
            <a:pathLst>
              <a:path w="2913552" h="2913552">
                <a:moveTo>
                  <a:pt x="0" y="2913552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073">
            <a:solidFill>
              <a:srgbClr val="8B969F"/>
            </a:solidFill>
            <a:prstDash val="dash"/>
          </a:ln>
        </p:spPr>
      </p:sp>
      <p:sp>
        <p:nvSpPr>
          <p:cNvPr id="2279" name="data_2278">
            <a:extLst xmlns:a="http://schemas.openxmlformats.org/drawingml/2006/main">
              <a:ext uri="{FF2B5EF4-FFF2-40B4-BE49-F238E27FC236}">
                <a16:creationId xmlns:a16="http://schemas.microsoft.com/office/drawing/2014/main" id="{9507259E-22CC-4FE1-BA4C-24928297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43983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0" name="data_2279">
            <a:extLst xmlns:a="http://schemas.openxmlformats.org/drawingml/2006/main">
              <a:ext uri="{FF2B5EF4-FFF2-40B4-BE49-F238E27FC236}">
                <a16:creationId xmlns:a16="http://schemas.microsoft.com/office/drawing/2014/main" id="{C013E05C-A76A-4321-B192-795F4A5A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5061" y="4646535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63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1" name="data_2280">
            <a:extLst xmlns:a="http://schemas.openxmlformats.org/drawingml/2006/main">
              <a:ext uri="{FF2B5EF4-FFF2-40B4-BE49-F238E27FC236}">
                <a16:creationId xmlns:a16="http://schemas.microsoft.com/office/drawing/2014/main" id="{F95422D2-F20F-4AFB-92FD-DC854EF3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2" name="data_2281">
            <a:extLst xmlns:a="http://schemas.openxmlformats.org/drawingml/2006/main">
              <a:ext uri="{FF2B5EF4-FFF2-40B4-BE49-F238E27FC236}">
                <a16:creationId xmlns:a16="http://schemas.microsoft.com/office/drawing/2014/main" id="{E4FB7FCA-0D40-4B8E-A33F-D060B52A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62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3" name="data_2282">
            <a:extLst xmlns:a="http://schemas.openxmlformats.org/drawingml/2006/main">
              <a:ext uri="{FF2B5EF4-FFF2-40B4-BE49-F238E27FC236}">
                <a16:creationId xmlns:a16="http://schemas.microsoft.com/office/drawing/2014/main" id="{0921C448-F7E4-4BF9-B2C8-EC2460B5B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5F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4" name="data_2283">
            <a:extLst xmlns:a="http://schemas.openxmlformats.org/drawingml/2006/main">
              <a:ext uri="{FF2B5EF4-FFF2-40B4-BE49-F238E27FC236}">
                <a16:creationId xmlns:a16="http://schemas.microsoft.com/office/drawing/2014/main" id="{3CA70ED5-6C08-4176-A091-09832331A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2249" y="61099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5CB5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5" name="data_2284">
            <a:extLst xmlns:a="http://schemas.openxmlformats.org/drawingml/2006/main">
              <a:ext uri="{FF2B5EF4-FFF2-40B4-BE49-F238E27FC236}">
                <a16:creationId xmlns:a16="http://schemas.microsoft.com/office/drawing/2014/main" id="{CB8C5948-686F-4251-9504-F9D13D8C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1796" y="575270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50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6" name="data_2285">
            <a:extLst xmlns:a="http://schemas.openxmlformats.org/drawingml/2006/main">
              <a:ext uri="{FF2B5EF4-FFF2-40B4-BE49-F238E27FC236}">
                <a16:creationId xmlns:a16="http://schemas.microsoft.com/office/drawing/2014/main" id="{FE33A8BB-350E-4BAB-9559-08C6E110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2013" y="6180765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7" name="data_2286">
            <a:extLst xmlns:a="http://schemas.openxmlformats.org/drawingml/2006/main">
              <a:ext uri="{FF2B5EF4-FFF2-40B4-BE49-F238E27FC236}">
                <a16:creationId xmlns:a16="http://schemas.microsoft.com/office/drawing/2014/main" id="{083801A2-2B9C-424E-960E-F928C593A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2270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54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8" name="data_2287">
            <a:extLst xmlns:a="http://schemas.openxmlformats.org/drawingml/2006/main">
              <a:ext uri="{FF2B5EF4-FFF2-40B4-BE49-F238E27FC236}">
                <a16:creationId xmlns:a16="http://schemas.microsoft.com/office/drawing/2014/main" id="{2AC28B8B-15D1-4236-A24F-0A0127B9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89" name="data_2288">
            <a:extLst xmlns:a="http://schemas.openxmlformats.org/drawingml/2006/main">
              <a:ext uri="{FF2B5EF4-FFF2-40B4-BE49-F238E27FC236}">
                <a16:creationId xmlns:a16="http://schemas.microsoft.com/office/drawing/2014/main" id="{6BD041BA-62E0-471C-ADCE-CEB5EA5EB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5746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7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0" name="data_2289">
            <a:extLst xmlns:a="http://schemas.openxmlformats.org/drawingml/2006/main">
              <a:ext uri="{FF2B5EF4-FFF2-40B4-BE49-F238E27FC236}">
                <a16:creationId xmlns:a16="http://schemas.microsoft.com/office/drawing/2014/main" id="{2286FADF-F603-4BAB-8784-CF30BFB14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569" y="472158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1A6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1" name="data_2290">
            <a:extLst xmlns:a="http://schemas.openxmlformats.org/drawingml/2006/main">
              <a:ext uri="{FF2B5EF4-FFF2-40B4-BE49-F238E27FC236}">
                <a16:creationId xmlns:a16="http://schemas.microsoft.com/office/drawing/2014/main" id="{B3F724E3-3C13-492D-9B93-BAB9DEAB5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5456" y="617774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075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2" name="data_2291">
            <a:extLst xmlns:a="http://schemas.openxmlformats.org/drawingml/2006/main">
              <a:ext uri="{FF2B5EF4-FFF2-40B4-BE49-F238E27FC236}">
                <a16:creationId xmlns:a16="http://schemas.microsoft.com/office/drawing/2014/main" id="{E65CA680-A30D-4462-8192-87F7451C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0D60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3" name="data_2292">
            <a:extLst xmlns:a="http://schemas.openxmlformats.org/drawingml/2006/main">
              <a:ext uri="{FF2B5EF4-FFF2-40B4-BE49-F238E27FC236}">
                <a16:creationId xmlns:a16="http://schemas.microsoft.com/office/drawing/2014/main" id="{638FE1C9-1C1D-4621-8F02-E8F98F46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4" name="data_2293">
            <a:extLst xmlns:a="http://schemas.openxmlformats.org/drawingml/2006/main">
              <a:ext uri="{FF2B5EF4-FFF2-40B4-BE49-F238E27FC236}">
                <a16:creationId xmlns:a16="http://schemas.microsoft.com/office/drawing/2014/main" id="{BD05F5C4-02CC-4CB4-B9EA-E845CA6FF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88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5" name="data_2294">
            <a:extLst xmlns:a="http://schemas.openxmlformats.org/drawingml/2006/main">
              <a:ext uri="{FF2B5EF4-FFF2-40B4-BE49-F238E27FC236}">
                <a16:creationId xmlns:a16="http://schemas.microsoft.com/office/drawing/2014/main" id="{AAB30B0A-B9DE-453F-9F97-7246EF2D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8542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E8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6" name="data_2295">
            <a:extLst xmlns:a="http://schemas.openxmlformats.org/drawingml/2006/main">
              <a:ext uri="{FF2B5EF4-FFF2-40B4-BE49-F238E27FC236}">
                <a16:creationId xmlns:a16="http://schemas.microsoft.com/office/drawing/2014/main" id="{E52D8A24-ED9B-48ED-9E40-A76B14808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A1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7" name="data_2296">
            <a:extLst xmlns:a="http://schemas.openxmlformats.org/drawingml/2006/main">
              <a:ext uri="{FF2B5EF4-FFF2-40B4-BE49-F238E27FC236}">
                <a16:creationId xmlns:a16="http://schemas.microsoft.com/office/drawing/2014/main" id="{6B224320-A2F9-4A5A-8352-E12C519A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1509" y="65689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1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8" name="data_2297">
            <a:extLst xmlns:a="http://schemas.openxmlformats.org/drawingml/2006/main">
              <a:ext uri="{FF2B5EF4-FFF2-40B4-BE49-F238E27FC236}">
                <a16:creationId xmlns:a16="http://schemas.microsoft.com/office/drawing/2014/main" id="{BEA96499-8124-4216-B134-46C6C3C25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3781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299" name="data_2298">
            <a:extLst xmlns:a="http://schemas.openxmlformats.org/drawingml/2006/main">
              <a:ext uri="{FF2B5EF4-FFF2-40B4-BE49-F238E27FC236}">
                <a16:creationId xmlns:a16="http://schemas.microsoft.com/office/drawing/2014/main" id="{F47C71C0-B2EA-4135-A31C-D1F34F34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4134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5E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0" name="data_2299">
            <a:extLst xmlns:a="http://schemas.openxmlformats.org/drawingml/2006/main">
              <a:ext uri="{FF2B5EF4-FFF2-40B4-BE49-F238E27FC236}">
                <a16:creationId xmlns:a16="http://schemas.microsoft.com/office/drawing/2014/main" id="{D00F01D4-1D0F-4DA8-8464-EFBFEE887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92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1" name="data_2300">
            <a:extLst xmlns:a="http://schemas.openxmlformats.org/drawingml/2006/main">
              <a:ext uri="{FF2B5EF4-FFF2-40B4-BE49-F238E27FC236}">
                <a16:creationId xmlns:a16="http://schemas.microsoft.com/office/drawing/2014/main" id="{0350AC1D-B3D5-40DD-8B76-964AEF270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940" y="496457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82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2" name="data_2301">
            <a:extLst xmlns:a="http://schemas.openxmlformats.org/drawingml/2006/main">
              <a:ext uri="{FF2B5EF4-FFF2-40B4-BE49-F238E27FC236}">
                <a16:creationId xmlns:a16="http://schemas.microsoft.com/office/drawing/2014/main" id="{99943201-0E63-43E1-ACD5-11070DC2E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7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3" name="data_2302">
            <a:extLst xmlns:a="http://schemas.openxmlformats.org/drawingml/2006/main">
              <a:ext uri="{FF2B5EF4-FFF2-40B4-BE49-F238E27FC236}">
                <a16:creationId xmlns:a16="http://schemas.microsoft.com/office/drawing/2014/main" id="{0C3D9667-C6DB-4983-B4F8-08FB9374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4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4" name="data_2303">
            <a:extLst xmlns:a="http://schemas.openxmlformats.org/drawingml/2006/main">
              <a:ext uri="{FF2B5EF4-FFF2-40B4-BE49-F238E27FC236}">
                <a16:creationId xmlns:a16="http://schemas.microsoft.com/office/drawing/2014/main" id="{D7B43DC8-D993-4FEE-A952-E3D590E84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1600" y="661779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5" name="data_2304">
            <a:extLst xmlns:a="http://schemas.openxmlformats.org/drawingml/2006/main">
              <a:ext uri="{FF2B5EF4-FFF2-40B4-BE49-F238E27FC236}">
                <a16:creationId xmlns:a16="http://schemas.microsoft.com/office/drawing/2014/main" id="{D278472A-AB1A-4698-A162-648C57DA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1A6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6" name="data_2305">
            <a:extLst xmlns:a="http://schemas.openxmlformats.org/drawingml/2006/main">
              <a:ext uri="{FF2B5EF4-FFF2-40B4-BE49-F238E27FC236}">
                <a16:creationId xmlns:a16="http://schemas.microsoft.com/office/drawing/2014/main" id="{496AB233-07B8-452C-99E5-1FBE2B85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7" name="data_2306">
            <a:extLst xmlns:a="http://schemas.openxmlformats.org/drawingml/2006/main">
              <a:ext uri="{FF2B5EF4-FFF2-40B4-BE49-F238E27FC236}">
                <a16:creationId xmlns:a16="http://schemas.microsoft.com/office/drawing/2014/main" id="{9BC036D2-E354-4DEF-B371-8E4786F7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1467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8" name="data_2307">
            <a:extLst xmlns:a="http://schemas.openxmlformats.org/drawingml/2006/main">
              <a:ext uri="{FF2B5EF4-FFF2-40B4-BE49-F238E27FC236}">
                <a16:creationId xmlns:a16="http://schemas.microsoft.com/office/drawing/2014/main" id="{EE0CB34B-27A7-4C98-AC79-72058A10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6845879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7F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09" name="data_2308">
            <a:extLst xmlns:a="http://schemas.openxmlformats.org/drawingml/2006/main">
              <a:ext uri="{FF2B5EF4-FFF2-40B4-BE49-F238E27FC236}">
                <a16:creationId xmlns:a16="http://schemas.microsoft.com/office/drawing/2014/main" id="{68A8D035-DA22-4C47-8BB8-CCDF4867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0" name="data_2309">
            <a:extLst xmlns:a="http://schemas.openxmlformats.org/drawingml/2006/main">
              <a:ext uri="{FF2B5EF4-FFF2-40B4-BE49-F238E27FC236}">
                <a16:creationId xmlns:a16="http://schemas.microsoft.com/office/drawing/2014/main" id="{5C0304C8-9967-4C35-976A-697A36E1B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4134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1" name="data_2310">
            <a:extLst xmlns:a="http://schemas.openxmlformats.org/drawingml/2006/main">
              <a:ext uri="{FF2B5EF4-FFF2-40B4-BE49-F238E27FC236}">
                <a16:creationId xmlns:a16="http://schemas.microsoft.com/office/drawing/2014/main" id="{C3093B87-0ADF-463D-AD4E-063A3543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5050" y="746667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C36B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2" name="data_2311">
            <a:extLst xmlns:a="http://schemas.openxmlformats.org/drawingml/2006/main">
              <a:ext uri="{FF2B5EF4-FFF2-40B4-BE49-F238E27FC236}">
                <a16:creationId xmlns:a16="http://schemas.microsoft.com/office/drawing/2014/main" id="{6EF98333-4662-42B5-AE80-5D1D7D25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47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3" name="data_2312">
            <a:extLst xmlns:a="http://schemas.openxmlformats.org/drawingml/2006/main">
              <a:ext uri="{FF2B5EF4-FFF2-40B4-BE49-F238E27FC236}">
                <a16:creationId xmlns:a16="http://schemas.microsoft.com/office/drawing/2014/main" id="{0E8D0009-DA1E-4E23-A458-021752D1B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8542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8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4" name="data_2313">
            <a:extLst xmlns:a="http://schemas.openxmlformats.org/drawingml/2006/main">
              <a:ext uri="{FF2B5EF4-FFF2-40B4-BE49-F238E27FC236}">
                <a16:creationId xmlns:a16="http://schemas.microsoft.com/office/drawing/2014/main" id="{1322D4FF-A74A-42B9-BC11-FB8A2321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63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5" name="data_2314">
            <a:extLst xmlns:a="http://schemas.openxmlformats.org/drawingml/2006/main">
              <a:ext uri="{FF2B5EF4-FFF2-40B4-BE49-F238E27FC236}">
                <a16:creationId xmlns:a16="http://schemas.microsoft.com/office/drawing/2014/main" id="{0D158885-EB5C-41CD-B4A3-C4DDD01B9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C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6" name="data_2315">
            <a:extLst xmlns:a="http://schemas.openxmlformats.org/drawingml/2006/main">
              <a:ext uri="{FF2B5EF4-FFF2-40B4-BE49-F238E27FC236}">
                <a16:creationId xmlns:a16="http://schemas.microsoft.com/office/drawing/2014/main" id="{9F199330-90B1-4E2F-93DC-6244708E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5948" y="484318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8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7" name="data_2316">
            <a:extLst xmlns:a="http://schemas.openxmlformats.org/drawingml/2006/main">
              <a:ext uri="{FF2B5EF4-FFF2-40B4-BE49-F238E27FC236}">
                <a16:creationId xmlns:a16="http://schemas.microsoft.com/office/drawing/2014/main" id="{4A6F1E8B-486E-43C2-A1B8-7B3FFC328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E4A8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8" name="data_2317">
            <a:extLst xmlns:a="http://schemas.openxmlformats.org/drawingml/2006/main">
              <a:ext uri="{FF2B5EF4-FFF2-40B4-BE49-F238E27FC236}">
                <a16:creationId xmlns:a16="http://schemas.microsoft.com/office/drawing/2014/main" id="{485FD59D-A881-4419-8A16-7D0DA82AF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5280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B07F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19" name="data_2318">
            <a:extLst xmlns:a="http://schemas.openxmlformats.org/drawingml/2006/main">
              <a:ext uri="{FF2B5EF4-FFF2-40B4-BE49-F238E27FC236}">
                <a16:creationId xmlns:a16="http://schemas.microsoft.com/office/drawing/2014/main" id="{3F9F84DF-6B39-4E05-A658-C4EED23C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4476" y="5866969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0A5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0" name="data_2319">
            <a:extLst xmlns:a="http://schemas.openxmlformats.org/drawingml/2006/main">
              <a:ext uri="{FF2B5EF4-FFF2-40B4-BE49-F238E27FC236}">
                <a16:creationId xmlns:a16="http://schemas.microsoft.com/office/drawing/2014/main" id="{2153AD6C-CE95-430C-83D2-6634751B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A1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1" name="data_2320">
            <a:extLst xmlns:a="http://schemas.openxmlformats.org/drawingml/2006/main">
              <a:ext uri="{FF2B5EF4-FFF2-40B4-BE49-F238E27FC236}">
                <a16:creationId xmlns:a16="http://schemas.microsoft.com/office/drawing/2014/main" id="{37434682-DCB4-4056-8C36-91643E30A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58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2" name="data_2321">
            <a:extLst xmlns:a="http://schemas.openxmlformats.org/drawingml/2006/main">
              <a:ext uri="{FF2B5EF4-FFF2-40B4-BE49-F238E27FC236}">
                <a16:creationId xmlns:a16="http://schemas.microsoft.com/office/drawing/2014/main" id="{5E2178BE-2704-48C7-9822-E1C04BD51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65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3" name="data_2322">
            <a:extLst xmlns:a="http://schemas.openxmlformats.org/drawingml/2006/main">
              <a:ext uri="{FF2B5EF4-FFF2-40B4-BE49-F238E27FC236}">
                <a16:creationId xmlns:a16="http://schemas.microsoft.com/office/drawing/2014/main" id="{4A547B70-0475-4474-949E-B0285C520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8467" y="543282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A7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4" name="data_2323">
            <a:extLst xmlns:a="http://schemas.openxmlformats.org/drawingml/2006/main">
              <a:ext uri="{FF2B5EF4-FFF2-40B4-BE49-F238E27FC236}">
                <a16:creationId xmlns:a16="http://schemas.microsoft.com/office/drawing/2014/main" id="{0E4427A9-A0B8-4399-B67C-6ABC58030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5" name="data_2324">
            <a:extLst xmlns:a="http://schemas.openxmlformats.org/drawingml/2006/main">
              <a:ext uri="{FF2B5EF4-FFF2-40B4-BE49-F238E27FC236}">
                <a16:creationId xmlns:a16="http://schemas.microsoft.com/office/drawing/2014/main" id="{A300B816-373E-4A92-AEEF-7B5E1866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8B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6" name="data_2325">
            <a:extLst xmlns:a="http://schemas.openxmlformats.org/drawingml/2006/main">
              <a:ext uri="{FF2B5EF4-FFF2-40B4-BE49-F238E27FC236}">
                <a16:creationId xmlns:a16="http://schemas.microsoft.com/office/drawing/2014/main" id="{99912431-56B0-428F-8C2F-17336687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0982" y="663201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7" name="data_2326">
            <a:extLst xmlns:a="http://schemas.openxmlformats.org/drawingml/2006/main">
              <a:ext uri="{FF2B5EF4-FFF2-40B4-BE49-F238E27FC236}">
                <a16:creationId xmlns:a16="http://schemas.microsoft.com/office/drawing/2014/main" id="{48969822-5AD0-4655-9484-E08373CEF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5567" y="474804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AC82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8" name="data_2327">
            <a:extLst xmlns:a="http://schemas.openxmlformats.org/drawingml/2006/main">
              <a:ext uri="{FF2B5EF4-FFF2-40B4-BE49-F238E27FC236}">
                <a16:creationId xmlns:a16="http://schemas.microsoft.com/office/drawing/2014/main" id="{114DF80E-B4DC-413C-9D7E-EE6778F20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A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29" name="data_2328">
            <a:extLst xmlns:a="http://schemas.openxmlformats.org/drawingml/2006/main">
              <a:ext uri="{FF2B5EF4-FFF2-40B4-BE49-F238E27FC236}">
                <a16:creationId xmlns:a16="http://schemas.microsoft.com/office/drawing/2014/main" id="{B6AF8FA5-C65C-4FAC-B061-E2836BB7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9997" y="67855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61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0" name="data_2329">
            <a:extLst xmlns:a="http://schemas.openxmlformats.org/drawingml/2006/main">
              <a:ext uri="{FF2B5EF4-FFF2-40B4-BE49-F238E27FC236}">
                <a16:creationId xmlns:a16="http://schemas.microsoft.com/office/drawing/2014/main" id="{B58F49B3-CDF5-4ED3-BD0D-0F2B55491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2950" y="670461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3781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1" name="data_2330">
            <a:extLst xmlns:a="http://schemas.openxmlformats.org/drawingml/2006/main">
              <a:ext uri="{FF2B5EF4-FFF2-40B4-BE49-F238E27FC236}">
                <a16:creationId xmlns:a16="http://schemas.microsoft.com/office/drawing/2014/main" id="{9C20F8E1-6C21-4678-BAC3-856FCB56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2522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97A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2" name="data_2331">
            <a:extLst xmlns:a="http://schemas.openxmlformats.org/drawingml/2006/main">
              <a:ext uri="{FF2B5EF4-FFF2-40B4-BE49-F238E27FC236}">
                <a16:creationId xmlns:a16="http://schemas.microsoft.com/office/drawing/2014/main" id="{F3DC3A0A-9BB2-4F94-B741-F65EF04E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09771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58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3" name="data_2332">
            <a:extLst xmlns:a="http://schemas.openxmlformats.org/drawingml/2006/main">
              <a:ext uri="{FF2B5EF4-FFF2-40B4-BE49-F238E27FC236}">
                <a16:creationId xmlns:a16="http://schemas.microsoft.com/office/drawing/2014/main" id="{A85DE8BF-C772-418A-8AD4-9399EA1C2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2522" y="532877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87C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4" name="data_2333">
            <a:extLst xmlns:a="http://schemas.openxmlformats.org/drawingml/2006/main">
              <a:ext uri="{FF2B5EF4-FFF2-40B4-BE49-F238E27FC236}">
                <a16:creationId xmlns:a16="http://schemas.microsoft.com/office/drawing/2014/main" id="{AA5637C9-F83B-4E78-81BF-126E27DF1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4134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5" name="data_2334">
            <a:extLst xmlns:a="http://schemas.openxmlformats.org/drawingml/2006/main">
              <a:ext uri="{FF2B5EF4-FFF2-40B4-BE49-F238E27FC236}">
                <a16:creationId xmlns:a16="http://schemas.microsoft.com/office/drawing/2014/main" id="{811219DE-CE5B-4F66-B5AE-F5D0B3FCD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55351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8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6" name="data_2335">
            <a:extLst xmlns:a="http://schemas.openxmlformats.org/drawingml/2006/main">
              <a:ext uri="{FF2B5EF4-FFF2-40B4-BE49-F238E27FC236}">
                <a16:creationId xmlns:a16="http://schemas.microsoft.com/office/drawing/2014/main" id="{D6E115BF-5318-46A8-9902-4FE03C6B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495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B679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7" name="data_2336">
            <a:extLst xmlns:a="http://schemas.openxmlformats.org/drawingml/2006/main">
              <a:ext uri="{FF2B5EF4-FFF2-40B4-BE49-F238E27FC236}">
                <a16:creationId xmlns:a16="http://schemas.microsoft.com/office/drawing/2014/main" id="{84CF3348-ADCA-41D4-8F28-C05D8EECC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613881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8" name="data_2337">
            <a:extLst xmlns:a="http://schemas.openxmlformats.org/drawingml/2006/main">
              <a:ext uri="{FF2B5EF4-FFF2-40B4-BE49-F238E27FC236}">
                <a16:creationId xmlns:a16="http://schemas.microsoft.com/office/drawing/2014/main" id="{0FD91370-C34B-4BE0-B644-38CF8C2F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327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39" name="data_2338">
            <a:extLst xmlns:a="http://schemas.openxmlformats.org/drawingml/2006/main">
              <a:ext uri="{FF2B5EF4-FFF2-40B4-BE49-F238E27FC236}">
                <a16:creationId xmlns:a16="http://schemas.microsoft.com/office/drawing/2014/main" id="{9139C794-2014-4F3B-8030-71E70F12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0707" y="532877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AC82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0" name="data_2339">
            <a:extLst xmlns:a="http://schemas.openxmlformats.org/drawingml/2006/main">
              <a:ext uri="{FF2B5EF4-FFF2-40B4-BE49-F238E27FC236}">
                <a16:creationId xmlns:a16="http://schemas.microsoft.com/office/drawing/2014/main" id="{E79DFB52-12B7-4DD4-8D1A-13290773B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E6F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1" name="data_2340">
            <a:extLst xmlns:a="http://schemas.openxmlformats.org/drawingml/2006/main">
              <a:ext uri="{FF2B5EF4-FFF2-40B4-BE49-F238E27FC236}">
                <a16:creationId xmlns:a16="http://schemas.microsoft.com/office/drawing/2014/main" id="{355FB704-4F8B-4E07-9E08-CD3D44287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7E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2" name="data_2341">
            <a:extLst xmlns:a="http://schemas.openxmlformats.org/drawingml/2006/main">
              <a:ext uri="{FF2B5EF4-FFF2-40B4-BE49-F238E27FC236}">
                <a16:creationId xmlns:a16="http://schemas.microsoft.com/office/drawing/2014/main" id="{D8C78C16-4DF9-4F3E-8A02-0801A7D5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A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3" name="data_2342">
            <a:extLst xmlns:a="http://schemas.openxmlformats.org/drawingml/2006/main">
              <a:ext uri="{FF2B5EF4-FFF2-40B4-BE49-F238E27FC236}">
                <a16:creationId xmlns:a16="http://schemas.microsoft.com/office/drawing/2014/main" id="{463533A0-897A-4177-9118-224CDBFF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4084" y="746537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2E7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4" name="data_2343">
            <a:extLst xmlns:a="http://schemas.openxmlformats.org/drawingml/2006/main">
              <a:ext uri="{FF2B5EF4-FFF2-40B4-BE49-F238E27FC236}">
                <a16:creationId xmlns:a16="http://schemas.microsoft.com/office/drawing/2014/main" id="{F883F4FF-0C41-4660-B534-82149432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45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5" name="data_2344">
            <a:extLst xmlns:a="http://schemas.openxmlformats.org/drawingml/2006/main">
              <a:ext uri="{FF2B5EF4-FFF2-40B4-BE49-F238E27FC236}">
                <a16:creationId xmlns:a16="http://schemas.microsoft.com/office/drawing/2014/main" id="{2FD2DF4F-ED09-49DA-B6BE-B4E6961CA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72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6" name="data_2345">
            <a:extLst xmlns:a="http://schemas.openxmlformats.org/drawingml/2006/main">
              <a:ext uri="{FF2B5EF4-FFF2-40B4-BE49-F238E27FC236}">
                <a16:creationId xmlns:a16="http://schemas.microsoft.com/office/drawing/2014/main" id="{79B66CC5-F0AA-4005-8A92-1B1E41123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496593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65D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7" name="data_2346">
            <a:extLst xmlns:a="http://schemas.openxmlformats.org/drawingml/2006/main">
              <a:ext uri="{FF2B5EF4-FFF2-40B4-BE49-F238E27FC236}">
                <a16:creationId xmlns:a16="http://schemas.microsoft.com/office/drawing/2014/main" id="{90D9684E-76C1-46C4-BB38-77E89B0F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654275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9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8" name="data_2347">
            <a:extLst xmlns:a="http://schemas.openxmlformats.org/drawingml/2006/main">
              <a:ext uri="{FF2B5EF4-FFF2-40B4-BE49-F238E27FC236}">
                <a16:creationId xmlns:a16="http://schemas.microsoft.com/office/drawing/2014/main" id="{EF3294FD-939D-4255-91F9-45F792194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154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4D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49" name="data_2348">
            <a:extLst xmlns:a="http://schemas.openxmlformats.org/drawingml/2006/main">
              <a:ext uri="{FF2B5EF4-FFF2-40B4-BE49-F238E27FC236}">
                <a16:creationId xmlns:a16="http://schemas.microsoft.com/office/drawing/2014/main" id="{081B787E-B036-432F-8F30-D0CB74FB0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0" name="data_2349">
            <a:extLst xmlns:a="http://schemas.openxmlformats.org/drawingml/2006/main">
              <a:ext uri="{FF2B5EF4-FFF2-40B4-BE49-F238E27FC236}">
                <a16:creationId xmlns:a16="http://schemas.microsoft.com/office/drawing/2014/main" id="{84F85720-BE29-4AA4-A4CD-4D76EA293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5F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1" name="data_2350">
            <a:extLst xmlns:a="http://schemas.openxmlformats.org/drawingml/2006/main">
              <a:ext uri="{FF2B5EF4-FFF2-40B4-BE49-F238E27FC236}">
                <a16:creationId xmlns:a16="http://schemas.microsoft.com/office/drawing/2014/main" id="{7627F886-842D-4444-9809-96B48EF5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2882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EC962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2" name="data_2351">
            <a:extLst xmlns:a="http://schemas.openxmlformats.org/drawingml/2006/main">
              <a:ext uri="{FF2B5EF4-FFF2-40B4-BE49-F238E27FC236}">
                <a16:creationId xmlns:a16="http://schemas.microsoft.com/office/drawing/2014/main" id="{F6B9653F-09EC-4F3C-AC4B-7537286A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62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3" name="data_2352">
            <a:extLst xmlns:a="http://schemas.openxmlformats.org/drawingml/2006/main">
              <a:ext uri="{FF2B5EF4-FFF2-40B4-BE49-F238E27FC236}">
                <a16:creationId xmlns:a16="http://schemas.microsoft.com/office/drawing/2014/main" id="{2CBEB671-A854-48BA-8382-2B5D5EDC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6707313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4" name="data_2353">
            <a:extLst xmlns:a="http://schemas.openxmlformats.org/drawingml/2006/main">
              <a:ext uri="{FF2B5EF4-FFF2-40B4-BE49-F238E27FC236}">
                <a16:creationId xmlns:a16="http://schemas.microsoft.com/office/drawing/2014/main" id="{6FC88807-3995-4519-BE1F-80F4FB6BE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7592" y="6507191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90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5" name="data_2354">
            <a:extLst xmlns:a="http://schemas.openxmlformats.org/drawingml/2006/main">
              <a:ext uri="{FF2B5EF4-FFF2-40B4-BE49-F238E27FC236}">
                <a16:creationId xmlns:a16="http://schemas.microsoft.com/office/drawing/2014/main" id="{088A2E9C-59DB-4FE9-B345-7F087277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30998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69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6" name="data_2355">
            <a:extLst xmlns:a="http://schemas.openxmlformats.org/drawingml/2006/main">
              <a:ext uri="{FF2B5EF4-FFF2-40B4-BE49-F238E27FC236}">
                <a16:creationId xmlns:a16="http://schemas.microsoft.com/office/drawing/2014/main" id="{87E655CF-FCC8-4ED2-A677-3EBA5D4B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2475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7" name="data_2356">
            <a:extLst xmlns:a="http://schemas.openxmlformats.org/drawingml/2006/main">
              <a:ext uri="{FF2B5EF4-FFF2-40B4-BE49-F238E27FC236}">
                <a16:creationId xmlns:a16="http://schemas.microsoft.com/office/drawing/2014/main" id="{B55CC28A-FB7D-4BB8-8B12-63AA3D6A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4476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71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8" name="data_2357">
            <a:extLst xmlns:a="http://schemas.openxmlformats.org/drawingml/2006/main">
              <a:ext uri="{FF2B5EF4-FFF2-40B4-BE49-F238E27FC236}">
                <a16:creationId xmlns:a16="http://schemas.microsoft.com/office/drawing/2014/main" id="{75E318A9-423F-43DB-9C66-2493F6B96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7367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94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59" name="data_2358">
            <a:extLst xmlns:a="http://schemas.openxmlformats.org/drawingml/2006/main">
              <a:ext uri="{FF2B5EF4-FFF2-40B4-BE49-F238E27FC236}">
                <a16:creationId xmlns:a16="http://schemas.microsoft.com/office/drawing/2014/main" id="{EDBC9F43-AC9E-4347-95CC-94BFC793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0" name="data_2359">
            <a:extLst xmlns:a="http://schemas.openxmlformats.org/drawingml/2006/main">
              <a:ext uri="{FF2B5EF4-FFF2-40B4-BE49-F238E27FC236}">
                <a16:creationId xmlns:a16="http://schemas.microsoft.com/office/drawing/2014/main" id="{C2F848EA-C6AE-4CA7-96F1-901CB2CC6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4F8A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1" name="data_2360">
            <a:extLst xmlns:a="http://schemas.openxmlformats.org/drawingml/2006/main">
              <a:ext uri="{FF2B5EF4-FFF2-40B4-BE49-F238E27FC236}">
                <a16:creationId xmlns:a16="http://schemas.microsoft.com/office/drawing/2014/main" id="{55A93B1A-4EC7-4870-A14F-9933BD64F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02834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70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2" name="data_2361">
            <a:extLst xmlns:a="http://schemas.openxmlformats.org/drawingml/2006/main">
              <a:ext uri="{FF2B5EF4-FFF2-40B4-BE49-F238E27FC236}">
                <a16:creationId xmlns:a16="http://schemas.microsoft.com/office/drawing/2014/main" id="{6E1E61FD-61AC-4D73-B8B4-3C98602A6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6898852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8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3" name="data_2362">
            <a:extLst xmlns:a="http://schemas.openxmlformats.org/drawingml/2006/main">
              <a:ext uri="{FF2B5EF4-FFF2-40B4-BE49-F238E27FC236}">
                <a16:creationId xmlns:a16="http://schemas.microsoft.com/office/drawing/2014/main" id="{F452D031-D23C-4836-AE09-3F9AF1CE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629995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75A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4" name="data_2363">
            <a:extLst xmlns:a="http://schemas.openxmlformats.org/drawingml/2006/main">
              <a:ext uri="{FF2B5EF4-FFF2-40B4-BE49-F238E27FC236}">
                <a16:creationId xmlns:a16="http://schemas.microsoft.com/office/drawing/2014/main" id="{29763B9D-E893-4776-AFB8-79556326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2950" y="557156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5" name="data_2364">
            <a:extLst xmlns:a="http://schemas.openxmlformats.org/drawingml/2006/main">
              <a:ext uri="{FF2B5EF4-FFF2-40B4-BE49-F238E27FC236}">
                <a16:creationId xmlns:a16="http://schemas.microsoft.com/office/drawing/2014/main" id="{B30EAFCB-E433-4831-8893-DC211DC2C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5137" y="576580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608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6" name="data_2365">
            <a:extLst xmlns:a="http://schemas.openxmlformats.org/drawingml/2006/main">
              <a:ext uri="{FF2B5EF4-FFF2-40B4-BE49-F238E27FC236}">
                <a16:creationId xmlns:a16="http://schemas.microsoft.com/office/drawing/2014/main" id="{68BB23F9-E132-4D00-AF19-D2B189CF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7513936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7F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7" name="data_2366">
            <a:extLst xmlns:a="http://schemas.openxmlformats.org/drawingml/2006/main">
              <a:ext uri="{FF2B5EF4-FFF2-40B4-BE49-F238E27FC236}">
                <a16:creationId xmlns:a16="http://schemas.microsoft.com/office/drawing/2014/main" id="{0BF3F26E-7D03-4AAF-82EF-88025E6BA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7358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45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8" name="data_2367">
            <a:extLst xmlns:a="http://schemas.openxmlformats.org/drawingml/2006/main">
              <a:ext uri="{FF2B5EF4-FFF2-40B4-BE49-F238E27FC236}">
                <a16:creationId xmlns:a16="http://schemas.microsoft.com/office/drawing/2014/main" id="{AEDFC1C7-68BD-45A9-8DF0-5536D52D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1540" y="5783147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A188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69" name="data_2368">
            <a:extLst xmlns:a="http://schemas.openxmlformats.org/drawingml/2006/main">
              <a:ext uri="{FF2B5EF4-FFF2-40B4-BE49-F238E27FC236}">
                <a16:creationId xmlns:a16="http://schemas.microsoft.com/office/drawing/2014/main" id="{B9453CCB-6EB3-44A8-82B5-74DB0062E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910" y="4600384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88E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70" name="data_2369">
            <a:extLst xmlns:a="http://schemas.openxmlformats.org/drawingml/2006/main">
              <a:ext uri="{FF2B5EF4-FFF2-40B4-BE49-F238E27FC236}">
                <a16:creationId xmlns:a16="http://schemas.microsoft.com/office/drawing/2014/main" id="{D72D7AE1-FD58-4096-A5BF-6CB7FC54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0120" y="6785548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72F7D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71" name="data_2370">
            <a:extLst xmlns:a="http://schemas.openxmlformats.org/drawingml/2006/main">
              <a:ext uri="{FF2B5EF4-FFF2-40B4-BE49-F238E27FC236}">
                <a16:creationId xmlns:a16="http://schemas.microsoft.com/office/drawing/2014/main" id="{1D1D4E5B-CC31-4AEC-A5D4-F02344D1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4134" y="6057160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56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72" name="data_2371">
            <a:extLst xmlns:a="http://schemas.openxmlformats.org/drawingml/2006/main">
              <a:ext uri="{FF2B5EF4-FFF2-40B4-BE49-F238E27FC236}">
                <a16:creationId xmlns:a16="http://schemas.microsoft.com/office/drawing/2014/main" id="{F9AB5CDF-1E2C-4BC7-BCAA-A1B6B9647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713" y="7305825"/>
            <a:ext cx="63428" cy="634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548C">
              <a:alpha val="80000"/>
            </a:srgbClr>
          </a:solidFill>
          <a:ln xmlns:a="http://schemas.openxmlformats.org/drawingml/2006/main" w="5278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373" name="data_2372">
            <a:extLst xmlns:a="http://schemas.openxmlformats.org/drawingml/2006/main">
              <a:ext uri="{FF2B5EF4-FFF2-40B4-BE49-F238E27FC236}">
                <a16:creationId xmlns:a16="http://schemas.microsoft.com/office/drawing/2014/main" id="{342AF4F7-242C-450E-8DA6-CB1FE1E8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4632097"/>
            <a:ext cx="191" cy="2913552"/>
          </a:xfrm>
          <a:custGeom xmlns:a="http://schemas.openxmlformats.org/drawingml/2006/main">
            <a:pathLst>
              <a:path w="191" h="2913552">
                <a:moveTo>
                  <a:pt x="0" y="291355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14">
            <a:solidFill>
              <a:srgbClr val="000000"/>
            </a:solidFill>
            <a:prstDash val="solid"/>
          </a:ln>
        </p:spPr>
      </p:sp>
      <p:sp>
        <p:nvSpPr>
          <p:cNvPr id="2374" name="data_2373">
            <a:extLst xmlns:a="http://schemas.openxmlformats.org/drawingml/2006/main">
              <a:ext uri="{FF2B5EF4-FFF2-40B4-BE49-F238E27FC236}">
                <a16:creationId xmlns:a16="http://schemas.microsoft.com/office/drawing/2014/main" id="{72752917-5335-40B3-B8D0-C063A0EA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9072" y="7545649"/>
            <a:ext cx="2913552" cy="191"/>
          </a:xfrm>
          <a:custGeom xmlns:a="http://schemas.openxmlformats.org/drawingml/2006/main">
            <a:pathLst>
              <a:path w="2913552" h="191">
                <a:moveTo>
                  <a:pt x="0" y="0"/>
                </a:moveTo>
                <a:lnTo>
                  <a:pt x="29135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314">
            <a:solidFill>
              <a:srgbClr val="000000"/>
            </a:solidFill>
            <a:prstDash val="solid"/>
          </a:ln>
        </p:spPr>
      </p:sp>
      <p:sp>
        <p:nvSpPr>
          <p:cNvPr id="2375" name="text_2374">
            <a:extLst xmlns:a="http://schemas.openxmlformats.org/drawingml/2006/main">
              <a:ext uri="{FF2B5EF4-FFF2-40B4-BE49-F238E27FC236}">
                <a16:creationId xmlns:a16="http://schemas.microsoft.com/office/drawing/2014/main" id="{4BE025E5-050C-44A2-9070-3F83476CE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054096" y="4321220"/>
            <a:ext cx="103263" cy="219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2376" name="text_2375">
            <a:extLst xmlns:a="http://schemas.openxmlformats.org/drawingml/2006/main">
              <a:ext uri="{FF2B5EF4-FFF2-40B4-BE49-F238E27FC236}">
                <a16:creationId xmlns:a16="http://schemas.microsoft.com/office/drawing/2014/main" id="{9871084D-55A1-445F-A5BD-04BCB3D3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9072" y="4334816"/>
            <a:ext cx="76195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2377" name="text_2376">
            <a:extLst xmlns:a="http://schemas.openxmlformats.org/drawingml/2006/main">
              <a:ext uri="{FF2B5EF4-FFF2-40B4-BE49-F238E27FC236}">
                <a16:creationId xmlns:a16="http://schemas.microsoft.com/office/drawing/2014/main" id="{EFEACC64-CCE6-4205-A399-179A5DF0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96370" y="4334816"/>
            <a:ext cx="124642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</a:t>
            </a:r>
          </a:p>
        </p:txBody>
      </p:sp>
      <p:sp>
        <p:nvSpPr>
          <p:cNvPr id="2378" name="text_2377">
            <a:extLst xmlns:a="http://schemas.openxmlformats.org/drawingml/2006/main">
              <a:ext uri="{FF2B5EF4-FFF2-40B4-BE49-F238E27FC236}">
                <a16:creationId xmlns:a16="http://schemas.microsoft.com/office/drawing/2014/main" id="{E0982AFB-C5DC-41F8-83DA-3062B598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2195" y="4334816"/>
            <a:ext cx="79187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379" name="text_2378">
            <a:extLst xmlns:a="http://schemas.openxmlformats.org/drawingml/2006/main">
              <a:ext uri="{FF2B5EF4-FFF2-40B4-BE49-F238E27FC236}">
                <a16:creationId xmlns:a16="http://schemas.microsoft.com/office/drawing/2014/main" id="{5BA40147-FA7E-4F6A-9B74-D84B8856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82482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380" name="text_2379">
            <a:extLst xmlns:a="http://schemas.openxmlformats.org/drawingml/2006/main">
              <a:ext uri="{FF2B5EF4-FFF2-40B4-BE49-F238E27FC236}">
                <a16:creationId xmlns:a16="http://schemas.microsoft.com/office/drawing/2014/main" id="{FCE28875-C1BA-4822-A7CF-5AE335B8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7452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381" name="text_2380">
            <a:extLst xmlns:a="http://schemas.openxmlformats.org/drawingml/2006/main">
              <a:ext uri="{FF2B5EF4-FFF2-40B4-BE49-F238E27FC236}">
                <a16:creationId xmlns:a16="http://schemas.microsoft.com/office/drawing/2014/main" id="{E3461D31-A24D-4B86-B05F-972B8E328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52422" y="4334816"/>
            <a:ext cx="409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2382" name="text_2381">
            <a:extLst xmlns:a="http://schemas.openxmlformats.org/drawingml/2006/main">
              <a:ext uri="{FF2B5EF4-FFF2-40B4-BE49-F238E27FC236}">
                <a16:creationId xmlns:a16="http://schemas.microsoft.com/office/drawing/2014/main" id="{BF92998A-6826-4736-ABDE-38A93C864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84611" y="4334816"/>
            <a:ext cx="124642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</a:t>
            </a:r>
          </a:p>
        </p:txBody>
      </p:sp>
      <p:sp>
        <p:nvSpPr>
          <p:cNvPr id="2383" name="text_2382">
            <a:extLst xmlns:a="http://schemas.openxmlformats.org/drawingml/2006/main">
              <a:ext uri="{FF2B5EF4-FFF2-40B4-BE49-F238E27FC236}">
                <a16:creationId xmlns:a16="http://schemas.microsoft.com/office/drawing/2014/main" id="{5EC06D51-F15B-4511-9862-203FD1CE4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00436" y="4334816"/>
            <a:ext cx="85457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o</a:t>
            </a:r>
          </a:p>
        </p:txBody>
      </p:sp>
      <p:sp>
        <p:nvSpPr>
          <p:cNvPr id="2384" name="text_2383">
            <a:extLst xmlns:a="http://schemas.openxmlformats.org/drawingml/2006/main">
              <a:ext uri="{FF2B5EF4-FFF2-40B4-BE49-F238E27FC236}">
                <a16:creationId xmlns:a16="http://schemas.microsoft.com/office/drawing/2014/main" id="{2550612B-2651-44B3-A802-B5DF25A2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76981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385" name="text_2384">
            <a:extLst xmlns:a="http://schemas.openxmlformats.org/drawingml/2006/main">
              <a:ext uri="{FF2B5EF4-FFF2-40B4-BE49-F238E27FC236}">
                <a16:creationId xmlns:a16="http://schemas.microsoft.com/office/drawing/2014/main" id="{3DAF1D21-664C-47F7-B67D-2070E7B5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11951" y="4334816"/>
            <a:ext cx="8047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386" name="text_2385">
            <a:extLst xmlns:a="http://schemas.openxmlformats.org/drawingml/2006/main">
              <a:ext uri="{FF2B5EF4-FFF2-40B4-BE49-F238E27FC236}">
                <a16:creationId xmlns:a16="http://schemas.microsoft.com/office/drawing/2014/main" id="{6211F539-A352-43E4-98B3-617E18779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83629" y="4334816"/>
            <a:ext cx="68358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387" name="text_2386">
            <a:extLst xmlns:a="http://schemas.openxmlformats.org/drawingml/2006/main">
              <a:ext uri="{FF2B5EF4-FFF2-40B4-BE49-F238E27FC236}">
                <a16:creationId xmlns:a16="http://schemas.microsoft.com/office/drawing/2014/main" id="{EF9D4CB4-730B-4442-A430-B596377B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43210" y="4334816"/>
            <a:ext cx="8531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388" name="text_2387">
            <a:extLst xmlns:a="http://schemas.openxmlformats.org/drawingml/2006/main">
              <a:ext uri="{FF2B5EF4-FFF2-40B4-BE49-F238E27FC236}">
                <a16:creationId xmlns:a16="http://schemas.microsoft.com/office/drawing/2014/main" id="{F96C7FA3-70EE-4AE9-AAF4-4AB08D48F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19615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389" name="text_2388">
            <a:extLst xmlns:a="http://schemas.openxmlformats.org/drawingml/2006/main">
              <a:ext uri="{FF2B5EF4-FFF2-40B4-BE49-F238E27FC236}">
                <a16:creationId xmlns:a16="http://schemas.microsoft.com/office/drawing/2014/main" id="{199394DC-67A4-4164-82C1-4163CA16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354585" y="4334816"/>
            <a:ext cx="8047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390" name="text_2389">
            <a:extLst xmlns:a="http://schemas.openxmlformats.org/drawingml/2006/main">
              <a:ext uri="{FF2B5EF4-FFF2-40B4-BE49-F238E27FC236}">
                <a16:creationId xmlns:a16="http://schemas.microsoft.com/office/drawing/2014/main" id="{E1811D8B-E8D9-4AB9-84D9-A6EF66D92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26263" y="4334816"/>
            <a:ext cx="6565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2391" name="text_2390">
            <a:extLst xmlns:a="http://schemas.openxmlformats.org/drawingml/2006/main">
              <a:ext uri="{FF2B5EF4-FFF2-40B4-BE49-F238E27FC236}">
                <a16:creationId xmlns:a16="http://schemas.microsoft.com/office/drawing/2014/main" id="{B5691E8E-1348-4BDD-8CC5-2E7055287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83063" y="4334816"/>
            <a:ext cx="409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2392" name="text_2391">
            <a:extLst xmlns:a="http://schemas.openxmlformats.org/drawingml/2006/main">
              <a:ext uri="{FF2B5EF4-FFF2-40B4-BE49-F238E27FC236}">
                <a16:creationId xmlns:a16="http://schemas.microsoft.com/office/drawing/2014/main" id="{D48A066B-B955-4C18-89E3-DD77A7F7B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15252" y="4334816"/>
            <a:ext cx="4698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·</a:t>
            </a:r>
          </a:p>
        </p:txBody>
      </p:sp>
      <p:sp>
        <p:nvSpPr>
          <p:cNvPr id="2393" name="text_2392">
            <a:extLst xmlns:a="http://schemas.openxmlformats.org/drawingml/2006/main">
              <a:ext uri="{FF2B5EF4-FFF2-40B4-BE49-F238E27FC236}">
                <a16:creationId xmlns:a16="http://schemas.microsoft.com/office/drawing/2014/main" id="{0485A943-0B97-4907-A910-49446A497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53351" y="4334816"/>
            <a:ext cx="409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2394" name="text_2393">
            <a:extLst xmlns:a="http://schemas.openxmlformats.org/drawingml/2006/main">
              <a:ext uri="{FF2B5EF4-FFF2-40B4-BE49-F238E27FC236}">
                <a16:creationId xmlns:a16="http://schemas.microsoft.com/office/drawing/2014/main" id="{1DBFE6B6-B943-4D31-9B9E-25F3E61B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85540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2395" name="text_2394">
            <a:extLst xmlns:a="http://schemas.openxmlformats.org/drawingml/2006/main">
              <a:ext uri="{FF2B5EF4-FFF2-40B4-BE49-F238E27FC236}">
                <a16:creationId xmlns:a16="http://schemas.microsoft.com/office/drawing/2014/main" id="{758E8C8C-190B-417C-8478-0E2703C6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20510" y="4334816"/>
            <a:ext cx="8531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2396" name="text_2395">
            <a:extLst xmlns:a="http://schemas.openxmlformats.org/drawingml/2006/main">
              <a:ext uri="{FF2B5EF4-FFF2-40B4-BE49-F238E27FC236}">
                <a16:creationId xmlns:a16="http://schemas.microsoft.com/office/drawing/2014/main" id="{484D6E56-5974-4636-BBB8-C457D701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96915" y="4334816"/>
            <a:ext cx="6565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2397" name="text_2396">
            <a:extLst xmlns:a="http://schemas.openxmlformats.org/drawingml/2006/main">
              <a:ext uri="{FF2B5EF4-FFF2-40B4-BE49-F238E27FC236}">
                <a16:creationId xmlns:a16="http://schemas.microsoft.com/office/drawing/2014/main" id="{069BCC37-0B68-4E14-AA09-1E461196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53716" y="4334816"/>
            <a:ext cx="58241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2398" name="text_2397">
            <a:extLst xmlns:a="http://schemas.openxmlformats.org/drawingml/2006/main">
              <a:ext uri="{FF2B5EF4-FFF2-40B4-BE49-F238E27FC236}">
                <a16:creationId xmlns:a16="http://schemas.microsoft.com/office/drawing/2014/main" id="{5910F526-923C-48D9-9A19-6E8E47D76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03077" y="4334816"/>
            <a:ext cx="79187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399" name="text_2398">
            <a:extLst xmlns:a="http://schemas.openxmlformats.org/drawingml/2006/main">
              <a:ext uri="{FF2B5EF4-FFF2-40B4-BE49-F238E27FC236}">
                <a16:creationId xmlns:a16="http://schemas.microsoft.com/office/drawing/2014/main" id="{2E5BCEFC-772A-4696-977A-A2D48A791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73364" y="4334816"/>
            <a:ext cx="8531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2400" name="text_2399">
            <a:extLst xmlns:a="http://schemas.openxmlformats.org/drawingml/2006/main">
              <a:ext uri="{FF2B5EF4-FFF2-40B4-BE49-F238E27FC236}">
                <a16:creationId xmlns:a16="http://schemas.microsoft.com/office/drawing/2014/main" id="{A1D9F2B1-BE0E-4FFC-8D5C-57B257F67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49770" y="4334816"/>
            <a:ext cx="68358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401" name="text_2400">
            <a:extLst xmlns:a="http://schemas.openxmlformats.org/drawingml/2006/main">
              <a:ext uri="{FF2B5EF4-FFF2-40B4-BE49-F238E27FC236}">
                <a16:creationId xmlns:a16="http://schemas.microsoft.com/office/drawing/2014/main" id="{045AAD5A-844A-4437-B6C0-C8A6A0CE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09351" y="4334816"/>
            <a:ext cx="8047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402" name="text_2401">
            <a:extLst xmlns:a="http://schemas.openxmlformats.org/drawingml/2006/main">
              <a:ext uri="{FF2B5EF4-FFF2-40B4-BE49-F238E27FC236}">
                <a16:creationId xmlns:a16="http://schemas.microsoft.com/office/drawing/2014/main" id="{FC2F6533-33C9-4750-A6C8-ECF88E71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1029" y="4334816"/>
            <a:ext cx="523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2403" name="text_2402">
            <a:extLst xmlns:a="http://schemas.openxmlformats.org/drawingml/2006/main">
              <a:ext uri="{FF2B5EF4-FFF2-40B4-BE49-F238E27FC236}">
                <a16:creationId xmlns:a16="http://schemas.microsoft.com/office/drawing/2014/main" id="{AABF0442-4E81-4039-AE68-5069F113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24620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404" name="text_2403">
            <a:extLst xmlns:a="http://schemas.openxmlformats.org/drawingml/2006/main">
              <a:ext uri="{FF2B5EF4-FFF2-40B4-BE49-F238E27FC236}">
                <a16:creationId xmlns:a16="http://schemas.microsoft.com/office/drawing/2014/main" id="{50653838-D294-425E-A3DA-6E3346B7E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59590" y="4334816"/>
            <a:ext cx="8047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405" name="text_2404">
            <a:extLst xmlns:a="http://schemas.openxmlformats.org/drawingml/2006/main">
              <a:ext uri="{FF2B5EF4-FFF2-40B4-BE49-F238E27FC236}">
                <a16:creationId xmlns:a16="http://schemas.microsoft.com/office/drawing/2014/main" id="{6CDF7A03-35DF-4D6F-A605-FAAE050C9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1268" y="4334816"/>
            <a:ext cx="76195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2406" name="text_2405">
            <a:extLst xmlns:a="http://schemas.openxmlformats.org/drawingml/2006/main">
              <a:ext uri="{FF2B5EF4-FFF2-40B4-BE49-F238E27FC236}">
                <a16:creationId xmlns:a16="http://schemas.microsoft.com/office/drawing/2014/main" id="{3FD8F6EA-1F31-4F2B-8561-0282065FE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8635" y="4334816"/>
            <a:ext cx="80470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2407" name="text_2406">
            <a:extLst xmlns:a="http://schemas.openxmlformats.org/drawingml/2006/main">
              <a:ext uri="{FF2B5EF4-FFF2-40B4-BE49-F238E27FC236}">
                <a16:creationId xmlns:a16="http://schemas.microsoft.com/office/drawing/2014/main" id="{0EEFC47C-C75B-48F4-8CE9-0624D1165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70313" y="4334816"/>
            <a:ext cx="4384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408" name="text_2407">
            <a:extLst xmlns:a="http://schemas.openxmlformats.org/drawingml/2006/main">
              <a:ext uri="{FF2B5EF4-FFF2-40B4-BE49-F238E27FC236}">
                <a16:creationId xmlns:a16="http://schemas.microsoft.com/office/drawing/2014/main" id="{16A75B89-87BF-4B14-9E77-4A1A0BA3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05283" y="4334816"/>
            <a:ext cx="4099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2409" name="text_2408">
            <a:extLst xmlns:a="http://schemas.openxmlformats.org/drawingml/2006/main">
              <a:ext uri="{FF2B5EF4-FFF2-40B4-BE49-F238E27FC236}">
                <a16:creationId xmlns:a16="http://schemas.microsoft.com/office/drawing/2014/main" id="{2CCC9B1F-2D44-453C-BAC8-7B29E99E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37472" y="4334816"/>
            <a:ext cx="84602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2410" name="text_2409">
            <a:extLst xmlns:a="http://schemas.openxmlformats.org/drawingml/2006/main">
              <a:ext uri="{FF2B5EF4-FFF2-40B4-BE49-F238E27FC236}">
                <a16:creationId xmlns:a16="http://schemas.microsoft.com/office/drawing/2014/main" id="{06A37785-E58A-4231-9C56-B5CA7E4B9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13252" y="4334816"/>
            <a:ext cx="89019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411" name="text_2410">
            <a:extLst xmlns:a="http://schemas.openxmlformats.org/drawingml/2006/main">
              <a:ext uri="{FF2B5EF4-FFF2-40B4-BE49-F238E27FC236}">
                <a16:creationId xmlns:a16="http://schemas.microsoft.com/office/drawing/2014/main" id="{BA283450-4EA1-47B5-B427-DF4EE54A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93412" y="4334816"/>
            <a:ext cx="95146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412" name="text_2411">
            <a:extLst xmlns:a="http://schemas.openxmlformats.org/drawingml/2006/main">
              <a:ext uri="{FF2B5EF4-FFF2-40B4-BE49-F238E27FC236}">
                <a16:creationId xmlns:a16="http://schemas.microsoft.com/office/drawing/2014/main" id="{E851A532-34BC-4CC6-B34A-4015B7268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79689" y="4334816"/>
            <a:ext cx="10184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413" name="text_2412">
            <a:extLst xmlns:a="http://schemas.openxmlformats.org/drawingml/2006/main">
              <a:ext uri="{FF2B5EF4-FFF2-40B4-BE49-F238E27FC236}">
                <a16:creationId xmlns:a16="http://schemas.microsoft.com/office/drawing/2014/main" id="{8081E7E2-0EED-4206-AF7B-B48A8C8DD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2641" y="4334816"/>
            <a:ext cx="84174" cy="178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22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22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414" name="text_2413">
            <a:extLst xmlns:a="http://schemas.openxmlformats.org/drawingml/2006/main">
              <a:ext uri="{FF2B5EF4-FFF2-40B4-BE49-F238E27FC236}">
                <a16:creationId xmlns:a16="http://schemas.microsoft.com/office/drawing/2014/main" id="{4C842ED0-3CBB-4A66-BF34-DFFA9FA2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49178" y="4388707"/>
            <a:ext cx="59366" cy="1246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415" name="text_2414">
            <a:extLst xmlns:a="http://schemas.openxmlformats.org/drawingml/2006/main">
              <a:ext uri="{FF2B5EF4-FFF2-40B4-BE49-F238E27FC236}">
                <a16:creationId xmlns:a16="http://schemas.microsoft.com/office/drawing/2014/main" id="{72FD50DD-163A-4E39-9EDB-9B588B706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99693" y="4388707"/>
            <a:ext cx="35428" cy="1246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416" name="text_2415">
            <a:extLst xmlns:a="http://schemas.openxmlformats.org/drawingml/2006/main">
              <a:ext uri="{FF2B5EF4-FFF2-40B4-BE49-F238E27FC236}">
                <a16:creationId xmlns:a16="http://schemas.microsoft.com/office/drawing/2014/main" id="{E4AE06C1-6B81-4CD6-81DC-EC915AC3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26313" y="4388707"/>
            <a:ext cx="59366" cy="1246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85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85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417" name="data_2416">
            <a:extLst xmlns:a="http://schemas.openxmlformats.org/drawingml/2006/main">
              <a:ext uri="{FF2B5EF4-FFF2-40B4-BE49-F238E27FC236}">
                <a16:creationId xmlns:a16="http://schemas.microsoft.com/office/drawing/2014/main" id="{CD58CE39-95AE-4E6D-9613-EBC130013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632097"/>
            <a:ext cx="89759" cy="2913552"/>
          </a:xfrm>
          <a:custGeom xmlns:a="http://schemas.openxmlformats.org/drawingml/2006/main">
            <a:pathLst>
              <a:path w="89759" h="2913552">
                <a:moveTo>
                  <a:pt x="0" y="2913552"/>
                </a:moveTo>
                <a:lnTo>
                  <a:pt x="89759" y="2913552"/>
                </a:lnTo>
                <a:lnTo>
                  <a:pt x="89759" y="0"/>
                </a:lnTo>
                <a:lnTo>
                  <a:pt x="0" y="0"/>
                </a:lnTo>
                <a:lnTo>
                  <a:pt x="0" y="2913552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8" name="data_2417">
            <a:extLst xmlns:a="http://schemas.openxmlformats.org/drawingml/2006/main">
              <a:ext uri="{FF2B5EF4-FFF2-40B4-BE49-F238E27FC236}">
                <a16:creationId xmlns:a16="http://schemas.microsoft.com/office/drawing/2014/main" id="{16436944-662A-4C78-BC6A-4944A1FD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53426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DE725"/>
          </a:solidFill>
          <a:ln xmlns:a="http://schemas.openxmlformats.org/drawingml/2006/main" w="3518">
            <a:solidFill>
              <a:srgbClr val="FDE725"/>
            </a:solidFill>
            <a:prstDash val="solid"/>
          </a:ln>
        </p:spPr>
      </p:sp>
      <p:sp>
        <p:nvSpPr>
          <p:cNvPr id="2419" name="data_2418">
            <a:extLst xmlns:a="http://schemas.openxmlformats.org/drawingml/2006/main">
              <a:ext uri="{FF2B5EF4-FFF2-40B4-BE49-F238E27FC236}">
                <a16:creationId xmlns:a16="http://schemas.microsoft.com/office/drawing/2014/main" id="{27A46262-4B50-4CF2-A4DD-4F86B9DE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52288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BE723"/>
          </a:solidFill>
          <a:ln xmlns:a="http://schemas.openxmlformats.org/drawingml/2006/main" w="3518">
            <a:solidFill>
              <a:srgbClr val="FBE723"/>
            </a:solidFill>
            <a:prstDash val="solid"/>
          </a:ln>
        </p:spPr>
      </p:sp>
      <p:sp>
        <p:nvSpPr>
          <p:cNvPr id="2420" name="data_2419">
            <a:extLst xmlns:a="http://schemas.openxmlformats.org/drawingml/2006/main">
              <a:ext uri="{FF2B5EF4-FFF2-40B4-BE49-F238E27FC236}">
                <a16:creationId xmlns:a16="http://schemas.microsoft.com/office/drawing/2014/main" id="{DF5AE7AD-9E95-43CA-BFEF-699CB2E7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51150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8E621"/>
          </a:solidFill>
          <a:ln xmlns:a="http://schemas.openxmlformats.org/drawingml/2006/main" w="3518">
            <a:solidFill>
              <a:srgbClr val="F8E621"/>
            </a:solidFill>
            <a:prstDash val="solid"/>
          </a:ln>
        </p:spPr>
      </p:sp>
      <p:sp>
        <p:nvSpPr>
          <p:cNvPr id="2421" name="data_2420">
            <a:extLst xmlns:a="http://schemas.openxmlformats.org/drawingml/2006/main">
              <a:ext uri="{FF2B5EF4-FFF2-40B4-BE49-F238E27FC236}">
                <a16:creationId xmlns:a16="http://schemas.microsoft.com/office/drawing/2014/main" id="{08CC1D86-B610-4CB7-A656-901D6A8A2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50012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6E620"/>
          </a:solidFill>
          <a:ln xmlns:a="http://schemas.openxmlformats.org/drawingml/2006/main" w="3518">
            <a:solidFill>
              <a:srgbClr val="F6E620"/>
            </a:solidFill>
            <a:prstDash val="solid"/>
          </a:ln>
        </p:spPr>
      </p:sp>
      <p:sp>
        <p:nvSpPr>
          <p:cNvPr id="2422" name="data_2421">
            <a:extLst xmlns:a="http://schemas.openxmlformats.org/drawingml/2006/main">
              <a:ext uri="{FF2B5EF4-FFF2-40B4-BE49-F238E27FC236}">
                <a16:creationId xmlns:a16="http://schemas.microsoft.com/office/drawing/2014/main" id="{5B1D7844-4A0C-4A6B-8973-CB58FA7C4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48874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4E61E"/>
          </a:solidFill>
          <a:ln xmlns:a="http://schemas.openxmlformats.org/drawingml/2006/main" w="3518">
            <a:solidFill>
              <a:srgbClr val="F4E61E"/>
            </a:solidFill>
            <a:prstDash val="solid"/>
          </a:ln>
        </p:spPr>
      </p:sp>
      <p:sp>
        <p:nvSpPr>
          <p:cNvPr id="2423" name="data_2422">
            <a:extLst xmlns:a="http://schemas.openxmlformats.org/drawingml/2006/main">
              <a:ext uri="{FF2B5EF4-FFF2-40B4-BE49-F238E27FC236}">
                <a16:creationId xmlns:a16="http://schemas.microsoft.com/office/drawing/2014/main" id="{821656A6-024F-4F9E-B5A1-DEDB0A4CC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47736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F1E51D"/>
          </a:solidFill>
          <a:ln xmlns:a="http://schemas.openxmlformats.org/drawingml/2006/main" w="3518">
            <a:solidFill>
              <a:srgbClr val="F1E51D"/>
            </a:solidFill>
            <a:prstDash val="solid"/>
          </a:ln>
        </p:spPr>
      </p:sp>
      <p:sp>
        <p:nvSpPr>
          <p:cNvPr id="2424" name="data_2423">
            <a:extLst xmlns:a="http://schemas.openxmlformats.org/drawingml/2006/main">
              <a:ext uri="{FF2B5EF4-FFF2-40B4-BE49-F238E27FC236}">
                <a16:creationId xmlns:a16="http://schemas.microsoft.com/office/drawing/2014/main" id="{5A8FC69D-7CDD-41AE-8090-275AAF1C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46598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FE51C"/>
          </a:solidFill>
          <a:ln xmlns:a="http://schemas.openxmlformats.org/drawingml/2006/main" w="3518">
            <a:solidFill>
              <a:srgbClr val="EFE51C"/>
            </a:solidFill>
            <a:prstDash val="solid"/>
          </a:ln>
        </p:spPr>
      </p:sp>
      <p:sp>
        <p:nvSpPr>
          <p:cNvPr id="2425" name="data_2424">
            <a:extLst xmlns:a="http://schemas.openxmlformats.org/drawingml/2006/main">
              <a:ext uri="{FF2B5EF4-FFF2-40B4-BE49-F238E27FC236}">
                <a16:creationId xmlns:a16="http://schemas.microsoft.com/office/drawing/2014/main" id="{8996F160-8BB3-4721-9B66-E2A5D9491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45460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CE51B"/>
          </a:solidFill>
          <a:ln xmlns:a="http://schemas.openxmlformats.org/drawingml/2006/main" w="3518">
            <a:solidFill>
              <a:srgbClr val="ECE51B"/>
            </a:solidFill>
            <a:prstDash val="solid"/>
          </a:ln>
        </p:spPr>
      </p:sp>
      <p:sp>
        <p:nvSpPr>
          <p:cNvPr id="2426" name="data_2425">
            <a:extLst xmlns:a="http://schemas.openxmlformats.org/drawingml/2006/main">
              <a:ext uri="{FF2B5EF4-FFF2-40B4-BE49-F238E27FC236}">
                <a16:creationId xmlns:a16="http://schemas.microsoft.com/office/drawing/2014/main" id="{6AB14731-AEB6-43F0-90FC-51E9FE27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44322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AE51A"/>
          </a:solidFill>
          <a:ln xmlns:a="http://schemas.openxmlformats.org/drawingml/2006/main" w="3518">
            <a:solidFill>
              <a:srgbClr val="EAE51A"/>
            </a:solidFill>
            <a:prstDash val="solid"/>
          </a:ln>
        </p:spPr>
      </p:sp>
      <p:sp>
        <p:nvSpPr>
          <p:cNvPr id="2427" name="data_2426">
            <a:extLst xmlns:a="http://schemas.openxmlformats.org/drawingml/2006/main">
              <a:ext uri="{FF2B5EF4-FFF2-40B4-BE49-F238E27FC236}">
                <a16:creationId xmlns:a16="http://schemas.microsoft.com/office/drawing/2014/main" id="{F6617A22-93BC-4767-8BD6-0A49AEEBD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43183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7E419"/>
          </a:solidFill>
          <a:ln xmlns:a="http://schemas.openxmlformats.org/drawingml/2006/main" w="3518">
            <a:solidFill>
              <a:srgbClr val="E7E419"/>
            </a:solidFill>
            <a:prstDash val="solid"/>
          </a:ln>
        </p:spPr>
      </p:sp>
      <p:sp>
        <p:nvSpPr>
          <p:cNvPr id="2428" name="data_2427">
            <a:extLst xmlns:a="http://schemas.openxmlformats.org/drawingml/2006/main">
              <a:ext uri="{FF2B5EF4-FFF2-40B4-BE49-F238E27FC236}">
                <a16:creationId xmlns:a16="http://schemas.microsoft.com/office/drawing/2014/main" id="{4CAFE62F-1CE0-4CA7-87BB-584B84386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42045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5E419"/>
          </a:solidFill>
          <a:ln xmlns:a="http://schemas.openxmlformats.org/drawingml/2006/main" w="3518">
            <a:solidFill>
              <a:srgbClr val="E5E419"/>
            </a:solidFill>
            <a:prstDash val="solid"/>
          </a:ln>
        </p:spPr>
      </p:sp>
      <p:sp>
        <p:nvSpPr>
          <p:cNvPr id="2429" name="data_2428">
            <a:extLst xmlns:a="http://schemas.openxmlformats.org/drawingml/2006/main">
              <a:ext uri="{FF2B5EF4-FFF2-40B4-BE49-F238E27FC236}">
                <a16:creationId xmlns:a16="http://schemas.microsoft.com/office/drawing/2014/main" id="{7C3B5666-D0ED-442F-B295-237975AB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40907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E2E418"/>
          </a:solidFill>
          <a:ln xmlns:a="http://schemas.openxmlformats.org/drawingml/2006/main" w="3518">
            <a:solidFill>
              <a:srgbClr val="E2E418"/>
            </a:solidFill>
            <a:prstDash val="solid"/>
          </a:ln>
        </p:spPr>
      </p:sp>
      <p:sp>
        <p:nvSpPr>
          <p:cNvPr id="2430" name="data_2429">
            <a:extLst xmlns:a="http://schemas.openxmlformats.org/drawingml/2006/main">
              <a:ext uri="{FF2B5EF4-FFF2-40B4-BE49-F238E27FC236}">
                <a16:creationId xmlns:a16="http://schemas.microsoft.com/office/drawing/2014/main" id="{AFB0DDF9-3EB5-4EEC-9B96-A89225FBA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9769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FE318"/>
          </a:solidFill>
          <a:ln xmlns:a="http://schemas.openxmlformats.org/drawingml/2006/main" w="3518">
            <a:solidFill>
              <a:srgbClr val="DFE318"/>
            </a:solidFill>
            <a:prstDash val="solid"/>
          </a:ln>
        </p:spPr>
      </p:sp>
      <p:sp>
        <p:nvSpPr>
          <p:cNvPr id="2431" name="data_2430">
            <a:extLst xmlns:a="http://schemas.openxmlformats.org/drawingml/2006/main">
              <a:ext uri="{FF2B5EF4-FFF2-40B4-BE49-F238E27FC236}">
                <a16:creationId xmlns:a16="http://schemas.microsoft.com/office/drawing/2014/main" id="{B7C2DD05-BC73-48F6-8FDB-ADA99A510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8631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DE318"/>
          </a:solidFill>
          <a:ln xmlns:a="http://schemas.openxmlformats.org/drawingml/2006/main" w="3518">
            <a:solidFill>
              <a:srgbClr val="DDE318"/>
            </a:solidFill>
            <a:prstDash val="solid"/>
          </a:ln>
        </p:spPr>
      </p:sp>
      <p:sp>
        <p:nvSpPr>
          <p:cNvPr id="2432" name="data_2431">
            <a:extLst xmlns:a="http://schemas.openxmlformats.org/drawingml/2006/main">
              <a:ext uri="{FF2B5EF4-FFF2-40B4-BE49-F238E27FC236}">
                <a16:creationId xmlns:a16="http://schemas.microsoft.com/office/drawing/2014/main" id="{2803306B-ED35-47C2-808F-712023A7B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7493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AE319"/>
          </a:solidFill>
          <a:ln xmlns:a="http://schemas.openxmlformats.org/drawingml/2006/main" w="3518">
            <a:solidFill>
              <a:srgbClr val="DAE319"/>
            </a:solidFill>
            <a:prstDash val="solid"/>
          </a:ln>
        </p:spPr>
      </p:sp>
      <p:sp>
        <p:nvSpPr>
          <p:cNvPr id="2433" name="data_2432">
            <a:extLst xmlns:a="http://schemas.openxmlformats.org/drawingml/2006/main">
              <a:ext uri="{FF2B5EF4-FFF2-40B4-BE49-F238E27FC236}">
                <a16:creationId xmlns:a16="http://schemas.microsoft.com/office/drawing/2014/main" id="{D7F11752-4C38-4B58-9CE1-30721C606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6355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8E219"/>
          </a:solidFill>
          <a:ln xmlns:a="http://schemas.openxmlformats.org/drawingml/2006/main" w="3518">
            <a:solidFill>
              <a:srgbClr val="D8E219"/>
            </a:solidFill>
            <a:prstDash val="solid"/>
          </a:ln>
        </p:spPr>
      </p:sp>
      <p:sp>
        <p:nvSpPr>
          <p:cNvPr id="2434" name="data_2433">
            <a:extLst xmlns:a="http://schemas.openxmlformats.org/drawingml/2006/main">
              <a:ext uri="{FF2B5EF4-FFF2-40B4-BE49-F238E27FC236}">
                <a16:creationId xmlns:a16="http://schemas.microsoft.com/office/drawing/2014/main" id="{CD592D13-F4D1-4AF6-B3A8-739D5CAFE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5217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5E21A"/>
          </a:solidFill>
          <a:ln xmlns:a="http://schemas.openxmlformats.org/drawingml/2006/main" w="3518">
            <a:solidFill>
              <a:srgbClr val="D5E21A"/>
            </a:solidFill>
            <a:prstDash val="solid"/>
          </a:ln>
        </p:spPr>
      </p:sp>
      <p:sp>
        <p:nvSpPr>
          <p:cNvPr id="2435" name="data_2434">
            <a:extLst xmlns:a="http://schemas.openxmlformats.org/drawingml/2006/main">
              <a:ext uri="{FF2B5EF4-FFF2-40B4-BE49-F238E27FC236}">
                <a16:creationId xmlns:a16="http://schemas.microsoft.com/office/drawing/2014/main" id="{847B8B2C-AA3F-4C50-A8DD-1F0789C14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4079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2E21B"/>
          </a:solidFill>
          <a:ln xmlns:a="http://schemas.openxmlformats.org/drawingml/2006/main" w="3518">
            <a:solidFill>
              <a:srgbClr val="D2E21B"/>
            </a:solidFill>
            <a:prstDash val="solid"/>
          </a:ln>
        </p:spPr>
      </p:sp>
      <p:sp>
        <p:nvSpPr>
          <p:cNvPr id="2436" name="data_2435">
            <a:extLst xmlns:a="http://schemas.openxmlformats.org/drawingml/2006/main">
              <a:ext uri="{FF2B5EF4-FFF2-40B4-BE49-F238E27FC236}">
                <a16:creationId xmlns:a16="http://schemas.microsoft.com/office/drawing/2014/main" id="{187AA48F-DEFA-404E-9669-45E6AB86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2940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D0E11C"/>
          </a:solidFill>
          <a:ln xmlns:a="http://schemas.openxmlformats.org/drawingml/2006/main" w="3518">
            <a:solidFill>
              <a:srgbClr val="D0E11C"/>
            </a:solidFill>
            <a:prstDash val="solid"/>
          </a:ln>
        </p:spPr>
      </p:sp>
      <p:sp>
        <p:nvSpPr>
          <p:cNvPr id="2437" name="data_2436">
            <a:extLst xmlns:a="http://schemas.openxmlformats.org/drawingml/2006/main">
              <a:ext uri="{FF2B5EF4-FFF2-40B4-BE49-F238E27FC236}">
                <a16:creationId xmlns:a16="http://schemas.microsoft.com/office/drawing/2014/main" id="{A7E5D7B2-C370-46C8-8493-5487FC0DC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1802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DE11D"/>
          </a:solidFill>
          <a:ln xmlns:a="http://schemas.openxmlformats.org/drawingml/2006/main" w="3518">
            <a:solidFill>
              <a:srgbClr val="CDE11D"/>
            </a:solidFill>
            <a:prstDash val="solid"/>
          </a:ln>
        </p:spPr>
      </p:sp>
      <p:sp>
        <p:nvSpPr>
          <p:cNvPr id="2438" name="data_2437">
            <a:extLst xmlns:a="http://schemas.openxmlformats.org/drawingml/2006/main">
              <a:ext uri="{FF2B5EF4-FFF2-40B4-BE49-F238E27FC236}">
                <a16:creationId xmlns:a16="http://schemas.microsoft.com/office/drawing/2014/main" id="{367A399E-DB46-4EB3-895A-CCAAE7C8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30664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AE11F"/>
          </a:solidFill>
          <a:ln xmlns:a="http://schemas.openxmlformats.org/drawingml/2006/main" w="3518">
            <a:solidFill>
              <a:srgbClr val="CAE11F"/>
            </a:solidFill>
            <a:prstDash val="solid"/>
          </a:ln>
        </p:spPr>
      </p:sp>
      <p:sp>
        <p:nvSpPr>
          <p:cNvPr id="2439" name="data_2438">
            <a:extLst xmlns:a="http://schemas.openxmlformats.org/drawingml/2006/main">
              <a:ext uri="{FF2B5EF4-FFF2-40B4-BE49-F238E27FC236}">
                <a16:creationId xmlns:a16="http://schemas.microsoft.com/office/drawing/2014/main" id="{AF2B51E3-5659-407B-BE6A-1EA88B0AF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9526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8E020"/>
          </a:solidFill>
          <a:ln xmlns:a="http://schemas.openxmlformats.org/drawingml/2006/main" w="3518">
            <a:solidFill>
              <a:srgbClr val="C8E020"/>
            </a:solidFill>
            <a:prstDash val="solid"/>
          </a:ln>
        </p:spPr>
      </p:sp>
      <p:sp>
        <p:nvSpPr>
          <p:cNvPr id="2440" name="data_2439">
            <a:extLst xmlns:a="http://schemas.openxmlformats.org/drawingml/2006/main">
              <a:ext uri="{FF2B5EF4-FFF2-40B4-BE49-F238E27FC236}">
                <a16:creationId xmlns:a16="http://schemas.microsoft.com/office/drawing/2014/main" id="{9DDEC3B7-6B6B-4D19-8299-0469D9F5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8388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5E021"/>
          </a:solidFill>
          <a:ln xmlns:a="http://schemas.openxmlformats.org/drawingml/2006/main" w="3518">
            <a:solidFill>
              <a:srgbClr val="C5E021"/>
            </a:solidFill>
            <a:prstDash val="solid"/>
          </a:ln>
        </p:spPr>
      </p:sp>
      <p:sp>
        <p:nvSpPr>
          <p:cNvPr id="2441" name="data_2440">
            <a:extLst xmlns:a="http://schemas.openxmlformats.org/drawingml/2006/main">
              <a:ext uri="{FF2B5EF4-FFF2-40B4-BE49-F238E27FC236}">
                <a16:creationId xmlns:a16="http://schemas.microsoft.com/office/drawing/2014/main" id="{A8824E33-1202-44D2-96CC-434F17560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7250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2DF23"/>
          </a:solidFill>
          <a:ln xmlns:a="http://schemas.openxmlformats.org/drawingml/2006/main" w="3518">
            <a:solidFill>
              <a:srgbClr val="C2DF23"/>
            </a:solidFill>
            <a:prstDash val="solid"/>
          </a:ln>
        </p:spPr>
      </p:sp>
      <p:sp>
        <p:nvSpPr>
          <p:cNvPr id="2442" name="data_2441">
            <a:extLst xmlns:a="http://schemas.openxmlformats.org/drawingml/2006/main">
              <a:ext uri="{FF2B5EF4-FFF2-40B4-BE49-F238E27FC236}">
                <a16:creationId xmlns:a16="http://schemas.microsoft.com/office/drawing/2014/main" id="{FBE9EE99-A389-4995-99AE-FDD2965A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6112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C0DF25"/>
          </a:solidFill>
          <a:ln xmlns:a="http://schemas.openxmlformats.org/drawingml/2006/main" w="3518">
            <a:solidFill>
              <a:srgbClr val="C0DF25"/>
            </a:solidFill>
            <a:prstDash val="solid"/>
          </a:ln>
        </p:spPr>
      </p:sp>
      <p:sp>
        <p:nvSpPr>
          <p:cNvPr id="2443" name="data_2442">
            <a:extLst xmlns:a="http://schemas.openxmlformats.org/drawingml/2006/main">
              <a:ext uri="{FF2B5EF4-FFF2-40B4-BE49-F238E27FC236}">
                <a16:creationId xmlns:a16="http://schemas.microsoft.com/office/drawing/2014/main" id="{8BD5D0C7-6130-40B5-BA75-C8495BAA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4974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DDF26"/>
          </a:solidFill>
          <a:ln xmlns:a="http://schemas.openxmlformats.org/drawingml/2006/main" w="3518">
            <a:solidFill>
              <a:srgbClr val="BDDF26"/>
            </a:solidFill>
            <a:prstDash val="solid"/>
          </a:ln>
        </p:spPr>
      </p:sp>
      <p:sp>
        <p:nvSpPr>
          <p:cNvPr id="2444" name="data_2443">
            <a:extLst xmlns:a="http://schemas.openxmlformats.org/drawingml/2006/main">
              <a:ext uri="{FF2B5EF4-FFF2-40B4-BE49-F238E27FC236}">
                <a16:creationId xmlns:a16="http://schemas.microsoft.com/office/drawing/2014/main" id="{E575B5A7-699F-40A1-A73B-E408D8455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3836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ADE28"/>
          </a:solidFill>
          <a:ln xmlns:a="http://schemas.openxmlformats.org/drawingml/2006/main" w="3518">
            <a:solidFill>
              <a:srgbClr val="BADE28"/>
            </a:solidFill>
            <a:prstDash val="solid"/>
          </a:ln>
        </p:spPr>
      </p:sp>
      <p:sp>
        <p:nvSpPr>
          <p:cNvPr id="2445" name="data_2444">
            <a:extLst xmlns:a="http://schemas.openxmlformats.org/drawingml/2006/main">
              <a:ext uri="{FF2B5EF4-FFF2-40B4-BE49-F238E27FC236}">
                <a16:creationId xmlns:a16="http://schemas.microsoft.com/office/drawing/2014/main" id="{5A0ED741-6EB6-42AA-ADD6-F871EEFCC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2698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8DE29"/>
          </a:solidFill>
          <a:ln xmlns:a="http://schemas.openxmlformats.org/drawingml/2006/main" w="3518">
            <a:solidFill>
              <a:srgbClr val="B8DE29"/>
            </a:solidFill>
            <a:prstDash val="solid"/>
          </a:ln>
        </p:spPr>
      </p:sp>
      <p:sp>
        <p:nvSpPr>
          <p:cNvPr id="2446" name="data_2445">
            <a:extLst xmlns:a="http://schemas.openxmlformats.org/drawingml/2006/main">
              <a:ext uri="{FF2B5EF4-FFF2-40B4-BE49-F238E27FC236}">
                <a16:creationId xmlns:a16="http://schemas.microsoft.com/office/drawing/2014/main" id="{105FA530-34F8-4299-8948-D41BCA4C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1559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5DE2B"/>
          </a:solidFill>
          <a:ln xmlns:a="http://schemas.openxmlformats.org/drawingml/2006/main" w="3518">
            <a:solidFill>
              <a:srgbClr val="B5DE2B"/>
            </a:solidFill>
            <a:prstDash val="solid"/>
          </a:ln>
        </p:spPr>
      </p:sp>
      <p:sp>
        <p:nvSpPr>
          <p:cNvPr id="2447" name="data_2446">
            <a:extLst xmlns:a="http://schemas.openxmlformats.org/drawingml/2006/main">
              <a:ext uri="{FF2B5EF4-FFF2-40B4-BE49-F238E27FC236}">
                <a16:creationId xmlns:a16="http://schemas.microsoft.com/office/drawing/2014/main" id="{80B10863-A249-42F4-ADE0-D299986F6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20421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2DD2D"/>
          </a:solidFill>
          <a:ln xmlns:a="http://schemas.openxmlformats.org/drawingml/2006/main" w="3518">
            <a:solidFill>
              <a:srgbClr val="B2DD2D"/>
            </a:solidFill>
            <a:prstDash val="solid"/>
          </a:ln>
        </p:spPr>
      </p:sp>
      <p:sp>
        <p:nvSpPr>
          <p:cNvPr id="2448" name="data_2447">
            <a:extLst xmlns:a="http://schemas.openxmlformats.org/drawingml/2006/main">
              <a:ext uri="{FF2B5EF4-FFF2-40B4-BE49-F238E27FC236}">
                <a16:creationId xmlns:a16="http://schemas.microsoft.com/office/drawing/2014/main" id="{40D59F80-E49A-48E2-8533-089C8D60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9283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B0DD2F"/>
          </a:solidFill>
          <a:ln xmlns:a="http://schemas.openxmlformats.org/drawingml/2006/main" w="3518">
            <a:solidFill>
              <a:srgbClr val="B0DD2F"/>
            </a:solidFill>
            <a:prstDash val="solid"/>
          </a:ln>
        </p:spPr>
      </p:sp>
      <p:sp>
        <p:nvSpPr>
          <p:cNvPr id="2449" name="data_2448">
            <a:extLst xmlns:a="http://schemas.openxmlformats.org/drawingml/2006/main">
              <a:ext uri="{FF2B5EF4-FFF2-40B4-BE49-F238E27FC236}">
                <a16:creationId xmlns:a16="http://schemas.microsoft.com/office/drawing/2014/main" id="{34558C19-C075-4E79-990B-EB5F7421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8145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DDC30"/>
          </a:solidFill>
          <a:ln xmlns:a="http://schemas.openxmlformats.org/drawingml/2006/main" w="3518">
            <a:solidFill>
              <a:srgbClr val="ADDC30"/>
            </a:solidFill>
            <a:prstDash val="solid"/>
          </a:ln>
        </p:spPr>
      </p:sp>
      <p:sp>
        <p:nvSpPr>
          <p:cNvPr id="2450" name="data_2449">
            <a:extLst xmlns:a="http://schemas.openxmlformats.org/drawingml/2006/main">
              <a:ext uri="{FF2B5EF4-FFF2-40B4-BE49-F238E27FC236}">
                <a16:creationId xmlns:a16="http://schemas.microsoft.com/office/drawing/2014/main" id="{20E2DC63-2535-4F23-961F-4B5E0963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7007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ADC32"/>
          </a:solidFill>
          <a:ln xmlns:a="http://schemas.openxmlformats.org/drawingml/2006/main" w="3518">
            <a:solidFill>
              <a:srgbClr val="AADC32"/>
            </a:solidFill>
            <a:prstDash val="solid"/>
          </a:ln>
        </p:spPr>
      </p:sp>
      <p:sp>
        <p:nvSpPr>
          <p:cNvPr id="2451" name="data_2450">
            <a:extLst xmlns:a="http://schemas.openxmlformats.org/drawingml/2006/main">
              <a:ext uri="{FF2B5EF4-FFF2-40B4-BE49-F238E27FC236}">
                <a16:creationId xmlns:a16="http://schemas.microsoft.com/office/drawing/2014/main" id="{3E17B6FC-B9FD-43DE-B2EE-C8332678C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5869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8DB34"/>
          </a:solidFill>
          <a:ln xmlns:a="http://schemas.openxmlformats.org/drawingml/2006/main" w="3518">
            <a:solidFill>
              <a:srgbClr val="A8DB34"/>
            </a:solidFill>
            <a:prstDash val="solid"/>
          </a:ln>
        </p:spPr>
      </p:sp>
      <p:sp>
        <p:nvSpPr>
          <p:cNvPr id="2452" name="data_2451">
            <a:extLst xmlns:a="http://schemas.openxmlformats.org/drawingml/2006/main">
              <a:ext uri="{FF2B5EF4-FFF2-40B4-BE49-F238E27FC236}">
                <a16:creationId xmlns:a16="http://schemas.microsoft.com/office/drawing/2014/main" id="{AA8180EA-3BAD-4FA7-A892-51A89012D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4731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5DB36"/>
          </a:solidFill>
          <a:ln xmlns:a="http://schemas.openxmlformats.org/drawingml/2006/main" w="3518">
            <a:solidFill>
              <a:srgbClr val="A5DB36"/>
            </a:solidFill>
            <a:prstDash val="solid"/>
          </a:ln>
        </p:spPr>
      </p:sp>
      <p:sp>
        <p:nvSpPr>
          <p:cNvPr id="2453" name="data_2452">
            <a:extLst xmlns:a="http://schemas.openxmlformats.org/drawingml/2006/main">
              <a:ext uri="{FF2B5EF4-FFF2-40B4-BE49-F238E27FC236}">
                <a16:creationId xmlns:a16="http://schemas.microsoft.com/office/drawing/2014/main" id="{55F71103-E7C3-4E1C-817C-FDC78EAA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3593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2DA37"/>
          </a:solidFill>
          <a:ln xmlns:a="http://schemas.openxmlformats.org/drawingml/2006/main" w="3518">
            <a:solidFill>
              <a:srgbClr val="A2DA37"/>
            </a:solidFill>
            <a:prstDash val="solid"/>
          </a:ln>
        </p:spPr>
      </p:sp>
      <p:sp>
        <p:nvSpPr>
          <p:cNvPr id="2454" name="data_2453">
            <a:extLst xmlns:a="http://schemas.openxmlformats.org/drawingml/2006/main">
              <a:ext uri="{FF2B5EF4-FFF2-40B4-BE49-F238E27FC236}">
                <a16:creationId xmlns:a16="http://schemas.microsoft.com/office/drawing/2014/main" id="{C187CF02-2C1C-4264-BAA7-39B2039BE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2455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A0DA39"/>
          </a:solidFill>
          <a:ln xmlns:a="http://schemas.openxmlformats.org/drawingml/2006/main" w="3518">
            <a:solidFill>
              <a:srgbClr val="A0DA39"/>
            </a:solidFill>
            <a:prstDash val="solid"/>
          </a:ln>
        </p:spPr>
      </p:sp>
      <p:sp>
        <p:nvSpPr>
          <p:cNvPr id="2455" name="data_2454">
            <a:extLst xmlns:a="http://schemas.openxmlformats.org/drawingml/2006/main">
              <a:ext uri="{FF2B5EF4-FFF2-40B4-BE49-F238E27FC236}">
                <a16:creationId xmlns:a16="http://schemas.microsoft.com/office/drawing/2014/main" id="{971D23DC-B720-490B-A034-FA72B1C51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1316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DD93B"/>
          </a:solidFill>
          <a:ln xmlns:a="http://schemas.openxmlformats.org/drawingml/2006/main" w="3518">
            <a:solidFill>
              <a:srgbClr val="9DD93B"/>
            </a:solidFill>
            <a:prstDash val="solid"/>
          </a:ln>
        </p:spPr>
      </p:sp>
      <p:sp>
        <p:nvSpPr>
          <p:cNvPr id="2456" name="data_2455">
            <a:extLst xmlns:a="http://schemas.openxmlformats.org/drawingml/2006/main">
              <a:ext uri="{FF2B5EF4-FFF2-40B4-BE49-F238E27FC236}">
                <a16:creationId xmlns:a16="http://schemas.microsoft.com/office/drawing/2014/main" id="{CF385337-A5D0-4E33-8852-86C60FCE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10178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BD93C"/>
          </a:solidFill>
          <a:ln xmlns:a="http://schemas.openxmlformats.org/drawingml/2006/main" w="3518">
            <a:solidFill>
              <a:srgbClr val="9BD93C"/>
            </a:solidFill>
            <a:prstDash val="solid"/>
          </a:ln>
        </p:spPr>
      </p:sp>
      <p:sp>
        <p:nvSpPr>
          <p:cNvPr id="2457" name="data_2456">
            <a:extLst xmlns:a="http://schemas.openxmlformats.org/drawingml/2006/main">
              <a:ext uri="{FF2B5EF4-FFF2-40B4-BE49-F238E27FC236}">
                <a16:creationId xmlns:a16="http://schemas.microsoft.com/office/drawing/2014/main" id="{BB04082D-D3CA-4E17-9260-490C7F00D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09040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8D83E"/>
          </a:solidFill>
          <a:ln xmlns:a="http://schemas.openxmlformats.org/drawingml/2006/main" w="3518">
            <a:solidFill>
              <a:srgbClr val="98D83E"/>
            </a:solidFill>
            <a:prstDash val="solid"/>
          </a:ln>
        </p:spPr>
      </p:sp>
      <p:sp>
        <p:nvSpPr>
          <p:cNvPr id="2458" name="data_2457">
            <a:extLst xmlns:a="http://schemas.openxmlformats.org/drawingml/2006/main">
              <a:ext uri="{FF2B5EF4-FFF2-40B4-BE49-F238E27FC236}">
                <a16:creationId xmlns:a16="http://schemas.microsoft.com/office/drawing/2014/main" id="{4B0F1AD6-48D7-41D7-AD60-94DED4716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07902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5D840"/>
          </a:solidFill>
          <a:ln xmlns:a="http://schemas.openxmlformats.org/drawingml/2006/main" w="3518">
            <a:solidFill>
              <a:srgbClr val="95D840"/>
            </a:solidFill>
            <a:prstDash val="solid"/>
          </a:ln>
        </p:spPr>
      </p:sp>
      <p:sp>
        <p:nvSpPr>
          <p:cNvPr id="2459" name="data_2458">
            <a:extLst xmlns:a="http://schemas.openxmlformats.org/drawingml/2006/main">
              <a:ext uri="{FF2B5EF4-FFF2-40B4-BE49-F238E27FC236}">
                <a16:creationId xmlns:a16="http://schemas.microsoft.com/office/drawing/2014/main" id="{79A1E6F6-5681-433E-915C-869524FA2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06764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3D741"/>
          </a:solidFill>
          <a:ln xmlns:a="http://schemas.openxmlformats.org/drawingml/2006/main" w="3518">
            <a:solidFill>
              <a:srgbClr val="93D741"/>
            </a:solidFill>
            <a:prstDash val="solid"/>
          </a:ln>
        </p:spPr>
      </p:sp>
      <p:sp>
        <p:nvSpPr>
          <p:cNvPr id="2460" name="data_2459">
            <a:extLst xmlns:a="http://schemas.openxmlformats.org/drawingml/2006/main">
              <a:ext uri="{FF2B5EF4-FFF2-40B4-BE49-F238E27FC236}">
                <a16:creationId xmlns:a16="http://schemas.microsoft.com/office/drawing/2014/main" id="{2AD74FCA-E4B1-44AA-9D3E-68A5DA6EA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05626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90D743"/>
          </a:solidFill>
          <a:ln xmlns:a="http://schemas.openxmlformats.org/drawingml/2006/main" w="3518">
            <a:solidFill>
              <a:srgbClr val="90D743"/>
            </a:solidFill>
            <a:prstDash val="solid"/>
          </a:ln>
        </p:spPr>
      </p:sp>
      <p:sp>
        <p:nvSpPr>
          <p:cNvPr id="2461" name="data_2460">
            <a:extLst xmlns:a="http://schemas.openxmlformats.org/drawingml/2006/main">
              <a:ext uri="{FF2B5EF4-FFF2-40B4-BE49-F238E27FC236}">
                <a16:creationId xmlns:a16="http://schemas.microsoft.com/office/drawing/2014/main" id="{25EC2EC9-5CD6-478E-92C9-32F8D02E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04488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ED645"/>
          </a:solidFill>
          <a:ln xmlns:a="http://schemas.openxmlformats.org/drawingml/2006/main" w="3518">
            <a:solidFill>
              <a:srgbClr val="8ED645"/>
            </a:solidFill>
            <a:prstDash val="solid"/>
          </a:ln>
        </p:spPr>
      </p:sp>
      <p:sp>
        <p:nvSpPr>
          <p:cNvPr id="2462" name="data_2461">
            <a:extLst xmlns:a="http://schemas.openxmlformats.org/drawingml/2006/main">
              <a:ext uri="{FF2B5EF4-FFF2-40B4-BE49-F238E27FC236}">
                <a16:creationId xmlns:a16="http://schemas.microsoft.com/office/drawing/2014/main" id="{4BB5E6C7-5FEA-4F5B-9F4D-1FC1A80A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03350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BD646"/>
          </a:solidFill>
          <a:ln xmlns:a="http://schemas.openxmlformats.org/drawingml/2006/main" w="3518">
            <a:solidFill>
              <a:srgbClr val="8BD646"/>
            </a:solidFill>
            <a:prstDash val="solid"/>
          </a:ln>
        </p:spPr>
      </p:sp>
      <p:sp>
        <p:nvSpPr>
          <p:cNvPr id="2463" name="data_2462">
            <a:extLst xmlns:a="http://schemas.openxmlformats.org/drawingml/2006/main">
              <a:ext uri="{FF2B5EF4-FFF2-40B4-BE49-F238E27FC236}">
                <a16:creationId xmlns:a16="http://schemas.microsoft.com/office/drawing/2014/main" id="{197B4901-7F5A-4E59-8612-67E3BF6C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02212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9D548"/>
          </a:solidFill>
          <a:ln xmlns:a="http://schemas.openxmlformats.org/drawingml/2006/main" w="3518">
            <a:solidFill>
              <a:srgbClr val="89D548"/>
            </a:solidFill>
            <a:prstDash val="solid"/>
          </a:ln>
        </p:spPr>
      </p:sp>
      <p:sp>
        <p:nvSpPr>
          <p:cNvPr id="2464" name="data_2463">
            <a:extLst xmlns:a="http://schemas.openxmlformats.org/drawingml/2006/main">
              <a:ext uri="{FF2B5EF4-FFF2-40B4-BE49-F238E27FC236}">
                <a16:creationId xmlns:a16="http://schemas.microsoft.com/office/drawing/2014/main" id="{A16BB767-F8C9-4882-BB2E-0748BBCF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701074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6D549"/>
          </a:solidFill>
          <a:ln xmlns:a="http://schemas.openxmlformats.org/drawingml/2006/main" w="3518">
            <a:solidFill>
              <a:srgbClr val="86D549"/>
            </a:solidFill>
            <a:prstDash val="solid"/>
          </a:ln>
        </p:spPr>
      </p:sp>
      <p:sp>
        <p:nvSpPr>
          <p:cNvPr id="2465" name="data_2464">
            <a:extLst xmlns:a="http://schemas.openxmlformats.org/drawingml/2006/main">
              <a:ext uri="{FF2B5EF4-FFF2-40B4-BE49-F238E27FC236}">
                <a16:creationId xmlns:a16="http://schemas.microsoft.com/office/drawing/2014/main" id="{42FE79AB-B458-420C-BA7A-60E9E0481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9935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4D44B"/>
          </a:solidFill>
          <a:ln xmlns:a="http://schemas.openxmlformats.org/drawingml/2006/main" w="3518">
            <a:solidFill>
              <a:srgbClr val="84D44B"/>
            </a:solidFill>
            <a:prstDash val="solid"/>
          </a:ln>
        </p:spPr>
      </p:sp>
      <p:sp>
        <p:nvSpPr>
          <p:cNvPr id="2466" name="data_2465">
            <a:extLst xmlns:a="http://schemas.openxmlformats.org/drawingml/2006/main">
              <a:ext uri="{FF2B5EF4-FFF2-40B4-BE49-F238E27FC236}">
                <a16:creationId xmlns:a16="http://schemas.microsoft.com/office/drawing/2014/main" id="{0969F04E-D440-4B20-9638-A01BC556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8797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81D34D"/>
          </a:solidFill>
          <a:ln xmlns:a="http://schemas.openxmlformats.org/drawingml/2006/main" w="3518">
            <a:solidFill>
              <a:srgbClr val="81D34D"/>
            </a:solidFill>
            <a:prstDash val="solid"/>
          </a:ln>
        </p:spPr>
      </p:sp>
      <p:sp>
        <p:nvSpPr>
          <p:cNvPr id="2467" name="data_2466">
            <a:extLst xmlns:a="http://schemas.openxmlformats.org/drawingml/2006/main">
              <a:ext uri="{FF2B5EF4-FFF2-40B4-BE49-F238E27FC236}">
                <a16:creationId xmlns:a16="http://schemas.microsoft.com/office/drawing/2014/main" id="{0762BEF2-D68D-4AC5-A202-4C1342F06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7659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FD34E"/>
          </a:solidFill>
          <a:ln xmlns:a="http://schemas.openxmlformats.org/drawingml/2006/main" w="3518">
            <a:solidFill>
              <a:srgbClr val="7FD34E"/>
            </a:solidFill>
            <a:prstDash val="solid"/>
          </a:ln>
        </p:spPr>
      </p:sp>
      <p:sp>
        <p:nvSpPr>
          <p:cNvPr id="2468" name="data_2467">
            <a:extLst xmlns:a="http://schemas.openxmlformats.org/drawingml/2006/main">
              <a:ext uri="{FF2B5EF4-FFF2-40B4-BE49-F238E27FC236}">
                <a16:creationId xmlns:a16="http://schemas.microsoft.com/office/drawing/2014/main" id="{9BB80910-3BFA-4D4C-865D-521173F8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6521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CD250"/>
          </a:solidFill>
          <a:ln xmlns:a="http://schemas.openxmlformats.org/drawingml/2006/main" w="3518">
            <a:solidFill>
              <a:srgbClr val="7CD250"/>
            </a:solidFill>
            <a:prstDash val="solid"/>
          </a:ln>
        </p:spPr>
      </p:sp>
      <p:sp>
        <p:nvSpPr>
          <p:cNvPr id="2469" name="data_2468">
            <a:extLst xmlns:a="http://schemas.openxmlformats.org/drawingml/2006/main">
              <a:ext uri="{FF2B5EF4-FFF2-40B4-BE49-F238E27FC236}">
                <a16:creationId xmlns:a16="http://schemas.microsoft.com/office/drawing/2014/main" id="{DA38B659-7005-44AE-B912-133FB03FF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5383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AD151"/>
          </a:solidFill>
          <a:ln xmlns:a="http://schemas.openxmlformats.org/drawingml/2006/main" w="3518">
            <a:solidFill>
              <a:srgbClr val="7AD151"/>
            </a:solidFill>
            <a:prstDash val="solid"/>
          </a:ln>
        </p:spPr>
      </p:sp>
      <p:sp>
        <p:nvSpPr>
          <p:cNvPr id="2470" name="data_2469">
            <a:extLst xmlns:a="http://schemas.openxmlformats.org/drawingml/2006/main">
              <a:ext uri="{FF2B5EF4-FFF2-40B4-BE49-F238E27FC236}">
                <a16:creationId xmlns:a16="http://schemas.microsoft.com/office/drawing/2014/main" id="{B4E98AAF-5FF7-40EF-A489-09A67FC2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4245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7D153"/>
          </a:solidFill>
          <a:ln xmlns:a="http://schemas.openxmlformats.org/drawingml/2006/main" w="3518">
            <a:solidFill>
              <a:srgbClr val="77D153"/>
            </a:solidFill>
            <a:prstDash val="solid"/>
          </a:ln>
        </p:spPr>
      </p:sp>
      <p:sp>
        <p:nvSpPr>
          <p:cNvPr id="2471" name="data_2470">
            <a:extLst xmlns:a="http://schemas.openxmlformats.org/drawingml/2006/main">
              <a:ext uri="{FF2B5EF4-FFF2-40B4-BE49-F238E27FC236}">
                <a16:creationId xmlns:a16="http://schemas.microsoft.com/office/drawing/2014/main" id="{150A700D-1F42-4105-9EA5-B5A457730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3107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5D054"/>
          </a:solidFill>
          <a:ln xmlns:a="http://schemas.openxmlformats.org/drawingml/2006/main" w="3518">
            <a:solidFill>
              <a:srgbClr val="75D054"/>
            </a:solidFill>
            <a:prstDash val="solid"/>
          </a:ln>
        </p:spPr>
      </p:sp>
      <p:sp>
        <p:nvSpPr>
          <p:cNvPr id="2472" name="data_2471">
            <a:extLst xmlns:a="http://schemas.openxmlformats.org/drawingml/2006/main">
              <a:ext uri="{FF2B5EF4-FFF2-40B4-BE49-F238E27FC236}">
                <a16:creationId xmlns:a16="http://schemas.microsoft.com/office/drawing/2014/main" id="{5397840C-99E5-4F49-B806-5C8F810F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1969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3D056"/>
          </a:solidFill>
          <a:ln xmlns:a="http://schemas.openxmlformats.org/drawingml/2006/main" w="3518">
            <a:solidFill>
              <a:srgbClr val="73D056"/>
            </a:solidFill>
            <a:prstDash val="solid"/>
          </a:ln>
        </p:spPr>
      </p:sp>
      <p:sp>
        <p:nvSpPr>
          <p:cNvPr id="2473" name="data_2472">
            <a:extLst xmlns:a="http://schemas.openxmlformats.org/drawingml/2006/main">
              <a:ext uri="{FF2B5EF4-FFF2-40B4-BE49-F238E27FC236}">
                <a16:creationId xmlns:a16="http://schemas.microsoft.com/office/drawing/2014/main" id="{F5480EE1-7E19-43EF-9590-66E267C00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90831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70CF57"/>
          </a:solidFill>
          <a:ln xmlns:a="http://schemas.openxmlformats.org/drawingml/2006/main" w="3518">
            <a:solidFill>
              <a:srgbClr val="70CF57"/>
            </a:solidFill>
            <a:prstDash val="solid"/>
          </a:ln>
        </p:spPr>
      </p:sp>
      <p:sp>
        <p:nvSpPr>
          <p:cNvPr id="2474" name="data_2473">
            <a:extLst xmlns:a="http://schemas.openxmlformats.org/drawingml/2006/main">
              <a:ext uri="{FF2B5EF4-FFF2-40B4-BE49-F238E27FC236}">
                <a16:creationId xmlns:a16="http://schemas.microsoft.com/office/drawing/2014/main" id="{152F38E6-5CCB-4141-B96F-3C22FFC31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9692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ECE58"/>
          </a:solidFill>
          <a:ln xmlns:a="http://schemas.openxmlformats.org/drawingml/2006/main" w="3518">
            <a:solidFill>
              <a:srgbClr val="6ECE58"/>
            </a:solidFill>
            <a:prstDash val="solid"/>
          </a:ln>
        </p:spPr>
      </p:sp>
      <p:sp>
        <p:nvSpPr>
          <p:cNvPr id="2475" name="data_2474">
            <a:extLst xmlns:a="http://schemas.openxmlformats.org/drawingml/2006/main">
              <a:ext uri="{FF2B5EF4-FFF2-40B4-BE49-F238E27FC236}">
                <a16:creationId xmlns:a16="http://schemas.microsoft.com/office/drawing/2014/main" id="{5D781EA4-DF95-4431-9EEE-A6C2D13E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8554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CCD5A"/>
          </a:solidFill>
          <a:ln xmlns:a="http://schemas.openxmlformats.org/drawingml/2006/main" w="3518">
            <a:solidFill>
              <a:srgbClr val="6CCD5A"/>
            </a:solidFill>
            <a:prstDash val="solid"/>
          </a:ln>
        </p:spPr>
      </p:sp>
      <p:sp>
        <p:nvSpPr>
          <p:cNvPr id="2476" name="data_2475">
            <a:extLst xmlns:a="http://schemas.openxmlformats.org/drawingml/2006/main">
              <a:ext uri="{FF2B5EF4-FFF2-40B4-BE49-F238E27FC236}">
                <a16:creationId xmlns:a16="http://schemas.microsoft.com/office/drawing/2014/main" id="{B8E32093-59C1-4108-8CC6-084109E39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7416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9CD5B"/>
          </a:solidFill>
          <a:ln xmlns:a="http://schemas.openxmlformats.org/drawingml/2006/main" w="3518">
            <a:solidFill>
              <a:srgbClr val="69CD5B"/>
            </a:solidFill>
            <a:prstDash val="solid"/>
          </a:ln>
        </p:spPr>
      </p:sp>
      <p:sp>
        <p:nvSpPr>
          <p:cNvPr id="2477" name="data_2476">
            <a:extLst xmlns:a="http://schemas.openxmlformats.org/drawingml/2006/main">
              <a:ext uri="{FF2B5EF4-FFF2-40B4-BE49-F238E27FC236}">
                <a16:creationId xmlns:a16="http://schemas.microsoft.com/office/drawing/2014/main" id="{37C03E53-474E-4722-9B42-C376A3385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6278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7CC5C"/>
          </a:solidFill>
          <a:ln xmlns:a="http://schemas.openxmlformats.org/drawingml/2006/main" w="3518">
            <a:solidFill>
              <a:srgbClr val="67CC5C"/>
            </a:solidFill>
            <a:prstDash val="solid"/>
          </a:ln>
        </p:spPr>
      </p:sp>
      <p:sp>
        <p:nvSpPr>
          <p:cNvPr id="2478" name="data_2477">
            <a:extLst xmlns:a="http://schemas.openxmlformats.org/drawingml/2006/main">
              <a:ext uri="{FF2B5EF4-FFF2-40B4-BE49-F238E27FC236}">
                <a16:creationId xmlns:a16="http://schemas.microsoft.com/office/drawing/2014/main" id="{99E92412-CA56-4D20-AE03-3431303A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5140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5CB5E"/>
          </a:solidFill>
          <a:ln xmlns:a="http://schemas.openxmlformats.org/drawingml/2006/main" w="3518">
            <a:solidFill>
              <a:srgbClr val="65CB5E"/>
            </a:solidFill>
            <a:prstDash val="solid"/>
          </a:ln>
        </p:spPr>
      </p:sp>
      <p:sp>
        <p:nvSpPr>
          <p:cNvPr id="2479" name="data_2478">
            <a:extLst xmlns:a="http://schemas.openxmlformats.org/drawingml/2006/main">
              <a:ext uri="{FF2B5EF4-FFF2-40B4-BE49-F238E27FC236}">
                <a16:creationId xmlns:a16="http://schemas.microsoft.com/office/drawing/2014/main" id="{702ADCDB-EA78-4961-9DEF-96942E29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4002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3CB5F"/>
          </a:solidFill>
          <a:ln xmlns:a="http://schemas.openxmlformats.org/drawingml/2006/main" w="3518">
            <a:solidFill>
              <a:srgbClr val="63CB5F"/>
            </a:solidFill>
            <a:prstDash val="solid"/>
          </a:ln>
        </p:spPr>
      </p:sp>
      <p:sp>
        <p:nvSpPr>
          <p:cNvPr id="2480" name="data_2479">
            <a:extLst xmlns:a="http://schemas.openxmlformats.org/drawingml/2006/main">
              <a:ext uri="{FF2B5EF4-FFF2-40B4-BE49-F238E27FC236}">
                <a16:creationId xmlns:a16="http://schemas.microsoft.com/office/drawing/2014/main" id="{D267852C-1D1D-419A-B8D2-21BDAA1F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2864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60CA60"/>
          </a:solidFill>
          <a:ln xmlns:a="http://schemas.openxmlformats.org/drawingml/2006/main" w="3518">
            <a:solidFill>
              <a:srgbClr val="60CA60"/>
            </a:solidFill>
            <a:prstDash val="solid"/>
          </a:ln>
        </p:spPr>
      </p:sp>
      <p:sp>
        <p:nvSpPr>
          <p:cNvPr id="2481" name="data_2480">
            <a:extLst xmlns:a="http://schemas.openxmlformats.org/drawingml/2006/main">
              <a:ext uri="{FF2B5EF4-FFF2-40B4-BE49-F238E27FC236}">
                <a16:creationId xmlns:a16="http://schemas.microsoft.com/office/drawing/2014/main" id="{877D80D6-9631-4422-BCD6-A11EE600B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1726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EC962"/>
          </a:solidFill>
          <a:ln xmlns:a="http://schemas.openxmlformats.org/drawingml/2006/main" w="3518">
            <a:solidFill>
              <a:srgbClr val="5EC962"/>
            </a:solidFill>
            <a:prstDash val="solid"/>
          </a:ln>
        </p:spPr>
      </p:sp>
      <p:sp>
        <p:nvSpPr>
          <p:cNvPr id="2482" name="data_2481">
            <a:extLst xmlns:a="http://schemas.openxmlformats.org/drawingml/2006/main">
              <a:ext uri="{FF2B5EF4-FFF2-40B4-BE49-F238E27FC236}">
                <a16:creationId xmlns:a16="http://schemas.microsoft.com/office/drawing/2014/main" id="{5829A18C-E966-4E31-A755-59A92018F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80588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CC863"/>
          </a:solidFill>
          <a:ln xmlns:a="http://schemas.openxmlformats.org/drawingml/2006/main" w="3518">
            <a:solidFill>
              <a:srgbClr val="5CC863"/>
            </a:solidFill>
            <a:prstDash val="solid"/>
          </a:ln>
        </p:spPr>
      </p:sp>
      <p:sp>
        <p:nvSpPr>
          <p:cNvPr id="2483" name="data_2482">
            <a:extLst xmlns:a="http://schemas.openxmlformats.org/drawingml/2006/main">
              <a:ext uri="{FF2B5EF4-FFF2-40B4-BE49-F238E27FC236}">
                <a16:creationId xmlns:a16="http://schemas.microsoft.com/office/drawing/2014/main" id="{DF53B868-F8BE-4B03-8CB1-14E77CF5E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9449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AC864"/>
          </a:solidFill>
          <a:ln xmlns:a="http://schemas.openxmlformats.org/drawingml/2006/main" w="3518">
            <a:solidFill>
              <a:srgbClr val="5AC864"/>
            </a:solidFill>
            <a:prstDash val="solid"/>
          </a:ln>
        </p:spPr>
      </p:sp>
      <p:sp>
        <p:nvSpPr>
          <p:cNvPr id="2484" name="data_2483">
            <a:extLst xmlns:a="http://schemas.openxmlformats.org/drawingml/2006/main">
              <a:ext uri="{FF2B5EF4-FFF2-40B4-BE49-F238E27FC236}">
                <a16:creationId xmlns:a16="http://schemas.microsoft.com/office/drawing/2014/main" id="{E182F195-952D-49A1-80B8-42FE7A0D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8311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8C765"/>
          </a:solidFill>
          <a:ln xmlns:a="http://schemas.openxmlformats.org/drawingml/2006/main" w="3518">
            <a:solidFill>
              <a:srgbClr val="58C765"/>
            </a:solidFill>
            <a:prstDash val="solid"/>
          </a:ln>
        </p:spPr>
      </p:sp>
      <p:sp>
        <p:nvSpPr>
          <p:cNvPr id="2485" name="data_2484">
            <a:extLst xmlns:a="http://schemas.openxmlformats.org/drawingml/2006/main">
              <a:ext uri="{FF2B5EF4-FFF2-40B4-BE49-F238E27FC236}">
                <a16:creationId xmlns:a16="http://schemas.microsoft.com/office/drawing/2014/main" id="{E03ADDBE-9A2C-41F3-B003-5F50C34C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7173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6C667"/>
          </a:solidFill>
          <a:ln xmlns:a="http://schemas.openxmlformats.org/drawingml/2006/main" w="3518">
            <a:solidFill>
              <a:srgbClr val="56C667"/>
            </a:solidFill>
            <a:prstDash val="solid"/>
          </a:ln>
        </p:spPr>
      </p:sp>
      <p:sp>
        <p:nvSpPr>
          <p:cNvPr id="2486" name="data_2485">
            <a:extLst xmlns:a="http://schemas.openxmlformats.org/drawingml/2006/main">
              <a:ext uri="{FF2B5EF4-FFF2-40B4-BE49-F238E27FC236}">
                <a16:creationId xmlns:a16="http://schemas.microsoft.com/office/drawing/2014/main" id="{7A8047FD-FF97-406F-9604-C37C3400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6035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4C568"/>
          </a:solidFill>
          <a:ln xmlns:a="http://schemas.openxmlformats.org/drawingml/2006/main" w="3518">
            <a:solidFill>
              <a:srgbClr val="54C568"/>
            </a:solidFill>
            <a:prstDash val="solid"/>
          </a:ln>
        </p:spPr>
      </p:sp>
      <p:sp>
        <p:nvSpPr>
          <p:cNvPr id="2487" name="data_2486">
            <a:extLst xmlns:a="http://schemas.openxmlformats.org/drawingml/2006/main">
              <a:ext uri="{FF2B5EF4-FFF2-40B4-BE49-F238E27FC236}">
                <a16:creationId xmlns:a16="http://schemas.microsoft.com/office/drawing/2014/main" id="{D5DFC0D1-959A-4DE7-A2B5-4969FE60F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4897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2C569"/>
          </a:solidFill>
          <a:ln xmlns:a="http://schemas.openxmlformats.org/drawingml/2006/main" w="3518">
            <a:solidFill>
              <a:srgbClr val="52C569"/>
            </a:solidFill>
            <a:prstDash val="solid"/>
          </a:ln>
        </p:spPr>
      </p:sp>
      <p:sp>
        <p:nvSpPr>
          <p:cNvPr id="2488" name="data_2487">
            <a:extLst xmlns:a="http://schemas.openxmlformats.org/drawingml/2006/main">
              <a:ext uri="{FF2B5EF4-FFF2-40B4-BE49-F238E27FC236}">
                <a16:creationId xmlns:a16="http://schemas.microsoft.com/office/drawing/2014/main" id="{8BC870DD-255F-4B11-AAEF-5F36A5DDB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3759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50C46A"/>
          </a:solidFill>
          <a:ln xmlns:a="http://schemas.openxmlformats.org/drawingml/2006/main" w="3518">
            <a:solidFill>
              <a:srgbClr val="50C46A"/>
            </a:solidFill>
            <a:prstDash val="solid"/>
          </a:ln>
        </p:spPr>
      </p:sp>
      <p:sp>
        <p:nvSpPr>
          <p:cNvPr id="2489" name="data_2488">
            <a:extLst xmlns:a="http://schemas.openxmlformats.org/drawingml/2006/main">
              <a:ext uri="{FF2B5EF4-FFF2-40B4-BE49-F238E27FC236}">
                <a16:creationId xmlns:a16="http://schemas.microsoft.com/office/drawing/2014/main" id="{ACC3210C-D318-40AB-B68D-AA8ECE56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2621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EC36B"/>
          </a:solidFill>
          <a:ln xmlns:a="http://schemas.openxmlformats.org/drawingml/2006/main" w="3518">
            <a:solidFill>
              <a:srgbClr val="4EC36B"/>
            </a:solidFill>
            <a:prstDash val="solid"/>
          </a:ln>
        </p:spPr>
      </p:sp>
      <p:sp>
        <p:nvSpPr>
          <p:cNvPr id="2490" name="data_2489">
            <a:extLst xmlns:a="http://schemas.openxmlformats.org/drawingml/2006/main">
              <a:ext uri="{FF2B5EF4-FFF2-40B4-BE49-F238E27FC236}">
                <a16:creationId xmlns:a16="http://schemas.microsoft.com/office/drawing/2014/main" id="{C6560732-66AE-40D9-8ACE-5A2D3B7A5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1483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CC26C"/>
          </a:solidFill>
          <a:ln xmlns:a="http://schemas.openxmlformats.org/drawingml/2006/main" w="3518">
            <a:solidFill>
              <a:srgbClr val="4CC26C"/>
            </a:solidFill>
            <a:prstDash val="solid"/>
          </a:ln>
        </p:spPr>
      </p:sp>
      <p:sp>
        <p:nvSpPr>
          <p:cNvPr id="2491" name="data_2490">
            <a:extLst xmlns:a="http://schemas.openxmlformats.org/drawingml/2006/main">
              <a:ext uri="{FF2B5EF4-FFF2-40B4-BE49-F238E27FC236}">
                <a16:creationId xmlns:a16="http://schemas.microsoft.com/office/drawing/2014/main" id="{C3B6042F-0B79-4107-8DF7-2CE47D442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70345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AC16D"/>
          </a:solidFill>
          <a:ln xmlns:a="http://schemas.openxmlformats.org/drawingml/2006/main" w="3518">
            <a:solidFill>
              <a:srgbClr val="4AC16D"/>
            </a:solidFill>
            <a:prstDash val="solid"/>
          </a:ln>
        </p:spPr>
      </p:sp>
      <p:sp>
        <p:nvSpPr>
          <p:cNvPr id="2492" name="data_2491">
            <a:extLst xmlns:a="http://schemas.openxmlformats.org/drawingml/2006/main">
              <a:ext uri="{FF2B5EF4-FFF2-40B4-BE49-F238E27FC236}">
                <a16:creationId xmlns:a16="http://schemas.microsoft.com/office/drawing/2014/main" id="{82E611CB-9885-4468-9BCF-74624B617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9207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C16E"/>
          </a:solidFill>
          <a:ln xmlns:a="http://schemas.openxmlformats.org/drawingml/2006/main" w="3518">
            <a:solidFill>
              <a:srgbClr val="48C16E"/>
            </a:solidFill>
            <a:prstDash val="solid"/>
          </a:ln>
        </p:spPr>
      </p:sp>
      <p:sp>
        <p:nvSpPr>
          <p:cNvPr id="2493" name="data_2492">
            <a:extLst xmlns:a="http://schemas.openxmlformats.org/drawingml/2006/main">
              <a:ext uri="{FF2B5EF4-FFF2-40B4-BE49-F238E27FC236}">
                <a16:creationId xmlns:a16="http://schemas.microsoft.com/office/drawing/2014/main" id="{E94CEDB4-62AE-43F3-BCD2-8B1956F41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8068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C06F"/>
          </a:solidFill>
          <a:ln xmlns:a="http://schemas.openxmlformats.org/drawingml/2006/main" w="3518">
            <a:solidFill>
              <a:srgbClr val="46C06F"/>
            </a:solidFill>
            <a:prstDash val="solid"/>
          </a:ln>
        </p:spPr>
      </p:sp>
      <p:sp>
        <p:nvSpPr>
          <p:cNvPr id="2494" name="data_2493">
            <a:extLst xmlns:a="http://schemas.openxmlformats.org/drawingml/2006/main">
              <a:ext uri="{FF2B5EF4-FFF2-40B4-BE49-F238E27FC236}">
                <a16:creationId xmlns:a16="http://schemas.microsoft.com/office/drawing/2014/main" id="{FF8B0E5A-70C0-462E-8BAB-77DBED6FF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6930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BF70"/>
          </a:solidFill>
          <a:ln xmlns:a="http://schemas.openxmlformats.org/drawingml/2006/main" w="3518">
            <a:solidFill>
              <a:srgbClr val="44BF70"/>
            </a:solidFill>
            <a:prstDash val="solid"/>
          </a:ln>
        </p:spPr>
      </p:sp>
      <p:sp>
        <p:nvSpPr>
          <p:cNvPr id="2495" name="data_2494">
            <a:extLst xmlns:a="http://schemas.openxmlformats.org/drawingml/2006/main">
              <a:ext uri="{FF2B5EF4-FFF2-40B4-BE49-F238E27FC236}">
                <a16:creationId xmlns:a16="http://schemas.microsoft.com/office/drawing/2014/main" id="{E9333741-2C3F-4029-9E10-1EFD21A00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5792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2BE71"/>
          </a:solidFill>
          <a:ln xmlns:a="http://schemas.openxmlformats.org/drawingml/2006/main" w="3518">
            <a:solidFill>
              <a:srgbClr val="42BE71"/>
            </a:solidFill>
            <a:prstDash val="solid"/>
          </a:ln>
        </p:spPr>
      </p:sp>
      <p:sp>
        <p:nvSpPr>
          <p:cNvPr id="2496" name="data_2495">
            <a:extLst xmlns:a="http://schemas.openxmlformats.org/drawingml/2006/main">
              <a:ext uri="{FF2B5EF4-FFF2-40B4-BE49-F238E27FC236}">
                <a16:creationId xmlns:a16="http://schemas.microsoft.com/office/drawing/2014/main" id="{CDC4663F-A151-412A-BE1F-B3BAE09C0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4654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0BD72"/>
          </a:solidFill>
          <a:ln xmlns:a="http://schemas.openxmlformats.org/drawingml/2006/main" w="3518">
            <a:solidFill>
              <a:srgbClr val="40BD72"/>
            </a:solidFill>
            <a:prstDash val="solid"/>
          </a:ln>
        </p:spPr>
      </p:sp>
      <p:sp>
        <p:nvSpPr>
          <p:cNvPr id="2497" name="data_2496">
            <a:extLst xmlns:a="http://schemas.openxmlformats.org/drawingml/2006/main">
              <a:ext uri="{FF2B5EF4-FFF2-40B4-BE49-F238E27FC236}">
                <a16:creationId xmlns:a16="http://schemas.microsoft.com/office/drawing/2014/main" id="{7761806A-9C4E-4A99-9629-4A9F022B3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3516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FBC73"/>
          </a:solidFill>
          <a:ln xmlns:a="http://schemas.openxmlformats.org/drawingml/2006/main" w="3518">
            <a:solidFill>
              <a:srgbClr val="3FBC73"/>
            </a:solidFill>
            <a:prstDash val="solid"/>
          </a:ln>
        </p:spPr>
      </p:sp>
      <p:sp>
        <p:nvSpPr>
          <p:cNvPr id="2498" name="data_2497">
            <a:extLst xmlns:a="http://schemas.openxmlformats.org/drawingml/2006/main">
              <a:ext uri="{FF2B5EF4-FFF2-40B4-BE49-F238E27FC236}">
                <a16:creationId xmlns:a16="http://schemas.microsoft.com/office/drawing/2014/main" id="{44B9C736-AABA-48ED-9E10-11353034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2378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DBC74"/>
          </a:solidFill>
          <a:ln xmlns:a="http://schemas.openxmlformats.org/drawingml/2006/main" w="3518">
            <a:solidFill>
              <a:srgbClr val="3DBC74"/>
            </a:solidFill>
            <a:prstDash val="solid"/>
          </a:ln>
        </p:spPr>
      </p:sp>
      <p:sp>
        <p:nvSpPr>
          <p:cNvPr id="2499" name="data_2498">
            <a:extLst xmlns:a="http://schemas.openxmlformats.org/drawingml/2006/main">
              <a:ext uri="{FF2B5EF4-FFF2-40B4-BE49-F238E27FC236}">
                <a16:creationId xmlns:a16="http://schemas.microsoft.com/office/drawing/2014/main" id="{CBF30559-2564-4E00-A5B0-58AC5EC9D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1240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BBB75"/>
          </a:solidFill>
          <a:ln xmlns:a="http://schemas.openxmlformats.org/drawingml/2006/main" w="3518">
            <a:solidFill>
              <a:srgbClr val="3BBB75"/>
            </a:solidFill>
            <a:prstDash val="solid"/>
          </a:ln>
        </p:spPr>
      </p:sp>
      <p:sp>
        <p:nvSpPr>
          <p:cNvPr id="2500" name="data_2499">
            <a:extLst xmlns:a="http://schemas.openxmlformats.org/drawingml/2006/main">
              <a:ext uri="{FF2B5EF4-FFF2-40B4-BE49-F238E27FC236}">
                <a16:creationId xmlns:a16="http://schemas.microsoft.com/office/drawing/2014/main" id="{13F519C9-01D3-4AF6-A868-1A1AE245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60102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ABA76"/>
          </a:solidFill>
          <a:ln xmlns:a="http://schemas.openxmlformats.org/drawingml/2006/main" w="3518">
            <a:solidFill>
              <a:srgbClr val="3ABA76"/>
            </a:solidFill>
            <a:prstDash val="solid"/>
          </a:ln>
        </p:spPr>
      </p:sp>
      <p:sp>
        <p:nvSpPr>
          <p:cNvPr id="2501" name="data_2500">
            <a:extLst xmlns:a="http://schemas.openxmlformats.org/drawingml/2006/main">
              <a:ext uri="{FF2B5EF4-FFF2-40B4-BE49-F238E27FC236}">
                <a16:creationId xmlns:a16="http://schemas.microsoft.com/office/drawing/2014/main" id="{E071BDD8-469D-4AA8-8AF3-115960EB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58964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8B977"/>
          </a:solidFill>
          <a:ln xmlns:a="http://schemas.openxmlformats.org/drawingml/2006/main" w="3518">
            <a:solidFill>
              <a:srgbClr val="38B977"/>
            </a:solidFill>
            <a:prstDash val="solid"/>
          </a:ln>
        </p:spPr>
      </p:sp>
      <p:sp>
        <p:nvSpPr>
          <p:cNvPr id="2502" name="data_2501">
            <a:extLst xmlns:a="http://schemas.openxmlformats.org/drawingml/2006/main">
              <a:ext uri="{FF2B5EF4-FFF2-40B4-BE49-F238E27FC236}">
                <a16:creationId xmlns:a16="http://schemas.microsoft.com/office/drawing/2014/main" id="{FABA89DC-7AF7-421E-8618-4B5DEC2E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57825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7B878"/>
          </a:solidFill>
          <a:ln xmlns:a="http://schemas.openxmlformats.org/drawingml/2006/main" w="3518">
            <a:solidFill>
              <a:srgbClr val="37B878"/>
            </a:solidFill>
            <a:prstDash val="solid"/>
          </a:ln>
        </p:spPr>
      </p:sp>
      <p:sp>
        <p:nvSpPr>
          <p:cNvPr id="2503" name="data_2502">
            <a:extLst xmlns:a="http://schemas.openxmlformats.org/drawingml/2006/main">
              <a:ext uri="{FF2B5EF4-FFF2-40B4-BE49-F238E27FC236}">
                <a16:creationId xmlns:a16="http://schemas.microsoft.com/office/drawing/2014/main" id="{49D72F8E-45B8-4CCD-834A-6E88068C4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56687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5B779"/>
          </a:solidFill>
          <a:ln xmlns:a="http://schemas.openxmlformats.org/drawingml/2006/main" w="3518">
            <a:solidFill>
              <a:srgbClr val="35B779"/>
            </a:solidFill>
            <a:prstDash val="solid"/>
          </a:ln>
        </p:spPr>
      </p:sp>
      <p:sp>
        <p:nvSpPr>
          <p:cNvPr id="2504" name="data_2503">
            <a:extLst xmlns:a="http://schemas.openxmlformats.org/drawingml/2006/main">
              <a:ext uri="{FF2B5EF4-FFF2-40B4-BE49-F238E27FC236}">
                <a16:creationId xmlns:a16="http://schemas.microsoft.com/office/drawing/2014/main" id="{819E34CD-F15A-4FC1-A116-F903B4BD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55549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4B679"/>
          </a:solidFill>
          <a:ln xmlns:a="http://schemas.openxmlformats.org/drawingml/2006/main" w="3518">
            <a:solidFill>
              <a:srgbClr val="34B679"/>
            </a:solidFill>
            <a:prstDash val="solid"/>
          </a:ln>
        </p:spPr>
      </p:sp>
      <p:sp>
        <p:nvSpPr>
          <p:cNvPr id="2505" name="data_2504">
            <a:extLst xmlns:a="http://schemas.openxmlformats.org/drawingml/2006/main">
              <a:ext uri="{FF2B5EF4-FFF2-40B4-BE49-F238E27FC236}">
                <a16:creationId xmlns:a16="http://schemas.microsoft.com/office/drawing/2014/main" id="{EF70D6E1-75C5-4E5B-B254-BF97822A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54411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2B67A"/>
          </a:solidFill>
          <a:ln xmlns:a="http://schemas.openxmlformats.org/drawingml/2006/main" w="3518">
            <a:solidFill>
              <a:srgbClr val="32B67A"/>
            </a:solidFill>
            <a:prstDash val="solid"/>
          </a:ln>
        </p:spPr>
      </p:sp>
      <p:sp>
        <p:nvSpPr>
          <p:cNvPr id="2506" name="data_2505">
            <a:extLst xmlns:a="http://schemas.openxmlformats.org/drawingml/2006/main">
              <a:ext uri="{FF2B5EF4-FFF2-40B4-BE49-F238E27FC236}">
                <a16:creationId xmlns:a16="http://schemas.microsoft.com/office/drawing/2014/main" id="{AFE2D9B2-CCD5-4FFF-9C6E-BD56F1780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53273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1B57B"/>
          </a:solidFill>
          <a:ln xmlns:a="http://schemas.openxmlformats.org/drawingml/2006/main" w="3518">
            <a:solidFill>
              <a:srgbClr val="31B57B"/>
            </a:solidFill>
            <a:prstDash val="solid"/>
          </a:ln>
        </p:spPr>
      </p:sp>
      <p:sp>
        <p:nvSpPr>
          <p:cNvPr id="2507" name="data_2506">
            <a:extLst xmlns:a="http://schemas.openxmlformats.org/drawingml/2006/main">
              <a:ext uri="{FF2B5EF4-FFF2-40B4-BE49-F238E27FC236}">
                <a16:creationId xmlns:a16="http://schemas.microsoft.com/office/drawing/2014/main" id="{7952F06C-7AE5-4C10-A08B-EA5737F8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52135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FB47C"/>
          </a:solidFill>
          <a:ln xmlns:a="http://schemas.openxmlformats.org/drawingml/2006/main" w="3518">
            <a:solidFill>
              <a:srgbClr val="2FB47C"/>
            </a:solidFill>
            <a:prstDash val="solid"/>
          </a:ln>
        </p:spPr>
      </p:sp>
      <p:sp>
        <p:nvSpPr>
          <p:cNvPr id="2508" name="data_2507">
            <a:extLst xmlns:a="http://schemas.openxmlformats.org/drawingml/2006/main">
              <a:ext uri="{FF2B5EF4-FFF2-40B4-BE49-F238E27FC236}">
                <a16:creationId xmlns:a16="http://schemas.microsoft.com/office/drawing/2014/main" id="{317456AD-9266-405A-8CB2-4BBA131D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50997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EB37C"/>
          </a:solidFill>
          <a:ln xmlns:a="http://schemas.openxmlformats.org/drawingml/2006/main" w="3518">
            <a:solidFill>
              <a:srgbClr val="2EB37C"/>
            </a:solidFill>
            <a:prstDash val="solid"/>
          </a:ln>
        </p:spPr>
      </p:sp>
      <p:sp>
        <p:nvSpPr>
          <p:cNvPr id="2509" name="data_2508">
            <a:extLst xmlns:a="http://schemas.openxmlformats.org/drawingml/2006/main">
              <a:ext uri="{FF2B5EF4-FFF2-40B4-BE49-F238E27FC236}">
                <a16:creationId xmlns:a16="http://schemas.microsoft.com/office/drawing/2014/main" id="{7D8CD29A-643C-4716-A1DC-6DEEEF675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9859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DB27D"/>
          </a:solidFill>
          <a:ln xmlns:a="http://schemas.openxmlformats.org/drawingml/2006/main" w="3518">
            <a:solidFill>
              <a:srgbClr val="2DB27D"/>
            </a:solidFill>
            <a:prstDash val="solid"/>
          </a:ln>
        </p:spPr>
      </p:sp>
      <p:sp>
        <p:nvSpPr>
          <p:cNvPr id="2510" name="data_2509">
            <a:extLst xmlns:a="http://schemas.openxmlformats.org/drawingml/2006/main">
              <a:ext uri="{FF2B5EF4-FFF2-40B4-BE49-F238E27FC236}">
                <a16:creationId xmlns:a16="http://schemas.microsoft.com/office/drawing/2014/main" id="{7179E39C-C207-4312-B935-3AAAC6A92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8721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CB17E"/>
          </a:solidFill>
          <a:ln xmlns:a="http://schemas.openxmlformats.org/drawingml/2006/main" w="3518">
            <a:solidFill>
              <a:srgbClr val="2CB17E"/>
            </a:solidFill>
            <a:prstDash val="solid"/>
          </a:ln>
        </p:spPr>
      </p:sp>
      <p:sp>
        <p:nvSpPr>
          <p:cNvPr id="2511" name="data_2510">
            <a:extLst xmlns:a="http://schemas.openxmlformats.org/drawingml/2006/main">
              <a:ext uri="{FF2B5EF4-FFF2-40B4-BE49-F238E27FC236}">
                <a16:creationId xmlns:a16="http://schemas.microsoft.com/office/drawing/2014/main" id="{FA0812F6-E4E5-4495-9A96-C6A8AA357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7583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AB07F"/>
          </a:solidFill>
          <a:ln xmlns:a="http://schemas.openxmlformats.org/drawingml/2006/main" w="3518">
            <a:solidFill>
              <a:srgbClr val="2AB07F"/>
            </a:solidFill>
            <a:prstDash val="solid"/>
          </a:ln>
        </p:spPr>
      </p:sp>
      <p:sp>
        <p:nvSpPr>
          <p:cNvPr id="2512" name="data_2511">
            <a:extLst xmlns:a="http://schemas.openxmlformats.org/drawingml/2006/main">
              <a:ext uri="{FF2B5EF4-FFF2-40B4-BE49-F238E27FC236}">
                <a16:creationId xmlns:a16="http://schemas.microsoft.com/office/drawing/2014/main" id="{5CF99444-DCA6-4186-8F07-6A2F40A1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6444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9AF7F"/>
          </a:solidFill>
          <a:ln xmlns:a="http://schemas.openxmlformats.org/drawingml/2006/main" w="3518">
            <a:solidFill>
              <a:srgbClr val="29AF7F"/>
            </a:solidFill>
            <a:prstDash val="solid"/>
          </a:ln>
        </p:spPr>
      </p:sp>
      <p:sp>
        <p:nvSpPr>
          <p:cNvPr id="2513" name="data_2512">
            <a:extLst xmlns:a="http://schemas.openxmlformats.org/drawingml/2006/main">
              <a:ext uri="{FF2B5EF4-FFF2-40B4-BE49-F238E27FC236}">
                <a16:creationId xmlns:a16="http://schemas.microsoft.com/office/drawing/2014/main" id="{D2E6F511-E87E-483D-8811-FD7723D85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5306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8AE80"/>
          </a:solidFill>
          <a:ln xmlns:a="http://schemas.openxmlformats.org/drawingml/2006/main" w="3518">
            <a:solidFill>
              <a:srgbClr val="28AE80"/>
            </a:solidFill>
            <a:prstDash val="solid"/>
          </a:ln>
        </p:spPr>
      </p:sp>
      <p:sp>
        <p:nvSpPr>
          <p:cNvPr id="2514" name="data_2513">
            <a:extLst xmlns:a="http://schemas.openxmlformats.org/drawingml/2006/main">
              <a:ext uri="{FF2B5EF4-FFF2-40B4-BE49-F238E27FC236}">
                <a16:creationId xmlns:a16="http://schemas.microsoft.com/office/drawing/2014/main" id="{17430E01-410E-46B3-9ABA-49D0A07ED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4168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7AD81"/>
          </a:solidFill>
          <a:ln xmlns:a="http://schemas.openxmlformats.org/drawingml/2006/main" w="3518">
            <a:solidFill>
              <a:srgbClr val="27AD81"/>
            </a:solidFill>
            <a:prstDash val="solid"/>
          </a:ln>
        </p:spPr>
      </p:sp>
      <p:sp>
        <p:nvSpPr>
          <p:cNvPr id="2515" name="data_2514">
            <a:extLst xmlns:a="http://schemas.openxmlformats.org/drawingml/2006/main">
              <a:ext uri="{FF2B5EF4-FFF2-40B4-BE49-F238E27FC236}">
                <a16:creationId xmlns:a16="http://schemas.microsoft.com/office/drawing/2014/main" id="{06753C2A-77F2-495A-9039-EA6FD9F6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3030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6AD81"/>
          </a:solidFill>
          <a:ln xmlns:a="http://schemas.openxmlformats.org/drawingml/2006/main" w="3518">
            <a:solidFill>
              <a:srgbClr val="26AD81"/>
            </a:solidFill>
            <a:prstDash val="solid"/>
          </a:ln>
        </p:spPr>
      </p:sp>
      <p:sp>
        <p:nvSpPr>
          <p:cNvPr id="2516" name="data_2515">
            <a:extLst xmlns:a="http://schemas.openxmlformats.org/drawingml/2006/main">
              <a:ext uri="{FF2B5EF4-FFF2-40B4-BE49-F238E27FC236}">
                <a16:creationId xmlns:a16="http://schemas.microsoft.com/office/drawing/2014/main" id="{DDA563C4-90AC-4DC5-8B2C-17D62A5A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1892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AC82"/>
          </a:solidFill>
          <a:ln xmlns:a="http://schemas.openxmlformats.org/drawingml/2006/main" w="3518">
            <a:solidFill>
              <a:srgbClr val="25AC82"/>
            </a:solidFill>
            <a:prstDash val="solid"/>
          </a:ln>
        </p:spPr>
      </p:sp>
      <p:sp>
        <p:nvSpPr>
          <p:cNvPr id="2517" name="data_2516">
            <a:extLst xmlns:a="http://schemas.openxmlformats.org/drawingml/2006/main">
              <a:ext uri="{FF2B5EF4-FFF2-40B4-BE49-F238E27FC236}">
                <a16:creationId xmlns:a16="http://schemas.microsoft.com/office/drawing/2014/main" id="{A350D8C3-201E-47D9-8C31-417BF2F88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40754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AB82"/>
          </a:solidFill>
          <a:ln xmlns:a="http://schemas.openxmlformats.org/drawingml/2006/main" w="3518">
            <a:solidFill>
              <a:srgbClr val="25AB82"/>
            </a:solidFill>
            <a:prstDash val="solid"/>
          </a:ln>
        </p:spPr>
      </p:sp>
      <p:sp>
        <p:nvSpPr>
          <p:cNvPr id="2518" name="data_2517">
            <a:extLst xmlns:a="http://schemas.openxmlformats.org/drawingml/2006/main">
              <a:ext uri="{FF2B5EF4-FFF2-40B4-BE49-F238E27FC236}">
                <a16:creationId xmlns:a16="http://schemas.microsoft.com/office/drawing/2014/main" id="{5D7BDCCD-189B-420E-84F6-4858D6E66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9616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4AA83"/>
          </a:solidFill>
          <a:ln xmlns:a="http://schemas.openxmlformats.org/drawingml/2006/main" w="3518">
            <a:solidFill>
              <a:srgbClr val="24AA83"/>
            </a:solidFill>
            <a:prstDash val="solid"/>
          </a:ln>
        </p:spPr>
      </p:sp>
      <p:sp>
        <p:nvSpPr>
          <p:cNvPr id="2519" name="data_2518">
            <a:extLst xmlns:a="http://schemas.openxmlformats.org/drawingml/2006/main">
              <a:ext uri="{FF2B5EF4-FFF2-40B4-BE49-F238E27FC236}">
                <a16:creationId xmlns:a16="http://schemas.microsoft.com/office/drawing/2014/main" id="{1E9CCCB7-2B15-41E9-85DF-77D852A8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8478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3A983"/>
          </a:solidFill>
          <a:ln xmlns:a="http://schemas.openxmlformats.org/drawingml/2006/main" w="3518">
            <a:solidFill>
              <a:srgbClr val="23A983"/>
            </a:solidFill>
            <a:prstDash val="solid"/>
          </a:ln>
        </p:spPr>
      </p:sp>
      <p:sp>
        <p:nvSpPr>
          <p:cNvPr id="2520" name="data_2519">
            <a:extLst xmlns:a="http://schemas.openxmlformats.org/drawingml/2006/main">
              <a:ext uri="{FF2B5EF4-FFF2-40B4-BE49-F238E27FC236}">
                <a16:creationId xmlns:a16="http://schemas.microsoft.com/office/drawing/2014/main" id="{4D696F44-35E6-46AD-AB0D-57279176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7340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A884"/>
          </a:solidFill>
          <a:ln xmlns:a="http://schemas.openxmlformats.org/drawingml/2006/main" w="3518">
            <a:solidFill>
              <a:srgbClr val="22A884"/>
            </a:solidFill>
            <a:prstDash val="solid"/>
          </a:ln>
        </p:spPr>
      </p:sp>
      <p:sp>
        <p:nvSpPr>
          <p:cNvPr id="2521" name="data_2520">
            <a:extLst xmlns:a="http://schemas.openxmlformats.org/drawingml/2006/main">
              <a:ext uri="{FF2B5EF4-FFF2-40B4-BE49-F238E27FC236}">
                <a16:creationId xmlns:a16="http://schemas.microsoft.com/office/drawing/2014/main" id="{53655698-BD2D-4709-A19E-92AE3403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6201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A785"/>
          </a:solidFill>
          <a:ln xmlns:a="http://schemas.openxmlformats.org/drawingml/2006/main" w="3518">
            <a:solidFill>
              <a:srgbClr val="22A785"/>
            </a:solidFill>
            <a:prstDash val="solid"/>
          </a:ln>
        </p:spPr>
      </p:sp>
      <p:sp>
        <p:nvSpPr>
          <p:cNvPr id="2522" name="data_2521">
            <a:extLst xmlns:a="http://schemas.openxmlformats.org/drawingml/2006/main">
              <a:ext uri="{FF2B5EF4-FFF2-40B4-BE49-F238E27FC236}">
                <a16:creationId xmlns:a16="http://schemas.microsoft.com/office/drawing/2014/main" id="{16AB832E-FAFD-40E7-BD22-42AFA10F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5063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A685"/>
          </a:solidFill>
          <a:ln xmlns:a="http://schemas.openxmlformats.org/drawingml/2006/main" w="3518">
            <a:solidFill>
              <a:srgbClr val="21A685"/>
            </a:solidFill>
            <a:prstDash val="solid"/>
          </a:ln>
        </p:spPr>
      </p:sp>
      <p:sp>
        <p:nvSpPr>
          <p:cNvPr id="2523" name="data_2522">
            <a:extLst xmlns:a="http://schemas.openxmlformats.org/drawingml/2006/main">
              <a:ext uri="{FF2B5EF4-FFF2-40B4-BE49-F238E27FC236}">
                <a16:creationId xmlns:a16="http://schemas.microsoft.com/office/drawing/2014/main" id="{7E668A60-316D-4054-81BA-5E9896AA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3925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A585"/>
          </a:solidFill>
          <a:ln xmlns:a="http://schemas.openxmlformats.org/drawingml/2006/main" w="3518">
            <a:solidFill>
              <a:srgbClr val="21A585"/>
            </a:solidFill>
            <a:prstDash val="solid"/>
          </a:ln>
        </p:spPr>
      </p:sp>
      <p:sp>
        <p:nvSpPr>
          <p:cNvPr id="2524" name="data_2523">
            <a:extLst xmlns:a="http://schemas.openxmlformats.org/drawingml/2006/main">
              <a:ext uri="{FF2B5EF4-FFF2-40B4-BE49-F238E27FC236}">
                <a16:creationId xmlns:a16="http://schemas.microsoft.com/office/drawing/2014/main" id="{40693A6E-CA35-4126-A2BE-278CF1A6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2787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A486"/>
          </a:solidFill>
          <a:ln xmlns:a="http://schemas.openxmlformats.org/drawingml/2006/main" w="3518">
            <a:solidFill>
              <a:srgbClr val="20A486"/>
            </a:solidFill>
            <a:prstDash val="solid"/>
          </a:ln>
        </p:spPr>
      </p:sp>
      <p:sp>
        <p:nvSpPr>
          <p:cNvPr id="2525" name="data_2524">
            <a:extLst xmlns:a="http://schemas.openxmlformats.org/drawingml/2006/main">
              <a:ext uri="{FF2B5EF4-FFF2-40B4-BE49-F238E27FC236}">
                <a16:creationId xmlns:a16="http://schemas.microsoft.com/office/drawing/2014/main" id="{C4C8A5B8-2B8B-4140-A4D3-31F604104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1649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A386"/>
          </a:solidFill>
          <a:ln xmlns:a="http://schemas.openxmlformats.org/drawingml/2006/main" w="3518">
            <a:solidFill>
              <a:srgbClr val="20A386"/>
            </a:solidFill>
            <a:prstDash val="solid"/>
          </a:ln>
        </p:spPr>
      </p:sp>
      <p:sp>
        <p:nvSpPr>
          <p:cNvPr id="2526" name="data_2525">
            <a:extLst xmlns:a="http://schemas.openxmlformats.org/drawingml/2006/main">
              <a:ext uri="{FF2B5EF4-FFF2-40B4-BE49-F238E27FC236}">
                <a16:creationId xmlns:a16="http://schemas.microsoft.com/office/drawing/2014/main" id="{E2F9EDF7-A69A-4C52-9FEE-ADEF2E3CC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30511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A287"/>
          </a:solidFill>
          <a:ln xmlns:a="http://schemas.openxmlformats.org/drawingml/2006/main" w="3518">
            <a:solidFill>
              <a:srgbClr val="1FA287"/>
            </a:solidFill>
            <a:prstDash val="solid"/>
          </a:ln>
        </p:spPr>
      </p:sp>
      <p:sp>
        <p:nvSpPr>
          <p:cNvPr id="2527" name="data_2526">
            <a:extLst xmlns:a="http://schemas.openxmlformats.org/drawingml/2006/main">
              <a:ext uri="{FF2B5EF4-FFF2-40B4-BE49-F238E27FC236}">
                <a16:creationId xmlns:a16="http://schemas.microsoft.com/office/drawing/2014/main" id="{DBF15888-7C38-494E-B9D7-E3E67C81D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9373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A187"/>
          </a:solidFill>
          <a:ln xmlns:a="http://schemas.openxmlformats.org/drawingml/2006/main" w="3518">
            <a:solidFill>
              <a:srgbClr val="1FA187"/>
            </a:solidFill>
            <a:prstDash val="solid"/>
          </a:ln>
        </p:spPr>
      </p:sp>
      <p:sp>
        <p:nvSpPr>
          <p:cNvPr id="2528" name="data_2527">
            <a:extLst xmlns:a="http://schemas.openxmlformats.org/drawingml/2006/main">
              <a:ext uri="{FF2B5EF4-FFF2-40B4-BE49-F238E27FC236}">
                <a16:creationId xmlns:a16="http://schemas.microsoft.com/office/drawing/2014/main" id="{303F1027-1B9F-4D81-AE9A-0CB815FD9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8235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A188"/>
          </a:solidFill>
          <a:ln xmlns:a="http://schemas.openxmlformats.org/drawingml/2006/main" w="3518">
            <a:solidFill>
              <a:srgbClr val="1FA188"/>
            </a:solidFill>
            <a:prstDash val="solid"/>
          </a:ln>
        </p:spPr>
      </p:sp>
      <p:sp>
        <p:nvSpPr>
          <p:cNvPr id="2529" name="data_2528">
            <a:extLst xmlns:a="http://schemas.openxmlformats.org/drawingml/2006/main">
              <a:ext uri="{FF2B5EF4-FFF2-40B4-BE49-F238E27FC236}">
                <a16:creationId xmlns:a16="http://schemas.microsoft.com/office/drawing/2014/main" id="{948207EB-D6D5-4611-A0BD-9F5E7576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7097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A088"/>
          </a:solidFill>
          <a:ln xmlns:a="http://schemas.openxmlformats.org/drawingml/2006/main" w="3518">
            <a:solidFill>
              <a:srgbClr val="1FA088"/>
            </a:solidFill>
            <a:prstDash val="solid"/>
          </a:ln>
        </p:spPr>
      </p:sp>
      <p:sp>
        <p:nvSpPr>
          <p:cNvPr id="2530" name="data_2529">
            <a:extLst xmlns:a="http://schemas.openxmlformats.org/drawingml/2006/main">
              <a:ext uri="{FF2B5EF4-FFF2-40B4-BE49-F238E27FC236}">
                <a16:creationId xmlns:a16="http://schemas.microsoft.com/office/drawing/2014/main" id="{B978CFC9-2184-461C-8449-09C9BAD64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5958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F88"/>
          </a:solidFill>
          <a:ln xmlns:a="http://schemas.openxmlformats.org/drawingml/2006/main" w="3518">
            <a:solidFill>
              <a:srgbClr val="1F9F88"/>
            </a:solidFill>
            <a:prstDash val="solid"/>
          </a:ln>
        </p:spPr>
      </p:sp>
      <p:sp>
        <p:nvSpPr>
          <p:cNvPr id="2531" name="data_2530">
            <a:extLst xmlns:a="http://schemas.openxmlformats.org/drawingml/2006/main">
              <a:ext uri="{FF2B5EF4-FFF2-40B4-BE49-F238E27FC236}">
                <a16:creationId xmlns:a16="http://schemas.microsoft.com/office/drawing/2014/main" id="{FA09F6C8-93CD-4226-81A5-1E8979F4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4820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E89"/>
          </a:solidFill>
          <a:ln xmlns:a="http://schemas.openxmlformats.org/drawingml/2006/main" w="3518">
            <a:solidFill>
              <a:srgbClr val="1F9E89"/>
            </a:solidFill>
            <a:prstDash val="solid"/>
          </a:ln>
        </p:spPr>
      </p:sp>
      <p:sp>
        <p:nvSpPr>
          <p:cNvPr id="2532" name="data_2531">
            <a:extLst xmlns:a="http://schemas.openxmlformats.org/drawingml/2006/main">
              <a:ext uri="{FF2B5EF4-FFF2-40B4-BE49-F238E27FC236}">
                <a16:creationId xmlns:a16="http://schemas.microsoft.com/office/drawing/2014/main" id="{7CE9CF2E-0D50-4DA0-9033-A916DD28E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3682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E9D89"/>
          </a:solidFill>
          <a:ln xmlns:a="http://schemas.openxmlformats.org/drawingml/2006/main" w="3518">
            <a:solidFill>
              <a:srgbClr val="1E9D89"/>
            </a:solidFill>
            <a:prstDash val="solid"/>
          </a:ln>
        </p:spPr>
      </p:sp>
      <p:sp>
        <p:nvSpPr>
          <p:cNvPr id="2533" name="data_2532">
            <a:extLst xmlns:a="http://schemas.openxmlformats.org/drawingml/2006/main">
              <a:ext uri="{FF2B5EF4-FFF2-40B4-BE49-F238E27FC236}">
                <a16:creationId xmlns:a16="http://schemas.microsoft.com/office/drawing/2014/main" id="{D5A52238-49EF-455D-8770-087177757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2544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E9C89"/>
          </a:solidFill>
          <a:ln xmlns:a="http://schemas.openxmlformats.org/drawingml/2006/main" w="3518">
            <a:solidFill>
              <a:srgbClr val="1E9C89"/>
            </a:solidFill>
            <a:prstDash val="solid"/>
          </a:ln>
        </p:spPr>
      </p:sp>
      <p:sp>
        <p:nvSpPr>
          <p:cNvPr id="2534" name="data_2533">
            <a:extLst xmlns:a="http://schemas.openxmlformats.org/drawingml/2006/main">
              <a:ext uri="{FF2B5EF4-FFF2-40B4-BE49-F238E27FC236}">
                <a16:creationId xmlns:a16="http://schemas.microsoft.com/office/drawing/2014/main" id="{92E9A755-5D11-48D9-8184-19A96B69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1406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E9B8A"/>
          </a:solidFill>
          <a:ln xmlns:a="http://schemas.openxmlformats.org/drawingml/2006/main" w="3518">
            <a:solidFill>
              <a:srgbClr val="1E9B8A"/>
            </a:solidFill>
            <a:prstDash val="solid"/>
          </a:ln>
        </p:spPr>
      </p:sp>
      <p:sp>
        <p:nvSpPr>
          <p:cNvPr id="2535" name="data_2534">
            <a:extLst xmlns:a="http://schemas.openxmlformats.org/drawingml/2006/main">
              <a:ext uri="{FF2B5EF4-FFF2-40B4-BE49-F238E27FC236}">
                <a16:creationId xmlns:a16="http://schemas.microsoft.com/office/drawing/2014/main" id="{EB6D636D-FC8A-4A02-8709-7034F3754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20268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A8A"/>
          </a:solidFill>
          <a:ln xmlns:a="http://schemas.openxmlformats.org/drawingml/2006/main" w="3518">
            <a:solidFill>
              <a:srgbClr val="1F9A8A"/>
            </a:solidFill>
            <a:prstDash val="solid"/>
          </a:ln>
        </p:spPr>
      </p:sp>
      <p:sp>
        <p:nvSpPr>
          <p:cNvPr id="2536" name="data_2535">
            <a:extLst xmlns:a="http://schemas.openxmlformats.org/drawingml/2006/main">
              <a:ext uri="{FF2B5EF4-FFF2-40B4-BE49-F238E27FC236}">
                <a16:creationId xmlns:a16="http://schemas.microsoft.com/office/drawing/2014/main" id="{596A6980-CF69-4824-A931-8F183D7F1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9130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98A"/>
          </a:solidFill>
          <a:ln xmlns:a="http://schemas.openxmlformats.org/drawingml/2006/main" w="3518">
            <a:solidFill>
              <a:srgbClr val="1F998A"/>
            </a:solidFill>
            <a:prstDash val="solid"/>
          </a:ln>
        </p:spPr>
      </p:sp>
      <p:sp>
        <p:nvSpPr>
          <p:cNvPr id="2537" name="data_2536">
            <a:extLst xmlns:a="http://schemas.openxmlformats.org/drawingml/2006/main">
              <a:ext uri="{FF2B5EF4-FFF2-40B4-BE49-F238E27FC236}">
                <a16:creationId xmlns:a16="http://schemas.microsoft.com/office/drawing/2014/main" id="{2225D7A5-7D83-4C03-AE85-A65CF9517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7992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88B"/>
          </a:solidFill>
          <a:ln xmlns:a="http://schemas.openxmlformats.org/drawingml/2006/main" w="3518">
            <a:solidFill>
              <a:srgbClr val="1F988B"/>
            </a:solidFill>
            <a:prstDash val="solid"/>
          </a:ln>
        </p:spPr>
      </p:sp>
      <p:sp>
        <p:nvSpPr>
          <p:cNvPr id="2538" name="data_2537">
            <a:extLst xmlns:a="http://schemas.openxmlformats.org/drawingml/2006/main">
              <a:ext uri="{FF2B5EF4-FFF2-40B4-BE49-F238E27FC236}">
                <a16:creationId xmlns:a16="http://schemas.microsoft.com/office/drawing/2014/main" id="{1A55A926-FD70-451F-B256-D1252905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6854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78B"/>
          </a:solidFill>
          <a:ln xmlns:a="http://schemas.openxmlformats.org/drawingml/2006/main" w="3518">
            <a:solidFill>
              <a:srgbClr val="1F978B"/>
            </a:solidFill>
            <a:prstDash val="solid"/>
          </a:ln>
        </p:spPr>
      </p:sp>
      <p:sp>
        <p:nvSpPr>
          <p:cNvPr id="2539" name="data_2538">
            <a:extLst xmlns:a="http://schemas.openxmlformats.org/drawingml/2006/main">
              <a:ext uri="{FF2B5EF4-FFF2-40B4-BE49-F238E27FC236}">
                <a16:creationId xmlns:a16="http://schemas.microsoft.com/office/drawing/2014/main" id="{119C4C60-FEB0-41E6-9A5E-369EC1A1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5716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68B"/>
          </a:solidFill>
          <a:ln xmlns:a="http://schemas.openxmlformats.org/drawingml/2006/main" w="3518">
            <a:solidFill>
              <a:srgbClr val="1F968B"/>
            </a:solidFill>
            <a:prstDash val="solid"/>
          </a:ln>
        </p:spPr>
      </p:sp>
      <p:sp>
        <p:nvSpPr>
          <p:cNvPr id="2540" name="data_2539">
            <a:extLst xmlns:a="http://schemas.openxmlformats.org/drawingml/2006/main">
              <a:ext uri="{FF2B5EF4-FFF2-40B4-BE49-F238E27FC236}">
                <a16:creationId xmlns:a16="http://schemas.microsoft.com/office/drawing/2014/main" id="{19D4088B-2F94-411F-87A5-5D2CCF6F5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4577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58B"/>
          </a:solidFill>
          <a:ln xmlns:a="http://schemas.openxmlformats.org/drawingml/2006/main" w="3518">
            <a:solidFill>
              <a:srgbClr val="1F958B"/>
            </a:solidFill>
            <a:prstDash val="solid"/>
          </a:ln>
        </p:spPr>
      </p:sp>
      <p:sp>
        <p:nvSpPr>
          <p:cNvPr id="2541" name="data_2540">
            <a:extLst xmlns:a="http://schemas.openxmlformats.org/drawingml/2006/main">
              <a:ext uri="{FF2B5EF4-FFF2-40B4-BE49-F238E27FC236}">
                <a16:creationId xmlns:a16="http://schemas.microsoft.com/office/drawing/2014/main" id="{7C0BAF24-8CAA-4062-83E1-50F314466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3439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1F948C"/>
          </a:solidFill>
          <a:ln xmlns:a="http://schemas.openxmlformats.org/drawingml/2006/main" w="3518">
            <a:solidFill>
              <a:srgbClr val="1F948C"/>
            </a:solidFill>
            <a:prstDash val="solid"/>
          </a:ln>
        </p:spPr>
      </p:sp>
      <p:sp>
        <p:nvSpPr>
          <p:cNvPr id="2542" name="data_2541">
            <a:extLst xmlns:a="http://schemas.openxmlformats.org/drawingml/2006/main">
              <a:ext uri="{FF2B5EF4-FFF2-40B4-BE49-F238E27FC236}">
                <a16:creationId xmlns:a16="http://schemas.microsoft.com/office/drawing/2014/main" id="{733E0074-A7D0-4825-8103-D27C5B2C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2301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938C"/>
          </a:solidFill>
          <a:ln xmlns:a="http://schemas.openxmlformats.org/drawingml/2006/main" w="3518">
            <a:solidFill>
              <a:srgbClr val="20938C"/>
            </a:solidFill>
            <a:prstDash val="solid"/>
          </a:ln>
        </p:spPr>
      </p:sp>
      <p:sp>
        <p:nvSpPr>
          <p:cNvPr id="2543" name="data_2542">
            <a:extLst xmlns:a="http://schemas.openxmlformats.org/drawingml/2006/main">
              <a:ext uri="{FF2B5EF4-FFF2-40B4-BE49-F238E27FC236}">
                <a16:creationId xmlns:a16="http://schemas.microsoft.com/office/drawing/2014/main" id="{E28946DE-2955-4291-9433-89E7EF0F4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1163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928C"/>
          </a:solidFill>
          <a:ln xmlns:a="http://schemas.openxmlformats.org/drawingml/2006/main" w="3518">
            <a:solidFill>
              <a:srgbClr val="20928C"/>
            </a:solidFill>
            <a:prstDash val="solid"/>
          </a:ln>
        </p:spPr>
      </p:sp>
      <p:sp>
        <p:nvSpPr>
          <p:cNvPr id="2544" name="data_2543">
            <a:extLst xmlns:a="http://schemas.openxmlformats.org/drawingml/2006/main">
              <a:ext uri="{FF2B5EF4-FFF2-40B4-BE49-F238E27FC236}">
                <a16:creationId xmlns:a16="http://schemas.microsoft.com/office/drawing/2014/main" id="{63304ECE-8641-4AB8-BD0D-99158CE35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10025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0928C"/>
          </a:solidFill>
          <a:ln xmlns:a="http://schemas.openxmlformats.org/drawingml/2006/main" w="3518">
            <a:solidFill>
              <a:srgbClr val="20928C"/>
            </a:solidFill>
            <a:prstDash val="solid"/>
          </a:ln>
        </p:spPr>
      </p:sp>
      <p:sp>
        <p:nvSpPr>
          <p:cNvPr id="2545" name="data_2544">
            <a:extLst xmlns:a="http://schemas.openxmlformats.org/drawingml/2006/main">
              <a:ext uri="{FF2B5EF4-FFF2-40B4-BE49-F238E27FC236}">
                <a16:creationId xmlns:a16="http://schemas.microsoft.com/office/drawing/2014/main" id="{EDD3235C-EA03-4757-B72E-9D905FA65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08887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918C"/>
          </a:solidFill>
          <a:ln xmlns:a="http://schemas.openxmlformats.org/drawingml/2006/main" w="3518">
            <a:solidFill>
              <a:srgbClr val="21918C"/>
            </a:solidFill>
            <a:prstDash val="solid"/>
          </a:ln>
        </p:spPr>
      </p:sp>
      <p:sp>
        <p:nvSpPr>
          <p:cNvPr id="2546" name="data_2545">
            <a:extLst xmlns:a="http://schemas.openxmlformats.org/drawingml/2006/main">
              <a:ext uri="{FF2B5EF4-FFF2-40B4-BE49-F238E27FC236}">
                <a16:creationId xmlns:a16="http://schemas.microsoft.com/office/drawing/2014/main" id="{9B78A935-9F86-4F1F-979A-21C8A49D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07749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908D"/>
          </a:solidFill>
          <a:ln xmlns:a="http://schemas.openxmlformats.org/drawingml/2006/main" w="3518">
            <a:solidFill>
              <a:srgbClr val="21908D"/>
            </a:solidFill>
            <a:prstDash val="solid"/>
          </a:ln>
        </p:spPr>
      </p:sp>
      <p:sp>
        <p:nvSpPr>
          <p:cNvPr id="2547" name="data_2546">
            <a:extLst xmlns:a="http://schemas.openxmlformats.org/drawingml/2006/main">
              <a:ext uri="{FF2B5EF4-FFF2-40B4-BE49-F238E27FC236}">
                <a16:creationId xmlns:a16="http://schemas.microsoft.com/office/drawing/2014/main" id="{C4816B50-2D4B-4192-BEFC-95D8B657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06611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8F8D"/>
          </a:solidFill>
          <a:ln xmlns:a="http://schemas.openxmlformats.org/drawingml/2006/main" w="3518">
            <a:solidFill>
              <a:srgbClr val="218F8D"/>
            </a:solidFill>
            <a:prstDash val="solid"/>
          </a:ln>
        </p:spPr>
      </p:sp>
      <p:sp>
        <p:nvSpPr>
          <p:cNvPr id="2548" name="data_2547">
            <a:extLst xmlns:a="http://schemas.openxmlformats.org/drawingml/2006/main">
              <a:ext uri="{FF2B5EF4-FFF2-40B4-BE49-F238E27FC236}">
                <a16:creationId xmlns:a16="http://schemas.microsoft.com/office/drawing/2014/main" id="{0C705005-DD5A-4846-81AF-8473C5AC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05473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18E8D"/>
          </a:solidFill>
          <a:ln xmlns:a="http://schemas.openxmlformats.org/drawingml/2006/main" w="3518">
            <a:solidFill>
              <a:srgbClr val="218E8D"/>
            </a:solidFill>
            <a:prstDash val="solid"/>
          </a:ln>
        </p:spPr>
      </p:sp>
      <p:sp>
        <p:nvSpPr>
          <p:cNvPr id="2549" name="data_2548">
            <a:extLst xmlns:a="http://schemas.openxmlformats.org/drawingml/2006/main">
              <a:ext uri="{FF2B5EF4-FFF2-40B4-BE49-F238E27FC236}">
                <a16:creationId xmlns:a16="http://schemas.microsoft.com/office/drawing/2014/main" id="{26162560-2D1A-473D-AC26-64C47204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04334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8D8D"/>
          </a:solidFill>
          <a:ln xmlns:a="http://schemas.openxmlformats.org/drawingml/2006/main" w="3518">
            <a:solidFill>
              <a:srgbClr val="228D8D"/>
            </a:solidFill>
            <a:prstDash val="solid"/>
          </a:ln>
        </p:spPr>
      </p:sp>
      <p:sp>
        <p:nvSpPr>
          <p:cNvPr id="2550" name="data_2549">
            <a:extLst xmlns:a="http://schemas.openxmlformats.org/drawingml/2006/main">
              <a:ext uri="{FF2B5EF4-FFF2-40B4-BE49-F238E27FC236}">
                <a16:creationId xmlns:a16="http://schemas.microsoft.com/office/drawing/2014/main" id="{BE09BDB1-0EDE-4CB4-92D8-B5FB1CC33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03196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8C8D"/>
          </a:solidFill>
          <a:ln xmlns:a="http://schemas.openxmlformats.org/drawingml/2006/main" w="3518">
            <a:solidFill>
              <a:srgbClr val="228C8D"/>
            </a:solidFill>
            <a:prstDash val="solid"/>
          </a:ln>
        </p:spPr>
      </p:sp>
      <p:sp>
        <p:nvSpPr>
          <p:cNvPr id="2551" name="data_2550">
            <a:extLst xmlns:a="http://schemas.openxmlformats.org/drawingml/2006/main">
              <a:ext uri="{FF2B5EF4-FFF2-40B4-BE49-F238E27FC236}">
                <a16:creationId xmlns:a16="http://schemas.microsoft.com/office/drawing/2014/main" id="{42DFE8AD-EAF5-410B-87B6-7678DC9B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02058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28B8D"/>
          </a:solidFill>
          <a:ln xmlns:a="http://schemas.openxmlformats.org/drawingml/2006/main" w="3518">
            <a:solidFill>
              <a:srgbClr val="228B8D"/>
            </a:solidFill>
            <a:prstDash val="solid"/>
          </a:ln>
        </p:spPr>
      </p:sp>
      <p:sp>
        <p:nvSpPr>
          <p:cNvPr id="2552" name="data_2551">
            <a:extLst xmlns:a="http://schemas.openxmlformats.org/drawingml/2006/main">
              <a:ext uri="{FF2B5EF4-FFF2-40B4-BE49-F238E27FC236}">
                <a16:creationId xmlns:a16="http://schemas.microsoft.com/office/drawing/2014/main" id="{AA2FFC94-2639-43DF-8DA1-3D0E858C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600920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38A8D"/>
          </a:solidFill>
          <a:ln xmlns:a="http://schemas.openxmlformats.org/drawingml/2006/main" w="3518">
            <a:solidFill>
              <a:srgbClr val="238A8D"/>
            </a:solidFill>
            <a:prstDash val="solid"/>
          </a:ln>
        </p:spPr>
      </p:sp>
      <p:sp>
        <p:nvSpPr>
          <p:cNvPr id="2553" name="data_2552">
            <a:extLst xmlns:a="http://schemas.openxmlformats.org/drawingml/2006/main">
              <a:ext uri="{FF2B5EF4-FFF2-40B4-BE49-F238E27FC236}">
                <a16:creationId xmlns:a16="http://schemas.microsoft.com/office/drawing/2014/main" id="{15EF717C-A28F-4328-8316-2A5EC0592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9782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3898E"/>
          </a:solidFill>
          <a:ln xmlns:a="http://schemas.openxmlformats.org/drawingml/2006/main" w="3518">
            <a:solidFill>
              <a:srgbClr val="23898E"/>
            </a:solidFill>
            <a:prstDash val="solid"/>
          </a:ln>
        </p:spPr>
      </p:sp>
      <p:sp>
        <p:nvSpPr>
          <p:cNvPr id="2554" name="data_2553">
            <a:extLst xmlns:a="http://schemas.openxmlformats.org/drawingml/2006/main">
              <a:ext uri="{FF2B5EF4-FFF2-40B4-BE49-F238E27FC236}">
                <a16:creationId xmlns:a16="http://schemas.microsoft.com/office/drawing/2014/main" id="{96B1A4C4-1719-46F4-AD51-AB5D2C6A2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8644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3888E"/>
          </a:solidFill>
          <a:ln xmlns:a="http://schemas.openxmlformats.org/drawingml/2006/main" w="3518">
            <a:solidFill>
              <a:srgbClr val="23888E"/>
            </a:solidFill>
            <a:prstDash val="solid"/>
          </a:ln>
        </p:spPr>
      </p:sp>
      <p:sp>
        <p:nvSpPr>
          <p:cNvPr id="2555" name="data_2554">
            <a:extLst xmlns:a="http://schemas.openxmlformats.org/drawingml/2006/main">
              <a:ext uri="{FF2B5EF4-FFF2-40B4-BE49-F238E27FC236}">
                <a16:creationId xmlns:a16="http://schemas.microsoft.com/office/drawing/2014/main" id="{EEC25D7C-8032-4375-903F-10A89E7E5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7506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4878E"/>
          </a:solidFill>
          <a:ln xmlns:a="http://schemas.openxmlformats.org/drawingml/2006/main" w="3518">
            <a:solidFill>
              <a:srgbClr val="24878E"/>
            </a:solidFill>
            <a:prstDash val="solid"/>
          </a:ln>
        </p:spPr>
      </p:sp>
      <p:sp>
        <p:nvSpPr>
          <p:cNvPr id="2556" name="data_2555">
            <a:extLst xmlns:a="http://schemas.openxmlformats.org/drawingml/2006/main">
              <a:ext uri="{FF2B5EF4-FFF2-40B4-BE49-F238E27FC236}">
                <a16:creationId xmlns:a16="http://schemas.microsoft.com/office/drawing/2014/main" id="{49183E9F-0258-40AA-B9A5-1B1108389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6368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4868E"/>
          </a:solidFill>
          <a:ln xmlns:a="http://schemas.openxmlformats.org/drawingml/2006/main" w="3518">
            <a:solidFill>
              <a:srgbClr val="24868E"/>
            </a:solidFill>
            <a:prstDash val="solid"/>
          </a:ln>
        </p:spPr>
      </p:sp>
      <p:sp>
        <p:nvSpPr>
          <p:cNvPr id="2557" name="data_2556">
            <a:extLst xmlns:a="http://schemas.openxmlformats.org/drawingml/2006/main">
              <a:ext uri="{FF2B5EF4-FFF2-40B4-BE49-F238E27FC236}">
                <a16:creationId xmlns:a16="http://schemas.microsoft.com/office/drawing/2014/main" id="{14ECCA2D-40B0-4880-B48F-39C1953A4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5230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858E"/>
          </a:solidFill>
          <a:ln xmlns:a="http://schemas.openxmlformats.org/drawingml/2006/main" w="3518">
            <a:solidFill>
              <a:srgbClr val="25858E"/>
            </a:solidFill>
            <a:prstDash val="solid"/>
          </a:ln>
        </p:spPr>
      </p:sp>
      <p:sp>
        <p:nvSpPr>
          <p:cNvPr id="2558" name="data_2557">
            <a:extLst xmlns:a="http://schemas.openxmlformats.org/drawingml/2006/main">
              <a:ext uri="{FF2B5EF4-FFF2-40B4-BE49-F238E27FC236}">
                <a16:creationId xmlns:a16="http://schemas.microsoft.com/office/drawing/2014/main" id="{304D2C29-1C82-4BF0-993F-63A0DBC05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4092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848E"/>
          </a:solidFill>
          <a:ln xmlns:a="http://schemas.openxmlformats.org/drawingml/2006/main" w="3518">
            <a:solidFill>
              <a:srgbClr val="25848E"/>
            </a:solidFill>
            <a:prstDash val="solid"/>
          </a:ln>
        </p:spPr>
      </p:sp>
      <p:sp>
        <p:nvSpPr>
          <p:cNvPr id="2559" name="data_2558">
            <a:extLst xmlns:a="http://schemas.openxmlformats.org/drawingml/2006/main">
              <a:ext uri="{FF2B5EF4-FFF2-40B4-BE49-F238E27FC236}">
                <a16:creationId xmlns:a16="http://schemas.microsoft.com/office/drawing/2014/main" id="{6780853B-01D5-4301-BFB0-82641BF7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2953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5838E"/>
          </a:solidFill>
          <a:ln xmlns:a="http://schemas.openxmlformats.org/drawingml/2006/main" w="3518">
            <a:solidFill>
              <a:srgbClr val="25838E"/>
            </a:solidFill>
            <a:prstDash val="solid"/>
          </a:ln>
        </p:spPr>
      </p:sp>
      <p:sp>
        <p:nvSpPr>
          <p:cNvPr id="2560" name="data_2559">
            <a:extLst xmlns:a="http://schemas.openxmlformats.org/drawingml/2006/main">
              <a:ext uri="{FF2B5EF4-FFF2-40B4-BE49-F238E27FC236}">
                <a16:creationId xmlns:a16="http://schemas.microsoft.com/office/drawing/2014/main" id="{3564C004-60CE-4317-8151-8B4CCF4D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1815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6828E"/>
          </a:solidFill>
          <a:ln xmlns:a="http://schemas.openxmlformats.org/drawingml/2006/main" w="3518">
            <a:solidFill>
              <a:srgbClr val="26828E"/>
            </a:solidFill>
            <a:prstDash val="solid"/>
          </a:ln>
        </p:spPr>
      </p:sp>
      <p:sp>
        <p:nvSpPr>
          <p:cNvPr id="2561" name="data_2560">
            <a:extLst xmlns:a="http://schemas.openxmlformats.org/drawingml/2006/main">
              <a:ext uri="{FF2B5EF4-FFF2-40B4-BE49-F238E27FC236}">
                <a16:creationId xmlns:a16="http://schemas.microsoft.com/office/drawing/2014/main" id="{D27C351F-0076-4615-BA00-07E705C0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90677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6828E"/>
          </a:solidFill>
          <a:ln xmlns:a="http://schemas.openxmlformats.org/drawingml/2006/main" w="3518">
            <a:solidFill>
              <a:srgbClr val="26828E"/>
            </a:solidFill>
            <a:prstDash val="solid"/>
          </a:ln>
        </p:spPr>
      </p:sp>
      <p:sp>
        <p:nvSpPr>
          <p:cNvPr id="2562" name="data_2561">
            <a:extLst xmlns:a="http://schemas.openxmlformats.org/drawingml/2006/main">
              <a:ext uri="{FF2B5EF4-FFF2-40B4-BE49-F238E27FC236}">
                <a16:creationId xmlns:a16="http://schemas.microsoft.com/office/drawing/2014/main" id="{E469225F-4C20-449C-BB48-D059EF7C2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9539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6818E"/>
          </a:solidFill>
          <a:ln xmlns:a="http://schemas.openxmlformats.org/drawingml/2006/main" w="3518">
            <a:solidFill>
              <a:srgbClr val="26818E"/>
            </a:solidFill>
            <a:prstDash val="solid"/>
          </a:ln>
        </p:spPr>
      </p:sp>
      <p:sp>
        <p:nvSpPr>
          <p:cNvPr id="2563" name="data_2562">
            <a:extLst xmlns:a="http://schemas.openxmlformats.org/drawingml/2006/main">
              <a:ext uri="{FF2B5EF4-FFF2-40B4-BE49-F238E27FC236}">
                <a16:creationId xmlns:a16="http://schemas.microsoft.com/office/drawing/2014/main" id="{1AE87093-A42A-4E84-98CB-056762B3E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8401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7808E"/>
          </a:solidFill>
          <a:ln xmlns:a="http://schemas.openxmlformats.org/drawingml/2006/main" w="3518">
            <a:solidFill>
              <a:srgbClr val="27808E"/>
            </a:solidFill>
            <a:prstDash val="solid"/>
          </a:ln>
        </p:spPr>
      </p:sp>
      <p:sp>
        <p:nvSpPr>
          <p:cNvPr id="2564" name="data_2563">
            <a:extLst xmlns:a="http://schemas.openxmlformats.org/drawingml/2006/main">
              <a:ext uri="{FF2B5EF4-FFF2-40B4-BE49-F238E27FC236}">
                <a16:creationId xmlns:a16="http://schemas.microsoft.com/office/drawing/2014/main" id="{6146573C-582E-46B9-B86E-BE9BE27E2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7263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77F8E"/>
          </a:solidFill>
          <a:ln xmlns:a="http://schemas.openxmlformats.org/drawingml/2006/main" w="3518">
            <a:solidFill>
              <a:srgbClr val="277F8E"/>
            </a:solidFill>
            <a:prstDash val="solid"/>
          </a:ln>
        </p:spPr>
      </p:sp>
      <p:sp>
        <p:nvSpPr>
          <p:cNvPr id="2565" name="data_2564">
            <a:extLst xmlns:a="http://schemas.openxmlformats.org/drawingml/2006/main">
              <a:ext uri="{FF2B5EF4-FFF2-40B4-BE49-F238E27FC236}">
                <a16:creationId xmlns:a16="http://schemas.microsoft.com/office/drawing/2014/main" id="{8659CA7B-B8FC-4CCC-8187-98AD7732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6125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77E8E"/>
          </a:solidFill>
          <a:ln xmlns:a="http://schemas.openxmlformats.org/drawingml/2006/main" w="3518">
            <a:solidFill>
              <a:srgbClr val="277E8E"/>
            </a:solidFill>
            <a:prstDash val="solid"/>
          </a:ln>
        </p:spPr>
      </p:sp>
      <p:sp>
        <p:nvSpPr>
          <p:cNvPr id="2566" name="data_2565">
            <a:extLst xmlns:a="http://schemas.openxmlformats.org/drawingml/2006/main">
              <a:ext uri="{FF2B5EF4-FFF2-40B4-BE49-F238E27FC236}">
                <a16:creationId xmlns:a16="http://schemas.microsoft.com/office/drawing/2014/main" id="{108E1879-1C2B-41BF-A3F9-934AE4880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4987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87D8E"/>
          </a:solidFill>
          <a:ln xmlns:a="http://schemas.openxmlformats.org/drawingml/2006/main" w="3518">
            <a:solidFill>
              <a:srgbClr val="287D8E"/>
            </a:solidFill>
            <a:prstDash val="solid"/>
          </a:ln>
        </p:spPr>
      </p:sp>
      <p:sp>
        <p:nvSpPr>
          <p:cNvPr id="2567" name="data_2566">
            <a:extLst xmlns:a="http://schemas.openxmlformats.org/drawingml/2006/main">
              <a:ext uri="{FF2B5EF4-FFF2-40B4-BE49-F238E27FC236}">
                <a16:creationId xmlns:a16="http://schemas.microsoft.com/office/drawing/2014/main" id="{8DB2B102-BD3C-4D68-BAC2-81A9B7E6D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3849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87C8E"/>
          </a:solidFill>
          <a:ln xmlns:a="http://schemas.openxmlformats.org/drawingml/2006/main" w="3518">
            <a:solidFill>
              <a:srgbClr val="287C8E"/>
            </a:solidFill>
            <a:prstDash val="solid"/>
          </a:ln>
        </p:spPr>
      </p:sp>
      <p:sp>
        <p:nvSpPr>
          <p:cNvPr id="2568" name="data_2567">
            <a:extLst xmlns:a="http://schemas.openxmlformats.org/drawingml/2006/main">
              <a:ext uri="{FF2B5EF4-FFF2-40B4-BE49-F238E27FC236}">
                <a16:creationId xmlns:a16="http://schemas.microsoft.com/office/drawing/2014/main" id="{B21FE18F-5BCA-4A24-8D6E-F8C85E7A5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2710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97B8E"/>
          </a:solidFill>
          <a:ln xmlns:a="http://schemas.openxmlformats.org/drawingml/2006/main" w="3518">
            <a:solidFill>
              <a:srgbClr val="297B8E"/>
            </a:solidFill>
            <a:prstDash val="solid"/>
          </a:ln>
        </p:spPr>
      </p:sp>
      <p:sp>
        <p:nvSpPr>
          <p:cNvPr id="2569" name="data_2568">
            <a:extLst xmlns:a="http://schemas.openxmlformats.org/drawingml/2006/main">
              <a:ext uri="{FF2B5EF4-FFF2-40B4-BE49-F238E27FC236}">
                <a16:creationId xmlns:a16="http://schemas.microsoft.com/office/drawing/2014/main" id="{010FF422-03D4-46DA-8F74-E0E90A038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1572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97A8E"/>
          </a:solidFill>
          <a:ln xmlns:a="http://schemas.openxmlformats.org/drawingml/2006/main" w="3518">
            <a:solidFill>
              <a:srgbClr val="297A8E"/>
            </a:solidFill>
            <a:prstDash val="solid"/>
          </a:ln>
        </p:spPr>
      </p:sp>
      <p:sp>
        <p:nvSpPr>
          <p:cNvPr id="2570" name="data_2569">
            <a:extLst xmlns:a="http://schemas.openxmlformats.org/drawingml/2006/main">
              <a:ext uri="{FF2B5EF4-FFF2-40B4-BE49-F238E27FC236}">
                <a16:creationId xmlns:a16="http://schemas.microsoft.com/office/drawing/2014/main" id="{9E70BB40-8B99-4E01-A773-6DA9FAC98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80434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9798E"/>
          </a:solidFill>
          <a:ln xmlns:a="http://schemas.openxmlformats.org/drawingml/2006/main" w="3518">
            <a:solidFill>
              <a:srgbClr val="29798E"/>
            </a:solidFill>
            <a:prstDash val="solid"/>
          </a:ln>
        </p:spPr>
      </p:sp>
      <p:sp>
        <p:nvSpPr>
          <p:cNvPr id="2571" name="data_2570">
            <a:extLst xmlns:a="http://schemas.openxmlformats.org/drawingml/2006/main">
              <a:ext uri="{FF2B5EF4-FFF2-40B4-BE49-F238E27FC236}">
                <a16:creationId xmlns:a16="http://schemas.microsoft.com/office/drawing/2014/main" id="{B9DD84E9-D2E4-4247-9113-49BCAE43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9296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A788E"/>
          </a:solidFill>
          <a:ln xmlns:a="http://schemas.openxmlformats.org/drawingml/2006/main" w="3518">
            <a:solidFill>
              <a:srgbClr val="2A788E"/>
            </a:solidFill>
            <a:prstDash val="solid"/>
          </a:ln>
        </p:spPr>
      </p:sp>
      <p:sp>
        <p:nvSpPr>
          <p:cNvPr id="2572" name="data_2571">
            <a:extLst xmlns:a="http://schemas.openxmlformats.org/drawingml/2006/main">
              <a:ext uri="{FF2B5EF4-FFF2-40B4-BE49-F238E27FC236}">
                <a16:creationId xmlns:a16="http://schemas.microsoft.com/office/drawing/2014/main" id="{92B3560C-8836-49C2-B174-C922DC4A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8158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A778E"/>
          </a:solidFill>
          <a:ln xmlns:a="http://schemas.openxmlformats.org/drawingml/2006/main" w="3518">
            <a:solidFill>
              <a:srgbClr val="2A778E"/>
            </a:solidFill>
            <a:prstDash val="solid"/>
          </a:ln>
        </p:spPr>
      </p:sp>
      <p:sp>
        <p:nvSpPr>
          <p:cNvPr id="2573" name="data_2572">
            <a:extLst xmlns:a="http://schemas.openxmlformats.org/drawingml/2006/main">
              <a:ext uri="{FF2B5EF4-FFF2-40B4-BE49-F238E27FC236}">
                <a16:creationId xmlns:a16="http://schemas.microsoft.com/office/drawing/2014/main" id="{27DE1CD6-3A8C-4C4A-81A3-30D3544B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7020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A768E"/>
          </a:solidFill>
          <a:ln xmlns:a="http://schemas.openxmlformats.org/drawingml/2006/main" w="3518">
            <a:solidFill>
              <a:srgbClr val="2A768E"/>
            </a:solidFill>
            <a:prstDash val="solid"/>
          </a:ln>
        </p:spPr>
      </p:sp>
      <p:sp>
        <p:nvSpPr>
          <p:cNvPr id="2574" name="data_2573">
            <a:extLst xmlns:a="http://schemas.openxmlformats.org/drawingml/2006/main">
              <a:ext uri="{FF2B5EF4-FFF2-40B4-BE49-F238E27FC236}">
                <a16:creationId xmlns:a16="http://schemas.microsoft.com/office/drawing/2014/main" id="{D742C2E7-3EFA-4BA3-9473-2A52F386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5882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B758E"/>
          </a:solidFill>
          <a:ln xmlns:a="http://schemas.openxmlformats.org/drawingml/2006/main" w="3518">
            <a:solidFill>
              <a:srgbClr val="2B758E"/>
            </a:solidFill>
            <a:prstDash val="solid"/>
          </a:ln>
        </p:spPr>
      </p:sp>
      <p:sp>
        <p:nvSpPr>
          <p:cNvPr id="2575" name="data_2574">
            <a:extLst xmlns:a="http://schemas.openxmlformats.org/drawingml/2006/main">
              <a:ext uri="{FF2B5EF4-FFF2-40B4-BE49-F238E27FC236}">
                <a16:creationId xmlns:a16="http://schemas.microsoft.com/office/drawing/2014/main" id="{1D857598-A042-4489-8F90-DC1F14672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4744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B748E"/>
          </a:solidFill>
          <a:ln xmlns:a="http://schemas.openxmlformats.org/drawingml/2006/main" w="3518">
            <a:solidFill>
              <a:srgbClr val="2B748E"/>
            </a:solidFill>
            <a:prstDash val="solid"/>
          </a:ln>
        </p:spPr>
      </p:sp>
      <p:sp>
        <p:nvSpPr>
          <p:cNvPr id="2576" name="data_2575">
            <a:extLst xmlns:a="http://schemas.openxmlformats.org/drawingml/2006/main">
              <a:ext uri="{FF2B5EF4-FFF2-40B4-BE49-F238E27FC236}">
                <a16:creationId xmlns:a16="http://schemas.microsoft.com/office/drawing/2014/main" id="{A08DD911-B470-4ABC-AD8E-73533F64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3606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C738E"/>
          </a:solidFill>
          <a:ln xmlns:a="http://schemas.openxmlformats.org/drawingml/2006/main" w="3518">
            <a:solidFill>
              <a:srgbClr val="2C738E"/>
            </a:solidFill>
            <a:prstDash val="solid"/>
          </a:ln>
        </p:spPr>
      </p:sp>
      <p:sp>
        <p:nvSpPr>
          <p:cNvPr id="2577" name="data_2576">
            <a:extLst xmlns:a="http://schemas.openxmlformats.org/drawingml/2006/main">
              <a:ext uri="{FF2B5EF4-FFF2-40B4-BE49-F238E27FC236}">
                <a16:creationId xmlns:a16="http://schemas.microsoft.com/office/drawing/2014/main" id="{9555507C-9DA4-4F86-BD1A-E22E53336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2467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C728E"/>
          </a:solidFill>
          <a:ln xmlns:a="http://schemas.openxmlformats.org/drawingml/2006/main" w="3518">
            <a:solidFill>
              <a:srgbClr val="2C728E"/>
            </a:solidFill>
            <a:prstDash val="solid"/>
          </a:ln>
        </p:spPr>
      </p:sp>
      <p:sp>
        <p:nvSpPr>
          <p:cNvPr id="2578" name="data_2577">
            <a:extLst xmlns:a="http://schemas.openxmlformats.org/drawingml/2006/main">
              <a:ext uri="{FF2B5EF4-FFF2-40B4-BE49-F238E27FC236}">
                <a16:creationId xmlns:a16="http://schemas.microsoft.com/office/drawing/2014/main" id="{5DC7519E-8CFD-4D8C-B406-B6F15319A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1329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C718E"/>
          </a:solidFill>
          <a:ln xmlns:a="http://schemas.openxmlformats.org/drawingml/2006/main" w="3518">
            <a:solidFill>
              <a:srgbClr val="2C718E"/>
            </a:solidFill>
            <a:prstDash val="solid"/>
          </a:ln>
        </p:spPr>
      </p:sp>
      <p:sp>
        <p:nvSpPr>
          <p:cNvPr id="2579" name="data_2578">
            <a:extLst xmlns:a="http://schemas.openxmlformats.org/drawingml/2006/main">
              <a:ext uri="{FF2B5EF4-FFF2-40B4-BE49-F238E27FC236}">
                <a16:creationId xmlns:a16="http://schemas.microsoft.com/office/drawing/2014/main" id="{5158DAAE-C1E5-4963-BEC3-CED89959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70191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D718E"/>
          </a:solidFill>
          <a:ln xmlns:a="http://schemas.openxmlformats.org/drawingml/2006/main" w="3518">
            <a:solidFill>
              <a:srgbClr val="2D718E"/>
            </a:solidFill>
            <a:prstDash val="solid"/>
          </a:ln>
        </p:spPr>
      </p:sp>
      <p:sp>
        <p:nvSpPr>
          <p:cNvPr id="2580" name="data_2579">
            <a:extLst xmlns:a="http://schemas.openxmlformats.org/drawingml/2006/main">
              <a:ext uri="{FF2B5EF4-FFF2-40B4-BE49-F238E27FC236}">
                <a16:creationId xmlns:a16="http://schemas.microsoft.com/office/drawing/2014/main" id="{397B2E0A-996C-4934-A006-0482F93DB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69053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D708E"/>
          </a:solidFill>
          <a:ln xmlns:a="http://schemas.openxmlformats.org/drawingml/2006/main" w="3518">
            <a:solidFill>
              <a:srgbClr val="2D708E"/>
            </a:solidFill>
            <a:prstDash val="solid"/>
          </a:ln>
        </p:spPr>
      </p:sp>
      <p:sp>
        <p:nvSpPr>
          <p:cNvPr id="2581" name="data_2580">
            <a:extLst xmlns:a="http://schemas.openxmlformats.org/drawingml/2006/main">
              <a:ext uri="{FF2B5EF4-FFF2-40B4-BE49-F238E27FC236}">
                <a16:creationId xmlns:a16="http://schemas.microsoft.com/office/drawing/2014/main" id="{0ED0C49D-EE12-4746-B5F8-4850F4A1C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67915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E6F8E"/>
          </a:solidFill>
          <a:ln xmlns:a="http://schemas.openxmlformats.org/drawingml/2006/main" w="3518">
            <a:solidFill>
              <a:srgbClr val="2E6F8E"/>
            </a:solidFill>
            <a:prstDash val="solid"/>
          </a:ln>
        </p:spPr>
      </p:sp>
      <p:sp>
        <p:nvSpPr>
          <p:cNvPr id="2582" name="data_2581">
            <a:extLst xmlns:a="http://schemas.openxmlformats.org/drawingml/2006/main">
              <a:ext uri="{FF2B5EF4-FFF2-40B4-BE49-F238E27FC236}">
                <a16:creationId xmlns:a16="http://schemas.microsoft.com/office/drawing/2014/main" id="{047B1A12-03C9-4D75-A8BF-C89427B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66777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E6E8E"/>
          </a:solidFill>
          <a:ln xmlns:a="http://schemas.openxmlformats.org/drawingml/2006/main" w="3518">
            <a:solidFill>
              <a:srgbClr val="2E6E8E"/>
            </a:solidFill>
            <a:prstDash val="solid"/>
          </a:ln>
        </p:spPr>
      </p:sp>
      <p:sp>
        <p:nvSpPr>
          <p:cNvPr id="2583" name="data_2582">
            <a:extLst xmlns:a="http://schemas.openxmlformats.org/drawingml/2006/main">
              <a:ext uri="{FF2B5EF4-FFF2-40B4-BE49-F238E27FC236}">
                <a16:creationId xmlns:a16="http://schemas.microsoft.com/office/drawing/2014/main" id="{28F269B9-31C3-4FF9-8718-DF37F01F3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65639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E6D8E"/>
          </a:solidFill>
          <a:ln xmlns:a="http://schemas.openxmlformats.org/drawingml/2006/main" w="3518">
            <a:solidFill>
              <a:srgbClr val="2E6D8E"/>
            </a:solidFill>
            <a:prstDash val="solid"/>
          </a:ln>
        </p:spPr>
      </p:sp>
      <p:sp>
        <p:nvSpPr>
          <p:cNvPr id="2584" name="data_2583">
            <a:extLst xmlns:a="http://schemas.openxmlformats.org/drawingml/2006/main">
              <a:ext uri="{FF2B5EF4-FFF2-40B4-BE49-F238E27FC236}">
                <a16:creationId xmlns:a16="http://schemas.microsoft.com/office/drawing/2014/main" id="{92F0124A-5C2C-4415-A2AA-6110BA01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64501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F6C8E"/>
          </a:solidFill>
          <a:ln xmlns:a="http://schemas.openxmlformats.org/drawingml/2006/main" w="3518">
            <a:solidFill>
              <a:srgbClr val="2F6C8E"/>
            </a:solidFill>
            <a:prstDash val="solid"/>
          </a:ln>
        </p:spPr>
      </p:sp>
      <p:sp>
        <p:nvSpPr>
          <p:cNvPr id="2585" name="data_2584">
            <a:extLst xmlns:a="http://schemas.openxmlformats.org/drawingml/2006/main">
              <a:ext uri="{FF2B5EF4-FFF2-40B4-BE49-F238E27FC236}">
                <a16:creationId xmlns:a16="http://schemas.microsoft.com/office/drawing/2014/main" id="{82C0D380-85BB-484C-B062-7DEDAB595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63363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2F6B8E"/>
          </a:solidFill>
          <a:ln xmlns:a="http://schemas.openxmlformats.org/drawingml/2006/main" w="3518">
            <a:solidFill>
              <a:srgbClr val="2F6B8E"/>
            </a:solidFill>
            <a:prstDash val="solid"/>
          </a:ln>
        </p:spPr>
      </p:sp>
      <p:sp>
        <p:nvSpPr>
          <p:cNvPr id="2586" name="data_2585">
            <a:extLst xmlns:a="http://schemas.openxmlformats.org/drawingml/2006/main">
              <a:ext uri="{FF2B5EF4-FFF2-40B4-BE49-F238E27FC236}">
                <a16:creationId xmlns:a16="http://schemas.microsoft.com/office/drawing/2014/main" id="{38181119-F8E7-4537-9B89-14A6E4E8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62225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06A8E"/>
          </a:solidFill>
          <a:ln xmlns:a="http://schemas.openxmlformats.org/drawingml/2006/main" w="3518">
            <a:solidFill>
              <a:srgbClr val="306A8E"/>
            </a:solidFill>
            <a:prstDash val="solid"/>
          </a:ln>
        </p:spPr>
      </p:sp>
      <p:sp>
        <p:nvSpPr>
          <p:cNvPr id="2587" name="data_2586">
            <a:extLst xmlns:a="http://schemas.openxmlformats.org/drawingml/2006/main">
              <a:ext uri="{FF2B5EF4-FFF2-40B4-BE49-F238E27FC236}">
                <a16:creationId xmlns:a16="http://schemas.microsoft.com/office/drawing/2014/main" id="{2D48738B-0DCA-42C8-A229-E9E29615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61086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0698E"/>
          </a:solidFill>
          <a:ln xmlns:a="http://schemas.openxmlformats.org/drawingml/2006/main" w="3518">
            <a:solidFill>
              <a:srgbClr val="30698E"/>
            </a:solidFill>
            <a:prstDash val="solid"/>
          </a:ln>
        </p:spPr>
      </p:sp>
      <p:sp>
        <p:nvSpPr>
          <p:cNvPr id="2588" name="data_2587">
            <a:extLst xmlns:a="http://schemas.openxmlformats.org/drawingml/2006/main">
              <a:ext uri="{FF2B5EF4-FFF2-40B4-BE49-F238E27FC236}">
                <a16:creationId xmlns:a16="http://schemas.microsoft.com/office/drawing/2014/main" id="{D26C9A2B-5C26-4643-8902-92E1C4FB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9948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1688E"/>
          </a:solidFill>
          <a:ln xmlns:a="http://schemas.openxmlformats.org/drawingml/2006/main" w="3518">
            <a:solidFill>
              <a:srgbClr val="31688E"/>
            </a:solidFill>
            <a:prstDash val="solid"/>
          </a:ln>
        </p:spPr>
      </p:sp>
      <p:sp>
        <p:nvSpPr>
          <p:cNvPr id="2589" name="data_2588">
            <a:extLst xmlns:a="http://schemas.openxmlformats.org/drawingml/2006/main">
              <a:ext uri="{FF2B5EF4-FFF2-40B4-BE49-F238E27FC236}">
                <a16:creationId xmlns:a16="http://schemas.microsoft.com/office/drawing/2014/main" id="{79760F0F-181D-47B9-908D-4868DD28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8810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1678E"/>
          </a:solidFill>
          <a:ln xmlns:a="http://schemas.openxmlformats.org/drawingml/2006/main" w="3518">
            <a:solidFill>
              <a:srgbClr val="31678E"/>
            </a:solidFill>
            <a:prstDash val="solid"/>
          </a:ln>
        </p:spPr>
      </p:sp>
      <p:sp>
        <p:nvSpPr>
          <p:cNvPr id="2590" name="data_2589">
            <a:extLst xmlns:a="http://schemas.openxmlformats.org/drawingml/2006/main">
              <a:ext uri="{FF2B5EF4-FFF2-40B4-BE49-F238E27FC236}">
                <a16:creationId xmlns:a16="http://schemas.microsoft.com/office/drawing/2014/main" id="{4872BDCD-DF9C-4476-A5F5-B19B9425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7672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1668E"/>
          </a:solidFill>
          <a:ln xmlns:a="http://schemas.openxmlformats.org/drawingml/2006/main" w="3518">
            <a:solidFill>
              <a:srgbClr val="31668E"/>
            </a:solidFill>
            <a:prstDash val="solid"/>
          </a:ln>
        </p:spPr>
      </p:sp>
      <p:sp>
        <p:nvSpPr>
          <p:cNvPr id="2591" name="data_2590">
            <a:extLst xmlns:a="http://schemas.openxmlformats.org/drawingml/2006/main">
              <a:ext uri="{FF2B5EF4-FFF2-40B4-BE49-F238E27FC236}">
                <a16:creationId xmlns:a16="http://schemas.microsoft.com/office/drawing/2014/main" id="{C515B7B9-97FD-4422-8853-00B637F40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6534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2658E"/>
          </a:solidFill>
          <a:ln xmlns:a="http://schemas.openxmlformats.org/drawingml/2006/main" w="3518">
            <a:solidFill>
              <a:srgbClr val="32658E"/>
            </a:solidFill>
            <a:prstDash val="solid"/>
          </a:ln>
        </p:spPr>
      </p:sp>
      <p:sp>
        <p:nvSpPr>
          <p:cNvPr id="2592" name="data_2591">
            <a:extLst xmlns:a="http://schemas.openxmlformats.org/drawingml/2006/main">
              <a:ext uri="{FF2B5EF4-FFF2-40B4-BE49-F238E27FC236}">
                <a16:creationId xmlns:a16="http://schemas.microsoft.com/office/drawing/2014/main" id="{FE44DCE0-753D-45CF-8D32-6F6243B76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5396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2648E"/>
          </a:solidFill>
          <a:ln xmlns:a="http://schemas.openxmlformats.org/drawingml/2006/main" w="3518">
            <a:solidFill>
              <a:srgbClr val="32648E"/>
            </a:solidFill>
            <a:prstDash val="solid"/>
          </a:ln>
        </p:spPr>
      </p:sp>
      <p:sp>
        <p:nvSpPr>
          <p:cNvPr id="2593" name="data_2592">
            <a:extLst xmlns:a="http://schemas.openxmlformats.org/drawingml/2006/main">
              <a:ext uri="{FF2B5EF4-FFF2-40B4-BE49-F238E27FC236}">
                <a16:creationId xmlns:a16="http://schemas.microsoft.com/office/drawing/2014/main" id="{F4FCB546-05F7-436A-A962-FA2140E71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4258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3638D"/>
          </a:solidFill>
          <a:ln xmlns:a="http://schemas.openxmlformats.org/drawingml/2006/main" w="3518">
            <a:solidFill>
              <a:srgbClr val="33638D"/>
            </a:solidFill>
            <a:prstDash val="solid"/>
          </a:ln>
        </p:spPr>
      </p:sp>
      <p:sp>
        <p:nvSpPr>
          <p:cNvPr id="2594" name="data_2593">
            <a:extLst xmlns:a="http://schemas.openxmlformats.org/drawingml/2006/main">
              <a:ext uri="{FF2B5EF4-FFF2-40B4-BE49-F238E27FC236}">
                <a16:creationId xmlns:a16="http://schemas.microsoft.com/office/drawing/2014/main" id="{76806E5F-9F6C-4C69-B4D7-3ED10F4D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3120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3628D"/>
          </a:solidFill>
          <a:ln xmlns:a="http://schemas.openxmlformats.org/drawingml/2006/main" w="3518">
            <a:solidFill>
              <a:srgbClr val="33628D"/>
            </a:solidFill>
            <a:prstDash val="solid"/>
          </a:ln>
        </p:spPr>
      </p:sp>
      <p:sp>
        <p:nvSpPr>
          <p:cNvPr id="2595" name="data_2594">
            <a:extLst xmlns:a="http://schemas.openxmlformats.org/drawingml/2006/main">
              <a:ext uri="{FF2B5EF4-FFF2-40B4-BE49-F238E27FC236}">
                <a16:creationId xmlns:a16="http://schemas.microsoft.com/office/drawing/2014/main" id="{DEE8A9AC-5A50-4BC7-BFB0-749287B57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1982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4618D"/>
          </a:solidFill>
          <a:ln xmlns:a="http://schemas.openxmlformats.org/drawingml/2006/main" w="3518">
            <a:solidFill>
              <a:srgbClr val="34618D"/>
            </a:solidFill>
            <a:prstDash val="solid"/>
          </a:ln>
        </p:spPr>
      </p:sp>
      <p:sp>
        <p:nvSpPr>
          <p:cNvPr id="2596" name="data_2595">
            <a:extLst xmlns:a="http://schemas.openxmlformats.org/drawingml/2006/main">
              <a:ext uri="{FF2B5EF4-FFF2-40B4-BE49-F238E27FC236}">
                <a16:creationId xmlns:a16="http://schemas.microsoft.com/office/drawing/2014/main" id="{F450E9EC-DDE3-4BC9-9350-20F04F58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50843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4608D"/>
          </a:solidFill>
          <a:ln xmlns:a="http://schemas.openxmlformats.org/drawingml/2006/main" w="3518">
            <a:solidFill>
              <a:srgbClr val="34608D"/>
            </a:solidFill>
            <a:prstDash val="solid"/>
          </a:ln>
        </p:spPr>
      </p:sp>
      <p:sp>
        <p:nvSpPr>
          <p:cNvPr id="2597" name="data_2596">
            <a:extLst xmlns:a="http://schemas.openxmlformats.org/drawingml/2006/main">
              <a:ext uri="{FF2B5EF4-FFF2-40B4-BE49-F238E27FC236}">
                <a16:creationId xmlns:a16="http://schemas.microsoft.com/office/drawing/2014/main" id="{BE043F21-401B-4F1D-8E1C-DED2FF35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9705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55F8D"/>
          </a:solidFill>
          <a:ln xmlns:a="http://schemas.openxmlformats.org/drawingml/2006/main" w="3518">
            <a:solidFill>
              <a:srgbClr val="355F8D"/>
            </a:solidFill>
            <a:prstDash val="solid"/>
          </a:ln>
        </p:spPr>
      </p:sp>
      <p:sp>
        <p:nvSpPr>
          <p:cNvPr id="2598" name="data_2597">
            <a:extLst xmlns:a="http://schemas.openxmlformats.org/drawingml/2006/main">
              <a:ext uri="{FF2B5EF4-FFF2-40B4-BE49-F238E27FC236}">
                <a16:creationId xmlns:a16="http://schemas.microsoft.com/office/drawing/2014/main" id="{EFB0BC32-BD83-4739-8464-1FBB708D2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8567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55E8D"/>
          </a:solidFill>
          <a:ln xmlns:a="http://schemas.openxmlformats.org/drawingml/2006/main" w="3518">
            <a:solidFill>
              <a:srgbClr val="355E8D"/>
            </a:solidFill>
            <a:prstDash val="solid"/>
          </a:ln>
        </p:spPr>
      </p:sp>
      <p:sp>
        <p:nvSpPr>
          <p:cNvPr id="2599" name="data_2598">
            <a:extLst xmlns:a="http://schemas.openxmlformats.org/drawingml/2006/main">
              <a:ext uri="{FF2B5EF4-FFF2-40B4-BE49-F238E27FC236}">
                <a16:creationId xmlns:a16="http://schemas.microsoft.com/office/drawing/2014/main" id="{ECA3ACCC-E0E4-425C-8278-A7D7EBE5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7429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65D8D"/>
          </a:solidFill>
          <a:ln xmlns:a="http://schemas.openxmlformats.org/drawingml/2006/main" w="3518">
            <a:solidFill>
              <a:srgbClr val="365D8D"/>
            </a:solidFill>
            <a:prstDash val="solid"/>
          </a:ln>
        </p:spPr>
      </p:sp>
      <p:sp>
        <p:nvSpPr>
          <p:cNvPr id="2600" name="data_2599">
            <a:extLst xmlns:a="http://schemas.openxmlformats.org/drawingml/2006/main">
              <a:ext uri="{FF2B5EF4-FFF2-40B4-BE49-F238E27FC236}">
                <a16:creationId xmlns:a16="http://schemas.microsoft.com/office/drawing/2014/main" id="{830405BB-1525-4815-9424-04CEC5574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6291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65C8D"/>
          </a:solidFill>
          <a:ln xmlns:a="http://schemas.openxmlformats.org/drawingml/2006/main" w="3518">
            <a:solidFill>
              <a:srgbClr val="365C8D"/>
            </a:solidFill>
            <a:prstDash val="solid"/>
          </a:ln>
        </p:spPr>
      </p:sp>
      <p:sp>
        <p:nvSpPr>
          <p:cNvPr id="2601" name="data_2600">
            <a:extLst xmlns:a="http://schemas.openxmlformats.org/drawingml/2006/main">
              <a:ext uri="{FF2B5EF4-FFF2-40B4-BE49-F238E27FC236}">
                <a16:creationId xmlns:a16="http://schemas.microsoft.com/office/drawing/2014/main" id="{737DC8C3-5780-4013-A2C1-52CB704ED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5153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75B8D"/>
          </a:solidFill>
          <a:ln xmlns:a="http://schemas.openxmlformats.org/drawingml/2006/main" w="3518">
            <a:solidFill>
              <a:srgbClr val="375B8D"/>
            </a:solidFill>
            <a:prstDash val="solid"/>
          </a:ln>
        </p:spPr>
      </p:sp>
      <p:sp>
        <p:nvSpPr>
          <p:cNvPr id="2602" name="data_2601">
            <a:extLst xmlns:a="http://schemas.openxmlformats.org/drawingml/2006/main">
              <a:ext uri="{FF2B5EF4-FFF2-40B4-BE49-F238E27FC236}">
                <a16:creationId xmlns:a16="http://schemas.microsoft.com/office/drawing/2014/main" id="{752F0D68-DF99-40E4-9D92-815417524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4015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75A8C"/>
          </a:solidFill>
          <a:ln xmlns:a="http://schemas.openxmlformats.org/drawingml/2006/main" w="3518">
            <a:solidFill>
              <a:srgbClr val="375A8C"/>
            </a:solidFill>
            <a:prstDash val="solid"/>
          </a:ln>
        </p:spPr>
      </p:sp>
      <p:sp>
        <p:nvSpPr>
          <p:cNvPr id="2603" name="data_2602">
            <a:extLst xmlns:a="http://schemas.openxmlformats.org/drawingml/2006/main">
              <a:ext uri="{FF2B5EF4-FFF2-40B4-BE49-F238E27FC236}">
                <a16:creationId xmlns:a16="http://schemas.microsoft.com/office/drawing/2014/main" id="{C73F6A28-2F39-4E73-BE9B-86243162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2877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8598C"/>
          </a:solidFill>
          <a:ln xmlns:a="http://schemas.openxmlformats.org/drawingml/2006/main" w="3518">
            <a:solidFill>
              <a:srgbClr val="38598C"/>
            </a:solidFill>
            <a:prstDash val="solid"/>
          </a:ln>
        </p:spPr>
      </p:sp>
      <p:sp>
        <p:nvSpPr>
          <p:cNvPr id="2604" name="data_2603">
            <a:extLst xmlns:a="http://schemas.openxmlformats.org/drawingml/2006/main">
              <a:ext uri="{FF2B5EF4-FFF2-40B4-BE49-F238E27FC236}">
                <a16:creationId xmlns:a16="http://schemas.microsoft.com/office/drawing/2014/main" id="{38DB8C01-DF42-44EC-BC02-4D3F3624C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1739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8588C"/>
          </a:solidFill>
          <a:ln xmlns:a="http://schemas.openxmlformats.org/drawingml/2006/main" w="3518">
            <a:solidFill>
              <a:srgbClr val="38588C"/>
            </a:solidFill>
            <a:prstDash val="solid"/>
          </a:ln>
        </p:spPr>
      </p:sp>
      <p:sp>
        <p:nvSpPr>
          <p:cNvPr id="2605" name="data_2604">
            <a:extLst xmlns:a="http://schemas.openxmlformats.org/drawingml/2006/main">
              <a:ext uri="{FF2B5EF4-FFF2-40B4-BE49-F238E27FC236}">
                <a16:creationId xmlns:a16="http://schemas.microsoft.com/office/drawing/2014/main" id="{FC9794F7-7691-4EC6-962F-737E43AA6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40601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9568C"/>
          </a:solidFill>
          <a:ln xmlns:a="http://schemas.openxmlformats.org/drawingml/2006/main" w="3518">
            <a:solidFill>
              <a:srgbClr val="39568C"/>
            </a:solidFill>
            <a:prstDash val="solid"/>
          </a:ln>
        </p:spPr>
      </p:sp>
      <p:sp>
        <p:nvSpPr>
          <p:cNvPr id="2606" name="data_2605">
            <a:extLst xmlns:a="http://schemas.openxmlformats.org/drawingml/2006/main">
              <a:ext uri="{FF2B5EF4-FFF2-40B4-BE49-F238E27FC236}">
                <a16:creationId xmlns:a16="http://schemas.microsoft.com/office/drawing/2014/main" id="{6C22E72C-7D65-4741-AE21-344C0B4A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9462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9558C"/>
          </a:solidFill>
          <a:ln xmlns:a="http://schemas.openxmlformats.org/drawingml/2006/main" w="3518">
            <a:solidFill>
              <a:srgbClr val="39558C"/>
            </a:solidFill>
            <a:prstDash val="solid"/>
          </a:ln>
        </p:spPr>
      </p:sp>
      <p:sp>
        <p:nvSpPr>
          <p:cNvPr id="2607" name="data_2606">
            <a:extLst xmlns:a="http://schemas.openxmlformats.org/drawingml/2006/main">
              <a:ext uri="{FF2B5EF4-FFF2-40B4-BE49-F238E27FC236}">
                <a16:creationId xmlns:a16="http://schemas.microsoft.com/office/drawing/2014/main" id="{D265F4E7-34EC-4BCD-9494-0B27D30C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8324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A548C"/>
          </a:solidFill>
          <a:ln xmlns:a="http://schemas.openxmlformats.org/drawingml/2006/main" w="3518">
            <a:solidFill>
              <a:srgbClr val="3A548C"/>
            </a:solidFill>
            <a:prstDash val="solid"/>
          </a:ln>
        </p:spPr>
      </p:sp>
      <p:sp>
        <p:nvSpPr>
          <p:cNvPr id="2608" name="data_2607">
            <a:extLst xmlns:a="http://schemas.openxmlformats.org/drawingml/2006/main">
              <a:ext uri="{FF2B5EF4-FFF2-40B4-BE49-F238E27FC236}">
                <a16:creationId xmlns:a16="http://schemas.microsoft.com/office/drawing/2014/main" id="{4638CC2A-8348-4AB5-890F-AEF078656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7186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A538B"/>
          </a:solidFill>
          <a:ln xmlns:a="http://schemas.openxmlformats.org/drawingml/2006/main" w="3518">
            <a:solidFill>
              <a:srgbClr val="3A538B"/>
            </a:solidFill>
            <a:prstDash val="solid"/>
          </a:ln>
        </p:spPr>
      </p:sp>
      <p:sp>
        <p:nvSpPr>
          <p:cNvPr id="2609" name="data_2608">
            <a:extLst xmlns:a="http://schemas.openxmlformats.org/drawingml/2006/main">
              <a:ext uri="{FF2B5EF4-FFF2-40B4-BE49-F238E27FC236}">
                <a16:creationId xmlns:a16="http://schemas.microsoft.com/office/drawing/2014/main" id="{139EA8E3-02C5-4495-9D8B-F47C4C00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6048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B528B"/>
          </a:solidFill>
          <a:ln xmlns:a="http://schemas.openxmlformats.org/drawingml/2006/main" w="3518">
            <a:solidFill>
              <a:srgbClr val="3B528B"/>
            </a:solidFill>
            <a:prstDash val="solid"/>
          </a:ln>
        </p:spPr>
      </p:sp>
      <p:sp>
        <p:nvSpPr>
          <p:cNvPr id="2610" name="data_2609">
            <a:extLst xmlns:a="http://schemas.openxmlformats.org/drawingml/2006/main">
              <a:ext uri="{FF2B5EF4-FFF2-40B4-BE49-F238E27FC236}">
                <a16:creationId xmlns:a16="http://schemas.microsoft.com/office/drawing/2014/main" id="{7B07F580-658C-452A-BE2D-62D392978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4910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B518B"/>
          </a:solidFill>
          <a:ln xmlns:a="http://schemas.openxmlformats.org/drawingml/2006/main" w="3518">
            <a:solidFill>
              <a:srgbClr val="3B518B"/>
            </a:solidFill>
            <a:prstDash val="solid"/>
          </a:ln>
        </p:spPr>
      </p:sp>
      <p:sp>
        <p:nvSpPr>
          <p:cNvPr id="2611" name="data_2610">
            <a:extLst xmlns:a="http://schemas.openxmlformats.org/drawingml/2006/main">
              <a:ext uri="{FF2B5EF4-FFF2-40B4-BE49-F238E27FC236}">
                <a16:creationId xmlns:a16="http://schemas.microsoft.com/office/drawing/2014/main" id="{A7294ACE-ECE2-4F3D-BD0E-5E6034B22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3772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C508B"/>
          </a:solidFill>
          <a:ln xmlns:a="http://schemas.openxmlformats.org/drawingml/2006/main" w="3518">
            <a:solidFill>
              <a:srgbClr val="3C508B"/>
            </a:solidFill>
            <a:prstDash val="solid"/>
          </a:ln>
        </p:spPr>
      </p:sp>
      <p:sp>
        <p:nvSpPr>
          <p:cNvPr id="2612" name="data_2611">
            <a:extLst xmlns:a="http://schemas.openxmlformats.org/drawingml/2006/main">
              <a:ext uri="{FF2B5EF4-FFF2-40B4-BE49-F238E27FC236}">
                <a16:creationId xmlns:a16="http://schemas.microsoft.com/office/drawing/2014/main" id="{7204105D-879E-479C-854F-6A8D52C27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2634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C4F8A"/>
          </a:solidFill>
          <a:ln xmlns:a="http://schemas.openxmlformats.org/drawingml/2006/main" w="3518">
            <a:solidFill>
              <a:srgbClr val="3C4F8A"/>
            </a:solidFill>
            <a:prstDash val="solid"/>
          </a:ln>
        </p:spPr>
      </p:sp>
      <p:sp>
        <p:nvSpPr>
          <p:cNvPr id="2613" name="data_2612">
            <a:extLst xmlns:a="http://schemas.openxmlformats.org/drawingml/2006/main">
              <a:ext uri="{FF2B5EF4-FFF2-40B4-BE49-F238E27FC236}">
                <a16:creationId xmlns:a16="http://schemas.microsoft.com/office/drawing/2014/main" id="{DA0934A4-4B34-4625-8734-C65D2503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1496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D4E8A"/>
          </a:solidFill>
          <a:ln xmlns:a="http://schemas.openxmlformats.org/drawingml/2006/main" w="3518">
            <a:solidFill>
              <a:srgbClr val="3D4E8A"/>
            </a:solidFill>
            <a:prstDash val="solid"/>
          </a:ln>
        </p:spPr>
      </p:sp>
      <p:sp>
        <p:nvSpPr>
          <p:cNvPr id="2614" name="data_2613">
            <a:extLst xmlns:a="http://schemas.openxmlformats.org/drawingml/2006/main">
              <a:ext uri="{FF2B5EF4-FFF2-40B4-BE49-F238E27FC236}">
                <a16:creationId xmlns:a16="http://schemas.microsoft.com/office/drawing/2014/main" id="{BD710E00-EA59-43DD-B12C-643E5060F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30358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D4D8A"/>
          </a:solidFill>
          <a:ln xmlns:a="http://schemas.openxmlformats.org/drawingml/2006/main" w="3518">
            <a:solidFill>
              <a:srgbClr val="3D4D8A"/>
            </a:solidFill>
            <a:prstDash val="solid"/>
          </a:ln>
        </p:spPr>
      </p:sp>
      <p:sp>
        <p:nvSpPr>
          <p:cNvPr id="2615" name="data_2614">
            <a:extLst xmlns:a="http://schemas.openxmlformats.org/drawingml/2006/main">
              <a:ext uri="{FF2B5EF4-FFF2-40B4-BE49-F238E27FC236}">
                <a16:creationId xmlns:a16="http://schemas.microsoft.com/office/drawing/2014/main" id="{9F7DE643-29A2-4165-B9D1-5B1168C3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9219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E4C8A"/>
          </a:solidFill>
          <a:ln xmlns:a="http://schemas.openxmlformats.org/drawingml/2006/main" w="3518">
            <a:solidFill>
              <a:srgbClr val="3E4C8A"/>
            </a:solidFill>
            <a:prstDash val="solid"/>
          </a:ln>
        </p:spPr>
      </p:sp>
      <p:sp>
        <p:nvSpPr>
          <p:cNvPr id="2616" name="data_2615">
            <a:extLst xmlns:a="http://schemas.openxmlformats.org/drawingml/2006/main">
              <a:ext uri="{FF2B5EF4-FFF2-40B4-BE49-F238E27FC236}">
                <a16:creationId xmlns:a16="http://schemas.microsoft.com/office/drawing/2014/main" id="{0102191D-0358-4B15-9F73-F2A25323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8081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E4A89"/>
          </a:solidFill>
          <a:ln xmlns:a="http://schemas.openxmlformats.org/drawingml/2006/main" w="3518">
            <a:solidFill>
              <a:srgbClr val="3E4A89"/>
            </a:solidFill>
            <a:prstDash val="solid"/>
          </a:ln>
        </p:spPr>
      </p:sp>
      <p:sp>
        <p:nvSpPr>
          <p:cNvPr id="2617" name="data_2616">
            <a:extLst xmlns:a="http://schemas.openxmlformats.org/drawingml/2006/main">
              <a:ext uri="{FF2B5EF4-FFF2-40B4-BE49-F238E27FC236}">
                <a16:creationId xmlns:a16="http://schemas.microsoft.com/office/drawing/2014/main" id="{AC6FDBED-0FA0-46BA-8411-78B77D66D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6943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E4989"/>
          </a:solidFill>
          <a:ln xmlns:a="http://schemas.openxmlformats.org/drawingml/2006/main" w="3518">
            <a:solidFill>
              <a:srgbClr val="3E4989"/>
            </a:solidFill>
            <a:prstDash val="solid"/>
          </a:ln>
        </p:spPr>
      </p:sp>
      <p:sp>
        <p:nvSpPr>
          <p:cNvPr id="2618" name="data_2617">
            <a:extLst xmlns:a="http://schemas.openxmlformats.org/drawingml/2006/main">
              <a:ext uri="{FF2B5EF4-FFF2-40B4-BE49-F238E27FC236}">
                <a16:creationId xmlns:a16="http://schemas.microsoft.com/office/drawing/2014/main" id="{28D0382C-23C4-4B3A-9C53-6678DB94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5805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F4889"/>
          </a:solidFill>
          <a:ln xmlns:a="http://schemas.openxmlformats.org/drawingml/2006/main" w="3518">
            <a:solidFill>
              <a:srgbClr val="3F4889"/>
            </a:solidFill>
            <a:prstDash val="solid"/>
          </a:ln>
        </p:spPr>
      </p:sp>
      <p:sp>
        <p:nvSpPr>
          <p:cNvPr id="2619" name="data_2618">
            <a:extLst xmlns:a="http://schemas.openxmlformats.org/drawingml/2006/main">
              <a:ext uri="{FF2B5EF4-FFF2-40B4-BE49-F238E27FC236}">
                <a16:creationId xmlns:a16="http://schemas.microsoft.com/office/drawing/2014/main" id="{0CA56D8D-440F-474E-B5E9-3086D3EB3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4667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3F4788"/>
          </a:solidFill>
          <a:ln xmlns:a="http://schemas.openxmlformats.org/drawingml/2006/main" w="3518">
            <a:solidFill>
              <a:srgbClr val="3F4788"/>
            </a:solidFill>
            <a:prstDash val="solid"/>
          </a:ln>
        </p:spPr>
      </p:sp>
      <p:sp>
        <p:nvSpPr>
          <p:cNvPr id="2620" name="data_2619">
            <a:extLst xmlns:a="http://schemas.openxmlformats.org/drawingml/2006/main">
              <a:ext uri="{FF2B5EF4-FFF2-40B4-BE49-F238E27FC236}">
                <a16:creationId xmlns:a16="http://schemas.microsoft.com/office/drawing/2014/main" id="{C713B28F-BFD3-4130-92C9-7CFB857CF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3529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04688"/>
          </a:solidFill>
          <a:ln xmlns:a="http://schemas.openxmlformats.org/drawingml/2006/main" w="3518">
            <a:solidFill>
              <a:srgbClr val="404688"/>
            </a:solidFill>
            <a:prstDash val="solid"/>
          </a:ln>
        </p:spPr>
      </p:sp>
      <p:sp>
        <p:nvSpPr>
          <p:cNvPr id="2621" name="data_2620">
            <a:extLst xmlns:a="http://schemas.openxmlformats.org/drawingml/2006/main">
              <a:ext uri="{FF2B5EF4-FFF2-40B4-BE49-F238E27FC236}">
                <a16:creationId xmlns:a16="http://schemas.microsoft.com/office/drawing/2014/main" id="{1933B169-ED13-4406-9E6D-19FB13C5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2391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04588"/>
          </a:solidFill>
          <a:ln xmlns:a="http://schemas.openxmlformats.org/drawingml/2006/main" w="3518">
            <a:solidFill>
              <a:srgbClr val="404588"/>
            </a:solidFill>
            <a:prstDash val="solid"/>
          </a:ln>
        </p:spPr>
      </p:sp>
      <p:sp>
        <p:nvSpPr>
          <p:cNvPr id="2622" name="data_2621">
            <a:extLst xmlns:a="http://schemas.openxmlformats.org/drawingml/2006/main">
              <a:ext uri="{FF2B5EF4-FFF2-40B4-BE49-F238E27FC236}">
                <a16:creationId xmlns:a16="http://schemas.microsoft.com/office/drawing/2014/main" id="{E3C1924A-A0F7-48B8-8BAC-1AC66A02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1253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14487"/>
          </a:solidFill>
          <a:ln xmlns:a="http://schemas.openxmlformats.org/drawingml/2006/main" w="3518">
            <a:solidFill>
              <a:srgbClr val="414487"/>
            </a:solidFill>
            <a:prstDash val="solid"/>
          </a:ln>
        </p:spPr>
      </p:sp>
      <p:sp>
        <p:nvSpPr>
          <p:cNvPr id="2623" name="data_2622">
            <a:extLst xmlns:a="http://schemas.openxmlformats.org/drawingml/2006/main">
              <a:ext uri="{FF2B5EF4-FFF2-40B4-BE49-F238E27FC236}">
                <a16:creationId xmlns:a16="http://schemas.microsoft.com/office/drawing/2014/main" id="{5F4A7E6F-8B4E-4473-BFD4-793A0CBF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20115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14287"/>
          </a:solidFill>
          <a:ln xmlns:a="http://schemas.openxmlformats.org/drawingml/2006/main" w="3518">
            <a:solidFill>
              <a:srgbClr val="414287"/>
            </a:solidFill>
            <a:prstDash val="solid"/>
          </a:ln>
        </p:spPr>
      </p:sp>
      <p:sp>
        <p:nvSpPr>
          <p:cNvPr id="2624" name="data_2623">
            <a:extLst xmlns:a="http://schemas.openxmlformats.org/drawingml/2006/main">
              <a:ext uri="{FF2B5EF4-FFF2-40B4-BE49-F238E27FC236}">
                <a16:creationId xmlns:a16="http://schemas.microsoft.com/office/drawing/2014/main" id="{551AEA50-807B-44EC-9D27-5F756F013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18977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24186"/>
          </a:solidFill>
          <a:ln xmlns:a="http://schemas.openxmlformats.org/drawingml/2006/main" w="3518">
            <a:solidFill>
              <a:srgbClr val="424186"/>
            </a:solidFill>
            <a:prstDash val="solid"/>
          </a:ln>
        </p:spPr>
      </p:sp>
      <p:sp>
        <p:nvSpPr>
          <p:cNvPr id="2625" name="data_2624">
            <a:extLst xmlns:a="http://schemas.openxmlformats.org/drawingml/2006/main">
              <a:ext uri="{FF2B5EF4-FFF2-40B4-BE49-F238E27FC236}">
                <a16:creationId xmlns:a16="http://schemas.microsoft.com/office/drawing/2014/main" id="{A564CB0D-BDEF-4381-982A-D498D8AE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17838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24086"/>
          </a:solidFill>
          <a:ln xmlns:a="http://schemas.openxmlformats.org/drawingml/2006/main" w="3518">
            <a:solidFill>
              <a:srgbClr val="424086"/>
            </a:solidFill>
            <a:prstDash val="solid"/>
          </a:ln>
        </p:spPr>
      </p:sp>
      <p:sp>
        <p:nvSpPr>
          <p:cNvPr id="2626" name="data_2625">
            <a:extLst xmlns:a="http://schemas.openxmlformats.org/drawingml/2006/main">
              <a:ext uri="{FF2B5EF4-FFF2-40B4-BE49-F238E27FC236}">
                <a16:creationId xmlns:a16="http://schemas.microsoft.com/office/drawing/2014/main" id="{3D08A9FF-8A89-4944-8F43-D125ADB8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16700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23F85"/>
          </a:solidFill>
          <a:ln xmlns:a="http://schemas.openxmlformats.org/drawingml/2006/main" w="3518">
            <a:solidFill>
              <a:srgbClr val="423F85"/>
            </a:solidFill>
            <a:prstDash val="solid"/>
          </a:ln>
        </p:spPr>
      </p:sp>
      <p:sp>
        <p:nvSpPr>
          <p:cNvPr id="2627" name="data_2626">
            <a:extLst xmlns:a="http://schemas.openxmlformats.org/drawingml/2006/main">
              <a:ext uri="{FF2B5EF4-FFF2-40B4-BE49-F238E27FC236}">
                <a16:creationId xmlns:a16="http://schemas.microsoft.com/office/drawing/2014/main" id="{F23F7B61-02BF-4078-88D5-CE2FFF6F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15562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33E85"/>
          </a:solidFill>
          <a:ln xmlns:a="http://schemas.openxmlformats.org/drawingml/2006/main" w="3518">
            <a:solidFill>
              <a:srgbClr val="433E85"/>
            </a:solidFill>
            <a:prstDash val="solid"/>
          </a:ln>
        </p:spPr>
      </p:sp>
      <p:sp>
        <p:nvSpPr>
          <p:cNvPr id="2628" name="data_2627">
            <a:extLst xmlns:a="http://schemas.openxmlformats.org/drawingml/2006/main">
              <a:ext uri="{FF2B5EF4-FFF2-40B4-BE49-F238E27FC236}">
                <a16:creationId xmlns:a16="http://schemas.microsoft.com/office/drawing/2014/main" id="{FA32D4CE-1BC8-4F0E-8D8E-4D8AC9615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14424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33D84"/>
          </a:solidFill>
          <a:ln xmlns:a="http://schemas.openxmlformats.org/drawingml/2006/main" w="3518">
            <a:solidFill>
              <a:srgbClr val="433D84"/>
            </a:solidFill>
            <a:prstDash val="solid"/>
          </a:ln>
        </p:spPr>
      </p:sp>
      <p:sp>
        <p:nvSpPr>
          <p:cNvPr id="2629" name="data_2628">
            <a:extLst xmlns:a="http://schemas.openxmlformats.org/drawingml/2006/main">
              <a:ext uri="{FF2B5EF4-FFF2-40B4-BE49-F238E27FC236}">
                <a16:creationId xmlns:a16="http://schemas.microsoft.com/office/drawing/2014/main" id="{1BA2042F-D3D5-4AC6-9EBA-E852F191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13286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3B84"/>
          </a:solidFill>
          <a:ln xmlns:a="http://schemas.openxmlformats.org/drawingml/2006/main" w="3518">
            <a:solidFill>
              <a:srgbClr val="443B84"/>
            </a:solidFill>
            <a:prstDash val="solid"/>
          </a:ln>
        </p:spPr>
      </p:sp>
      <p:sp>
        <p:nvSpPr>
          <p:cNvPr id="2630" name="data_2629">
            <a:extLst xmlns:a="http://schemas.openxmlformats.org/drawingml/2006/main">
              <a:ext uri="{FF2B5EF4-FFF2-40B4-BE49-F238E27FC236}">
                <a16:creationId xmlns:a16="http://schemas.microsoft.com/office/drawing/2014/main" id="{1B49B81E-C1DD-496D-B6D2-B947DEC4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12148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3A83"/>
          </a:solidFill>
          <a:ln xmlns:a="http://schemas.openxmlformats.org/drawingml/2006/main" w="3518">
            <a:solidFill>
              <a:srgbClr val="443A83"/>
            </a:solidFill>
            <a:prstDash val="solid"/>
          </a:ln>
        </p:spPr>
      </p:sp>
      <p:sp>
        <p:nvSpPr>
          <p:cNvPr id="2631" name="data_2630">
            <a:extLst xmlns:a="http://schemas.openxmlformats.org/drawingml/2006/main">
              <a:ext uri="{FF2B5EF4-FFF2-40B4-BE49-F238E27FC236}">
                <a16:creationId xmlns:a16="http://schemas.microsoft.com/office/drawing/2014/main" id="{9799D33A-5146-4D64-94F2-BF11C831C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11010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3983"/>
          </a:solidFill>
          <a:ln xmlns:a="http://schemas.openxmlformats.org/drawingml/2006/main" w="3518">
            <a:solidFill>
              <a:srgbClr val="443983"/>
            </a:solidFill>
            <a:prstDash val="solid"/>
          </a:ln>
        </p:spPr>
      </p:sp>
      <p:sp>
        <p:nvSpPr>
          <p:cNvPr id="2632" name="data_2631">
            <a:extLst xmlns:a="http://schemas.openxmlformats.org/drawingml/2006/main">
              <a:ext uri="{FF2B5EF4-FFF2-40B4-BE49-F238E27FC236}">
                <a16:creationId xmlns:a16="http://schemas.microsoft.com/office/drawing/2014/main" id="{1F5D47A4-9297-41CF-93CC-408ABD550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9872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3882"/>
          </a:solidFill>
          <a:ln xmlns:a="http://schemas.openxmlformats.org/drawingml/2006/main" w="3518">
            <a:solidFill>
              <a:srgbClr val="453882"/>
            </a:solidFill>
            <a:prstDash val="solid"/>
          </a:ln>
        </p:spPr>
      </p:sp>
      <p:sp>
        <p:nvSpPr>
          <p:cNvPr id="2633" name="data_2632">
            <a:extLst xmlns:a="http://schemas.openxmlformats.org/drawingml/2006/main">
              <a:ext uri="{FF2B5EF4-FFF2-40B4-BE49-F238E27FC236}">
                <a16:creationId xmlns:a16="http://schemas.microsoft.com/office/drawing/2014/main" id="{71C06E58-C5A1-4371-90A8-D14BD71B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8734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3781"/>
          </a:solidFill>
          <a:ln xmlns:a="http://schemas.openxmlformats.org/drawingml/2006/main" w="3518">
            <a:solidFill>
              <a:srgbClr val="453781"/>
            </a:solidFill>
            <a:prstDash val="solid"/>
          </a:ln>
        </p:spPr>
      </p:sp>
      <p:sp>
        <p:nvSpPr>
          <p:cNvPr id="2634" name="data_2633">
            <a:extLst xmlns:a="http://schemas.openxmlformats.org/drawingml/2006/main">
              <a:ext uri="{FF2B5EF4-FFF2-40B4-BE49-F238E27FC236}">
                <a16:creationId xmlns:a16="http://schemas.microsoft.com/office/drawing/2014/main" id="{D29AE3EC-5276-4E78-ADB9-CC1AB6993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7595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3581"/>
          </a:solidFill>
          <a:ln xmlns:a="http://schemas.openxmlformats.org/drawingml/2006/main" w="3518">
            <a:solidFill>
              <a:srgbClr val="453581"/>
            </a:solidFill>
            <a:prstDash val="solid"/>
          </a:ln>
        </p:spPr>
      </p:sp>
      <p:sp>
        <p:nvSpPr>
          <p:cNvPr id="2635" name="data_2634">
            <a:extLst xmlns:a="http://schemas.openxmlformats.org/drawingml/2006/main">
              <a:ext uri="{FF2B5EF4-FFF2-40B4-BE49-F238E27FC236}">
                <a16:creationId xmlns:a16="http://schemas.microsoft.com/office/drawing/2014/main" id="{B0A7E010-357B-4592-AD21-A63341535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6457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3480"/>
          </a:solidFill>
          <a:ln xmlns:a="http://schemas.openxmlformats.org/drawingml/2006/main" w="3518">
            <a:solidFill>
              <a:srgbClr val="463480"/>
            </a:solidFill>
            <a:prstDash val="solid"/>
          </a:ln>
        </p:spPr>
      </p:sp>
      <p:sp>
        <p:nvSpPr>
          <p:cNvPr id="2636" name="data_2635">
            <a:extLst xmlns:a="http://schemas.openxmlformats.org/drawingml/2006/main">
              <a:ext uri="{FF2B5EF4-FFF2-40B4-BE49-F238E27FC236}">
                <a16:creationId xmlns:a16="http://schemas.microsoft.com/office/drawing/2014/main" id="{57855BB2-F24D-4B41-8A37-3E8E1098B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5319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337F"/>
          </a:solidFill>
          <a:ln xmlns:a="http://schemas.openxmlformats.org/drawingml/2006/main" w="3518">
            <a:solidFill>
              <a:srgbClr val="46337F"/>
            </a:solidFill>
            <a:prstDash val="solid"/>
          </a:ln>
        </p:spPr>
      </p:sp>
      <p:sp>
        <p:nvSpPr>
          <p:cNvPr id="2637" name="data_2636">
            <a:extLst xmlns:a="http://schemas.openxmlformats.org/drawingml/2006/main">
              <a:ext uri="{FF2B5EF4-FFF2-40B4-BE49-F238E27FC236}">
                <a16:creationId xmlns:a16="http://schemas.microsoft.com/office/drawing/2014/main" id="{062AB7CD-1560-418D-92F0-CE20B26CA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4181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327E"/>
          </a:solidFill>
          <a:ln xmlns:a="http://schemas.openxmlformats.org/drawingml/2006/main" w="3518">
            <a:solidFill>
              <a:srgbClr val="46327E"/>
            </a:solidFill>
            <a:prstDash val="solid"/>
          </a:ln>
        </p:spPr>
      </p:sp>
      <p:sp>
        <p:nvSpPr>
          <p:cNvPr id="2638" name="data_2637">
            <a:extLst xmlns:a="http://schemas.openxmlformats.org/drawingml/2006/main">
              <a:ext uri="{FF2B5EF4-FFF2-40B4-BE49-F238E27FC236}">
                <a16:creationId xmlns:a16="http://schemas.microsoft.com/office/drawing/2014/main" id="{28FC050F-6C60-4830-B9E9-F8AF470BE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3043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307E"/>
          </a:solidFill>
          <a:ln xmlns:a="http://schemas.openxmlformats.org/drawingml/2006/main" w="3518">
            <a:solidFill>
              <a:srgbClr val="46307E"/>
            </a:solidFill>
            <a:prstDash val="solid"/>
          </a:ln>
        </p:spPr>
      </p:sp>
      <p:sp>
        <p:nvSpPr>
          <p:cNvPr id="2639" name="data_2638">
            <a:extLst xmlns:a="http://schemas.openxmlformats.org/drawingml/2006/main">
              <a:ext uri="{FF2B5EF4-FFF2-40B4-BE49-F238E27FC236}">
                <a16:creationId xmlns:a16="http://schemas.microsoft.com/office/drawing/2014/main" id="{4341FD02-151C-4F19-8C5C-058CA962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1905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F7D"/>
          </a:solidFill>
          <a:ln xmlns:a="http://schemas.openxmlformats.org/drawingml/2006/main" w="3518">
            <a:solidFill>
              <a:srgbClr val="472F7D"/>
            </a:solidFill>
            <a:prstDash val="solid"/>
          </a:ln>
        </p:spPr>
      </p:sp>
      <p:sp>
        <p:nvSpPr>
          <p:cNvPr id="2640" name="data_2639">
            <a:extLst xmlns:a="http://schemas.openxmlformats.org/drawingml/2006/main">
              <a:ext uri="{FF2B5EF4-FFF2-40B4-BE49-F238E27FC236}">
                <a16:creationId xmlns:a16="http://schemas.microsoft.com/office/drawing/2014/main" id="{7ECE869C-0329-407B-973C-18314128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500767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E7C"/>
          </a:solidFill>
          <a:ln xmlns:a="http://schemas.openxmlformats.org/drawingml/2006/main" w="3518">
            <a:solidFill>
              <a:srgbClr val="472E7C"/>
            </a:solidFill>
            <a:prstDash val="solid"/>
          </a:ln>
        </p:spPr>
      </p:sp>
      <p:sp>
        <p:nvSpPr>
          <p:cNvPr id="2641" name="data_2640">
            <a:extLst xmlns:a="http://schemas.openxmlformats.org/drawingml/2006/main">
              <a:ext uri="{FF2B5EF4-FFF2-40B4-BE49-F238E27FC236}">
                <a16:creationId xmlns:a16="http://schemas.microsoft.com/office/drawing/2014/main" id="{93938DF3-0FC7-4BA7-8930-AD98903A1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9629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D7B"/>
          </a:solidFill>
          <a:ln xmlns:a="http://schemas.openxmlformats.org/drawingml/2006/main" w="3518">
            <a:solidFill>
              <a:srgbClr val="472D7B"/>
            </a:solidFill>
            <a:prstDash val="solid"/>
          </a:ln>
        </p:spPr>
      </p:sp>
      <p:sp>
        <p:nvSpPr>
          <p:cNvPr id="2642" name="data_2641">
            <a:extLst xmlns:a="http://schemas.openxmlformats.org/drawingml/2006/main">
              <a:ext uri="{FF2B5EF4-FFF2-40B4-BE49-F238E27FC236}">
                <a16:creationId xmlns:a16="http://schemas.microsoft.com/office/drawing/2014/main" id="{C3EEAE58-B740-4739-8732-AA460F6FC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8491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C7A"/>
          </a:solidFill>
          <a:ln xmlns:a="http://schemas.openxmlformats.org/drawingml/2006/main" w="3518">
            <a:solidFill>
              <a:srgbClr val="472C7A"/>
            </a:solidFill>
            <a:prstDash val="solid"/>
          </a:ln>
        </p:spPr>
      </p:sp>
      <p:sp>
        <p:nvSpPr>
          <p:cNvPr id="2643" name="data_2642">
            <a:extLst xmlns:a="http://schemas.openxmlformats.org/drawingml/2006/main">
              <a:ext uri="{FF2B5EF4-FFF2-40B4-BE49-F238E27FC236}">
                <a16:creationId xmlns:a16="http://schemas.microsoft.com/office/drawing/2014/main" id="{C39BEFC7-1107-48E5-9ECA-560CB5DA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7352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2A7A"/>
          </a:solidFill>
          <a:ln xmlns:a="http://schemas.openxmlformats.org/drawingml/2006/main" w="3518">
            <a:solidFill>
              <a:srgbClr val="472A7A"/>
            </a:solidFill>
            <a:prstDash val="solid"/>
          </a:ln>
        </p:spPr>
      </p:sp>
      <p:sp>
        <p:nvSpPr>
          <p:cNvPr id="2644" name="data_2643">
            <a:extLst xmlns:a="http://schemas.openxmlformats.org/drawingml/2006/main">
              <a:ext uri="{FF2B5EF4-FFF2-40B4-BE49-F238E27FC236}">
                <a16:creationId xmlns:a16="http://schemas.microsoft.com/office/drawing/2014/main" id="{563F4F3B-F6E6-4B63-91EA-F057FEC9A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6214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979"/>
          </a:solidFill>
          <a:ln xmlns:a="http://schemas.openxmlformats.org/drawingml/2006/main" w="3518">
            <a:solidFill>
              <a:srgbClr val="482979"/>
            </a:solidFill>
            <a:prstDash val="solid"/>
          </a:ln>
        </p:spPr>
      </p:sp>
      <p:sp>
        <p:nvSpPr>
          <p:cNvPr id="2645" name="data_2644">
            <a:extLst xmlns:a="http://schemas.openxmlformats.org/drawingml/2006/main">
              <a:ext uri="{FF2B5EF4-FFF2-40B4-BE49-F238E27FC236}">
                <a16:creationId xmlns:a16="http://schemas.microsoft.com/office/drawing/2014/main" id="{F842CFB5-05F1-46C2-B403-0702C9F5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5076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878"/>
          </a:solidFill>
          <a:ln xmlns:a="http://schemas.openxmlformats.org/drawingml/2006/main" w="3518">
            <a:solidFill>
              <a:srgbClr val="482878"/>
            </a:solidFill>
            <a:prstDash val="solid"/>
          </a:ln>
        </p:spPr>
      </p:sp>
      <p:sp>
        <p:nvSpPr>
          <p:cNvPr id="2646" name="data_2645">
            <a:extLst xmlns:a="http://schemas.openxmlformats.org/drawingml/2006/main">
              <a:ext uri="{FF2B5EF4-FFF2-40B4-BE49-F238E27FC236}">
                <a16:creationId xmlns:a16="http://schemas.microsoft.com/office/drawing/2014/main" id="{B7ADD532-8FC0-45AC-A261-43A69B7A1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3938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677"/>
          </a:solidFill>
          <a:ln xmlns:a="http://schemas.openxmlformats.org/drawingml/2006/main" w="3518">
            <a:solidFill>
              <a:srgbClr val="482677"/>
            </a:solidFill>
            <a:prstDash val="solid"/>
          </a:ln>
        </p:spPr>
      </p:sp>
      <p:sp>
        <p:nvSpPr>
          <p:cNvPr id="2647" name="data_2646">
            <a:extLst xmlns:a="http://schemas.openxmlformats.org/drawingml/2006/main">
              <a:ext uri="{FF2B5EF4-FFF2-40B4-BE49-F238E27FC236}">
                <a16:creationId xmlns:a16="http://schemas.microsoft.com/office/drawing/2014/main" id="{FBB9B1B9-8EBE-4D41-AC5B-6F58FFE2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2800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576"/>
          </a:solidFill>
          <a:ln xmlns:a="http://schemas.openxmlformats.org/drawingml/2006/main" w="3518">
            <a:solidFill>
              <a:srgbClr val="482576"/>
            </a:solidFill>
            <a:prstDash val="solid"/>
          </a:ln>
        </p:spPr>
      </p:sp>
      <p:sp>
        <p:nvSpPr>
          <p:cNvPr id="2648" name="data_2647">
            <a:extLst xmlns:a="http://schemas.openxmlformats.org/drawingml/2006/main">
              <a:ext uri="{FF2B5EF4-FFF2-40B4-BE49-F238E27FC236}">
                <a16:creationId xmlns:a16="http://schemas.microsoft.com/office/drawing/2014/main" id="{D0E69500-63CF-44CA-9134-EC02B0D14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1662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475"/>
          </a:solidFill>
          <a:ln xmlns:a="http://schemas.openxmlformats.org/drawingml/2006/main" w="3518">
            <a:solidFill>
              <a:srgbClr val="482475"/>
            </a:solidFill>
            <a:prstDash val="solid"/>
          </a:ln>
        </p:spPr>
      </p:sp>
      <p:sp>
        <p:nvSpPr>
          <p:cNvPr id="2649" name="data_2648">
            <a:extLst xmlns:a="http://schemas.openxmlformats.org/drawingml/2006/main">
              <a:ext uri="{FF2B5EF4-FFF2-40B4-BE49-F238E27FC236}">
                <a16:creationId xmlns:a16="http://schemas.microsoft.com/office/drawing/2014/main" id="{DEDB5166-DC22-4F6A-9B7C-3CE8743F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90524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374"/>
          </a:solidFill>
          <a:ln xmlns:a="http://schemas.openxmlformats.org/drawingml/2006/main" w="3518">
            <a:solidFill>
              <a:srgbClr val="482374"/>
            </a:solidFill>
            <a:prstDash val="solid"/>
          </a:ln>
        </p:spPr>
      </p:sp>
      <p:sp>
        <p:nvSpPr>
          <p:cNvPr id="2650" name="data_2649">
            <a:extLst xmlns:a="http://schemas.openxmlformats.org/drawingml/2006/main">
              <a:ext uri="{FF2B5EF4-FFF2-40B4-BE49-F238E27FC236}">
                <a16:creationId xmlns:a16="http://schemas.microsoft.com/office/drawing/2014/main" id="{39CF28CF-F994-4255-9601-1DD70E5C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9386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173"/>
          </a:solidFill>
          <a:ln xmlns:a="http://schemas.openxmlformats.org/drawingml/2006/main" w="3518">
            <a:solidFill>
              <a:srgbClr val="482173"/>
            </a:solidFill>
            <a:prstDash val="solid"/>
          </a:ln>
        </p:spPr>
      </p:sp>
      <p:sp>
        <p:nvSpPr>
          <p:cNvPr id="2651" name="data_2650">
            <a:extLst xmlns:a="http://schemas.openxmlformats.org/drawingml/2006/main">
              <a:ext uri="{FF2B5EF4-FFF2-40B4-BE49-F238E27FC236}">
                <a16:creationId xmlns:a16="http://schemas.microsoft.com/office/drawing/2014/main" id="{0FACE472-7241-4052-860D-9A4B54411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8248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2071"/>
          </a:solidFill>
          <a:ln xmlns:a="http://schemas.openxmlformats.org/drawingml/2006/main" w="3518">
            <a:solidFill>
              <a:srgbClr val="482071"/>
            </a:solidFill>
            <a:prstDash val="solid"/>
          </a:ln>
        </p:spPr>
      </p:sp>
      <p:sp>
        <p:nvSpPr>
          <p:cNvPr id="2652" name="data_2651">
            <a:extLst xmlns:a="http://schemas.openxmlformats.org/drawingml/2006/main">
              <a:ext uri="{FF2B5EF4-FFF2-40B4-BE49-F238E27FC236}">
                <a16:creationId xmlns:a16="http://schemas.microsoft.com/office/drawing/2014/main" id="{C7CA4089-0CD7-4973-AA09-E15F459E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7110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F70"/>
          </a:solidFill>
          <a:ln xmlns:a="http://schemas.openxmlformats.org/drawingml/2006/main" w="3518">
            <a:solidFill>
              <a:srgbClr val="481F70"/>
            </a:solidFill>
            <a:prstDash val="solid"/>
          </a:ln>
        </p:spPr>
      </p:sp>
      <p:sp>
        <p:nvSpPr>
          <p:cNvPr id="2653" name="data_2652">
            <a:extLst xmlns:a="http://schemas.openxmlformats.org/drawingml/2006/main">
              <a:ext uri="{FF2B5EF4-FFF2-40B4-BE49-F238E27FC236}">
                <a16:creationId xmlns:a16="http://schemas.microsoft.com/office/drawing/2014/main" id="{787403FD-D367-494D-9C4F-BD7DB539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5971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D6F"/>
          </a:solidFill>
          <a:ln xmlns:a="http://schemas.openxmlformats.org/drawingml/2006/main" w="3518">
            <a:solidFill>
              <a:srgbClr val="481D6F"/>
            </a:solidFill>
            <a:prstDash val="solid"/>
          </a:ln>
        </p:spPr>
      </p:sp>
      <p:sp>
        <p:nvSpPr>
          <p:cNvPr id="2654" name="data_2653">
            <a:extLst xmlns:a="http://schemas.openxmlformats.org/drawingml/2006/main">
              <a:ext uri="{FF2B5EF4-FFF2-40B4-BE49-F238E27FC236}">
                <a16:creationId xmlns:a16="http://schemas.microsoft.com/office/drawing/2014/main" id="{A7F1D889-6DA5-4549-8B4A-7D3814074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4833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C6E"/>
          </a:solidFill>
          <a:ln xmlns:a="http://schemas.openxmlformats.org/drawingml/2006/main" w="3518">
            <a:solidFill>
              <a:srgbClr val="481C6E"/>
            </a:solidFill>
            <a:prstDash val="solid"/>
          </a:ln>
        </p:spPr>
      </p:sp>
      <p:sp>
        <p:nvSpPr>
          <p:cNvPr id="2655" name="data_2654">
            <a:extLst xmlns:a="http://schemas.openxmlformats.org/drawingml/2006/main">
              <a:ext uri="{FF2B5EF4-FFF2-40B4-BE49-F238E27FC236}">
                <a16:creationId xmlns:a16="http://schemas.microsoft.com/office/drawing/2014/main" id="{C71B64AE-D979-46FA-95F8-E68F6DB81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3695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B6D"/>
          </a:solidFill>
          <a:ln xmlns:a="http://schemas.openxmlformats.org/drawingml/2006/main" w="3518">
            <a:solidFill>
              <a:srgbClr val="481B6D"/>
            </a:solidFill>
            <a:prstDash val="solid"/>
          </a:ln>
        </p:spPr>
      </p:sp>
      <p:sp>
        <p:nvSpPr>
          <p:cNvPr id="2656" name="data_2655">
            <a:extLst xmlns:a="http://schemas.openxmlformats.org/drawingml/2006/main">
              <a:ext uri="{FF2B5EF4-FFF2-40B4-BE49-F238E27FC236}">
                <a16:creationId xmlns:a16="http://schemas.microsoft.com/office/drawing/2014/main" id="{64FE56C6-FAB8-4A64-B875-805F6E14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2557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A6C"/>
          </a:solidFill>
          <a:ln xmlns:a="http://schemas.openxmlformats.org/drawingml/2006/main" w="3518">
            <a:solidFill>
              <a:srgbClr val="481A6C"/>
            </a:solidFill>
            <a:prstDash val="solid"/>
          </a:ln>
        </p:spPr>
      </p:sp>
      <p:sp>
        <p:nvSpPr>
          <p:cNvPr id="2657" name="data_2656">
            <a:extLst xmlns:a="http://schemas.openxmlformats.org/drawingml/2006/main">
              <a:ext uri="{FF2B5EF4-FFF2-40B4-BE49-F238E27FC236}">
                <a16:creationId xmlns:a16="http://schemas.microsoft.com/office/drawing/2014/main" id="{14EB9776-767B-430C-B51E-500FEE6F1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1419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86A"/>
          </a:solidFill>
          <a:ln xmlns:a="http://schemas.openxmlformats.org/drawingml/2006/main" w="3518">
            <a:solidFill>
              <a:srgbClr val="48186A"/>
            </a:solidFill>
            <a:prstDash val="solid"/>
          </a:ln>
        </p:spPr>
      </p:sp>
      <p:sp>
        <p:nvSpPr>
          <p:cNvPr id="2658" name="data_2657">
            <a:extLst xmlns:a="http://schemas.openxmlformats.org/drawingml/2006/main">
              <a:ext uri="{FF2B5EF4-FFF2-40B4-BE49-F238E27FC236}">
                <a16:creationId xmlns:a16="http://schemas.microsoft.com/office/drawing/2014/main" id="{2906592C-940C-4B55-A612-FEE2F86E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80281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769"/>
          </a:solidFill>
          <a:ln xmlns:a="http://schemas.openxmlformats.org/drawingml/2006/main" w="3518">
            <a:solidFill>
              <a:srgbClr val="481769"/>
            </a:solidFill>
            <a:prstDash val="solid"/>
          </a:ln>
        </p:spPr>
      </p:sp>
      <p:sp>
        <p:nvSpPr>
          <p:cNvPr id="2659" name="data_2658">
            <a:extLst xmlns:a="http://schemas.openxmlformats.org/drawingml/2006/main">
              <a:ext uri="{FF2B5EF4-FFF2-40B4-BE49-F238E27FC236}">
                <a16:creationId xmlns:a16="http://schemas.microsoft.com/office/drawing/2014/main" id="{103433B6-78A6-4B1F-8B4A-4621F579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9143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668"/>
          </a:solidFill>
          <a:ln xmlns:a="http://schemas.openxmlformats.org/drawingml/2006/main" w="3518">
            <a:solidFill>
              <a:srgbClr val="481668"/>
            </a:solidFill>
            <a:prstDash val="solid"/>
          </a:ln>
        </p:spPr>
      </p:sp>
      <p:sp>
        <p:nvSpPr>
          <p:cNvPr id="2660" name="data_2659">
            <a:extLst xmlns:a="http://schemas.openxmlformats.org/drawingml/2006/main">
              <a:ext uri="{FF2B5EF4-FFF2-40B4-BE49-F238E27FC236}">
                <a16:creationId xmlns:a16="http://schemas.microsoft.com/office/drawing/2014/main" id="{B2400E30-7B55-4575-A47F-7A2ECB6D6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8005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81467"/>
          </a:solidFill>
          <a:ln xmlns:a="http://schemas.openxmlformats.org/drawingml/2006/main" w="3518">
            <a:solidFill>
              <a:srgbClr val="481467"/>
            </a:solidFill>
            <a:prstDash val="solid"/>
          </a:ln>
        </p:spPr>
      </p:sp>
      <p:sp>
        <p:nvSpPr>
          <p:cNvPr id="2661" name="data_2660">
            <a:extLst xmlns:a="http://schemas.openxmlformats.org/drawingml/2006/main">
              <a:ext uri="{FF2B5EF4-FFF2-40B4-BE49-F238E27FC236}">
                <a16:creationId xmlns:a16="http://schemas.microsoft.com/office/drawing/2014/main" id="{3CB1169D-841A-42FE-8175-34448C265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6867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1365"/>
          </a:solidFill>
          <a:ln xmlns:a="http://schemas.openxmlformats.org/drawingml/2006/main" w="3518">
            <a:solidFill>
              <a:srgbClr val="471365"/>
            </a:solidFill>
            <a:prstDash val="solid"/>
          </a:ln>
        </p:spPr>
      </p:sp>
      <p:sp>
        <p:nvSpPr>
          <p:cNvPr id="2662" name="data_2661">
            <a:extLst xmlns:a="http://schemas.openxmlformats.org/drawingml/2006/main">
              <a:ext uri="{FF2B5EF4-FFF2-40B4-BE49-F238E27FC236}">
                <a16:creationId xmlns:a16="http://schemas.microsoft.com/office/drawing/2014/main" id="{B5CAAD39-7C33-4197-B99B-C37C2F041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5728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1164"/>
          </a:solidFill>
          <a:ln xmlns:a="http://schemas.openxmlformats.org/drawingml/2006/main" w="3518">
            <a:solidFill>
              <a:srgbClr val="471164"/>
            </a:solidFill>
            <a:prstDash val="solid"/>
          </a:ln>
        </p:spPr>
      </p:sp>
      <p:sp>
        <p:nvSpPr>
          <p:cNvPr id="2663" name="data_2662">
            <a:extLst xmlns:a="http://schemas.openxmlformats.org/drawingml/2006/main">
              <a:ext uri="{FF2B5EF4-FFF2-40B4-BE49-F238E27FC236}">
                <a16:creationId xmlns:a16="http://schemas.microsoft.com/office/drawing/2014/main" id="{E169C387-119E-4B58-8260-2618B7256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45908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1063"/>
          </a:solidFill>
          <a:ln xmlns:a="http://schemas.openxmlformats.org/drawingml/2006/main" w="3518">
            <a:solidFill>
              <a:srgbClr val="471063"/>
            </a:solidFill>
            <a:prstDash val="solid"/>
          </a:ln>
        </p:spPr>
      </p:sp>
      <p:sp>
        <p:nvSpPr>
          <p:cNvPr id="2664" name="data_2663">
            <a:extLst xmlns:a="http://schemas.openxmlformats.org/drawingml/2006/main">
              <a:ext uri="{FF2B5EF4-FFF2-40B4-BE49-F238E27FC236}">
                <a16:creationId xmlns:a16="http://schemas.microsoft.com/office/drawing/2014/main" id="{74CAD5F7-0887-4D9A-A57E-2EC3A1BE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3452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0E61"/>
          </a:solidFill>
          <a:ln xmlns:a="http://schemas.openxmlformats.org/drawingml/2006/main" w="3518">
            <a:solidFill>
              <a:srgbClr val="470E61"/>
            </a:solidFill>
            <a:prstDash val="solid"/>
          </a:ln>
        </p:spPr>
      </p:sp>
      <p:sp>
        <p:nvSpPr>
          <p:cNvPr id="2665" name="data_2664">
            <a:extLst xmlns:a="http://schemas.openxmlformats.org/drawingml/2006/main">
              <a:ext uri="{FF2B5EF4-FFF2-40B4-BE49-F238E27FC236}">
                <a16:creationId xmlns:a16="http://schemas.microsoft.com/office/drawing/2014/main" id="{6B05F0C4-FE13-452C-B625-E22CFFC5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23146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70D60"/>
          </a:solidFill>
          <a:ln xmlns:a="http://schemas.openxmlformats.org/drawingml/2006/main" w="3518">
            <a:solidFill>
              <a:srgbClr val="470D60"/>
            </a:solidFill>
            <a:prstDash val="solid"/>
          </a:ln>
        </p:spPr>
      </p:sp>
      <p:sp>
        <p:nvSpPr>
          <p:cNvPr id="2666" name="data_2665">
            <a:extLst xmlns:a="http://schemas.openxmlformats.org/drawingml/2006/main">
              <a:ext uri="{FF2B5EF4-FFF2-40B4-BE49-F238E27FC236}">
                <a16:creationId xmlns:a16="http://schemas.microsoft.com/office/drawing/2014/main" id="{04193C5F-1465-48FE-AF2E-D58A66C57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11765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0B5E"/>
          </a:solidFill>
          <a:ln xmlns:a="http://schemas.openxmlformats.org/drawingml/2006/main" w="3518">
            <a:solidFill>
              <a:srgbClr val="460B5E"/>
            </a:solidFill>
            <a:prstDash val="solid"/>
          </a:ln>
        </p:spPr>
      </p:sp>
      <p:sp>
        <p:nvSpPr>
          <p:cNvPr id="2667" name="data_2666">
            <a:extLst xmlns:a="http://schemas.openxmlformats.org/drawingml/2006/main">
              <a:ext uri="{FF2B5EF4-FFF2-40B4-BE49-F238E27FC236}">
                <a16:creationId xmlns:a16="http://schemas.microsoft.com/office/drawing/2014/main" id="{C5720A58-B5EA-4439-8F4C-4E83694A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700384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0A5D"/>
          </a:solidFill>
          <a:ln xmlns:a="http://schemas.openxmlformats.org/drawingml/2006/main" w="3518">
            <a:solidFill>
              <a:srgbClr val="460A5D"/>
            </a:solidFill>
            <a:prstDash val="solid"/>
          </a:ln>
        </p:spPr>
      </p:sp>
      <p:sp>
        <p:nvSpPr>
          <p:cNvPr id="2668" name="data_2667">
            <a:extLst xmlns:a="http://schemas.openxmlformats.org/drawingml/2006/main">
              <a:ext uri="{FF2B5EF4-FFF2-40B4-BE49-F238E27FC236}">
                <a16:creationId xmlns:a16="http://schemas.microsoft.com/office/drawing/2014/main" id="{5B6E9C93-FADA-44DC-B8E3-A39FE47F6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689003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085C"/>
          </a:solidFill>
          <a:ln xmlns:a="http://schemas.openxmlformats.org/drawingml/2006/main" w="3518">
            <a:solidFill>
              <a:srgbClr val="46085C"/>
            </a:solidFill>
            <a:prstDash val="solid"/>
          </a:ln>
        </p:spPr>
      </p:sp>
      <p:sp>
        <p:nvSpPr>
          <p:cNvPr id="2669" name="data_2668">
            <a:extLst xmlns:a="http://schemas.openxmlformats.org/drawingml/2006/main">
              <a:ext uri="{FF2B5EF4-FFF2-40B4-BE49-F238E27FC236}">
                <a16:creationId xmlns:a16="http://schemas.microsoft.com/office/drawing/2014/main" id="{459C038F-8600-4C9D-94F4-79069144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677622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6075A"/>
          </a:solidFill>
          <a:ln xmlns:a="http://schemas.openxmlformats.org/drawingml/2006/main" w="3518">
            <a:solidFill>
              <a:srgbClr val="46075A"/>
            </a:solidFill>
            <a:prstDash val="solid"/>
          </a:ln>
        </p:spPr>
      </p:sp>
      <p:sp>
        <p:nvSpPr>
          <p:cNvPr id="2670" name="data_2669">
            <a:extLst xmlns:a="http://schemas.openxmlformats.org/drawingml/2006/main">
              <a:ext uri="{FF2B5EF4-FFF2-40B4-BE49-F238E27FC236}">
                <a16:creationId xmlns:a16="http://schemas.microsoft.com/office/drawing/2014/main" id="{81F9ECE2-533B-40F6-85E6-E875EFC3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666241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0559"/>
          </a:solidFill>
          <a:ln xmlns:a="http://schemas.openxmlformats.org/drawingml/2006/main" w="3518">
            <a:solidFill>
              <a:srgbClr val="450559"/>
            </a:solidFill>
            <a:prstDash val="solid"/>
          </a:ln>
        </p:spPr>
      </p:sp>
      <p:sp>
        <p:nvSpPr>
          <p:cNvPr id="2671" name="data_2670">
            <a:extLst xmlns:a="http://schemas.openxmlformats.org/drawingml/2006/main">
              <a:ext uri="{FF2B5EF4-FFF2-40B4-BE49-F238E27FC236}">
                <a16:creationId xmlns:a16="http://schemas.microsoft.com/office/drawing/2014/main" id="{2B66205A-FED3-4FB2-9A3B-83B786E7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654860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50457"/>
          </a:solidFill>
          <a:ln xmlns:a="http://schemas.openxmlformats.org/drawingml/2006/main" w="3518">
            <a:solidFill>
              <a:srgbClr val="450457"/>
            </a:solidFill>
            <a:prstDash val="solid"/>
          </a:ln>
        </p:spPr>
      </p:sp>
      <p:sp>
        <p:nvSpPr>
          <p:cNvPr id="2672" name="data_2671">
            <a:extLst xmlns:a="http://schemas.openxmlformats.org/drawingml/2006/main">
              <a:ext uri="{FF2B5EF4-FFF2-40B4-BE49-F238E27FC236}">
                <a16:creationId xmlns:a16="http://schemas.microsoft.com/office/drawing/2014/main" id="{8931E393-820C-4B81-AD58-7E415025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643479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0256"/>
          </a:solidFill>
          <a:ln xmlns:a="http://schemas.openxmlformats.org/drawingml/2006/main" w="3518">
            <a:solidFill>
              <a:srgbClr val="440256"/>
            </a:solidFill>
            <a:prstDash val="solid"/>
          </a:ln>
        </p:spPr>
      </p:sp>
      <p:sp>
        <p:nvSpPr>
          <p:cNvPr id="2673" name="data_2672">
            <a:extLst xmlns:a="http://schemas.openxmlformats.org/drawingml/2006/main">
              <a:ext uri="{FF2B5EF4-FFF2-40B4-BE49-F238E27FC236}">
                <a16:creationId xmlns:a16="http://schemas.microsoft.com/office/drawing/2014/main" id="{E2221ACD-F2F8-415E-953D-276848E8F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335" y="4632097"/>
            <a:ext cx="89759" cy="11381"/>
          </a:xfrm>
          <a:custGeom xmlns:a="http://schemas.openxmlformats.org/drawingml/2006/main">
            <a:pathLst>
              <a:path w="89759" h="11381">
                <a:moveTo>
                  <a:pt x="0" y="11381"/>
                </a:moveTo>
                <a:lnTo>
                  <a:pt x="89759" y="11381"/>
                </a:lnTo>
                <a:lnTo>
                  <a:pt x="89759" y="0"/>
                </a:lnTo>
                <a:lnTo>
                  <a:pt x="0" y="0"/>
                </a:lnTo>
                <a:lnTo>
                  <a:pt x="0" y="11381"/>
                </a:lnTo>
                <a:close/>
              </a:path>
            </a:pathLst>
          </a:custGeom>
          <a:solidFill xmlns:a="http://schemas.openxmlformats.org/drawingml/2006/main">
            <a:srgbClr val="440154"/>
          </a:solidFill>
          <a:ln xmlns:a="http://schemas.openxmlformats.org/drawingml/2006/main" w="3518">
            <a:solidFill>
              <a:srgbClr val="440154"/>
            </a:solidFill>
            <a:prstDash val="solid"/>
          </a:ln>
        </p:spPr>
      </p:sp>
      <p:sp>
        <p:nvSpPr>
          <p:cNvPr id="2674" name="data_2673">
            <a:extLst xmlns:a="http://schemas.openxmlformats.org/drawingml/2006/main">
              <a:ext uri="{FF2B5EF4-FFF2-40B4-BE49-F238E27FC236}">
                <a16:creationId xmlns:a16="http://schemas.microsoft.com/office/drawing/2014/main" id="{DD974D70-6F4F-47D1-B0C2-AD012C586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0094" y="7545649"/>
            <a:ext cx="35183" cy="191"/>
          </a:xfrm>
          <a:custGeom xmlns:a="http://schemas.openxmlformats.org/drawingml/2006/main"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555">
            <a:solidFill>
              <a:srgbClr val="263746"/>
            </a:solidFill>
            <a:prstDash val="solid"/>
          </a:ln>
        </p:spPr>
      </p:sp>
      <p:sp>
        <p:nvSpPr>
          <p:cNvPr id="2675" name="text_2674">
            <a:extLst xmlns:a="http://schemas.openxmlformats.org/drawingml/2006/main">
              <a:ext uri="{FF2B5EF4-FFF2-40B4-BE49-F238E27FC236}">
                <a16:creationId xmlns:a16="http://schemas.microsoft.com/office/drawing/2014/main" id="{8CA6330F-EF4C-4887-8E3C-377DBA6A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36848" y="7489454"/>
            <a:ext cx="72121" cy="156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676" name="data_2675">
            <a:extLst xmlns:a="http://schemas.openxmlformats.org/drawingml/2006/main">
              <a:ext uri="{FF2B5EF4-FFF2-40B4-BE49-F238E27FC236}">
                <a16:creationId xmlns:a16="http://schemas.microsoft.com/office/drawing/2014/main" id="{92E1F797-2BAA-4DC1-80AD-26D8680A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0094" y="6574465"/>
            <a:ext cx="35183" cy="191"/>
          </a:xfrm>
          <a:custGeom xmlns:a="http://schemas.openxmlformats.org/drawingml/2006/main"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555">
            <a:solidFill>
              <a:srgbClr val="263746"/>
            </a:solidFill>
            <a:prstDash val="solid"/>
          </a:ln>
        </p:spPr>
      </p:sp>
      <p:sp>
        <p:nvSpPr>
          <p:cNvPr id="2677" name="text_2676">
            <a:extLst xmlns:a="http://schemas.openxmlformats.org/drawingml/2006/main">
              <a:ext uri="{FF2B5EF4-FFF2-40B4-BE49-F238E27FC236}">
                <a16:creationId xmlns:a16="http://schemas.microsoft.com/office/drawing/2014/main" id="{46580C0C-6F74-4744-B45D-82B61CE83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36848" y="6518270"/>
            <a:ext cx="72121" cy="156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678" name="data_2677">
            <a:extLst xmlns:a="http://schemas.openxmlformats.org/drawingml/2006/main">
              <a:ext uri="{FF2B5EF4-FFF2-40B4-BE49-F238E27FC236}">
                <a16:creationId xmlns:a16="http://schemas.microsoft.com/office/drawing/2014/main" id="{AAB6FCB4-8E95-4C2B-93E0-59675CE80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0094" y="5603281"/>
            <a:ext cx="35183" cy="191"/>
          </a:xfrm>
          <a:custGeom xmlns:a="http://schemas.openxmlformats.org/drawingml/2006/main"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555">
            <a:solidFill>
              <a:srgbClr val="263746"/>
            </a:solidFill>
            <a:prstDash val="solid"/>
          </a:ln>
        </p:spPr>
      </p:sp>
      <p:sp>
        <p:nvSpPr>
          <p:cNvPr id="2679" name="text_2678">
            <a:extLst xmlns:a="http://schemas.openxmlformats.org/drawingml/2006/main">
              <a:ext uri="{FF2B5EF4-FFF2-40B4-BE49-F238E27FC236}">
                <a16:creationId xmlns:a16="http://schemas.microsoft.com/office/drawing/2014/main" id="{6288B977-6345-4E6C-A14C-E5C634DB2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36848" y="5547086"/>
            <a:ext cx="72121" cy="156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680" name="data_2679">
            <a:extLst xmlns:a="http://schemas.openxmlformats.org/drawingml/2006/main">
              <a:ext uri="{FF2B5EF4-FFF2-40B4-BE49-F238E27FC236}">
                <a16:creationId xmlns:a16="http://schemas.microsoft.com/office/drawing/2014/main" id="{A1586E67-92D3-48C7-AC5E-DD4B1B731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0094" y="4632097"/>
            <a:ext cx="35183" cy="191"/>
          </a:xfrm>
          <a:custGeom xmlns:a="http://schemas.openxmlformats.org/drawingml/2006/main">
            <a:pathLst>
              <a:path w="35183" h="191">
                <a:moveTo>
                  <a:pt x="0" y="0"/>
                </a:moveTo>
                <a:lnTo>
                  <a:pt x="35183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555">
            <a:solidFill>
              <a:srgbClr val="263746"/>
            </a:solidFill>
            <a:prstDash val="solid"/>
          </a:ln>
        </p:spPr>
      </p:sp>
      <p:sp>
        <p:nvSpPr>
          <p:cNvPr id="2681" name="text_2680">
            <a:extLst xmlns:a="http://schemas.openxmlformats.org/drawingml/2006/main">
              <a:ext uri="{FF2B5EF4-FFF2-40B4-BE49-F238E27FC236}">
                <a16:creationId xmlns:a16="http://schemas.microsoft.com/office/drawing/2014/main" id="{7B78FA70-F29F-4A70-B916-F4B18941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36848" y="4575902"/>
            <a:ext cx="72121" cy="156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98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8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682" name="text_2681">
            <a:extLst xmlns:a="http://schemas.openxmlformats.org/drawingml/2006/main">
              <a:ext uri="{FF2B5EF4-FFF2-40B4-BE49-F238E27FC236}">
                <a16:creationId xmlns:a16="http://schemas.microsoft.com/office/drawing/2014/main" id="{E693DD80-6466-4415-8F65-EEDC28EFC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8570583" y="6008611"/>
            <a:ext cx="746179" cy="1605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2683" name="data_2682">
            <a:extLst xmlns:a="http://schemas.openxmlformats.org/drawingml/2006/main">
              <a:ext uri="{FF2B5EF4-FFF2-40B4-BE49-F238E27FC236}">
                <a16:creationId xmlns:a16="http://schemas.microsoft.com/office/drawing/2014/main" id="{B486521E-312F-4580-9A25-D8C5C8C07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844" y="409411"/>
            <a:ext cx="160436" cy="93588"/>
          </a:xfrm>
          <a:custGeom xmlns:a="http://schemas.openxmlformats.org/drawingml/2006/main">
            <a:pathLst>
              <a:path w="160436" h="93588">
                <a:moveTo>
                  <a:pt x="0" y="93588"/>
                </a:moveTo>
                <a:lnTo>
                  <a:pt x="160436" y="93588"/>
                </a:lnTo>
                <a:lnTo>
                  <a:pt x="160436" y="0"/>
                </a:lnTo>
                <a:lnTo>
                  <a:pt x="0" y="0"/>
                </a:lnTo>
                <a:lnTo>
                  <a:pt x="0" y="93588"/>
                </a:lnTo>
                <a:close/>
              </a:path>
            </a:pathLst>
          </a:custGeom>
          <a:solidFill xmlns:a="http://schemas.openxmlformats.org/drawingml/2006/main">
            <a:srgbClr val="A1A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4" name="text_2683">
            <a:extLst xmlns:a="http://schemas.openxmlformats.org/drawingml/2006/main">
              <a:ext uri="{FF2B5EF4-FFF2-40B4-BE49-F238E27FC236}">
                <a16:creationId xmlns:a16="http://schemas.microsoft.com/office/drawing/2014/main" id="{23DCD80E-AE83-4148-A616-9F42F02C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64238" y="397378"/>
            <a:ext cx="780761" cy="1671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2685" name="data_2684">
            <a:extLst xmlns:a="http://schemas.openxmlformats.org/drawingml/2006/main">
              <a:ext uri="{FF2B5EF4-FFF2-40B4-BE49-F238E27FC236}">
                <a16:creationId xmlns:a16="http://schemas.microsoft.com/office/drawing/2014/main" id="{38DD1674-9666-4CC3-9591-A8DAECC6F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6710" y="409411"/>
            <a:ext cx="160436" cy="93588"/>
          </a:xfrm>
          <a:custGeom xmlns:a="http://schemas.openxmlformats.org/drawingml/2006/main">
            <a:pathLst>
              <a:path w="160436" h="93588">
                <a:moveTo>
                  <a:pt x="0" y="93588"/>
                </a:moveTo>
                <a:lnTo>
                  <a:pt x="160436" y="93588"/>
                </a:lnTo>
                <a:lnTo>
                  <a:pt x="160436" y="0"/>
                </a:lnTo>
                <a:lnTo>
                  <a:pt x="0" y="0"/>
                </a:lnTo>
                <a:lnTo>
                  <a:pt x="0" y="93588"/>
                </a:lnTo>
                <a:close/>
              </a:path>
            </a:pathLst>
          </a:custGeom>
          <a:solidFill xmlns:a="http://schemas.openxmlformats.org/drawingml/2006/main">
            <a:srgbClr val="5B72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6" name="text_2685">
            <a:extLst xmlns:a="http://schemas.openxmlformats.org/drawingml/2006/main">
              <a:ext uri="{FF2B5EF4-FFF2-40B4-BE49-F238E27FC236}">
                <a16:creationId xmlns:a16="http://schemas.microsoft.com/office/drawing/2014/main" id="{AB437EF9-337A-4B53-A131-509FD1DD7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64104" y="397378"/>
            <a:ext cx="1219554" cy="1671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2687" name="data_2686">
            <a:extLst xmlns:a="http://schemas.openxmlformats.org/drawingml/2006/main">
              <a:ext uri="{FF2B5EF4-FFF2-40B4-BE49-F238E27FC236}">
                <a16:creationId xmlns:a16="http://schemas.microsoft.com/office/drawing/2014/main" id="{11BEA495-2DC7-4C78-AC31-42E4F647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5477" y="409411"/>
            <a:ext cx="160436" cy="93588"/>
          </a:xfrm>
          <a:custGeom xmlns:a="http://schemas.openxmlformats.org/drawingml/2006/main">
            <a:pathLst>
              <a:path w="160436" h="93588">
                <a:moveTo>
                  <a:pt x="0" y="93588"/>
                </a:moveTo>
                <a:lnTo>
                  <a:pt x="160436" y="93588"/>
                </a:lnTo>
                <a:lnTo>
                  <a:pt x="160436" y="0"/>
                </a:lnTo>
                <a:lnTo>
                  <a:pt x="0" y="0"/>
                </a:lnTo>
                <a:lnTo>
                  <a:pt x="0" y="93588"/>
                </a:lnTo>
                <a:close/>
              </a:path>
            </a:pathLst>
          </a:custGeom>
          <a:solidFill xmlns:a="http://schemas.openxmlformats.org/drawingml/2006/main">
            <a:srgbClr val="13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8" name="text_2687">
            <a:extLst xmlns:a="http://schemas.openxmlformats.org/drawingml/2006/main">
              <a:ext uri="{FF2B5EF4-FFF2-40B4-BE49-F238E27FC236}">
                <a16:creationId xmlns:a16="http://schemas.microsoft.com/office/drawing/2014/main" id="{EA1E4083-693E-4EAE-8466-489FF884C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02871" y="397378"/>
            <a:ext cx="1152561" cy="1671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53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53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619305317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818da8d890884bd4"/>
    </p:ext>
  </p:extLst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26" name="data_2688">
            <a:extLst xmlns:a="http://schemas.openxmlformats.org/drawingml/2006/main">
              <a:ext uri="{FF2B5EF4-FFF2-40B4-BE49-F238E27FC236}">
                <a16:creationId xmlns:a16="http://schemas.microsoft.com/office/drawing/2014/main" id="{A1E84641-2271-4951-B339-7F484B4CC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1082675"/>
            <a:ext cx="9048750" cy="6635750"/>
          </a:xfrm>
          <a:custGeom xmlns:a="http://schemas.openxmlformats.org/drawingml/2006/main">
            <a:pathLst>
              <a:path w="9048750" h="6635750">
                <a:moveTo>
                  <a:pt x="0" y="6635750"/>
                </a:moveTo>
                <a:lnTo>
                  <a:pt x="9048750" y="6635750"/>
                </a:lnTo>
                <a:lnTo>
                  <a:pt x="9048750" y="0"/>
                </a:lnTo>
                <a:lnTo>
                  <a:pt x="0" y="0"/>
                </a:lnTo>
                <a:lnTo>
                  <a:pt x="0" y="663575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ata_2689">
            <a:extLst xmlns:a="http://schemas.openxmlformats.org/drawingml/2006/main">
              <a:ext uri="{FF2B5EF4-FFF2-40B4-BE49-F238E27FC236}">
                <a16:creationId xmlns:a16="http://schemas.microsoft.com/office/drawing/2014/main" id="{DA964ED9-88BC-4D05-A2DD-52B80F598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2210753"/>
            <a:ext cx="3447143" cy="1786548"/>
          </a:xfrm>
          <a:custGeom xmlns:a="http://schemas.openxmlformats.org/drawingml/2006/main"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data_2690">
            <a:extLst xmlns:a="http://schemas.openxmlformats.org/drawingml/2006/main">
              <a:ext uri="{FF2B5EF4-FFF2-40B4-BE49-F238E27FC236}">
                <a16:creationId xmlns:a16="http://schemas.microsoft.com/office/drawing/2014/main" id="{90574DE1-68D4-4C4D-BAA1-0C35A1DB6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6863" y="3997301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4" name="text_2691">
            <a:extLst xmlns:a="http://schemas.openxmlformats.org/drawingml/2006/main">
              <a:ext uri="{FF2B5EF4-FFF2-40B4-BE49-F238E27FC236}">
                <a16:creationId xmlns:a16="http://schemas.microsoft.com/office/drawing/2014/main" id="{BCB29AAB-3B99-45E0-84C6-363ED71F2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96764" y="4134018"/>
            <a:ext cx="72928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5" name="text_2692">
            <a:extLst xmlns:a="http://schemas.openxmlformats.org/drawingml/2006/main">
              <a:ext uri="{FF2B5EF4-FFF2-40B4-BE49-F238E27FC236}">
                <a16:creationId xmlns:a16="http://schemas.microsoft.com/office/drawing/2014/main" id="{CCA5E4F7-7A7B-423C-805D-C373EA7B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20810" y="4260939"/>
            <a:ext cx="481057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6" name="data_2693">
            <a:extLst xmlns:a="http://schemas.openxmlformats.org/drawingml/2006/main">
              <a:ext uri="{FF2B5EF4-FFF2-40B4-BE49-F238E27FC236}">
                <a16:creationId xmlns:a16="http://schemas.microsoft.com/office/drawing/2014/main" id="{B51130AE-5E8E-41B2-BB8A-04EEF270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6767" y="3997301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7" name="text_2694">
            <a:extLst xmlns:a="http://schemas.openxmlformats.org/drawingml/2006/main">
              <a:ext uri="{FF2B5EF4-FFF2-40B4-BE49-F238E27FC236}">
                <a16:creationId xmlns:a16="http://schemas.microsoft.com/office/drawing/2014/main" id="{35CC39B5-779D-4116-A8AE-EF0EB05F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06667" y="4134018"/>
            <a:ext cx="72928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8" name="text_2695">
            <a:extLst xmlns:a="http://schemas.openxmlformats.org/drawingml/2006/main">
              <a:ext uri="{FF2B5EF4-FFF2-40B4-BE49-F238E27FC236}">
                <a16:creationId xmlns:a16="http://schemas.microsoft.com/office/drawing/2014/main" id="{B404A74D-1513-4BAC-A829-571502D76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25861" y="4260939"/>
            <a:ext cx="29093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9" name="data_2696">
            <a:extLst xmlns:a="http://schemas.openxmlformats.org/drawingml/2006/main">
              <a:ext uri="{FF2B5EF4-FFF2-40B4-BE49-F238E27FC236}">
                <a16:creationId xmlns:a16="http://schemas.microsoft.com/office/drawing/2014/main" id="{FF42122A-1B1F-46E9-832F-E068C183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3997301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10" name="data_2697">
            <a:extLst xmlns:a="http://schemas.openxmlformats.org/drawingml/2006/main">
              <a:ext uri="{FF2B5EF4-FFF2-40B4-BE49-F238E27FC236}">
                <a16:creationId xmlns:a16="http://schemas.microsoft.com/office/drawing/2014/main" id="{9AE5667A-A088-4C32-B736-F2CED6773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3997301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1" name="text_2698">
            <a:extLst xmlns:a="http://schemas.openxmlformats.org/drawingml/2006/main">
              <a:ext uri="{FF2B5EF4-FFF2-40B4-BE49-F238E27FC236}">
                <a16:creationId xmlns:a16="http://schemas.microsoft.com/office/drawing/2014/main" id="{24575B27-B57A-4015-98E2-52BB32D16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0184" y="3939851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2" name="data_2699">
            <a:extLst xmlns:a="http://schemas.openxmlformats.org/drawingml/2006/main">
              <a:ext uri="{FF2B5EF4-FFF2-40B4-BE49-F238E27FC236}">
                <a16:creationId xmlns:a16="http://schemas.microsoft.com/office/drawing/2014/main" id="{20431BBB-18AE-41DB-9972-3991D0A7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3154589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13" name="data_2700">
            <a:extLst xmlns:a="http://schemas.openxmlformats.org/drawingml/2006/main">
              <a:ext uri="{FF2B5EF4-FFF2-40B4-BE49-F238E27FC236}">
                <a16:creationId xmlns:a16="http://schemas.microsoft.com/office/drawing/2014/main" id="{0BEAA38A-A347-40BE-AA2E-B8D6BA63F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3154589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4" name="text_2701">
            <a:extLst xmlns:a="http://schemas.openxmlformats.org/drawingml/2006/main">
              <a:ext uri="{FF2B5EF4-FFF2-40B4-BE49-F238E27FC236}">
                <a16:creationId xmlns:a16="http://schemas.microsoft.com/office/drawing/2014/main" id="{FB65EB85-B7D1-4881-B1DC-6B2B97F2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0184" y="3097140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5" name="data_2702">
            <a:extLst xmlns:a="http://schemas.openxmlformats.org/drawingml/2006/main">
              <a:ext uri="{FF2B5EF4-FFF2-40B4-BE49-F238E27FC236}">
                <a16:creationId xmlns:a16="http://schemas.microsoft.com/office/drawing/2014/main" id="{3723DD70-2369-4E4F-963A-AAB4D2285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2311878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16" name="data_2703">
            <a:extLst xmlns:a="http://schemas.openxmlformats.org/drawingml/2006/main">
              <a:ext uri="{FF2B5EF4-FFF2-40B4-BE49-F238E27FC236}">
                <a16:creationId xmlns:a16="http://schemas.microsoft.com/office/drawing/2014/main" id="{E770D4FD-3D8A-46F2-847A-9B84CA2B2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2311878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" name="text_2704">
            <a:extLst xmlns:a="http://schemas.openxmlformats.org/drawingml/2006/main">
              <a:ext uri="{FF2B5EF4-FFF2-40B4-BE49-F238E27FC236}">
                <a16:creationId xmlns:a16="http://schemas.microsoft.com/office/drawing/2014/main" id="{EA0640E0-4638-4F1D-97D8-67F836B0D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0184" y="2254428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8" name="text_2705">
            <a:extLst xmlns:a="http://schemas.openxmlformats.org/drawingml/2006/main">
              <a:ext uri="{FF2B5EF4-FFF2-40B4-BE49-F238E27FC236}">
                <a16:creationId xmlns:a16="http://schemas.microsoft.com/office/drawing/2014/main" id="{E39CD84C-701A-4942-A502-6E7ABB86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650976" y="3019788"/>
            <a:ext cx="312935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9" name="data_2706">
            <a:extLst xmlns:a="http://schemas.openxmlformats.org/drawingml/2006/main">
              <a:ext uri="{FF2B5EF4-FFF2-40B4-BE49-F238E27FC236}">
                <a16:creationId xmlns:a16="http://schemas.microsoft.com/office/drawing/2014/main" id="{25FF1B00-789D-4BD3-A801-CE9717FC0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676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700" y="1674889"/>
                </a:lnTo>
                <a:lnTo>
                  <a:pt x="6695" y="1664355"/>
                </a:lnTo>
                <a:lnTo>
                  <a:pt x="14680" y="1653821"/>
                </a:lnTo>
                <a:lnTo>
                  <a:pt x="25182" y="1643287"/>
                </a:lnTo>
                <a:lnTo>
                  <a:pt x="37605" y="1632753"/>
                </a:lnTo>
                <a:lnTo>
                  <a:pt x="51290" y="1622219"/>
                </a:lnTo>
                <a:lnTo>
                  <a:pt x="65571" y="1611685"/>
                </a:lnTo>
                <a:lnTo>
                  <a:pt x="79830" y="1601152"/>
                </a:lnTo>
                <a:lnTo>
                  <a:pt x="93535" y="1590618"/>
                </a:lnTo>
                <a:lnTo>
                  <a:pt x="106272" y="1580084"/>
                </a:lnTo>
                <a:lnTo>
                  <a:pt x="117753" y="1569550"/>
                </a:lnTo>
                <a:lnTo>
                  <a:pt x="127818" y="1559016"/>
                </a:lnTo>
                <a:lnTo>
                  <a:pt x="136416" y="1548482"/>
                </a:lnTo>
                <a:lnTo>
                  <a:pt x="143588" y="1537948"/>
                </a:lnTo>
                <a:lnTo>
                  <a:pt x="149439" y="1527414"/>
                </a:lnTo>
                <a:lnTo>
                  <a:pt x="154119" y="1516880"/>
                </a:lnTo>
                <a:lnTo>
                  <a:pt x="157793" y="1506347"/>
                </a:lnTo>
                <a:lnTo>
                  <a:pt x="160632" y="1495813"/>
                </a:lnTo>
                <a:lnTo>
                  <a:pt x="162795" y="1485279"/>
                </a:lnTo>
                <a:lnTo>
                  <a:pt x="164423" y="1474745"/>
                </a:lnTo>
                <a:lnTo>
                  <a:pt x="165637" y="1464211"/>
                </a:lnTo>
                <a:lnTo>
                  <a:pt x="166536" y="1453677"/>
                </a:lnTo>
                <a:lnTo>
                  <a:pt x="167200" y="1443143"/>
                </a:lnTo>
                <a:lnTo>
                  <a:pt x="167690" y="1432609"/>
                </a:lnTo>
                <a:lnTo>
                  <a:pt x="168053" y="1422075"/>
                </a:lnTo>
                <a:lnTo>
                  <a:pt x="168329" y="1411542"/>
                </a:lnTo>
                <a:lnTo>
                  <a:pt x="168543" y="1401008"/>
                </a:lnTo>
                <a:lnTo>
                  <a:pt x="168719" y="1390474"/>
                </a:lnTo>
                <a:lnTo>
                  <a:pt x="168874" y="1379940"/>
                </a:lnTo>
                <a:lnTo>
                  <a:pt x="169019" y="1369406"/>
                </a:lnTo>
                <a:lnTo>
                  <a:pt x="169165" y="1358872"/>
                </a:lnTo>
                <a:lnTo>
                  <a:pt x="169319" y="1348338"/>
                </a:lnTo>
                <a:lnTo>
                  <a:pt x="169484" y="1337804"/>
                </a:lnTo>
                <a:lnTo>
                  <a:pt x="169663" y="1327270"/>
                </a:lnTo>
                <a:lnTo>
                  <a:pt x="169853" y="1316736"/>
                </a:lnTo>
                <a:lnTo>
                  <a:pt x="170054" y="1306203"/>
                </a:lnTo>
                <a:lnTo>
                  <a:pt x="170260" y="1295669"/>
                </a:lnTo>
                <a:lnTo>
                  <a:pt x="170466" y="1285135"/>
                </a:lnTo>
                <a:lnTo>
                  <a:pt x="170666" y="1274601"/>
                </a:lnTo>
                <a:lnTo>
                  <a:pt x="170855" y="1264067"/>
                </a:lnTo>
                <a:lnTo>
                  <a:pt x="171027" y="1253533"/>
                </a:lnTo>
                <a:lnTo>
                  <a:pt x="171180" y="1242999"/>
                </a:lnTo>
                <a:lnTo>
                  <a:pt x="171309" y="1232465"/>
                </a:lnTo>
                <a:lnTo>
                  <a:pt x="171415" y="1221931"/>
                </a:lnTo>
                <a:lnTo>
                  <a:pt x="171499" y="1211398"/>
                </a:lnTo>
                <a:lnTo>
                  <a:pt x="171562" y="1200864"/>
                </a:lnTo>
                <a:lnTo>
                  <a:pt x="171609" y="1190330"/>
                </a:lnTo>
                <a:lnTo>
                  <a:pt x="171644" y="1179796"/>
                </a:lnTo>
                <a:lnTo>
                  <a:pt x="171671" y="1169262"/>
                </a:lnTo>
                <a:lnTo>
                  <a:pt x="171696" y="1158728"/>
                </a:lnTo>
                <a:lnTo>
                  <a:pt x="171720" y="1148194"/>
                </a:lnTo>
                <a:lnTo>
                  <a:pt x="171748" y="1137660"/>
                </a:lnTo>
                <a:lnTo>
                  <a:pt x="171781" y="1127126"/>
                </a:lnTo>
                <a:lnTo>
                  <a:pt x="171820" y="1116593"/>
                </a:lnTo>
                <a:lnTo>
                  <a:pt x="171864" y="1106059"/>
                </a:lnTo>
                <a:lnTo>
                  <a:pt x="171912" y="1095525"/>
                </a:lnTo>
                <a:lnTo>
                  <a:pt x="171964" y="1084991"/>
                </a:lnTo>
                <a:lnTo>
                  <a:pt x="172016" y="1074457"/>
                </a:lnTo>
                <a:lnTo>
                  <a:pt x="172068" y="1063923"/>
                </a:lnTo>
                <a:lnTo>
                  <a:pt x="172116" y="1053389"/>
                </a:lnTo>
                <a:lnTo>
                  <a:pt x="172161" y="1042855"/>
                </a:lnTo>
                <a:lnTo>
                  <a:pt x="172200" y="1032321"/>
                </a:lnTo>
                <a:lnTo>
                  <a:pt x="172234" y="1021788"/>
                </a:lnTo>
                <a:lnTo>
                  <a:pt x="172262" y="1011254"/>
                </a:lnTo>
                <a:lnTo>
                  <a:pt x="172284" y="1000720"/>
                </a:lnTo>
                <a:lnTo>
                  <a:pt x="172300" y="990186"/>
                </a:lnTo>
                <a:lnTo>
                  <a:pt x="172310" y="979652"/>
                </a:lnTo>
                <a:lnTo>
                  <a:pt x="172316" y="969118"/>
                </a:lnTo>
                <a:lnTo>
                  <a:pt x="172316" y="958584"/>
                </a:lnTo>
                <a:lnTo>
                  <a:pt x="172311" y="948050"/>
                </a:lnTo>
                <a:lnTo>
                  <a:pt x="172301" y="937516"/>
                </a:lnTo>
                <a:lnTo>
                  <a:pt x="172285" y="926982"/>
                </a:lnTo>
                <a:lnTo>
                  <a:pt x="172264" y="916449"/>
                </a:lnTo>
                <a:lnTo>
                  <a:pt x="172237" y="905915"/>
                </a:lnTo>
                <a:lnTo>
                  <a:pt x="172204" y="895381"/>
                </a:lnTo>
                <a:lnTo>
                  <a:pt x="172166" y="884847"/>
                </a:lnTo>
                <a:lnTo>
                  <a:pt x="172122" y="874313"/>
                </a:lnTo>
                <a:lnTo>
                  <a:pt x="172074" y="863779"/>
                </a:lnTo>
                <a:lnTo>
                  <a:pt x="172024" y="853245"/>
                </a:lnTo>
                <a:lnTo>
                  <a:pt x="171974" y="842711"/>
                </a:lnTo>
                <a:lnTo>
                  <a:pt x="171926" y="832177"/>
                </a:lnTo>
                <a:lnTo>
                  <a:pt x="171882" y="821644"/>
                </a:lnTo>
                <a:lnTo>
                  <a:pt x="171845" y="811110"/>
                </a:lnTo>
                <a:lnTo>
                  <a:pt x="171817" y="800576"/>
                </a:lnTo>
                <a:lnTo>
                  <a:pt x="171801" y="790042"/>
                </a:lnTo>
                <a:lnTo>
                  <a:pt x="171796" y="779508"/>
                </a:lnTo>
                <a:lnTo>
                  <a:pt x="171803" y="768974"/>
                </a:lnTo>
                <a:lnTo>
                  <a:pt x="171822" y="758440"/>
                </a:lnTo>
                <a:lnTo>
                  <a:pt x="171851" y="747906"/>
                </a:lnTo>
                <a:lnTo>
                  <a:pt x="171889" y="737372"/>
                </a:lnTo>
                <a:lnTo>
                  <a:pt x="171934" y="726839"/>
                </a:lnTo>
                <a:lnTo>
                  <a:pt x="171981" y="716305"/>
                </a:lnTo>
                <a:lnTo>
                  <a:pt x="172029" y="705771"/>
                </a:lnTo>
                <a:lnTo>
                  <a:pt x="172076" y="695237"/>
                </a:lnTo>
                <a:lnTo>
                  <a:pt x="172118" y="684703"/>
                </a:lnTo>
                <a:lnTo>
                  <a:pt x="172155" y="674169"/>
                </a:lnTo>
                <a:lnTo>
                  <a:pt x="172184" y="663635"/>
                </a:lnTo>
                <a:lnTo>
                  <a:pt x="172204" y="653101"/>
                </a:lnTo>
                <a:lnTo>
                  <a:pt x="172215" y="642567"/>
                </a:lnTo>
                <a:lnTo>
                  <a:pt x="172217" y="632034"/>
                </a:lnTo>
                <a:lnTo>
                  <a:pt x="172208" y="621500"/>
                </a:lnTo>
                <a:lnTo>
                  <a:pt x="172191" y="610966"/>
                </a:lnTo>
                <a:lnTo>
                  <a:pt x="172164" y="600432"/>
                </a:lnTo>
                <a:lnTo>
                  <a:pt x="172130" y="589898"/>
                </a:lnTo>
                <a:lnTo>
                  <a:pt x="172089" y="579364"/>
                </a:lnTo>
                <a:lnTo>
                  <a:pt x="172043" y="568830"/>
                </a:lnTo>
                <a:lnTo>
                  <a:pt x="171995" y="558296"/>
                </a:lnTo>
                <a:lnTo>
                  <a:pt x="171947" y="547762"/>
                </a:lnTo>
                <a:lnTo>
                  <a:pt x="171902" y="537228"/>
                </a:lnTo>
                <a:lnTo>
                  <a:pt x="171862" y="526695"/>
                </a:lnTo>
                <a:lnTo>
                  <a:pt x="171830" y="516161"/>
                </a:lnTo>
                <a:lnTo>
                  <a:pt x="171807" y="505627"/>
                </a:lnTo>
                <a:lnTo>
                  <a:pt x="171797" y="495093"/>
                </a:lnTo>
                <a:lnTo>
                  <a:pt x="171798" y="484559"/>
                </a:lnTo>
                <a:lnTo>
                  <a:pt x="171811" y="474025"/>
                </a:lnTo>
                <a:lnTo>
                  <a:pt x="171836" y="463491"/>
                </a:lnTo>
                <a:lnTo>
                  <a:pt x="171870" y="452957"/>
                </a:lnTo>
                <a:lnTo>
                  <a:pt x="171913" y="442423"/>
                </a:lnTo>
                <a:lnTo>
                  <a:pt x="171960" y="431890"/>
                </a:lnTo>
                <a:lnTo>
                  <a:pt x="172010" y="421356"/>
                </a:lnTo>
                <a:lnTo>
                  <a:pt x="172060" y="410822"/>
                </a:lnTo>
                <a:lnTo>
                  <a:pt x="172109" y="400288"/>
                </a:lnTo>
                <a:lnTo>
                  <a:pt x="172154" y="389754"/>
                </a:lnTo>
                <a:lnTo>
                  <a:pt x="172194" y="379220"/>
                </a:lnTo>
                <a:lnTo>
                  <a:pt x="172230" y="368686"/>
                </a:lnTo>
                <a:lnTo>
                  <a:pt x="172260" y="358152"/>
                </a:lnTo>
                <a:lnTo>
                  <a:pt x="172284" y="347618"/>
                </a:lnTo>
                <a:lnTo>
                  <a:pt x="172304" y="337085"/>
                </a:lnTo>
                <a:lnTo>
                  <a:pt x="172319" y="326551"/>
                </a:lnTo>
                <a:lnTo>
                  <a:pt x="172330" y="316017"/>
                </a:lnTo>
                <a:lnTo>
                  <a:pt x="172338" y="305483"/>
                </a:lnTo>
                <a:lnTo>
                  <a:pt x="172344" y="294949"/>
                </a:lnTo>
                <a:lnTo>
                  <a:pt x="172348" y="284415"/>
                </a:lnTo>
                <a:lnTo>
                  <a:pt x="172351" y="273881"/>
                </a:lnTo>
                <a:lnTo>
                  <a:pt x="172352" y="263347"/>
                </a:lnTo>
                <a:lnTo>
                  <a:pt x="172351" y="252813"/>
                </a:lnTo>
                <a:lnTo>
                  <a:pt x="172349" y="242280"/>
                </a:lnTo>
                <a:lnTo>
                  <a:pt x="172346" y="231746"/>
                </a:lnTo>
                <a:lnTo>
                  <a:pt x="172339" y="221212"/>
                </a:lnTo>
                <a:lnTo>
                  <a:pt x="172330" y="210678"/>
                </a:lnTo>
                <a:lnTo>
                  <a:pt x="172315" y="200144"/>
                </a:lnTo>
                <a:lnTo>
                  <a:pt x="172294" y="189610"/>
                </a:lnTo>
                <a:lnTo>
                  <a:pt x="172264" y="179076"/>
                </a:lnTo>
                <a:lnTo>
                  <a:pt x="172223" y="168542"/>
                </a:lnTo>
                <a:lnTo>
                  <a:pt x="172169" y="158008"/>
                </a:lnTo>
                <a:lnTo>
                  <a:pt x="172098" y="147474"/>
                </a:lnTo>
                <a:lnTo>
                  <a:pt x="172008" y="136941"/>
                </a:lnTo>
                <a:lnTo>
                  <a:pt x="171897" y="126407"/>
                </a:lnTo>
                <a:lnTo>
                  <a:pt x="171765" y="115873"/>
                </a:lnTo>
                <a:lnTo>
                  <a:pt x="171611" y="105339"/>
                </a:lnTo>
                <a:lnTo>
                  <a:pt x="171437" y="94805"/>
                </a:lnTo>
                <a:lnTo>
                  <a:pt x="171247" y="84271"/>
                </a:lnTo>
                <a:lnTo>
                  <a:pt x="171048" y="73737"/>
                </a:lnTo>
                <a:lnTo>
                  <a:pt x="170847" y="63203"/>
                </a:lnTo>
                <a:lnTo>
                  <a:pt x="170652" y="52669"/>
                </a:lnTo>
                <a:lnTo>
                  <a:pt x="170474" y="42136"/>
                </a:lnTo>
                <a:lnTo>
                  <a:pt x="170323" y="31602"/>
                </a:lnTo>
                <a:lnTo>
                  <a:pt x="170208" y="21068"/>
                </a:lnTo>
                <a:lnTo>
                  <a:pt x="170136" y="10534"/>
                </a:lnTo>
                <a:lnTo>
                  <a:pt x="170111" y="0"/>
                </a:lnTo>
                <a:lnTo>
                  <a:pt x="174603" y="0"/>
                </a:lnTo>
                <a:lnTo>
                  <a:pt x="174603" y="0"/>
                </a:lnTo>
                <a:lnTo>
                  <a:pt x="174578" y="10534"/>
                </a:lnTo>
                <a:lnTo>
                  <a:pt x="174506" y="21068"/>
                </a:lnTo>
                <a:lnTo>
                  <a:pt x="174391" y="31602"/>
                </a:lnTo>
                <a:lnTo>
                  <a:pt x="174240" y="42136"/>
                </a:lnTo>
                <a:lnTo>
                  <a:pt x="174062" y="52669"/>
                </a:lnTo>
                <a:lnTo>
                  <a:pt x="173868" y="63203"/>
                </a:lnTo>
                <a:lnTo>
                  <a:pt x="173666" y="73737"/>
                </a:lnTo>
                <a:lnTo>
                  <a:pt x="173467" y="84271"/>
                </a:lnTo>
                <a:lnTo>
                  <a:pt x="173277" y="94805"/>
                </a:lnTo>
                <a:lnTo>
                  <a:pt x="173104" y="105339"/>
                </a:lnTo>
                <a:lnTo>
                  <a:pt x="172949" y="115873"/>
                </a:lnTo>
                <a:lnTo>
                  <a:pt x="172817" y="126407"/>
                </a:lnTo>
                <a:lnTo>
                  <a:pt x="172706" y="136941"/>
                </a:lnTo>
                <a:lnTo>
                  <a:pt x="172616" y="147474"/>
                </a:lnTo>
                <a:lnTo>
                  <a:pt x="172545" y="158008"/>
                </a:lnTo>
                <a:lnTo>
                  <a:pt x="172491" y="168542"/>
                </a:lnTo>
                <a:lnTo>
                  <a:pt x="172450" y="179076"/>
                </a:lnTo>
                <a:lnTo>
                  <a:pt x="172421" y="189610"/>
                </a:lnTo>
                <a:lnTo>
                  <a:pt x="172399" y="200144"/>
                </a:lnTo>
                <a:lnTo>
                  <a:pt x="172385" y="210678"/>
                </a:lnTo>
                <a:lnTo>
                  <a:pt x="172375" y="221212"/>
                </a:lnTo>
                <a:lnTo>
                  <a:pt x="172369" y="231746"/>
                </a:lnTo>
                <a:lnTo>
                  <a:pt x="172365" y="242280"/>
                </a:lnTo>
                <a:lnTo>
                  <a:pt x="172363" y="252813"/>
                </a:lnTo>
                <a:lnTo>
                  <a:pt x="172363" y="263347"/>
                </a:lnTo>
                <a:lnTo>
                  <a:pt x="172364" y="273881"/>
                </a:lnTo>
                <a:lnTo>
                  <a:pt x="172366" y="284415"/>
                </a:lnTo>
                <a:lnTo>
                  <a:pt x="172370" y="294949"/>
                </a:lnTo>
                <a:lnTo>
                  <a:pt x="172376" y="305483"/>
                </a:lnTo>
                <a:lnTo>
                  <a:pt x="172384" y="316017"/>
                </a:lnTo>
                <a:lnTo>
                  <a:pt x="172396" y="326551"/>
                </a:lnTo>
                <a:lnTo>
                  <a:pt x="172411" y="337085"/>
                </a:lnTo>
                <a:lnTo>
                  <a:pt x="172430" y="347618"/>
                </a:lnTo>
                <a:lnTo>
                  <a:pt x="172455" y="358152"/>
                </a:lnTo>
                <a:lnTo>
                  <a:pt x="172485" y="368686"/>
                </a:lnTo>
                <a:lnTo>
                  <a:pt x="172520" y="379220"/>
                </a:lnTo>
                <a:lnTo>
                  <a:pt x="172561" y="389754"/>
                </a:lnTo>
                <a:lnTo>
                  <a:pt x="172606" y="400288"/>
                </a:lnTo>
                <a:lnTo>
                  <a:pt x="172654" y="410822"/>
                </a:lnTo>
                <a:lnTo>
                  <a:pt x="172705" y="421356"/>
                </a:lnTo>
                <a:lnTo>
                  <a:pt x="172754" y="431890"/>
                </a:lnTo>
                <a:lnTo>
                  <a:pt x="172802" y="442423"/>
                </a:lnTo>
                <a:lnTo>
                  <a:pt x="172844" y="452957"/>
                </a:lnTo>
                <a:lnTo>
                  <a:pt x="172878" y="463491"/>
                </a:lnTo>
                <a:lnTo>
                  <a:pt x="172903" y="474025"/>
                </a:lnTo>
                <a:lnTo>
                  <a:pt x="172916" y="484559"/>
                </a:lnTo>
                <a:lnTo>
                  <a:pt x="172918" y="495093"/>
                </a:lnTo>
                <a:lnTo>
                  <a:pt x="172907" y="505627"/>
                </a:lnTo>
                <a:lnTo>
                  <a:pt x="172885" y="516161"/>
                </a:lnTo>
                <a:lnTo>
                  <a:pt x="172852" y="526695"/>
                </a:lnTo>
                <a:lnTo>
                  <a:pt x="172812" y="537228"/>
                </a:lnTo>
                <a:lnTo>
                  <a:pt x="172767" y="547762"/>
                </a:lnTo>
                <a:lnTo>
                  <a:pt x="172719" y="558296"/>
                </a:lnTo>
                <a:lnTo>
                  <a:pt x="172671" y="568830"/>
                </a:lnTo>
                <a:lnTo>
                  <a:pt x="172625" y="579364"/>
                </a:lnTo>
                <a:lnTo>
                  <a:pt x="172585" y="589898"/>
                </a:lnTo>
                <a:lnTo>
                  <a:pt x="172550" y="600432"/>
                </a:lnTo>
                <a:lnTo>
                  <a:pt x="172524" y="610966"/>
                </a:lnTo>
                <a:lnTo>
                  <a:pt x="172506" y="621500"/>
                </a:lnTo>
                <a:lnTo>
                  <a:pt x="172498" y="632034"/>
                </a:lnTo>
                <a:lnTo>
                  <a:pt x="172499" y="642567"/>
                </a:lnTo>
                <a:lnTo>
                  <a:pt x="172510" y="653101"/>
                </a:lnTo>
                <a:lnTo>
                  <a:pt x="172530" y="663635"/>
                </a:lnTo>
                <a:lnTo>
                  <a:pt x="172559" y="674169"/>
                </a:lnTo>
                <a:lnTo>
                  <a:pt x="172596" y="684703"/>
                </a:lnTo>
                <a:lnTo>
                  <a:pt x="172638" y="695237"/>
                </a:lnTo>
                <a:lnTo>
                  <a:pt x="172685" y="705771"/>
                </a:lnTo>
                <a:lnTo>
                  <a:pt x="172733" y="716305"/>
                </a:lnTo>
                <a:lnTo>
                  <a:pt x="172781" y="726839"/>
                </a:lnTo>
                <a:lnTo>
                  <a:pt x="172825" y="737372"/>
                </a:lnTo>
                <a:lnTo>
                  <a:pt x="172863" y="747906"/>
                </a:lnTo>
                <a:lnTo>
                  <a:pt x="172892" y="758440"/>
                </a:lnTo>
                <a:lnTo>
                  <a:pt x="172911" y="768974"/>
                </a:lnTo>
                <a:lnTo>
                  <a:pt x="172919" y="779508"/>
                </a:lnTo>
                <a:lnTo>
                  <a:pt x="172914" y="790042"/>
                </a:lnTo>
                <a:lnTo>
                  <a:pt x="172897" y="800576"/>
                </a:lnTo>
                <a:lnTo>
                  <a:pt x="172869" y="811110"/>
                </a:lnTo>
                <a:lnTo>
                  <a:pt x="172832" y="821644"/>
                </a:lnTo>
                <a:lnTo>
                  <a:pt x="172788" y="832177"/>
                </a:lnTo>
                <a:lnTo>
                  <a:pt x="172740" y="842711"/>
                </a:lnTo>
                <a:lnTo>
                  <a:pt x="172690" y="853245"/>
                </a:lnTo>
                <a:lnTo>
                  <a:pt x="172640" y="863779"/>
                </a:lnTo>
                <a:lnTo>
                  <a:pt x="172592" y="874313"/>
                </a:lnTo>
                <a:lnTo>
                  <a:pt x="172549" y="884847"/>
                </a:lnTo>
                <a:lnTo>
                  <a:pt x="172510" y="895381"/>
                </a:lnTo>
                <a:lnTo>
                  <a:pt x="172477" y="905915"/>
                </a:lnTo>
                <a:lnTo>
                  <a:pt x="172450" y="916449"/>
                </a:lnTo>
                <a:lnTo>
                  <a:pt x="172429" y="926982"/>
                </a:lnTo>
                <a:lnTo>
                  <a:pt x="172413" y="937516"/>
                </a:lnTo>
                <a:lnTo>
                  <a:pt x="172403" y="948050"/>
                </a:lnTo>
                <a:lnTo>
                  <a:pt x="172398" y="958584"/>
                </a:lnTo>
                <a:lnTo>
                  <a:pt x="172399" y="969118"/>
                </a:lnTo>
                <a:lnTo>
                  <a:pt x="172404" y="979652"/>
                </a:lnTo>
                <a:lnTo>
                  <a:pt x="172415" y="990186"/>
                </a:lnTo>
                <a:lnTo>
                  <a:pt x="172431" y="1000720"/>
                </a:lnTo>
                <a:lnTo>
                  <a:pt x="172452" y="1011254"/>
                </a:lnTo>
                <a:lnTo>
                  <a:pt x="172480" y="1021788"/>
                </a:lnTo>
                <a:lnTo>
                  <a:pt x="172514" y="1032321"/>
                </a:lnTo>
                <a:lnTo>
                  <a:pt x="172553" y="1042855"/>
                </a:lnTo>
                <a:lnTo>
                  <a:pt x="172598" y="1053389"/>
                </a:lnTo>
                <a:lnTo>
                  <a:pt x="172647" y="1063923"/>
                </a:lnTo>
                <a:lnTo>
                  <a:pt x="172698" y="1074457"/>
                </a:lnTo>
                <a:lnTo>
                  <a:pt x="172750" y="1084991"/>
                </a:lnTo>
                <a:lnTo>
                  <a:pt x="172802" y="1095525"/>
                </a:lnTo>
                <a:lnTo>
                  <a:pt x="172851" y="1106059"/>
                </a:lnTo>
                <a:lnTo>
                  <a:pt x="172895" y="1116593"/>
                </a:lnTo>
                <a:lnTo>
                  <a:pt x="172934" y="1127126"/>
                </a:lnTo>
                <a:lnTo>
                  <a:pt x="172966" y="1137660"/>
                </a:lnTo>
                <a:lnTo>
                  <a:pt x="172994" y="1148194"/>
                </a:lnTo>
                <a:lnTo>
                  <a:pt x="173019" y="1158728"/>
                </a:lnTo>
                <a:lnTo>
                  <a:pt x="173043" y="1169262"/>
                </a:lnTo>
                <a:lnTo>
                  <a:pt x="173070" y="1179796"/>
                </a:lnTo>
                <a:lnTo>
                  <a:pt x="173105" y="1190330"/>
                </a:lnTo>
                <a:lnTo>
                  <a:pt x="173152" y="1200864"/>
                </a:lnTo>
                <a:lnTo>
                  <a:pt x="173216" y="1211398"/>
                </a:lnTo>
                <a:lnTo>
                  <a:pt x="173299" y="1221931"/>
                </a:lnTo>
                <a:lnTo>
                  <a:pt x="173405" y="1232465"/>
                </a:lnTo>
                <a:lnTo>
                  <a:pt x="173535" y="1242999"/>
                </a:lnTo>
                <a:lnTo>
                  <a:pt x="173687" y="1253533"/>
                </a:lnTo>
                <a:lnTo>
                  <a:pt x="173859" y="1264067"/>
                </a:lnTo>
                <a:lnTo>
                  <a:pt x="174048" y="1274601"/>
                </a:lnTo>
                <a:lnTo>
                  <a:pt x="174249" y="1285135"/>
                </a:lnTo>
                <a:lnTo>
                  <a:pt x="174455" y="1295669"/>
                </a:lnTo>
                <a:lnTo>
                  <a:pt x="174661" y="1306203"/>
                </a:lnTo>
                <a:lnTo>
                  <a:pt x="174861" y="1316736"/>
                </a:lnTo>
                <a:lnTo>
                  <a:pt x="175052" y="1327270"/>
                </a:lnTo>
                <a:lnTo>
                  <a:pt x="175230" y="1337804"/>
                </a:lnTo>
                <a:lnTo>
                  <a:pt x="175395" y="1348338"/>
                </a:lnTo>
                <a:lnTo>
                  <a:pt x="175549" y="1358872"/>
                </a:lnTo>
                <a:lnTo>
                  <a:pt x="175695" y="1369406"/>
                </a:lnTo>
                <a:lnTo>
                  <a:pt x="175841" y="1379940"/>
                </a:lnTo>
                <a:lnTo>
                  <a:pt x="175995" y="1390474"/>
                </a:lnTo>
                <a:lnTo>
                  <a:pt x="176171" y="1401008"/>
                </a:lnTo>
                <a:lnTo>
                  <a:pt x="176386" y="1411542"/>
                </a:lnTo>
                <a:lnTo>
                  <a:pt x="176661" y="1422075"/>
                </a:lnTo>
                <a:lnTo>
                  <a:pt x="177025" y="1432609"/>
                </a:lnTo>
                <a:lnTo>
                  <a:pt x="177514" y="1443143"/>
                </a:lnTo>
                <a:lnTo>
                  <a:pt x="178178" y="1453677"/>
                </a:lnTo>
                <a:lnTo>
                  <a:pt x="179077" y="1464211"/>
                </a:lnTo>
                <a:lnTo>
                  <a:pt x="180291" y="1474745"/>
                </a:lnTo>
                <a:lnTo>
                  <a:pt x="181919" y="1485279"/>
                </a:lnTo>
                <a:lnTo>
                  <a:pt x="184082" y="1495813"/>
                </a:lnTo>
                <a:lnTo>
                  <a:pt x="186921" y="1506347"/>
                </a:lnTo>
                <a:lnTo>
                  <a:pt x="190595" y="1516880"/>
                </a:lnTo>
                <a:lnTo>
                  <a:pt x="195275" y="1527414"/>
                </a:lnTo>
                <a:lnTo>
                  <a:pt x="201126" y="1537948"/>
                </a:lnTo>
                <a:lnTo>
                  <a:pt x="208298" y="1548482"/>
                </a:lnTo>
                <a:lnTo>
                  <a:pt x="216896" y="1559016"/>
                </a:lnTo>
                <a:lnTo>
                  <a:pt x="226961" y="1569550"/>
                </a:lnTo>
                <a:lnTo>
                  <a:pt x="238443" y="1580084"/>
                </a:lnTo>
                <a:lnTo>
                  <a:pt x="251180" y="1590618"/>
                </a:lnTo>
                <a:lnTo>
                  <a:pt x="264885" y="1601152"/>
                </a:lnTo>
                <a:lnTo>
                  <a:pt x="279143" y="1611685"/>
                </a:lnTo>
                <a:lnTo>
                  <a:pt x="293425" y="1622219"/>
                </a:lnTo>
                <a:lnTo>
                  <a:pt x="307110" y="1632753"/>
                </a:lnTo>
                <a:lnTo>
                  <a:pt x="319533" y="1643287"/>
                </a:lnTo>
                <a:lnTo>
                  <a:pt x="330034" y="1653821"/>
                </a:lnTo>
                <a:lnTo>
                  <a:pt x="338019" y="1664355"/>
                </a:lnTo>
                <a:lnTo>
                  <a:pt x="343014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8000"/>
            </a:srgbClr>
          </a:solidFill>
          <a:ln xmlns:a="http://schemas.openxmlformats.org/drawingml/2006/main"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0" name="data_2707">
            <a:extLst xmlns:a="http://schemas.openxmlformats.org/drawingml/2006/main">
              <a:ext uri="{FF2B5EF4-FFF2-40B4-BE49-F238E27FC236}">
                <a16:creationId xmlns:a16="http://schemas.microsoft.com/office/drawing/2014/main" id="{A0A12C22-60B4-44F4-B761-81FED86C1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4506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245341" y="1685423"/>
                </a:moveTo>
                <a:lnTo>
                  <a:pt x="99373" y="1685423"/>
                </a:lnTo>
                <a:lnTo>
                  <a:pt x="100220" y="1674889"/>
                </a:lnTo>
                <a:lnTo>
                  <a:pt x="102700" y="1664355"/>
                </a:lnTo>
                <a:lnTo>
                  <a:pt x="106642" y="1653821"/>
                </a:lnTo>
                <a:lnTo>
                  <a:pt x="111780" y="1643287"/>
                </a:lnTo>
                <a:lnTo>
                  <a:pt x="117784" y="1632753"/>
                </a:lnTo>
                <a:lnTo>
                  <a:pt x="124298" y="1622219"/>
                </a:lnTo>
                <a:lnTo>
                  <a:pt x="130968" y="1611685"/>
                </a:lnTo>
                <a:lnTo>
                  <a:pt x="137478" y="1601152"/>
                </a:lnTo>
                <a:lnTo>
                  <a:pt x="143570" y="1590618"/>
                </a:lnTo>
                <a:lnTo>
                  <a:pt x="149058" y="1580084"/>
                </a:lnTo>
                <a:lnTo>
                  <a:pt x="153828" y="1569550"/>
                </a:lnTo>
                <a:lnTo>
                  <a:pt x="157838" y="1559016"/>
                </a:lnTo>
                <a:lnTo>
                  <a:pt x="161100" y="1548482"/>
                </a:lnTo>
                <a:lnTo>
                  <a:pt x="163672" y="1537948"/>
                </a:lnTo>
                <a:lnTo>
                  <a:pt x="165636" y="1527414"/>
                </a:lnTo>
                <a:lnTo>
                  <a:pt x="167087" y="1516880"/>
                </a:lnTo>
                <a:lnTo>
                  <a:pt x="168122" y="1506347"/>
                </a:lnTo>
                <a:lnTo>
                  <a:pt x="168828" y="1495813"/>
                </a:lnTo>
                <a:lnTo>
                  <a:pt x="169283" y="1485279"/>
                </a:lnTo>
                <a:lnTo>
                  <a:pt x="169547" y="1474745"/>
                </a:lnTo>
                <a:lnTo>
                  <a:pt x="169668" y="1464211"/>
                </a:lnTo>
                <a:lnTo>
                  <a:pt x="169682" y="1453677"/>
                </a:lnTo>
                <a:lnTo>
                  <a:pt x="169611" y="1443143"/>
                </a:lnTo>
                <a:lnTo>
                  <a:pt x="169472" y="1432609"/>
                </a:lnTo>
                <a:lnTo>
                  <a:pt x="169274" y="1422075"/>
                </a:lnTo>
                <a:lnTo>
                  <a:pt x="169024" y="1411542"/>
                </a:lnTo>
                <a:lnTo>
                  <a:pt x="168724" y="1401008"/>
                </a:lnTo>
                <a:lnTo>
                  <a:pt x="168376" y="1390474"/>
                </a:lnTo>
                <a:lnTo>
                  <a:pt x="167982" y="1379940"/>
                </a:lnTo>
                <a:lnTo>
                  <a:pt x="167544" y="1369406"/>
                </a:lnTo>
                <a:lnTo>
                  <a:pt x="167067" y="1358872"/>
                </a:lnTo>
                <a:lnTo>
                  <a:pt x="166556" y="1348338"/>
                </a:lnTo>
                <a:lnTo>
                  <a:pt x="166021" y="1337804"/>
                </a:lnTo>
                <a:lnTo>
                  <a:pt x="165472" y="1327270"/>
                </a:lnTo>
                <a:lnTo>
                  <a:pt x="164922" y="1316736"/>
                </a:lnTo>
                <a:lnTo>
                  <a:pt x="164382" y="1306203"/>
                </a:lnTo>
                <a:lnTo>
                  <a:pt x="163863" y="1295669"/>
                </a:lnTo>
                <a:lnTo>
                  <a:pt x="163369" y="1285135"/>
                </a:lnTo>
                <a:lnTo>
                  <a:pt x="162900" y="1274601"/>
                </a:lnTo>
                <a:lnTo>
                  <a:pt x="162452" y="1264067"/>
                </a:lnTo>
                <a:lnTo>
                  <a:pt x="162011" y="1253533"/>
                </a:lnTo>
                <a:lnTo>
                  <a:pt x="161560" y="1242999"/>
                </a:lnTo>
                <a:lnTo>
                  <a:pt x="161081" y="1232465"/>
                </a:lnTo>
                <a:lnTo>
                  <a:pt x="160556" y="1221931"/>
                </a:lnTo>
                <a:lnTo>
                  <a:pt x="159974" y="1211398"/>
                </a:lnTo>
                <a:lnTo>
                  <a:pt x="159330" y="1200864"/>
                </a:lnTo>
                <a:lnTo>
                  <a:pt x="158632" y="1190330"/>
                </a:lnTo>
                <a:lnTo>
                  <a:pt x="157901" y="1179796"/>
                </a:lnTo>
                <a:lnTo>
                  <a:pt x="157167" y="1169262"/>
                </a:lnTo>
                <a:lnTo>
                  <a:pt x="156469" y="1158728"/>
                </a:lnTo>
                <a:lnTo>
                  <a:pt x="155852" y="1148194"/>
                </a:lnTo>
                <a:lnTo>
                  <a:pt x="155359" y="1137660"/>
                </a:lnTo>
                <a:lnTo>
                  <a:pt x="155027" y="1127126"/>
                </a:lnTo>
                <a:lnTo>
                  <a:pt x="154884" y="1116593"/>
                </a:lnTo>
                <a:lnTo>
                  <a:pt x="154944" y="1106059"/>
                </a:lnTo>
                <a:lnTo>
                  <a:pt x="155207" y="1095525"/>
                </a:lnTo>
                <a:lnTo>
                  <a:pt x="155657" y="1084991"/>
                </a:lnTo>
                <a:lnTo>
                  <a:pt x="156266" y="1074457"/>
                </a:lnTo>
                <a:lnTo>
                  <a:pt x="156997" y="1063923"/>
                </a:lnTo>
                <a:lnTo>
                  <a:pt x="157803" y="1053389"/>
                </a:lnTo>
                <a:lnTo>
                  <a:pt x="158636" y="1042855"/>
                </a:lnTo>
                <a:lnTo>
                  <a:pt x="159445" y="1032321"/>
                </a:lnTo>
                <a:lnTo>
                  <a:pt x="160180" y="1021788"/>
                </a:lnTo>
                <a:lnTo>
                  <a:pt x="160796" y="1011254"/>
                </a:lnTo>
                <a:lnTo>
                  <a:pt x="161246" y="1000720"/>
                </a:lnTo>
                <a:lnTo>
                  <a:pt x="161492" y="990186"/>
                </a:lnTo>
                <a:lnTo>
                  <a:pt x="161497" y="979652"/>
                </a:lnTo>
                <a:lnTo>
                  <a:pt x="161236" y="969118"/>
                </a:lnTo>
                <a:lnTo>
                  <a:pt x="160690" y="958584"/>
                </a:lnTo>
                <a:lnTo>
                  <a:pt x="159859" y="948050"/>
                </a:lnTo>
                <a:lnTo>
                  <a:pt x="158756" y="937516"/>
                </a:lnTo>
                <a:lnTo>
                  <a:pt x="157418" y="926982"/>
                </a:lnTo>
                <a:lnTo>
                  <a:pt x="155901" y="916449"/>
                </a:lnTo>
                <a:lnTo>
                  <a:pt x="154284" y="905915"/>
                </a:lnTo>
                <a:lnTo>
                  <a:pt x="152660" y="895381"/>
                </a:lnTo>
                <a:lnTo>
                  <a:pt x="151131" y="884847"/>
                </a:lnTo>
                <a:lnTo>
                  <a:pt x="149800" y="874313"/>
                </a:lnTo>
                <a:lnTo>
                  <a:pt x="148759" y="863779"/>
                </a:lnTo>
                <a:lnTo>
                  <a:pt x="148080" y="853245"/>
                </a:lnTo>
                <a:lnTo>
                  <a:pt x="147806" y="842711"/>
                </a:lnTo>
                <a:lnTo>
                  <a:pt x="147949" y="832177"/>
                </a:lnTo>
                <a:lnTo>
                  <a:pt x="148482" y="821644"/>
                </a:lnTo>
                <a:lnTo>
                  <a:pt x="149350" y="811110"/>
                </a:lnTo>
                <a:lnTo>
                  <a:pt x="150474" y="800576"/>
                </a:lnTo>
                <a:lnTo>
                  <a:pt x="151759" y="790042"/>
                </a:lnTo>
                <a:lnTo>
                  <a:pt x="153105" y="779508"/>
                </a:lnTo>
                <a:lnTo>
                  <a:pt x="154419" y="768974"/>
                </a:lnTo>
                <a:lnTo>
                  <a:pt x="155623" y="758440"/>
                </a:lnTo>
                <a:lnTo>
                  <a:pt x="156655" y="747906"/>
                </a:lnTo>
                <a:lnTo>
                  <a:pt x="157476" y="737372"/>
                </a:lnTo>
                <a:lnTo>
                  <a:pt x="158065" y="726839"/>
                </a:lnTo>
                <a:lnTo>
                  <a:pt x="158416" y="716305"/>
                </a:lnTo>
                <a:lnTo>
                  <a:pt x="158536" y="705771"/>
                </a:lnTo>
                <a:lnTo>
                  <a:pt x="158437" y="695237"/>
                </a:lnTo>
                <a:lnTo>
                  <a:pt x="158134" y="684703"/>
                </a:lnTo>
                <a:lnTo>
                  <a:pt x="157643" y="674169"/>
                </a:lnTo>
                <a:lnTo>
                  <a:pt x="156982" y="663635"/>
                </a:lnTo>
                <a:lnTo>
                  <a:pt x="156172" y="653101"/>
                </a:lnTo>
                <a:lnTo>
                  <a:pt x="155240" y="642567"/>
                </a:lnTo>
                <a:lnTo>
                  <a:pt x="154219" y="632034"/>
                </a:lnTo>
                <a:lnTo>
                  <a:pt x="153154" y="621500"/>
                </a:lnTo>
                <a:lnTo>
                  <a:pt x="152099" y="610966"/>
                </a:lnTo>
                <a:lnTo>
                  <a:pt x="151113" y="600432"/>
                </a:lnTo>
                <a:lnTo>
                  <a:pt x="150260" y="589898"/>
                </a:lnTo>
                <a:lnTo>
                  <a:pt x="149598" y="579364"/>
                </a:lnTo>
                <a:lnTo>
                  <a:pt x="149176" y="568830"/>
                </a:lnTo>
                <a:lnTo>
                  <a:pt x="149028" y="558296"/>
                </a:lnTo>
                <a:lnTo>
                  <a:pt x="149167" y="547762"/>
                </a:lnTo>
                <a:lnTo>
                  <a:pt x="149584" y="537228"/>
                </a:lnTo>
                <a:lnTo>
                  <a:pt x="150249" y="526695"/>
                </a:lnTo>
                <a:lnTo>
                  <a:pt x="151115" y="516161"/>
                </a:lnTo>
                <a:lnTo>
                  <a:pt x="152124" y="505627"/>
                </a:lnTo>
                <a:lnTo>
                  <a:pt x="153211" y="495093"/>
                </a:lnTo>
                <a:lnTo>
                  <a:pt x="154315" y="484559"/>
                </a:lnTo>
                <a:lnTo>
                  <a:pt x="155381" y="474025"/>
                </a:lnTo>
                <a:lnTo>
                  <a:pt x="156368" y="463491"/>
                </a:lnTo>
                <a:lnTo>
                  <a:pt x="157249" y="452957"/>
                </a:lnTo>
                <a:lnTo>
                  <a:pt x="158011" y="442423"/>
                </a:lnTo>
                <a:lnTo>
                  <a:pt x="158656" y="431890"/>
                </a:lnTo>
                <a:lnTo>
                  <a:pt x="159193" y="421356"/>
                </a:lnTo>
                <a:lnTo>
                  <a:pt x="159640" y="410822"/>
                </a:lnTo>
                <a:lnTo>
                  <a:pt x="160015" y="400288"/>
                </a:lnTo>
                <a:lnTo>
                  <a:pt x="160333" y="389754"/>
                </a:lnTo>
                <a:lnTo>
                  <a:pt x="160607" y="379220"/>
                </a:lnTo>
                <a:lnTo>
                  <a:pt x="160844" y="368686"/>
                </a:lnTo>
                <a:lnTo>
                  <a:pt x="161046" y="358152"/>
                </a:lnTo>
                <a:lnTo>
                  <a:pt x="161210" y="347618"/>
                </a:lnTo>
                <a:lnTo>
                  <a:pt x="161332" y="337085"/>
                </a:lnTo>
                <a:lnTo>
                  <a:pt x="161410" y="326551"/>
                </a:lnTo>
                <a:lnTo>
                  <a:pt x="161441" y="316017"/>
                </a:lnTo>
                <a:lnTo>
                  <a:pt x="161428" y="305483"/>
                </a:lnTo>
                <a:lnTo>
                  <a:pt x="161379" y="294949"/>
                </a:lnTo>
                <a:lnTo>
                  <a:pt x="161304" y="284415"/>
                </a:lnTo>
                <a:lnTo>
                  <a:pt x="161217" y="273881"/>
                </a:lnTo>
                <a:lnTo>
                  <a:pt x="161127" y="263347"/>
                </a:lnTo>
                <a:lnTo>
                  <a:pt x="161041" y="252813"/>
                </a:lnTo>
                <a:lnTo>
                  <a:pt x="160955" y="242280"/>
                </a:lnTo>
                <a:lnTo>
                  <a:pt x="160846" y="231746"/>
                </a:lnTo>
                <a:lnTo>
                  <a:pt x="160673" y="221212"/>
                </a:lnTo>
                <a:lnTo>
                  <a:pt x="160367" y="210678"/>
                </a:lnTo>
                <a:lnTo>
                  <a:pt x="159827" y="200144"/>
                </a:lnTo>
                <a:lnTo>
                  <a:pt x="158920" y="189610"/>
                </a:lnTo>
                <a:lnTo>
                  <a:pt x="157474" y="179076"/>
                </a:lnTo>
                <a:lnTo>
                  <a:pt x="155288" y="168542"/>
                </a:lnTo>
                <a:lnTo>
                  <a:pt x="152135" y="158008"/>
                </a:lnTo>
                <a:lnTo>
                  <a:pt x="147775" y="147474"/>
                </a:lnTo>
                <a:lnTo>
                  <a:pt x="141979" y="136941"/>
                </a:lnTo>
                <a:lnTo>
                  <a:pt x="134553" y="126407"/>
                </a:lnTo>
                <a:lnTo>
                  <a:pt x="125369" y="115873"/>
                </a:lnTo>
                <a:lnTo>
                  <a:pt x="114405" y="105339"/>
                </a:lnTo>
                <a:lnTo>
                  <a:pt x="101769" y="94805"/>
                </a:lnTo>
                <a:lnTo>
                  <a:pt x="87730" y="84271"/>
                </a:lnTo>
                <a:lnTo>
                  <a:pt x="72728" y="73737"/>
                </a:lnTo>
                <a:lnTo>
                  <a:pt x="57361" y="63203"/>
                </a:lnTo>
                <a:lnTo>
                  <a:pt x="42361" y="52669"/>
                </a:lnTo>
                <a:lnTo>
                  <a:pt x="28539" y="42136"/>
                </a:lnTo>
                <a:lnTo>
                  <a:pt x="16718" y="31602"/>
                </a:lnTo>
                <a:lnTo>
                  <a:pt x="7651" y="21068"/>
                </a:lnTo>
                <a:lnTo>
                  <a:pt x="1947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67" y="10534"/>
                </a:lnTo>
                <a:lnTo>
                  <a:pt x="337063" y="21068"/>
                </a:lnTo>
                <a:lnTo>
                  <a:pt x="327997" y="31602"/>
                </a:lnTo>
                <a:lnTo>
                  <a:pt x="316175" y="42136"/>
                </a:lnTo>
                <a:lnTo>
                  <a:pt x="302354" y="52669"/>
                </a:lnTo>
                <a:lnTo>
                  <a:pt x="287354" y="63203"/>
                </a:lnTo>
                <a:lnTo>
                  <a:pt x="271987" y="73737"/>
                </a:lnTo>
                <a:lnTo>
                  <a:pt x="256984" y="84271"/>
                </a:lnTo>
                <a:lnTo>
                  <a:pt x="242945" y="94805"/>
                </a:lnTo>
                <a:lnTo>
                  <a:pt x="230309" y="105339"/>
                </a:lnTo>
                <a:lnTo>
                  <a:pt x="219345" y="115873"/>
                </a:lnTo>
                <a:lnTo>
                  <a:pt x="210162" y="126407"/>
                </a:lnTo>
                <a:lnTo>
                  <a:pt x="202735" y="136941"/>
                </a:lnTo>
                <a:lnTo>
                  <a:pt x="196939" y="147474"/>
                </a:lnTo>
                <a:lnTo>
                  <a:pt x="192580" y="158008"/>
                </a:lnTo>
                <a:lnTo>
                  <a:pt x="189426" y="168542"/>
                </a:lnTo>
                <a:lnTo>
                  <a:pt x="187240" y="179076"/>
                </a:lnTo>
                <a:lnTo>
                  <a:pt x="185795" y="189610"/>
                </a:lnTo>
                <a:lnTo>
                  <a:pt x="184887" y="200144"/>
                </a:lnTo>
                <a:lnTo>
                  <a:pt x="184347" y="210678"/>
                </a:lnTo>
                <a:lnTo>
                  <a:pt x="184041" y="221212"/>
                </a:lnTo>
                <a:lnTo>
                  <a:pt x="183868" y="231746"/>
                </a:lnTo>
                <a:lnTo>
                  <a:pt x="183760" y="242280"/>
                </a:lnTo>
                <a:lnTo>
                  <a:pt x="183673" y="252813"/>
                </a:lnTo>
                <a:lnTo>
                  <a:pt x="183587" y="263347"/>
                </a:lnTo>
                <a:lnTo>
                  <a:pt x="183498" y="273881"/>
                </a:lnTo>
                <a:lnTo>
                  <a:pt x="183410" y="284415"/>
                </a:lnTo>
                <a:lnTo>
                  <a:pt x="183335" y="294949"/>
                </a:lnTo>
                <a:lnTo>
                  <a:pt x="183286" y="305483"/>
                </a:lnTo>
                <a:lnTo>
                  <a:pt x="183273" y="316017"/>
                </a:lnTo>
                <a:lnTo>
                  <a:pt x="183304" y="326551"/>
                </a:lnTo>
                <a:lnTo>
                  <a:pt x="183382" y="337085"/>
                </a:lnTo>
                <a:lnTo>
                  <a:pt x="183505" y="347618"/>
                </a:lnTo>
                <a:lnTo>
                  <a:pt x="183669" y="358152"/>
                </a:lnTo>
                <a:lnTo>
                  <a:pt x="183870" y="368686"/>
                </a:lnTo>
                <a:lnTo>
                  <a:pt x="184107" y="379220"/>
                </a:lnTo>
                <a:lnTo>
                  <a:pt x="184382" y="389754"/>
                </a:lnTo>
                <a:lnTo>
                  <a:pt x="184700" y="400288"/>
                </a:lnTo>
                <a:lnTo>
                  <a:pt x="185074" y="410822"/>
                </a:lnTo>
                <a:lnTo>
                  <a:pt x="185521" y="421356"/>
                </a:lnTo>
                <a:lnTo>
                  <a:pt x="186058" y="431890"/>
                </a:lnTo>
                <a:lnTo>
                  <a:pt x="186703" y="442423"/>
                </a:lnTo>
                <a:lnTo>
                  <a:pt x="187466" y="452957"/>
                </a:lnTo>
                <a:lnTo>
                  <a:pt x="188346" y="463491"/>
                </a:lnTo>
                <a:lnTo>
                  <a:pt x="189333" y="474025"/>
                </a:lnTo>
                <a:lnTo>
                  <a:pt x="190400" y="484559"/>
                </a:lnTo>
                <a:lnTo>
                  <a:pt x="191503" y="495093"/>
                </a:lnTo>
                <a:lnTo>
                  <a:pt x="192590" y="505627"/>
                </a:lnTo>
                <a:lnTo>
                  <a:pt x="193599" y="516161"/>
                </a:lnTo>
                <a:lnTo>
                  <a:pt x="194465" y="526695"/>
                </a:lnTo>
                <a:lnTo>
                  <a:pt x="195131" y="537228"/>
                </a:lnTo>
                <a:lnTo>
                  <a:pt x="195547" y="547762"/>
                </a:lnTo>
                <a:lnTo>
                  <a:pt x="195686" y="558296"/>
                </a:lnTo>
                <a:lnTo>
                  <a:pt x="195538" y="568830"/>
                </a:lnTo>
                <a:lnTo>
                  <a:pt x="195117" y="579364"/>
                </a:lnTo>
                <a:lnTo>
                  <a:pt x="194455" y="589898"/>
                </a:lnTo>
                <a:lnTo>
                  <a:pt x="193601" y="600432"/>
                </a:lnTo>
                <a:lnTo>
                  <a:pt x="192616" y="610966"/>
                </a:lnTo>
                <a:lnTo>
                  <a:pt x="191560" y="621500"/>
                </a:lnTo>
                <a:lnTo>
                  <a:pt x="190495" y="632034"/>
                </a:lnTo>
                <a:lnTo>
                  <a:pt x="189475" y="642567"/>
                </a:lnTo>
                <a:lnTo>
                  <a:pt x="188542" y="653101"/>
                </a:lnTo>
                <a:lnTo>
                  <a:pt x="187732" y="663635"/>
                </a:lnTo>
                <a:lnTo>
                  <a:pt x="187072" y="674169"/>
                </a:lnTo>
                <a:lnTo>
                  <a:pt x="186581" y="684703"/>
                </a:lnTo>
                <a:lnTo>
                  <a:pt x="186278" y="695237"/>
                </a:lnTo>
                <a:lnTo>
                  <a:pt x="186178" y="705771"/>
                </a:lnTo>
                <a:lnTo>
                  <a:pt x="186298" y="716305"/>
                </a:lnTo>
                <a:lnTo>
                  <a:pt x="186650" y="726839"/>
                </a:lnTo>
                <a:lnTo>
                  <a:pt x="187238" y="737372"/>
                </a:lnTo>
                <a:lnTo>
                  <a:pt x="188059" y="747906"/>
                </a:lnTo>
                <a:lnTo>
                  <a:pt x="189091" y="758440"/>
                </a:lnTo>
                <a:lnTo>
                  <a:pt x="190295" y="768974"/>
                </a:lnTo>
                <a:lnTo>
                  <a:pt x="191610" y="779508"/>
                </a:lnTo>
                <a:lnTo>
                  <a:pt x="192956" y="790042"/>
                </a:lnTo>
                <a:lnTo>
                  <a:pt x="194240" y="800576"/>
                </a:lnTo>
                <a:lnTo>
                  <a:pt x="195364" y="811110"/>
                </a:lnTo>
                <a:lnTo>
                  <a:pt x="196233" y="821644"/>
                </a:lnTo>
                <a:lnTo>
                  <a:pt x="196766" y="832177"/>
                </a:lnTo>
                <a:lnTo>
                  <a:pt x="196908" y="842711"/>
                </a:lnTo>
                <a:lnTo>
                  <a:pt x="196634" y="853245"/>
                </a:lnTo>
                <a:lnTo>
                  <a:pt x="195955" y="863779"/>
                </a:lnTo>
                <a:lnTo>
                  <a:pt x="194914" y="874313"/>
                </a:lnTo>
                <a:lnTo>
                  <a:pt x="193583" y="884847"/>
                </a:lnTo>
                <a:lnTo>
                  <a:pt x="192054" y="895381"/>
                </a:lnTo>
                <a:lnTo>
                  <a:pt x="190430" y="905915"/>
                </a:lnTo>
                <a:lnTo>
                  <a:pt x="188813" y="916449"/>
                </a:lnTo>
                <a:lnTo>
                  <a:pt x="187297" y="926982"/>
                </a:lnTo>
                <a:lnTo>
                  <a:pt x="185959" y="937516"/>
                </a:lnTo>
                <a:lnTo>
                  <a:pt x="184856" y="948050"/>
                </a:lnTo>
                <a:lnTo>
                  <a:pt x="184024" y="958584"/>
                </a:lnTo>
                <a:lnTo>
                  <a:pt x="183479" y="969118"/>
                </a:lnTo>
                <a:lnTo>
                  <a:pt x="183217" y="979652"/>
                </a:lnTo>
                <a:lnTo>
                  <a:pt x="183223" y="990186"/>
                </a:lnTo>
                <a:lnTo>
                  <a:pt x="183468" y="1000720"/>
                </a:lnTo>
                <a:lnTo>
                  <a:pt x="183919" y="1011254"/>
                </a:lnTo>
                <a:lnTo>
                  <a:pt x="184534" y="1021788"/>
                </a:lnTo>
                <a:lnTo>
                  <a:pt x="185270" y="1032321"/>
                </a:lnTo>
                <a:lnTo>
                  <a:pt x="186079" y="1042855"/>
                </a:lnTo>
                <a:lnTo>
                  <a:pt x="186911" y="1053389"/>
                </a:lnTo>
                <a:lnTo>
                  <a:pt x="187717" y="1063923"/>
                </a:lnTo>
                <a:lnTo>
                  <a:pt x="188448" y="1074457"/>
                </a:lnTo>
                <a:lnTo>
                  <a:pt x="189057" y="1084991"/>
                </a:lnTo>
                <a:lnTo>
                  <a:pt x="189508" y="1095525"/>
                </a:lnTo>
                <a:lnTo>
                  <a:pt x="189771" y="1106059"/>
                </a:lnTo>
                <a:lnTo>
                  <a:pt x="189831" y="1116593"/>
                </a:lnTo>
                <a:lnTo>
                  <a:pt x="189688" y="1127126"/>
                </a:lnTo>
                <a:lnTo>
                  <a:pt x="189356" y="1137660"/>
                </a:lnTo>
                <a:lnTo>
                  <a:pt x="188862" y="1148194"/>
                </a:lnTo>
                <a:lnTo>
                  <a:pt x="188245" y="1158728"/>
                </a:lnTo>
                <a:lnTo>
                  <a:pt x="187547" y="1169262"/>
                </a:lnTo>
                <a:lnTo>
                  <a:pt x="186813" y="1179796"/>
                </a:lnTo>
                <a:lnTo>
                  <a:pt x="186082" y="1190330"/>
                </a:lnTo>
                <a:lnTo>
                  <a:pt x="185384" y="1200864"/>
                </a:lnTo>
                <a:lnTo>
                  <a:pt x="184741" y="1211398"/>
                </a:lnTo>
                <a:lnTo>
                  <a:pt x="184158" y="1221931"/>
                </a:lnTo>
                <a:lnTo>
                  <a:pt x="183633" y="1232465"/>
                </a:lnTo>
                <a:lnTo>
                  <a:pt x="183154" y="1242999"/>
                </a:lnTo>
                <a:lnTo>
                  <a:pt x="182704" y="1253533"/>
                </a:lnTo>
                <a:lnTo>
                  <a:pt x="182262" y="1264067"/>
                </a:lnTo>
                <a:lnTo>
                  <a:pt x="181814" y="1274601"/>
                </a:lnTo>
                <a:lnTo>
                  <a:pt x="181346" y="1285135"/>
                </a:lnTo>
                <a:lnTo>
                  <a:pt x="180852" y="1295669"/>
                </a:lnTo>
                <a:lnTo>
                  <a:pt x="180332" y="1306203"/>
                </a:lnTo>
                <a:lnTo>
                  <a:pt x="179792" y="1316736"/>
                </a:lnTo>
                <a:lnTo>
                  <a:pt x="179242" y="1327270"/>
                </a:lnTo>
                <a:lnTo>
                  <a:pt x="178693" y="1337804"/>
                </a:lnTo>
                <a:lnTo>
                  <a:pt x="178158" y="1348338"/>
                </a:lnTo>
                <a:lnTo>
                  <a:pt x="177647" y="1358872"/>
                </a:lnTo>
                <a:lnTo>
                  <a:pt x="177170" y="1369406"/>
                </a:lnTo>
                <a:lnTo>
                  <a:pt x="176732" y="1379940"/>
                </a:lnTo>
                <a:lnTo>
                  <a:pt x="176338" y="1390474"/>
                </a:lnTo>
                <a:lnTo>
                  <a:pt x="175990" y="1401008"/>
                </a:lnTo>
                <a:lnTo>
                  <a:pt x="175691" y="1411542"/>
                </a:lnTo>
                <a:lnTo>
                  <a:pt x="175440" y="1422075"/>
                </a:lnTo>
                <a:lnTo>
                  <a:pt x="175243" y="1432609"/>
                </a:lnTo>
                <a:lnTo>
                  <a:pt x="175104" y="1443143"/>
                </a:lnTo>
                <a:lnTo>
                  <a:pt x="175033" y="1453677"/>
                </a:lnTo>
                <a:lnTo>
                  <a:pt x="175046" y="1464211"/>
                </a:lnTo>
                <a:lnTo>
                  <a:pt x="175167" y="1474745"/>
                </a:lnTo>
                <a:lnTo>
                  <a:pt x="175432" y="1485279"/>
                </a:lnTo>
                <a:lnTo>
                  <a:pt x="175886" y="1495813"/>
                </a:lnTo>
                <a:lnTo>
                  <a:pt x="176593" y="1506347"/>
                </a:lnTo>
                <a:lnTo>
                  <a:pt x="177627" y="1516880"/>
                </a:lnTo>
                <a:lnTo>
                  <a:pt x="179078" y="1527414"/>
                </a:lnTo>
                <a:lnTo>
                  <a:pt x="181042" y="1537948"/>
                </a:lnTo>
                <a:lnTo>
                  <a:pt x="183614" y="1548482"/>
                </a:lnTo>
                <a:lnTo>
                  <a:pt x="186877" y="1559016"/>
                </a:lnTo>
                <a:lnTo>
                  <a:pt x="190886" y="1569550"/>
                </a:lnTo>
                <a:lnTo>
                  <a:pt x="195657" y="1580084"/>
                </a:lnTo>
                <a:lnTo>
                  <a:pt x="201144" y="1590618"/>
                </a:lnTo>
                <a:lnTo>
                  <a:pt x="207237" y="1601152"/>
                </a:lnTo>
                <a:lnTo>
                  <a:pt x="213747" y="1611685"/>
                </a:lnTo>
                <a:lnTo>
                  <a:pt x="220417" y="1622219"/>
                </a:lnTo>
                <a:lnTo>
                  <a:pt x="226930" y="1632753"/>
                </a:lnTo>
                <a:lnTo>
                  <a:pt x="232935" y="1643287"/>
                </a:lnTo>
                <a:lnTo>
                  <a:pt x="238072" y="1653821"/>
                </a:lnTo>
                <a:lnTo>
                  <a:pt x="242014" y="1664355"/>
                </a:lnTo>
                <a:lnTo>
                  <a:pt x="244494" y="1674889"/>
                </a:lnTo>
                <a:lnTo>
                  <a:pt x="245341" y="1685423"/>
                </a:lnTo>
                <a:lnTo>
                  <a:pt x="245341" y="1685423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8000"/>
            </a:srgbClr>
          </a:solidFill>
          <a:ln xmlns:a="http://schemas.openxmlformats.org/drawingml/2006/main"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1" name="data_2708">
            <a:extLst xmlns:a="http://schemas.openxmlformats.org/drawingml/2006/main">
              <a:ext uri="{FF2B5EF4-FFF2-40B4-BE49-F238E27FC236}">
                <a16:creationId xmlns:a16="http://schemas.microsoft.com/office/drawing/2014/main" id="{80A3B168-0A3E-4131-8FEC-6F2622FF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0336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200154" y="1685423"/>
                </a:moveTo>
                <a:lnTo>
                  <a:pt x="144560" y="1685423"/>
                </a:lnTo>
                <a:lnTo>
                  <a:pt x="144878" y="1674889"/>
                </a:lnTo>
                <a:lnTo>
                  <a:pt x="145810" y="1664355"/>
                </a:lnTo>
                <a:lnTo>
                  <a:pt x="147291" y="1653821"/>
                </a:lnTo>
                <a:lnTo>
                  <a:pt x="149223" y="1643287"/>
                </a:lnTo>
                <a:lnTo>
                  <a:pt x="151483" y="1632753"/>
                </a:lnTo>
                <a:lnTo>
                  <a:pt x="153934" y="1622219"/>
                </a:lnTo>
                <a:lnTo>
                  <a:pt x="156444" y="1611685"/>
                </a:lnTo>
                <a:lnTo>
                  <a:pt x="158892" y="1601152"/>
                </a:lnTo>
                <a:lnTo>
                  <a:pt x="161176" y="1590618"/>
                </a:lnTo>
                <a:lnTo>
                  <a:pt x="163224" y="1580084"/>
                </a:lnTo>
                <a:lnTo>
                  <a:pt x="164990" y="1569550"/>
                </a:lnTo>
                <a:lnTo>
                  <a:pt x="166454" y="1559016"/>
                </a:lnTo>
                <a:lnTo>
                  <a:pt x="167622" y="1548482"/>
                </a:lnTo>
                <a:lnTo>
                  <a:pt x="168515" y="1537948"/>
                </a:lnTo>
                <a:lnTo>
                  <a:pt x="169169" y="1527414"/>
                </a:lnTo>
                <a:lnTo>
                  <a:pt x="169624" y="1516880"/>
                </a:lnTo>
                <a:lnTo>
                  <a:pt x="169926" y="1506347"/>
                </a:lnTo>
                <a:lnTo>
                  <a:pt x="170116" y="1495813"/>
                </a:lnTo>
                <a:lnTo>
                  <a:pt x="170232" y="1485279"/>
                </a:lnTo>
                <a:lnTo>
                  <a:pt x="170306" y="1474745"/>
                </a:lnTo>
                <a:lnTo>
                  <a:pt x="170361" y="1464211"/>
                </a:lnTo>
                <a:lnTo>
                  <a:pt x="170415" y="1453677"/>
                </a:lnTo>
                <a:lnTo>
                  <a:pt x="170476" y="1443143"/>
                </a:lnTo>
                <a:lnTo>
                  <a:pt x="170549" y="1432609"/>
                </a:lnTo>
                <a:lnTo>
                  <a:pt x="170630" y="1422075"/>
                </a:lnTo>
                <a:lnTo>
                  <a:pt x="170712" y="1411542"/>
                </a:lnTo>
                <a:lnTo>
                  <a:pt x="170786" y="1401008"/>
                </a:lnTo>
                <a:lnTo>
                  <a:pt x="170839" y="1390474"/>
                </a:lnTo>
                <a:lnTo>
                  <a:pt x="170861" y="1379940"/>
                </a:lnTo>
                <a:lnTo>
                  <a:pt x="170840" y="1369406"/>
                </a:lnTo>
                <a:lnTo>
                  <a:pt x="170767" y="1358872"/>
                </a:lnTo>
                <a:lnTo>
                  <a:pt x="170636" y="1348338"/>
                </a:lnTo>
                <a:lnTo>
                  <a:pt x="170446" y="1337804"/>
                </a:lnTo>
                <a:lnTo>
                  <a:pt x="170197" y="1327270"/>
                </a:lnTo>
                <a:lnTo>
                  <a:pt x="169895" y="1316736"/>
                </a:lnTo>
                <a:lnTo>
                  <a:pt x="169548" y="1306203"/>
                </a:lnTo>
                <a:lnTo>
                  <a:pt x="169170" y="1295669"/>
                </a:lnTo>
                <a:lnTo>
                  <a:pt x="168775" y="1285135"/>
                </a:lnTo>
                <a:lnTo>
                  <a:pt x="168377" y="1274601"/>
                </a:lnTo>
                <a:lnTo>
                  <a:pt x="167991" y="1264067"/>
                </a:lnTo>
                <a:lnTo>
                  <a:pt x="167632" y="1253533"/>
                </a:lnTo>
                <a:lnTo>
                  <a:pt x="167311" y="1242999"/>
                </a:lnTo>
                <a:lnTo>
                  <a:pt x="167035" y="1232465"/>
                </a:lnTo>
                <a:lnTo>
                  <a:pt x="166811" y="1221931"/>
                </a:lnTo>
                <a:lnTo>
                  <a:pt x="166640" y="1211398"/>
                </a:lnTo>
                <a:lnTo>
                  <a:pt x="166523" y="1200864"/>
                </a:lnTo>
                <a:lnTo>
                  <a:pt x="166458" y="1190330"/>
                </a:lnTo>
                <a:lnTo>
                  <a:pt x="166442" y="1179796"/>
                </a:lnTo>
                <a:lnTo>
                  <a:pt x="166474" y="1169262"/>
                </a:lnTo>
                <a:lnTo>
                  <a:pt x="166551" y="1158728"/>
                </a:lnTo>
                <a:lnTo>
                  <a:pt x="166672" y="1148194"/>
                </a:lnTo>
                <a:lnTo>
                  <a:pt x="166835" y="1137660"/>
                </a:lnTo>
                <a:lnTo>
                  <a:pt x="167038" y="1127126"/>
                </a:lnTo>
                <a:lnTo>
                  <a:pt x="167278" y="1116593"/>
                </a:lnTo>
                <a:lnTo>
                  <a:pt x="167548" y="1106059"/>
                </a:lnTo>
                <a:lnTo>
                  <a:pt x="167841" y="1095525"/>
                </a:lnTo>
                <a:lnTo>
                  <a:pt x="168145" y="1084991"/>
                </a:lnTo>
                <a:lnTo>
                  <a:pt x="168446" y="1074457"/>
                </a:lnTo>
                <a:lnTo>
                  <a:pt x="168730" y="1063923"/>
                </a:lnTo>
                <a:lnTo>
                  <a:pt x="168980" y="1053389"/>
                </a:lnTo>
                <a:lnTo>
                  <a:pt x="169181" y="1042855"/>
                </a:lnTo>
                <a:lnTo>
                  <a:pt x="169318" y="1032321"/>
                </a:lnTo>
                <a:lnTo>
                  <a:pt x="169378" y="1021788"/>
                </a:lnTo>
                <a:lnTo>
                  <a:pt x="169349" y="1011254"/>
                </a:lnTo>
                <a:lnTo>
                  <a:pt x="169224" y="1000720"/>
                </a:lnTo>
                <a:lnTo>
                  <a:pt x="168994" y="990186"/>
                </a:lnTo>
                <a:lnTo>
                  <a:pt x="168656" y="979652"/>
                </a:lnTo>
                <a:lnTo>
                  <a:pt x="168208" y="969118"/>
                </a:lnTo>
                <a:lnTo>
                  <a:pt x="167650" y="958584"/>
                </a:lnTo>
                <a:lnTo>
                  <a:pt x="166988" y="948050"/>
                </a:lnTo>
                <a:lnTo>
                  <a:pt x="166232" y="937516"/>
                </a:lnTo>
                <a:lnTo>
                  <a:pt x="165399" y="926982"/>
                </a:lnTo>
                <a:lnTo>
                  <a:pt x="164512" y="916449"/>
                </a:lnTo>
                <a:lnTo>
                  <a:pt x="163602" y="905915"/>
                </a:lnTo>
                <a:lnTo>
                  <a:pt x="162704" y="895381"/>
                </a:lnTo>
                <a:lnTo>
                  <a:pt x="161859" y="884847"/>
                </a:lnTo>
                <a:lnTo>
                  <a:pt x="161108" y="874313"/>
                </a:lnTo>
                <a:lnTo>
                  <a:pt x="160491" y="863779"/>
                </a:lnTo>
                <a:lnTo>
                  <a:pt x="160037" y="853245"/>
                </a:lnTo>
                <a:lnTo>
                  <a:pt x="159768" y="842711"/>
                </a:lnTo>
                <a:lnTo>
                  <a:pt x="159692" y="832177"/>
                </a:lnTo>
                <a:lnTo>
                  <a:pt x="159804" y="821644"/>
                </a:lnTo>
                <a:lnTo>
                  <a:pt x="160084" y="811110"/>
                </a:lnTo>
                <a:lnTo>
                  <a:pt x="160499" y="800576"/>
                </a:lnTo>
                <a:lnTo>
                  <a:pt x="161010" y="790042"/>
                </a:lnTo>
                <a:lnTo>
                  <a:pt x="161570" y="779508"/>
                </a:lnTo>
                <a:lnTo>
                  <a:pt x="162133" y="768974"/>
                </a:lnTo>
                <a:lnTo>
                  <a:pt x="162654" y="758440"/>
                </a:lnTo>
                <a:lnTo>
                  <a:pt x="163095" y="747906"/>
                </a:lnTo>
                <a:lnTo>
                  <a:pt x="163421" y="737372"/>
                </a:lnTo>
                <a:lnTo>
                  <a:pt x="163609" y="726839"/>
                </a:lnTo>
                <a:lnTo>
                  <a:pt x="163640" y="716305"/>
                </a:lnTo>
                <a:lnTo>
                  <a:pt x="163505" y="705771"/>
                </a:lnTo>
                <a:lnTo>
                  <a:pt x="163202" y="695237"/>
                </a:lnTo>
                <a:lnTo>
                  <a:pt x="162734" y="684703"/>
                </a:lnTo>
                <a:lnTo>
                  <a:pt x="162113" y="674169"/>
                </a:lnTo>
                <a:lnTo>
                  <a:pt x="161360" y="663635"/>
                </a:lnTo>
                <a:lnTo>
                  <a:pt x="160502" y="653101"/>
                </a:lnTo>
                <a:lnTo>
                  <a:pt x="159575" y="642567"/>
                </a:lnTo>
                <a:lnTo>
                  <a:pt x="158621" y="632034"/>
                </a:lnTo>
                <a:lnTo>
                  <a:pt x="157689" y="621500"/>
                </a:lnTo>
                <a:lnTo>
                  <a:pt x="156832" y="610966"/>
                </a:lnTo>
                <a:lnTo>
                  <a:pt x="156098" y="600432"/>
                </a:lnTo>
                <a:lnTo>
                  <a:pt x="155533" y="589898"/>
                </a:lnTo>
                <a:lnTo>
                  <a:pt x="155171" y="579364"/>
                </a:lnTo>
                <a:lnTo>
                  <a:pt x="155033" y="568830"/>
                </a:lnTo>
                <a:lnTo>
                  <a:pt x="155124" y="558296"/>
                </a:lnTo>
                <a:lnTo>
                  <a:pt x="155431" y="547762"/>
                </a:lnTo>
                <a:lnTo>
                  <a:pt x="155926" y="537228"/>
                </a:lnTo>
                <a:lnTo>
                  <a:pt x="156569" y="526695"/>
                </a:lnTo>
                <a:lnTo>
                  <a:pt x="157311" y="516161"/>
                </a:lnTo>
                <a:lnTo>
                  <a:pt x="158102" y="505627"/>
                </a:lnTo>
                <a:lnTo>
                  <a:pt x="158894" y="495093"/>
                </a:lnTo>
                <a:lnTo>
                  <a:pt x="159646" y="484559"/>
                </a:lnTo>
                <a:lnTo>
                  <a:pt x="160327" y="474025"/>
                </a:lnTo>
                <a:lnTo>
                  <a:pt x="160919" y="463491"/>
                </a:lnTo>
                <a:lnTo>
                  <a:pt x="161414" y="452957"/>
                </a:lnTo>
                <a:lnTo>
                  <a:pt x="161814" y="442423"/>
                </a:lnTo>
                <a:lnTo>
                  <a:pt x="162126" y="431890"/>
                </a:lnTo>
                <a:lnTo>
                  <a:pt x="162362" y="421356"/>
                </a:lnTo>
                <a:lnTo>
                  <a:pt x="162533" y="410822"/>
                </a:lnTo>
                <a:lnTo>
                  <a:pt x="162649" y="400288"/>
                </a:lnTo>
                <a:lnTo>
                  <a:pt x="162716" y="389754"/>
                </a:lnTo>
                <a:lnTo>
                  <a:pt x="162740" y="379220"/>
                </a:lnTo>
                <a:lnTo>
                  <a:pt x="162722" y="368686"/>
                </a:lnTo>
                <a:lnTo>
                  <a:pt x="162663" y="358152"/>
                </a:lnTo>
                <a:lnTo>
                  <a:pt x="162568" y="347618"/>
                </a:lnTo>
                <a:lnTo>
                  <a:pt x="162440" y="337085"/>
                </a:lnTo>
                <a:lnTo>
                  <a:pt x="162288" y="326551"/>
                </a:lnTo>
                <a:lnTo>
                  <a:pt x="162123" y="316017"/>
                </a:lnTo>
                <a:lnTo>
                  <a:pt x="161961" y="305483"/>
                </a:lnTo>
                <a:lnTo>
                  <a:pt x="161815" y="294949"/>
                </a:lnTo>
                <a:lnTo>
                  <a:pt x="161700" y="284415"/>
                </a:lnTo>
                <a:lnTo>
                  <a:pt x="161627" y="273881"/>
                </a:lnTo>
                <a:lnTo>
                  <a:pt x="161597" y="263347"/>
                </a:lnTo>
                <a:lnTo>
                  <a:pt x="161604" y="252813"/>
                </a:lnTo>
                <a:lnTo>
                  <a:pt x="161624" y="242280"/>
                </a:lnTo>
                <a:lnTo>
                  <a:pt x="161620" y="231746"/>
                </a:lnTo>
                <a:lnTo>
                  <a:pt x="161530" y="221212"/>
                </a:lnTo>
                <a:lnTo>
                  <a:pt x="161270" y="210678"/>
                </a:lnTo>
                <a:lnTo>
                  <a:pt x="160727" y="200144"/>
                </a:lnTo>
                <a:lnTo>
                  <a:pt x="159760" y="189610"/>
                </a:lnTo>
                <a:lnTo>
                  <a:pt x="158197" y="179076"/>
                </a:lnTo>
                <a:lnTo>
                  <a:pt x="155842" y="168542"/>
                </a:lnTo>
                <a:lnTo>
                  <a:pt x="152475" y="158008"/>
                </a:lnTo>
                <a:lnTo>
                  <a:pt x="147874" y="147474"/>
                </a:lnTo>
                <a:lnTo>
                  <a:pt x="141826" y="136941"/>
                </a:lnTo>
                <a:lnTo>
                  <a:pt x="134156" y="126407"/>
                </a:lnTo>
                <a:lnTo>
                  <a:pt x="124759" y="115873"/>
                </a:lnTo>
                <a:lnTo>
                  <a:pt x="113628" y="105339"/>
                </a:lnTo>
                <a:lnTo>
                  <a:pt x="100887" y="94805"/>
                </a:lnTo>
                <a:lnTo>
                  <a:pt x="86815" y="84271"/>
                </a:lnTo>
                <a:lnTo>
                  <a:pt x="71849" y="73737"/>
                </a:lnTo>
                <a:lnTo>
                  <a:pt x="56583" y="63203"/>
                </a:lnTo>
                <a:lnTo>
                  <a:pt x="41732" y="52669"/>
                </a:lnTo>
                <a:lnTo>
                  <a:pt x="28084" y="42136"/>
                </a:lnTo>
                <a:lnTo>
                  <a:pt x="16437" y="31602"/>
                </a:lnTo>
                <a:lnTo>
                  <a:pt x="7518" y="21068"/>
                </a:lnTo>
                <a:lnTo>
                  <a:pt x="191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2" y="10534"/>
                </a:lnTo>
                <a:lnTo>
                  <a:pt x="337196" y="21068"/>
                </a:lnTo>
                <a:lnTo>
                  <a:pt x="328277" y="31602"/>
                </a:lnTo>
                <a:lnTo>
                  <a:pt x="316630" y="42136"/>
                </a:lnTo>
                <a:lnTo>
                  <a:pt x="302983" y="52669"/>
                </a:lnTo>
                <a:lnTo>
                  <a:pt x="288131" y="63203"/>
                </a:lnTo>
                <a:lnTo>
                  <a:pt x="272865" y="73737"/>
                </a:lnTo>
                <a:lnTo>
                  <a:pt x="257899" y="84271"/>
                </a:lnTo>
                <a:lnTo>
                  <a:pt x="243827" y="94805"/>
                </a:lnTo>
                <a:lnTo>
                  <a:pt x="231086" y="105339"/>
                </a:lnTo>
                <a:lnTo>
                  <a:pt x="219955" y="115873"/>
                </a:lnTo>
                <a:lnTo>
                  <a:pt x="210558" y="126407"/>
                </a:lnTo>
                <a:lnTo>
                  <a:pt x="202888" y="136941"/>
                </a:lnTo>
                <a:lnTo>
                  <a:pt x="196840" y="147474"/>
                </a:lnTo>
                <a:lnTo>
                  <a:pt x="192239" y="158008"/>
                </a:lnTo>
                <a:lnTo>
                  <a:pt x="188873" y="168542"/>
                </a:lnTo>
                <a:lnTo>
                  <a:pt x="186517" y="179076"/>
                </a:lnTo>
                <a:lnTo>
                  <a:pt x="184954" y="189610"/>
                </a:lnTo>
                <a:lnTo>
                  <a:pt x="183987" y="200144"/>
                </a:lnTo>
                <a:lnTo>
                  <a:pt x="183444" y="210678"/>
                </a:lnTo>
                <a:lnTo>
                  <a:pt x="183184" y="221212"/>
                </a:lnTo>
                <a:lnTo>
                  <a:pt x="183094" y="231746"/>
                </a:lnTo>
                <a:lnTo>
                  <a:pt x="183090" y="242280"/>
                </a:lnTo>
                <a:lnTo>
                  <a:pt x="183111" y="252813"/>
                </a:lnTo>
                <a:lnTo>
                  <a:pt x="183117" y="263347"/>
                </a:lnTo>
                <a:lnTo>
                  <a:pt x="183087" y="273881"/>
                </a:lnTo>
                <a:lnTo>
                  <a:pt x="183014" y="284415"/>
                </a:lnTo>
                <a:lnTo>
                  <a:pt x="182899" y="294949"/>
                </a:lnTo>
                <a:lnTo>
                  <a:pt x="182754" y="305483"/>
                </a:lnTo>
                <a:lnTo>
                  <a:pt x="182591" y="316017"/>
                </a:lnTo>
                <a:lnTo>
                  <a:pt x="182427" y="326551"/>
                </a:lnTo>
                <a:lnTo>
                  <a:pt x="182275" y="337085"/>
                </a:lnTo>
                <a:lnTo>
                  <a:pt x="182147" y="347618"/>
                </a:lnTo>
                <a:lnTo>
                  <a:pt x="182051" y="358152"/>
                </a:lnTo>
                <a:lnTo>
                  <a:pt x="181993" y="368686"/>
                </a:lnTo>
                <a:lnTo>
                  <a:pt x="181974" y="379220"/>
                </a:lnTo>
                <a:lnTo>
                  <a:pt x="181998" y="389754"/>
                </a:lnTo>
                <a:lnTo>
                  <a:pt x="182066" y="400288"/>
                </a:lnTo>
                <a:lnTo>
                  <a:pt x="182181" y="410822"/>
                </a:lnTo>
                <a:lnTo>
                  <a:pt x="182352" y="421356"/>
                </a:lnTo>
                <a:lnTo>
                  <a:pt x="182588" y="431890"/>
                </a:lnTo>
                <a:lnTo>
                  <a:pt x="182901" y="442423"/>
                </a:lnTo>
                <a:lnTo>
                  <a:pt x="183300" y="452957"/>
                </a:lnTo>
                <a:lnTo>
                  <a:pt x="183796" y="463491"/>
                </a:lnTo>
                <a:lnTo>
                  <a:pt x="184388" y="474025"/>
                </a:lnTo>
                <a:lnTo>
                  <a:pt x="185069" y="484559"/>
                </a:lnTo>
                <a:lnTo>
                  <a:pt x="185820" y="495093"/>
                </a:lnTo>
                <a:lnTo>
                  <a:pt x="186612" y="505627"/>
                </a:lnTo>
                <a:lnTo>
                  <a:pt x="187403" y="516161"/>
                </a:lnTo>
                <a:lnTo>
                  <a:pt x="188145" y="526695"/>
                </a:lnTo>
                <a:lnTo>
                  <a:pt x="188788" y="537228"/>
                </a:lnTo>
                <a:lnTo>
                  <a:pt x="189283" y="547762"/>
                </a:lnTo>
                <a:lnTo>
                  <a:pt x="189590" y="558296"/>
                </a:lnTo>
                <a:lnTo>
                  <a:pt x="189681" y="568830"/>
                </a:lnTo>
                <a:lnTo>
                  <a:pt x="189543" y="579364"/>
                </a:lnTo>
                <a:lnTo>
                  <a:pt x="189181" y="589898"/>
                </a:lnTo>
                <a:lnTo>
                  <a:pt x="188616" y="600432"/>
                </a:lnTo>
                <a:lnTo>
                  <a:pt x="187882" y="610966"/>
                </a:lnTo>
                <a:lnTo>
                  <a:pt x="187025" y="621500"/>
                </a:lnTo>
                <a:lnTo>
                  <a:pt x="186094" y="632034"/>
                </a:lnTo>
                <a:lnTo>
                  <a:pt x="185140" y="642567"/>
                </a:lnTo>
                <a:lnTo>
                  <a:pt x="184212" y="653101"/>
                </a:lnTo>
                <a:lnTo>
                  <a:pt x="183354" y="663635"/>
                </a:lnTo>
                <a:lnTo>
                  <a:pt x="182601" y="674169"/>
                </a:lnTo>
                <a:lnTo>
                  <a:pt x="181981" y="684703"/>
                </a:lnTo>
                <a:lnTo>
                  <a:pt x="181513" y="695237"/>
                </a:lnTo>
                <a:lnTo>
                  <a:pt x="181209" y="705771"/>
                </a:lnTo>
                <a:lnTo>
                  <a:pt x="181074" y="716305"/>
                </a:lnTo>
                <a:lnTo>
                  <a:pt x="181106" y="726839"/>
                </a:lnTo>
                <a:lnTo>
                  <a:pt x="181293" y="737372"/>
                </a:lnTo>
                <a:lnTo>
                  <a:pt x="181620" y="747906"/>
                </a:lnTo>
                <a:lnTo>
                  <a:pt x="182060" y="758440"/>
                </a:lnTo>
                <a:lnTo>
                  <a:pt x="182581" y="768974"/>
                </a:lnTo>
                <a:lnTo>
                  <a:pt x="183144" y="779508"/>
                </a:lnTo>
                <a:lnTo>
                  <a:pt x="183705" y="790042"/>
                </a:lnTo>
                <a:lnTo>
                  <a:pt x="184215" y="800576"/>
                </a:lnTo>
                <a:lnTo>
                  <a:pt x="184631" y="811110"/>
                </a:lnTo>
                <a:lnTo>
                  <a:pt x="184910" y="821644"/>
                </a:lnTo>
                <a:lnTo>
                  <a:pt x="185022" y="832177"/>
                </a:lnTo>
                <a:lnTo>
                  <a:pt x="184946" y="842711"/>
                </a:lnTo>
                <a:lnTo>
                  <a:pt x="184678" y="853245"/>
                </a:lnTo>
                <a:lnTo>
                  <a:pt x="184224" y="863779"/>
                </a:lnTo>
                <a:lnTo>
                  <a:pt x="183606" y="874313"/>
                </a:lnTo>
                <a:lnTo>
                  <a:pt x="182855" y="884847"/>
                </a:lnTo>
                <a:lnTo>
                  <a:pt x="182011" y="895381"/>
                </a:lnTo>
                <a:lnTo>
                  <a:pt x="181113" y="905915"/>
                </a:lnTo>
                <a:lnTo>
                  <a:pt x="180202" y="916449"/>
                </a:lnTo>
                <a:lnTo>
                  <a:pt x="179315" y="926982"/>
                </a:lnTo>
                <a:lnTo>
                  <a:pt x="178482" y="937516"/>
                </a:lnTo>
                <a:lnTo>
                  <a:pt x="177726" y="948050"/>
                </a:lnTo>
                <a:lnTo>
                  <a:pt x="177064" y="958584"/>
                </a:lnTo>
                <a:lnTo>
                  <a:pt x="176507" y="969118"/>
                </a:lnTo>
                <a:lnTo>
                  <a:pt x="176058" y="979652"/>
                </a:lnTo>
                <a:lnTo>
                  <a:pt x="175720" y="990186"/>
                </a:lnTo>
                <a:lnTo>
                  <a:pt x="175491" y="1000720"/>
                </a:lnTo>
                <a:lnTo>
                  <a:pt x="175365" y="1011254"/>
                </a:lnTo>
                <a:lnTo>
                  <a:pt x="175337" y="1021788"/>
                </a:lnTo>
                <a:lnTo>
                  <a:pt x="175396" y="1032321"/>
                </a:lnTo>
                <a:lnTo>
                  <a:pt x="175533" y="1042855"/>
                </a:lnTo>
                <a:lnTo>
                  <a:pt x="175734" y="1053389"/>
                </a:lnTo>
                <a:lnTo>
                  <a:pt x="175984" y="1063923"/>
                </a:lnTo>
                <a:lnTo>
                  <a:pt x="176268" y="1074457"/>
                </a:lnTo>
                <a:lnTo>
                  <a:pt x="176570" y="1084991"/>
                </a:lnTo>
                <a:lnTo>
                  <a:pt x="176874" y="1095525"/>
                </a:lnTo>
                <a:lnTo>
                  <a:pt x="177166" y="1106059"/>
                </a:lnTo>
                <a:lnTo>
                  <a:pt x="177436" y="1116593"/>
                </a:lnTo>
                <a:lnTo>
                  <a:pt x="177676" y="1127126"/>
                </a:lnTo>
                <a:lnTo>
                  <a:pt x="177879" y="1137660"/>
                </a:lnTo>
                <a:lnTo>
                  <a:pt x="178042" y="1148194"/>
                </a:lnTo>
                <a:lnTo>
                  <a:pt x="178163" y="1158728"/>
                </a:lnTo>
                <a:lnTo>
                  <a:pt x="178240" y="1169262"/>
                </a:lnTo>
                <a:lnTo>
                  <a:pt x="178272" y="1179796"/>
                </a:lnTo>
                <a:lnTo>
                  <a:pt x="178256" y="1190330"/>
                </a:lnTo>
                <a:lnTo>
                  <a:pt x="178191" y="1200864"/>
                </a:lnTo>
                <a:lnTo>
                  <a:pt x="178074" y="1211398"/>
                </a:lnTo>
                <a:lnTo>
                  <a:pt x="177903" y="1221931"/>
                </a:lnTo>
                <a:lnTo>
                  <a:pt x="177679" y="1232465"/>
                </a:lnTo>
                <a:lnTo>
                  <a:pt x="177404" y="1242999"/>
                </a:lnTo>
                <a:lnTo>
                  <a:pt x="177082" y="1253533"/>
                </a:lnTo>
                <a:lnTo>
                  <a:pt x="176723" y="1264067"/>
                </a:lnTo>
                <a:lnTo>
                  <a:pt x="176338" y="1274601"/>
                </a:lnTo>
                <a:lnTo>
                  <a:pt x="175940" y="1285135"/>
                </a:lnTo>
                <a:lnTo>
                  <a:pt x="175544" y="1295669"/>
                </a:lnTo>
                <a:lnTo>
                  <a:pt x="175166" y="1306203"/>
                </a:lnTo>
                <a:lnTo>
                  <a:pt x="174820" y="1316736"/>
                </a:lnTo>
                <a:lnTo>
                  <a:pt x="174518" y="1327270"/>
                </a:lnTo>
                <a:lnTo>
                  <a:pt x="174269" y="1337804"/>
                </a:lnTo>
                <a:lnTo>
                  <a:pt x="174078" y="1348338"/>
                </a:lnTo>
                <a:lnTo>
                  <a:pt x="173948" y="1358872"/>
                </a:lnTo>
                <a:lnTo>
                  <a:pt x="173875" y="1369406"/>
                </a:lnTo>
                <a:lnTo>
                  <a:pt x="173854" y="1379940"/>
                </a:lnTo>
                <a:lnTo>
                  <a:pt x="173875" y="1390474"/>
                </a:lnTo>
                <a:lnTo>
                  <a:pt x="173929" y="1401008"/>
                </a:lnTo>
                <a:lnTo>
                  <a:pt x="174002" y="1411542"/>
                </a:lnTo>
                <a:lnTo>
                  <a:pt x="174084" y="1422075"/>
                </a:lnTo>
                <a:lnTo>
                  <a:pt x="174165" y="1432609"/>
                </a:lnTo>
                <a:lnTo>
                  <a:pt x="174238" y="1443143"/>
                </a:lnTo>
                <a:lnTo>
                  <a:pt x="174300" y="1453677"/>
                </a:lnTo>
                <a:lnTo>
                  <a:pt x="174353" y="1464211"/>
                </a:lnTo>
                <a:lnTo>
                  <a:pt x="174409" y="1474745"/>
                </a:lnTo>
                <a:lnTo>
                  <a:pt x="174482" y="1485279"/>
                </a:lnTo>
                <a:lnTo>
                  <a:pt x="174598" y="1495813"/>
                </a:lnTo>
                <a:lnTo>
                  <a:pt x="174788" y="1506347"/>
                </a:lnTo>
                <a:lnTo>
                  <a:pt x="175090" y="1516880"/>
                </a:lnTo>
                <a:lnTo>
                  <a:pt x="175546" y="1527414"/>
                </a:lnTo>
                <a:lnTo>
                  <a:pt x="176199" y="1537948"/>
                </a:lnTo>
                <a:lnTo>
                  <a:pt x="177092" y="1548482"/>
                </a:lnTo>
                <a:lnTo>
                  <a:pt x="178260" y="1559016"/>
                </a:lnTo>
                <a:lnTo>
                  <a:pt x="179725" y="1569550"/>
                </a:lnTo>
                <a:lnTo>
                  <a:pt x="181490" y="1580084"/>
                </a:lnTo>
                <a:lnTo>
                  <a:pt x="183538" y="1590618"/>
                </a:lnTo>
                <a:lnTo>
                  <a:pt x="185823" y="1601152"/>
                </a:lnTo>
                <a:lnTo>
                  <a:pt x="188270" y="1611685"/>
                </a:lnTo>
                <a:lnTo>
                  <a:pt x="190780" y="1622219"/>
                </a:lnTo>
                <a:lnTo>
                  <a:pt x="193232" y="1632753"/>
                </a:lnTo>
                <a:lnTo>
                  <a:pt x="195491" y="1643287"/>
                </a:lnTo>
                <a:lnTo>
                  <a:pt x="197423" y="1653821"/>
                </a:lnTo>
                <a:lnTo>
                  <a:pt x="198904" y="1664355"/>
                </a:lnTo>
                <a:lnTo>
                  <a:pt x="199836" y="1674889"/>
                </a:lnTo>
                <a:lnTo>
                  <a:pt x="200154" y="1685423"/>
                </a:lnTo>
                <a:lnTo>
                  <a:pt x="200154" y="1685423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8000"/>
            </a:srgbClr>
          </a:solidFill>
          <a:ln xmlns:a="http://schemas.openxmlformats.org/drawingml/2006/main"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2" name="data_2709">
            <a:extLst xmlns:a="http://schemas.openxmlformats.org/drawingml/2006/main">
              <a:ext uri="{FF2B5EF4-FFF2-40B4-BE49-F238E27FC236}">
                <a16:creationId xmlns:a16="http://schemas.microsoft.com/office/drawing/2014/main" id="{E8C14CA4-D770-4AAC-92C0-CB81CD639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580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956" y="1674889"/>
                </a:lnTo>
                <a:lnTo>
                  <a:pt x="7688" y="1664355"/>
                </a:lnTo>
                <a:lnTo>
                  <a:pt x="16809" y="1653821"/>
                </a:lnTo>
                <a:lnTo>
                  <a:pt x="28720" y="1643287"/>
                </a:lnTo>
                <a:lnTo>
                  <a:pt x="42677" y="1632753"/>
                </a:lnTo>
                <a:lnTo>
                  <a:pt x="57865" y="1622219"/>
                </a:lnTo>
                <a:lnTo>
                  <a:pt x="73475" y="1611685"/>
                </a:lnTo>
                <a:lnTo>
                  <a:pt x="88775" y="1601152"/>
                </a:lnTo>
                <a:lnTo>
                  <a:pt x="103158" y="1590618"/>
                </a:lnTo>
                <a:lnTo>
                  <a:pt x="116171" y="1580084"/>
                </a:lnTo>
                <a:lnTo>
                  <a:pt x="127532" y="1569550"/>
                </a:lnTo>
                <a:lnTo>
                  <a:pt x="137111" y="1559016"/>
                </a:lnTo>
                <a:lnTo>
                  <a:pt x="144915" y="1548482"/>
                </a:lnTo>
                <a:lnTo>
                  <a:pt x="151054" y="1537948"/>
                </a:lnTo>
                <a:lnTo>
                  <a:pt x="155708" y="1527414"/>
                </a:lnTo>
                <a:lnTo>
                  <a:pt x="159097" y="1516880"/>
                </a:lnTo>
                <a:lnTo>
                  <a:pt x="161451" y="1506347"/>
                </a:lnTo>
                <a:lnTo>
                  <a:pt x="162995" y="1495813"/>
                </a:lnTo>
                <a:lnTo>
                  <a:pt x="163936" y="1485279"/>
                </a:lnTo>
                <a:lnTo>
                  <a:pt x="164450" y="1474745"/>
                </a:lnTo>
                <a:lnTo>
                  <a:pt x="164684" y="1464211"/>
                </a:lnTo>
                <a:lnTo>
                  <a:pt x="164755" y="1453677"/>
                </a:lnTo>
                <a:lnTo>
                  <a:pt x="164752" y="1443143"/>
                </a:lnTo>
                <a:lnTo>
                  <a:pt x="164737" y="1432609"/>
                </a:lnTo>
                <a:lnTo>
                  <a:pt x="164751" y="1422075"/>
                </a:lnTo>
                <a:lnTo>
                  <a:pt x="164817" y="1411542"/>
                </a:lnTo>
                <a:lnTo>
                  <a:pt x="164942" y="1401008"/>
                </a:lnTo>
                <a:lnTo>
                  <a:pt x="165122" y="1390474"/>
                </a:lnTo>
                <a:lnTo>
                  <a:pt x="165342" y="1379940"/>
                </a:lnTo>
                <a:lnTo>
                  <a:pt x="165586" y="1369406"/>
                </a:lnTo>
                <a:lnTo>
                  <a:pt x="165832" y="1358872"/>
                </a:lnTo>
                <a:lnTo>
                  <a:pt x="166060" y="1348338"/>
                </a:lnTo>
                <a:lnTo>
                  <a:pt x="166251" y="1337804"/>
                </a:lnTo>
                <a:lnTo>
                  <a:pt x="166392" y="1327270"/>
                </a:lnTo>
                <a:lnTo>
                  <a:pt x="166470" y="1316736"/>
                </a:lnTo>
                <a:lnTo>
                  <a:pt x="166478" y="1306203"/>
                </a:lnTo>
                <a:lnTo>
                  <a:pt x="166410" y="1295669"/>
                </a:lnTo>
                <a:lnTo>
                  <a:pt x="166262" y="1285135"/>
                </a:lnTo>
                <a:lnTo>
                  <a:pt x="166030" y="1274601"/>
                </a:lnTo>
                <a:lnTo>
                  <a:pt x="165710" y="1264067"/>
                </a:lnTo>
                <a:lnTo>
                  <a:pt x="165298" y="1253533"/>
                </a:lnTo>
                <a:lnTo>
                  <a:pt x="164793" y="1242999"/>
                </a:lnTo>
                <a:lnTo>
                  <a:pt x="164193" y="1232465"/>
                </a:lnTo>
                <a:lnTo>
                  <a:pt x="163504" y="1221931"/>
                </a:lnTo>
                <a:lnTo>
                  <a:pt x="162738" y="1211398"/>
                </a:lnTo>
                <a:lnTo>
                  <a:pt x="161914" y="1200864"/>
                </a:lnTo>
                <a:lnTo>
                  <a:pt x="161061" y="1190330"/>
                </a:lnTo>
                <a:lnTo>
                  <a:pt x="160216" y="1179796"/>
                </a:lnTo>
                <a:lnTo>
                  <a:pt x="159423" y="1169262"/>
                </a:lnTo>
                <a:lnTo>
                  <a:pt x="158728" y="1158728"/>
                </a:lnTo>
                <a:lnTo>
                  <a:pt x="158176" y="1148194"/>
                </a:lnTo>
                <a:lnTo>
                  <a:pt x="157806" y="1137660"/>
                </a:lnTo>
                <a:lnTo>
                  <a:pt x="157645" y="1127126"/>
                </a:lnTo>
                <a:lnTo>
                  <a:pt x="157707" y="1116593"/>
                </a:lnTo>
                <a:lnTo>
                  <a:pt x="157991" y="1106059"/>
                </a:lnTo>
                <a:lnTo>
                  <a:pt x="158477" y="1095525"/>
                </a:lnTo>
                <a:lnTo>
                  <a:pt x="159133" y="1084991"/>
                </a:lnTo>
                <a:lnTo>
                  <a:pt x="159917" y="1074457"/>
                </a:lnTo>
                <a:lnTo>
                  <a:pt x="160775" y="1063923"/>
                </a:lnTo>
                <a:lnTo>
                  <a:pt x="161656" y="1053389"/>
                </a:lnTo>
                <a:lnTo>
                  <a:pt x="162507" y="1042855"/>
                </a:lnTo>
                <a:lnTo>
                  <a:pt x="163278" y="1032321"/>
                </a:lnTo>
                <a:lnTo>
                  <a:pt x="163926" y="1021788"/>
                </a:lnTo>
                <a:lnTo>
                  <a:pt x="164416" y="1011254"/>
                </a:lnTo>
                <a:lnTo>
                  <a:pt x="164717" y="1000720"/>
                </a:lnTo>
                <a:lnTo>
                  <a:pt x="164806" y="990186"/>
                </a:lnTo>
                <a:lnTo>
                  <a:pt x="164664" y="979652"/>
                </a:lnTo>
                <a:lnTo>
                  <a:pt x="164280" y="969118"/>
                </a:lnTo>
                <a:lnTo>
                  <a:pt x="163651" y="958584"/>
                </a:lnTo>
                <a:lnTo>
                  <a:pt x="162782" y="948050"/>
                </a:lnTo>
                <a:lnTo>
                  <a:pt x="161692" y="937516"/>
                </a:lnTo>
                <a:lnTo>
                  <a:pt x="160415" y="926982"/>
                </a:lnTo>
                <a:lnTo>
                  <a:pt x="159001" y="916449"/>
                </a:lnTo>
                <a:lnTo>
                  <a:pt x="157515" y="905915"/>
                </a:lnTo>
                <a:lnTo>
                  <a:pt x="156037" y="895381"/>
                </a:lnTo>
                <a:lnTo>
                  <a:pt x="154654" y="884847"/>
                </a:lnTo>
                <a:lnTo>
                  <a:pt x="153455" y="874313"/>
                </a:lnTo>
                <a:lnTo>
                  <a:pt x="152525" y="863779"/>
                </a:lnTo>
                <a:lnTo>
                  <a:pt x="151931" y="853245"/>
                </a:lnTo>
                <a:lnTo>
                  <a:pt x="151720" y="842711"/>
                </a:lnTo>
                <a:lnTo>
                  <a:pt x="151910" y="832177"/>
                </a:lnTo>
                <a:lnTo>
                  <a:pt x="152491" y="821644"/>
                </a:lnTo>
                <a:lnTo>
                  <a:pt x="153421" y="811110"/>
                </a:lnTo>
                <a:lnTo>
                  <a:pt x="154637" y="800576"/>
                </a:lnTo>
                <a:lnTo>
                  <a:pt x="156058" y="790042"/>
                </a:lnTo>
                <a:lnTo>
                  <a:pt x="157594" y="779508"/>
                </a:lnTo>
                <a:lnTo>
                  <a:pt x="159154" y="768974"/>
                </a:lnTo>
                <a:lnTo>
                  <a:pt x="160658" y="758440"/>
                </a:lnTo>
                <a:lnTo>
                  <a:pt x="162036" y="747906"/>
                </a:lnTo>
                <a:lnTo>
                  <a:pt x="163241" y="737372"/>
                </a:lnTo>
                <a:lnTo>
                  <a:pt x="164242" y="726839"/>
                </a:lnTo>
                <a:lnTo>
                  <a:pt x="165028" y="716305"/>
                </a:lnTo>
                <a:lnTo>
                  <a:pt x="165604" y="705771"/>
                </a:lnTo>
                <a:lnTo>
                  <a:pt x="165989" y="695237"/>
                </a:lnTo>
                <a:lnTo>
                  <a:pt x="166209" y="684703"/>
                </a:lnTo>
                <a:lnTo>
                  <a:pt x="166295" y="674169"/>
                </a:lnTo>
                <a:lnTo>
                  <a:pt x="166281" y="663635"/>
                </a:lnTo>
                <a:lnTo>
                  <a:pt x="166200" y="653101"/>
                </a:lnTo>
                <a:lnTo>
                  <a:pt x="166081" y="642567"/>
                </a:lnTo>
                <a:lnTo>
                  <a:pt x="165950" y="632034"/>
                </a:lnTo>
                <a:lnTo>
                  <a:pt x="165828" y="621500"/>
                </a:lnTo>
                <a:lnTo>
                  <a:pt x="165731" y="610966"/>
                </a:lnTo>
                <a:lnTo>
                  <a:pt x="165670" y="600432"/>
                </a:lnTo>
                <a:lnTo>
                  <a:pt x="165648" y="589898"/>
                </a:lnTo>
                <a:lnTo>
                  <a:pt x="165666" y="579364"/>
                </a:lnTo>
                <a:lnTo>
                  <a:pt x="165718" y="568830"/>
                </a:lnTo>
                <a:lnTo>
                  <a:pt x="165793" y="558296"/>
                </a:lnTo>
                <a:lnTo>
                  <a:pt x="165878" y="547762"/>
                </a:lnTo>
                <a:lnTo>
                  <a:pt x="165959" y="537228"/>
                </a:lnTo>
                <a:lnTo>
                  <a:pt x="166019" y="526695"/>
                </a:lnTo>
                <a:lnTo>
                  <a:pt x="166044" y="516161"/>
                </a:lnTo>
                <a:lnTo>
                  <a:pt x="166023" y="505627"/>
                </a:lnTo>
                <a:lnTo>
                  <a:pt x="165950" y="495093"/>
                </a:lnTo>
                <a:lnTo>
                  <a:pt x="165824" y="484559"/>
                </a:lnTo>
                <a:lnTo>
                  <a:pt x="165649" y="474025"/>
                </a:lnTo>
                <a:lnTo>
                  <a:pt x="165435" y="463491"/>
                </a:lnTo>
                <a:lnTo>
                  <a:pt x="165195" y="452957"/>
                </a:lnTo>
                <a:lnTo>
                  <a:pt x="164946" y="442423"/>
                </a:lnTo>
                <a:lnTo>
                  <a:pt x="164705" y="431890"/>
                </a:lnTo>
                <a:lnTo>
                  <a:pt x="164489" y="421356"/>
                </a:lnTo>
                <a:lnTo>
                  <a:pt x="164312" y="410822"/>
                </a:lnTo>
                <a:lnTo>
                  <a:pt x="164185" y="400288"/>
                </a:lnTo>
                <a:lnTo>
                  <a:pt x="164114" y="389754"/>
                </a:lnTo>
                <a:lnTo>
                  <a:pt x="164102" y="379220"/>
                </a:lnTo>
                <a:lnTo>
                  <a:pt x="164148" y="368686"/>
                </a:lnTo>
                <a:lnTo>
                  <a:pt x="164246" y="358152"/>
                </a:lnTo>
                <a:lnTo>
                  <a:pt x="164391" y="347618"/>
                </a:lnTo>
                <a:lnTo>
                  <a:pt x="164575" y="337085"/>
                </a:lnTo>
                <a:lnTo>
                  <a:pt x="164791" y="326551"/>
                </a:lnTo>
                <a:lnTo>
                  <a:pt x="165033" y="316017"/>
                </a:lnTo>
                <a:lnTo>
                  <a:pt x="165297" y="305483"/>
                </a:lnTo>
                <a:lnTo>
                  <a:pt x="165580" y="294949"/>
                </a:lnTo>
                <a:lnTo>
                  <a:pt x="165880" y="284415"/>
                </a:lnTo>
                <a:lnTo>
                  <a:pt x="166197" y="273881"/>
                </a:lnTo>
                <a:lnTo>
                  <a:pt x="166528" y="263347"/>
                </a:lnTo>
                <a:lnTo>
                  <a:pt x="166869" y="252813"/>
                </a:lnTo>
                <a:lnTo>
                  <a:pt x="167215" y="242280"/>
                </a:lnTo>
                <a:lnTo>
                  <a:pt x="167553" y="231746"/>
                </a:lnTo>
                <a:lnTo>
                  <a:pt x="167866" y="221212"/>
                </a:lnTo>
                <a:lnTo>
                  <a:pt x="168129" y="210678"/>
                </a:lnTo>
                <a:lnTo>
                  <a:pt x="168311" y="200144"/>
                </a:lnTo>
                <a:lnTo>
                  <a:pt x="168370" y="189610"/>
                </a:lnTo>
                <a:lnTo>
                  <a:pt x="168257" y="179076"/>
                </a:lnTo>
                <a:lnTo>
                  <a:pt x="167916" y="168542"/>
                </a:lnTo>
                <a:lnTo>
                  <a:pt x="167286" y="158008"/>
                </a:lnTo>
                <a:lnTo>
                  <a:pt x="166303" y="147474"/>
                </a:lnTo>
                <a:lnTo>
                  <a:pt x="164911" y="136941"/>
                </a:lnTo>
                <a:lnTo>
                  <a:pt x="163061" y="126407"/>
                </a:lnTo>
                <a:lnTo>
                  <a:pt x="160726" y="115873"/>
                </a:lnTo>
                <a:lnTo>
                  <a:pt x="157906" y="105339"/>
                </a:lnTo>
                <a:lnTo>
                  <a:pt x="154636" y="94805"/>
                </a:lnTo>
                <a:lnTo>
                  <a:pt x="150992" y="84271"/>
                </a:lnTo>
                <a:lnTo>
                  <a:pt x="147094" y="73737"/>
                </a:lnTo>
                <a:lnTo>
                  <a:pt x="143101" y="63203"/>
                </a:lnTo>
                <a:lnTo>
                  <a:pt x="139206" y="52669"/>
                </a:lnTo>
                <a:lnTo>
                  <a:pt x="135620" y="42136"/>
                </a:lnTo>
                <a:lnTo>
                  <a:pt x="132556" y="31602"/>
                </a:lnTo>
                <a:lnTo>
                  <a:pt x="130208" y="21068"/>
                </a:lnTo>
                <a:lnTo>
                  <a:pt x="128732" y="10534"/>
                </a:lnTo>
                <a:lnTo>
                  <a:pt x="128228" y="0"/>
                </a:lnTo>
                <a:lnTo>
                  <a:pt x="216486" y="0"/>
                </a:lnTo>
                <a:lnTo>
                  <a:pt x="216486" y="0"/>
                </a:lnTo>
                <a:lnTo>
                  <a:pt x="215982" y="10534"/>
                </a:lnTo>
                <a:lnTo>
                  <a:pt x="214506" y="21068"/>
                </a:lnTo>
                <a:lnTo>
                  <a:pt x="212158" y="31602"/>
                </a:lnTo>
                <a:lnTo>
                  <a:pt x="209094" y="42136"/>
                </a:lnTo>
                <a:lnTo>
                  <a:pt x="205508" y="52669"/>
                </a:lnTo>
                <a:lnTo>
                  <a:pt x="201614" y="63203"/>
                </a:lnTo>
                <a:lnTo>
                  <a:pt x="197621" y="73737"/>
                </a:lnTo>
                <a:lnTo>
                  <a:pt x="193722" y="84271"/>
                </a:lnTo>
                <a:lnTo>
                  <a:pt x="190078" y="94805"/>
                </a:lnTo>
                <a:lnTo>
                  <a:pt x="186808" y="105339"/>
                </a:lnTo>
                <a:lnTo>
                  <a:pt x="183988" y="115873"/>
                </a:lnTo>
                <a:lnTo>
                  <a:pt x="181653" y="126407"/>
                </a:lnTo>
                <a:lnTo>
                  <a:pt x="179804" y="136941"/>
                </a:lnTo>
                <a:lnTo>
                  <a:pt x="178411" y="147474"/>
                </a:lnTo>
                <a:lnTo>
                  <a:pt x="177429" y="158008"/>
                </a:lnTo>
                <a:lnTo>
                  <a:pt x="176798" y="168542"/>
                </a:lnTo>
                <a:lnTo>
                  <a:pt x="176457" y="179076"/>
                </a:lnTo>
                <a:lnTo>
                  <a:pt x="176344" y="189610"/>
                </a:lnTo>
                <a:lnTo>
                  <a:pt x="176403" y="200144"/>
                </a:lnTo>
                <a:lnTo>
                  <a:pt x="176585" y="210678"/>
                </a:lnTo>
                <a:lnTo>
                  <a:pt x="176849" y="221212"/>
                </a:lnTo>
                <a:lnTo>
                  <a:pt x="177162" y="231746"/>
                </a:lnTo>
                <a:lnTo>
                  <a:pt x="177500" y="242280"/>
                </a:lnTo>
                <a:lnTo>
                  <a:pt x="177845" y="252813"/>
                </a:lnTo>
                <a:lnTo>
                  <a:pt x="178187" y="263347"/>
                </a:lnTo>
                <a:lnTo>
                  <a:pt x="178517" y="273881"/>
                </a:lnTo>
                <a:lnTo>
                  <a:pt x="178834" y="284415"/>
                </a:lnTo>
                <a:lnTo>
                  <a:pt x="179134" y="294949"/>
                </a:lnTo>
                <a:lnTo>
                  <a:pt x="179417" y="305483"/>
                </a:lnTo>
                <a:lnTo>
                  <a:pt x="179681" y="316017"/>
                </a:lnTo>
                <a:lnTo>
                  <a:pt x="179924" y="326551"/>
                </a:lnTo>
                <a:lnTo>
                  <a:pt x="180140" y="337085"/>
                </a:lnTo>
                <a:lnTo>
                  <a:pt x="180324" y="347618"/>
                </a:lnTo>
                <a:lnTo>
                  <a:pt x="180468" y="358152"/>
                </a:lnTo>
                <a:lnTo>
                  <a:pt x="180567" y="368686"/>
                </a:lnTo>
                <a:lnTo>
                  <a:pt x="180612" y="379220"/>
                </a:lnTo>
                <a:lnTo>
                  <a:pt x="180600" y="389754"/>
                </a:lnTo>
                <a:lnTo>
                  <a:pt x="180529" y="400288"/>
                </a:lnTo>
                <a:lnTo>
                  <a:pt x="180402" y="410822"/>
                </a:lnTo>
                <a:lnTo>
                  <a:pt x="180225" y="421356"/>
                </a:lnTo>
                <a:lnTo>
                  <a:pt x="180009" y="431890"/>
                </a:lnTo>
                <a:lnTo>
                  <a:pt x="179768" y="442423"/>
                </a:lnTo>
                <a:lnTo>
                  <a:pt x="179519" y="452957"/>
                </a:lnTo>
                <a:lnTo>
                  <a:pt x="179279" y="463491"/>
                </a:lnTo>
                <a:lnTo>
                  <a:pt x="179065" y="474025"/>
                </a:lnTo>
                <a:lnTo>
                  <a:pt x="178890" y="484559"/>
                </a:lnTo>
                <a:lnTo>
                  <a:pt x="178764" y="495093"/>
                </a:lnTo>
                <a:lnTo>
                  <a:pt x="178691" y="505627"/>
                </a:lnTo>
                <a:lnTo>
                  <a:pt x="178671" y="516161"/>
                </a:lnTo>
                <a:lnTo>
                  <a:pt x="178696" y="526695"/>
                </a:lnTo>
                <a:lnTo>
                  <a:pt x="178756" y="537228"/>
                </a:lnTo>
                <a:lnTo>
                  <a:pt x="178836" y="547762"/>
                </a:lnTo>
                <a:lnTo>
                  <a:pt x="178921" y="558296"/>
                </a:lnTo>
                <a:lnTo>
                  <a:pt x="178997" y="568830"/>
                </a:lnTo>
                <a:lnTo>
                  <a:pt x="179048" y="579364"/>
                </a:lnTo>
                <a:lnTo>
                  <a:pt x="179066" y="589898"/>
                </a:lnTo>
                <a:lnTo>
                  <a:pt x="179044" y="600432"/>
                </a:lnTo>
                <a:lnTo>
                  <a:pt x="178983" y="610966"/>
                </a:lnTo>
                <a:lnTo>
                  <a:pt x="178886" y="621500"/>
                </a:lnTo>
                <a:lnTo>
                  <a:pt x="178764" y="632034"/>
                </a:lnTo>
                <a:lnTo>
                  <a:pt x="178634" y="642567"/>
                </a:lnTo>
                <a:lnTo>
                  <a:pt x="178515" y="653101"/>
                </a:lnTo>
                <a:lnTo>
                  <a:pt x="178433" y="663635"/>
                </a:lnTo>
                <a:lnTo>
                  <a:pt x="178419" y="674169"/>
                </a:lnTo>
                <a:lnTo>
                  <a:pt x="178506" y="684703"/>
                </a:lnTo>
                <a:lnTo>
                  <a:pt x="178725" y="695237"/>
                </a:lnTo>
                <a:lnTo>
                  <a:pt x="179110" y="705771"/>
                </a:lnTo>
                <a:lnTo>
                  <a:pt x="179686" y="716305"/>
                </a:lnTo>
                <a:lnTo>
                  <a:pt x="180473" y="726839"/>
                </a:lnTo>
                <a:lnTo>
                  <a:pt x="181473" y="737372"/>
                </a:lnTo>
                <a:lnTo>
                  <a:pt x="182678" y="747906"/>
                </a:lnTo>
                <a:lnTo>
                  <a:pt x="184057" y="758440"/>
                </a:lnTo>
                <a:lnTo>
                  <a:pt x="185560" y="768974"/>
                </a:lnTo>
                <a:lnTo>
                  <a:pt x="187120" y="779508"/>
                </a:lnTo>
                <a:lnTo>
                  <a:pt x="188656" y="790042"/>
                </a:lnTo>
                <a:lnTo>
                  <a:pt x="190077" y="800576"/>
                </a:lnTo>
                <a:lnTo>
                  <a:pt x="191293" y="811110"/>
                </a:lnTo>
                <a:lnTo>
                  <a:pt x="192224" y="821644"/>
                </a:lnTo>
                <a:lnTo>
                  <a:pt x="192804" y="832177"/>
                </a:lnTo>
                <a:lnTo>
                  <a:pt x="192994" y="842711"/>
                </a:lnTo>
                <a:lnTo>
                  <a:pt x="192783" y="853245"/>
                </a:lnTo>
                <a:lnTo>
                  <a:pt x="192189" y="863779"/>
                </a:lnTo>
                <a:lnTo>
                  <a:pt x="191259" y="874313"/>
                </a:lnTo>
                <a:lnTo>
                  <a:pt x="190061" y="884847"/>
                </a:lnTo>
                <a:lnTo>
                  <a:pt x="188677" y="895381"/>
                </a:lnTo>
                <a:lnTo>
                  <a:pt x="187199" y="905915"/>
                </a:lnTo>
                <a:lnTo>
                  <a:pt x="185713" y="916449"/>
                </a:lnTo>
                <a:lnTo>
                  <a:pt x="184299" y="926982"/>
                </a:lnTo>
                <a:lnTo>
                  <a:pt x="183022" y="937516"/>
                </a:lnTo>
                <a:lnTo>
                  <a:pt x="181933" y="948050"/>
                </a:lnTo>
                <a:lnTo>
                  <a:pt x="181064" y="958584"/>
                </a:lnTo>
                <a:lnTo>
                  <a:pt x="180434" y="969118"/>
                </a:lnTo>
                <a:lnTo>
                  <a:pt x="180050" y="979652"/>
                </a:lnTo>
                <a:lnTo>
                  <a:pt x="179908" y="990186"/>
                </a:lnTo>
                <a:lnTo>
                  <a:pt x="179997" y="1000720"/>
                </a:lnTo>
                <a:lnTo>
                  <a:pt x="180298" y="1011254"/>
                </a:lnTo>
                <a:lnTo>
                  <a:pt x="180788" y="1021788"/>
                </a:lnTo>
                <a:lnTo>
                  <a:pt x="181437" y="1032321"/>
                </a:lnTo>
                <a:lnTo>
                  <a:pt x="182208" y="1042855"/>
                </a:lnTo>
                <a:lnTo>
                  <a:pt x="183058" y="1053389"/>
                </a:lnTo>
                <a:lnTo>
                  <a:pt x="183939" y="1063923"/>
                </a:lnTo>
                <a:lnTo>
                  <a:pt x="184798" y="1074457"/>
                </a:lnTo>
                <a:lnTo>
                  <a:pt x="185581" y="1084991"/>
                </a:lnTo>
                <a:lnTo>
                  <a:pt x="186237" y="1095525"/>
                </a:lnTo>
                <a:lnTo>
                  <a:pt x="186724" y="1106059"/>
                </a:lnTo>
                <a:lnTo>
                  <a:pt x="187007" y="1116593"/>
                </a:lnTo>
                <a:lnTo>
                  <a:pt x="187069" y="1127126"/>
                </a:lnTo>
                <a:lnTo>
                  <a:pt x="186908" y="1137660"/>
                </a:lnTo>
                <a:lnTo>
                  <a:pt x="186538" y="1148194"/>
                </a:lnTo>
                <a:lnTo>
                  <a:pt x="185986" y="1158728"/>
                </a:lnTo>
                <a:lnTo>
                  <a:pt x="185292" y="1169262"/>
                </a:lnTo>
                <a:lnTo>
                  <a:pt x="184499" y="1179796"/>
                </a:lnTo>
                <a:lnTo>
                  <a:pt x="183654" y="1190330"/>
                </a:lnTo>
                <a:lnTo>
                  <a:pt x="182801" y="1200864"/>
                </a:lnTo>
                <a:lnTo>
                  <a:pt x="181976" y="1211398"/>
                </a:lnTo>
                <a:lnTo>
                  <a:pt x="181210" y="1221931"/>
                </a:lnTo>
                <a:lnTo>
                  <a:pt x="180521" y="1232465"/>
                </a:lnTo>
                <a:lnTo>
                  <a:pt x="179921" y="1242999"/>
                </a:lnTo>
                <a:lnTo>
                  <a:pt x="179416" y="1253533"/>
                </a:lnTo>
                <a:lnTo>
                  <a:pt x="179004" y="1264067"/>
                </a:lnTo>
                <a:lnTo>
                  <a:pt x="178684" y="1274601"/>
                </a:lnTo>
                <a:lnTo>
                  <a:pt x="178452" y="1285135"/>
                </a:lnTo>
                <a:lnTo>
                  <a:pt x="178304" y="1295669"/>
                </a:lnTo>
                <a:lnTo>
                  <a:pt x="178236" y="1306203"/>
                </a:lnTo>
                <a:lnTo>
                  <a:pt x="178244" y="1316736"/>
                </a:lnTo>
                <a:lnTo>
                  <a:pt x="178322" y="1327270"/>
                </a:lnTo>
                <a:lnTo>
                  <a:pt x="178463" y="1337804"/>
                </a:lnTo>
                <a:lnTo>
                  <a:pt x="178655" y="1348338"/>
                </a:lnTo>
                <a:lnTo>
                  <a:pt x="178883" y="1358872"/>
                </a:lnTo>
                <a:lnTo>
                  <a:pt x="179128" y="1369406"/>
                </a:lnTo>
                <a:lnTo>
                  <a:pt x="179372" y="1379940"/>
                </a:lnTo>
                <a:lnTo>
                  <a:pt x="179593" y="1390474"/>
                </a:lnTo>
                <a:lnTo>
                  <a:pt x="179772" y="1401008"/>
                </a:lnTo>
                <a:lnTo>
                  <a:pt x="179897" y="1411542"/>
                </a:lnTo>
                <a:lnTo>
                  <a:pt x="179963" y="1422075"/>
                </a:lnTo>
                <a:lnTo>
                  <a:pt x="179977" y="1432609"/>
                </a:lnTo>
                <a:lnTo>
                  <a:pt x="179962" y="1443143"/>
                </a:lnTo>
                <a:lnTo>
                  <a:pt x="179959" y="1453677"/>
                </a:lnTo>
                <a:lnTo>
                  <a:pt x="180030" y="1464211"/>
                </a:lnTo>
                <a:lnTo>
                  <a:pt x="180264" y="1474745"/>
                </a:lnTo>
                <a:lnTo>
                  <a:pt x="180778" y="1485279"/>
                </a:lnTo>
                <a:lnTo>
                  <a:pt x="181719" y="1495813"/>
                </a:lnTo>
                <a:lnTo>
                  <a:pt x="183264" y="1506347"/>
                </a:lnTo>
                <a:lnTo>
                  <a:pt x="185618" y="1516880"/>
                </a:lnTo>
                <a:lnTo>
                  <a:pt x="189006" y="1527414"/>
                </a:lnTo>
                <a:lnTo>
                  <a:pt x="193660" y="1537948"/>
                </a:lnTo>
                <a:lnTo>
                  <a:pt x="199799" y="1548482"/>
                </a:lnTo>
                <a:lnTo>
                  <a:pt x="207603" y="1559016"/>
                </a:lnTo>
                <a:lnTo>
                  <a:pt x="217182" y="1569550"/>
                </a:lnTo>
                <a:lnTo>
                  <a:pt x="228543" y="1580084"/>
                </a:lnTo>
                <a:lnTo>
                  <a:pt x="241557" y="1590618"/>
                </a:lnTo>
                <a:lnTo>
                  <a:pt x="255939" y="1601152"/>
                </a:lnTo>
                <a:lnTo>
                  <a:pt x="271239" y="1611685"/>
                </a:lnTo>
                <a:lnTo>
                  <a:pt x="286850" y="1622219"/>
                </a:lnTo>
                <a:lnTo>
                  <a:pt x="302037" y="1632753"/>
                </a:lnTo>
                <a:lnTo>
                  <a:pt x="315994" y="1643287"/>
                </a:lnTo>
                <a:lnTo>
                  <a:pt x="327905" y="1653821"/>
                </a:lnTo>
                <a:lnTo>
                  <a:pt x="337026" y="1664355"/>
                </a:lnTo>
                <a:lnTo>
                  <a:pt x="342759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8000"/>
            </a:srgbClr>
          </a:solidFill>
          <a:ln xmlns:a="http://schemas.openxmlformats.org/drawingml/2006/main"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3" name="data_2710">
            <a:extLst xmlns:a="http://schemas.openxmlformats.org/drawingml/2006/main">
              <a:ext uri="{FF2B5EF4-FFF2-40B4-BE49-F238E27FC236}">
                <a16:creationId xmlns:a16="http://schemas.microsoft.com/office/drawing/2014/main" id="{F954E20E-CB14-4876-BD52-B51304FBB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4410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260714" y="1685423"/>
                </a:moveTo>
                <a:lnTo>
                  <a:pt x="84000" y="1685423"/>
                </a:lnTo>
                <a:lnTo>
                  <a:pt x="84984" y="1674889"/>
                </a:lnTo>
                <a:lnTo>
                  <a:pt x="87867" y="1664355"/>
                </a:lnTo>
                <a:lnTo>
                  <a:pt x="92445" y="1653821"/>
                </a:lnTo>
                <a:lnTo>
                  <a:pt x="98409" y="1643287"/>
                </a:lnTo>
                <a:lnTo>
                  <a:pt x="105374" y="1632753"/>
                </a:lnTo>
                <a:lnTo>
                  <a:pt x="112920" y="1622219"/>
                </a:lnTo>
                <a:lnTo>
                  <a:pt x="120636" y="1611685"/>
                </a:lnTo>
                <a:lnTo>
                  <a:pt x="128152" y="1601152"/>
                </a:lnTo>
                <a:lnTo>
                  <a:pt x="135167" y="1590618"/>
                </a:lnTo>
                <a:lnTo>
                  <a:pt x="141465" y="1580084"/>
                </a:lnTo>
                <a:lnTo>
                  <a:pt x="146916" y="1569550"/>
                </a:lnTo>
                <a:lnTo>
                  <a:pt x="151471" y="1559016"/>
                </a:lnTo>
                <a:lnTo>
                  <a:pt x="155149" y="1548482"/>
                </a:lnTo>
                <a:lnTo>
                  <a:pt x="158020" y="1537948"/>
                </a:lnTo>
                <a:lnTo>
                  <a:pt x="160183" y="1527414"/>
                </a:lnTo>
                <a:lnTo>
                  <a:pt x="161757" y="1516880"/>
                </a:lnTo>
                <a:lnTo>
                  <a:pt x="162858" y="1506347"/>
                </a:lnTo>
                <a:lnTo>
                  <a:pt x="163597" y="1495813"/>
                </a:lnTo>
                <a:lnTo>
                  <a:pt x="164070" y="1485279"/>
                </a:lnTo>
                <a:lnTo>
                  <a:pt x="164357" y="1474745"/>
                </a:lnTo>
                <a:lnTo>
                  <a:pt x="164521" y="1464211"/>
                </a:lnTo>
                <a:lnTo>
                  <a:pt x="164608" y="1453677"/>
                </a:lnTo>
                <a:lnTo>
                  <a:pt x="164651" y="1443143"/>
                </a:lnTo>
                <a:lnTo>
                  <a:pt x="164668" y="1432609"/>
                </a:lnTo>
                <a:lnTo>
                  <a:pt x="164670" y="1422075"/>
                </a:lnTo>
                <a:lnTo>
                  <a:pt x="164655" y="1411542"/>
                </a:lnTo>
                <a:lnTo>
                  <a:pt x="164617" y="1401008"/>
                </a:lnTo>
                <a:lnTo>
                  <a:pt x="164544" y="1390474"/>
                </a:lnTo>
                <a:lnTo>
                  <a:pt x="164419" y="1379940"/>
                </a:lnTo>
                <a:lnTo>
                  <a:pt x="164229" y="1369406"/>
                </a:lnTo>
                <a:lnTo>
                  <a:pt x="163959" y="1358872"/>
                </a:lnTo>
                <a:lnTo>
                  <a:pt x="163600" y="1348338"/>
                </a:lnTo>
                <a:lnTo>
                  <a:pt x="163151" y="1337804"/>
                </a:lnTo>
                <a:lnTo>
                  <a:pt x="162616" y="1327270"/>
                </a:lnTo>
                <a:lnTo>
                  <a:pt x="162008" y="1316736"/>
                </a:lnTo>
                <a:lnTo>
                  <a:pt x="161346" y="1306203"/>
                </a:lnTo>
                <a:lnTo>
                  <a:pt x="160653" y="1295669"/>
                </a:lnTo>
                <a:lnTo>
                  <a:pt x="159954" y="1285135"/>
                </a:lnTo>
                <a:lnTo>
                  <a:pt x="159274" y="1274601"/>
                </a:lnTo>
                <a:lnTo>
                  <a:pt x="158636" y="1264067"/>
                </a:lnTo>
                <a:lnTo>
                  <a:pt x="158056" y="1253533"/>
                </a:lnTo>
                <a:lnTo>
                  <a:pt x="157545" y="1242999"/>
                </a:lnTo>
                <a:lnTo>
                  <a:pt x="157109" y="1232465"/>
                </a:lnTo>
                <a:lnTo>
                  <a:pt x="156750" y="1221931"/>
                </a:lnTo>
                <a:lnTo>
                  <a:pt x="156469" y="1211398"/>
                </a:lnTo>
                <a:lnTo>
                  <a:pt x="156265" y="1200864"/>
                </a:lnTo>
                <a:lnTo>
                  <a:pt x="156142" y="1190330"/>
                </a:lnTo>
                <a:lnTo>
                  <a:pt x="156103" y="1179796"/>
                </a:lnTo>
                <a:lnTo>
                  <a:pt x="156156" y="1169262"/>
                </a:lnTo>
                <a:lnTo>
                  <a:pt x="156309" y="1158728"/>
                </a:lnTo>
                <a:lnTo>
                  <a:pt x="156572" y="1148194"/>
                </a:lnTo>
                <a:lnTo>
                  <a:pt x="156950" y="1137660"/>
                </a:lnTo>
                <a:lnTo>
                  <a:pt x="157441" y="1127126"/>
                </a:lnTo>
                <a:lnTo>
                  <a:pt x="158038" y="1116593"/>
                </a:lnTo>
                <a:lnTo>
                  <a:pt x="158726" y="1106059"/>
                </a:lnTo>
                <a:lnTo>
                  <a:pt x="159482" y="1095525"/>
                </a:lnTo>
                <a:lnTo>
                  <a:pt x="160277" y="1084991"/>
                </a:lnTo>
                <a:lnTo>
                  <a:pt x="161078" y="1074457"/>
                </a:lnTo>
                <a:lnTo>
                  <a:pt x="161849" y="1063923"/>
                </a:lnTo>
                <a:lnTo>
                  <a:pt x="162553" y="1053389"/>
                </a:lnTo>
                <a:lnTo>
                  <a:pt x="163156" y="1042855"/>
                </a:lnTo>
                <a:lnTo>
                  <a:pt x="163624" y="1032321"/>
                </a:lnTo>
                <a:lnTo>
                  <a:pt x="163921" y="1021788"/>
                </a:lnTo>
                <a:lnTo>
                  <a:pt x="164014" y="1011254"/>
                </a:lnTo>
                <a:lnTo>
                  <a:pt x="163867" y="1000720"/>
                </a:lnTo>
                <a:lnTo>
                  <a:pt x="163445" y="990186"/>
                </a:lnTo>
                <a:lnTo>
                  <a:pt x="162715" y="979652"/>
                </a:lnTo>
                <a:lnTo>
                  <a:pt x="161648" y="969118"/>
                </a:lnTo>
                <a:lnTo>
                  <a:pt x="160225" y="958584"/>
                </a:lnTo>
                <a:lnTo>
                  <a:pt x="158447" y="948050"/>
                </a:lnTo>
                <a:lnTo>
                  <a:pt x="156334" y="937516"/>
                </a:lnTo>
                <a:lnTo>
                  <a:pt x="153934" y="926982"/>
                </a:lnTo>
                <a:lnTo>
                  <a:pt x="151326" y="916449"/>
                </a:lnTo>
                <a:lnTo>
                  <a:pt x="148617" y="905915"/>
                </a:lnTo>
                <a:lnTo>
                  <a:pt x="145939" y="895381"/>
                </a:lnTo>
                <a:lnTo>
                  <a:pt x="143436" y="884847"/>
                </a:lnTo>
                <a:lnTo>
                  <a:pt x="141255" y="874313"/>
                </a:lnTo>
                <a:lnTo>
                  <a:pt x="139530" y="863779"/>
                </a:lnTo>
                <a:lnTo>
                  <a:pt x="138366" y="853245"/>
                </a:lnTo>
                <a:lnTo>
                  <a:pt x="137831" y="842711"/>
                </a:lnTo>
                <a:lnTo>
                  <a:pt x="137945" y="832177"/>
                </a:lnTo>
                <a:lnTo>
                  <a:pt x="138677" y="821644"/>
                </a:lnTo>
                <a:lnTo>
                  <a:pt x="139952" y="811110"/>
                </a:lnTo>
                <a:lnTo>
                  <a:pt x="141657" y="800576"/>
                </a:lnTo>
                <a:lnTo>
                  <a:pt x="143652" y="790042"/>
                </a:lnTo>
                <a:lnTo>
                  <a:pt x="145788" y="779508"/>
                </a:lnTo>
                <a:lnTo>
                  <a:pt x="147918" y="768974"/>
                </a:lnTo>
                <a:lnTo>
                  <a:pt x="149909" y="758440"/>
                </a:lnTo>
                <a:lnTo>
                  <a:pt x="151652" y="747906"/>
                </a:lnTo>
                <a:lnTo>
                  <a:pt x="153066" y="737372"/>
                </a:lnTo>
                <a:lnTo>
                  <a:pt x="154098" y="726839"/>
                </a:lnTo>
                <a:lnTo>
                  <a:pt x="154724" y="716305"/>
                </a:lnTo>
                <a:lnTo>
                  <a:pt x="154941" y="705771"/>
                </a:lnTo>
                <a:lnTo>
                  <a:pt x="154766" y="695237"/>
                </a:lnTo>
                <a:lnTo>
                  <a:pt x="154232" y="684703"/>
                </a:lnTo>
                <a:lnTo>
                  <a:pt x="153382" y="674169"/>
                </a:lnTo>
                <a:lnTo>
                  <a:pt x="152268" y="663635"/>
                </a:lnTo>
                <a:lnTo>
                  <a:pt x="150953" y="653101"/>
                </a:lnTo>
                <a:lnTo>
                  <a:pt x="149508" y="642567"/>
                </a:lnTo>
                <a:lnTo>
                  <a:pt x="148009" y="632034"/>
                </a:lnTo>
                <a:lnTo>
                  <a:pt x="146540" y="621500"/>
                </a:lnTo>
                <a:lnTo>
                  <a:pt x="145186" y="610966"/>
                </a:lnTo>
                <a:lnTo>
                  <a:pt x="144029" y="600432"/>
                </a:lnTo>
                <a:lnTo>
                  <a:pt x="143143" y="589898"/>
                </a:lnTo>
                <a:lnTo>
                  <a:pt x="142587" y="579364"/>
                </a:lnTo>
                <a:lnTo>
                  <a:pt x="142399" y="568830"/>
                </a:lnTo>
                <a:lnTo>
                  <a:pt x="142593" y="558296"/>
                </a:lnTo>
                <a:lnTo>
                  <a:pt x="143155" y="547762"/>
                </a:lnTo>
                <a:lnTo>
                  <a:pt x="144049" y="537228"/>
                </a:lnTo>
                <a:lnTo>
                  <a:pt x="145215" y="526695"/>
                </a:lnTo>
                <a:lnTo>
                  <a:pt x="146581" y="516161"/>
                </a:lnTo>
                <a:lnTo>
                  <a:pt x="148071" y="505627"/>
                </a:lnTo>
                <a:lnTo>
                  <a:pt x="149606" y="495093"/>
                </a:lnTo>
                <a:lnTo>
                  <a:pt x="151121" y="484559"/>
                </a:lnTo>
                <a:lnTo>
                  <a:pt x="152563" y="474025"/>
                </a:lnTo>
                <a:lnTo>
                  <a:pt x="153895" y="463491"/>
                </a:lnTo>
                <a:lnTo>
                  <a:pt x="155098" y="452957"/>
                </a:lnTo>
                <a:lnTo>
                  <a:pt x="156164" y="442423"/>
                </a:lnTo>
                <a:lnTo>
                  <a:pt x="157097" y="431890"/>
                </a:lnTo>
                <a:lnTo>
                  <a:pt x="157905" y="421356"/>
                </a:lnTo>
                <a:lnTo>
                  <a:pt x="158600" y="410822"/>
                </a:lnTo>
                <a:lnTo>
                  <a:pt x="159190" y="400288"/>
                </a:lnTo>
                <a:lnTo>
                  <a:pt x="159684" y="389754"/>
                </a:lnTo>
                <a:lnTo>
                  <a:pt x="160084" y="379220"/>
                </a:lnTo>
                <a:lnTo>
                  <a:pt x="160394" y="368686"/>
                </a:lnTo>
                <a:lnTo>
                  <a:pt x="160618" y="358152"/>
                </a:lnTo>
                <a:lnTo>
                  <a:pt x="160760" y="347618"/>
                </a:lnTo>
                <a:lnTo>
                  <a:pt x="160832" y="337085"/>
                </a:lnTo>
                <a:lnTo>
                  <a:pt x="160847" y="326551"/>
                </a:lnTo>
                <a:lnTo>
                  <a:pt x="160824" y="316017"/>
                </a:lnTo>
                <a:lnTo>
                  <a:pt x="160786" y="305483"/>
                </a:lnTo>
                <a:lnTo>
                  <a:pt x="160755" y="294949"/>
                </a:lnTo>
                <a:lnTo>
                  <a:pt x="160753" y="284415"/>
                </a:lnTo>
                <a:lnTo>
                  <a:pt x="160795" y="273881"/>
                </a:lnTo>
                <a:lnTo>
                  <a:pt x="160889" y="263347"/>
                </a:lnTo>
                <a:lnTo>
                  <a:pt x="161030" y="252813"/>
                </a:lnTo>
                <a:lnTo>
                  <a:pt x="161199" y="242280"/>
                </a:lnTo>
                <a:lnTo>
                  <a:pt x="161357" y="231746"/>
                </a:lnTo>
                <a:lnTo>
                  <a:pt x="161447" y="221212"/>
                </a:lnTo>
                <a:lnTo>
                  <a:pt x="161386" y="210678"/>
                </a:lnTo>
                <a:lnTo>
                  <a:pt x="161062" y="200144"/>
                </a:lnTo>
                <a:lnTo>
                  <a:pt x="160335" y="189610"/>
                </a:lnTo>
                <a:lnTo>
                  <a:pt x="159034" y="179076"/>
                </a:lnTo>
                <a:lnTo>
                  <a:pt x="156957" y="168542"/>
                </a:lnTo>
                <a:lnTo>
                  <a:pt x="153881" y="158008"/>
                </a:lnTo>
                <a:lnTo>
                  <a:pt x="149568" y="147474"/>
                </a:lnTo>
                <a:lnTo>
                  <a:pt x="143791" y="136941"/>
                </a:lnTo>
                <a:lnTo>
                  <a:pt x="136354" y="126407"/>
                </a:lnTo>
                <a:lnTo>
                  <a:pt x="127128" y="115873"/>
                </a:lnTo>
                <a:lnTo>
                  <a:pt x="116085" y="105339"/>
                </a:lnTo>
                <a:lnTo>
                  <a:pt x="103333" y="94805"/>
                </a:lnTo>
                <a:lnTo>
                  <a:pt x="89139" y="84271"/>
                </a:lnTo>
                <a:lnTo>
                  <a:pt x="73944" y="73737"/>
                </a:lnTo>
                <a:lnTo>
                  <a:pt x="58356" y="63203"/>
                </a:lnTo>
                <a:lnTo>
                  <a:pt x="43120" y="52669"/>
                </a:lnTo>
                <a:lnTo>
                  <a:pt x="29064" y="42136"/>
                </a:lnTo>
                <a:lnTo>
                  <a:pt x="17032" y="31602"/>
                </a:lnTo>
                <a:lnTo>
                  <a:pt x="7797" y="21068"/>
                </a:lnTo>
                <a:lnTo>
                  <a:pt x="1985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30" y="10534"/>
                </a:lnTo>
                <a:lnTo>
                  <a:pt x="336917" y="21068"/>
                </a:lnTo>
                <a:lnTo>
                  <a:pt x="327682" y="31602"/>
                </a:lnTo>
                <a:lnTo>
                  <a:pt x="315650" y="42136"/>
                </a:lnTo>
                <a:lnTo>
                  <a:pt x="301595" y="52669"/>
                </a:lnTo>
                <a:lnTo>
                  <a:pt x="286359" y="63203"/>
                </a:lnTo>
                <a:lnTo>
                  <a:pt x="270771" y="73737"/>
                </a:lnTo>
                <a:lnTo>
                  <a:pt x="255576" y="84271"/>
                </a:lnTo>
                <a:lnTo>
                  <a:pt x="241381" y="94805"/>
                </a:lnTo>
                <a:lnTo>
                  <a:pt x="228629" y="105339"/>
                </a:lnTo>
                <a:lnTo>
                  <a:pt x="217586" y="115873"/>
                </a:lnTo>
                <a:lnTo>
                  <a:pt x="208361" y="126407"/>
                </a:lnTo>
                <a:lnTo>
                  <a:pt x="200924" y="136941"/>
                </a:lnTo>
                <a:lnTo>
                  <a:pt x="195146" y="147474"/>
                </a:lnTo>
                <a:lnTo>
                  <a:pt x="190833" y="158008"/>
                </a:lnTo>
                <a:lnTo>
                  <a:pt x="187757" y="168542"/>
                </a:lnTo>
                <a:lnTo>
                  <a:pt x="185680" y="179076"/>
                </a:lnTo>
                <a:lnTo>
                  <a:pt x="184379" y="189610"/>
                </a:lnTo>
                <a:lnTo>
                  <a:pt x="183652" y="200144"/>
                </a:lnTo>
                <a:lnTo>
                  <a:pt x="183329" y="210678"/>
                </a:lnTo>
                <a:lnTo>
                  <a:pt x="183267" y="221212"/>
                </a:lnTo>
                <a:lnTo>
                  <a:pt x="183357" y="231746"/>
                </a:lnTo>
                <a:lnTo>
                  <a:pt x="183516" y="242280"/>
                </a:lnTo>
                <a:lnTo>
                  <a:pt x="183684" y="252813"/>
                </a:lnTo>
                <a:lnTo>
                  <a:pt x="183825" y="263347"/>
                </a:lnTo>
                <a:lnTo>
                  <a:pt x="183919" y="273881"/>
                </a:lnTo>
                <a:lnTo>
                  <a:pt x="183962" y="284415"/>
                </a:lnTo>
                <a:lnTo>
                  <a:pt x="183959" y="294949"/>
                </a:lnTo>
                <a:lnTo>
                  <a:pt x="183929" y="305483"/>
                </a:lnTo>
                <a:lnTo>
                  <a:pt x="183890" y="316017"/>
                </a:lnTo>
                <a:lnTo>
                  <a:pt x="183868" y="326551"/>
                </a:lnTo>
                <a:lnTo>
                  <a:pt x="183882" y="337085"/>
                </a:lnTo>
                <a:lnTo>
                  <a:pt x="183954" y="347618"/>
                </a:lnTo>
                <a:lnTo>
                  <a:pt x="184097" y="358152"/>
                </a:lnTo>
                <a:lnTo>
                  <a:pt x="184320" y="368686"/>
                </a:lnTo>
                <a:lnTo>
                  <a:pt x="184630" y="379220"/>
                </a:lnTo>
                <a:lnTo>
                  <a:pt x="185031" y="389754"/>
                </a:lnTo>
                <a:lnTo>
                  <a:pt x="185524" y="400288"/>
                </a:lnTo>
                <a:lnTo>
                  <a:pt x="186114" y="410822"/>
                </a:lnTo>
                <a:lnTo>
                  <a:pt x="186809" y="421356"/>
                </a:lnTo>
                <a:lnTo>
                  <a:pt x="187618" y="431890"/>
                </a:lnTo>
                <a:lnTo>
                  <a:pt x="188550" y="442423"/>
                </a:lnTo>
                <a:lnTo>
                  <a:pt x="189616" y="452957"/>
                </a:lnTo>
                <a:lnTo>
                  <a:pt x="190819" y="463491"/>
                </a:lnTo>
                <a:lnTo>
                  <a:pt x="192151" y="474025"/>
                </a:lnTo>
                <a:lnTo>
                  <a:pt x="193593" y="484559"/>
                </a:lnTo>
                <a:lnTo>
                  <a:pt x="195108" y="495093"/>
                </a:lnTo>
                <a:lnTo>
                  <a:pt x="196644" y="505627"/>
                </a:lnTo>
                <a:lnTo>
                  <a:pt x="198133" y="516161"/>
                </a:lnTo>
                <a:lnTo>
                  <a:pt x="199499" y="526695"/>
                </a:lnTo>
                <a:lnTo>
                  <a:pt x="200666" y="537228"/>
                </a:lnTo>
                <a:lnTo>
                  <a:pt x="201559" y="547762"/>
                </a:lnTo>
                <a:lnTo>
                  <a:pt x="202122" y="558296"/>
                </a:lnTo>
                <a:lnTo>
                  <a:pt x="202315" y="568830"/>
                </a:lnTo>
                <a:lnTo>
                  <a:pt x="202127" y="579364"/>
                </a:lnTo>
                <a:lnTo>
                  <a:pt x="201571" y="589898"/>
                </a:lnTo>
                <a:lnTo>
                  <a:pt x="200685" y="600432"/>
                </a:lnTo>
                <a:lnTo>
                  <a:pt x="199528" y="610966"/>
                </a:lnTo>
                <a:lnTo>
                  <a:pt x="198174" y="621500"/>
                </a:lnTo>
                <a:lnTo>
                  <a:pt x="196705" y="632034"/>
                </a:lnTo>
                <a:lnTo>
                  <a:pt x="195206" y="642567"/>
                </a:lnTo>
                <a:lnTo>
                  <a:pt x="193761" y="653101"/>
                </a:lnTo>
                <a:lnTo>
                  <a:pt x="192446" y="663635"/>
                </a:lnTo>
                <a:lnTo>
                  <a:pt x="191333" y="674169"/>
                </a:lnTo>
                <a:lnTo>
                  <a:pt x="190482" y="684703"/>
                </a:lnTo>
                <a:lnTo>
                  <a:pt x="189948" y="695237"/>
                </a:lnTo>
                <a:lnTo>
                  <a:pt x="189773" y="705771"/>
                </a:lnTo>
                <a:lnTo>
                  <a:pt x="189990" y="716305"/>
                </a:lnTo>
                <a:lnTo>
                  <a:pt x="190616" y="726839"/>
                </a:lnTo>
                <a:lnTo>
                  <a:pt x="191649" y="737372"/>
                </a:lnTo>
                <a:lnTo>
                  <a:pt x="193063" y="747906"/>
                </a:lnTo>
                <a:lnTo>
                  <a:pt x="194806" y="758440"/>
                </a:lnTo>
                <a:lnTo>
                  <a:pt x="196797" y="768974"/>
                </a:lnTo>
                <a:lnTo>
                  <a:pt x="198926" y="779508"/>
                </a:lnTo>
                <a:lnTo>
                  <a:pt x="201062" y="790042"/>
                </a:lnTo>
                <a:lnTo>
                  <a:pt x="203057" y="800576"/>
                </a:lnTo>
                <a:lnTo>
                  <a:pt x="204762" y="811110"/>
                </a:lnTo>
                <a:lnTo>
                  <a:pt x="206037" y="821644"/>
                </a:lnTo>
                <a:lnTo>
                  <a:pt x="206769" y="832177"/>
                </a:lnTo>
                <a:lnTo>
                  <a:pt x="206883" y="842711"/>
                </a:lnTo>
                <a:lnTo>
                  <a:pt x="206348" y="853245"/>
                </a:lnTo>
                <a:lnTo>
                  <a:pt x="205184" y="863779"/>
                </a:lnTo>
                <a:lnTo>
                  <a:pt x="203459" y="874313"/>
                </a:lnTo>
                <a:lnTo>
                  <a:pt x="201278" y="884847"/>
                </a:lnTo>
                <a:lnTo>
                  <a:pt x="198775" y="895381"/>
                </a:lnTo>
                <a:lnTo>
                  <a:pt x="196097" y="905915"/>
                </a:lnTo>
                <a:lnTo>
                  <a:pt x="193389" y="916449"/>
                </a:lnTo>
                <a:lnTo>
                  <a:pt x="190781" y="926982"/>
                </a:lnTo>
                <a:lnTo>
                  <a:pt x="188381" y="937516"/>
                </a:lnTo>
                <a:lnTo>
                  <a:pt x="186267" y="948050"/>
                </a:lnTo>
                <a:lnTo>
                  <a:pt x="184489" y="958584"/>
                </a:lnTo>
                <a:lnTo>
                  <a:pt x="183067" y="969118"/>
                </a:lnTo>
                <a:lnTo>
                  <a:pt x="181999" y="979652"/>
                </a:lnTo>
                <a:lnTo>
                  <a:pt x="181269" y="990186"/>
                </a:lnTo>
                <a:lnTo>
                  <a:pt x="180847" y="1000720"/>
                </a:lnTo>
                <a:lnTo>
                  <a:pt x="180700" y="1011254"/>
                </a:lnTo>
                <a:lnTo>
                  <a:pt x="180793" y="1021788"/>
                </a:lnTo>
                <a:lnTo>
                  <a:pt x="181090" y="1032321"/>
                </a:lnTo>
                <a:lnTo>
                  <a:pt x="181558" y="1042855"/>
                </a:lnTo>
                <a:lnTo>
                  <a:pt x="182161" y="1053389"/>
                </a:lnTo>
                <a:lnTo>
                  <a:pt x="182866" y="1063923"/>
                </a:lnTo>
                <a:lnTo>
                  <a:pt x="183636" y="1074457"/>
                </a:lnTo>
                <a:lnTo>
                  <a:pt x="184437" y="1084991"/>
                </a:lnTo>
                <a:lnTo>
                  <a:pt x="185232" y="1095525"/>
                </a:lnTo>
                <a:lnTo>
                  <a:pt x="185988" y="1106059"/>
                </a:lnTo>
                <a:lnTo>
                  <a:pt x="186677" y="1116593"/>
                </a:lnTo>
                <a:lnTo>
                  <a:pt x="187274" y="1127126"/>
                </a:lnTo>
                <a:lnTo>
                  <a:pt x="187765" y="1137660"/>
                </a:lnTo>
                <a:lnTo>
                  <a:pt x="188142" y="1148194"/>
                </a:lnTo>
                <a:lnTo>
                  <a:pt x="188405" y="1158728"/>
                </a:lnTo>
                <a:lnTo>
                  <a:pt x="188559" y="1169262"/>
                </a:lnTo>
                <a:lnTo>
                  <a:pt x="188612" y="1179796"/>
                </a:lnTo>
                <a:lnTo>
                  <a:pt x="188573" y="1190330"/>
                </a:lnTo>
                <a:lnTo>
                  <a:pt x="188449" y="1200864"/>
                </a:lnTo>
                <a:lnTo>
                  <a:pt x="188246" y="1211398"/>
                </a:lnTo>
                <a:lnTo>
                  <a:pt x="187964" y="1221931"/>
                </a:lnTo>
                <a:lnTo>
                  <a:pt x="187606" y="1232465"/>
                </a:lnTo>
                <a:lnTo>
                  <a:pt x="187170" y="1242999"/>
                </a:lnTo>
                <a:lnTo>
                  <a:pt x="186658" y="1253533"/>
                </a:lnTo>
                <a:lnTo>
                  <a:pt x="186078" y="1264067"/>
                </a:lnTo>
                <a:lnTo>
                  <a:pt x="185440" y="1274601"/>
                </a:lnTo>
                <a:lnTo>
                  <a:pt x="184760" y="1285135"/>
                </a:lnTo>
                <a:lnTo>
                  <a:pt x="184062" y="1295669"/>
                </a:lnTo>
                <a:lnTo>
                  <a:pt x="183368" y="1306203"/>
                </a:lnTo>
                <a:lnTo>
                  <a:pt x="182706" y="1316736"/>
                </a:lnTo>
                <a:lnTo>
                  <a:pt x="182098" y="1327270"/>
                </a:lnTo>
                <a:lnTo>
                  <a:pt x="181563" y="1337804"/>
                </a:lnTo>
                <a:lnTo>
                  <a:pt x="181114" y="1348338"/>
                </a:lnTo>
                <a:lnTo>
                  <a:pt x="180756" y="1358872"/>
                </a:lnTo>
                <a:lnTo>
                  <a:pt x="180486" y="1369406"/>
                </a:lnTo>
                <a:lnTo>
                  <a:pt x="180295" y="1379940"/>
                </a:lnTo>
                <a:lnTo>
                  <a:pt x="180170" y="1390474"/>
                </a:lnTo>
                <a:lnTo>
                  <a:pt x="180097" y="1401008"/>
                </a:lnTo>
                <a:lnTo>
                  <a:pt x="180059" y="1411542"/>
                </a:lnTo>
                <a:lnTo>
                  <a:pt x="180044" y="1422075"/>
                </a:lnTo>
                <a:lnTo>
                  <a:pt x="180046" y="1432609"/>
                </a:lnTo>
                <a:lnTo>
                  <a:pt x="180064" y="1443143"/>
                </a:lnTo>
                <a:lnTo>
                  <a:pt x="180106" y="1453677"/>
                </a:lnTo>
                <a:lnTo>
                  <a:pt x="180194" y="1464211"/>
                </a:lnTo>
                <a:lnTo>
                  <a:pt x="180357" y="1474745"/>
                </a:lnTo>
                <a:lnTo>
                  <a:pt x="180645" y="1485279"/>
                </a:lnTo>
                <a:lnTo>
                  <a:pt x="181118" y="1495813"/>
                </a:lnTo>
                <a:lnTo>
                  <a:pt x="181857" y="1506347"/>
                </a:lnTo>
                <a:lnTo>
                  <a:pt x="182958" y="1516880"/>
                </a:lnTo>
                <a:lnTo>
                  <a:pt x="184531" y="1527414"/>
                </a:lnTo>
                <a:lnTo>
                  <a:pt x="186695" y="1537948"/>
                </a:lnTo>
                <a:lnTo>
                  <a:pt x="189565" y="1548482"/>
                </a:lnTo>
                <a:lnTo>
                  <a:pt x="193243" y="1559016"/>
                </a:lnTo>
                <a:lnTo>
                  <a:pt x="197798" y="1569550"/>
                </a:lnTo>
                <a:lnTo>
                  <a:pt x="203249" y="1580084"/>
                </a:lnTo>
                <a:lnTo>
                  <a:pt x="209547" y="1590618"/>
                </a:lnTo>
                <a:lnTo>
                  <a:pt x="216562" y="1601152"/>
                </a:lnTo>
                <a:lnTo>
                  <a:pt x="224078" y="1611685"/>
                </a:lnTo>
                <a:lnTo>
                  <a:pt x="231794" y="1622219"/>
                </a:lnTo>
                <a:lnTo>
                  <a:pt x="239340" y="1632753"/>
                </a:lnTo>
                <a:lnTo>
                  <a:pt x="246305" y="1643287"/>
                </a:lnTo>
                <a:lnTo>
                  <a:pt x="252269" y="1653821"/>
                </a:lnTo>
                <a:lnTo>
                  <a:pt x="256848" y="1664355"/>
                </a:lnTo>
                <a:lnTo>
                  <a:pt x="259730" y="1674889"/>
                </a:lnTo>
                <a:lnTo>
                  <a:pt x="260714" y="1685423"/>
                </a:lnTo>
                <a:lnTo>
                  <a:pt x="260714" y="1685423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8000"/>
            </a:srgbClr>
          </a:solidFill>
          <a:ln xmlns:a="http://schemas.openxmlformats.org/drawingml/2006/main"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4" name="data_2711">
            <a:extLst xmlns:a="http://schemas.openxmlformats.org/drawingml/2006/main">
              <a:ext uri="{FF2B5EF4-FFF2-40B4-BE49-F238E27FC236}">
                <a16:creationId xmlns:a16="http://schemas.microsoft.com/office/drawing/2014/main" id="{B7CA57E0-D3FA-4A37-B43F-29DB6D9CF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240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211517" y="1685423"/>
                </a:moveTo>
                <a:lnTo>
                  <a:pt x="133197" y="1685423"/>
                </a:lnTo>
                <a:lnTo>
                  <a:pt x="133588" y="1674889"/>
                </a:lnTo>
                <a:lnTo>
                  <a:pt x="134733" y="1664355"/>
                </a:lnTo>
                <a:lnTo>
                  <a:pt x="136558" y="1653821"/>
                </a:lnTo>
                <a:lnTo>
                  <a:pt x="138944" y="1643287"/>
                </a:lnTo>
                <a:lnTo>
                  <a:pt x="141746" y="1632753"/>
                </a:lnTo>
                <a:lnTo>
                  <a:pt x="144803" y="1622219"/>
                </a:lnTo>
                <a:lnTo>
                  <a:pt x="147955" y="1611685"/>
                </a:lnTo>
                <a:lnTo>
                  <a:pt x="151059" y="1601152"/>
                </a:lnTo>
                <a:lnTo>
                  <a:pt x="153994" y="1590618"/>
                </a:lnTo>
                <a:lnTo>
                  <a:pt x="156671" y="1580084"/>
                </a:lnTo>
                <a:lnTo>
                  <a:pt x="159033" y="1569550"/>
                </a:lnTo>
                <a:lnTo>
                  <a:pt x="161055" y="1559016"/>
                </a:lnTo>
                <a:lnTo>
                  <a:pt x="162740" y="1548482"/>
                </a:lnTo>
                <a:lnTo>
                  <a:pt x="164110" y="1537948"/>
                </a:lnTo>
                <a:lnTo>
                  <a:pt x="165202" y="1527414"/>
                </a:lnTo>
                <a:lnTo>
                  <a:pt x="166062" y="1516880"/>
                </a:lnTo>
                <a:lnTo>
                  <a:pt x="166737" y="1506347"/>
                </a:lnTo>
                <a:lnTo>
                  <a:pt x="167270" y="1495813"/>
                </a:lnTo>
                <a:lnTo>
                  <a:pt x="167699" y="1485279"/>
                </a:lnTo>
                <a:lnTo>
                  <a:pt x="168054" y="1474745"/>
                </a:lnTo>
                <a:lnTo>
                  <a:pt x="168355" y="1464211"/>
                </a:lnTo>
                <a:lnTo>
                  <a:pt x="168614" y="1453677"/>
                </a:lnTo>
                <a:lnTo>
                  <a:pt x="168833" y="1443143"/>
                </a:lnTo>
                <a:lnTo>
                  <a:pt x="169009" y="1432609"/>
                </a:lnTo>
                <a:lnTo>
                  <a:pt x="169133" y="1422075"/>
                </a:lnTo>
                <a:lnTo>
                  <a:pt x="169193" y="1411542"/>
                </a:lnTo>
                <a:lnTo>
                  <a:pt x="169176" y="1401008"/>
                </a:lnTo>
                <a:lnTo>
                  <a:pt x="169072" y="1390474"/>
                </a:lnTo>
                <a:lnTo>
                  <a:pt x="168873" y="1379940"/>
                </a:lnTo>
                <a:lnTo>
                  <a:pt x="168574" y="1369406"/>
                </a:lnTo>
                <a:lnTo>
                  <a:pt x="168178" y="1358872"/>
                </a:lnTo>
                <a:lnTo>
                  <a:pt x="167694" y="1348338"/>
                </a:lnTo>
                <a:lnTo>
                  <a:pt x="167134" y="1337804"/>
                </a:lnTo>
                <a:lnTo>
                  <a:pt x="166520" y="1327270"/>
                </a:lnTo>
                <a:lnTo>
                  <a:pt x="165874" y="1316736"/>
                </a:lnTo>
                <a:lnTo>
                  <a:pt x="165222" y="1306203"/>
                </a:lnTo>
                <a:lnTo>
                  <a:pt x="164588" y="1295669"/>
                </a:lnTo>
                <a:lnTo>
                  <a:pt x="163998" y="1285135"/>
                </a:lnTo>
                <a:lnTo>
                  <a:pt x="163470" y="1274601"/>
                </a:lnTo>
                <a:lnTo>
                  <a:pt x="163017" y="1264067"/>
                </a:lnTo>
                <a:lnTo>
                  <a:pt x="162649" y="1253533"/>
                </a:lnTo>
                <a:lnTo>
                  <a:pt x="162365" y="1242999"/>
                </a:lnTo>
                <a:lnTo>
                  <a:pt x="162163" y="1232465"/>
                </a:lnTo>
                <a:lnTo>
                  <a:pt x="162035" y="1221931"/>
                </a:lnTo>
                <a:lnTo>
                  <a:pt x="161970" y="1211398"/>
                </a:lnTo>
                <a:lnTo>
                  <a:pt x="161960" y="1200864"/>
                </a:lnTo>
                <a:lnTo>
                  <a:pt x="161996" y="1190330"/>
                </a:lnTo>
                <a:lnTo>
                  <a:pt x="162076" y="1179796"/>
                </a:lnTo>
                <a:lnTo>
                  <a:pt x="162198" y="1169262"/>
                </a:lnTo>
                <a:lnTo>
                  <a:pt x="162365" y="1158728"/>
                </a:lnTo>
                <a:lnTo>
                  <a:pt x="162581" y="1148194"/>
                </a:lnTo>
                <a:lnTo>
                  <a:pt x="162851" y="1137660"/>
                </a:lnTo>
                <a:lnTo>
                  <a:pt x="163176" y="1127126"/>
                </a:lnTo>
                <a:lnTo>
                  <a:pt x="163553" y="1116593"/>
                </a:lnTo>
                <a:lnTo>
                  <a:pt x="163976" y="1106059"/>
                </a:lnTo>
                <a:lnTo>
                  <a:pt x="164430" y="1095525"/>
                </a:lnTo>
                <a:lnTo>
                  <a:pt x="164896" y="1084991"/>
                </a:lnTo>
                <a:lnTo>
                  <a:pt x="165351" y="1074457"/>
                </a:lnTo>
                <a:lnTo>
                  <a:pt x="165770" y="1063923"/>
                </a:lnTo>
                <a:lnTo>
                  <a:pt x="166128" y="1053389"/>
                </a:lnTo>
                <a:lnTo>
                  <a:pt x="166399" y="1042855"/>
                </a:lnTo>
                <a:lnTo>
                  <a:pt x="166562" y="1032321"/>
                </a:lnTo>
                <a:lnTo>
                  <a:pt x="166597" y="1021788"/>
                </a:lnTo>
                <a:lnTo>
                  <a:pt x="166485" y="1011254"/>
                </a:lnTo>
                <a:lnTo>
                  <a:pt x="166212" y="1000720"/>
                </a:lnTo>
                <a:lnTo>
                  <a:pt x="165763" y="990186"/>
                </a:lnTo>
                <a:lnTo>
                  <a:pt x="165127" y="979652"/>
                </a:lnTo>
                <a:lnTo>
                  <a:pt x="164295" y="969118"/>
                </a:lnTo>
                <a:lnTo>
                  <a:pt x="163265" y="958584"/>
                </a:lnTo>
                <a:lnTo>
                  <a:pt x="162043" y="948050"/>
                </a:lnTo>
                <a:lnTo>
                  <a:pt x="160645" y="937516"/>
                </a:lnTo>
                <a:lnTo>
                  <a:pt x="159103" y="926982"/>
                </a:lnTo>
                <a:lnTo>
                  <a:pt x="157466" y="916449"/>
                </a:lnTo>
                <a:lnTo>
                  <a:pt x="155796" y="905915"/>
                </a:lnTo>
                <a:lnTo>
                  <a:pt x="154171" y="895381"/>
                </a:lnTo>
                <a:lnTo>
                  <a:pt x="152674" y="884847"/>
                </a:lnTo>
                <a:lnTo>
                  <a:pt x="151391" y="874313"/>
                </a:lnTo>
                <a:lnTo>
                  <a:pt x="150398" y="863779"/>
                </a:lnTo>
                <a:lnTo>
                  <a:pt x="149755" y="853245"/>
                </a:lnTo>
                <a:lnTo>
                  <a:pt x="149501" y="842711"/>
                </a:lnTo>
                <a:lnTo>
                  <a:pt x="149645" y="832177"/>
                </a:lnTo>
                <a:lnTo>
                  <a:pt x="150165" y="821644"/>
                </a:lnTo>
                <a:lnTo>
                  <a:pt x="151015" y="811110"/>
                </a:lnTo>
                <a:lnTo>
                  <a:pt x="152125" y="800576"/>
                </a:lnTo>
                <a:lnTo>
                  <a:pt x="153411" y="790042"/>
                </a:lnTo>
                <a:lnTo>
                  <a:pt x="154784" y="779508"/>
                </a:lnTo>
                <a:lnTo>
                  <a:pt x="156158" y="768974"/>
                </a:lnTo>
                <a:lnTo>
                  <a:pt x="157456" y="758440"/>
                </a:lnTo>
                <a:lnTo>
                  <a:pt x="158618" y="747906"/>
                </a:lnTo>
                <a:lnTo>
                  <a:pt x="159599" y="737372"/>
                </a:lnTo>
                <a:lnTo>
                  <a:pt x="160373" y="726839"/>
                </a:lnTo>
                <a:lnTo>
                  <a:pt x="160928" y="716305"/>
                </a:lnTo>
                <a:lnTo>
                  <a:pt x="161264" y="705771"/>
                </a:lnTo>
                <a:lnTo>
                  <a:pt x="161390" y="695237"/>
                </a:lnTo>
                <a:lnTo>
                  <a:pt x="161321" y="684703"/>
                </a:lnTo>
                <a:lnTo>
                  <a:pt x="161077" y="674169"/>
                </a:lnTo>
                <a:lnTo>
                  <a:pt x="160681" y="663635"/>
                </a:lnTo>
                <a:lnTo>
                  <a:pt x="160160" y="653101"/>
                </a:lnTo>
                <a:lnTo>
                  <a:pt x="159545" y="642567"/>
                </a:lnTo>
                <a:lnTo>
                  <a:pt x="158871" y="632034"/>
                </a:lnTo>
                <a:lnTo>
                  <a:pt x="158178" y="621500"/>
                </a:lnTo>
                <a:lnTo>
                  <a:pt x="157509" y="610966"/>
                </a:lnTo>
                <a:lnTo>
                  <a:pt x="156907" y="600432"/>
                </a:lnTo>
                <a:lnTo>
                  <a:pt x="156413" y="589898"/>
                </a:lnTo>
                <a:lnTo>
                  <a:pt x="156060" y="579364"/>
                </a:lnTo>
                <a:lnTo>
                  <a:pt x="155871" y="568830"/>
                </a:lnTo>
                <a:lnTo>
                  <a:pt x="155855" y="558296"/>
                </a:lnTo>
                <a:lnTo>
                  <a:pt x="156008" y="547762"/>
                </a:lnTo>
                <a:lnTo>
                  <a:pt x="156308" y="537228"/>
                </a:lnTo>
                <a:lnTo>
                  <a:pt x="156724" y="526695"/>
                </a:lnTo>
                <a:lnTo>
                  <a:pt x="157214" y="516161"/>
                </a:lnTo>
                <a:lnTo>
                  <a:pt x="157736" y="505627"/>
                </a:lnTo>
                <a:lnTo>
                  <a:pt x="158248" y="495093"/>
                </a:lnTo>
                <a:lnTo>
                  <a:pt x="158714" y="484559"/>
                </a:lnTo>
                <a:lnTo>
                  <a:pt x="159110" y="474025"/>
                </a:lnTo>
                <a:lnTo>
                  <a:pt x="159424" y="463491"/>
                </a:lnTo>
                <a:lnTo>
                  <a:pt x="159655" y="452957"/>
                </a:lnTo>
                <a:lnTo>
                  <a:pt x="159812" y="442423"/>
                </a:lnTo>
                <a:lnTo>
                  <a:pt x="159911" y="431890"/>
                </a:lnTo>
                <a:lnTo>
                  <a:pt x="159972" y="421356"/>
                </a:lnTo>
                <a:lnTo>
                  <a:pt x="160014" y="410822"/>
                </a:lnTo>
                <a:lnTo>
                  <a:pt x="160056" y="400288"/>
                </a:lnTo>
                <a:lnTo>
                  <a:pt x="160110" y="389754"/>
                </a:lnTo>
                <a:lnTo>
                  <a:pt x="160184" y="379220"/>
                </a:lnTo>
                <a:lnTo>
                  <a:pt x="160284" y="368686"/>
                </a:lnTo>
                <a:lnTo>
                  <a:pt x="160411" y="358152"/>
                </a:lnTo>
                <a:lnTo>
                  <a:pt x="160566" y="347618"/>
                </a:lnTo>
                <a:lnTo>
                  <a:pt x="160750" y="337085"/>
                </a:lnTo>
                <a:lnTo>
                  <a:pt x="160965" y="326551"/>
                </a:lnTo>
                <a:lnTo>
                  <a:pt x="161215" y="316017"/>
                </a:lnTo>
                <a:lnTo>
                  <a:pt x="161504" y="305483"/>
                </a:lnTo>
                <a:lnTo>
                  <a:pt x="161837" y="294949"/>
                </a:lnTo>
                <a:lnTo>
                  <a:pt x="162216" y="284415"/>
                </a:lnTo>
                <a:lnTo>
                  <a:pt x="162638" y="273881"/>
                </a:lnTo>
                <a:lnTo>
                  <a:pt x="163097" y="263347"/>
                </a:lnTo>
                <a:lnTo>
                  <a:pt x="163574" y="252813"/>
                </a:lnTo>
                <a:lnTo>
                  <a:pt x="164041" y="242280"/>
                </a:lnTo>
                <a:lnTo>
                  <a:pt x="164454" y="231746"/>
                </a:lnTo>
                <a:lnTo>
                  <a:pt x="164749" y="221212"/>
                </a:lnTo>
                <a:lnTo>
                  <a:pt x="164842" y="210678"/>
                </a:lnTo>
                <a:lnTo>
                  <a:pt x="164621" y="200144"/>
                </a:lnTo>
                <a:lnTo>
                  <a:pt x="163946" y="189610"/>
                </a:lnTo>
                <a:lnTo>
                  <a:pt x="162644" y="179076"/>
                </a:lnTo>
                <a:lnTo>
                  <a:pt x="160513" y="168542"/>
                </a:lnTo>
                <a:lnTo>
                  <a:pt x="157329" y="158008"/>
                </a:lnTo>
                <a:lnTo>
                  <a:pt x="152856" y="147474"/>
                </a:lnTo>
                <a:lnTo>
                  <a:pt x="146868" y="136941"/>
                </a:lnTo>
                <a:lnTo>
                  <a:pt x="139173" y="126407"/>
                </a:lnTo>
                <a:lnTo>
                  <a:pt x="129651" y="115873"/>
                </a:lnTo>
                <a:lnTo>
                  <a:pt x="118284" y="105339"/>
                </a:lnTo>
                <a:lnTo>
                  <a:pt x="105191" y="94805"/>
                </a:lnTo>
                <a:lnTo>
                  <a:pt x="90654" y="84271"/>
                </a:lnTo>
                <a:lnTo>
                  <a:pt x="75131" y="73737"/>
                </a:lnTo>
                <a:lnTo>
                  <a:pt x="59240" y="63203"/>
                </a:lnTo>
                <a:lnTo>
                  <a:pt x="43738" y="52669"/>
                </a:lnTo>
                <a:lnTo>
                  <a:pt x="29461" y="42136"/>
                </a:lnTo>
                <a:lnTo>
                  <a:pt x="17255" y="31602"/>
                </a:lnTo>
                <a:lnTo>
                  <a:pt x="7896" y="21068"/>
                </a:lnTo>
                <a:lnTo>
                  <a:pt x="2009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05" y="10534"/>
                </a:lnTo>
                <a:lnTo>
                  <a:pt x="336818" y="21068"/>
                </a:lnTo>
                <a:lnTo>
                  <a:pt x="327459" y="31602"/>
                </a:lnTo>
                <a:lnTo>
                  <a:pt x="315253" y="42136"/>
                </a:lnTo>
                <a:lnTo>
                  <a:pt x="300976" y="52669"/>
                </a:lnTo>
                <a:lnTo>
                  <a:pt x="285474" y="63203"/>
                </a:lnTo>
                <a:lnTo>
                  <a:pt x="269584" y="73737"/>
                </a:lnTo>
                <a:lnTo>
                  <a:pt x="254060" y="84271"/>
                </a:lnTo>
                <a:lnTo>
                  <a:pt x="239524" y="94805"/>
                </a:lnTo>
                <a:lnTo>
                  <a:pt x="226431" y="105339"/>
                </a:lnTo>
                <a:lnTo>
                  <a:pt x="215063" y="115873"/>
                </a:lnTo>
                <a:lnTo>
                  <a:pt x="205541" y="126407"/>
                </a:lnTo>
                <a:lnTo>
                  <a:pt x="197846" y="136941"/>
                </a:lnTo>
                <a:lnTo>
                  <a:pt x="191858" y="147474"/>
                </a:lnTo>
                <a:lnTo>
                  <a:pt x="187385" y="158008"/>
                </a:lnTo>
                <a:lnTo>
                  <a:pt x="184201" y="168542"/>
                </a:lnTo>
                <a:lnTo>
                  <a:pt x="182071" y="179076"/>
                </a:lnTo>
                <a:lnTo>
                  <a:pt x="180769" y="189610"/>
                </a:lnTo>
                <a:lnTo>
                  <a:pt x="180093" y="200144"/>
                </a:lnTo>
                <a:lnTo>
                  <a:pt x="179873" y="210678"/>
                </a:lnTo>
                <a:lnTo>
                  <a:pt x="179966" y="221212"/>
                </a:lnTo>
                <a:lnTo>
                  <a:pt x="180261" y="231746"/>
                </a:lnTo>
                <a:lnTo>
                  <a:pt x="180673" y="242280"/>
                </a:lnTo>
                <a:lnTo>
                  <a:pt x="181140" y="252813"/>
                </a:lnTo>
                <a:lnTo>
                  <a:pt x="181617" y="263347"/>
                </a:lnTo>
                <a:lnTo>
                  <a:pt x="182076" y="273881"/>
                </a:lnTo>
                <a:lnTo>
                  <a:pt x="182499" y="284415"/>
                </a:lnTo>
                <a:lnTo>
                  <a:pt x="182877" y="294949"/>
                </a:lnTo>
                <a:lnTo>
                  <a:pt x="183210" y="305483"/>
                </a:lnTo>
                <a:lnTo>
                  <a:pt x="183499" y="316017"/>
                </a:lnTo>
                <a:lnTo>
                  <a:pt x="183749" y="326551"/>
                </a:lnTo>
                <a:lnTo>
                  <a:pt x="183964" y="337085"/>
                </a:lnTo>
                <a:lnTo>
                  <a:pt x="184148" y="347618"/>
                </a:lnTo>
                <a:lnTo>
                  <a:pt x="184303" y="358152"/>
                </a:lnTo>
                <a:lnTo>
                  <a:pt x="184430" y="368686"/>
                </a:lnTo>
                <a:lnTo>
                  <a:pt x="184530" y="379220"/>
                </a:lnTo>
                <a:lnTo>
                  <a:pt x="184605" y="389754"/>
                </a:lnTo>
                <a:lnTo>
                  <a:pt x="184658" y="400288"/>
                </a:lnTo>
                <a:lnTo>
                  <a:pt x="184700" y="410822"/>
                </a:lnTo>
                <a:lnTo>
                  <a:pt x="184742" y="421356"/>
                </a:lnTo>
                <a:lnTo>
                  <a:pt x="184803" y="431890"/>
                </a:lnTo>
                <a:lnTo>
                  <a:pt x="184902" y="442423"/>
                </a:lnTo>
                <a:lnTo>
                  <a:pt x="185059" y="452957"/>
                </a:lnTo>
                <a:lnTo>
                  <a:pt x="185290" y="463491"/>
                </a:lnTo>
                <a:lnTo>
                  <a:pt x="185604" y="474025"/>
                </a:lnTo>
                <a:lnTo>
                  <a:pt x="186001" y="484559"/>
                </a:lnTo>
                <a:lnTo>
                  <a:pt x="186467" y="495093"/>
                </a:lnTo>
                <a:lnTo>
                  <a:pt x="186978" y="505627"/>
                </a:lnTo>
                <a:lnTo>
                  <a:pt x="187500" y="516161"/>
                </a:lnTo>
                <a:lnTo>
                  <a:pt x="187991" y="526695"/>
                </a:lnTo>
                <a:lnTo>
                  <a:pt x="188406" y="537228"/>
                </a:lnTo>
                <a:lnTo>
                  <a:pt x="188707" y="547762"/>
                </a:lnTo>
                <a:lnTo>
                  <a:pt x="188859" y="558296"/>
                </a:lnTo>
                <a:lnTo>
                  <a:pt x="188844" y="568830"/>
                </a:lnTo>
                <a:lnTo>
                  <a:pt x="188655" y="579364"/>
                </a:lnTo>
                <a:lnTo>
                  <a:pt x="188302" y="589898"/>
                </a:lnTo>
                <a:lnTo>
                  <a:pt x="187807" y="600432"/>
                </a:lnTo>
                <a:lnTo>
                  <a:pt x="187206" y="610966"/>
                </a:lnTo>
                <a:lnTo>
                  <a:pt x="186537" y="621500"/>
                </a:lnTo>
                <a:lnTo>
                  <a:pt x="185844" y="632034"/>
                </a:lnTo>
                <a:lnTo>
                  <a:pt x="185170" y="642567"/>
                </a:lnTo>
                <a:lnTo>
                  <a:pt x="184554" y="653101"/>
                </a:lnTo>
                <a:lnTo>
                  <a:pt x="184033" y="663635"/>
                </a:lnTo>
                <a:lnTo>
                  <a:pt x="183637" y="674169"/>
                </a:lnTo>
                <a:lnTo>
                  <a:pt x="183393" y="684703"/>
                </a:lnTo>
                <a:lnTo>
                  <a:pt x="183324" y="695237"/>
                </a:lnTo>
                <a:lnTo>
                  <a:pt x="183450" y="705771"/>
                </a:lnTo>
                <a:lnTo>
                  <a:pt x="183786" y="716305"/>
                </a:lnTo>
                <a:lnTo>
                  <a:pt x="184341" y="726839"/>
                </a:lnTo>
                <a:lnTo>
                  <a:pt x="185115" y="737372"/>
                </a:lnTo>
                <a:lnTo>
                  <a:pt x="186096" y="747906"/>
                </a:lnTo>
                <a:lnTo>
                  <a:pt x="187258" y="758440"/>
                </a:lnTo>
                <a:lnTo>
                  <a:pt x="188557" y="768974"/>
                </a:lnTo>
                <a:lnTo>
                  <a:pt x="189930" y="779508"/>
                </a:lnTo>
                <a:lnTo>
                  <a:pt x="191303" y="790042"/>
                </a:lnTo>
                <a:lnTo>
                  <a:pt x="192589" y="800576"/>
                </a:lnTo>
                <a:lnTo>
                  <a:pt x="193699" y="811110"/>
                </a:lnTo>
                <a:lnTo>
                  <a:pt x="194549" y="821644"/>
                </a:lnTo>
                <a:lnTo>
                  <a:pt x="195070" y="832177"/>
                </a:lnTo>
                <a:lnTo>
                  <a:pt x="195213" y="842711"/>
                </a:lnTo>
                <a:lnTo>
                  <a:pt x="194959" y="853245"/>
                </a:lnTo>
                <a:lnTo>
                  <a:pt x="194317" y="863779"/>
                </a:lnTo>
                <a:lnTo>
                  <a:pt x="193323" y="874313"/>
                </a:lnTo>
                <a:lnTo>
                  <a:pt x="192040" y="884847"/>
                </a:lnTo>
                <a:lnTo>
                  <a:pt x="190543" y="895381"/>
                </a:lnTo>
                <a:lnTo>
                  <a:pt x="188918" y="905915"/>
                </a:lnTo>
                <a:lnTo>
                  <a:pt x="187248" y="916449"/>
                </a:lnTo>
                <a:lnTo>
                  <a:pt x="185611" y="926982"/>
                </a:lnTo>
                <a:lnTo>
                  <a:pt x="184070" y="937516"/>
                </a:lnTo>
                <a:lnTo>
                  <a:pt x="182672" y="948050"/>
                </a:lnTo>
                <a:lnTo>
                  <a:pt x="181449" y="958584"/>
                </a:lnTo>
                <a:lnTo>
                  <a:pt x="180419" y="969118"/>
                </a:lnTo>
                <a:lnTo>
                  <a:pt x="179587" y="979652"/>
                </a:lnTo>
                <a:lnTo>
                  <a:pt x="178951" y="990186"/>
                </a:lnTo>
                <a:lnTo>
                  <a:pt x="178502" y="1000720"/>
                </a:lnTo>
                <a:lnTo>
                  <a:pt x="178229" y="1011254"/>
                </a:lnTo>
                <a:lnTo>
                  <a:pt x="178117" y="1021788"/>
                </a:lnTo>
                <a:lnTo>
                  <a:pt x="178152" y="1032321"/>
                </a:lnTo>
                <a:lnTo>
                  <a:pt x="178315" y="1042855"/>
                </a:lnTo>
                <a:lnTo>
                  <a:pt x="178587" y="1053389"/>
                </a:lnTo>
                <a:lnTo>
                  <a:pt x="178944" y="1063923"/>
                </a:lnTo>
                <a:lnTo>
                  <a:pt x="179363" y="1074457"/>
                </a:lnTo>
                <a:lnTo>
                  <a:pt x="179818" y="1084991"/>
                </a:lnTo>
                <a:lnTo>
                  <a:pt x="180284" y="1095525"/>
                </a:lnTo>
                <a:lnTo>
                  <a:pt x="180738" y="1106059"/>
                </a:lnTo>
                <a:lnTo>
                  <a:pt x="181161" y="1116593"/>
                </a:lnTo>
                <a:lnTo>
                  <a:pt x="181539" y="1127126"/>
                </a:lnTo>
                <a:lnTo>
                  <a:pt x="181863" y="1137660"/>
                </a:lnTo>
                <a:lnTo>
                  <a:pt x="182133" y="1148194"/>
                </a:lnTo>
                <a:lnTo>
                  <a:pt x="182350" y="1158728"/>
                </a:lnTo>
                <a:lnTo>
                  <a:pt x="182517" y="1169262"/>
                </a:lnTo>
                <a:lnTo>
                  <a:pt x="182638" y="1179796"/>
                </a:lnTo>
                <a:lnTo>
                  <a:pt x="182718" y="1190330"/>
                </a:lnTo>
                <a:lnTo>
                  <a:pt x="182755" y="1200864"/>
                </a:lnTo>
                <a:lnTo>
                  <a:pt x="182744" y="1211398"/>
                </a:lnTo>
                <a:lnTo>
                  <a:pt x="182680" y="1221931"/>
                </a:lnTo>
                <a:lnTo>
                  <a:pt x="182551" y="1232465"/>
                </a:lnTo>
                <a:lnTo>
                  <a:pt x="182349" y="1242999"/>
                </a:lnTo>
                <a:lnTo>
                  <a:pt x="182066" y="1253533"/>
                </a:lnTo>
                <a:lnTo>
                  <a:pt x="181697" y="1264067"/>
                </a:lnTo>
                <a:lnTo>
                  <a:pt x="181245" y="1274601"/>
                </a:lnTo>
                <a:lnTo>
                  <a:pt x="180716" y="1285135"/>
                </a:lnTo>
                <a:lnTo>
                  <a:pt x="180126" y="1295669"/>
                </a:lnTo>
                <a:lnTo>
                  <a:pt x="179493" y="1306203"/>
                </a:lnTo>
                <a:lnTo>
                  <a:pt x="178840" y="1316736"/>
                </a:lnTo>
                <a:lnTo>
                  <a:pt x="178194" y="1327270"/>
                </a:lnTo>
                <a:lnTo>
                  <a:pt x="177580" y="1337804"/>
                </a:lnTo>
                <a:lnTo>
                  <a:pt x="177021" y="1348338"/>
                </a:lnTo>
                <a:lnTo>
                  <a:pt x="176536" y="1358872"/>
                </a:lnTo>
                <a:lnTo>
                  <a:pt x="176140" y="1369406"/>
                </a:lnTo>
                <a:lnTo>
                  <a:pt x="175841" y="1379940"/>
                </a:lnTo>
                <a:lnTo>
                  <a:pt x="175642" y="1390474"/>
                </a:lnTo>
                <a:lnTo>
                  <a:pt x="175538" y="1401008"/>
                </a:lnTo>
                <a:lnTo>
                  <a:pt x="175522" y="1411542"/>
                </a:lnTo>
                <a:lnTo>
                  <a:pt x="175581" y="1422075"/>
                </a:lnTo>
                <a:lnTo>
                  <a:pt x="175705" y="1432609"/>
                </a:lnTo>
                <a:lnTo>
                  <a:pt x="175881" y="1443143"/>
                </a:lnTo>
                <a:lnTo>
                  <a:pt x="176100" y="1453677"/>
                </a:lnTo>
                <a:lnTo>
                  <a:pt x="176359" y="1464211"/>
                </a:lnTo>
                <a:lnTo>
                  <a:pt x="176660" y="1474745"/>
                </a:lnTo>
                <a:lnTo>
                  <a:pt x="177015" y="1485279"/>
                </a:lnTo>
                <a:lnTo>
                  <a:pt x="177444" y="1495813"/>
                </a:lnTo>
                <a:lnTo>
                  <a:pt x="177977" y="1506347"/>
                </a:lnTo>
                <a:lnTo>
                  <a:pt x="178652" y="1516880"/>
                </a:lnTo>
                <a:lnTo>
                  <a:pt x="179512" y="1527414"/>
                </a:lnTo>
                <a:lnTo>
                  <a:pt x="180604" y="1537948"/>
                </a:lnTo>
                <a:lnTo>
                  <a:pt x="181974" y="1548482"/>
                </a:lnTo>
                <a:lnTo>
                  <a:pt x="183659" y="1559016"/>
                </a:lnTo>
                <a:lnTo>
                  <a:pt x="185681" y="1569550"/>
                </a:lnTo>
                <a:lnTo>
                  <a:pt x="188043" y="1580084"/>
                </a:lnTo>
                <a:lnTo>
                  <a:pt x="190720" y="1590618"/>
                </a:lnTo>
                <a:lnTo>
                  <a:pt x="193655" y="1601152"/>
                </a:lnTo>
                <a:lnTo>
                  <a:pt x="196759" y="1611685"/>
                </a:lnTo>
                <a:lnTo>
                  <a:pt x="199912" y="1622219"/>
                </a:lnTo>
                <a:lnTo>
                  <a:pt x="202968" y="1632753"/>
                </a:lnTo>
                <a:lnTo>
                  <a:pt x="205770" y="1643287"/>
                </a:lnTo>
                <a:lnTo>
                  <a:pt x="208156" y="1653821"/>
                </a:lnTo>
                <a:lnTo>
                  <a:pt x="209981" y="1664355"/>
                </a:lnTo>
                <a:lnTo>
                  <a:pt x="211127" y="1674889"/>
                </a:lnTo>
                <a:lnTo>
                  <a:pt x="211517" y="1685423"/>
                </a:lnTo>
                <a:lnTo>
                  <a:pt x="211517" y="1685423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8000"/>
            </a:srgbClr>
          </a:solidFill>
          <a:ln xmlns:a="http://schemas.openxmlformats.org/drawingml/2006/main"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5" name="data_2712">
            <a:extLst xmlns:a="http://schemas.openxmlformats.org/drawingml/2006/main">
              <a:ext uri="{FF2B5EF4-FFF2-40B4-BE49-F238E27FC236}">
                <a16:creationId xmlns:a16="http://schemas.microsoft.com/office/drawing/2014/main" id="{A0E6C711-2CAE-4551-AE08-326372C18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40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data_2713">
            <a:extLst xmlns:a="http://schemas.openxmlformats.org/drawingml/2006/main">
              <a:ext uri="{FF2B5EF4-FFF2-40B4-BE49-F238E27FC236}">
                <a16:creationId xmlns:a16="http://schemas.microsoft.com/office/drawing/2014/main" id="{E1892DC6-EA55-45BE-8BF3-F72B08DBD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314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data_2714">
            <a:extLst xmlns:a="http://schemas.openxmlformats.org/drawingml/2006/main">
              <a:ext uri="{FF2B5EF4-FFF2-40B4-BE49-F238E27FC236}">
                <a16:creationId xmlns:a16="http://schemas.microsoft.com/office/drawing/2014/main" id="{034E6AE9-95CA-4BB8-ADEE-DABAD023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9994" y="39698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data_2715">
            <a:extLst xmlns:a="http://schemas.openxmlformats.org/drawingml/2006/main">
              <a:ext uri="{FF2B5EF4-FFF2-40B4-BE49-F238E27FC236}">
                <a16:creationId xmlns:a16="http://schemas.microsoft.com/office/drawing/2014/main" id="{7D38EF63-0434-4B80-955C-0E2DFE46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428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data_2716">
            <a:extLst xmlns:a="http://schemas.openxmlformats.org/drawingml/2006/main">
              <a:ext uri="{FF2B5EF4-FFF2-40B4-BE49-F238E27FC236}">
                <a16:creationId xmlns:a16="http://schemas.microsoft.com/office/drawing/2014/main" id="{3F93CB71-EDA7-47C8-8A9A-FEF8106CD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945" y="39243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data_2717">
            <a:extLst xmlns:a="http://schemas.openxmlformats.org/drawingml/2006/main">
              <a:ext uri="{FF2B5EF4-FFF2-40B4-BE49-F238E27FC236}">
                <a16:creationId xmlns:a16="http://schemas.microsoft.com/office/drawing/2014/main" id="{39843F2B-B160-4796-8CEC-6437D703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06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data_2718">
            <a:extLst xmlns:a="http://schemas.openxmlformats.org/drawingml/2006/main">
              <a:ext uri="{FF2B5EF4-FFF2-40B4-BE49-F238E27FC236}">
                <a16:creationId xmlns:a16="http://schemas.microsoft.com/office/drawing/2014/main" id="{7DDE040D-E555-4401-BC3E-06A3506C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30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data_2719">
            <a:extLst xmlns:a="http://schemas.openxmlformats.org/drawingml/2006/main">
              <a:ext uri="{FF2B5EF4-FFF2-40B4-BE49-F238E27FC236}">
                <a16:creationId xmlns:a16="http://schemas.microsoft.com/office/drawing/2014/main" id="{5D7ADE56-A811-4A48-9A31-7691C8AAE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4394" y="395856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data_2720">
            <a:extLst xmlns:a="http://schemas.openxmlformats.org/drawingml/2006/main">
              <a:ext uri="{FF2B5EF4-FFF2-40B4-BE49-F238E27FC236}">
                <a16:creationId xmlns:a16="http://schemas.microsoft.com/office/drawing/2014/main" id="{ABAB3702-9374-4F21-8E52-7994C671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5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data_2721">
            <a:extLst xmlns:a="http://schemas.openxmlformats.org/drawingml/2006/main">
              <a:ext uri="{FF2B5EF4-FFF2-40B4-BE49-F238E27FC236}">
                <a16:creationId xmlns:a16="http://schemas.microsoft.com/office/drawing/2014/main" id="{5FEC2DCB-DDDF-4011-A29D-E1481ADE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2036" y="39700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data_2722">
            <a:extLst xmlns:a="http://schemas.openxmlformats.org/drawingml/2006/main">
              <a:ext uri="{FF2B5EF4-FFF2-40B4-BE49-F238E27FC236}">
                <a16:creationId xmlns:a16="http://schemas.microsoft.com/office/drawing/2014/main" id="{3876AD91-533B-48E7-94F4-22DE48ED7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991" y="30747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data_2723">
            <a:extLst xmlns:a="http://schemas.openxmlformats.org/drawingml/2006/main">
              <a:ext uri="{FF2B5EF4-FFF2-40B4-BE49-F238E27FC236}">
                <a16:creationId xmlns:a16="http://schemas.microsoft.com/office/drawing/2014/main" id="{727A02ED-EBC9-4760-9FE3-2496C4088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316" y="375780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data_2724">
            <a:extLst xmlns:a="http://schemas.openxmlformats.org/drawingml/2006/main">
              <a:ext uri="{FF2B5EF4-FFF2-40B4-BE49-F238E27FC236}">
                <a16:creationId xmlns:a16="http://schemas.microsoft.com/office/drawing/2014/main" id="{892FF9CE-AC1F-48C1-93D2-B3663F1F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654" y="39675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data_2725">
            <a:extLst xmlns:a="http://schemas.openxmlformats.org/drawingml/2006/main">
              <a:ext uri="{FF2B5EF4-FFF2-40B4-BE49-F238E27FC236}">
                <a16:creationId xmlns:a16="http://schemas.microsoft.com/office/drawing/2014/main" id="{2A32BEF4-0E72-401F-8E32-5335985B6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47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data_2726">
            <a:extLst xmlns:a="http://schemas.openxmlformats.org/drawingml/2006/main">
              <a:ext uri="{FF2B5EF4-FFF2-40B4-BE49-F238E27FC236}">
                <a16:creationId xmlns:a16="http://schemas.microsoft.com/office/drawing/2014/main" id="{3B5C64EC-9365-4709-BDD8-48160DA5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788" y="3673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data_2727">
            <a:extLst xmlns:a="http://schemas.openxmlformats.org/drawingml/2006/main">
              <a:ext uri="{FF2B5EF4-FFF2-40B4-BE49-F238E27FC236}">
                <a16:creationId xmlns:a16="http://schemas.microsoft.com/office/drawing/2014/main" id="{5F85B58A-F45B-4B86-98AE-8B6B6CDA5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219" y="395985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data_2728">
            <a:extLst xmlns:a="http://schemas.openxmlformats.org/drawingml/2006/main">
              <a:ext uri="{FF2B5EF4-FFF2-40B4-BE49-F238E27FC236}">
                <a16:creationId xmlns:a16="http://schemas.microsoft.com/office/drawing/2014/main" id="{AF1AFA96-7C4B-4B94-9BAC-8FB3EEC3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492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data_2729">
            <a:extLst xmlns:a="http://schemas.openxmlformats.org/drawingml/2006/main">
              <a:ext uri="{FF2B5EF4-FFF2-40B4-BE49-F238E27FC236}">
                <a16:creationId xmlns:a16="http://schemas.microsoft.com/office/drawing/2014/main" id="{3A915356-3088-44DD-8882-1118830C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4679" y="381102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data_2730">
            <a:extLst xmlns:a="http://schemas.openxmlformats.org/drawingml/2006/main">
              <a:ext uri="{FF2B5EF4-FFF2-40B4-BE49-F238E27FC236}">
                <a16:creationId xmlns:a16="http://schemas.microsoft.com/office/drawing/2014/main" id="{A2D8509C-138E-4415-8B56-3EEE9C75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5131" y="393401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ata_2731">
            <a:extLst xmlns:a="http://schemas.openxmlformats.org/drawingml/2006/main">
              <a:ext uri="{FF2B5EF4-FFF2-40B4-BE49-F238E27FC236}">
                <a16:creationId xmlns:a16="http://schemas.microsoft.com/office/drawing/2014/main" id="{56751C48-1D08-4DEB-A80C-5B9C84AAF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4563" y="39582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ata_2732">
            <a:extLst xmlns:a="http://schemas.openxmlformats.org/drawingml/2006/main">
              <a:ext uri="{FF2B5EF4-FFF2-40B4-BE49-F238E27FC236}">
                <a16:creationId xmlns:a16="http://schemas.microsoft.com/office/drawing/2014/main" id="{F6CDD96B-693F-4DED-9DEA-92FC634B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567" y="39708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data_2733">
            <a:extLst xmlns:a="http://schemas.openxmlformats.org/drawingml/2006/main">
              <a:ext uri="{FF2B5EF4-FFF2-40B4-BE49-F238E27FC236}">
                <a16:creationId xmlns:a16="http://schemas.microsoft.com/office/drawing/2014/main" id="{2082D900-75CF-4620-875D-2FAE6F382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07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data_2734">
            <a:extLst xmlns:a="http://schemas.openxmlformats.org/drawingml/2006/main">
              <a:ext uri="{FF2B5EF4-FFF2-40B4-BE49-F238E27FC236}">
                <a16:creationId xmlns:a16="http://schemas.microsoft.com/office/drawing/2014/main" id="{37CE4957-E6A8-4C1E-AD00-9F1C01CE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154" y="37202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data_2735">
            <a:extLst xmlns:a="http://schemas.openxmlformats.org/drawingml/2006/main">
              <a:ext uri="{FF2B5EF4-FFF2-40B4-BE49-F238E27FC236}">
                <a16:creationId xmlns:a16="http://schemas.microsoft.com/office/drawing/2014/main" id="{F67EEA90-C7E9-40B8-84CD-A419B0B39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787" y="36131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data_2736">
            <a:extLst xmlns:a="http://schemas.openxmlformats.org/drawingml/2006/main">
              <a:ext uri="{FF2B5EF4-FFF2-40B4-BE49-F238E27FC236}">
                <a16:creationId xmlns:a16="http://schemas.microsoft.com/office/drawing/2014/main" id="{C30EB993-B4E4-492E-9652-36382CA8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72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data_2737">
            <a:extLst xmlns:a="http://schemas.openxmlformats.org/drawingml/2006/main">
              <a:ext uri="{FF2B5EF4-FFF2-40B4-BE49-F238E27FC236}">
                <a16:creationId xmlns:a16="http://schemas.microsoft.com/office/drawing/2014/main" id="{241FA5DE-955D-46B1-9CE1-A0261056A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039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data_2738">
            <a:extLst xmlns:a="http://schemas.openxmlformats.org/drawingml/2006/main">
              <a:ext uri="{FF2B5EF4-FFF2-40B4-BE49-F238E27FC236}">
                <a16:creationId xmlns:a16="http://schemas.microsoft.com/office/drawing/2014/main" id="{3BD01A57-7091-47FF-8774-AFB2CFC4C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2293" y="39673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data_2739">
            <a:extLst xmlns:a="http://schemas.openxmlformats.org/drawingml/2006/main">
              <a:ext uri="{FF2B5EF4-FFF2-40B4-BE49-F238E27FC236}">
                <a16:creationId xmlns:a16="http://schemas.microsoft.com/office/drawing/2014/main" id="{216EBB17-3180-411F-8EF8-1BB84ABF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961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data_2740">
            <a:extLst xmlns:a="http://schemas.openxmlformats.org/drawingml/2006/main">
              <a:ext uri="{FF2B5EF4-FFF2-40B4-BE49-F238E27FC236}">
                <a16:creationId xmlns:a16="http://schemas.microsoft.com/office/drawing/2014/main" id="{53B9EC89-E917-4DC9-8789-E040F46C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415" y="397161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data_2741">
            <a:extLst xmlns:a="http://schemas.openxmlformats.org/drawingml/2006/main">
              <a:ext uri="{FF2B5EF4-FFF2-40B4-BE49-F238E27FC236}">
                <a16:creationId xmlns:a16="http://schemas.microsoft.com/office/drawing/2014/main" id="{69453534-0F6F-4275-BEE5-C58DEA0C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856" y="387422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data_2742">
            <a:extLst xmlns:a="http://schemas.openxmlformats.org/drawingml/2006/main">
              <a:ext uri="{FF2B5EF4-FFF2-40B4-BE49-F238E27FC236}">
                <a16:creationId xmlns:a16="http://schemas.microsoft.com/office/drawing/2014/main" id="{22D9E966-6C95-4E67-AE5A-A8EC4E134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594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data_2743">
            <a:extLst xmlns:a="http://schemas.openxmlformats.org/drawingml/2006/main">
              <a:ext uri="{FF2B5EF4-FFF2-40B4-BE49-F238E27FC236}">
                <a16:creationId xmlns:a16="http://schemas.microsoft.com/office/drawing/2014/main" id="{8E46AF10-D96C-4CD1-A247-E97D4EE4D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89" y="39147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data_2744">
            <a:extLst xmlns:a="http://schemas.openxmlformats.org/drawingml/2006/main">
              <a:ext uri="{FF2B5EF4-FFF2-40B4-BE49-F238E27FC236}">
                <a16:creationId xmlns:a16="http://schemas.microsoft.com/office/drawing/2014/main" id="{2EDE96AE-1E06-4422-860B-6C6704E17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905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data_2745">
            <a:extLst xmlns:a="http://schemas.openxmlformats.org/drawingml/2006/main">
              <a:ext uri="{FF2B5EF4-FFF2-40B4-BE49-F238E27FC236}">
                <a16:creationId xmlns:a16="http://schemas.microsoft.com/office/drawing/2014/main" id="{21A0C037-8F3F-446D-BEE3-BCFA0946E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4477" y="39787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data_2746">
            <a:extLst xmlns:a="http://schemas.openxmlformats.org/drawingml/2006/main">
              <a:ext uri="{FF2B5EF4-FFF2-40B4-BE49-F238E27FC236}">
                <a16:creationId xmlns:a16="http://schemas.microsoft.com/office/drawing/2014/main" id="{F22DD941-25DB-4F7E-A1CD-3636557C9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862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data_2747">
            <a:extLst xmlns:a="http://schemas.openxmlformats.org/drawingml/2006/main">
              <a:ext uri="{FF2B5EF4-FFF2-40B4-BE49-F238E27FC236}">
                <a16:creationId xmlns:a16="http://schemas.microsoft.com/office/drawing/2014/main" id="{19D2C0A3-58A3-4722-A906-A51C73B3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3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data_2748">
            <a:extLst xmlns:a="http://schemas.openxmlformats.org/drawingml/2006/main">
              <a:ext uri="{FF2B5EF4-FFF2-40B4-BE49-F238E27FC236}">
                <a16:creationId xmlns:a16="http://schemas.microsoft.com/office/drawing/2014/main" id="{8DC0B77D-E11E-42D1-B815-46E8A5293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89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data_2749">
            <a:extLst xmlns:a="http://schemas.openxmlformats.org/drawingml/2006/main">
              <a:ext uri="{FF2B5EF4-FFF2-40B4-BE49-F238E27FC236}">
                <a16:creationId xmlns:a16="http://schemas.microsoft.com/office/drawing/2014/main" id="{90DEBCBB-EC16-48F4-AC34-364168673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5549" y="39757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data_2750">
            <a:extLst xmlns:a="http://schemas.openxmlformats.org/drawingml/2006/main">
              <a:ext uri="{FF2B5EF4-FFF2-40B4-BE49-F238E27FC236}">
                <a16:creationId xmlns:a16="http://schemas.microsoft.com/office/drawing/2014/main" id="{8FEE5904-AE53-4987-9056-317DAF25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285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data_2751">
            <a:extLst xmlns:a="http://schemas.openxmlformats.org/drawingml/2006/main">
              <a:ext uri="{FF2B5EF4-FFF2-40B4-BE49-F238E27FC236}">
                <a16:creationId xmlns:a16="http://schemas.microsoft.com/office/drawing/2014/main" id="{1A8B2691-EABE-41E3-8F7B-55C99B19A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326" y="39473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data_2752">
            <a:extLst xmlns:a="http://schemas.openxmlformats.org/drawingml/2006/main">
              <a:ext uri="{FF2B5EF4-FFF2-40B4-BE49-F238E27FC236}">
                <a16:creationId xmlns:a16="http://schemas.microsoft.com/office/drawing/2014/main" id="{549F2A5C-9C4E-44D4-91A5-D1D9B4617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05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data_2753">
            <a:extLst xmlns:a="http://schemas.openxmlformats.org/drawingml/2006/main">
              <a:ext uri="{FF2B5EF4-FFF2-40B4-BE49-F238E27FC236}">
                <a16:creationId xmlns:a16="http://schemas.microsoft.com/office/drawing/2014/main" id="{B8AAD733-E207-4CAD-9EFA-ADDA52AAE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4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data_2754">
            <a:extLst xmlns:a="http://schemas.openxmlformats.org/drawingml/2006/main">
              <a:ext uri="{FF2B5EF4-FFF2-40B4-BE49-F238E27FC236}">
                <a16:creationId xmlns:a16="http://schemas.microsoft.com/office/drawing/2014/main" id="{D61FBC30-7374-446A-8D2E-5FF7133FF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939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data_2755">
            <a:extLst xmlns:a="http://schemas.openxmlformats.org/drawingml/2006/main">
              <a:ext uri="{FF2B5EF4-FFF2-40B4-BE49-F238E27FC236}">
                <a16:creationId xmlns:a16="http://schemas.microsoft.com/office/drawing/2014/main" id="{E733A9F5-18F0-4633-81EC-834927BB7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60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data_2756">
            <a:extLst xmlns:a="http://schemas.openxmlformats.org/drawingml/2006/main">
              <a:ext uri="{FF2B5EF4-FFF2-40B4-BE49-F238E27FC236}">
                <a16:creationId xmlns:a16="http://schemas.microsoft.com/office/drawing/2014/main" id="{329E6B65-1A87-49BB-A8F5-8D78C05B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62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data_2757">
            <a:extLst xmlns:a="http://schemas.openxmlformats.org/drawingml/2006/main">
              <a:ext uri="{FF2B5EF4-FFF2-40B4-BE49-F238E27FC236}">
                <a16:creationId xmlns:a16="http://schemas.microsoft.com/office/drawing/2014/main" id="{31169A16-E36D-416D-85E8-C4F70C8A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168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data_2758">
            <a:extLst xmlns:a="http://schemas.openxmlformats.org/drawingml/2006/main">
              <a:ext uri="{FF2B5EF4-FFF2-40B4-BE49-F238E27FC236}">
                <a16:creationId xmlns:a16="http://schemas.microsoft.com/office/drawing/2014/main" id="{DF84B432-3BB7-4208-A2BD-4557AD3D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953" y="39522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data_2759">
            <a:extLst xmlns:a="http://schemas.openxmlformats.org/drawingml/2006/main">
              <a:ext uri="{FF2B5EF4-FFF2-40B4-BE49-F238E27FC236}">
                <a16:creationId xmlns:a16="http://schemas.microsoft.com/office/drawing/2014/main" id="{66C20E7E-F022-44F5-A91F-7106FB31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137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data_2760">
            <a:extLst xmlns:a="http://schemas.openxmlformats.org/drawingml/2006/main">
              <a:ext uri="{FF2B5EF4-FFF2-40B4-BE49-F238E27FC236}">
                <a16:creationId xmlns:a16="http://schemas.microsoft.com/office/drawing/2014/main" id="{59A32BF2-1753-47EE-B752-3FAEF960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769" y="395402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data_2761">
            <a:extLst xmlns:a="http://schemas.openxmlformats.org/drawingml/2006/main">
              <a:ext uri="{FF2B5EF4-FFF2-40B4-BE49-F238E27FC236}">
                <a16:creationId xmlns:a16="http://schemas.microsoft.com/office/drawing/2014/main" id="{A5434FD0-FC9D-4F87-853F-35D43BC20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68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data_2762">
            <a:extLst xmlns:a="http://schemas.openxmlformats.org/drawingml/2006/main">
              <a:ext uri="{FF2B5EF4-FFF2-40B4-BE49-F238E27FC236}">
                <a16:creationId xmlns:a16="http://schemas.microsoft.com/office/drawing/2014/main" id="{2883E771-CCCB-4963-9D87-3D7892B77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716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data_2763">
            <a:extLst xmlns:a="http://schemas.openxmlformats.org/drawingml/2006/main">
              <a:ext uri="{FF2B5EF4-FFF2-40B4-BE49-F238E27FC236}">
                <a16:creationId xmlns:a16="http://schemas.microsoft.com/office/drawing/2014/main" id="{DE85D382-535A-433C-9346-6FA75A66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data_2764">
            <a:extLst xmlns:a="http://schemas.openxmlformats.org/drawingml/2006/main">
              <a:ext uri="{FF2B5EF4-FFF2-40B4-BE49-F238E27FC236}">
                <a16:creationId xmlns:a16="http://schemas.microsoft.com/office/drawing/2014/main" id="{394393DF-73C1-4350-AB99-D0AE6AE1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525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data_2765">
            <a:extLst xmlns:a="http://schemas.openxmlformats.org/drawingml/2006/main">
              <a:ext uri="{FF2B5EF4-FFF2-40B4-BE49-F238E27FC236}">
                <a16:creationId xmlns:a16="http://schemas.microsoft.com/office/drawing/2014/main" id="{311E3C11-C294-4B83-99F0-1345A043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1655" y="27850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data_2766">
            <a:extLst xmlns:a="http://schemas.openxmlformats.org/drawingml/2006/main">
              <a:ext uri="{FF2B5EF4-FFF2-40B4-BE49-F238E27FC236}">
                <a16:creationId xmlns:a16="http://schemas.microsoft.com/office/drawing/2014/main" id="{4411CA96-76DD-46BE-9E4B-239A61DC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19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data_2767">
            <a:extLst xmlns:a="http://schemas.openxmlformats.org/drawingml/2006/main">
              <a:ext uri="{FF2B5EF4-FFF2-40B4-BE49-F238E27FC236}">
                <a16:creationId xmlns:a16="http://schemas.microsoft.com/office/drawing/2014/main" id="{4E025B1D-BDCB-4565-B723-A9EE53900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884" y="395913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data_2768">
            <a:extLst xmlns:a="http://schemas.openxmlformats.org/drawingml/2006/main">
              <a:ext uri="{FF2B5EF4-FFF2-40B4-BE49-F238E27FC236}">
                <a16:creationId xmlns:a16="http://schemas.microsoft.com/office/drawing/2014/main" id="{48182933-523D-4C11-844E-394D6587D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44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data_2769">
            <a:extLst xmlns:a="http://schemas.openxmlformats.org/drawingml/2006/main">
              <a:ext uri="{FF2B5EF4-FFF2-40B4-BE49-F238E27FC236}">
                <a16:creationId xmlns:a16="http://schemas.microsoft.com/office/drawing/2014/main" id="{7FCB3074-77B5-4577-B55D-B62B1715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3" y="3836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data_2770">
            <a:extLst xmlns:a="http://schemas.openxmlformats.org/drawingml/2006/main">
              <a:ext uri="{FF2B5EF4-FFF2-40B4-BE49-F238E27FC236}">
                <a16:creationId xmlns:a16="http://schemas.microsoft.com/office/drawing/2014/main" id="{67946FDF-495B-4214-862C-A01DC6D29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613" y="387198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data_2771">
            <a:extLst xmlns:a="http://schemas.openxmlformats.org/drawingml/2006/main">
              <a:ext uri="{FF2B5EF4-FFF2-40B4-BE49-F238E27FC236}">
                <a16:creationId xmlns:a16="http://schemas.microsoft.com/office/drawing/2014/main" id="{0A04F8B6-74C1-4951-A775-D1C281D42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700" y="39622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data_2772">
            <a:extLst xmlns:a="http://schemas.openxmlformats.org/drawingml/2006/main">
              <a:ext uri="{FF2B5EF4-FFF2-40B4-BE49-F238E27FC236}">
                <a16:creationId xmlns:a16="http://schemas.microsoft.com/office/drawing/2014/main" id="{90912CF5-0BBB-4818-AD05-1B90F7E5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8695" y="39549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data_2773">
            <a:extLst xmlns:a="http://schemas.openxmlformats.org/drawingml/2006/main">
              <a:ext uri="{FF2B5EF4-FFF2-40B4-BE49-F238E27FC236}">
                <a16:creationId xmlns:a16="http://schemas.microsoft.com/office/drawing/2014/main" id="{395D99FB-6C8E-4764-B0A8-F177BBAB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16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data_2774">
            <a:extLst xmlns:a="http://schemas.openxmlformats.org/drawingml/2006/main">
              <a:ext uri="{FF2B5EF4-FFF2-40B4-BE49-F238E27FC236}">
                <a16:creationId xmlns:a16="http://schemas.microsoft.com/office/drawing/2014/main" id="{A59FAFCD-6611-42DB-A6BC-5CB468F6A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967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data_2775">
            <a:extLst xmlns:a="http://schemas.openxmlformats.org/drawingml/2006/main">
              <a:ext uri="{FF2B5EF4-FFF2-40B4-BE49-F238E27FC236}">
                <a16:creationId xmlns:a16="http://schemas.microsoft.com/office/drawing/2014/main" id="{C5C18BD3-3AE0-425B-8EB7-11C0AD0C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26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data_2776">
            <a:extLst xmlns:a="http://schemas.openxmlformats.org/drawingml/2006/main">
              <a:ext uri="{FF2B5EF4-FFF2-40B4-BE49-F238E27FC236}">
                <a16:creationId xmlns:a16="http://schemas.microsoft.com/office/drawing/2014/main" id="{9EBA3140-ED0D-4E9E-B3B2-1761EE86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376" y="397736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ata_2777">
            <a:extLst xmlns:a="http://schemas.openxmlformats.org/drawingml/2006/main">
              <a:ext uri="{FF2B5EF4-FFF2-40B4-BE49-F238E27FC236}">
                <a16:creationId xmlns:a16="http://schemas.microsoft.com/office/drawing/2014/main" id="{21E8B1C3-F434-47D8-9CC1-52BCAC81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998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data_2778">
            <a:extLst xmlns:a="http://schemas.openxmlformats.org/drawingml/2006/main">
              <a:ext uri="{FF2B5EF4-FFF2-40B4-BE49-F238E27FC236}">
                <a16:creationId xmlns:a16="http://schemas.microsoft.com/office/drawing/2014/main" id="{78BA4E54-2D9D-429C-BD1B-E0EAC4937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40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data_2779">
            <a:extLst xmlns:a="http://schemas.openxmlformats.org/drawingml/2006/main">
              <a:ext uri="{FF2B5EF4-FFF2-40B4-BE49-F238E27FC236}">
                <a16:creationId xmlns:a16="http://schemas.microsoft.com/office/drawing/2014/main" id="{52623C55-FB50-4E37-8E9C-939F0092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55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data_2780">
            <a:extLst xmlns:a="http://schemas.openxmlformats.org/drawingml/2006/main">
              <a:ext uri="{FF2B5EF4-FFF2-40B4-BE49-F238E27FC236}">
                <a16:creationId xmlns:a16="http://schemas.microsoft.com/office/drawing/2014/main" id="{C1B756FF-AD04-44FE-A798-C966EC545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8718" y="394756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data_2781">
            <a:extLst xmlns:a="http://schemas.openxmlformats.org/drawingml/2006/main">
              <a:ext uri="{FF2B5EF4-FFF2-40B4-BE49-F238E27FC236}">
                <a16:creationId xmlns:a16="http://schemas.microsoft.com/office/drawing/2014/main" id="{2B273C86-B6A7-4DA5-BD7C-D9A7517EC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49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data_2782">
            <a:extLst xmlns:a="http://schemas.openxmlformats.org/drawingml/2006/main">
              <a:ext uri="{FF2B5EF4-FFF2-40B4-BE49-F238E27FC236}">
                <a16:creationId xmlns:a16="http://schemas.microsoft.com/office/drawing/2014/main" id="{74F7F08E-7FD3-47A4-BFD8-737D5A2C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348" y="397668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ata_2783">
            <a:extLst xmlns:a="http://schemas.openxmlformats.org/drawingml/2006/main">
              <a:ext uri="{FF2B5EF4-FFF2-40B4-BE49-F238E27FC236}">
                <a16:creationId xmlns:a16="http://schemas.microsoft.com/office/drawing/2014/main" id="{1722C919-0156-4BF2-B75D-7511B9098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217" y="3969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data_2784">
            <a:extLst xmlns:a="http://schemas.openxmlformats.org/drawingml/2006/main">
              <a:ext uri="{FF2B5EF4-FFF2-40B4-BE49-F238E27FC236}">
                <a16:creationId xmlns:a16="http://schemas.microsoft.com/office/drawing/2014/main" id="{6FADCB0C-CC8A-4231-8C1F-9E6FC7936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204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ata_2785">
            <a:extLst xmlns:a="http://schemas.openxmlformats.org/drawingml/2006/main">
              <a:ext uri="{FF2B5EF4-FFF2-40B4-BE49-F238E27FC236}">
                <a16:creationId xmlns:a16="http://schemas.microsoft.com/office/drawing/2014/main" id="{08076AB5-C5CF-49F7-93C4-D604E1BE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2600" y="397578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data_2786">
            <a:extLst xmlns:a="http://schemas.openxmlformats.org/drawingml/2006/main">
              <a:ext uri="{FF2B5EF4-FFF2-40B4-BE49-F238E27FC236}">
                <a16:creationId xmlns:a16="http://schemas.microsoft.com/office/drawing/2014/main" id="{BB19993C-C00C-48DE-BD14-864B9691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140" y="39718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ata_2787">
            <a:extLst xmlns:a="http://schemas.openxmlformats.org/drawingml/2006/main">
              <a:ext uri="{FF2B5EF4-FFF2-40B4-BE49-F238E27FC236}">
                <a16:creationId xmlns:a16="http://schemas.microsoft.com/office/drawing/2014/main" id="{E4D60680-45EF-4E3C-B143-70C0F560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757" y="39777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data_2788">
            <a:extLst xmlns:a="http://schemas.openxmlformats.org/drawingml/2006/main">
              <a:ext uri="{FF2B5EF4-FFF2-40B4-BE49-F238E27FC236}">
                <a16:creationId xmlns:a16="http://schemas.microsoft.com/office/drawing/2014/main" id="{E2312A0B-4EA9-45F1-9F50-9AD58452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652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ata_2789">
            <a:extLst xmlns:a="http://schemas.openxmlformats.org/drawingml/2006/main">
              <a:ext uri="{FF2B5EF4-FFF2-40B4-BE49-F238E27FC236}">
                <a16:creationId xmlns:a16="http://schemas.microsoft.com/office/drawing/2014/main" id="{05406B31-CFCD-43AA-B99E-5962D1796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0613" y="396163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data_2790">
            <a:extLst xmlns:a="http://schemas.openxmlformats.org/drawingml/2006/main">
              <a:ext uri="{FF2B5EF4-FFF2-40B4-BE49-F238E27FC236}">
                <a16:creationId xmlns:a16="http://schemas.microsoft.com/office/drawing/2014/main" id="{2B8211D2-4E65-4614-B8F4-E0DE405B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91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ata_2791">
            <a:extLst xmlns:a="http://schemas.openxmlformats.org/drawingml/2006/main">
              <a:ext uri="{FF2B5EF4-FFF2-40B4-BE49-F238E27FC236}">
                <a16:creationId xmlns:a16="http://schemas.microsoft.com/office/drawing/2014/main" id="{2CE1B272-394A-4B96-94CC-358644CB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01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data_2792">
            <a:extLst xmlns:a="http://schemas.openxmlformats.org/drawingml/2006/main">
              <a:ext uri="{FF2B5EF4-FFF2-40B4-BE49-F238E27FC236}">
                <a16:creationId xmlns:a16="http://schemas.microsoft.com/office/drawing/2014/main" id="{3CAAA7C3-90A2-4DA4-99E3-01CC1BEBA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0849" y="393990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ata_2793">
            <a:extLst xmlns:a="http://schemas.openxmlformats.org/drawingml/2006/main">
              <a:ext uri="{FF2B5EF4-FFF2-40B4-BE49-F238E27FC236}">
                <a16:creationId xmlns:a16="http://schemas.microsoft.com/office/drawing/2014/main" id="{BC33C7A3-A15B-46A8-AAD5-DB3780CC3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818" y="39687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data_2794">
            <a:extLst xmlns:a="http://schemas.openxmlformats.org/drawingml/2006/main">
              <a:ext uri="{FF2B5EF4-FFF2-40B4-BE49-F238E27FC236}">
                <a16:creationId xmlns:a16="http://schemas.microsoft.com/office/drawing/2014/main" id="{E1DF16C8-F008-4A3C-871B-A5552D5B7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7003" y="36131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ata_2795">
            <a:extLst xmlns:a="http://schemas.openxmlformats.org/drawingml/2006/main">
              <a:ext uri="{FF2B5EF4-FFF2-40B4-BE49-F238E27FC236}">
                <a16:creationId xmlns:a16="http://schemas.microsoft.com/office/drawing/2014/main" id="{B233DFF5-A97F-496C-9EB9-96896D164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83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data_2796">
            <a:extLst xmlns:a="http://schemas.openxmlformats.org/drawingml/2006/main">
              <a:ext uri="{FF2B5EF4-FFF2-40B4-BE49-F238E27FC236}">
                <a16:creationId xmlns:a16="http://schemas.microsoft.com/office/drawing/2014/main" id="{5ED1FB69-890F-470A-9A29-EFDB5301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233" y="39412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ata_2797">
            <a:extLst xmlns:a="http://schemas.openxmlformats.org/drawingml/2006/main">
              <a:ext uri="{FF2B5EF4-FFF2-40B4-BE49-F238E27FC236}">
                <a16:creationId xmlns:a16="http://schemas.microsoft.com/office/drawing/2014/main" id="{7C11F445-3197-42E6-BB14-5C576A09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642" y="39662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data_2798">
            <a:extLst xmlns:a="http://schemas.openxmlformats.org/drawingml/2006/main">
              <a:ext uri="{FF2B5EF4-FFF2-40B4-BE49-F238E27FC236}">
                <a16:creationId xmlns:a16="http://schemas.microsoft.com/office/drawing/2014/main" id="{96C51C49-007B-4560-A1B9-E9D6049A5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8441" y="388042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ata_2799">
            <a:extLst xmlns:a="http://schemas.openxmlformats.org/drawingml/2006/main">
              <a:ext uri="{FF2B5EF4-FFF2-40B4-BE49-F238E27FC236}">
                <a16:creationId xmlns:a16="http://schemas.microsoft.com/office/drawing/2014/main" id="{AAB0A624-6E2E-4976-81A7-B0081824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05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data_2800">
            <a:extLst xmlns:a="http://schemas.openxmlformats.org/drawingml/2006/main">
              <a:ext uri="{FF2B5EF4-FFF2-40B4-BE49-F238E27FC236}">
                <a16:creationId xmlns:a16="http://schemas.microsoft.com/office/drawing/2014/main" id="{F8E9E540-7C66-459D-B540-8DDC1C875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572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ata_2801">
            <a:extLst xmlns:a="http://schemas.openxmlformats.org/drawingml/2006/main">
              <a:ext uri="{FF2B5EF4-FFF2-40B4-BE49-F238E27FC236}">
                <a16:creationId xmlns:a16="http://schemas.microsoft.com/office/drawing/2014/main" id="{C9D12380-C90D-4B40-BFF2-97B7ABD4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7370" y="39541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data_2802">
            <a:extLst xmlns:a="http://schemas.openxmlformats.org/drawingml/2006/main">
              <a:ext uri="{FF2B5EF4-FFF2-40B4-BE49-F238E27FC236}">
                <a16:creationId xmlns:a16="http://schemas.microsoft.com/office/drawing/2014/main" id="{40713D33-D56C-4315-82D2-9C23D417E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37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ata_2803">
            <a:extLst xmlns:a="http://schemas.openxmlformats.org/drawingml/2006/main">
              <a:ext uri="{FF2B5EF4-FFF2-40B4-BE49-F238E27FC236}">
                <a16:creationId xmlns:a16="http://schemas.microsoft.com/office/drawing/2014/main" id="{465EE077-FC28-42E1-AAB2-79C955D5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1448" y="397609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data_2804">
            <a:extLst xmlns:a="http://schemas.openxmlformats.org/drawingml/2006/main">
              <a:ext uri="{FF2B5EF4-FFF2-40B4-BE49-F238E27FC236}">
                <a16:creationId xmlns:a16="http://schemas.microsoft.com/office/drawing/2014/main" id="{80946BB1-7650-48DD-9148-C1BF7D53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4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ata_2805">
            <a:extLst xmlns:a="http://schemas.openxmlformats.org/drawingml/2006/main">
              <a:ext uri="{FF2B5EF4-FFF2-40B4-BE49-F238E27FC236}">
                <a16:creationId xmlns:a16="http://schemas.microsoft.com/office/drawing/2014/main" id="{C397DFA8-CEDF-4A1E-B5EA-FADBB1345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2373" y="396616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data_2806">
            <a:extLst xmlns:a="http://schemas.openxmlformats.org/drawingml/2006/main">
              <a:ext uri="{FF2B5EF4-FFF2-40B4-BE49-F238E27FC236}">
                <a16:creationId xmlns:a16="http://schemas.microsoft.com/office/drawing/2014/main" id="{05CD48B1-5432-4D10-9E1F-D2537AA04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64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ata_2807">
            <a:extLst xmlns:a="http://schemas.openxmlformats.org/drawingml/2006/main">
              <a:ext uri="{FF2B5EF4-FFF2-40B4-BE49-F238E27FC236}">
                <a16:creationId xmlns:a16="http://schemas.microsoft.com/office/drawing/2014/main" id="{CE5C06A6-1407-44EA-8656-20369C89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415" y="39444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data_2808">
            <a:extLst xmlns:a="http://schemas.openxmlformats.org/drawingml/2006/main">
              <a:ext uri="{FF2B5EF4-FFF2-40B4-BE49-F238E27FC236}">
                <a16:creationId xmlns:a16="http://schemas.microsoft.com/office/drawing/2014/main" id="{0C6ACE09-BB7B-4A87-BD95-A970FC21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300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ata_2809">
            <a:extLst xmlns:a="http://schemas.openxmlformats.org/drawingml/2006/main">
              <a:ext uri="{FF2B5EF4-FFF2-40B4-BE49-F238E27FC236}">
                <a16:creationId xmlns:a16="http://schemas.microsoft.com/office/drawing/2014/main" id="{5E5FAA88-6377-484E-8453-28C82D64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6914" y="396041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data_2810">
            <a:extLst xmlns:a="http://schemas.openxmlformats.org/drawingml/2006/main">
              <a:ext uri="{FF2B5EF4-FFF2-40B4-BE49-F238E27FC236}">
                <a16:creationId xmlns:a16="http://schemas.microsoft.com/office/drawing/2014/main" id="{FB52AAFB-9049-4186-BABF-E818A565A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006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ata_2811">
            <a:extLst xmlns:a="http://schemas.openxmlformats.org/drawingml/2006/main">
              <a:ext uri="{FF2B5EF4-FFF2-40B4-BE49-F238E27FC236}">
                <a16:creationId xmlns:a16="http://schemas.microsoft.com/office/drawing/2014/main" id="{D5F765E4-E19C-40DE-A30E-4AA956E15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3435" y="344023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data_2812">
            <a:extLst xmlns:a="http://schemas.openxmlformats.org/drawingml/2006/main">
              <a:ext uri="{FF2B5EF4-FFF2-40B4-BE49-F238E27FC236}">
                <a16:creationId xmlns:a16="http://schemas.microsoft.com/office/drawing/2014/main" id="{1D09F642-021E-483D-B8FD-1DE7575B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1206" y="36424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ata_2813">
            <a:extLst xmlns:a="http://schemas.openxmlformats.org/drawingml/2006/main">
              <a:ext uri="{FF2B5EF4-FFF2-40B4-BE49-F238E27FC236}">
                <a16:creationId xmlns:a16="http://schemas.microsoft.com/office/drawing/2014/main" id="{459A1F69-B82E-42E8-A59C-CFB67193B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50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data_2814">
            <a:extLst xmlns:a="http://schemas.openxmlformats.org/drawingml/2006/main">
              <a:ext uri="{FF2B5EF4-FFF2-40B4-BE49-F238E27FC236}">
                <a16:creationId xmlns:a16="http://schemas.microsoft.com/office/drawing/2014/main" id="{3F2D9B98-2B83-4E2A-A21C-7C806DF5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588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data_2815">
            <a:extLst xmlns:a="http://schemas.openxmlformats.org/drawingml/2006/main">
              <a:ext uri="{FF2B5EF4-FFF2-40B4-BE49-F238E27FC236}">
                <a16:creationId xmlns:a16="http://schemas.microsoft.com/office/drawing/2014/main" id="{19E74C23-4FC3-4075-80E5-2C95A920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314" y="39646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data_2816">
            <a:extLst xmlns:a="http://schemas.openxmlformats.org/drawingml/2006/main">
              <a:ext uri="{FF2B5EF4-FFF2-40B4-BE49-F238E27FC236}">
                <a16:creationId xmlns:a16="http://schemas.microsoft.com/office/drawing/2014/main" id="{0E3DFBC3-C47A-44D3-B04F-18BCE760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595" y="385301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data_2817">
            <a:extLst xmlns:a="http://schemas.openxmlformats.org/drawingml/2006/main">
              <a:ext uri="{FF2B5EF4-FFF2-40B4-BE49-F238E27FC236}">
                <a16:creationId xmlns:a16="http://schemas.microsoft.com/office/drawing/2014/main" id="{C2589854-EE86-46DA-A1E0-9C9101816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025" y="394231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ata_2818">
            <a:extLst xmlns:a="http://schemas.openxmlformats.org/drawingml/2006/main">
              <a:ext uri="{FF2B5EF4-FFF2-40B4-BE49-F238E27FC236}">
                <a16:creationId xmlns:a16="http://schemas.microsoft.com/office/drawing/2014/main" id="{3DFA948A-47F5-4C54-8715-1F14D3C84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0236" y="39416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" name="data_2819">
            <a:extLst xmlns:a="http://schemas.openxmlformats.org/drawingml/2006/main">
              <a:ext uri="{FF2B5EF4-FFF2-40B4-BE49-F238E27FC236}">
                <a16:creationId xmlns:a16="http://schemas.microsoft.com/office/drawing/2014/main" id="{B3E225D1-D359-41F7-B470-5991D258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881" y="39493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data_2820">
            <a:extLst xmlns:a="http://schemas.openxmlformats.org/drawingml/2006/main">
              <a:ext uri="{FF2B5EF4-FFF2-40B4-BE49-F238E27FC236}">
                <a16:creationId xmlns:a16="http://schemas.microsoft.com/office/drawing/2014/main" id="{0C53F13A-2520-466D-BD0F-ABF71C379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09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data_2821">
            <a:extLst xmlns:a="http://schemas.openxmlformats.org/drawingml/2006/main">
              <a:ext uri="{FF2B5EF4-FFF2-40B4-BE49-F238E27FC236}">
                <a16:creationId xmlns:a16="http://schemas.microsoft.com/office/drawing/2014/main" id="{A876D81B-F70E-4DFA-BBFF-F1E802F1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648" y="3967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data_2822">
            <a:extLst xmlns:a="http://schemas.openxmlformats.org/drawingml/2006/main">
              <a:ext uri="{FF2B5EF4-FFF2-40B4-BE49-F238E27FC236}">
                <a16:creationId xmlns:a16="http://schemas.microsoft.com/office/drawing/2014/main" id="{8F08070B-8295-4C83-95E6-62DD12AB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4364" y="396410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data_2823">
            <a:extLst xmlns:a="http://schemas.openxmlformats.org/drawingml/2006/main">
              <a:ext uri="{FF2B5EF4-FFF2-40B4-BE49-F238E27FC236}">
                <a16:creationId xmlns:a16="http://schemas.microsoft.com/office/drawing/2014/main" id="{DC604ABC-9A6D-48C3-A938-669A8AAC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29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data_2824">
            <a:extLst xmlns:a="http://schemas.openxmlformats.org/drawingml/2006/main">
              <a:ext uri="{FF2B5EF4-FFF2-40B4-BE49-F238E27FC236}">
                <a16:creationId xmlns:a16="http://schemas.microsoft.com/office/drawing/2014/main" id="{1ACB5D3A-94BB-477A-87B0-F4AD70EB1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515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data_2825">
            <a:extLst xmlns:a="http://schemas.openxmlformats.org/drawingml/2006/main">
              <a:ext uri="{FF2B5EF4-FFF2-40B4-BE49-F238E27FC236}">
                <a16:creationId xmlns:a16="http://schemas.microsoft.com/office/drawing/2014/main" id="{F3628FEC-8A69-436D-949A-E92EA801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547" y="38672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data_2826">
            <a:extLst xmlns:a="http://schemas.openxmlformats.org/drawingml/2006/main">
              <a:ext uri="{FF2B5EF4-FFF2-40B4-BE49-F238E27FC236}">
                <a16:creationId xmlns:a16="http://schemas.microsoft.com/office/drawing/2014/main" id="{486AF51D-FEED-4063-A8F5-357929E3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02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data_2827">
            <a:extLst xmlns:a="http://schemas.openxmlformats.org/drawingml/2006/main">
              <a:ext uri="{FF2B5EF4-FFF2-40B4-BE49-F238E27FC236}">
                <a16:creationId xmlns:a16="http://schemas.microsoft.com/office/drawing/2014/main" id="{B2137F91-AB5A-4D4E-B0CB-21BDB6F90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398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data_2828">
            <a:extLst xmlns:a="http://schemas.openxmlformats.org/drawingml/2006/main">
              <a:ext uri="{FF2B5EF4-FFF2-40B4-BE49-F238E27FC236}">
                <a16:creationId xmlns:a16="http://schemas.microsoft.com/office/drawing/2014/main" id="{C5DAE027-02D1-49B3-B540-83784F0A3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6553" y="38021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data_2829">
            <a:extLst xmlns:a="http://schemas.openxmlformats.org/drawingml/2006/main">
              <a:ext uri="{FF2B5EF4-FFF2-40B4-BE49-F238E27FC236}">
                <a16:creationId xmlns:a16="http://schemas.microsoft.com/office/drawing/2014/main" id="{D6B230EF-EDC8-4A67-8634-294B613B5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52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data_2830">
            <a:extLst xmlns:a="http://schemas.openxmlformats.org/drawingml/2006/main">
              <a:ext uri="{FF2B5EF4-FFF2-40B4-BE49-F238E27FC236}">
                <a16:creationId xmlns:a16="http://schemas.microsoft.com/office/drawing/2014/main" id="{65059652-4191-441B-9657-92CF7F9D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141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" name="data_2831">
            <a:extLst xmlns:a="http://schemas.openxmlformats.org/drawingml/2006/main">
              <a:ext uri="{FF2B5EF4-FFF2-40B4-BE49-F238E27FC236}">
                <a16:creationId xmlns:a16="http://schemas.microsoft.com/office/drawing/2014/main" id="{07CEC757-7629-4DBA-B659-DB7F2743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254" y="39682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data_2832">
            <a:extLst xmlns:a="http://schemas.openxmlformats.org/drawingml/2006/main">
              <a:ext uri="{FF2B5EF4-FFF2-40B4-BE49-F238E27FC236}">
                <a16:creationId xmlns:a16="http://schemas.microsoft.com/office/drawing/2014/main" id="{EA930B96-D54A-4349-A665-4EE39A27C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615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data_2833">
            <a:extLst xmlns:a="http://schemas.openxmlformats.org/drawingml/2006/main">
              <a:ext uri="{FF2B5EF4-FFF2-40B4-BE49-F238E27FC236}">
                <a16:creationId xmlns:a16="http://schemas.microsoft.com/office/drawing/2014/main" id="{5728EEA2-85F9-475C-8EC7-D2798958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60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" name="data_2834">
            <a:extLst xmlns:a="http://schemas.openxmlformats.org/drawingml/2006/main">
              <a:ext uri="{FF2B5EF4-FFF2-40B4-BE49-F238E27FC236}">
                <a16:creationId xmlns:a16="http://schemas.microsoft.com/office/drawing/2014/main" id="{C7971618-31EB-4210-BD14-E9C5501C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97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data_2835">
            <a:extLst xmlns:a="http://schemas.openxmlformats.org/drawingml/2006/main">
              <a:ext uri="{FF2B5EF4-FFF2-40B4-BE49-F238E27FC236}">
                <a16:creationId xmlns:a16="http://schemas.microsoft.com/office/drawing/2014/main" id="{5037489D-3C9B-4118-90E8-7A518255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698" y="390465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" name="data_2836">
            <a:extLst xmlns:a="http://schemas.openxmlformats.org/drawingml/2006/main">
              <a:ext uri="{FF2B5EF4-FFF2-40B4-BE49-F238E27FC236}">
                <a16:creationId xmlns:a16="http://schemas.microsoft.com/office/drawing/2014/main" id="{59BFD34B-9793-4A2A-B5FD-04E797C6D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629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data_2837">
            <a:extLst xmlns:a="http://schemas.openxmlformats.org/drawingml/2006/main">
              <a:ext uri="{FF2B5EF4-FFF2-40B4-BE49-F238E27FC236}">
                <a16:creationId xmlns:a16="http://schemas.microsoft.com/office/drawing/2014/main" id="{42DCC2D5-8480-481D-BF2A-2009A489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98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data_2838">
            <a:extLst xmlns:a="http://schemas.openxmlformats.org/drawingml/2006/main">
              <a:ext uri="{FF2B5EF4-FFF2-40B4-BE49-F238E27FC236}">
                <a16:creationId xmlns:a16="http://schemas.microsoft.com/office/drawing/2014/main" id="{80731A12-B940-439B-9D68-D901FB702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688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data_2839">
            <a:extLst xmlns:a="http://schemas.openxmlformats.org/drawingml/2006/main">
              <a:ext uri="{FF2B5EF4-FFF2-40B4-BE49-F238E27FC236}">
                <a16:creationId xmlns:a16="http://schemas.microsoft.com/office/drawing/2014/main" id="{B03BFD2A-49A8-4007-893F-826C73A64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78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data_2840">
            <a:extLst xmlns:a="http://schemas.openxmlformats.org/drawingml/2006/main">
              <a:ext uri="{FF2B5EF4-FFF2-40B4-BE49-F238E27FC236}">
                <a16:creationId xmlns:a16="http://schemas.microsoft.com/office/drawing/2014/main" id="{34496AFA-A361-4AB3-9D5D-9F8048FE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79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data_2841">
            <a:extLst xmlns:a="http://schemas.openxmlformats.org/drawingml/2006/main">
              <a:ext uri="{FF2B5EF4-FFF2-40B4-BE49-F238E27FC236}">
                <a16:creationId xmlns:a16="http://schemas.microsoft.com/office/drawing/2014/main" id="{4E8D974B-D010-4C5F-AF13-1F64252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6793" y="397521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" name="data_2842">
            <a:extLst xmlns:a="http://schemas.openxmlformats.org/drawingml/2006/main">
              <a:ext uri="{FF2B5EF4-FFF2-40B4-BE49-F238E27FC236}">
                <a16:creationId xmlns:a16="http://schemas.microsoft.com/office/drawing/2014/main" id="{4BD742AA-4E5F-47D6-A9FD-9425B298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41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" name="data_2843">
            <a:extLst xmlns:a="http://schemas.openxmlformats.org/drawingml/2006/main">
              <a:ext uri="{FF2B5EF4-FFF2-40B4-BE49-F238E27FC236}">
                <a16:creationId xmlns:a16="http://schemas.microsoft.com/office/drawing/2014/main" id="{98D00DC5-BB07-40D8-8ABF-9C37E3D9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7449" y="39726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" name="data_2844">
            <a:extLst xmlns:a="http://schemas.openxmlformats.org/drawingml/2006/main">
              <a:ext uri="{FF2B5EF4-FFF2-40B4-BE49-F238E27FC236}">
                <a16:creationId xmlns:a16="http://schemas.microsoft.com/office/drawing/2014/main" id="{0C412F2B-5771-4CEC-8DD5-E05D3CC35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03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data_2845">
            <a:extLst xmlns:a="http://schemas.openxmlformats.org/drawingml/2006/main">
              <a:ext uri="{FF2B5EF4-FFF2-40B4-BE49-F238E27FC236}">
                <a16:creationId xmlns:a16="http://schemas.microsoft.com/office/drawing/2014/main" id="{32652FCC-6494-46FB-B80D-E17203821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408" y="39444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data_2846">
            <a:extLst xmlns:a="http://schemas.openxmlformats.org/drawingml/2006/main">
              <a:ext uri="{FF2B5EF4-FFF2-40B4-BE49-F238E27FC236}">
                <a16:creationId xmlns:a16="http://schemas.microsoft.com/office/drawing/2014/main" id="{4C4DFA9B-CCE1-4351-AF26-E8A19C51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861" y="391609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data_2847">
            <a:extLst xmlns:a="http://schemas.openxmlformats.org/drawingml/2006/main">
              <a:ext uri="{FF2B5EF4-FFF2-40B4-BE49-F238E27FC236}">
                <a16:creationId xmlns:a16="http://schemas.microsoft.com/office/drawing/2014/main" id="{44966C6D-D086-4803-8897-CD22E142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6514" y="382634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" name="data_2848">
            <a:extLst xmlns:a="http://schemas.openxmlformats.org/drawingml/2006/main">
              <a:ext uri="{FF2B5EF4-FFF2-40B4-BE49-F238E27FC236}">
                <a16:creationId xmlns:a16="http://schemas.microsoft.com/office/drawing/2014/main" id="{21344807-6A5D-4DA4-8234-807E12ABD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138" y="397015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data_2849">
            <a:extLst xmlns:a="http://schemas.openxmlformats.org/drawingml/2006/main">
              <a:ext uri="{FF2B5EF4-FFF2-40B4-BE49-F238E27FC236}">
                <a16:creationId xmlns:a16="http://schemas.microsoft.com/office/drawing/2014/main" id="{60B27440-25B4-41D2-85BD-B423BDAA5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3944" y="397520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" name="data_2850">
            <a:extLst xmlns:a="http://schemas.openxmlformats.org/drawingml/2006/main">
              <a:ext uri="{FF2B5EF4-FFF2-40B4-BE49-F238E27FC236}">
                <a16:creationId xmlns:a16="http://schemas.microsoft.com/office/drawing/2014/main" id="{FB018D5E-2E36-4B8A-9662-43886AC4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733" y="3899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data_2851">
            <a:extLst xmlns:a="http://schemas.openxmlformats.org/drawingml/2006/main">
              <a:ext uri="{FF2B5EF4-FFF2-40B4-BE49-F238E27FC236}">
                <a16:creationId xmlns:a16="http://schemas.microsoft.com/office/drawing/2014/main" id="{DC35DBB2-A9C0-4F5F-90FC-BAF949B0B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633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data_2852">
            <a:extLst xmlns:a="http://schemas.openxmlformats.org/drawingml/2006/main">
              <a:ext uri="{FF2B5EF4-FFF2-40B4-BE49-F238E27FC236}">
                <a16:creationId xmlns:a16="http://schemas.microsoft.com/office/drawing/2014/main" id="{E1C493E0-2C53-4084-809D-0180AAD7C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102" y="388927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data_2853">
            <a:extLst xmlns:a="http://schemas.openxmlformats.org/drawingml/2006/main">
              <a:ext uri="{FF2B5EF4-FFF2-40B4-BE49-F238E27FC236}">
                <a16:creationId xmlns:a16="http://schemas.microsoft.com/office/drawing/2014/main" id="{02CB127B-D727-4891-9380-E765130F7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251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data_2854">
            <a:extLst xmlns:a="http://schemas.openxmlformats.org/drawingml/2006/main">
              <a:ext uri="{FF2B5EF4-FFF2-40B4-BE49-F238E27FC236}">
                <a16:creationId xmlns:a16="http://schemas.microsoft.com/office/drawing/2014/main" id="{5CC8AC17-2CB7-4AF3-877C-EE2273400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73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data_2855">
            <a:extLst xmlns:a="http://schemas.openxmlformats.org/drawingml/2006/main">
              <a:ext uri="{FF2B5EF4-FFF2-40B4-BE49-F238E27FC236}">
                <a16:creationId xmlns:a16="http://schemas.microsoft.com/office/drawing/2014/main" id="{99A6361B-16B1-4A9B-B20F-B78534024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63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data_2856">
            <a:extLst xmlns:a="http://schemas.openxmlformats.org/drawingml/2006/main">
              <a:ext uri="{FF2B5EF4-FFF2-40B4-BE49-F238E27FC236}">
                <a16:creationId xmlns:a16="http://schemas.microsoft.com/office/drawing/2014/main" id="{3F2F0D14-7924-4AC3-B8C1-D920ED31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303" y="39557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data_2857">
            <a:extLst xmlns:a="http://schemas.openxmlformats.org/drawingml/2006/main">
              <a:ext uri="{FF2B5EF4-FFF2-40B4-BE49-F238E27FC236}">
                <a16:creationId xmlns:a16="http://schemas.microsoft.com/office/drawing/2014/main" id="{9FEBA95A-6D16-43BD-895B-169E0511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3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data_2858">
            <a:extLst xmlns:a="http://schemas.openxmlformats.org/drawingml/2006/main">
              <a:ext uri="{FF2B5EF4-FFF2-40B4-BE49-F238E27FC236}">
                <a16:creationId xmlns:a16="http://schemas.microsoft.com/office/drawing/2014/main" id="{956CD3CE-60B3-426C-B763-4455F91DB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6286" y="39322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data_2859">
            <a:extLst xmlns:a="http://schemas.openxmlformats.org/drawingml/2006/main">
              <a:ext uri="{FF2B5EF4-FFF2-40B4-BE49-F238E27FC236}">
                <a16:creationId xmlns:a16="http://schemas.microsoft.com/office/drawing/2014/main" id="{C483F1F9-F49D-459A-974B-32508BCDE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9225" y="39595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data_2860">
            <a:extLst xmlns:a="http://schemas.openxmlformats.org/drawingml/2006/main">
              <a:ext uri="{FF2B5EF4-FFF2-40B4-BE49-F238E27FC236}">
                <a16:creationId xmlns:a16="http://schemas.microsoft.com/office/drawing/2014/main" id="{89209486-6D35-451E-8FB3-960A9311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222" y="3968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data_2861">
            <a:extLst xmlns:a="http://schemas.openxmlformats.org/drawingml/2006/main">
              <a:ext uri="{FF2B5EF4-FFF2-40B4-BE49-F238E27FC236}">
                <a16:creationId xmlns:a16="http://schemas.microsoft.com/office/drawing/2014/main" id="{77E9D638-5F8C-47D8-824A-6AB71484A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726" y="39639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data_2862">
            <a:extLst xmlns:a="http://schemas.openxmlformats.org/drawingml/2006/main">
              <a:ext uri="{FF2B5EF4-FFF2-40B4-BE49-F238E27FC236}">
                <a16:creationId xmlns:a16="http://schemas.microsoft.com/office/drawing/2014/main" id="{0BE0C910-C7C2-448A-8A64-4A58C313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833" y="39766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data_2863">
            <a:extLst xmlns:a="http://schemas.openxmlformats.org/drawingml/2006/main">
              <a:ext uri="{FF2B5EF4-FFF2-40B4-BE49-F238E27FC236}">
                <a16:creationId xmlns:a16="http://schemas.microsoft.com/office/drawing/2014/main" id="{762ADE9E-EEEB-4082-9955-B9FCA860C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50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data_2864">
            <a:extLst xmlns:a="http://schemas.openxmlformats.org/drawingml/2006/main">
              <a:ext uri="{FF2B5EF4-FFF2-40B4-BE49-F238E27FC236}">
                <a16:creationId xmlns:a16="http://schemas.microsoft.com/office/drawing/2014/main" id="{7011328B-D534-4770-88E4-F61C4570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43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data_2865">
            <a:extLst xmlns:a="http://schemas.openxmlformats.org/drawingml/2006/main">
              <a:ext uri="{FF2B5EF4-FFF2-40B4-BE49-F238E27FC236}">
                <a16:creationId xmlns:a16="http://schemas.microsoft.com/office/drawing/2014/main" id="{7B4B77A2-DC62-4283-9961-F4764130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698" y="39615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" name="data_2866">
            <a:extLst xmlns:a="http://schemas.openxmlformats.org/drawingml/2006/main">
              <a:ext uri="{FF2B5EF4-FFF2-40B4-BE49-F238E27FC236}">
                <a16:creationId xmlns:a16="http://schemas.microsoft.com/office/drawing/2014/main" id="{E17C30D1-6171-411A-BFEB-519EB779D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72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data_2867">
            <a:extLst xmlns:a="http://schemas.openxmlformats.org/drawingml/2006/main">
              <a:ext uri="{FF2B5EF4-FFF2-40B4-BE49-F238E27FC236}">
                <a16:creationId xmlns:a16="http://schemas.microsoft.com/office/drawing/2014/main" id="{D628BC54-B49D-4FD7-A92E-43121A52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11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data_2868">
            <a:extLst xmlns:a="http://schemas.openxmlformats.org/drawingml/2006/main">
              <a:ext uri="{FF2B5EF4-FFF2-40B4-BE49-F238E27FC236}">
                <a16:creationId xmlns:a16="http://schemas.microsoft.com/office/drawing/2014/main" id="{D57264FF-D1C9-4044-88E7-B1541924A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821" y="397463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" name="data_2869">
            <a:extLst xmlns:a="http://schemas.openxmlformats.org/drawingml/2006/main">
              <a:ext uri="{FF2B5EF4-FFF2-40B4-BE49-F238E27FC236}">
                <a16:creationId xmlns:a16="http://schemas.microsoft.com/office/drawing/2014/main" id="{FFA09193-7B52-480F-8F88-F64026B6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9837" y="39630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data_2870">
            <a:extLst xmlns:a="http://schemas.openxmlformats.org/drawingml/2006/main">
              <a:ext uri="{FF2B5EF4-FFF2-40B4-BE49-F238E27FC236}">
                <a16:creationId xmlns:a16="http://schemas.microsoft.com/office/drawing/2014/main" id="{333D3CD7-B73F-4D48-89AA-A97D295F5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88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data_2871">
            <a:extLst xmlns:a="http://schemas.openxmlformats.org/drawingml/2006/main">
              <a:ext uri="{FF2B5EF4-FFF2-40B4-BE49-F238E27FC236}">
                <a16:creationId xmlns:a16="http://schemas.microsoft.com/office/drawing/2014/main" id="{BCCCFACC-D54A-442C-9204-1B1C96AA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801" y="39719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data_2872">
            <a:extLst xmlns:a="http://schemas.openxmlformats.org/drawingml/2006/main">
              <a:ext uri="{FF2B5EF4-FFF2-40B4-BE49-F238E27FC236}">
                <a16:creationId xmlns:a16="http://schemas.microsoft.com/office/drawing/2014/main" id="{F60604B9-7843-4A49-B385-E2E8B482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384" y="394683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data_2873">
            <a:extLst xmlns:a="http://schemas.openxmlformats.org/drawingml/2006/main">
              <a:ext uri="{FF2B5EF4-FFF2-40B4-BE49-F238E27FC236}">
                <a16:creationId xmlns:a16="http://schemas.microsoft.com/office/drawing/2014/main" id="{1A993D3A-DFC9-44B6-BB38-35498077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80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data_2874">
            <a:extLst xmlns:a="http://schemas.openxmlformats.org/drawingml/2006/main">
              <a:ext uri="{FF2B5EF4-FFF2-40B4-BE49-F238E27FC236}">
                <a16:creationId xmlns:a16="http://schemas.microsoft.com/office/drawing/2014/main" id="{E669241B-7DC3-45D5-BB9B-2FFC51EF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3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data_2875">
            <a:extLst xmlns:a="http://schemas.openxmlformats.org/drawingml/2006/main">
              <a:ext uri="{FF2B5EF4-FFF2-40B4-BE49-F238E27FC236}">
                <a16:creationId xmlns:a16="http://schemas.microsoft.com/office/drawing/2014/main" id="{F1CE0BCE-D4C0-419F-B4FD-B4524BA0D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116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ata_2876">
            <a:extLst xmlns:a="http://schemas.openxmlformats.org/drawingml/2006/main">
              <a:ext uri="{FF2B5EF4-FFF2-40B4-BE49-F238E27FC236}">
                <a16:creationId xmlns:a16="http://schemas.microsoft.com/office/drawing/2014/main" id="{EA388738-A53A-4964-BEF4-447E1ECD8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730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" name="data_2877">
            <a:extLst xmlns:a="http://schemas.openxmlformats.org/drawingml/2006/main">
              <a:ext uri="{FF2B5EF4-FFF2-40B4-BE49-F238E27FC236}">
                <a16:creationId xmlns:a16="http://schemas.microsoft.com/office/drawing/2014/main" id="{80A131DC-27A9-4F1B-A08F-DB346C8D2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0703" y="39582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ata_2878">
            <a:extLst xmlns:a="http://schemas.openxmlformats.org/drawingml/2006/main">
              <a:ext uri="{FF2B5EF4-FFF2-40B4-BE49-F238E27FC236}">
                <a16:creationId xmlns:a16="http://schemas.microsoft.com/office/drawing/2014/main" id="{27E035EC-1579-4513-9E34-D7AD9B277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86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" name="data_2879">
            <a:extLst xmlns:a="http://schemas.openxmlformats.org/drawingml/2006/main">
              <a:ext uri="{FF2B5EF4-FFF2-40B4-BE49-F238E27FC236}">
                <a16:creationId xmlns:a16="http://schemas.microsoft.com/office/drawing/2014/main" id="{CDFA3808-381E-4CA6-9929-9C605C87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218" y="392770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ata_2880">
            <a:extLst xmlns:a="http://schemas.openxmlformats.org/drawingml/2006/main">
              <a:ext uri="{FF2B5EF4-FFF2-40B4-BE49-F238E27FC236}">
                <a16:creationId xmlns:a16="http://schemas.microsoft.com/office/drawing/2014/main" id="{86F3C883-C86E-4FE3-B03A-B8B4B0A6C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147" y="39747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ata_2881">
            <a:extLst xmlns:a="http://schemas.openxmlformats.org/drawingml/2006/main">
              <a:ext uri="{FF2B5EF4-FFF2-40B4-BE49-F238E27FC236}">
                <a16:creationId xmlns:a16="http://schemas.microsoft.com/office/drawing/2014/main" id="{628FBF79-0B97-4AAE-8101-E6B73366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985" y="395016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ata_2882">
            <a:extLst xmlns:a="http://schemas.openxmlformats.org/drawingml/2006/main">
              <a:ext uri="{FF2B5EF4-FFF2-40B4-BE49-F238E27FC236}">
                <a16:creationId xmlns:a16="http://schemas.microsoft.com/office/drawing/2014/main" id="{47E7B55B-7EEE-4ECD-8D3D-E14694257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327" y="394651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ata_2883">
            <a:extLst xmlns:a="http://schemas.openxmlformats.org/drawingml/2006/main">
              <a:ext uri="{FF2B5EF4-FFF2-40B4-BE49-F238E27FC236}">
                <a16:creationId xmlns:a16="http://schemas.microsoft.com/office/drawing/2014/main" id="{F189FEDC-D99D-4B19-A0E7-557CE8B5D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7426" y="384364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data_2884">
            <a:extLst xmlns:a="http://schemas.openxmlformats.org/drawingml/2006/main">
              <a:ext uri="{FF2B5EF4-FFF2-40B4-BE49-F238E27FC236}">
                <a16:creationId xmlns:a16="http://schemas.microsoft.com/office/drawing/2014/main" id="{573A33C2-5D55-43AC-A46B-66C1706D7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2952" y="39592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ata_2885">
            <a:extLst xmlns:a="http://schemas.openxmlformats.org/drawingml/2006/main">
              <a:ext uri="{FF2B5EF4-FFF2-40B4-BE49-F238E27FC236}">
                <a16:creationId xmlns:a16="http://schemas.microsoft.com/office/drawing/2014/main" id="{CA758F67-2646-46AA-AAFC-9CEDC024D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534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data_2886">
            <a:extLst xmlns:a="http://schemas.openxmlformats.org/drawingml/2006/main">
              <a:ext uri="{FF2B5EF4-FFF2-40B4-BE49-F238E27FC236}">
                <a16:creationId xmlns:a16="http://schemas.microsoft.com/office/drawing/2014/main" id="{9A2D52A7-3915-4011-A651-FEEBE031C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7804" y="396965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ata_2887">
            <a:extLst xmlns:a="http://schemas.openxmlformats.org/drawingml/2006/main">
              <a:ext uri="{FF2B5EF4-FFF2-40B4-BE49-F238E27FC236}">
                <a16:creationId xmlns:a16="http://schemas.microsoft.com/office/drawing/2014/main" id="{A4EE3721-0DB8-4B02-A058-ACA5CF7B9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423" y="397852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" name="data_2888">
            <a:extLst xmlns:a="http://schemas.openxmlformats.org/drawingml/2006/main">
              <a:ext uri="{FF2B5EF4-FFF2-40B4-BE49-F238E27FC236}">
                <a16:creationId xmlns:a16="http://schemas.microsoft.com/office/drawing/2014/main" id="{0830B15E-0ED2-47EE-8AF9-41243583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7530" y="3717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ata_2889">
            <a:extLst xmlns:a="http://schemas.openxmlformats.org/drawingml/2006/main">
              <a:ext uri="{FF2B5EF4-FFF2-40B4-BE49-F238E27FC236}">
                <a16:creationId xmlns:a16="http://schemas.microsoft.com/office/drawing/2014/main" id="{5DD58584-040E-4E9D-A309-0D3E63C7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66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" name="data_2890">
            <a:extLst xmlns:a="http://schemas.openxmlformats.org/drawingml/2006/main">
              <a:ext uri="{FF2B5EF4-FFF2-40B4-BE49-F238E27FC236}">
                <a16:creationId xmlns:a16="http://schemas.microsoft.com/office/drawing/2014/main" id="{04031FC1-7892-4246-8D41-2A579FE38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893" y="393943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ata_2891">
            <a:extLst xmlns:a="http://schemas.openxmlformats.org/drawingml/2006/main">
              <a:ext uri="{FF2B5EF4-FFF2-40B4-BE49-F238E27FC236}">
                <a16:creationId xmlns:a16="http://schemas.microsoft.com/office/drawing/2014/main" id="{9C2E0FFA-6086-426D-987E-1145355BE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002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" name="data_2892">
            <a:extLst xmlns:a="http://schemas.openxmlformats.org/drawingml/2006/main">
              <a:ext uri="{FF2B5EF4-FFF2-40B4-BE49-F238E27FC236}">
                <a16:creationId xmlns:a16="http://schemas.microsoft.com/office/drawing/2014/main" id="{F5B15F24-8967-46DC-9433-704C8B464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169" y="2534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ata_2893">
            <a:extLst xmlns:a="http://schemas.openxmlformats.org/drawingml/2006/main">
              <a:ext uri="{FF2B5EF4-FFF2-40B4-BE49-F238E27FC236}">
                <a16:creationId xmlns:a16="http://schemas.microsoft.com/office/drawing/2014/main" id="{98CE4041-6567-462D-8C96-CCE2C97E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420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data_2894">
            <a:extLst xmlns:a="http://schemas.openxmlformats.org/drawingml/2006/main">
              <a:ext uri="{FF2B5EF4-FFF2-40B4-BE49-F238E27FC236}">
                <a16:creationId xmlns:a16="http://schemas.microsoft.com/office/drawing/2014/main" id="{C1BB43C8-3211-49B1-A539-D6E285B8B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7000" y="381102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ata_2895">
            <a:extLst xmlns:a="http://schemas.openxmlformats.org/drawingml/2006/main">
              <a:ext uri="{FF2B5EF4-FFF2-40B4-BE49-F238E27FC236}">
                <a16:creationId xmlns:a16="http://schemas.microsoft.com/office/drawing/2014/main" id="{2CD3A8C5-7CB3-4479-8CE8-D6E0493D3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5451" y="26553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ata_2896">
            <a:extLst xmlns:a="http://schemas.openxmlformats.org/drawingml/2006/main">
              <a:ext uri="{FF2B5EF4-FFF2-40B4-BE49-F238E27FC236}">
                <a16:creationId xmlns:a16="http://schemas.microsoft.com/office/drawing/2014/main" id="{DC081A58-E8A2-4294-A1BE-CDF607940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704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ata_2897">
            <a:extLst xmlns:a="http://schemas.openxmlformats.org/drawingml/2006/main">
              <a:ext uri="{FF2B5EF4-FFF2-40B4-BE49-F238E27FC236}">
                <a16:creationId xmlns:a16="http://schemas.microsoft.com/office/drawing/2014/main" id="{3D3398A2-522A-4BC5-94F4-A2FFEA835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2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data_2898">
            <a:extLst xmlns:a="http://schemas.openxmlformats.org/drawingml/2006/main">
              <a:ext uri="{FF2B5EF4-FFF2-40B4-BE49-F238E27FC236}">
                <a16:creationId xmlns:a16="http://schemas.microsoft.com/office/drawing/2014/main" id="{1B4AF447-03FF-4BD0-AE98-ECBA23996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39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ata_2899">
            <a:extLst xmlns:a="http://schemas.openxmlformats.org/drawingml/2006/main">
              <a:ext uri="{FF2B5EF4-FFF2-40B4-BE49-F238E27FC236}">
                <a16:creationId xmlns:a16="http://schemas.microsoft.com/office/drawing/2014/main" id="{BD5DD8B0-5505-44E9-AAC8-EBB411F6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778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" name="data_2900">
            <a:extLst xmlns:a="http://schemas.openxmlformats.org/drawingml/2006/main">
              <a:ext uri="{FF2B5EF4-FFF2-40B4-BE49-F238E27FC236}">
                <a16:creationId xmlns:a16="http://schemas.microsoft.com/office/drawing/2014/main" id="{7CF64E2E-686E-4E29-9F47-59BF5DD3E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317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ata_2901">
            <a:extLst xmlns:a="http://schemas.openxmlformats.org/drawingml/2006/main">
              <a:ext uri="{FF2B5EF4-FFF2-40B4-BE49-F238E27FC236}">
                <a16:creationId xmlns:a16="http://schemas.microsoft.com/office/drawing/2014/main" id="{B1EA3050-C71B-41CB-8D96-F55ED949B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7996" y="30025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ata_2902">
            <a:extLst xmlns:a="http://schemas.openxmlformats.org/drawingml/2006/main">
              <a:ext uri="{FF2B5EF4-FFF2-40B4-BE49-F238E27FC236}">
                <a16:creationId xmlns:a16="http://schemas.microsoft.com/office/drawing/2014/main" id="{1E7289C6-B462-4861-89DA-E0506FC0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269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ata_2903">
            <a:extLst xmlns:a="http://schemas.openxmlformats.org/drawingml/2006/main">
              <a:ext uri="{FF2B5EF4-FFF2-40B4-BE49-F238E27FC236}">
                <a16:creationId xmlns:a16="http://schemas.microsoft.com/office/drawing/2014/main" id="{9A777135-1C0E-47F5-90ED-0E0F352AF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1378" y="327730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ata_2904">
            <a:extLst xmlns:a="http://schemas.openxmlformats.org/drawingml/2006/main">
              <a:ext uri="{FF2B5EF4-FFF2-40B4-BE49-F238E27FC236}">
                <a16:creationId xmlns:a16="http://schemas.microsoft.com/office/drawing/2014/main" id="{B4116D27-A734-4A1D-9F5B-0FC0A057F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339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ata_2905">
            <a:extLst xmlns:a="http://schemas.openxmlformats.org/drawingml/2006/main">
              <a:ext uri="{FF2B5EF4-FFF2-40B4-BE49-F238E27FC236}">
                <a16:creationId xmlns:a16="http://schemas.microsoft.com/office/drawing/2014/main" id="{F859E7EB-4AB7-4DF9-88E0-FBD183BE8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32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ata_2906">
            <a:extLst xmlns:a="http://schemas.openxmlformats.org/drawingml/2006/main">
              <a:ext uri="{FF2B5EF4-FFF2-40B4-BE49-F238E27FC236}">
                <a16:creationId xmlns:a16="http://schemas.microsoft.com/office/drawing/2014/main" id="{C4A4B516-A1CF-48EA-B538-077971BB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45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ata_2907">
            <a:extLst xmlns:a="http://schemas.openxmlformats.org/drawingml/2006/main">
              <a:ext uri="{FF2B5EF4-FFF2-40B4-BE49-F238E27FC236}">
                <a16:creationId xmlns:a16="http://schemas.microsoft.com/office/drawing/2014/main" id="{BE7E927A-92BA-4CFF-AB9F-5E8B64338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119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data_2908">
            <a:extLst xmlns:a="http://schemas.openxmlformats.org/drawingml/2006/main">
              <a:ext uri="{FF2B5EF4-FFF2-40B4-BE49-F238E27FC236}">
                <a16:creationId xmlns:a16="http://schemas.microsoft.com/office/drawing/2014/main" id="{999721D7-33CB-4D99-9E59-0883F6CD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85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ata_2909">
            <a:extLst xmlns:a="http://schemas.openxmlformats.org/drawingml/2006/main">
              <a:ext uri="{FF2B5EF4-FFF2-40B4-BE49-F238E27FC236}">
                <a16:creationId xmlns:a16="http://schemas.microsoft.com/office/drawing/2014/main" id="{8ECEDB2E-D99F-4CE0-B695-F9932A5D6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82" y="282083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ata_2910">
            <a:extLst xmlns:a="http://schemas.openxmlformats.org/drawingml/2006/main">
              <a:ext uri="{FF2B5EF4-FFF2-40B4-BE49-F238E27FC236}">
                <a16:creationId xmlns:a16="http://schemas.microsoft.com/office/drawing/2014/main" id="{696FC606-29F2-4A24-9491-AF5F662A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392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ata_2911">
            <a:extLst xmlns:a="http://schemas.openxmlformats.org/drawingml/2006/main">
              <a:ext uri="{FF2B5EF4-FFF2-40B4-BE49-F238E27FC236}">
                <a16:creationId xmlns:a16="http://schemas.microsoft.com/office/drawing/2014/main" id="{A0E51797-04C3-4362-853C-E1BC28940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014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data_2912">
            <a:extLst xmlns:a="http://schemas.openxmlformats.org/drawingml/2006/main">
              <a:ext uri="{FF2B5EF4-FFF2-40B4-BE49-F238E27FC236}">
                <a16:creationId xmlns:a16="http://schemas.microsoft.com/office/drawing/2014/main" id="{ECE6881A-1E1A-431A-A0BB-B1D6FD5A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9512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ata_2913">
            <a:extLst xmlns:a="http://schemas.openxmlformats.org/drawingml/2006/main">
              <a:ext uri="{FF2B5EF4-FFF2-40B4-BE49-F238E27FC236}">
                <a16:creationId xmlns:a16="http://schemas.microsoft.com/office/drawing/2014/main" id="{35CD0EBD-19BF-459F-8D00-48595AE1A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008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data_2914">
            <a:extLst xmlns:a="http://schemas.openxmlformats.org/drawingml/2006/main">
              <a:ext uri="{FF2B5EF4-FFF2-40B4-BE49-F238E27FC236}">
                <a16:creationId xmlns:a16="http://schemas.microsoft.com/office/drawing/2014/main" id="{30404F86-E6DF-451E-9658-5778C1093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439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" name="data_2915">
            <a:extLst xmlns:a="http://schemas.openxmlformats.org/drawingml/2006/main">
              <a:ext uri="{FF2B5EF4-FFF2-40B4-BE49-F238E27FC236}">
                <a16:creationId xmlns:a16="http://schemas.microsoft.com/office/drawing/2014/main" id="{164BE346-ADB9-4847-8DB8-09035E47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205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" name="data_2916">
            <a:extLst xmlns:a="http://schemas.openxmlformats.org/drawingml/2006/main">
              <a:ext uri="{FF2B5EF4-FFF2-40B4-BE49-F238E27FC236}">
                <a16:creationId xmlns:a16="http://schemas.microsoft.com/office/drawing/2014/main" id="{E64DDA9F-D561-4DD3-931D-5AF84A295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579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" name="data_2917">
            <a:extLst xmlns:a="http://schemas.openxmlformats.org/drawingml/2006/main">
              <a:ext uri="{FF2B5EF4-FFF2-40B4-BE49-F238E27FC236}">
                <a16:creationId xmlns:a16="http://schemas.microsoft.com/office/drawing/2014/main" id="{E997058E-3DFA-4123-BED4-25D001477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5219" y="334753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data_2918">
            <a:extLst xmlns:a="http://schemas.openxmlformats.org/drawingml/2006/main">
              <a:ext uri="{FF2B5EF4-FFF2-40B4-BE49-F238E27FC236}">
                <a16:creationId xmlns:a16="http://schemas.microsoft.com/office/drawing/2014/main" id="{C7549EE6-FA73-4399-8E8C-A68174B65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3367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" name="data_2919">
            <a:extLst xmlns:a="http://schemas.openxmlformats.org/drawingml/2006/main">
              <a:ext uri="{FF2B5EF4-FFF2-40B4-BE49-F238E27FC236}">
                <a16:creationId xmlns:a16="http://schemas.microsoft.com/office/drawing/2014/main" id="{E9843B3E-BA7C-4B11-848F-E81588D5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22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" name="data_2920">
            <a:extLst xmlns:a="http://schemas.openxmlformats.org/drawingml/2006/main">
              <a:ext uri="{FF2B5EF4-FFF2-40B4-BE49-F238E27FC236}">
                <a16:creationId xmlns:a16="http://schemas.microsoft.com/office/drawing/2014/main" id="{F1901579-C44C-4740-8E86-1184A398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30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" name="data_2921">
            <a:extLst xmlns:a="http://schemas.openxmlformats.org/drawingml/2006/main">
              <a:ext uri="{FF2B5EF4-FFF2-40B4-BE49-F238E27FC236}">
                <a16:creationId xmlns:a16="http://schemas.microsoft.com/office/drawing/2014/main" id="{D6EA0D64-9D81-446D-80A2-3C2350397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28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" name="data_2922">
            <a:extLst xmlns:a="http://schemas.openxmlformats.org/drawingml/2006/main">
              <a:ext uri="{FF2B5EF4-FFF2-40B4-BE49-F238E27FC236}">
                <a16:creationId xmlns:a16="http://schemas.microsoft.com/office/drawing/2014/main" id="{1C41B514-59FA-4E7E-8829-69A53E6EE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0648" y="301646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" name="data_2923">
            <a:extLst xmlns:a="http://schemas.openxmlformats.org/drawingml/2006/main">
              <a:ext uri="{FF2B5EF4-FFF2-40B4-BE49-F238E27FC236}">
                <a16:creationId xmlns:a16="http://schemas.microsoft.com/office/drawing/2014/main" id="{99A08325-F171-42EA-8B5A-5A9A13E83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03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" name="data_2924">
            <a:extLst xmlns:a="http://schemas.openxmlformats.org/drawingml/2006/main">
              <a:ext uri="{FF2B5EF4-FFF2-40B4-BE49-F238E27FC236}">
                <a16:creationId xmlns:a16="http://schemas.microsoft.com/office/drawing/2014/main" id="{26606E83-D789-4DA8-801B-07CAE0EA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7537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data_2925">
            <a:extLst xmlns:a="http://schemas.openxmlformats.org/drawingml/2006/main">
              <a:ext uri="{FF2B5EF4-FFF2-40B4-BE49-F238E27FC236}">
                <a16:creationId xmlns:a16="http://schemas.microsoft.com/office/drawing/2014/main" id="{E2459EE7-1C15-4781-A2D2-E833B6F7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882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" name="data_2926">
            <a:extLst xmlns:a="http://schemas.openxmlformats.org/drawingml/2006/main">
              <a:ext uri="{FF2B5EF4-FFF2-40B4-BE49-F238E27FC236}">
                <a16:creationId xmlns:a16="http://schemas.microsoft.com/office/drawing/2014/main" id="{1FF96993-68B5-467B-95EF-27326A25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72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" name="data_2927">
            <a:extLst xmlns:a="http://schemas.openxmlformats.org/drawingml/2006/main">
              <a:ext uri="{FF2B5EF4-FFF2-40B4-BE49-F238E27FC236}">
                <a16:creationId xmlns:a16="http://schemas.microsoft.com/office/drawing/2014/main" id="{750FF122-B96B-4E9A-BF5B-AB0817B7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832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" name="data_2928">
            <a:extLst xmlns:a="http://schemas.openxmlformats.org/drawingml/2006/main">
              <a:ext uri="{FF2B5EF4-FFF2-40B4-BE49-F238E27FC236}">
                <a16:creationId xmlns:a16="http://schemas.microsoft.com/office/drawing/2014/main" id="{87772AFA-B6FE-4C9E-8687-79689DE7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414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data_2929">
            <a:extLst xmlns:a="http://schemas.openxmlformats.org/drawingml/2006/main">
              <a:ext uri="{FF2B5EF4-FFF2-40B4-BE49-F238E27FC236}">
                <a16:creationId xmlns:a16="http://schemas.microsoft.com/office/drawing/2014/main" id="{33F7B0F7-8C02-4CB6-993B-D005C98D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073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" name="data_2930">
            <a:extLst xmlns:a="http://schemas.openxmlformats.org/drawingml/2006/main">
              <a:ext uri="{FF2B5EF4-FFF2-40B4-BE49-F238E27FC236}">
                <a16:creationId xmlns:a16="http://schemas.microsoft.com/office/drawing/2014/main" id="{4A2AE78D-DBAA-4F29-ABCB-034314865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249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data_2931">
            <a:extLst xmlns:a="http://schemas.openxmlformats.org/drawingml/2006/main">
              <a:ext uri="{FF2B5EF4-FFF2-40B4-BE49-F238E27FC236}">
                <a16:creationId xmlns:a16="http://schemas.microsoft.com/office/drawing/2014/main" id="{32BAE108-245B-4F43-B922-A18A2508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48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" name="data_2932">
            <a:extLst xmlns:a="http://schemas.openxmlformats.org/drawingml/2006/main">
              <a:ext uri="{FF2B5EF4-FFF2-40B4-BE49-F238E27FC236}">
                <a16:creationId xmlns:a16="http://schemas.microsoft.com/office/drawing/2014/main" id="{FAFB6397-576F-41C2-8512-841904441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214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" name="data_2933">
            <a:extLst xmlns:a="http://schemas.openxmlformats.org/drawingml/2006/main">
              <a:ext uri="{FF2B5EF4-FFF2-40B4-BE49-F238E27FC236}">
                <a16:creationId xmlns:a16="http://schemas.microsoft.com/office/drawing/2014/main" id="{4B944A26-D9BE-4478-BE20-3034C566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555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" name="data_2934">
            <a:extLst xmlns:a="http://schemas.openxmlformats.org/drawingml/2006/main">
              <a:ext uri="{FF2B5EF4-FFF2-40B4-BE49-F238E27FC236}">
                <a16:creationId xmlns:a16="http://schemas.microsoft.com/office/drawing/2014/main" id="{66648931-DD12-47D2-BBEE-834D292A9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5280" y="278985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" name="data_2935">
            <a:extLst xmlns:a="http://schemas.openxmlformats.org/drawingml/2006/main">
              <a:ext uri="{FF2B5EF4-FFF2-40B4-BE49-F238E27FC236}">
                <a16:creationId xmlns:a16="http://schemas.microsoft.com/office/drawing/2014/main" id="{671D0278-6B2A-47E1-8C4B-44A49758B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342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" name="data_2936">
            <a:extLst xmlns:a="http://schemas.openxmlformats.org/drawingml/2006/main">
              <a:ext uri="{FF2B5EF4-FFF2-40B4-BE49-F238E27FC236}">
                <a16:creationId xmlns:a16="http://schemas.microsoft.com/office/drawing/2014/main" id="{1DE5C4E5-297C-4A37-880E-94E11CEB2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344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data_2937">
            <a:extLst xmlns:a="http://schemas.openxmlformats.org/drawingml/2006/main">
              <a:ext uri="{FF2B5EF4-FFF2-40B4-BE49-F238E27FC236}">
                <a16:creationId xmlns:a16="http://schemas.microsoft.com/office/drawing/2014/main" id="{9605E4C6-1297-43D4-B247-3D0462EF7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296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" name="data_2938">
            <a:extLst xmlns:a="http://schemas.openxmlformats.org/drawingml/2006/main">
              <a:ext uri="{FF2B5EF4-FFF2-40B4-BE49-F238E27FC236}">
                <a16:creationId xmlns:a16="http://schemas.microsoft.com/office/drawing/2014/main" id="{616C5004-718E-4B1D-BD16-1A83523D5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1321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" name="data_2939">
            <a:extLst xmlns:a="http://schemas.openxmlformats.org/drawingml/2006/main">
              <a:ext uri="{FF2B5EF4-FFF2-40B4-BE49-F238E27FC236}">
                <a16:creationId xmlns:a16="http://schemas.microsoft.com/office/drawing/2014/main" id="{AB5E8A3B-3375-46EA-99D5-F94223278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8232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" name="data_2940">
            <a:extLst xmlns:a="http://schemas.openxmlformats.org/drawingml/2006/main">
              <a:ext uri="{FF2B5EF4-FFF2-40B4-BE49-F238E27FC236}">
                <a16:creationId xmlns:a16="http://schemas.microsoft.com/office/drawing/2014/main" id="{FFEDA88D-FAA4-444B-AE3F-E55DF332D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44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data_2941">
            <a:extLst xmlns:a="http://schemas.openxmlformats.org/drawingml/2006/main">
              <a:ext uri="{FF2B5EF4-FFF2-40B4-BE49-F238E27FC236}">
                <a16:creationId xmlns:a16="http://schemas.microsoft.com/office/drawing/2014/main" id="{DBA432B5-5B43-4D04-A09A-977D4412C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1646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" name="data_2942">
            <a:extLst xmlns:a="http://schemas.openxmlformats.org/drawingml/2006/main">
              <a:ext uri="{FF2B5EF4-FFF2-40B4-BE49-F238E27FC236}">
                <a16:creationId xmlns:a16="http://schemas.microsoft.com/office/drawing/2014/main" id="{90640239-B376-4748-93D0-E40758127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081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" name="data_2943">
            <a:extLst xmlns:a="http://schemas.openxmlformats.org/drawingml/2006/main">
              <a:ext uri="{FF2B5EF4-FFF2-40B4-BE49-F238E27FC236}">
                <a16:creationId xmlns:a16="http://schemas.microsoft.com/office/drawing/2014/main" id="{D96DCA49-6173-4C15-A700-DD7C0084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1394" y="28803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" name="data_2944">
            <a:extLst xmlns:a="http://schemas.openxmlformats.org/drawingml/2006/main">
              <a:ext uri="{FF2B5EF4-FFF2-40B4-BE49-F238E27FC236}">
                <a16:creationId xmlns:a16="http://schemas.microsoft.com/office/drawing/2014/main" id="{A3DC50BD-5828-45B4-AB74-8F19943F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9942" y="248615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" name="data_2945">
            <a:extLst xmlns:a="http://schemas.openxmlformats.org/drawingml/2006/main">
              <a:ext uri="{FF2B5EF4-FFF2-40B4-BE49-F238E27FC236}">
                <a16:creationId xmlns:a16="http://schemas.microsoft.com/office/drawing/2014/main" id="{9896B0A0-3A4D-48BF-B796-7BF631012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98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" name="data_2946">
            <a:extLst xmlns:a="http://schemas.openxmlformats.org/drawingml/2006/main">
              <a:ext uri="{FF2B5EF4-FFF2-40B4-BE49-F238E27FC236}">
                <a16:creationId xmlns:a16="http://schemas.microsoft.com/office/drawing/2014/main" id="{F8D8B605-2666-4FB1-B4A6-66E3E336E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0503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" name="data_2947">
            <a:extLst xmlns:a="http://schemas.openxmlformats.org/drawingml/2006/main">
              <a:ext uri="{FF2B5EF4-FFF2-40B4-BE49-F238E27FC236}">
                <a16:creationId xmlns:a16="http://schemas.microsoft.com/office/drawing/2014/main" id="{1578CB7D-30D2-4CD3-AC3D-06E2EA74B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56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" name="data_2948">
            <a:extLst xmlns:a="http://schemas.openxmlformats.org/drawingml/2006/main">
              <a:ext uri="{FF2B5EF4-FFF2-40B4-BE49-F238E27FC236}">
                <a16:creationId xmlns:a16="http://schemas.microsoft.com/office/drawing/2014/main" id="{B07D26AA-E8C8-4C7D-901C-9F16965BE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261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data_2949">
            <a:extLst xmlns:a="http://schemas.openxmlformats.org/drawingml/2006/main">
              <a:ext uri="{FF2B5EF4-FFF2-40B4-BE49-F238E27FC236}">
                <a16:creationId xmlns:a16="http://schemas.microsoft.com/office/drawing/2014/main" id="{0B8D52A3-AA42-4B22-AD82-BD82B535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6009" y="26686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" name="data_2950">
            <a:extLst xmlns:a="http://schemas.openxmlformats.org/drawingml/2006/main">
              <a:ext uri="{FF2B5EF4-FFF2-40B4-BE49-F238E27FC236}">
                <a16:creationId xmlns:a16="http://schemas.microsoft.com/office/drawing/2014/main" id="{A7D9A4F5-63B8-4631-983F-F9DF0D54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144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data_2951">
            <a:extLst xmlns:a="http://schemas.openxmlformats.org/drawingml/2006/main">
              <a:ext uri="{FF2B5EF4-FFF2-40B4-BE49-F238E27FC236}">
                <a16:creationId xmlns:a16="http://schemas.microsoft.com/office/drawing/2014/main" id="{49E9FDC0-EF68-4635-8D44-C9D627607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336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" name="data_2952">
            <a:extLst xmlns:a="http://schemas.openxmlformats.org/drawingml/2006/main">
              <a:ext uri="{FF2B5EF4-FFF2-40B4-BE49-F238E27FC236}">
                <a16:creationId xmlns:a16="http://schemas.microsoft.com/office/drawing/2014/main" id="{BCF0554B-7ACE-4184-B0F8-5ACCE764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58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6" name="data_2953">
            <a:extLst xmlns:a="http://schemas.openxmlformats.org/drawingml/2006/main">
              <a:ext uri="{FF2B5EF4-FFF2-40B4-BE49-F238E27FC236}">
                <a16:creationId xmlns:a16="http://schemas.microsoft.com/office/drawing/2014/main" id="{07FDB999-0EC9-48BC-8A8B-C6B359FE7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631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7" name="data_2954">
            <a:extLst xmlns:a="http://schemas.openxmlformats.org/drawingml/2006/main">
              <a:ext uri="{FF2B5EF4-FFF2-40B4-BE49-F238E27FC236}">
                <a16:creationId xmlns:a16="http://schemas.microsoft.com/office/drawing/2014/main" id="{7BFF5C97-F3D2-42DF-8B16-AD578A67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03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" name="data_2955">
            <a:extLst xmlns:a="http://schemas.openxmlformats.org/drawingml/2006/main">
              <a:ext uri="{FF2B5EF4-FFF2-40B4-BE49-F238E27FC236}">
                <a16:creationId xmlns:a16="http://schemas.microsoft.com/office/drawing/2014/main" id="{CBB86B53-D3FA-4D80-A7A2-B9DE1639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30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" name="data_2956">
            <a:extLst xmlns:a="http://schemas.openxmlformats.org/drawingml/2006/main">
              <a:ext uri="{FF2B5EF4-FFF2-40B4-BE49-F238E27FC236}">
                <a16:creationId xmlns:a16="http://schemas.microsoft.com/office/drawing/2014/main" id="{4FA2ED29-BB5B-48F8-8920-53ACA433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8983" y="327730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" name="data_2957">
            <a:extLst xmlns:a="http://schemas.openxmlformats.org/drawingml/2006/main">
              <a:ext uri="{FF2B5EF4-FFF2-40B4-BE49-F238E27FC236}">
                <a16:creationId xmlns:a16="http://schemas.microsoft.com/office/drawing/2014/main" id="{DBE93A4C-6836-4AC6-A98D-F38A8A9B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4414" y="34528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" name="data_2958">
            <a:extLst xmlns:a="http://schemas.openxmlformats.org/drawingml/2006/main">
              <a:ext uri="{FF2B5EF4-FFF2-40B4-BE49-F238E27FC236}">
                <a16:creationId xmlns:a16="http://schemas.microsoft.com/office/drawing/2014/main" id="{31906D40-57CA-418D-A209-A561A14F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255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" name="data_2959">
            <a:extLst xmlns:a="http://schemas.openxmlformats.org/drawingml/2006/main">
              <a:ext uri="{FF2B5EF4-FFF2-40B4-BE49-F238E27FC236}">
                <a16:creationId xmlns:a16="http://schemas.microsoft.com/office/drawing/2014/main" id="{143F9550-92B2-410F-BAE4-672C1959D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297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" name="data_2960">
            <a:extLst xmlns:a="http://schemas.openxmlformats.org/drawingml/2006/main">
              <a:ext uri="{FF2B5EF4-FFF2-40B4-BE49-F238E27FC236}">
                <a16:creationId xmlns:a16="http://schemas.microsoft.com/office/drawing/2014/main" id="{2635174A-A49A-4EF6-B236-08B0EBAED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500" y="357827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data_2961">
            <a:extLst xmlns:a="http://schemas.openxmlformats.org/drawingml/2006/main">
              <a:ext uri="{FF2B5EF4-FFF2-40B4-BE49-F238E27FC236}">
                <a16:creationId xmlns:a16="http://schemas.microsoft.com/office/drawing/2014/main" id="{D8C11CB9-A428-407A-BF43-56BE49BD6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871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data_2962">
            <a:extLst xmlns:a="http://schemas.openxmlformats.org/drawingml/2006/main">
              <a:ext uri="{FF2B5EF4-FFF2-40B4-BE49-F238E27FC236}">
                <a16:creationId xmlns:a16="http://schemas.microsoft.com/office/drawing/2014/main" id="{272B702A-F2A9-48D2-86DA-B70A807EF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5935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data_2963">
            <a:extLst xmlns:a="http://schemas.openxmlformats.org/drawingml/2006/main">
              <a:ext uri="{FF2B5EF4-FFF2-40B4-BE49-F238E27FC236}">
                <a16:creationId xmlns:a16="http://schemas.microsoft.com/office/drawing/2014/main" id="{DD0F3A3F-84F1-4FF1-A855-3C4AFC7F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867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" name="data_2964">
            <a:extLst xmlns:a="http://schemas.openxmlformats.org/drawingml/2006/main">
              <a:ext uri="{FF2B5EF4-FFF2-40B4-BE49-F238E27FC236}">
                <a16:creationId xmlns:a16="http://schemas.microsoft.com/office/drawing/2014/main" id="{833A9B3D-9CE8-48E8-AC49-A6D64C65C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213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" name="data_2965">
            <a:extLst xmlns:a="http://schemas.openxmlformats.org/drawingml/2006/main">
              <a:ext uri="{FF2B5EF4-FFF2-40B4-BE49-F238E27FC236}">
                <a16:creationId xmlns:a16="http://schemas.microsoft.com/office/drawing/2014/main" id="{0BBFA857-9D43-407D-9F2C-07C83C60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234" y="334753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" name="data_2966">
            <a:extLst xmlns:a="http://schemas.openxmlformats.org/drawingml/2006/main">
              <a:ext uri="{FF2B5EF4-FFF2-40B4-BE49-F238E27FC236}">
                <a16:creationId xmlns:a16="http://schemas.microsoft.com/office/drawing/2014/main" id="{8117A76E-4A78-4E0E-BB08-C3866A39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603" y="337762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" name="data_2967">
            <a:extLst xmlns:a="http://schemas.openxmlformats.org/drawingml/2006/main">
              <a:ext uri="{FF2B5EF4-FFF2-40B4-BE49-F238E27FC236}">
                <a16:creationId xmlns:a16="http://schemas.microsoft.com/office/drawing/2014/main" id="{63ADD048-2AE1-42DB-9E65-E67A9A12B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898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" name="data_2968">
            <a:extLst xmlns:a="http://schemas.openxmlformats.org/drawingml/2006/main">
              <a:ext uri="{FF2B5EF4-FFF2-40B4-BE49-F238E27FC236}">
                <a16:creationId xmlns:a16="http://schemas.microsoft.com/office/drawing/2014/main" id="{226A75B1-08C4-4686-A3E6-2A5C19B2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648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data_2969">
            <a:extLst xmlns:a="http://schemas.openxmlformats.org/drawingml/2006/main">
              <a:ext uri="{FF2B5EF4-FFF2-40B4-BE49-F238E27FC236}">
                <a16:creationId xmlns:a16="http://schemas.microsoft.com/office/drawing/2014/main" id="{A19EE600-1E44-4CD0-A4F6-C7A8651D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30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" name="data_2970">
            <a:extLst xmlns:a="http://schemas.openxmlformats.org/drawingml/2006/main">
              <a:ext uri="{FF2B5EF4-FFF2-40B4-BE49-F238E27FC236}">
                <a16:creationId xmlns:a16="http://schemas.microsoft.com/office/drawing/2014/main" id="{B9162C8E-49B8-4127-8DA0-BC5CFF0F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4356" y="24065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" name="data_2971">
            <a:extLst xmlns:a="http://schemas.openxmlformats.org/drawingml/2006/main">
              <a:ext uri="{FF2B5EF4-FFF2-40B4-BE49-F238E27FC236}">
                <a16:creationId xmlns:a16="http://schemas.microsoft.com/office/drawing/2014/main" id="{CAD364A1-7431-4540-A939-BD0EBBF76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528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" name="data_2972">
            <a:extLst xmlns:a="http://schemas.openxmlformats.org/drawingml/2006/main">
              <a:ext uri="{FF2B5EF4-FFF2-40B4-BE49-F238E27FC236}">
                <a16:creationId xmlns:a16="http://schemas.microsoft.com/office/drawing/2014/main" id="{BE7A587F-50C0-4336-96D8-8C555C51D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47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" name="data_2973">
            <a:extLst xmlns:a="http://schemas.openxmlformats.org/drawingml/2006/main">
              <a:ext uri="{FF2B5EF4-FFF2-40B4-BE49-F238E27FC236}">
                <a16:creationId xmlns:a16="http://schemas.microsoft.com/office/drawing/2014/main" id="{94D8D05D-FCC9-4115-BDAE-520F5D88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600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data_2974">
            <a:extLst xmlns:a="http://schemas.openxmlformats.org/drawingml/2006/main">
              <a:ext uri="{FF2B5EF4-FFF2-40B4-BE49-F238E27FC236}">
                <a16:creationId xmlns:a16="http://schemas.microsoft.com/office/drawing/2014/main" id="{4EFC7E71-BC30-4B25-8D11-CBB1A426E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75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" name="data_2975">
            <a:extLst xmlns:a="http://schemas.openxmlformats.org/drawingml/2006/main">
              <a:ext uri="{FF2B5EF4-FFF2-40B4-BE49-F238E27FC236}">
                <a16:creationId xmlns:a16="http://schemas.microsoft.com/office/drawing/2014/main" id="{0FEFAE0E-F4A7-4D0F-B6A1-E5BF4645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33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data_2976">
            <a:extLst xmlns:a="http://schemas.openxmlformats.org/drawingml/2006/main">
              <a:ext uri="{FF2B5EF4-FFF2-40B4-BE49-F238E27FC236}">
                <a16:creationId xmlns:a16="http://schemas.microsoft.com/office/drawing/2014/main" id="{0F0F5B29-9B0A-4E72-8503-CA55C1EA5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71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" name="data_2977">
            <a:extLst xmlns:a="http://schemas.openxmlformats.org/drawingml/2006/main">
              <a:ext uri="{FF2B5EF4-FFF2-40B4-BE49-F238E27FC236}">
                <a16:creationId xmlns:a16="http://schemas.microsoft.com/office/drawing/2014/main" id="{4E754CEE-93E6-4E0D-B137-E261C9070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627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data_2978">
            <a:extLst xmlns:a="http://schemas.openxmlformats.org/drawingml/2006/main">
              <a:ext uri="{FF2B5EF4-FFF2-40B4-BE49-F238E27FC236}">
                <a16:creationId xmlns:a16="http://schemas.microsoft.com/office/drawing/2014/main" id="{1F8FF384-C9D9-4E4F-947B-638F38B2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087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" name="data_2979">
            <a:extLst xmlns:a="http://schemas.openxmlformats.org/drawingml/2006/main">
              <a:ext uri="{FF2B5EF4-FFF2-40B4-BE49-F238E27FC236}">
                <a16:creationId xmlns:a16="http://schemas.microsoft.com/office/drawing/2014/main" id="{964538E0-A728-4743-AB64-D261E1B7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7285" y="36424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data_2980">
            <a:extLst xmlns:a="http://schemas.openxmlformats.org/drawingml/2006/main">
              <a:ext uri="{FF2B5EF4-FFF2-40B4-BE49-F238E27FC236}">
                <a16:creationId xmlns:a16="http://schemas.microsoft.com/office/drawing/2014/main" id="{18D1D41E-7CF8-4EDA-92C4-CF0243573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9697" y="2356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" name="data_2981">
            <a:extLst xmlns:a="http://schemas.openxmlformats.org/drawingml/2006/main">
              <a:ext uri="{FF2B5EF4-FFF2-40B4-BE49-F238E27FC236}">
                <a16:creationId xmlns:a16="http://schemas.microsoft.com/office/drawing/2014/main" id="{72A8E52B-9CFF-4A60-8C79-72AF645FD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8095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" name="data_2982">
            <a:extLst xmlns:a="http://schemas.openxmlformats.org/drawingml/2006/main">
              <a:ext uri="{FF2B5EF4-FFF2-40B4-BE49-F238E27FC236}">
                <a16:creationId xmlns:a16="http://schemas.microsoft.com/office/drawing/2014/main" id="{1581A7D1-78E3-4608-8789-9BBDAD73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568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" name="data_2983">
            <a:extLst xmlns:a="http://schemas.openxmlformats.org/drawingml/2006/main">
              <a:ext uri="{FF2B5EF4-FFF2-40B4-BE49-F238E27FC236}">
                <a16:creationId xmlns:a16="http://schemas.microsoft.com/office/drawing/2014/main" id="{DE490C75-101A-420A-85D0-5F94E64C3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488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data_2984">
            <a:extLst xmlns:a="http://schemas.openxmlformats.org/drawingml/2006/main">
              <a:ext uri="{FF2B5EF4-FFF2-40B4-BE49-F238E27FC236}">
                <a16:creationId xmlns:a16="http://schemas.microsoft.com/office/drawing/2014/main" id="{0E5B0D44-7430-47BC-B116-F3F398F1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56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data_2985">
            <a:extLst xmlns:a="http://schemas.openxmlformats.org/drawingml/2006/main">
              <a:ext uri="{FF2B5EF4-FFF2-40B4-BE49-F238E27FC236}">
                <a16:creationId xmlns:a16="http://schemas.microsoft.com/office/drawing/2014/main" id="{1AC52F00-38E4-45A4-962C-71DE8CA70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304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data_2986">
            <a:extLst xmlns:a="http://schemas.openxmlformats.org/drawingml/2006/main">
              <a:ext uri="{FF2B5EF4-FFF2-40B4-BE49-F238E27FC236}">
                <a16:creationId xmlns:a16="http://schemas.microsoft.com/office/drawing/2014/main" id="{18013932-28CA-4094-9B2F-F07C4DC2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3495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data_2987">
            <a:extLst xmlns:a="http://schemas.openxmlformats.org/drawingml/2006/main">
              <a:ext uri="{FF2B5EF4-FFF2-40B4-BE49-F238E27FC236}">
                <a16:creationId xmlns:a16="http://schemas.microsoft.com/office/drawing/2014/main" id="{F08C35F4-7E31-4541-BC45-1EACF847D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5017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" name="data_2988">
            <a:extLst xmlns:a="http://schemas.openxmlformats.org/drawingml/2006/main">
              <a:ext uri="{FF2B5EF4-FFF2-40B4-BE49-F238E27FC236}">
                <a16:creationId xmlns:a16="http://schemas.microsoft.com/office/drawing/2014/main" id="{7777486B-741A-4B58-9A59-8A97D2F6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08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data_2989">
            <a:extLst xmlns:a="http://schemas.openxmlformats.org/drawingml/2006/main">
              <a:ext uri="{FF2B5EF4-FFF2-40B4-BE49-F238E27FC236}">
                <a16:creationId xmlns:a16="http://schemas.microsoft.com/office/drawing/2014/main" id="{5C4B40E0-0E79-477F-9E91-BF88E6AE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812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" name="data_2990">
            <a:extLst xmlns:a="http://schemas.openxmlformats.org/drawingml/2006/main">
              <a:ext uri="{FF2B5EF4-FFF2-40B4-BE49-F238E27FC236}">
                <a16:creationId xmlns:a16="http://schemas.microsoft.com/office/drawing/2014/main" id="{32CD7F33-DF1A-4FC7-8D93-81D58152C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0181" y="252547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data_2991">
            <a:extLst xmlns:a="http://schemas.openxmlformats.org/drawingml/2006/main">
              <a:ext uri="{FF2B5EF4-FFF2-40B4-BE49-F238E27FC236}">
                <a16:creationId xmlns:a16="http://schemas.microsoft.com/office/drawing/2014/main" id="{DEDB012D-5BB9-483A-8E72-2BB07C834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87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data_2992">
            <a:extLst xmlns:a="http://schemas.openxmlformats.org/drawingml/2006/main">
              <a:ext uri="{FF2B5EF4-FFF2-40B4-BE49-F238E27FC236}">
                <a16:creationId xmlns:a16="http://schemas.microsoft.com/office/drawing/2014/main" id="{F9303B00-AE08-4B54-8902-740C65EAB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564" y="33053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data_2993">
            <a:extLst xmlns:a="http://schemas.openxmlformats.org/drawingml/2006/main">
              <a:ext uri="{FF2B5EF4-FFF2-40B4-BE49-F238E27FC236}">
                <a16:creationId xmlns:a16="http://schemas.microsoft.com/office/drawing/2014/main" id="{4145768E-327F-41E7-920E-C82D0685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02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data_2994">
            <a:extLst xmlns:a="http://schemas.openxmlformats.org/drawingml/2006/main">
              <a:ext uri="{FF2B5EF4-FFF2-40B4-BE49-F238E27FC236}">
                <a16:creationId xmlns:a16="http://schemas.microsoft.com/office/drawing/2014/main" id="{3D7E2395-BC08-400D-86CA-09E25431E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348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8" name="data_2995">
            <a:extLst xmlns:a="http://schemas.openxmlformats.org/drawingml/2006/main">
              <a:ext uri="{FF2B5EF4-FFF2-40B4-BE49-F238E27FC236}">
                <a16:creationId xmlns:a16="http://schemas.microsoft.com/office/drawing/2014/main" id="{80D27258-15F7-4276-AADA-02774D06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0330" y="25188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data_2996">
            <a:extLst xmlns:a="http://schemas.openxmlformats.org/drawingml/2006/main">
              <a:ext uri="{FF2B5EF4-FFF2-40B4-BE49-F238E27FC236}">
                <a16:creationId xmlns:a16="http://schemas.microsoft.com/office/drawing/2014/main" id="{C659F6AE-2E5B-42CA-8C0C-074247DF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240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" name="data_2997">
            <a:extLst xmlns:a="http://schemas.openxmlformats.org/drawingml/2006/main">
              <a:ext uri="{FF2B5EF4-FFF2-40B4-BE49-F238E27FC236}">
                <a16:creationId xmlns:a16="http://schemas.microsoft.com/office/drawing/2014/main" id="{F18F510D-8DA5-4443-8CBA-CB43AC6C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009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data_2998">
            <a:extLst xmlns:a="http://schemas.openxmlformats.org/drawingml/2006/main">
              <a:ext uri="{FF2B5EF4-FFF2-40B4-BE49-F238E27FC236}">
                <a16:creationId xmlns:a16="http://schemas.microsoft.com/office/drawing/2014/main" id="{D914F926-F9AE-4F04-96DE-D58DAAEA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6223" y="28889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" name="data_2999">
            <a:extLst xmlns:a="http://schemas.openxmlformats.org/drawingml/2006/main">
              <a:ext uri="{FF2B5EF4-FFF2-40B4-BE49-F238E27FC236}">
                <a16:creationId xmlns:a16="http://schemas.microsoft.com/office/drawing/2014/main" id="{FD666918-08BE-425C-A3B7-479980DE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3798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data_3000">
            <a:extLst xmlns:a="http://schemas.openxmlformats.org/drawingml/2006/main">
              <a:ext uri="{FF2B5EF4-FFF2-40B4-BE49-F238E27FC236}">
                <a16:creationId xmlns:a16="http://schemas.microsoft.com/office/drawing/2014/main" id="{8E553CEC-296A-4FFC-AE17-FBD0D752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363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" name="data_3001">
            <a:extLst xmlns:a="http://schemas.openxmlformats.org/drawingml/2006/main">
              <a:ext uri="{FF2B5EF4-FFF2-40B4-BE49-F238E27FC236}">
                <a16:creationId xmlns:a16="http://schemas.microsoft.com/office/drawing/2014/main" id="{D50D1C2B-B3B4-4A9C-A1DF-80ED9D0C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450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data_3002">
            <a:extLst xmlns:a="http://schemas.openxmlformats.org/drawingml/2006/main">
              <a:ext uri="{FF2B5EF4-FFF2-40B4-BE49-F238E27FC236}">
                <a16:creationId xmlns:a16="http://schemas.microsoft.com/office/drawing/2014/main" id="{3AE26157-8434-46DE-9B9B-90AFB829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203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" name="data_3003">
            <a:extLst xmlns:a="http://schemas.openxmlformats.org/drawingml/2006/main">
              <a:ext uri="{FF2B5EF4-FFF2-40B4-BE49-F238E27FC236}">
                <a16:creationId xmlns:a16="http://schemas.microsoft.com/office/drawing/2014/main" id="{F7162113-2468-4FD7-AE1A-4E0D51744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063" y="24814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" name="data_3004">
            <a:extLst xmlns:a="http://schemas.openxmlformats.org/drawingml/2006/main">
              <a:ext uri="{FF2B5EF4-FFF2-40B4-BE49-F238E27FC236}">
                <a16:creationId xmlns:a16="http://schemas.microsoft.com/office/drawing/2014/main" id="{7ECC4508-E18B-4490-A269-5304FE73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57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" name="data_3005">
            <a:extLst xmlns:a="http://schemas.openxmlformats.org/drawingml/2006/main">
              <a:ext uri="{FF2B5EF4-FFF2-40B4-BE49-F238E27FC236}">
                <a16:creationId xmlns:a16="http://schemas.microsoft.com/office/drawing/2014/main" id="{47CE75DF-53EC-4BDF-B301-97FC88957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3735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data_3006">
            <a:extLst xmlns:a="http://schemas.openxmlformats.org/drawingml/2006/main">
              <a:ext uri="{FF2B5EF4-FFF2-40B4-BE49-F238E27FC236}">
                <a16:creationId xmlns:a16="http://schemas.microsoft.com/office/drawing/2014/main" id="{5FFFAAAC-A6FC-4681-B073-233276D31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852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" name="data_3007">
            <a:extLst xmlns:a="http://schemas.openxmlformats.org/drawingml/2006/main">
              <a:ext uri="{FF2B5EF4-FFF2-40B4-BE49-F238E27FC236}">
                <a16:creationId xmlns:a16="http://schemas.microsoft.com/office/drawing/2014/main" id="{1A27F249-621B-45FE-8B92-F8704168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0096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" name="data_3008">
            <a:extLst xmlns:a="http://schemas.openxmlformats.org/drawingml/2006/main">
              <a:ext uri="{FF2B5EF4-FFF2-40B4-BE49-F238E27FC236}">
                <a16:creationId xmlns:a16="http://schemas.microsoft.com/office/drawing/2014/main" id="{ECD4F95D-CE2C-4540-A9C5-AAFF336A4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88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" name="data_3009">
            <a:extLst xmlns:a="http://schemas.openxmlformats.org/drawingml/2006/main">
              <a:ext uri="{FF2B5EF4-FFF2-40B4-BE49-F238E27FC236}">
                <a16:creationId xmlns:a16="http://schemas.microsoft.com/office/drawing/2014/main" id="{4D22975C-9CB9-4069-A326-5984AE080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179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data_3010">
            <a:extLst xmlns:a="http://schemas.openxmlformats.org/drawingml/2006/main">
              <a:ext uri="{FF2B5EF4-FFF2-40B4-BE49-F238E27FC236}">
                <a16:creationId xmlns:a16="http://schemas.microsoft.com/office/drawing/2014/main" id="{01F69B5E-D33B-4934-AA19-6016737A3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375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" name="data_3011">
            <a:extLst xmlns:a="http://schemas.openxmlformats.org/drawingml/2006/main">
              <a:ext uri="{FF2B5EF4-FFF2-40B4-BE49-F238E27FC236}">
                <a16:creationId xmlns:a16="http://schemas.microsoft.com/office/drawing/2014/main" id="{D4E142D2-5E6A-4EF5-B602-B0EE0BDD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773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" name="data_3012">
            <a:extLst xmlns:a="http://schemas.openxmlformats.org/drawingml/2006/main">
              <a:ext uri="{FF2B5EF4-FFF2-40B4-BE49-F238E27FC236}">
                <a16:creationId xmlns:a16="http://schemas.microsoft.com/office/drawing/2014/main" id="{F0EC7EA0-2CD5-45E4-ACBF-C23BDD63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1089" y="268695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" name="data_3013">
            <a:extLst xmlns:a="http://schemas.openxmlformats.org/drawingml/2006/main">
              <a:ext uri="{FF2B5EF4-FFF2-40B4-BE49-F238E27FC236}">
                <a16:creationId xmlns:a16="http://schemas.microsoft.com/office/drawing/2014/main" id="{3BA91E13-C936-47C3-9C55-9CEE97E3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0185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" name="data_3014">
            <a:extLst xmlns:a="http://schemas.openxmlformats.org/drawingml/2006/main">
              <a:ext uri="{FF2B5EF4-FFF2-40B4-BE49-F238E27FC236}">
                <a16:creationId xmlns:a16="http://schemas.microsoft.com/office/drawing/2014/main" id="{B026A03E-1DE7-4465-A023-D64C39718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2753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" name="data_3015">
            <a:extLst xmlns:a="http://schemas.openxmlformats.org/drawingml/2006/main">
              <a:ext uri="{FF2B5EF4-FFF2-40B4-BE49-F238E27FC236}">
                <a16:creationId xmlns:a16="http://schemas.microsoft.com/office/drawing/2014/main" id="{A582BB1B-82BE-4196-BCFB-6EA8461C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926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" name="data_3016">
            <a:extLst xmlns:a="http://schemas.openxmlformats.org/drawingml/2006/main">
              <a:ext uri="{FF2B5EF4-FFF2-40B4-BE49-F238E27FC236}">
                <a16:creationId xmlns:a16="http://schemas.microsoft.com/office/drawing/2014/main" id="{8C6B55B1-FA74-44D3-8D53-CCF76545F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96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" name="data_3017">
            <a:extLst xmlns:a="http://schemas.openxmlformats.org/drawingml/2006/main">
              <a:ext uri="{FF2B5EF4-FFF2-40B4-BE49-F238E27FC236}">
                <a16:creationId xmlns:a16="http://schemas.microsoft.com/office/drawing/2014/main" id="{9DAFDF90-DC64-408D-BB14-0D735551A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6509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data_3018">
            <a:extLst xmlns:a="http://schemas.openxmlformats.org/drawingml/2006/main">
              <a:ext uri="{FF2B5EF4-FFF2-40B4-BE49-F238E27FC236}">
                <a16:creationId xmlns:a16="http://schemas.microsoft.com/office/drawing/2014/main" id="{5E50FA22-E0F8-4C36-A0FC-4C0EFFE16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427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" name="data_3019">
            <a:extLst xmlns:a="http://schemas.openxmlformats.org/drawingml/2006/main">
              <a:ext uri="{FF2B5EF4-FFF2-40B4-BE49-F238E27FC236}">
                <a16:creationId xmlns:a16="http://schemas.microsoft.com/office/drawing/2014/main" id="{E45B38FF-F210-4CA2-B842-5E2B2E08E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45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ata_3020">
            <a:extLst xmlns:a="http://schemas.openxmlformats.org/drawingml/2006/main">
              <a:ext uri="{FF2B5EF4-FFF2-40B4-BE49-F238E27FC236}">
                <a16:creationId xmlns:a16="http://schemas.microsoft.com/office/drawing/2014/main" id="{2BFDF686-EA35-4C8B-B5A7-F4507B849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3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" name="data_3021">
            <a:extLst xmlns:a="http://schemas.openxmlformats.org/drawingml/2006/main">
              <a:ext uri="{FF2B5EF4-FFF2-40B4-BE49-F238E27FC236}">
                <a16:creationId xmlns:a16="http://schemas.microsoft.com/office/drawing/2014/main" id="{9C3951B6-3C75-4E2A-9077-85D3E00BB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45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data_3022">
            <a:extLst xmlns:a="http://schemas.openxmlformats.org/drawingml/2006/main">
              <a:ext uri="{FF2B5EF4-FFF2-40B4-BE49-F238E27FC236}">
                <a16:creationId xmlns:a16="http://schemas.microsoft.com/office/drawing/2014/main" id="{6BA72F7D-6570-4E44-8B45-663CE5DC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1384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" name="data_3023">
            <a:extLst xmlns:a="http://schemas.openxmlformats.org/drawingml/2006/main">
              <a:ext uri="{FF2B5EF4-FFF2-40B4-BE49-F238E27FC236}">
                <a16:creationId xmlns:a16="http://schemas.microsoft.com/office/drawing/2014/main" id="{E3A2DE79-43E8-4422-9B02-4E1F3BCB1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29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" name="data_3024">
            <a:extLst xmlns:a="http://schemas.openxmlformats.org/drawingml/2006/main">
              <a:ext uri="{FF2B5EF4-FFF2-40B4-BE49-F238E27FC236}">
                <a16:creationId xmlns:a16="http://schemas.microsoft.com/office/drawing/2014/main" id="{672C38D3-9ED7-4248-9F8E-0A64CE3E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299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data_3025">
            <a:extLst xmlns:a="http://schemas.openxmlformats.org/drawingml/2006/main">
              <a:ext uri="{FF2B5EF4-FFF2-40B4-BE49-F238E27FC236}">
                <a16:creationId xmlns:a16="http://schemas.microsoft.com/office/drawing/2014/main" id="{9EF9EFF9-9C3F-47DA-9BF1-72D22CA6E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178" y="275380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" name="data_3026">
            <a:extLst xmlns:a="http://schemas.openxmlformats.org/drawingml/2006/main">
              <a:ext uri="{FF2B5EF4-FFF2-40B4-BE49-F238E27FC236}">
                <a16:creationId xmlns:a16="http://schemas.microsoft.com/office/drawing/2014/main" id="{51849AE7-2935-42D5-B7D5-525B29C26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459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data_3027">
            <a:extLst xmlns:a="http://schemas.openxmlformats.org/drawingml/2006/main">
              <a:ext uri="{FF2B5EF4-FFF2-40B4-BE49-F238E27FC236}">
                <a16:creationId xmlns:a16="http://schemas.microsoft.com/office/drawing/2014/main" id="{76D79C29-CD5D-499E-9E3D-22DFCFDDE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4869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" name="data_3028">
            <a:extLst xmlns:a="http://schemas.openxmlformats.org/drawingml/2006/main">
              <a:ext uri="{FF2B5EF4-FFF2-40B4-BE49-F238E27FC236}">
                <a16:creationId xmlns:a16="http://schemas.microsoft.com/office/drawing/2014/main" id="{DA5CC20C-95A1-4EE3-88DE-A40E9EC8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831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" name="data_3029">
            <a:extLst xmlns:a="http://schemas.openxmlformats.org/drawingml/2006/main">
              <a:ext uri="{FF2B5EF4-FFF2-40B4-BE49-F238E27FC236}">
                <a16:creationId xmlns:a16="http://schemas.microsoft.com/office/drawing/2014/main" id="{C62B306B-4255-4017-B985-7F93B12D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812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" name="data_3030">
            <a:extLst xmlns:a="http://schemas.openxmlformats.org/drawingml/2006/main">
              <a:ext uri="{FF2B5EF4-FFF2-40B4-BE49-F238E27FC236}">
                <a16:creationId xmlns:a16="http://schemas.microsoft.com/office/drawing/2014/main" id="{45F53F7E-B50E-4017-8FA6-7A8091BE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428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" name="data_3031">
            <a:extLst xmlns:a="http://schemas.openxmlformats.org/drawingml/2006/main">
              <a:ext uri="{FF2B5EF4-FFF2-40B4-BE49-F238E27FC236}">
                <a16:creationId xmlns:a16="http://schemas.microsoft.com/office/drawing/2014/main" id="{AB06683A-42A6-4409-8B5E-CA335D6B5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471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" name="data_3032">
            <a:extLst xmlns:a="http://schemas.openxmlformats.org/drawingml/2006/main">
              <a:ext uri="{FF2B5EF4-FFF2-40B4-BE49-F238E27FC236}">
                <a16:creationId xmlns:a16="http://schemas.microsoft.com/office/drawing/2014/main" id="{2B0486F1-CCAC-4E08-84AE-9450EDB0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17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" name="data_3033">
            <a:extLst xmlns:a="http://schemas.openxmlformats.org/drawingml/2006/main">
              <a:ext uri="{FF2B5EF4-FFF2-40B4-BE49-F238E27FC236}">
                <a16:creationId xmlns:a16="http://schemas.microsoft.com/office/drawing/2014/main" id="{5CF0C084-7D69-40A0-9A75-2EFBA2B4D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7461" y="27997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" name="data_3034">
            <a:extLst xmlns:a="http://schemas.openxmlformats.org/drawingml/2006/main">
              <a:ext uri="{FF2B5EF4-FFF2-40B4-BE49-F238E27FC236}">
                <a16:creationId xmlns:a16="http://schemas.microsoft.com/office/drawing/2014/main" id="{8C322148-74E1-42F8-991F-5E50E781D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418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data_3035">
            <a:extLst xmlns:a="http://schemas.openxmlformats.org/drawingml/2006/main">
              <a:ext uri="{FF2B5EF4-FFF2-40B4-BE49-F238E27FC236}">
                <a16:creationId xmlns:a16="http://schemas.microsoft.com/office/drawing/2014/main" id="{042E5EC8-9A17-4090-9032-5EABE3F9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957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9" name="data_3036">
            <a:extLst xmlns:a="http://schemas.openxmlformats.org/drawingml/2006/main">
              <a:ext uri="{FF2B5EF4-FFF2-40B4-BE49-F238E27FC236}">
                <a16:creationId xmlns:a16="http://schemas.microsoft.com/office/drawing/2014/main" id="{233D3953-7555-4A6F-AFCB-5E8BB0828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462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0" name="data_3037">
            <a:extLst xmlns:a="http://schemas.openxmlformats.org/drawingml/2006/main">
              <a:ext uri="{FF2B5EF4-FFF2-40B4-BE49-F238E27FC236}">
                <a16:creationId xmlns:a16="http://schemas.microsoft.com/office/drawing/2014/main" id="{9C619139-ECBB-40E9-B09A-116C00871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954" y="302693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1" name="data_3038">
            <a:extLst xmlns:a="http://schemas.openxmlformats.org/drawingml/2006/main">
              <a:ext uri="{FF2B5EF4-FFF2-40B4-BE49-F238E27FC236}">
                <a16:creationId xmlns:a16="http://schemas.microsoft.com/office/drawing/2014/main" id="{92362367-F6ED-4AF1-8265-0A2FA3B1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022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2" name="data_3039">
            <a:extLst xmlns:a="http://schemas.openxmlformats.org/drawingml/2006/main">
              <a:ext uri="{FF2B5EF4-FFF2-40B4-BE49-F238E27FC236}">
                <a16:creationId xmlns:a16="http://schemas.microsoft.com/office/drawing/2014/main" id="{2968C60A-4343-436D-9533-8B160E485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93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data_3040">
            <a:extLst xmlns:a="http://schemas.openxmlformats.org/drawingml/2006/main">
              <a:ext uri="{FF2B5EF4-FFF2-40B4-BE49-F238E27FC236}">
                <a16:creationId xmlns:a16="http://schemas.microsoft.com/office/drawing/2014/main" id="{8B1B0590-680D-4068-8705-EACFFA2FF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6090" y="24065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4" name="data_3041">
            <a:extLst xmlns:a="http://schemas.openxmlformats.org/drawingml/2006/main">
              <a:ext uri="{FF2B5EF4-FFF2-40B4-BE49-F238E27FC236}">
                <a16:creationId xmlns:a16="http://schemas.microsoft.com/office/drawing/2014/main" id="{0F9D09CC-A13A-425F-9FC0-A3F5234B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920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5" name="data_3042">
            <a:extLst xmlns:a="http://schemas.openxmlformats.org/drawingml/2006/main">
              <a:ext uri="{FF2B5EF4-FFF2-40B4-BE49-F238E27FC236}">
                <a16:creationId xmlns:a16="http://schemas.microsoft.com/office/drawing/2014/main" id="{19A8220A-0FC6-468D-959C-4F37828F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828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6" name="data_3043">
            <a:extLst xmlns:a="http://schemas.openxmlformats.org/drawingml/2006/main">
              <a:ext uri="{FF2B5EF4-FFF2-40B4-BE49-F238E27FC236}">
                <a16:creationId xmlns:a16="http://schemas.microsoft.com/office/drawing/2014/main" id="{9D591BC2-5848-468A-821F-BC99E7B00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348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7" name="data_3044">
            <a:extLst xmlns:a="http://schemas.openxmlformats.org/drawingml/2006/main">
              <a:ext uri="{FF2B5EF4-FFF2-40B4-BE49-F238E27FC236}">
                <a16:creationId xmlns:a16="http://schemas.microsoft.com/office/drawing/2014/main" id="{A6A56D9F-D8DF-434D-B355-815CB061F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3351" y="319303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8" name="data_3045">
            <a:extLst xmlns:a="http://schemas.openxmlformats.org/drawingml/2006/main">
              <a:ext uri="{FF2B5EF4-FFF2-40B4-BE49-F238E27FC236}">
                <a16:creationId xmlns:a16="http://schemas.microsoft.com/office/drawing/2014/main" id="{6A2777DB-3F1A-48E6-B01A-7B2FF8BE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987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data_3046">
            <a:extLst xmlns:a="http://schemas.openxmlformats.org/drawingml/2006/main">
              <a:ext uri="{FF2B5EF4-FFF2-40B4-BE49-F238E27FC236}">
                <a16:creationId xmlns:a16="http://schemas.microsoft.com/office/drawing/2014/main" id="{BD87C29E-CEAC-470D-ABCF-6BE330BBD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7475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0" name="data_3047">
            <a:extLst xmlns:a="http://schemas.openxmlformats.org/drawingml/2006/main">
              <a:ext uri="{FF2B5EF4-FFF2-40B4-BE49-F238E27FC236}">
                <a16:creationId xmlns:a16="http://schemas.microsoft.com/office/drawing/2014/main" id="{B8FBD26A-7155-4B83-A42F-FF56CB4A3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4071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1" name="data_3048">
            <a:extLst xmlns:a="http://schemas.openxmlformats.org/drawingml/2006/main">
              <a:ext uri="{FF2B5EF4-FFF2-40B4-BE49-F238E27FC236}">
                <a16:creationId xmlns:a16="http://schemas.microsoft.com/office/drawing/2014/main" id="{B050B3D6-3E55-4301-868A-2B28914FB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037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2" name="data_3049">
            <a:extLst xmlns:a="http://schemas.openxmlformats.org/drawingml/2006/main">
              <a:ext uri="{FF2B5EF4-FFF2-40B4-BE49-F238E27FC236}">
                <a16:creationId xmlns:a16="http://schemas.microsoft.com/office/drawing/2014/main" id="{B599A18A-0C36-4807-9D04-E021B0621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0916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3" name="data_3050">
            <a:extLst xmlns:a="http://schemas.openxmlformats.org/drawingml/2006/main">
              <a:ext uri="{FF2B5EF4-FFF2-40B4-BE49-F238E27FC236}">
                <a16:creationId xmlns:a16="http://schemas.microsoft.com/office/drawing/2014/main" id="{222DB80D-C5B2-42EF-BE48-A277FBC4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96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4" name="data_3051">
            <a:extLst xmlns:a="http://schemas.openxmlformats.org/drawingml/2006/main">
              <a:ext uri="{FF2B5EF4-FFF2-40B4-BE49-F238E27FC236}">
                <a16:creationId xmlns:a16="http://schemas.microsoft.com/office/drawing/2014/main" id="{BA4A1D96-94F0-48BF-9438-EEC6F930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7240" y="3498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5" name="data_3052">
            <a:extLst xmlns:a="http://schemas.openxmlformats.org/drawingml/2006/main">
              <a:ext uri="{FF2B5EF4-FFF2-40B4-BE49-F238E27FC236}">
                <a16:creationId xmlns:a16="http://schemas.microsoft.com/office/drawing/2014/main" id="{79AED926-9298-4583-AB94-E028C2268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212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6" name="data_3053">
            <a:extLst xmlns:a="http://schemas.openxmlformats.org/drawingml/2006/main">
              <a:ext uri="{FF2B5EF4-FFF2-40B4-BE49-F238E27FC236}">
                <a16:creationId xmlns:a16="http://schemas.microsoft.com/office/drawing/2014/main" id="{6DCA3EDC-38E8-42BD-92DF-7FD51F06F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0055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7" name="data_3054">
            <a:extLst xmlns:a="http://schemas.openxmlformats.org/drawingml/2006/main">
              <a:ext uri="{FF2B5EF4-FFF2-40B4-BE49-F238E27FC236}">
                <a16:creationId xmlns:a16="http://schemas.microsoft.com/office/drawing/2014/main" id="{B422A6AA-9E7D-437E-AED7-3E32AFB6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762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8" name="data_3055">
            <a:extLst xmlns:a="http://schemas.openxmlformats.org/drawingml/2006/main">
              <a:ext uri="{FF2B5EF4-FFF2-40B4-BE49-F238E27FC236}">
                <a16:creationId xmlns:a16="http://schemas.microsoft.com/office/drawing/2014/main" id="{66C3F8CB-8EDE-4E91-A3DB-4889E88AA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101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9" name="data_3056">
            <a:extLst xmlns:a="http://schemas.openxmlformats.org/drawingml/2006/main">
              <a:ext uri="{FF2B5EF4-FFF2-40B4-BE49-F238E27FC236}">
                <a16:creationId xmlns:a16="http://schemas.microsoft.com/office/drawing/2014/main" id="{E00B775C-1755-4331-96D8-EA8E642B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0641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0" name="data_3057">
            <a:extLst xmlns:a="http://schemas.openxmlformats.org/drawingml/2006/main">
              <a:ext uri="{FF2B5EF4-FFF2-40B4-BE49-F238E27FC236}">
                <a16:creationId xmlns:a16="http://schemas.microsoft.com/office/drawing/2014/main" id="{5CBDB874-C760-4D16-8FEE-254A67AE1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2650" y="338471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1" name="data_3058">
            <a:extLst xmlns:a="http://schemas.openxmlformats.org/drawingml/2006/main">
              <a:ext uri="{FF2B5EF4-FFF2-40B4-BE49-F238E27FC236}">
                <a16:creationId xmlns:a16="http://schemas.microsoft.com/office/drawing/2014/main" id="{552E4573-9243-4A0B-90DC-FAD257433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170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2" name="data_3059">
            <a:extLst xmlns:a="http://schemas.openxmlformats.org/drawingml/2006/main">
              <a:ext uri="{FF2B5EF4-FFF2-40B4-BE49-F238E27FC236}">
                <a16:creationId xmlns:a16="http://schemas.microsoft.com/office/drawing/2014/main" id="{53D5277A-E246-48B0-84BB-3CF4F378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4346" y="26954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3" name="data_3060">
            <a:extLst xmlns:a="http://schemas.openxmlformats.org/drawingml/2006/main">
              <a:ext uri="{FF2B5EF4-FFF2-40B4-BE49-F238E27FC236}">
                <a16:creationId xmlns:a16="http://schemas.microsoft.com/office/drawing/2014/main" id="{9F421C0D-D040-463B-A60A-3AEFA4E1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619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4" name="data_3061">
            <a:extLst xmlns:a="http://schemas.openxmlformats.org/drawingml/2006/main">
              <a:ext uri="{FF2B5EF4-FFF2-40B4-BE49-F238E27FC236}">
                <a16:creationId xmlns:a16="http://schemas.microsoft.com/office/drawing/2014/main" id="{DE1E16AF-B2AE-4475-A2BE-557568AB8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608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5" name="data_3062">
            <a:extLst xmlns:a="http://schemas.openxmlformats.org/drawingml/2006/main">
              <a:ext uri="{FF2B5EF4-FFF2-40B4-BE49-F238E27FC236}">
                <a16:creationId xmlns:a16="http://schemas.microsoft.com/office/drawing/2014/main" id="{1B5CBB94-3B90-49E4-8EEA-86BAAA359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815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6" name="data_3063">
            <a:extLst xmlns:a="http://schemas.openxmlformats.org/drawingml/2006/main">
              <a:ext uri="{FF2B5EF4-FFF2-40B4-BE49-F238E27FC236}">
                <a16:creationId xmlns:a16="http://schemas.microsoft.com/office/drawing/2014/main" id="{DF6741DB-7A89-46EB-8A8E-C2977093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9186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7" name="data_3064">
            <a:extLst xmlns:a="http://schemas.openxmlformats.org/drawingml/2006/main">
              <a:ext uri="{FF2B5EF4-FFF2-40B4-BE49-F238E27FC236}">
                <a16:creationId xmlns:a16="http://schemas.microsoft.com/office/drawing/2014/main" id="{9B50198A-E619-49CD-8C23-D0E7BEFE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7409" y="2534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8" name="data_3065">
            <a:extLst xmlns:a="http://schemas.openxmlformats.org/drawingml/2006/main">
              <a:ext uri="{FF2B5EF4-FFF2-40B4-BE49-F238E27FC236}">
                <a16:creationId xmlns:a16="http://schemas.microsoft.com/office/drawing/2014/main" id="{4F98D1A7-C58A-4F37-A651-449231EB6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5079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9" name="data_3066">
            <a:extLst xmlns:a="http://schemas.openxmlformats.org/drawingml/2006/main">
              <a:ext uri="{FF2B5EF4-FFF2-40B4-BE49-F238E27FC236}">
                <a16:creationId xmlns:a16="http://schemas.microsoft.com/office/drawing/2014/main" id="{F7E539F2-2419-44D6-A82D-B2D54596B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235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0" name="data_3067">
            <a:extLst xmlns:a="http://schemas.openxmlformats.org/drawingml/2006/main">
              <a:ext uri="{FF2B5EF4-FFF2-40B4-BE49-F238E27FC236}">
                <a16:creationId xmlns:a16="http://schemas.microsoft.com/office/drawing/2014/main" id="{4DB67E99-7300-480A-8D26-CEE3ABDAC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5744" y="282083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1" name="data_3068">
            <a:extLst xmlns:a="http://schemas.openxmlformats.org/drawingml/2006/main">
              <a:ext uri="{FF2B5EF4-FFF2-40B4-BE49-F238E27FC236}">
                <a16:creationId xmlns:a16="http://schemas.microsoft.com/office/drawing/2014/main" id="{305E8094-3CDD-4D36-867E-C7D39054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789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2" name="data_3069">
            <a:extLst xmlns:a="http://schemas.openxmlformats.org/drawingml/2006/main">
              <a:ext uri="{FF2B5EF4-FFF2-40B4-BE49-F238E27FC236}">
                <a16:creationId xmlns:a16="http://schemas.microsoft.com/office/drawing/2014/main" id="{D511D63E-C6D4-48BE-8B43-4277C7F3D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80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3" name="data_3070">
            <a:extLst xmlns:a="http://schemas.openxmlformats.org/drawingml/2006/main">
              <a:ext uri="{FF2B5EF4-FFF2-40B4-BE49-F238E27FC236}">
                <a16:creationId xmlns:a16="http://schemas.microsoft.com/office/drawing/2014/main" id="{66F460B5-4C63-4B71-90F2-674CD0489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30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4" name="data_3071">
            <a:extLst xmlns:a="http://schemas.openxmlformats.org/drawingml/2006/main">
              <a:ext uri="{FF2B5EF4-FFF2-40B4-BE49-F238E27FC236}">
                <a16:creationId xmlns:a16="http://schemas.microsoft.com/office/drawing/2014/main" id="{D244D66B-3FC6-4438-9336-6EBB9034C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21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5" name="data_3072">
            <a:extLst xmlns:a="http://schemas.openxmlformats.org/drawingml/2006/main">
              <a:ext uri="{FF2B5EF4-FFF2-40B4-BE49-F238E27FC236}">
                <a16:creationId xmlns:a16="http://schemas.microsoft.com/office/drawing/2014/main" id="{FAF9B5EC-63CC-465D-83E2-9B0395BB1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437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6" name="data_3073">
            <a:extLst xmlns:a="http://schemas.openxmlformats.org/drawingml/2006/main">
              <a:ext uri="{FF2B5EF4-FFF2-40B4-BE49-F238E27FC236}">
                <a16:creationId xmlns:a16="http://schemas.microsoft.com/office/drawing/2014/main" id="{1240FE8B-8787-48AC-A440-72C04F2C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246" y="3738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7" name="data_3074">
            <a:extLst xmlns:a="http://schemas.openxmlformats.org/drawingml/2006/main">
              <a:ext uri="{FF2B5EF4-FFF2-40B4-BE49-F238E27FC236}">
                <a16:creationId xmlns:a16="http://schemas.microsoft.com/office/drawing/2014/main" id="{6A9A60F3-FD7F-478F-950C-E9709DAF7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2099" y="255343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8" name="data_3075">
            <a:extLst xmlns:a="http://schemas.openxmlformats.org/drawingml/2006/main">
              <a:ext uri="{FF2B5EF4-FFF2-40B4-BE49-F238E27FC236}">
                <a16:creationId xmlns:a16="http://schemas.microsoft.com/office/drawing/2014/main" id="{A80C5428-B8B3-4571-B943-B35B68C00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741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9" name="data_3076">
            <a:extLst xmlns:a="http://schemas.openxmlformats.org/drawingml/2006/main">
              <a:ext uri="{FF2B5EF4-FFF2-40B4-BE49-F238E27FC236}">
                <a16:creationId xmlns:a16="http://schemas.microsoft.com/office/drawing/2014/main" id="{894F4922-939E-4A13-A14D-A99CEB5C6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6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0" name="data_3077">
            <a:extLst xmlns:a="http://schemas.openxmlformats.org/drawingml/2006/main">
              <a:ext uri="{FF2B5EF4-FFF2-40B4-BE49-F238E27FC236}">
                <a16:creationId xmlns:a16="http://schemas.microsoft.com/office/drawing/2014/main" id="{EB21A64F-91B5-4E48-B655-7F64FC7D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569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1" name="data_3078">
            <a:extLst xmlns:a="http://schemas.openxmlformats.org/drawingml/2006/main">
              <a:ext uri="{FF2B5EF4-FFF2-40B4-BE49-F238E27FC236}">
                <a16:creationId xmlns:a16="http://schemas.microsoft.com/office/drawing/2014/main" id="{6EAB17B0-5233-43E0-A644-A6749E0F7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6362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2" name="data_3079">
            <a:extLst xmlns:a="http://schemas.openxmlformats.org/drawingml/2006/main">
              <a:ext uri="{FF2B5EF4-FFF2-40B4-BE49-F238E27FC236}">
                <a16:creationId xmlns:a16="http://schemas.microsoft.com/office/drawing/2014/main" id="{59F93C20-ED5D-4CD5-96A7-D21B20C80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9380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3" name="data_3080">
            <a:extLst xmlns:a="http://schemas.openxmlformats.org/drawingml/2006/main">
              <a:ext uri="{FF2B5EF4-FFF2-40B4-BE49-F238E27FC236}">
                <a16:creationId xmlns:a16="http://schemas.microsoft.com/office/drawing/2014/main" id="{A9161DBE-3BA2-4CED-B4F5-6D234069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195" y="31002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4" name="data_3081">
            <a:extLst xmlns:a="http://schemas.openxmlformats.org/drawingml/2006/main">
              <a:ext uri="{FF2B5EF4-FFF2-40B4-BE49-F238E27FC236}">
                <a16:creationId xmlns:a16="http://schemas.microsoft.com/office/drawing/2014/main" id="{A13700EE-4A96-4BCE-94C4-A1CF418B7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07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5" name="data_3082">
            <a:extLst xmlns:a="http://schemas.openxmlformats.org/drawingml/2006/main">
              <a:ext uri="{FF2B5EF4-FFF2-40B4-BE49-F238E27FC236}">
                <a16:creationId xmlns:a16="http://schemas.microsoft.com/office/drawing/2014/main" id="{D056D9E8-60A6-48DF-8797-88BC7FE7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134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6" name="data_3083">
            <a:extLst xmlns:a="http://schemas.openxmlformats.org/drawingml/2006/main">
              <a:ext uri="{FF2B5EF4-FFF2-40B4-BE49-F238E27FC236}">
                <a16:creationId xmlns:a16="http://schemas.microsoft.com/office/drawing/2014/main" id="{20E6278D-0A76-49B4-878A-907CDA33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0269" y="2534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7" name="data_3084">
            <a:extLst xmlns:a="http://schemas.openxmlformats.org/drawingml/2006/main">
              <a:ext uri="{FF2B5EF4-FFF2-40B4-BE49-F238E27FC236}">
                <a16:creationId xmlns:a16="http://schemas.microsoft.com/office/drawing/2014/main" id="{BD18D001-C42A-4995-BED5-49B3900CC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070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8" name="data_3085">
            <a:extLst xmlns:a="http://schemas.openxmlformats.org/drawingml/2006/main">
              <a:ext uri="{FF2B5EF4-FFF2-40B4-BE49-F238E27FC236}">
                <a16:creationId xmlns:a16="http://schemas.microsoft.com/office/drawing/2014/main" id="{20ADE523-E426-457B-B551-FAEDCA888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934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9" name="data_3086">
            <a:extLst xmlns:a="http://schemas.openxmlformats.org/drawingml/2006/main">
              <a:ext uri="{FF2B5EF4-FFF2-40B4-BE49-F238E27FC236}">
                <a16:creationId xmlns:a16="http://schemas.microsoft.com/office/drawing/2014/main" id="{7550A849-65F5-43D3-977D-B7DF65C8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7151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0" name="data_3087">
            <a:extLst xmlns:a="http://schemas.openxmlformats.org/drawingml/2006/main">
              <a:ext uri="{FF2B5EF4-FFF2-40B4-BE49-F238E27FC236}">
                <a16:creationId xmlns:a16="http://schemas.microsoft.com/office/drawing/2014/main" id="{42E131D9-8B4E-472F-9D9A-9C8FA00D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843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1" name="data_3088">
            <a:extLst xmlns:a="http://schemas.openxmlformats.org/drawingml/2006/main">
              <a:ext uri="{FF2B5EF4-FFF2-40B4-BE49-F238E27FC236}">
                <a16:creationId xmlns:a16="http://schemas.microsoft.com/office/drawing/2014/main" id="{B61ADB41-6B96-47BF-9A0F-4BF1BD25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171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2" name="data_3089">
            <a:extLst xmlns:a="http://schemas.openxmlformats.org/drawingml/2006/main">
              <a:ext uri="{FF2B5EF4-FFF2-40B4-BE49-F238E27FC236}">
                <a16:creationId xmlns:a16="http://schemas.microsoft.com/office/drawing/2014/main" id="{D964D093-38E2-4738-A964-8F5060618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91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3" name="data_3090">
            <a:extLst xmlns:a="http://schemas.openxmlformats.org/drawingml/2006/main">
              <a:ext uri="{FF2B5EF4-FFF2-40B4-BE49-F238E27FC236}">
                <a16:creationId xmlns:a16="http://schemas.microsoft.com/office/drawing/2014/main" id="{04E4DBE9-4043-4DBC-992B-545584FC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436" y="243459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4" name="data_3091">
            <a:extLst xmlns:a="http://schemas.openxmlformats.org/drawingml/2006/main">
              <a:ext uri="{FF2B5EF4-FFF2-40B4-BE49-F238E27FC236}">
                <a16:creationId xmlns:a16="http://schemas.microsoft.com/office/drawing/2014/main" id="{448BEB67-CBED-4BF6-B18F-E407A5E01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896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5" name="data_3092">
            <a:extLst xmlns:a="http://schemas.openxmlformats.org/drawingml/2006/main">
              <a:ext uri="{FF2B5EF4-FFF2-40B4-BE49-F238E27FC236}">
                <a16:creationId xmlns:a16="http://schemas.microsoft.com/office/drawing/2014/main" id="{0F4C28DC-D9CA-4877-B119-D5A4DE3B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27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6" name="data_3093">
            <a:extLst xmlns:a="http://schemas.openxmlformats.org/drawingml/2006/main">
              <a:ext uri="{FF2B5EF4-FFF2-40B4-BE49-F238E27FC236}">
                <a16:creationId xmlns:a16="http://schemas.microsoft.com/office/drawing/2014/main" id="{75D455A7-024A-458E-A732-1C1C3EABF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171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7" name="data_3094">
            <a:extLst xmlns:a="http://schemas.openxmlformats.org/drawingml/2006/main">
              <a:ext uri="{FF2B5EF4-FFF2-40B4-BE49-F238E27FC236}">
                <a16:creationId xmlns:a16="http://schemas.microsoft.com/office/drawing/2014/main" id="{C95E3305-90FF-42FE-98A6-DAE290532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1134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8" name="data_3095">
            <a:extLst xmlns:a="http://schemas.openxmlformats.org/drawingml/2006/main">
              <a:ext uri="{FF2B5EF4-FFF2-40B4-BE49-F238E27FC236}">
                <a16:creationId xmlns:a16="http://schemas.microsoft.com/office/drawing/2014/main" id="{45443C62-A172-4B73-98D4-5E2AC016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770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9" name="data_3096">
            <a:extLst xmlns:a="http://schemas.openxmlformats.org/drawingml/2006/main">
              <a:ext uri="{FF2B5EF4-FFF2-40B4-BE49-F238E27FC236}">
                <a16:creationId xmlns:a16="http://schemas.microsoft.com/office/drawing/2014/main" id="{D6505070-690A-4705-A181-4AA98E39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2045" y="32572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0" name="data_3097">
            <a:extLst xmlns:a="http://schemas.openxmlformats.org/drawingml/2006/main">
              <a:ext uri="{FF2B5EF4-FFF2-40B4-BE49-F238E27FC236}">
                <a16:creationId xmlns:a16="http://schemas.microsoft.com/office/drawing/2014/main" id="{E0CEA293-9878-49A3-8E23-75DC4DC7A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874" y="290702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1" name="data_3098">
            <a:extLst xmlns:a="http://schemas.openxmlformats.org/drawingml/2006/main">
              <a:ext uri="{FF2B5EF4-FFF2-40B4-BE49-F238E27FC236}">
                <a16:creationId xmlns:a16="http://schemas.microsoft.com/office/drawing/2014/main" id="{21C1963B-C316-4153-B33A-4F170684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535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2" name="data_3099">
            <a:extLst xmlns:a="http://schemas.openxmlformats.org/drawingml/2006/main">
              <a:ext uri="{FF2B5EF4-FFF2-40B4-BE49-F238E27FC236}">
                <a16:creationId xmlns:a16="http://schemas.microsoft.com/office/drawing/2014/main" id="{E82F83C0-5643-48B4-B38E-B85BF2A3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53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3" name="data_3100">
            <a:extLst xmlns:a="http://schemas.openxmlformats.org/drawingml/2006/main">
              <a:ext uri="{FF2B5EF4-FFF2-40B4-BE49-F238E27FC236}">
                <a16:creationId xmlns:a16="http://schemas.microsoft.com/office/drawing/2014/main" id="{6DEF26C6-24E0-4617-8AAA-4151AE87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3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4" name="data_3101">
            <a:extLst xmlns:a="http://schemas.openxmlformats.org/drawingml/2006/main">
              <a:ext uri="{FF2B5EF4-FFF2-40B4-BE49-F238E27FC236}">
                <a16:creationId xmlns:a16="http://schemas.microsoft.com/office/drawing/2014/main" id="{90B40713-5905-4363-ACE4-37EAC5D8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8312" y="2534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5" name="data_3102">
            <a:extLst xmlns:a="http://schemas.openxmlformats.org/drawingml/2006/main">
              <a:ext uri="{FF2B5EF4-FFF2-40B4-BE49-F238E27FC236}">
                <a16:creationId xmlns:a16="http://schemas.microsoft.com/office/drawing/2014/main" id="{B48ED5F6-EC15-4BDC-A8DE-FA0457C84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010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6" name="data_3103">
            <a:extLst xmlns:a="http://schemas.openxmlformats.org/drawingml/2006/main">
              <a:ext uri="{FF2B5EF4-FFF2-40B4-BE49-F238E27FC236}">
                <a16:creationId xmlns:a16="http://schemas.microsoft.com/office/drawing/2014/main" id="{2CCBEF6B-2411-4202-86F6-4625CF8A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6864" y="376888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7" name="data_3104">
            <a:extLst xmlns:a="http://schemas.openxmlformats.org/drawingml/2006/main">
              <a:ext uri="{FF2B5EF4-FFF2-40B4-BE49-F238E27FC236}">
                <a16:creationId xmlns:a16="http://schemas.microsoft.com/office/drawing/2014/main" id="{47D57CB3-86F1-4C14-AB2A-6BE2635D1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884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8" name="data_3105">
            <a:extLst xmlns:a="http://schemas.openxmlformats.org/drawingml/2006/main">
              <a:ext uri="{FF2B5EF4-FFF2-40B4-BE49-F238E27FC236}">
                <a16:creationId xmlns:a16="http://schemas.microsoft.com/office/drawing/2014/main" id="{47244ECF-659C-459B-A697-84C02B33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57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9" name="data_3106">
            <a:extLst xmlns:a="http://schemas.openxmlformats.org/drawingml/2006/main">
              <a:ext uri="{FF2B5EF4-FFF2-40B4-BE49-F238E27FC236}">
                <a16:creationId xmlns:a16="http://schemas.microsoft.com/office/drawing/2014/main" id="{581E95EA-AD5C-4F13-BCBD-EB5E6A3C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81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0" name="data_3107">
            <a:extLst xmlns:a="http://schemas.openxmlformats.org/drawingml/2006/main">
              <a:ext uri="{FF2B5EF4-FFF2-40B4-BE49-F238E27FC236}">
                <a16:creationId xmlns:a16="http://schemas.microsoft.com/office/drawing/2014/main" id="{9DA26CC0-EB09-4406-9AD9-2A223EBCB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84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1" name="data_3108">
            <a:extLst xmlns:a="http://schemas.openxmlformats.org/drawingml/2006/main">
              <a:ext uri="{FF2B5EF4-FFF2-40B4-BE49-F238E27FC236}">
                <a16:creationId xmlns:a16="http://schemas.microsoft.com/office/drawing/2014/main" id="{52B66DE1-44C2-45BB-AABA-CBAABB51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67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2" name="data_3109">
            <a:extLst xmlns:a="http://schemas.openxmlformats.org/drawingml/2006/main">
              <a:ext uri="{FF2B5EF4-FFF2-40B4-BE49-F238E27FC236}">
                <a16:creationId xmlns:a16="http://schemas.microsoft.com/office/drawing/2014/main" id="{BCE1A410-C58C-4CED-BE58-683BC548B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21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3" name="data_3110">
            <a:extLst xmlns:a="http://schemas.openxmlformats.org/drawingml/2006/main">
              <a:ext uri="{FF2B5EF4-FFF2-40B4-BE49-F238E27FC236}">
                <a16:creationId xmlns:a16="http://schemas.microsoft.com/office/drawing/2014/main" id="{41B93CF4-C8E9-4B30-8FA8-9B61173E0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5958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4" name="data_3111">
            <a:extLst xmlns:a="http://schemas.openxmlformats.org/drawingml/2006/main">
              <a:ext uri="{FF2B5EF4-FFF2-40B4-BE49-F238E27FC236}">
                <a16:creationId xmlns:a16="http://schemas.microsoft.com/office/drawing/2014/main" id="{16D9DC46-B274-4348-AF8B-2F72EF7A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30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5" name="data_3112">
            <a:extLst xmlns:a="http://schemas.openxmlformats.org/drawingml/2006/main">
              <a:ext uri="{FF2B5EF4-FFF2-40B4-BE49-F238E27FC236}">
                <a16:creationId xmlns:a16="http://schemas.microsoft.com/office/drawing/2014/main" id="{F9959213-29BE-47C7-A5A1-C9F15490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037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6" name="data_3113">
            <a:extLst xmlns:a="http://schemas.openxmlformats.org/drawingml/2006/main">
              <a:ext uri="{FF2B5EF4-FFF2-40B4-BE49-F238E27FC236}">
                <a16:creationId xmlns:a16="http://schemas.microsoft.com/office/drawing/2014/main" id="{2430EE52-27B5-4266-B1FE-28FB42ED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40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7" name="data_3114">
            <a:extLst xmlns:a="http://schemas.openxmlformats.org/drawingml/2006/main">
              <a:ext uri="{FF2B5EF4-FFF2-40B4-BE49-F238E27FC236}">
                <a16:creationId xmlns:a16="http://schemas.microsoft.com/office/drawing/2014/main" id="{7DC4E900-70A3-4F64-945C-F1C63FF32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4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8" name="data_3115">
            <a:extLst xmlns:a="http://schemas.openxmlformats.org/drawingml/2006/main">
              <a:ext uri="{FF2B5EF4-FFF2-40B4-BE49-F238E27FC236}">
                <a16:creationId xmlns:a16="http://schemas.microsoft.com/office/drawing/2014/main" id="{B098A19F-2A3A-4EAF-ACC5-5DD602BB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752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9" name="data_3116">
            <a:extLst xmlns:a="http://schemas.openxmlformats.org/drawingml/2006/main">
              <a:ext uri="{FF2B5EF4-FFF2-40B4-BE49-F238E27FC236}">
                <a16:creationId xmlns:a16="http://schemas.microsoft.com/office/drawing/2014/main" id="{C128C83E-C6C1-41E9-8376-678A5828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4906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0" name="data_3117">
            <a:extLst xmlns:a="http://schemas.openxmlformats.org/drawingml/2006/main">
              <a:ext uri="{FF2B5EF4-FFF2-40B4-BE49-F238E27FC236}">
                <a16:creationId xmlns:a16="http://schemas.microsoft.com/office/drawing/2014/main" id="{B4B98D7A-B0A3-4924-8DDC-45B58E846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9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1" name="data_3118">
            <a:extLst xmlns:a="http://schemas.openxmlformats.org/drawingml/2006/main">
              <a:ext uri="{FF2B5EF4-FFF2-40B4-BE49-F238E27FC236}">
                <a16:creationId xmlns:a16="http://schemas.microsoft.com/office/drawing/2014/main" id="{FE98DE2C-4503-47D7-B03F-1EDA2D70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7010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2" name="data_3119">
            <a:extLst xmlns:a="http://schemas.openxmlformats.org/drawingml/2006/main">
              <a:ext uri="{FF2B5EF4-FFF2-40B4-BE49-F238E27FC236}">
                <a16:creationId xmlns:a16="http://schemas.microsoft.com/office/drawing/2014/main" id="{9B00110E-0967-4842-9C40-3F2DDD5F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480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3" name="data_3120">
            <a:extLst xmlns:a="http://schemas.openxmlformats.org/drawingml/2006/main">
              <a:ext uri="{FF2B5EF4-FFF2-40B4-BE49-F238E27FC236}">
                <a16:creationId xmlns:a16="http://schemas.microsoft.com/office/drawing/2014/main" id="{60A0121E-3526-4832-B258-F1A470C0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741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4" name="data_3121">
            <a:extLst xmlns:a="http://schemas.openxmlformats.org/drawingml/2006/main">
              <a:ext uri="{FF2B5EF4-FFF2-40B4-BE49-F238E27FC236}">
                <a16:creationId xmlns:a16="http://schemas.microsoft.com/office/drawing/2014/main" id="{E3A62B2B-E571-4EA2-84E1-27D47794E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272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5" name="data_3122">
            <a:extLst xmlns:a="http://schemas.openxmlformats.org/drawingml/2006/main">
              <a:ext uri="{FF2B5EF4-FFF2-40B4-BE49-F238E27FC236}">
                <a16:creationId xmlns:a16="http://schemas.microsoft.com/office/drawing/2014/main" id="{3C9CCAE4-4A2C-4331-BB44-1EDB515AB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4676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6" name="data_3123">
            <a:extLst xmlns:a="http://schemas.openxmlformats.org/drawingml/2006/main">
              <a:ext uri="{FF2B5EF4-FFF2-40B4-BE49-F238E27FC236}">
                <a16:creationId xmlns:a16="http://schemas.microsoft.com/office/drawing/2014/main" id="{49F42C32-FBC8-4D26-9B8E-13C0EFFB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906" y="236340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7" name="data_3124">
            <a:extLst xmlns:a="http://schemas.openxmlformats.org/drawingml/2006/main">
              <a:ext uri="{FF2B5EF4-FFF2-40B4-BE49-F238E27FC236}">
                <a16:creationId xmlns:a16="http://schemas.microsoft.com/office/drawing/2014/main" id="{04901C1D-06BB-4968-AE8F-2E1D1D02F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7269" y="246268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8" name="data_3125">
            <a:extLst xmlns:a="http://schemas.openxmlformats.org/drawingml/2006/main">
              <a:ext uri="{FF2B5EF4-FFF2-40B4-BE49-F238E27FC236}">
                <a16:creationId xmlns:a16="http://schemas.microsoft.com/office/drawing/2014/main" id="{D162ECD1-460B-46AF-8992-881480427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7890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9" name="data_3126">
            <a:extLst xmlns:a="http://schemas.openxmlformats.org/drawingml/2006/main">
              <a:ext uri="{FF2B5EF4-FFF2-40B4-BE49-F238E27FC236}">
                <a16:creationId xmlns:a16="http://schemas.microsoft.com/office/drawing/2014/main" id="{858417FC-B4F5-40F6-926D-BDFF979ED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57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0" name="data_3127">
            <a:extLst xmlns:a="http://schemas.openxmlformats.org/drawingml/2006/main">
              <a:ext uri="{FF2B5EF4-FFF2-40B4-BE49-F238E27FC236}">
                <a16:creationId xmlns:a16="http://schemas.microsoft.com/office/drawing/2014/main" id="{8116E836-3678-4584-8590-BF95836D9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034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1" name="data_3128">
            <a:extLst xmlns:a="http://schemas.openxmlformats.org/drawingml/2006/main">
              <a:ext uri="{FF2B5EF4-FFF2-40B4-BE49-F238E27FC236}">
                <a16:creationId xmlns:a16="http://schemas.microsoft.com/office/drawing/2014/main" id="{BC4550AA-3E5D-4D26-8B94-6D20490F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203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2" name="data_3129">
            <a:extLst xmlns:a="http://schemas.openxmlformats.org/drawingml/2006/main">
              <a:ext uri="{FF2B5EF4-FFF2-40B4-BE49-F238E27FC236}">
                <a16:creationId xmlns:a16="http://schemas.microsoft.com/office/drawing/2014/main" id="{9FB9D329-E66E-4222-A647-A34732D8A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56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3" name="data_3130">
            <a:extLst xmlns:a="http://schemas.openxmlformats.org/drawingml/2006/main">
              <a:ext uri="{FF2B5EF4-FFF2-40B4-BE49-F238E27FC236}">
                <a16:creationId xmlns:a16="http://schemas.microsoft.com/office/drawing/2014/main" id="{7BC93DF5-D291-48CA-A0A2-04AC15AD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6449" y="301646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4" name="data_3131">
            <a:extLst xmlns:a="http://schemas.openxmlformats.org/drawingml/2006/main">
              <a:ext uri="{FF2B5EF4-FFF2-40B4-BE49-F238E27FC236}">
                <a16:creationId xmlns:a16="http://schemas.microsoft.com/office/drawing/2014/main" id="{E1390132-7DC5-4D6E-A52E-9B6D833F5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13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5" name="data_3132">
            <a:extLst xmlns:a="http://schemas.openxmlformats.org/drawingml/2006/main">
              <a:ext uri="{FF2B5EF4-FFF2-40B4-BE49-F238E27FC236}">
                <a16:creationId xmlns:a16="http://schemas.microsoft.com/office/drawing/2014/main" id="{BAC8D7C0-FAAA-4E5C-BFC7-C095D0E64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67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6" name="data_3133">
            <a:extLst xmlns:a="http://schemas.openxmlformats.org/drawingml/2006/main">
              <a:ext uri="{FF2B5EF4-FFF2-40B4-BE49-F238E27FC236}">
                <a16:creationId xmlns:a16="http://schemas.microsoft.com/office/drawing/2014/main" id="{9D6E0966-DB0C-4837-A016-9B2BCE97A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881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7" name="data_3134">
            <a:extLst xmlns:a="http://schemas.openxmlformats.org/drawingml/2006/main">
              <a:ext uri="{FF2B5EF4-FFF2-40B4-BE49-F238E27FC236}">
                <a16:creationId xmlns:a16="http://schemas.microsoft.com/office/drawing/2014/main" id="{1C91F615-6E0C-43F6-B536-4C754AC2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635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8" name="data_3135">
            <a:extLst xmlns:a="http://schemas.openxmlformats.org/drawingml/2006/main">
              <a:ext uri="{FF2B5EF4-FFF2-40B4-BE49-F238E27FC236}">
                <a16:creationId xmlns:a16="http://schemas.microsoft.com/office/drawing/2014/main" id="{F994468A-0010-4861-B1B6-401442BF0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4369" y="29261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9" name="data_3136">
            <a:extLst xmlns:a="http://schemas.openxmlformats.org/drawingml/2006/main">
              <a:ext uri="{FF2B5EF4-FFF2-40B4-BE49-F238E27FC236}">
                <a16:creationId xmlns:a16="http://schemas.microsoft.com/office/drawing/2014/main" id="{986A5F26-F3D8-4C75-B143-5DB7A8D92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2338" y="35301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0" name="data_3137">
            <a:extLst xmlns:a="http://schemas.openxmlformats.org/drawingml/2006/main">
              <a:ext uri="{FF2B5EF4-FFF2-40B4-BE49-F238E27FC236}">
                <a16:creationId xmlns:a16="http://schemas.microsoft.com/office/drawing/2014/main" id="{2772D075-C970-4F48-BFC4-8769418C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082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1" name="data_3138">
            <a:extLst xmlns:a="http://schemas.openxmlformats.org/drawingml/2006/main">
              <a:ext uri="{FF2B5EF4-FFF2-40B4-BE49-F238E27FC236}">
                <a16:creationId xmlns:a16="http://schemas.microsoft.com/office/drawing/2014/main" id="{082B5B68-60F3-406B-A74C-B83BDAAE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37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2" name="data_3139">
            <a:extLst xmlns:a="http://schemas.openxmlformats.org/drawingml/2006/main">
              <a:ext uri="{FF2B5EF4-FFF2-40B4-BE49-F238E27FC236}">
                <a16:creationId xmlns:a16="http://schemas.microsoft.com/office/drawing/2014/main" id="{49D2C3D8-D738-4F44-BAA7-D88AFC48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8876" y="353603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3" name="data_3140">
            <a:extLst xmlns:a="http://schemas.openxmlformats.org/drawingml/2006/main">
              <a:ext uri="{FF2B5EF4-FFF2-40B4-BE49-F238E27FC236}">
                <a16:creationId xmlns:a16="http://schemas.microsoft.com/office/drawing/2014/main" id="{E4A6DE49-9C0E-4691-8D55-336ACAEEE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36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4" name="data_3141">
            <a:extLst xmlns:a="http://schemas.openxmlformats.org/drawingml/2006/main">
              <a:ext uri="{FF2B5EF4-FFF2-40B4-BE49-F238E27FC236}">
                <a16:creationId xmlns:a16="http://schemas.microsoft.com/office/drawing/2014/main" id="{A2C5749A-7EA9-4FBA-A699-062E6702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4715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5" name="data_3142">
            <a:extLst xmlns:a="http://schemas.openxmlformats.org/drawingml/2006/main">
              <a:ext uri="{FF2B5EF4-FFF2-40B4-BE49-F238E27FC236}">
                <a16:creationId xmlns:a16="http://schemas.microsoft.com/office/drawing/2014/main" id="{488DA922-123B-4DA5-B129-D35F75FE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54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6" name="data_3143">
            <a:extLst xmlns:a="http://schemas.openxmlformats.org/drawingml/2006/main">
              <a:ext uri="{FF2B5EF4-FFF2-40B4-BE49-F238E27FC236}">
                <a16:creationId xmlns:a16="http://schemas.microsoft.com/office/drawing/2014/main" id="{78F56FBF-F4CB-4EAE-B498-8B4DED2F3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93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7" name="data_3144">
            <a:extLst xmlns:a="http://schemas.openxmlformats.org/drawingml/2006/main">
              <a:ext uri="{FF2B5EF4-FFF2-40B4-BE49-F238E27FC236}">
                <a16:creationId xmlns:a16="http://schemas.microsoft.com/office/drawing/2014/main" id="{E96DFAB7-6D0A-4043-B0DD-29308E271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105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8" name="data_3145">
            <a:extLst xmlns:a="http://schemas.openxmlformats.org/drawingml/2006/main">
              <a:ext uri="{FF2B5EF4-FFF2-40B4-BE49-F238E27FC236}">
                <a16:creationId xmlns:a16="http://schemas.microsoft.com/office/drawing/2014/main" id="{8085814B-2694-450C-9FEF-494678091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6498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9" name="data_3146">
            <a:extLst xmlns:a="http://schemas.openxmlformats.org/drawingml/2006/main">
              <a:ext uri="{FF2B5EF4-FFF2-40B4-BE49-F238E27FC236}">
                <a16:creationId xmlns:a16="http://schemas.microsoft.com/office/drawing/2014/main" id="{7A5BD783-25BF-44AD-ACF1-FBD3907B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395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0" name="data_3147">
            <a:extLst xmlns:a="http://schemas.openxmlformats.org/drawingml/2006/main">
              <a:ext uri="{FF2B5EF4-FFF2-40B4-BE49-F238E27FC236}">
                <a16:creationId xmlns:a16="http://schemas.microsoft.com/office/drawing/2014/main" id="{969E2654-16F4-45D5-842C-ADF76AAE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399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1" name="data_3148">
            <a:extLst xmlns:a="http://schemas.openxmlformats.org/drawingml/2006/main">
              <a:ext uri="{FF2B5EF4-FFF2-40B4-BE49-F238E27FC236}">
                <a16:creationId xmlns:a16="http://schemas.microsoft.com/office/drawing/2014/main" id="{07DFBB06-CF9C-4BA7-96AA-3B260D2E5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91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2" name="data_3149">
            <a:extLst xmlns:a="http://schemas.openxmlformats.org/drawingml/2006/main">
              <a:ext uri="{FF2B5EF4-FFF2-40B4-BE49-F238E27FC236}">
                <a16:creationId xmlns:a16="http://schemas.microsoft.com/office/drawing/2014/main" id="{ED4ECD2E-E046-4DA1-8A5D-D9F4DAC5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3729" y="250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3" name="data_3150">
            <a:extLst xmlns:a="http://schemas.openxmlformats.org/drawingml/2006/main">
              <a:ext uri="{FF2B5EF4-FFF2-40B4-BE49-F238E27FC236}">
                <a16:creationId xmlns:a16="http://schemas.microsoft.com/office/drawing/2014/main" id="{C563FF48-3F86-4BB0-95FB-0E5FF436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432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4" name="data_3151">
            <a:extLst xmlns:a="http://schemas.openxmlformats.org/drawingml/2006/main">
              <a:ext uri="{FF2B5EF4-FFF2-40B4-BE49-F238E27FC236}">
                <a16:creationId xmlns:a16="http://schemas.microsoft.com/office/drawing/2014/main" id="{90CE903C-6783-4D87-BBB3-AFD11855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83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5" name="data_3152">
            <a:extLst xmlns:a="http://schemas.openxmlformats.org/drawingml/2006/main">
              <a:ext uri="{FF2B5EF4-FFF2-40B4-BE49-F238E27FC236}">
                <a16:creationId xmlns:a16="http://schemas.microsoft.com/office/drawing/2014/main" id="{145AB0DE-2AC4-43EC-9E8E-3E16C6A0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082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6" name="data_3153">
            <a:extLst xmlns:a="http://schemas.openxmlformats.org/drawingml/2006/main">
              <a:ext uri="{FF2B5EF4-FFF2-40B4-BE49-F238E27FC236}">
                <a16:creationId xmlns:a16="http://schemas.microsoft.com/office/drawing/2014/main" id="{CA7999C1-EEA1-4528-B70C-E18096F15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76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7" name="data_3154">
            <a:extLst xmlns:a="http://schemas.openxmlformats.org/drawingml/2006/main">
              <a:ext uri="{FF2B5EF4-FFF2-40B4-BE49-F238E27FC236}">
                <a16:creationId xmlns:a16="http://schemas.microsoft.com/office/drawing/2014/main" id="{DB1A0086-666B-4835-8ACF-C81E9EEC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233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8" name="data_3155">
            <a:extLst xmlns:a="http://schemas.openxmlformats.org/drawingml/2006/main">
              <a:ext uri="{FF2B5EF4-FFF2-40B4-BE49-F238E27FC236}">
                <a16:creationId xmlns:a16="http://schemas.microsoft.com/office/drawing/2014/main" id="{B712B223-32B1-431A-925B-CEC037BD8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7005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9" name="data_3156">
            <a:extLst xmlns:a="http://schemas.openxmlformats.org/drawingml/2006/main">
              <a:ext uri="{FF2B5EF4-FFF2-40B4-BE49-F238E27FC236}">
                <a16:creationId xmlns:a16="http://schemas.microsoft.com/office/drawing/2014/main" id="{23883C4D-0F3B-47BC-9193-04931FE31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198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0" name="data_3157">
            <a:extLst xmlns:a="http://schemas.openxmlformats.org/drawingml/2006/main">
              <a:ext uri="{FF2B5EF4-FFF2-40B4-BE49-F238E27FC236}">
                <a16:creationId xmlns:a16="http://schemas.microsoft.com/office/drawing/2014/main" id="{82BCE428-E3A4-45A3-B2DB-65400540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03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1" name="data_3158">
            <a:extLst xmlns:a="http://schemas.openxmlformats.org/drawingml/2006/main">
              <a:ext uri="{FF2B5EF4-FFF2-40B4-BE49-F238E27FC236}">
                <a16:creationId xmlns:a16="http://schemas.microsoft.com/office/drawing/2014/main" id="{40AAC8C2-0D79-4E63-8B54-0E193652A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779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2" name="data_3159">
            <a:extLst xmlns:a="http://schemas.openxmlformats.org/drawingml/2006/main">
              <a:ext uri="{FF2B5EF4-FFF2-40B4-BE49-F238E27FC236}">
                <a16:creationId xmlns:a16="http://schemas.microsoft.com/office/drawing/2014/main" id="{CCD4CBC6-328E-4EFC-8B33-FAB2538DA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01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3" name="data_3160">
            <a:extLst xmlns:a="http://schemas.openxmlformats.org/drawingml/2006/main">
              <a:ext uri="{FF2B5EF4-FFF2-40B4-BE49-F238E27FC236}">
                <a16:creationId xmlns:a16="http://schemas.microsoft.com/office/drawing/2014/main" id="{713F8DDB-7A2F-4BE3-AAAF-F2FD7EAE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936" y="306024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4" name="data_3161">
            <a:extLst xmlns:a="http://schemas.openxmlformats.org/drawingml/2006/main">
              <a:ext uri="{FF2B5EF4-FFF2-40B4-BE49-F238E27FC236}">
                <a16:creationId xmlns:a16="http://schemas.microsoft.com/office/drawing/2014/main" id="{5AA6EFFD-803D-4C9F-A9A8-30D0250CF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633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5" name="data_3162">
            <a:extLst xmlns:a="http://schemas.openxmlformats.org/drawingml/2006/main">
              <a:ext uri="{FF2B5EF4-FFF2-40B4-BE49-F238E27FC236}">
                <a16:creationId xmlns:a16="http://schemas.microsoft.com/office/drawing/2014/main" id="{16C315C3-3585-4DE0-B79F-2431F9291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45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6" name="data_3163">
            <a:extLst xmlns:a="http://schemas.openxmlformats.org/drawingml/2006/main">
              <a:ext uri="{FF2B5EF4-FFF2-40B4-BE49-F238E27FC236}">
                <a16:creationId xmlns:a16="http://schemas.microsoft.com/office/drawing/2014/main" id="{461FC0DF-6587-459B-8FA3-BBBE1496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07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7" name="data_3164">
            <a:extLst xmlns:a="http://schemas.openxmlformats.org/drawingml/2006/main">
              <a:ext uri="{FF2B5EF4-FFF2-40B4-BE49-F238E27FC236}">
                <a16:creationId xmlns:a16="http://schemas.microsoft.com/office/drawing/2014/main" id="{DABE901F-4318-4613-BD20-F9B680B6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5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8" name="data_3165">
            <a:extLst xmlns:a="http://schemas.openxmlformats.org/drawingml/2006/main">
              <a:ext uri="{FF2B5EF4-FFF2-40B4-BE49-F238E27FC236}">
                <a16:creationId xmlns:a16="http://schemas.microsoft.com/office/drawing/2014/main" id="{1FEFB03E-70A4-4161-B6A4-A5A89FC07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196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9" name="data_3166">
            <a:extLst xmlns:a="http://schemas.openxmlformats.org/drawingml/2006/main">
              <a:ext uri="{FF2B5EF4-FFF2-40B4-BE49-F238E27FC236}">
                <a16:creationId xmlns:a16="http://schemas.microsoft.com/office/drawing/2014/main" id="{81F2846B-8FCF-4F7C-9781-5ED342C8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208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0" name="data_3167">
            <a:extLst xmlns:a="http://schemas.openxmlformats.org/drawingml/2006/main">
              <a:ext uri="{FF2B5EF4-FFF2-40B4-BE49-F238E27FC236}">
                <a16:creationId xmlns:a16="http://schemas.microsoft.com/office/drawing/2014/main" id="{74B2E09B-14B1-4DED-92E9-6C0E77FC9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004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1" name="data_3168">
            <a:extLst xmlns:a="http://schemas.openxmlformats.org/drawingml/2006/main">
              <a:ext uri="{FF2B5EF4-FFF2-40B4-BE49-F238E27FC236}">
                <a16:creationId xmlns:a16="http://schemas.microsoft.com/office/drawing/2014/main" id="{C00257AF-A609-4426-906B-402F3F082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49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2" name="data_3169">
            <a:extLst xmlns:a="http://schemas.openxmlformats.org/drawingml/2006/main">
              <a:ext uri="{FF2B5EF4-FFF2-40B4-BE49-F238E27FC236}">
                <a16:creationId xmlns:a16="http://schemas.microsoft.com/office/drawing/2014/main" id="{311C5E9A-B2DF-4295-ACFB-0042ECA5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2124" y="238285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3" name="data_3170">
            <a:extLst xmlns:a="http://schemas.openxmlformats.org/drawingml/2006/main">
              <a:ext uri="{FF2B5EF4-FFF2-40B4-BE49-F238E27FC236}">
                <a16:creationId xmlns:a16="http://schemas.microsoft.com/office/drawing/2014/main" id="{D58A8341-7B9A-47D9-A39E-2092503F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580" y="2534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4" name="data_3171">
            <a:extLst xmlns:a="http://schemas.openxmlformats.org/drawingml/2006/main">
              <a:ext uri="{FF2B5EF4-FFF2-40B4-BE49-F238E27FC236}">
                <a16:creationId xmlns:a16="http://schemas.microsoft.com/office/drawing/2014/main" id="{3D3AA56B-343F-4782-AD5C-74D2BB6A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144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5" name="data_3172">
            <a:extLst xmlns:a="http://schemas.openxmlformats.org/drawingml/2006/main">
              <a:ext uri="{FF2B5EF4-FFF2-40B4-BE49-F238E27FC236}">
                <a16:creationId xmlns:a16="http://schemas.microsoft.com/office/drawing/2014/main" id="{8C7DD2DA-F7C9-45A2-A27F-ACE781FFB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21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6" name="data_3173">
            <a:extLst xmlns:a="http://schemas.openxmlformats.org/drawingml/2006/main">
              <a:ext uri="{FF2B5EF4-FFF2-40B4-BE49-F238E27FC236}">
                <a16:creationId xmlns:a16="http://schemas.microsoft.com/office/drawing/2014/main" id="{A2A7D87B-8F5E-4139-9D7C-EF4A6A0F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0549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7" name="data_3174">
            <a:extLst xmlns:a="http://schemas.openxmlformats.org/drawingml/2006/main">
              <a:ext uri="{FF2B5EF4-FFF2-40B4-BE49-F238E27FC236}">
                <a16:creationId xmlns:a16="http://schemas.microsoft.com/office/drawing/2014/main" id="{3393893B-B5F5-4F26-9982-EF82A7B49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010" y="2356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8" name="data_3175">
            <a:extLst xmlns:a="http://schemas.openxmlformats.org/drawingml/2006/main">
              <a:ext uri="{FF2B5EF4-FFF2-40B4-BE49-F238E27FC236}">
                <a16:creationId xmlns:a16="http://schemas.microsoft.com/office/drawing/2014/main" id="{C0A4A70C-8373-44A6-B609-B034F62C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316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9" name="data_3176">
            <a:extLst xmlns:a="http://schemas.openxmlformats.org/drawingml/2006/main">
              <a:ext uri="{FF2B5EF4-FFF2-40B4-BE49-F238E27FC236}">
                <a16:creationId xmlns:a16="http://schemas.microsoft.com/office/drawing/2014/main" id="{7303B69A-0B15-481B-8085-18BE1E43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420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0" name="data_3177">
            <a:extLst xmlns:a="http://schemas.openxmlformats.org/drawingml/2006/main">
              <a:ext uri="{FF2B5EF4-FFF2-40B4-BE49-F238E27FC236}">
                <a16:creationId xmlns:a16="http://schemas.microsoft.com/office/drawing/2014/main" id="{C20662B4-0AFA-4C4A-9B06-F9E2F0A4B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343" y="282083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1" name="data_3178">
            <a:extLst xmlns:a="http://schemas.openxmlformats.org/drawingml/2006/main">
              <a:ext uri="{FF2B5EF4-FFF2-40B4-BE49-F238E27FC236}">
                <a16:creationId xmlns:a16="http://schemas.microsoft.com/office/drawing/2014/main" id="{45B9FE7A-B75A-4B41-8C1D-A70341331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2517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2" name="data_3179">
            <a:extLst xmlns:a="http://schemas.openxmlformats.org/drawingml/2006/main">
              <a:ext uri="{FF2B5EF4-FFF2-40B4-BE49-F238E27FC236}">
                <a16:creationId xmlns:a16="http://schemas.microsoft.com/office/drawing/2014/main" id="{B6E90C07-2017-40E3-91C5-49E76182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275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3" name="data_3180">
            <a:extLst xmlns:a="http://schemas.openxmlformats.org/drawingml/2006/main">
              <a:ext uri="{FF2B5EF4-FFF2-40B4-BE49-F238E27FC236}">
                <a16:creationId xmlns:a16="http://schemas.microsoft.com/office/drawing/2014/main" id="{31E45199-DBAE-4640-8303-304AA71B3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12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4" name="data_3181">
            <a:extLst xmlns:a="http://schemas.openxmlformats.org/drawingml/2006/main">
              <a:ext uri="{FF2B5EF4-FFF2-40B4-BE49-F238E27FC236}">
                <a16:creationId xmlns:a16="http://schemas.microsoft.com/office/drawing/2014/main" id="{CD6383B3-FC09-4A39-A669-DAFD518D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53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5" name="data_3182">
            <a:extLst xmlns:a="http://schemas.openxmlformats.org/drawingml/2006/main">
              <a:ext uri="{FF2B5EF4-FFF2-40B4-BE49-F238E27FC236}">
                <a16:creationId xmlns:a16="http://schemas.microsoft.com/office/drawing/2014/main" id="{60F812A3-7C53-47A9-97C5-B7BBBFAC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9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6" name="data_3183">
            <a:extLst xmlns:a="http://schemas.openxmlformats.org/drawingml/2006/main">
              <a:ext uri="{FF2B5EF4-FFF2-40B4-BE49-F238E27FC236}">
                <a16:creationId xmlns:a16="http://schemas.microsoft.com/office/drawing/2014/main" id="{75CA1763-A4F7-4882-A032-2E55B0F6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226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7" name="data_3184">
            <a:extLst xmlns:a="http://schemas.openxmlformats.org/drawingml/2006/main">
              <a:ext uri="{FF2B5EF4-FFF2-40B4-BE49-F238E27FC236}">
                <a16:creationId xmlns:a16="http://schemas.microsoft.com/office/drawing/2014/main" id="{1C15DB05-4330-472E-8B98-DC9CCCBCC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8158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8" name="data_3185">
            <a:extLst xmlns:a="http://schemas.openxmlformats.org/drawingml/2006/main">
              <a:ext uri="{FF2B5EF4-FFF2-40B4-BE49-F238E27FC236}">
                <a16:creationId xmlns:a16="http://schemas.microsoft.com/office/drawing/2014/main" id="{B18E3993-5757-4C17-ACFD-082F46B5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20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9" name="data_3186">
            <a:extLst xmlns:a="http://schemas.openxmlformats.org/drawingml/2006/main">
              <a:ext uri="{FF2B5EF4-FFF2-40B4-BE49-F238E27FC236}">
                <a16:creationId xmlns:a16="http://schemas.microsoft.com/office/drawing/2014/main" id="{2ADDCC3E-1B18-4408-93D7-B9948112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8001" y="28960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0" name="data_3187">
            <a:extLst xmlns:a="http://schemas.openxmlformats.org/drawingml/2006/main">
              <a:ext uri="{FF2B5EF4-FFF2-40B4-BE49-F238E27FC236}">
                <a16:creationId xmlns:a16="http://schemas.microsoft.com/office/drawing/2014/main" id="{BB8A0320-4655-4779-BBAD-99E32008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005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1" name="data_3188">
            <a:extLst xmlns:a="http://schemas.openxmlformats.org/drawingml/2006/main">
              <a:ext uri="{FF2B5EF4-FFF2-40B4-BE49-F238E27FC236}">
                <a16:creationId xmlns:a16="http://schemas.microsoft.com/office/drawing/2014/main" id="{484E8E56-F780-4773-BE09-F237C1614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381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2" name="data_3189">
            <a:extLst xmlns:a="http://schemas.openxmlformats.org/drawingml/2006/main">
              <a:ext uri="{FF2B5EF4-FFF2-40B4-BE49-F238E27FC236}">
                <a16:creationId xmlns:a16="http://schemas.microsoft.com/office/drawing/2014/main" id="{4AF1789C-B6BC-4233-8698-55D5DEC5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82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3" name="data_3190">
            <a:extLst xmlns:a="http://schemas.openxmlformats.org/drawingml/2006/main">
              <a:ext uri="{FF2B5EF4-FFF2-40B4-BE49-F238E27FC236}">
                <a16:creationId xmlns:a16="http://schemas.microsoft.com/office/drawing/2014/main" id="{7DC87B5B-42A2-496B-8F76-1D6E3E5E2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587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4" name="data_3191">
            <a:extLst xmlns:a="http://schemas.openxmlformats.org/drawingml/2006/main">
              <a:ext uri="{FF2B5EF4-FFF2-40B4-BE49-F238E27FC236}">
                <a16:creationId xmlns:a16="http://schemas.microsoft.com/office/drawing/2014/main" id="{13639043-F77D-4138-8F98-1753FCAA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613" y="26865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5" name="data_3192">
            <a:extLst xmlns:a="http://schemas.openxmlformats.org/drawingml/2006/main">
              <a:ext uri="{FF2B5EF4-FFF2-40B4-BE49-F238E27FC236}">
                <a16:creationId xmlns:a16="http://schemas.microsoft.com/office/drawing/2014/main" id="{029D5FBF-549E-4240-AAF9-56CF61A98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4831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6" name="data_3193">
            <a:extLst xmlns:a="http://schemas.openxmlformats.org/drawingml/2006/main">
              <a:ext uri="{FF2B5EF4-FFF2-40B4-BE49-F238E27FC236}">
                <a16:creationId xmlns:a16="http://schemas.microsoft.com/office/drawing/2014/main" id="{68C4C6AD-6631-4C6C-A554-078215534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568" y="301646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7" name="data_3194">
            <a:extLst xmlns:a="http://schemas.openxmlformats.org/drawingml/2006/main">
              <a:ext uri="{FF2B5EF4-FFF2-40B4-BE49-F238E27FC236}">
                <a16:creationId xmlns:a16="http://schemas.microsoft.com/office/drawing/2014/main" id="{13AF41FC-E2FB-474C-8DE6-229C2A674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59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8" name="data_3195">
            <a:extLst xmlns:a="http://schemas.openxmlformats.org/drawingml/2006/main">
              <a:ext uri="{FF2B5EF4-FFF2-40B4-BE49-F238E27FC236}">
                <a16:creationId xmlns:a16="http://schemas.microsoft.com/office/drawing/2014/main" id="{EA360BBD-42E4-462C-BCA5-80503E77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450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9" name="data_3196">
            <a:extLst xmlns:a="http://schemas.openxmlformats.org/drawingml/2006/main">
              <a:ext uri="{FF2B5EF4-FFF2-40B4-BE49-F238E27FC236}">
                <a16:creationId xmlns:a16="http://schemas.microsoft.com/office/drawing/2014/main" id="{15B2E891-57B8-4844-BE83-655767DF2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80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0" name="data_3197">
            <a:extLst xmlns:a="http://schemas.openxmlformats.org/drawingml/2006/main">
              <a:ext uri="{FF2B5EF4-FFF2-40B4-BE49-F238E27FC236}">
                <a16:creationId xmlns:a16="http://schemas.microsoft.com/office/drawing/2014/main" id="{2E6AD0B6-5D93-4BE1-B7EF-ABEEC99E6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86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1" name="data_3198">
            <a:extLst xmlns:a="http://schemas.openxmlformats.org/drawingml/2006/main">
              <a:ext uri="{FF2B5EF4-FFF2-40B4-BE49-F238E27FC236}">
                <a16:creationId xmlns:a16="http://schemas.microsoft.com/office/drawing/2014/main" id="{07F9126F-147D-4542-835E-21E1B0EE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4596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2" name="data_3199">
            <a:extLst xmlns:a="http://schemas.openxmlformats.org/drawingml/2006/main">
              <a:ext uri="{FF2B5EF4-FFF2-40B4-BE49-F238E27FC236}">
                <a16:creationId xmlns:a16="http://schemas.microsoft.com/office/drawing/2014/main" id="{4E32CFD7-C263-4E16-8A47-4A0774C5F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390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3" name="data_3200">
            <a:extLst xmlns:a="http://schemas.openxmlformats.org/drawingml/2006/main">
              <a:ext uri="{FF2B5EF4-FFF2-40B4-BE49-F238E27FC236}">
                <a16:creationId xmlns:a16="http://schemas.microsoft.com/office/drawing/2014/main" id="{5157BF8B-B150-49D0-A08C-A0A49D6A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11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4" name="data_3201">
            <a:extLst xmlns:a="http://schemas.openxmlformats.org/drawingml/2006/main">
              <a:ext uri="{FF2B5EF4-FFF2-40B4-BE49-F238E27FC236}">
                <a16:creationId xmlns:a16="http://schemas.microsoft.com/office/drawing/2014/main" id="{3DA182D0-4DEE-4A7E-9EB4-7A52D0BE2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228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5" name="data_3202">
            <a:extLst xmlns:a="http://schemas.openxmlformats.org/drawingml/2006/main">
              <a:ext uri="{FF2B5EF4-FFF2-40B4-BE49-F238E27FC236}">
                <a16:creationId xmlns:a16="http://schemas.microsoft.com/office/drawing/2014/main" id="{99F0CA53-77DF-4D3B-BB96-EA8A961A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510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6" name="data_3203">
            <a:extLst xmlns:a="http://schemas.openxmlformats.org/drawingml/2006/main">
              <a:ext uri="{FF2B5EF4-FFF2-40B4-BE49-F238E27FC236}">
                <a16:creationId xmlns:a16="http://schemas.microsoft.com/office/drawing/2014/main" id="{BADA3A02-0373-4DF2-8256-638B63CDA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629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7" name="data_3204">
            <a:extLst xmlns:a="http://schemas.openxmlformats.org/drawingml/2006/main">
              <a:ext uri="{FF2B5EF4-FFF2-40B4-BE49-F238E27FC236}">
                <a16:creationId xmlns:a16="http://schemas.microsoft.com/office/drawing/2014/main" id="{359FE640-D6C6-407C-A3A0-E57B14AC8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7622" y="275380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8" name="data_3205">
            <a:extLst xmlns:a="http://schemas.openxmlformats.org/drawingml/2006/main">
              <a:ext uri="{FF2B5EF4-FFF2-40B4-BE49-F238E27FC236}">
                <a16:creationId xmlns:a16="http://schemas.microsoft.com/office/drawing/2014/main" id="{A3AC5856-0098-4EE0-98F5-AE453FB2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83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9" name="data_3206">
            <a:extLst xmlns:a="http://schemas.openxmlformats.org/drawingml/2006/main">
              <a:ext uri="{FF2B5EF4-FFF2-40B4-BE49-F238E27FC236}">
                <a16:creationId xmlns:a16="http://schemas.microsoft.com/office/drawing/2014/main" id="{577B9C76-AA8A-409E-820A-9A414B16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858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0" name="data_3207">
            <a:extLst xmlns:a="http://schemas.openxmlformats.org/drawingml/2006/main">
              <a:ext uri="{FF2B5EF4-FFF2-40B4-BE49-F238E27FC236}">
                <a16:creationId xmlns:a16="http://schemas.microsoft.com/office/drawing/2014/main" id="{FC3DC40E-07D1-49BC-B548-D5A0FB1B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750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1" name="data_3208">
            <a:extLst xmlns:a="http://schemas.openxmlformats.org/drawingml/2006/main">
              <a:ext uri="{FF2B5EF4-FFF2-40B4-BE49-F238E27FC236}">
                <a16:creationId xmlns:a16="http://schemas.microsoft.com/office/drawing/2014/main" id="{E9C6611E-A3E2-4BEA-982E-B09361B0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636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2" name="data_3209">
            <a:extLst xmlns:a="http://schemas.openxmlformats.org/drawingml/2006/main">
              <a:ext uri="{FF2B5EF4-FFF2-40B4-BE49-F238E27FC236}">
                <a16:creationId xmlns:a16="http://schemas.microsoft.com/office/drawing/2014/main" id="{51D2FB69-9C9D-4E9D-BADC-842D293BE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1899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3" name="data_3210">
            <a:extLst xmlns:a="http://schemas.openxmlformats.org/drawingml/2006/main">
              <a:ext uri="{FF2B5EF4-FFF2-40B4-BE49-F238E27FC236}">
                <a16:creationId xmlns:a16="http://schemas.microsoft.com/office/drawing/2014/main" id="{D51B331A-F59F-4AE5-877C-C62DBB77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396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4" name="data_3211">
            <a:extLst xmlns:a="http://schemas.openxmlformats.org/drawingml/2006/main">
              <a:ext uri="{FF2B5EF4-FFF2-40B4-BE49-F238E27FC236}">
                <a16:creationId xmlns:a16="http://schemas.microsoft.com/office/drawing/2014/main" id="{0ABDE564-2E10-4997-B6B0-296BADB7F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7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5" name="data_3212">
            <a:extLst xmlns:a="http://schemas.openxmlformats.org/drawingml/2006/main">
              <a:ext uri="{FF2B5EF4-FFF2-40B4-BE49-F238E27FC236}">
                <a16:creationId xmlns:a16="http://schemas.microsoft.com/office/drawing/2014/main" id="{8D5A715B-2C2F-4E03-AB58-ADDD857FC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94" y="32304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6" name="data_3213">
            <a:extLst xmlns:a="http://schemas.openxmlformats.org/drawingml/2006/main">
              <a:ext uri="{FF2B5EF4-FFF2-40B4-BE49-F238E27FC236}">
                <a16:creationId xmlns:a16="http://schemas.microsoft.com/office/drawing/2014/main" id="{1420E652-E4B1-48D9-9D96-5A9809F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408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7" name="data_3214">
            <a:extLst xmlns:a="http://schemas.openxmlformats.org/drawingml/2006/main">
              <a:ext uri="{FF2B5EF4-FFF2-40B4-BE49-F238E27FC236}">
                <a16:creationId xmlns:a16="http://schemas.microsoft.com/office/drawing/2014/main" id="{496B52D3-404F-47F5-A72C-7FE756DF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71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8" name="data_3215">
            <a:extLst xmlns:a="http://schemas.openxmlformats.org/drawingml/2006/main">
              <a:ext uri="{FF2B5EF4-FFF2-40B4-BE49-F238E27FC236}">
                <a16:creationId xmlns:a16="http://schemas.microsoft.com/office/drawing/2014/main" id="{698FF4BF-AAEB-44DE-A915-DBD73945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473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9" name="data_3216">
            <a:extLst xmlns:a="http://schemas.openxmlformats.org/drawingml/2006/main">
              <a:ext uri="{FF2B5EF4-FFF2-40B4-BE49-F238E27FC236}">
                <a16:creationId xmlns:a16="http://schemas.microsoft.com/office/drawing/2014/main" id="{31F96653-F7EC-4A09-B853-4D59D921A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2765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0" name="data_3217">
            <a:extLst xmlns:a="http://schemas.openxmlformats.org/drawingml/2006/main">
              <a:ext uri="{FF2B5EF4-FFF2-40B4-BE49-F238E27FC236}">
                <a16:creationId xmlns:a16="http://schemas.microsoft.com/office/drawing/2014/main" id="{527ECD13-1018-45D4-AB33-9180CBB46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5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1" name="data_3218">
            <a:extLst xmlns:a="http://schemas.openxmlformats.org/drawingml/2006/main">
              <a:ext uri="{FF2B5EF4-FFF2-40B4-BE49-F238E27FC236}">
                <a16:creationId xmlns:a16="http://schemas.microsoft.com/office/drawing/2014/main" id="{9B75B5B5-49D4-4C58-9EBE-C15C99DA0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815" y="2423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2" name="data_3219">
            <a:extLst xmlns:a="http://schemas.openxmlformats.org/drawingml/2006/main">
              <a:ext uri="{FF2B5EF4-FFF2-40B4-BE49-F238E27FC236}">
                <a16:creationId xmlns:a16="http://schemas.microsoft.com/office/drawing/2014/main" id="{EBA270D9-0CE7-495B-A6DE-D8CA5A74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659" y="273767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3" name="data_3220">
            <a:extLst xmlns:a="http://schemas.openxmlformats.org/drawingml/2006/main">
              <a:ext uri="{FF2B5EF4-FFF2-40B4-BE49-F238E27FC236}">
                <a16:creationId xmlns:a16="http://schemas.microsoft.com/office/drawing/2014/main" id="{C966683A-E180-4B1F-9568-FCE63C2B5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211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4" name="data_3221">
            <a:extLst xmlns:a="http://schemas.openxmlformats.org/drawingml/2006/main">
              <a:ext uri="{FF2B5EF4-FFF2-40B4-BE49-F238E27FC236}">
                <a16:creationId xmlns:a16="http://schemas.microsoft.com/office/drawing/2014/main" id="{24D3D114-20AB-4208-8997-95B8B7F12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380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5" name="data_3222">
            <a:extLst xmlns:a="http://schemas.openxmlformats.org/drawingml/2006/main">
              <a:ext uri="{FF2B5EF4-FFF2-40B4-BE49-F238E27FC236}">
                <a16:creationId xmlns:a16="http://schemas.microsoft.com/office/drawing/2014/main" id="{9C064578-AC80-4C15-8E33-9C6A26FBE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754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6" name="data_3223">
            <a:extLst xmlns:a="http://schemas.openxmlformats.org/drawingml/2006/main">
              <a:ext uri="{FF2B5EF4-FFF2-40B4-BE49-F238E27FC236}">
                <a16:creationId xmlns:a16="http://schemas.microsoft.com/office/drawing/2014/main" id="{EE0A101B-CC5D-418C-B614-94324E446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9407" y="290702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7" name="data_3224">
            <a:extLst xmlns:a="http://schemas.openxmlformats.org/drawingml/2006/main">
              <a:ext uri="{FF2B5EF4-FFF2-40B4-BE49-F238E27FC236}">
                <a16:creationId xmlns:a16="http://schemas.microsoft.com/office/drawing/2014/main" id="{3850BF52-22BC-416F-8355-9C86A2F2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1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8" name="data_3225">
            <a:extLst xmlns:a="http://schemas.openxmlformats.org/drawingml/2006/main">
              <a:ext uri="{FF2B5EF4-FFF2-40B4-BE49-F238E27FC236}">
                <a16:creationId xmlns:a16="http://schemas.microsoft.com/office/drawing/2014/main" id="{133EF202-A63A-4AF8-9F7A-FCD14F353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6101" y="3498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9" name="data_3226">
            <a:extLst xmlns:a="http://schemas.openxmlformats.org/drawingml/2006/main">
              <a:ext uri="{FF2B5EF4-FFF2-40B4-BE49-F238E27FC236}">
                <a16:creationId xmlns:a16="http://schemas.microsoft.com/office/drawing/2014/main" id="{CEF44122-E863-4F8A-BBC4-5CF74FE5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1366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0" name="data_3227">
            <a:extLst xmlns:a="http://schemas.openxmlformats.org/drawingml/2006/main">
              <a:ext uri="{FF2B5EF4-FFF2-40B4-BE49-F238E27FC236}">
                <a16:creationId xmlns:a16="http://schemas.microsoft.com/office/drawing/2014/main" id="{986BF07C-EA81-4E29-98FC-BFBD44BA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33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1" name="data_3228">
            <a:extLst xmlns:a="http://schemas.openxmlformats.org/drawingml/2006/main">
              <a:ext uri="{FF2B5EF4-FFF2-40B4-BE49-F238E27FC236}">
                <a16:creationId xmlns:a16="http://schemas.microsoft.com/office/drawing/2014/main" id="{6F040559-477C-45DE-9D07-A70D28DF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7588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2" name="data_3229">
            <a:extLst xmlns:a="http://schemas.openxmlformats.org/drawingml/2006/main">
              <a:ext uri="{FF2B5EF4-FFF2-40B4-BE49-F238E27FC236}">
                <a16:creationId xmlns:a16="http://schemas.microsoft.com/office/drawing/2014/main" id="{B68A65E5-7698-4F82-8947-B8A91CEEE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314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3" name="data_3230">
            <a:extLst xmlns:a="http://schemas.openxmlformats.org/drawingml/2006/main">
              <a:ext uri="{FF2B5EF4-FFF2-40B4-BE49-F238E27FC236}">
                <a16:creationId xmlns:a16="http://schemas.microsoft.com/office/drawing/2014/main" id="{020CAF3D-7CD0-45D6-A456-42FC30D6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461" y="3498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4" name="data_3231">
            <a:extLst xmlns:a="http://schemas.openxmlformats.org/drawingml/2006/main">
              <a:ext uri="{FF2B5EF4-FFF2-40B4-BE49-F238E27FC236}">
                <a16:creationId xmlns:a16="http://schemas.microsoft.com/office/drawing/2014/main" id="{3FBF4C76-A348-44AC-B74B-D9AB0D57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823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5" name="data_3232">
            <a:extLst xmlns:a="http://schemas.openxmlformats.org/drawingml/2006/main">
              <a:ext uri="{FF2B5EF4-FFF2-40B4-BE49-F238E27FC236}">
                <a16:creationId xmlns:a16="http://schemas.microsoft.com/office/drawing/2014/main" id="{8A257136-8DBB-4798-9221-5685E98B0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3811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6" name="data_3233">
            <a:extLst xmlns:a="http://schemas.openxmlformats.org/drawingml/2006/main">
              <a:ext uri="{FF2B5EF4-FFF2-40B4-BE49-F238E27FC236}">
                <a16:creationId xmlns:a16="http://schemas.microsoft.com/office/drawing/2014/main" id="{BCEB729E-BA83-45F5-B988-D0F067A4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322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7" name="data_3234">
            <a:extLst xmlns:a="http://schemas.openxmlformats.org/drawingml/2006/main">
              <a:ext uri="{FF2B5EF4-FFF2-40B4-BE49-F238E27FC236}">
                <a16:creationId xmlns:a16="http://schemas.microsoft.com/office/drawing/2014/main" id="{E49F54AD-D143-46E9-A042-1FA89665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348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8" name="data_3235">
            <a:extLst xmlns:a="http://schemas.openxmlformats.org/drawingml/2006/main">
              <a:ext uri="{FF2B5EF4-FFF2-40B4-BE49-F238E27FC236}">
                <a16:creationId xmlns:a16="http://schemas.microsoft.com/office/drawing/2014/main" id="{998A4454-4C4F-4DCF-90B2-2A7C537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478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9" name="data_3236">
            <a:extLst xmlns:a="http://schemas.openxmlformats.org/drawingml/2006/main">
              <a:ext uri="{FF2B5EF4-FFF2-40B4-BE49-F238E27FC236}">
                <a16:creationId xmlns:a16="http://schemas.microsoft.com/office/drawing/2014/main" id="{98060E4D-1915-4038-8D78-66FBF5A86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8361" y="338966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0" name="data_3237">
            <a:extLst xmlns:a="http://schemas.openxmlformats.org/drawingml/2006/main">
              <a:ext uri="{FF2B5EF4-FFF2-40B4-BE49-F238E27FC236}">
                <a16:creationId xmlns:a16="http://schemas.microsoft.com/office/drawing/2014/main" id="{5C35154B-7729-4263-BCAE-DF1113409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31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1" name="data_3238">
            <a:extLst xmlns:a="http://schemas.openxmlformats.org/drawingml/2006/main">
              <a:ext uri="{FF2B5EF4-FFF2-40B4-BE49-F238E27FC236}">
                <a16:creationId xmlns:a16="http://schemas.microsoft.com/office/drawing/2014/main" id="{21200ACD-A015-45CB-B17A-0456823F5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3257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2" name="data_3239">
            <a:extLst xmlns:a="http://schemas.openxmlformats.org/drawingml/2006/main">
              <a:ext uri="{FF2B5EF4-FFF2-40B4-BE49-F238E27FC236}">
                <a16:creationId xmlns:a16="http://schemas.microsoft.com/office/drawing/2014/main" id="{55C7B40A-58C8-4150-89C6-CB948D37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813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3" name="data_3240">
            <a:extLst xmlns:a="http://schemas.openxmlformats.org/drawingml/2006/main">
              <a:ext uri="{FF2B5EF4-FFF2-40B4-BE49-F238E27FC236}">
                <a16:creationId xmlns:a16="http://schemas.microsoft.com/office/drawing/2014/main" id="{F3DCA59B-92F6-4512-92B6-DD647B1E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26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4" name="data_3241">
            <a:extLst xmlns:a="http://schemas.openxmlformats.org/drawingml/2006/main">
              <a:ext uri="{FF2B5EF4-FFF2-40B4-BE49-F238E27FC236}">
                <a16:creationId xmlns:a16="http://schemas.microsoft.com/office/drawing/2014/main" id="{17D19EDF-9E58-4589-9BFB-00D8539AB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568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5" name="data_3242">
            <a:extLst xmlns:a="http://schemas.openxmlformats.org/drawingml/2006/main">
              <a:ext uri="{FF2B5EF4-FFF2-40B4-BE49-F238E27FC236}">
                <a16:creationId xmlns:a16="http://schemas.microsoft.com/office/drawing/2014/main" id="{4F69D633-B436-48F4-8157-D7A032C0C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108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6" name="data_3243">
            <a:extLst xmlns:a="http://schemas.openxmlformats.org/drawingml/2006/main">
              <a:ext uri="{FF2B5EF4-FFF2-40B4-BE49-F238E27FC236}">
                <a16:creationId xmlns:a16="http://schemas.microsoft.com/office/drawing/2014/main" id="{F4D40EB3-DA3E-42CF-B6C0-5E7B12CCB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534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7" name="data_3244">
            <a:extLst xmlns:a="http://schemas.openxmlformats.org/drawingml/2006/main">
              <a:ext uri="{FF2B5EF4-FFF2-40B4-BE49-F238E27FC236}">
                <a16:creationId xmlns:a16="http://schemas.microsoft.com/office/drawing/2014/main" id="{8F77A5F6-2959-46E2-B84A-EE651951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04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8" name="data_3245">
            <a:extLst xmlns:a="http://schemas.openxmlformats.org/drawingml/2006/main">
              <a:ext uri="{FF2B5EF4-FFF2-40B4-BE49-F238E27FC236}">
                <a16:creationId xmlns:a16="http://schemas.microsoft.com/office/drawing/2014/main" id="{B29FF353-8D42-44ED-9B57-86E07137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9712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9" name="data_3246">
            <a:extLst xmlns:a="http://schemas.openxmlformats.org/drawingml/2006/main">
              <a:ext uri="{FF2B5EF4-FFF2-40B4-BE49-F238E27FC236}">
                <a16:creationId xmlns:a16="http://schemas.microsoft.com/office/drawing/2014/main" id="{1645D64B-5250-4B01-AFC2-06F6C436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862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0" name="data_3247">
            <a:extLst xmlns:a="http://schemas.openxmlformats.org/drawingml/2006/main">
              <a:ext uri="{FF2B5EF4-FFF2-40B4-BE49-F238E27FC236}">
                <a16:creationId xmlns:a16="http://schemas.microsoft.com/office/drawing/2014/main" id="{973B2F1E-C199-46AE-AA82-8FE62AE6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224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1" name="data_3248">
            <a:extLst xmlns:a="http://schemas.openxmlformats.org/drawingml/2006/main">
              <a:ext uri="{FF2B5EF4-FFF2-40B4-BE49-F238E27FC236}">
                <a16:creationId xmlns:a16="http://schemas.microsoft.com/office/drawing/2014/main" id="{6706299E-E62A-43B3-80CB-FDFF9B414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141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2" name="data_3249">
            <a:extLst xmlns:a="http://schemas.openxmlformats.org/drawingml/2006/main">
              <a:ext uri="{FF2B5EF4-FFF2-40B4-BE49-F238E27FC236}">
                <a16:creationId xmlns:a16="http://schemas.microsoft.com/office/drawing/2014/main" id="{862B2038-B5D1-492F-A516-1C27575B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02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3" name="data_3250">
            <a:extLst xmlns:a="http://schemas.openxmlformats.org/drawingml/2006/main">
              <a:ext uri="{FF2B5EF4-FFF2-40B4-BE49-F238E27FC236}">
                <a16:creationId xmlns:a16="http://schemas.microsoft.com/office/drawing/2014/main" id="{CAA4A5F5-226A-4B71-931D-9DB8ED8E7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03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4" name="data_3251">
            <a:extLst xmlns:a="http://schemas.openxmlformats.org/drawingml/2006/main">
              <a:ext uri="{FF2B5EF4-FFF2-40B4-BE49-F238E27FC236}">
                <a16:creationId xmlns:a16="http://schemas.microsoft.com/office/drawing/2014/main" id="{A2020CDA-4087-4292-8E8F-0B27EDA36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01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5" name="data_3252">
            <a:extLst xmlns:a="http://schemas.openxmlformats.org/drawingml/2006/main">
              <a:ext uri="{FF2B5EF4-FFF2-40B4-BE49-F238E27FC236}">
                <a16:creationId xmlns:a16="http://schemas.microsoft.com/office/drawing/2014/main" id="{AB13B1FE-2F69-44D4-A8FA-B314257A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5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6" name="data_3253">
            <a:extLst xmlns:a="http://schemas.openxmlformats.org/drawingml/2006/main">
              <a:ext uri="{FF2B5EF4-FFF2-40B4-BE49-F238E27FC236}">
                <a16:creationId xmlns:a16="http://schemas.microsoft.com/office/drawing/2014/main" id="{EAA251CA-28AC-4B58-8FBB-ABBA4E09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683" y="30925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7" name="data_3254">
            <a:extLst xmlns:a="http://schemas.openxmlformats.org/drawingml/2006/main">
              <a:ext uri="{FF2B5EF4-FFF2-40B4-BE49-F238E27FC236}">
                <a16:creationId xmlns:a16="http://schemas.microsoft.com/office/drawing/2014/main" id="{F0389F82-40DA-48CC-AD04-2F3941AA0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103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8" name="data_3255">
            <a:extLst xmlns:a="http://schemas.openxmlformats.org/drawingml/2006/main">
              <a:ext uri="{FF2B5EF4-FFF2-40B4-BE49-F238E27FC236}">
                <a16:creationId xmlns:a16="http://schemas.microsoft.com/office/drawing/2014/main" id="{780394D1-80F5-4AFA-BF46-87DD643C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88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9" name="data_3256">
            <a:extLst xmlns:a="http://schemas.openxmlformats.org/drawingml/2006/main">
              <a:ext uri="{FF2B5EF4-FFF2-40B4-BE49-F238E27FC236}">
                <a16:creationId xmlns:a16="http://schemas.microsoft.com/office/drawing/2014/main" id="{7315D460-65F1-427B-B168-E1EFC01D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98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0" name="data_3257">
            <a:extLst xmlns:a="http://schemas.openxmlformats.org/drawingml/2006/main">
              <a:ext uri="{FF2B5EF4-FFF2-40B4-BE49-F238E27FC236}">
                <a16:creationId xmlns:a16="http://schemas.microsoft.com/office/drawing/2014/main" id="{BD1B874A-DE76-42B1-BADA-E7D5DDF5B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598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1" name="data_3258">
            <a:extLst xmlns:a="http://schemas.openxmlformats.org/drawingml/2006/main">
              <a:ext uri="{FF2B5EF4-FFF2-40B4-BE49-F238E27FC236}">
                <a16:creationId xmlns:a16="http://schemas.microsoft.com/office/drawing/2014/main" id="{4406A8BC-E4A5-4EFD-8356-E62677C3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53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2" name="data_3259">
            <a:extLst xmlns:a="http://schemas.openxmlformats.org/drawingml/2006/main">
              <a:ext uri="{FF2B5EF4-FFF2-40B4-BE49-F238E27FC236}">
                <a16:creationId xmlns:a16="http://schemas.microsoft.com/office/drawing/2014/main" id="{30450C6F-A088-4B7E-9E21-D784F90C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5280" y="254695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3" name="data_3260">
            <a:extLst xmlns:a="http://schemas.openxmlformats.org/drawingml/2006/main">
              <a:ext uri="{FF2B5EF4-FFF2-40B4-BE49-F238E27FC236}">
                <a16:creationId xmlns:a16="http://schemas.microsoft.com/office/drawing/2014/main" id="{807E612F-5A78-49CD-95FD-AEBD6C68B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9724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4" name="data_3261">
            <a:extLst xmlns:a="http://schemas.openxmlformats.org/drawingml/2006/main">
              <a:ext uri="{FF2B5EF4-FFF2-40B4-BE49-F238E27FC236}">
                <a16:creationId xmlns:a16="http://schemas.microsoft.com/office/drawing/2014/main" id="{226A8707-3CB2-4F61-B7F1-47F7DA01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031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5" name="data_3262">
            <a:extLst xmlns:a="http://schemas.openxmlformats.org/drawingml/2006/main">
              <a:ext uri="{FF2B5EF4-FFF2-40B4-BE49-F238E27FC236}">
                <a16:creationId xmlns:a16="http://schemas.microsoft.com/office/drawing/2014/main" id="{30D0A12A-CF4D-4E19-A225-39CCD3AB4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10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6" name="data_3263">
            <a:extLst xmlns:a="http://schemas.openxmlformats.org/drawingml/2006/main">
              <a:ext uri="{FF2B5EF4-FFF2-40B4-BE49-F238E27FC236}">
                <a16:creationId xmlns:a16="http://schemas.microsoft.com/office/drawing/2014/main" id="{138C5BD2-C549-424F-B44F-13AC745F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9567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7" name="data_3264">
            <a:extLst xmlns:a="http://schemas.openxmlformats.org/drawingml/2006/main">
              <a:ext uri="{FF2B5EF4-FFF2-40B4-BE49-F238E27FC236}">
                <a16:creationId xmlns:a16="http://schemas.microsoft.com/office/drawing/2014/main" id="{21DDCE40-6D30-4350-B7D4-823FFA88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25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8" name="data_3265">
            <a:extLst xmlns:a="http://schemas.openxmlformats.org/drawingml/2006/main">
              <a:ext uri="{FF2B5EF4-FFF2-40B4-BE49-F238E27FC236}">
                <a16:creationId xmlns:a16="http://schemas.microsoft.com/office/drawing/2014/main" id="{D590C87D-D585-4560-8CD6-DFBBE56A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626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9" name="data_3266">
            <a:extLst xmlns:a="http://schemas.openxmlformats.org/drawingml/2006/main">
              <a:ext uri="{FF2B5EF4-FFF2-40B4-BE49-F238E27FC236}">
                <a16:creationId xmlns:a16="http://schemas.microsoft.com/office/drawing/2014/main" id="{2EC521D5-A582-489D-8E2A-54EAAE3E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234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0" name="data_3267">
            <a:extLst xmlns:a="http://schemas.openxmlformats.org/drawingml/2006/main">
              <a:ext uri="{FF2B5EF4-FFF2-40B4-BE49-F238E27FC236}">
                <a16:creationId xmlns:a16="http://schemas.microsoft.com/office/drawing/2014/main" id="{76296566-268F-4B1A-88B8-C0CE99B7D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3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1" name="data_3268">
            <a:extLst xmlns:a="http://schemas.openxmlformats.org/drawingml/2006/main">
              <a:ext uri="{FF2B5EF4-FFF2-40B4-BE49-F238E27FC236}">
                <a16:creationId xmlns:a16="http://schemas.microsoft.com/office/drawing/2014/main" id="{E4D47E5E-501A-4E6B-847C-90C46218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1399" y="250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2" name="data_3269">
            <a:extLst xmlns:a="http://schemas.openxmlformats.org/drawingml/2006/main">
              <a:ext uri="{FF2B5EF4-FFF2-40B4-BE49-F238E27FC236}">
                <a16:creationId xmlns:a16="http://schemas.microsoft.com/office/drawing/2014/main" id="{83EB9519-D11D-4EFA-9982-1572F32C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574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3" name="data_3270">
            <a:extLst xmlns:a="http://schemas.openxmlformats.org/drawingml/2006/main">
              <a:ext uri="{FF2B5EF4-FFF2-40B4-BE49-F238E27FC236}">
                <a16:creationId xmlns:a16="http://schemas.microsoft.com/office/drawing/2014/main" id="{C843445C-A421-44DB-AD61-7F3DB9E26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013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4" name="data_3271">
            <a:extLst xmlns:a="http://schemas.openxmlformats.org/drawingml/2006/main">
              <a:ext uri="{FF2B5EF4-FFF2-40B4-BE49-F238E27FC236}">
                <a16:creationId xmlns:a16="http://schemas.microsoft.com/office/drawing/2014/main" id="{6BDAC0A1-62D2-4455-BB96-CC699B97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5024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5" name="data_3272">
            <a:extLst xmlns:a="http://schemas.openxmlformats.org/drawingml/2006/main">
              <a:ext uri="{FF2B5EF4-FFF2-40B4-BE49-F238E27FC236}">
                <a16:creationId xmlns:a16="http://schemas.microsoft.com/office/drawing/2014/main" id="{BB705B3E-8AC9-40AF-A8EE-B58F2C6A9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159" y="29261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6" name="data_3273">
            <a:extLst xmlns:a="http://schemas.openxmlformats.org/drawingml/2006/main">
              <a:ext uri="{FF2B5EF4-FFF2-40B4-BE49-F238E27FC236}">
                <a16:creationId xmlns:a16="http://schemas.microsoft.com/office/drawing/2014/main" id="{E157615B-877C-497F-8734-42E98ABF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143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7" name="data_3274">
            <a:extLst xmlns:a="http://schemas.openxmlformats.org/drawingml/2006/main">
              <a:ext uri="{FF2B5EF4-FFF2-40B4-BE49-F238E27FC236}">
                <a16:creationId xmlns:a16="http://schemas.microsoft.com/office/drawing/2014/main" id="{0593EE93-8CF6-4B46-A920-4D25CD0F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191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8" name="data_3275">
            <a:extLst xmlns:a="http://schemas.openxmlformats.org/drawingml/2006/main">
              <a:ext uri="{FF2B5EF4-FFF2-40B4-BE49-F238E27FC236}">
                <a16:creationId xmlns:a16="http://schemas.microsoft.com/office/drawing/2014/main" id="{70AD4C6D-7A79-4BB2-869A-27687610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706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9" name="data_3276">
            <a:extLst xmlns:a="http://schemas.openxmlformats.org/drawingml/2006/main">
              <a:ext uri="{FF2B5EF4-FFF2-40B4-BE49-F238E27FC236}">
                <a16:creationId xmlns:a16="http://schemas.microsoft.com/office/drawing/2014/main" id="{89866E92-A01E-46AF-B4B8-E85F6446D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63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0" name="data_3277">
            <a:extLst xmlns:a="http://schemas.openxmlformats.org/drawingml/2006/main">
              <a:ext uri="{FF2B5EF4-FFF2-40B4-BE49-F238E27FC236}">
                <a16:creationId xmlns:a16="http://schemas.microsoft.com/office/drawing/2014/main" id="{4A5F4CEC-7DB3-43B1-82C9-F4710A40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060" y="3738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1" name="data_3278">
            <a:extLst xmlns:a="http://schemas.openxmlformats.org/drawingml/2006/main">
              <a:ext uri="{FF2B5EF4-FFF2-40B4-BE49-F238E27FC236}">
                <a16:creationId xmlns:a16="http://schemas.microsoft.com/office/drawing/2014/main" id="{67303B87-8A9B-4467-8BED-016CFFF47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28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2" name="data_3279">
            <a:extLst xmlns:a="http://schemas.openxmlformats.org/drawingml/2006/main">
              <a:ext uri="{FF2B5EF4-FFF2-40B4-BE49-F238E27FC236}">
                <a16:creationId xmlns:a16="http://schemas.microsoft.com/office/drawing/2014/main" id="{50E68672-AA7A-4568-A114-3D1FE538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821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3" name="data_3280">
            <a:extLst xmlns:a="http://schemas.openxmlformats.org/drawingml/2006/main">
              <a:ext uri="{FF2B5EF4-FFF2-40B4-BE49-F238E27FC236}">
                <a16:creationId xmlns:a16="http://schemas.microsoft.com/office/drawing/2014/main" id="{AA25D5B4-2838-477B-8959-953A7543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4804" y="37202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4" name="data_3281">
            <a:extLst xmlns:a="http://schemas.openxmlformats.org/drawingml/2006/main">
              <a:ext uri="{FF2B5EF4-FFF2-40B4-BE49-F238E27FC236}">
                <a16:creationId xmlns:a16="http://schemas.microsoft.com/office/drawing/2014/main" id="{355E3930-9BBF-488A-A37B-7BF94F9B8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161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5" name="data_3282">
            <a:extLst xmlns:a="http://schemas.openxmlformats.org/drawingml/2006/main">
              <a:ext uri="{FF2B5EF4-FFF2-40B4-BE49-F238E27FC236}">
                <a16:creationId xmlns:a16="http://schemas.microsoft.com/office/drawing/2014/main" id="{5F45D485-4315-4E99-9728-BACF1769A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708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6" name="data_3283">
            <a:extLst xmlns:a="http://schemas.openxmlformats.org/drawingml/2006/main">
              <a:ext uri="{FF2B5EF4-FFF2-40B4-BE49-F238E27FC236}">
                <a16:creationId xmlns:a16="http://schemas.microsoft.com/office/drawing/2014/main" id="{00328549-7D6F-40B9-B2B2-3165B16C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073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7" name="data_3284">
            <a:extLst xmlns:a="http://schemas.openxmlformats.org/drawingml/2006/main">
              <a:ext uri="{FF2B5EF4-FFF2-40B4-BE49-F238E27FC236}">
                <a16:creationId xmlns:a16="http://schemas.microsoft.com/office/drawing/2014/main" id="{0DEFE9EF-17A2-4F18-A002-2D685610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136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8" name="data_3285">
            <a:extLst xmlns:a="http://schemas.openxmlformats.org/drawingml/2006/main">
              <a:ext uri="{FF2B5EF4-FFF2-40B4-BE49-F238E27FC236}">
                <a16:creationId xmlns:a16="http://schemas.microsoft.com/office/drawing/2014/main" id="{4A8A681D-6709-47EC-A4D9-D5E1E676A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80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9" name="data_3286">
            <a:extLst xmlns:a="http://schemas.openxmlformats.org/drawingml/2006/main">
              <a:ext uri="{FF2B5EF4-FFF2-40B4-BE49-F238E27FC236}">
                <a16:creationId xmlns:a16="http://schemas.microsoft.com/office/drawing/2014/main" id="{8029F361-0314-42A1-AA16-90B5A164F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02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0" name="data_3287">
            <a:extLst xmlns:a="http://schemas.openxmlformats.org/drawingml/2006/main">
              <a:ext uri="{FF2B5EF4-FFF2-40B4-BE49-F238E27FC236}">
                <a16:creationId xmlns:a16="http://schemas.microsoft.com/office/drawing/2014/main" id="{2F12AFC1-2DF7-4394-949D-470F599F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2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1" name="data_3288">
            <a:extLst xmlns:a="http://schemas.openxmlformats.org/drawingml/2006/main">
              <a:ext uri="{FF2B5EF4-FFF2-40B4-BE49-F238E27FC236}">
                <a16:creationId xmlns:a16="http://schemas.microsoft.com/office/drawing/2014/main" id="{E9924F83-B79A-41D6-A25B-A8C04951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1222" y="334753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2" name="data_3289">
            <a:extLst xmlns:a="http://schemas.openxmlformats.org/drawingml/2006/main">
              <a:ext uri="{FF2B5EF4-FFF2-40B4-BE49-F238E27FC236}">
                <a16:creationId xmlns:a16="http://schemas.microsoft.com/office/drawing/2014/main" id="{A88D0C26-7D45-4E9D-A6F5-AC84539AA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478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3" name="data_3290">
            <a:extLst xmlns:a="http://schemas.openxmlformats.org/drawingml/2006/main">
              <a:ext uri="{FF2B5EF4-FFF2-40B4-BE49-F238E27FC236}">
                <a16:creationId xmlns:a16="http://schemas.microsoft.com/office/drawing/2014/main" id="{BE80955B-ABB1-48E8-85D8-7B37414B7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941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4" name="data_3291">
            <a:extLst xmlns:a="http://schemas.openxmlformats.org/drawingml/2006/main">
              <a:ext uri="{FF2B5EF4-FFF2-40B4-BE49-F238E27FC236}">
                <a16:creationId xmlns:a16="http://schemas.microsoft.com/office/drawing/2014/main" id="{AE1391D9-2AE8-4BEB-9BCD-2BE626BD5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009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5" name="data_3292">
            <a:extLst xmlns:a="http://schemas.openxmlformats.org/drawingml/2006/main">
              <a:ext uri="{FF2B5EF4-FFF2-40B4-BE49-F238E27FC236}">
                <a16:creationId xmlns:a16="http://schemas.microsoft.com/office/drawing/2014/main" id="{5C6E790C-61D7-4FA2-A595-66F5F934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104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6" name="data_3293">
            <a:extLst xmlns:a="http://schemas.openxmlformats.org/drawingml/2006/main">
              <a:ext uri="{FF2B5EF4-FFF2-40B4-BE49-F238E27FC236}">
                <a16:creationId xmlns:a16="http://schemas.microsoft.com/office/drawing/2014/main" id="{A6775FDD-3EFF-402E-80EC-0507A2974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16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7" name="data_3294">
            <a:extLst xmlns:a="http://schemas.openxmlformats.org/drawingml/2006/main">
              <a:ext uri="{FF2B5EF4-FFF2-40B4-BE49-F238E27FC236}">
                <a16:creationId xmlns:a16="http://schemas.microsoft.com/office/drawing/2014/main" id="{A93EEB1F-8416-43FA-9CF9-33BF9D999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63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8" name="data_3295">
            <a:extLst xmlns:a="http://schemas.openxmlformats.org/drawingml/2006/main">
              <a:ext uri="{FF2B5EF4-FFF2-40B4-BE49-F238E27FC236}">
                <a16:creationId xmlns:a16="http://schemas.microsoft.com/office/drawing/2014/main" id="{9CEE91BE-83CD-4D97-B293-443AEB9D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077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9" name="data_3296">
            <a:extLst xmlns:a="http://schemas.openxmlformats.org/drawingml/2006/main">
              <a:ext uri="{FF2B5EF4-FFF2-40B4-BE49-F238E27FC236}">
                <a16:creationId xmlns:a16="http://schemas.microsoft.com/office/drawing/2014/main" id="{0C16DC20-AB27-41C0-BA60-534D2BDC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4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0" name="data_3297">
            <a:extLst xmlns:a="http://schemas.openxmlformats.org/drawingml/2006/main">
              <a:ext uri="{FF2B5EF4-FFF2-40B4-BE49-F238E27FC236}">
                <a16:creationId xmlns:a16="http://schemas.microsoft.com/office/drawing/2014/main" id="{4C71F355-F3CD-42C0-8477-9B67BB866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62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1" name="data_3298">
            <a:extLst xmlns:a="http://schemas.openxmlformats.org/drawingml/2006/main">
              <a:ext uri="{FF2B5EF4-FFF2-40B4-BE49-F238E27FC236}">
                <a16:creationId xmlns:a16="http://schemas.microsoft.com/office/drawing/2014/main" id="{249CCAB1-8AAE-438C-B616-B0C4DB0C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4490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2" name="data_3299">
            <a:extLst xmlns:a="http://schemas.openxmlformats.org/drawingml/2006/main">
              <a:ext uri="{FF2B5EF4-FFF2-40B4-BE49-F238E27FC236}">
                <a16:creationId xmlns:a16="http://schemas.microsoft.com/office/drawing/2014/main" id="{019B368B-F145-41E9-AEAC-9CA00FC17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34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3" name="data_3300">
            <a:extLst xmlns:a="http://schemas.openxmlformats.org/drawingml/2006/main">
              <a:ext uri="{FF2B5EF4-FFF2-40B4-BE49-F238E27FC236}">
                <a16:creationId xmlns:a16="http://schemas.microsoft.com/office/drawing/2014/main" id="{80EDC0DE-0908-4FBC-B831-38F189093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72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4" name="data_3301">
            <a:extLst xmlns:a="http://schemas.openxmlformats.org/drawingml/2006/main">
              <a:ext uri="{FF2B5EF4-FFF2-40B4-BE49-F238E27FC236}">
                <a16:creationId xmlns:a16="http://schemas.microsoft.com/office/drawing/2014/main" id="{2048B774-44EC-4115-8007-6FDC8E77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69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5" name="data_3302">
            <a:extLst xmlns:a="http://schemas.openxmlformats.org/drawingml/2006/main">
              <a:ext uri="{FF2B5EF4-FFF2-40B4-BE49-F238E27FC236}">
                <a16:creationId xmlns:a16="http://schemas.microsoft.com/office/drawing/2014/main" id="{2F3A141F-6E74-4473-B40F-9AAE79FE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537" y="265660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6" name="data_3303">
            <a:extLst xmlns:a="http://schemas.openxmlformats.org/drawingml/2006/main">
              <a:ext uri="{FF2B5EF4-FFF2-40B4-BE49-F238E27FC236}">
                <a16:creationId xmlns:a16="http://schemas.microsoft.com/office/drawing/2014/main" id="{0B1ECD29-8FE9-4A7A-867A-A2C5F4FE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684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7" name="data_3304">
            <a:extLst xmlns:a="http://schemas.openxmlformats.org/drawingml/2006/main">
              <a:ext uri="{FF2B5EF4-FFF2-40B4-BE49-F238E27FC236}">
                <a16:creationId xmlns:a16="http://schemas.microsoft.com/office/drawing/2014/main" id="{8DF9A10E-D06F-4EB6-AFA5-62A35767E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8228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8" name="data_3305">
            <a:extLst xmlns:a="http://schemas.openxmlformats.org/drawingml/2006/main">
              <a:ext uri="{FF2B5EF4-FFF2-40B4-BE49-F238E27FC236}">
                <a16:creationId xmlns:a16="http://schemas.microsoft.com/office/drawing/2014/main" id="{9B14C566-9797-4C59-A099-A07601468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34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9" name="data_3306">
            <a:extLst xmlns:a="http://schemas.openxmlformats.org/drawingml/2006/main">
              <a:ext uri="{FF2B5EF4-FFF2-40B4-BE49-F238E27FC236}">
                <a16:creationId xmlns:a16="http://schemas.microsoft.com/office/drawing/2014/main" id="{F80AEE09-FCD1-4735-A85F-C792E10A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903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0" name="data_3307">
            <a:extLst xmlns:a="http://schemas.openxmlformats.org/drawingml/2006/main">
              <a:ext uri="{FF2B5EF4-FFF2-40B4-BE49-F238E27FC236}">
                <a16:creationId xmlns:a16="http://schemas.microsoft.com/office/drawing/2014/main" id="{38FBD632-A5AB-45A5-BF20-995B93D54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8634" y="39387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1" name="data_3308">
            <a:extLst xmlns:a="http://schemas.openxmlformats.org/drawingml/2006/main">
              <a:ext uri="{FF2B5EF4-FFF2-40B4-BE49-F238E27FC236}">
                <a16:creationId xmlns:a16="http://schemas.microsoft.com/office/drawing/2014/main" id="{F1D42EE6-59E8-42D1-B3D4-FA8DF36B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928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2" name="data_3309">
            <a:extLst xmlns:a="http://schemas.openxmlformats.org/drawingml/2006/main">
              <a:ext uri="{FF2B5EF4-FFF2-40B4-BE49-F238E27FC236}">
                <a16:creationId xmlns:a16="http://schemas.microsoft.com/office/drawing/2014/main" id="{C914E25A-C627-4693-B3F6-251502087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829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3" name="data_3310">
            <a:extLst xmlns:a="http://schemas.openxmlformats.org/drawingml/2006/main">
              <a:ext uri="{FF2B5EF4-FFF2-40B4-BE49-F238E27FC236}">
                <a16:creationId xmlns:a16="http://schemas.microsoft.com/office/drawing/2014/main" id="{A8BB9272-4D50-469E-A8EF-E5CCCBFA0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407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4" name="data_3311">
            <a:extLst xmlns:a="http://schemas.openxmlformats.org/drawingml/2006/main">
              <a:ext uri="{FF2B5EF4-FFF2-40B4-BE49-F238E27FC236}">
                <a16:creationId xmlns:a16="http://schemas.microsoft.com/office/drawing/2014/main" id="{5D698CF7-DD54-4BA6-8623-640D47C8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190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5" name="data_3312">
            <a:extLst xmlns:a="http://schemas.openxmlformats.org/drawingml/2006/main">
              <a:ext uri="{FF2B5EF4-FFF2-40B4-BE49-F238E27FC236}">
                <a16:creationId xmlns:a16="http://schemas.microsoft.com/office/drawing/2014/main" id="{0FAA249B-19C4-4F95-8F25-6AC92B627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854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6" name="data_3313">
            <a:extLst xmlns:a="http://schemas.openxmlformats.org/drawingml/2006/main">
              <a:ext uri="{FF2B5EF4-FFF2-40B4-BE49-F238E27FC236}">
                <a16:creationId xmlns:a16="http://schemas.microsoft.com/office/drawing/2014/main" id="{01C96F59-B004-4C64-8C28-146173CA3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70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7" name="data_3314">
            <a:extLst xmlns:a="http://schemas.openxmlformats.org/drawingml/2006/main">
              <a:ext uri="{FF2B5EF4-FFF2-40B4-BE49-F238E27FC236}">
                <a16:creationId xmlns:a16="http://schemas.microsoft.com/office/drawing/2014/main" id="{4F9C6394-B481-4CF4-8995-DB30397DC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859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8" name="data_3315">
            <a:extLst xmlns:a="http://schemas.openxmlformats.org/drawingml/2006/main">
              <a:ext uri="{FF2B5EF4-FFF2-40B4-BE49-F238E27FC236}">
                <a16:creationId xmlns:a16="http://schemas.microsoft.com/office/drawing/2014/main" id="{3E4E55C3-F8D4-47AD-9E5E-D25323E3B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679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9" name="data_3316">
            <a:extLst xmlns:a="http://schemas.openxmlformats.org/drawingml/2006/main">
              <a:ext uri="{FF2B5EF4-FFF2-40B4-BE49-F238E27FC236}">
                <a16:creationId xmlns:a16="http://schemas.microsoft.com/office/drawing/2014/main" id="{165713E8-A6B3-4417-8076-088AE412F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527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0" name="data_3317">
            <a:extLst xmlns:a="http://schemas.openxmlformats.org/drawingml/2006/main">
              <a:ext uri="{FF2B5EF4-FFF2-40B4-BE49-F238E27FC236}">
                <a16:creationId xmlns:a16="http://schemas.microsoft.com/office/drawing/2014/main" id="{E70568E2-07C6-4F5F-BC69-EEDBD4351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561" y="32572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1" name="data_3318">
            <a:extLst xmlns:a="http://schemas.openxmlformats.org/drawingml/2006/main">
              <a:ext uri="{FF2B5EF4-FFF2-40B4-BE49-F238E27FC236}">
                <a16:creationId xmlns:a16="http://schemas.microsoft.com/office/drawing/2014/main" id="{1CE810CF-00A5-4CDB-997B-F495EFFF7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748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2" name="data_3319">
            <a:extLst xmlns:a="http://schemas.openxmlformats.org/drawingml/2006/main">
              <a:ext uri="{FF2B5EF4-FFF2-40B4-BE49-F238E27FC236}">
                <a16:creationId xmlns:a16="http://schemas.microsoft.com/office/drawing/2014/main" id="{A8428BCF-3553-4317-894A-918717A88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98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3" name="data_3320">
            <a:extLst xmlns:a="http://schemas.openxmlformats.org/drawingml/2006/main">
              <a:ext uri="{FF2B5EF4-FFF2-40B4-BE49-F238E27FC236}">
                <a16:creationId xmlns:a16="http://schemas.microsoft.com/office/drawing/2014/main" id="{A59C9E80-8F5F-488D-B63F-A87F4453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44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4" name="data_3321">
            <a:extLst xmlns:a="http://schemas.openxmlformats.org/drawingml/2006/main">
              <a:ext uri="{FF2B5EF4-FFF2-40B4-BE49-F238E27FC236}">
                <a16:creationId xmlns:a16="http://schemas.microsoft.com/office/drawing/2014/main" id="{59A858B2-E40B-4675-B759-6E652EBB2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61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5" name="data_3322">
            <a:extLst xmlns:a="http://schemas.openxmlformats.org/drawingml/2006/main">
              <a:ext uri="{FF2B5EF4-FFF2-40B4-BE49-F238E27FC236}">
                <a16:creationId xmlns:a16="http://schemas.microsoft.com/office/drawing/2014/main" id="{BB2B45AC-9BA1-42F2-8884-88AA2712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70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6" name="data_3323">
            <a:extLst xmlns:a="http://schemas.openxmlformats.org/drawingml/2006/main">
              <a:ext uri="{FF2B5EF4-FFF2-40B4-BE49-F238E27FC236}">
                <a16:creationId xmlns:a16="http://schemas.microsoft.com/office/drawing/2014/main" id="{9EE1327F-7E25-44CE-84E9-891627D7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364" y="33053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7" name="data_3324">
            <a:extLst xmlns:a="http://schemas.openxmlformats.org/drawingml/2006/main">
              <a:ext uri="{FF2B5EF4-FFF2-40B4-BE49-F238E27FC236}">
                <a16:creationId xmlns:a16="http://schemas.microsoft.com/office/drawing/2014/main" id="{3BAFB488-7234-42DE-8448-A2214A87D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1021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8" name="data_3325">
            <a:extLst xmlns:a="http://schemas.openxmlformats.org/drawingml/2006/main">
              <a:ext uri="{FF2B5EF4-FFF2-40B4-BE49-F238E27FC236}">
                <a16:creationId xmlns:a16="http://schemas.microsoft.com/office/drawing/2014/main" id="{4676607E-A38D-4C47-AC9F-50A4403B9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629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9" name="data_3326">
            <a:extLst xmlns:a="http://schemas.openxmlformats.org/drawingml/2006/main">
              <a:ext uri="{FF2B5EF4-FFF2-40B4-BE49-F238E27FC236}">
                <a16:creationId xmlns:a16="http://schemas.microsoft.com/office/drawing/2014/main" id="{2BD6A19F-F736-405B-93B9-7FA3CF50A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0420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0" name="data_3327">
            <a:extLst xmlns:a="http://schemas.openxmlformats.org/drawingml/2006/main">
              <a:ext uri="{FF2B5EF4-FFF2-40B4-BE49-F238E27FC236}">
                <a16:creationId xmlns:a16="http://schemas.microsoft.com/office/drawing/2014/main" id="{CBB6015C-FF7D-4463-BEFA-9D5BF0B3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92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1" name="data_3328">
            <a:extLst xmlns:a="http://schemas.openxmlformats.org/drawingml/2006/main">
              <a:ext uri="{FF2B5EF4-FFF2-40B4-BE49-F238E27FC236}">
                <a16:creationId xmlns:a16="http://schemas.microsoft.com/office/drawing/2014/main" id="{16F9375F-13DA-4423-A21B-C0293E962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304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2" name="data_3329">
            <a:extLst xmlns:a="http://schemas.openxmlformats.org/drawingml/2006/main">
              <a:ext uri="{FF2B5EF4-FFF2-40B4-BE49-F238E27FC236}">
                <a16:creationId xmlns:a16="http://schemas.microsoft.com/office/drawing/2014/main" id="{73593F62-BDCD-442B-BEBC-4DE686B9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348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3" name="data_3330">
            <a:extLst xmlns:a="http://schemas.openxmlformats.org/drawingml/2006/main">
              <a:ext uri="{FF2B5EF4-FFF2-40B4-BE49-F238E27FC236}">
                <a16:creationId xmlns:a16="http://schemas.microsoft.com/office/drawing/2014/main" id="{8260C8D8-2470-42D5-9B13-39AAC5358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068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4" name="data_3331">
            <a:extLst xmlns:a="http://schemas.openxmlformats.org/drawingml/2006/main">
              <a:ext uri="{FF2B5EF4-FFF2-40B4-BE49-F238E27FC236}">
                <a16:creationId xmlns:a16="http://schemas.microsoft.com/office/drawing/2014/main" id="{68A17A58-980A-4A89-80E8-F1FFE14D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2598" y="27756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5" name="data_3332">
            <a:extLst xmlns:a="http://schemas.openxmlformats.org/drawingml/2006/main">
              <a:ext uri="{FF2B5EF4-FFF2-40B4-BE49-F238E27FC236}">
                <a16:creationId xmlns:a16="http://schemas.microsoft.com/office/drawing/2014/main" id="{A5D9B10A-7943-4E86-A83D-11EA8A2B2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22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6" name="data_3333">
            <a:extLst xmlns:a="http://schemas.openxmlformats.org/drawingml/2006/main">
              <a:ext uri="{FF2B5EF4-FFF2-40B4-BE49-F238E27FC236}">
                <a16:creationId xmlns:a16="http://schemas.microsoft.com/office/drawing/2014/main" id="{CDAF1153-B4A4-44FC-B35F-2CF98A900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781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7" name="data_3334">
            <a:extLst xmlns:a="http://schemas.openxmlformats.org/drawingml/2006/main">
              <a:ext uri="{FF2B5EF4-FFF2-40B4-BE49-F238E27FC236}">
                <a16:creationId xmlns:a16="http://schemas.microsoft.com/office/drawing/2014/main" id="{FFC20C15-D7C2-4346-B7B0-F7F768D76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557" y="346097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8" name="data_3335">
            <a:extLst xmlns:a="http://schemas.openxmlformats.org/drawingml/2006/main">
              <a:ext uri="{FF2B5EF4-FFF2-40B4-BE49-F238E27FC236}">
                <a16:creationId xmlns:a16="http://schemas.microsoft.com/office/drawing/2014/main" id="{C5A71C3E-9398-4932-8648-6990E659D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5926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9" name="data_3336">
            <a:extLst xmlns:a="http://schemas.openxmlformats.org/drawingml/2006/main">
              <a:ext uri="{FF2B5EF4-FFF2-40B4-BE49-F238E27FC236}">
                <a16:creationId xmlns:a16="http://schemas.microsoft.com/office/drawing/2014/main" id="{7AE9B57E-280D-4ECE-9340-1A9424F9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038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0" name="data_3337">
            <a:extLst xmlns:a="http://schemas.openxmlformats.org/drawingml/2006/main">
              <a:ext uri="{FF2B5EF4-FFF2-40B4-BE49-F238E27FC236}">
                <a16:creationId xmlns:a16="http://schemas.microsoft.com/office/drawing/2014/main" id="{4E2185F7-D63D-438E-B5F5-24A74C6EB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066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1" name="data_3338">
            <a:extLst xmlns:a="http://schemas.openxmlformats.org/drawingml/2006/main">
              <a:ext uri="{FF2B5EF4-FFF2-40B4-BE49-F238E27FC236}">
                <a16:creationId xmlns:a16="http://schemas.microsoft.com/office/drawing/2014/main" id="{FD6179C3-057A-4C3E-B1D3-3579F614E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4193" y="23157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2" name="data_3339">
            <a:extLst xmlns:a="http://schemas.openxmlformats.org/drawingml/2006/main">
              <a:ext uri="{FF2B5EF4-FFF2-40B4-BE49-F238E27FC236}">
                <a16:creationId xmlns:a16="http://schemas.microsoft.com/office/drawing/2014/main" id="{8F5F9E13-512F-409B-A6A8-D33AF111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387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3" name="data_3340">
            <a:extLst xmlns:a="http://schemas.openxmlformats.org/drawingml/2006/main">
              <a:ext uri="{FF2B5EF4-FFF2-40B4-BE49-F238E27FC236}">
                <a16:creationId xmlns:a16="http://schemas.microsoft.com/office/drawing/2014/main" id="{B6B7E7F4-3D3E-4C3F-A0F9-6CC3AEF8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417" y="393274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4" name="data_3341">
            <a:extLst xmlns:a="http://schemas.openxmlformats.org/drawingml/2006/main">
              <a:ext uri="{FF2B5EF4-FFF2-40B4-BE49-F238E27FC236}">
                <a16:creationId xmlns:a16="http://schemas.microsoft.com/office/drawing/2014/main" id="{88C4C542-75E1-4B1D-9C42-F144281D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67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5" name="data_3342">
            <a:extLst xmlns:a="http://schemas.openxmlformats.org/drawingml/2006/main">
              <a:ext uri="{FF2B5EF4-FFF2-40B4-BE49-F238E27FC236}">
                <a16:creationId xmlns:a16="http://schemas.microsoft.com/office/drawing/2014/main" id="{DF9E9490-12EC-4C44-8C4B-0D3D894A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050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6" name="data_3343">
            <a:extLst xmlns:a="http://schemas.openxmlformats.org/drawingml/2006/main">
              <a:ext uri="{FF2B5EF4-FFF2-40B4-BE49-F238E27FC236}">
                <a16:creationId xmlns:a16="http://schemas.microsoft.com/office/drawing/2014/main" id="{C31EB33A-8A87-4E10-A89F-0760C8B6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231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7" name="data_3344">
            <a:extLst xmlns:a="http://schemas.openxmlformats.org/drawingml/2006/main">
              <a:ext uri="{FF2B5EF4-FFF2-40B4-BE49-F238E27FC236}">
                <a16:creationId xmlns:a16="http://schemas.microsoft.com/office/drawing/2014/main" id="{FEC4ED24-8446-4072-A06B-3F9A3DF69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1003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8" name="data_3345">
            <a:extLst xmlns:a="http://schemas.openxmlformats.org/drawingml/2006/main">
              <a:ext uri="{FF2B5EF4-FFF2-40B4-BE49-F238E27FC236}">
                <a16:creationId xmlns:a16="http://schemas.microsoft.com/office/drawing/2014/main" id="{794960B2-89AF-478B-9F20-8C8AA3B24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337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9" name="data_3346">
            <a:extLst xmlns:a="http://schemas.openxmlformats.org/drawingml/2006/main">
              <a:ext uri="{FF2B5EF4-FFF2-40B4-BE49-F238E27FC236}">
                <a16:creationId xmlns:a16="http://schemas.microsoft.com/office/drawing/2014/main" id="{2510E3D0-7E8F-4D89-99EC-B008448B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3249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0" name="data_3347">
            <a:extLst xmlns:a="http://schemas.openxmlformats.org/drawingml/2006/main">
              <a:ext uri="{FF2B5EF4-FFF2-40B4-BE49-F238E27FC236}">
                <a16:creationId xmlns:a16="http://schemas.microsoft.com/office/drawing/2014/main" id="{5EFC6843-2559-4A55-B418-57AAEF3E0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205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1" name="data_3348">
            <a:extLst xmlns:a="http://schemas.openxmlformats.org/drawingml/2006/main">
              <a:ext uri="{FF2B5EF4-FFF2-40B4-BE49-F238E27FC236}">
                <a16:creationId xmlns:a16="http://schemas.microsoft.com/office/drawing/2014/main" id="{1106629C-8A57-4026-A0C0-444AD213B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1646" y="30025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2" name="data_3349">
            <a:extLst xmlns:a="http://schemas.openxmlformats.org/drawingml/2006/main">
              <a:ext uri="{FF2B5EF4-FFF2-40B4-BE49-F238E27FC236}">
                <a16:creationId xmlns:a16="http://schemas.microsoft.com/office/drawing/2014/main" id="{80EC6173-FB24-40F9-9A98-403D4DA8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57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3" name="data_3350">
            <a:extLst xmlns:a="http://schemas.openxmlformats.org/drawingml/2006/main">
              <a:ext uri="{FF2B5EF4-FFF2-40B4-BE49-F238E27FC236}">
                <a16:creationId xmlns:a16="http://schemas.microsoft.com/office/drawing/2014/main" id="{DA2E93C5-481D-4C38-BFD5-BEE58C9CD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503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4" name="data_3351">
            <a:extLst xmlns:a="http://schemas.openxmlformats.org/drawingml/2006/main">
              <a:ext uri="{FF2B5EF4-FFF2-40B4-BE49-F238E27FC236}">
                <a16:creationId xmlns:a16="http://schemas.microsoft.com/office/drawing/2014/main" id="{785C7999-1F70-4288-BF0B-E4EDF3C90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93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5" name="data_3352">
            <a:extLst xmlns:a="http://schemas.openxmlformats.org/drawingml/2006/main">
              <a:ext uri="{FF2B5EF4-FFF2-40B4-BE49-F238E27FC236}">
                <a16:creationId xmlns:a16="http://schemas.microsoft.com/office/drawing/2014/main" id="{904797E9-BC4D-4FBE-A7A5-0E1B57DA3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334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6" name="data_3353">
            <a:extLst xmlns:a="http://schemas.openxmlformats.org/drawingml/2006/main">
              <a:ext uri="{FF2B5EF4-FFF2-40B4-BE49-F238E27FC236}">
                <a16:creationId xmlns:a16="http://schemas.microsoft.com/office/drawing/2014/main" id="{2C3E53DE-D2C7-4C37-9DA0-F94D79639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5400" y="255343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7" name="data_3354">
            <a:extLst xmlns:a="http://schemas.openxmlformats.org/drawingml/2006/main">
              <a:ext uri="{FF2B5EF4-FFF2-40B4-BE49-F238E27FC236}">
                <a16:creationId xmlns:a16="http://schemas.microsoft.com/office/drawing/2014/main" id="{76F4256D-B2DD-4576-B0A4-02CFFCC2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29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8" name="data_3355">
            <a:extLst xmlns:a="http://schemas.openxmlformats.org/drawingml/2006/main">
              <a:ext uri="{FF2B5EF4-FFF2-40B4-BE49-F238E27FC236}">
                <a16:creationId xmlns:a16="http://schemas.microsoft.com/office/drawing/2014/main" id="{CBB9F3F7-A980-49EE-AB60-768A793FF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9531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9" name="data_3356">
            <a:extLst xmlns:a="http://schemas.openxmlformats.org/drawingml/2006/main">
              <a:ext uri="{FF2B5EF4-FFF2-40B4-BE49-F238E27FC236}">
                <a16:creationId xmlns:a16="http://schemas.microsoft.com/office/drawing/2014/main" id="{3EED625E-3BD5-4602-9376-420281EB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8060" y="338966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0" name="data_3357">
            <a:extLst xmlns:a="http://schemas.openxmlformats.org/drawingml/2006/main">
              <a:ext uri="{FF2B5EF4-FFF2-40B4-BE49-F238E27FC236}">
                <a16:creationId xmlns:a16="http://schemas.microsoft.com/office/drawing/2014/main" id="{FFA54CF0-145C-483C-A7F7-348C84187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669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1" name="data_3358">
            <a:extLst xmlns:a="http://schemas.openxmlformats.org/drawingml/2006/main">
              <a:ext uri="{FF2B5EF4-FFF2-40B4-BE49-F238E27FC236}">
                <a16:creationId xmlns:a16="http://schemas.microsoft.com/office/drawing/2014/main" id="{9AB2BD00-6ECF-47A0-B7E6-8B5BC807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3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2" name="data_3359">
            <a:extLst xmlns:a="http://schemas.openxmlformats.org/drawingml/2006/main">
              <a:ext uri="{FF2B5EF4-FFF2-40B4-BE49-F238E27FC236}">
                <a16:creationId xmlns:a16="http://schemas.microsoft.com/office/drawing/2014/main" id="{01E3FA78-9593-4E3A-94B4-C07566CC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590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3" name="data_3360">
            <a:extLst xmlns:a="http://schemas.openxmlformats.org/drawingml/2006/main">
              <a:ext uri="{FF2B5EF4-FFF2-40B4-BE49-F238E27FC236}">
                <a16:creationId xmlns:a16="http://schemas.microsoft.com/office/drawing/2014/main" id="{4309CDA5-A7F4-45FF-852C-69C8B547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73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4" name="data_3361">
            <a:extLst xmlns:a="http://schemas.openxmlformats.org/drawingml/2006/main">
              <a:ext uri="{FF2B5EF4-FFF2-40B4-BE49-F238E27FC236}">
                <a16:creationId xmlns:a16="http://schemas.microsoft.com/office/drawing/2014/main" id="{B4F0CD0A-E960-4B4A-9B9F-7117CA6AE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72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5" name="data_3362">
            <a:extLst xmlns:a="http://schemas.openxmlformats.org/drawingml/2006/main">
              <a:ext uri="{FF2B5EF4-FFF2-40B4-BE49-F238E27FC236}">
                <a16:creationId xmlns:a16="http://schemas.microsoft.com/office/drawing/2014/main" id="{FB3BE7FC-9D0A-470F-9FE4-6E1AEF8B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078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6" name="data_3363">
            <a:extLst xmlns:a="http://schemas.openxmlformats.org/drawingml/2006/main">
              <a:ext uri="{FF2B5EF4-FFF2-40B4-BE49-F238E27FC236}">
                <a16:creationId xmlns:a16="http://schemas.microsoft.com/office/drawing/2014/main" id="{7B00537B-9647-41F6-8D56-F6A500A9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201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7" name="data_3364">
            <a:extLst xmlns:a="http://schemas.openxmlformats.org/drawingml/2006/main">
              <a:ext uri="{FF2B5EF4-FFF2-40B4-BE49-F238E27FC236}">
                <a16:creationId xmlns:a16="http://schemas.microsoft.com/office/drawing/2014/main" id="{40EC6035-4380-42B5-ADEC-5E982E684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109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8" name="data_3365">
            <a:extLst xmlns:a="http://schemas.openxmlformats.org/drawingml/2006/main">
              <a:ext uri="{FF2B5EF4-FFF2-40B4-BE49-F238E27FC236}">
                <a16:creationId xmlns:a16="http://schemas.microsoft.com/office/drawing/2014/main" id="{373B81C6-1F6D-4E07-8D9C-E4C8E438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8209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9" name="data_3366">
            <a:extLst xmlns:a="http://schemas.openxmlformats.org/drawingml/2006/main">
              <a:ext uri="{FF2B5EF4-FFF2-40B4-BE49-F238E27FC236}">
                <a16:creationId xmlns:a16="http://schemas.microsoft.com/office/drawing/2014/main" id="{33F73F5F-6895-41C1-849D-C7F13EA4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578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0" name="data_3367">
            <a:extLst xmlns:a="http://schemas.openxmlformats.org/drawingml/2006/main">
              <a:ext uri="{FF2B5EF4-FFF2-40B4-BE49-F238E27FC236}">
                <a16:creationId xmlns:a16="http://schemas.microsoft.com/office/drawing/2014/main" id="{4CD6D457-C0E3-4304-AACA-DEE87384D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18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1" name="data_3368">
            <a:extLst xmlns:a="http://schemas.openxmlformats.org/drawingml/2006/main">
              <a:ext uri="{FF2B5EF4-FFF2-40B4-BE49-F238E27FC236}">
                <a16:creationId xmlns:a16="http://schemas.microsoft.com/office/drawing/2014/main" id="{907AE04F-CBC3-4BF4-863E-EA8146C58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087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2" name="data_3369">
            <a:extLst xmlns:a="http://schemas.openxmlformats.org/drawingml/2006/main">
              <a:ext uri="{FF2B5EF4-FFF2-40B4-BE49-F238E27FC236}">
                <a16:creationId xmlns:a16="http://schemas.microsoft.com/office/drawing/2014/main" id="{2D2D1630-0958-41B6-8F02-A08CB40CD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628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3" name="data_3370">
            <a:extLst xmlns:a="http://schemas.openxmlformats.org/drawingml/2006/main">
              <a:ext uri="{FF2B5EF4-FFF2-40B4-BE49-F238E27FC236}">
                <a16:creationId xmlns:a16="http://schemas.microsoft.com/office/drawing/2014/main" id="{A9621CC1-DA68-49F5-968C-4F7D522D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219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4" name="data_3371">
            <a:extLst xmlns:a="http://schemas.openxmlformats.org/drawingml/2006/main">
              <a:ext uri="{FF2B5EF4-FFF2-40B4-BE49-F238E27FC236}">
                <a16:creationId xmlns:a16="http://schemas.microsoft.com/office/drawing/2014/main" id="{4C1354FE-1191-43A8-93F6-F2B2F8C1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78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5" name="data_3372">
            <a:extLst xmlns:a="http://schemas.openxmlformats.org/drawingml/2006/main">
              <a:ext uri="{FF2B5EF4-FFF2-40B4-BE49-F238E27FC236}">
                <a16:creationId xmlns:a16="http://schemas.microsoft.com/office/drawing/2014/main" id="{481179EE-8439-4331-A95C-B7B93C78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8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6" name="data_3373">
            <a:extLst xmlns:a="http://schemas.openxmlformats.org/drawingml/2006/main">
              <a:ext uri="{FF2B5EF4-FFF2-40B4-BE49-F238E27FC236}">
                <a16:creationId xmlns:a16="http://schemas.microsoft.com/office/drawing/2014/main" id="{FFC24093-0DB9-42C2-A67D-393A25324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15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7" name="data_3374">
            <a:extLst xmlns:a="http://schemas.openxmlformats.org/drawingml/2006/main">
              <a:ext uri="{FF2B5EF4-FFF2-40B4-BE49-F238E27FC236}">
                <a16:creationId xmlns:a16="http://schemas.microsoft.com/office/drawing/2014/main" id="{FC902DF5-7CA0-4EE8-820B-5CB1C0620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2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8" name="data_3375">
            <a:extLst xmlns:a="http://schemas.openxmlformats.org/drawingml/2006/main">
              <a:ext uri="{FF2B5EF4-FFF2-40B4-BE49-F238E27FC236}">
                <a16:creationId xmlns:a16="http://schemas.microsoft.com/office/drawing/2014/main" id="{9AD2D895-313E-4A19-B7B1-7258C7D3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72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9" name="data_3376">
            <a:extLst xmlns:a="http://schemas.openxmlformats.org/drawingml/2006/main">
              <a:ext uri="{FF2B5EF4-FFF2-40B4-BE49-F238E27FC236}">
                <a16:creationId xmlns:a16="http://schemas.microsoft.com/office/drawing/2014/main" id="{3D43EEBD-3B1D-4CC0-B607-DF8A382C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02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0" name="data_3377">
            <a:extLst xmlns:a="http://schemas.openxmlformats.org/drawingml/2006/main">
              <a:ext uri="{FF2B5EF4-FFF2-40B4-BE49-F238E27FC236}">
                <a16:creationId xmlns:a16="http://schemas.microsoft.com/office/drawing/2014/main" id="{905134F2-5F21-4840-BD1A-4AC857AB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64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1" name="data_3378">
            <a:extLst xmlns:a="http://schemas.openxmlformats.org/drawingml/2006/main">
              <a:ext uri="{FF2B5EF4-FFF2-40B4-BE49-F238E27FC236}">
                <a16:creationId xmlns:a16="http://schemas.microsoft.com/office/drawing/2014/main" id="{CDD33305-5017-43A4-B6E9-5A3C3CA72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6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2" name="data_3379">
            <a:extLst xmlns:a="http://schemas.openxmlformats.org/drawingml/2006/main">
              <a:ext uri="{FF2B5EF4-FFF2-40B4-BE49-F238E27FC236}">
                <a16:creationId xmlns:a16="http://schemas.microsoft.com/office/drawing/2014/main" id="{38B4B28B-23EE-4E30-AFF4-F413D8EC2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22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3" name="data_3380">
            <a:extLst xmlns:a="http://schemas.openxmlformats.org/drawingml/2006/main">
              <a:ext uri="{FF2B5EF4-FFF2-40B4-BE49-F238E27FC236}">
                <a16:creationId xmlns:a16="http://schemas.microsoft.com/office/drawing/2014/main" id="{3E82D22D-50AF-4524-9AF0-AD8DAFE16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826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4" name="data_3381">
            <a:extLst xmlns:a="http://schemas.openxmlformats.org/drawingml/2006/main">
              <a:ext uri="{FF2B5EF4-FFF2-40B4-BE49-F238E27FC236}">
                <a16:creationId xmlns:a16="http://schemas.microsoft.com/office/drawing/2014/main" id="{6D2BA324-ADC9-4820-B2A7-1B1D9CBE5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077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5" name="data_3382">
            <a:extLst xmlns:a="http://schemas.openxmlformats.org/drawingml/2006/main">
              <a:ext uri="{FF2B5EF4-FFF2-40B4-BE49-F238E27FC236}">
                <a16:creationId xmlns:a16="http://schemas.microsoft.com/office/drawing/2014/main" id="{01B5699C-525B-4E22-A91B-E3EBA16E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62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6" name="data_3383">
            <a:extLst xmlns:a="http://schemas.openxmlformats.org/drawingml/2006/main">
              <a:ext uri="{FF2B5EF4-FFF2-40B4-BE49-F238E27FC236}">
                <a16:creationId xmlns:a16="http://schemas.microsoft.com/office/drawing/2014/main" id="{61C9225C-B523-485C-9A68-B63E14A05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145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7" name="data_3384">
            <a:extLst xmlns:a="http://schemas.openxmlformats.org/drawingml/2006/main">
              <a:ext uri="{FF2B5EF4-FFF2-40B4-BE49-F238E27FC236}">
                <a16:creationId xmlns:a16="http://schemas.microsoft.com/office/drawing/2014/main" id="{F9B40B85-9D1E-4EDA-B614-DC244EB13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278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8" name="data_3385">
            <a:extLst xmlns:a="http://schemas.openxmlformats.org/drawingml/2006/main">
              <a:ext uri="{FF2B5EF4-FFF2-40B4-BE49-F238E27FC236}">
                <a16:creationId xmlns:a16="http://schemas.microsoft.com/office/drawing/2014/main" id="{05498DB5-F9F0-471A-9B43-5F0F279A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75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9" name="data_3386">
            <a:extLst xmlns:a="http://schemas.openxmlformats.org/drawingml/2006/main">
              <a:ext uri="{FF2B5EF4-FFF2-40B4-BE49-F238E27FC236}">
                <a16:creationId xmlns:a16="http://schemas.microsoft.com/office/drawing/2014/main" id="{5E554D55-3AFF-4325-ADFF-12CDDEC5B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98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0" name="data_3387">
            <a:extLst xmlns:a="http://schemas.openxmlformats.org/drawingml/2006/main">
              <a:ext uri="{FF2B5EF4-FFF2-40B4-BE49-F238E27FC236}">
                <a16:creationId xmlns:a16="http://schemas.microsoft.com/office/drawing/2014/main" id="{B3690C3A-0652-4C60-B623-FEC43CD40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658" y="376888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1" name="data_3388">
            <a:extLst xmlns:a="http://schemas.openxmlformats.org/drawingml/2006/main">
              <a:ext uri="{FF2B5EF4-FFF2-40B4-BE49-F238E27FC236}">
                <a16:creationId xmlns:a16="http://schemas.microsoft.com/office/drawing/2014/main" id="{D0899007-5CE8-48A5-A7B1-EDC9E69B9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474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2" name="data_3389">
            <a:extLst xmlns:a="http://schemas.openxmlformats.org/drawingml/2006/main">
              <a:ext uri="{FF2B5EF4-FFF2-40B4-BE49-F238E27FC236}">
                <a16:creationId xmlns:a16="http://schemas.microsoft.com/office/drawing/2014/main" id="{7F91CD9A-0E31-414E-AC8A-CC0C59A7B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3220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3" name="data_3390">
            <a:extLst xmlns:a="http://schemas.openxmlformats.org/drawingml/2006/main">
              <a:ext uri="{FF2B5EF4-FFF2-40B4-BE49-F238E27FC236}">
                <a16:creationId xmlns:a16="http://schemas.microsoft.com/office/drawing/2014/main" id="{5452E46D-8E60-4AEE-A022-EF7523FB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57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4" name="data_3391">
            <a:extLst xmlns:a="http://schemas.openxmlformats.org/drawingml/2006/main">
              <a:ext uri="{FF2B5EF4-FFF2-40B4-BE49-F238E27FC236}">
                <a16:creationId xmlns:a16="http://schemas.microsoft.com/office/drawing/2014/main" id="{963D234E-568B-42EB-AC5B-E2F8BCD02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38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5" name="data_3392">
            <a:extLst xmlns:a="http://schemas.openxmlformats.org/drawingml/2006/main">
              <a:ext uri="{FF2B5EF4-FFF2-40B4-BE49-F238E27FC236}">
                <a16:creationId xmlns:a16="http://schemas.microsoft.com/office/drawing/2014/main" id="{6BF9D067-38B8-4555-95DF-F91B3214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86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6" name="data_3393">
            <a:extLst xmlns:a="http://schemas.openxmlformats.org/drawingml/2006/main">
              <a:ext uri="{FF2B5EF4-FFF2-40B4-BE49-F238E27FC236}">
                <a16:creationId xmlns:a16="http://schemas.microsoft.com/office/drawing/2014/main" id="{4FC40006-9B9B-4C46-9049-5C556EF9E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0911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7" name="data_3394">
            <a:extLst xmlns:a="http://schemas.openxmlformats.org/drawingml/2006/main">
              <a:ext uri="{FF2B5EF4-FFF2-40B4-BE49-F238E27FC236}">
                <a16:creationId xmlns:a16="http://schemas.microsoft.com/office/drawing/2014/main" id="{F3E2EC25-63F1-4617-8A50-56388D4D3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965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8" name="data_3395">
            <a:extLst xmlns:a="http://schemas.openxmlformats.org/drawingml/2006/main">
              <a:ext uri="{FF2B5EF4-FFF2-40B4-BE49-F238E27FC236}">
                <a16:creationId xmlns:a16="http://schemas.microsoft.com/office/drawing/2014/main" id="{887AD800-DAB3-4CB5-8362-A2781FA1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135" y="26686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9" name="data_3396">
            <a:extLst xmlns:a="http://schemas.openxmlformats.org/drawingml/2006/main">
              <a:ext uri="{FF2B5EF4-FFF2-40B4-BE49-F238E27FC236}">
                <a16:creationId xmlns:a16="http://schemas.microsoft.com/office/drawing/2014/main" id="{66DD4B03-0203-4D2C-BB3D-DA8F6CA68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4959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0" name="data_3397">
            <a:extLst xmlns:a="http://schemas.openxmlformats.org/drawingml/2006/main">
              <a:ext uri="{FF2B5EF4-FFF2-40B4-BE49-F238E27FC236}">
                <a16:creationId xmlns:a16="http://schemas.microsoft.com/office/drawing/2014/main" id="{164E25B4-409B-4C7A-A016-7BA33477F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2076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1" name="data_3398">
            <a:extLst xmlns:a="http://schemas.openxmlformats.org/drawingml/2006/main">
              <a:ext uri="{FF2B5EF4-FFF2-40B4-BE49-F238E27FC236}">
                <a16:creationId xmlns:a16="http://schemas.microsoft.com/office/drawing/2014/main" id="{0FF68DC3-31E5-4324-811A-F89E51120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5158" y="3498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2" name="data_3399">
            <a:extLst xmlns:a="http://schemas.openxmlformats.org/drawingml/2006/main">
              <a:ext uri="{FF2B5EF4-FFF2-40B4-BE49-F238E27FC236}">
                <a16:creationId xmlns:a16="http://schemas.microsoft.com/office/drawing/2014/main" id="{7D5E0FB1-FE67-4BC1-9713-B9690812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920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3" name="data_3400">
            <a:extLst xmlns:a="http://schemas.openxmlformats.org/drawingml/2006/main">
              <a:ext uri="{FF2B5EF4-FFF2-40B4-BE49-F238E27FC236}">
                <a16:creationId xmlns:a16="http://schemas.microsoft.com/office/drawing/2014/main" id="{06115478-DC35-461B-990A-2EC71A58A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793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4" name="data_3401">
            <a:extLst xmlns:a="http://schemas.openxmlformats.org/drawingml/2006/main">
              <a:ext uri="{FF2B5EF4-FFF2-40B4-BE49-F238E27FC236}">
                <a16:creationId xmlns:a16="http://schemas.microsoft.com/office/drawing/2014/main" id="{CED03589-07D6-4E2C-9B18-CE2C14AA1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81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5" name="data_3402">
            <a:extLst xmlns:a="http://schemas.openxmlformats.org/drawingml/2006/main">
              <a:ext uri="{FF2B5EF4-FFF2-40B4-BE49-F238E27FC236}">
                <a16:creationId xmlns:a16="http://schemas.microsoft.com/office/drawing/2014/main" id="{5E20E71D-3828-4FF6-937F-132F081C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4575" y="29261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6" name="data_3403">
            <a:extLst xmlns:a="http://schemas.openxmlformats.org/drawingml/2006/main">
              <a:ext uri="{FF2B5EF4-FFF2-40B4-BE49-F238E27FC236}">
                <a16:creationId xmlns:a16="http://schemas.microsoft.com/office/drawing/2014/main" id="{CC478FC7-87A9-4BB5-B62E-3CD98D133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846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7" name="data_3404">
            <a:extLst xmlns:a="http://schemas.openxmlformats.org/drawingml/2006/main">
              <a:ext uri="{FF2B5EF4-FFF2-40B4-BE49-F238E27FC236}">
                <a16:creationId xmlns:a16="http://schemas.microsoft.com/office/drawing/2014/main" id="{10BF15DB-2870-4751-BAFB-A93BFF4F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849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8" name="data_3405">
            <a:extLst xmlns:a="http://schemas.openxmlformats.org/drawingml/2006/main">
              <a:ext uri="{FF2B5EF4-FFF2-40B4-BE49-F238E27FC236}">
                <a16:creationId xmlns:a16="http://schemas.microsoft.com/office/drawing/2014/main" id="{F6360F17-569D-4063-9ECE-D0E787BFB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93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9" name="data_3406">
            <a:extLst xmlns:a="http://schemas.openxmlformats.org/drawingml/2006/main">
              <a:ext uri="{FF2B5EF4-FFF2-40B4-BE49-F238E27FC236}">
                <a16:creationId xmlns:a16="http://schemas.microsoft.com/office/drawing/2014/main" id="{BCBBC8EC-FEF0-4595-84C6-712FFBCD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9126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0" name="data_3407">
            <a:extLst xmlns:a="http://schemas.openxmlformats.org/drawingml/2006/main">
              <a:ext uri="{FF2B5EF4-FFF2-40B4-BE49-F238E27FC236}">
                <a16:creationId xmlns:a16="http://schemas.microsoft.com/office/drawing/2014/main" id="{421F7781-8C1D-4FE2-8EEC-FA0D411F4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506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1" name="data_3408">
            <a:extLst xmlns:a="http://schemas.openxmlformats.org/drawingml/2006/main">
              <a:ext uri="{FF2B5EF4-FFF2-40B4-BE49-F238E27FC236}">
                <a16:creationId xmlns:a16="http://schemas.microsoft.com/office/drawing/2014/main" id="{6D41C56A-05F8-47B2-B327-B4580BE1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2482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2" name="data_3409">
            <a:extLst xmlns:a="http://schemas.openxmlformats.org/drawingml/2006/main">
              <a:ext uri="{FF2B5EF4-FFF2-40B4-BE49-F238E27FC236}">
                <a16:creationId xmlns:a16="http://schemas.microsoft.com/office/drawing/2014/main" id="{B2A75430-C250-491C-B6E2-A49287268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427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3" name="data_3410">
            <a:extLst xmlns:a="http://schemas.openxmlformats.org/drawingml/2006/main">
              <a:ext uri="{FF2B5EF4-FFF2-40B4-BE49-F238E27FC236}">
                <a16:creationId xmlns:a16="http://schemas.microsoft.com/office/drawing/2014/main" id="{1E33D4D0-A2CC-4077-8522-69091596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881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4" name="data_3411">
            <a:extLst xmlns:a="http://schemas.openxmlformats.org/drawingml/2006/main">
              <a:ext uri="{FF2B5EF4-FFF2-40B4-BE49-F238E27FC236}">
                <a16:creationId xmlns:a16="http://schemas.microsoft.com/office/drawing/2014/main" id="{CCDDF17F-1433-43BE-A784-448A46127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5" name="data_3412">
            <a:extLst xmlns:a="http://schemas.openxmlformats.org/drawingml/2006/main">
              <a:ext uri="{FF2B5EF4-FFF2-40B4-BE49-F238E27FC236}">
                <a16:creationId xmlns:a16="http://schemas.microsoft.com/office/drawing/2014/main" id="{CE993686-F114-4041-95A2-7FB96B20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535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6" name="data_3413">
            <a:extLst xmlns:a="http://schemas.openxmlformats.org/drawingml/2006/main">
              <a:ext uri="{FF2B5EF4-FFF2-40B4-BE49-F238E27FC236}">
                <a16:creationId xmlns:a16="http://schemas.microsoft.com/office/drawing/2014/main" id="{DAA6AE6D-4BD5-4DA9-A7DD-3C4458E55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15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7" name="data_3414">
            <a:extLst xmlns:a="http://schemas.openxmlformats.org/drawingml/2006/main">
              <a:ext uri="{FF2B5EF4-FFF2-40B4-BE49-F238E27FC236}">
                <a16:creationId xmlns:a16="http://schemas.microsoft.com/office/drawing/2014/main" id="{C328ED09-2196-4851-8A07-45EEB243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5675" y="32572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8" name="data_3415">
            <a:extLst xmlns:a="http://schemas.openxmlformats.org/drawingml/2006/main">
              <a:ext uri="{FF2B5EF4-FFF2-40B4-BE49-F238E27FC236}">
                <a16:creationId xmlns:a16="http://schemas.microsoft.com/office/drawing/2014/main" id="{1EE1C994-264A-4465-AD45-9447B9C7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56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9" name="data_3416">
            <a:extLst xmlns:a="http://schemas.openxmlformats.org/drawingml/2006/main">
              <a:ext uri="{FF2B5EF4-FFF2-40B4-BE49-F238E27FC236}">
                <a16:creationId xmlns:a16="http://schemas.microsoft.com/office/drawing/2014/main" id="{D212DA63-5A0F-47BA-8847-8C82F31E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233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0" name="data_3417">
            <a:extLst xmlns:a="http://schemas.openxmlformats.org/drawingml/2006/main">
              <a:ext uri="{FF2B5EF4-FFF2-40B4-BE49-F238E27FC236}">
                <a16:creationId xmlns:a16="http://schemas.microsoft.com/office/drawing/2014/main" id="{77E05745-9186-467C-A0DD-B2F642B7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877" y="363085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1" name="data_3418">
            <a:extLst xmlns:a="http://schemas.openxmlformats.org/drawingml/2006/main">
              <a:ext uri="{FF2B5EF4-FFF2-40B4-BE49-F238E27FC236}">
                <a16:creationId xmlns:a16="http://schemas.microsoft.com/office/drawing/2014/main" id="{2566F35D-2F12-4EA2-8F53-7711DC17A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6911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2" name="data_3419">
            <a:extLst xmlns:a="http://schemas.openxmlformats.org/drawingml/2006/main">
              <a:ext uri="{FF2B5EF4-FFF2-40B4-BE49-F238E27FC236}">
                <a16:creationId xmlns:a16="http://schemas.microsoft.com/office/drawing/2014/main" id="{77623143-7701-4ED8-83B3-8970A8091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214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3" name="data_3420">
            <a:extLst xmlns:a="http://schemas.openxmlformats.org/drawingml/2006/main">
              <a:ext uri="{FF2B5EF4-FFF2-40B4-BE49-F238E27FC236}">
                <a16:creationId xmlns:a16="http://schemas.microsoft.com/office/drawing/2014/main" id="{AE11D2C4-8041-412B-B290-ECA3639A3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0200" y="38414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4" name="data_3421">
            <a:extLst xmlns:a="http://schemas.openxmlformats.org/drawingml/2006/main">
              <a:ext uri="{FF2B5EF4-FFF2-40B4-BE49-F238E27FC236}">
                <a16:creationId xmlns:a16="http://schemas.microsoft.com/office/drawing/2014/main" id="{BC80DC0A-DC9C-4894-B941-986C8756C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912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5" name="data_3422">
            <a:extLst xmlns:a="http://schemas.openxmlformats.org/drawingml/2006/main">
              <a:ext uri="{FF2B5EF4-FFF2-40B4-BE49-F238E27FC236}">
                <a16:creationId xmlns:a16="http://schemas.microsoft.com/office/drawing/2014/main" id="{666C2F26-7DBA-4BC6-85AC-A4F473D6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803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6" name="data_3423">
            <a:extLst xmlns:a="http://schemas.openxmlformats.org/drawingml/2006/main">
              <a:ext uri="{FF2B5EF4-FFF2-40B4-BE49-F238E27FC236}">
                <a16:creationId xmlns:a16="http://schemas.microsoft.com/office/drawing/2014/main" id="{D04F3CD6-77CC-4382-A2FD-3B7C1CC6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472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7" name="data_3424">
            <a:extLst xmlns:a="http://schemas.openxmlformats.org/drawingml/2006/main">
              <a:ext uri="{FF2B5EF4-FFF2-40B4-BE49-F238E27FC236}">
                <a16:creationId xmlns:a16="http://schemas.microsoft.com/office/drawing/2014/main" id="{CCC9033E-46F1-4A8E-BB56-1A281EE6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44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8" name="data_3425">
            <a:extLst xmlns:a="http://schemas.openxmlformats.org/drawingml/2006/main">
              <a:ext uri="{FF2B5EF4-FFF2-40B4-BE49-F238E27FC236}">
                <a16:creationId xmlns:a16="http://schemas.microsoft.com/office/drawing/2014/main" id="{F50AD544-7EDF-43B0-837A-C4AA1FABA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670" y="288513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9" name="data_3426">
            <a:extLst xmlns:a="http://schemas.openxmlformats.org/drawingml/2006/main">
              <a:ext uri="{FF2B5EF4-FFF2-40B4-BE49-F238E27FC236}">
                <a16:creationId xmlns:a16="http://schemas.microsoft.com/office/drawing/2014/main" id="{0D5495CD-EF33-4524-99AD-087E713C6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873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0" name="data_3427">
            <a:extLst xmlns:a="http://schemas.openxmlformats.org/drawingml/2006/main">
              <a:ext uri="{FF2B5EF4-FFF2-40B4-BE49-F238E27FC236}">
                <a16:creationId xmlns:a16="http://schemas.microsoft.com/office/drawing/2014/main" id="{5F9B0219-26AB-4A39-9917-6B1AA6355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9945" y="3738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1" name="data_3428">
            <a:extLst xmlns:a="http://schemas.openxmlformats.org/drawingml/2006/main">
              <a:ext uri="{FF2B5EF4-FFF2-40B4-BE49-F238E27FC236}">
                <a16:creationId xmlns:a16="http://schemas.microsoft.com/office/drawing/2014/main" id="{B1DEFF73-5C8D-4025-AAA8-D704D944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044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2" name="data_3429">
            <a:extLst xmlns:a="http://schemas.openxmlformats.org/drawingml/2006/main">
              <a:ext uri="{FF2B5EF4-FFF2-40B4-BE49-F238E27FC236}">
                <a16:creationId xmlns:a16="http://schemas.microsoft.com/office/drawing/2014/main" id="{3F0C4B3C-DD6B-4846-A2C5-8B5779497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93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3" name="data_3430">
            <a:extLst xmlns:a="http://schemas.openxmlformats.org/drawingml/2006/main">
              <a:ext uri="{FF2B5EF4-FFF2-40B4-BE49-F238E27FC236}">
                <a16:creationId xmlns:a16="http://schemas.microsoft.com/office/drawing/2014/main" id="{ADB0D696-FF0C-4219-A646-2D5FB535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431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4" name="data_3431">
            <a:extLst xmlns:a="http://schemas.openxmlformats.org/drawingml/2006/main">
              <a:ext uri="{FF2B5EF4-FFF2-40B4-BE49-F238E27FC236}">
                <a16:creationId xmlns:a16="http://schemas.microsoft.com/office/drawing/2014/main" id="{DB986B27-4877-49BB-B89B-73FE76BB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8911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5" name="data_3432">
            <a:extLst xmlns:a="http://schemas.openxmlformats.org/drawingml/2006/main">
              <a:ext uri="{FF2B5EF4-FFF2-40B4-BE49-F238E27FC236}">
                <a16:creationId xmlns:a16="http://schemas.microsoft.com/office/drawing/2014/main" id="{AA75FBC7-F49B-4E00-952D-990138E5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3554" y="300379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6" name="data_3433">
            <a:extLst xmlns:a="http://schemas.openxmlformats.org/drawingml/2006/main">
              <a:ext uri="{FF2B5EF4-FFF2-40B4-BE49-F238E27FC236}">
                <a16:creationId xmlns:a16="http://schemas.microsoft.com/office/drawing/2014/main" id="{EFEB5613-EB7C-427C-8059-1676C16C2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217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7" name="data_3434">
            <a:extLst xmlns:a="http://schemas.openxmlformats.org/drawingml/2006/main">
              <a:ext uri="{FF2B5EF4-FFF2-40B4-BE49-F238E27FC236}">
                <a16:creationId xmlns:a16="http://schemas.microsoft.com/office/drawing/2014/main" id="{431606E1-B19B-44A4-93E8-CF7C440D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977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8" name="data_3435">
            <a:extLst xmlns:a="http://schemas.openxmlformats.org/drawingml/2006/main">
              <a:ext uri="{FF2B5EF4-FFF2-40B4-BE49-F238E27FC236}">
                <a16:creationId xmlns:a16="http://schemas.microsoft.com/office/drawing/2014/main" id="{BE6DD5CA-127C-4884-9B0A-0926D9C03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574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9" name="data_3436">
            <a:extLst xmlns:a="http://schemas.openxmlformats.org/drawingml/2006/main">
              <a:ext uri="{FF2B5EF4-FFF2-40B4-BE49-F238E27FC236}">
                <a16:creationId xmlns:a16="http://schemas.microsoft.com/office/drawing/2014/main" id="{0480B22C-C101-453F-8DED-78151D54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751" y="35301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0" name="data_3437">
            <a:extLst xmlns:a="http://schemas.openxmlformats.org/drawingml/2006/main">
              <a:ext uri="{FF2B5EF4-FFF2-40B4-BE49-F238E27FC236}">
                <a16:creationId xmlns:a16="http://schemas.microsoft.com/office/drawing/2014/main" id="{8A4AD106-DB74-4AD3-971B-EE7CC6F2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54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1" name="data_3438">
            <a:extLst xmlns:a="http://schemas.openxmlformats.org/drawingml/2006/main">
              <a:ext uri="{FF2B5EF4-FFF2-40B4-BE49-F238E27FC236}">
                <a16:creationId xmlns:a16="http://schemas.microsoft.com/office/drawing/2014/main" id="{564A1D0A-637A-4B55-98DC-F6398D5A2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7240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2" name="data_3439">
            <a:extLst xmlns:a="http://schemas.openxmlformats.org/drawingml/2006/main">
              <a:ext uri="{FF2B5EF4-FFF2-40B4-BE49-F238E27FC236}">
                <a16:creationId xmlns:a16="http://schemas.microsoft.com/office/drawing/2014/main" id="{F69E661C-72C4-4F59-952E-3DD39F8A5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348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3" name="data_3440">
            <a:extLst xmlns:a="http://schemas.openxmlformats.org/drawingml/2006/main">
              <a:ext uri="{FF2B5EF4-FFF2-40B4-BE49-F238E27FC236}">
                <a16:creationId xmlns:a16="http://schemas.microsoft.com/office/drawing/2014/main" id="{A5D083C8-EC06-4CFF-A4E7-3B706E906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985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4" name="data_3441">
            <a:extLst xmlns:a="http://schemas.openxmlformats.org/drawingml/2006/main">
              <a:ext uri="{FF2B5EF4-FFF2-40B4-BE49-F238E27FC236}">
                <a16:creationId xmlns:a16="http://schemas.microsoft.com/office/drawing/2014/main" id="{B5405716-4882-4A16-B174-906A05819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653" y="29261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5" name="data_3442">
            <a:extLst xmlns:a="http://schemas.openxmlformats.org/drawingml/2006/main">
              <a:ext uri="{FF2B5EF4-FFF2-40B4-BE49-F238E27FC236}">
                <a16:creationId xmlns:a16="http://schemas.microsoft.com/office/drawing/2014/main" id="{AD461868-DF53-4C12-9006-A7725ED69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2337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6" name="data_3443">
            <a:extLst xmlns:a="http://schemas.openxmlformats.org/drawingml/2006/main">
              <a:ext uri="{FF2B5EF4-FFF2-40B4-BE49-F238E27FC236}">
                <a16:creationId xmlns:a16="http://schemas.microsoft.com/office/drawing/2014/main" id="{CC293BD4-420E-46FD-B9BA-A4E166210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564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7" name="data_3444">
            <a:extLst xmlns:a="http://schemas.openxmlformats.org/drawingml/2006/main">
              <a:ext uri="{FF2B5EF4-FFF2-40B4-BE49-F238E27FC236}">
                <a16:creationId xmlns:a16="http://schemas.microsoft.com/office/drawing/2014/main" id="{FE35E9A5-5F24-49B8-8708-0EF92A97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118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8" name="data_3445">
            <a:extLst xmlns:a="http://schemas.openxmlformats.org/drawingml/2006/main">
              <a:ext uri="{FF2B5EF4-FFF2-40B4-BE49-F238E27FC236}">
                <a16:creationId xmlns:a16="http://schemas.microsoft.com/office/drawing/2014/main" id="{0780B1F2-9342-4BA1-AB9B-03B966CC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152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9" name="data_3446">
            <a:extLst xmlns:a="http://schemas.openxmlformats.org/drawingml/2006/main">
              <a:ext uri="{FF2B5EF4-FFF2-40B4-BE49-F238E27FC236}">
                <a16:creationId xmlns:a16="http://schemas.microsoft.com/office/drawing/2014/main" id="{80D53A7A-C7DC-4FDE-AC26-C8D57DD5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453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0" name="data_3447">
            <a:extLst xmlns:a="http://schemas.openxmlformats.org/drawingml/2006/main">
              <a:ext uri="{FF2B5EF4-FFF2-40B4-BE49-F238E27FC236}">
                <a16:creationId xmlns:a16="http://schemas.microsoft.com/office/drawing/2014/main" id="{433845D6-C2B7-411B-8129-958A99717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164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1" name="data_3448">
            <a:extLst xmlns:a="http://schemas.openxmlformats.org/drawingml/2006/main">
              <a:ext uri="{FF2B5EF4-FFF2-40B4-BE49-F238E27FC236}">
                <a16:creationId xmlns:a16="http://schemas.microsoft.com/office/drawing/2014/main" id="{936DF206-12F0-4514-819F-9AC1DF159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3378" y="35113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2" name="data_3449">
            <a:extLst xmlns:a="http://schemas.openxmlformats.org/drawingml/2006/main">
              <a:ext uri="{FF2B5EF4-FFF2-40B4-BE49-F238E27FC236}">
                <a16:creationId xmlns:a16="http://schemas.microsoft.com/office/drawing/2014/main" id="{033EBC30-42AD-4826-8B13-A78EE416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3401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3" name="data_3450">
            <a:extLst xmlns:a="http://schemas.openxmlformats.org/drawingml/2006/main">
              <a:ext uri="{FF2B5EF4-FFF2-40B4-BE49-F238E27FC236}">
                <a16:creationId xmlns:a16="http://schemas.microsoft.com/office/drawing/2014/main" id="{8A8A734C-AEFF-40F5-90C9-B5898EB1C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0298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4" name="data_3451">
            <a:extLst xmlns:a="http://schemas.openxmlformats.org/drawingml/2006/main">
              <a:ext uri="{FF2B5EF4-FFF2-40B4-BE49-F238E27FC236}">
                <a16:creationId xmlns:a16="http://schemas.microsoft.com/office/drawing/2014/main" id="{807B1517-6425-42B2-9335-4360418CF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7482" y="29261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5" name="data_3452">
            <a:extLst xmlns:a="http://schemas.openxmlformats.org/drawingml/2006/main">
              <a:ext uri="{FF2B5EF4-FFF2-40B4-BE49-F238E27FC236}">
                <a16:creationId xmlns:a16="http://schemas.microsoft.com/office/drawing/2014/main" id="{793C5DB9-C07A-473A-B936-C1CE06D52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3233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6" name="data_3453">
            <a:extLst xmlns:a="http://schemas.openxmlformats.org/drawingml/2006/main">
              <a:ext uri="{FF2B5EF4-FFF2-40B4-BE49-F238E27FC236}">
                <a16:creationId xmlns:a16="http://schemas.microsoft.com/office/drawing/2014/main" id="{179225D1-5386-4B55-A97B-87E634D6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30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7" name="data_3454">
            <a:extLst xmlns:a="http://schemas.openxmlformats.org/drawingml/2006/main">
              <a:ext uri="{FF2B5EF4-FFF2-40B4-BE49-F238E27FC236}">
                <a16:creationId xmlns:a16="http://schemas.microsoft.com/office/drawing/2014/main" id="{94CD3EE3-2B03-4C65-B55F-C681648B8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549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8" name="data_3455">
            <a:extLst xmlns:a="http://schemas.openxmlformats.org/drawingml/2006/main">
              <a:ext uri="{FF2B5EF4-FFF2-40B4-BE49-F238E27FC236}">
                <a16:creationId xmlns:a16="http://schemas.microsoft.com/office/drawing/2014/main" id="{36F46017-99FC-41A9-9058-946CA6B92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3970" y="359062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9" name="data_3456">
            <a:extLst xmlns:a="http://schemas.openxmlformats.org/drawingml/2006/main">
              <a:ext uri="{FF2B5EF4-FFF2-40B4-BE49-F238E27FC236}">
                <a16:creationId xmlns:a16="http://schemas.microsoft.com/office/drawing/2014/main" id="{6530D5D2-16CE-451E-B3F5-8968FD7AA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7893" y="3498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0" name="data_3457">
            <a:extLst xmlns:a="http://schemas.openxmlformats.org/drawingml/2006/main">
              <a:ext uri="{FF2B5EF4-FFF2-40B4-BE49-F238E27FC236}">
                <a16:creationId xmlns:a16="http://schemas.microsoft.com/office/drawing/2014/main" id="{C8E9A9A7-D60D-496E-BF07-24F28655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774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1" name="data_3458">
            <a:extLst xmlns:a="http://schemas.openxmlformats.org/drawingml/2006/main">
              <a:ext uri="{FF2B5EF4-FFF2-40B4-BE49-F238E27FC236}">
                <a16:creationId xmlns:a16="http://schemas.microsoft.com/office/drawing/2014/main" id="{B1F719C3-4409-4486-9721-072D77B4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194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2" name="data_3459">
            <a:extLst xmlns:a="http://schemas.openxmlformats.org/drawingml/2006/main">
              <a:ext uri="{FF2B5EF4-FFF2-40B4-BE49-F238E27FC236}">
                <a16:creationId xmlns:a16="http://schemas.microsoft.com/office/drawing/2014/main" id="{CA064E14-DEB8-4AC7-8DC8-FB0EA8B65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7522" y="37202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3" name="data_3460">
            <a:extLst xmlns:a="http://schemas.openxmlformats.org/drawingml/2006/main">
              <a:ext uri="{FF2B5EF4-FFF2-40B4-BE49-F238E27FC236}">
                <a16:creationId xmlns:a16="http://schemas.microsoft.com/office/drawing/2014/main" id="{4B2698B2-97D0-4893-871D-4E236968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44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4" name="data_3461">
            <a:extLst xmlns:a="http://schemas.openxmlformats.org/drawingml/2006/main">
              <a:ext uri="{FF2B5EF4-FFF2-40B4-BE49-F238E27FC236}">
                <a16:creationId xmlns:a16="http://schemas.microsoft.com/office/drawing/2014/main" id="{6F65E466-AF0F-48EF-B66F-1479B135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60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5" name="data_3462">
            <a:extLst xmlns:a="http://schemas.openxmlformats.org/drawingml/2006/main">
              <a:ext uri="{FF2B5EF4-FFF2-40B4-BE49-F238E27FC236}">
                <a16:creationId xmlns:a16="http://schemas.microsoft.com/office/drawing/2014/main" id="{BB8ECBB2-E242-4EB8-9643-FF3F79B89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114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6" name="data_3463">
            <a:extLst xmlns:a="http://schemas.openxmlformats.org/drawingml/2006/main">
              <a:ext uri="{FF2B5EF4-FFF2-40B4-BE49-F238E27FC236}">
                <a16:creationId xmlns:a16="http://schemas.microsoft.com/office/drawing/2014/main" id="{FB7149A6-C9FC-404E-A15E-68AE3C7EB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669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7" name="data_3464">
            <a:extLst xmlns:a="http://schemas.openxmlformats.org/drawingml/2006/main">
              <a:ext uri="{FF2B5EF4-FFF2-40B4-BE49-F238E27FC236}">
                <a16:creationId xmlns:a16="http://schemas.microsoft.com/office/drawing/2014/main" id="{1DE3F6EB-A274-4BAE-92A1-646361043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254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8" name="data_3465">
            <a:extLst xmlns:a="http://schemas.openxmlformats.org/drawingml/2006/main">
              <a:ext uri="{FF2B5EF4-FFF2-40B4-BE49-F238E27FC236}">
                <a16:creationId xmlns:a16="http://schemas.microsoft.com/office/drawing/2014/main" id="{43D02846-039D-46AB-9703-CC6280CA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914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9" name="data_3466">
            <a:extLst xmlns:a="http://schemas.openxmlformats.org/drawingml/2006/main">
              <a:ext uri="{FF2B5EF4-FFF2-40B4-BE49-F238E27FC236}">
                <a16:creationId xmlns:a16="http://schemas.microsoft.com/office/drawing/2014/main" id="{DF0921C1-4C86-40C7-910E-C79E81FCF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902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0" name="data_3467">
            <a:extLst xmlns:a="http://schemas.openxmlformats.org/drawingml/2006/main">
              <a:ext uri="{FF2B5EF4-FFF2-40B4-BE49-F238E27FC236}">
                <a16:creationId xmlns:a16="http://schemas.microsoft.com/office/drawing/2014/main" id="{73A98F78-C25B-4FC6-88B2-A6224D6CE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7031" y="250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1" name="data_3468">
            <a:extLst xmlns:a="http://schemas.openxmlformats.org/drawingml/2006/main">
              <a:ext uri="{FF2B5EF4-FFF2-40B4-BE49-F238E27FC236}">
                <a16:creationId xmlns:a16="http://schemas.microsoft.com/office/drawing/2014/main" id="{2EEA9009-8841-4C9B-A4A3-AE9C17480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582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2" name="data_3469">
            <a:extLst xmlns:a="http://schemas.openxmlformats.org/drawingml/2006/main">
              <a:ext uri="{FF2B5EF4-FFF2-40B4-BE49-F238E27FC236}">
                <a16:creationId xmlns:a16="http://schemas.microsoft.com/office/drawing/2014/main" id="{96C359E3-8A8B-47DD-88BC-E889F2186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4266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3" name="data_3470">
            <a:extLst xmlns:a="http://schemas.openxmlformats.org/drawingml/2006/main">
              <a:ext uri="{FF2B5EF4-FFF2-40B4-BE49-F238E27FC236}">
                <a16:creationId xmlns:a16="http://schemas.microsoft.com/office/drawing/2014/main" id="{5B0BE4C7-B41A-4BE5-B655-4C330989D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703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4" name="data_3471">
            <a:extLst xmlns:a="http://schemas.openxmlformats.org/drawingml/2006/main">
              <a:ext uri="{FF2B5EF4-FFF2-40B4-BE49-F238E27FC236}">
                <a16:creationId xmlns:a16="http://schemas.microsoft.com/office/drawing/2014/main" id="{AFCA0224-5100-4179-B28D-B135F7E1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26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5" name="data_3472">
            <a:extLst xmlns:a="http://schemas.openxmlformats.org/drawingml/2006/main">
              <a:ext uri="{FF2B5EF4-FFF2-40B4-BE49-F238E27FC236}">
                <a16:creationId xmlns:a16="http://schemas.microsoft.com/office/drawing/2014/main" id="{3F582C0D-F5F7-4434-BC35-CB468A375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30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6" name="data_3473">
            <a:extLst xmlns:a="http://schemas.openxmlformats.org/drawingml/2006/main">
              <a:ext uri="{FF2B5EF4-FFF2-40B4-BE49-F238E27FC236}">
                <a16:creationId xmlns:a16="http://schemas.microsoft.com/office/drawing/2014/main" id="{ECFFB478-B99C-49E9-A4A8-A83B4730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8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7" name="data_3474">
            <a:extLst xmlns:a="http://schemas.openxmlformats.org/drawingml/2006/main">
              <a:ext uri="{FF2B5EF4-FFF2-40B4-BE49-F238E27FC236}">
                <a16:creationId xmlns:a16="http://schemas.microsoft.com/office/drawing/2014/main" id="{C5028BB7-D97C-4320-B96E-81E1B48F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402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8" name="data_3475">
            <a:extLst xmlns:a="http://schemas.openxmlformats.org/drawingml/2006/main">
              <a:ext uri="{FF2B5EF4-FFF2-40B4-BE49-F238E27FC236}">
                <a16:creationId xmlns:a16="http://schemas.microsoft.com/office/drawing/2014/main" id="{0D8317BE-4B6F-4B5D-8881-A510FAFE6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246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9" name="data_3476">
            <a:extLst xmlns:a="http://schemas.openxmlformats.org/drawingml/2006/main">
              <a:ext uri="{FF2B5EF4-FFF2-40B4-BE49-F238E27FC236}">
                <a16:creationId xmlns:a16="http://schemas.microsoft.com/office/drawing/2014/main" id="{86513300-13AD-4DA1-B7D7-B3272BC3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297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0" name="data_3477">
            <a:extLst xmlns:a="http://schemas.openxmlformats.org/drawingml/2006/main">
              <a:ext uri="{FF2B5EF4-FFF2-40B4-BE49-F238E27FC236}">
                <a16:creationId xmlns:a16="http://schemas.microsoft.com/office/drawing/2014/main" id="{2FCAE948-C8C6-4396-BD75-69313626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698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1" name="data_3478">
            <a:extLst xmlns:a="http://schemas.openxmlformats.org/drawingml/2006/main">
              <a:ext uri="{FF2B5EF4-FFF2-40B4-BE49-F238E27FC236}">
                <a16:creationId xmlns:a16="http://schemas.microsoft.com/office/drawing/2014/main" id="{5C84348E-FEA6-4135-B560-9072A56E7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70" y="34528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2" name="data_3479">
            <a:extLst xmlns:a="http://schemas.openxmlformats.org/drawingml/2006/main">
              <a:ext uri="{FF2B5EF4-FFF2-40B4-BE49-F238E27FC236}">
                <a16:creationId xmlns:a16="http://schemas.microsoft.com/office/drawing/2014/main" id="{DB11F676-D705-4A7E-B3C0-969F3527A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438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3" name="data_3480">
            <a:extLst xmlns:a="http://schemas.openxmlformats.org/drawingml/2006/main">
              <a:ext uri="{FF2B5EF4-FFF2-40B4-BE49-F238E27FC236}">
                <a16:creationId xmlns:a16="http://schemas.microsoft.com/office/drawing/2014/main" id="{341646A9-45C1-4F7E-9D6C-C3A8A47D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0326" y="23994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4" name="data_3481">
            <a:extLst xmlns:a="http://schemas.openxmlformats.org/drawingml/2006/main">
              <a:ext uri="{FF2B5EF4-FFF2-40B4-BE49-F238E27FC236}">
                <a16:creationId xmlns:a16="http://schemas.microsoft.com/office/drawing/2014/main" id="{945988EE-0898-4049-9452-2E78802B6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2103" y="271096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5" name="data_3482">
            <a:extLst xmlns:a="http://schemas.openxmlformats.org/drawingml/2006/main">
              <a:ext uri="{FF2B5EF4-FFF2-40B4-BE49-F238E27FC236}">
                <a16:creationId xmlns:a16="http://schemas.microsoft.com/office/drawing/2014/main" id="{C8ABF8C9-10E0-42BE-9CA3-87ECCCC8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3295" y="317698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6" name="data_3483">
            <a:extLst xmlns:a="http://schemas.openxmlformats.org/drawingml/2006/main">
              <a:ext uri="{FF2B5EF4-FFF2-40B4-BE49-F238E27FC236}">
                <a16:creationId xmlns:a16="http://schemas.microsoft.com/office/drawing/2014/main" id="{7E41A2BB-5B04-4591-9718-032F45C98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61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7" name="data_3484">
            <a:extLst xmlns:a="http://schemas.openxmlformats.org/drawingml/2006/main">
              <a:ext uri="{FF2B5EF4-FFF2-40B4-BE49-F238E27FC236}">
                <a16:creationId xmlns:a16="http://schemas.microsoft.com/office/drawing/2014/main" id="{6E0754A9-365D-4975-9F18-35FFA8F19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0167" y="3738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8" name="data_3485">
            <a:extLst xmlns:a="http://schemas.openxmlformats.org/drawingml/2006/main">
              <a:ext uri="{FF2B5EF4-FFF2-40B4-BE49-F238E27FC236}">
                <a16:creationId xmlns:a16="http://schemas.microsoft.com/office/drawing/2014/main" id="{F6611167-2A6B-48E9-9266-F88D3868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503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9" name="data_3486">
            <a:extLst xmlns:a="http://schemas.openxmlformats.org/drawingml/2006/main">
              <a:ext uri="{FF2B5EF4-FFF2-40B4-BE49-F238E27FC236}">
                <a16:creationId xmlns:a16="http://schemas.microsoft.com/office/drawing/2014/main" id="{AE0ADDE7-D96F-4720-A2AF-01878B23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8114" y="393199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0" name="data_3487">
            <a:extLst xmlns:a="http://schemas.openxmlformats.org/drawingml/2006/main">
              <a:ext uri="{FF2B5EF4-FFF2-40B4-BE49-F238E27FC236}">
                <a16:creationId xmlns:a16="http://schemas.microsoft.com/office/drawing/2014/main" id="{AF4D1D40-8BB3-4839-9284-AEF92CAC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049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1" name="data_3488">
            <a:extLst xmlns:a="http://schemas.openxmlformats.org/drawingml/2006/main">
              <a:ext uri="{FF2B5EF4-FFF2-40B4-BE49-F238E27FC236}">
                <a16:creationId xmlns:a16="http://schemas.microsoft.com/office/drawing/2014/main" id="{F8435FB0-890A-4B11-AE0D-20B60F277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093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2" name="data_3489">
            <a:extLst xmlns:a="http://schemas.openxmlformats.org/drawingml/2006/main">
              <a:ext uri="{FF2B5EF4-FFF2-40B4-BE49-F238E27FC236}">
                <a16:creationId xmlns:a16="http://schemas.microsoft.com/office/drawing/2014/main" id="{92DEFDCA-6E10-42CE-872C-8758480FE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433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3" name="data_3490">
            <a:extLst xmlns:a="http://schemas.openxmlformats.org/drawingml/2006/main">
              <a:ext uri="{FF2B5EF4-FFF2-40B4-BE49-F238E27FC236}">
                <a16:creationId xmlns:a16="http://schemas.microsoft.com/office/drawing/2014/main" id="{759E0CAE-39E5-4FAC-98F4-E29B6164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71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4" name="data_3491">
            <a:extLst xmlns:a="http://schemas.openxmlformats.org/drawingml/2006/main">
              <a:ext uri="{FF2B5EF4-FFF2-40B4-BE49-F238E27FC236}">
                <a16:creationId xmlns:a16="http://schemas.microsoft.com/office/drawing/2014/main" id="{468C82E9-C9A3-4C1B-BD3A-568C65176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0690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5" name="data_3492">
            <a:extLst xmlns:a="http://schemas.openxmlformats.org/drawingml/2006/main">
              <a:ext uri="{FF2B5EF4-FFF2-40B4-BE49-F238E27FC236}">
                <a16:creationId xmlns:a16="http://schemas.microsoft.com/office/drawing/2014/main" id="{79D3191B-FE06-4B88-B9AE-FB0ED36AD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69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6" name="data_3493">
            <a:extLst xmlns:a="http://schemas.openxmlformats.org/drawingml/2006/main">
              <a:ext uri="{FF2B5EF4-FFF2-40B4-BE49-F238E27FC236}">
                <a16:creationId xmlns:a16="http://schemas.microsoft.com/office/drawing/2014/main" id="{79B0B80C-A2A5-4DA4-885D-D4D7A7A2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7640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7" name="data_3494">
            <a:extLst xmlns:a="http://schemas.openxmlformats.org/drawingml/2006/main">
              <a:ext uri="{FF2B5EF4-FFF2-40B4-BE49-F238E27FC236}">
                <a16:creationId xmlns:a16="http://schemas.microsoft.com/office/drawing/2014/main" id="{23E085D9-145D-4A73-B3B6-EB659F088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4596" y="27756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8" name="data_3495">
            <a:extLst xmlns:a="http://schemas.openxmlformats.org/drawingml/2006/main">
              <a:ext uri="{FF2B5EF4-FFF2-40B4-BE49-F238E27FC236}">
                <a16:creationId xmlns:a16="http://schemas.microsoft.com/office/drawing/2014/main" id="{802005BB-A8EB-42B4-A12A-218C0AA9B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38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9" name="data_3496">
            <a:extLst xmlns:a="http://schemas.openxmlformats.org/drawingml/2006/main">
              <a:ext uri="{FF2B5EF4-FFF2-40B4-BE49-F238E27FC236}">
                <a16:creationId xmlns:a16="http://schemas.microsoft.com/office/drawing/2014/main" id="{69A6B862-4D37-48AA-87A0-9F3032D81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892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0" name="data_3497">
            <a:extLst xmlns:a="http://schemas.openxmlformats.org/drawingml/2006/main">
              <a:ext uri="{FF2B5EF4-FFF2-40B4-BE49-F238E27FC236}">
                <a16:creationId xmlns:a16="http://schemas.microsoft.com/office/drawing/2014/main" id="{814F1B99-D82E-412A-80B2-E8751AED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0052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1" name="data_3498">
            <a:extLst xmlns:a="http://schemas.openxmlformats.org/drawingml/2006/main">
              <a:ext uri="{FF2B5EF4-FFF2-40B4-BE49-F238E27FC236}">
                <a16:creationId xmlns:a16="http://schemas.microsoft.com/office/drawing/2014/main" id="{FBB7F855-E009-4910-8193-AC539F79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784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2" name="data_3499">
            <a:extLst xmlns:a="http://schemas.openxmlformats.org/drawingml/2006/main">
              <a:ext uri="{FF2B5EF4-FFF2-40B4-BE49-F238E27FC236}">
                <a16:creationId xmlns:a16="http://schemas.microsoft.com/office/drawing/2014/main" id="{8E3BAC77-175E-40AD-8F9D-C1A56C74E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7494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3" name="data_3500">
            <a:extLst xmlns:a="http://schemas.openxmlformats.org/drawingml/2006/main">
              <a:ext uri="{FF2B5EF4-FFF2-40B4-BE49-F238E27FC236}">
                <a16:creationId xmlns:a16="http://schemas.microsoft.com/office/drawing/2014/main" id="{80E15068-E696-42E6-937B-9F0FA124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841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4" name="data_3501">
            <a:extLst xmlns:a="http://schemas.openxmlformats.org/drawingml/2006/main">
              <a:ext uri="{FF2B5EF4-FFF2-40B4-BE49-F238E27FC236}">
                <a16:creationId xmlns:a16="http://schemas.microsoft.com/office/drawing/2014/main" id="{23A61DD1-DF3B-47F9-A2A3-574C62E06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474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5" name="data_3502">
            <a:extLst xmlns:a="http://schemas.openxmlformats.org/drawingml/2006/main">
              <a:ext uri="{FF2B5EF4-FFF2-40B4-BE49-F238E27FC236}">
                <a16:creationId xmlns:a16="http://schemas.microsoft.com/office/drawing/2014/main" id="{7A47A649-A998-4C77-A80D-7E6F85F10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9484" y="347393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6" name="data_3503">
            <a:extLst xmlns:a="http://schemas.openxmlformats.org/drawingml/2006/main">
              <a:ext uri="{FF2B5EF4-FFF2-40B4-BE49-F238E27FC236}">
                <a16:creationId xmlns:a16="http://schemas.microsoft.com/office/drawing/2014/main" id="{185C6A87-293C-499D-A4B7-6C15379A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5516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7" name="data_3504">
            <a:extLst xmlns:a="http://schemas.openxmlformats.org/drawingml/2006/main">
              <a:ext uri="{FF2B5EF4-FFF2-40B4-BE49-F238E27FC236}">
                <a16:creationId xmlns:a16="http://schemas.microsoft.com/office/drawing/2014/main" id="{DC1BD3A8-A520-4D99-86EF-63AE8970C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08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8" name="data_3505">
            <a:extLst xmlns:a="http://schemas.openxmlformats.org/drawingml/2006/main">
              <a:ext uri="{FF2B5EF4-FFF2-40B4-BE49-F238E27FC236}">
                <a16:creationId xmlns:a16="http://schemas.microsoft.com/office/drawing/2014/main" id="{08EC2C27-FB88-4104-985D-1A0B75337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4498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9" name="data_3506">
            <a:extLst xmlns:a="http://schemas.openxmlformats.org/drawingml/2006/main">
              <a:ext uri="{FF2B5EF4-FFF2-40B4-BE49-F238E27FC236}">
                <a16:creationId xmlns:a16="http://schemas.microsoft.com/office/drawing/2014/main" id="{8E0240B4-5629-4C00-9ED3-5DDE9BAD3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681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0" name="data_3507">
            <a:extLst xmlns:a="http://schemas.openxmlformats.org/drawingml/2006/main">
              <a:ext uri="{FF2B5EF4-FFF2-40B4-BE49-F238E27FC236}">
                <a16:creationId xmlns:a16="http://schemas.microsoft.com/office/drawing/2014/main" id="{1889C1FC-32DB-442E-8584-71E761C8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0045" y="26686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1" name="data_3508">
            <a:extLst xmlns:a="http://schemas.openxmlformats.org/drawingml/2006/main">
              <a:ext uri="{FF2B5EF4-FFF2-40B4-BE49-F238E27FC236}">
                <a16:creationId xmlns:a16="http://schemas.microsoft.com/office/drawing/2014/main" id="{98158EFD-A734-419D-B7F9-E0045B53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815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2" name="data_3509">
            <a:extLst xmlns:a="http://schemas.openxmlformats.org/drawingml/2006/main">
              <a:ext uri="{FF2B5EF4-FFF2-40B4-BE49-F238E27FC236}">
                <a16:creationId xmlns:a16="http://schemas.microsoft.com/office/drawing/2014/main" id="{EA4CC46D-E5A4-400F-9BAF-CF95BC2F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944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3" name="data_3510">
            <a:extLst xmlns:a="http://schemas.openxmlformats.org/drawingml/2006/main">
              <a:ext uri="{FF2B5EF4-FFF2-40B4-BE49-F238E27FC236}">
                <a16:creationId xmlns:a16="http://schemas.microsoft.com/office/drawing/2014/main" id="{07D17CC7-AB54-4D8F-8E3E-9BD0B88B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9968" y="27756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4" name="data_3511">
            <a:extLst xmlns:a="http://schemas.openxmlformats.org/drawingml/2006/main">
              <a:ext uri="{FF2B5EF4-FFF2-40B4-BE49-F238E27FC236}">
                <a16:creationId xmlns:a16="http://schemas.microsoft.com/office/drawing/2014/main" id="{E4E3C745-C3F0-48AF-A97C-8C66665B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235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5" name="data_3512">
            <a:extLst xmlns:a="http://schemas.openxmlformats.org/drawingml/2006/main">
              <a:ext uri="{FF2B5EF4-FFF2-40B4-BE49-F238E27FC236}">
                <a16:creationId xmlns:a16="http://schemas.microsoft.com/office/drawing/2014/main" id="{BB4BE136-D06A-43A9-B0FE-61E32174B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39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6" name="data_3513">
            <a:extLst xmlns:a="http://schemas.openxmlformats.org/drawingml/2006/main">
              <a:ext uri="{FF2B5EF4-FFF2-40B4-BE49-F238E27FC236}">
                <a16:creationId xmlns:a16="http://schemas.microsoft.com/office/drawing/2014/main" id="{7D5ED0B9-435D-4DF8-95E9-08163E084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4160" y="3849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7" name="data_3514">
            <a:extLst xmlns:a="http://schemas.openxmlformats.org/drawingml/2006/main">
              <a:ext uri="{FF2B5EF4-FFF2-40B4-BE49-F238E27FC236}">
                <a16:creationId xmlns:a16="http://schemas.microsoft.com/office/drawing/2014/main" id="{A47C424C-14F3-4DCF-8A12-6F4D4638B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7081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8" name="data_3515">
            <a:extLst xmlns:a="http://schemas.openxmlformats.org/drawingml/2006/main">
              <a:ext uri="{FF2B5EF4-FFF2-40B4-BE49-F238E27FC236}">
                <a16:creationId xmlns:a16="http://schemas.microsoft.com/office/drawing/2014/main" id="{50118F6C-7E9E-49EF-8DF7-FF5DFA191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832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9" name="data_3516">
            <a:extLst xmlns:a="http://schemas.openxmlformats.org/drawingml/2006/main">
              <a:ext uri="{FF2B5EF4-FFF2-40B4-BE49-F238E27FC236}">
                <a16:creationId xmlns:a16="http://schemas.microsoft.com/office/drawing/2014/main" id="{3432BC6E-91DA-4A50-8253-B0148D981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383" y="299640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0" name="data_3517">
            <a:extLst xmlns:a="http://schemas.openxmlformats.org/drawingml/2006/main">
              <a:ext uri="{FF2B5EF4-FFF2-40B4-BE49-F238E27FC236}">
                <a16:creationId xmlns:a16="http://schemas.microsoft.com/office/drawing/2014/main" id="{53236154-254A-440A-AC40-4F851D5C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5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1" name="data_3518">
            <a:extLst xmlns:a="http://schemas.openxmlformats.org/drawingml/2006/main">
              <a:ext uri="{FF2B5EF4-FFF2-40B4-BE49-F238E27FC236}">
                <a16:creationId xmlns:a16="http://schemas.microsoft.com/office/drawing/2014/main" id="{2E4E4C53-C946-4A53-B9AD-54C480CF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06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2" name="data_3519">
            <a:extLst xmlns:a="http://schemas.openxmlformats.org/drawingml/2006/main">
              <a:ext uri="{FF2B5EF4-FFF2-40B4-BE49-F238E27FC236}">
                <a16:creationId xmlns:a16="http://schemas.microsoft.com/office/drawing/2014/main" id="{D30A50A9-180B-4707-9B03-4FEBD4DC3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098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3" name="data_3520">
            <a:extLst xmlns:a="http://schemas.openxmlformats.org/drawingml/2006/main">
              <a:ext uri="{FF2B5EF4-FFF2-40B4-BE49-F238E27FC236}">
                <a16:creationId xmlns:a16="http://schemas.microsoft.com/office/drawing/2014/main" id="{69FE77BA-1A44-4299-B525-9BC106F68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13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4" name="data_3521">
            <a:extLst xmlns:a="http://schemas.openxmlformats.org/drawingml/2006/main">
              <a:ext uri="{FF2B5EF4-FFF2-40B4-BE49-F238E27FC236}">
                <a16:creationId xmlns:a16="http://schemas.microsoft.com/office/drawing/2014/main" id="{032F8C3E-A730-4C21-8491-DF15BE001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2056" y="243459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5" name="data_3522">
            <a:extLst xmlns:a="http://schemas.openxmlformats.org/drawingml/2006/main">
              <a:ext uri="{FF2B5EF4-FFF2-40B4-BE49-F238E27FC236}">
                <a16:creationId xmlns:a16="http://schemas.microsoft.com/office/drawing/2014/main" id="{BE007B8C-7229-4D51-9F12-06C2B2C9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967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6" name="data_3523">
            <a:extLst xmlns:a="http://schemas.openxmlformats.org/drawingml/2006/main">
              <a:ext uri="{FF2B5EF4-FFF2-40B4-BE49-F238E27FC236}">
                <a16:creationId xmlns:a16="http://schemas.microsoft.com/office/drawing/2014/main" id="{4A63A5F0-1A5C-4BC3-BC25-AF934A1C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620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7" name="data_3524">
            <a:extLst xmlns:a="http://schemas.openxmlformats.org/drawingml/2006/main">
              <a:ext uri="{FF2B5EF4-FFF2-40B4-BE49-F238E27FC236}">
                <a16:creationId xmlns:a16="http://schemas.microsoft.com/office/drawing/2014/main" id="{86760A9E-974B-4F41-9493-86B4D80BC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3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8" name="data_3525">
            <a:extLst xmlns:a="http://schemas.openxmlformats.org/drawingml/2006/main">
              <a:ext uri="{FF2B5EF4-FFF2-40B4-BE49-F238E27FC236}">
                <a16:creationId xmlns:a16="http://schemas.microsoft.com/office/drawing/2014/main" id="{60CA3518-1174-4DE8-8A61-C9289C4FD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1904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9" name="data_3526">
            <a:extLst xmlns:a="http://schemas.openxmlformats.org/drawingml/2006/main">
              <a:ext uri="{FF2B5EF4-FFF2-40B4-BE49-F238E27FC236}">
                <a16:creationId xmlns:a16="http://schemas.microsoft.com/office/drawing/2014/main" id="{A0185336-62A4-42A5-A18B-AF1DDC873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728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0" name="data_3527">
            <a:extLst xmlns:a="http://schemas.openxmlformats.org/drawingml/2006/main">
              <a:ext uri="{FF2B5EF4-FFF2-40B4-BE49-F238E27FC236}">
                <a16:creationId xmlns:a16="http://schemas.microsoft.com/office/drawing/2014/main" id="{19E1D369-CF9A-465B-9E02-CECD7405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1879" y="290480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1" name="data_3528">
            <a:extLst xmlns:a="http://schemas.openxmlformats.org/drawingml/2006/main">
              <a:ext uri="{FF2B5EF4-FFF2-40B4-BE49-F238E27FC236}">
                <a16:creationId xmlns:a16="http://schemas.microsoft.com/office/drawing/2014/main" id="{23B4FEA5-74DE-47F0-911C-DC993974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978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2" name="data_3529">
            <a:extLst xmlns:a="http://schemas.openxmlformats.org/drawingml/2006/main">
              <a:ext uri="{FF2B5EF4-FFF2-40B4-BE49-F238E27FC236}">
                <a16:creationId xmlns:a16="http://schemas.microsoft.com/office/drawing/2014/main" id="{90DBE05B-D8A7-4E07-9F0D-178D8EE2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069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3" name="data_3530">
            <a:extLst xmlns:a="http://schemas.openxmlformats.org/drawingml/2006/main">
              <a:ext uri="{FF2B5EF4-FFF2-40B4-BE49-F238E27FC236}">
                <a16:creationId xmlns:a16="http://schemas.microsoft.com/office/drawing/2014/main" id="{0257F1F8-C2BF-4A25-8937-167A608F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557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4" name="data_3531">
            <a:extLst xmlns:a="http://schemas.openxmlformats.org/drawingml/2006/main">
              <a:ext uri="{FF2B5EF4-FFF2-40B4-BE49-F238E27FC236}">
                <a16:creationId xmlns:a16="http://schemas.microsoft.com/office/drawing/2014/main" id="{08958DDD-EFA4-4228-BB81-C7045D4AF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544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5" name="data_3532">
            <a:extLst xmlns:a="http://schemas.openxmlformats.org/drawingml/2006/main">
              <a:ext uri="{FF2B5EF4-FFF2-40B4-BE49-F238E27FC236}">
                <a16:creationId xmlns:a16="http://schemas.microsoft.com/office/drawing/2014/main" id="{2AFF8A63-FCBA-4974-807F-3D4EA56F0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20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6" name="data_3533">
            <a:extLst xmlns:a="http://schemas.openxmlformats.org/drawingml/2006/main">
              <a:ext uri="{FF2B5EF4-FFF2-40B4-BE49-F238E27FC236}">
                <a16:creationId xmlns:a16="http://schemas.microsoft.com/office/drawing/2014/main" id="{CC6C8725-9266-4DD5-8986-F8955C8AD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781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7" name="data_3534">
            <a:extLst xmlns:a="http://schemas.openxmlformats.org/drawingml/2006/main">
              <a:ext uri="{FF2B5EF4-FFF2-40B4-BE49-F238E27FC236}">
                <a16:creationId xmlns:a16="http://schemas.microsoft.com/office/drawing/2014/main" id="{4458085F-9387-4971-89FE-FF663AA56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46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8" name="data_3535">
            <a:extLst xmlns:a="http://schemas.openxmlformats.org/drawingml/2006/main">
              <a:ext uri="{FF2B5EF4-FFF2-40B4-BE49-F238E27FC236}">
                <a16:creationId xmlns:a16="http://schemas.microsoft.com/office/drawing/2014/main" id="{7153B9F0-60B4-4E9E-93A1-21E843A00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0563" y="305258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9" name="data_3536">
            <a:extLst xmlns:a="http://schemas.openxmlformats.org/drawingml/2006/main">
              <a:ext uri="{FF2B5EF4-FFF2-40B4-BE49-F238E27FC236}">
                <a16:creationId xmlns:a16="http://schemas.microsoft.com/office/drawing/2014/main" id="{E934A355-AF9A-4DC5-BB33-41E70864B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3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0" name="data_3537">
            <a:extLst xmlns:a="http://schemas.openxmlformats.org/drawingml/2006/main">
              <a:ext uri="{FF2B5EF4-FFF2-40B4-BE49-F238E27FC236}">
                <a16:creationId xmlns:a16="http://schemas.microsoft.com/office/drawing/2014/main" id="{DF5C4194-8DBB-4C88-8A15-9FE538EA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21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1" name="data_3538">
            <a:extLst xmlns:a="http://schemas.openxmlformats.org/drawingml/2006/main">
              <a:ext uri="{FF2B5EF4-FFF2-40B4-BE49-F238E27FC236}">
                <a16:creationId xmlns:a16="http://schemas.microsoft.com/office/drawing/2014/main" id="{600D5DA6-7357-4124-8ABB-0C97F3D84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463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2" name="data_3539">
            <a:extLst xmlns:a="http://schemas.openxmlformats.org/drawingml/2006/main">
              <a:ext uri="{FF2B5EF4-FFF2-40B4-BE49-F238E27FC236}">
                <a16:creationId xmlns:a16="http://schemas.microsoft.com/office/drawing/2014/main" id="{1E135D96-0987-44BF-AE9F-4977EB0DF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508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3" name="data_3540">
            <a:extLst xmlns:a="http://schemas.openxmlformats.org/drawingml/2006/main">
              <a:ext uri="{FF2B5EF4-FFF2-40B4-BE49-F238E27FC236}">
                <a16:creationId xmlns:a16="http://schemas.microsoft.com/office/drawing/2014/main" id="{9E70903E-8A3E-4DF1-BA06-63D788A8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1183" y="294238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4" name="data_3541">
            <a:extLst xmlns:a="http://schemas.openxmlformats.org/drawingml/2006/main">
              <a:ext uri="{FF2B5EF4-FFF2-40B4-BE49-F238E27FC236}">
                <a16:creationId xmlns:a16="http://schemas.microsoft.com/office/drawing/2014/main" id="{9F4EC0C5-C5E1-4756-A95C-ED41A5AD8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2763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5" name="data_3542">
            <a:extLst xmlns:a="http://schemas.openxmlformats.org/drawingml/2006/main">
              <a:ext uri="{FF2B5EF4-FFF2-40B4-BE49-F238E27FC236}">
                <a16:creationId xmlns:a16="http://schemas.microsoft.com/office/drawing/2014/main" id="{982F5425-293D-49DE-9943-0380C448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4135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6" name="data_3543">
            <a:extLst xmlns:a="http://schemas.openxmlformats.org/drawingml/2006/main">
              <a:ext uri="{FF2B5EF4-FFF2-40B4-BE49-F238E27FC236}">
                <a16:creationId xmlns:a16="http://schemas.microsoft.com/office/drawing/2014/main" id="{CCA1DCEE-A209-440B-86C5-3D84511A6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413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7" name="data_3544">
            <a:extLst xmlns:a="http://schemas.openxmlformats.org/drawingml/2006/main">
              <a:ext uri="{FF2B5EF4-FFF2-40B4-BE49-F238E27FC236}">
                <a16:creationId xmlns:a16="http://schemas.microsoft.com/office/drawing/2014/main" id="{442D3DEA-FBC6-4884-A9D8-8FDEA2EF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980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8" name="data_3545">
            <a:extLst xmlns:a="http://schemas.openxmlformats.org/drawingml/2006/main">
              <a:ext uri="{FF2B5EF4-FFF2-40B4-BE49-F238E27FC236}">
                <a16:creationId xmlns:a16="http://schemas.microsoft.com/office/drawing/2014/main" id="{06DC4217-8877-417E-9AF5-2E582166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357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9" name="data_3546">
            <a:extLst xmlns:a="http://schemas.openxmlformats.org/drawingml/2006/main">
              <a:ext uri="{FF2B5EF4-FFF2-40B4-BE49-F238E27FC236}">
                <a16:creationId xmlns:a16="http://schemas.microsoft.com/office/drawing/2014/main" id="{50249EDB-D21E-4244-8C20-C52DA4938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797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0" name="data_3547">
            <a:extLst xmlns:a="http://schemas.openxmlformats.org/drawingml/2006/main">
              <a:ext uri="{FF2B5EF4-FFF2-40B4-BE49-F238E27FC236}">
                <a16:creationId xmlns:a16="http://schemas.microsoft.com/office/drawing/2014/main" id="{370869E1-1B7E-403D-B03A-2AC53A00B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41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1" name="data_3548">
            <a:extLst xmlns:a="http://schemas.openxmlformats.org/drawingml/2006/main">
              <a:ext uri="{FF2B5EF4-FFF2-40B4-BE49-F238E27FC236}">
                <a16:creationId xmlns:a16="http://schemas.microsoft.com/office/drawing/2014/main" id="{A076A33E-83EA-499A-A2DD-249E95E7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079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2" name="data_3549">
            <a:extLst xmlns:a="http://schemas.openxmlformats.org/drawingml/2006/main">
              <a:ext uri="{FF2B5EF4-FFF2-40B4-BE49-F238E27FC236}">
                <a16:creationId xmlns:a16="http://schemas.microsoft.com/office/drawing/2014/main" id="{EED72B31-1044-44A7-BAC8-C63153793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1158" y="294266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3" name="data_3550">
            <a:extLst xmlns:a="http://schemas.openxmlformats.org/drawingml/2006/main">
              <a:ext uri="{FF2B5EF4-FFF2-40B4-BE49-F238E27FC236}">
                <a16:creationId xmlns:a16="http://schemas.microsoft.com/office/drawing/2014/main" id="{1AECF55A-FFD8-4865-A49B-6BADEEB32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330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4" name="data_3551">
            <a:extLst xmlns:a="http://schemas.openxmlformats.org/drawingml/2006/main">
              <a:ext uri="{FF2B5EF4-FFF2-40B4-BE49-F238E27FC236}">
                <a16:creationId xmlns:a16="http://schemas.microsoft.com/office/drawing/2014/main" id="{7C2E8486-3107-46F0-BCE4-D5E5D177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314" y="366354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5" name="data_3552">
            <a:extLst xmlns:a="http://schemas.openxmlformats.org/drawingml/2006/main">
              <a:ext uri="{FF2B5EF4-FFF2-40B4-BE49-F238E27FC236}">
                <a16:creationId xmlns:a16="http://schemas.microsoft.com/office/drawing/2014/main" id="{4A47FD78-3426-4B7D-B896-9803A39C1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58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6" name="data_3553">
            <a:extLst xmlns:a="http://schemas.openxmlformats.org/drawingml/2006/main">
              <a:ext uri="{FF2B5EF4-FFF2-40B4-BE49-F238E27FC236}">
                <a16:creationId xmlns:a16="http://schemas.microsoft.com/office/drawing/2014/main" id="{3A6AB412-9CBA-4130-AFD6-91BD9CB7C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388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7" name="data_3554">
            <a:extLst xmlns:a="http://schemas.openxmlformats.org/drawingml/2006/main">
              <a:ext uri="{FF2B5EF4-FFF2-40B4-BE49-F238E27FC236}">
                <a16:creationId xmlns:a16="http://schemas.microsoft.com/office/drawing/2014/main" id="{B409AB9D-C203-4406-8342-451571C78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5036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8" name="data_3555">
            <a:extLst xmlns:a="http://schemas.openxmlformats.org/drawingml/2006/main">
              <a:ext uri="{FF2B5EF4-FFF2-40B4-BE49-F238E27FC236}">
                <a16:creationId xmlns:a16="http://schemas.microsoft.com/office/drawing/2014/main" id="{67AB9B19-8C69-4786-83DA-DA34253E2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99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9" name="data_3556">
            <a:extLst xmlns:a="http://schemas.openxmlformats.org/drawingml/2006/main">
              <a:ext uri="{FF2B5EF4-FFF2-40B4-BE49-F238E27FC236}">
                <a16:creationId xmlns:a16="http://schemas.microsoft.com/office/drawing/2014/main" id="{F204F7B4-DB82-4D59-ACFA-64418F799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542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0" name="data_3557">
            <a:extLst xmlns:a="http://schemas.openxmlformats.org/drawingml/2006/main">
              <a:ext uri="{FF2B5EF4-FFF2-40B4-BE49-F238E27FC236}">
                <a16:creationId xmlns:a16="http://schemas.microsoft.com/office/drawing/2014/main" id="{CB3D0E90-1C2B-4629-BE03-3F53E91E9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626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1" name="data_3558">
            <a:extLst xmlns:a="http://schemas.openxmlformats.org/drawingml/2006/main">
              <a:ext uri="{FF2B5EF4-FFF2-40B4-BE49-F238E27FC236}">
                <a16:creationId xmlns:a16="http://schemas.microsoft.com/office/drawing/2014/main" id="{ED151315-A1D5-4E44-8591-F46FAFEF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375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2" name="data_3559">
            <a:extLst xmlns:a="http://schemas.openxmlformats.org/drawingml/2006/main">
              <a:ext uri="{FF2B5EF4-FFF2-40B4-BE49-F238E27FC236}">
                <a16:creationId xmlns:a16="http://schemas.microsoft.com/office/drawing/2014/main" id="{3A602CE5-CBAD-4258-8519-20EF67ACE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24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3" name="data_3560">
            <a:extLst xmlns:a="http://schemas.openxmlformats.org/drawingml/2006/main">
              <a:ext uri="{FF2B5EF4-FFF2-40B4-BE49-F238E27FC236}">
                <a16:creationId xmlns:a16="http://schemas.microsoft.com/office/drawing/2014/main" id="{2A985794-FC2D-469B-96B3-C8483A1E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126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4" name="data_3561">
            <a:extLst xmlns:a="http://schemas.openxmlformats.org/drawingml/2006/main">
              <a:ext uri="{FF2B5EF4-FFF2-40B4-BE49-F238E27FC236}">
                <a16:creationId xmlns:a16="http://schemas.microsoft.com/office/drawing/2014/main" id="{E5A3F68E-CA85-4FCE-A6B4-9821C5F6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797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5" name="data_3562">
            <a:extLst xmlns:a="http://schemas.openxmlformats.org/drawingml/2006/main">
              <a:ext uri="{FF2B5EF4-FFF2-40B4-BE49-F238E27FC236}">
                <a16:creationId xmlns:a16="http://schemas.microsoft.com/office/drawing/2014/main" id="{646CB90E-E082-43B0-927B-DA13D13C1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1279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6" name="data_3563">
            <a:extLst xmlns:a="http://schemas.openxmlformats.org/drawingml/2006/main">
              <a:ext uri="{FF2B5EF4-FFF2-40B4-BE49-F238E27FC236}">
                <a16:creationId xmlns:a16="http://schemas.microsoft.com/office/drawing/2014/main" id="{75BAC5E0-7EA9-42A3-96B5-A4DB0046E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77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7" name="data_3564">
            <a:extLst xmlns:a="http://schemas.openxmlformats.org/drawingml/2006/main">
              <a:ext uri="{FF2B5EF4-FFF2-40B4-BE49-F238E27FC236}">
                <a16:creationId xmlns:a16="http://schemas.microsoft.com/office/drawing/2014/main" id="{B4AE7B23-4173-44D6-8E8E-F1310D9A8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5533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8" name="data_3565">
            <a:extLst xmlns:a="http://schemas.openxmlformats.org/drawingml/2006/main">
              <a:ext uri="{FF2B5EF4-FFF2-40B4-BE49-F238E27FC236}">
                <a16:creationId xmlns:a16="http://schemas.microsoft.com/office/drawing/2014/main" id="{DEA915C8-E50F-4546-8124-A29B15F2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9541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9" name="data_3566">
            <a:extLst xmlns:a="http://schemas.openxmlformats.org/drawingml/2006/main">
              <a:ext uri="{FF2B5EF4-FFF2-40B4-BE49-F238E27FC236}">
                <a16:creationId xmlns:a16="http://schemas.microsoft.com/office/drawing/2014/main" id="{BBE78323-4AF1-4B33-B5DC-C79DEC64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230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0" name="data_3567">
            <a:extLst xmlns:a="http://schemas.openxmlformats.org/drawingml/2006/main">
              <a:ext uri="{FF2B5EF4-FFF2-40B4-BE49-F238E27FC236}">
                <a16:creationId xmlns:a16="http://schemas.microsoft.com/office/drawing/2014/main" id="{535C1CE7-05EF-465B-B733-843AF10F1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107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1" name="data_3568">
            <a:extLst xmlns:a="http://schemas.openxmlformats.org/drawingml/2006/main">
              <a:ext uri="{FF2B5EF4-FFF2-40B4-BE49-F238E27FC236}">
                <a16:creationId xmlns:a16="http://schemas.microsoft.com/office/drawing/2014/main" id="{DE6B4DBF-24E3-4651-95E5-CDDE2CDEA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5935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2" name="data_3569">
            <a:extLst xmlns:a="http://schemas.openxmlformats.org/drawingml/2006/main">
              <a:ext uri="{FF2B5EF4-FFF2-40B4-BE49-F238E27FC236}">
                <a16:creationId xmlns:a16="http://schemas.microsoft.com/office/drawing/2014/main" id="{02BD4611-7472-4232-996D-E9333CACA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694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3" name="data_3570">
            <a:extLst xmlns:a="http://schemas.openxmlformats.org/drawingml/2006/main">
              <a:ext uri="{FF2B5EF4-FFF2-40B4-BE49-F238E27FC236}">
                <a16:creationId xmlns:a16="http://schemas.microsoft.com/office/drawing/2014/main" id="{B0BABCC9-A45A-433F-97B8-C78EF62B1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3737" y="332412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4" name="data_3571">
            <a:extLst xmlns:a="http://schemas.openxmlformats.org/drawingml/2006/main">
              <a:ext uri="{FF2B5EF4-FFF2-40B4-BE49-F238E27FC236}">
                <a16:creationId xmlns:a16="http://schemas.microsoft.com/office/drawing/2014/main" id="{4CA1ED67-FEBD-42BE-A451-030EA1C1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624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5" name="data_3572">
            <a:extLst xmlns:a="http://schemas.openxmlformats.org/drawingml/2006/main">
              <a:ext uri="{FF2B5EF4-FFF2-40B4-BE49-F238E27FC236}">
                <a16:creationId xmlns:a16="http://schemas.microsoft.com/office/drawing/2014/main" id="{365CB8EF-39E7-4E01-92DD-676DE74E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648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6" name="data_3573">
            <a:extLst xmlns:a="http://schemas.openxmlformats.org/drawingml/2006/main">
              <a:ext uri="{FF2B5EF4-FFF2-40B4-BE49-F238E27FC236}">
                <a16:creationId xmlns:a16="http://schemas.microsoft.com/office/drawing/2014/main" id="{809C2F8C-C593-45FE-ABB9-2AF5EFEA2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58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7" name="data_3574">
            <a:extLst xmlns:a="http://schemas.openxmlformats.org/drawingml/2006/main">
              <a:ext uri="{FF2B5EF4-FFF2-40B4-BE49-F238E27FC236}">
                <a16:creationId xmlns:a16="http://schemas.microsoft.com/office/drawing/2014/main" id="{CDCF5377-74DF-447B-9094-3E3C1B3D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7512" y="276231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8" name="data_3575">
            <a:extLst xmlns:a="http://schemas.openxmlformats.org/drawingml/2006/main">
              <a:ext uri="{FF2B5EF4-FFF2-40B4-BE49-F238E27FC236}">
                <a16:creationId xmlns:a16="http://schemas.microsoft.com/office/drawing/2014/main" id="{4165B0B9-3D34-43B9-A0C5-C009ADCD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765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9" name="data_3576">
            <a:extLst xmlns:a="http://schemas.openxmlformats.org/drawingml/2006/main">
              <a:ext uri="{FF2B5EF4-FFF2-40B4-BE49-F238E27FC236}">
                <a16:creationId xmlns:a16="http://schemas.microsoft.com/office/drawing/2014/main" id="{339E1CB4-2CB9-444D-871E-F3783B2C8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28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0" name="data_3577">
            <a:extLst xmlns:a="http://schemas.openxmlformats.org/drawingml/2006/main">
              <a:ext uri="{FF2B5EF4-FFF2-40B4-BE49-F238E27FC236}">
                <a16:creationId xmlns:a16="http://schemas.microsoft.com/office/drawing/2014/main" id="{843D2D7A-14D8-4518-824A-E5BD38F2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752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1" name="data_3578">
            <a:extLst xmlns:a="http://schemas.openxmlformats.org/drawingml/2006/main">
              <a:ext uri="{FF2B5EF4-FFF2-40B4-BE49-F238E27FC236}">
                <a16:creationId xmlns:a16="http://schemas.microsoft.com/office/drawing/2014/main" id="{EA05F8F5-C5B0-445B-ABAA-691D788E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622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2" name="data_3579">
            <a:extLst xmlns:a="http://schemas.openxmlformats.org/drawingml/2006/main">
              <a:ext uri="{FF2B5EF4-FFF2-40B4-BE49-F238E27FC236}">
                <a16:creationId xmlns:a16="http://schemas.microsoft.com/office/drawing/2014/main" id="{DF74DE9E-9EB5-449B-B1B1-C429DE47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251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3" name="data_3580">
            <a:extLst xmlns:a="http://schemas.openxmlformats.org/drawingml/2006/main">
              <a:ext uri="{FF2B5EF4-FFF2-40B4-BE49-F238E27FC236}">
                <a16:creationId xmlns:a16="http://schemas.microsoft.com/office/drawing/2014/main" id="{387600F0-986B-4532-8788-C0DFB0E56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0841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4" name="data_3581">
            <a:extLst xmlns:a="http://schemas.openxmlformats.org/drawingml/2006/main">
              <a:ext uri="{FF2B5EF4-FFF2-40B4-BE49-F238E27FC236}">
                <a16:creationId xmlns:a16="http://schemas.microsoft.com/office/drawing/2014/main" id="{3E8E1B7E-1FC2-4E7B-AFF1-09FC5233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8799" y="250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5" name="data_3582">
            <a:extLst xmlns:a="http://schemas.openxmlformats.org/drawingml/2006/main">
              <a:ext uri="{FF2B5EF4-FFF2-40B4-BE49-F238E27FC236}">
                <a16:creationId xmlns:a16="http://schemas.microsoft.com/office/drawing/2014/main" id="{9502EFFA-BD94-4E44-89F1-86BAC9BA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880" y="37922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6" name="data_3583">
            <a:extLst xmlns:a="http://schemas.openxmlformats.org/drawingml/2006/main">
              <a:ext uri="{FF2B5EF4-FFF2-40B4-BE49-F238E27FC236}">
                <a16:creationId xmlns:a16="http://schemas.microsoft.com/office/drawing/2014/main" id="{249B1061-2C4A-41B4-B83A-0FF16BC6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239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7" name="data_3584">
            <a:extLst xmlns:a="http://schemas.openxmlformats.org/drawingml/2006/main">
              <a:ext uri="{FF2B5EF4-FFF2-40B4-BE49-F238E27FC236}">
                <a16:creationId xmlns:a16="http://schemas.microsoft.com/office/drawing/2014/main" id="{9C91E350-39BD-41C2-85D4-40B1B0D7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099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8" name="data_3585">
            <a:extLst xmlns:a="http://schemas.openxmlformats.org/drawingml/2006/main">
              <a:ext uri="{FF2B5EF4-FFF2-40B4-BE49-F238E27FC236}">
                <a16:creationId xmlns:a16="http://schemas.microsoft.com/office/drawing/2014/main" id="{D00C0DD4-B346-421E-A237-E591BBF4A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1746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9" name="data_3586">
            <a:extLst xmlns:a="http://schemas.openxmlformats.org/drawingml/2006/main">
              <a:ext uri="{FF2B5EF4-FFF2-40B4-BE49-F238E27FC236}">
                <a16:creationId xmlns:a16="http://schemas.microsoft.com/office/drawing/2014/main" id="{06B1FFF5-BD40-4D97-869E-391EEC274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971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0" name="data_3587">
            <a:extLst xmlns:a="http://schemas.openxmlformats.org/drawingml/2006/main">
              <a:ext uri="{FF2B5EF4-FFF2-40B4-BE49-F238E27FC236}">
                <a16:creationId xmlns:a16="http://schemas.microsoft.com/office/drawing/2014/main" id="{CCE47E77-F58D-4063-970C-510D945C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2110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1" name="data_3588">
            <a:extLst xmlns:a="http://schemas.openxmlformats.org/drawingml/2006/main">
              <a:ext uri="{FF2B5EF4-FFF2-40B4-BE49-F238E27FC236}">
                <a16:creationId xmlns:a16="http://schemas.microsoft.com/office/drawing/2014/main" id="{B9C12A96-8A59-4C5A-8245-91948B992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479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2" name="data_3589">
            <a:extLst xmlns:a="http://schemas.openxmlformats.org/drawingml/2006/main">
              <a:ext uri="{FF2B5EF4-FFF2-40B4-BE49-F238E27FC236}">
                <a16:creationId xmlns:a16="http://schemas.microsoft.com/office/drawing/2014/main" id="{48BA1626-4A32-4070-BAE8-EFD474CA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652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3" name="data_3590">
            <a:extLst xmlns:a="http://schemas.openxmlformats.org/drawingml/2006/main">
              <a:ext uri="{FF2B5EF4-FFF2-40B4-BE49-F238E27FC236}">
                <a16:creationId xmlns:a16="http://schemas.microsoft.com/office/drawing/2014/main" id="{863DDFB7-FB76-40FE-9CB6-CC647470B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2907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4" name="data_3591">
            <a:extLst xmlns:a="http://schemas.openxmlformats.org/drawingml/2006/main">
              <a:ext uri="{FF2B5EF4-FFF2-40B4-BE49-F238E27FC236}">
                <a16:creationId xmlns:a16="http://schemas.microsoft.com/office/drawing/2014/main" id="{D887D19A-3A24-4F57-B512-6327CF2C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895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5" name="data_3592">
            <a:extLst xmlns:a="http://schemas.openxmlformats.org/drawingml/2006/main">
              <a:ext uri="{FF2B5EF4-FFF2-40B4-BE49-F238E27FC236}">
                <a16:creationId xmlns:a16="http://schemas.microsoft.com/office/drawing/2014/main" id="{A4B64689-B464-4224-9B63-E809C9325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751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6" name="data_3593">
            <a:extLst xmlns:a="http://schemas.openxmlformats.org/drawingml/2006/main">
              <a:ext uri="{FF2B5EF4-FFF2-40B4-BE49-F238E27FC236}">
                <a16:creationId xmlns:a16="http://schemas.microsoft.com/office/drawing/2014/main" id="{FCF59277-449D-468D-A9B8-44EF2EE91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3609" y="32572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7" name="data_3594">
            <a:extLst xmlns:a="http://schemas.openxmlformats.org/drawingml/2006/main">
              <a:ext uri="{FF2B5EF4-FFF2-40B4-BE49-F238E27FC236}">
                <a16:creationId xmlns:a16="http://schemas.microsoft.com/office/drawing/2014/main" id="{03C0E61A-BA4C-4496-ADED-4EE51FF17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6120" y="2534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8" name="data_3595">
            <a:extLst xmlns:a="http://schemas.openxmlformats.org/drawingml/2006/main">
              <a:ext uri="{FF2B5EF4-FFF2-40B4-BE49-F238E27FC236}">
                <a16:creationId xmlns:a16="http://schemas.microsoft.com/office/drawing/2014/main" id="{17523B13-5956-4D66-A9DB-FE9C9D382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916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9" name="data_3596">
            <a:extLst xmlns:a="http://schemas.openxmlformats.org/drawingml/2006/main">
              <a:ext uri="{FF2B5EF4-FFF2-40B4-BE49-F238E27FC236}">
                <a16:creationId xmlns:a16="http://schemas.microsoft.com/office/drawing/2014/main" id="{0588DC33-4680-49A7-BD52-E47390722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4441" y="304967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0" name="data_3597">
            <a:extLst xmlns:a="http://schemas.openxmlformats.org/drawingml/2006/main">
              <a:ext uri="{FF2B5EF4-FFF2-40B4-BE49-F238E27FC236}">
                <a16:creationId xmlns:a16="http://schemas.microsoft.com/office/drawing/2014/main" id="{307BFBE6-4B9C-4336-AA59-0B7364F77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8375" y="33053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1" name="data_3598">
            <a:extLst xmlns:a="http://schemas.openxmlformats.org/drawingml/2006/main">
              <a:ext uri="{FF2B5EF4-FFF2-40B4-BE49-F238E27FC236}">
                <a16:creationId xmlns:a16="http://schemas.microsoft.com/office/drawing/2014/main" id="{7562CF3D-0829-46C8-BEA7-313DFA8B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455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2" name="data_3599">
            <a:extLst xmlns:a="http://schemas.openxmlformats.org/drawingml/2006/main">
              <a:ext uri="{FF2B5EF4-FFF2-40B4-BE49-F238E27FC236}">
                <a16:creationId xmlns:a16="http://schemas.microsoft.com/office/drawing/2014/main" id="{C6CAEE24-E42F-40E7-AF4B-EB04D3786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722" y="395193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3" name="data_3600">
            <a:extLst xmlns:a="http://schemas.openxmlformats.org/drawingml/2006/main">
              <a:ext uri="{FF2B5EF4-FFF2-40B4-BE49-F238E27FC236}">
                <a16:creationId xmlns:a16="http://schemas.microsoft.com/office/drawing/2014/main" id="{17B680E2-E3DB-4B28-A4F4-4BDDE54B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83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4" name="data_3601">
            <a:extLst xmlns:a="http://schemas.openxmlformats.org/drawingml/2006/main">
              <a:ext uri="{FF2B5EF4-FFF2-40B4-BE49-F238E27FC236}">
                <a16:creationId xmlns:a16="http://schemas.microsoft.com/office/drawing/2014/main" id="{9995A307-65A0-402A-9404-CFB9E72B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260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5" name="data_3602">
            <a:extLst xmlns:a="http://schemas.openxmlformats.org/drawingml/2006/main">
              <a:ext uri="{FF2B5EF4-FFF2-40B4-BE49-F238E27FC236}">
                <a16:creationId xmlns:a16="http://schemas.microsoft.com/office/drawing/2014/main" id="{E747B343-EFD6-4EF0-BDEC-45725BB8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770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6" name="data_3603">
            <a:extLst xmlns:a="http://schemas.openxmlformats.org/drawingml/2006/main">
              <a:ext uri="{FF2B5EF4-FFF2-40B4-BE49-F238E27FC236}">
                <a16:creationId xmlns:a16="http://schemas.microsoft.com/office/drawing/2014/main" id="{5ECCABC6-F14B-4F7E-BF33-63F5534E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230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7" name="data_3604">
            <a:extLst xmlns:a="http://schemas.openxmlformats.org/drawingml/2006/main">
              <a:ext uri="{FF2B5EF4-FFF2-40B4-BE49-F238E27FC236}">
                <a16:creationId xmlns:a16="http://schemas.microsoft.com/office/drawing/2014/main" id="{51EEA0E0-DCE2-4A4C-9948-4077172E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7377" y="381905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8" name="data_3605">
            <a:extLst xmlns:a="http://schemas.openxmlformats.org/drawingml/2006/main">
              <a:ext uri="{FF2B5EF4-FFF2-40B4-BE49-F238E27FC236}">
                <a16:creationId xmlns:a16="http://schemas.microsoft.com/office/drawing/2014/main" id="{53957131-7BAE-449C-9EAA-D1FDF81A3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705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9" name="data_3606">
            <a:extLst xmlns:a="http://schemas.openxmlformats.org/drawingml/2006/main">
              <a:ext uri="{FF2B5EF4-FFF2-40B4-BE49-F238E27FC236}">
                <a16:creationId xmlns:a16="http://schemas.microsoft.com/office/drawing/2014/main" id="{A76DC4DE-18CF-4DAF-A187-D2C81C94D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193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0" name="data_3607">
            <a:extLst xmlns:a="http://schemas.openxmlformats.org/drawingml/2006/main">
              <a:ext uri="{FF2B5EF4-FFF2-40B4-BE49-F238E27FC236}">
                <a16:creationId xmlns:a16="http://schemas.microsoft.com/office/drawing/2014/main" id="{EFB57EBB-2C39-4797-A59D-7B4989A8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878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1" name="data_3608">
            <a:extLst xmlns:a="http://schemas.openxmlformats.org/drawingml/2006/main">
              <a:ext uri="{FF2B5EF4-FFF2-40B4-BE49-F238E27FC236}">
                <a16:creationId xmlns:a16="http://schemas.microsoft.com/office/drawing/2014/main" id="{27251D77-FF4B-44E9-A0F9-E327DAE8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55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2" name="data_3609">
            <a:extLst xmlns:a="http://schemas.openxmlformats.org/drawingml/2006/main">
              <a:ext uri="{FF2B5EF4-FFF2-40B4-BE49-F238E27FC236}">
                <a16:creationId xmlns:a16="http://schemas.microsoft.com/office/drawing/2014/main" id="{CCB016BE-52D0-4E09-A9EE-69003E650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189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3" name="data_3610">
            <a:extLst xmlns:a="http://schemas.openxmlformats.org/drawingml/2006/main">
              <a:ext uri="{FF2B5EF4-FFF2-40B4-BE49-F238E27FC236}">
                <a16:creationId xmlns:a16="http://schemas.microsoft.com/office/drawing/2014/main" id="{A348E788-2F6D-40AE-922C-5554F9F52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39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4" name="data_3611">
            <a:extLst xmlns:a="http://schemas.openxmlformats.org/drawingml/2006/main">
              <a:ext uri="{FF2B5EF4-FFF2-40B4-BE49-F238E27FC236}">
                <a16:creationId xmlns:a16="http://schemas.microsoft.com/office/drawing/2014/main" id="{81E30AA0-50B4-4158-AD7F-602D069C3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8440" y="300379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5" name="data_3612">
            <a:extLst xmlns:a="http://schemas.openxmlformats.org/drawingml/2006/main">
              <a:ext uri="{FF2B5EF4-FFF2-40B4-BE49-F238E27FC236}">
                <a16:creationId xmlns:a16="http://schemas.microsoft.com/office/drawing/2014/main" id="{4BD900E3-D576-4E99-B55F-40F9DF3C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309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6" name="data_3613">
            <a:extLst xmlns:a="http://schemas.openxmlformats.org/drawingml/2006/main">
              <a:ext uri="{FF2B5EF4-FFF2-40B4-BE49-F238E27FC236}">
                <a16:creationId xmlns:a16="http://schemas.microsoft.com/office/drawing/2014/main" id="{84F3FDF8-D787-4F6F-BB0A-A553E3E3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40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7" name="data_3614">
            <a:extLst xmlns:a="http://schemas.openxmlformats.org/drawingml/2006/main">
              <a:ext uri="{FF2B5EF4-FFF2-40B4-BE49-F238E27FC236}">
                <a16:creationId xmlns:a16="http://schemas.microsoft.com/office/drawing/2014/main" id="{0B5A9572-2022-4904-9FE8-393482D1D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4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8" name="data_3615">
            <a:extLst xmlns:a="http://schemas.openxmlformats.org/drawingml/2006/main">
              <a:ext uri="{FF2B5EF4-FFF2-40B4-BE49-F238E27FC236}">
                <a16:creationId xmlns:a16="http://schemas.microsoft.com/office/drawing/2014/main" id="{F00A726E-D634-4547-AD3A-7A5CEB4F2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284" y="35301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9" name="data_3616">
            <a:extLst xmlns:a="http://schemas.openxmlformats.org/drawingml/2006/main">
              <a:ext uri="{FF2B5EF4-FFF2-40B4-BE49-F238E27FC236}">
                <a16:creationId xmlns:a16="http://schemas.microsoft.com/office/drawing/2014/main" id="{9282C181-755B-451B-8496-1F36C2DC3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79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0" name="data_3617">
            <a:extLst xmlns:a="http://schemas.openxmlformats.org/drawingml/2006/main">
              <a:ext uri="{FF2B5EF4-FFF2-40B4-BE49-F238E27FC236}">
                <a16:creationId xmlns:a16="http://schemas.microsoft.com/office/drawing/2014/main" id="{DB08AA67-584C-453D-B9B5-D68C1B9A8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399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1" name="data_3618">
            <a:extLst xmlns:a="http://schemas.openxmlformats.org/drawingml/2006/main">
              <a:ext uri="{FF2B5EF4-FFF2-40B4-BE49-F238E27FC236}">
                <a16:creationId xmlns:a16="http://schemas.microsoft.com/office/drawing/2014/main" id="{C7860269-1A17-4F96-87BA-3A970A51A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373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2" name="data_3619">
            <a:extLst xmlns:a="http://schemas.openxmlformats.org/drawingml/2006/main">
              <a:ext uri="{FF2B5EF4-FFF2-40B4-BE49-F238E27FC236}">
                <a16:creationId xmlns:a16="http://schemas.microsoft.com/office/drawing/2014/main" id="{252AD077-976A-44A6-A449-46C7133F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69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3" name="data_3620">
            <a:extLst xmlns:a="http://schemas.openxmlformats.org/drawingml/2006/main">
              <a:ext uri="{FF2B5EF4-FFF2-40B4-BE49-F238E27FC236}">
                <a16:creationId xmlns:a16="http://schemas.microsoft.com/office/drawing/2014/main" id="{1971EA01-8D71-4071-8AE3-98639B8B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600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4" name="data_3621">
            <a:extLst xmlns:a="http://schemas.openxmlformats.org/drawingml/2006/main">
              <a:ext uri="{FF2B5EF4-FFF2-40B4-BE49-F238E27FC236}">
                <a16:creationId xmlns:a16="http://schemas.microsoft.com/office/drawing/2014/main" id="{C1C1800F-E42D-4F02-9AAB-F4DD86E22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1293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5" name="data_3622">
            <a:extLst xmlns:a="http://schemas.openxmlformats.org/drawingml/2006/main">
              <a:ext uri="{FF2B5EF4-FFF2-40B4-BE49-F238E27FC236}">
                <a16:creationId xmlns:a16="http://schemas.microsoft.com/office/drawing/2014/main" id="{2516E0AA-9230-424C-8328-FB2E73A2C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02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6" name="data_3623">
            <a:extLst xmlns:a="http://schemas.openxmlformats.org/drawingml/2006/main">
              <a:ext uri="{FF2B5EF4-FFF2-40B4-BE49-F238E27FC236}">
                <a16:creationId xmlns:a16="http://schemas.microsoft.com/office/drawing/2014/main" id="{E746DB95-FAC3-4509-94AF-BA3E4A294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99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7" name="data_3624">
            <a:extLst xmlns:a="http://schemas.openxmlformats.org/drawingml/2006/main">
              <a:ext uri="{FF2B5EF4-FFF2-40B4-BE49-F238E27FC236}">
                <a16:creationId xmlns:a16="http://schemas.microsoft.com/office/drawing/2014/main" id="{9A31A499-6104-4C00-9F01-0C0F4D0F9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98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8" name="data_3625">
            <a:extLst xmlns:a="http://schemas.openxmlformats.org/drawingml/2006/main">
              <a:ext uri="{FF2B5EF4-FFF2-40B4-BE49-F238E27FC236}">
                <a16:creationId xmlns:a16="http://schemas.microsoft.com/office/drawing/2014/main" id="{A3686EF6-2C2A-49B7-96FA-20E7883F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332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9" name="data_3626">
            <a:extLst xmlns:a="http://schemas.openxmlformats.org/drawingml/2006/main">
              <a:ext uri="{FF2B5EF4-FFF2-40B4-BE49-F238E27FC236}">
                <a16:creationId xmlns:a16="http://schemas.microsoft.com/office/drawing/2014/main" id="{CF65600B-879A-4143-B7D1-0875EB0C4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97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0" name="data_3627">
            <a:extLst xmlns:a="http://schemas.openxmlformats.org/drawingml/2006/main">
              <a:ext uri="{FF2B5EF4-FFF2-40B4-BE49-F238E27FC236}">
                <a16:creationId xmlns:a16="http://schemas.microsoft.com/office/drawing/2014/main" id="{58D24666-2977-4E64-9C1A-978AF470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248" y="294958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1" name="data_3628">
            <a:extLst xmlns:a="http://schemas.openxmlformats.org/drawingml/2006/main">
              <a:ext uri="{FF2B5EF4-FFF2-40B4-BE49-F238E27FC236}">
                <a16:creationId xmlns:a16="http://schemas.microsoft.com/office/drawing/2014/main" id="{5DFFAFBF-B649-4CAF-A4A4-8B18BF0B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4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2" name="data_3629">
            <a:extLst xmlns:a="http://schemas.openxmlformats.org/drawingml/2006/main">
              <a:ext uri="{FF2B5EF4-FFF2-40B4-BE49-F238E27FC236}">
                <a16:creationId xmlns:a16="http://schemas.microsoft.com/office/drawing/2014/main" id="{C7318935-2D36-4B0A-9BD7-E8E2615F7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975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3" name="data_3630">
            <a:extLst xmlns:a="http://schemas.openxmlformats.org/drawingml/2006/main">
              <a:ext uri="{FF2B5EF4-FFF2-40B4-BE49-F238E27FC236}">
                <a16:creationId xmlns:a16="http://schemas.microsoft.com/office/drawing/2014/main" id="{54C8F049-0BD7-420B-9EC7-AA4FFF5AC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6822" y="29261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4" name="data_3631">
            <a:extLst xmlns:a="http://schemas.openxmlformats.org/drawingml/2006/main">
              <a:ext uri="{FF2B5EF4-FFF2-40B4-BE49-F238E27FC236}">
                <a16:creationId xmlns:a16="http://schemas.microsoft.com/office/drawing/2014/main" id="{A7DF3CDD-E567-44CD-B5F9-2CD7142A3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6224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5" name="data_3632">
            <a:extLst xmlns:a="http://schemas.openxmlformats.org/drawingml/2006/main">
              <a:ext uri="{FF2B5EF4-FFF2-40B4-BE49-F238E27FC236}">
                <a16:creationId xmlns:a16="http://schemas.microsoft.com/office/drawing/2014/main" id="{7625CAD9-8865-41C7-A718-F5CBA9397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38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6" name="data_3633">
            <a:extLst xmlns:a="http://schemas.openxmlformats.org/drawingml/2006/main">
              <a:ext uri="{FF2B5EF4-FFF2-40B4-BE49-F238E27FC236}">
                <a16:creationId xmlns:a16="http://schemas.microsoft.com/office/drawing/2014/main" id="{CD07A73A-BEC6-461B-B17B-6E63BCFF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82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7" name="data_3634">
            <a:extLst xmlns:a="http://schemas.openxmlformats.org/drawingml/2006/main">
              <a:ext uri="{FF2B5EF4-FFF2-40B4-BE49-F238E27FC236}">
                <a16:creationId xmlns:a16="http://schemas.microsoft.com/office/drawing/2014/main" id="{AE77F2BB-EFFD-4CB5-B34D-058ED339B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7218" y="352579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8" name="data_3635">
            <a:extLst xmlns:a="http://schemas.openxmlformats.org/drawingml/2006/main">
              <a:ext uri="{FF2B5EF4-FFF2-40B4-BE49-F238E27FC236}">
                <a16:creationId xmlns:a16="http://schemas.microsoft.com/office/drawing/2014/main" id="{4A1FEC91-B7BD-44DF-8FC8-7A64F8B2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895" y="3498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9" name="data_3636">
            <a:extLst xmlns:a="http://schemas.openxmlformats.org/drawingml/2006/main">
              <a:ext uri="{FF2B5EF4-FFF2-40B4-BE49-F238E27FC236}">
                <a16:creationId xmlns:a16="http://schemas.microsoft.com/office/drawing/2014/main" id="{8D81B66D-95C6-48C3-99FE-1522B30BD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50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0" name="data_3637">
            <a:extLst xmlns:a="http://schemas.openxmlformats.org/drawingml/2006/main">
              <a:ext uri="{FF2B5EF4-FFF2-40B4-BE49-F238E27FC236}">
                <a16:creationId xmlns:a16="http://schemas.microsoft.com/office/drawing/2014/main" id="{65ACE2A1-4E69-482B-902E-06318527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889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1" name="data_3638">
            <a:extLst xmlns:a="http://schemas.openxmlformats.org/drawingml/2006/main">
              <a:ext uri="{FF2B5EF4-FFF2-40B4-BE49-F238E27FC236}">
                <a16:creationId xmlns:a16="http://schemas.microsoft.com/office/drawing/2014/main" id="{9C28E2C8-F863-4AB4-8A93-EF2831B1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627" y="320167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2" name="data_3639">
            <a:extLst xmlns:a="http://schemas.openxmlformats.org/drawingml/2006/main">
              <a:ext uri="{FF2B5EF4-FFF2-40B4-BE49-F238E27FC236}">
                <a16:creationId xmlns:a16="http://schemas.microsoft.com/office/drawing/2014/main" id="{1EE75D46-2CA4-44D5-AFF0-E8F0A6CDE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165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3" name="data_3640">
            <a:extLst xmlns:a="http://schemas.openxmlformats.org/drawingml/2006/main">
              <a:ext uri="{FF2B5EF4-FFF2-40B4-BE49-F238E27FC236}">
                <a16:creationId xmlns:a16="http://schemas.microsoft.com/office/drawing/2014/main" id="{316992D1-C4FE-4407-A693-51C3D5FD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22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4" name="data_3641">
            <a:extLst xmlns:a="http://schemas.openxmlformats.org/drawingml/2006/main">
              <a:ext uri="{FF2B5EF4-FFF2-40B4-BE49-F238E27FC236}">
                <a16:creationId xmlns:a16="http://schemas.microsoft.com/office/drawing/2014/main" id="{316FF525-31EB-4499-BB7A-198C08D05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14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5" name="data_3642">
            <a:extLst xmlns:a="http://schemas.openxmlformats.org/drawingml/2006/main">
              <a:ext uri="{FF2B5EF4-FFF2-40B4-BE49-F238E27FC236}">
                <a16:creationId xmlns:a16="http://schemas.microsoft.com/office/drawing/2014/main" id="{D723F9F0-1463-4D02-87FE-3C3AAEC23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72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6" name="data_3643">
            <a:extLst xmlns:a="http://schemas.openxmlformats.org/drawingml/2006/main">
              <a:ext uri="{FF2B5EF4-FFF2-40B4-BE49-F238E27FC236}">
                <a16:creationId xmlns:a16="http://schemas.microsoft.com/office/drawing/2014/main" id="{B0017F67-EE74-4242-B61B-891B99ECB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3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7" name="data_3644">
            <a:extLst xmlns:a="http://schemas.openxmlformats.org/drawingml/2006/main">
              <a:ext uri="{FF2B5EF4-FFF2-40B4-BE49-F238E27FC236}">
                <a16:creationId xmlns:a16="http://schemas.microsoft.com/office/drawing/2014/main" id="{EB4BED17-45AB-415D-8C5C-AACC0850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72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8" name="data_3645">
            <a:extLst xmlns:a="http://schemas.openxmlformats.org/drawingml/2006/main">
              <a:ext uri="{FF2B5EF4-FFF2-40B4-BE49-F238E27FC236}">
                <a16:creationId xmlns:a16="http://schemas.microsoft.com/office/drawing/2014/main" id="{42AE65DC-C326-43D5-B83A-EF881D9E0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85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9" name="data_3646">
            <a:extLst xmlns:a="http://schemas.openxmlformats.org/drawingml/2006/main">
              <a:ext uri="{FF2B5EF4-FFF2-40B4-BE49-F238E27FC236}">
                <a16:creationId xmlns:a16="http://schemas.microsoft.com/office/drawing/2014/main" id="{0EA9634E-6B37-496E-81F2-C8B37335F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3602" y="250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0" name="data_3647">
            <a:extLst xmlns:a="http://schemas.openxmlformats.org/drawingml/2006/main">
              <a:ext uri="{FF2B5EF4-FFF2-40B4-BE49-F238E27FC236}">
                <a16:creationId xmlns:a16="http://schemas.microsoft.com/office/drawing/2014/main" id="{131F9748-8F80-45D5-A9C8-FB93A18AF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067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1" name="data_3648">
            <a:extLst xmlns:a="http://schemas.openxmlformats.org/drawingml/2006/main">
              <a:ext uri="{FF2B5EF4-FFF2-40B4-BE49-F238E27FC236}">
                <a16:creationId xmlns:a16="http://schemas.microsoft.com/office/drawing/2014/main" id="{E0F05AD2-DFF0-42FD-976D-7DDB51BA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487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2" name="data_3649">
            <a:extLst xmlns:a="http://schemas.openxmlformats.org/drawingml/2006/main">
              <a:ext uri="{FF2B5EF4-FFF2-40B4-BE49-F238E27FC236}">
                <a16:creationId xmlns:a16="http://schemas.microsoft.com/office/drawing/2014/main" id="{8258EEA5-8487-4C45-B914-3E26CC84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680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3" name="data_3650">
            <a:extLst xmlns:a="http://schemas.openxmlformats.org/drawingml/2006/main">
              <a:ext uri="{FF2B5EF4-FFF2-40B4-BE49-F238E27FC236}">
                <a16:creationId xmlns:a16="http://schemas.microsoft.com/office/drawing/2014/main" id="{14AB11BA-E052-4DC5-AF27-2666B1B9E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42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4" name="data_3651">
            <a:extLst xmlns:a="http://schemas.openxmlformats.org/drawingml/2006/main">
              <a:ext uri="{FF2B5EF4-FFF2-40B4-BE49-F238E27FC236}">
                <a16:creationId xmlns:a16="http://schemas.microsoft.com/office/drawing/2014/main" id="{4A987866-7D80-46BA-8C28-EF6B35554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89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5" name="data_3652">
            <a:extLst xmlns:a="http://schemas.openxmlformats.org/drawingml/2006/main">
              <a:ext uri="{FF2B5EF4-FFF2-40B4-BE49-F238E27FC236}">
                <a16:creationId xmlns:a16="http://schemas.microsoft.com/office/drawing/2014/main" id="{9DD42B5B-6A3E-4DB2-AB04-FCD7874CF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679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6" name="data_3653">
            <a:extLst xmlns:a="http://schemas.openxmlformats.org/drawingml/2006/main">
              <a:ext uri="{FF2B5EF4-FFF2-40B4-BE49-F238E27FC236}">
                <a16:creationId xmlns:a16="http://schemas.microsoft.com/office/drawing/2014/main" id="{1041E21E-253E-470E-8A48-C5E213F2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5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7" name="data_3654">
            <a:extLst xmlns:a="http://schemas.openxmlformats.org/drawingml/2006/main">
              <a:ext uri="{FF2B5EF4-FFF2-40B4-BE49-F238E27FC236}">
                <a16:creationId xmlns:a16="http://schemas.microsoft.com/office/drawing/2014/main" id="{FAFF634C-CF0B-446D-B20C-77056E398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81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8" name="data_3655">
            <a:extLst xmlns:a="http://schemas.openxmlformats.org/drawingml/2006/main">
              <a:ext uri="{FF2B5EF4-FFF2-40B4-BE49-F238E27FC236}">
                <a16:creationId xmlns:a16="http://schemas.microsoft.com/office/drawing/2014/main" id="{3ECC5D71-98CC-4543-800A-79C4A883D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865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9" name="data_3656">
            <a:extLst xmlns:a="http://schemas.openxmlformats.org/drawingml/2006/main">
              <a:ext uri="{FF2B5EF4-FFF2-40B4-BE49-F238E27FC236}">
                <a16:creationId xmlns:a16="http://schemas.microsoft.com/office/drawing/2014/main" id="{B1B3E21B-A06D-4852-8E57-9F08AECD2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5283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0" name="data_3657">
            <a:extLst xmlns:a="http://schemas.openxmlformats.org/drawingml/2006/main">
              <a:ext uri="{FF2B5EF4-FFF2-40B4-BE49-F238E27FC236}">
                <a16:creationId xmlns:a16="http://schemas.microsoft.com/office/drawing/2014/main" id="{777AC868-B382-42A9-8741-4C4CE821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785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1" name="data_3658">
            <a:extLst xmlns:a="http://schemas.openxmlformats.org/drawingml/2006/main">
              <a:ext uri="{FF2B5EF4-FFF2-40B4-BE49-F238E27FC236}">
                <a16:creationId xmlns:a16="http://schemas.microsoft.com/office/drawing/2014/main" id="{A5691437-0857-45BE-99E1-6FDB2936F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808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2" name="data_3659">
            <a:extLst xmlns:a="http://schemas.openxmlformats.org/drawingml/2006/main">
              <a:ext uri="{FF2B5EF4-FFF2-40B4-BE49-F238E27FC236}">
                <a16:creationId xmlns:a16="http://schemas.microsoft.com/office/drawing/2014/main" id="{846DEB3A-C0D1-4F9B-B84E-831EB88E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6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3" name="data_3660">
            <a:extLst xmlns:a="http://schemas.openxmlformats.org/drawingml/2006/main">
              <a:ext uri="{FF2B5EF4-FFF2-40B4-BE49-F238E27FC236}">
                <a16:creationId xmlns:a16="http://schemas.microsoft.com/office/drawing/2014/main" id="{5AE51F6E-291B-459F-98F4-211336D84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6990" y="271096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4" name="data_3661">
            <a:extLst xmlns:a="http://schemas.openxmlformats.org/drawingml/2006/main">
              <a:ext uri="{FF2B5EF4-FFF2-40B4-BE49-F238E27FC236}">
                <a16:creationId xmlns:a16="http://schemas.microsoft.com/office/drawing/2014/main" id="{56869F11-C853-4863-8DB8-3CD7274C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087" y="32572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5" name="data_3662">
            <a:extLst xmlns:a="http://schemas.openxmlformats.org/drawingml/2006/main">
              <a:ext uri="{FF2B5EF4-FFF2-40B4-BE49-F238E27FC236}">
                <a16:creationId xmlns:a16="http://schemas.microsoft.com/office/drawing/2014/main" id="{9DE842C8-41D5-4FA6-AF8F-7557D3BC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3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6" name="data_3663">
            <a:extLst xmlns:a="http://schemas.openxmlformats.org/drawingml/2006/main">
              <a:ext uri="{FF2B5EF4-FFF2-40B4-BE49-F238E27FC236}">
                <a16:creationId xmlns:a16="http://schemas.microsoft.com/office/drawing/2014/main" id="{38DF1B0C-B0AB-4818-87F7-B6A722B9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9132" y="3498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7" name="data_3664">
            <a:extLst xmlns:a="http://schemas.openxmlformats.org/drawingml/2006/main">
              <a:ext uri="{FF2B5EF4-FFF2-40B4-BE49-F238E27FC236}">
                <a16:creationId xmlns:a16="http://schemas.microsoft.com/office/drawing/2014/main" id="{5988D1B2-0715-4EA6-AF41-DFDC47226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1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8" name="data_3665">
            <a:extLst xmlns:a="http://schemas.openxmlformats.org/drawingml/2006/main">
              <a:ext uri="{FF2B5EF4-FFF2-40B4-BE49-F238E27FC236}">
                <a16:creationId xmlns:a16="http://schemas.microsoft.com/office/drawing/2014/main" id="{CB0E8879-CBF6-466D-A84A-DB875783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430" y="392519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9" name="data_3666">
            <a:extLst xmlns:a="http://schemas.openxmlformats.org/drawingml/2006/main">
              <a:ext uri="{FF2B5EF4-FFF2-40B4-BE49-F238E27FC236}">
                <a16:creationId xmlns:a16="http://schemas.microsoft.com/office/drawing/2014/main" id="{815E8F12-CD30-4881-A2DD-338121004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9075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0" name="data_3667">
            <a:extLst xmlns:a="http://schemas.openxmlformats.org/drawingml/2006/main">
              <a:ext uri="{FF2B5EF4-FFF2-40B4-BE49-F238E27FC236}">
                <a16:creationId xmlns:a16="http://schemas.microsoft.com/office/drawing/2014/main" id="{6BF96611-3533-4E30-BD17-06E55D476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69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1" name="data_3668">
            <a:extLst xmlns:a="http://schemas.openxmlformats.org/drawingml/2006/main">
              <a:ext uri="{FF2B5EF4-FFF2-40B4-BE49-F238E27FC236}">
                <a16:creationId xmlns:a16="http://schemas.microsoft.com/office/drawing/2014/main" id="{F76D53B9-7583-4EB1-BEA8-A28BBC01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74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2" name="data_3669">
            <a:extLst xmlns:a="http://schemas.openxmlformats.org/drawingml/2006/main">
              <a:ext uri="{FF2B5EF4-FFF2-40B4-BE49-F238E27FC236}">
                <a16:creationId xmlns:a16="http://schemas.microsoft.com/office/drawing/2014/main" id="{CA9C982D-72B6-466D-9793-FF7EFFCC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746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3" name="data_3670">
            <a:extLst xmlns:a="http://schemas.openxmlformats.org/drawingml/2006/main">
              <a:ext uri="{FF2B5EF4-FFF2-40B4-BE49-F238E27FC236}">
                <a16:creationId xmlns:a16="http://schemas.microsoft.com/office/drawing/2014/main" id="{F63A711B-80CE-4CD1-806B-070FCEFFC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657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4" name="data_3671">
            <a:extLst xmlns:a="http://schemas.openxmlformats.org/drawingml/2006/main">
              <a:ext uri="{FF2B5EF4-FFF2-40B4-BE49-F238E27FC236}">
                <a16:creationId xmlns:a16="http://schemas.microsoft.com/office/drawing/2014/main" id="{F8C282AB-3634-4D6E-988F-159A9C5B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7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5" name="data_3672">
            <a:extLst xmlns:a="http://schemas.openxmlformats.org/drawingml/2006/main">
              <a:ext uri="{FF2B5EF4-FFF2-40B4-BE49-F238E27FC236}">
                <a16:creationId xmlns:a16="http://schemas.microsoft.com/office/drawing/2014/main" id="{0888CE9C-817D-4B8A-A971-2A841CA28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900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6" name="data_3673">
            <a:extLst xmlns:a="http://schemas.openxmlformats.org/drawingml/2006/main">
              <a:ext uri="{FF2B5EF4-FFF2-40B4-BE49-F238E27FC236}">
                <a16:creationId xmlns:a16="http://schemas.microsoft.com/office/drawing/2014/main" id="{E6446E50-63D9-4516-83FD-5E0981817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2520" y="301646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7" name="data_3674">
            <a:extLst xmlns:a="http://schemas.openxmlformats.org/drawingml/2006/main">
              <a:ext uri="{FF2B5EF4-FFF2-40B4-BE49-F238E27FC236}">
                <a16:creationId xmlns:a16="http://schemas.microsoft.com/office/drawing/2014/main" id="{F0BB17B5-7FE2-4850-A8E9-2C5060C5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432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8" name="data_3675">
            <a:extLst xmlns:a="http://schemas.openxmlformats.org/drawingml/2006/main">
              <a:ext uri="{FF2B5EF4-FFF2-40B4-BE49-F238E27FC236}">
                <a16:creationId xmlns:a16="http://schemas.microsoft.com/office/drawing/2014/main" id="{7D84CFC4-1C94-4C95-8A9C-0997F939A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68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9" name="data_3676">
            <a:extLst xmlns:a="http://schemas.openxmlformats.org/drawingml/2006/main">
              <a:ext uri="{FF2B5EF4-FFF2-40B4-BE49-F238E27FC236}">
                <a16:creationId xmlns:a16="http://schemas.microsoft.com/office/drawing/2014/main" id="{EA0DB884-E503-470B-A524-6A3A618ED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810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0" name="data_3677">
            <a:extLst xmlns:a="http://schemas.openxmlformats.org/drawingml/2006/main">
              <a:ext uri="{FF2B5EF4-FFF2-40B4-BE49-F238E27FC236}">
                <a16:creationId xmlns:a16="http://schemas.microsoft.com/office/drawing/2014/main" id="{FF287C10-02D0-4CA2-BF50-E775D865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39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1" name="data_3678">
            <a:extLst xmlns:a="http://schemas.openxmlformats.org/drawingml/2006/main">
              <a:ext uri="{FF2B5EF4-FFF2-40B4-BE49-F238E27FC236}">
                <a16:creationId xmlns:a16="http://schemas.microsoft.com/office/drawing/2014/main" id="{3DDB1ACD-10D3-4173-93E6-E87071374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36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2" name="data_3679">
            <a:extLst xmlns:a="http://schemas.openxmlformats.org/drawingml/2006/main">
              <a:ext uri="{FF2B5EF4-FFF2-40B4-BE49-F238E27FC236}">
                <a16:creationId xmlns:a16="http://schemas.microsoft.com/office/drawing/2014/main" id="{5D0C3859-EA5E-4175-A3EA-4331E812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7639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3" name="data_3680">
            <a:extLst xmlns:a="http://schemas.openxmlformats.org/drawingml/2006/main">
              <a:ext uri="{FF2B5EF4-FFF2-40B4-BE49-F238E27FC236}">
                <a16:creationId xmlns:a16="http://schemas.microsoft.com/office/drawing/2014/main" id="{4BE878F4-3204-434C-94A6-8F4A1CEA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87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4" name="data_3681">
            <a:extLst xmlns:a="http://schemas.openxmlformats.org/drawingml/2006/main">
              <a:ext uri="{FF2B5EF4-FFF2-40B4-BE49-F238E27FC236}">
                <a16:creationId xmlns:a16="http://schemas.microsoft.com/office/drawing/2014/main" id="{B47EC089-BAC6-42D3-80A2-2CC8B8E54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921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5" name="data_3682">
            <a:extLst xmlns:a="http://schemas.openxmlformats.org/drawingml/2006/main">
              <a:ext uri="{FF2B5EF4-FFF2-40B4-BE49-F238E27FC236}">
                <a16:creationId xmlns:a16="http://schemas.microsoft.com/office/drawing/2014/main" id="{C3CC8638-A9F3-48D4-8762-A09C4202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423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6" name="data_3683">
            <a:extLst xmlns:a="http://schemas.openxmlformats.org/drawingml/2006/main">
              <a:ext uri="{FF2B5EF4-FFF2-40B4-BE49-F238E27FC236}">
                <a16:creationId xmlns:a16="http://schemas.microsoft.com/office/drawing/2014/main" id="{1BAC2113-F638-4250-905D-544D8EC92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723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7" name="data_3684">
            <a:extLst xmlns:a="http://schemas.openxmlformats.org/drawingml/2006/main">
              <a:ext uri="{FF2B5EF4-FFF2-40B4-BE49-F238E27FC236}">
                <a16:creationId xmlns:a16="http://schemas.microsoft.com/office/drawing/2014/main" id="{7D1D7D06-D11C-4B52-8070-B025841D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5873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8" name="data_3685">
            <a:extLst xmlns:a="http://schemas.openxmlformats.org/drawingml/2006/main">
              <a:ext uri="{FF2B5EF4-FFF2-40B4-BE49-F238E27FC236}">
                <a16:creationId xmlns:a16="http://schemas.microsoft.com/office/drawing/2014/main" id="{F3BE6DEB-D3EE-4568-9288-A18025433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780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9" name="data_3686">
            <a:extLst xmlns:a="http://schemas.openxmlformats.org/drawingml/2006/main">
              <a:ext uri="{FF2B5EF4-FFF2-40B4-BE49-F238E27FC236}">
                <a16:creationId xmlns:a16="http://schemas.microsoft.com/office/drawing/2014/main" id="{253EC1C2-D00F-4FCE-AFC8-AAC5770FE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2485" y="26686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0" name="data_3687">
            <a:extLst xmlns:a="http://schemas.openxmlformats.org/drawingml/2006/main">
              <a:ext uri="{FF2B5EF4-FFF2-40B4-BE49-F238E27FC236}">
                <a16:creationId xmlns:a16="http://schemas.microsoft.com/office/drawing/2014/main" id="{7AAA91A9-1E1F-48E4-99D3-F5966AF65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944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1" name="data_3688">
            <a:extLst xmlns:a="http://schemas.openxmlformats.org/drawingml/2006/main">
              <a:ext uri="{FF2B5EF4-FFF2-40B4-BE49-F238E27FC236}">
                <a16:creationId xmlns:a16="http://schemas.microsoft.com/office/drawing/2014/main" id="{2B570B05-4E0D-4086-BCA1-5777A1268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1215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2" name="data_3689">
            <a:extLst xmlns:a="http://schemas.openxmlformats.org/drawingml/2006/main">
              <a:ext uri="{FF2B5EF4-FFF2-40B4-BE49-F238E27FC236}">
                <a16:creationId xmlns:a16="http://schemas.microsoft.com/office/drawing/2014/main" id="{BF793ADE-9FD4-42B3-9114-AC32660A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8334" y="27756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3" name="data_3690">
            <a:extLst xmlns:a="http://schemas.openxmlformats.org/drawingml/2006/main">
              <a:ext uri="{FF2B5EF4-FFF2-40B4-BE49-F238E27FC236}">
                <a16:creationId xmlns:a16="http://schemas.microsoft.com/office/drawing/2014/main" id="{F67BA2BA-CD3F-4988-ACB4-2346C0EFD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48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4" name="data_3691">
            <a:extLst xmlns:a="http://schemas.openxmlformats.org/drawingml/2006/main">
              <a:ext uri="{FF2B5EF4-FFF2-40B4-BE49-F238E27FC236}">
                <a16:creationId xmlns:a16="http://schemas.microsoft.com/office/drawing/2014/main" id="{4868997E-F19B-4E9B-BFC1-0DE5E1F79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012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5" name="data_3692">
            <a:extLst xmlns:a="http://schemas.openxmlformats.org/drawingml/2006/main">
              <a:ext uri="{FF2B5EF4-FFF2-40B4-BE49-F238E27FC236}">
                <a16:creationId xmlns:a16="http://schemas.microsoft.com/office/drawing/2014/main" id="{CA41971E-2B82-4044-A2EC-3F6B102E9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2286" y="378509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6" name="data_3693">
            <a:extLst xmlns:a="http://schemas.openxmlformats.org/drawingml/2006/main">
              <a:ext uri="{FF2B5EF4-FFF2-40B4-BE49-F238E27FC236}">
                <a16:creationId xmlns:a16="http://schemas.microsoft.com/office/drawing/2014/main" id="{0FE737A9-BB30-49BE-B135-F0F9882A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9703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7" name="data_3694">
            <a:extLst xmlns:a="http://schemas.openxmlformats.org/drawingml/2006/main">
              <a:ext uri="{FF2B5EF4-FFF2-40B4-BE49-F238E27FC236}">
                <a16:creationId xmlns:a16="http://schemas.microsoft.com/office/drawing/2014/main" id="{53E45265-168C-49D7-A898-129C6DA6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131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8" name="data_3695">
            <a:extLst xmlns:a="http://schemas.openxmlformats.org/drawingml/2006/main">
              <a:ext uri="{FF2B5EF4-FFF2-40B4-BE49-F238E27FC236}">
                <a16:creationId xmlns:a16="http://schemas.microsoft.com/office/drawing/2014/main" id="{2E9D31FA-C6F6-4B13-9FAE-97A59C66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128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9" name="data_3696">
            <a:extLst xmlns:a="http://schemas.openxmlformats.org/drawingml/2006/main">
              <a:ext uri="{FF2B5EF4-FFF2-40B4-BE49-F238E27FC236}">
                <a16:creationId xmlns:a16="http://schemas.microsoft.com/office/drawing/2014/main" id="{FEAF0F8C-36DE-4E3C-BC05-45A11B90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46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0" name="data_3697">
            <a:extLst xmlns:a="http://schemas.openxmlformats.org/drawingml/2006/main">
              <a:ext uri="{FF2B5EF4-FFF2-40B4-BE49-F238E27FC236}">
                <a16:creationId xmlns:a16="http://schemas.microsoft.com/office/drawing/2014/main" id="{F0E638ED-5D48-47A2-8B70-0B4D646BB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42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1" name="data_3698">
            <a:extLst xmlns:a="http://schemas.openxmlformats.org/drawingml/2006/main">
              <a:ext uri="{FF2B5EF4-FFF2-40B4-BE49-F238E27FC236}">
                <a16:creationId xmlns:a16="http://schemas.microsoft.com/office/drawing/2014/main" id="{5E5ECD24-8012-46B7-8BE1-535C46729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0686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2" name="data_3699">
            <a:extLst xmlns:a="http://schemas.openxmlformats.org/drawingml/2006/main">
              <a:ext uri="{FF2B5EF4-FFF2-40B4-BE49-F238E27FC236}">
                <a16:creationId xmlns:a16="http://schemas.microsoft.com/office/drawing/2014/main" id="{5EFEB313-C781-4740-8AC9-34CCF67F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465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3" name="data_3700">
            <a:extLst xmlns:a="http://schemas.openxmlformats.org/drawingml/2006/main">
              <a:ext uri="{FF2B5EF4-FFF2-40B4-BE49-F238E27FC236}">
                <a16:creationId xmlns:a16="http://schemas.microsoft.com/office/drawing/2014/main" id="{39419E1E-886F-42D4-B99D-5F018480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53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4" name="data_3701">
            <a:extLst xmlns:a="http://schemas.openxmlformats.org/drawingml/2006/main">
              <a:ext uri="{FF2B5EF4-FFF2-40B4-BE49-F238E27FC236}">
                <a16:creationId xmlns:a16="http://schemas.microsoft.com/office/drawing/2014/main" id="{F4C724CF-EF08-4F71-8534-B09635912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568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5" name="data_3702">
            <a:extLst xmlns:a="http://schemas.openxmlformats.org/drawingml/2006/main">
              <a:ext uri="{FF2B5EF4-FFF2-40B4-BE49-F238E27FC236}">
                <a16:creationId xmlns:a16="http://schemas.microsoft.com/office/drawing/2014/main" id="{93A2B5E5-419B-4303-BF4F-55E31EB0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478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6" name="data_3703">
            <a:extLst xmlns:a="http://schemas.openxmlformats.org/drawingml/2006/main">
              <a:ext uri="{FF2B5EF4-FFF2-40B4-BE49-F238E27FC236}">
                <a16:creationId xmlns:a16="http://schemas.microsoft.com/office/drawing/2014/main" id="{34FC06F8-84CA-4813-A267-F3047423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5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7" name="data_3704">
            <a:extLst xmlns:a="http://schemas.openxmlformats.org/drawingml/2006/main">
              <a:ext uri="{FF2B5EF4-FFF2-40B4-BE49-F238E27FC236}">
                <a16:creationId xmlns:a16="http://schemas.microsoft.com/office/drawing/2014/main" id="{6472289A-0386-4033-91AC-6A9241EF6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387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8" name="data_3705">
            <a:extLst xmlns:a="http://schemas.openxmlformats.org/drawingml/2006/main">
              <a:ext uri="{FF2B5EF4-FFF2-40B4-BE49-F238E27FC236}">
                <a16:creationId xmlns:a16="http://schemas.microsoft.com/office/drawing/2014/main" id="{4B899539-D95C-4089-AA75-5A6ED0240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0847" y="3738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9" name="data_3706">
            <a:extLst xmlns:a="http://schemas.openxmlformats.org/drawingml/2006/main">
              <a:ext uri="{FF2B5EF4-FFF2-40B4-BE49-F238E27FC236}">
                <a16:creationId xmlns:a16="http://schemas.microsoft.com/office/drawing/2014/main" id="{7DFAA5C2-37DF-461C-A50E-677E34E1B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2885" y="26605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0" name="data_3707">
            <a:extLst xmlns:a="http://schemas.openxmlformats.org/drawingml/2006/main">
              <a:ext uri="{FF2B5EF4-FFF2-40B4-BE49-F238E27FC236}">
                <a16:creationId xmlns:a16="http://schemas.microsoft.com/office/drawing/2014/main" id="{6D925296-14D0-442B-8FB1-AF2CA969E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7548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1" name="data_3708">
            <a:extLst xmlns:a="http://schemas.openxmlformats.org/drawingml/2006/main">
              <a:ext uri="{FF2B5EF4-FFF2-40B4-BE49-F238E27FC236}">
                <a16:creationId xmlns:a16="http://schemas.microsoft.com/office/drawing/2014/main" id="{6305866F-B61F-4A97-9C6C-5E74F863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9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2" name="data_3709">
            <a:extLst xmlns:a="http://schemas.openxmlformats.org/drawingml/2006/main">
              <a:ext uri="{FF2B5EF4-FFF2-40B4-BE49-F238E27FC236}">
                <a16:creationId xmlns:a16="http://schemas.microsoft.com/office/drawing/2014/main" id="{9A9C24E1-9174-4763-9D2F-6D976195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49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3" name="data_3710">
            <a:extLst xmlns:a="http://schemas.openxmlformats.org/drawingml/2006/main">
              <a:ext uri="{FF2B5EF4-FFF2-40B4-BE49-F238E27FC236}">
                <a16:creationId xmlns:a16="http://schemas.microsoft.com/office/drawing/2014/main" id="{6FEDD732-1947-49FA-9B0D-46130EB3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351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4" name="data_3711">
            <a:extLst xmlns:a="http://schemas.openxmlformats.org/drawingml/2006/main">
              <a:ext uri="{FF2B5EF4-FFF2-40B4-BE49-F238E27FC236}">
                <a16:creationId xmlns:a16="http://schemas.microsoft.com/office/drawing/2014/main" id="{8DD8660A-72CB-4EDA-8795-61E8BE95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70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5" name="data_3712">
            <a:extLst xmlns:a="http://schemas.openxmlformats.org/drawingml/2006/main">
              <a:ext uri="{FF2B5EF4-FFF2-40B4-BE49-F238E27FC236}">
                <a16:creationId xmlns:a16="http://schemas.microsoft.com/office/drawing/2014/main" id="{39F0C369-9B7B-45ED-98CB-F10A0A2F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0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6" name="data_3713">
            <a:extLst xmlns:a="http://schemas.openxmlformats.org/drawingml/2006/main">
              <a:ext uri="{FF2B5EF4-FFF2-40B4-BE49-F238E27FC236}">
                <a16:creationId xmlns:a16="http://schemas.microsoft.com/office/drawing/2014/main" id="{99BEB6CD-6647-4DD7-9FBC-E1CCFB3A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34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7" name="data_3714">
            <a:extLst xmlns:a="http://schemas.openxmlformats.org/drawingml/2006/main">
              <a:ext uri="{FF2B5EF4-FFF2-40B4-BE49-F238E27FC236}">
                <a16:creationId xmlns:a16="http://schemas.microsoft.com/office/drawing/2014/main" id="{C98BBEA6-36CB-4DD5-8A6E-44277BFC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682" y="305258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8" name="data_3715">
            <a:extLst xmlns:a="http://schemas.openxmlformats.org/drawingml/2006/main">
              <a:ext uri="{FF2B5EF4-FFF2-40B4-BE49-F238E27FC236}">
                <a16:creationId xmlns:a16="http://schemas.microsoft.com/office/drawing/2014/main" id="{D2D4F822-3BFA-459B-92EC-307C099B5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54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9" name="data_3716">
            <a:extLst xmlns:a="http://schemas.openxmlformats.org/drawingml/2006/main">
              <a:ext uri="{FF2B5EF4-FFF2-40B4-BE49-F238E27FC236}">
                <a16:creationId xmlns:a16="http://schemas.microsoft.com/office/drawing/2014/main" id="{D88460D1-1BB9-498C-84D1-14061C04C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035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0" name="data_3717">
            <a:extLst xmlns:a="http://schemas.openxmlformats.org/drawingml/2006/main">
              <a:ext uri="{FF2B5EF4-FFF2-40B4-BE49-F238E27FC236}">
                <a16:creationId xmlns:a16="http://schemas.microsoft.com/office/drawing/2014/main" id="{F4CDBB90-2968-4197-9D0C-96D59EB9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798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1" name="data_3718">
            <a:extLst xmlns:a="http://schemas.openxmlformats.org/drawingml/2006/main">
              <a:ext uri="{FF2B5EF4-FFF2-40B4-BE49-F238E27FC236}">
                <a16:creationId xmlns:a16="http://schemas.microsoft.com/office/drawing/2014/main" id="{D7C14F2B-4485-4056-B43E-23F8C8F4A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944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2" name="data_3719">
            <a:extLst xmlns:a="http://schemas.openxmlformats.org/drawingml/2006/main">
              <a:ext uri="{FF2B5EF4-FFF2-40B4-BE49-F238E27FC236}">
                <a16:creationId xmlns:a16="http://schemas.microsoft.com/office/drawing/2014/main" id="{EB01752C-4305-463B-8C3F-86773089E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6395" y="300720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3" name="data_3720">
            <a:extLst xmlns:a="http://schemas.openxmlformats.org/drawingml/2006/main">
              <a:ext uri="{FF2B5EF4-FFF2-40B4-BE49-F238E27FC236}">
                <a16:creationId xmlns:a16="http://schemas.microsoft.com/office/drawing/2014/main" id="{6CF6B407-7B35-475E-8428-6040BC45D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875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4" name="data_3721">
            <a:extLst xmlns:a="http://schemas.openxmlformats.org/drawingml/2006/main">
              <a:ext uri="{FF2B5EF4-FFF2-40B4-BE49-F238E27FC236}">
                <a16:creationId xmlns:a16="http://schemas.microsoft.com/office/drawing/2014/main" id="{1C356495-B22B-43AC-ADA5-D5E5311C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5260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5" name="data_3722">
            <a:extLst xmlns:a="http://schemas.openxmlformats.org/drawingml/2006/main">
              <a:ext uri="{FF2B5EF4-FFF2-40B4-BE49-F238E27FC236}">
                <a16:creationId xmlns:a16="http://schemas.microsoft.com/office/drawing/2014/main" id="{CBA1966B-290C-440A-A12C-B5109425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9991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6" name="data_3723">
            <a:extLst xmlns:a="http://schemas.openxmlformats.org/drawingml/2006/main">
              <a:ext uri="{FF2B5EF4-FFF2-40B4-BE49-F238E27FC236}">
                <a16:creationId xmlns:a16="http://schemas.microsoft.com/office/drawing/2014/main" id="{B76B255F-1367-465F-A5E9-2B4305B9E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6911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7" name="data_3724">
            <a:extLst xmlns:a="http://schemas.openxmlformats.org/drawingml/2006/main">
              <a:ext uri="{FF2B5EF4-FFF2-40B4-BE49-F238E27FC236}">
                <a16:creationId xmlns:a16="http://schemas.microsoft.com/office/drawing/2014/main" id="{39C9551C-2C0D-4638-B0E7-8DF34F95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442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8" name="data_3725">
            <a:extLst xmlns:a="http://schemas.openxmlformats.org/drawingml/2006/main">
              <a:ext uri="{FF2B5EF4-FFF2-40B4-BE49-F238E27FC236}">
                <a16:creationId xmlns:a16="http://schemas.microsoft.com/office/drawing/2014/main" id="{D83A0D62-F080-430F-9628-8DA58C9F2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9" name="data_3726">
            <a:extLst xmlns:a="http://schemas.openxmlformats.org/drawingml/2006/main">
              <a:ext uri="{FF2B5EF4-FFF2-40B4-BE49-F238E27FC236}">
                <a16:creationId xmlns:a16="http://schemas.microsoft.com/office/drawing/2014/main" id="{3CA59FF4-E485-45D5-932A-EBF55BEC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384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0" name="data_3727">
            <a:extLst xmlns:a="http://schemas.openxmlformats.org/drawingml/2006/main">
              <a:ext uri="{FF2B5EF4-FFF2-40B4-BE49-F238E27FC236}">
                <a16:creationId xmlns:a16="http://schemas.microsoft.com/office/drawing/2014/main" id="{01038982-1F32-442B-88B6-395A0636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604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1" name="data_3728">
            <a:extLst xmlns:a="http://schemas.openxmlformats.org/drawingml/2006/main">
              <a:ext uri="{FF2B5EF4-FFF2-40B4-BE49-F238E27FC236}">
                <a16:creationId xmlns:a16="http://schemas.microsoft.com/office/drawing/2014/main" id="{5E8D3952-C8D4-45F5-B1E3-1135CC4FC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270" y="2917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2" name="data_3729">
            <a:extLst xmlns:a="http://schemas.openxmlformats.org/drawingml/2006/main">
              <a:ext uri="{FF2B5EF4-FFF2-40B4-BE49-F238E27FC236}">
                <a16:creationId xmlns:a16="http://schemas.microsoft.com/office/drawing/2014/main" id="{E4C46764-DE90-4B6A-85C3-CC8CCBE1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236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3" name="data_3730">
            <a:extLst xmlns:a="http://schemas.openxmlformats.org/drawingml/2006/main">
              <a:ext uri="{FF2B5EF4-FFF2-40B4-BE49-F238E27FC236}">
                <a16:creationId xmlns:a16="http://schemas.microsoft.com/office/drawing/2014/main" id="{DF0DC167-783F-4A7D-A130-D5B6CAE1B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2757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4" name="data_3731">
            <a:extLst xmlns:a="http://schemas.openxmlformats.org/drawingml/2006/main">
              <a:ext uri="{FF2B5EF4-FFF2-40B4-BE49-F238E27FC236}">
                <a16:creationId xmlns:a16="http://schemas.microsoft.com/office/drawing/2014/main" id="{E12FD0F5-D56F-420C-AAC6-611B1C0D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176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5" name="data_3732">
            <a:extLst xmlns:a="http://schemas.openxmlformats.org/drawingml/2006/main">
              <a:ext uri="{FF2B5EF4-FFF2-40B4-BE49-F238E27FC236}">
                <a16:creationId xmlns:a16="http://schemas.microsoft.com/office/drawing/2014/main" id="{480D56EE-D739-4821-87C9-398D15193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19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6" name="data_3733">
            <a:extLst xmlns:a="http://schemas.openxmlformats.org/drawingml/2006/main">
              <a:ext uri="{FF2B5EF4-FFF2-40B4-BE49-F238E27FC236}">
                <a16:creationId xmlns:a16="http://schemas.microsoft.com/office/drawing/2014/main" id="{13C39ECB-9350-405A-B81B-091C9B32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957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7" name="data_3734">
            <a:extLst xmlns:a="http://schemas.openxmlformats.org/drawingml/2006/main">
              <a:ext uri="{FF2B5EF4-FFF2-40B4-BE49-F238E27FC236}">
                <a16:creationId xmlns:a16="http://schemas.microsoft.com/office/drawing/2014/main" id="{C6F4FD27-2690-4A02-89A3-228F0BD2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104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8" name="data_3735">
            <a:extLst xmlns:a="http://schemas.openxmlformats.org/drawingml/2006/main">
              <a:ext uri="{FF2B5EF4-FFF2-40B4-BE49-F238E27FC236}">
                <a16:creationId xmlns:a16="http://schemas.microsoft.com/office/drawing/2014/main" id="{24CB0345-1CEF-432B-B016-A1EE5D370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561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9" name="data_3736">
            <a:extLst xmlns:a="http://schemas.openxmlformats.org/drawingml/2006/main">
              <a:ext uri="{FF2B5EF4-FFF2-40B4-BE49-F238E27FC236}">
                <a16:creationId xmlns:a16="http://schemas.microsoft.com/office/drawing/2014/main" id="{095FB8DC-1A99-49B5-8248-3920591A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99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0" name="data_3737">
            <a:extLst xmlns:a="http://schemas.openxmlformats.org/drawingml/2006/main">
              <a:ext uri="{FF2B5EF4-FFF2-40B4-BE49-F238E27FC236}">
                <a16:creationId xmlns:a16="http://schemas.microsoft.com/office/drawing/2014/main" id="{87C823EA-194A-48EC-B7F8-8B925BA6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1383" y="385917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1" name="data_3738">
            <a:extLst xmlns:a="http://schemas.openxmlformats.org/drawingml/2006/main">
              <a:ext uri="{FF2B5EF4-FFF2-40B4-BE49-F238E27FC236}">
                <a16:creationId xmlns:a16="http://schemas.microsoft.com/office/drawing/2014/main" id="{9FB04191-AF81-4962-A6AB-A0E22D754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136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2" name="data_3739">
            <a:extLst xmlns:a="http://schemas.openxmlformats.org/drawingml/2006/main">
              <a:ext uri="{FF2B5EF4-FFF2-40B4-BE49-F238E27FC236}">
                <a16:creationId xmlns:a16="http://schemas.microsoft.com/office/drawing/2014/main" id="{4BEFCBD6-6106-4BE3-A4C0-B792CDF3B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273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3" name="data_3740">
            <a:extLst xmlns:a="http://schemas.openxmlformats.org/drawingml/2006/main">
              <a:ext uri="{FF2B5EF4-FFF2-40B4-BE49-F238E27FC236}">
                <a16:creationId xmlns:a16="http://schemas.microsoft.com/office/drawing/2014/main" id="{AAFD47E5-B446-4CDF-856A-6B8245D2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301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4" name="data_3741">
            <a:extLst xmlns:a="http://schemas.openxmlformats.org/drawingml/2006/main">
              <a:ext uri="{FF2B5EF4-FFF2-40B4-BE49-F238E27FC236}">
                <a16:creationId xmlns:a16="http://schemas.microsoft.com/office/drawing/2014/main" id="{FF9670DE-A2CC-4640-91A3-66E0193B4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8304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5" name="data_3742">
            <a:extLst xmlns:a="http://schemas.openxmlformats.org/drawingml/2006/main">
              <a:ext uri="{FF2B5EF4-FFF2-40B4-BE49-F238E27FC236}">
                <a16:creationId xmlns:a16="http://schemas.microsoft.com/office/drawing/2014/main" id="{629FE10C-46B2-433B-A1E6-66D3C5C9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591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6" name="data_3743">
            <a:extLst xmlns:a="http://schemas.openxmlformats.org/drawingml/2006/main">
              <a:ext uri="{FF2B5EF4-FFF2-40B4-BE49-F238E27FC236}">
                <a16:creationId xmlns:a16="http://schemas.microsoft.com/office/drawing/2014/main" id="{E6B051CD-C036-4796-99EA-23B4D01F1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053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7" name="data_3744">
            <a:extLst xmlns:a="http://schemas.openxmlformats.org/drawingml/2006/main">
              <a:ext uri="{FF2B5EF4-FFF2-40B4-BE49-F238E27FC236}">
                <a16:creationId xmlns:a16="http://schemas.microsoft.com/office/drawing/2014/main" id="{7AD7A435-4A9F-42F9-9922-A1C3C51C0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1160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8" name="data_3745">
            <a:extLst xmlns:a="http://schemas.openxmlformats.org/drawingml/2006/main">
              <a:ext uri="{FF2B5EF4-FFF2-40B4-BE49-F238E27FC236}">
                <a16:creationId xmlns:a16="http://schemas.microsoft.com/office/drawing/2014/main" id="{E82C80D6-4889-464E-A943-A1DA7D9F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192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9" name="data_3746">
            <a:extLst xmlns:a="http://schemas.openxmlformats.org/drawingml/2006/main">
              <a:ext uri="{FF2B5EF4-FFF2-40B4-BE49-F238E27FC236}">
                <a16:creationId xmlns:a16="http://schemas.microsoft.com/office/drawing/2014/main" id="{CC7DD363-165D-4B00-ADB3-21295011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797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0" name="data_3747">
            <a:extLst xmlns:a="http://schemas.openxmlformats.org/drawingml/2006/main">
              <a:ext uri="{FF2B5EF4-FFF2-40B4-BE49-F238E27FC236}">
                <a16:creationId xmlns:a16="http://schemas.microsoft.com/office/drawing/2014/main" id="{625B838A-2BD2-4F3F-8220-55E0273A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533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1" name="data_3748">
            <a:extLst xmlns:a="http://schemas.openxmlformats.org/drawingml/2006/main">
              <a:ext uri="{FF2B5EF4-FFF2-40B4-BE49-F238E27FC236}">
                <a16:creationId xmlns:a16="http://schemas.microsoft.com/office/drawing/2014/main" id="{1252F582-F066-42D2-9B32-953AF35EF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466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2" name="data_3749">
            <a:extLst xmlns:a="http://schemas.openxmlformats.org/drawingml/2006/main">
              <a:ext uri="{FF2B5EF4-FFF2-40B4-BE49-F238E27FC236}">
                <a16:creationId xmlns:a16="http://schemas.microsoft.com/office/drawing/2014/main" id="{E60997D3-CBC5-4598-80ED-825ED7CD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827" y="36050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3" name="data_3750">
            <a:extLst xmlns:a="http://schemas.openxmlformats.org/drawingml/2006/main">
              <a:ext uri="{FF2B5EF4-FFF2-40B4-BE49-F238E27FC236}">
                <a16:creationId xmlns:a16="http://schemas.microsoft.com/office/drawing/2014/main" id="{DAADF53D-5EB5-4CBF-AB11-94C8A76D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490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4" name="data_3751">
            <a:extLst xmlns:a="http://schemas.openxmlformats.org/drawingml/2006/main">
              <a:ext uri="{FF2B5EF4-FFF2-40B4-BE49-F238E27FC236}">
                <a16:creationId xmlns:a16="http://schemas.microsoft.com/office/drawing/2014/main" id="{0A615CB2-0D22-4A26-BC22-23DDDFC51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3276" y="389529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5" name="data_3752">
            <a:extLst xmlns:a="http://schemas.openxmlformats.org/drawingml/2006/main">
              <a:ext uri="{FF2B5EF4-FFF2-40B4-BE49-F238E27FC236}">
                <a16:creationId xmlns:a16="http://schemas.microsoft.com/office/drawing/2014/main" id="{C8A94971-C835-4949-9051-7B46F75B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7351" y="358630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6" name="data_3753">
            <a:extLst xmlns:a="http://schemas.openxmlformats.org/drawingml/2006/main">
              <a:ext uri="{FF2B5EF4-FFF2-40B4-BE49-F238E27FC236}">
                <a16:creationId xmlns:a16="http://schemas.microsoft.com/office/drawing/2014/main" id="{013C6B94-D1B6-4282-A506-26125AD0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3085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7" name="data_3754">
            <a:extLst xmlns:a="http://schemas.openxmlformats.org/drawingml/2006/main">
              <a:ext uri="{FF2B5EF4-FFF2-40B4-BE49-F238E27FC236}">
                <a16:creationId xmlns:a16="http://schemas.microsoft.com/office/drawing/2014/main" id="{6F9C6AF1-B81C-49D0-9D08-E83B6F4C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26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8" name="data_3755">
            <a:extLst xmlns:a="http://schemas.openxmlformats.org/drawingml/2006/main">
              <a:ext uri="{FF2B5EF4-FFF2-40B4-BE49-F238E27FC236}">
                <a16:creationId xmlns:a16="http://schemas.microsoft.com/office/drawing/2014/main" id="{4150CF6A-01BC-4CBA-823B-11611DD9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06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9" name="data_3756">
            <a:extLst xmlns:a="http://schemas.openxmlformats.org/drawingml/2006/main">
              <a:ext uri="{FF2B5EF4-FFF2-40B4-BE49-F238E27FC236}">
                <a16:creationId xmlns:a16="http://schemas.microsoft.com/office/drawing/2014/main" id="{96DC349A-AF3A-48F3-BB8A-C82FE2B43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2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0" name="data_3757">
            <a:extLst xmlns:a="http://schemas.openxmlformats.org/drawingml/2006/main">
              <a:ext uri="{FF2B5EF4-FFF2-40B4-BE49-F238E27FC236}">
                <a16:creationId xmlns:a16="http://schemas.microsoft.com/office/drawing/2014/main" id="{C8F86F77-2686-43A3-A84F-2474754A6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885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1" name="data_3758">
            <a:extLst xmlns:a="http://schemas.openxmlformats.org/drawingml/2006/main">
              <a:ext uri="{FF2B5EF4-FFF2-40B4-BE49-F238E27FC236}">
                <a16:creationId xmlns:a16="http://schemas.microsoft.com/office/drawing/2014/main" id="{0A8E595B-BD46-4A7A-8146-F81ABCA91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704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2" name="data_3759">
            <a:extLst xmlns:a="http://schemas.openxmlformats.org/drawingml/2006/main">
              <a:ext uri="{FF2B5EF4-FFF2-40B4-BE49-F238E27FC236}">
                <a16:creationId xmlns:a16="http://schemas.microsoft.com/office/drawing/2014/main" id="{32D1FFC1-C864-417A-BF31-32F209815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9529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3" name="data_3760">
            <a:extLst xmlns:a="http://schemas.openxmlformats.org/drawingml/2006/main">
              <a:ext uri="{FF2B5EF4-FFF2-40B4-BE49-F238E27FC236}">
                <a16:creationId xmlns:a16="http://schemas.microsoft.com/office/drawing/2014/main" id="{80F5F697-D332-430C-96AA-DB08BA44D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8665" y="250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4" name="data_3761">
            <a:extLst xmlns:a="http://schemas.openxmlformats.org/drawingml/2006/main">
              <a:ext uri="{FF2B5EF4-FFF2-40B4-BE49-F238E27FC236}">
                <a16:creationId xmlns:a16="http://schemas.microsoft.com/office/drawing/2014/main" id="{63DDAD28-AA25-4D8D-83C0-1F151BB2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484" y="37922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5" name="data_3762">
            <a:extLst xmlns:a="http://schemas.openxmlformats.org/drawingml/2006/main">
              <a:ext uri="{FF2B5EF4-FFF2-40B4-BE49-F238E27FC236}">
                <a16:creationId xmlns:a16="http://schemas.microsoft.com/office/drawing/2014/main" id="{B85A34EC-7BB6-4ABB-8081-F5F9F47A2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6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6" name="data_3763">
            <a:extLst xmlns:a="http://schemas.openxmlformats.org/drawingml/2006/main">
              <a:ext uri="{FF2B5EF4-FFF2-40B4-BE49-F238E27FC236}">
                <a16:creationId xmlns:a16="http://schemas.microsoft.com/office/drawing/2014/main" id="{BDEE5845-1FE8-42CC-82BD-3A08F548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78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7" name="data_3764">
            <a:extLst xmlns:a="http://schemas.openxmlformats.org/drawingml/2006/main">
              <a:ext uri="{FF2B5EF4-FFF2-40B4-BE49-F238E27FC236}">
                <a16:creationId xmlns:a16="http://schemas.microsoft.com/office/drawing/2014/main" id="{FDC8671F-BB75-4CA5-A082-CD2AF52AF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045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8" name="data_3765">
            <a:extLst xmlns:a="http://schemas.openxmlformats.org/drawingml/2006/main">
              <a:ext uri="{FF2B5EF4-FFF2-40B4-BE49-F238E27FC236}">
                <a16:creationId xmlns:a16="http://schemas.microsoft.com/office/drawing/2014/main" id="{B339EAC6-2D0B-4668-9992-7BB01229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048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9" name="data_3766">
            <a:extLst xmlns:a="http://schemas.openxmlformats.org/drawingml/2006/main">
              <a:ext uri="{FF2B5EF4-FFF2-40B4-BE49-F238E27FC236}">
                <a16:creationId xmlns:a16="http://schemas.microsoft.com/office/drawing/2014/main" id="{77797F2C-97DC-4509-A613-25D13B3DC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7577" y="33053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0" name="data_3767">
            <a:extLst xmlns:a="http://schemas.openxmlformats.org/drawingml/2006/main">
              <a:ext uri="{FF2B5EF4-FFF2-40B4-BE49-F238E27FC236}">
                <a16:creationId xmlns:a16="http://schemas.microsoft.com/office/drawing/2014/main" id="{72611B92-65F5-439C-807B-D4CE09601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96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1" name="data_3768">
            <a:extLst xmlns:a="http://schemas.openxmlformats.org/drawingml/2006/main">
              <a:ext uri="{FF2B5EF4-FFF2-40B4-BE49-F238E27FC236}">
                <a16:creationId xmlns:a16="http://schemas.microsoft.com/office/drawing/2014/main" id="{66AF2C12-2D5F-48CA-BAAE-D1451EA67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038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2" name="data_3769">
            <a:extLst xmlns:a="http://schemas.openxmlformats.org/drawingml/2006/main">
              <a:ext uri="{FF2B5EF4-FFF2-40B4-BE49-F238E27FC236}">
                <a16:creationId xmlns:a16="http://schemas.microsoft.com/office/drawing/2014/main" id="{7303354B-69CE-449B-B7DE-46D464303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154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3" name="data_3770">
            <a:extLst xmlns:a="http://schemas.openxmlformats.org/drawingml/2006/main">
              <a:ext uri="{FF2B5EF4-FFF2-40B4-BE49-F238E27FC236}">
                <a16:creationId xmlns:a16="http://schemas.microsoft.com/office/drawing/2014/main" id="{44A43741-CFF9-4239-93FB-91F4B7FF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93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4" name="data_3771">
            <a:extLst xmlns:a="http://schemas.openxmlformats.org/drawingml/2006/main">
              <a:ext uri="{FF2B5EF4-FFF2-40B4-BE49-F238E27FC236}">
                <a16:creationId xmlns:a16="http://schemas.microsoft.com/office/drawing/2014/main" id="{27FC1697-1AD6-4620-9CF8-ABA17E308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993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5" name="data_3772">
            <a:extLst xmlns:a="http://schemas.openxmlformats.org/drawingml/2006/main">
              <a:ext uri="{FF2B5EF4-FFF2-40B4-BE49-F238E27FC236}">
                <a16:creationId xmlns:a16="http://schemas.microsoft.com/office/drawing/2014/main" id="{A8AC6FAF-10E6-4DD4-B0FE-E6AEE747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7021" y="32572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6" name="data_3773">
            <a:extLst xmlns:a="http://schemas.openxmlformats.org/drawingml/2006/main">
              <a:ext uri="{FF2B5EF4-FFF2-40B4-BE49-F238E27FC236}">
                <a16:creationId xmlns:a16="http://schemas.microsoft.com/office/drawing/2014/main" id="{04249C92-9CDE-40A5-BE15-54F1221B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04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7" name="data_3774">
            <a:extLst xmlns:a="http://schemas.openxmlformats.org/drawingml/2006/main">
              <a:ext uri="{FF2B5EF4-FFF2-40B4-BE49-F238E27FC236}">
                <a16:creationId xmlns:a16="http://schemas.microsoft.com/office/drawing/2014/main" id="{967C5FFD-980F-40AF-AA55-4C2FD490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916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8" name="data_3775">
            <a:extLst xmlns:a="http://schemas.openxmlformats.org/drawingml/2006/main">
              <a:ext uri="{FF2B5EF4-FFF2-40B4-BE49-F238E27FC236}">
                <a16:creationId xmlns:a16="http://schemas.microsoft.com/office/drawing/2014/main" id="{7A0C4E50-D79F-4C6F-9CEB-09FF15AB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0609" y="28172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9" name="data_3776">
            <a:extLst xmlns:a="http://schemas.openxmlformats.org/drawingml/2006/main">
              <a:ext uri="{FF2B5EF4-FFF2-40B4-BE49-F238E27FC236}">
                <a16:creationId xmlns:a16="http://schemas.microsoft.com/office/drawing/2014/main" id="{16AFFE51-E23A-4970-B39B-755B2AD1D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6158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0" name="data_3777">
            <a:extLst xmlns:a="http://schemas.openxmlformats.org/drawingml/2006/main">
              <a:ext uri="{FF2B5EF4-FFF2-40B4-BE49-F238E27FC236}">
                <a16:creationId xmlns:a16="http://schemas.microsoft.com/office/drawing/2014/main" id="{8942D9B6-10DF-4751-AD13-D4C269D4A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477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1" name="data_3778">
            <a:extLst xmlns:a="http://schemas.openxmlformats.org/drawingml/2006/main">
              <a:ext uri="{FF2B5EF4-FFF2-40B4-BE49-F238E27FC236}">
                <a16:creationId xmlns:a16="http://schemas.microsoft.com/office/drawing/2014/main" id="{770EC61B-A77B-49BB-99CC-7C0964DF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150" y="39243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2" name="data_3779">
            <a:extLst xmlns:a="http://schemas.openxmlformats.org/drawingml/2006/main">
              <a:ext uri="{FF2B5EF4-FFF2-40B4-BE49-F238E27FC236}">
                <a16:creationId xmlns:a16="http://schemas.microsoft.com/office/drawing/2014/main" id="{E9EA37AB-41E5-4682-B0F5-3D44A4336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1255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3" name="data_3780">
            <a:extLst xmlns:a="http://schemas.openxmlformats.org/drawingml/2006/main">
              <a:ext uri="{FF2B5EF4-FFF2-40B4-BE49-F238E27FC236}">
                <a16:creationId xmlns:a16="http://schemas.microsoft.com/office/drawing/2014/main" id="{D6BA644A-5FBB-4AC2-83E7-D4D74BE0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70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4" name="data_3781">
            <a:extLst xmlns:a="http://schemas.openxmlformats.org/drawingml/2006/main">
              <a:ext uri="{FF2B5EF4-FFF2-40B4-BE49-F238E27FC236}">
                <a16:creationId xmlns:a16="http://schemas.microsoft.com/office/drawing/2014/main" id="{5F7E7204-8B33-43B3-A968-324D649F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155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5" name="data_3782">
            <a:extLst xmlns:a="http://schemas.openxmlformats.org/drawingml/2006/main">
              <a:ext uri="{FF2B5EF4-FFF2-40B4-BE49-F238E27FC236}">
                <a16:creationId xmlns:a16="http://schemas.microsoft.com/office/drawing/2014/main" id="{FABD59B5-893D-4814-80AD-90F08980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609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6" name="data_3783">
            <a:extLst xmlns:a="http://schemas.openxmlformats.org/drawingml/2006/main">
              <a:ext uri="{FF2B5EF4-FFF2-40B4-BE49-F238E27FC236}">
                <a16:creationId xmlns:a16="http://schemas.microsoft.com/office/drawing/2014/main" id="{24EC34DD-403D-46ED-A623-DC435CC00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0129" y="39722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7" name="data_3784">
            <a:extLst xmlns:a="http://schemas.openxmlformats.org/drawingml/2006/main">
              <a:ext uri="{FF2B5EF4-FFF2-40B4-BE49-F238E27FC236}">
                <a16:creationId xmlns:a16="http://schemas.microsoft.com/office/drawing/2014/main" id="{5D0C1A48-7C7A-481C-833D-AD35B976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39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8" name="data_3785">
            <a:extLst xmlns:a="http://schemas.openxmlformats.org/drawingml/2006/main">
              <a:ext uri="{FF2B5EF4-FFF2-40B4-BE49-F238E27FC236}">
                <a16:creationId xmlns:a16="http://schemas.microsoft.com/office/drawing/2014/main" id="{DEF21B05-D5CE-4DDB-86AE-D55E229E8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189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9" name="data_3786">
            <a:extLst xmlns:a="http://schemas.openxmlformats.org/drawingml/2006/main">
              <a:ext uri="{FF2B5EF4-FFF2-40B4-BE49-F238E27FC236}">
                <a16:creationId xmlns:a16="http://schemas.microsoft.com/office/drawing/2014/main" id="{A642C7EF-C703-49E9-971B-E730E2E4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2210753"/>
            <a:ext cx="191" cy="1786548"/>
          </a:xfrm>
          <a:custGeom xmlns:a="http://schemas.openxmlformats.org/drawingml/2006/main"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100" name="data_3787">
            <a:extLst xmlns:a="http://schemas.openxmlformats.org/drawingml/2006/main">
              <a:ext uri="{FF2B5EF4-FFF2-40B4-BE49-F238E27FC236}">
                <a16:creationId xmlns:a16="http://schemas.microsoft.com/office/drawing/2014/main" id="{AF9DA712-CC05-45CB-BABE-9C41ABFD1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3997301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101" name="text_3788">
            <a:extLst xmlns:a="http://schemas.openxmlformats.org/drawingml/2006/main">
              <a:ext uri="{FF2B5EF4-FFF2-40B4-BE49-F238E27FC236}">
                <a16:creationId xmlns:a16="http://schemas.microsoft.com/office/drawing/2014/main" id="{96E578E6-9BB7-471B-A7BB-CD23961B8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9414" y="1897352"/>
            <a:ext cx="96475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02" name="text_3789">
            <a:extLst xmlns:a="http://schemas.openxmlformats.org/drawingml/2006/main">
              <a:ext uri="{FF2B5EF4-FFF2-40B4-BE49-F238E27FC236}">
                <a16:creationId xmlns:a16="http://schemas.microsoft.com/office/drawing/2014/main" id="{3B7C8A64-0810-459D-8EEC-AB7A53A4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8244" y="1919926"/>
            <a:ext cx="620381" cy="179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103" name="data_3790">
            <a:extLst xmlns:a="http://schemas.openxmlformats.org/drawingml/2006/main">
              <a:ext uri="{FF2B5EF4-FFF2-40B4-BE49-F238E27FC236}">
                <a16:creationId xmlns:a16="http://schemas.microsoft.com/office/drawing/2014/main" id="{90969851-01B3-4568-89C0-29D62AF30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033" y="3970885"/>
            <a:ext cx="191" cy="26416"/>
          </a:xfrm>
          <a:custGeom xmlns:a="http://schemas.openxmlformats.org/drawingml/2006/main">
            <a:pathLst>
              <a:path w="191" h="26416">
                <a:moveTo>
                  <a:pt x="0" y="2641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A1ABB3"/>
            </a:solidFill>
            <a:prstDash val="solid"/>
          </a:ln>
        </p:spPr>
      </p:sp>
      <p:sp>
        <p:nvSpPr>
          <p:cNvPr id="1104" name="data_3791">
            <a:extLst xmlns:a="http://schemas.openxmlformats.org/drawingml/2006/main">
              <a:ext uri="{FF2B5EF4-FFF2-40B4-BE49-F238E27FC236}">
                <a16:creationId xmlns:a16="http://schemas.microsoft.com/office/drawing/2014/main" id="{1D5F3FC8-8B4A-47C6-9CCC-8CDBFE5E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6863" y="2311878"/>
            <a:ext cx="191" cy="1123615"/>
          </a:xfrm>
          <a:custGeom xmlns:a="http://schemas.openxmlformats.org/drawingml/2006/main">
            <a:pathLst>
              <a:path w="191" h="1123615">
                <a:moveTo>
                  <a:pt x="0" y="112361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5B72B7"/>
            </a:solidFill>
            <a:prstDash val="solid"/>
          </a:ln>
        </p:spPr>
      </p:sp>
      <p:sp>
        <p:nvSpPr>
          <p:cNvPr id="1105" name="data_3792">
            <a:extLst xmlns:a="http://schemas.openxmlformats.org/drawingml/2006/main">
              <a:ext uri="{FF2B5EF4-FFF2-40B4-BE49-F238E27FC236}">
                <a16:creationId xmlns:a16="http://schemas.microsoft.com/office/drawing/2014/main" id="{AA2FB1AA-AADB-4DB8-9F9C-46FD8799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694" y="2311878"/>
            <a:ext cx="191" cy="653101"/>
          </a:xfrm>
          <a:custGeom xmlns:a="http://schemas.openxmlformats.org/drawingml/2006/main">
            <a:pathLst>
              <a:path w="191" h="653101">
                <a:moveTo>
                  <a:pt x="0" y="65310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138B8D"/>
            </a:solidFill>
            <a:prstDash val="solid"/>
          </a:ln>
        </p:spPr>
      </p:sp>
      <p:sp>
        <p:nvSpPr>
          <p:cNvPr id="1106" name="data_3793">
            <a:extLst xmlns:a="http://schemas.openxmlformats.org/drawingml/2006/main">
              <a:ext uri="{FF2B5EF4-FFF2-40B4-BE49-F238E27FC236}">
                <a16:creationId xmlns:a16="http://schemas.microsoft.com/office/drawing/2014/main" id="{28B222ED-6C54-4A94-AD82-F95A26E2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937" y="3154589"/>
            <a:ext cx="191" cy="842711"/>
          </a:xfrm>
          <a:custGeom xmlns:a="http://schemas.openxmlformats.org/drawingml/2006/main">
            <a:pathLst>
              <a:path w="191" h="842711">
                <a:moveTo>
                  <a:pt x="0" y="84271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A1ABB3"/>
            </a:solidFill>
            <a:prstDash val="solid"/>
          </a:ln>
        </p:spPr>
      </p:sp>
      <p:sp>
        <p:nvSpPr>
          <p:cNvPr id="1107" name="data_3794">
            <a:extLst xmlns:a="http://schemas.openxmlformats.org/drawingml/2006/main">
              <a:ext uri="{FF2B5EF4-FFF2-40B4-BE49-F238E27FC236}">
                <a16:creationId xmlns:a16="http://schemas.microsoft.com/office/drawing/2014/main" id="{35FF9DB3-0F84-400D-8359-72F65DFD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6767" y="2311878"/>
            <a:ext cx="191" cy="1191835"/>
          </a:xfrm>
          <a:custGeom xmlns:a="http://schemas.openxmlformats.org/drawingml/2006/main">
            <a:pathLst>
              <a:path w="191" h="1191835">
                <a:moveTo>
                  <a:pt x="0" y="119183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5B72B7"/>
            </a:solidFill>
            <a:prstDash val="solid"/>
          </a:ln>
        </p:spPr>
      </p:sp>
      <p:sp>
        <p:nvSpPr>
          <p:cNvPr id="1108" name="data_3795">
            <a:extLst xmlns:a="http://schemas.openxmlformats.org/drawingml/2006/main">
              <a:ext uri="{FF2B5EF4-FFF2-40B4-BE49-F238E27FC236}">
                <a16:creationId xmlns:a16="http://schemas.microsoft.com/office/drawing/2014/main" id="{C967DBA3-3517-4B9C-AE22-6E9959B81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2597" y="2311878"/>
            <a:ext cx="191" cy="842711"/>
          </a:xfrm>
          <a:custGeom xmlns:a="http://schemas.openxmlformats.org/drawingml/2006/main">
            <a:pathLst>
              <a:path w="191" h="842711">
                <a:moveTo>
                  <a:pt x="0" y="84271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138B8D"/>
            </a:solidFill>
            <a:prstDash val="solid"/>
          </a:ln>
        </p:spPr>
      </p:sp>
      <p:sp>
        <p:nvSpPr>
          <p:cNvPr id="1109" name="data_3796">
            <a:extLst xmlns:a="http://schemas.openxmlformats.org/drawingml/2006/main">
              <a:ext uri="{FF2B5EF4-FFF2-40B4-BE49-F238E27FC236}">
                <a16:creationId xmlns:a16="http://schemas.microsoft.com/office/drawing/2014/main" id="{378D8BDE-D7A3-45CA-B7FA-B19E6C389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5564" y="3958901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A1ABB3"/>
            </a:solidFill>
            <a:prstDash val="solid"/>
          </a:ln>
        </p:spPr>
      </p:sp>
      <p:sp>
        <p:nvSpPr>
          <p:cNvPr id="1110" name="data_3797">
            <a:extLst xmlns:a="http://schemas.openxmlformats.org/drawingml/2006/main">
              <a:ext uri="{FF2B5EF4-FFF2-40B4-BE49-F238E27FC236}">
                <a16:creationId xmlns:a16="http://schemas.microsoft.com/office/drawing/2014/main" id="{FCF091AD-4271-4862-96A8-78852510E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1395" y="2838217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5B72B7"/>
            </a:solidFill>
            <a:prstDash val="solid"/>
          </a:ln>
        </p:spPr>
      </p:sp>
      <p:sp>
        <p:nvSpPr>
          <p:cNvPr id="1111" name="data_3798">
            <a:extLst xmlns:a="http://schemas.openxmlformats.org/drawingml/2006/main">
              <a:ext uri="{FF2B5EF4-FFF2-40B4-BE49-F238E27FC236}">
                <a16:creationId xmlns:a16="http://schemas.microsoft.com/office/drawing/2014/main" id="{F0620D1C-D7B6-44B9-81A1-19DFA6A68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7225" y="2276409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138B8D"/>
            </a:solidFill>
            <a:prstDash val="solid"/>
          </a:ln>
        </p:spPr>
      </p:sp>
      <p:sp>
        <p:nvSpPr>
          <p:cNvPr id="1112" name="data_3799">
            <a:extLst xmlns:a="http://schemas.openxmlformats.org/drawingml/2006/main">
              <a:ext uri="{FF2B5EF4-FFF2-40B4-BE49-F238E27FC236}">
                <a16:creationId xmlns:a16="http://schemas.microsoft.com/office/drawing/2014/main" id="{61BEC128-849C-4E15-AE3C-E8B1F3AF2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5468" y="3721057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A1ABB3"/>
            </a:solidFill>
            <a:prstDash val="solid"/>
          </a:ln>
        </p:spPr>
      </p:sp>
      <p:sp>
        <p:nvSpPr>
          <p:cNvPr id="1113" name="data_3800">
            <a:extLst xmlns:a="http://schemas.openxmlformats.org/drawingml/2006/main">
              <a:ext uri="{FF2B5EF4-FFF2-40B4-BE49-F238E27FC236}">
                <a16:creationId xmlns:a16="http://schemas.microsoft.com/office/drawing/2014/main" id="{19CB05C1-40C1-45B7-BB3B-FB16758E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1298" y="2838217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5B72B7"/>
            </a:solidFill>
            <a:prstDash val="solid"/>
          </a:ln>
        </p:spPr>
      </p:sp>
      <p:sp>
        <p:nvSpPr>
          <p:cNvPr id="1114" name="data_3801">
            <a:extLst xmlns:a="http://schemas.openxmlformats.org/drawingml/2006/main">
              <a:ext uri="{FF2B5EF4-FFF2-40B4-BE49-F238E27FC236}">
                <a16:creationId xmlns:a16="http://schemas.microsoft.com/office/drawing/2014/main" id="{F74EFD52-FE35-4EDA-A0D6-18B2D7089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128" y="2642805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138B8D"/>
            </a:solidFill>
            <a:prstDash val="solid"/>
          </a:ln>
        </p:spPr>
      </p:sp>
      <p:sp>
        <p:nvSpPr>
          <p:cNvPr id="1115" name="data_3802">
            <a:extLst xmlns:a="http://schemas.openxmlformats.org/drawingml/2006/main">
              <a:ext uri="{FF2B5EF4-FFF2-40B4-BE49-F238E27FC236}">
                <a16:creationId xmlns:a16="http://schemas.microsoft.com/office/drawing/2014/main" id="{CF2937AD-B86B-408A-A2A0-6D9AC03F4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2210753"/>
            <a:ext cx="3447143" cy="1786548"/>
          </a:xfrm>
          <a:custGeom xmlns:a="http://schemas.openxmlformats.org/drawingml/2006/main"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6" name="data_3803">
            <a:extLst xmlns:a="http://schemas.openxmlformats.org/drawingml/2006/main">
              <a:ext uri="{FF2B5EF4-FFF2-40B4-BE49-F238E27FC236}">
                <a16:creationId xmlns:a16="http://schemas.microsoft.com/office/drawing/2014/main" id="{DE76A42A-B1DC-4BA8-9133-319CBE34D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2621" y="3997301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117" name="text_3804">
            <a:extLst xmlns:a="http://schemas.openxmlformats.org/drawingml/2006/main">
              <a:ext uri="{FF2B5EF4-FFF2-40B4-BE49-F238E27FC236}">
                <a16:creationId xmlns:a16="http://schemas.microsoft.com/office/drawing/2014/main" id="{F1141B83-2163-4FAD-A0CF-7ECDE890A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12521" y="4134018"/>
            <a:ext cx="72928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18" name="text_3805">
            <a:extLst xmlns:a="http://schemas.openxmlformats.org/drawingml/2006/main">
              <a:ext uri="{FF2B5EF4-FFF2-40B4-BE49-F238E27FC236}">
                <a16:creationId xmlns:a16="http://schemas.microsoft.com/office/drawing/2014/main" id="{962A0636-C139-4A9E-B5FD-752697EA7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36568" y="4260939"/>
            <a:ext cx="481057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119" name="data_3806">
            <a:extLst xmlns:a="http://schemas.openxmlformats.org/drawingml/2006/main">
              <a:ext uri="{FF2B5EF4-FFF2-40B4-BE49-F238E27FC236}">
                <a16:creationId xmlns:a16="http://schemas.microsoft.com/office/drawing/2014/main" id="{E3AB8F97-37F0-41BA-ABBD-B2B99608D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524" y="3997301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120" name="text_3807">
            <a:extLst xmlns:a="http://schemas.openxmlformats.org/drawingml/2006/main">
              <a:ext uri="{FF2B5EF4-FFF2-40B4-BE49-F238E27FC236}">
                <a16:creationId xmlns:a16="http://schemas.microsoft.com/office/drawing/2014/main" id="{1BB4B2F3-E2DD-4D8C-945F-836B57158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22424" y="4134018"/>
            <a:ext cx="72928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21" name="text_3808">
            <a:extLst xmlns:a="http://schemas.openxmlformats.org/drawingml/2006/main">
              <a:ext uri="{FF2B5EF4-FFF2-40B4-BE49-F238E27FC236}">
                <a16:creationId xmlns:a16="http://schemas.microsoft.com/office/drawing/2014/main" id="{A3FA9C80-A12B-4EE8-A1DB-54F671965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41618" y="4260939"/>
            <a:ext cx="29093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122" name="data_3809">
            <a:extLst xmlns:a="http://schemas.openxmlformats.org/drawingml/2006/main">
              <a:ext uri="{FF2B5EF4-FFF2-40B4-BE49-F238E27FC236}">
                <a16:creationId xmlns:a16="http://schemas.microsoft.com/office/drawing/2014/main" id="{013C4CC5-FAE5-4246-BD27-9DE7D6BE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3997301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1123" name="data_3810">
            <a:extLst xmlns:a="http://schemas.openxmlformats.org/drawingml/2006/main">
              <a:ext uri="{FF2B5EF4-FFF2-40B4-BE49-F238E27FC236}">
                <a16:creationId xmlns:a16="http://schemas.microsoft.com/office/drawing/2014/main" id="{A4E438F3-5AF4-4C94-B6D4-5A454B7C2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3997301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124" name="text_3811">
            <a:extLst xmlns:a="http://schemas.openxmlformats.org/drawingml/2006/main">
              <a:ext uri="{FF2B5EF4-FFF2-40B4-BE49-F238E27FC236}">
                <a16:creationId xmlns:a16="http://schemas.microsoft.com/office/drawing/2014/main" id="{757969DF-2434-41FE-88B7-4C49CB65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5941" y="3939851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25" name="data_3812">
            <a:extLst xmlns:a="http://schemas.openxmlformats.org/drawingml/2006/main">
              <a:ext uri="{FF2B5EF4-FFF2-40B4-BE49-F238E27FC236}">
                <a16:creationId xmlns:a16="http://schemas.microsoft.com/office/drawing/2014/main" id="{2C022016-8322-4A7B-803E-0525B328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3154589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1126" name="data_3813">
            <a:extLst xmlns:a="http://schemas.openxmlformats.org/drawingml/2006/main">
              <a:ext uri="{FF2B5EF4-FFF2-40B4-BE49-F238E27FC236}">
                <a16:creationId xmlns:a16="http://schemas.microsoft.com/office/drawing/2014/main" id="{220116DB-A9CF-448C-A6CB-15EECB1D2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3154589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127" name="text_3814">
            <a:extLst xmlns:a="http://schemas.openxmlformats.org/drawingml/2006/main">
              <a:ext uri="{FF2B5EF4-FFF2-40B4-BE49-F238E27FC236}">
                <a16:creationId xmlns:a16="http://schemas.microsoft.com/office/drawing/2014/main" id="{ECA0F819-B958-44EF-9712-CCD5A172E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5941" y="3097140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28" name="data_3815">
            <a:extLst xmlns:a="http://schemas.openxmlformats.org/drawingml/2006/main">
              <a:ext uri="{FF2B5EF4-FFF2-40B4-BE49-F238E27FC236}">
                <a16:creationId xmlns:a16="http://schemas.microsoft.com/office/drawing/2014/main" id="{BDDFDF0D-C1F8-4838-9F1B-4F465A73E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2311878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1129" name="data_3816">
            <a:extLst xmlns:a="http://schemas.openxmlformats.org/drawingml/2006/main">
              <a:ext uri="{FF2B5EF4-FFF2-40B4-BE49-F238E27FC236}">
                <a16:creationId xmlns:a16="http://schemas.microsoft.com/office/drawing/2014/main" id="{F830805F-EA14-4AD6-AFBE-CECD513D7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2311878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130" name="text_3817">
            <a:extLst xmlns:a="http://schemas.openxmlformats.org/drawingml/2006/main">
              <a:ext uri="{FF2B5EF4-FFF2-40B4-BE49-F238E27FC236}">
                <a16:creationId xmlns:a16="http://schemas.microsoft.com/office/drawing/2014/main" id="{44BD98EB-1FB1-4E5F-8920-740DA0CCE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5941" y="2254428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31" name="text_3818">
            <a:extLst xmlns:a="http://schemas.openxmlformats.org/drawingml/2006/main">
              <a:ext uri="{FF2B5EF4-FFF2-40B4-BE49-F238E27FC236}">
                <a16:creationId xmlns:a16="http://schemas.microsoft.com/office/drawing/2014/main" id="{C1D81200-8C90-439A-AD18-20D2649A7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5166733" y="3019788"/>
            <a:ext cx="312935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132" name="data_3819">
            <a:extLst xmlns:a="http://schemas.openxmlformats.org/drawingml/2006/main">
              <a:ext uri="{FF2B5EF4-FFF2-40B4-BE49-F238E27FC236}">
                <a16:creationId xmlns:a16="http://schemas.microsoft.com/office/drawing/2014/main" id="{3F2CB779-9C00-408F-AC5C-D7073F0F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4433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649" y="1674889"/>
                </a:lnTo>
                <a:lnTo>
                  <a:pt x="6498" y="1664355"/>
                </a:lnTo>
                <a:lnTo>
                  <a:pt x="14257" y="1653821"/>
                </a:lnTo>
                <a:lnTo>
                  <a:pt x="24478" y="1643287"/>
                </a:lnTo>
                <a:lnTo>
                  <a:pt x="36596" y="1632753"/>
                </a:lnTo>
                <a:lnTo>
                  <a:pt x="49982" y="1622219"/>
                </a:lnTo>
                <a:lnTo>
                  <a:pt x="63997" y="1611685"/>
                </a:lnTo>
                <a:lnTo>
                  <a:pt x="78045" y="1601152"/>
                </a:lnTo>
                <a:lnTo>
                  <a:pt x="91608" y="1590618"/>
                </a:lnTo>
                <a:lnTo>
                  <a:pt x="104277" y="1580084"/>
                </a:lnTo>
                <a:lnTo>
                  <a:pt x="115764" y="1569550"/>
                </a:lnTo>
                <a:lnTo>
                  <a:pt x="125898" y="1559016"/>
                </a:lnTo>
                <a:lnTo>
                  <a:pt x="134617" y="1548482"/>
                </a:lnTo>
                <a:lnTo>
                  <a:pt x="141948" y="1537948"/>
                </a:lnTo>
                <a:lnTo>
                  <a:pt x="147981" y="1527414"/>
                </a:lnTo>
                <a:lnTo>
                  <a:pt x="152851" y="1516880"/>
                </a:lnTo>
                <a:lnTo>
                  <a:pt x="156713" y="1506347"/>
                </a:lnTo>
                <a:lnTo>
                  <a:pt x="159724" y="1495813"/>
                </a:lnTo>
                <a:lnTo>
                  <a:pt x="162036" y="1485279"/>
                </a:lnTo>
                <a:lnTo>
                  <a:pt x="163783" y="1474745"/>
                </a:lnTo>
                <a:lnTo>
                  <a:pt x="165080" y="1464211"/>
                </a:lnTo>
                <a:lnTo>
                  <a:pt x="166023" y="1453677"/>
                </a:lnTo>
                <a:lnTo>
                  <a:pt x="166688" y="1443143"/>
                </a:lnTo>
                <a:lnTo>
                  <a:pt x="167140" y="1432609"/>
                </a:lnTo>
                <a:lnTo>
                  <a:pt x="167427" y="1422075"/>
                </a:lnTo>
                <a:lnTo>
                  <a:pt x="167593" y="1411542"/>
                </a:lnTo>
                <a:lnTo>
                  <a:pt x="167673" y="1401008"/>
                </a:lnTo>
                <a:lnTo>
                  <a:pt x="167698" y="1390474"/>
                </a:lnTo>
                <a:lnTo>
                  <a:pt x="167696" y="1379940"/>
                </a:lnTo>
                <a:lnTo>
                  <a:pt x="167692" y="1369406"/>
                </a:lnTo>
                <a:lnTo>
                  <a:pt x="167706" y="1358872"/>
                </a:lnTo>
                <a:lnTo>
                  <a:pt x="167756" y="1348338"/>
                </a:lnTo>
                <a:lnTo>
                  <a:pt x="167853" y="1337804"/>
                </a:lnTo>
                <a:lnTo>
                  <a:pt x="168005" y="1327270"/>
                </a:lnTo>
                <a:lnTo>
                  <a:pt x="168212" y="1316736"/>
                </a:lnTo>
                <a:lnTo>
                  <a:pt x="168472" y="1306203"/>
                </a:lnTo>
                <a:lnTo>
                  <a:pt x="168777" y="1295669"/>
                </a:lnTo>
                <a:lnTo>
                  <a:pt x="169116" y="1285135"/>
                </a:lnTo>
                <a:lnTo>
                  <a:pt x="169477" y="1274601"/>
                </a:lnTo>
                <a:lnTo>
                  <a:pt x="169846" y="1264067"/>
                </a:lnTo>
                <a:lnTo>
                  <a:pt x="170209" y="1253533"/>
                </a:lnTo>
                <a:lnTo>
                  <a:pt x="170555" y="1242999"/>
                </a:lnTo>
                <a:lnTo>
                  <a:pt x="170875" y="1232465"/>
                </a:lnTo>
                <a:lnTo>
                  <a:pt x="171163" y="1221931"/>
                </a:lnTo>
                <a:lnTo>
                  <a:pt x="171414" y="1211398"/>
                </a:lnTo>
                <a:lnTo>
                  <a:pt x="171627" y="1200864"/>
                </a:lnTo>
                <a:lnTo>
                  <a:pt x="171804" y="1190330"/>
                </a:lnTo>
                <a:lnTo>
                  <a:pt x="171946" y="1179796"/>
                </a:lnTo>
                <a:lnTo>
                  <a:pt x="172058" y="1169262"/>
                </a:lnTo>
                <a:lnTo>
                  <a:pt x="172144" y="1158728"/>
                </a:lnTo>
                <a:lnTo>
                  <a:pt x="172209" y="1148194"/>
                </a:lnTo>
                <a:lnTo>
                  <a:pt x="172256" y="1137660"/>
                </a:lnTo>
                <a:lnTo>
                  <a:pt x="172289" y="1127126"/>
                </a:lnTo>
                <a:lnTo>
                  <a:pt x="172313" y="1116593"/>
                </a:lnTo>
                <a:lnTo>
                  <a:pt x="172329" y="1106059"/>
                </a:lnTo>
                <a:lnTo>
                  <a:pt x="172339" y="1095525"/>
                </a:lnTo>
                <a:lnTo>
                  <a:pt x="172346" y="1084991"/>
                </a:lnTo>
                <a:lnTo>
                  <a:pt x="172350" y="1074457"/>
                </a:lnTo>
                <a:lnTo>
                  <a:pt x="172353" y="1063923"/>
                </a:lnTo>
                <a:lnTo>
                  <a:pt x="172354" y="1053389"/>
                </a:lnTo>
                <a:lnTo>
                  <a:pt x="172355" y="1042855"/>
                </a:lnTo>
                <a:lnTo>
                  <a:pt x="172354" y="1032321"/>
                </a:lnTo>
                <a:lnTo>
                  <a:pt x="172353" y="1021788"/>
                </a:lnTo>
                <a:lnTo>
                  <a:pt x="172351" y="1011254"/>
                </a:lnTo>
                <a:lnTo>
                  <a:pt x="172348" y="1000720"/>
                </a:lnTo>
                <a:lnTo>
                  <a:pt x="172343" y="990186"/>
                </a:lnTo>
                <a:lnTo>
                  <a:pt x="172335" y="979652"/>
                </a:lnTo>
                <a:lnTo>
                  <a:pt x="172325" y="969118"/>
                </a:lnTo>
                <a:lnTo>
                  <a:pt x="172310" y="958584"/>
                </a:lnTo>
                <a:lnTo>
                  <a:pt x="172289" y="948050"/>
                </a:lnTo>
                <a:lnTo>
                  <a:pt x="172261" y="937516"/>
                </a:lnTo>
                <a:lnTo>
                  <a:pt x="172225" y="926982"/>
                </a:lnTo>
                <a:lnTo>
                  <a:pt x="172180" y="916449"/>
                </a:lnTo>
                <a:lnTo>
                  <a:pt x="172124" y="905915"/>
                </a:lnTo>
                <a:lnTo>
                  <a:pt x="172058" y="895381"/>
                </a:lnTo>
                <a:lnTo>
                  <a:pt x="171981" y="884847"/>
                </a:lnTo>
                <a:lnTo>
                  <a:pt x="171894" y="874313"/>
                </a:lnTo>
                <a:lnTo>
                  <a:pt x="171800" y="863779"/>
                </a:lnTo>
                <a:lnTo>
                  <a:pt x="171701" y="853245"/>
                </a:lnTo>
                <a:lnTo>
                  <a:pt x="171602" y="842711"/>
                </a:lnTo>
                <a:lnTo>
                  <a:pt x="171506" y="832177"/>
                </a:lnTo>
                <a:lnTo>
                  <a:pt x="171420" y="821644"/>
                </a:lnTo>
                <a:lnTo>
                  <a:pt x="171347" y="811110"/>
                </a:lnTo>
                <a:lnTo>
                  <a:pt x="171292" y="800576"/>
                </a:lnTo>
                <a:lnTo>
                  <a:pt x="171259" y="790042"/>
                </a:lnTo>
                <a:lnTo>
                  <a:pt x="171249" y="779508"/>
                </a:lnTo>
                <a:lnTo>
                  <a:pt x="171264" y="768974"/>
                </a:lnTo>
                <a:lnTo>
                  <a:pt x="171302" y="758440"/>
                </a:lnTo>
                <a:lnTo>
                  <a:pt x="171361" y="747906"/>
                </a:lnTo>
                <a:lnTo>
                  <a:pt x="171437" y="737372"/>
                </a:lnTo>
                <a:lnTo>
                  <a:pt x="171526" y="726839"/>
                </a:lnTo>
                <a:lnTo>
                  <a:pt x="171623" y="716305"/>
                </a:lnTo>
                <a:lnTo>
                  <a:pt x="171722" y="705771"/>
                </a:lnTo>
                <a:lnTo>
                  <a:pt x="171820" y="695237"/>
                </a:lnTo>
                <a:lnTo>
                  <a:pt x="171913" y="684703"/>
                </a:lnTo>
                <a:lnTo>
                  <a:pt x="171998" y="674169"/>
                </a:lnTo>
                <a:lnTo>
                  <a:pt x="172073" y="663635"/>
                </a:lnTo>
                <a:lnTo>
                  <a:pt x="172137" y="653101"/>
                </a:lnTo>
                <a:lnTo>
                  <a:pt x="172190" y="642567"/>
                </a:lnTo>
                <a:lnTo>
                  <a:pt x="172234" y="632034"/>
                </a:lnTo>
                <a:lnTo>
                  <a:pt x="172268" y="621500"/>
                </a:lnTo>
                <a:lnTo>
                  <a:pt x="172294" y="610966"/>
                </a:lnTo>
                <a:lnTo>
                  <a:pt x="172313" y="600432"/>
                </a:lnTo>
                <a:lnTo>
                  <a:pt x="172327" y="589898"/>
                </a:lnTo>
                <a:lnTo>
                  <a:pt x="172337" y="579364"/>
                </a:lnTo>
                <a:lnTo>
                  <a:pt x="172344" y="568830"/>
                </a:lnTo>
                <a:lnTo>
                  <a:pt x="172349" y="558296"/>
                </a:lnTo>
                <a:lnTo>
                  <a:pt x="172352" y="547762"/>
                </a:lnTo>
                <a:lnTo>
                  <a:pt x="172354" y="537228"/>
                </a:lnTo>
                <a:lnTo>
                  <a:pt x="172355" y="526695"/>
                </a:lnTo>
                <a:lnTo>
                  <a:pt x="172356" y="516161"/>
                </a:lnTo>
                <a:lnTo>
                  <a:pt x="172357" y="505627"/>
                </a:lnTo>
                <a:lnTo>
                  <a:pt x="172357" y="495093"/>
                </a:lnTo>
                <a:lnTo>
                  <a:pt x="172357" y="484559"/>
                </a:lnTo>
                <a:lnTo>
                  <a:pt x="172357" y="474025"/>
                </a:lnTo>
                <a:lnTo>
                  <a:pt x="172357" y="463491"/>
                </a:lnTo>
                <a:lnTo>
                  <a:pt x="172357" y="452957"/>
                </a:lnTo>
                <a:lnTo>
                  <a:pt x="172357" y="442423"/>
                </a:lnTo>
                <a:lnTo>
                  <a:pt x="172357" y="431890"/>
                </a:lnTo>
                <a:lnTo>
                  <a:pt x="172357" y="421356"/>
                </a:lnTo>
                <a:lnTo>
                  <a:pt x="172357" y="410822"/>
                </a:lnTo>
                <a:lnTo>
                  <a:pt x="172357" y="400288"/>
                </a:lnTo>
                <a:lnTo>
                  <a:pt x="172357" y="389754"/>
                </a:lnTo>
                <a:lnTo>
                  <a:pt x="172357" y="379220"/>
                </a:lnTo>
                <a:lnTo>
                  <a:pt x="172357" y="368686"/>
                </a:lnTo>
                <a:lnTo>
                  <a:pt x="172357" y="358152"/>
                </a:lnTo>
                <a:lnTo>
                  <a:pt x="172357" y="347618"/>
                </a:lnTo>
                <a:lnTo>
                  <a:pt x="172357" y="337085"/>
                </a:lnTo>
                <a:lnTo>
                  <a:pt x="172357" y="326551"/>
                </a:lnTo>
                <a:lnTo>
                  <a:pt x="172357" y="316017"/>
                </a:lnTo>
                <a:lnTo>
                  <a:pt x="172357" y="305483"/>
                </a:lnTo>
                <a:lnTo>
                  <a:pt x="172356" y="294949"/>
                </a:lnTo>
                <a:lnTo>
                  <a:pt x="172356" y="284415"/>
                </a:lnTo>
                <a:lnTo>
                  <a:pt x="172355" y="273881"/>
                </a:lnTo>
                <a:lnTo>
                  <a:pt x="172353" y="263347"/>
                </a:lnTo>
                <a:lnTo>
                  <a:pt x="172349" y="252813"/>
                </a:lnTo>
                <a:lnTo>
                  <a:pt x="172344" y="242280"/>
                </a:lnTo>
                <a:lnTo>
                  <a:pt x="172336" y="231746"/>
                </a:lnTo>
                <a:lnTo>
                  <a:pt x="172323" y="221212"/>
                </a:lnTo>
                <a:lnTo>
                  <a:pt x="172303" y="210678"/>
                </a:lnTo>
                <a:lnTo>
                  <a:pt x="172274" y="200144"/>
                </a:lnTo>
                <a:lnTo>
                  <a:pt x="172233" y="189610"/>
                </a:lnTo>
                <a:lnTo>
                  <a:pt x="172174" y="179076"/>
                </a:lnTo>
                <a:lnTo>
                  <a:pt x="172094" y="168542"/>
                </a:lnTo>
                <a:lnTo>
                  <a:pt x="171986" y="158008"/>
                </a:lnTo>
                <a:lnTo>
                  <a:pt x="171846" y="147474"/>
                </a:lnTo>
                <a:lnTo>
                  <a:pt x="171669" y="136941"/>
                </a:lnTo>
                <a:lnTo>
                  <a:pt x="171451" y="126407"/>
                </a:lnTo>
                <a:lnTo>
                  <a:pt x="171190" y="115873"/>
                </a:lnTo>
                <a:lnTo>
                  <a:pt x="170885" y="105339"/>
                </a:lnTo>
                <a:lnTo>
                  <a:pt x="170543" y="94805"/>
                </a:lnTo>
                <a:lnTo>
                  <a:pt x="170169" y="84271"/>
                </a:lnTo>
                <a:lnTo>
                  <a:pt x="169775" y="73737"/>
                </a:lnTo>
                <a:lnTo>
                  <a:pt x="169377" y="63203"/>
                </a:lnTo>
                <a:lnTo>
                  <a:pt x="168993" y="52669"/>
                </a:lnTo>
                <a:lnTo>
                  <a:pt x="168642" y="42136"/>
                </a:lnTo>
                <a:lnTo>
                  <a:pt x="168344" y="31602"/>
                </a:lnTo>
                <a:lnTo>
                  <a:pt x="168116" y="21068"/>
                </a:lnTo>
                <a:lnTo>
                  <a:pt x="167974" y="10534"/>
                </a:lnTo>
                <a:lnTo>
                  <a:pt x="167925" y="0"/>
                </a:lnTo>
                <a:lnTo>
                  <a:pt x="176789" y="0"/>
                </a:lnTo>
                <a:lnTo>
                  <a:pt x="176789" y="0"/>
                </a:lnTo>
                <a:lnTo>
                  <a:pt x="176740" y="10534"/>
                </a:lnTo>
                <a:lnTo>
                  <a:pt x="176598" y="21068"/>
                </a:lnTo>
                <a:lnTo>
                  <a:pt x="176370" y="31602"/>
                </a:lnTo>
                <a:lnTo>
                  <a:pt x="176072" y="42136"/>
                </a:lnTo>
                <a:lnTo>
                  <a:pt x="175721" y="52669"/>
                </a:lnTo>
                <a:lnTo>
                  <a:pt x="175337" y="63203"/>
                </a:lnTo>
                <a:lnTo>
                  <a:pt x="174939" y="73737"/>
                </a:lnTo>
                <a:lnTo>
                  <a:pt x="174546" y="84271"/>
                </a:lnTo>
                <a:lnTo>
                  <a:pt x="174172" y="94805"/>
                </a:lnTo>
                <a:lnTo>
                  <a:pt x="173829" y="105339"/>
                </a:lnTo>
                <a:lnTo>
                  <a:pt x="173525" y="115873"/>
                </a:lnTo>
                <a:lnTo>
                  <a:pt x="173263" y="126407"/>
                </a:lnTo>
                <a:lnTo>
                  <a:pt x="173045" y="136941"/>
                </a:lnTo>
                <a:lnTo>
                  <a:pt x="172868" y="147474"/>
                </a:lnTo>
                <a:lnTo>
                  <a:pt x="172728" y="158008"/>
                </a:lnTo>
                <a:lnTo>
                  <a:pt x="172621" y="168542"/>
                </a:lnTo>
                <a:lnTo>
                  <a:pt x="172540" y="179076"/>
                </a:lnTo>
                <a:lnTo>
                  <a:pt x="172482" y="189610"/>
                </a:lnTo>
                <a:lnTo>
                  <a:pt x="172440" y="200144"/>
                </a:lnTo>
                <a:lnTo>
                  <a:pt x="172411" y="210678"/>
                </a:lnTo>
                <a:lnTo>
                  <a:pt x="172391" y="221212"/>
                </a:lnTo>
                <a:lnTo>
                  <a:pt x="172378" y="231746"/>
                </a:lnTo>
                <a:lnTo>
                  <a:pt x="172370" y="242280"/>
                </a:lnTo>
                <a:lnTo>
                  <a:pt x="172365" y="252813"/>
                </a:lnTo>
                <a:lnTo>
                  <a:pt x="172362" y="263347"/>
                </a:lnTo>
                <a:lnTo>
                  <a:pt x="172360" y="273881"/>
                </a:lnTo>
                <a:lnTo>
                  <a:pt x="172359" y="284415"/>
                </a:lnTo>
                <a:lnTo>
                  <a:pt x="172358" y="294949"/>
                </a:lnTo>
                <a:lnTo>
                  <a:pt x="172358" y="305483"/>
                </a:lnTo>
                <a:lnTo>
                  <a:pt x="172357" y="316017"/>
                </a:lnTo>
                <a:lnTo>
                  <a:pt x="172357" y="326551"/>
                </a:lnTo>
                <a:lnTo>
                  <a:pt x="172357" y="337085"/>
                </a:lnTo>
                <a:lnTo>
                  <a:pt x="172357" y="347618"/>
                </a:lnTo>
                <a:lnTo>
                  <a:pt x="172357" y="358152"/>
                </a:lnTo>
                <a:lnTo>
                  <a:pt x="172357" y="368686"/>
                </a:lnTo>
                <a:lnTo>
                  <a:pt x="172357" y="379220"/>
                </a:lnTo>
                <a:lnTo>
                  <a:pt x="172357" y="389754"/>
                </a:lnTo>
                <a:lnTo>
                  <a:pt x="172357" y="400288"/>
                </a:lnTo>
                <a:lnTo>
                  <a:pt x="172357" y="410822"/>
                </a:lnTo>
                <a:lnTo>
                  <a:pt x="172357" y="421356"/>
                </a:lnTo>
                <a:lnTo>
                  <a:pt x="172357" y="431890"/>
                </a:lnTo>
                <a:lnTo>
                  <a:pt x="172357" y="442423"/>
                </a:lnTo>
                <a:lnTo>
                  <a:pt x="172357" y="452957"/>
                </a:lnTo>
                <a:lnTo>
                  <a:pt x="172357" y="463491"/>
                </a:lnTo>
                <a:lnTo>
                  <a:pt x="172357" y="474025"/>
                </a:lnTo>
                <a:lnTo>
                  <a:pt x="172357" y="484559"/>
                </a:lnTo>
                <a:lnTo>
                  <a:pt x="172357" y="495093"/>
                </a:lnTo>
                <a:lnTo>
                  <a:pt x="172358" y="505627"/>
                </a:lnTo>
                <a:lnTo>
                  <a:pt x="172358" y="516161"/>
                </a:lnTo>
                <a:lnTo>
                  <a:pt x="172359" y="526695"/>
                </a:lnTo>
                <a:lnTo>
                  <a:pt x="172360" y="537228"/>
                </a:lnTo>
                <a:lnTo>
                  <a:pt x="172362" y="547762"/>
                </a:lnTo>
                <a:lnTo>
                  <a:pt x="172365" y="558296"/>
                </a:lnTo>
                <a:lnTo>
                  <a:pt x="172370" y="568830"/>
                </a:lnTo>
                <a:lnTo>
                  <a:pt x="172377" y="579364"/>
                </a:lnTo>
                <a:lnTo>
                  <a:pt x="172387" y="589898"/>
                </a:lnTo>
                <a:lnTo>
                  <a:pt x="172401" y="600432"/>
                </a:lnTo>
                <a:lnTo>
                  <a:pt x="172421" y="610966"/>
                </a:lnTo>
                <a:lnTo>
                  <a:pt x="172447" y="621500"/>
                </a:lnTo>
                <a:lnTo>
                  <a:pt x="172481" y="632034"/>
                </a:lnTo>
                <a:lnTo>
                  <a:pt x="172524" y="642567"/>
                </a:lnTo>
                <a:lnTo>
                  <a:pt x="172577" y="653101"/>
                </a:lnTo>
                <a:lnTo>
                  <a:pt x="172642" y="663635"/>
                </a:lnTo>
                <a:lnTo>
                  <a:pt x="172717" y="674169"/>
                </a:lnTo>
                <a:lnTo>
                  <a:pt x="172801" y="684703"/>
                </a:lnTo>
                <a:lnTo>
                  <a:pt x="172894" y="695237"/>
                </a:lnTo>
                <a:lnTo>
                  <a:pt x="172992" y="705771"/>
                </a:lnTo>
                <a:lnTo>
                  <a:pt x="173092" y="716305"/>
                </a:lnTo>
                <a:lnTo>
                  <a:pt x="173188" y="726839"/>
                </a:lnTo>
                <a:lnTo>
                  <a:pt x="173277" y="737372"/>
                </a:lnTo>
                <a:lnTo>
                  <a:pt x="173353" y="747906"/>
                </a:lnTo>
                <a:lnTo>
                  <a:pt x="173412" y="758440"/>
                </a:lnTo>
                <a:lnTo>
                  <a:pt x="173450" y="768974"/>
                </a:lnTo>
                <a:lnTo>
                  <a:pt x="173465" y="779508"/>
                </a:lnTo>
                <a:lnTo>
                  <a:pt x="173455" y="790042"/>
                </a:lnTo>
                <a:lnTo>
                  <a:pt x="173422" y="800576"/>
                </a:lnTo>
                <a:lnTo>
                  <a:pt x="173367" y="811110"/>
                </a:lnTo>
                <a:lnTo>
                  <a:pt x="173295" y="821644"/>
                </a:lnTo>
                <a:lnTo>
                  <a:pt x="173208" y="832177"/>
                </a:lnTo>
                <a:lnTo>
                  <a:pt x="173113" y="842711"/>
                </a:lnTo>
                <a:lnTo>
                  <a:pt x="173013" y="853245"/>
                </a:lnTo>
                <a:lnTo>
                  <a:pt x="172914" y="863779"/>
                </a:lnTo>
                <a:lnTo>
                  <a:pt x="172820" y="874313"/>
                </a:lnTo>
                <a:lnTo>
                  <a:pt x="172734" y="884847"/>
                </a:lnTo>
                <a:lnTo>
                  <a:pt x="172657" y="895381"/>
                </a:lnTo>
                <a:lnTo>
                  <a:pt x="172590" y="905915"/>
                </a:lnTo>
                <a:lnTo>
                  <a:pt x="172534" y="916449"/>
                </a:lnTo>
                <a:lnTo>
                  <a:pt x="172489" y="926982"/>
                </a:lnTo>
                <a:lnTo>
                  <a:pt x="172453" y="937516"/>
                </a:lnTo>
                <a:lnTo>
                  <a:pt x="172426" y="948050"/>
                </a:lnTo>
                <a:lnTo>
                  <a:pt x="172405" y="958584"/>
                </a:lnTo>
                <a:lnTo>
                  <a:pt x="172390" y="969118"/>
                </a:lnTo>
                <a:lnTo>
                  <a:pt x="172379" y="979652"/>
                </a:lnTo>
                <a:lnTo>
                  <a:pt x="172371" y="990186"/>
                </a:lnTo>
                <a:lnTo>
                  <a:pt x="172366" y="1000720"/>
                </a:lnTo>
                <a:lnTo>
                  <a:pt x="172363" y="1011254"/>
                </a:lnTo>
                <a:lnTo>
                  <a:pt x="172361" y="1021788"/>
                </a:lnTo>
                <a:lnTo>
                  <a:pt x="172360" y="1032321"/>
                </a:lnTo>
                <a:lnTo>
                  <a:pt x="172360" y="1042855"/>
                </a:lnTo>
                <a:lnTo>
                  <a:pt x="172360" y="1053389"/>
                </a:lnTo>
                <a:lnTo>
                  <a:pt x="172361" y="1063923"/>
                </a:lnTo>
                <a:lnTo>
                  <a:pt x="172364" y="1074457"/>
                </a:lnTo>
                <a:lnTo>
                  <a:pt x="172368" y="1084991"/>
                </a:lnTo>
                <a:lnTo>
                  <a:pt x="172375" y="1095525"/>
                </a:lnTo>
                <a:lnTo>
                  <a:pt x="172386" y="1106059"/>
                </a:lnTo>
                <a:lnTo>
                  <a:pt x="172401" y="1116593"/>
                </a:lnTo>
                <a:lnTo>
                  <a:pt x="172425" y="1127126"/>
                </a:lnTo>
                <a:lnTo>
                  <a:pt x="172458" y="1137660"/>
                </a:lnTo>
                <a:lnTo>
                  <a:pt x="172505" y="1148194"/>
                </a:lnTo>
                <a:lnTo>
                  <a:pt x="172570" y="1158728"/>
                </a:lnTo>
                <a:lnTo>
                  <a:pt x="172656" y="1169262"/>
                </a:lnTo>
                <a:lnTo>
                  <a:pt x="172768" y="1179796"/>
                </a:lnTo>
                <a:lnTo>
                  <a:pt x="172910" y="1190330"/>
                </a:lnTo>
                <a:lnTo>
                  <a:pt x="173087" y="1200864"/>
                </a:lnTo>
                <a:lnTo>
                  <a:pt x="173300" y="1211398"/>
                </a:lnTo>
                <a:lnTo>
                  <a:pt x="173551" y="1221931"/>
                </a:lnTo>
                <a:lnTo>
                  <a:pt x="173839" y="1232465"/>
                </a:lnTo>
                <a:lnTo>
                  <a:pt x="174159" y="1242999"/>
                </a:lnTo>
                <a:lnTo>
                  <a:pt x="174506" y="1253533"/>
                </a:lnTo>
                <a:lnTo>
                  <a:pt x="174869" y="1264067"/>
                </a:lnTo>
                <a:lnTo>
                  <a:pt x="175237" y="1274601"/>
                </a:lnTo>
                <a:lnTo>
                  <a:pt x="175598" y="1285135"/>
                </a:lnTo>
                <a:lnTo>
                  <a:pt x="175937" y="1295669"/>
                </a:lnTo>
                <a:lnTo>
                  <a:pt x="176242" y="1306203"/>
                </a:lnTo>
                <a:lnTo>
                  <a:pt x="176502" y="1316736"/>
                </a:lnTo>
                <a:lnTo>
                  <a:pt x="176710" y="1327270"/>
                </a:lnTo>
                <a:lnTo>
                  <a:pt x="176861" y="1337804"/>
                </a:lnTo>
                <a:lnTo>
                  <a:pt x="176958" y="1348338"/>
                </a:lnTo>
                <a:lnTo>
                  <a:pt x="177008" y="1358872"/>
                </a:lnTo>
                <a:lnTo>
                  <a:pt x="177023" y="1369406"/>
                </a:lnTo>
                <a:lnTo>
                  <a:pt x="177019" y="1379940"/>
                </a:lnTo>
                <a:lnTo>
                  <a:pt x="177017" y="1390474"/>
                </a:lnTo>
                <a:lnTo>
                  <a:pt x="177042" y="1401008"/>
                </a:lnTo>
                <a:lnTo>
                  <a:pt x="177121" y="1411542"/>
                </a:lnTo>
                <a:lnTo>
                  <a:pt x="177287" y="1422075"/>
                </a:lnTo>
                <a:lnTo>
                  <a:pt x="177574" y="1432609"/>
                </a:lnTo>
                <a:lnTo>
                  <a:pt x="178026" y="1443143"/>
                </a:lnTo>
                <a:lnTo>
                  <a:pt x="178692" y="1453677"/>
                </a:lnTo>
                <a:lnTo>
                  <a:pt x="179635" y="1464211"/>
                </a:lnTo>
                <a:lnTo>
                  <a:pt x="180932" y="1474745"/>
                </a:lnTo>
                <a:lnTo>
                  <a:pt x="182679" y="1485279"/>
                </a:lnTo>
                <a:lnTo>
                  <a:pt x="184990" y="1495813"/>
                </a:lnTo>
                <a:lnTo>
                  <a:pt x="188002" y="1506347"/>
                </a:lnTo>
                <a:lnTo>
                  <a:pt x="191863" y="1516880"/>
                </a:lnTo>
                <a:lnTo>
                  <a:pt x="196733" y="1527414"/>
                </a:lnTo>
                <a:lnTo>
                  <a:pt x="202767" y="1537948"/>
                </a:lnTo>
                <a:lnTo>
                  <a:pt x="210097" y="1548482"/>
                </a:lnTo>
                <a:lnTo>
                  <a:pt x="218816" y="1559016"/>
                </a:lnTo>
                <a:lnTo>
                  <a:pt x="228950" y="1569550"/>
                </a:lnTo>
                <a:lnTo>
                  <a:pt x="240437" y="1580084"/>
                </a:lnTo>
                <a:lnTo>
                  <a:pt x="253106" y="1590618"/>
                </a:lnTo>
                <a:lnTo>
                  <a:pt x="266669" y="1601152"/>
                </a:lnTo>
                <a:lnTo>
                  <a:pt x="280717" y="1611685"/>
                </a:lnTo>
                <a:lnTo>
                  <a:pt x="294732" y="1622219"/>
                </a:lnTo>
                <a:lnTo>
                  <a:pt x="308118" y="1632753"/>
                </a:lnTo>
                <a:lnTo>
                  <a:pt x="320236" y="1643287"/>
                </a:lnTo>
                <a:lnTo>
                  <a:pt x="330457" y="1653821"/>
                </a:lnTo>
                <a:lnTo>
                  <a:pt x="338216" y="1664355"/>
                </a:lnTo>
                <a:lnTo>
                  <a:pt x="343065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8000"/>
            </a:srgbClr>
          </a:solidFill>
          <a:ln xmlns:a="http://schemas.openxmlformats.org/drawingml/2006/main"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133" name="data_3820">
            <a:extLst xmlns:a="http://schemas.openxmlformats.org/drawingml/2006/main">
              <a:ext uri="{FF2B5EF4-FFF2-40B4-BE49-F238E27FC236}">
                <a16:creationId xmlns:a16="http://schemas.microsoft.com/office/drawing/2014/main" id="{80526842-7C1C-4514-B13D-83121128D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0263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263096" y="1685423"/>
                </a:moveTo>
                <a:lnTo>
                  <a:pt x="81618" y="1685423"/>
                </a:lnTo>
                <a:lnTo>
                  <a:pt x="82642" y="1674889"/>
                </a:lnTo>
                <a:lnTo>
                  <a:pt x="85642" y="1664355"/>
                </a:lnTo>
                <a:lnTo>
                  <a:pt x="90416" y="1653821"/>
                </a:lnTo>
                <a:lnTo>
                  <a:pt x="96650" y="1643287"/>
                </a:lnTo>
                <a:lnTo>
                  <a:pt x="103954" y="1632753"/>
                </a:lnTo>
                <a:lnTo>
                  <a:pt x="111899" y="1622219"/>
                </a:lnTo>
                <a:lnTo>
                  <a:pt x="120062" y="1611685"/>
                </a:lnTo>
                <a:lnTo>
                  <a:pt x="128059" y="1601152"/>
                </a:lnTo>
                <a:lnTo>
                  <a:pt x="135572" y="1590618"/>
                </a:lnTo>
                <a:lnTo>
                  <a:pt x="142365" y="1580084"/>
                </a:lnTo>
                <a:lnTo>
                  <a:pt x="148291" y="1569550"/>
                </a:lnTo>
                <a:lnTo>
                  <a:pt x="153289" y="1559016"/>
                </a:lnTo>
                <a:lnTo>
                  <a:pt x="157364" y="1548482"/>
                </a:lnTo>
                <a:lnTo>
                  <a:pt x="160581" y="1537948"/>
                </a:lnTo>
                <a:lnTo>
                  <a:pt x="163039" y="1527414"/>
                </a:lnTo>
                <a:lnTo>
                  <a:pt x="164854" y="1516880"/>
                </a:lnTo>
                <a:lnTo>
                  <a:pt x="166152" y="1506347"/>
                </a:lnTo>
                <a:lnTo>
                  <a:pt x="167048" y="1495813"/>
                </a:lnTo>
                <a:lnTo>
                  <a:pt x="167644" y="1485279"/>
                </a:lnTo>
                <a:lnTo>
                  <a:pt x="168028" y="1474745"/>
                </a:lnTo>
                <a:lnTo>
                  <a:pt x="168264" y="1464211"/>
                </a:lnTo>
                <a:lnTo>
                  <a:pt x="168404" y="1453677"/>
                </a:lnTo>
                <a:lnTo>
                  <a:pt x="168481" y="1443143"/>
                </a:lnTo>
                <a:lnTo>
                  <a:pt x="168515" y="1432609"/>
                </a:lnTo>
                <a:lnTo>
                  <a:pt x="168517" y="1422075"/>
                </a:lnTo>
                <a:lnTo>
                  <a:pt x="168489" y="1411542"/>
                </a:lnTo>
                <a:lnTo>
                  <a:pt x="168429" y="1401008"/>
                </a:lnTo>
                <a:lnTo>
                  <a:pt x="168330" y="1390474"/>
                </a:lnTo>
                <a:lnTo>
                  <a:pt x="168185" y="1379940"/>
                </a:lnTo>
                <a:lnTo>
                  <a:pt x="167988" y="1369406"/>
                </a:lnTo>
                <a:lnTo>
                  <a:pt x="167736" y="1358872"/>
                </a:lnTo>
                <a:lnTo>
                  <a:pt x="167428" y="1348338"/>
                </a:lnTo>
                <a:lnTo>
                  <a:pt x="167071" y="1337804"/>
                </a:lnTo>
                <a:lnTo>
                  <a:pt x="166676" y="1327270"/>
                </a:lnTo>
                <a:lnTo>
                  <a:pt x="166258" y="1316736"/>
                </a:lnTo>
                <a:lnTo>
                  <a:pt x="165835" y="1306203"/>
                </a:lnTo>
                <a:lnTo>
                  <a:pt x="165425" y="1295669"/>
                </a:lnTo>
                <a:lnTo>
                  <a:pt x="165042" y="1285135"/>
                </a:lnTo>
                <a:lnTo>
                  <a:pt x="164697" y="1274601"/>
                </a:lnTo>
                <a:lnTo>
                  <a:pt x="164394" y="1264067"/>
                </a:lnTo>
                <a:lnTo>
                  <a:pt x="164127" y="1253533"/>
                </a:lnTo>
                <a:lnTo>
                  <a:pt x="163886" y="1242999"/>
                </a:lnTo>
                <a:lnTo>
                  <a:pt x="163653" y="1232465"/>
                </a:lnTo>
                <a:lnTo>
                  <a:pt x="163412" y="1221931"/>
                </a:lnTo>
                <a:lnTo>
                  <a:pt x="163146" y="1211398"/>
                </a:lnTo>
                <a:lnTo>
                  <a:pt x="162844" y="1200864"/>
                </a:lnTo>
                <a:lnTo>
                  <a:pt x="162504" y="1190330"/>
                </a:lnTo>
                <a:lnTo>
                  <a:pt x="162137" y="1179796"/>
                </a:lnTo>
                <a:lnTo>
                  <a:pt x="161760" y="1169262"/>
                </a:lnTo>
                <a:lnTo>
                  <a:pt x="161402" y="1158728"/>
                </a:lnTo>
                <a:lnTo>
                  <a:pt x="161096" y="1148194"/>
                </a:lnTo>
                <a:lnTo>
                  <a:pt x="160875" y="1137660"/>
                </a:lnTo>
                <a:lnTo>
                  <a:pt x="160771" y="1127126"/>
                </a:lnTo>
                <a:lnTo>
                  <a:pt x="160805" y="1116593"/>
                </a:lnTo>
                <a:lnTo>
                  <a:pt x="160987" y="1106059"/>
                </a:lnTo>
                <a:lnTo>
                  <a:pt x="161316" y="1095525"/>
                </a:lnTo>
                <a:lnTo>
                  <a:pt x="161775" y="1084991"/>
                </a:lnTo>
                <a:lnTo>
                  <a:pt x="162337" y="1074457"/>
                </a:lnTo>
                <a:lnTo>
                  <a:pt x="162966" y="1063923"/>
                </a:lnTo>
                <a:lnTo>
                  <a:pt x="163620" y="1053389"/>
                </a:lnTo>
                <a:lnTo>
                  <a:pt x="164254" y="1042855"/>
                </a:lnTo>
                <a:lnTo>
                  <a:pt x="164823" y="1032321"/>
                </a:lnTo>
                <a:lnTo>
                  <a:pt x="165284" y="1021788"/>
                </a:lnTo>
                <a:lnTo>
                  <a:pt x="165598" y="1011254"/>
                </a:lnTo>
                <a:lnTo>
                  <a:pt x="165729" y="1000720"/>
                </a:lnTo>
                <a:lnTo>
                  <a:pt x="165647" y="990186"/>
                </a:lnTo>
                <a:lnTo>
                  <a:pt x="165325" y="979652"/>
                </a:lnTo>
                <a:lnTo>
                  <a:pt x="164743" y="969118"/>
                </a:lnTo>
                <a:lnTo>
                  <a:pt x="163893" y="958584"/>
                </a:lnTo>
                <a:lnTo>
                  <a:pt x="162775" y="948050"/>
                </a:lnTo>
                <a:lnTo>
                  <a:pt x="161404" y="937516"/>
                </a:lnTo>
                <a:lnTo>
                  <a:pt x="159812" y="926982"/>
                </a:lnTo>
                <a:lnTo>
                  <a:pt x="158051" y="916449"/>
                </a:lnTo>
                <a:lnTo>
                  <a:pt x="156190" y="905915"/>
                </a:lnTo>
                <a:lnTo>
                  <a:pt x="154310" y="895381"/>
                </a:lnTo>
                <a:lnTo>
                  <a:pt x="152506" y="884847"/>
                </a:lnTo>
                <a:lnTo>
                  <a:pt x="150872" y="874313"/>
                </a:lnTo>
                <a:lnTo>
                  <a:pt x="149495" y="863779"/>
                </a:lnTo>
                <a:lnTo>
                  <a:pt x="148450" y="853245"/>
                </a:lnTo>
                <a:lnTo>
                  <a:pt x="147789" y="842711"/>
                </a:lnTo>
                <a:lnTo>
                  <a:pt x="147535" y="832177"/>
                </a:lnTo>
                <a:lnTo>
                  <a:pt x="147687" y="821644"/>
                </a:lnTo>
                <a:lnTo>
                  <a:pt x="148213" y="811110"/>
                </a:lnTo>
                <a:lnTo>
                  <a:pt x="149063" y="800576"/>
                </a:lnTo>
                <a:lnTo>
                  <a:pt x="150169" y="790042"/>
                </a:lnTo>
                <a:lnTo>
                  <a:pt x="151458" y="779508"/>
                </a:lnTo>
                <a:lnTo>
                  <a:pt x="152858" y="768974"/>
                </a:lnTo>
                <a:lnTo>
                  <a:pt x="154300" y="758440"/>
                </a:lnTo>
                <a:lnTo>
                  <a:pt x="155727" y="747906"/>
                </a:lnTo>
                <a:lnTo>
                  <a:pt x="157095" y="737372"/>
                </a:lnTo>
                <a:lnTo>
                  <a:pt x="158368" y="726839"/>
                </a:lnTo>
                <a:lnTo>
                  <a:pt x="159521" y="716305"/>
                </a:lnTo>
                <a:lnTo>
                  <a:pt x="160535" y="705771"/>
                </a:lnTo>
                <a:lnTo>
                  <a:pt x="161396" y="695237"/>
                </a:lnTo>
                <a:lnTo>
                  <a:pt x="162091" y="684703"/>
                </a:lnTo>
                <a:lnTo>
                  <a:pt x="162612" y="674169"/>
                </a:lnTo>
                <a:lnTo>
                  <a:pt x="162954" y="663635"/>
                </a:lnTo>
                <a:lnTo>
                  <a:pt x="163118" y="653101"/>
                </a:lnTo>
                <a:lnTo>
                  <a:pt x="163113" y="642567"/>
                </a:lnTo>
                <a:lnTo>
                  <a:pt x="162957" y="632034"/>
                </a:lnTo>
                <a:lnTo>
                  <a:pt x="162681" y="621500"/>
                </a:lnTo>
                <a:lnTo>
                  <a:pt x="162323" y="610966"/>
                </a:lnTo>
                <a:lnTo>
                  <a:pt x="161930" y="600432"/>
                </a:lnTo>
                <a:lnTo>
                  <a:pt x="161550" y="589898"/>
                </a:lnTo>
                <a:lnTo>
                  <a:pt x="161233" y="579364"/>
                </a:lnTo>
                <a:lnTo>
                  <a:pt x="161019" y="568830"/>
                </a:lnTo>
                <a:lnTo>
                  <a:pt x="160941" y="558296"/>
                </a:lnTo>
                <a:lnTo>
                  <a:pt x="161017" y="547762"/>
                </a:lnTo>
                <a:lnTo>
                  <a:pt x="161250" y="537228"/>
                </a:lnTo>
                <a:lnTo>
                  <a:pt x="161628" y="526695"/>
                </a:lnTo>
                <a:lnTo>
                  <a:pt x="162127" y="516161"/>
                </a:lnTo>
                <a:lnTo>
                  <a:pt x="162713" y="505627"/>
                </a:lnTo>
                <a:lnTo>
                  <a:pt x="163349" y="495093"/>
                </a:lnTo>
                <a:lnTo>
                  <a:pt x="163998" y="484559"/>
                </a:lnTo>
                <a:lnTo>
                  <a:pt x="164627" y="474025"/>
                </a:lnTo>
                <a:lnTo>
                  <a:pt x="165210" y="463491"/>
                </a:lnTo>
                <a:lnTo>
                  <a:pt x="165731" y="452957"/>
                </a:lnTo>
                <a:lnTo>
                  <a:pt x="166184" y="442423"/>
                </a:lnTo>
                <a:lnTo>
                  <a:pt x="166571" y="431890"/>
                </a:lnTo>
                <a:lnTo>
                  <a:pt x="166902" y="421356"/>
                </a:lnTo>
                <a:lnTo>
                  <a:pt x="167191" y="410822"/>
                </a:lnTo>
                <a:lnTo>
                  <a:pt x="167455" y="400288"/>
                </a:lnTo>
                <a:lnTo>
                  <a:pt x="167709" y="389754"/>
                </a:lnTo>
                <a:lnTo>
                  <a:pt x="167968" y="379220"/>
                </a:lnTo>
                <a:lnTo>
                  <a:pt x="168241" y="368686"/>
                </a:lnTo>
                <a:lnTo>
                  <a:pt x="168534" y="358152"/>
                </a:lnTo>
                <a:lnTo>
                  <a:pt x="168846" y="347618"/>
                </a:lnTo>
                <a:lnTo>
                  <a:pt x="169175" y="337085"/>
                </a:lnTo>
                <a:lnTo>
                  <a:pt x="169511" y="326551"/>
                </a:lnTo>
                <a:lnTo>
                  <a:pt x="169845" y="316017"/>
                </a:lnTo>
                <a:lnTo>
                  <a:pt x="170166" y="305483"/>
                </a:lnTo>
                <a:lnTo>
                  <a:pt x="170458" y="294949"/>
                </a:lnTo>
                <a:lnTo>
                  <a:pt x="170708" y="284415"/>
                </a:lnTo>
                <a:lnTo>
                  <a:pt x="170901" y="273881"/>
                </a:lnTo>
                <a:lnTo>
                  <a:pt x="171018" y="263347"/>
                </a:lnTo>
                <a:lnTo>
                  <a:pt x="171037" y="252813"/>
                </a:lnTo>
                <a:lnTo>
                  <a:pt x="170929" y="242280"/>
                </a:lnTo>
                <a:lnTo>
                  <a:pt x="170656" y="231746"/>
                </a:lnTo>
                <a:lnTo>
                  <a:pt x="170165" y="221212"/>
                </a:lnTo>
                <a:lnTo>
                  <a:pt x="169385" y="210678"/>
                </a:lnTo>
                <a:lnTo>
                  <a:pt x="168222" y="200144"/>
                </a:lnTo>
                <a:lnTo>
                  <a:pt x="166557" y="189610"/>
                </a:lnTo>
                <a:lnTo>
                  <a:pt x="164241" y="179076"/>
                </a:lnTo>
                <a:lnTo>
                  <a:pt x="161102" y="168542"/>
                </a:lnTo>
                <a:lnTo>
                  <a:pt x="156944" y="158008"/>
                </a:lnTo>
                <a:lnTo>
                  <a:pt x="151566" y="147474"/>
                </a:lnTo>
                <a:lnTo>
                  <a:pt x="144778" y="136941"/>
                </a:lnTo>
                <a:lnTo>
                  <a:pt x="136424" y="126407"/>
                </a:lnTo>
                <a:lnTo>
                  <a:pt x="126416" y="115873"/>
                </a:lnTo>
                <a:lnTo>
                  <a:pt x="114760" y="105339"/>
                </a:lnTo>
                <a:lnTo>
                  <a:pt x="101591" y="94805"/>
                </a:lnTo>
                <a:lnTo>
                  <a:pt x="87188" y="84271"/>
                </a:lnTo>
                <a:lnTo>
                  <a:pt x="71990" y="73737"/>
                </a:lnTo>
                <a:lnTo>
                  <a:pt x="56580" y="63203"/>
                </a:lnTo>
                <a:lnTo>
                  <a:pt x="41659" y="52669"/>
                </a:lnTo>
                <a:lnTo>
                  <a:pt x="27996" y="42136"/>
                </a:lnTo>
                <a:lnTo>
                  <a:pt x="16368" y="31602"/>
                </a:lnTo>
                <a:lnTo>
                  <a:pt x="7481" y="21068"/>
                </a:lnTo>
                <a:lnTo>
                  <a:pt x="190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12" y="10534"/>
                </a:lnTo>
                <a:lnTo>
                  <a:pt x="337234" y="21068"/>
                </a:lnTo>
                <a:lnTo>
                  <a:pt x="328346" y="31602"/>
                </a:lnTo>
                <a:lnTo>
                  <a:pt x="316718" y="42136"/>
                </a:lnTo>
                <a:lnTo>
                  <a:pt x="303056" y="52669"/>
                </a:lnTo>
                <a:lnTo>
                  <a:pt x="288134" y="63203"/>
                </a:lnTo>
                <a:lnTo>
                  <a:pt x="272724" y="73737"/>
                </a:lnTo>
                <a:lnTo>
                  <a:pt x="257526" y="84271"/>
                </a:lnTo>
                <a:lnTo>
                  <a:pt x="243124" y="94805"/>
                </a:lnTo>
                <a:lnTo>
                  <a:pt x="229954" y="105339"/>
                </a:lnTo>
                <a:lnTo>
                  <a:pt x="218298" y="115873"/>
                </a:lnTo>
                <a:lnTo>
                  <a:pt x="208290" y="126407"/>
                </a:lnTo>
                <a:lnTo>
                  <a:pt x="199936" y="136941"/>
                </a:lnTo>
                <a:lnTo>
                  <a:pt x="193148" y="147474"/>
                </a:lnTo>
                <a:lnTo>
                  <a:pt x="187771" y="158008"/>
                </a:lnTo>
                <a:lnTo>
                  <a:pt x="183613" y="168542"/>
                </a:lnTo>
                <a:lnTo>
                  <a:pt x="180473" y="179076"/>
                </a:lnTo>
                <a:lnTo>
                  <a:pt x="178157" y="189610"/>
                </a:lnTo>
                <a:lnTo>
                  <a:pt x="176492" y="200144"/>
                </a:lnTo>
                <a:lnTo>
                  <a:pt x="175330" y="210678"/>
                </a:lnTo>
                <a:lnTo>
                  <a:pt x="174550" y="221212"/>
                </a:lnTo>
                <a:lnTo>
                  <a:pt x="174059" y="231746"/>
                </a:lnTo>
                <a:lnTo>
                  <a:pt x="173786" y="242280"/>
                </a:lnTo>
                <a:lnTo>
                  <a:pt x="173678" y="252813"/>
                </a:lnTo>
                <a:lnTo>
                  <a:pt x="173697" y="263347"/>
                </a:lnTo>
                <a:lnTo>
                  <a:pt x="173813" y="273881"/>
                </a:lnTo>
                <a:lnTo>
                  <a:pt x="174006" y="284415"/>
                </a:lnTo>
                <a:lnTo>
                  <a:pt x="174256" y="294949"/>
                </a:lnTo>
                <a:lnTo>
                  <a:pt x="174549" y="305483"/>
                </a:lnTo>
                <a:lnTo>
                  <a:pt x="174869" y="316017"/>
                </a:lnTo>
                <a:lnTo>
                  <a:pt x="175203" y="326551"/>
                </a:lnTo>
                <a:lnTo>
                  <a:pt x="175540" y="337085"/>
                </a:lnTo>
                <a:lnTo>
                  <a:pt x="175868" y="347618"/>
                </a:lnTo>
                <a:lnTo>
                  <a:pt x="176180" y="358152"/>
                </a:lnTo>
                <a:lnTo>
                  <a:pt x="176473" y="368686"/>
                </a:lnTo>
                <a:lnTo>
                  <a:pt x="176746" y="379220"/>
                </a:lnTo>
                <a:lnTo>
                  <a:pt x="177005" y="389754"/>
                </a:lnTo>
                <a:lnTo>
                  <a:pt x="177260" y="400288"/>
                </a:lnTo>
                <a:lnTo>
                  <a:pt x="177523" y="410822"/>
                </a:lnTo>
                <a:lnTo>
                  <a:pt x="177813" y="421356"/>
                </a:lnTo>
                <a:lnTo>
                  <a:pt x="178144" y="431890"/>
                </a:lnTo>
                <a:lnTo>
                  <a:pt x="178531" y="442423"/>
                </a:lnTo>
                <a:lnTo>
                  <a:pt x="178983" y="452957"/>
                </a:lnTo>
                <a:lnTo>
                  <a:pt x="179505" y="463491"/>
                </a:lnTo>
                <a:lnTo>
                  <a:pt x="180088" y="474025"/>
                </a:lnTo>
                <a:lnTo>
                  <a:pt x="180717" y="484559"/>
                </a:lnTo>
                <a:lnTo>
                  <a:pt x="181366" y="495093"/>
                </a:lnTo>
                <a:lnTo>
                  <a:pt x="182002" y="505627"/>
                </a:lnTo>
                <a:lnTo>
                  <a:pt x="182588" y="516161"/>
                </a:lnTo>
                <a:lnTo>
                  <a:pt x="183086" y="526695"/>
                </a:lnTo>
                <a:lnTo>
                  <a:pt x="183464" y="537228"/>
                </a:lnTo>
                <a:lnTo>
                  <a:pt x="183697" y="547762"/>
                </a:lnTo>
                <a:lnTo>
                  <a:pt x="183773" y="558296"/>
                </a:lnTo>
                <a:lnTo>
                  <a:pt x="183695" y="568830"/>
                </a:lnTo>
                <a:lnTo>
                  <a:pt x="183482" y="579364"/>
                </a:lnTo>
                <a:lnTo>
                  <a:pt x="183164" y="589898"/>
                </a:lnTo>
                <a:lnTo>
                  <a:pt x="182784" y="600432"/>
                </a:lnTo>
                <a:lnTo>
                  <a:pt x="182391" y="610966"/>
                </a:lnTo>
                <a:lnTo>
                  <a:pt x="182033" y="621500"/>
                </a:lnTo>
                <a:lnTo>
                  <a:pt x="181757" y="632034"/>
                </a:lnTo>
                <a:lnTo>
                  <a:pt x="181602" y="642567"/>
                </a:lnTo>
                <a:lnTo>
                  <a:pt x="181596" y="653101"/>
                </a:lnTo>
                <a:lnTo>
                  <a:pt x="181760" y="663635"/>
                </a:lnTo>
                <a:lnTo>
                  <a:pt x="182102" y="674169"/>
                </a:lnTo>
                <a:lnTo>
                  <a:pt x="182623" y="684703"/>
                </a:lnTo>
                <a:lnTo>
                  <a:pt x="183318" y="695237"/>
                </a:lnTo>
                <a:lnTo>
                  <a:pt x="184179" y="705771"/>
                </a:lnTo>
                <a:lnTo>
                  <a:pt x="185193" y="716305"/>
                </a:lnTo>
                <a:lnTo>
                  <a:pt x="186346" y="726839"/>
                </a:lnTo>
                <a:lnTo>
                  <a:pt x="187620" y="737372"/>
                </a:lnTo>
                <a:lnTo>
                  <a:pt x="188987" y="747906"/>
                </a:lnTo>
                <a:lnTo>
                  <a:pt x="190415" y="758440"/>
                </a:lnTo>
                <a:lnTo>
                  <a:pt x="191857" y="768974"/>
                </a:lnTo>
                <a:lnTo>
                  <a:pt x="193256" y="779508"/>
                </a:lnTo>
                <a:lnTo>
                  <a:pt x="194545" y="790042"/>
                </a:lnTo>
                <a:lnTo>
                  <a:pt x="195652" y="800576"/>
                </a:lnTo>
                <a:lnTo>
                  <a:pt x="196501" y="811110"/>
                </a:lnTo>
                <a:lnTo>
                  <a:pt x="197028" y="821644"/>
                </a:lnTo>
                <a:lnTo>
                  <a:pt x="197179" y="832177"/>
                </a:lnTo>
                <a:lnTo>
                  <a:pt x="196926" y="842711"/>
                </a:lnTo>
                <a:lnTo>
                  <a:pt x="196264" y="853245"/>
                </a:lnTo>
                <a:lnTo>
                  <a:pt x="195219" y="863779"/>
                </a:lnTo>
                <a:lnTo>
                  <a:pt x="193843" y="874313"/>
                </a:lnTo>
                <a:lnTo>
                  <a:pt x="192208" y="884847"/>
                </a:lnTo>
                <a:lnTo>
                  <a:pt x="190404" y="895381"/>
                </a:lnTo>
                <a:lnTo>
                  <a:pt x="188525" y="905915"/>
                </a:lnTo>
                <a:lnTo>
                  <a:pt x="186663" y="916449"/>
                </a:lnTo>
                <a:lnTo>
                  <a:pt x="184902" y="926982"/>
                </a:lnTo>
                <a:lnTo>
                  <a:pt x="183311" y="937516"/>
                </a:lnTo>
                <a:lnTo>
                  <a:pt x="181940" y="948050"/>
                </a:lnTo>
                <a:lnTo>
                  <a:pt x="180821" y="958584"/>
                </a:lnTo>
                <a:lnTo>
                  <a:pt x="179971" y="969118"/>
                </a:lnTo>
                <a:lnTo>
                  <a:pt x="179390" y="979652"/>
                </a:lnTo>
                <a:lnTo>
                  <a:pt x="179068" y="990186"/>
                </a:lnTo>
                <a:lnTo>
                  <a:pt x="178985" y="1000720"/>
                </a:lnTo>
                <a:lnTo>
                  <a:pt x="179116" y="1011254"/>
                </a:lnTo>
                <a:lnTo>
                  <a:pt x="179430" y="1021788"/>
                </a:lnTo>
                <a:lnTo>
                  <a:pt x="179891" y="1032321"/>
                </a:lnTo>
                <a:lnTo>
                  <a:pt x="180460" y="1042855"/>
                </a:lnTo>
                <a:lnTo>
                  <a:pt x="181094" y="1053389"/>
                </a:lnTo>
                <a:lnTo>
                  <a:pt x="181748" y="1063923"/>
                </a:lnTo>
                <a:lnTo>
                  <a:pt x="182377" y="1074457"/>
                </a:lnTo>
                <a:lnTo>
                  <a:pt x="182940" y="1084991"/>
                </a:lnTo>
                <a:lnTo>
                  <a:pt x="183399" y="1095525"/>
                </a:lnTo>
                <a:lnTo>
                  <a:pt x="183727" y="1106059"/>
                </a:lnTo>
                <a:lnTo>
                  <a:pt x="183910" y="1116593"/>
                </a:lnTo>
                <a:lnTo>
                  <a:pt x="183943" y="1127126"/>
                </a:lnTo>
                <a:lnTo>
                  <a:pt x="183839" y="1137660"/>
                </a:lnTo>
                <a:lnTo>
                  <a:pt x="183619" y="1148194"/>
                </a:lnTo>
                <a:lnTo>
                  <a:pt x="183312" y="1158728"/>
                </a:lnTo>
                <a:lnTo>
                  <a:pt x="182954" y="1169262"/>
                </a:lnTo>
                <a:lnTo>
                  <a:pt x="182578" y="1179796"/>
                </a:lnTo>
                <a:lnTo>
                  <a:pt x="182210" y="1190330"/>
                </a:lnTo>
                <a:lnTo>
                  <a:pt x="181871" y="1200864"/>
                </a:lnTo>
                <a:lnTo>
                  <a:pt x="181569" y="1211398"/>
                </a:lnTo>
                <a:lnTo>
                  <a:pt x="181302" y="1221931"/>
                </a:lnTo>
                <a:lnTo>
                  <a:pt x="181061" y="1232465"/>
                </a:lnTo>
                <a:lnTo>
                  <a:pt x="180829" y="1242999"/>
                </a:lnTo>
                <a:lnTo>
                  <a:pt x="180587" y="1253533"/>
                </a:lnTo>
                <a:lnTo>
                  <a:pt x="180321" y="1264067"/>
                </a:lnTo>
                <a:lnTo>
                  <a:pt x="180017" y="1274601"/>
                </a:lnTo>
                <a:lnTo>
                  <a:pt x="179672" y="1285135"/>
                </a:lnTo>
                <a:lnTo>
                  <a:pt x="179289" y="1295669"/>
                </a:lnTo>
                <a:lnTo>
                  <a:pt x="178879" y="1306203"/>
                </a:lnTo>
                <a:lnTo>
                  <a:pt x="178456" y="1316736"/>
                </a:lnTo>
                <a:lnTo>
                  <a:pt x="178038" y="1327270"/>
                </a:lnTo>
                <a:lnTo>
                  <a:pt x="177643" y="1337804"/>
                </a:lnTo>
                <a:lnTo>
                  <a:pt x="177286" y="1348338"/>
                </a:lnTo>
                <a:lnTo>
                  <a:pt x="176979" y="1358872"/>
                </a:lnTo>
                <a:lnTo>
                  <a:pt x="176726" y="1369406"/>
                </a:lnTo>
                <a:lnTo>
                  <a:pt x="176529" y="1379940"/>
                </a:lnTo>
                <a:lnTo>
                  <a:pt x="176384" y="1390474"/>
                </a:lnTo>
                <a:lnTo>
                  <a:pt x="176285" y="1401008"/>
                </a:lnTo>
                <a:lnTo>
                  <a:pt x="176225" y="1411542"/>
                </a:lnTo>
                <a:lnTo>
                  <a:pt x="176197" y="1422075"/>
                </a:lnTo>
                <a:lnTo>
                  <a:pt x="176200" y="1432609"/>
                </a:lnTo>
                <a:lnTo>
                  <a:pt x="176234" y="1443143"/>
                </a:lnTo>
                <a:lnTo>
                  <a:pt x="176310" y="1453677"/>
                </a:lnTo>
                <a:lnTo>
                  <a:pt x="176450" y="1464211"/>
                </a:lnTo>
                <a:lnTo>
                  <a:pt x="176687" y="1474745"/>
                </a:lnTo>
                <a:lnTo>
                  <a:pt x="177070" y="1485279"/>
                </a:lnTo>
                <a:lnTo>
                  <a:pt x="177667" y="1495813"/>
                </a:lnTo>
                <a:lnTo>
                  <a:pt x="178562" y="1506347"/>
                </a:lnTo>
                <a:lnTo>
                  <a:pt x="179860" y="1516880"/>
                </a:lnTo>
                <a:lnTo>
                  <a:pt x="181676" y="1527414"/>
                </a:lnTo>
                <a:lnTo>
                  <a:pt x="184133" y="1537948"/>
                </a:lnTo>
                <a:lnTo>
                  <a:pt x="187350" y="1548482"/>
                </a:lnTo>
                <a:lnTo>
                  <a:pt x="191426" y="1559016"/>
                </a:lnTo>
                <a:lnTo>
                  <a:pt x="196423" y="1569550"/>
                </a:lnTo>
                <a:lnTo>
                  <a:pt x="202350" y="1580084"/>
                </a:lnTo>
                <a:lnTo>
                  <a:pt x="209143" y="1590618"/>
                </a:lnTo>
                <a:lnTo>
                  <a:pt x="216655" y="1601152"/>
                </a:lnTo>
                <a:lnTo>
                  <a:pt x="224652" y="1611685"/>
                </a:lnTo>
                <a:lnTo>
                  <a:pt x="232815" y="1622219"/>
                </a:lnTo>
                <a:lnTo>
                  <a:pt x="240761" y="1632753"/>
                </a:lnTo>
                <a:lnTo>
                  <a:pt x="248064" y="1643287"/>
                </a:lnTo>
                <a:lnTo>
                  <a:pt x="254298" y="1653821"/>
                </a:lnTo>
                <a:lnTo>
                  <a:pt x="259072" y="1664355"/>
                </a:lnTo>
                <a:lnTo>
                  <a:pt x="262073" y="1674889"/>
                </a:lnTo>
                <a:lnTo>
                  <a:pt x="263096" y="1685423"/>
                </a:lnTo>
                <a:lnTo>
                  <a:pt x="263096" y="1685423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8000"/>
            </a:srgbClr>
          </a:solidFill>
          <a:ln xmlns:a="http://schemas.openxmlformats.org/drawingml/2006/main"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134" name="data_3821">
            <a:extLst xmlns:a="http://schemas.openxmlformats.org/drawingml/2006/main">
              <a:ext uri="{FF2B5EF4-FFF2-40B4-BE49-F238E27FC236}">
                <a16:creationId xmlns:a16="http://schemas.microsoft.com/office/drawing/2014/main" id="{624679CA-1C53-44B8-A59B-55CE9F82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094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217802" y="1685423"/>
                </a:moveTo>
                <a:lnTo>
                  <a:pt x="126912" y="1685423"/>
                </a:lnTo>
                <a:lnTo>
                  <a:pt x="127418" y="1674889"/>
                </a:lnTo>
                <a:lnTo>
                  <a:pt x="128900" y="1664355"/>
                </a:lnTo>
                <a:lnTo>
                  <a:pt x="131261" y="1653821"/>
                </a:lnTo>
                <a:lnTo>
                  <a:pt x="134347" y="1643287"/>
                </a:lnTo>
                <a:lnTo>
                  <a:pt x="137967" y="1632753"/>
                </a:lnTo>
                <a:lnTo>
                  <a:pt x="141913" y="1622219"/>
                </a:lnTo>
                <a:lnTo>
                  <a:pt x="145974" y="1611685"/>
                </a:lnTo>
                <a:lnTo>
                  <a:pt x="149960" y="1601152"/>
                </a:lnTo>
                <a:lnTo>
                  <a:pt x="153713" y="1590618"/>
                </a:lnTo>
                <a:lnTo>
                  <a:pt x="157112" y="1580084"/>
                </a:lnTo>
                <a:lnTo>
                  <a:pt x="160083" y="1569550"/>
                </a:lnTo>
                <a:lnTo>
                  <a:pt x="162591" y="1559016"/>
                </a:lnTo>
                <a:lnTo>
                  <a:pt x="164636" y="1548482"/>
                </a:lnTo>
                <a:lnTo>
                  <a:pt x="166248" y="1537948"/>
                </a:lnTo>
                <a:lnTo>
                  <a:pt x="167475" y="1527414"/>
                </a:lnTo>
                <a:lnTo>
                  <a:pt x="168377" y="1516880"/>
                </a:lnTo>
                <a:lnTo>
                  <a:pt x="169015" y="1506347"/>
                </a:lnTo>
                <a:lnTo>
                  <a:pt x="169450" y="1495813"/>
                </a:lnTo>
                <a:lnTo>
                  <a:pt x="169736" y="1485279"/>
                </a:lnTo>
                <a:lnTo>
                  <a:pt x="169915" y="1474745"/>
                </a:lnTo>
                <a:lnTo>
                  <a:pt x="170024" y="1464211"/>
                </a:lnTo>
                <a:lnTo>
                  <a:pt x="170087" y="1453677"/>
                </a:lnTo>
                <a:lnTo>
                  <a:pt x="170124" y="1443143"/>
                </a:lnTo>
                <a:lnTo>
                  <a:pt x="170146" y="1432609"/>
                </a:lnTo>
                <a:lnTo>
                  <a:pt x="170160" y="1422075"/>
                </a:lnTo>
                <a:lnTo>
                  <a:pt x="170172" y="1411542"/>
                </a:lnTo>
                <a:lnTo>
                  <a:pt x="170186" y="1401008"/>
                </a:lnTo>
                <a:lnTo>
                  <a:pt x="170206" y="1390474"/>
                </a:lnTo>
                <a:lnTo>
                  <a:pt x="170233" y="1379940"/>
                </a:lnTo>
                <a:lnTo>
                  <a:pt x="170273" y="1369406"/>
                </a:lnTo>
                <a:lnTo>
                  <a:pt x="170326" y="1358872"/>
                </a:lnTo>
                <a:lnTo>
                  <a:pt x="170396" y="1348338"/>
                </a:lnTo>
                <a:lnTo>
                  <a:pt x="170481" y="1337804"/>
                </a:lnTo>
                <a:lnTo>
                  <a:pt x="170581" y="1327270"/>
                </a:lnTo>
                <a:lnTo>
                  <a:pt x="170690" y="1316736"/>
                </a:lnTo>
                <a:lnTo>
                  <a:pt x="170803" y="1306203"/>
                </a:lnTo>
                <a:lnTo>
                  <a:pt x="170911" y="1295669"/>
                </a:lnTo>
                <a:lnTo>
                  <a:pt x="171005" y="1285135"/>
                </a:lnTo>
                <a:lnTo>
                  <a:pt x="171076" y="1274601"/>
                </a:lnTo>
                <a:lnTo>
                  <a:pt x="171113" y="1264067"/>
                </a:lnTo>
                <a:lnTo>
                  <a:pt x="171111" y="1253533"/>
                </a:lnTo>
                <a:lnTo>
                  <a:pt x="171062" y="1242999"/>
                </a:lnTo>
                <a:lnTo>
                  <a:pt x="170964" y="1232465"/>
                </a:lnTo>
                <a:lnTo>
                  <a:pt x="170819" y="1221931"/>
                </a:lnTo>
                <a:lnTo>
                  <a:pt x="170631" y="1211398"/>
                </a:lnTo>
                <a:lnTo>
                  <a:pt x="170408" y="1200864"/>
                </a:lnTo>
                <a:lnTo>
                  <a:pt x="170162" y="1190330"/>
                </a:lnTo>
                <a:lnTo>
                  <a:pt x="169908" y="1179796"/>
                </a:lnTo>
                <a:lnTo>
                  <a:pt x="169663" y="1169262"/>
                </a:lnTo>
                <a:lnTo>
                  <a:pt x="169442" y="1158728"/>
                </a:lnTo>
                <a:lnTo>
                  <a:pt x="169261" y="1148194"/>
                </a:lnTo>
                <a:lnTo>
                  <a:pt x="169133" y="1137660"/>
                </a:lnTo>
                <a:lnTo>
                  <a:pt x="169064" y="1127126"/>
                </a:lnTo>
                <a:lnTo>
                  <a:pt x="169060" y="1116593"/>
                </a:lnTo>
                <a:lnTo>
                  <a:pt x="169117" y="1106059"/>
                </a:lnTo>
                <a:lnTo>
                  <a:pt x="169227" y="1095525"/>
                </a:lnTo>
                <a:lnTo>
                  <a:pt x="169379" y="1084991"/>
                </a:lnTo>
                <a:lnTo>
                  <a:pt x="169556" y="1074457"/>
                </a:lnTo>
                <a:lnTo>
                  <a:pt x="169741" y="1063923"/>
                </a:lnTo>
                <a:lnTo>
                  <a:pt x="169913" y="1053389"/>
                </a:lnTo>
                <a:lnTo>
                  <a:pt x="170056" y="1042855"/>
                </a:lnTo>
                <a:lnTo>
                  <a:pt x="170152" y="1032321"/>
                </a:lnTo>
                <a:lnTo>
                  <a:pt x="170189" y="1021788"/>
                </a:lnTo>
                <a:lnTo>
                  <a:pt x="170155" y="1011254"/>
                </a:lnTo>
                <a:lnTo>
                  <a:pt x="170044" y="1000720"/>
                </a:lnTo>
                <a:lnTo>
                  <a:pt x="169853" y="990186"/>
                </a:lnTo>
                <a:lnTo>
                  <a:pt x="169579" y="979652"/>
                </a:lnTo>
                <a:lnTo>
                  <a:pt x="169226" y="969118"/>
                </a:lnTo>
                <a:lnTo>
                  <a:pt x="168797" y="958584"/>
                </a:lnTo>
                <a:lnTo>
                  <a:pt x="168301" y="948050"/>
                </a:lnTo>
                <a:lnTo>
                  <a:pt x="167749" y="937516"/>
                </a:lnTo>
                <a:lnTo>
                  <a:pt x="167155" y="926982"/>
                </a:lnTo>
                <a:lnTo>
                  <a:pt x="166538" y="916449"/>
                </a:lnTo>
                <a:lnTo>
                  <a:pt x="165918" y="905915"/>
                </a:lnTo>
                <a:lnTo>
                  <a:pt x="165321" y="895381"/>
                </a:lnTo>
                <a:lnTo>
                  <a:pt x="164773" y="884847"/>
                </a:lnTo>
                <a:lnTo>
                  <a:pt x="164302" y="874313"/>
                </a:lnTo>
                <a:lnTo>
                  <a:pt x="163931" y="863779"/>
                </a:lnTo>
                <a:lnTo>
                  <a:pt x="163681" y="853245"/>
                </a:lnTo>
                <a:lnTo>
                  <a:pt x="163566" y="842711"/>
                </a:lnTo>
                <a:lnTo>
                  <a:pt x="163592" y="832177"/>
                </a:lnTo>
                <a:lnTo>
                  <a:pt x="163756" y="821644"/>
                </a:lnTo>
                <a:lnTo>
                  <a:pt x="164044" y="811110"/>
                </a:lnTo>
                <a:lnTo>
                  <a:pt x="164437" y="800576"/>
                </a:lnTo>
                <a:lnTo>
                  <a:pt x="164908" y="790042"/>
                </a:lnTo>
                <a:lnTo>
                  <a:pt x="165427" y="779508"/>
                </a:lnTo>
                <a:lnTo>
                  <a:pt x="165962" y="768974"/>
                </a:lnTo>
                <a:lnTo>
                  <a:pt x="166481" y="758440"/>
                </a:lnTo>
                <a:lnTo>
                  <a:pt x="166957" y="747906"/>
                </a:lnTo>
                <a:lnTo>
                  <a:pt x="167364" y="737372"/>
                </a:lnTo>
                <a:lnTo>
                  <a:pt x="167681" y="726839"/>
                </a:lnTo>
                <a:lnTo>
                  <a:pt x="167891" y="716305"/>
                </a:lnTo>
                <a:lnTo>
                  <a:pt x="167982" y="705771"/>
                </a:lnTo>
                <a:lnTo>
                  <a:pt x="167944" y="695237"/>
                </a:lnTo>
                <a:lnTo>
                  <a:pt x="167773" y="684703"/>
                </a:lnTo>
                <a:lnTo>
                  <a:pt x="167466" y="674169"/>
                </a:lnTo>
                <a:lnTo>
                  <a:pt x="167027" y="663635"/>
                </a:lnTo>
                <a:lnTo>
                  <a:pt x="166467" y="653101"/>
                </a:lnTo>
                <a:lnTo>
                  <a:pt x="165802" y="642567"/>
                </a:lnTo>
                <a:lnTo>
                  <a:pt x="165053" y="632034"/>
                </a:lnTo>
                <a:lnTo>
                  <a:pt x="164251" y="621500"/>
                </a:lnTo>
                <a:lnTo>
                  <a:pt x="163429" y="610966"/>
                </a:lnTo>
                <a:lnTo>
                  <a:pt x="162621" y="600432"/>
                </a:lnTo>
                <a:lnTo>
                  <a:pt x="161863" y="589898"/>
                </a:lnTo>
                <a:lnTo>
                  <a:pt x="161185" y="579364"/>
                </a:lnTo>
                <a:lnTo>
                  <a:pt x="160609" y="568830"/>
                </a:lnTo>
                <a:lnTo>
                  <a:pt x="160150" y="558296"/>
                </a:lnTo>
                <a:lnTo>
                  <a:pt x="159811" y="547762"/>
                </a:lnTo>
                <a:lnTo>
                  <a:pt x="159587" y="537228"/>
                </a:lnTo>
                <a:lnTo>
                  <a:pt x="159463" y="526695"/>
                </a:lnTo>
                <a:lnTo>
                  <a:pt x="159424" y="516161"/>
                </a:lnTo>
                <a:lnTo>
                  <a:pt x="159451" y="505627"/>
                </a:lnTo>
                <a:lnTo>
                  <a:pt x="159529" y="495093"/>
                </a:lnTo>
                <a:lnTo>
                  <a:pt x="159647" y="484559"/>
                </a:lnTo>
                <a:lnTo>
                  <a:pt x="159803" y="474025"/>
                </a:lnTo>
                <a:lnTo>
                  <a:pt x="159997" y="463491"/>
                </a:lnTo>
                <a:lnTo>
                  <a:pt x="160236" y="452957"/>
                </a:lnTo>
                <a:lnTo>
                  <a:pt x="160529" y="442423"/>
                </a:lnTo>
                <a:lnTo>
                  <a:pt x="160881" y="431890"/>
                </a:lnTo>
                <a:lnTo>
                  <a:pt x="161296" y="421356"/>
                </a:lnTo>
                <a:lnTo>
                  <a:pt x="161771" y="410822"/>
                </a:lnTo>
                <a:lnTo>
                  <a:pt x="162295" y="400288"/>
                </a:lnTo>
                <a:lnTo>
                  <a:pt x="162854" y="389754"/>
                </a:lnTo>
                <a:lnTo>
                  <a:pt x="163426" y="379220"/>
                </a:lnTo>
                <a:lnTo>
                  <a:pt x="163988" y="368686"/>
                </a:lnTo>
                <a:lnTo>
                  <a:pt x="164520" y="358152"/>
                </a:lnTo>
                <a:lnTo>
                  <a:pt x="165002" y="347618"/>
                </a:lnTo>
                <a:lnTo>
                  <a:pt x="165421" y="337085"/>
                </a:lnTo>
                <a:lnTo>
                  <a:pt x="165772" y="326551"/>
                </a:lnTo>
                <a:lnTo>
                  <a:pt x="166056" y="316017"/>
                </a:lnTo>
                <a:lnTo>
                  <a:pt x="166280" y="305483"/>
                </a:lnTo>
                <a:lnTo>
                  <a:pt x="166453" y="294949"/>
                </a:lnTo>
                <a:lnTo>
                  <a:pt x="166587" y="284415"/>
                </a:lnTo>
                <a:lnTo>
                  <a:pt x="166691" y="273881"/>
                </a:lnTo>
                <a:lnTo>
                  <a:pt x="166768" y="263347"/>
                </a:lnTo>
                <a:lnTo>
                  <a:pt x="166812" y="252813"/>
                </a:lnTo>
                <a:lnTo>
                  <a:pt x="166804" y="242280"/>
                </a:lnTo>
                <a:lnTo>
                  <a:pt x="166708" y="231746"/>
                </a:lnTo>
                <a:lnTo>
                  <a:pt x="166469" y="221212"/>
                </a:lnTo>
                <a:lnTo>
                  <a:pt x="166007" y="210678"/>
                </a:lnTo>
                <a:lnTo>
                  <a:pt x="165216" y="200144"/>
                </a:lnTo>
                <a:lnTo>
                  <a:pt x="163958" y="189610"/>
                </a:lnTo>
                <a:lnTo>
                  <a:pt x="162069" y="179076"/>
                </a:lnTo>
                <a:lnTo>
                  <a:pt x="159357" y="168542"/>
                </a:lnTo>
                <a:lnTo>
                  <a:pt x="155611" y="158008"/>
                </a:lnTo>
                <a:lnTo>
                  <a:pt x="150612" y="147474"/>
                </a:lnTo>
                <a:lnTo>
                  <a:pt x="144158" y="136941"/>
                </a:lnTo>
                <a:lnTo>
                  <a:pt x="136085" y="126407"/>
                </a:lnTo>
                <a:lnTo>
                  <a:pt x="126297" y="115873"/>
                </a:lnTo>
                <a:lnTo>
                  <a:pt x="114801" y="105339"/>
                </a:lnTo>
                <a:lnTo>
                  <a:pt x="101735" y="94805"/>
                </a:lnTo>
                <a:lnTo>
                  <a:pt x="87385" y="84271"/>
                </a:lnTo>
                <a:lnTo>
                  <a:pt x="72199" y="73737"/>
                </a:lnTo>
                <a:lnTo>
                  <a:pt x="56771" y="63203"/>
                </a:lnTo>
                <a:lnTo>
                  <a:pt x="41814" y="52669"/>
                </a:lnTo>
                <a:lnTo>
                  <a:pt x="28107" y="42136"/>
                </a:lnTo>
                <a:lnTo>
                  <a:pt x="16436" y="31602"/>
                </a:lnTo>
                <a:lnTo>
                  <a:pt x="7512" y="21068"/>
                </a:lnTo>
                <a:lnTo>
                  <a:pt x="1910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4" y="10534"/>
                </a:lnTo>
                <a:lnTo>
                  <a:pt x="337202" y="21068"/>
                </a:lnTo>
                <a:lnTo>
                  <a:pt x="328279" y="31602"/>
                </a:lnTo>
                <a:lnTo>
                  <a:pt x="316607" y="42136"/>
                </a:lnTo>
                <a:lnTo>
                  <a:pt x="302900" y="52669"/>
                </a:lnTo>
                <a:lnTo>
                  <a:pt x="287943" y="63203"/>
                </a:lnTo>
                <a:lnTo>
                  <a:pt x="272515" y="73737"/>
                </a:lnTo>
                <a:lnTo>
                  <a:pt x="257329" y="84271"/>
                </a:lnTo>
                <a:lnTo>
                  <a:pt x="242980" y="94805"/>
                </a:lnTo>
                <a:lnTo>
                  <a:pt x="229913" y="105339"/>
                </a:lnTo>
                <a:lnTo>
                  <a:pt x="218417" y="115873"/>
                </a:lnTo>
                <a:lnTo>
                  <a:pt x="208630" y="126407"/>
                </a:lnTo>
                <a:lnTo>
                  <a:pt x="200556" y="136941"/>
                </a:lnTo>
                <a:lnTo>
                  <a:pt x="194102" y="147474"/>
                </a:lnTo>
                <a:lnTo>
                  <a:pt x="189104" y="158008"/>
                </a:lnTo>
                <a:lnTo>
                  <a:pt x="185357" y="168542"/>
                </a:lnTo>
                <a:lnTo>
                  <a:pt x="182645" y="179076"/>
                </a:lnTo>
                <a:lnTo>
                  <a:pt x="180756" y="189610"/>
                </a:lnTo>
                <a:lnTo>
                  <a:pt x="179499" y="200144"/>
                </a:lnTo>
                <a:lnTo>
                  <a:pt x="178707" y="210678"/>
                </a:lnTo>
                <a:lnTo>
                  <a:pt x="178245" y="221212"/>
                </a:lnTo>
                <a:lnTo>
                  <a:pt x="178006" y="231746"/>
                </a:lnTo>
                <a:lnTo>
                  <a:pt x="177911" y="242280"/>
                </a:lnTo>
                <a:lnTo>
                  <a:pt x="177903" y="252813"/>
                </a:lnTo>
                <a:lnTo>
                  <a:pt x="177947" y="263347"/>
                </a:lnTo>
                <a:lnTo>
                  <a:pt x="178024" y="273881"/>
                </a:lnTo>
                <a:lnTo>
                  <a:pt x="178128" y="284415"/>
                </a:lnTo>
                <a:lnTo>
                  <a:pt x="178261" y="294949"/>
                </a:lnTo>
                <a:lnTo>
                  <a:pt x="178434" y="305483"/>
                </a:lnTo>
                <a:lnTo>
                  <a:pt x="178658" y="316017"/>
                </a:lnTo>
                <a:lnTo>
                  <a:pt x="178942" y="326551"/>
                </a:lnTo>
                <a:lnTo>
                  <a:pt x="179293" y="337085"/>
                </a:lnTo>
                <a:lnTo>
                  <a:pt x="179713" y="347618"/>
                </a:lnTo>
                <a:lnTo>
                  <a:pt x="180194" y="358152"/>
                </a:lnTo>
                <a:lnTo>
                  <a:pt x="180726" y="368686"/>
                </a:lnTo>
                <a:lnTo>
                  <a:pt x="181288" y="379220"/>
                </a:lnTo>
                <a:lnTo>
                  <a:pt x="181860" y="389754"/>
                </a:lnTo>
                <a:lnTo>
                  <a:pt x="182419" y="400288"/>
                </a:lnTo>
                <a:lnTo>
                  <a:pt x="182944" y="410822"/>
                </a:lnTo>
                <a:lnTo>
                  <a:pt x="183418" y="421356"/>
                </a:lnTo>
                <a:lnTo>
                  <a:pt x="183833" y="431890"/>
                </a:lnTo>
                <a:lnTo>
                  <a:pt x="184186" y="442423"/>
                </a:lnTo>
                <a:lnTo>
                  <a:pt x="184478" y="452957"/>
                </a:lnTo>
                <a:lnTo>
                  <a:pt x="184717" y="463491"/>
                </a:lnTo>
                <a:lnTo>
                  <a:pt x="184911" y="474025"/>
                </a:lnTo>
                <a:lnTo>
                  <a:pt x="185067" y="484559"/>
                </a:lnTo>
                <a:lnTo>
                  <a:pt x="185186" y="495093"/>
                </a:lnTo>
                <a:lnTo>
                  <a:pt x="185263" y="505627"/>
                </a:lnTo>
                <a:lnTo>
                  <a:pt x="185290" y="516161"/>
                </a:lnTo>
                <a:lnTo>
                  <a:pt x="185251" y="526695"/>
                </a:lnTo>
                <a:lnTo>
                  <a:pt x="185128" y="537228"/>
                </a:lnTo>
                <a:lnTo>
                  <a:pt x="184903" y="547762"/>
                </a:lnTo>
                <a:lnTo>
                  <a:pt x="184564" y="558296"/>
                </a:lnTo>
                <a:lnTo>
                  <a:pt x="184105" y="568830"/>
                </a:lnTo>
                <a:lnTo>
                  <a:pt x="183529" y="579364"/>
                </a:lnTo>
                <a:lnTo>
                  <a:pt x="182851" y="589898"/>
                </a:lnTo>
                <a:lnTo>
                  <a:pt x="182093" y="600432"/>
                </a:lnTo>
                <a:lnTo>
                  <a:pt x="181286" y="610966"/>
                </a:lnTo>
                <a:lnTo>
                  <a:pt x="180463" y="621500"/>
                </a:lnTo>
                <a:lnTo>
                  <a:pt x="179661" y="632034"/>
                </a:lnTo>
                <a:lnTo>
                  <a:pt x="178913" y="642567"/>
                </a:lnTo>
                <a:lnTo>
                  <a:pt x="178247" y="653101"/>
                </a:lnTo>
                <a:lnTo>
                  <a:pt x="177687" y="663635"/>
                </a:lnTo>
                <a:lnTo>
                  <a:pt x="177249" y="674169"/>
                </a:lnTo>
                <a:lnTo>
                  <a:pt x="176942" y="684703"/>
                </a:lnTo>
                <a:lnTo>
                  <a:pt x="176770" y="695237"/>
                </a:lnTo>
                <a:lnTo>
                  <a:pt x="176732" y="705771"/>
                </a:lnTo>
                <a:lnTo>
                  <a:pt x="176823" y="716305"/>
                </a:lnTo>
                <a:lnTo>
                  <a:pt x="177034" y="726839"/>
                </a:lnTo>
                <a:lnTo>
                  <a:pt x="177351" y="737372"/>
                </a:lnTo>
                <a:lnTo>
                  <a:pt x="177758" y="747906"/>
                </a:lnTo>
                <a:lnTo>
                  <a:pt x="178233" y="758440"/>
                </a:lnTo>
                <a:lnTo>
                  <a:pt x="178753" y="768974"/>
                </a:lnTo>
                <a:lnTo>
                  <a:pt x="179288" y="779508"/>
                </a:lnTo>
                <a:lnTo>
                  <a:pt x="179806" y="790042"/>
                </a:lnTo>
                <a:lnTo>
                  <a:pt x="180277" y="800576"/>
                </a:lnTo>
                <a:lnTo>
                  <a:pt x="180670" y="811110"/>
                </a:lnTo>
                <a:lnTo>
                  <a:pt x="180959" y="821644"/>
                </a:lnTo>
                <a:lnTo>
                  <a:pt x="181122" y="832177"/>
                </a:lnTo>
                <a:lnTo>
                  <a:pt x="181148" y="842711"/>
                </a:lnTo>
                <a:lnTo>
                  <a:pt x="181033" y="853245"/>
                </a:lnTo>
                <a:lnTo>
                  <a:pt x="180784" y="863779"/>
                </a:lnTo>
                <a:lnTo>
                  <a:pt x="180413" y="874313"/>
                </a:lnTo>
                <a:lnTo>
                  <a:pt x="179941" y="884847"/>
                </a:lnTo>
                <a:lnTo>
                  <a:pt x="179394" y="895381"/>
                </a:lnTo>
                <a:lnTo>
                  <a:pt x="178796" y="905915"/>
                </a:lnTo>
                <a:lnTo>
                  <a:pt x="178177" y="916449"/>
                </a:lnTo>
                <a:lnTo>
                  <a:pt x="177559" y="926982"/>
                </a:lnTo>
                <a:lnTo>
                  <a:pt x="176965" y="937516"/>
                </a:lnTo>
                <a:lnTo>
                  <a:pt x="176413" y="948050"/>
                </a:lnTo>
                <a:lnTo>
                  <a:pt x="175917" y="958584"/>
                </a:lnTo>
                <a:lnTo>
                  <a:pt x="175489" y="969118"/>
                </a:lnTo>
                <a:lnTo>
                  <a:pt x="175135" y="979652"/>
                </a:lnTo>
                <a:lnTo>
                  <a:pt x="174862" y="990186"/>
                </a:lnTo>
                <a:lnTo>
                  <a:pt x="174670" y="1000720"/>
                </a:lnTo>
                <a:lnTo>
                  <a:pt x="174559" y="1011254"/>
                </a:lnTo>
                <a:lnTo>
                  <a:pt x="174525" y="1021788"/>
                </a:lnTo>
                <a:lnTo>
                  <a:pt x="174562" y="1032321"/>
                </a:lnTo>
                <a:lnTo>
                  <a:pt x="174658" y="1042855"/>
                </a:lnTo>
                <a:lnTo>
                  <a:pt x="174801" y="1053389"/>
                </a:lnTo>
                <a:lnTo>
                  <a:pt x="174974" y="1063923"/>
                </a:lnTo>
                <a:lnTo>
                  <a:pt x="175158" y="1074457"/>
                </a:lnTo>
                <a:lnTo>
                  <a:pt x="175335" y="1084991"/>
                </a:lnTo>
                <a:lnTo>
                  <a:pt x="175487" y="1095525"/>
                </a:lnTo>
                <a:lnTo>
                  <a:pt x="175598" y="1106059"/>
                </a:lnTo>
                <a:lnTo>
                  <a:pt x="175655" y="1116593"/>
                </a:lnTo>
                <a:lnTo>
                  <a:pt x="175650" y="1127126"/>
                </a:lnTo>
                <a:lnTo>
                  <a:pt x="175582" y="1137660"/>
                </a:lnTo>
                <a:lnTo>
                  <a:pt x="175453" y="1148194"/>
                </a:lnTo>
                <a:lnTo>
                  <a:pt x="175272" y="1158728"/>
                </a:lnTo>
                <a:lnTo>
                  <a:pt x="175051" y="1169262"/>
                </a:lnTo>
                <a:lnTo>
                  <a:pt x="174806" y="1179796"/>
                </a:lnTo>
                <a:lnTo>
                  <a:pt x="174552" y="1190330"/>
                </a:lnTo>
                <a:lnTo>
                  <a:pt x="174307" y="1200864"/>
                </a:lnTo>
                <a:lnTo>
                  <a:pt x="174084" y="1211398"/>
                </a:lnTo>
                <a:lnTo>
                  <a:pt x="173895" y="1221931"/>
                </a:lnTo>
                <a:lnTo>
                  <a:pt x="173750" y="1232465"/>
                </a:lnTo>
                <a:lnTo>
                  <a:pt x="173652" y="1242999"/>
                </a:lnTo>
                <a:lnTo>
                  <a:pt x="173603" y="1253533"/>
                </a:lnTo>
                <a:lnTo>
                  <a:pt x="173601" y="1264067"/>
                </a:lnTo>
                <a:lnTo>
                  <a:pt x="173639" y="1274601"/>
                </a:lnTo>
                <a:lnTo>
                  <a:pt x="173709" y="1285135"/>
                </a:lnTo>
                <a:lnTo>
                  <a:pt x="173804" y="1295669"/>
                </a:lnTo>
                <a:lnTo>
                  <a:pt x="173912" y="1306203"/>
                </a:lnTo>
                <a:lnTo>
                  <a:pt x="174024" y="1316736"/>
                </a:lnTo>
                <a:lnTo>
                  <a:pt x="174134" y="1327270"/>
                </a:lnTo>
                <a:lnTo>
                  <a:pt x="174233" y="1337804"/>
                </a:lnTo>
                <a:lnTo>
                  <a:pt x="174319" y="1348338"/>
                </a:lnTo>
                <a:lnTo>
                  <a:pt x="174388" y="1358872"/>
                </a:lnTo>
                <a:lnTo>
                  <a:pt x="174442" y="1369406"/>
                </a:lnTo>
                <a:lnTo>
                  <a:pt x="174481" y="1379940"/>
                </a:lnTo>
                <a:lnTo>
                  <a:pt x="174509" y="1390474"/>
                </a:lnTo>
                <a:lnTo>
                  <a:pt x="174528" y="1401008"/>
                </a:lnTo>
                <a:lnTo>
                  <a:pt x="174542" y="1411542"/>
                </a:lnTo>
                <a:lnTo>
                  <a:pt x="174554" y="1422075"/>
                </a:lnTo>
                <a:lnTo>
                  <a:pt x="174569" y="1432609"/>
                </a:lnTo>
                <a:lnTo>
                  <a:pt x="174590" y="1443143"/>
                </a:lnTo>
                <a:lnTo>
                  <a:pt x="174627" y="1453677"/>
                </a:lnTo>
                <a:lnTo>
                  <a:pt x="174691" y="1464211"/>
                </a:lnTo>
                <a:lnTo>
                  <a:pt x="174799" y="1474745"/>
                </a:lnTo>
                <a:lnTo>
                  <a:pt x="174979" y="1485279"/>
                </a:lnTo>
                <a:lnTo>
                  <a:pt x="175264" y="1495813"/>
                </a:lnTo>
                <a:lnTo>
                  <a:pt x="175699" y="1506347"/>
                </a:lnTo>
                <a:lnTo>
                  <a:pt x="176338" y="1516880"/>
                </a:lnTo>
                <a:lnTo>
                  <a:pt x="177239" y="1527414"/>
                </a:lnTo>
                <a:lnTo>
                  <a:pt x="178467" y="1537948"/>
                </a:lnTo>
                <a:lnTo>
                  <a:pt x="180079" y="1548482"/>
                </a:lnTo>
                <a:lnTo>
                  <a:pt x="182124" y="1559016"/>
                </a:lnTo>
                <a:lnTo>
                  <a:pt x="184631" y="1569550"/>
                </a:lnTo>
                <a:lnTo>
                  <a:pt x="187602" y="1580084"/>
                </a:lnTo>
                <a:lnTo>
                  <a:pt x="191002" y="1590618"/>
                </a:lnTo>
                <a:lnTo>
                  <a:pt x="194754" y="1601152"/>
                </a:lnTo>
                <a:lnTo>
                  <a:pt x="198741" y="1611685"/>
                </a:lnTo>
                <a:lnTo>
                  <a:pt x="202802" y="1622219"/>
                </a:lnTo>
                <a:lnTo>
                  <a:pt x="206747" y="1632753"/>
                </a:lnTo>
                <a:lnTo>
                  <a:pt x="210367" y="1643287"/>
                </a:lnTo>
                <a:lnTo>
                  <a:pt x="213453" y="1653821"/>
                </a:lnTo>
                <a:lnTo>
                  <a:pt x="215814" y="1664355"/>
                </a:lnTo>
                <a:lnTo>
                  <a:pt x="217297" y="1674889"/>
                </a:lnTo>
                <a:lnTo>
                  <a:pt x="217802" y="1685423"/>
                </a:lnTo>
                <a:lnTo>
                  <a:pt x="217802" y="1685423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8000"/>
            </a:srgbClr>
          </a:solidFill>
          <a:ln xmlns:a="http://schemas.openxmlformats.org/drawingml/2006/main"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135" name="data_3822">
            <a:extLst xmlns:a="http://schemas.openxmlformats.org/drawingml/2006/main">
              <a:ext uri="{FF2B5EF4-FFF2-40B4-BE49-F238E27FC236}">
                <a16:creationId xmlns:a16="http://schemas.microsoft.com/office/drawing/2014/main" id="{1613AB89-A369-44F0-BCA9-EF0150083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4337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301619" y="1685423"/>
                </a:moveTo>
                <a:lnTo>
                  <a:pt x="43096" y="1685423"/>
                </a:lnTo>
                <a:lnTo>
                  <a:pt x="44486" y="1674889"/>
                </a:lnTo>
                <a:lnTo>
                  <a:pt x="48565" y="1664355"/>
                </a:lnTo>
                <a:lnTo>
                  <a:pt x="55070" y="1653821"/>
                </a:lnTo>
                <a:lnTo>
                  <a:pt x="63591" y="1643287"/>
                </a:lnTo>
                <a:lnTo>
                  <a:pt x="73617" y="1632753"/>
                </a:lnTo>
                <a:lnTo>
                  <a:pt x="84583" y="1622219"/>
                </a:lnTo>
                <a:lnTo>
                  <a:pt x="95923" y="1611685"/>
                </a:lnTo>
                <a:lnTo>
                  <a:pt x="107115" y="1601152"/>
                </a:lnTo>
                <a:lnTo>
                  <a:pt x="117717" y="1590618"/>
                </a:lnTo>
                <a:lnTo>
                  <a:pt x="127390" y="1580084"/>
                </a:lnTo>
                <a:lnTo>
                  <a:pt x="135909" y="1569550"/>
                </a:lnTo>
                <a:lnTo>
                  <a:pt x="143158" y="1559016"/>
                </a:lnTo>
                <a:lnTo>
                  <a:pt x="149118" y="1548482"/>
                </a:lnTo>
                <a:lnTo>
                  <a:pt x="153848" y="1537948"/>
                </a:lnTo>
                <a:lnTo>
                  <a:pt x="157466" y="1527414"/>
                </a:lnTo>
                <a:lnTo>
                  <a:pt x="160120" y="1516880"/>
                </a:lnTo>
                <a:lnTo>
                  <a:pt x="161978" y="1506347"/>
                </a:lnTo>
                <a:lnTo>
                  <a:pt x="163207" y="1495813"/>
                </a:lnTo>
                <a:lnTo>
                  <a:pt x="163963" y="1485279"/>
                </a:lnTo>
                <a:lnTo>
                  <a:pt x="164384" y="1474745"/>
                </a:lnTo>
                <a:lnTo>
                  <a:pt x="164586" y="1464211"/>
                </a:lnTo>
                <a:lnTo>
                  <a:pt x="164662" y="1453677"/>
                </a:lnTo>
                <a:lnTo>
                  <a:pt x="164685" y="1443143"/>
                </a:lnTo>
                <a:lnTo>
                  <a:pt x="164704" y="1432609"/>
                </a:lnTo>
                <a:lnTo>
                  <a:pt x="164754" y="1422075"/>
                </a:lnTo>
                <a:lnTo>
                  <a:pt x="164852" y="1411542"/>
                </a:lnTo>
                <a:lnTo>
                  <a:pt x="165005" y="1401008"/>
                </a:lnTo>
                <a:lnTo>
                  <a:pt x="165210" y="1390474"/>
                </a:lnTo>
                <a:lnTo>
                  <a:pt x="165457" y="1379940"/>
                </a:lnTo>
                <a:lnTo>
                  <a:pt x="165727" y="1369406"/>
                </a:lnTo>
                <a:lnTo>
                  <a:pt x="166000" y="1358872"/>
                </a:lnTo>
                <a:lnTo>
                  <a:pt x="166252" y="1348338"/>
                </a:lnTo>
                <a:lnTo>
                  <a:pt x="166458" y="1337804"/>
                </a:lnTo>
                <a:lnTo>
                  <a:pt x="166591" y="1327270"/>
                </a:lnTo>
                <a:lnTo>
                  <a:pt x="166626" y="1316736"/>
                </a:lnTo>
                <a:lnTo>
                  <a:pt x="166541" y="1306203"/>
                </a:lnTo>
                <a:lnTo>
                  <a:pt x="166314" y="1295669"/>
                </a:lnTo>
                <a:lnTo>
                  <a:pt x="165932" y="1285135"/>
                </a:lnTo>
                <a:lnTo>
                  <a:pt x="165386" y="1274601"/>
                </a:lnTo>
                <a:lnTo>
                  <a:pt x="164674" y="1264067"/>
                </a:lnTo>
                <a:lnTo>
                  <a:pt x="163802" y="1253533"/>
                </a:lnTo>
                <a:lnTo>
                  <a:pt x="162785" y="1242999"/>
                </a:lnTo>
                <a:lnTo>
                  <a:pt x="161647" y="1232465"/>
                </a:lnTo>
                <a:lnTo>
                  <a:pt x="160421" y="1221931"/>
                </a:lnTo>
                <a:lnTo>
                  <a:pt x="159148" y="1211398"/>
                </a:lnTo>
                <a:lnTo>
                  <a:pt x="157874" y="1200864"/>
                </a:lnTo>
                <a:lnTo>
                  <a:pt x="156652" y="1190330"/>
                </a:lnTo>
                <a:lnTo>
                  <a:pt x="155538" y="1179796"/>
                </a:lnTo>
                <a:lnTo>
                  <a:pt x="154586" y="1169262"/>
                </a:lnTo>
                <a:lnTo>
                  <a:pt x="153847" y="1158728"/>
                </a:lnTo>
                <a:lnTo>
                  <a:pt x="153363" y="1148194"/>
                </a:lnTo>
                <a:lnTo>
                  <a:pt x="153165" y="1137660"/>
                </a:lnTo>
                <a:lnTo>
                  <a:pt x="153271" y="1127126"/>
                </a:lnTo>
                <a:lnTo>
                  <a:pt x="153680" y="1116593"/>
                </a:lnTo>
                <a:lnTo>
                  <a:pt x="154377" y="1106059"/>
                </a:lnTo>
                <a:lnTo>
                  <a:pt x="155332" y="1095525"/>
                </a:lnTo>
                <a:lnTo>
                  <a:pt x="156499" y="1084991"/>
                </a:lnTo>
                <a:lnTo>
                  <a:pt x="157826" y="1074457"/>
                </a:lnTo>
                <a:lnTo>
                  <a:pt x="159251" y="1063923"/>
                </a:lnTo>
                <a:lnTo>
                  <a:pt x="160714" y="1053389"/>
                </a:lnTo>
                <a:lnTo>
                  <a:pt x="162155" y="1042855"/>
                </a:lnTo>
                <a:lnTo>
                  <a:pt x="163521" y="1032321"/>
                </a:lnTo>
                <a:lnTo>
                  <a:pt x="164765" y="1021788"/>
                </a:lnTo>
                <a:lnTo>
                  <a:pt x="165849" y="1011254"/>
                </a:lnTo>
                <a:lnTo>
                  <a:pt x="166744" y="1000720"/>
                </a:lnTo>
                <a:lnTo>
                  <a:pt x="167432" y="990186"/>
                </a:lnTo>
                <a:lnTo>
                  <a:pt x="167901" y="979652"/>
                </a:lnTo>
                <a:lnTo>
                  <a:pt x="168150" y="969118"/>
                </a:lnTo>
                <a:lnTo>
                  <a:pt x="168184" y="958584"/>
                </a:lnTo>
                <a:lnTo>
                  <a:pt x="168019" y="948050"/>
                </a:lnTo>
                <a:lnTo>
                  <a:pt x="167676" y="937516"/>
                </a:lnTo>
                <a:lnTo>
                  <a:pt x="167187" y="926982"/>
                </a:lnTo>
                <a:lnTo>
                  <a:pt x="166589" y="916449"/>
                </a:lnTo>
                <a:lnTo>
                  <a:pt x="165926" y="905915"/>
                </a:lnTo>
                <a:lnTo>
                  <a:pt x="165249" y="895381"/>
                </a:lnTo>
                <a:lnTo>
                  <a:pt x="164606" y="884847"/>
                </a:lnTo>
                <a:lnTo>
                  <a:pt x="164048" y="874313"/>
                </a:lnTo>
                <a:lnTo>
                  <a:pt x="163617" y="863779"/>
                </a:lnTo>
                <a:lnTo>
                  <a:pt x="163349" y="853245"/>
                </a:lnTo>
                <a:lnTo>
                  <a:pt x="163266" y="842711"/>
                </a:lnTo>
                <a:lnTo>
                  <a:pt x="163378" y="832177"/>
                </a:lnTo>
                <a:lnTo>
                  <a:pt x="163679" y="821644"/>
                </a:lnTo>
                <a:lnTo>
                  <a:pt x="164153" y="811110"/>
                </a:lnTo>
                <a:lnTo>
                  <a:pt x="164769" y="800576"/>
                </a:lnTo>
                <a:lnTo>
                  <a:pt x="165491" y="790042"/>
                </a:lnTo>
                <a:lnTo>
                  <a:pt x="166277" y="779508"/>
                </a:lnTo>
                <a:lnTo>
                  <a:pt x="167085" y="768974"/>
                </a:lnTo>
                <a:lnTo>
                  <a:pt x="167878" y="758440"/>
                </a:lnTo>
                <a:lnTo>
                  <a:pt x="168621" y="747906"/>
                </a:lnTo>
                <a:lnTo>
                  <a:pt x="169288" y="737372"/>
                </a:lnTo>
                <a:lnTo>
                  <a:pt x="169861" y="726839"/>
                </a:lnTo>
                <a:lnTo>
                  <a:pt x="170329" y="716305"/>
                </a:lnTo>
                <a:lnTo>
                  <a:pt x="170688" y="705771"/>
                </a:lnTo>
                <a:lnTo>
                  <a:pt x="170939" y="695237"/>
                </a:lnTo>
                <a:lnTo>
                  <a:pt x="171087" y="684703"/>
                </a:lnTo>
                <a:lnTo>
                  <a:pt x="171138" y="674169"/>
                </a:lnTo>
                <a:lnTo>
                  <a:pt x="171102" y="663635"/>
                </a:lnTo>
                <a:lnTo>
                  <a:pt x="170988" y="653101"/>
                </a:lnTo>
                <a:lnTo>
                  <a:pt x="170806" y="642567"/>
                </a:lnTo>
                <a:lnTo>
                  <a:pt x="170565" y="632034"/>
                </a:lnTo>
                <a:lnTo>
                  <a:pt x="170273" y="621500"/>
                </a:lnTo>
                <a:lnTo>
                  <a:pt x="169938" y="610966"/>
                </a:lnTo>
                <a:lnTo>
                  <a:pt x="169566" y="600432"/>
                </a:lnTo>
                <a:lnTo>
                  <a:pt x="169163" y="589898"/>
                </a:lnTo>
                <a:lnTo>
                  <a:pt x="168732" y="579364"/>
                </a:lnTo>
                <a:lnTo>
                  <a:pt x="168275" y="568830"/>
                </a:lnTo>
                <a:lnTo>
                  <a:pt x="167795" y="558296"/>
                </a:lnTo>
                <a:lnTo>
                  <a:pt x="167291" y="547762"/>
                </a:lnTo>
                <a:lnTo>
                  <a:pt x="166765" y="537228"/>
                </a:lnTo>
                <a:lnTo>
                  <a:pt x="166221" y="526695"/>
                </a:lnTo>
                <a:lnTo>
                  <a:pt x="165664" y="516161"/>
                </a:lnTo>
                <a:lnTo>
                  <a:pt x="165101" y="505627"/>
                </a:lnTo>
                <a:lnTo>
                  <a:pt x="164545" y="495093"/>
                </a:lnTo>
                <a:lnTo>
                  <a:pt x="164009" y="484559"/>
                </a:lnTo>
                <a:lnTo>
                  <a:pt x="163511" y="474025"/>
                </a:lnTo>
                <a:lnTo>
                  <a:pt x="163069" y="463491"/>
                </a:lnTo>
                <a:lnTo>
                  <a:pt x="162698" y="452957"/>
                </a:lnTo>
                <a:lnTo>
                  <a:pt x="162413" y="442423"/>
                </a:lnTo>
                <a:lnTo>
                  <a:pt x="162222" y="431890"/>
                </a:lnTo>
                <a:lnTo>
                  <a:pt x="162129" y="421356"/>
                </a:lnTo>
                <a:lnTo>
                  <a:pt x="162131" y="410822"/>
                </a:lnTo>
                <a:lnTo>
                  <a:pt x="162218" y="400288"/>
                </a:lnTo>
                <a:lnTo>
                  <a:pt x="162377" y="389754"/>
                </a:lnTo>
                <a:lnTo>
                  <a:pt x="162590" y="379220"/>
                </a:lnTo>
                <a:lnTo>
                  <a:pt x="162839" y="368686"/>
                </a:lnTo>
                <a:lnTo>
                  <a:pt x="163106" y="358152"/>
                </a:lnTo>
                <a:lnTo>
                  <a:pt x="163378" y="347618"/>
                </a:lnTo>
                <a:lnTo>
                  <a:pt x="163644" y="337085"/>
                </a:lnTo>
                <a:lnTo>
                  <a:pt x="163898" y="326551"/>
                </a:lnTo>
                <a:lnTo>
                  <a:pt x="164139" y="316017"/>
                </a:lnTo>
                <a:lnTo>
                  <a:pt x="164370" y="305483"/>
                </a:lnTo>
                <a:lnTo>
                  <a:pt x="164592" y="294949"/>
                </a:lnTo>
                <a:lnTo>
                  <a:pt x="164808" y="284415"/>
                </a:lnTo>
                <a:lnTo>
                  <a:pt x="165017" y="273881"/>
                </a:lnTo>
                <a:lnTo>
                  <a:pt x="165212" y="263347"/>
                </a:lnTo>
                <a:lnTo>
                  <a:pt x="165377" y="252813"/>
                </a:lnTo>
                <a:lnTo>
                  <a:pt x="165483" y="242280"/>
                </a:lnTo>
                <a:lnTo>
                  <a:pt x="165489" y="231746"/>
                </a:lnTo>
                <a:lnTo>
                  <a:pt x="165334" y="221212"/>
                </a:lnTo>
                <a:lnTo>
                  <a:pt x="164935" y="210678"/>
                </a:lnTo>
                <a:lnTo>
                  <a:pt x="164185" y="200144"/>
                </a:lnTo>
                <a:lnTo>
                  <a:pt x="162950" y="189610"/>
                </a:lnTo>
                <a:lnTo>
                  <a:pt x="161066" y="179076"/>
                </a:lnTo>
                <a:lnTo>
                  <a:pt x="158346" y="168542"/>
                </a:lnTo>
                <a:lnTo>
                  <a:pt x="154584" y="158008"/>
                </a:lnTo>
                <a:lnTo>
                  <a:pt x="149568" y="147474"/>
                </a:lnTo>
                <a:lnTo>
                  <a:pt x="143100" y="136941"/>
                </a:lnTo>
                <a:lnTo>
                  <a:pt x="135023" y="126407"/>
                </a:lnTo>
                <a:lnTo>
                  <a:pt x="125249" y="115873"/>
                </a:lnTo>
                <a:lnTo>
                  <a:pt x="113788" y="105339"/>
                </a:lnTo>
                <a:lnTo>
                  <a:pt x="100782" y="94805"/>
                </a:lnTo>
                <a:lnTo>
                  <a:pt x="86521" y="84271"/>
                </a:lnTo>
                <a:lnTo>
                  <a:pt x="71448" y="73737"/>
                </a:lnTo>
                <a:lnTo>
                  <a:pt x="56154" y="63203"/>
                </a:lnTo>
                <a:lnTo>
                  <a:pt x="41341" y="52669"/>
                </a:lnTo>
                <a:lnTo>
                  <a:pt x="27779" y="42136"/>
                </a:lnTo>
                <a:lnTo>
                  <a:pt x="16239" y="31602"/>
                </a:lnTo>
                <a:lnTo>
                  <a:pt x="7421" y="21068"/>
                </a:lnTo>
                <a:lnTo>
                  <a:pt x="1887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28" y="10534"/>
                </a:lnTo>
                <a:lnTo>
                  <a:pt x="337294" y="21068"/>
                </a:lnTo>
                <a:lnTo>
                  <a:pt x="328476" y="31602"/>
                </a:lnTo>
                <a:lnTo>
                  <a:pt x="316935" y="42136"/>
                </a:lnTo>
                <a:lnTo>
                  <a:pt x="303373" y="52669"/>
                </a:lnTo>
                <a:lnTo>
                  <a:pt x="288560" y="63203"/>
                </a:lnTo>
                <a:lnTo>
                  <a:pt x="273266" y="73737"/>
                </a:lnTo>
                <a:lnTo>
                  <a:pt x="258193" y="84271"/>
                </a:lnTo>
                <a:lnTo>
                  <a:pt x="243932" y="94805"/>
                </a:lnTo>
                <a:lnTo>
                  <a:pt x="230926" y="105339"/>
                </a:lnTo>
                <a:lnTo>
                  <a:pt x="219466" y="115873"/>
                </a:lnTo>
                <a:lnTo>
                  <a:pt x="209691" y="126407"/>
                </a:lnTo>
                <a:lnTo>
                  <a:pt x="201614" y="136941"/>
                </a:lnTo>
                <a:lnTo>
                  <a:pt x="195147" y="147474"/>
                </a:lnTo>
                <a:lnTo>
                  <a:pt x="190130" y="158008"/>
                </a:lnTo>
                <a:lnTo>
                  <a:pt x="186368" y="168542"/>
                </a:lnTo>
                <a:lnTo>
                  <a:pt x="183648" y="179076"/>
                </a:lnTo>
                <a:lnTo>
                  <a:pt x="181765" y="189610"/>
                </a:lnTo>
                <a:lnTo>
                  <a:pt x="180529" y="200144"/>
                </a:lnTo>
                <a:lnTo>
                  <a:pt x="179779" y="210678"/>
                </a:lnTo>
                <a:lnTo>
                  <a:pt x="179380" y="221212"/>
                </a:lnTo>
                <a:lnTo>
                  <a:pt x="179225" y="231746"/>
                </a:lnTo>
                <a:lnTo>
                  <a:pt x="179231" y="242280"/>
                </a:lnTo>
                <a:lnTo>
                  <a:pt x="179338" y="252813"/>
                </a:lnTo>
                <a:lnTo>
                  <a:pt x="179502" y="263347"/>
                </a:lnTo>
                <a:lnTo>
                  <a:pt x="179697" y="273881"/>
                </a:lnTo>
                <a:lnTo>
                  <a:pt x="179906" y="284415"/>
                </a:lnTo>
                <a:lnTo>
                  <a:pt x="180123" y="294949"/>
                </a:lnTo>
                <a:lnTo>
                  <a:pt x="180345" y="305483"/>
                </a:lnTo>
                <a:lnTo>
                  <a:pt x="180575" y="316017"/>
                </a:lnTo>
                <a:lnTo>
                  <a:pt x="180816" y="326551"/>
                </a:lnTo>
                <a:lnTo>
                  <a:pt x="181070" y="337085"/>
                </a:lnTo>
                <a:lnTo>
                  <a:pt x="181336" y="347618"/>
                </a:lnTo>
                <a:lnTo>
                  <a:pt x="181608" y="358152"/>
                </a:lnTo>
                <a:lnTo>
                  <a:pt x="181875" y="368686"/>
                </a:lnTo>
                <a:lnTo>
                  <a:pt x="182124" y="379220"/>
                </a:lnTo>
                <a:lnTo>
                  <a:pt x="182337" y="389754"/>
                </a:lnTo>
                <a:lnTo>
                  <a:pt x="182496" y="400288"/>
                </a:lnTo>
                <a:lnTo>
                  <a:pt x="182583" y="410822"/>
                </a:lnTo>
                <a:lnTo>
                  <a:pt x="182585" y="421356"/>
                </a:lnTo>
                <a:lnTo>
                  <a:pt x="182492" y="431890"/>
                </a:lnTo>
                <a:lnTo>
                  <a:pt x="182301" y="442423"/>
                </a:lnTo>
                <a:lnTo>
                  <a:pt x="182016" y="452957"/>
                </a:lnTo>
                <a:lnTo>
                  <a:pt x="181645" y="463491"/>
                </a:lnTo>
                <a:lnTo>
                  <a:pt x="181203" y="474025"/>
                </a:lnTo>
                <a:lnTo>
                  <a:pt x="180705" y="484559"/>
                </a:lnTo>
                <a:lnTo>
                  <a:pt x="180170" y="495093"/>
                </a:lnTo>
                <a:lnTo>
                  <a:pt x="179613" y="505627"/>
                </a:lnTo>
                <a:lnTo>
                  <a:pt x="179050" y="516161"/>
                </a:lnTo>
                <a:lnTo>
                  <a:pt x="178493" y="526695"/>
                </a:lnTo>
                <a:lnTo>
                  <a:pt x="177949" y="537228"/>
                </a:lnTo>
                <a:lnTo>
                  <a:pt x="177423" y="547762"/>
                </a:lnTo>
                <a:lnTo>
                  <a:pt x="176920" y="558296"/>
                </a:lnTo>
                <a:lnTo>
                  <a:pt x="176439" y="568830"/>
                </a:lnTo>
                <a:lnTo>
                  <a:pt x="175982" y="579364"/>
                </a:lnTo>
                <a:lnTo>
                  <a:pt x="175551" y="589898"/>
                </a:lnTo>
                <a:lnTo>
                  <a:pt x="175148" y="600432"/>
                </a:lnTo>
                <a:lnTo>
                  <a:pt x="174776" y="610966"/>
                </a:lnTo>
                <a:lnTo>
                  <a:pt x="174441" y="621500"/>
                </a:lnTo>
                <a:lnTo>
                  <a:pt x="174149" y="632034"/>
                </a:lnTo>
                <a:lnTo>
                  <a:pt x="173908" y="642567"/>
                </a:lnTo>
                <a:lnTo>
                  <a:pt x="173726" y="653101"/>
                </a:lnTo>
                <a:lnTo>
                  <a:pt x="173612" y="663635"/>
                </a:lnTo>
                <a:lnTo>
                  <a:pt x="173576" y="674169"/>
                </a:lnTo>
                <a:lnTo>
                  <a:pt x="173628" y="684703"/>
                </a:lnTo>
                <a:lnTo>
                  <a:pt x="173775" y="695237"/>
                </a:lnTo>
                <a:lnTo>
                  <a:pt x="174026" y="705771"/>
                </a:lnTo>
                <a:lnTo>
                  <a:pt x="174385" y="716305"/>
                </a:lnTo>
                <a:lnTo>
                  <a:pt x="174853" y="726839"/>
                </a:lnTo>
                <a:lnTo>
                  <a:pt x="175427" y="737372"/>
                </a:lnTo>
                <a:lnTo>
                  <a:pt x="176094" y="747906"/>
                </a:lnTo>
                <a:lnTo>
                  <a:pt x="176837" y="758440"/>
                </a:lnTo>
                <a:lnTo>
                  <a:pt x="177629" y="768974"/>
                </a:lnTo>
                <a:lnTo>
                  <a:pt x="178437" y="779508"/>
                </a:lnTo>
                <a:lnTo>
                  <a:pt x="179223" y="790042"/>
                </a:lnTo>
                <a:lnTo>
                  <a:pt x="179945" y="800576"/>
                </a:lnTo>
                <a:lnTo>
                  <a:pt x="180561" y="811110"/>
                </a:lnTo>
                <a:lnTo>
                  <a:pt x="181035" y="821644"/>
                </a:lnTo>
                <a:lnTo>
                  <a:pt x="181336" y="832177"/>
                </a:lnTo>
                <a:lnTo>
                  <a:pt x="181448" y="842711"/>
                </a:lnTo>
                <a:lnTo>
                  <a:pt x="181365" y="853245"/>
                </a:lnTo>
                <a:lnTo>
                  <a:pt x="181097" y="863779"/>
                </a:lnTo>
                <a:lnTo>
                  <a:pt x="180666" y="874313"/>
                </a:lnTo>
                <a:lnTo>
                  <a:pt x="180108" y="884847"/>
                </a:lnTo>
                <a:lnTo>
                  <a:pt x="179466" y="895381"/>
                </a:lnTo>
                <a:lnTo>
                  <a:pt x="178788" y="905915"/>
                </a:lnTo>
                <a:lnTo>
                  <a:pt x="178126" y="916449"/>
                </a:lnTo>
                <a:lnTo>
                  <a:pt x="177528" y="926982"/>
                </a:lnTo>
                <a:lnTo>
                  <a:pt x="177038" y="937516"/>
                </a:lnTo>
                <a:lnTo>
                  <a:pt x="176695" y="948050"/>
                </a:lnTo>
                <a:lnTo>
                  <a:pt x="176530" y="958584"/>
                </a:lnTo>
                <a:lnTo>
                  <a:pt x="176565" y="969118"/>
                </a:lnTo>
                <a:lnTo>
                  <a:pt x="176813" y="979652"/>
                </a:lnTo>
                <a:lnTo>
                  <a:pt x="177283" y="990186"/>
                </a:lnTo>
                <a:lnTo>
                  <a:pt x="177970" y="1000720"/>
                </a:lnTo>
                <a:lnTo>
                  <a:pt x="178866" y="1011254"/>
                </a:lnTo>
                <a:lnTo>
                  <a:pt x="179949" y="1021788"/>
                </a:lnTo>
                <a:lnTo>
                  <a:pt x="181193" y="1032321"/>
                </a:lnTo>
                <a:lnTo>
                  <a:pt x="182559" y="1042855"/>
                </a:lnTo>
                <a:lnTo>
                  <a:pt x="184000" y="1053389"/>
                </a:lnTo>
                <a:lnTo>
                  <a:pt x="185463" y="1063923"/>
                </a:lnTo>
                <a:lnTo>
                  <a:pt x="186889" y="1074457"/>
                </a:lnTo>
                <a:lnTo>
                  <a:pt x="188215" y="1084991"/>
                </a:lnTo>
                <a:lnTo>
                  <a:pt x="189382" y="1095525"/>
                </a:lnTo>
                <a:lnTo>
                  <a:pt x="190337" y="1106059"/>
                </a:lnTo>
                <a:lnTo>
                  <a:pt x="191034" y="1116593"/>
                </a:lnTo>
                <a:lnTo>
                  <a:pt x="191444" y="1127126"/>
                </a:lnTo>
                <a:lnTo>
                  <a:pt x="191549" y="1137660"/>
                </a:lnTo>
                <a:lnTo>
                  <a:pt x="191351" y="1148194"/>
                </a:lnTo>
                <a:lnTo>
                  <a:pt x="190867" y="1158728"/>
                </a:lnTo>
                <a:lnTo>
                  <a:pt x="190128" y="1169262"/>
                </a:lnTo>
                <a:lnTo>
                  <a:pt x="189176" y="1179796"/>
                </a:lnTo>
                <a:lnTo>
                  <a:pt x="188062" y="1190330"/>
                </a:lnTo>
                <a:lnTo>
                  <a:pt x="186841" y="1200864"/>
                </a:lnTo>
                <a:lnTo>
                  <a:pt x="185567" y="1211398"/>
                </a:lnTo>
                <a:lnTo>
                  <a:pt x="184293" y="1221931"/>
                </a:lnTo>
                <a:lnTo>
                  <a:pt x="183067" y="1232465"/>
                </a:lnTo>
                <a:lnTo>
                  <a:pt x="181929" y="1242999"/>
                </a:lnTo>
                <a:lnTo>
                  <a:pt x="180913" y="1253533"/>
                </a:lnTo>
                <a:lnTo>
                  <a:pt x="180041" y="1264067"/>
                </a:lnTo>
                <a:lnTo>
                  <a:pt x="179328" y="1274601"/>
                </a:lnTo>
                <a:lnTo>
                  <a:pt x="178782" y="1285135"/>
                </a:lnTo>
                <a:lnTo>
                  <a:pt x="178400" y="1295669"/>
                </a:lnTo>
                <a:lnTo>
                  <a:pt x="178174" y="1306203"/>
                </a:lnTo>
                <a:lnTo>
                  <a:pt x="178088" y="1316736"/>
                </a:lnTo>
                <a:lnTo>
                  <a:pt x="178123" y="1327270"/>
                </a:lnTo>
                <a:lnTo>
                  <a:pt x="178256" y="1337804"/>
                </a:lnTo>
                <a:lnTo>
                  <a:pt x="178462" y="1348338"/>
                </a:lnTo>
                <a:lnTo>
                  <a:pt x="178714" y="1358872"/>
                </a:lnTo>
                <a:lnTo>
                  <a:pt x="178988" y="1369406"/>
                </a:lnTo>
                <a:lnTo>
                  <a:pt x="179258" y="1379940"/>
                </a:lnTo>
                <a:lnTo>
                  <a:pt x="179504" y="1390474"/>
                </a:lnTo>
                <a:lnTo>
                  <a:pt x="179709" y="1401008"/>
                </a:lnTo>
                <a:lnTo>
                  <a:pt x="179862" y="1411542"/>
                </a:lnTo>
                <a:lnTo>
                  <a:pt x="179961" y="1422075"/>
                </a:lnTo>
                <a:lnTo>
                  <a:pt x="180010" y="1432609"/>
                </a:lnTo>
                <a:lnTo>
                  <a:pt x="180029" y="1443143"/>
                </a:lnTo>
                <a:lnTo>
                  <a:pt x="180052" y="1453677"/>
                </a:lnTo>
                <a:lnTo>
                  <a:pt x="180128" y="1464211"/>
                </a:lnTo>
                <a:lnTo>
                  <a:pt x="180331" y="1474745"/>
                </a:lnTo>
                <a:lnTo>
                  <a:pt x="180751" y="1485279"/>
                </a:lnTo>
                <a:lnTo>
                  <a:pt x="181507" y="1495813"/>
                </a:lnTo>
                <a:lnTo>
                  <a:pt x="182736" y="1506347"/>
                </a:lnTo>
                <a:lnTo>
                  <a:pt x="184594" y="1516880"/>
                </a:lnTo>
                <a:lnTo>
                  <a:pt x="187249" y="1527414"/>
                </a:lnTo>
                <a:lnTo>
                  <a:pt x="190866" y="1537948"/>
                </a:lnTo>
                <a:lnTo>
                  <a:pt x="195596" y="1548482"/>
                </a:lnTo>
                <a:lnTo>
                  <a:pt x="201556" y="1559016"/>
                </a:lnTo>
                <a:lnTo>
                  <a:pt x="208805" y="1569550"/>
                </a:lnTo>
                <a:lnTo>
                  <a:pt x="217324" y="1580084"/>
                </a:lnTo>
                <a:lnTo>
                  <a:pt x="226997" y="1590618"/>
                </a:lnTo>
                <a:lnTo>
                  <a:pt x="237599" y="1601152"/>
                </a:lnTo>
                <a:lnTo>
                  <a:pt x="248791" y="1611685"/>
                </a:lnTo>
                <a:lnTo>
                  <a:pt x="260131" y="1622219"/>
                </a:lnTo>
                <a:lnTo>
                  <a:pt x="271098" y="1632753"/>
                </a:lnTo>
                <a:lnTo>
                  <a:pt x="281124" y="1643287"/>
                </a:lnTo>
                <a:lnTo>
                  <a:pt x="289645" y="1653821"/>
                </a:lnTo>
                <a:lnTo>
                  <a:pt x="296149" y="1664355"/>
                </a:lnTo>
                <a:lnTo>
                  <a:pt x="300229" y="1674889"/>
                </a:lnTo>
                <a:lnTo>
                  <a:pt x="301619" y="1685423"/>
                </a:lnTo>
                <a:lnTo>
                  <a:pt x="301619" y="1685423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8000"/>
            </a:srgbClr>
          </a:solidFill>
          <a:ln xmlns:a="http://schemas.openxmlformats.org/drawingml/2006/main"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136" name="data_3823">
            <a:extLst xmlns:a="http://schemas.openxmlformats.org/drawingml/2006/main">
              <a:ext uri="{FF2B5EF4-FFF2-40B4-BE49-F238E27FC236}">
                <a16:creationId xmlns:a16="http://schemas.microsoft.com/office/drawing/2014/main" id="{61A607FA-892B-4909-8EA6-C7BED5451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167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255006" y="1685423"/>
                </a:moveTo>
                <a:lnTo>
                  <a:pt x="89708" y="1685423"/>
                </a:lnTo>
                <a:lnTo>
                  <a:pt x="90581" y="1674889"/>
                </a:lnTo>
                <a:lnTo>
                  <a:pt x="93140" y="1664355"/>
                </a:lnTo>
                <a:lnTo>
                  <a:pt x="97218" y="1653821"/>
                </a:lnTo>
                <a:lnTo>
                  <a:pt x="102556" y="1643287"/>
                </a:lnTo>
                <a:lnTo>
                  <a:pt x="108829" y="1632753"/>
                </a:lnTo>
                <a:lnTo>
                  <a:pt x="115681" y="1622219"/>
                </a:lnTo>
                <a:lnTo>
                  <a:pt x="122757" y="1611685"/>
                </a:lnTo>
                <a:lnTo>
                  <a:pt x="129735" y="1601152"/>
                </a:lnTo>
                <a:lnTo>
                  <a:pt x="136343" y="1590618"/>
                </a:lnTo>
                <a:lnTo>
                  <a:pt x="142379" y="1580084"/>
                </a:lnTo>
                <a:lnTo>
                  <a:pt x="147711" y="1569550"/>
                </a:lnTo>
                <a:lnTo>
                  <a:pt x="152277" y="1559016"/>
                </a:lnTo>
                <a:lnTo>
                  <a:pt x="156076" y="1548482"/>
                </a:lnTo>
                <a:lnTo>
                  <a:pt x="159148" y="1537948"/>
                </a:lnTo>
                <a:lnTo>
                  <a:pt x="161569" y="1527414"/>
                </a:lnTo>
                <a:lnTo>
                  <a:pt x="163428" y="1516880"/>
                </a:lnTo>
                <a:lnTo>
                  <a:pt x="164820" y="1506347"/>
                </a:lnTo>
                <a:lnTo>
                  <a:pt x="165837" y="1495813"/>
                </a:lnTo>
                <a:lnTo>
                  <a:pt x="166560" y="1485279"/>
                </a:lnTo>
                <a:lnTo>
                  <a:pt x="167057" y="1474745"/>
                </a:lnTo>
                <a:lnTo>
                  <a:pt x="167383" y="1464211"/>
                </a:lnTo>
                <a:lnTo>
                  <a:pt x="167581" y="1453677"/>
                </a:lnTo>
                <a:lnTo>
                  <a:pt x="167683" y="1443143"/>
                </a:lnTo>
                <a:lnTo>
                  <a:pt x="167713" y="1432609"/>
                </a:lnTo>
                <a:lnTo>
                  <a:pt x="167688" y="1422075"/>
                </a:lnTo>
                <a:lnTo>
                  <a:pt x="167621" y="1411542"/>
                </a:lnTo>
                <a:lnTo>
                  <a:pt x="167521" y="1401008"/>
                </a:lnTo>
                <a:lnTo>
                  <a:pt x="167395" y="1390474"/>
                </a:lnTo>
                <a:lnTo>
                  <a:pt x="167248" y="1379940"/>
                </a:lnTo>
                <a:lnTo>
                  <a:pt x="167084" y="1369406"/>
                </a:lnTo>
                <a:lnTo>
                  <a:pt x="166905" y="1358872"/>
                </a:lnTo>
                <a:lnTo>
                  <a:pt x="166714" y="1348338"/>
                </a:lnTo>
                <a:lnTo>
                  <a:pt x="166516" y="1337804"/>
                </a:lnTo>
                <a:lnTo>
                  <a:pt x="166315" y="1327270"/>
                </a:lnTo>
                <a:lnTo>
                  <a:pt x="166117" y="1316736"/>
                </a:lnTo>
                <a:lnTo>
                  <a:pt x="165928" y="1306203"/>
                </a:lnTo>
                <a:lnTo>
                  <a:pt x="165756" y="1295669"/>
                </a:lnTo>
                <a:lnTo>
                  <a:pt x="165609" y="1285135"/>
                </a:lnTo>
                <a:lnTo>
                  <a:pt x="165494" y="1274601"/>
                </a:lnTo>
                <a:lnTo>
                  <a:pt x="165416" y="1264067"/>
                </a:lnTo>
                <a:lnTo>
                  <a:pt x="165378" y="1253533"/>
                </a:lnTo>
                <a:lnTo>
                  <a:pt x="165382" y="1242999"/>
                </a:lnTo>
                <a:lnTo>
                  <a:pt x="165424" y="1232465"/>
                </a:lnTo>
                <a:lnTo>
                  <a:pt x="165501" y="1221931"/>
                </a:lnTo>
                <a:lnTo>
                  <a:pt x="165607" y="1211398"/>
                </a:lnTo>
                <a:lnTo>
                  <a:pt x="165738" y="1200864"/>
                </a:lnTo>
                <a:lnTo>
                  <a:pt x="165888" y="1190330"/>
                </a:lnTo>
                <a:lnTo>
                  <a:pt x="166055" y="1179796"/>
                </a:lnTo>
                <a:lnTo>
                  <a:pt x="166239" y="1169262"/>
                </a:lnTo>
                <a:lnTo>
                  <a:pt x="166443" y="1158728"/>
                </a:lnTo>
                <a:lnTo>
                  <a:pt x="166669" y="1148194"/>
                </a:lnTo>
                <a:lnTo>
                  <a:pt x="166922" y="1137660"/>
                </a:lnTo>
                <a:lnTo>
                  <a:pt x="167206" y="1127126"/>
                </a:lnTo>
                <a:lnTo>
                  <a:pt x="167522" y="1116593"/>
                </a:lnTo>
                <a:lnTo>
                  <a:pt x="167868" y="1106059"/>
                </a:lnTo>
                <a:lnTo>
                  <a:pt x="168241" y="1095525"/>
                </a:lnTo>
                <a:lnTo>
                  <a:pt x="168632" y="1084991"/>
                </a:lnTo>
                <a:lnTo>
                  <a:pt x="169029" y="1074457"/>
                </a:lnTo>
                <a:lnTo>
                  <a:pt x="169418" y="1063923"/>
                </a:lnTo>
                <a:lnTo>
                  <a:pt x="169781" y="1053389"/>
                </a:lnTo>
                <a:lnTo>
                  <a:pt x="170102" y="1042855"/>
                </a:lnTo>
                <a:lnTo>
                  <a:pt x="170363" y="1032321"/>
                </a:lnTo>
                <a:lnTo>
                  <a:pt x="170545" y="1021788"/>
                </a:lnTo>
                <a:lnTo>
                  <a:pt x="170633" y="1011254"/>
                </a:lnTo>
                <a:lnTo>
                  <a:pt x="170611" y="1000720"/>
                </a:lnTo>
                <a:lnTo>
                  <a:pt x="170465" y="990186"/>
                </a:lnTo>
                <a:lnTo>
                  <a:pt x="170187" y="979652"/>
                </a:lnTo>
                <a:lnTo>
                  <a:pt x="169768" y="969118"/>
                </a:lnTo>
                <a:lnTo>
                  <a:pt x="169208" y="958584"/>
                </a:lnTo>
                <a:lnTo>
                  <a:pt x="168513" y="948050"/>
                </a:lnTo>
                <a:lnTo>
                  <a:pt x="167697" y="937516"/>
                </a:lnTo>
                <a:lnTo>
                  <a:pt x="166783" y="926982"/>
                </a:lnTo>
                <a:lnTo>
                  <a:pt x="165804" y="916449"/>
                </a:lnTo>
                <a:lnTo>
                  <a:pt x="164803" y="905915"/>
                </a:lnTo>
                <a:lnTo>
                  <a:pt x="163826" y="895381"/>
                </a:lnTo>
                <a:lnTo>
                  <a:pt x="162926" y="884847"/>
                </a:lnTo>
                <a:lnTo>
                  <a:pt x="162154" y="874313"/>
                </a:lnTo>
                <a:lnTo>
                  <a:pt x="161556" y="863779"/>
                </a:lnTo>
                <a:lnTo>
                  <a:pt x="161166" y="853245"/>
                </a:lnTo>
                <a:lnTo>
                  <a:pt x="161008" y="842711"/>
                </a:lnTo>
                <a:lnTo>
                  <a:pt x="161086" y="832177"/>
                </a:lnTo>
                <a:lnTo>
                  <a:pt x="161391" y="821644"/>
                </a:lnTo>
                <a:lnTo>
                  <a:pt x="161894" y="811110"/>
                </a:lnTo>
                <a:lnTo>
                  <a:pt x="162555" y="800576"/>
                </a:lnTo>
                <a:lnTo>
                  <a:pt x="163326" y="790042"/>
                </a:lnTo>
                <a:lnTo>
                  <a:pt x="164151" y="779508"/>
                </a:lnTo>
                <a:lnTo>
                  <a:pt x="164977" y="768974"/>
                </a:lnTo>
                <a:lnTo>
                  <a:pt x="165755" y="758440"/>
                </a:lnTo>
                <a:lnTo>
                  <a:pt x="166443" y="747906"/>
                </a:lnTo>
                <a:lnTo>
                  <a:pt x="167008" y="737372"/>
                </a:lnTo>
                <a:lnTo>
                  <a:pt x="167429" y="726839"/>
                </a:lnTo>
                <a:lnTo>
                  <a:pt x="167691" y="716305"/>
                </a:lnTo>
                <a:lnTo>
                  <a:pt x="167791" y="705771"/>
                </a:lnTo>
                <a:lnTo>
                  <a:pt x="167731" y="695237"/>
                </a:lnTo>
                <a:lnTo>
                  <a:pt x="167519" y="684703"/>
                </a:lnTo>
                <a:lnTo>
                  <a:pt x="167167" y="674169"/>
                </a:lnTo>
                <a:lnTo>
                  <a:pt x="166690" y="663635"/>
                </a:lnTo>
                <a:lnTo>
                  <a:pt x="166108" y="653101"/>
                </a:lnTo>
                <a:lnTo>
                  <a:pt x="165446" y="642567"/>
                </a:lnTo>
                <a:lnTo>
                  <a:pt x="164731" y="632034"/>
                </a:lnTo>
                <a:lnTo>
                  <a:pt x="163993" y="621500"/>
                </a:lnTo>
                <a:lnTo>
                  <a:pt x="163267" y="610966"/>
                </a:lnTo>
                <a:lnTo>
                  <a:pt x="162587" y="600432"/>
                </a:lnTo>
                <a:lnTo>
                  <a:pt x="161986" y="589898"/>
                </a:lnTo>
                <a:lnTo>
                  <a:pt x="161494" y="579364"/>
                </a:lnTo>
                <a:lnTo>
                  <a:pt x="161132" y="568830"/>
                </a:lnTo>
                <a:lnTo>
                  <a:pt x="160915" y="558296"/>
                </a:lnTo>
                <a:lnTo>
                  <a:pt x="160846" y="547762"/>
                </a:lnTo>
                <a:lnTo>
                  <a:pt x="160920" y="537228"/>
                </a:lnTo>
                <a:lnTo>
                  <a:pt x="161122" y="526695"/>
                </a:lnTo>
                <a:lnTo>
                  <a:pt x="161432" y="516161"/>
                </a:lnTo>
                <a:lnTo>
                  <a:pt x="161826" y="505627"/>
                </a:lnTo>
                <a:lnTo>
                  <a:pt x="162279" y="495093"/>
                </a:lnTo>
                <a:lnTo>
                  <a:pt x="162768" y="484559"/>
                </a:lnTo>
                <a:lnTo>
                  <a:pt x="163275" y="474025"/>
                </a:lnTo>
                <a:lnTo>
                  <a:pt x="163786" y="463491"/>
                </a:lnTo>
                <a:lnTo>
                  <a:pt x="164293" y="452957"/>
                </a:lnTo>
                <a:lnTo>
                  <a:pt x="164790" y="442423"/>
                </a:lnTo>
                <a:lnTo>
                  <a:pt x="165275" y="431890"/>
                </a:lnTo>
                <a:lnTo>
                  <a:pt x="165747" y="421356"/>
                </a:lnTo>
                <a:lnTo>
                  <a:pt x="166203" y="410822"/>
                </a:lnTo>
                <a:lnTo>
                  <a:pt x="166639" y="400288"/>
                </a:lnTo>
                <a:lnTo>
                  <a:pt x="167052" y="389754"/>
                </a:lnTo>
                <a:lnTo>
                  <a:pt x="167432" y="379220"/>
                </a:lnTo>
                <a:lnTo>
                  <a:pt x="167774" y="368686"/>
                </a:lnTo>
                <a:lnTo>
                  <a:pt x="168068" y="358152"/>
                </a:lnTo>
                <a:lnTo>
                  <a:pt x="168312" y="347618"/>
                </a:lnTo>
                <a:lnTo>
                  <a:pt x="168500" y="337085"/>
                </a:lnTo>
                <a:lnTo>
                  <a:pt x="168634" y="326551"/>
                </a:lnTo>
                <a:lnTo>
                  <a:pt x="168719" y="316017"/>
                </a:lnTo>
                <a:lnTo>
                  <a:pt x="168760" y="305483"/>
                </a:lnTo>
                <a:lnTo>
                  <a:pt x="168766" y="294949"/>
                </a:lnTo>
                <a:lnTo>
                  <a:pt x="168746" y="284415"/>
                </a:lnTo>
                <a:lnTo>
                  <a:pt x="168706" y="273881"/>
                </a:lnTo>
                <a:lnTo>
                  <a:pt x="168647" y="263347"/>
                </a:lnTo>
                <a:lnTo>
                  <a:pt x="168562" y="252813"/>
                </a:lnTo>
                <a:lnTo>
                  <a:pt x="168432" y="242280"/>
                </a:lnTo>
                <a:lnTo>
                  <a:pt x="168224" y="231746"/>
                </a:lnTo>
                <a:lnTo>
                  <a:pt x="167884" y="221212"/>
                </a:lnTo>
                <a:lnTo>
                  <a:pt x="167332" y="210678"/>
                </a:lnTo>
                <a:lnTo>
                  <a:pt x="166462" y="200144"/>
                </a:lnTo>
                <a:lnTo>
                  <a:pt x="165135" y="189610"/>
                </a:lnTo>
                <a:lnTo>
                  <a:pt x="163184" y="179076"/>
                </a:lnTo>
                <a:lnTo>
                  <a:pt x="160411" y="168542"/>
                </a:lnTo>
                <a:lnTo>
                  <a:pt x="156601" y="158008"/>
                </a:lnTo>
                <a:lnTo>
                  <a:pt x="151530" y="147474"/>
                </a:lnTo>
                <a:lnTo>
                  <a:pt x="144993" y="136941"/>
                </a:lnTo>
                <a:lnTo>
                  <a:pt x="136824" y="126407"/>
                </a:lnTo>
                <a:lnTo>
                  <a:pt x="126931" y="115873"/>
                </a:lnTo>
                <a:lnTo>
                  <a:pt x="115324" y="105339"/>
                </a:lnTo>
                <a:lnTo>
                  <a:pt x="102146" y="94805"/>
                </a:lnTo>
                <a:lnTo>
                  <a:pt x="87692" y="84271"/>
                </a:lnTo>
                <a:lnTo>
                  <a:pt x="72414" y="73737"/>
                </a:lnTo>
                <a:lnTo>
                  <a:pt x="56911" y="63203"/>
                </a:lnTo>
                <a:lnTo>
                  <a:pt x="41896" y="52669"/>
                </a:lnTo>
                <a:lnTo>
                  <a:pt x="28151" y="42136"/>
                </a:lnTo>
                <a:lnTo>
                  <a:pt x="16455" y="31602"/>
                </a:lnTo>
                <a:lnTo>
                  <a:pt x="7519" y="21068"/>
                </a:lnTo>
                <a:lnTo>
                  <a:pt x="191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3" y="10534"/>
                </a:lnTo>
                <a:lnTo>
                  <a:pt x="337195" y="21068"/>
                </a:lnTo>
                <a:lnTo>
                  <a:pt x="328259" y="31602"/>
                </a:lnTo>
                <a:lnTo>
                  <a:pt x="316563" y="42136"/>
                </a:lnTo>
                <a:lnTo>
                  <a:pt x="302818" y="52669"/>
                </a:lnTo>
                <a:lnTo>
                  <a:pt x="287804" y="63203"/>
                </a:lnTo>
                <a:lnTo>
                  <a:pt x="272300" y="73737"/>
                </a:lnTo>
                <a:lnTo>
                  <a:pt x="257022" y="84271"/>
                </a:lnTo>
                <a:lnTo>
                  <a:pt x="242568" y="94805"/>
                </a:lnTo>
                <a:lnTo>
                  <a:pt x="229390" y="105339"/>
                </a:lnTo>
                <a:lnTo>
                  <a:pt x="217784" y="115873"/>
                </a:lnTo>
                <a:lnTo>
                  <a:pt x="207890" y="126407"/>
                </a:lnTo>
                <a:lnTo>
                  <a:pt x="199722" y="136941"/>
                </a:lnTo>
                <a:lnTo>
                  <a:pt x="193184" y="147474"/>
                </a:lnTo>
                <a:lnTo>
                  <a:pt x="188114" y="158008"/>
                </a:lnTo>
                <a:lnTo>
                  <a:pt x="184303" y="168542"/>
                </a:lnTo>
                <a:lnTo>
                  <a:pt x="181530" y="179076"/>
                </a:lnTo>
                <a:lnTo>
                  <a:pt x="179579" y="189610"/>
                </a:lnTo>
                <a:lnTo>
                  <a:pt x="178253" y="200144"/>
                </a:lnTo>
                <a:lnTo>
                  <a:pt x="177383" y="210678"/>
                </a:lnTo>
                <a:lnTo>
                  <a:pt x="176831" y="221212"/>
                </a:lnTo>
                <a:lnTo>
                  <a:pt x="176490" y="231746"/>
                </a:lnTo>
                <a:lnTo>
                  <a:pt x="176282" y="242280"/>
                </a:lnTo>
                <a:lnTo>
                  <a:pt x="176153" y="252813"/>
                </a:lnTo>
                <a:lnTo>
                  <a:pt x="176068" y="263347"/>
                </a:lnTo>
                <a:lnTo>
                  <a:pt x="176008" y="273881"/>
                </a:lnTo>
                <a:lnTo>
                  <a:pt x="175968" y="284415"/>
                </a:lnTo>
                <a:lnTo>
                  <a:pt x="175948" y="294949"/>
                </a:lnTo>
                <a:lnTo>
                  <a:pt x="175954" y="305483"/>
                </a:lnTo>
                <a:lnTo>
                  <a:pt x="175996" y="316017"/>
                </a:lnTo>
                <a:lnTo>
                  <a:pt x="176080" y="326551"/>
                </a:lnTo>
                <a:lnTo>
                  <a:pt x="176214" y="337085"/>
                </a:lnTo>
                <a:lnTo>
                  <a:pt x="176403" y="347618"/>
                </a:lnTo>
                <a:lnTo>
                  <a:pt x="176646" y="358152"/>
                </a:lnTo>
                <a:lnTo>
                  <a:pt x="176941" y="368686"/>
                </a:lnTo>
                <a:lnTo>
                  <a:pt x="177282" y="379220"/>
                </a:lnTo>
                <a:lnTo>
                  <a:pt x="177663" y="389754"/>
                </a:lnTo>
                <a:lnTo>
                  <a:pt x="178075" y="400288"/>
                </a:lnTo>
                <a:lnTo>
                  <a:pt x="178512" y="410822"/>
                </a:lnTo>
                <a:lnTo>
                  <a:pt x="178968" y="421356"/>
                </a:lnTo>
                <a:lnTo>
                  <a:pt x="179439" y="431890"/>
                </a:lnTo>
                <a:lnTo>
                  <a:pt x="179924" y="442423"/>
                </a:lnTo>
                <a:lnTo>
                  <a:pt x="180421" y="452957"/>
                </a:lnTo>
                <a:lnTo>
                  <a:pt x="180928" y="463491"/>
                </a:lnTo>
                <a:lnTo>
                  <a:pt x="181439" y="474025"/>
                </a:lnTo>
                <a:lnTo>
                  <a:pt x="181946" y="484559"/>
                </a:lnTo>
                <a:lnTo>
                  <a:pt x="182435" y="495093"/>
                </a:lnTo>
                <a:lnTo>
                  <a:pt x="182888" y="505627"/>
                </a:lnTo>
                <a:lnTo>
                  <a:pt x="183282" y="516161"/>
                </a:lnTo>
                <a:lnTo>
                  <a:pt x="183592" y="526695"/>
                </a:lnTo>
                <a:lnTo>
                  <a:pt x="183795" y="537228"/>
                </a:lnTo>
                <a:lnTo>
                  <a:pt x="183868" y="547762"/>
                </a:lnTo>
                <a:lnTo>
                  <a:pt x="183800" y="558296"/>
                </a:lnTo>
                <a:lnTo>
                  <a:pt x="183582" y="568830"/>
                </a:lnTo>
                <a:lnTo>
                  <a:pt x="183221" y="579364"/>
                </a:lnTo>
                <a:lnTo>
                  <a:pt x="182728" y="589898"/>
                </a:lnTo>
                <a:lnTo>
                  <a:pt x="182127" y="600432"/>
                </a:lnTo>
                <a:lnTo>
                  <a:pt x="181447" y="610966"/>
                </a:lnTo>
                <a:lnTo>
                  <a:pt x="180721" y="621500"/>
                </a:lnTo>
                <a:lnTo>
                  <a:pt x="179984" y="632034"/>
                </a:lnTo>
                <a:lnTo>
                  <a:pt x="179268" y="642567"/>
                </a:lnTo>
                <a:lnTo>
                  <a:pt x="178606" y="653101"/>
                </a:lnTo>
                <a:lnTo>
                  <a:pt x="178024" y="663635"/>
                </a:lnTo>
                <a:lnTo>
                  <a:pt x="177548" y="674169"/>
                </a:lnTo>
                <a:lnTo>
                  <a:pt x="177195" y="684703"/>
                </a:lnTo>
                <a:lnTo>
                  <a:pt x="176983" y="695237"/>
                </a:lnTo>
                <a:lnTo>
                  <a:pt x="176923" y="705771"/>
                </a:lnTo>
                <a:lnTo>
                  <a:pt x="177023" y="716305"/>
                </a:lnTo>
                <a:lnTo>
                  <a:pt x="177286" y="726839"/>
                </a:lnTo>
                <a:lnTo>
                  <a:pt x="177706" y="737372"/>
                </a:lnTo>
                <a:lnTo>
                  <a:pt x="178271" y="747906"/>
                </a:lnTo>
                <a:lnTo>
                  <a:pt x="178959" y="758440"/>
                </a:lnTo>
                <a:lnTo>
                  <a:pt x="179737" y="768974"/>
                </a:lnTo>
                <a:lnTo>
                  <a:pt x="180563" y="779508"/>
                </a:lnTo>
                <a:lnTo>
                  <a:pt x="181388" y="790042"/>
                </a:lnTo>
                <a:lnTo>
                  <a:pt x="182159" y="800576"/>
                </a:lnTo>
                <a:lnTo>
                  <a:pt x="182820" y="811110"/>
                </a:lnTo>
                <a:lnTo>
                  <a:pt x="183324" y="821644"/>
                </a:lnTo>
                <a:lnTo>
                  <a:pt x="183628" y="832177"/>
                </a:lnTo>
                <a:lnTo>
                  <a:pt x="183707" y="842711"/>
                </a:lnTo>
                <a:lnTo>
                  <a:pt x="183548" y="853245"/>
                </a:lnTo>
                <a:lnTo>
                  <a:pt x="183159" y="863779"/>
                </a:lnTo>
                <a:lnTo>
                  <a:pt x="182560" y="874313"/>
                </a:lnTo>
                <a:lnTo>
                  <a:pt x="181788" y="884847"/>
                </a:lnTo>
                <a:lnTo>
                  <a:pt x="180888" y="895381"/>
                </a:lnTo>
                <a:lnTo>
                  <a:pt x="179912" y="905915"/>
                </a:lnTo>
                <a:lnTo>
                  <a:pt x="178910" y="916449"/>
                </a:lnTo>
                <a:lnTo>
                  <a:pt x="177931" y="926982"/>
                </a:lnTo>
                <a:lnTo>
                  <a:pt x="177018" y="937516"/>
                </a:lnTo>
                <a:lnTo>
                  <a:pt x="176202" y="948050"/>
                </a:lnTo>
                <a:lnTo>
                  <a:pt x="175506" y="958584"/>
                </a:lnTo>
                <a:lnTo>
                  <a:pt x="174947" y="969118"/>
                </a:lnTo>
                <a:lnTo>
                  <a:pt x="174528" y="979652"/>
                </a:lnTo>
                <a:lnTo>
                  <a:pt x="174249" y="990186"/>
                </a:lnTo>
                <a:lnTo>
                  <a:pt x="174104" y="1000720"/>
                </a:lnTo>
                <a:lnTo>
                  <a:pt x="174081" y="1011254"/>
                </a:lnTo>
                <a:lnTo>
                  <a:pt x="174169" y="1021788"/>
                </a:lnTo>
                <a:lnTo>
                  <a:pt x="174352" y="1032321"/>
                </a:lnTo>
                <a:lnTo>
                  <a:pt x="174612" y="1042855"/>
                </a:lnTo>
                <a:lnTo>
                  <a:pt x="174933" y="1053389"/>
                </a:lnTo>
                <a:lnTo>
                  <a:pt x="175296" y="1063923"/>
                </a:lnTo>
                <a:lnTo>
                  <a:pt x="175685" y="1074457"/>
                </a:lnTo>
                <a:lnTo>
                  <a:pt x="176082" y="1084991"/>
                </a:lnTo>
                <a:lnTo>
                  <a:pt x="176473" y="1095525"/>
                </a:lnTo>
                <a:lnTo>
                  <a:pt x="176846" y="1106059"/>
                </a:lnTo>
                <a:lnTo>
                  <a:pt x="177193" y="1116593"/>
                </a:lnTo>
                <a:lnTo>
                  <a:pt x="177509" y="1127126"/>
                </a:lnTo>
                <a:lnTo>
                  <a:pt x="177792" y="1137660"/>
                </a:lnTo>
                <a:lnTo>
                  <a:pt x="178045" y="1148194"/>
                </a:lnTo>
                <a:lnTo>
                  <a:pt x="178271" y="1158728"/>
                </a:lnTo>
                <a:lnTo>
                  <a:pt x="178475" y="1169262"/>
                </a:lnTo>
                <a:lnTo>
                  <a:pt x="178659" y="1179796"/>
                </a:lnTo>
                <a:lnTo>
                  <a:pt x="178826" y="1190330"/>
                </a:lnTo>
                <a:lnTo>
                  <a:pt x="178977" y="1200864"/>
                </a:lnTo>
                <a:lnTo>
                  <a:pt x="179107" y="1211398"/>
                </a:lnTo>
                <a:lnTo>
                  <a:pt x="179213" y="1221931"/>
                </a:lnTo>
                <a:lnTo>
                  <a:pt x="179290" y="1232465"/>
                </a:lnTo>
                <a:lnTo>
                  <a:pt x="179333" y="1242999"/>
                </a:lnTo>
                <a:lnTo>
                  <a:pt x="179336" y="1253533"/>
                </a:lnTo>
                <a:lnTo>
                  <a:pt x="179299" y="1264067"/>
                </a:lnTo>
                <a:lnTo>
                  <a:pt x="179221" y="1274601"/>
                </a:lnTo>
                <a:lnTo>
                  <a:pt x="179105" y="1285135"/>
                </a:lnTo>
                <a:lnTo>
                  <a:pt x="178958" y="1295669"/>
                </a:lnTo>
                <a:lnTo>
                  <a:pt x="178787" y="1306203"/>
                </a:lnTo>
                <a:lnTo>
                  <a:pt x="178598" y="1316736"/>
                </a:lnTo>
                <a:lnTo>
                  <a:pt x="178399" y="1327270"/>
                </a:lnTo>
                <a:lnTo>
                  <a:pt x="178198" y="1337804"/>
                </a:lnTo>
                <a:lnTo>
                  <a:pt x="178000" y="1348338"/>
                </a:lnTo>
                <a:lnTo>
                  <a:pt x="177810" y="1358872"/>
                </a:lnTo>
                <a:lnTo>
                  <a:pt x="177631" y="1369406"/>
                </a:lnTo>
                <a:lnTo>
                  <a:pt x="177466" y="1379940"/>
                </a:lnTo>
                <a:lnTo>
                  <a:pt x="177319" y="1390474"/>
                </a:lnTo>
                <a:lnTo>
                  <a:pt x="177193" y="1401008"/>
                </a:lnTo>
                <a:lnTo>
                  <a:pt x="177093" y="1411542"/>
                </a:lnTo>
                <a:lnTo>
                  <a:pt x="177026" y="1422075"/>
                </a:lnTo>
                <a:lnTo>
                  <a:pt x="177001" y="1432609"/>
                </a:lnTo>
                <a:lnTo>
                  <a:pt x="177031" y="1443143"/>
                </a:lnTo>
                <a:lnTo>
                  <a:pt x="177133" y="1453677"/>
                </a:lnTo>
                <a:lnTo>
                  <a:pt x="177331" y="1464211"/>
                </a:lnTo>
                <a:lnTo>
                  <a:pt x="177657" y="1474745"/>
                </a:lnTo>
                <a:lnTo>
                  <a:pt x="178154" y="1485279"/>
                </a:lnTo>
                <a:lnTo>
                  <a:pt x="178877" y="1495813"/>
                </a:lnTo>
                <a:lnTo>
                  <a:pt x="179894" y="1506347"/>
                </a:lnTo>
                <a:lnTo>
                  <a:pt x="181287" y="1516880"/>
                </a:lnTo>
                <a:lnTo>
                  <a:pt x="183146" y="1527414"/>
                </a:lnTo>
                <a:lnTo>
                  <a:pt x="185566" y="1537948"/>
                </a:lnTo>
                <a:lnTo>
                  <a:pt x="188639" y="1548482"/>
                </a:lnTo>
                <a:lnTo>
                  <a:pt x="192437" y="1559016"/>
                </a:lnTo>
                <a:lnTo>
                  <a:pt x="197003" y="1569550"/>
                </a:lnTo>
                <a:lnTo>
                  <a:pt x="202336" y="1580084"/>
                </a:lnTo>
                <a:lnTo>
                  <a:pt x="208371" y="1590618"/>
                </a:lnTo>
                <a:lnTo>
                  <a:pt x="214979" y="1601152"/>
                </a:lnTo>
                <a:lnTo>
                  <a:pt x="221957" y="1611685"/>
                </a:lnTo>
                <a:lnTo>
                  <a:pt x="229034" y="1622219"/>
                </a:lnTo>
                <a:lnTo>
                  <a:pt x="235886" y="1632753"/>
                </a:lnTo>
                <a:lnTo>
                  <a:pt x="242158" y="1643287"/>
                </a:lnTo>
                <a:lnTo>
                  <a:pt x="247496" y="1653821"/>
                </a:lnTo>
                <a:lnTo>
                  <a:pt x="251574" y="1664355"/>
                </a:lnTo>
                <a:lnTo>
                  <a:pt x="254134" y="1674889"/>
                </a:lnTo>
                <a:lnTo>
                  <a:pt x="255006" y="1685423"/>
                </a:lnTo>
                <a:lnTo>
                  <a:pt x="255006" y="1685423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8000"/>
            </a:srgbClr>
          </a:solidFill>
          <a:ln xmlns:a="http://schemas.openxmlformats.org/drawingml/2006/main"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137" name="data_3824">
            <a:extLst xmlns:a="http://schemas.openxmlformats.org/drawingml/2006/main">
              <a:ext uri="{FF2B5EF4-FFF2-40B4-BE49-F238E27FC236}">
                <a16:creationId xmlns:a16="http://schemas.microsoft.com/office/drawing/2014/main" id="{1C902B17-2147-4595-907D-746F26491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5997" y="2311878"/>
            <a:ext cx="344714" cy="1685423"/>
          </a:xfrm>
          <a:custGeom xmlns:a="http://schemas.openxmlformats.org/drawingml/2006/main">
            <a:pathLst>
              <a:path w="344714" h="1685423">
                <a:moveTo>
                  <a:pt x="220870" y="1685423"/>
                </a:moveTo>
                <a:lnTo>
                  <a:pt x="123844" y="1685423"/>
                </a:lnTo>
                <a:lnTo>
                  <a:pt x="124303" y="1674889"/>
                </a:lnTo>
                <a:lnTo>
                  <a:pt x="125648" y="1664355"/>
                </a:lnTo>
                <a:lnTo>
                  <a:pt x="127794" y="1653821"/>
                </a:lnTo>
                <a:lnTo>
                  <a:pt x="130604" y="1643287"/>
                </a:lnTo>
                <a:lnTo>
                  <a:pt x="133909" y="1632753"/>
                </a:lnTo>
                <a:lnTo>
                  <a:pt x="137525" y="1622219"/>
                </a:lnTo>
                <a:lnTo>
                  <a:pt x="141264" y="1611685"/>
                </a:lnTo>
                <a:lnTo>
                  <a:pt x="144957" y="1601152"/>
                </a:lnTo>
                <a:lnTo>
                  <a:pt x="148459" y="1590618"/>
                </a:lnTo>
                <a:lnTo>
                  <a:pt x="151662" y="1580084"/>
                </a:lnTo>
                <a:lnTo>
                  <a:pt x="154495" y="1569550"/>
                </a:lnTo>
                <a:lnTo>
                  <a:pt x="156924" y="1559016"/>
                </a:lnTo>
                <a:lnTo>
                  <a:pt x="158947" y="1548482"/>
                </a:lnTo>
                <a:lnTo>
                  <a:pt x="160587" y="1537948"/>
                </a:lnTo>
                <a:lnTo>
                  <a:pt x="161887" y="1527414"/>
                </a:lnTo>
                <a:lnTo>
                  <a:pt x="162898" y="1516880"/>
                </a:lnTo>
                <a:lnTo>
                  <a:pt x="163677" y="1506347"/>
                </a:lnTo>
                <a:lnTo>
                  <a:pt x="164278" y="1495813"/>
                </a:lnTo>
                <a:lnTo>
                  <a:pt x="164752" y="1485279"/>
                </a:lnTo>
                <a:lnTo>
                  <a:pt x="165139" y="1474745"/>
                </a:lnTo>
                <a:lnTo>
                  <a:pt x="165473" y="1464211"/>
                </a:lnTo>
                <a:lnTo>
                  <a:pt x="165776" y="1453677"/>
                </a:lnTo>
                <a:lnTo>
                  <a:pt x="166062" y="1443143"/>
                </a:lnTo>
                <a:lnTo>
                  <a:pt x="166337" y="1432609"/>
                </a:lnTo>
                <a:lnTo>
                  <a:pt x="166600" y="1422075"/>
                </a:lnTo>
                <a:lnTo>
                  <a:pt x="166845" y="1411542"/>
                </a:lnTo>
                <a:lnTo>
                  <a:pt x="167064" y="1401008"/>
                </a:lnTo>
                <a:lnTo>
                  <a:pt x="167249" y="1390474"/>
                </a:lnTo>
                <a:lnTo>
                  <a:pt x="167389" y="1379940"/>
                </a:lnTo>
                <a:lnTo>
                  <a:pt x="167481" y="1369406"/>
                </a:lnTo>
                <a:lnTo>
                  <a:pt x="167521" y="1358872"/>
                </a:lnTo>
                <a:lnTo>
                  <a:pt x="167513" y="1348338"/>
                </a:lnTo>
                <a:lnTo>
                  <a:pt x="167466" y="1337804"/>
                </a:lnTo>
                <a:lnTo>
                  <a:pt x="167391" y="1327270"/>
                </a:lnTo>
                <a:lnTo>
                  <a:pt x="167304" y="1316736"/>
                </a:lnTo>
                <a:lnTo>
                  <a:pt x="167223" y="1306203"/>
                </a:lnTo>
                <a:lnTo>
                  <a:pt x="167165" y="1295669"/>
                </a:lnTo>
                <a:lnTo>
                  <a:pt x="167146" y="1285135"/>
                </a:lnTo>
                <a:lnTo>
                  <a:pt x="167176" y="1274601"/>
                </a:lnTo>
                <a:lnTo>
                  <a:pt x="167263" y="1264067"/>
                </a:lnTo>
                <a:lnTo>
                  <a:pt x="167405" y="1253533"/>
                </a:lnTo>
                <a:lnTo>
                  <a:pt x="167598" y="1242999"/>
                </a:lnTo>
                <a:lnTo>
                  <a:pt x="167833" y="1232465"/>
                </a:lnTo>
                <a:lnTo>
                  <a:pt x="168094" y="1221931"/>
                </a:lnTo>
                <a:lnTo>
                  <a:pt x="168369" y="1211398"/>
                </a:lnTo>
                <a:lnTo>
                  <a:pt x="168640" y="1200864"/>
                </a:lnTo>
                <a:lnTo>
                  <a:pt x="168896" y="1190330"/>
                </a:lnTo>
                <a:lnTo>
                  <a:pt x="169127" y="1179796"/>
                </a:lnTo>
                <a:lnTo>
                  <a:pt x="169324" y="1169262"/>
                </a:lnTo>
                <a:lnTo>
                  <a:pt x="169487" y="1158728"/>
                </a:lnTo>
                <a:lnTo>
                  <a:pt x="169613" y="1148194"/>
                </a:lnTo>
                <a:lnTo>
                  <a:pt x="169707" y="1137660"/>
                </a:lnTo>
                <a:lnTo>
                  <a:pt x="169770" y="1127126"/>
                </a:lnTo>
                <a:lnTo>
                  <a:pt x="169809" y="1116593"/>
                </a:lnTo>
                <a:lnTo>
                  <a:pt x="169826" y="1106059"/>
                </a:lnTo>
                <a:lnTo>
                  <a:pt x="169825" y="1095525"/>
                </a:lnTo>
                <a:lnTo>
                  <a:pt x="169808" y="1084991"/>
                </a:lnTo>
                <a:lnTo>
                  <a:pt x="169777" y="1074457"/>
                </a:lnTo>
                <a:lnTo>
                  <a:pt x="169733" y="1063923"/>
                </a:lnTo>
                <a:lnTo>
                  <a:pt x="169675" y="1053389"/>
                </a:lnTo>
                <a:lnTo>
                  <a:pt x="169603" y="1042855"/>
                </a:lnTo>
                <a:lnTo>
                  <a:pt x="169517" y="1032321"/>
                </a:lnTo>
                <a:lnTo>
                  <a:pt x="169415" y="1021788"/>
                </a:lnTo>
                <a:lnTo>
                  <a:pt x="169298" y="1011254"/>
                </a:lnTo>
                <a:lnTo>
                  <a:pt x="169163" y="1000720"/>
                </a:lnTo>
                <a:lnTo>
                  <a:pt x="169009" y="990186"/>
                </a:lnTo>
                <a:lnTo>
                  <a:pt x="168835" y="979652"/>
                </a:lnTo>
                <a:lnTo>
                  <a:pt x="168639" y="969118"/>
                </a:lnTo>
                <a:lnTo>
                  <a:pt x="168423" y="958584"/>
                </a:lnTo>
                <a:lnTo>
                  <a:pt x="168187" y="948050"/>
                </a:lnTo>
                <a:lnTo>
                  <a:pt x="167937" y="937516"/>
                </a:lnTo>
                <a:lnTo>
                  <a:pt x="167678" y="926982"/>
                </a:lnTo>
                <a:lnTo>
                  <a:pt x="167419" y="916449"/>
                </a:lnTo>
                <a:lnTo>
                  <a:pt x="167174" y="905915"/>
                </a:lnTo>
                <a:lnTo>
                  <a:pt x="166956" y="895381"/>
                </a:lnTo>
                <a:lnTo>
                  <a:pt x="166780" y="884847"/>
                </a:lnTo>
                <a:lnTo>
                  <a:pt x="166661" y="874313"/>
                </a:lnTo>
                <a:lnTo>
                  <a:pt x="166611" y="863779"/>
                </a:lnTo>
                <a:lnTo>
                  <a:pt x="166638" y="853245"/>
                </a:lnTo>
                <a:lnTo>
                  <a:pt x="166747" y="842711"/>
                </a:lnTo>
                <a:lnTo>
                  <a:pt x="166936" y="832177"/>
                </a:lnTo>
                <a:lnTo>
                  <a:pt x="167198" y="821644"/>
                </a:lnTo>
                <a:lnTo>
                  <a:pt x="167519" y="811110"/>
                </a:lnTo>
                <a:lnTo>
                  <a:pt x="167881" y="800576"/>
                </a:lnTo>
                <a:lnTo>
                  <a:pt x="168263" y="790042"/>
                </a:lnTo>
                <a:lnTo>
                  <a:pt x="168644" y="779508"/>
                </a:lnTo>
                <a:lnTo>
                  <a:pt x="169000" y="768974"/>
                </a:lnTo>
                <a:lnTo>
                  <a:pt x="169313" y="758440"/>
                </a:lnTo>
                <a:lnTo>
                  <a:pt x="169566" y="747906"/>
                </a:lnTo>
                <a:lnTo>
                  <a:pt x="169747" y="737372"/>
                </a:lnTo>
                <a:lnTo>
                  <a:pt x="169849" y="726839"/>
                </a:lnTo>
                <a:lnTo>
                  <a:pt x="169868" y="716305"/>
                </a:lnTo>
                <a:lnTo>
                  <a:pt x="169807" y="705771"/>
                </a:lnTo>
                <a:lnTo>
                  <a:pt x="169670" y="695237"/>
                </a:lnTo>
                <a:lnTo>
                  <a:pt x="169463" y="684703"/>
                </a:lnTo>
                <a:lnTo>
                  <a:pt x="169195" y="674169"/>
                </a:lnTo>
                <a:lnTo>
                  <a:pt x="168878" y="663635"/>
                </a:lnTo>
                <a:lnTo>
                  <a:pt x="168523" y="653101"/>
                </a:lnTo>
                <a:lnTo>
                  <a:pt x="168142" y="642567"/>
                </a:lnTo>
                <a:lnTo>
                  <a:pt x="167749" y="632034"/>
                </a:lnTo>
                <a:lnTo>
                  <a:pt x="167357" y="621500"/>
                </a:lnTo>
                <a:lnTo>
                  <a:pt x="166980" y="610966"/>
                </a:lnTo>
                <a:lnTo>
                  <a:pt x="166629" y="600432"/>
                </a:lnTo>
                <a:lnTo>
                  <a:pt x="166318" y="589898"/>
                </a:lnTo>
                <a:lnTo>
                  <a:pt x="166054" y="579364"/>
                </a:lnTo>
                <a:lnTo>
                  <a:pt x="165844" y="568830"/>
                </a:lnTo>
                <a:lnTo>
                  <a:pt x="165692" y="558296"/>
                </a:lnTo>
                <a:lnTo>
                  <a:pt x="165595" y="547762"/>
                </a:lnTo>
                <a:lnTo>
                  <a:pt x="165551" y="537228"/>
                </a:lnTo>
                <a:lnTo>
                  <a:pt x="165551" y="526695"/>
                </a:lnTo>
                <a:lnTo>
                  <a:pt x="165589" y="516161"/>
                </a:lnTo>
                <a:lnTo>
                  <a:pt x="165655" y="505627"/>
                </a:lnTo>
                <a:lnTo>
                  <a:pt x="165741" y="495093"/>
                </a:lnTo>
                <a:lnTo>
                  <a:pt x="165841" y="484559"/>
                </a:lnTo>
                <a:lnTo>
                  <a:pt x="165952" y="474025"/>
                </a:lnTo>
                <a:lnTo>
                  <a:pt x="166072" y="463491"/>
                </a:lnTo>
                <a:lnTo>
                  <a:pt x="166203" y="452957"/>
                </a:lnTo>
                <a:lnTo>
                  <a:pt x="166346" y="442423"/>
                </a:lnTo>
                <a:lnTo>
                  <a:pt x="166506" y="431890"/>
                </a:lnTo>
                <a:lnTo>
                  <a:pt x="166686" y="421356"/>
                </a:lnTo>
                <a:lnTo>
                  <a:pt x="166887" y="410822"/>
                </a:lnTo>
                <a:lnTo>
                  <a:pt x="167110" y="400288"/>
                </a:lnTo>
                <a:lnTo>
                  <a:pt x="167353" y="389754"/>
                </a:lnTo>
                <a:lnTo>
                  <a:pt x="167613" y="379220"/>
                </a:lnTo>
                <a:lnTo>
                  <a:pt x="167886" y="368686"/>
                </a:lnTo>
                <a:lnTo>
                  <a:pt x="168164" y="358152"/>
                </a:lnTo>
                <a:lnTo>
                  <a:pt x="168440" y="347618"/>
                </a:lnTo>
                <a:lnTo>
                  <a:pt x="168708" y="337085"/>
                </a:lnTo>
                <a:lnTo>
                  <a:pt x="168960" y="326551"/>
                </a:lnTo>
                <a:lnTo>
                  <a:pt x="169190" y="316017"/>
                </a:lnTo>
                <a:lnTo>
                  <a:pt x="169392" y="305483"/>
                </a:lnTo>
                <a:lnTo>
                  <a:pt x="169562" y="294949"/>
                </a:lnTo>
                <a:lnTo>
                  <a:pt x="169694" y="284415"/>
                </a:lnTo>
                <a:lnTo>
                  <a:pt x="169784" y="273881"/>
                </a:lnTo>
                <a:lnTo>
                  <a:pt x="169822" y="263347"/>
                </a:lnTo>
                <a:lnTo>
                  <a:pt x="169796" y="252813"/>
                </a:lnTo>
                <a:lnTo>
                  <a:pt x="169685" y="242280"/>
                </a:lnTo>
                <a:lnTo>
                  <a:pt x="169454" y="231746"/>
                </a:lnTo>
                <a:lnTo>
                  <a:pt x="169051" y="221212"/>
                </a:lnTo>
                <a:lnTo>
                  <a:pt x="168404" y="210678"/>
                </a:lnTo>
                <a:lnTo>
                  <a:pt x="167411" y="200144"/>
                </a:lnTo>
                <a:lnTo>
                  <a:pt x="165942" y="189610"/>
                </a:lnTo>
                <a:lnTo>
                  <a:pt x="163835" y="179076"/>
                </a:lnTo>
                <a:lnTo>
                  <a:pt x="160900" y="168542"/>
                </a:lnTo>
                <a:lnTo>
                  <a:pt x="156927" y="158008"/>
                </a:lnTo>
                <a:lnTo>
                  <a:pt x="151701" y="147474"/>
                </a:lnTo>
                <a:lnTo>
                  <a:pt x="145021" y="136941"/>
                </a:lnTo>
                <a:lnTo>
                  <a:pt x="136727" y="126407"/>
                </a:lnTo>
                <a:lnTo>
                  <a:pt x="126732" y="115873"/>
                </a:lnTo>
                <a:lnTo>
                  <a:pt x="115050" y="105339"/>
                </a:lnTo>
                <a:lnTo>
                  <a:pt x="101827" y="94805"/>
                </a:lnTo>
                <a:lnTo>
                  <a:pt x="87357" y="84271"/>
                </a:lnTo>
                <a:lnTo>
                  <a:pt x="72092" y="73737"/>
                </a:lnTo>
                <a:lnTo>
                  <a:pt x="56626" y="63203"/>
                </a:lnTo>
                <a:lnTo>
                  <a:pt x="41667" y="52669"/>
                </a:lnTo>
                <a:lnTo>
                  <a:pt x="27986" y="42136"/>
                </a:lnTo>
                <a:lnTo>
                  <a:pt x="16353" y="31602"/>
                </a:lnTo>
                <a:lnTo>
                  <a:pt x="7471" y="21068"/>
                </a:lnTo>
                <a:lnTo>
                  <a:pt x="1899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15" y="10534"/>
                </a:lnTo>
                <a:lnTo>
                  <a:pt x="337243" y="21068"/>
                </a:lnTo>
                <a:lnTo>
                  <a:pt x="328361" y="31602"/>
                </a:lnTo>
                <a:lnTo>
                  <a:pt x="316729" y="42136"/>
                </a:lnTo>
                <a:lnTo>
                  <a:pt x="303047" y="52669"/>
                </a:lnTo>
                <a:lnTo>
                  <a:pt x="288088" y="63203"/>
                </a:lnTo>
                <a:lnTo>
                  <a:pt x="272622" y="73737"/>
                </a:lnTo>
                <a:lnTo>
                  <a:pt x="257357" y="84271"/>
                </a:lnTo>
                <a:lnTo>
                  <a:pt x="242888" y="94805"/>
                </a:lnTo>
                <a:lnTo>
                  <a:pt x="229664" y="105339"/>
                </a:lnTo>
                <a:lnTo>
                  <a:pt x="217982" y="115873"/>
                </a:lnTo>
                <a:lnTo>
                  <a:pt x="207987" y="126407"/>
                </a:lnTo>
                <a:lnTo>
                  <a:pt x="199693" y="136941"/>
                </a:lnTo>
                <a:lnTo>
                  <a:pt x="193013" y="147474"/>
                </a:lnTo>
                <a:lnTo>
                  <a:pt x="187787" y="158008"/>
                </a:lnTo>
                <a:lnTo>
                  <a:pt x="183814" y="168542"/>
                </a:lnTo>
                <a:lnTo>
                  <a:pt x="180879" y="179076"/>
                </a:lnTo>
                <a:lnTo>
                  <a:pt x="178772" y="189610"/>
                </a:lnTo>
                <a:lnTo>
                  <a:pt x="177303" y="200144"/>
                </a:lnTo>
                <a:lnTo>
                  <a:pt x="176310" y="210678"/>
                </a:lnTo>
                <a:lnTo>
                  <a:pt x="175663" y="221212"/>
                </a:lnTo>
                <a:lnTo>
                  <a:pt x="175261" y="231746"/>
                </a:lnTo>
                <a:lnTo>
                  <a:pt x="175029" y="242280"/>
                </a:lnTo>
                <a:lnTo>
                  <a:pt x="174918" y="252813"/>
                </a:lnTo>
                <a:lnTo>
                  <a:pt x="174892" y="263347"/>
                </a:lnTo>
                <a:lnTo>
                  <a:pt x="174931" y="273881"/>
                </a:lnTo>
                <a:lnTo>
                  <a:pt x="175020" y="284415"/>
                </a:lnTo>
                <a:lnTo>
                  <a:pt x="175153" y="294949"/>
                </a:lnTo>
                <a:lnTo>
                  <a:pt x="175322" y="305483"/>
                </a:lnTo>
                <a:lnTo>
                  <a:pt x="175524" y="316017"/>
                </a:lnTo>
                <a:lnTo>
                  <a:pt x="175754" y="326551"/>
                </a:lnTo>
                <a:lnTo>
                  <a:pt x="176006" y="337085"/>
                </a:lnTo>
                <a:lnTo>
                  <a:pt x="176274" y="347618"/>
                </a:lnTo>
                <a:lnTo>
                  <a:pt x="176551" y="358152"/>
                </a:lnTo>
                <a:lnTo>
                  <a:pt x="176829" y="368686"/>
                </a:lnTo>
                <a:lnTo>
                  <a:pt x="177101" y="379220"/>
                </a:lnTo>
                <a:lnTo>
                  <a:pt x="177361" y="389754"/>
                </a:lnTo>
                <a:lnTo>
                  <a:pt x="177605" y="400288"/>
                </a:lnTo>
                <a:lnTo>
                  <a:pt x="177827" y="410822"/>
                </a:lnTo>
                <a:lnTo>
                  <a:pt x="178028" y="421356"/>
                </a:lnTo>
                <a:lnTo>
                  <a:pt x="178208" y="431890"/>
                </a:lnTo>
                <a:lnTo>
                  <a:pt x="178368" y="442423"/>
                </a:lnTo>
                <a:lnTo>
                  <a:pt x="178511" y="452957"/>
                </a:lnTo>
                <a:lnTo>
                  <a:pt x="178642" y="463491"/>
                </a:lnTo>
                <a:lnTo>
                  <a:pt x="178762" y="474025"/>
                </a:lnTo>
                <a:lnTo>
                  <a:pt x="178873" y="484559"/>
                </a:lnTo>
                <a:lnTo>
                  <a:pt x="178974" y="495093"/>
                </a:lnTo>
                <a:lnTo>
                  <a:pt x="179060" y="505627"/>
                </a:lnTo>
                <a:lnTo>
                  <a:pt x="179125" y="516161"/>
                </a:lnTo>
                <a:lnTo>
                  <a:pt x="179163" y="526695"/>
                </a:lnTo>
                <a:lnTo>
                  <a:pt x="179164" y="537228"/>
                </a:lnTo>
                <a:lnTo>
                  <a:pt x="179119" y="547762"/>
                </a:lnTo>
                <a:lnTo>
                  <a:pt x="179023" y="558296"/>
                </a:lnTo>
                <a:lnTo>
                  <a:pt x="178870" y="568830"/>
                </a:lnTo>
                <a:lnTo>
                  <a:pt x="178660" y="579364"/>
                </a:lnTo>
                <a:lnTo>
                  <a:pt x="178397" y="589898"/>
                </a:lnTo>
                <a:lnTo>
                  <a:pt x="178085" y="600432"/>
                </a:lnTo>
                <a:lnTo>
                  <a:pt x="177735" y="610966"/>
                </a:lnTo>
                <a:lnTo>
                  <a:pt x="177357" y="621500"/>
                </a:lnTo>
                <a:lnTo>
                  <a:pt x="176965" y="632034"/>
                </a:lnTo>
                <a:lnTo>
                  <a:pt x="176572" y="642567"/>
                </a:lnTo>
                <a:lnTo>
                  <a:pt x="176191" y="653101"/>
                </a:lnTo>
                <a:lnTo>
                  <a:pt x="175836" y="663635"/>
                </a:lnTo>
                <a:lnTo>
                  <a:pt x="175519" y="674169"/>
                </a:lnTo>
                <a:lnTo>
                  <a:pt x="175252" y="684703"/>
                </a:lnTo>
                <a:lnTo>
                  <a:pt x="175045" y="695237"/>
                </a:lnTo>
                <a:lnTo>
                  <a:pt x="174907" y="705771"/>
                </a:lnTo>
                <a:lnTo>
                  <a:pt x="174846" y="716305"/>
                </a:lnTo>
                <a:lnTo>
                  <a:pt x="174866" y="726839"/>
                </a:lnTo>
                <a:lnTo>
                  <a:pt x="174968" y="737372"/>
                </a:lnTo>
                <a:lnTo>
                  <a:pt x="175149" y="747906"/>
                </a:lnTo>
                <a:lnTo>
                  <a:pt x="175402" y="758440"/>
                </a:lnTo>
                <a:lnTo>
                  <a:pt x="175714" y="768974"/>
                </a:lnTo>
                <a:lnTo>
                  <a:pt x="176071" y="779508"/>
                </a:lnTo>
                <a:lnTo>
                  <a:pt x="176451" y="790042"/>
                </a:lnTo>
                <a:lnTo>
                  <a:pt x="176833" y="800576"/>
                </a:lnTo>
                <a:lnTo>
                  <a:pt x="177195" y="811110"/>
                </a:lnTo>
                <a:lnTo>
                  <a:pt x="177516" y="821644"/>
                </a:lnTo>
                <a:lnTo>
                  <a:pt x="177778" y="832177"/>
                </a:lnTo>
                <a:lnTo>
                  <a:pt x="177967" y="842711"/>
                </a:lnTo>
                <a:lnTo>
                  <a:pt x="178076" y="853245"/>
                </a:lnTo>
                <a:lnTo>
                  <a:pt x="178104" y="863779"/>
                </a:lnTo>
                <a:lnTo>
                  <a:pt x="178053" y="874313"/>
                </a:lnTo>
                <a:lnTo>
                  <a:pt x="177934" y="884847"/>
                </a:lnTo>
                <a:lnTo>
                  <a:pt x="177758" y="895381"/>
                </a:lnTo>
                <a:lnTo>
                  <a:pt x="177540" y="905915"/>
                </a:lnTo>
                <a:lnTo>
                  <a:pt x="177295" y="916449"/>
                </a:lnTo>
                <a:lnTo>
                  <a:pt x="177037" y="926982"/>
                </a:lnTo>
                <a:lnTo>
                  <a:pt x="176778" y="937516"/>
                </a:lnTo>
                <a:lnTo>
                  <a:pt x="176527" y="948050"/>
                </a:lnTo>
                <a:lnTo>
                  <a:pt x="176291" y="958584"/>
                </a:lnTo>
                <a:lnTo>
                  <a:pt x="176075" y="969118"/>
                </a:lnTo>
                <a:lnTo>
                  <a:pt x="175880" y="979652"/>
                </a:lnTo>
                <a:lnTo>
                  <a:pt x="175705" y="990186"/>
                </a:lnTo>
                <a:lnTo>
                  <a:pt x="175551" y="1000720"/>
                </a:lnTo>
                <a:lnTo>
                  <a:pt x="175416" y="1011254"/>
                </a:lnTo>
                <a:lnTo>
                  <a:pt x="175299" y="1021788"/>
                </a:lnTo>
                <a:lnTo>
                  <a:pt x="175198" y="1032321"/>
                </a:lnTo>
                <a:lnTo>
                  <a:pt x="175111" y="1042855"/>
                </a:lnTo>
                <a:lnTo>
                  <a:pt x="175040" y="1053389"/>
                </a:lnTo>
                <a:lnTo>
                  <a:pt x="174981" y="1063923"/>
                </a:lnTo>
                <a:lnTo>
                  <a:pt x="174937" y="1074457"/>
                </a:lnTo>
                <a:lnTo>
                  <a:pt x="174906" y="1084991"/>
                </a:lnTo>
                <a:lnTo>
                  <a:pt x="174889" y="1095525"/>
                </a:lnTo>
                <a:lnTo>
                  <a:pt x="174888" y="1106059"/>
                </a:lnTo>
                <a:lnTo>
                  <a:pt x="174906" y="1116593"/>
                </a:lnTo>
                <a:lnTo>
                  <a:pt x="174944" y="1127126"/>
                </a:lnTo>
                <a:lnTo>
                  <a:pt x="175008" y="1137660"/>
                </a:lnTo>
                <a:lnTo>
                  <a:pt x="175101" y="1148194"/>
                </a:lnTo>
                <a:lnTo>
                  <a:pt x="175228" y="1158728"/>
                </a:lnTo>
                <a:lnTo>
                  <a:pt x="175390" y="1169262"/>
                </a:lnTo>
                <a:lnTo>
                  <a:pt x="175588" y="1179796"/>
                </a:lnTo>
                <a:lnTo>
                  <a:pt x="175818" y="1190330"/>
                </a:lnTo>
                <a:lnTo>
                  <a:pt x="176074" y="1200864"/>
                </a:lnTo>
                <a:lnTo>
                  <a:pt x="176346" y="1211398"/>
                </a:lnTo>
                <a:lnTo>
                  <a:pt x="176620" y="1221931"/>
                </a:lnTo>
                <a:lnTo>
                  <a:pt x="176882" y="1232465"/>
                </a:lnTo>
                <a:lnTo>
                  <a:pt x="177116" y="1242999"/>
                </a:lnTo>
                <a:lnTo>
                  <a:pt x="177309" y="1253533"/>
                </a:lnTo>
                <a:lnTo>
                  <a:pt x="177452" y="1264067"/>
                </a:lnTo>
                <a:lnTo>
                  <a:pt x="177538" y="1274601"/>
                </a:lnTo>
                <a:lnTo>
                  <a:pt x="177568" y="1285135"/>
                </a:lnTo>
                <a:lnTo>
                  <a:pt x="177549" y="1295669"/>
                </a:lnTo>
                <a:lnTo>
                  <a:pt x="177491" y="1306203"/>
                </a:lnTo>
                <a:lnTo>
                  <a:pt x="177410" y="1316736"/>
                </a:lnTo>
                <a:lnTo>
                  <a:pt x="177324" y="1327270"/>
                </a:lnTo>
                <a:lnTo>
                  <a:pt x="177248" y="1337804"/>
                </a:lnTo>
                <a:lnTo>
                  <a:pt x="177201" y="1348338"/>
                </a:lnTo>
                <a:lnTo>
                  <a:pt x="177193" y="1358872"/>
                </a:lnTo>
                <a:lnTo>
                  <a:pt x="177234" y="1369406"/>
                </a:lnTo>
                <a:lnTo>
                  <a:pt x="177325" y="1379940"/>
                </a:lnTo>
                <a:lnTo>
                  <a:pt x="177466" y="1390474"/>
                </a:lnTo>
                <a:lnTo>
                  <a:pt x="177650" y="1401008"/>
                </a:lnTo>
                <a:lnTo>
                  <a:pt x="177869" y="1411542"/>
                </a:lnTo>
                <a:lnTo>
                  <a:pt x="178115" y="1422075"/>
                </a:lnTo>
                <a:lnTo>
                  <a:pt x="178377" y="1432609"/>
                </a:lnTo>
                <a:lnTo>
                  <a:pt x="178652" y="1443143"/>
                </a:lnTo>
                <a:lnTo>
                  <a:pt x="178938" y="1453677"/>
                </a:lnTo>
                <a:lnTo>
                  <a:pt x="179241" y="1464211"/>
                </a:lnTo>
                <a:lnTo>
                  <a:pt x="179575" y="1474745"/>
                </a:lnTo>
                <a:lnTo>
                  <a:pt x="179963" y="1485279"/>
                </a:lnTo>
                <a:lnTo>
                  <a:pt x="180436" y="1495813"/>
                </a:lnTo>
                <a:lnTo>
                  <a:pt x="181038" y="1506347"/>
                </a:lnTo>
                <a:lnTo>
                  <a:pt x="181816" y="1516880"/>
                </a:lnTo>
                <a:lnTo>
                  <a:pt x="182827" y="1527414"/>
                </a:lnTo>
                <a:lnTo>
                  <a:pt x="184127" y="1537948"/>
                </a:lnTo>
                <a:lnTo>
                  <a:pt x="185767" y="1548482"/>
                </a:lnTo>
                <a:lnTo>
                  <a:pt x="187790" y="1559016"/>
                </a:lnTo>
                <a:lnTo>
                  <a:pt x="190219" y="1569550"/>
                </a:lnTo>
                <a:lnTo>
                  <a:pt x="193053" y="1580084"/>
                </a:lnTo>
                <a:lnTo>
                  <a:pt x="196255" y="1590618"/>
                </a:lnTo>
                <a:lnTo>
                  <a:pt x="199757" y="1601152"/>
                </a:lnTo>
                <a:lnTo>
                  <a:pt x="203450" y="1611685"/>
                </a:lnTo>
                <a:lnTo>
                  <a:pt x="207189" y="1622219"/>
                </a:lnTo>
                <a:lnTo>
                  <a:pt x="210805" y="1632753"/>
                </a:lnTo>
                <a:lnTo>
                  <a:pt x="214111" y="1643287"/>
                </a:lnTo>
                <a:lnTo>
                  <a:pt x="216921" y="1653821"/>
                </a:lnTo>
                <a:lnTo>
                  <a:pt x="219066" y="1664355"/>
                </a:lnTo>
                <a:lnTo>
                  <a:pt x="220412" y="1674889"/>
                </a:lnTo>
                <a:lnTo>
                  <a:pt x="220870" y="1685423"/>
                </a:lnTo>
                <a:lnTo>
                  <a:pt x="220870" y="1685423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8000"/>
            </a:srgbClr>
          </a:solidFill>
          <a:ln xmlns:a="http://schemas.openxmlformats.org/drawingml/2006/main"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138" name="data_3825">
            <a:extLst xmlns:a="http://schemas.openxmlformats.org/drawingml/2006/main">
              <a:ext uri="{FF2B5EF4-FFF2-40B4-BE49-F238E27FC236}">
                <a16:creationId xmlns:a16="http://schemas.microsoft.com/office/drawing/2014/main" id="{D1843F50-4056-4422-AD23-DC6B069BD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9166" y="39698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9" name="data_3826">
            <a:extLst xmlns:a="http://schemas.openxmlformats.org/drawingml/2006/main">
              <a:ext uri="{FF2B5EF4-FFF2-40B4-BE49-F238E27FC236}">
                <a16:creationId xmlns:a16="http://schemas.microsoft.com/office/drawing/2014/main" id="{7E1BB655-BF80-44CE-8C12-DB46001E2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8900" y="39243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0" name="data_3827">
            <a:extLst xmlns:a="http://schemas.openxmlformats.org/drawingml/2006/main">
              <a:ext uri="{FF2B5EF4-FFF2-40B4-BE49-F238E27FC236}">
                <a16:creationId xmlns:a16="http://schemas.microsoft.com/office/drawing/2014/main" id="{7B1729D2-77D3-46C1-A2AA-31D1EF724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575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1" name="data_3828">
            <a:extLst xmlns:a="http://schemas.openxmlformats.org/drawingml/2006/main">
              <a:ext uri="{FF2B5EF4-FFF2-40B4-BE49-F238E27FC236}">
                <a16:creationId xmlns:a16="http://schemas.microsoft.com/office/drawing/2014/main" id="{1599F265-FD24-4828-AC91-B17651BF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0040" y="395856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2" name="data_3829">
            <a:extLst xmlns:a="http://schemas.openxmlformats.org/drawingml/2006/main">
              <a:ext uri="{FF2B5EF4-FFF2-40B4-BE49-F238E27FC236}">
                <a16:creationId xmlns:a16="http://schemas.microsoft.com/office/drawing/2014/main" id="{30965FED-D911-4889-9933-EB978247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5702" y="39700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3" name="data_3830">
            <a:extLst xmlns:a="http://schemas.openxmlformats.org/drawingml/2006/main">
              <a:ext uri="{FF2B5EF4-FFF2-40B4-BE49-F238E27FC236}">
                <a16:creationId xmlns:a16="http://schemas.microsoft.com/office/drawing/2014/main" id="{098623B5-A55F-4616-97C2-0A474F848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2822" y="30747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4" name="data_3831">
            <a:extLst xmlns:a="http://schemas.openxmlformats.org/drawingml/2006/main">
              <a:ext uri="{FF2B5EF4-FFF2-40B4-BE49-F238E27FC236}">
                <a16:creationId xmlns:a16="http://schemas.microsoft.com/office/drawing/2014/main" id="{0F1EA0C5-71C8-4FCE-9DBB-2C709F5F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063" y="375780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5" name="data_3832">
            <a:extLst xmlns:a="http://schemas.openxmlformats.org/drawingml/2006/main">
              <a:ext uri="{FF2B5EF4-FFF2-40B4-BE49-F238E27FC236}">
                <a16:creationId xmlns:a16="http://schemas.microsoft.com/office/drawing/2014/main" id="{242B83E0-A572-46FB-9E17-4DC90266E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151" y="39675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6" name="data_3833">
            <a:extLst xmlns:a="http://schemas.openxmlformats.org/drawingml/2006/main">
              <a:ext uri="{FF2B5EF4-FFF2-40B4-BE49-F238E27FC236}">
                <a16:creationId xmlns:a16="http://schemas.microsoft.com/office/drawing/2014/main" id="{EB882809-AC8D-4DA1-BD30-25D2B04D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216" y="3673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7" name="data_3834">
            <a:extLst xmlns:a="http://schemas.openxmlformats.org/drawingml/2006/main">
              <a:ext uri="{FF2B5EF4-FFF2-40B4-BE49-F238E27FC236}">
                <a16:creationId xmlns:a16="http://schemas.microsoft.com/office/drawing/2014/main" id="{835A1947-53ED-499D-99B7-79E8EA2FB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7793" y="395985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8" name="data_3835">
            <a:extLst xmlns:a="http://schemas.openxmlformats.org/drawingml/2006/main">
              <a:ext uri="{FF2B5EF4-FFF2-40B4-BE49-F238E27FC236}">
                <a16:creationId xmlns:a16="http://schemas.microsoft.com/office/drawing/2014/main" id="{4E098218-189E-46BB-A891-57C1EA396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9748" y="381102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9" name="data_3836">
            <a:extLst xmlns:a="http://schemas.openxmlformats.org/drawingml/2006/main">
              <a:ext uri="{FF2B5EF4-FFF2-40B4-BE49-F238E27FC236}">
                <a16:creationId xmlns:a16="http://schemas.microsoft.com/office/drawing/2014/main" id="{7C6D7392-853B-4FCC-86DD-8D27C0DCD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4073" y="393401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0" name="data_3837">
            <a:extLst xmlns:a="http://schemas.openxmlformats.org/drawingml/2006/main">
              <a:ext uri="{FF2B5EF4-FFF2-40B4-BE49-F238E27FC236}">
                <a16:creationId xmlns:a16="http://schemas.microsoft.com/office/drawing/2014/main" id="{7A161F75-8FA0-44A9-92AD-EBCABB34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6411" y="39708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1" name="data_3838">
            <a:extLst xmlns:a="http://schemas.openxmlformats.org/drawingml/2006/main">
              <a:ext uri="{FF2B5EF4-FFF2-40B4-BE49-F238E27FC236}">
                <a16:creationId xmlns:a16="http://schemas.microsoft.com/office/drawing/2014/main" id="{241CC47A-EEDB-4B1C-B28B-D0E22C742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23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2" name="data_3839">
            <a:extLst xmlns:a="http://schemas.openxmlformats.org/drawingml/2006/main">
              <a:ext uri="{FF2B5EF4-FFF2-40B4-BE49-F238E27FC236}">
                <a16:creationId xmlns:a16="http://schemas.microsoft.com/office/drawing/2014/main" id="{E96F0EF6-EEB9-4EB5-BF9E-54A420F45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545" y="36131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3" name="data_3840">
            <a:extLst xmlns:a="http://schemas.openxmlformats.org/drawingml/2006/main">
              <a:ext uri="{FF2B5EF4-FFF2-40B4-BE49-F238E27FC236}">
                <a16:creationId xmlns:a16="http://schemas.microsoft.com/office/drawing/2014/main" id="{4552E75D-2EC8-403E-AAE2-7C3CB0932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197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4" name="data_3841">
            <a:extLst xmlns:a="http://schemas.openxmlformats.org/drawingml/2006/main">
              <a:ext uri="{FF2B5EF4-FFF2-40B4-BE49-F238E27FC236}">
                <a16:creationId xmlns:a16="http://schemas.microsoft.com/office/drawing/2014/main" id="{8EFA4BDF-AADC-452E-9B8B-FB3EE14A4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0677" y="397161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5" name="data_3842">
            <a:extLst xmlns:a="http://schemas.openxmlformats.org/drawingml/2006/main">
              <a:ext uri="{FF2B5EF4-FFF2-40B4-BE49-F238E27FC236}">
                <a16:creationId xmlns:a16="http://schemas.microsoft.com/office/drawing/2014/main" id="{4D59FBC3-283D-47DE-9E82-97EA29BC7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0436" y="387422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6" name="data_3843">
            <a:extLst xmlns:a="http://schemas.openxmlformats.org/drawingml/2006/main">
              <a:ext uri="{FF2B5EF4-FFF2-40B4-BE49-F238E27FC236}">
                <a16:creationId xmlns:a16="http://schemas.microsoft.com/office/drawing/2014/main" id="{318E0F2B-9FFF-4CCA-A1B4-4802DA470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0888" y="39147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7" name="data_3844">
            <a:extLst xmlns:a="http://schemas.openxmlformats.org/drawingml/2006/main">
              <a:ext uri="{FF2B5EF4-FFF2-40B4-BE49-F238E27FC236}">
                <a16:creationId xmlns:a16="http://schemas.microsoft.com/office/drawing/2014/main" id="{32902D22-42D1-4174-B09B-B23C1BCB1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032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8" name="data_3845">
            <a:extLst xmlns:a="http://schemas.openxmlformats.org/drawingml/2006/main">
              <a:ext uri="{FF2B5EF4-FFF2-40B4-BE49-F238E27FC236}">
                <a16:creationId xmlns:a16="http://schemas.microsoft.com/office/drawing/2014/main" id="{AB0B2800-8280-4420-A584-87C7CBA71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325" y="39787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9" name="data_3846">
            <a:extLst xmlns:a="http://schemas.openxmlformats.org/drawingml/2006/main">
              <a:ext uri="{FF2B5EF4-FFF2-40B4-BE49-F238E27FC236}">
                <a16:creationId xmlns:a16="http://schemas.microsoft.com/office/drawing/2014/main" id="{706B405E-FB53-4D55-9702-91B3DDAA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645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0" name="data_3847">
            <a:extLst xmlns:a="http://schemas.openxmlformats.org/drawingml/2006/main">
              <a:ext uri="{FF2B5EF4-FFF2-40B4-BE49-F238E27FC236}">
                <a16:creationId xmlns:a16="http://schemas.microsoft.com/office/drawing/2014/main" id="{B8A347CC-E501-4B61-A2E4-BF429A940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0912" y="39473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1" name="data_3848">
            <a:extLst xmlns:a="http://schemas.openxmlformats.org/drawingml/2006/main">
              <a:ext uri="{FF2B5EF4-FFF2-40B4-BE49-F238E27FC236}">
                <a16:creationId xmlns:a16="http://schemas.microsoft.com/office/drawing/2014/main" id="{F7D25C97-675B-4097-B401-C39FBFB5A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65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2" name="data_3849">
            <a:extLst xmlns:a="http://schemas.openxmlformats.org/drawingml/2006/main">
              <a:ext uri="{FF2B5EF4-FFF2-40B4-BE49-F238E27FC236}">
                <a16:creationId xmlns:a16="http://schemas.microsoft.com/office/drawing/2014/main" id="{995900B2-5749-4BFD-ACB9-E36874CAD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48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3" name="data_3850">
            <a:extLst xmlns:a="http://schemas.openxmlformats.org/drawingml/2006/main">
              <a:ext uri="{FF2B5EF4-FFF2-40B4-BE49-F238E27FC236}">
                <a16:creationId xmlns:a16="http://schemas.microsoft.com/office/drawing/2014/main" id="{E3EBA918-B030-4FD8-9E0D-19D7213AF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156" y="39522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4" name="data_3851">
            <a:extLst xmlns:a="http://schemas.openxmlformats.org/drawingml/2006/main">
              <a:ext uri="{FF2B5EF4-FFF2-40B4-BE49-F238E27FC236}">
                <a16:creationId xmlns:a16="http://schemas.microsoft.com/office/drawing/2014/main" id="{B1FD775B-1BC5-40F9-B3D5-605DD4548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805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5" name="data_3852">
            <a:extLst xmlns:a="http://schemas.openxmlformats.org/drawingml/2006/main">
              <a:ext uri="{FF2B5EF4-FFF2-40B4-BE49-F238E27FC236}">
                <a16:creationId xmlns:a16="http://schemas.microsoft.com/office/drawing/2014/main" id="{4E79E684-524F-4CE2-A5F7-B914B9A96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537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6" name="data_3853">
            <a:extLst xmlns:a="http://schemas.openxmlformats.org/drawingml/2006/main">
              <a:ext uri="{FF2B5EF4-FFF2-40B4-BE49-F238E27FC236}">
                <a16:creationId xmlns:a16="http://schemas.microsoft.com/office/drawing/2014/main" id="{9AA92B6A-CFED-4C15-AC07-93C879896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617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7" name="data_3854">
            <a:extLst xmlns:a="http://schemas.openxmlformats.org/drawingml/2006/main">
              <a:ext uri="{FF2B5EF4-FFF2-40B4-BE49-F238E27FC236}">
                <a16:creationId xmlns:a16="http://schemas.microsoft.com/office/drawing/2014/main" id="{85B97F28-E503-4072-B92A-37285C49F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961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8" name="data_3855">
            <a:extLst xmlns:a="http://schemas.openxmlformats.org/drawingml/2006/main">
              <a:ext uri="{FF2B5EF4-FFF2-40B4-BE49-F238E27FC236}">
                <a16:creationId xmlns:a16="http://schemas.microsoft.com/office/drawing/2014/main" id="{3E4CECC7-C3CA-452E-8BC1-EE864E3D6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17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9" name="data_3856">
            <a:extLst xmlns:a="http://schemas.openxmlformats.org/drawingml/2006/main">
              <a:ext uri="{FF2B5EF4-FFF2-40B4-BE49-F238E27FC236}">
                <a16:creationId xmlns:a16="http://schemas.microsoft.com/office/drawing/2014/main" id="{D35A2AD0-89F8-4CBA-848D-DBDFC307B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1246" y="3836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0" name="data_3857">
            <a:extLst xmlns:a="http://schemas.openxmlformats.org/drawingml/2006/main">
              <a:ext uri="{FF2B5EF4-FFF2-40B4-BE49-F238E27FC236}">
                <a16:creationId xmlns:a16="http://schemas.microsoft.com/office/drawing/2014/main" id="{1BF8ADC3-BC78-4D1C-90BF-279CAA77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4810" y="392400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1" name="data_3858">
            <a:extLst xmlns:a="http://schemas.openxmlformats.org/drawingml/2006/main">
              <a:ext uri="{FF2B5EF4-FFF2-40B4-BE49-F238E27FC236}">
                <a16:creationId xmlns:a16="http://schemas.microsoft.com/office/drawing/2014/main" id="{9B521C15-5737-455D-B4ED-17F61BCF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234" y="39622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2" name="data_3859">
            <a:extLst xmlns:a="http://schemas.openxmlformats.org/drawingml/2006/main">
              <a:ext uri="{FF2B5EF4-FFF2-40B4-BE49-F238E27FC236}">
                <a16:creationId xmlns:a16="http://schemas.microsoft.com/office/drawing/2014/main" id="{8F932112-79BB-430B-BC03-FEE654FFA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380" y="397736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3" name="data_3860">
            <a:extLst xmlns:a="http://schemas.openxmlformats.org/drawingml/2006/main">
              <a:ext uri="{FF2B5EF4-FFF2-40B4-BE49-F238E27FC236}">
                <a16:creationId xmlns:a16="http://schemas.microsoft.com/office/drawing/2014/main" id="{3D624C60-B668-40DF-AA1B-7F0BEAC5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005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4" name="data_3861">
            <a:extLst xmlns:a="http://schemas.openxmlformats.org/drawingml/2006/main">
              <a:ext uri="{FF2B5EF4-FFF2-40B4-BE49-F238E27FC236}">
                <a16:creationId xmlns:a16="http://schemas.microsoft.com/office/drawing/2014/main" id="{09FDEECE-42BF-436B-BE89-CF701C777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7649" y="397668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5" name="data_3862">
            <a:extLst xmlns:a="http://schemas.openxmlformats.org/drawingml/2006/main">
              <a:ext uri="{FF2B5EF4-FFF2-40B4-BE49-F238E27FC236}">
                <a16:creationId xmlns:a16="http://schemas.microsoft.com/office/drawing/2014/main" id="{42D2A446-38B5-40AB-9D57-AE6B3DB2B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1306" y="3969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6" name="data_3863">
            <a:extLst xmlns:a="http://schemas.openxmlformats.org/drawingml/2006/main">
              <a:ext uri="{FF2B5EF4-FFF2-40B4-BE49-F238E27FC236}">
                <a16:creationId xmlns:a16="http://schemas.microsoft.com/office/drawing/2014/main" id="{C23D83AB-6CA2-4C53-8CF9-A9AD24E3D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861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7" name="data_3864">
            <a:extLst xmlns:a="http://schemas.openxmlformats.org/drawingml/2006/main">
              <a:ext uri="{FF2B5EF4-FFF2-40B4-BE49-F238E27FC236}">
                <a16:creationId xmlns:a16="http://schemas.microsoft.com/office/drawing/2014/main" id="{43B9EFC3-416A-490D-A47A-F586EFFCD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2083" y="397578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8" name="data_3865">
            <a:extLst xmlns:a="http://schemas.openxmlformats.org/drawingml/2006/main">
              <a:ext uri="{FF2B5EF4-FFF2-40B4-BE49-F238E27FC236}">
                <a16:creationId xmlns:a16="http://schemas.microsoft.com/office/drawing/2014/main" id="{8CB2E15C-48A8-48CB-9BE0-37C23515A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2810" y="39777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9" name="data_3866">
            <a:extLst xmlns:a="http://schemas.openxmlformats.org/drawingml/2006/main">
              <a:ext uri="{FF2B5EF4-FFF2-40B4-BE49-F238E27FC236}">
                <a16:creationId xmlns:a16="http://schemas.microsoft.com/office/drawing/2014/main" id="{CE4F06D5-9971-4B8E-91C4-D08F4ABC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4220" y="396163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0" name="data_3867">
            <a:extLst xmlns:a="http://schemas.openxmlformats.org/drawingml/2006/main">
              <a:ext uri="{FF2B5EF4-FFF2-40B4-BE49-F238E27FC236}">
                <a16:creationId xmlns:a16="http://schemas.microsoft.com/office/drawing/2014/main" id="{27AF845A-93B8-4362-B3D6-4C617AD4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5148" y="393990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1" name="data_3868">
            <a:extLst xmlns:a="http://schemas.openxmlformats.org/drawingml/2006/main">
              <a:ext uri="{FF2B5EF4-FFF2-40B4-BE49-F238E27FC236}">
                <a16:creationId xmlns:a16="http://schemas.microsoft.com/office/drawing/2014/main" id="{F6B2F7DC-CE7D-43D7-A229-E4328EADF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0359" y="39687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2" name="data_3869">
            <a:extLst xmlns:a="http://schemas.openxmlformats.org/drawingml/2006/main">
              <a:ext uri="{FF2B5EF4-FFF2-40B4-BE49-F238E27FC236}">
                <a16:creationId xmlns:a16="http://schemas.microsoft.com/office/drawing/2014/main" id="{EE6844AF-EFC4-49D5-840B-E5A0561AA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1959" y="36131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3" name="data_3870">
            <a:extLst xmlns:a="http://schemas.openxmlformats.org/drawingml/2006/main">
              <a:ext uri="{FF2B5EF4-FFF2-40B4-BE49-F238E27FC236}">
                <a16:creationId xmlns:a16="http://schemas.microsoft.com/office/drawing/2014/main" id="{77380E80-C7A3-458B-A6C5-36336DBD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43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4" name="data_3871">
            <a:extLst xmlns:a="http://schemas.openxmlformats.org/drawingml/2006/main">
              <a:ext uri="{FF2B5EF4-FFF2-40B4-BE49-F238E27FC236}">
                <a16:creationId xmlns:a16="http://schemas.microsoft.com/office/drawing/2014/main" id="{2CFCF34C-8F3B-4E8E-B85E-9BD41FC4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5710" y="39412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5" name="data_3872">
            <a:extLst xmlns:a="http://schemas.openxmlformats.org/drawingml/2006/main">
              <a:ext uri="{FF2B5EF4-FFF2-40B4-BE49-F238E27FC236}">
                <a16:creationId xmlns:a16="http://schemas.microsoft.com/office/drawing/2014/main" id="{074FD5BE-F35F-4AC4-8711-C66AC81C6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7130" y="39662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6" name="data_3873">
            <a:extLst xmlns:a="http://schemas.openxmlformats.org/drawingml/2006/main">
              <a:ext uri="{FF2B5EF4-FFF2-40B4-BE49-F238E27FC236}">
                <a16:creationId xmlns:a16="http://schemas.microsoft.com/office/drawing/2014/main" id="{CD07B326-B88B-431C-B491-1AB652395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4526" y="39541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7" name="data_3874">
            <a:extLst xmlns:a="http://schemas.openxmlformats.org/drawingml/2006/main">
              <a:ext uri="{FF2B5EF4-FFF2-40B4-BE49-F238E27FC236}">
                <a16:creationId xmlns:a16="http://schemas.microsoft.com/office/drawing/2014/main" id="{D9BCAEAA-854D-4AB9-A071-4F38A5A5A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244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8" name="data_3875">
            <a:extLst xmlns:a="http://schemas.openxmlformats.org/drawingml/2006/main">
              <a:ext uri="{FF2B5EF4-FFF2-40B4-BE49-F238E27FC236}">
                <a16:creationId xmlns:a16="http://schemas.microsoft.com/office/drawing/2014/main" id="{C55F7F09-4B6A-4893-A721-BDF084AA5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2923" y="397609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9" name="data_3876">
            <a:extLst xmlns:a="http://schemas.openxmlformats.org/drawingml/2006/main">
              <a:ext uri="{FF2B5EF4-FFF2-40B4-BE49-F238E27FC236}">
                <a16:creationId xmlns:a16="http://schemas.microsoft.com/office/drawing/2014/main" id="{4F75B069-5142-44AF-AB88-318D93097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9742" y="39444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0" name="data_3877">
            <a:extLst xmlns:a="http://schemas.openxmlformats.org/drawingml/2006/main">
              <a:ext uri="{FF2B5EF4-FFF2-40B4-BE49-F238E27FC236}">
                <a16:creationId xmlns:a16="http://schemas.microsoft.com/office/drawing/2014/main" id="{491961FD-23EC-41EE-8B0B-D92BC15F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007" y="396041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1" name="data_3878">
            <a:extLst xmlns:a="http://schemas.openxmlformats.org/drawingml/2006/main">
              <a:ext uri="{FF2B5EF4-FFF2-40B4-BE49-F238E27FC236}">
                <a16:creationId xmlns:a16="http://schemas.microsoft.com/office/drawing/2014/main" id="{49B708DC-6CB1-406D-BA69-B2757525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41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2" name="data_3879">
            <a:extLst xmlns:a="http://schemas.openxmlformats.org/drawingml/2006/main">
              <a:ext uri="{FF2B5EF4-FFF2-40B4-BE49-F238E27FC236}">
                <a16:creationId xmlns:a16="http://schemas.microsoft.com/office/drawing/2014/main" id="{29F2D3A0-CA90-437B-B299-9642B9E6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2956" y="36424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3" name="data_3880">
            <a:extLst xmlns:a="http://schemas.openxmlformats.org/drawingml/2006/main">
              <a:ext uri="{FF2B5EF4-FFF2-40B4-BE49-F238E27FC236}">
                <a16:creationId xmlns:a16="http://schemas.microsoft.com/office/drawing/2014/main" id="{8DFD74B1-6116-4A03-9CEF-DACEEB74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2641" y="39646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4" name="data_3881">
            <a:extLst xmlns:a="http://schemas.openxmlformats.org/drawingml/2006/main">
              <a:ext uri="{FF2B5EF4-FFF2-40B4-BE49-F238E27FC236}">
                <a16:creationId xmlns:a16="http://schemas.microsoft.com/office/drawing/2014/main" id="{9F0BC8A5-4730-4DEA-A076-EF60311F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5203" y="394231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5" name="data_3882">
            <a:extLst xmlns:a="http://schemas.openxmlformats.org/drawingml/2006/main">
              <a:ext uri="{FF2B5EF4-FFF2-40B4-BE49-F238E27FC236}">
                <a16:creationId xmlns:a16="http://schemas.microsoft.com/office/drawing/2014/main" id="{C239CF85-C48E-4A73-8931-16894D1D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4981" y="39416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6" name="data_3883">
            <a:extLst xmlns:a="http://schemas.openxmlformats.org/drawingml/2006/main">
              <a:ext uri="{FF2B5EF4-FFF2-40B4-BE49-F238E27FC236}">
                <a16:creationId xmlns:a16="http://schemas.microsoft.com/office/drawing/2014/main" id="{7A189073-B838-44C6-BC30-6019A6A7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370" y="39493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7" name="data_3884">
            <a:extLst xmlns:a="http://schemas.openxmlformats.org/drawingml/2006/main">
              <a:ext uri="{FF2B5EF4-FFF2-40B4-BE49-F238E27FC236}">
                <a16:creationId xmlns:a16="http://schemas.microsoft.com/office/drawing/2014/main" id="{65B72F68-9DB6-4EF1-AE10-0FCFE4B68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9458" y="3967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8" name="data_3885">
            <a:extLst xmlns:a="http://schemas.openxmlformats.org/drawingml/2006/main">
              <a:ext uri="{FF2B5EF4-FFF2-40B4-BE49-F238E27FC236}">
                <a16:creationId xmlns:a16="http://schemas.microsoft.com/office/drawing/2014/main" id="{395AF59F-14AB-43FF-B1F4-B4AC8A8A2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4452" y="38672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9" name="data_3886">
            <a:extLst xmlns:a="http://schemas.openxmlformats.org/drawingml/2006/main">
              <a:ext uri="{FF2B5EF4-FFF2-40B4-BE49-F238E27FC236}">
                <a16:creationId xmlns:a16="http://schemas.microsoft.com/office/drawing/2014/main" id="{1B9F5191-96B9-4979-84B9-3C4E4ABDC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092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0" name="data_3887">
            <a:extLst xmlns:a="http://schemas.openxmlformats.org/drawingml/2006/main">
              <a:ext uri="{FF2B5EF4-FFF2-40B4-BE49-F238E27FC236}">
                <a16:creationId xmlns:a16="http://schemas.microsoft.com/office/drawing/2014/main" id="{71C3B848-493E-41C3-82B6-F27922884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5430" y="39682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1" name="data_3888">
            <a:extLst xmlns:a="http://schemas.openxmlformats.org/drawingml/2006/main">
              <a:ext uri="{FF2B5EF4-FFF2-40B4-BE49-F238E27FC236}">
                <a16:creationId xmlns:a16="http://schemas.microsoft.com/office/drawing/2014/main" id="{5106CDC1-6165-4649-B384-BAC665A2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02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2" name="data_3889">
            <a:extLst xmlns:a="http://schemas.openxmlformats.org/drawingml/2006/main">
              <a:ext uri="{FF2B5EF4-FFF2-40B4-BE49-F238E27FC236}">
                <a16:creationId xmlns:a16="http://schemas.microsoft.com/office/drawing/2014/main" id="{45844628-AB33-4061-BD23-7298616F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9133" y="39412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3" name="data_3890">
            <a:extLst xmlns:a="http://schemas.openxmlformats.org/drawingml/2006/main">
              <a:ext uri="{FF2B5EF4-FFF2-40B4-BE49-F238E27FC236}">
                <a16:creationId xmlns:a16="http://schemas.microsoft.com/office/drawing/2014/main" id="{A8C789FA-34DC-4C0D-836E-752FCCC8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574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4" name="data_3891">
            <a:extLst xmlns:a="http://schemas.openxmlformats.org/drawingml/2006/main">
              <a:ext uri="{FF2B5EF4-FFF2-40B4-BE49-F238E27FC236}">
                <a16:creationId xmlns:a16="http://schemas.microsoft.com/office/drawing/2014/main" id="{01D18206-23D0-4C8C-972B-C197AB697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7159" y="397521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5" name="data_3892">
            <a:extLst xmlns:a="http://schemas.openxmlformats.org/drawingml/2006/main">
              <a:ext uri="{FF2B5EF4-FFF2-40B4-BE49-F238E27FC236}">
                <a16:creationId xmlns:a16="http://schemas.microsoft.com/office/drawing/2014/main" id="{39B8DB8D-3864-4EB7-8372-34CB805A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431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6" name="data_3893">
            <a:extLst xmlns:a="http://schemas.openxmlformats.org/drawingml/2006/main">
              <a:ext uri="{FF2B5EF4-FFF2-40B4-BE49-F238E27FC236}">
                <a16:creationId xmlns:a16="http://schemas.microsoft.com/office/drawing/2014/main" id="{721EF294-1F8B-42BB-9773-60D74E44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4475" y="39726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7" name="data_3894">
            <a:extLst xmlns:a="http://schemas.openxmlformats.org/drawingml/2006/main">
              <a:ext uri="{FF2B5EF4-FFF2-40B4-BE49-F238E27FC236}">
                <a16:creationId xmlns:a16="http://schemas.microsoft.com/office/drawing/2014/main" id="{749E7490-175A-4C98-96FB-D48C60B3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0255" y="39444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8" name="data_3895">
            <a:extLst xmlns:a="http://schemas.openxmlformats.org/drawingml/2006/main">
              <a:ext uri="{FF2B5EF4-FFF2-40B4-BE49-F238E27FC236}">
                <a16:creationId xmlns:a16="http://schemas.microsoft.com/office/drawing/2014/main" id="{2CD24EF2-60A9-4300-B3C2-D89D4ACB9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6105" y="382634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9" name="data_3896">
            <a:extLst xmlns:a="http://schemas.openxmlformats.org/drawingml/2006/main">
              <a:ext uri="{FF2B5EF4-FFF2-40B4-BE49-F238E27FC236}">
                <a16:creationId xmlns:a16="http://schemas.microsoft.com/office/drawing/2014/main" id="{9F5A24F6-3A33-4D1D-8845-879A664D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2974" y="397520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0" name="data_3897">
            <a:extLst xmlns:a="http://schemas.openxmlformats.org/drawingml/2006/main">
              <a:ext uri="{FF2B5EF4-FFF2-40B4-BE49-F238E27FC236}">
                <a16:creationId xmlns:a16="http://schemas.microsoft.com/office/drawing/2014/main" id="{9EE50156-3511-4885-8611-222D43503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801" y="3899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1" name="data_3898">
            <a:extLst xmlns:a="http://schemas.openxmlformats.org/drawingml/2006/main">
              <a:ext uri="{FF2B5EF4-FFF2-40B4-BE49-F238E27FC236}">
                <a16:creationId xmlns:a16="http://schemas.microsoft.com/office/drawing/2014/main" id="{843B5572-14D0-4794-ABC3-CF46E594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8357" y="388927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2" name="data_3899">
            <a:extLst xmlns:a="http://schemas.openxmlformats.org/drawingml/2006/main">
              <a:ext uri="{FF2B5EF4-FFF2-40B4-BE49-F238E27FC236}">
                <a16:creationId xmlns:a16="http://schemas.microsoft.com/office/drawing/2014/main" id="{E5B9D5FD-9033-4A15-B51D-55FCCBD8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689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3" name="data_3900">
            <a:extLst xmlns:a="http://schemas.openxmlformats.org/drawingml/2006/main">
              <a:ext uri="{FF2B5EF4-FFF2-40B4-BE49-F238E27FC236}">
                <a16:creationId xmlns:a16="http://schemas.microsoft.com/office/drawing/2014/main" id="{04064A51-806A-493D-B3F0-503C5C08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8514" y="39557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4" name="data_3901">
            <a:extLst xmlns:a="http://schemas.openxmlformats.org/drawingml/2006/main">
              <a:ext uri="{FF2B5EF4-FFF2-40B4-BE49-F238E27FC236}">
                <a16:creationId xmlns:a16="http://schemas.microsoft.com/office/drawing/2014/main" id="{E8E404CF-0675-4153-AC34-73251072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227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5" name="data_3902">
            <a:extLst xmlns:a="http://schemas.openxmlformats.org/drawingml/2006/main">
              <a:ext uri="{FF2B5EF4-FFF2-40B4-BE49-F238E27FC236}">
                <a16:creationId xmlns:a16="http://schemas.microsoft.com/office/drawing/2014/main" id="{D76A4C09-9525-48D4-A9D2-40B13D08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637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6" name="data_3903">
            <a:extLst xmlns:a="http://schemas.openxmlformats.org/drawingml/2006/main">
              <a:ext uri="{FF2B5EF4-FFF2-40B4-BE49-F238E27FC236}">
                <a16:creationId xmlns:a16="http://schemas.microsoft.com/office/drawing/2014/main" id="{27575413-1106-4CB4-B5AD-A00D070D6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3673" y="39595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7" name="data_3904">
            <a:extLst xmlns:a="http://schemas.openxmlformats.org/drawingml/2006/main">
              <a:ext uri="{FF2B5EF4-FFF2-40B4-BE49-F238E27FC236}">
                <a16:creationId xmlns:a16="http://schemas.microsoft.com/office/drawing/2014/main" id="{2403F700-C847-42FD-AF1E-CB6173F3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9771" y="39639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8" name="data_3905">
            <a:extLst xmlns:a="http://schemas.openxmlformats.org/drawingml/2006/main">
              <a:ext uri="{FF2B5EF4-FFF2-40B4-BE49-F238E27FC236}">
                <a16:creationId xmlns:a16="http://schemas.microsoft.com/office/drawing/2014/main" id="{41F704D5-0C94-4F97-9288-5A6112DC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6606" y="39766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9" name="data_3906">
            <a:extLst xmlns:a="http://schemas.openxmlformats.org/drawingml/2006/main">
              <a:ext uri="{FF2B5EF4-FFF2-40B4-BE49-F238E27FC236}">
                <a16:creationId xmlns:a16="http://schemas.microsoft.com/office/drawing/2014/main" id="{162C0895-5749-4A22-A7AD-3693F086C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357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0" name="data_3907">
            <a:extLst xmlns:a="http://schemas.openxmlformats.org/drawingml/2006/main">
              <a:ext uri="{FF2B5EF4-FFF2-40B4-BE49-F238E27FC236}">
                <a16:creationId xmlns:a16="http://schemas.microsoft.com/office/drawing/2014/main" id="{73504BC2-6958-4854-A5D4-D2095C2C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276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1" name="data_3908">
            <a:extLst xmlns:a="http://schemas.openxmlformats.org/drawingml/2006/main">
              <a:ext uri="{FF2B5EF4-FFF2-40B4-BE49-F238E27FC236}">
                <a16:creationId xmlns:a16="http://schemas.microsoft.com/office/drawing/2014/main" id="{81368767-2DDF-4A71-8018-03D984EF5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411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2" name="data_3909">
            <a:extLst xmlns:a="http://schemas.openxmlformats.org/drawingml/2006/main">
              <a:ext uri="{FF2B5EF4-FFF2-40B4-BE49-F238E27FC236}">
                <a16:creationId xmlns:a16="http://schemas.microsoft.com/office/drawing/2014/main" id="{2755245E-4ADF-420D-A419-E31740C2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8990" y="397463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3" name="data_3910">
            <a:extLst xmlns:a="http://schemas.openxmlformats.org/drawingml/2006/main">
              <a:ext uri="{FF2B5EF4-FFF2-40B4-BE49-F238E27FC236}">
                <a16:creationId xmlns:a16="http://schemas.microsoft.com/office/drawing/2014/main" id="{93A2B4A4-9B36-410E-A555-5216BBAB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399" y="39630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4" name="data_3911">
            <a:extLst xmlns:a="http://schemas.openxmlformats.org/drawingml/2006/main">
              <a:ext uri="{FF2B5EF4-FFF2-40B4-BE49-F238E27FC236}">
                <a16:creationId xmlns:a16="http://schemas.microsoft.com/office/drawing/2014/main" id="{B0AC6C0A-7918-4346-9AD9-FE3216D97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198" y="39719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5" name="data_3912">
            <a:extLst xmlns:a="http://schemas.openxmlformats.org/drawingml/2006/main">
              <a:ext uri="{FF2B5EF4-FFF2-40B4-BE49-F238E27FC236}">
                <a16:creationId xmlns:a16="http://schemas.microsoft.com/office/drawing/2014/main" id="{E8690188-D0D5-441C-A3FC-2F56BA5E6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381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6" name="data_3913">
            <a:extLst xmlns:a="http://schemas.openxmlformats.org/drawingml/2006/main">
              <a:ext uri="{FF2B5EF4-FFF2-40B4-BE49-F238E27FC236}">
                <a16:creationId xmlns:a16="http://schemas.microsoft.com/office/drawing/2014/main" id="{E8619DE0-AEC1-4890-B1EA-8453B54A1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148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7" name="data_3914">
            <a:extLst xmlns:a="http://schemas.openxmlformats.org/drawingml/2006/main">
              <a:ext uri="{FF2B5EF4-FFF2-40B4-BE49-F238E27FC236}">
                <a16:creationId xmlns:a16="http://schemas.microsoft.com/office/drawing/2014/main" id="{5688E4B5-BC92-4238-8FAD-7EE9EEB91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3127" y="39582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8" name="data_3915">
            <a:extLst xmlns:a="http://schemas.openxmlformats.org/drawingml/2006/main">
              <a:ext uri="{FF2B5EF4-FFF2-40B4-BE49-F238E27FC236}">
                <a16:creationId xmlns:a16="http://schemas.microsoft.com/office/drawing/2014/main" id="{7FC64D59-69AB-4B3B-8994-027AF2C2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2135" y="394651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9" name="data_3916">
            <a:extLst xmlns:a="http://schemas.openxmlformats.org/drawingml/2006/main">
              <a:ext uri="{FF2B5EF4-FFF2-40B4-BE49-F238E27FC236}">
                <a16:creationId xmlns:a16="http://schemas.microsoft.com/office/drawing/2014/main" id="{D4F4981F-91BD-4F6C-B10E-AA23EE9FE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06" y="39592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0" name="data_3917">
            <a:extLst xmlns:a="http://schemas.openxmlformats.org/drawingml/2006/main">
              <a:ext uri="{FF2B5EF4-FFF2-40B4-BE49-F238E27FC236}">
                <a16:creationId xmlns:a16="http://schemas.microsoft.com/office/drawing/2014/main" id="{E674FA60-24EA-4ACC-9BFF-5EDE7B96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8212" y="396965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1" name="data_3918">
            <a:extLst xmlns:a="http://schemas.openxmlformats.org/drawingml/2006/main">
              <a:ext uri="{FF2B5EF4-FFF2-40B4-BE49-F238E27FC236}">
                <a16:creationId xmlns:a16="http://schemas.microsoft.com/office/drawing/2014/main" id="{670ADEF3-17DA-4D63-ACDE-6E4C6EFB8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8130" y="393943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2" name="data_3919">
            <a:extLst xmlns:a="http://schemas.openxmlformats.org/drawingml/2006/main">
              <a:ext uri="{FF2B5EF4-FFF2-40B4-BE49-F238E27FC236}">
                <a16:creationId xmlns:a16="http://schemas.microsoft.com/office/drawing/2014/main" id="{34C7A276-1112-4338-94D7-191B0FB5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578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3" name="data_3920">
            <a:extLst xmlns:a="http://schemas.openxmlformats.org/drawingml/2006/main">
              <a:ext uri="{FF2B5EF4-FFF2-40B4-BE49-F238E27FC236}">
                <a16:creationId xmlns:a16="http://schemas.microsoft.com/office/drawing/2014/main" id="{6EC5EBCF-55E5-4743-B8F7-EE0BC80EB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926" y="26553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4" name="data_3921">
            <a:extLst xmlns:a="http://schemas.openxmlformats.org/drawingml/2006/main">
              <a:ext uri="{FF2B5EF4-FFF2-40B4-BE49-F238E27FC236}">
                <a16:creationId xmlns:a16="http://schemas.microsoft.com/office/drawing/2014/main" id="{FFFB9FA1-EB5E-4421-8179-AF876ECD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996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5" name="data_3922">
            <a:extLst xmlns:a="http://schemas.openxmlformats.org/drawingml/2006/main">
              <a:ext uri="{FF2B5EF4-FFF2-40B4-BE49-F238E27FC236}">
                <a16:creationId xmlns:a16="http://schemas.microsoft.com/office/drawing/2014/main" id="{FC700AE4-26E4-4C7B-93A8-6C9518E4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275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6" name="data_3923">
            <a:extLst xmlns:a="http://schemas.openxmlformats.org/drawingml/2006/main">
              <a:ext uri="{FF2B5EF4-FFF2-40B4-BE49-F238E27FC236}">
                <a16:creationId xmlns:a16="http://schemas.microsoft.com/office/drawing/2014/main" id="{312B95E1-57B1-4669-983D-01A63FA41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120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7" name="data_3924">
            <a:extLst xmlns:a="http://schemas.openxmlformats.org/drawingml/2006/main">
              <a:ext uri="{FF2B5EF4-FFF2-40B4-BE49-F238E27FC236}">
                <a16:creationId xmlns:a16="http://schemas.microsoft.com/office/drawing/2014/main" id="{42EA4C77-1A2F-481F-A93C-E67389E85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800" y="30025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8" name="data_3925">
            <a:extLst xmlns:a="http://schemas.openxmlformats.org/drawingml/2006/main">
              <a:ext uri="{FF2B5EF4-FFF2-40B4-BE49-F238E27FC236}">
                <a16:creationId xmlns:a16="http://schemas.microsoft.com/office/drawing/2014/main" id="{11DA0726-CCAB-4A3E-A69D-08B3E8569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8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9" name="data_3926">
            <a:extLst xmlns:a="http://schemas.openxmlformats.org/drawingml/2006/main">
              <a:ext uri="{FF2B5EF4-FFF2-40B4-BE49-F238E27FC236}">
                <a16:creationId xmlns:a16="http://schemas.microsoft.com/office/drawing/2014/main" id="{924257A5-7592-4A32-9025-9F89B04E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701" y="327730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0" name="data_3927">
            <a:extLst xmlns:a="http://schemas.openxmlformats.org/drawingml/2006/main">
              <a:ext uri="{FF2B5EF4-FFF2-40B4-BE49-F238E27FC236}">
                <a16:creationId xmlns:a16="http://schemas.microsoft.com/office/drawing/2014/main" id="{EC132D4F-D7FF-45FD-9197-32F7F914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5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1" name="data_3928">
            <a:extLst xmlns:a="http://schemas.openxmlformats.org/drawingml/2006/main">
              <a:ext uri="{FF2B5EF4-FFF2-40B4-BE49-F238E27FC236}">
                <a16:creationId xmlns:a16="http://schemas.microsoft.com/office/drawing/2014/main" id="{A5B3C39C-F944-4F54-9FB5-09AFA2D7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893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2" name="data_3929">
            <a:extLst xmlns:a="http://schemas.openxmlformats.org/drawingml/2006/main">
              <a:ext uri="{FF2B5EF4-FFF2-40B4-BE49-F238E27FC236}">
                <a16:creationId xmlns:a16="http://schemas.microsoft.com/office/drawing/2014/main" id="{862FC691-B5EB-4032-8FE0-D79C01C1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375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3" name="data_3930">
            <a:extLst xmlns:a="http://schemas.openxmlformats.org/drawingml/2006/main">
              <a:ext uri="{FF2B5EF4-FFF2-40B4-BE49-F238E27FC236}">
                <a16:creationId xmlns:a16="http://schemas.microsoft.com/office/drawing/2014/main" id="{9BD59A54-E0C5-45F1-8E85-87FDA13A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8447" y="282083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4" name="data_3931">
            <a:extLst xmlns:a="http://schemas.openxmlformats.org/drawingml/2006/main">
              <a:ext uri="{FF2B5EF4-FFF2-40B4-BE49-F238E27FC236}">
                <a16:creationId xmlns:a16="http://schemas.microsoft.com/office/drawing/2014/main" id="{BADF0A0F-5E14-41DB-81E9-1BFE77897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71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5" name="data_3932">
            <a:extLst xmlns:a="http://schemas.openxmlformats.org/drawingml/2006/main">
              <a:ext uri="{FF2B5EF4-FFF2-40B4-BE49-F238E27FC236}">
                <a16:creationId xmlns:a16="http://schemas.microsoft.com/office/drawing/2014/main" id="{116BFE9E-8BD7-4BE2-A606-69A5AF15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9149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6" name="data_3933">
            <a:extLst xmlns:a="http://schemas.openxmlformats.org/drawingml/2006/main">
              <a:ext uri="{FF2B5EF4-FFF2-40B4-BE49-F238E27FC236}">
                <a16:creationId xmlns:a16="http://schemas.microsoft.com/office/drawing/2014/main" id="{55D0183E-1DE5-4228-A772-57F7E36A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608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7" name="data_3934">
            <a:extLst xmlns:a="http://schemas.openxmlformats.org/drawingml/2006/main">
              <a:ext uri="{FF2B5EF4-FFF2-40B4-BE49-F238E27FC236}">
                <a16:creationId xmlns:a16="http://schemas.microsoft.com/office/drawing/2014/main" id="{5233960E-0439-4B1D-A3C3-528681590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621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8" name="data_3935">
            <a:extLst xmlns:a="http://schemas.openxmlformats.org/drawingml/2006/main">
              <a:ext uri="{FF2B5EF4-FFF2-40B4-BE49-F238E27FC236}">
                <a16:creationId xmlns:a16="http://schemas.microsoft.com/office/drawing/2014/main" id="{CAAD94CA-24EA-4E30-A904-AC17D30F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695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9" name="data_3936">
            <a:extLst xmlns:a="http://schemas.openxmlformats.org/drawingml/2006/main">
              <a:ext uri="{FF2B5EF4-FFF2-40B4-BE49-F238E27FC236}">
                <a16:creationId xmlns:a16="http://schemas.microsoft.com/office/drawing/2014/main" id="{DAB2301F-0C38-4800-BB8A-F6A1361B7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261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0" name="data_3937">
            <a:extLst xmlns:a="http://schemas.openxmlformats.org/drawingml/2006/main">
              <a:ext uri="{FF2B5EF4-FFF2-40B4-BE49-F238E27FC236}">
                <a16:creationId xmlns:a16="http://schemas.microsoft.com/office/drawing/2014/main" id="{2E8705AB-7AAB-4A8A-BD7E-2444E5FAF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3440" y="301646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1" name="data_3938">
            <a:extLst xmlns:a="http://schemas.openxmlformats.org/drawingml/2006/main">
              <a:ext uri="{FF2B5EF4-FFF2-40B4-BE49-F238E27FC236}">
                <a16:creationId xmlns:a16="http://schemas.microsoft.com/office/drawing/2014/main" id="{C04081ED-6DD7-4755-9745-9D9E9B10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967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2" name="data_3939">
            <a:extLst xmlns:a="http://schemas.openxmlformats.org/drawingml/2006/main">
              <a:ext uri="{FF2B5EF4-FFF2-40B4-BE49-F238E27FC236}">
                <a16:creationId xmlns:a16="http://schemas.microsoft.com/office/drawing/2014/main" id="{67E51BD9-ECE4-4354-A383-4D8CFB456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5905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3" name="data_3940">
            <a:extLst xmlns:a="http://schemas.openxmlformats.org/drawingml/2006/main">
              <a:ext uri="{FF2B5EF4-FFF2-40B4-BE49-F238E27FC236}">
                <a16:creationId xmlns:a16="http://schemas.microsoft.com/office/drawing/2014/main" id="{EADB5DB2-25B7-427A-A8A8-CB561DF2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26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4" name="data_3941">
            <a:extLst xmlns:a="http://schemas.openxmlformats.org/drawingml/2006/main">
              <a:ext uri="{FF2B5EF4-FFF2-40B4-BE49-F238E27FC236}">
                <a16:creationId xmlns:a16="http://schemas.microsoft.com/office/drawing/2014/main" id="{B3D27526-A1DA-4C66-928E-1052266B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584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5" name="data_3942">
            <a:extLst xmlns:a="http://schemas.openxmlformats.org/drawingml/2006/main">
              <a:ext uri="{FF2B5EF4-FFF2-40B4-BE49-F238E27FC236}">
                <a16:creationId xmlns:a16="http://schemas.microsoft.com/office/drawing/2014/main" id="{5899171F-11D1-4998-B019-209A5CCB6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015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6" name="data_3943">
            <a:extLst xmlns:a="http://schemas.openxmlformats.org/drawingml/2006/main">
              <a:ext uri="{FF2B5EF4-FFF2-40B4-BE49-F238E27FC236}">
                <a16:creationId xmlns:a16="http://schemas.microsoft.com/office/drawing/2014/main" id="{DE40C2BA-FE60-4206-B203-1E79D68B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780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7" name="data_3944">
            <a:extLst xmlns:a="http://schemas.openxmlformats.org/drawingml/2006/main">
              <a:ext uri="{FF2B5EF4-FFF2-40B4-BE49-F238E27FC236}">
                <a16:creationId xmlns:a16="http://schemas.microsoft.com/office/drawing/2014/main" id="{44BA246A-340A-41A3-A1B0-4A023730C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1554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8" name="data_3945">
            <a:extLst xmlns:a="http://schemas.openxmlformats.org/drawingml/2006/main">
              <a:ext uri="{FF2B5EF4-FFF2-40B4-BE49-F238E27FC236}">
                <a16:creationId xmlns:a16="http://schemas.microsoft.com/office/drawing/2014/main" id="{9F938164-D9EA-409C-822E-4F58DE2E7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0976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9" name="data_3946">
            <a:extLst xmlns:a="http://schemas.openxmlformats.org/drawingml/2006/main">
              <a:ext uri="{FF2B5EF4-FFF2-40B4-BE49-F238E27FC236}">
                <a16:creationId xmlns:a16="http://schemas.microsoft.com/office/drawing/2014/main" id="{7549DD97-B164-43E0-89F5-369F4FF87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912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0" name="data_3947">
            <a:extLst xmlns:a="http://schemas.openxmlformats.org/drawingml/2006/main">
              <a:ext uri="{FF2B5EF4-FFF2-40B4-BE49-F238E27FC236}">
                <a16:creationId xmlns:a16="http://schemas.microsoft.com/office/drawing/2014/main" id="{8860D74C-5582-45D3-839B-4156B995C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098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1" name="data_3948">
            <a:extLst xmlns:a="http://schemas.openxmlformats.org/drawingml/2006/main">
              <a:ext uri="{FF2B5EF4-FFF2-40B4-BE49-F238E27FC236}">
                <a16:creationId xmlns:a16="http://schemas.microsoft.com/office/drawing/2014/main" id="{0ACCA9AC-4802-4C83-9763-6655ACFF7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063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2" name="data_3949">
            <a:extLst xmlns:a="http://schemas.openxmlformats.org/drawingml/2006/main">
              <a:ext uri="{FF2B5EF4-FFF2-40B4-BE49-F238E27FC236}">
                <a16:creationId xmlns:a16="http://schemas.microsoft.com/office/drawing/2014/main" id="{E6DB2FF3-FD92-48FD-B9E1-BAB23CCF2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00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3" name="data_3950">
            <a:extLst xmlns:a="http://schemas.openxmlformats.org/drawingml/2006/main">
              <a:ext uri="{FF2B5EF4-FFF2-40B4-BE49-F238E27FC236}">
                <a16:creationId xmlns:a16="http://schemas.microsoft.com/office/drawing/2014/main" id="{41FA4D4E-436A-4BE7-839D-DF332C7A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40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4" name="data_3951">
            <a:extLst xmlns:a="http://schemas.openxmlformats.org/drawingml/2006/main">
              <a:ext uri="{FF2B5EF4-FFF2-40B4-BE49-F238E27FC236}">
                <a16:creationId xmlns:a16="http://schemas.microsoft.com/office/drawing/2014/main" id="{534E14AF-DF58-468B-87A3-29240900E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9789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5" name="data_3952">
            <a:extLst xmlns:a="http://schemas.openxmlformats.org/drawingml/2006/main">
              <a:ext uri="{FF2B5EF4-FFF2-40B4-BE49-F238E27FC236}">
                <a16:creationId xmlns:a16="http://schemas.microsoft.com/office/drawing/2014/main" id="{D8E73BC7-F317-408E-9912-8358D56A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29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6" name="data_3953">
            <a:extLst xmlns:a="http://schemas.openxmlformats.org/drawingml/2006/main">
              <a:ext uri="{FF2B5EF4-FFF2-40B4-BE49-F238E27FC236}">
                <a16:creationId xmlns:a16="http://schemas.microsoft.com/office/drawing/2014/main" id="{73FBD58E-BB2B-405E-9718-D1258DBF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458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7" name="data_3954">
            <a:extLst xmlns:a="http://schemas.openxmlformats.org/drawingml/2006/main">
              <a:ext uri="{FF2B5EF4-FFF2-40B4-BE49-F238E27FC236}">
                <a16:creationId xmlns:a16="http://schemas.microsoft.com/office/drawing/2014/main" id="{4CE88B1C-BFF9-4B3C-B136-9BC22613E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147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8" name="data_3955">
            <a:extLst xmlns:a="http://schemas.openxmlformats.org/drawingml/2006/main">
              <a:ext uri="{FF2B5EF4-FFF2-40B4-BE49-F238E27FC236}">
                <a16:creationId xmlns:a16="http://schemas.microsoft.com/office/drawing/2014/main" id="{900BDB50-0626-425B-A667-BDDD33257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40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9" name="data_3956">
            <a:extLst xmlns:a="http://schemas.openxmlformats.org/drawingml/2006/main">
              <a:ext uri="{FF2B5EF4-FFF2-40B4-BE49-F238E27FC236}">
                <a16:creationId xmlns:a16="http://schemas.microsoft.com/office/drawing/2014/main" id="{E6878A86-5EA8-4A64-86BB-21287A099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9905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0" name="data_3957">
            <a:extLst xmlns:a="http://schemas.openxmlformats.org/drawingml/2006/main">
              <a:ext uri="{FF2B5EF4-FFF2-40B4-BE49-F238E27FC236}">
                <a16:creationId xmlns:a16="http://schemas.microsoft.com/office/drawing/2014/main" id="{807F431D-63B1-451E-86AA-C874B0F53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648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1" name="data_3958">
            <a:extLst xmlns:a="http://schemas.openxmlformats.org/drawingml/2006/main">
              <a:ext uri="{FF2B5EF4-FFF2-40B4-BE49-F238E27FC236}">
                <a16:creationId xmlns:a16="http://schemas.microsoft.com/office/drawing/2014/main" id="{611E653D-7A17-4189-9CE6-9D66413C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825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2" name="data_3959">
            <a:extLst xmlns:a="http://schemas.openxmlformats.org/drawingml/2006/main">
              <a:ext uri="{FF2B5EF4-FFF2-40B4-BE49-F238E27FC236}">
                <a16:creationId xmlns:a16="http://schemas.microsoft.com/office/drawing/2014/main" id="{45F189D2-0C38-4528-A2B8-4CF70F01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1246" y="337762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3" name="data_3960">
            <a:extLst xmlns:a="http://schemas.openxmlformats.org/drawingml/2006/main">
              <a:ext uri="{FF2B5EF4-FFF2-40B4-BE49-F238E27FC236}">
                <a16:creationId xmlns:a16="http://schemas.microsoft.com/office/drawing/2014/main" id="{70775AF3-6EAD-4503-9197-23F47C0AD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7899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4" name="data_3961">
            <a:extLst xmlns:a="http://schemas.openxmlformats.org/drawingml/2006/main">
              <a:ext uri="{FF2B5EF4-FFF2-40B4-BE49-F238E27FC236}">
                <a16:creationId xmlns:a16="http://schemas.microsoft.com/office/drawing/2014/main" id="{5FD023FE-76C9-462E-BCAC-2F34D309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31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5" name="data_3962">
            <a:extLst xmlns:a="http://schemas.openxmlformats.org/drawingml/2006/main">
              <a:ext uri="{FF2B5EF4-FFF2-40B4-BE49-F238E27FC236}">
                <a16:creationId xmlns:a16="http://schemas.microsoft.com/office/drawing/2014/main" id="{5EAFB509-60C6-4B81-9810-9377C76C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103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6" name="data_3963">
            <a:extLst xmlns:a="http://schemas.openxmlformats.org/drawingml/2006/main">
              <a:ext uri="{FF2B5EF4-FFF2-40B4-BE49-F238E27FC236}">
                <a16:creationId xmlns:a16="http://schemas.microsoft.com/office/drawing/2014/main" id="{F00EE6C1-9644-41F2-B2FC-26223C7C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918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7" name="data_3964">
            <a:extLst xmlns:a="http://schemas.openxmlformats.org/drawingml/2006/main">
              <a:ext uri="{FF2B5EF4-FFF2-40B4-BE49-F238E27FC236}">
                <a16:creationId xmlns:a16="http://schemas.microsoft.com/office/drawing/2014/main" id="{73D393BB-1939-403C-B814-1B280FFB4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10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8" name="data_3965">
            <a:extLst xmlns:a="http://schemas.openxmlformats.org/drawingml/2006/main">
              <a:ext uri="{FF2B5EF4-FFF2-40B4-BE49-F238E27FC236}">
                <a16:creationId xmlns:a16="http://schemas.microsoft.com/office/drawing/2014/main" id="{F4307E56-9AD4-428B-AD64-AD60A772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705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9" name="data_3966">
            <a:extLst xmlns:a="http://schemas.openxmlformats.org/drawingml/2006/main">
              <a:ext uri="{FF2B5EF4-FFF2-40B4-BE49-F238E27FC236}">
                <a16:creationId xmlns:a16="http://schemas.microsoft.com/office/drawing/2014/main" id="{E1897C81-26C7-4C1B-B6FD-AA841763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707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0" name="data_3967">
            <a:extLst xmlns:a="http://schemas.openxmlformats.org/drawingml/2006/main">
              <a:ext uri="{FF2B5EF4-FFF2-40B4-BE49-F238E27FC236}">
                <a16:creationId xmlns:a16="http://schemas.microsoft.com/office/drawing/2014/main" id="{827EE89E-2AAA-406B-B582-22389F13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3989" y="2356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1" name="data_3968">
            <a:extLst xmlns:a="http://schemas.openxmlformats.org/drawingml/2006/main">
              <a:ext uri="{FF2B5EF4-FFF2-40B4-BE49-F238E27FC236}">
                <a16:creationId xmlns:a16="http://schemas.microsoft.com/office/drawing/2014/main" id="{31CC77C3-F9E4-4BD8-8D82-2D23F1760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920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2" name="data_3969">
            <a:extLst xmlns:a="http://schemas.openxmlformats.org/drawingml/2006/main">
              <a:ext uri="{FF2B5EF4-FFF2-40B4-BE49-F238E27FC236}">
                <a16:creationId xmlns:a16="http://schemas.microsoft.com/office/drawing/2014/main" id="{9B306F48-156C-46F5-A574-87CFA4D47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740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3" name="data_3970">
            <a:extLst xmlns:a="http://schemas.openxmlformats.org/drawingml/2006/main">
              <a:ext uri="{FF2B5EF4-FFF2-40B4-BE49-F238E27FC236}">
                <a16:creationId xmlns:a16="http://schemas.microsoft.com/office/drawing/2014/main" id="{BDE829B1-B769-428B-AE08-0C80F1A11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567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4" name="data_3971">
            <a:extLst xmlns:a="http://schemas.openxmlformats.org/drawingml/2006/main">
              <a:ext uri="{FF2B5EF4-FFF2-40B4-BE49-F238E27FC236}">
                <a16:creationId xmlns:a16="http://schemas.microsoft.com/office/drawing/2014/main" id="{0D5C2C44-C490-4A9B-B27C-6FB2A0CB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15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5" name="data_3972">
            <a:extLst xmlns:a="http://schemas.openxmlformats.org/drawingml/2006/main">
              <a:ext uri="{FF2B5EF4-FFF2-40B4-BE49-F238E27FC236}">
                <a16:creationId xmlns:a16="http://schemas.microsoft.com/office/drawing/2014/main" id="{A6C66FF3-3503-4C62-9103-1BBDAC7E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570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6" name="data_3973">
            <a:extLst xmlns:a="http://schemas.openxmlformats.org/drawingml/2006/main">
              <a:ext uri="{FF2B5EF4-FFF2-40B4-BE49-F238E27FC236}">
                <a16:creationId xmlns:a16="http://schemas.microsoft.com/office/drawing/2014/main" id="{7345B684-28DA-4E32-87E7-CD6B87197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97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7" name="data_3974">
            <a:extLst xmlns:a="http://schemas.openxmlformats.org/drawingml/2006/main">
              <a:ext uri="{FF2B5EF4-FFF2-40B4-BE49-F238E27FC236}">
                <a16:creationId xmlns:a16="http://schemas.microsoft.com/office/drawing/2014/main" id="{784A0961-96E3-4ED5-A1DA-4DFBBB37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26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8" name="data_3975">
            <a:extLst xmlns:a="http://schemas.openxmlformats.org/drawingml/2006/main">
              <a:ext uri="{FF2B5EF4-FFF2-40B4-BE49-F238E27FC236}">
                <a16:creationId xmlns:a16="http://schemas.microsoft.com/office/drawing/2014/main" id="{A3F67466-053F-4229-821C-211121F3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1444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9" name="data_3976">
            <a:extLst xmlns:a="http://schemas.openxmlformats.org/drawingml/2006/main">
              <a:ext uri="{FF2B5EF4-FFF2-40B4-BE49-F238E27FC236}">
                <a16:creationId xmlns:a16="http://schemas.microsoft.com/office/drawing/2014/main" id="{12E86AA5-6DC3-4BDD-87BA-C6EF65EFF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37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0" name="data_3977">
            <a:extLst xmlns:a="http://schemas.openxmlformats.org/drawingml/2006/main">
              <a:ext uri="{FF2B5EF4-FFF2-40B4-BE49-F238E27FC236}">
                <a16:creationId xmlns:a16="http://schemas.microsoft.com/office/drawing/2014/main" id="{CD0F8972-0C08-453B-9F05-F635A818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1766" y="307203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1" name="data_3978">
            <a:extLst xmlns:a="http://schemas.openxmlformats.org/drawingml/2006/main">
              <a:ext uri="{FF2B5EF4-FFF2-40B4-BE49-F238E27FC236}">
                <a16:creationId xmlns:a16="http://schemas.microsoft.com/office/drawing/2014/main" id="{BD6296FB-919C-476C-83C5-F455B62C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7197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2" name="data_3979">
            <a:extLst xmlns:a="http://schemas.openxmlformats.org/drawingml/2006/main">
              <a:ext uri="{FF2B5EF4-FFF2-40B4-BE49-F238E27FC236}">
                <a16:creationId xmlns:a16="http://schemas.microsoft.com/office/drawing/2014/main" id="{E5A2647E-58E4-4D0A-B95A-6165CB9A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911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3" name="data_3980">
            <a:extLst xmlns:a="http://schemas.openxmlformats.org/drawingml/2006/main">
              <a:ext uri="{FF2B5EF4-FFF2-40B4-BE49-F238E27FC236}">
                <a16:creationId xmlns:a16="http://schemas.microsoft.com/office/drawing/2014/main" id="{314D801A-07A7-4A2B-9562-D693A17B9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134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4" name="data_3981">
            <a:extLst xmlns:a="http://schemas.openxmlformats.org/drawingml/2006/main">
              <a:ext uri="{FF2B5EF4-FFF2-40B4-BE49-F238E27FC236}">
                <a16:creationId xmlns:a16="http://schemas.microsoft.com/office/drawing/2014/main" id="{13A5F00C-D76E-4260-A236-52768684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207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5" name="data_3982">
            <a:extLst xmlns:a="http://schemas.openxmlformats.org/drawingml/2006/main">
              <a:ext uri="{FF2B5EF4-FFF2-40B4-BE49-F238E27FC236}">
                <a16:creationId xmlns:a16="http://schemas.microsoft.com/office/drawing/2014/main" id="{F6931529-A605-45CD-9085-EA063CF2C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9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6" name="data_3983">
            <a:extLst xmlns:a="http://schemas.openxmlformats.org/drawingml/2006/main">
              <a:ext uri="{FF2B5EF4-FFF2-40B4-BE49-F238E27FC236}">
                <a16:creationId xmlns:a16="http://schemas.microsoft.com/office/drawing/2014/main" id="{A6634161-5AD9-44A4-81BD-DD7910E8F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606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7" name="data_3984">
            <a:extLst xmlns:a="http://schemas.openxmlformats.org/drawingml/2006/main">
              <a:ext uri="{FF2B5EF4-FFF2-40B4-BE49-F238E27FC236}">
                <a16:creationId xmlns:a16="http://schemas.microsoft.com/office/drawing/2014/main" id="{E65CCF2D-182C-42C6-A372-343F8819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74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8" name="data_3985">
            <a:extLst xmlns:a="http://schemas.openxmlformats.org/drawingml/2006/main">
              <a:ext uri="{FF2B5EF4-FFF2-40B4-BE49-F238E27FC236}">
                <a16:creationId xmlns:a16="http://schemas.microsoft.com/office/drawing/2014/main" id="{BB4BC71A-4016-408B-874A-4002E34B6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017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9" name="data_3986">
            <a:extLst xmlns:a="http://schemas.openxmlformats.org/drawingml/2006/main">
              <a:ext uri="{FF2B5EF4-FFF2-40B4-BE49-F238E27FC236}">
                <a16:creationId xmlns:a16="http://schemas.microsoft.com/office/drawing/2014/main" id="{3D405640-23D6-4386-93E2-883C6631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831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0" name="data_3987">
            <a:extLst xmlns:a="http://schemas.openxmlformats.org/drawingml/2006/main">
              <a:ext uri="{FF2B5EF4-FFF2-40B4-BE49-F238E27FC236}">
                <a16:creationId xmlns:a16="http://schemas.microsoft.com/office/drawing/2014/main" id="{41E517C7-42AF-4012-BE40-B52550C7D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8729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1" name="data_3988">
            <a:extLst xmlns:a="http://schemas.openxmlformats.org/drawingml/2006/main">
              <a:ext uri="{FF2B5EF4-FFF2-40B4-BE49-F238E27FC236}">
                <a16:creationId xmlns:a16="http://schemas.microsoft.com/office/drawing/2014/main" id="{88FA403D-FCAE-4CC2-9FE1-14D07F9E3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25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2" name="data_3989">
            <a:extLst xmlns:a="http://schemas.openxmlformats.org/drawingml/2006/main">
              <a:ext uri="{FF2B5EF4-FFF2-40B4-BE49-F238E27FC236}">
                <a16:creationId xmlns:a16="http://schemas.microsoft.com/office/drawing/2014/main" id="{484B550C-2C35-4CAA-ADB9-554114D9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447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3" name="data_3990">
            <a:extLst xmlns:a="http://schemas.openxmlformats.org/drawingml/2006/main">
              <a:ext uri="{FF2B5EF4-FFF2-40B4-BE49-F238E27FC236}">
                <a16:creationId xmlns:a16="http://schemas.microsoft.com/office/drawing/2014/main" id="{52AF5AB9-5E95-435E-B8E8-B3360BBF7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169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4" name="data_3991">
            <a:extLst xmlns:a="http://schemas.openxmlformats.org/drawingml/2006/main">
              <a:ext uri="{FF2B5EF4-FFF2-40B4-BE49-F238E27FC236}">
                <a16:creationId xmlns:a16="http://schemas.microsoft.com/office/drawing/2014/main" id="{60930918-8006-4F9A-A6F4-C80C41EE5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43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5" name="data_3992">
            <a:extLst xmlns:a="http://schemas.openxmlformats.org/drawingml/2006/main">
              <a:ext uri="{FF2B5EF4-FFF2-40B4-BE49-F238E27FC236}">
                <a16:creationId xmlns:a16="http://schemas.microsoft.com/office/drawing/2014/main" id="{A1E13F9A-C6F8-4F4E-8454-D987FAF8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89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6" name="data_3993">
            <a:extLst xmlns:a="http://schemas.openxmlformats.org/drawingml/2006/main">
              <a:ext uri="{FF2B5EF4-FFF2-40B4-BE49-F238E27FC236}">
                <a16:creationId xmlns:a16="http://schemas.microsoft.com/office/drawing/2014/main" id="{F4E119A4-AC78-4415-8035-5D17BAAC9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6991" y="301646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7" name="data_3994">
            <a:extLst xmlns:a="http://schemas.openxmlformats.org/drawingml/2006/main">
              <a:ext uri="{FF2B5EF4-FFF2-40B4-BE49-F238E27FC236}">
                <a16:creationId xmlns:a16="http://schemas.microsoft.com/office/drawing/2014/main" id="{01557646-AE45-49EA-BAA2-31975D4A0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36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8" name="data_3995">
            <a:extLst xmlns:a="http://schemas.openxmlformats.org/drawingml/2006/main">
              <a:ext uri="{FF2B5EF4-FFF2-40B4-BE49-F238E27FC236}">
                <a16:creationId xmlns:a16="http://schemas.microsoft.com/office/drawing/2014/main" id="{6D4C0B81-3F04-4AF0-8E5E-50B1F9186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474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9" name="data_3996">
            <a:extLst xmlns:a="http://schemas.openxmlformats.org/drawingml/2006/main">
              <a:ext uri="{FF2B5EF4-FFF2-40B4-BE49-F238E27FC236}">
                <a16:creationId xmlns:a16="http://schemas.microsoft.com/office/drawing/2014/main" id="{62C072D6-0789-4EE2-810A-42D1E056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24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0" name="data_3997">
            <a:extLst xmlns:a="http://schemas.openxmlformats.org/drawingml/2006/main">
              <a:ext uri="{FF2B5EF4-FFF2-40B4-BE49-F238E27FC236}">
                <a16:creationId xmlns:a16="http://schemas.microsoft.com/office/drawing/2014/main" id="{0A25D5AC-373E-467B-8C45-A8F60665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884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1" name="data_3998">
            <a:extLst xmlns:a="http://schemas.openxmlformats.org/drawingml/2006/main">
              <a:ext uri="{FF2B5EF4-FFF2-40B4-BE49-F238E27FC236}">
                <a16:creationId xmlns:a16="http://schemas.microsoft.com/office/drawing/2014/main" id="{266D943D-212B-44E8-838A-8E4AD616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0114" y="24065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2" name="data_3999">
            <a:extLst xmlns:a="http://schemas.openxmlformats.org/drawingml/2006/main">
              <a:ext uri="{FF2B5EF4-FFF2-40B4-BE49-F238E27FC236}">
                <a16:creationId xmlns:a16="http://schemas.microsoft.com/office/drawing/2014/main" id="{0ED73D99-40F9-4D7A-BEAD-6F99A9942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1041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3" name="data_4000">
            <a:extLst xmlns:a="http://schemas.openxmlformats.org/drawingml/2006/main">
              <a:ext uri="{FF2B5EF4-FFF2-40B4-BE49-F238E27FC236}">
                <a16:creationId xmlns:a16="http://schemas.microsoft.com/office/drawing/2014/main" id="{4C08C90A-525A-4401-9962-5E2A66C42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23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4" name="data_4001">
            <a:extLst xmlns:a="http://schemas.openxmlformats.org/drawingml/2006/main">
              <a:ext uri="{FF2B5EF4-FFF2-40B4-BE49-F238E27FC236}">
                <a16:creationId xmlns:a16="http://schemas.microsoft.com/office/drawing/2014/main" id="{FE87514F-A1C6-4F22-9E8E-7B572DBD9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1765" y="37922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5" name="data_4002">
            <a:extLst xmlns:a="http://schemas.openxmlformats.org/drawingml/2006/main">
              <a:ext uri="{FF2B5EF4-FFF2-40B4-BE49-F238E27FC236}">
                <a16:creationId xmlns:a16="http://schemas.microsoft.com/office/drawing/2014/main" id="{543E4706-EF02-40A2-A6E6-BC1529721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051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6" name="data_4003">
            <a:extLst xmlns:a="http://schemas.openxmlformats.org/drawingml/2006/main">
              <a:ext uri="{FF2B5EF4-FFF2-40B4-BE49-F238E27FC236}">
                <a16:creationId xmlns:a16="http://schemas.microsoft.com/office/drawing/2014/main" id="{BD28BB08-9A96-44AA-89EA-C6EAC357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9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7" name="data_4004">
            <a:extLst xmlns:a="http://schemas.openxmlformats.org/drawingml/2006/main">
              <a:ext uri="{FF2B5EF4-FFF2-40B4-BE49-F238E27FC236}">
                <a16:creationId xmlns:a16="http://schemas.microsoft.com/office/drawing/2014/main" id="{3F123023-527F-4CA0-9915-6FCC92645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447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8" name="data_4005">
            <a:extLst xmlns:a="http://schemas.openxmlformats.org/drawingml/2006/main">
              <a:ext uri="{FF2B5EF4-FFF2-40B4-BE49-F238E27FC236}">
                <a16:creationId xmlns:a16="http://schemas.microsoft.com/office/drawing/2014/main" id="{BB77A181-E719-4843-AB46-3B32DF43B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0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9" name="data_4006">
            <a:extLst xmlns:a="http://schemas.openxmlformats.org/drawingml/2006/main">
              <a:ext uri="{FF2B5EF4-FFF2-40B4-BE49-F238E27FC236}">
                <a16:creationId xmlns:a16="http://schemas.microsoft.com/office/drawing/2014/main" id="{A5C5D1B8-3D0F-448C-A671-1A53582B6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662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0" name="data_4007">
            <a:extLst xmlns:a="http://schemas.openxmlformats.org/drawingml/2006/main">
              <a:ext uri="{FF2B5EF4-FFF2-40B4-BE49-F238E27FC236}">
                <a16:creationId xmlns:a16="http://schemas.microsoft.com/office/drawing/2014/main" id="{69432425-8C68-49FA-9B10-AAA737FDD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30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1" name="data_4008">
            <a:extLst xmlns:a="http://schemas.openxmlformats.org/drawingml/2006/main">
              <a:ext uri="{FF2B5EF4-FFF2-40B4-BE49-F238E27FC236}">
                <a16:creationId xmlns:a16="http://schemas.microsoft.com/office/drawing/2014/main" id="{C7B78DF2-A534-47C3-A0BD-10AC7135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454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2" name="data_4009">
            <a:extLst xmlns:a="http://schemas.openxmlformats.org/drawingml/2006/main">
              <a:ext uri="{FF2B5EF4-FFF2-40B4-BE49-F238E27FC236}">
                <a16:creationId xmlns:a16="http://schemas.microsoft.com/office/drawing/2014/main" id="{33EA67D4-719D-4454-8814-28D00FA2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385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3" name="data_4010">
            <a:extLst xmlns:a="http://schemas.openxmlformats.org/drawingml/2006/main">
              <a:ext uri="{FF2B5EF4-FFF2-40B4-BE49-F238E27FC236}">
                <a16:creationId xmlns:a16="http://schemas.microsoft.com/office/drawing/2014/main" id="{8BFCFDC3-9811-4553-BB61-B63F01B66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1441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4" name="data_4011">
            <a:extLst xmlns:a="http://schemas.openxmlformats.org/drawingml/2006/main">
              <a:ext uri="{FF2B5EF4-FFF2-40B4-BE49-F238E27FC236}">
                <a16:creationId xmlns:a16="http://schemas.microsoft.com/office/drawing/2014/main" id="{5E9AFCCE-9402-4248-87A9-1F831E244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645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5" name="data_4012">
            <a:extLst xmlns:a="http://schemas.openxmlformats.org/drawingml/2006/main">
              <a:ext uri="{FF2B5EF4-FFF2-40B4-BE49-F238E27FC236}">
                <a16:creationId xmlns:a16="http://schemas.microsoft.com/office/drawing/2014/main" id="{54C2735B-8664-4930-8CF3-8FE5209E1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132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6" name="data_4013">
            <a:extLst xmlns:a="http://schemas.openxmlformats.org/drawingml/2006/main">
              <a:ext uri="{FF2B5EF4-FFF2-40B4-BE49-F238E27FC236}">
                <a16:creationId xmlns:a16="http://schemas.microsoft.com/office/drawing/2014/main" id="{DD1CCB51-4870-43C3-8B47-0B84CCD7C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20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7" name="data_4014">
            <a:extLst xmlns:a="http://schemas.openxmlformats.org/drawingml/2006/main">
              <a:ext uri="{FF2B5EF4-FFF2-40B4-BE49-F238E27FC236}">
                <a16:creationId xmlns:a16="http://schemas.microsoft.com/office/drawing/2014/main" id="{8626C236-1347-4B8A-9BBD-A8E9AA1C4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973" y="255343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8" name="data_4015">
            <a:extLst xmlns:a="http://schemas.openxmlformats.org/drawingml/2006/main">
              <a:ext uri="{FF2B5EF4-FFF2-40B4-BE49-F238E27FC236}">
                <a16:creationId xmlns:a16="http://schemas.microsoft.com/office/drawing/2014/main" id="{0680C511-BD74-4BA9-8707-4355BB78F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013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9" name="data_4016">
            <a:extLst xmlns:a="http://schemas.openxmlformats.org/drawingml/2006/main">
              <a:ext uri="{FF2B5EF4-FFF2-40B4-BE49-F238E27FC236}">
                <a16:creationId xmlns:a16="http://schemas.microsoft.com/office/drawing/2014/main" id="{1A6BBA76-FBA7-4021-98BC-516C242C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200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0" name="data_4017">
            <a:extLst xmlns:a="http://schemas.openxmlformats.org/drawingml/2006/main">
              <a:ext uri="{FF2B5EF4-FFF2-40B4-BE49-F238E27FC236}">
                <a16:creationId xmlns:a16="http://schemas.microsoft.com/office/drawing/2014/main" id="{2D1EC077-33C8-471E-865B-0CAD4CD28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856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1" name="data_4018">
            <a:extLst xmlns:a="http://schemas.openxmlformats.org/drawingml/2006/main">
              <a:ext uri="{FF2B5EF4-FFF2-40B4-BE49-F238E27FC236}">
                <a16:creationId xmlns:a16="http://schemas.microsoft.com/office/drawing/2014/main" id="{20694A2C-2E76-4091-BA28-02B499BA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176" y="31002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2" name="data_4019">
            <a:extLst xmlns:a="http://schemas.openxmlformats.org/drawingml/2006/main">
              <a:ext uri="{FF2B5EF4-FFF2-40B4-BE49-F238E27FC236}">
                <a16:creationId xmlns:a16="http://schemas.microsoft.com/office/drawing/2014/main" id="{68482F7B-82DB-41F6-8004-632981458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42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3" name="data_4020">
            <a:extLst xmlns:a="http://schemas.openxmlformats.org/drawingml/2006/main">
              <a:ext uri="{FF2B5EF4-FFF2-40B4-BE49-F238E27FC236}">
                <a16:creationId xmlns:a16="http://schemas.microsoft.com/office/drawing/2014/main" id="{C8DF9C81-ADAC-4144-BCCC-CBADD859E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145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4" name="data_4021">
            <a:extLst xmlns:a="http://schemas.openxmlformats.org/drawingml/2006/main">
              <a:ext uri="{FF2B5EF4-FFF2-40B4-BE49-F238E27FC236}">
                <a16:creationId xmlns:a16="http://schemas.microsoft.com/office/drawing/2014/main" id="{6519D619-1E14-48E1-9A3C-B4923B3FA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11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5" name="data_4022">
            <a:extLst xmlns:a="http://schemas.openxmlformats.org/drawingml/2006/main">
              <a:ext uri="{FF2B5EF4-FFF2-40B4-BE49-F238E27FC236}">
                <a16:creationId xmlns:a16="http://schemas.microsoft.com/office/drawing/2014/main" id="{B3080F8C-E605-4AE2-8635-315125CCD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13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6" name="data_4023">
            <a:extLst xmlns:a="http://schemas.openxmlformats.org/drawingml/2006/main">
              <a:ext uri="{FF2B5EF4-FFF2-40B4-BE49-F238E27FC236}">
                <a16:creationId xmlns:a16="http://schemas.microsoft.com/office/drawing/2014/main" id="{989B162B-6D24-4CC8-A982-8610FD1A5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295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7" name="data_4024">
            <a:extLst xmlns:a="http://schemas.openxmlformats.org/drawingml/2006/main">
              <a:ext uri="{FF2B5EF4-FFF2-40B4-BE49-F238E27FC236}">
                <a16:creationId xmlns:a16="http://schemas.microsoft.com/office/drawing/2014/main" id="{05101EB1-54EE-4ED5-A00B-822B7497D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383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8" name="data_4025">
            <a:extLst xmlns:a="http://schemas.openxmlformats.org/drawingml/2006/main">
              <a:ext uri="{FF2B5EF4-FFF2-40B4-BE49-F238E27FC236}">
                <a16:creationId xmlns:a16="http://schemas.microsoft.com/office/drawing/2014/main" id="{3102CA81-8861-44B4-96F0-4C03E175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7103" y="243459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9" name="data_4026">
            <a:extLst xmlns:a="http://schemas.openxmlformats.org/drawingml/2006/main">
              <a:ext uri="{FF2B5EF4-FFF2-40B4-BE49-F238E27FC236}">
                <a16:creationId xmlns:a16="http://schemas.microsoft.com/office/drawing/2014/main" id="{62605090-7425-4364-8F0A-4D77797BC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6027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0" name="data_4027">
            <a:extLst xmlns:a="http://schemas.openxmlformats.org/drawingml/2006/main">
              <a:ext uri="{FF2B5EF4-FFF2-40B4-BE49-F238E27FC236}">
                <a16:creationId xmlns:a16="http://schemas.microsoft.com/office/drawing/2014/main" id="{1F0CC7EF-11A6-4333-B2DF-6AE662A5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646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1" name="data_4028">
            <a:extLst xmlns:a="http://schemas.openxmlformats.org/drawingml/2006/main">
              <a:ext uri="{FF2B5EF4-FFF2-40B4-BE49-F238E27FC236}">
                <a16:creationId xmlns:a16="http://schemas.microsoft.com/office/drawing/2014/main" id="{009AE38B-A44E-46BD-828C-2796C72AE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510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2" name="data_4029">
            <a:extLst xmlns:a="http://schemas.openxmlformats.org/drawingml/2006/main">
              <a:ext uri="{FF2B5EF4-FFF2-40B4-BE49-F238E27FC236}">
                <a16:creationId xmlns:a16="http://schemas.microsoft.com/office/drawing/2014/main" id="{3A2A2EEA-CFF8-47B5-9101-ED144E51F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290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3" name="data_4030">
            <a:extLst xmlns:a="http://schemas.openxmlformats.org/drawingml/2006/main">
              <a:ext uri="{FF2B5EF4-FFF2-40B4-BE49-F238E27FC236}">
                <a16:creationId xmlns:a16="http://schemas.microsoft.com/office/drawing/2014/main" id="{59B69BB3-2B33-48DA-A4D0-721EE3E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419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4" name="data_4031">
            <a:extLst xmlns:a="http://schemas.openxmlformats.org/drawingml/2006/main">
              <a:ext uri="{FF2B5EF4-FFF2-40B4-BE49-F238E27FC236}">
                <a16:creationId xmlns:a16="http://schemas.microsoft.com/office/drawing/2014/main" id="{1B77C530-4C1A-4930-9870-863EF6688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7469" y="260058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5" name="data_4032">
            <a:extLst xmlns:a="http://schemas.openxmlformats.org/drawingml/2006/main">
              <a:ext uri="{FF2B5EF4-FFF2-40B4-BE49-F238E27FC236}">
                <a16:creationId xmlns:a16="http://schemas.microsoft.com/office/drawing/2014/main" id="{A26E2C69-09EA-433D-8E29-BE776DBDB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466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6" name="data_4033">
            <a:extLst xmlns:a="http://schemas.openxmlformats.org/drawingml/2006/main">
              <a:ext uri="{FF2B5EF4-FFF2-40B4-BE49-F238E27FC236}">
                <a16:creationId xmlns:a16="http://schemas.microsoft.com/office/drawing/2014/main" id="{7A1393F1-7191-4FF0-8E25-44F9360E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3193" y="376888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7" name="data_4034">
            <a:extLst xmlns:a="http://schemas.openxmlformats.org/drawingml/2006/main">
              <a:ext uri="{FF2B5EF4-FFF2-40B4-BE49-F238E27FC236}">
                <a16:creationId xmlns:a16="http://schemas.microsoft.com/office/drawing/2014/main" id="{9F4892BF-0789-4822-9792-C7C900EC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765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8" name="data_4035">
            <a:extLst xmlns:a="http://schemas.openxmlformats.org/drawingml/2006/main">
              <a:ext uri="{FF2B5EF4-FFF2-40B4-BE49-F238E27FC236}">
                <a16:creationId xmlns:a16="http://schemas.microsoft.com/office/drawing/2014/main" id="{017E0C38-D0F0-4C83-B572-D65FF324F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849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9" name="data_4036">
            <a:extLst xmlns:a="http://schemas.openxmlformats.org/drawingml/2006/main">
              <a:ext uri="{FF2B5EF4-FFF2-40B4-BE49-F238E27FC236}">
                <a16:creationId xmlns:a16="http://schemas.microsoft.com/office/drawing/2014/main" id="{FA8B5825-FCFA-4B1E-A565-ADDE2C9F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747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0" name="data_4037">
            <a:extLst xmlns:a="http://schemas.openxmlformats.org/drawingml/2006/main">
              <a:ext uri="{FF2B5EF4-FFF2-40B4-BE49-F238E27FC236}">
                <a16:creationId xmlns:a16="http://schemas.microsoft.com/office/drawing/2014/main" id="{7A845CD4-2F64-4A00-8BD7-EF72B8F2A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68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1" name="data_4038">
            <a:extLst xmlns:a="http://schemas.openxmlformats.org/drawingml/2006/main">
              <a:ext uri="{FF2B5EF4-FFF2-40B4-BE49-F238E27FC236}">
                <a16:creationId xmlns:a16="http://schemas.microsoft.com/office/drawing/2014/main" id="{EB09F0B6-AC14-4C83-A88E-61ED08CE1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464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2" name="data_4039">
            <a:extLst xmlns:a="http://schemas.openxmlformats.org/drawingml/2006/main">
              <a:ext uri="{FF2B5EF4-FFF2-40B4-BE49-F238E27FC236}">
                <a16:creationId xmlns:a16="http://schemas.microsoft.com/office/drawing/2014/main" id="{8A107466-CDA2-49CF-A7FA-B4B947F9E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780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3" name="data_4040">
            <a:extLst xmlns:a="http://schemas.openxmlformats.org/drawingml/2006/main">
              <a:ext uri="{FF2B5EF4-FFF2-40B4-BE49-F238E27FC236}">
                <a16:creationId xmlns:a16="http://schemas.microsoft.com/office/drawing/2014/main" id="{FF9723CD-7722-4B85-A856-4E1D22A2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363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4" name="data_4041">
            <a:extLst xmlns:a="http://schemas.openxmlformats.org/drawingml/2006/main">
              <a:ext uri="{FF2B5EF4-FFF2-40B4-BE49-F238E27FC236}">
                <a16:creationId xmlns:a16="http://schemas.microsoft.com/office/drawing/2014/main" id="{BE10C6FE-EC96-4404-A0B6-B51564F3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111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5" name="data_4042">
            <a:extLst xmlns:a="http://schemas.openxmlformats.org/drawingml/2006/main">
              <a:ext uri="{FF2B5EF4-FFF2-40B4-BE49-F238E27FC236}">
                <a16:creationId xmlns:a16="http://schemas.microsoft.com/office/drawing/2014/main" id="{B9A683D2-85D3-4ED1-887C-15EB6C71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290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6" name="data_4043">
            <a:extLst xmlns:a="http://schemas.openxmlformats.org/drawingml/2006/main">
              <a:ext uri="{FF2B5EF4-FFF2-40B4-BE49-F238E27FC236}">
                <a16:creationId xmlns:a16="http://schemas.microsoft.com/office/drawing/2014/main" id="{AFD76BED-4E0F-4342-8A6F-3EBD78654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010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7" name="data_4044">
            <a:extLst xmlns:a="http://schemas.openxmlformats.org/drawingml/2006/main">
              <a:ext uri="{FF2B5EF4-FFF2-40B4-BE49-F238E27FC236}">
                <a16:creationId xmlns:a16="http://schemas.microsoft.com/office/drawing/2014/main" id="{3AAA6911-404F-41B2-AD3D-110C3928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406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8" name="data_4045">
            <a:extLst xmlns:a="http://schemas.openxmlformats.org/drawingml/2006/main">
              <a:ext uri="{FF2B5EF4-FFF2-40B4-BE49-F238E27FC236}">
                <a16:creationId xmlns:a16="http://schemas.microsoft.com/office/drawing/2014/main" id="{1AFB91F2-E419-45A0-8B62-3A80F37C0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5857" y="27756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9" name="data_4046">
            <a:extLst xmlns:a="http://schemas.openxmlformats.org/drawingml/2006/main">
              <a:ext uri="{FF2B5EF4-FFF2-40B4-BE49-F238E27FC236}">
                <a16:creationId xmlns:a16="http://schemas.microsoft.com/office/drawing/2014/main" id="{67015D51-5422-466C-B6F0-0B85D38F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262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0" name="data_4047">
            <a:extLst xmlns:a="http://schemas.openxmlformats.org/drawingml/2006/main">
              <a:ext uri="{FF2B5EF4-FFF2-40B4-BE49-F238E27FC236}">
                <a16:creationId xmlns:a16="http://schemas.microsoft.com/office/drawing/2014/main" id="{BA7415A6-D479-4E65-817D-3376AD52A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0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1" name="data_4048">
            <a:extLst xmlns:a="http://schemas.openxmlformats.org/drawingml/2006/main">
              <a:ext uri="{FF2B5EF4-FFF2-40B4-BE49-F238E27FC236}">
                <a16:creationId xmlns:a16="http://schemas.microsoft.com/office/drawing/2014/main" id="{74B21ED9-683B-479F-A526-C1A1AC4A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532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2" name="data_4049">
            <a:extLst xmlns:a="http://schemas.openxmlformats.org/drawingml/2006/main">
              <a:ext uri="{FF2B5EF4-FFF2-40B4-BE49-F238E27FC236}">
                <a16:creationId xmlns:a16="http://schemas.microsoft.com/office/drawing/2014/main" id="{F5341CCD-DF68-4EE1-B956-E6B2536B2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757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3" name="data_4050">
            <a:extLst xmlns:a="http://schemas.openxmlformats.org/drawingml/2006/main">
              <a:ext uri="{FF2B5EF4-FFF2-40B4-BE49-F238E27FC236}">
                <a16:creationId xmlns:a16="http://schemas.microsoft.com/office/drawing/2014/main" id="{311884AA-76EC-4C8B-8075-FCF05B7B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605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4" name="data_4051">
            <a:extLst xmlns:a="http://schemas.openxmlformats.org/drawingml/2006/main">
              <a:ext uri="{FF2B5EF4-FFF2-40B4-BE49-F238E27FC236}">
                <a16:creationId xmlns:a16="http://schemas.microsoft.com/office/drawing/2014/main" id="{72A07E4E-A0CE-4535-BA18-6317DB47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142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5" name="data_4052">
            <a:extLst xmlns:a="http://schemas.openxmlformats.org/drawingml/2006/main">
              <a:ext uri="{FF2B5EF4-FFF2-40B4-BE49-F238E27FC236}">
                <a16:creationId xmlns:a16="http://schemas.microsoft.com/office/drawing/2014/main" id="{A9B93FDB-0651-40C6-8859-014D703B5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792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6" name="data_4053">
            <a:extLst xmlns:a="http://schemas.openxmlformats.org/drawingml/2006/main">
              <a:ext uri="{FF2B5EF4-FFF2-40B4-BE49-F238E27FC236}">
                <a16:creationId xmlns:a16="http://schemas.microsoft.com/office/drawing/2014/main" id="{2BA22FDA-30FD-4F8D-8FD1-DD846A9CC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1715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7" name="data_4054">
            <a:extLst xmlns:a="http://schemas.openxmlformats.org/drawingml/2006/main">
              <a:ext uri="{FF2B5EF4-FFF2-40B4-BE49-F238E27FC236}">
                <a16:creationId xmlns:a16="http://schemas.microsoft.com/office/drawing/2014/main" id="{07B9B34B-59F9-4DD6-8AED-E42B2AC4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506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8" name="data_4055">
            <a:extLst xmlns:a="http://schemas.openxmlformats.org/drawingml/2006/main">
              <a:ext uri="{FF2B5EF4-FFF2-40B4-BE49-F238E27FC236}">
                <a16:creationId xmlns:a16="http://schemas.microsoft.com/office/drawing/2014/main" id="{91E5942C-0539-4248-AB7A-EE840C409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61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9" name="data_4056">
            <a:extLst xmlns:a="http://schemas.openxmlformats.org/drawingml/2006/main">
              <a:ext uri="{FF2B5EF4-FFF2-40B4-BE49-F238E27FC236}">
                <a16:creationId xmlns:a16="http://schemas.microsoft.com/office/drawing/2014/main" id="{87502516-AE52-4C18-B6F2-BE6F5B1B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916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0" name="data_4057">
            <a:extLst xmlns:a="http://schemas.openxmlformats.org/drawingml/2006/main">
              <a:ext uri="{FF2B5EF4-FFF2-40B4-BE49-F238E27FC236}">
                <a16:creationId xmlns:a16="http://schemas.microsoft.com/office/drawing/2014/main" id="{A8EC6609-AB89-479E-B657-15E9C939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01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1" name="data_4058">
            <a:extLst xmlns:a="http://schemas.openxmlformats.org/drawingml/2006/main">
              <a:ext uri="{FF2B5EF4-FFF2-40B4-BE49-F238E27FC236}">
                <a16:creationId xmlns:a16="http://schemas.microsoft.com/office/drawing/2014/main" id="{DC579780-4657-4F07-88D4-1A467EA9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328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2" name="data_4059">
            <a:extLst xmlns:a="http://schemas.openxmlformats.org/drawingml/2006/main">
              <a:ext uri="{FF2B5EF4-FFF2-40B4-BE49-F238E27FC236}">
                <a16:creationId xmlns:a16="http://schemas.microsoft.com/office/drawing/2014/main" id="{3D7A03FA-4AEC-4189-95F7-5FEA4E6B4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06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3" name="data_4060">
            <a:extLst xmlns:a="http://schemas.openxmlformats.org/drawingml/2006/main">
              <a:ext uri="{FF2B5EF4-FFF2-40B4-BE49-F238E27FC236}">
                <a16:creationId xmlns:a16="http://schemas.microsoft.com/office/drawing/2014/main" id="{14FA9277-AFEA-4FC6-915A-261C947A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5720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4" name="data_4061">
            <a:extLst xmlns:a="http://schemas.openxmlformats.org/drawingml/2006/main">
              <a:ext uri="{FF2B5EF4-FFF2-40B4-BE49-F238E27FC236}">
                <a16:creationId xmlns:a16="http://schemas.microsoft.com/office/drawing/2014/main" id="{FBC18908-8D70-428B-8865-ED0158B2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76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5" name="data_4062">
            <a:extLst xmlns:a="http://schemas.openxmlformats.org/drawingml/2006/main">
              <a:ext uri="{FF2B5EF4-FFF2-40B4-BE49-F238E27FC236}">
                <a16:creationId xmlns:a16="http://schemas.microsoft.com/office/drawing/2014/main" id="{56623CC0-323F-4D92-924B-6955B5F6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055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6" name="data_4063">
            <a:extLst xmlns:a="http://schemas.openxmlformats.org/drawingml/2006/main">
              <a:ext uri="{FF2B5EF4-FFF2-40B4-BE49-F238E27FC236}">
                <a16:creationId xmlns:a16="http://schemas.microsoft.com/office/drawing/2014/main" id="{E5FE0FCC-8570-48A1-939A-79A9C708D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17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7" name="data_4064">
            <a:extLst xmlns:a="http://schemas.openxmlformats.org/drawingml/2006/main">
              <a:ext uri="{FF2B5EF4-FFF2-40B4-BE49-F238E27FC236}">
                <a16:creationId xmlns:a16="http://schemas.microsoft.com/office/drawing/2014/main" id="{DD9F00C7-72AE-451E-AA42-9146CC3B7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47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8" name="data_4065">
            <a:extLst xmlns:a="http://schemas.openxmlformats.org/drawingml/2006/main">
              <a:ext uri="{FF2B5EF4-FFF2-40B4-BE49-F238E27FC236}">
                <a16:creationId xmlns:a16="http://schemas.microsoft.com/office/drawing/2014/main" id="{5C38FEE6-6F95-40E2-BC29-FF0841114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43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9" name="data_4066">
            <a:extLst xmlns:a="http://schemas.openxmlformats.org/drawingml/2006/main">
              <a:ext uri="{FF2B5EF4-FFF2-40B4-BE49-F238E27FC236}">
                <a16:creationId xmlns:a16="http://schemas.microsoft.com/office/drawing/2014/main" id="{3394299B-FF0F-4AFC-8902-EDFAE36F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966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0" name="data_4067">
            <a:extLst xmlns:a="http://schemas.openxmlformats.org/drawingml/2006/main">
              <a:ext uri="{FF2B5EF4-FFF2-40B4-BE49-F238E27FC236}">
                <a16:creationId xmlns:a16="http://schemas.microsoft.com/office/drawing/2014/main" id="{5BE06B14-1A57-4849-93A5-2A6915559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3026" y="2534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1" name="data_4068">
            <a:extLst xmlns:a="http://schemas.openxmlformats.org/drawingml/2006/main">
              <a:ext uri="{FF2B5EF4-FFF2-40B4-BE49-F238E27FC236}">
                <a16:creationId xmlns:a16="http://schemas.microsoft.com/office/drawing/2014/main" id="{97D73E9F-A536-4E6C-87DE-BF2068B8E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3648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2" name="data_4069">
            <a:extLst xmlns:a="http://schemas.openxmlformats.org/drawingml/2006/main">
              <a:ext uri="{FF2B5EF4-FFF2-40B4-BE49-F238E27FC236}">
                <a16:creationId xmlns:a16="http://schemas.microsoft.com/office/drawing/2014/main" id="{CE0EB635-DDD8-4C4F-8284-429BB2A5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32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3" name="data_4070">
            <a:extLst xmlns:a="http://schemas.openxmlformats.org/drawingml/2006/main">
              <a:ext uri="{FF2B5EF4-FFF2-40B4-BE49-F238E27FC236}">
                <a16:creationId xmlns:a16="http://schemas.microsoft.com/office/drawing/2014/main" id="{26DF7C1A-93AD-4476-9720-E139B51B2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610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4" name="data_4071">
            <a:extLst xmlns:a="http://schemas.openxmlformats.org/drawingml/2006/main">
              <a:ext uri="{FF2B5EF4-FFF2-40B4-BE49-F238E27FC236}">
                <a16:creationId xmlns:a16="http://schemas.microsoft.com/office/drawing/2014/main" id="{187E1309-3921-4ED0-80A2-253929C4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960" y="299640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5" name="data_4072">
            <a:extLst xmlns:a="http://schemas.openxmlformats.org/drawingml/2006/main">
              <a:ext uri="{FF2B5EF4-FFF2-40B4-BE49-F238E27FC236}">
                <a16:creationId xmlns:a16="http://schemas.microsoft.com/office/drawing/2014/main" id="{2035722C-0043-4CAF-A2A4-8538C851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5324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6" name="data_4073">
            <a:extLst xmlns:a="http://schemas.openxmlformats.org/drawingml/2006/main">
              <a:ext uri="{FF2B5EF4-FFF2-40B4-BE49-F238E27FC236}">
                <a16:creationId xmlns:a16="http://schemas.microsoft.com/office/drawing/2014/main" id="{A1C876C3-3585-429F-9B52-E757F4E7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220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7" name="data_4074">
            <a:extLst xmlns:a="http://schemas.openxmlformats.org/drawingml/2006/main">
              <a:ext uri="{FF2B5EF4-FFF2-40B4-BE49-F238E27FC236}">
                <a16:creationId xmlns:a16="http://schemas.microsoft.com/office/drawing/2014/main" id="{D75C94CD-4B09-40D3-AFBF-2F1C8EC98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088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8" name="data_4075">
            <a:extLst xmlns:a="http://schemas.openxmlformats.org/drawingml/2006/main">
              <a:ext uri="{FF2B5EF4-FFF2-40B4-BE49-F238E27FC236}">
                <a16:creationId xmlns:a16="http://schemas.microsoft.com/office/drawing/2014/main" id="{B3F17F43-D971-4917-AA5B-D7A1D183C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50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9" name="data_4076">
            <a:extLst xmlns:a="http://schemas.openxmlformats.org/drawingml/2006/main">
              <a:ext uri="{FF2B5EF4-FFF2-40B4-BE49-F238E27FC236}">
                <a16:creationId xmlns:a16="http://schemas.microsoft.com/office/drawing/2014/main" id="{5E4EF95E-BD25-490F-9372-245631E1B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457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0" name="data_4077">
            <a:extLst xmlns:a="http://schemas.openxmlformats.org/drawingml/2006/main">
              <a:ext uri="{FF2B5EF4-FFF2-40B4-BE49-F238E27FC236}">
                <a16:creationId xmlns:a16="http://schemas.microsoft.com/office/drawing/2014/main" id="{A8DB5726-BB37-445C-A10E-431E7F625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11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1" name="data_4078">
            <a:extLst xmlns:a="http://schemas.openxmlformats.org/drawingml/2006/main">
              <a:ext uri="{FF2B5EF4-FFF2-40B4-BE49-F238E27FC236}">
                <a16:creationId xmlns:a16="http://schemas.microsoft.com/office/drawing/2014/main" id="{BAEC99A2-BE13-446F-B692-CCD23832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0126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2" name="data_4079">
            <a:extLst xmlns:a="http://schemas.openxmlformats.org/drawingml/2006/main">
              <a:ext uri="{FF2B5EF4-FFF2-40B4-BE49-F238E27FC236}">
                <a16:creationId xmlns:a16="http://schemas.microsoft.com/office/drawing/2014/main" id="{2BAAC799-C5B1-4B1C-A705-3C035965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809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3" name="data_4080">
            <a:extLst xmlns:a="http://schemas.openxmlformats.org/drawingml/2006/main">
              <a:ext uri="{FF2B5EF4-FFF2-40B4-BE49-F238E27FC236}">
                <a16:creationId xmlns:a16="http://schemas.microsoft.com/office/drawing/2014/main" id="{121E9434-D96B-400E-B7F6-3B0A75C7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4" name="data_4081">
            <a:extLst xmlns:a="http://schemas.openxmlformats.org/drawingml/2006/main">
              <a:ext uri="{FF2B5EF4-FFF2-40B4-BE49-F238E27FC236}">
                <a16:creationId xmlns:a16="http://schemas.microsoft.com/office/drawing/2014/main" id="{349C7DA2-4BD2-49A5-9DB8-B3352386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8133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5" name="data_4082">
            <a:extLst xmlns:a="http://schemas.openxmlformats.org/drawingml/2006/main">
              <a:ext uri="{FF2B5EF4-FFF2-40B4-BE49-F238E27FC236}">
                <a16:creationId xmlns:a16="http://schemas.microsoft.com/office/drawing/2014/main" id="{AD82970A-C628-4AC5-A9A7-5B26568E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463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6" name="data_4083">
            <a:extLst xmlns:a="http://schemas.openxmlformats.org/drawingml/2006/main">
              <a:ext uri="{FF2B5EF4-FFF2-40B4-BE49-F238E27FC236}">
                <a16:creationId xmlns:a16="http://schemas.microsoft.com/office/drawing/2014/main" id="{7F693945-8378-4C75-80CC-3B8FC6D1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943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7" name="data_4084">
            <a:extLst xmlns:a="http://schemas.openxmlformats.org/drawingml/2006/main">
              <a:ext uri="{FF2B5EF4-FFF2-40B4-BE49-F238E27FC236}">
                <a16:creationId xmlns:a16="http://schemas.microsoft.com/office/drawing/2014/main" id="{38A34D6B-FAA9-420F-8C30-F490F5404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047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8" name="data_4085">
            <a:extLst xmlns:a="http://schemas.openxmlformats.org/drawingml/2006/main">
              <a:ext uri="{FF2B5EF4-FFF2-40B4-BE49-F238E27FC236}">
                <a16:creationId xmlns:a16="http://schemas.microsoft.com/office/drawing/2014/main" id="{78543735-D30A-41C6-B958-AFADAF1E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729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9" name="data_4086">
            <a:extLst xmlns:a="http://schemas.openxmlformats.org/drawingml/2006/main">
              <a:ext uri="{FF2B5EF4-FFF2-40B4-BE49-F238E27FC236}">
                <a16:creationId xmlns:a16="http://schemas.microsoft.com/office/drawing/2014/main" id="{8354D495-3926-44AF-A139-8D6F765C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468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0" name="data_4087">
            <a:extLst xmlns:a="http://schemas.openxmlformats.org/drawingml/2006/main">
              <a:ext uri="{FF2B5EF4-FFF2-40B4-BE49-F238E27FC236}">
                <a16:creationId xmlns:a16="http://schemas.microsoft.com/office/drawing/2014/main" id="{65C006AF-0AF5-40DB-BF00-3A35148B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6815" y="32304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1" name="data_4088">
            <a:extLst xmlns:a="http://schemas.openxmlformats.org/drawingml/2006/main">
              <a:ext uri="{FF2B5EF4-FFF2-40B4-BE49-F238E27FC236}">
                <a16:creationId xmlns:a16="http://schemas.microsoft.com/office/drawing/2014/main" id="{52991A7B-076F-40C9-AF2B-D6720676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225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2" name="data_4089">
            <a:extLst xmlns:a="http://schemas.openxmlformats.org/drawingml/2006/main">
              <a:ext uri="{FF2B5EF4-FFF2-40B4-BE49-F238E27FC236}">
                <a16:creationId xmlns:a16="http://schemas.microsoft.com/office/drawing/2014/main" id="{D2FB2AE4-67F4-4B13-A124-3DF534EA7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971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3" name="data_4090">
            <a:extLst xmlns:a="http://schemas.openxmlformats.org/drawingml/2006/main">
              <a:ext uri="{FF2B5EF4-FFF2-40B4-BE49-F238E27FC236}">
                <a16:creationId xmlns:a16="http://schemas.microsoft.com/office/drawing/2014/main" id="{ADD43E9A-2B1B-405F-9301-025E1DEF5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975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4" name="data_4091">
            <a:extLst xmlns:a="http://schemas.openxmlformats.org/drawingml/2006/main">
              <a:ext uri="{FF2B5EF4-FFF2-40B4-BE49-F238E27FC236}">
                <a16:creationId xmlns:a16="http://schemas.microsoft.com/office/drawing/2014/main" id="{7A2F6C4B-EC11-46BC-96D5-7AA34802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067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5" name="data_4092">
            <a:extLst xmlns:a="http://schemas.openxmlformats.org/drawingml/2006/main">
              <a:ext uri="{FF2B5EF4-FFF2-40B4-BE49-F238E27FC236}">
                <a16:creationId xmlns:a16="http://schemas.microsoft.com/office/drawing/2014/main" id="{385A6B63-8A88-4606-A81C-8857B2A0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9486" y="273767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6" name="data_4093">
            <a:extLst xmlns:a="http://schemas.openxmlformats.org/drawingml/2006/main">
              <a:ext uri="{FF2B5EF4-FFF2-40B4-BE49-F238E27FC236}">
                <a16:creationId xmlns:a16="http://schemas.microsoft.com/office/drawing/2014/main" id="{F5B48E7C-325E-4295-A5B8-D4CF9198A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008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7" name="data_4094">
            <a:extLst xmlns:a="http://schemas.openxmlformats.org/drawingml/2006/main">
              <a:ext uri="{FF2B5EF4-FFF2-40B4-BE49-F238E27FC236}">
                <a16:creationId xmlns:a16="http://schemas.microsoft.com/office/drawing/2014/main" id="{FAE063C7-C85B-44DA-9669-0C389348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559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8" name="data_4095">
            <a:extLst xmlns:a="http://schemas.openxmlformats.org/drawingml/2006/main">
              <a:ext uri="{FF2B5EF4-FFF2-40B4-BE49-F238E27FC236}">
                <a16:creationId xmlns:a16="http://schemas.microsoft.com/office/drawing/2014/main" id="{EE6C2FFA-8909-4609-8C6B-57F62039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6584" y="36424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9" name="data_4096">
            <a:extLst xmlns:a="http://schemas.openxmlformats.org/drawingml/2006/main">
              <a:ext uri="{FF2B5EF4-FFF2-40B4-BE49-F238E27FC236}">
                <a16:creationId xmlns:a16="http://schemas.microsoft.com/office/drawing/2014/main" id="{083A2B8A-7D69-484D-BAC1-6345675A6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342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0" name="data_4097">
            <a:extLst xmlns:a="http://schemas.openxmlformats.org/drawingml/2006/main">
              <a:ext uri="{FF2B5EF4-FFF2-40B4-BE49-F238E27FC236}">
                <a16:creationId xmlns:a16="http://schemas.microsoft.com/office/drawing/2014/main" id="{85B4B331-56AD-43F5-A290-A51E712E5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809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1" name="data_4098">
            <a:extLst xmlns:a="http://schemas.openxmlformats.org/drawingml/2006/main">
              <a:ext uri="{FF2B5EF4-FFF2-40B4-BE49-F238E27FC236}">
                <a16:creationId xmlns:a16="http://schemas.microsoft.com/office/drawing/2014/main" id="{9632C6E5-B32C-49AB-BAE6-24A45A3A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276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2" name="data_4099">
            <a:extLst xmlns:a="http://schemas.openxmlformats.org/drawingml/2006/main">
              <a:ext uri="{FF2B5EF4-FFF2-40B4-BE49-F238E27FC236}">
                <a16:creationId xmlns:a16="http://schemas.microsoft.com/office/drawing/2014/main" id="{4C9190E3-B7A8-4C26-ACAA-C6459E71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7742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3" name="data_4100">
            <a:extLst xmlns:a="http://schemas.openxmlformats.org/drawingml/2006/main">
              <a:ext uri="{FF2B5EF4-FFF2-40B4-BE49-F238E27FC236}">
                <a16:creationId xmlns:a16="http://schemas.microsoft.com/office/drawing/2014/main" id="{3C224D62-072E-44EB-9575-3893700D8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613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4" name="data_4101">
            <a:extLst xmlns:a="http://schemas.openxmlformats.org/drawingml/2006/main">
              <a:ext uri="{FF2B5EF4-FFF2-40B4-BE49-F238E27FC236}">
                <a16:creationId xmlns:a16="http://schemas.microsoft.com/office/drawing/2014/main" id="{5F54E2D1-D0EE-44BD-88EB-B55347F1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354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5" name="data_4102">
            <a:extLst xmlns:a="http://schemas.openxmlformats.org/drawingml/2006/main">
              <a:ext uri="{FF2B5EF4-FFF2-40B4-BE49-F238E27FC236}">
                <a16:creationId xmlns:a16="http://schemas.microsoft.com/office/drawing/2014/main" id="{790E190E-D15D-4972-B7E3-97562DB46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5892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6" name="data_4103">
            <a:extLst xmlns:a="http://schemas.openxmlformats.org/drawingml/2006/main">
              <a:ext uri="{FF2B5EF4-FFF2-40B4-BE49-F238E27FC236}">
                <a16:creationId xmlns:a16="http://schemas.microsoft.com/office/drawing/2014/main" id="{75A833CC-5993-4972-9E71-65A89518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69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7" name="data_4104">
            <a:extLst xmlns:a="http://schemas.openxmlformats.org/drawingml/2006/main">
              <a:ext uri="{FF2B5EF4-FFF2-40B4-BE49-F238E27FC236}">
                <a16:creationId xmlns:a16="http://schemas.microsoft.com/office/drawing/2014/main" id="{E18F35B3-6653-49E4-A13B-5EA140BCF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08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8" name="data_4105">
            <a:extLst xmlns:a="http://schemas.openxmlformats.org/drawingml/2006/main">
              <a:ext uri="{FF2B5EF4-FFF2-40B4-BE49-F238E27FC236}">
                <a16:creationId xmlns:a16="http://schemas.microsoft.com/office/drawing/2014/main" id="{91AB89A0-B89A-4B5C-85F1-A8A8071E5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820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9" name="data_4106">
            <a:extLst xmlns:a="http://schemas.openxmlformats.org/drawingml/2006/main">
              <a:ext uri="{FF2B5EF4-FFF2-40B4-BE49-F238E27FC236}">
                <a16:creationId xmlns:a16="http://schemas.microsoft.com/office/drawing/2014/main" id="{F5EBE4DF-4342-4BBE-B800-E3A102EC7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0" name="data_4107">
            <a:extLst xmlns:a="http://schemas.openxmlformats.org/drawingml/2006/main">
              <a:ext uri="{FF2B5EF4-FFF2-40B4-BE49-F238E27FC236}">
                <a16:creationId xmlns:a16="http://schemas.microsoft.com/office/drawing/2014/main" id="{EA1330F6-014E-408C-A124-F209BA29E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27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1" name="data_4108">
            <a:extLst xmlns:a="http://schemas.openxmlformats.org/drawingml/2006/main">
              <a:ext uri="{FF2B5EF4-FFF2-40B4-BE49-F238E27FC236}">
                <a16:creationId xmlns:a16="http://schemas.microsoft.com/office/drawing/2014/main" id="{11C9C0F1-8E66-417F-988C-49DB1DA4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88" y="244736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2" name="data_4109">
            <a:extLst xmlns:a="http://schemas.openxmlformats.org/drawingml/2006/main">
              <a:ext uri="{FF2B5EF4-FFF2-40B4-BE49-F238E27FC236}">
                <a16:creationId xmlns:a16="http://schemas.microsoft.com/office/drawing/2014/main" id="{5E7B02A8-7053-491A-9FD8-1BB95E9F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277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3" name="data_4110">
            <a:extLst xmlns:a="http://schemas.openxmlformats.org/drawingml/2006/main">
              <a:ext uri="{FF2B5EF4-FFF2-40B4-BE49-F238E27FC236}">
                <a16:creationId xmlns:a16="http://schemas.microsoft.com/office/drawing/2014/main" id="{BD188951-5E36-4567-88B2-9ED04DFE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025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4" name="data_4111">
            <a:extLst xmlns:a="http://schemas.openxmlformats.org/drawingml/2006/main">
              <a:ext uri="{FF2B5EF4-FFF2-40B4-BE49-F238E27FC236}">
                <a16:creationId xmlns:a16="http://schemas.microsoft.com/office/drawing/2014/main" id="{8C108D6E-98E2-4E7D-93DB-5090BDE3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144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5" name="data_4112">
            <a:extLst xmlns:a="http://schemas.openxmlformats.org/drawingml/2006/main">
              <a:ext uri="{FF2B5EF4-FFF2-40B4-BE49-F238E27FC236}">
                <a16:creationId xmlns:a16="http://schemas.microsoft.com/office/drawing/2014/main" id="{6729FE42-FA18-438A-9065-C9D61CD9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6791" y="254695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6" name="data_4113">
            <a:extLst xmlns:a="http://schemas.openxmlformats.org/drawingml/2006/main">
              <a:ext uri="{FF2B5EF4-FFF2-40B4-BE49-F238E27FC236}">
                <a16:creationId xmlns:a16="http://schemas.microsoft.com/office/drawing/2014/main" id="{BDE86625-B544-462D-9B30-76BB41465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2645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7" name="data_4114">
            <a:extLst xmlns:a="http://schemas.openxmlformats.org/drawingml/2006/main">
              <a:ext uri="{FF2B5EF4-FFF2-40B4-BE49-F238E27FC236}">
                <a16:creationId xmlns:a16="http://schemas.microsoft.com/office/drawing/2014/main" id="{DA23691D-F590-4979-B55D-9D8D4CDC8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174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8" name="data_4115">
            <a:extLst xmlns:a="http://schemas.openxmlformats.org/drawingml/2006/main">
              <a:ext uri="{FF2B5EF4-FFF2-40B4-BE49-F238E27FC236}">
                <a16:creationId xmlns:a16="http://schemas.microsoft.com/office/drawing/2014/main" id="{92DE17EC-DCB6-48F7-8816-AB5A5D2E5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1740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9" name="data_4116">
            <a:extLst xmlns:a="http://schemas.openxmlformats.org/drawingml/2006/main">
              <a:ext uri="{FF2B5EF4-FFF2-40B4-BE49-F238E27FC236}">
                <a16:creationId xmlns:a16="http://schemas.microsoft.com/office/drawing/2014/main" id="{0443FE21-AF60-40EA-A617-5BE5CEB25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929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0" name="data_4117">
            <a:extLst xmlns:a="http://schemas.openxmlformats.org/drawingml/2006/main">
              <a:ext uri="{FF2B5EF4-FFF2-40B4-BE49-F238E27FC236}">
                <a16:creationId xmlns:a16="http://schemas.microsoft.com/office/drawing/2014/main" id="{03708F12-9CA8-4115-83B6-DCDE7EFBE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1037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1" name="data_4118">
            <a:extLst xmlns:a="http://schemas.openxmlformats.org/drawingml/2006/main">
              <a:ext uri="{FF2B5EF4-FFF2-40B4-BE49-F238E27FC236}">
                <a16:creationId xmlns:a16="http://schemas.microsoft.com/office/drawing/2014/main" id="{D873F52B-ADCC-48B8-81BD-2C41C9A1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548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2" name="data_4119">
            <a:extLst xmlns:a="http://schemas.openxmlformats.org/drawingml/2006/main">
              <a:ext uri="{FF2B5EF4-FFF2-40B4-BE49-F238E27FC236}">
                <a16:creationId xmlns:a16="http://schemas.microsoft.com/office/drawing/2014/main" id="{100C7C74-CEFD-4DF2-BFA3-07CD1027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6067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3" name="data_4120">
            <a:extLst xmlns:a="http://schemas.openxmlformats.org/drawingml/2006/main">
              <a:ext uri="{FF2B5EF4-FFF2-40B4-BE49-F238E27FC236}">
                <a16:creationId xmlns:a16="http://schemas.microsoft.com/office/drawing/2014/main" id="{DCB41C2B-02EE-49F2-BE21-D8935500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681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4" name="data_4121">
            <a:extLst xmlns:a="http://schemas.openxmlformats.org/drawingml/2006/main">
              <a:ext uri="{FF2B5EF4-FFF2-40B4-BE49-F238E27FC236}">
                <a16:creationId xmlns:a16="http://schemas.microsoft.com/office/drawing/2014/main" id="{FA90FA6B-AA15-40DB-8D97-B7AF526CA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532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5" name="data_4122">
            <a:extLst xmlns:a="http://schemas.openxmlformats.org/drawingml/2006/main">
              <a:ext uri="{FF2B5EF4-FFF2-40B4-BE49-F238E27FC236}">
                <a16:creationId xmlns:a16="http://schemas.microsoft.com/office/drawing/2014/main" id="{7CB119EC-39B3-4EBB-B172-0351AC910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101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6" name="data_4123">
            <a:extLst xmlns:a="http://schemas.openxmlformats.org/drawingml/2006/main">
              <a:ext uri="{FF2B5EF4-FFF2-40B4-BE49-F238E27FC236}">
                <a16:creationId xmlns:a16="http://schemas.microsoft.com/office/drawing/2014/main" id="{058D1CFE-17DB-4A63-B786-7060FF85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2026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7" name="data_4124">
            <a:extLst xmlns:a="http://schemas.openxmlformats.org/drawingml/2006/main">
              <a:ext uri="{FF2B5EF4-FFF2-40B4-BE49-F238E27FC236}">
                <a16:creationId xmlns:a16="http://schemas.microsoft.com/office/drawing/2014/main" id="{5D9553B0-F07B-436E-A804-F7177B6CD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809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8" name="data_4125">
            <a:extLst xmlns:a="http://schemas.openxmlformats.org/drawingml/2006/main">
              <a:ext uri="{FF2B5EF4-FFF2-40B4-BE49-F238E27FC236}">
                <a16:creationId xmlns:a16="http://schemas.microsoft.com/office/drawing/2014/main" id="{8821AC8B-41DC-4AC2-8935-351E1702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8120" y="36424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9" name="data_4126">
            <a:extLst xmlns:a="http://schemas.openxmlformats.org/drawingml/2006/main">
              <a:ext uri="{FF2B5EF4-FFF2-40B4-BE49-F238E27FC236}">
                <a16:creationId xmlns:a16="http://schemas.microsoft.com/office/drawing/2014/main" id="{57BFF90A-1BEB-4F16-B766-71CBA15AA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715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0" name="data_4127">
            <a:extLst xmlns:a="http://schemas.openxmlformats.org/drawingml/2006/main">
              <a:ext uri="{FF2B5EF4-FFF2-40B4-BE49-F238E27FC236}">
                <a16:creationId xmlns:a16="http://schemas.microsoft.com/office/drawing/2014/main" id="{AE13641F-4F47-42B3-8047-3FDAC966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133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1" name="data_4128">
            <a:extLst xmlns:a="http://schemas.openxmlformats.org/drawingml/2006/main">
              <a:ext uri="{FF2B5EF4-FFF2-40B4-BE49-F238E27FC236}">
                <a16:creationId xmlns:a16="http://schemas.microsoft.com/office/drawing/2014/main" id="{F5DA1D59-0A42-473E-8B99-1837573F6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589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2" name="data_4129">
            <a:extLst xmlns:a="http://schemas.openxmlformats.org/drawingml/2006/main">
              <a:ext uri="{FF2B5EF4-FFF2-40B4-BE49-F238E27FC236}">
                <a16:creationId xmlns:a16="http://schemas.microsoft.com/office/drawing/2014/main" id="{F941B3C5-5695-42F0-A61B-A900560A8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0781" y="334753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3" name="data_4130">
            <a:extLst xmlns:a="http://schemas.openxmlformats.org/drawingml/2006/main">
              <a:ext uri="{FF2B5EF4-FFF2-40B4-BE49-F238E27FC236}">
                <a16:creationId xmlns:a16="http://schemas.microsoft.com/office/drawing/2014/main" id="{F40798F8-EA67-4BB9-B2B8-C0F20FF4D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91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4" name="data_4131">
            <a:extLst xmlns:a="http://schemas.openxmlformats.org/drawingml/2006/main">
              <a:ext uri="{FF2B5EF4-FFF2-40B4-BE49-F238E27FC236}">
                <a16:creationId xmlns:a16="http://schemas.microsoft.com/office/drawing/2014/main" id="{A2E9A488-4FBD-42B0-A23A-C90019EA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719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5" name="data_4132">
            <a:extLst xmlns:a="http://schemas.openxmlformats.org/drawingml/2006/main">
              <a:ext uri="{FF2B5EF4-FFF2-40B4-BE49-F238E27FC236}">
                <a16:creationId xmlns:a16="http://schemas.microsoft.com/office/drawing/2014/main" id="{7D9262CF-5B92-41F9-92EE-A080C7CA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66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6" name="data_4133">
            <a:extLst xmlns:a="http://schemas.openxmlformats.org/drawingml/2006/main">
              <a:ext uri="{FF2B5EF4-FFF2-40B4-BE49-F238E27FC236}">
                <a16:creationId xmlns:a16="http://schemas.microsoft.com/office/drawing/2014/main" id="{42D3313B-899E-4BC4-87F2-0916C415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946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7" name="data_4134">
            <a:extLst xmlns:a="http://schemas.openxmlformats.org/drawingml/2006/main">
              <a:ext uri="{FF2B5EF4-FFF2-40B4-BE49-F238E27FC236}">
                <a16:creationId xmlns:a16="http://schemas.microsoft.com/office/drawing/2014/main" id="{44F619AF-364F-4900-A6B8-1A6AE474C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039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8" name="data_4135">
            <a:extLst xmlns:a="http://schemas.openxmlformats.org/drawingml/2006/main">
              <a:ext uri="{FF2B5EF4-FFF2-40B4-BE49-F238E27FC236}">
                <a16:creationId xmlns:a16="http://schemas.microsoft.com/office/drawing/2014/main" id="{7D8FA3DC-0A35-4CEC-91F0-AE02886B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81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9" name="data_4136">
            <a:extLst xmlns:a="http://schemas.openxmlformats.org/drawingml/2006/main">
              <a:ext uri="{FF2B5EF4-FFF2-40B4-BE49-F238E27FC236}">
                <a16:creationId xmlns:a16="http://schemas.microsoft.com/office/drawing/2014/main" id="{2C90165D-5E27-4492-879C-DF0AC541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704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0" name="data_4137">
            <a:extLst xmlns:a="http://schemas.openxmlformats.org/drawingml/2006/main">
              <a:ext uri="{FF2B5EF4-FFF2-40B4-BE49-F238E27FC236}">
                <a16:creationId xmlns:a16="http://schemas.microsoft.com/office/drawing/2014/main" id="{880EB00C-2F5A-4CFF-9443-80CEB952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397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1" name="data_4138">
            <a:extLst xmlns:a="http://schemas.openxmlformats.org/drawingml/2006/main">
              <a:ext uri="{FF2B5EF4-FFF2-40B4-BE49-F238E27FC236}">
                <a16:creationId xmlns:a16="http://schemas.microsoft.com/office/drawing/2014/main" id="{E38F4994-B27C-4F21-B76F-95C315648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56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2" name="data_4139">
            <a:extLst xmlns:a="http://schemas.openxmlformats.org/drawingml/2006/main">
              <a:ext uri="{FF2B5EF4-FFF2-40B4-BE49-F238E27FC236}">
                <a16:creationId xmlns:a16="http://schemas.microsoft.com/office/drawing/2014/main" id="{AEB1DC22-78B7-405C-AF36-CA458ECA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7374" y="394946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3" name="data_4140">
            <a:extLst xmlns:a="http://schemas.openxmlformats.org/drawingml/2006/main">
              <a:ext uri="{FF2B5EF4-FFF2-40B4-BE49-F238E27FC236}">
                <a16:creationId xmlns:a16="http://schemas.microsoft.com/office/drawing/2014/main" id="{05C3488D-21FB-4145-9ACB-D9A4D981A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28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4" name="data_4141">
            <a:extLst xmlns:a="http://schemas.openxmlformats.org/drawingml/2006/main">
              <a:ext uri="{FF2B5EF4-FFF2-40B4-BE49-F238E27FC236}">
                <a16:creationId xmlns:a16="http://schemas.microsoft.com/office/drawing/2014/main" id="{B4C6B03D-37D7-4F26-915E-91F0BC4E1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49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5" name="data_4142">
            <a:extLst xmlns:a="http://schemas.openxmlformats.org/drawingml/2006/main">
              <a:ext uri="{FF2B5EF4-FFF2-40B4-BE49-F238E27FC236}">
                <a16:creationId xmlns:a16="http://schemas.microsoft.com/office/drawing/2014/main" id="{5B441F7B-F54C-4A3C-A82A-C04C0BA2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712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6" name="data_4143">
            <a:extLst xmlns:a="http://schemas.openxmlformats.org/drawingml/2006/main">
              <a:ext uri="{FF2B5EF4-FFF2-40B4-BE49-F238E27FC236}">
                <a16:creationId xmlns:a16="http://schemas.microsoft.com/office/drawing/2014/main" id="{99DD2EFA-ED29-4E75-9670-D3D666D37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456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7" name="data_4144">
            <a:extLst xmlns:a="http://schemas.openxmlformats.org/drawingml/2006/main">
              <a:ext uri="{FF2B5EF4-FFF2-40B4-BE49-F238E27FC236}">
                <a16:creationId xmlns:a16="http://schemas.microsoft.com/office/drawing/2014/main" id="{F2AB3B17-51F8-4FB0-9793-D6779366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78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8" name="data_4145">
            <a:extLst xmlns:a="http://schemas.openxmlformats.org/drawingml/2006/main">
              <a:ext uri="{FF2B5EF4-FFF2-40B4-BE49-F238E27FC236}">
                <a16:creationId xmlns:a16="http://schemas.microsoft.com/office/drawing/2014/main" id="{D57661DE-5A9C-4F6E-925E-D8720AE7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928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9" name="data_4146">
            <a:extLst xmlns:a="http://schemas.openxmlformats.org/drawingml/2006/main">
              <a:ext uri="{FF2B5EF4-FFF2-40B4-BE49-F238E27FC236}">
                <a16:creationId xmlns:a16="http://schemas.microsoft.com/office/drawing/2014/main" id="{DF35FB60-2699-4AA4-B46A-6BC1FD1B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697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0" name="data_4147">
            <a:extLst xmlns:a="http://schemas.openxmlformats.org/drawingml/2006/main">
              <a:ext uri="{FF2B5EF4-FFF2-40B4-BE49-F238E27FC236}">
                <a16:creationId xmlns:a16="http://schemas.microsoft.com/office/drawing/2014/main" id="{DFD5F1A7-32B7-46AD-902A-1AAB68D1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0538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1" name="data_4148">
            <a:extLst xmlns:a="http://schemas.openxmlformats.org/drawingml/2006/main">
              <a:ext uri="{FF2B5EF4-FFF2-40B4-BE49-F238E27FC236}">
                <a16:creationId xmlns:a16="http://schemas.microsoft.com/office/drawing/2014/main" id="{44FB01D0-AFB9-4414-AACB-E38B2C66C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17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2" name="data_4149">
            <a:extLst xmlns:a="http://schemas.openxmlformats.org/drawingml/2006/main">
              <a:ext uri="{FF2B5EF4-FFF2-40B4-BE49-F238E27FC236}">
                <a16:creationId xmlns:a16="http://schemas.microsoft.com/office/drawing/2014/main" id="{022F564D-8BBC-4A17-BD6B-308B2A303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585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3" name="data_4150">
            <a:extLst xmlns:a="http://schemas.openxmlformats.org/drawingml/2006/main">
              <a:ext uri="{FF2B5EF4-FFF2-40B4-BE49-F238E27FC236}">
                <a16:creationId xmlns:a16="http://schemas.microsoft.com/office/drawing/2014/main" id="{5BD6B765-8BDA-4378-BCB4-CD1266630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680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4" name="data_4151">
            <a:extLst xmlns:a="http://schemas.openxmlformats.org/drawingml/2006/main">
              <a:ext uri="{FF2B5EF4-FFF2-40B4-BE49-F238E27FC236}">
                <a16:creationId xmlns:a16="http://schemas.microsoft.com/office/drawing/2014/main" id="{C729C8BB-3C83-47C6-9138-FDDB26FFB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8924" y="27756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5" name="data_4152">
            <a:extLst xmlns:a="http://schemas.openxmlformats.org/drawingml/2006/main">
              <a:ext uri="{FF2B5EF4-FFF2-40B4-BE49-F238E27FC236}">
                <a16:creationId xmlns:a16="http://schemas.microsoft.com/office/drawing/2014/main" id="{0B665F4D-B6D0-4A95-A5B3-8B1029881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739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6" name="data_4153">
            <a:extLst xmlns:a="http://schemas.openxmlformats.org/drawingml/2006/main">
              <a:ext uri="{FF2B5EF4-FFF2-40B4-BE49-F238E27FC236}">
                <a16:creationId xmlns:a16="http://schemas.microsoft.com/office/drawing/2014/main" id="{CB87D5EE-C4EA-4AF4-876A-59DB63D9E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652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7" name="data_4154">
            <a:extLst xmlns:a="http://schemas.openxmlformats.org/drawingml/2006/main">
              <a:ext uri="{FF2B5EF4-FFF2-40B4-BE49-F238E27FC236}">
                <a16:creationId xmlns:a16="http://schemas.microsoft.com/office/drawing/2014/main" id="{A6869EB2-023D-4A68-9B0A-D43C68469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9212" y="346097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8" name="data_4155">
            <a:extLst xmlns:a="http://schemas.openxmlformats.org/drawingml/2006/main">
              <a:ext uri="{FF2B5EF4-FFF2-40B4-BE49-F238E27FC236}">
                <a16:creationId xmlns:a16="http://schemas.microsoft.com/office/drawing/2014/main" id="{ACAADB76-85FF-4D69-A53F-CFF5181FE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0384" y="23157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9" name="data_4156">
            <a:extLst xmlns:a="http://schemas.openxmlformats.org/drawingml/2006/main">
              <a:ext uri="{FF2B5EF4-FFF2-40B4-BE49-F238E27FC236}">
                <a16:creationId xmlns:a16="http://schemas.microsoft.com/office/drawing/2014/main" id="{C5D49927-BD49-43A3-9599-1F265AD98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024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0" name="data_4157">
            <a:extLst xmlns:a="http://schemas.openxmlformats.org/drawingml/2006/main">
              <a:ext uri="{FF2B5EF4-FFF2-40B4-BE49-F238E27FC236}">
                <a16:creationId xmlns:a16="http://schemas.microsoft.com/office/drawing/2014/main" id="{310EFC7F-37A0-431A-A212-F9F44A3FE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103" y="39093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1" name="data_4158">
            <a:extLst xmlns:a="http://schemas.openxmlformats.org/drawingml/2006/main">
              <a:ext uri="{FF2B5EF4-FFF2-40B4-BE49-F238E27FC236}">
                <a16:creationId xmlns:a16="http://schemas.microsoft.com/office/drawing/2014/main" id="{D03BEF16-9E9A-4B5A-88DD-CC7C9E11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3480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2" name="data_4159">
            <a:extLst xmlns:a="http://schemas.openxmlformats.org/drawingml/2006/main">
              <a:ext uri="{FF2B5EF4-FFF2-40B4-BE49-F238E27FC236}">
                <a16:creationId xmlns:a16="http://schemas.microsoft.com/office/drawing/2014/main" id="{5AAD37C4-95EF-4BD3-B661-2F908B5C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4448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3" name="data_4160">
            <a:extLst xmlns:a="http://schemas.openxmlformats.org/drawingml/2006/main">
              <a:ext uri="{FF2B5EF4-FFF2-40B4-BE49-F238E27FC236}">
                <a16:creationId xmlns:a16="http://schemas.microsoft.com/office/drawing/2014/main" id="{3870EECB-78F4-43D6-940B-647D8E1C2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129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4" name="data_4161">
            <a:extLst xmlns:a="http://schemas.openxmlformats.org/drawingml/2006/main">
              <a:ext uri="{FF2B5EF4-FFF2-40B4-BE49-F238E27FC236}">
                <a16:creationId xmlns:a16="http://schemas.microsoft.com/office/drawing/2014/main" id="{77C7560C-FA2F-4B13-83C0-1E5C25738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2600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5" name="data_4162">
            <a:extLst xmlns:a="http://schemas.openxmlformats.org/drawingml/2006/main">
              <a:ext uri="{FF2B5EF4-FFF2-40B4-BE49-F238E27FC236}">
                <a16:creationId xmlns:a16="http://schemas.microsoft.com/office/drawing/2014/main" id="{B361EFF0-CA1E-4AA0-BB81-C4C7896C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98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6" name="data_4163">
            <a:extLst xmlns:a="http://schemas.openxmlformats.org/drawingml/2006/main">
              <a:ext uri="{FF2B5EF4-FFF2-40B4-BE49-F238E27FC236}">
                <a16:creationId xmlns:a16="http://schemas.microsoft.com/office/drawing/2014/main" id="{69EAB62D-0912-4414-9CE9-02302B85C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310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7" name="data_4164">
            <a:extLst xmlns:a="http://schemas.openxmlformats.org/drawingml/2006/main">
              <a:ext uri="{FF2B5EF4-FFF2-40B4-BE49-F238E27FC236}">
                <a16:creationId xmlns:a16="http://schemas.microsoft.com/office/drawing/2014/main" id="{F13DE8E7-A9CE-4B12-BF90-60D1581FE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47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8" name="data_4165">
            <a:extLst xmlns:a="http://schemas.openxmlformats.org/drawingml/2006/main">
              <a:ext uri="{FF2B5EF4-FFF2-40B4-BE49-F238E27FC236}">
                <a16:creationId xmlns:a16="http://schemas.microsoft.com/office/drawing/2014/main" id="{2D17D575-ECA1-49E8-B7BF-EE486199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43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9" name="data_4166">
            <a:extLst xmlns:a="http://schemas.openxmlformats.org/drawingml/2006/main">
              <a:ext uri="{FF2B5EF4-FFF2-40B4-BE49-F238E27FC236}">
                <a16:creationId xmlns:a16="http://schemas.microsoft.com/office/drawing/2014/main" id="{D7450F0E-7527-421D-95DC-AE51FC85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668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0" name="data_4167">
            <a:extLst xmlns:a="http://schemas.openxmlformats.org/drawingml/2006/main">
              <a:ext uri="{FF2B5EF4-FFF2-40B4-BE49-F238E27FC236}">
                <a16:creationId xmlns:a16="http://schemas.microsoft.com/office/drawing/2014/main" id="{3AF6A3ED-4E0B-4EA9-9A66-F83CFEBAC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4055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1" name="data_4168">
            <a:extLst xmlns:a="http://schemas.openxmlformats.org/drawingml/2006/main">
              <a:ext uri="{FF2B5EF4-FFF2-40B4-BE49-F238E27FC236}">
                <a16:creationId xmlns:a16="http://schemas.microsoft.com/office/drawing/2014/main" id="{4AC0E2F0-CC89-4F26-8E7C-1028A006C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983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2" name="data_4169">
            <a:extLst xmlns:a="http://schemas.openxmlformats.org/drawingml/2006/main">
              <a:ext uri="{FF2B5EF4-FFF2-40B4-BE49-F238E27FC236}">
                <a16:creationId xmlns:a16="http://schemas.microsoft.com/office/drawing/2014/main" id="{5EE4FCDD-2628-40ED-9DAB-AF1EDABAC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66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3" name="data_4170">
            <a:extLst xmlns:a="http://schemas.openxmlformats.org/drawingml/2006/main">
              <a:ext uri="{FF2B5EF4-FFF2-40B4-BE49-F238E27FC236}">
                <a16:creationId xmlns:a16="http://schemas.microsoft.com/office/drawing/2014/main" id="{3B9E50E6-D2DC-4FF3-B259-97F6F013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43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4" name="data_4171">
            <a:extLst xmlns:a="http://schemas.openxmlformats.org/drawingml/2006/main">
              <a:ext uri="{FF2B5EF4-FFF2-40B4-BE49-F238E27FC236}">
                <a16:creationId xmlns:a16="http://schemas.microsoft.com/office/drawing/2014/main" id="{D6FFCC5E-6709-4D1D-8975-B92D385F8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2830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5" name="data_4172">
            <a:extLst xmlns:a="http://schemas.openxmlformats.org/drawingml/2006/main">
              <a:ext uri="{FF2B5EF4-FFF2-40B4-BE49-F238E27FC236}">
                <a16:creationId xmlns:a16="http://schemas.microsoft.com/office/drawing/2014/main" id="{7C2A6EDD-B4BF-4B29-BA04-95CCD48E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435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6" name="data_4173">
            <a:extLst xmlns:a="http://schemas.openxmlformats.org/drawingml/2006/main">
              <a:ext uri="{FF2B5EF4-FFF2-40B4-BE49-F238E27FC236}">
                <a16:creationId xmlns:a16="http://schemas.microsoft.com/office/drawing/2014/main" id="{3C35A94C-5F22-4264-A461-6D5F0475F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254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7" name="data_4174">
            <a:extLst xmlns:a="http://schemas.openxmlformats.org/drawingml/2006/main">
              <a:ext uri="{FF2B5EF4-FFF2-40B4-BE49-F238E27FC236}">
                <a16:creationId xmlns:a16="http://schemas.microsoft.com/office/drawing/2014/main" id="{BED5D288-2DA3-4246-B20B-DF4BB7A2A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03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8" name="data_4175">
            <a:extLst xmlns:a="http://schemas.openxmlformats.org/drawingml/2006/main">
              <a:ext uri="{FF2B5EF4-FFF2-40B4-BE49-F238E27FC236}">
                <a16:creationId xmlns:a16="http://schemas.microsoft.com/office/drawing/2014/main" id="{F5AA6455-BB50-45F6-9BDA-FD24E50B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031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9" name="data_4176">
            <a:extLst xmlns:a="http://schemas.openxmlformats.org/drawingml/2006/main">
              <a:ext uri="{FF2B5EF4-FFF2-40B4-BE49-F238E27FC236}">
                <a16:creationId xmlns:a16="http://schemas.microsoft.com/office/drawing/2014/main" id="{2D2EDA37-3FF8-4FB1-B6A8-34DA5A64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324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0" name="data_4177">
            <a:extLst xmlns:a="http://schemas.openxmlformats.org/drawingml/2006/main">
              <a:ext uri="{FF2B5EF4-FFF2-40B4-BE49-F238E27FC236}">
                <a16:creationId xmlns:a16="http://schemas.microsoft.com/office/drawing/2014/main" id="{6109AD55-7519-472F-94F1-FFF5221D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87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1" name="data_4178">
            <a:extLst xmlns:a="http://schemas.openxmlformats.org/drawingml/2006/main">
              <a:ext uri="{FF2B5EF4-FFF2-40B4-BE49-F238E27FC236}">
                <a16:creationId xmlns:a16="http://schemas.microsoft.com/office/drawing/2014/main" id="{326AAB0D-1FC1-484C-BD0F-F1BFEFBB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000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2" name="data_4179">
            <a:extLst xmlns:a="http://schemas.openxmlformats.org/drawingml/2006/main">
              <a:ext uri="{FF2B5EF4-FFF2-40B4-BE49-F238E27FC236}">
                <a16:creationId xmlns:a16="http://schemas.microsoft.com/office/drawing/2014/main" id="{7B158555-336E-46F1-BF0E-7EDF630F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6367" y="376888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3" name="data_4180">
            <a:extLst xmlns:a="http://schemas.openxmlformats.org/drawingml/2006/main">
              <a:ext uri="{FF2B5EF4-FFF2-40B4-BE49-F238E27FC236}">
                <a16:creationId xmlns:a16="http://schemas.microsoft.com/office/drawing/2014/main" id="{5921B1F1-9CAD-4F95-A3FD-2C1F65DA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546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4" name="data_4181">
            <a:extLst xmlns:a="http://schemas.openxmlformats.org/drawingml/2006/main">
              <a:ext uri="{FF2B5EF4-FFF2-40B4-BE49-F238E27FC236}">
                <a16:creationId xmlns:a16="http://schemas.microsoft.com/office/drawing/2014/main" id="{B64CF89D-A729-43DE-BDF1-BBB3D095E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12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5" name="data_4182">
            <a:extLst xmlns:a="http://schemas.openxmlformats.org/drawingml/2006/main">
              <a:ext uri="{FF2B5EF4-FFF2-40B4-BE49-F238E27FC236}">
                <a16:creationId xmlns:a16="http://schemas.microsoft.com/office/drawing/2014/main" id="{6D4692FC-F237-433E-A10D-80555918C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6779" y="35113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6" name="data_4183">
            <a:extLst xmlns:a="http://schemas.openxmlformats.org/drawingml/2006/main">
              <a:ext uri="{FF2B5EF4-FFF2-40B4-BE49-F238E27FC236}">
                <a16:creationId xmlns:a16="http://schemas.microsoft.com/office/drawing/2014/main" id="{888BAB4D-DA86-40FA-AAB7-6C7810A8C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205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7" name="data_4184">
            <a:extLst xmlns:a="http://schemas.openxmlformats.org/drawingml/2006/main">
              <a:ext uri="{FF2B5EF4-FFF2-40B4-BE49-F238E27FC236}">
                <a16:creationId xmlns:a16="http://schemas.microsoft.com/office/drawing/2014/main" id="{C818352C-6D38-4C57-9178-B7BBDD33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617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8" name="data_4185">
            <a:extLst xmlns:a="http://schemas.openxmlformats.org/drawingml/2006/main">
              <a:ext uri="{FF2B5EF4-FFF2-40B4-BE49-F238E27FC236}">
                <a16:creationId xmlns:a16="http://schemas.microsoft.com/office/drawing/2014/main" id="{DE55F5CD-9A56-4B68-800B-AEEFBEAC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3685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9" name="data_4186">
            <a:extLst xmlns:a="http://schemas.openxmlformats.org/drawingml/2006/main">
              <a:ext uri="{FF2B5EF4-FFF2-40B4-BE49-F238E27FC236}">
                <a16:creationId xmlns:a16="http://schemas.microsoft.com/office/drawing/2014/main" id="{B49618A5-D0B7-4F0B-BE57-9E4D4EA4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8801" y="34980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0" name="data_4187">
            <a:extLst xmlns:a="http://schemas.openxmlformats.org/drawingml/2006/main">
              <a:ext uri="{FF2B5EF4-FFF2-40B4-BE49-F238E27FC236}">
                <a16:creationId xmlns:a16="http://schemas.microsoft.com/office/drawing/2014/main" id="{1297CE4C-C8C0-4806-A31E-FB2C2AD6F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924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1" name="data_4188">
            <a:extLst xmlns:a="http://schemas.openxmlformats.org/drawingml/2006/main">
              <a:ext uri="{FF2B5EF4-FFF2-40B4-BE49-F238E27FC236}">
                <a16:creationId xmlns:a16="http://schemas.microsoft.com/office/drawing/2014/main" id="{83451400-A9B4-4B67-A86B-6C7B1330C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644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2" name="data_4189">
            <a:extLst xmlns:a="http://schemas.openxmlformats.org/drawingml/2006/main">
              <a:ext uri="{FF2B5EF4-FFF2-40B4-BE49-F238E27FC236}">
                <a16:creationId xmlns:a16="http://schemas.microsoft.com/office/drawing/2014/main" id="{5DD29279-A71C-4960-ADF8-2FB91676A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83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3" name="data_4190">
            <a:extLst xmlns:a="http://schemas.openxmlformats.org/drawingml/2006/main">
              <a:ext uri="{FF2B5EF4-FFF2-40B4-BE49-F238E27FC236}">
                <a16:creationId xmlns:a16="http://schemas.microsoft.com/office/drawing/2014/main" id="{BC56D92F-1723-4011-80F8-1FEB98C67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298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4" name="data_4191">
            <a:extLst xmlns:a="http://schemas.openxmlformats.org/drawingml/2006/main">
              <a:ext uri="{FF2B5EF4-FFF2-40B4-BE49-F238E27FC236}">
                <a16:creationId xmlns:a16="http://schemas.microsoft.com/office/drawing/2014/main" id="{E5E96193-1018-4603-BA05-AD80163DA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357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5" name="data_4192">
            <a:extLst xmlns:a="http://schemas.openxmlformats.org/drawingml/2006/main">
              <a:ext uri="{FF2B5EF4-FFF2-40B4-BE49-F238E27FC236}">
                <a16:creationId xmlns:a16="http://schemas.microsoft.com/office/drawing/2014/main" id="{C9918422-658F-4F06-839B-D1E72D7C1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5314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6" name="data_4193">
            <a:extLst xmlns:a="http://schemas.openxmlformats.org/drawingml/2006/main">
              <a:ext uri="{FF2B5EF4-FFF2-40B4-BE49-F238E27FC236}">
                <a16:creationId xmlns:a16="http://schemas.microsoft.com/office/drawing/2014/main" id="{3D468E9A-6C8F-47A2-9BAC-62534747B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1683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7" name="data_4194">
            <a:extLst xmlns:a="http://schemas.openxmlformats.org/drawingml/2006/main">
              <a:ext uri="{FF2B5EF4-FFF2-40B4-BE49-F238E27FC236}">
                <a16:creationId xmlns:a16="http://schemas.microsoft.com/office/drawing/2014/main" id="{8D9098E8-0B4F-4834-AB5D-BEA8C63BF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613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8" name="data_4195">
            <a:extLst xmlns:a="http://schemas.openxmlformats.org/drawingml/2006/main">
              <a:ext uri="{FF2B5EF4-FFF2-40B4-BE49-F238E27FC236}">
                <a16:creationId xmlns:a16="http://schemas.microsoft.com/office/drawing/2014/main" id="{982C32A8-2CE3-4F21-A060-70BA7D4E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642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9" name="data_4196">
            <a:extLst xmlns:a="http://schemas.openxmlformats.org/drawingml/2006/main">
              <a:ext uri="{FF2B5EF4-FFF2-40B4-BE49-F238E27FC236}">
                <a16:creationId xmlns:a16="http://schemas.microsoft.com/office/drawing/2014/main" id="{A6CA1928-2383-4B29-BDDE-D3414672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95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0" name="data_4197">
            <a:extLst xmlns:a="http://schemas.openxmlformats.org/drawingml/2006/main">
              <a:ext uri="{FF2B5EF4-FFF2-40B4-BE49-F238E27FC236}">
                <a16:creationId xmlns:a16="http://schemas.microsoft.com/office/drawing/2014/main" id="{B20BF4CB-683F-4D0B-ACDA-312BBF967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963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1" name="data_4198">
            <a:extLst xmlns:a="http://schemas.openxmlformats.org/drawingml/2006/main">
              <a:ext uri="{FF2B5EF4-FFF2-40B4-BE49-F238E27FC236}">
                <a16:creationId xmlns:a16="http://schemas.microsoft.com/office/drawing/2014/main" id="{F2051658-B204-4DA3-8840-61D38F4C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717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2" name="data_4199">
            <a:extLst xmlns:a="http://schemas.openxmlformats.org/drawingml/2006/main">
              <a:ext uri="{FF2B5EF4-FFF2-40B4-BE49-F238E27FC236}">
                <a16:creationId xmlns:a16="http://schemas.microsoft.com/office/drawing/2014/main" id="{851A0DB9-2F4E-4E31-AB17-C08CFE77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743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3" name="data_4200">
            <a:extLst xmlns:a="http://schemas.openxmlformats.org/drawingml/2006/main">
              <a:ext uri="{FF2B5EF4-FFF2-40B4-BE49-F238E27FC236}">
                <a16:creationId xmlns:a16="http://schemas.microsoft.com/office/drawing/2014/main" id="{245BE799-6980-4ACF-90C3-2B9B6ABE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6807" y="3738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4" name="data_4201">
            <a:extLst xmlns:a="http://schemas.openxmlformats.org/drawingml/2006/main">
              <a:ext uri="{FF2B5EF4-FFF2-40B4-BE49-F238E27FC236}">
                <a16:creationId xmlns:a16="http://schemas.microsoft.com/office/drawing/2014/main" id="{C4D18073-A143-4AD4-8E1D-CE35CD0B5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0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5" name="data_4202">
            <a:extLst xmlns:a="http://schemas.openxmlformats.org/drawingml/2006/main">
              <a:ext uri="{FF2B5EF4-FFF2-40B4-BE49-F238E27FC236}">
                <a16:creationId xmlns:a16="http://schemas.microsoft.com/office/drawing/2014/main" id="{0D89B317-F0F6-4C7A-9B98-29AC8417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09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6" name="data_4203">
            <a:extLst xmlns:a="http://schemas.openxmlformats.org/drawingml/2006/main">
              <a:ext uri="{FF2B5EF4-FFF2-40B4-BE49-F238E27FC236}">
                <a16:creationId xmlns:a16="http://schemas.microsoft.com/office/drawing/2014/main" id="{D095BA52-E486-498F-BD66-41F011B79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006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7" name="data_4204">
            <a:extLst xmlns:a="http://schemas.openxmlformats.org/drawingml/2006/main">
              <a:ext uri="{FF2B5EF4-FFF2-40B4-BE49-F238E27FC236}">
                <a16:creationId xmlns:a16="http://schemas.microsoft.com/office/drawing/2014/main" id="{C9394258-CD9F-403D-B94F-9C18B4A67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466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8" name="data_4205">
            <a:extLst xmlns:a="http://schemas.openxmlformats.org/drawingml/2006/main">
              <a:ext uri="{FF2B5EF4-FFF2-40B4-BE49-F238E27FC236}">
                <a16:creationId xmlns:a16="http://schemas.microsoft.com/office/drawing/2014/main" id="{18D3BD28-C368-4E3E-8B70-E30984BC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931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9" name="data_4206">
            <a:extLst xmlns:a="http://schemas.openxmlformats.org/drawingml/2006/main">
              <a:ext uri="{FF2B5EF4-FFF2-40B4-BE49-F238E27FC236}">
                <a16:creationId xmlns:a16="http://schemas.microsoft.com/office/drawing/2014/main" id="{5B2A8A7B-FF8A-4138-9C1F-11B12997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931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0" name="data_4207">
            <a:extLst xmlns:a="http://schemas.openxmlformats.org/drawingml/2006/main">
              <a:ext uri="{FF2B5EF4-FFF2-40B4-BE49-F238E27FC236}">
                <a16:creationId xmlns:a16="http://schemas.microsoft.com/office/drawing/2014/main" id="{F7235B9C-37F5-49C6-90A8-645B00EBD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53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1" name="data_4208">
            <a:extLst xmlns:a="http://schemas.openxmlformats.org/drawingml/2006/main">
              <a:ext uri="{FF2B5EF4-FFF2-40B4-BE49-F238E27FC236}">
                <a16:creationId xmlns:a16="http://schemas.microsoft.com/office/drawing/2014/main" id="{C34A7D3D-4B7C-4066-805F-8C653F1E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50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2" name="data_4209">
            <a:extLst xmlns:a="http://schemas.openxmlformats.org/drawingml/2006/main">
              <a:ext uri="{FF2B5EF4-FFF2-40B4-BE49-F238E27FC236}">
                <a16:creationId xmlns:a16="http://schemas.microsoft.com/office/drawing/2014/main" id="{2E373786-696E-458F-A5D8-043743E62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6508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3" name="data_4210">
            <a:extLst xmlns:a="http://schemas.openxmlformats.org/drawingml/2006/main">
              <a:ext uri="{FF2B5EF4-FFF2-40B4-BE49-F238E27FC236}">
                <a16:creationId xmlns:a16="http://schemas.microsoft.com/office/drawing/2014/main" id="{79302978-7B1F-408F-9587-AFD249A3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229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4" name="data_4211">
            <a:extLst xmlns:a="http://schemas.openxmlformats.org/drawingml/2006/main">
              <a:ext uri="{FF2B5EF4-FFF2-40B4-BE49-F238E27FC236}">
                <a16:creationId xmlns:a16="http://schemas.microsoft.com/office/drawing/2014/main" id="{35A90BF3-F8B9-4149-9CE9-2C69DB19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299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5" name="data_4212">
            <a:extLst xmlns:a="http://schemas.openxmlformats.org/drawingml/2006/main">
              <a:ext uri="{FF2B5EF4-FFF2-40B4-BE49-F238E27FC236}">
                <a16:creationId xmlns:a16="http://schemas.microsoft.com/office/drawing/2014/main" id="{8C53B008-0D31-4F74-8EE6-29C7B90E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92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6" name="data_4213">
            <a:extLst xmlns:a="http://schemas.openxmlformats.org/drawingml/2006/main">
              <a:ext uri="{FF2B5EF4-FFF2-40B4-BE49-F238E27FC236}">
                <a16:creationId xmlns:a16="http://schemas.microsoft.com/office/drawing/2014/main" id="{CBAA025C-035F-47DE-B762-923FAD365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5612" y="35113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7" name="data_4214">
            <a:extLst xmlns:a="http://schemas.openxmlformats.org/drawingml/2006/main">
              <a:ext uri="{FF2B5EF4-FFF2-40B4-BE49-F238E27FC236}">
                <a16:creationId xmlns:a16="http://schemas.microsoft.com/office/drawing/2014/main" id="{5B96D341-ADC4-4770-956D-93BF3EBA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641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8" name="data_4215">
            <a:extLst xmlns:a="http://schemas.openxmlformats.org/drawingml/2006/main">
              <a:ext uri="{FF2B5EF4-FFF2-40B4-BE49-F238E27FC236}">
                <a16:creationId xmlns:a16="http://schemas.microsoft.com/office/drawing/2014/main" id="{EEFA0E89-B082-478E-ACCB-FA39255A4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809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9" name="data_4216">
            <a:extLst xmlns:a="http://schemas.openxmlformats.org/drawingml/2006/main">
              <a:ext uri="{FF2B5EF4-FFF2-40B4-BE49-F238E27FC236}">
                <a16:creationId xmlns:a16="http://schemas.microsoft.com/office/drawing/2014/main" id="{04913923-0706-44B6-91D6-95172E19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39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0" name="data_4217">
            <a:extLst xmlns:a="http://schemas.openxmlformats.org/drawingml/2006/main">
              <a:ext uri="{FF2B5EF4-FFF2-40B4-BE49-F238E27FC236}">
                <a16:creationId xmlns:a16="http://schemas.microsoft.com/office/drawing/2014/main" id="{3FCBB32F-3C52-48F7-9CB8-5412BDBCE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6944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1" name="data_4218">
            <a:extLst xmlns:a="http://schemas.openxmlformats.org/drawingml/2006/main">
              <a:ext uri="{FF2B5EF4-FFF2-40B4-BE49-F238E27FC236}">
                <a16:creationId xmlns:a16="http://schemas.microsoft.com/office/drawing/2014/main" id="{404C04DC-FBD7-4C47-A0AA-9E29BB1C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727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2" name="data_4219">
            <a:extLst xmlns:a="http://schemas.openxmlformats.org/drawingml/2006/main">
              <a:ext uri="{FF2B5EF4-FFF2-40B4-BE49-F238E27FC236}">
                <a16:creationId xmlns:a16="http://schemas.microsoft.com/office/drawing/2014/main" id="{BFE9FDF1-C69D-47E0-9D60-268A585BA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0289" y="364248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3" name="data_4220">
            <a:extLst xmlns:a="http://schemas.openxmlformats.org/drawingml/2006/main">
              <a:ext uri="{FF2B5EF4-FFF2-40B4-BE49-F238E27FC236}">
                <a16:creationId xmlns:a16="http://schemas.microsoft.com/office/drawing/2014/main" id="{F5876472-ADD2-4F0D-81D9-AF16735D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92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4" name="data_4221">
            <a:extLst xmlns:a="http://schemas.openxmlformats.org/drawingml/2006/main">
              <a:ext uri="{FF2B5EF4-FFF2-40B4-BE49-F238E27FC236}">
                <a16:creationId xmlns:a16="http://schemas.microsoft.com/office/drawing/2014/main" id="{5FCDA16B-2C97-4CFC-866D-120CEE71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91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5" name="data_4222">
            <a:extLst xmlns:a="http://schemas.openxmlformats.org/drawingml/2006/main">
              <a:ext uri="{FF2B5EF4-FFF2-40B4-BE49-F238E27FC236}">
                <a16:creationId xmlns:a16="http://schemas.microsoft.com/office/drawing/2014/main" id="{A75C4F06-AA49-4856-93D4-D929949D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15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6" name="data_4223">
            <a:extLst xmlns:a="http://schemas.openxmlformats.org/drawingml/2006/main">
              <a:ext uri="{FF2B5EF4-FFF2-40B4-BE49-F238E27FC236}">
                <a16:creationId xmlns:a16="http://schemas.microsoft.com/office/drawing/2014/main" id="{380457D8-F7B9-466A-B836-41EFF488C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6055" y="250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7" name="data_4224">
            <a:extLst xmlns:a="http://schemas.openxmlformats.org/drawingml/2006/main">
              <a:ext uri="{FF2B5EF4-FFF2-40B4-BE49-F238E27FC236}">
                <a16:creationId xmlns:a16="http://schemas.microsoft.com/office/drawing/2014/main" id="{C635F036-2D56-46FA-BCDA-59209F13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323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8" name="data_4225">
            <a:extLst xmlns:a="http://schemas.openxmlformats.org/drawingml/2006/main">
              <a:ext uri="{FF2B5EF4-FFF2-40B4-BE49-F238E27FC236}">
                <a16:creationId xmlns:a16="http://schemas.microsoft.com/office/drawing/2014/main" id="{AFAB4B91-56FD-4229-BD23-A7835385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9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9" name="data_4226">
            <a:extLst xmlns:a="http://schemas.openxmlformats.org/drawingml/2006/main">
              <a:ext uri="{FF2B5EF4-FFF2-40B4-BE49-F238E27FC236}">
                <a16:creationId xmlns:a16="http://schemas.microsoft.com/office/drawing/2014/main" id="{7E5B888E-6665-407A-8E18-D9CE9617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406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0" name="data_4227">
            <a:extLst xmlns:a="http://schemas.openxmlformats.org/drawingml/2006/main">
              <a:ext uri="{FF2B5EF4-FFF2-40B4-BE49-F238E27FC236}">
                <a16:creationId xmlns:a16="http://schemas.microsoft.com/office/drawing/2014/main" id="{5E204437-D139-40D2-B554-BF8781741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125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1" name="data_4228">
            <a:extLst xmlns:a="http://schemas.openxmlformats.org/drawingml/2006/main">
              <a:ext uri="{FF2B5EF4-FFF2-40B4-BE49-F238E27FC236}">
                <a16:creationId xmlns:a16="http://schemas.microsoft.com/office/drawing/2014/main" id="{32421933-BB46-4FD6-B478-1F3867016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72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2" name="data_4229">
            <a:extLst xmlns:a="http://schemas.openxmlformats.org/drawingml/2006/main">
              <a:ext uri="{FF2B5EF4-FFF2-40B4-BE49-F238E27FC236}">
                <a16:creationId xmlns:a16="http://schemas.microsoft.com/office/drawing/2014/main" id="{E6A5E161-CCDB-497E-B83D-8BC12D7E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365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3" name="data_4230">
            <a:extLst xmlns:a="http://schemas.openxmlformats.org/drawingml/2006/main">
              <a:ext uri="{FF2B5EF4-FFF2-40B4-BE49-F238E27FC236}">
                <a16:creationId xmlns:a16="http://schemas.microsoft.com/office/drawing/2014/main" id="{6BC535E1-77C1-4939-8ECA-DCB02097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49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4" name="data_4231">
            <a:extLst xmlns:a="http://schemas.openxmlformats.org/drawingml/2006/main">
              <a:ext uri="{FF2B5EF4-FFF2-40B4-BE49-F238E27FC236}">
                <a16:creationId xmlns:a16="http://schemas.microsoft.com/office/drawing/2014/main" id="{3EB3365E-E6C8-41D7-B4A7-FD880D86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7702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5" name="data_4232">
            <a:extLst xmlns:a="http://schemas.openxmlformats.org/drawingml/2006/main">
              <a:ext uri="{FF2B5EF4-FFF2-40B4-BE49-F238E27FC236}">
                <a16:creationId xmlns:a16="http://schemas.microsoft.com/office/drawing/2014/main" id="{6D27B7B8-3112-484B-ADAE-A3A0E623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3280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6" name="data_4233">
            <a:extLst xmlns:a="http://schemas.openxmlformats.org/drawingml/2006/main">
              <a:ext uri="{FF2B5EF4-FFF2-40B4-BE49-F238E27FC236}">
                <a16:creationId xmlns:a16="http://schemas.microsoft.com/office/drawing/2014/main" id="{6C20E0C1-AB13-4A07-9000-4208A446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202" y="393943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7" name="data_4234">
            <a:extLst xmlns:a="http://schemas.openxmlformats.org/drawingml/2006/main">
              <a:ext uri="{FF2B5EF4-FFF2-40B4-BE49-F238E27FC236}">
                <a16:creationId xmlns:a16="http://schemas.microsoft.com/office/drawing/2014/main" id="{A74C92E0-AC22-4E23-A922-A78B783F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135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8" name="data_4235">
            <a:extLst xmlns:a="http://schemas.openxmlformats.org/drawingml/2006/main">
              <a:ext uri="{FF2B5EF4-FFF2-40B4-BE49-F238E27FC236}">
                <a16:creationId xmlns:a16="http://schemas.microsoft.com/office/drawing/2014/main" id="{617FC668-459B-4AD2-91AD-9E4DA1229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6901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9" name="data_4236">
            <a:extLst xmlns:a="http://schemas.openxmlformats.org/drawingml/2006/main">
              <a:ext uri="{FF2B5EF4-FFF2-40B4-BE49-F238E27FC236}">
                <a16:creationId xmlns:a16="http://schemas.microsoft.com/office/drawing/2014/main" id="{456FB067-8A75-4806-BDE7-196DC1BA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244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0" name="data_4237">
            <a:extLst xmlns:a="http://schemas.openxmlformats.org/drawingml/2006/main">
              <a:ext uri="{FF2B5EF4-FFF2-40B4-BE49-F238E27FC236}">
                <a16:creationId xmlns:a16="http://schemas.microsoft.com/office/drawing/2014/main" id="{C654F78F-EF7D-4898-AFBB-15769C618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829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1" name="data_4238">
            <a:extLst xmlns:a="http://schemas.openxmlformats.org/drawingml/2006/main">
              <a:ext uri="{FF2B5EF4-FFF2-40B4-BE49-F238E27FC236}">
                <a16:creationId xmlns:a16="http://schemas.microsoft.com/office/drawing/2014/main" id="{B7E17386-E136-4E13-BA0A-A221940C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4903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2" name="data_4239">
            <a:extLst xmlns:a="http://schemas.openxmlformats.org/drawingml/2006/main">
              <a:ext uri="{FF2B5EF4-FFF2-40B4-BE49-F238E27FC236}">
                <a16:creationId xmlns:a16="http://schemas.microsoft.com/office/drawing/2014/main" id="{3119EE75-2BF2-471B-8A61-7ED3D479A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477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3" name="data_4240">
            <a:extLst xmlns:a="http://schemas.openxmlformats.org/drawingml/2006/main">
              <a:ext uri="{FF2B5EF4-FFF2-40B4-BE49-F238E27FC236}">
                <a16:creationId xmlns:a16="http://schemas.microsoft.com/office/drawing/2014/main" id="{20AFE10C-A392-46A6-ADA8-9F1B7B19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788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4" name="data_4241">
            <a:extLst xmlns:a="http://schemas.openxmlformats.org/drawingml/2006/main">
              <a:ext uri="{FF2B5EF4-FFF2-40B4-BE49-F238E27FC236}">
                <a16:creationId xmlns:a16="http://schemas.microsoft.com/office/drawing/2014/main" id="{2CA0738F-068B-446F-9E68-277066EB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1587" y="25750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5" name="data_4242">
            <a:extLst xmlns:a="http://schemas.openxmlformats.org/drawingml/2006/main">
              <a:ext uri="{FF2B5EF4-FFF2-40B4-BE49-F238E27FC236}">
                <a16:creationId xmlns:a16="http://schemas.microsoft.com/office/drawing/2014/main" id="{149713A4-0730-4AB8-8C6A-5432B673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002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6" name="data_4243">
            <a:extLst xmlns:a="http://schemas.openxmlformats.org/drawingml/2006/main">
              <a:ext uri="{FF2B5EF4-FFF2-40B4-BE49-F238E27FC236}">
                <a16:creationId xmlns:a16="http://schemas.microsoft.com/office/drawing/2014/main" id="{BE3296DE-21C8-4AC2-838A-2B70FBEF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78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7" name="data_4244">
            <a:extLst xmlns:a="http://schemas.openxmlformats.org/drawingml/2006/main">
              <a:ext uri="{FF2B5EF4-FFF2-40B4-BE49-F238E27FC236}">
                <a16:creationId xmlns:a16="http://schemas.microsoft.com/office/drawing/2014/main" id="{8C1EC4D2-46AA-42D9-B654-44B80868F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402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8" name="data_4245">
            <a:extLst xmlns:a="http://schemas.openxmlformats.org/drawingml/2006/main">
              <a:ext uri="{FF2B5EF4-FFF2-40B4-BE49-F238E27FC236}">
                <a16:creationId xmlns:a16="http://schemas.microsoft.com/office/drawing/2014/main" id="{F1C0A8FE-080C-4748-9F69-1649AA49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5058" y="27756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9" name="data_4246">
            <a:extLst xmlns:a="http://schemas.openxmlformats.org/drawingml/2006/main">
              <a:ext uri="{FF2B5EF4-FFF2-40B4-BE49-F238E27FC236}">
                <a16:creationId xmlns:a16="http://schemas.microsoft.com/office/drawing/2014/main" id="{72E96A8F-5609-4228-B078-240940DB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460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0" name="data_4247">
            <a:extLst xmlns:a="http://schemas.openxmlformats.org/drawingml/2006/main">
              <a:ext uri="{FF2B5EF4-FFF2-40B4-BE49-F238E27FC236}">
                <a16:creationId xmlns:a16="http://schemas.microsoft.com/office/drawing/2014/main" id="{1E100D1F-8A9F-45D0-B579-CC87819AC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978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1" name="data_4248">
            <a:extLst xmlns:a="http://schemas.openxmlformats.org/drawingml/2006/main">
              <a:ext uri="{FF2B5EF4-FFF2-40B4-BE49-F238E27FC236}">
                <a16:creationId xmlns:a16="http://schemas.microsoft.com/office/drawing/2014/main" id="{4B3A3B2B-B705-4DAA-9331-FE1FEF853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222" y="384991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2" name="data_4249">
            <a:extLst xmlns:a="http://schemas.openxmlformats.org/drawingml/2006/main">
              <a:ext uri="{FF2B5EF4-FFF2-40B4-BE49-F238E27FC236}">
                <a16:creationId xmlns:a16="http://schemas.microsoft.com/office/drawing/2014/main" id="{3AA659AB-5D1F-43DE-AC8E-AB4BA1A7C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7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3" name="data_4250">
            <a:extLst xmlns:a="http://schemas.openxmlformats.org/drawingml/2006/main">
              <a:ext uri="{FF2B5EF4-FFF2-40B4-BE49-F238E27FC236}">
                <a16:creationId xmlns:a16="http://schemas.microsoft.com/office/drawing/2014/main" id="{66FB1943-917D-4F02-90F1-7F90E3AD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74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4" name="data_4251">
            <a:extLst xmlns:a="http://schemas.openxmlformats.org/drawingml/2006/main">
              <a:ext uri="{FF2B5EF4-FFF2-40B4-BE49-F238E27FC236}">
                <a16:creationId xmlns:a16="http://schemas.microsoft.com/office/drawing/2014/main" id="{D5AA1ED6-C5E2-4199-B5EE-3B546B5F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4827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5" name="data_4252">
            <a:extLst xmlns:a="http://schemas.openxmlformats.org/drawingml/2006/main">
              <a:ext uri="{FF2B5EF4-FFF2-40B4-BE49-F238E27FC236}">
                <a16:creationId xmlns:a16="http://schemas.microsoft.com/office/drawing/2014/main" id="{CADE3410-6EAF-4C94-805B-CA09368C1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145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6" name="data_4253">
            <a:extLst xmlns:a="http://schemas.openxmlformats.org/drawingml/2006/main">
              <a:ext uri="{FF2B5EF4-FFF2-40B4-BE49-F238E27FC236}">
                <a16:creationId xmlns:a16="http://schemas.microsoft.com/office/drawing/2014/main" id="{C25C2FA2-395A-447B-AD5E-B5F7BF40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6083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7" name="data_4254">
            <a:extLst xmlns:a="http://schemas.openxmlformats.org/drawingml/2006/main">
              <a:ext uri="{FF2B5EF4-FFF2-40B4-BE49-F238E27FC236}">
                <a16:creationId xmlns:a16="http://schemas.microsoft.com/office/drawing/2014/main" id="{8C81471B-C449-4E27-AB7E-C8756BA36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786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8" name="data_4255">
            <a:extLst xmlns:a="http://schemas.openxmlformats.org/drawingml/2006/main">
              <a:ext uri="{FF2B5EF4-FFF2-40B4-BE49-F238E27FC236}">
                <a16:creationId xmlns:a16="http://schemas.microsoft.com/office/drawing/2014/main" id="{CC8BF557-AC39-4E21-ADA2-4250C549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9053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9" name="data_4256">
            <a:extLst xmlns:a="http://schemas.openxmlformats.org/drawingml/2006/main">
              <a:ext uri="{FF2B5EF4-FFF2-40B4-BE49-F238E27FC236}">
                <a16:creationId xmlns:a16="http://schemas.microsoft.com/office/drawing/2014/main" id="{B869539F-5387-4CF4-ABB8-39F237338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137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0" name="data_4257">
            <a:extLst xmlns:a="http://schemas.openxmlformats.org/drawingml/2006/main">
              <a:ext uri="{FF2B5EF4-FFF2-40B4-BE49-F238E27FC236}">
                <a16:creationId xmlns:a16="http://schemas.microsoft.com/office/drawing/2014/main" id="{22CF22AB-76F0-4E25-A26D-933E4A4B1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92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1" name="data_4258">
            <a:extLst xmlns:a="http://schemas.openxmlformats.org/drawingml/2006/main">
              <a:ext uri="{FF2B5EF4-FFF2-40B4-BE49-F238E27FC236}">
                <a16:creationId xmlns:a16="http://schemas.microsoft.com/office/drawing/2014/main" id="{8D3F84EC-D40D-4562-8F6B-BD4F26EA6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079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2" name="data_4259">
            <a:extLst xmlns:a="http://schemas.openxmlformats.org/drawingml/2006/main">
              <a:ext uri="{FF2B5EF4-FFF2-40B4-BE49-F238E27FC236}">
                <a16:creationId xmlns:a16="http://schemas.microsoft.com/office/drawing/2014/main" id="{EE29DDCC-EE18-44EA-B559-A6AD38529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387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3" name="data_4260">
            <a:extLst xmlns:a="http://schemas.openxmlformats.org/drawingml/2006/main">
              <a:ext uri="{FF2B5EF4-FFF2-40B4-BE49-F238E27FC236}">
                <a16:creationId xmlns:a16="http://schemas.microsoft.com/office/drawing/2014/main" id="{F07B1203-FC59-4CAD-9B66-83EA5874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780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4" name="data_4261">
            <a:extLst xmlns:a="http://schemas.openxmlformats.org/drawingml/2006/main">
              <a:ext uri="{FF2B5EF4-FFF2-40B4-BE49-F238E27FC236}">
                <a16:creationId xmlns:a16="http://schemas.microsoft.com/office/drawing/2014/main" id="{3F912CAD-4528-44E9-8EF5-3D6590FC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6687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5" name="data_4262">
            <a:extLst xmlns:a="http://schemas.openxmlformats.org/drawingml/2006/main">
              <a:ext uri="{FF2B5EF4-FFF2-40B4-BE49-F238E27FC236}">
                <a16:creationId xmlns:a16="http://schemas.microsoft.com/office/drawing/2014/main" id="{257F0B67-A936-4927-9B3A-464BA0398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08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6" name="data_4263">
            <a:extLst xmlns:a="http://schemas.openxmlformats.org/drawingml/2006/main">
              <a:ext uri="{FF2B5EF4-FFF2-40B4-BE49-F238E27FC236}">
                <a16:creationId xmlns:a16="http://schemas.microsoft.com/office/drawing/2014/main" id="{B98BD685-FD96-44AC-9380-B6B49F168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8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7" name="data_4264">
            <a:extLst xmlns:a="http://schemas.openxmlformats.org/drawingml/2006/main">
              <a:ext uri="{FF2B5EF4-FFF2-40B4-BE49-F238E27FC236}">
                <a16:creationId xmlns:a16="http://schemas.microsoft.com/office/drawing/2014/main" id="{BE36D730-2DF1-4266-B51A-A88CD45A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644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8" name="data_4265">
            <a:extLst xmlns:a="http://schemas.openxmlformats.org/drawingml/2006/main">
              <a:ext uri="{FF2B5EF4-FFF2-40B4-BE49-F238E27FC236}">
                <a16:creationId xmlns:a16="http://schemas.microsoft.com/office/drawing/2014/main" id="{983087FA-29FD-4D84-8E18-D3B8CBEE8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44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9" name="data_4266">
            <a:extLst xmlns:a="http://schemas.openxmlformats.org/drawingml/2006/main">
              <a:ext uri="{FF2B5EF4-FFF2-40B4-BE49-F238E27FC236}">
                <a16:creationId xmlns:a16="http://schemas.microsoft.com/office/drawing/2014/main" id="{96F88E3E-F8F4-434A-8187-6AB5A4790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339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0" name="data_4267">
            <a:extLst xmlns:a="http://schemas.openxmlformats.org/drawingml/2006/main">
              <a:ext uri="{FF2B5EF4-FFF2-40B4-BE49-F238E27FC236}">
                <a16:creationId xmlns:a16="http://schemas.microsoft.com/office/drawing/2014/main" id="{47C07E48-B2DD-4BC5-AB69-B00597779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035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1" name="data_4268">
            <a:extLst xmlns:a="http://schemas.openxmlformats.org/drawingml/2006/main">
              <a:ext uri="{FF2B5EF4-FFF2-40B4-BE49-F238E27FC236}">
                <a16:creationId xmlns:a16="http://schemas.microsoft.com/office/drawing/2014/main" id="{7EB920ED-565E-4A56-A310-3940554B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514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2" name="data_4269">
            <a:extLst xmlns:a="http://schemas.openxmlformats.org/drawingml/2006/main">
              <a:ext uri="{FF2B5EF4-FFF2-40B4-BE49-F238E27FC236}">
                <a16:creationId xmlns:a16="http://schemas.microsoft.com/office/drawing/2014/main" id="{E1BEAF26-B8B3-4711-B24C-AFD25946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68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3" name="data_4270">
            <a:extLst xmlns:a="http://schemas.openxmlformats.org/drawingml/2006/main">
              <a:ext uri="{FF2B5EF4-FFF2-40B4-BE49-F238E27FC236}">
                <a16:creationId xmlns:a16="http://schemas.microsoft.com/office/drawing/2014/main" id="{AD37DDAD-4338-43EA-89F1-376215DB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80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4" name="data_4271">
            <a:extLst xmlns:a="http://schemas.openxmlformats.org/drawingml/2006/main">
              <a:ext uri="{FF2B5EF4-FFF2-40B4-BE49-F238E27FC236}">
                <a16:creationId xmlns:a16="http://schemas.microsoft.com/office/drawing/2014/main" id="{44DCAC16-6837-4743-BE51-A0551812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360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5" name="data_4272">
            <a:extLst xmlns:a="http://schemas.openxmlformats.org/drawingml/2006/main">
              <a:ext uri="{FF2B5EF4-FFF2-40B4-BE49-F238E27FC236}">
                <a16:creationId xmlns:a16="http://schemas.microsoft.com/office/drawing/2014/main" id="{B5D0F12E-D8A3-46E7-973D-215470FB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325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6" name="data_4273">
            <a:extLst xmlns:a="http://schemas.openxmlformats.org/drawingml/2006/main">
              <a:ext uri="{FF2B5EF4-FFF2-40B4-BE49-F238E27FC236}">
                <a16:creationId xmlns:a16="http://schemas.microsoft.com/office/drawing/2014/main" id="{16E3997C-3222-4BA3-B6C6-9DF2AF603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4598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7" name="data_4274">
            <a:extLst xmlns:a="http://schemas.openxmlformats.org/drawingml/2006/main">
              <a:ext uri="{FF2B5EF4-FFF2-40B4-BE49-F238E27FC236}">
                <a16:creationId xmlns:a16="http://schemas.microsoft.com/office/drawing/2014/main" id="{D47482CC-7599-404C-877B-A93D48C6A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50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8" name="data_4275">
            <a:extLst xmlns:a="http://schemas.openxmlformats.org/drawingml/2006/main">
              <a:ext uri="{FF2B5EF4-FFF2-40B4-BE49-F238E27FC236}">
                <a16:creationId xmlns:a16="http://schemas.microsoft.com/office/drawing/2014/main" id="{A4E6D98D-234C-4034-83E7-E6C0184A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5241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9" name="data_4276">
            <a:extLst xmlns:a="http://schemas.openxmlformats.org/drawingml/2006/main">
              <a:ext uri="{FF2B5EF4-FFF2-40B4-BE49-F238E27FC236}">
                <a16:creationId xmlns:a16="http://schemas.microsoft.com/office/drawing/2014/main" id="{C577249F-D571-4C90-9E7B-15A9BBB2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127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0" name="data_4277">
            <a:extLst xmlns:a="http://schemas.openxmlformats.org/drawingml/2006/main">
              <a:ext uri="{FF2B5EF4-FFF2-40B4-BE49-F238E27FC236}">
                <a16:creationId xmlns:a16="http://schemas.microsoft.com/office/drawing/2014/main" id="{25EBACC3-E75D-47A3-8FE7-B28A819F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84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1" name="data_4278">
            <a:extLst xmlns:a="http://schemas.openxmlformats.org/drawingml/2006/main">
              <a:ext uri="{FF2B5EF4-FFF2-40B4-BE49-F238E27FC236}">
                <a16:creationId xmlns:a16="http://schemas.microsoft.com/office/drawing/2014/main" id="{7C3884FA-FE0E-418F-9301-AC751C157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255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2" name="data_4279">
            <a:extLst xmlns:a="http://schemas.openxmlformats.org/drawingml/2006/main">
              <a:ext uri="{FF2B5EF4-FFF2-40B4-BE49-F238E27FC236}">
                <a16:creationId xmlns:a16="http://schemas.microsoft.com/office/drawing/2014/main" id="{B0957FF3-A33C-4B93-AE81-0EB8E2E27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256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3" name="data_4280">
            <a:extLst xmlns:a="http://schemas.openxmlformats.org/drawingml/2006/main">
              <a:ext uri="{FF2B5EF4-FFF2-40B4-BE49-F238E27FC236}">
                <a16:creationId xmlns:a16="http://schemas.microsoft.com/office/drawing/2014/main" id="{FEFD0053-EC1E-4C47-8E73-9D5CA31E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580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4" name="data_4281">
            <a:extLst xmlns:a="http://schemas.openxmlformats.org/drawingml/2006/main">
              <a:ext uri="{FF2B5EF4-FFF2-40B4-BE49-F238E27FC236}">
                <a16:creationId xmlns:a16="http://schemas.microsoft.com/office/drawing/2014/main" id="{30111307-4CDF-4DBB-BE9B-6928BA88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390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5" name="data_4282">
            <a:extLst xmlns:a="http://schemas.openxmlformats.org/drawingml/2006/main">
              <a:ext uri="{FF2B5EF4-FFF2-40B4-BE49-F238E27FC236}">
                <a16:creationId xmlns:a16="http://schemas.microsoft.com/office/drawing/2014/main" id="{19B9DA05-36BA-4ADF-A386-7813FD63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520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6" name="data_4283">
            <a:extLst xmlns:a="http://schemas.openxmlformats.org/drawingml/2006/main">
              <a:ext uri="{FF2B5EF4-FFF2-40B4-BE49-F238E27FC236}">
                <a16:creationId xmlns:a16="http://schemas.microsoft.com/office/drawing/2014/main" id="{BC7778C1-20F8-4AC1-A4A0-D1268F1A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72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7" name="data_4284">
            <a:extLst xmlns:a="http://schemas.openxmlformats.org/drawingml/2006/main">
              <a:ext uri="{FF2B5EF4-FFF2-40B4-BE49-F238E27FC236}">
                <a16:creationId xmlns:a16="http://schemas.microsoft.com/office/drawing/2014/main" id="{2F57F18E-B921-44F9-9A84-A239CB27D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8108" y="37922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8" name="data_4285">
            <a:extLst xmlns:a="http://schemas.openxmlformats.org/drawingml/2006/main">
              <a:ext uri="{FF2B5EF4-FFF2-40B4-BE49-F238E27FC236}">
                <a16:creationId xmlns:a16="http://schemas.microsoft.com/office/drawing/2014/main" id="{99D8F729-0146-44D5-81CD-5AB2235E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915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9" name="data_4286">
            <a:extLst xmlns:a="http://schemas.openxmlformats.org/drawingml/2006/main">
              <a:ext uri="{FF2B5EF4-FFF2-40B4-BE49-F238E27FC236}">
                <a16:creationId xmlns:a16="http://schemas.microsoft.com/office/drawing/2014/main" id="{E1B651F6-FCC2-468D-8295-D10F2175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9918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0" name="data_4287">
            <a:extLst xmlns:a="http://schemas.openxmlformats.org/drawingml/2006/main">
              <a:ext uri="{FF2B5EF4-FFF2-40B4-BE49-F238E27FC236}">
                <a16:creationId xmlns:a16="http://schemas.microsoft.com/office/drawing/2014/main" id="{A8D63920-A16A-4EF7-B8B4-B7D42B0B7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838" y="296831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1" name="data_4288">
            <a:extLst xmlns:a="http://schemas.openxmlformats.org/drawingml/2006/main">
              <a:ext uri="{FF2B5EF4-FFF2-40B4-BE49-F238E27FC236}">
                <a16:creationId xmlns:a16="http://schemas.microsoft.com/office/drawing/2014/main" id="{AC67CF95-2282-462C-9DB1-C92097C0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408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2" name="data_4289">
            <a:extLst xmlns:a="http://schemas.openxmlformats.org/drawingml/2006/main">
              <a:ext uri="{FF2B5EF4-FFF2-40B4-BE49-F238E27FC236}">
                <a16:creationId xmlns:a16="http://schemas.microsoft.com/office/drawing/2014/main" id="{111C2A3B-18E0-4ADF-80BA-DB367ABBE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814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3" name="data_4290">
            <a:extLst xmlns:a="http://schemas.openxmlformats.org/drawingml/2006/main">
              <a:ext uri="{FF2B5EF4-FFF2-40B4-BE49-F238E27FC236}">
                <a16:creationId xmlns:a16="http://schemas.microsoft.com/office/drawing/2014/main" id="{63EBFBED-64F1-44EF-9113-B565379C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72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4" name="data_4291">
            <a:extLst xmlns:a="http://schemas.openxmlformats.org/drawingml/2006/main">
              <a:ext uri="{FF2B5EF4-FFF2-40B4-BE49-F238E27FC236}">
                <a16:creationId xmlns:a16="http://schemas.microsoft.com/office/drawing/2014/main" id="{74451D96-CC24-472C-B780-2CA8CEE2D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781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5" name="data_4292">
            <a:extLst xmlns:a="http://schemas.openxmlformats.org/drawingml/2006/main">
              <a:ext uri="{FF2B5EF4-FFF2-40B4-BE49-F238E27FC236}">
                <a16:creationId xmlns:a16="http://schemas.microsoft.com/office/drawing/2014/main" id="{32B90010-ABEF-4ECD-B72E-FD081182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855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6" name="data_4293">
            <a:extLst xmlns:a="http://schemas.openxmlformats.org/drawingml/2006/main">
              <a:ext uri="{FF2B5EF4-FFF2-40B4-BE49-F238E27FC236}">
                <a16:creationId xmlns:a16="http://schemas.microsoft.com/office/drawing/2014/main" id="{CEE0A01B-01A1-48D4-883F-66E0DA01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789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7" name="data_4294">
            <a:extLst xmlns:a="http://schemas.openxmlformats.org/drawingml/2006/main">
              <a:ext uri="{FF2B5EF4-FFF2-40B4-BE49-F238E27FC236}">
                <a16:creationId xmlns:a16="http://schemas.microsoft.com/office/drawing/2014/main" id="{D2C63960-9EB6-4C93-99DA-E20A7CBB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781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8" name="data_4295">
            <a:extLst xmlns:a="http://schemas.openxmlformats.org/drawingml/2006/main">
              <a:ext uri="{FF2B5EF4-FFF2-40B4-BE49-F238E27FC236}">
                <a16:creationId xmlns:a16="http://schemas.microsoft.com/office/drawing/2014/main" id="{049F7F01-1A7A-4CB9-8549-FFEDAD2BD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454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9" name="data_4296">
            <a:extLst xmlns:a="http://schemas.openxmlformats.org/drawingml/2006/main">
              <a:ext uri="{FF2B5EF4-FFF2-40B4-BE49-F238E27FC236}">
                <a16:creationId xmlns:a16="http://schemas.microsoft.com/office/drawing/2014/main" id="{B18425D1-D60D-4091-8655-97509D9D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129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0" name="data_4297">
            <a:extLst xmlns:a="http://schemas.openxmlformats.org/drawingml/2006/main">
              <a:ext uri="{FF2B5EF4-FFF2-40B4-BE49-F238E27FC236}">
                <a16:creationId xmlns:a16="http://schemas.microsoft.com/office/drawing/2014/main" id="{BD08BFFC-B79C-4409-8086-EF2EA727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765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1" name="data_4298">
            <a:extLst xmlns:a="http://schemas.openxmlformats.org/drawingml/2006/main">
              <a:ext uri="{FF2B5EF4-FFF2-40B4-BE49-F238E27FC236}">
                <a16:creationId xmlns:a16="http://schemas.microsoft.com/office/drawing/2014/main" id="{936A750C-B8A1-43D4-A82D-1CA5EBE9C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119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2" name="data_4299">
            <a:extLst xmlns:a="http://schemas.openxmlformats.org/drawingml/2006/main">
              <a:ext uri="{FF2B5EF4-FFF2-40B4-BE49-F238E27FC236}">
                <a16:creationId xmlns:a16="http://schemas.microsoft.com/office/drawing/2014/main" id="{65948AF6-824A-45FA-958C-5D7D5E5F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419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3" name="data_4300">
            <a:extLst xmlns:a="http://schemas.openxmlformats.org/drawingml/2006/main">
              <a:ext uri="{FF2B5EF4-FFF2-40B4-BE49-F238E27FC236}">
                <a16:creationId xmlns:a16="http://schemas.microsoft.com/office/drawing/2014/main" id="{3E3A7C59-19AB-489F-AACE-CFC6C95D3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8853" y="26312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4" name="data_4301">
            <a:extLst xmlns:a="http://schemas.openxmlformats.org/drawingml/2006/main">
              <a:ext uri="{FF2B5EF4-FFF2-40B4-BE49-F238E27FC236}">
                <a16:creationId xmlns:a16="http://schemas.microsoft.com/office/drawing/2014/main" id="{A1085F53-3503-4B05-8FD7-E7B57DF5D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015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5" name="data_4302">
            <a:extLst xmlns:a="http://schemas.openxmlformats.org/drawingml/2006/main">
              <a:ext uri="{FF2B5EF4-FFF2-40B4-BE49-F238E27FC236}">
                <a16:creationId xmlns:a16="http://schemas.microsoft.com/office/drawing/2014/main" id="{E62E932E-CAD8-42A6-835C-BD9FC49FD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580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6" name="data_4303">
            <a:extLst xmlns:a="http://schemas.openxmlformats.org/drawingml/2006/main">
              <a:ext uri="{FF2B5EF4-FFF2-40B4-BE49-F238E27FC236}">
                <a16:creationId xmlns:a16="http://schemas.microsoft.com/office/drawing/2014/main" id="{D244578A-1A49-4B01-96AA-2B01DDA0F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1041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7" name="data_4304">
            <a:extLst xmlns:a="http://schemas.openxmlformats.org/drawingml/2006/main">
              <a:ext uri="{FF2B5EF4-FFF2-40B4-BE49-F238E27FC236}">
                <a16:creationId xmlns:a16="http://schemas.microsoft.com/office/drawing/2014/main" id="{8A10C9D5-4835-43BD-B2F5-A4F523BAC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555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8" name="data_4305">
            <a:extLst xmlns:a="http://schemas.openxmlformats.org/drawingml/2006/main">
              <a:ext uri="{FF2B5EF4-FFF2-40B4-BE49-F238E27FC236}">
                <a16:creationId xmlns:a16="http://schemas.microsoft.com/office/drawing/2014/main" id="{32249DF8-578C-42EC-900A-D59B990F7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615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9" name="data_4306">
            <a:extLst xmlns:a="http://schemas.openxmlformats.org/drawingml/2006/main">
              <a:ext uri="{FF2B5EF4-FFF2-40B4-BE49-F238E27FC236}">
                <a16:creationId xmlns:a16="http://schemas.microsoft.com/office/drawing/2014/main" id="{8FEE7187-290C-407E-B72A-B2AD381B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948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0" name="data_4307">
            <a:extLst xmlns:a="http://schemas.openxmlformats.org/drawingml/2006/main">
              <a:ext uri="{FF2B5EF4-FFF2-40B4-BE49-F238E27FC236}">
                <a16:creationId xmlns:a16="http://schemas.microsoft.com/office/drawing/2014/main" id="{B4843C35-D087-4509-9139-5928C202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7452" y="294958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1" name="data_4308">
            <a:extLst xmlns:a="http://schemas.openxmlformats.org/drawingml/2006/main">
              <a:ext uri="{FF2B5EF4-FFF2-40B4-BE49-F238E27FC236}">
                <a16:creationId xmlns:a16="http://schemas.microsoft.com/office/drawing/2014/main" id="{8B367B93-80B5-4B7D-B639-A9990681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135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2" name="data_4309">
            <a:extLst xmlns:a="http://schemas.openxmlformats.org/drawingml/2006/main">
              <a:ext uri="{FF2B5EF4-FFF2-40B4-BE49-F238E27FC236}">
                <a16:creationId xmlns:a16="http://schemas.microsoft.com/office/drawing/2014/main" id="{EBFDA472-ADD8-4E78-A4BF-E862925C9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705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3" name="data_4310">
            <a:extLst xmlns:a="http://schemas.openxmlformats.org/drawingml/2006/main">
              <a:ext uri="{FF2B5EF4-FFF2-40B4-BE49-F238E27FC236}">
                <a16:creationId xmlns:a16="http://schemas.microsoft.com/office/drawing/2014/main" id="{F51B158D-BB72-4512-A1E1-96B39956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578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4" name="data_4311">
            <a:extLst xmlns:a="http://schemas.openxmlformats.org/drawingml/2006/main">
              <a:ext uri="{FF2B5EF4-FFF2-40B4-BE49-F238E27FC236}">
                <a16:creationId xmlns:a16="http://schemas.microsoft.com/office/drawing/2014/main" id="{0EE4C2DE-0AE0-4B52-8F66-12F81DF8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2751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5" name="data_4312">
            <a:extLst xmlns:a="http://schemas.openxmlformats.org/drawingml/2006/main">
              <a:ext uri="{FF2B5EF4-FFF2-40B4-BE49-F238E27FC236}">
                <a16:creationId xmlns:a16="http://schemas.microsoft.com/office/drawing/2014/main" id="{E2C81ECA-9EE2-4BE2-90DB-404ED300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073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6" name="data_4313">
            <a:extLst xmlns:a="http://schemas.openxmlformats.org/drawingml/2006/main">
              <a:ext uri="{FF2B5EF4-FFF2-40B4-BE49-F238E27FC236}">
                <a16:creationId xmlns:a16="http://schemas.microsoft.com/office/drawing/2014/main" id="{0DF953B9-820F-425A-8028-10BFADFD4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079" y="3221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7" name="data_4314">
            <a:extLst xmlns:a="http://schemas.openxmlformats.org/drawingml/2006/main">
              <a:ext uri="{FF2B5EF4-FFF2-40B4-BE49-F238E27FC236}">
                <a16:creationId xmlns:a16="http://schemas.microsoft.com/office/drawing/2014/main" id="{05AA2264-C9DF-4125-962A-4983518A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5543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8" name="data_4315">
            <a:extLst xmlns:a="http://schemas.openxmlformats.org/drawingml/2006/main">
              <a:ext uri="{FF2B5EF4-FFF2-40B4-BE49-F238E27FC236}">
                <a16:creationId xmlns:a16="http://schemas.microsoft.com/office/drawing/2014/main" id="{1ACF6103-7348-4690-8AE7-66C749D8C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600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9" name="data_4316">
            <a:extLst xmlns:a="http://schemas.openxmlformats.org/drawingml/2006/main">
              <a:ext uri="{FF2B5EF4-FFF2-40B4-BE49-F238E27FC236}">
                <a16:creationId xmlns:a16="http://schemas.microsoft.com/office/drawing/2014/main" id="{600116E3-D03E-476F-9676-D86E23B75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022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0" name="data_4317">
            <a:extLst xmlns:a="http://schemas.openxmlformats.org/drawingml/2006/main">
              <a:ext uri="{FF2B5EF4-FFF2-40B4-BE49-F238E27FC236}">
                <a16:creationId xmlns:a16="http://schemas.microsoft.com/office/drawing/2014/main" id="{A3DD0325-2477-493B-831D-6C914D9A0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2732" y="250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1" name="data_4318">
            <a:extLst xmlns:a="http://schemas.openxmlformats.org/drawingml/2006/main">
              <a:ext uri="{FF2B5EF4-FFF2-40B4-BE49-F238E27FC236}">
                <a16:creationId xmlns:a16="http://schemas.microsoft.com/office/drawing/2014/main" id="{EE065E55-1336-4D53-978D-181BA3D23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257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2" name="data_4319">
            <a:extLst xmlns:a="http://schemas.openxmlformats.org/drawingml/2006/main">
              <a:ext uri="{FF2B5EF4-FFF2-40B4-BE49-F238E27FC236}">
                <a16:creationId xmlns:a16="http://schemas.microsoft.com/office/drawing/2014/main" id="{13FC4E99-1B68-4D76-9745-DF20A3AE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198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3" name="data_4320">
            <a:extLst xmlns:a="http://schemas.openxmlformats.org/drawingml/2006/main">
              <a:ext uri="{FF2B5EF4-FFF2-40B4-BE49-F238E27FC236}">
                <a16:creationId xmlns:a16="http://schemas.microsoft.com/office/drawing/2014/main" id="{86BD2CBA-7FBF-4C16-BA49-660A50C9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2143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4" name="data_4321">
            <a:extLst xmlns:a="http://schemas.openxmlformats.org/drawingml/2006/main">
              <a:ext uri="{FF2B5EF4-FFF2-40B4-BE49-F238E27FC236}">
                <a16:creationId xmlns:a16="http://schemas.microsoft.com/office/drawing/2014/main" id="{E38A2B80-016A-48E1-ABD5-FF094097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258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5" name="data_4322">
            <a:extLst xmlns:a="http://schemas.openxmlformats.org/drawingml/2006/main">
              <a:ext uri="{FF2B5EF4-FFF2-40B4-BE49-F238E27FC236}">
                <a16:creationId xmlns:a16="http://schemas.microsoft.com/office/drawing/2014/main" id="{05C93713-1234-4A40-8056-D0757877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297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6" name="data_4323">
            <a:extLst xmlns:a="http://schemas.openxmlformats.org/drawingml/2006/main">
              <a:ext uri="{FF2B5EF4-FFF2-40B4-BE49-F238E27FC236}">
                <a16:creationId xmlns:a16="http://schemas.microsoft.com/office/drawing/2014/main" id="{548E3B14-7BE0-4AA1-9175-072FD646C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465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7" name="data_4324">
            <a:extLst xmlns:a="http://schemas.openxmlformats.org/drawingml/2006/main">
              <a:ext uri="{FF2B5EF4-FFF2-40B4-BE49-F238E27FC236}">
                <a16:creationId xmlns:a16="http://schemas.microsoft.com/office/drawing/2014/main" id="{F276004E-3481-4DD1-87D3-7777AD086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526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8" name="data_4325">
            <a:extLst xmlns:a="http://schemas.openxmlformats.org/drawingml/2006/main">
              <a:ext uri="{FF2B5EF4-FFF2-40B4-BE49-F238E27FC236}">
                <a16:creationId xmlns:a16="http://schemas.microsoft.com/office/drawing/2014/main" id="{98783D96-A14B-4D03-A579-C7D25387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4657" y="36986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9" name="data_4326">
            <a:extLst xmlns:a="http://schemas.openxmlformats.org/drawingml/2006/main">
              <a:ext uri="{FF2B5EF4-FFF2-40B4-BE49-F238E27FC236}">
                <a16:creationId xmlns:a16="http://schemas.microsoft.com/office/drawing/2014/main" id="{A5267A7C-6478-4D6D-84A2-13320C7F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1384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0" name="data_4327">
            <a:extLst xmlns:a="http://schemas.openxmlformats.org/drawingml/2006/main">
              <a:ext uri="{FF2B5EF4-FFF2-40B4-BE49-F238E27FC236}">
                <a16:creationId xmlns:a16="http://schemas.microsoft.com/office/drawing/2014/main" id="{44FCB83E-7EEF-4B56-BA0B-C29BA0CC0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7409" y="39294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1" name="data_4328">
            <a:extLst xmlns:a="http://schemas.openxmlformats.org/drawingml/2006/main">
              <a:ext uri="{FF2B5EF4-FFF2-40B4-BE49-F238E27FC236}">
                <a16:creationId xmlns:a16="http://schemas.microsoft.com/office/drawing/2014/main" id="{EB4DB03B-C533-4F89-AE55-67E5A4513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698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2" name="data_4329">
            <a:extLst xmlns:a="http://schemas.openxmlformats.org/drawingml/2006/main">
              <a:ext uri="{FF2B5EF4-FFF2-40B4-BE49-F238E27FC236}">
                <a16:creationId xmlns:a16="http://schemas.microsoft.com/office/drawing/2014/main" id="{FFC22D40-D47A-46D3-B39D-D63BE276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489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3" name="data_4330">
            <a:extLst xmlns:a="http://schemas.openxmlformats.org/drawingml/2006/main">
              <a:ext uri="{FF2B5EF4-FFF2-40B4-BE49-F238E27FC236}">
                <a16:creationId xmlns:a16="http://schemas.microsoft.com/office/drawing/2014/main" id="{88524989-019D-4203-8BDC-335C1F57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148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4" name="data_4331">
            <a:extLst xmlns:a="http://schemas.openxmlformats.org/drawingml/2006/main">
              <a:ext uri="{FF2B5EF4-FFF2-40B4-BE49-F238E27FC236}">
                <a16:creationId xmlns:a16="http://schemas.microsoft.com/office/drawing/2014/main" id="{0B71DBFB-08DC-43F3-AC9B-8E4BA24C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69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5" name="data_4332">
            <a:extLst xmlns:a="http://schemas.openxmlformats.org/drawingml/2006/main">
              <a:ext uri="{FF2B5EF4-FFF2-40B4-BE49-F238E27FC236}">
                <a16:creationId xmlns:a16="http://schemas.microsoft.com/office/drawing/2014/main" id="{20FB336C-ED3B-4E1E-9028-310061DB8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848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6" name="data_4333">
            <a:extLst xmlns:a="http://schemas.openxmlformats.org/drawingml/2006/main">
              <a:ext uri="{FF2B5EF4-FFF2-40B4-BE49-F238E27FC236}">
                <a16:creationId xmlns:a16="http://schemas.microsoft.com/office/drawing/2014/main" id="{6C56455B-D582-48F0-B27A-675030672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460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7" name="data_4334">
            <a:extLst xmlns:a="http://schemas.openxmlformats.org/drawingml/2006/main">
              <a:ext uri="{FF2B5EF4-FFF2-40B4-BE49-F238E27FC236}">
                <a16:creationId xmlns:a16="http://schemas.microsoft.com/office/drawing/2014/main" id="{7486E1DB-85EC-4280-A840-AB86749E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935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8" name="data_4335">
            <a:extLst xmlns:a="http://schemas.openxmlformats.org/drawingml/2006/main">
              <a:ext uri="{FF2B5EF4-FFF2-40B4-BE49-F238E27FC236}">
                <a16:creationId xmlns:a16="http://schemas.microsoft.com/office/drawing/2014/main" id="{7B659FEA-3417-47D5-84C1-8F7D6664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642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9" name="data_4336">
            <a:extLst xmlns:a="http://schemas.openxmlformats.org/drawingml/2006/main">
              <a:ext uri="{FF2B5EF4-FFF2-40B4-BE49-F238E27FC236}">
                <a16:creationId xmlns:a16="http://schemas.microsoft.com/office/drawing/2014/main" id="{EA983786-FBD7-42D0-A787-3B31E489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063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0" name="data_4337">
            <a:extLst xmlns:a="http://schemas.openxmlformats.org/drawingml/2006/main">
              <a:ext uri="{FF2B5EF4-FFF2-40B4-BE49-F238E27FC236}">
                <a16:creationId xmlns:a16="http://schemas.microsoft.com/office/drawing/2014/main" id="{010C7F6C-033C-4CFC-AAE0-94D3FB6DE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6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1" name="data_4338">
            <a:extLst xmlns:a="http://schemas.openxmlformats.org/drawingml/2006/main">
              <a:ext uri="{FF2B5EF4-FFF2-40B4-BE49-F238E27FC236}">
                <a16:creationId xmlns:a16="http://schemas.microsoft.com/office/drawing/2014/main" id="{E262A238-1B31-4572-A675-CA9DD2B3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5182" y="31368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2" name="data_4339">
            <a:extLst xmlns:a="http://schemas.openxmlformats.org/drawingml/2006/main">
              <a:ext uri="{FF2B5EF4-FFF2-40B4-BE49-F238E27FC236}">
                <a16:creationId xmlns:a16="http://schemas.microsoft.com/office/drawing/2014/main" id="{810ED403-064B-4564-BD9F-C692BA19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4692" y="277569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3" name="data_4340">
            <a:extLst xmlns:a="http://schemas.openxmlformats.org/drawingml/2006/main">
              <a:ext uri="{FF2B5EF4-FFF2-40B4-BE49-F238E27FC236}">
                <a16:creationId xmlns:a16="http://schemas.microsoft.com/office/drawing/2014/main" id="{8F25065A-A085-4DB5-9832-6A71093F6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2551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4" name="data_4341">
            <a:extLst xmlns:a="http://schemas.openxmlformats.org/drawingml/2006/main">
              <a:ext uri="{FF2B5EF4-FFF2-40B4-BE49-F238E27FC236}">
                <a16:creationId xmlns:a16="http://schemas.microsoft.com/office/drawing/2014/main" id="{0206BF92-6D27-4D78-B070-13E653CA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431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5" name="data_4342">
            <a:extLst xmlns:a="http://schemas.openxmlformats.org/drawingml/2006/main">
              <a:ext uri="{FF2B5EF4-FFF2-40B4-BE49-F238E27FC236}">
                <a16:creationId xmlns:a16="http://schemas.microsoft.com/office/drawing/2014/main" id="{D8CEBA29-F9D3-4FAC-8E2E-C2F73CEF9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6570" y="378509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6" name="data_4343">
            <a:extLst xmlns:a="http://schemas.openxmlformats.org/drawingml/2006/main">
              <a:ext uri="{FF2B5EF4-FFF2-40B4-BE49-F238E27FC236}">
                <a16:creationId xmlns:a16="http://schemas.microsoft.com/office/drawing/2014/main" id="{7CD99C6F-55A6-44C5-A554-5FE31F799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440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7" name="data_4344">
            <a:extLst xmlns:a="http://schemas.openxmlformats.org/drawingml/2006/main">
              <a:ext uri="{FF2B5EF4-FFF2-40B4-BE49-F238E27FC236}">
                <a16:creationId xmlns:a16="http://schemas.microsoft.com/office/drawing/2014/main" id="{DB4F1E8F-AB8D-4AD6-A2F5-12C1144BF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104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8" name="data_4345">
            <a:extLst xmlns:a="http://schemas.openxmlformats.org/drawingml/2006/main">
              <a:ext uri="{FF2B5EF4-FFF2-40B4-BE49-F238E27FC236}">
                <a16:creationId xmlns:a16="http://schemas.microsoft.com/office/drawing/2014/main" id="{BCF72C56-96CD-46A9-919A-F0F2981E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3614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9" name="data_4346">
            <a:extLst xmlns:a="http://schemas.openxmlformats.org/drawingml/2006/main">
              <a:ext uri="{FF2B5EF4-FFF2-40B4-BE49-F238E27FC236}">
                <a16:creationId xmlns:a16="http://schemas.microsoft.com/office/drawing/2014/main" id="{2BD9E3AF-FA79-40BB-A6DD-67C8A072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384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0" name="data_4347">
            <a:extLst xmlns:a="http://schemas.openxmlformats.org/drawingml/2006/main">
              <a:ext uri="{FF2B5EF4-FFF2-40B4-BE49-F238E27FC236}">
                <a16:creationId xmlns:a16="http://schemas.microsoft.com/office/drawing/2014/main" id="{BC0E376D-93E8-47BC-98E9-777C3744A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6522" y="35582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1" name="data_4348">
            <a:extLst xmlns:a="http://schemas.openxmlformats.org/drawingml/2006/main">
              <a:ext uri="{FF2B5EF4-FFF2-40B4-BE49-F238E27FC236}">
                <a16:creationId xmlns:a16="http://schemas.microsoft.com/office/drawing/2014/main" id="{B6724936-CBE8-402F-BDFC-0C85F06C4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747" y="3738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2" name="data_4349">
            <a:extLst xmlns:a="http://schemas.openxmlformats.org/drawingml/2006/main">
              <a:ext uri="{FF2B5EF4-FFF2-40B4-BE49-F238E27FC236}">
                <a16:creationId xmlns:a16="http://schemas.microsoft.com/office/drawing/2014/main" id="{4BBEE6C1-E25A-431F-9B50-F2BDE734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44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3" name="data_4350">
            <a:extLst xmlns:a="http://schemas.openxmlformats.org/drawingml/2006/main">
              <a:ext uri="{FF2B5EF4-FFF2-40B4-BE49-F238E27FC236}">
                <a16:creationId xmlns:a16="http://schemas.microsoft.com/office/drawing/2014/main" id="{75C5D19D-2288-4CB6-B36D-F357B678A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13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4" name="data_4351">
            <a:extLst xmlns:a="http://schemas.openxmlformats.org/drawingml/2006/main">
              <a:ext uri="{FF2B5EF4-FFF2-40B4-BE49-F238E27FC236}">
                <a16:creationId xmlns:a16="http://schemas.microsoft.com/office/drawing/2014/main" id="{A5C9CA20-4331-47FA-A378-206CA0A9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488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5" name="data_4352">
            <a:extLst xmlns:a="http://schemas.openxmlformats.org/drawingml/2006/main">
              <a:ext uri="{FF2B5EF4-FFF2-40B4-BE49-F238E27FC236}">
                <a16:creationId xmlns:a16="http://schemas.microsoft.com/office/drawing/2014/main" id="{BBDFEDD6-54B3-4204-AACC-9D61C6B1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976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6" name="data_4353">
            <a:extLst xmlns:a="http://schemas.openxmlformats.org/drawingml/2006/main">
              <a:ext uri="{FF2B5EF4-FFF2-40B4-BE49-F238E27FC236}">
                <a16:creationId xmlns:a16="http://schemas.microsoft.com/office/drawing/2014/main" id="{81CD3E04-D5D4-43FD-A8D5-3AB9775D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118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7" name="data_4354">
            <a:extLst xmlns:a="http://schemas.openxmlformats.org/drawingml/2006/main">
              <a:ext uri="{FF2B5EF4-FFF2-40B4-BE49-F238E27FC236}">
                <a16:creationId xmlns:a16="http://schemas.microsoft.com/office/drawing/2014/main" id="{A045CE95-EECC-4578-8011-406A57CA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83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8" name="data_4355">
            <a:extLst xmlns:a="http://schemas.openxmlformats.org/drawingml/2006/main">
              <a:ext uri="{FF2B5EF4-FFF2-40B4-BE49-F238E27FC236}">
                <a16:creationId xmlns:a16="http://schemas.microsoft.com/office/drawing/2014/main" id="{8DAE555B-FDC7-4E18-86AB-1914E540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47" y="2715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9" name="data_4356">
            <a:extLst xmlns:a="http://schemas.openxmlformats.org/drawingml/2006/main">
              <a:ext uri="{FF2B5EF4-FFF2-40B4-BE49-F238E27FC236}">
                <a16:creationId xmlns:a16="http://schemas.microsoft.com/office/drawing/2014/main" id="{BE8E2855-4210-497F-B500-615B3CC22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3504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0" name="data_4357">
            <a:extLst xmlns:a="http://schemas.openxmlformats.org/drawingml/2006/main">
              <a:ext uri="{FF2B5EF4-FFF2-40B4-BE49-F238E27FC236}">
                <a16:creationId xmlns:a16="http://schemas.microsoft.com/office/drawing/2014/main" id="{C1F77B8F-8185-46E3-A259-F0FE1409F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322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1" name="data_4358">
            <a:extLst xmlns:a="http://schemas.openxmlformats.org/drawingml/2006/main">
              <a:ext uri="{FF2B5EF4-FFF2-40B4-BE49-F238E27FC236}">
                <a16:creationId xmlns:a16="http://schemas.microsoft.com/office/drawing/2014/main" id="{30A72CAE-E769-4AC6-B39C-6163F06D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233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2" name="data_4359">
            <a:extLst xmlns:a="http://schemas.openxmlformats.org/drawingml/2006/main">
              <a:ext uri="{FF2B5EF4-FFF2-40B4-BE49-F238E27FC236}">
                <a16:creationId xmlns:a16="http://schemas.microsoft.com/office/drawing/2014/main" id="{D2565AA1-2F53-414F-A135-FA27828A9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553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3" name="data_4360">
            <a:extLst xmlns:a="http://schemas.openxmlformats.org/drawingml/2006/main">
              <a:ext uri="{FF2B5EF4-FFF2-40B4-BE49-F238E27FC236}">
                <a16:creationId xmlns:a16="http://schemas.microsoft.com/office/drawing/2014/main" id="{C138CC5E-C539-4B36-B10C-02C0DADC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65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4" name="data_4361">
            <a:extLst xmlns:a="http://schemas.openxmlformats.org/drawingml/2006/main">
              <a:ext uri="{FF2B5EF4-FFF2-40B4-BE49-F238E27FC236}">
                <a16:creationId xmlns:a16="http://schemas.microsoft.com/office/drawing/2014/main" id="{5CC6910A-4D67-408F-AD1D-8646580E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827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5" name="data_4362">
            <a:extLst xmlns:a="http://schemas.openxmlformats.org/drawingml/2006/main">
              <a:ext uri="{FF2B5EF4-FFF2-40B4-BE49-F238E27FC236}">
                <a16:creationId xmlns:a16="http://schemas.microsoft.com/office/drawing/2014/main" id="{A8A8BED4-32C8-45F6-B48A-9968C0A09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0082" y="385917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6" name="data_4363">
            <a:extLst xmlns:a="http://schemas.openxmlformats.org/drawingml/2006/main">
              <a:ext uri="{FF2B5EF4-FFF2-40B4-BE49-F238E27FC236}">
                <a16:creationId xmlns:a16="http://schemas.microsoft.com/office/drawing/2014/main" id="{CB0F02D8-E55F-4FD1-87B3-FF548C5A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84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7" name="data_4364">
            <a:extLst xmlns:a="http://schemas.openxmlformats.org/drawingml/2006/main">
              <a:ext uri="{FF2B5EF4-FFF2-40B4-BE49-F238E27FC236}">
                <a16:creationId xmlns:a16="http://schemas.microsoft.com/office/drawing/2014/main" id="{AF44BBCF-B8A0-4491-9B55-777AAB725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256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8" name="data_4365">
            <a:extLst xmlns:a="http://schemas.openxmlformats.org/drawingml/2006/main">
              <a:ext uri="{FF2B5EF4-FFF2-40B4-BE49-F238E27FC236}">
                <a16:creationId xmlns:a16="http://schemas.microsoft.com/office/drawing/2014/main" id="{6CC77A9D-114D-459D-AEFB-0DF9070E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149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9" name="data_4366">
            <a:extLst xmlns:a="http://schemas.openxmlformats.org/drawingml/2006/main">
              <a:ext uri="{FF2B5EF4-FFF2-40B4-BE49-F238E27FC236}">
                <a16:creationId xmlns:a16="http://schemas.microsoft.com/office/drawing/2014/main" id="{478FB52F-881C-4305-9AB2-A1401E12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40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0" name="data_4367">
            <a:extLst xmlns:a="http://schemas.openxmlformats.org/drawingml/2006/main">
              <a:ext uri="{FF2B5EF4-FFF2-40B4-BE49-F238E27FC236}">
                <a16:creationId xmlns:a16="http://schemas.microsoft.com/office/drawing/2014/main" id="{C3D5BDC1-6A05-4ABA-B149-FB3C5385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3396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1" name="data_4368">
            <a:extLst xmlns:a="http://schemas.openxmlformats.org/drawingml/2006/main">
              <a:ext uri="{FF2B5EF4-FFF2-40B4-BE49-F238E27FC236}">
                <a16:creationId xmlns:a16="http://schemas.microsoft.com/office/drawing/2014/main" id="{7FFD60CA-AAC7-4813-88DE-BD5ACD03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62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2" name="data_4369">
            <a:extLst xmlns:a="http://schemas.openxmlformats.org/drawingml/2006/main">
              <a:ext uri="{FF2B5EF4-FFF2-40B4-BE49-F238E27FC236}">
                <a16:creationId xmlns:a16="http://schemas.microsoft.com/office/drawing/2014/main" id="{49640194-BBF8-4E77-B147-AC051E9B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0678" y="34177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3" name="data_4370">
            <a:extLst xmlns:a="http://schemas.openxmlformats.org/drawingml/2006/main">
              <a:ext uri="{FF2B5EF4-FFF2-40B4-BE49-F238E27FC236}">
                <a16:creationId xmlns:a16="http://schemas.microsoft.com/office/drawing/2014/main" id="{2ED1BB4F-9CD2-4D01-983E-F2C731843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9993" y="388593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4" name="data_4371">
            <a:extLst xmlns:a="http://schemas.openxmlformats.org/drawingml/2006/main">
              <a:ext uri="{FF2B5EF4-FFF2-40B4-BE49-F238E27FC236}">
                <a16:creationId xmlns:a16="http://schemas.microsoft.com/office/drawing/2014/main" id="{B5F843DC-5AFE-4C69-866E-875E4548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2994" y="358630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5" name="data_4372">
            <a:extLst xmlns:a="http://schemas.openxmlformats.org/drawingml/2006/main">
              <a:ext uri="{FF2B5EF4-FFF2-40B4-BE49-F238E27FC236}">
                <a16:creationId xmlns:a16="http://schemas.microsoft.com/office/drawing/2014/main" id="{03A9A72C-38F7-4168-AD0B-82FF8FFE6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30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6" name="data_4373">
            <a:extLst xmlns:a="http://schemas.openxmlformats.org/drawingml/2006/main">
              <a:ext uri="{FF2B5EF4-FFF2-40B4-BE49-F238E27FC236}">
                <a16:creationId xmlns:a16="http://schemas.microsoft.com/office/drawing/2014/main" id="{426E9351-0D78-4043-AB10-D8C64EEB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559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7" name="data_4374">
            <a:extLst xmlns:a="http://schemas.openxmlformats.org/drawingml/2006/main">
              <a:ext uri="{FF2B5EF4-FFF2-40B4-BE49-F238E27FC236}">
                <a16:creationId xmlns:a16="http://schemas.microsoft.com/office/drawing/2014/main" id="{E07B8548-E7F6-448B-9EEE-9237C888E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824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8" name="data_4375">
            <a:extLst xmlns:a="http://schemas.openxmlformats.org/drawingml/2006/main">
              <a:ext uri="{FF2B5EF4-FFF2-40B4-BE49-F238E27FC236}">
                <a16:creationId xmlns:a16="http://schemas.microsoft.com/office/drawing/2014/main" id="{1CA5B5D9-0762-493C-8C89-4C0E0FB45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5197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9" name="data_4376">
            <a:extLst xmlns:a="http://schemas.openxmlformats.org/drawingml/2006/main">
              <a:ext uri="{FF2B5EF4-FFF2-40B4-BE49-F238E27FC236}">
                <a16:creationId xmlns:a16="http://schemas.microsoft.com/office/drawing/2014/main" id="{D0DEE6B9-1638-4645-A01C-CAF0806D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697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0" name="data_4377">
            <a:extLst xmlns:a="http://schemas.openxmlformats.org/drawingml/2006/main">
              <a:ext uri="{FF2B5EF4-FFF2-40B4-BE49-F238E27FC236}">
                <a16:creationId xmlns:a16="http://schemas.microsoft.com/office/drawing/2014/main" id="{72F5F77A-1CEF-4FA7-BFD9-BE7C65DE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092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1" name="data_4378">
            <a:extLst xmlns:a="http://schemas.openxmlformats.org/drawingml/2006/main">
              <a:ext uri="{FF2B5EF4-FFF2-40B4-BE49-F238E27FC236}">
                <a16:creationId xmlns:a16="http://schemas.microsoft.com/office/drawing/2014/main" id="{F5D4AAD5-5911-4B0B-872E-BAA19B03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591" y="37922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2" name="data_4379">
            <a:extLst xmlns:a="http://schemas.openxmlformats.org/drawingml/2006/main">
              <a:ext uri="{FF2B5EF4-FFF2-40B4-BE49-F238E27FC236}">
                <a16:creationId xmlns:a16="http://schemas.microsoft.com/office/drawing/2014/main" id="{DAC85BBF-6DE0-49CF-B9AF-6BFFC9384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80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3" name="data_4380">
            <a:extLst xmlns:a="http://schemas.openxmlformats.org/drawingml/2006/main">
              <a:ext uri="{FF2B5EF4-FFF2-40B4-BE49-F238E27FC236}">
                <a16:creationId xmlns:a16="http://schemas.microsoft.com/office/drawing/2014/main" id="{889D06EC-BA23-44AC-9C50-522B4D971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8043" y="285595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4" name="data_4381">
            <a:extLst xmlns:a="http://schemas.openxmlformats.org/drawingml/2006/main">
              <a:ext uri="{FF2B5EF4-FFF2-40B4-BE49-F238E27FC236}">
                <a16:creationId xmlns:a16="http://schemas.microsoft.com/office/drawing/2014/main" id="{3F693F3C-3AA2-4AE1-9F3A-C1FCD092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5460" y="330539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5" name="data_4382">
            <a:extLst xmlns:a="http://schemas.openxmlformats.org/drawingml/2006/main">
              <a:ext uri="{FF2B5EF4-FFF2-40B4-BE49-F238E27FC236}">
                <a16:creationId xmlns:a16="http://schemas.microsoft.com/office/drawing/2014/main" id="{5F1C96CB-932E-48EF-8DCC-BA0D57F18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7072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6" name="data_4383">
            <a:extLst xmlns:a="http://schemas.openxmlformats.org/drawingml/2006/main">
              <a:ext uri="{FF2B5EF4-FFF2-40B4-BE49-F238E27FC236}">
                <a16:creationId xmlns:a16="http://schemas.microsoft.com/office/drawing/2014/main" id="{72E4E896-1883-4A8D-99C6-A6219E684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704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7" name="data_4384">
            <a:extLst xmlns:a="http://schemas.openxmlformats.org/drawingml/2006/main">
              <a:ext uri="{FF2B5EF4-FFF2-40B4-BE49-F238E27FC236}">
                <a16:creationId xmlns:a16="http://schemas.microsoft.com/office/drawing/2014/main" id="{10CF60B9-26CD-4579-823D-386E7123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6225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8" name="data_4385">
            <a:extLst xmlns:a="http://schemas.openxmlformats.org/drawingml/2006/main">
              <a:ext uri="{FF2B5EF4-FFF2-40B4-BE49-F238E27FC236}">
                <a16:creationId xmlns:a16="http://schemas.microsoft.com/office/drawing/2014/main" id="{35F6B398-29B4-4016-A893-F5B733AC5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6184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9" name="data_4386">
            <a:extLst xmlns:a="http://schemas.openxmlformats.org/drawingml/2006/main">
              <a:ext uri="{FF2B5EF4-FFF2-40B4-BE49-F238E27FC236}">
                <a16:creationId xmlns:a16="http://schemas.microsoft.com/office/drawing/2014/main" id="{47B59FD3-EB71-4AC9-8CA3-83064DCF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6443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0" name="data_4387">
            <a:extLst xmlns:a="http://schemas.openxmlformats.org/drawingml/2006/main">
              <a:ext uri="{FF2B5EF4-FFF2-40B4-BE49-F238E27FC236}">
                <a16:creationId xmlns:a16="http://schemas.microsoft.com/office/drawing/2014/main" id="{8764C2AA-B513-48EF-9B01-97B088917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0408" y="22941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1" name="data_4388">
            <a:extLst xmlns:a="http://schemas.openxmlformats.org/drawingml/2006/main">
              <a:ext uri="{FF2B5EF4-FFF2-40B4-BE49-F238E27FC236}">
                <a16:creationId xmlns:a16="http://schemas.microsoft.com/office/drawing/2014/main" id="{43BB6CCD-077B-4608-94ED-D891AFB5E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4287" y="39795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22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2" name="data_4389">
            <a:extLst xmlns:a="http://schemas.openxmlformats.org/drawingml/2006/main">
              <a:ext uri="{FF2B5EF4-FFF2-40B4-BE49-F238E27FC236}">
                <a16:creationId xmlns:a16="http://schemas.microsoft.com/office/drawing/2014/main" id="{F7DF6CC3-1262-4821-B88A-FB7D44001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2210753"/>
            <a:ext cx="191" cy="1786548"/>
          </a:xfrm>
          <a:custGeom xmlns:a="http://schemas.openxmlformats.org/drawingml/2006/main"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703" name="data_4390">
            <a:extLst xmlns:a="http://schemas.openxmlformats.org/drawingml/2006/main">
              <a:ext uri="{FF2B5EF4-FFF2-40B4-BE49-F238E27FC236}">
                <a16:creationId xmlns:a16="http://schemas.microsoft.com/office/drawing/2014/main" id="{F1F4CB5C-E0E1-48A6-BFB2-BDF7B66F6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3997301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704" name="text_4391">
            <a:extLst xmlns:a="http://schemas.openxmlformats.org/drawingml/2006/main">
              <a:ext uri="{FF2B5EF4-FFF2-40B4-BE49-F238E27FC236}">
                <a16:creationId xmlns:a16="http://schemas.microsoft.com/office/drawing/2014/main" id="{21E7A089-BD0B-4A13-8AB2-C924A63E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25171" y="1897352"/>
            <a:ext cx="104101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705" name="text_4392">
            <a:extLst xmlns:a="http://schemas.openxmlformats.org/drawingml/2006/main">
              <a:ext uri="{FF2B5EF4-FFF2-40B4-BE49-F238E27FC236}">
                <a16:creationId xmlns:a16="http://schemas.microsoft.com/office/drawing/2014/main" id="{2EA6DAB9-9BB9-42DD-9B8D-1EBB9926C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04001" y="1919926"/>
            <a:ext cx="971459" cy="179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706" name="data_4393">
            <a:extLst xmlns:a="http://schemas.openxmlformats.org/drawingml/2006/main">
              <a:ext uri="{FF2B5EF4-FFF2-40B4-BE49-F238E27FC236}">
                <a16:creationId xmlns:a16="http://schemas.microsoft.com/office/drawing/2014/main" id="{87DFEA4D-5A07-48FD-B006-313A2D4D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6790" y="3959583"/>
            <a:ext cx="191" cy="37718"/>
          </a:xfrm>
          <a:custGeom xmlns:a="http://schemas.openxmlformats.org/drawingml/2006/main">
            <a:pathLst>
              <a:path w="191" h="37718">
                <a:moveTo>
                  <a:pt x="0" y="3771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A1ABB3"/>
            </a:solidFill>
            <a:prstDash val="solid"/>
          </a:ln>
        </p:spPr>
      </p:sp>
      <p:sp>
        <p:nvSpPr>
          <p:cNvPr id="1707" name="data_4394">
            <a:extLst xmlns:a="http://schemas.openxmlformats.org/drawingml/2006/main">
              <a:ext uri="{FF2B5EF4-FFF2-40B4-BE49-F238E27FC236}">
                <a16:creationId xmlns:a16="http://schemas.microsoft.com/office/drawing/2014/main" id="{868684E3-4EAB-46A2-91A0-BD117757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2621" y="2311878"/>
            <a:ext cx="191" cy="1264067"/>
          </a:xfrm>
          <a:custGeom xmlns:a="http://schemas.openxmlformats.org/drawingml/2006/main">
            <a:pathLst>
              <a:path w="191" h="1264067">
                <a:moveTo>
                  <a:pt x="0" y="126406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5B72B7"/>
            </a:solidFill>
            <a:prstDash val="solid"/>
          </a:ln>
        </p:spPr>
      </p:sp>
      <p:sp>
        <p:nvSpPr>
          <p:cNvPr id="1708" name="data_4395">
            <a:extLst xmlns:a="http://schemas.openxmlformats.org/drawingml/2006/main">
              <a:ext uri="{FF2B5EF4-FFF2-40B4-BE49-F238E27FC236}">
                <a16:creationId xmlns:a16="http://schemas.microsoft.com/office/drawing/2014/main" id="{43247339-306D-4B26-B20D-04120910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451" y="2311878"/>
            <a:ext cx="191" cy="780119"/>
          </a:xfrm>
          <a:custGeom xmlns:a="http://schemas.openxmlformats.org/drawingml/2006/main">
            <a:pathLst>
              <a:path w="191" h="780119">
                <a:moveTo>
                  <a:pt x="0" y="78011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138B8D"/>
            </a:solidFill>
            <a:prstDash val="solid"/>
          </a:ln>
        </p:spPr>
      </p:sp>
      <p:sp>
        <p:nvSpPr>
          <p:cNvPr id="1709" name="data_4396">
            <a:extLst xmlns:a="http://schemas.openxmlformats.org/drawingml/2006/main">
              <a:ext uri="{FF2B5EF4-FFF2-40B4-BE49-F238E27FC236}">
                <a16:creationId xmlns:a16="http://schemas.microsoft.com/office/drawing/2014/main" id="{71A2EB3D-B870-47F0-A8CC-2B6983357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6694" y="2311878"/>
            <a:ext cx="191" cy="1685423"/>
          </a:xfrm>
          <a:custGeom xmlns:a="http://schemas.openxmlformats.org/drawingml/2006/main">
            <a:pathLst>
              <a:path w="191" h="1685423">
                <a:moveTo>
                  <a:pt x="0" y="168542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A1ABB3"/>
            </a:solidFill>
            <a:prstDash val="solid"/>
          </a:ln>
        </p:spPr>
      </p:sp>
      <p:sp>
        <p:nvSpPr>
          <p:cNvPr id="1710" name="data_4397">
            <a:extLst xmlns:a="http://schemas.openxmlformats.org/drawingml/2006/main">
              <a:ext uri="{FF2B5EF4-FFF2-40B4-BE49-F238E27FC236}">
                <a16:creationId xmlns:a16="http://schemas.microsoft.com/office/drawing/2014/main" id="{DC9ADB90-C0BE-4B60-88A0-5B1BFF37B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524" y="2311878"/>
            <a:ext cx="191" cy="1474745"/>
          </a:xfrm>
          <a:custGeom xmlns:a="http://schemas.openxmlformats.org/drawingml/2006/main">
            <a:pathLst>
              <a:path w="191" h="1474745">
                <a:moveTo>
                  <a:pt x="0" y="147474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5B72B7"/>
            </a:solidFill>
            <a:prstDash val="solid"/>
          </a:ln>
        </p:spPr>
      </p:sp>
      <p:sp>
        <p:nvSpPr>
          <p:cNvPr id="1711" name="data_4398">
            <a:extLst xmlns:a="http://schemas.openxmlformats.org/drawingml/2006/main">
              <a:ext uri="{FF2B5EF4-FFF2-40B4-BE49-F238E27FC236}">
                <a16:creationId xmlns:a16="http://schemas.microsoft.com/office/drawing/2014/main" id="{8AFB1AFE-063E-455F-9B36-28970394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354" y="2311878"/>
            <a:ext cx="191" cy="1228954"/>
          </a:xfrm>
          <a:custGeom xmlns:a="http://schemas.openxmlformats.org/drawingml/2006/main">
            <a:pathLst>
              <a:path w="191" h="1228954">
                <a:moveTo>
                  <a:pt x="0" y="122895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33695">
            <a:solidFill>
              <a:srgbClr val="138B8D"/>
            </a:solidFill>
            <a:prstDash val="solid"/>
          </a:ln>
        </p:spPr>
      </p:sp>
      <p:sp>
        <p:nvSpPr>
          <p:cNvPr id="1712" name="data_4399">
            <a:extLst xmlns:a="http://schemas.openxmlformats.org/drawingml/2006/main">
              <a:ext uri="{FF2B5EF4-FFF2-40B4-BE49-F238E27FC236}">
                <a16:creationId xmlns:a16="http://schemas.microsoft.com/office/drawing/2014/main" id="{F82909A9-409C-47D9-8FD3-8058A975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1322" y="3950148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A1ABB3"/>
            </a:solidFill>
            <a:prstDash val="solid"/>
          </a:ln>
        </p:spPr>
      </p:sp>
      <p:sp>
        <p:nvSpPr>
          <p:cNvPr id="1713" name="data_4400">
            <a:extLst xmlns:a="http://schemas.openxmlformats.org/drawingml/2006/main">
              <a:ext uri="{FF2B5EF4-FFF2-40B4-BE49-F238E27FC236}">
                <a16:creationId xmlns:a16="http://schemas.microsoft.com/office/drawing/2014/main" id="{22499D2D-5E57-4216-B042-15E58599E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152" y="2838217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5B72B7"/>
            </a:solidFill>
            <a:prstDash val="solid"/>
          </a:ln>
        </p:spPr>
      </p:sp>
      <p:sp>
        <p:nvSpPr>
          <p:cNvPr id="1714" name="data_4401">
            <a:extLst xmlns:a="http://schemas.openxmlformats.org/drawingml/2006/main">
              <a:ext uri="{FF2B5EF4-FFF2-40B4-BE49-F238E27FC236}">
                <a16:creationId xmlns:a16="http://schemas.microsoft.com/office/drawing/2014/main" id="{AA60DCED-D5DD-4CB0-AC76-8BEF24B8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2982" y="2276409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138B8D"/>
            </a:solidFill>
            <a:prstDash val="solid"/>
          </a:ln>
        </p:spPr>
      </p:sp>
      <p:sp>
        <p:nvSpPr>
          <p:cNvPr id="1715" name="data_4402">
            <a:extLst xmlns:a="http://schemas.openxmlformats.org/drawingml/2006/main">
              <a:ext uri="{FF2B5EF4-FFF2-40B4-BE49-F238E27FC236}">
                <a16:creationId xmlns:a16="http://schemas.microsoft.com/office/drawing/2014/main" id="{593AFE9A-FE33-4615-A891-D72A2D1F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1225" y="2978668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A1ABB3"/>
            </a:solidFill>
            <a:prstDash val="solid"/>
          </a:ln>
        </p:spPr>
      </p:sp>
      <p:sp>
        <p:nvSpPr>
          <p:cNvPr id="1716" name="data_4403">
            <a:extLst xmlns:a="http://schemas.openxmlformats.org/drawingml/2006/main">
              <a:ext uri="{FF2B5EF4-FFF2-40B4-BE49-F238E27FC236}">
                <a16:creationId xmlns:a16="http://schemas.microsoft.com/office/drawing/2014/main" id="{A0450C36-3631-4839-9BCF-9AC5DBF2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055" y="2522200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5B72B7"/>
            </a:solidFill>
            <a:prstDash val="solid"/>
          </a:ln>
        </p:spPr>
      </p:sp>
      <p:sp>
        <p:nvSpPr>
          <p:cNvPr id="1717" name="data_4404">
            <a:extLst xmlns:a="http://schemas.openxmlformats.org/drawingml/2006/main">
              <a:ext uri="{FF2B5EF4-FFF2-40B4-BE49-F238E27FC236}">
                <a16:creationId xmlns:a16="http://schemas.microsoft.com/office/drawing/2014/main" id="{3B9FF3D4-C39F-42F5-A14B-D1797B9D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2885" y="2276409"/>
            <a:ext cx="70938" cy="709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848">
            <a:solidFill>
              <a:srgbClr val="138B8D"/>
            </a:solidFill>
            <a:prstDash val="solid"/>
          </a:ln>
        </p:spPr>
      </p:sp>
      <p:sp>
        <p:nvSpPr>
          <p:cNvPr id="1718" name="data_4405">
            <a:extLst xmlns:a="http://schemas.openxmlformats.org/drawingml/2006/main">
              <a:ext uri="{FF2B5EF4-FFF2-40B4-BE49-F238E27FC236}">
                <a16:creationId xmlns:a16="http://schemas.microsoft.com/office/drawing/2014/main" id="{7E3FD0AA-6879-4F59-A055-217F5313F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5069229"/>
            <a:ext cx="3447143" cy="1786548"/>
          </a:xfrm>
          <a:custGeom xmlns:a="http://schemas.openxmlformats.org/drawingml/2006/main"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9" name="data_4406">
            <a:extLst xmlns:a="http://schemas.openxmlformats.org/drawingml/2006/main">
              <a:ext uri="{FF2B5EF4-FFF2-40B4-BE49-F238E27FC236}">
                <a16:creationId xmlns:a16="http://schemas.microsoft.com/office/drawing/2014/main" id="{57B2A018-AFC9-494F-BB8F-3ED2A042D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5130" y="6855778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20" name="text_4407">
            <a:extLst xmlns:a="http://schemas.openxmlformats.org/drawingml/2006/main">
              <a:ext uri="{FF2B5EF4-FFF2-40B4-BE49-F238E27FC236}">
                <a16:creationId xmlns:a16="http://schemas.microsoft.com/office/drawing/2014/main" id="{C4845354-F1DC-48FB-A254-BC44B21DA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78023" y="6948158"/>
            <a:ext cx="203081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21" name="data_4408">
            <a:extLst xmlns:a="http://schemas.openxmlformats.org/drawingml/2006/main">
              <a:ext uri="{FF2B5EF4-FFF2-40B4-BE49-F238E27FC236}">
                <a16:creationId xmlns:a16="http://schemas.microsoft.com/office/drawing/2014/main" id="{7AD82D42-0246-43A3-BC41-E5FC36E86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8500" y="6855778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22" name="text_4409">
            <a:extLst xmlns:a="http://schemas.openxmlformats.org/drawingml/2006/main">
              <a:ext uri="{FF2B5EF4-FFF2-40B4-BE49-F238E27FC236}">
                <a16:creationId xmlns:a16="http://schemas.microsoft.com/office/drawing/2014/main" id="{C9C19C92-F3F9-400F-8463-930C549EC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51394" y="6948158"/>
            <a:ext cx="203081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1723" name="text_4410">
            <a:extLst xmlns:a="http://schemas.openxmlformats.org/drawingml/2006/main">
              <a:ext uri="{FF2B5EF4-FFF2-40B4-BE49-F238E27FC236}">
                <a16:creationId xmlns:a16="http://schemas.microsoft.com/office/drawing/2014/main" id="{4C7D3F80-B485-4268-8A52-20B7522D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28868" y="7128311"/>
            <a:ext cx="1574761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1724" name="data_4411">
            <a:extLst xmlns:a="http://schemas.openxmlformats.org/drawingml/2006/main">
              <a:ext uri="{FF2B5EF4-FFF2-40B4-BE49-F238E27FC236}">
                <a16:creationId xmlns:a16="http://schemas.microsoft.com/office/drawing/2014/main" id="{EC4E1CAF-501D-4DB1-92F9-40B5E0E0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6855778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25" name="text_4412">
            <a:extLst xmlns:a="http://schemas.openxmlformats.org/drawingml/2006/main">
              <a:ext uri="{FF2B5EF4-FFF2-40B4-BE49-F238E27FC236}">
                <a16:creationId xmlns:a16="http://schemas.microsoft.com/office/drawing/2014/main" id="{FE34C31C-436A-4C97-A2B4-389537B3A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7099" y="6798328"/>
            <a:ext cx="7360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26" name="data_4413">
            <a:extLst xmlns:a="http://schemas.openxmlformats.org/drawingml/2006/main">
              <a:ext uri="{FF2B5EF4-FFF2-40B4-BE49-F238E27FC236}">
                <a16:creationId xmlns:a16="http://schemas.microsoft.com/office/drawing/2014/main" id="{64003DD7-ADF3-4D50-A56B-AAAEFC58F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6409140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27" name="text_4414">
            <a:extLst xmlns:a="http://schemas.openxmlformats.org/drawingml/2006/main">
              <a:ext uri="{FF2B5EF4-FFF2-40B4-BE49-F238E27FC236}">
                <a16:creationId xmlns:a16="http://schemas.microsoft.com/office/drawing/2014/main" id="{D6124AB6-3212-4F43-949C-2B93E1AB7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362" y="6351691"/>
            <a:ext cx="1383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728" name="data_4415">
            <a:extLst xmlns:a="http://schemas.openxmlformats.org/drawingml/2006/main">
              <a:ext uri="{FF2B5EF4-FFF2-40B4-BE49-F238E27FC236}">
                <a16:creationId xmlns:a16="http://schemas.microsoft.com/office/drawing/2014/main" id="{C4E9DF9B-699B-4CC6-B3C9-4D16CD2A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5962503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29" name="text_4416">
            <a:extLst xmlns:a="http://schemas.openxmlformats.org/drawingml/2006/main">
              <a:ext uri="{FF2B5EF4-FFF2-40B4-BE49-F238E27FC236}">
                <a16:creationId xmlns:a16="http://schemas.microsoft.com/office/drawing/2014/main" id="{830CCD29-7A9F-4BC3-9B28-039A7974B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362" y="5905054"/>
            <a:ext cx="1383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730" name="data_4417">
            <a:extLst xmlns:a="http://schemas.openxmlformats.org/drawingml/2006/main">
              <a:ext uri="{FF2B5EF4-FFF2-40B4-BE49-F238E27FC236}">
                <a16:creationId xmlns:a16="http://schemas.microsoft.com/office/drawing/2014/main" id="{EC9199E4-5141-41C3-A062-7B322DCD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5515866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31" name="text_4418">
            <a:extLst xmlns:a="http://schemas.openxmlformats.org/drawingml/2006/main">
              <a:ext uri="{FF2B5EF4-FFF2-40B4-BE49-F238E27FC236}">
                <a16:creationId xmlns:a16="http://schemas.microsoft.com/office/drawing/2014/main" id="{78D0715D-D030-495A-8D00-9B1D96890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362" y="5458417"/>
            <a:ext cx="1383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1732" name="data_4419">
            <a:extLst xmlns:a="http://schemas.openxmlformats.org/drawingml/2006/main">
              <a:ext uri="{FF2B5EF4-FFF2-40B4-BE49-F238E27FC236}">
                <a16:creationId xmlns:a16="http://schemas.microsoft.com/office/drawing/2014/main" id="{85EBE39D-2B9D-40CB-A40D-3F4CA75A3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5069229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33" name="text_4420">
            <a:extLst xmlns:a="http://schemas.openxmlformats.org/drawingml/2006/main">
              <a:ext uri="{FF2B5EF4-FFF2-40B4-BE49-F238E27FC236}">
                <a16:creationId xmlns:a16="http://schemas.microsoft.com/office/drawing/2014/main" id="{B82F8F57-FFBB-439E-B0B5-EB91FF08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7624" y="5011780"/>
            <a:ext cx="203081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34" name="text_4421">
            <a:extLst xmlns:a="http://schemas.openxmlformats.org/drawingml/2006/main">
              <a:ext uri="{FF2B5EF4-FFF2-40B4-BE49-F238E27FC236}">
                <a16:creationId xmlns:a16="http://schemas.microsoft.com/office/drawing/2014/main" id="{141587DF-DAA3-452B-B1AB-5667CAA3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-96858" y="5878265"/>
            <a:ext cx="1743642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1735" name="data_4422">
            <a:extLst xmlns:a="http://schemas.openxmlformats.org/drawingml/2006/main">
              <a:ext uri="{FF2B5EF4-FFF2-40B4-BE49-F238E27FC236}">
                <a16:creationId xmlns:a16="http://schemas.microsoft.com/office/drawing/2014/main" id="{AD26EFA6-55FB-475D-8B0E-D01BFC9B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0368" y="6392864"/>
            <a:ext cx="343041" cy="462913"/>
          </a:xfrm>
          <a:custGeom xmlns:a="http://schemas.openxmlformats.org/drawingml/2006/main">
            <a:pathLst>
              <a:path w="343041" h="462913">
                <a:moveTo>
                  <a:pt x="0" y="462913"/>
                </a:moveTo>
                <a:lnTo>
                  <a:pt x="343041" y="462913"/>
                </a:lnTo>
                <a:lnTo>
                  <a:pt x="343041" y="0"/>
                </a:lnTo>
                <a:lnTo>
                  <a:pt x="0" y="0"/>
                </a:lnTo>
                <a:lnTo>
                  <a:pt x="0" y="462913"/>
                </a:lnTo>
                <a:close/>
              </a:path>
            </a:pathLst>
          </a:custGeom>
          <a:solidFill xmlns:a="http://schemas.openxmlformats.org/drawingml/2006/main">
            <a:srgbClr val="A1A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6" name="data_4423">
            <a:extLst xmlns:a="http://schemas.openxmlformats.org/drawingml/2006/main">
              <a:ext uri="{FF2B5EF4-FFF2-40B4-BE49-F238E27FC236}">
                <a16:creationId xmlns:a16="http://schemas.microsoft.com/office/drawing/2014/main" id="{4E49A7FC-9745-4543-85A7-3075B3D9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3610" y="5863248"/>
            <a:ext cx="343041" cy="992529"/>
          </a:xfrm>
          <a:custGeom xmlns:a="http://schemas.openxmlformats.org/drawingml/2006/main">
            <a:pathLst>
              <a:path w="343041" h="992529">
                <a:moveTo>
                  <a:pt x="0" y="992529"/>
                </a:moveTo>
                <a:lnTo>
                  <a:pt x="343041" y="992529"/>
                </a:lnTo>
                <a:lnTo>
                  <a:pt x="343041" y="0"/>
                </a:lnTo>
                <a:lnTo>
                  <a:pt x="0" y="0"/>
                </a:lnTo>
                <a:lnTo>
                  <a:pt x="0" y="992529"/>
                </a:lnTo>
                <a:close/>
              </a:path>
            </a:pathLst>
          </a:custGeom>
          <a:solidFill xmlns:a="http://schemas.openxmlformats.org/drawingml/2006/main">
            <a:srgbClr val="5B72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7" name="data_4424">
            <a:extLst xmlns:a="http://schemas.openxmlformats.org/drawingml/2006/main">
              <a:ext uri="{FF2B5EF4-FFF2-40B4-BE49-F238E27FC236}">
                <a16:creationId xmlns:a16="http://schemas.microsoft.com/office/drawing/2014/main" id="{78DD0949-1B19-4242-9AA7-9D79F1D7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6852" y="5669495"/>
            <a:ext cx="343041" cy="1186283"/>
          </a:xfrm>
          <a:custGeom xmlns:a="http://schemas.openxmlformats.org/drawingml/2006/main">
            <a:pathLst>
              <a:path w="343041" h="1186283">
                <a:moveTo>
                  <a:pt x="0" y="1186283"/>
                </a:moveTo>
                <a:lnTo>
                  <a:pt x="343041" y="1186283"/>
                </a:lnTo>
                <a:lnTo>
                  <a:pt x="343041" y="0"/>
                </a:lnTo>
                <a:lnTo>
                  <a:pt x="0" y="0"/>
                </a:lnTo>
                <a:lnTo>
                  <a:pt x="0" y="1186283"/>
                </a:lnTo>
                <a:close/>
              </a:path>
            </a:pathLst>
          </a:custGeom>
          <a:solidFill xmlns:a="http://schemas.openxmlformats.org/drawingml/2006/main">
            <a:srgbClr val="13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8" name="data_4425">
            <a:extLst xmlns:a="http://schemas.openxmlformats.org/drawingml/2006/main">
              <a:ext uri="{FF2B5EF4-FFF2-40B4-BE49-F238E27FC236}">
                <a16:creationId xmlns:a16="http://schemas.microsoft.com/office/drawing/2014/main" id="{6D0D42FE-85D8-4B41-BAD1-68B0DD2B5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3738" y="6318127"/>
            <a:ext cx="343041" cy="537650"/>
          </a:xfrm>
          <a:custGeom xmlns:a="http://schemas.openxmlformats.org/drawingml/2006/main">
            <a:pathLst>
              <a:path w="343041" h="537650">
                <a:moveTo>
                  <a:pt x="0" y="537650"/>
                </a:moveTo>
                <a:lnTo>
                  <a:pt x="343041" y="537650"/>
                </a:lnTo>
                <a:lnTo>
                  <a:pt x="343041" y="0"/>
                </a:lnTo>
                <a:lnTo>
                  <a:pt x="0" y="0"/>
                </a:lnTo>
                <a:lnTo>
                  <a:pt x="0" y="537650"/>
                </a:lnTo>
                <a:close/>
              </a:path>
            </a:pathLst>
          </a:custGeom>
          <a:solidFill xmlns:a="http://schemas.openxmlformats.org/drawingml/2006/main">
            <a:srgbClr val="A1A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9" name="data_4426">
            <a:extLst xmlns:a="http://schemas.openxmlformats.org/drawingml/2006/main">
              <a:ext uri="{FF2B5EF4-FFF2-40B4-BE49-F238E27FC236}">
                <a16:creationId xmlns:a16="http://schemas.microsoft.com/office/drawing/2014/main" id="{A6A1118D-40D2-4852-A395-3560B4A7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6980" y="5725034"/>
            <a:ext cx="343041" cy="1130743"/>
          </a:xfrm>
          <a:custGeom xmlns:a="http://schemas.openxmlformats.org/drawingml/2006/main">
            <a:pathLst>
              <a:path w="343041" h="1130743">
                <a:moveTo>
                  <a:pt x="0" y="1130743"/>
                </a:moveTo>
                <a:lnTo>
                  <a:pt x="343041" y="1130743"/>
                </a:lnTo>
                <a:lnTo>
                  <a:pt x="343041" y="0"/>
                </a:lnTo>
                <a:lnTo>
                  <a:pt x="0" y="0"/>
                </a:lnTo>
                <a:lnTo>
                  <a:pt x="0" y="1130743"/>
                </a:lnTo>
                <a:close/>
              </a:path>
            </a:pathLst>
          </a:custGeom>
          <a:solidFill xmlns:a="http://schemas.openxmlformats.org/drawingml/2006/main">
            <a:srgbClr val="5B72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0" name="data_4427">
            <a:extLst xmlns:a="http://schemas.openxmlformats.org/drawingml/2006/main">
              <a:ext uri="{FF2B5EF4-FFF2-40B4-BE49-F238E27FC236}">
                <a16:creationId xmlns:a16="http://schemas.microsoft.com/office/drawing/2014/main" id="{84445EC5-5B66-4001-B833-A11A50963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222" y="5574530"/>
            <a:ext cx="343041" cy="1281248"/>
          </a:xfrm>
          <a:custGeom xmlns:a="http://schemas.openxmlformats.org/drawingml/2006/main">
            <a:pathLst>
              <a:path w="343041" h="1281248">
                <a:moveTo>
                  <a:pt x="0" y="1281248"/>
                </a:moveTo>
                <a:lnTo>
                  <a:pt x="343041" y="1281248"/>
                </a:lnTo>
                <a:lnTo>
                  <a:pt x="343041" y="0"/>
                </a:lnTo>
                <a:lnTo>
                  <a:pt x="0" y="0"/>
                </a:lnTo>
                <a:lnTo>
                  <a:pt x="0" y="1281248"/>
                </a:lnTo>
                <a:close/>
              </a:path>
            </a:pathLst>
          </a:custGeom>
          <a:solidFill xmlns:a="http://schemas.openxmlformats.org/drawingml/2006/main">
            <a:srgbClr val="13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1" name="data_4428">
            <a:extLst xmlns:a="http://schemas.openxmlformats.org/drawingml/2006/main">
              <a:ext uri="{FF2B5EF4-FFF2-40B4-BE49-F238E27FC236}">
                <a16:creationId xmlns:a16="http://schemas.microsoft.com/office/drawing/2014/main" id="{0F74CDB2-4C8A-4BB4-B972-FAAC33EDF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5069229"/>
            <a:ext cx="191" cy="1786548"/>
          </a:xfrm>
          <a:custGeom xmlns:a="http://schemas.openxmlformats.org/drawingml/2006/main"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742" name="data_4429">
            <a:extLst xmlns:a="http://schemas.openxmlformats.org/drawingml/2006/main">
              <a:ext uri="{FF2B5EF4-FFF2-40B4-BE49-F238E27FC236}">
                <a16:creationId xmlns:a16="http://schemas.microsoft.com/office/drawing/2014/main" id="{069F7909-5F1A-4C9F-8B8D-653977E0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6855778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743" name="data_4430">
            <a:extLst xmlns:a="http://schemas.openxmlformats.org/drawingml/2006/main">
              <a:ext uri="{FF2B5EF4-FFF2-40B4-BE49-F238E27FC236}">
                <a16:creationId xmlns:a16="http://schemas.microsoft.com/office/drawing/2014/main" id="{4BFD51D0-7908-4511-83AB-0F3D9B00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888" y="6308212"/>
            <a:ext cx="191" cy="167494"/>
          </a:xfrm>
          <a:custGeom xmlns:a="http://schemas.openxmlformats.org/drawingml/2006/main">
            <a:pathLst>
              <a:path w="191" h="167494">
                <a:moveTo>
                  <a:pt x="0" y="16749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44" name="data_4431">
            <a:extLst xmlns:a="http://schemas.openxmlformats.org/drawingml/2006/main">
              <a:ext uri="{FF2B5EF4-FFF2-40B4-BE49-F238E27FC236}">
                <a16:creationId xmlns:a16="http://schemas.microsoft.com/office/drawing/2014/main" id="{3450F0A0-C4E3-4C1D-A1CF-E39F1E42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3320" y="6475707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45" name="data_4432">
            <a:extLst xmlns:a="http://schemas.openxmlformats.org/drawingml/2006/main">
              <a:ext uri="{FF2B5EF4-FFF2-40B4-BE49-F238E27FC236}">
                <a16:creationId xmlns:a16="http://schemas.microsoft.com/office/drawing/2014/main" id="{992AC7CB-4B24-4735-9A19-6BB3D6419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3320" y="6308212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46" name="text_4433">
            <a:extLst xmlns:a="http://schemas.openxmlformats.org/drawingml/2006/main">
              <a:ext uri="{FF2B5EF4-FFF2-40B4-BE49-F238E27FC236}">
                <a16:creationId xmlns:a16="http://schemas.microsoft.com/office/drawing/2014/main" id="{7C10FF6C-D384-4456-B2D8-252B3017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68693" y="6127465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25.9</a:t>
            </a:r>
          </a:p>
        </p:txBody>
      </p:sp>
      <p:sp>
        <p:nvSpPr>
          <p:cNvPr id="1747" name="data_4434">
            <a:extLst xmlns:a="http://schemas.openxmlformats.org/drawingml/2006/main">
              <a:ext uri="{FF2B5EF4-FFF2-40B4-BE49-F238E27FC236}">
                <a16:creationId xmlns:a16="http://schemas.microsoft.com/office/drawing/2014/main" id="{DAA64333-658D-4BEE-BA11-13B43170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5130" y="5776585"/>
            <a:ext cx="191" cy="175689"/>
          </a:xfrm>
          <a:custGeom xmlns:a="http://schemas.openxmlformats.org/drawingml/2006/main">
            <a:pathLst>
              <a:path w="191" h="175689">
                <a:moveTo>
                  <a:pt x="0" y="17568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48" name="data_4435">
            <a:extLst xmlns:a="http://schemas.openxmlformats.org/drawingml/2006/main">
              <a:ext uri="{FF2B5EF4-FFF2-40B4-BE49-F238E27FC236}">
                <a16:creationId xmlns:a16="http://schemas.microsoft.com/office/drawing/2014/main" id="{BA454491-89E4-4E16-87A5-1295F146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6562" y="5952274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49" name="data_4436">
            <a:extLst xmlns:a="http://schemas.openxmlformats.org/drawingml/2006/main">
              <a:ext uri="{FF2B5EF4-FFF2-40B4-BE49-F238E27FC236}">
                <a16:creationId xmlns:a16="http://schemas.microsoft.com/office/drawing/2014/main" id="{3E910CB8-DD0E-4365-BFFA-EAD07D87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6562" y="5776585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50" name="text_4437">
            <a:extLst xmlns:a="http://schemas.openxmlformats.org/drawingml/2006/main">
              <a:ext uri="{FF2B5EF4-FFF2-40B4-BE49-F238E27FC236}">
                <a16:creationId xmlns:a16="http://schemas.microsoft.com/office/drawing/2014/main" id="{540E8FC5-3A31-4779-AF8A-74F6916B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61935" y="5595837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55.6</a:t>
            </a:r>
          </a:p>
        </p:txBody>
      </p:sp>
      <p:sp>
        <p:nvSpPr>
          <p:cNvPr id="1751" name="data_4438">
            <a:extLst xmlns:a="http://schemas.openxmlformats.org/drawingml/2006/main">
              <a:ext uri="{FF2B5EF4-FFF2-40B4-BE49-F238E27FC236}">
                <a16:creationId xmlns:a16="http://schemas.microsoft.com/office/drawing/2014/main" id="{5B1E918E-9741-4374-8C6C-933AE21C3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372" y="5587215"/>
            <a:ext cx="191" cy="168398"/>
          </a:xfrm>
          <a:custGeom xmlns:a="http://schemas.openxmlformats.org/drawingml/2006/main">
            <a:pathLst>
              <a:path w="191" h="168398">
                <a:moveTo>
                  <a:pt x="0" y="16839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52" name="data_4439">
            <a:extLst xmlns:a="http://schemas.openxmlformats.org/drawingml/2006/main">
              <a:ext uri="{FF2B5EF4-FFF2-40B4-BE49-F238E27FC236}">
                <a16:creationId xmlns:a16="http://schemas.microsoft.com/office/drawing/2014/main" id="{C3FF9F89-CD73-42DD-9B79-8F79A81A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04" y="5755613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53" name="data_4440">
            <a:extLst xmlns:a="http://schemas.openxmlformats.org/drawingml/2006/main">
              <a:ext uri="{FF2B5EF4-FFF2-40B4-BE49-F238E27FC236}">
                <a16:creationId xmlns:a16="http://schemas.microsoft.com/office/drawing/2014/main" id="{97E8522E-A366-41E5-A84F-36FEA554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04" y="5587215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54" name="text_4441">
            <a:extLst xmlns:a="http://schemas.openxmlformats.org/drawingml/2006/main">
              <a:ext uri="{FF2B5EF4-FFF2-40B4-BE49-F238E27FC236}">
                <a16:creationId xmlns:a16="http://schemas.microsoft.com/office/drawing/2014/main" id="{EBD7DE4B-C33E-48E9-963C-AF033AD0F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55177" y="5406467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66.4</a:t>
            </a:r>
          </a:p>
        </p:txBody>
      </p:sp>
      <p:sp>
        <p:nvSpPr>
          <p:cNvPr id="1755" name="data_4442">
            <a:extLst xmlns:a="http://schemas.openxmlformats.org/drawingml/2006/main">
              <a:ext uri="{FF2B5EF4-FFF2-40B4-BE49-F238E27FC236}">
                <a16:creationId xmlns:a16="http://schemas.microsoft.com/office/drawing/2014/main" id="{4E4FB353-5FD7-4FF7-A4E0-26658470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258" y="6222820"/>
            <a:ext cx="191" cy="188299"/>
          </a:xfrm>
          <a:custGeom xmlns:a="http://schemas.openxmlformats.org/drawingml/2006/main">
            <a:pathLst>
              <a:path w="191" h="188299">
                <a:moveTo>
                  <a:pt x="0" y="18829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56" name="data_4443">
            <a:extLst xmlns:a="http://schemas.openxmlformats.org/drawingml/2006/main">
              <a:ext uri="{FF2B5EF4-FFF2-40B4-BE49-F238E27FC236}">
                <a16:creationId xmlns:a16="http://schemas.microsoft.com/office/drawing/2014/main" id="{57EE9974-9DC1-4728-BAD2-FDCBEA73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6690" y="6411119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57" name="data_4444">
            <a:extLst xmlns:a="http://schemas.openxmlformats.org/drawingml/2006/main">
              <a:ext uri="{FF2B5EF4-FFF2-40B4-BE49-F238E27FC236}">
                <a16:creationId xmlns:a16="http://schemas.microsoft.com/office/drawing/2014/main" id="{00C683E1-3A05-4329-9F20-C18DAAC2E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6690" y="6222820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58" name="text_4445">
            <a:extLst xmlns:a="http://schemas.openxmlformats.org/drawingml/2006/main">
              <a:ext uri="{FF2B5EF4-FFF2-40B4-BE49-F238E27FC236}">
                <a16:creationId xmlns:a16="http://schemas.microsoft.com/office/drawing/2014/main" id="{4FE2E431-A226-421C-9656-8D8FDFEB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42063" y="6042072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30.1</a:t>
            </a:r>
          </a:p>
        </p:txBody>
      </p:sp>
      <p:sp>
        <p:nvSpPr>
          <p:cNvPr id="1759" name="data_4446">
            <a:extLst xmlns:a="http://schemas.openxmlformats.org/drawingml/2006/main">
              <a:ext uri="{FF2B5EF4-FFF2-40B4-BE49-F238E27FC236}">
                <a16:creationId xmlns:a16="http://schemas.microsoft.com/office/drawing/2014/main" id="{2D6F5636-A0D3-49D0-95A0-27094BE1C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8500" y="5634481"/>
            <a:ext cx="191" cy="182195"/>
          </a:xfrm>
          <a:custGeom xmlns:a="http://schemas.openxmlformats.org/drawingml/2006/main">
            <a:pathLst>
              <a:path w="191" h="182195">
                <a:moveTo>
                  <a:pt x="0" y="18219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60" name="data_4447">
            <a:extLst xmlns:a="http://schemas.openxmlformats.org/drawingml/2006/main">
              <a:ext uri="{FF2B5EF4-FFF2-40B4-BE49-F238E27FC236}">
                <a16:creationId xmlns:a16="http://schemas.microsoft.com/office/drawing/2014/main" id="{F46BCD5F-A6ED-4694-9853-DE6E5CAA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9932" y="5816675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61" name="data_4448">
            <a:extLst xmlns:a="http://schemas.openxmlformats.org/drawingml/2006/main">
              <a:ext uri="{FF2B5EF4-FFF2-40B4-BE49-F238E27FC236}">
                <a16:creationId xmlns:a16="http://schemas.microsoft.com/office/drawing/2014/main" id="{D4D13B99-99A3-4E62-B16B-99E7487E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9932" y="5634481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62" name="text_4449">
            <a:extLst xmlns:a="http://schemas.openxmlformats.org/drawingml/2006/main">
              <a:ext uri="{FF2B5EF4-FFF2-40B4-BE49-F238E27FC236}">
                <a16:creationId xmlns:a16="http://schemas.microsoft.com/office/drawing/2014/main" id="{4D1192CF-E644-4A55-92BB-C3ABC4639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35305" y="5453733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63.3</a:t>
            </a:r>
          </a:p>
        </p:txBody>
      </p:sp>
      <p:sp>
        <p:nvSpPr>
          <p:cNvPr id="1763" name="data_4450">
            <a:extLst xmlns:a="http://schemas.openxmlformats.org/drawingml/2006/main">
              <a:ext uri="{FF2B5EF4-FFF2-40B4-BE49-F238E27FC236}">
                <a16:creationId xmlns:a16="http://schemas.microsoft.com/office/drawing/2014/main" id="{931155B0-A557-4A95-B0BA-1E47BA06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1742" y="5491743"/>
            <a:ext cx="191" cy="169049"/>
          </a:xfrm>
          <a:custGeom xmlns:a="http://schemas.openxmlformats.org/drawingml/2006/main">
            <a:pathLst>
              <a:path w="191" h="169049">
                <a:moveTo>
                  <a:pt x="0" y="16904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64" name="data_4451">
            <a:extLst xmlns:a="http://schemas.openxmlformats.org/drawingml/2006/main">
              <a:ext uri="{FF2B5EF4-FFF2-40B4-BE49-F238E27FC236}">
                <a16:creationId xmlns:a16="http://schemas.microsoft.com/office/drawing/2014/main" id="{2DF4EEC7-A55E-43B1-8CF7-1B0D51A48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174" y="5660792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65" name="data_4452">
            <a:extLst xmlns:a="http://schemas.openxmlformats.org/drawingml/2006/main">
              <a:ext uri="{FF2B5EF4-FFF2-40B4-BE49-F238E27FC236}">
                <a16:creationId xmlns:a16="http://schemas.microsoft.com/office/drawing/2014/main" id="{C5C4207D-7033-415C-8778-629BC1E2D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174" y="5491743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66" name="text_4453">
            <a:extLst xmlns:a="http://schemas.openxmlformats.org/drawingml/2006/main">
              <a:ext uri="{FF2B5EF4-FFF2-40B4-BE49-F238E27FC236}">
                <a16:creationId xmlns:a16="http://schemas.microsoft.com/office/drawing/2014/main" id="{48769F80-2ADF-4677-8575-3D3216D65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28547" y="5310996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71.7</a:t>
            </a:r>
          </a:p>
        </p:txBody>
      </p:sp>
      <p:sp>
        <p:nvSpPr>
          <p:cNvPr id="1767" name="text_4454">
            <a:extLst xmlns:a="http://schemas.openxmlformats.org/drawingml/2006/main">
              <a:ext uri="{FF2B5EF4-FFF2-40B4-BE49-F238E27FC236}">
                <a16:creationId xmlns:a16="http://schemas.microsoft.com/office/drawing/2014/main" id="{6A7D0E63-7DBD-45D2-8CF1-55AC3F31A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9414" y="4755829"/>
            <a:ext cx="82997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768" name="text_4455">
            <a:extLst xmlns:a="http://schemas.openxmlformats.org/drawingml/2006/main">
              <a:ext uri="{FF2B5EF4-FFF2-40B4-BE49-F238E27FC236}">
                <a16:creationId xmlns:a16="http://schemas.microsoft.com/office/drawing/2014/main" id="{2F9F6A9F-5653-4484-AB46-33ED3EF9E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8244" y="4778402"/>
            <a:ext cx="620381" cy="179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769" name="data_4456">
            <a:extLst xmlns:a="http://schemas.openxmlformats.org/drawingml/2006/main">
              <a:ext uri="{FF2B5EF4-FFF2-40B4-BE49-F238E27FC236}">
                <a16:creationId xmlns:a16="http://schemas.microsoft.com/office/drawing/2014/main" id="{8A09C214-83CB-4A52-8EB3-E8591BA26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5069229"/>
            <a:ext cx="3447143" cy="1786548"/>
          </a:xfrm>
          <a:custGeom xmlns:a="http://schemas.openxmlformats.org/drawingml/2006/main"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0" name="data_4457">
            <a:extLst xmlns:a="http://schemas.openxmlformats.org/drawingml/2006/main">
              <a:ext uri="{FF2B5EF4-FFF2-40B4-BE49-F238E27FC236}">
                <a16:creationId xmlns:a16="http://schemas.microsoft.com/office/drawing/2014/main" id="{CBFC91E6-FAB5-40D4-BF78-CBBB5996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0887" y="6855778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71" name="text_4458">
            <a:extLst xmlns:a="http://schemas.openxmlformats.org/drawingml/2006/main">
              <a:ext uri="{FF2B5EF4-FFF2-40B4-BE49-F238E27FC236}">
                <a16:creationId xmlns:a16="http://schemas.microsoft.com/office/drawing/2014/main" id="{F209B3B6-AC63-46B6-97D6-81AD32BB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93781" y="6948158"/>
            <a:ext cx="203081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72" name="data_4459">
            <a:extLst xmlns:a="http://schemas.openxmlformats.org/drawingml/2006/main">
              <a:ext uri="{FF2B5EF4-FFF2-40B4-BE49-F238E27FC236}">
                <a16:creationId xmlns:a16="http://schemas.microsoft.com/office/drawing/2014/main" id="{508C979F-E4AE-4F5D-8D41-C4AA9C1B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4257" y="6855778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73" name="text_4460">
            <a:extLst xmlns:a="http://schemas.openxmlformats.org/drawingml/2006/main">
              <a:ext uri="{FF2B5EF4-FFF2-40B4-BE49-F238E27FC236}">
                <a16:creationId xmlns:a16="http://schemas.microsoft.com/office/drawing/2014/main" id="{B1BE230E-93DC-4C7B-A29D-3ECB6763C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67151" y="6948158"/>
            <a:ext cx="203081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1774" name="text_4461">
            <a:extLst xmlns:a="http://schemas.openxmlformats.org/drawingml/2006/main">
              <a:ext uri="{FF2B5EF4-FFF2-40B4-BE49-F238E27FC236}">
                <a16:creationId xmlns:a16="http://schemas.microsoft.com/office/drawing/2014/main" id="{6B5C9903-8E1B-432D-9F88-37CCDD2F1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44625" y="7128311"/>
            <a:ext cx="1574761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1775" name="data_4462">
            <a:extLst xmlns:a="http://schemas.openxmlformats.org/drawingml/2006/main">
              <a:ext uri="{FF2B5EF4-FFF2-40B4-BE49-F238E27FC236}">
                <a16:creationId xmlns:a16="http://schemas.microsoft.com/office/drawing/2014/main" id="{5FA55141-9EA4-456E-B672-9C834862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6855778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76" name="text_4463">
            <a:extLst xmlns:a="http://schemas.openxmlformats.org/drawingml/2006/main">
              <a:ext uri="{FF2B5EF4-FFF2-40B4-BE49-F238E27FC236}">
                <a16:creationId xmlns:a16="http://schemas.microsoft.com/office/drawing/2014/main" id="{B1593100-110F-439D-94F1-C6DEAFFCB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32857" y="6798328"/>
            <a:ext cx="7360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77" name="data_4464">
            <a:extLst xmlns:a="http://schemas.openxmlformats.org/drawingml/2006/main">
              <a:ext uri="{FF2B5EF4-FFF2-40B4-BE49-F238E27FC236}">
                <a16:creationId xmlns:a16="http://schemas.microsoft.com/office/drawing/2014/main" id="{1C4A98AF-D520-4A54-980A-EAA1576F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6409140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78" name="text_4465">
            <a:extLst xmlns:a="http://schemas.openxmlformats.org/drawingml/2006/main">
              <a:ext uri="{FF2B5EF4-FFF2-40B4-BE49-F238E27FC236}">
                <a16:creationId xmlns:a16="http://schemas.microsoft.com/office/drawing/2014/main" id="{C1FD4AF4-6CBA-4374-99CF-941CDF2F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68119" y="6351691"/>
            <a:ext cx="1383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779" name="data_4466">
            <a:extLst xmlns:a="http://schemas.openxmlformats.org/drawingml/2006/main">
              <a:ext uri="{FF2B5EF4-FFF2-40B4-BE49-F238E27FC236}">
                <a16:creationId xmlns:a16="http://schemas.microsoft.com/office/drawing/2014/main" id="{688FF08E-23A9-4C2D-9922-900F592C8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5962503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80" name="text_4467">
            <a:extLst xmlns:a="http://schemas.openxmlformats.org/drawingml/2006/main">
              <a:ext uri="{FF2B5EF4-FFF2-40B4-BE49-F238E27FC236}">
                <a16:creationId xmlns:a16="http://schemas.microsoft.com/office/drawing/2014/main" id="{37648915-19A7-4816-AD3D-59A1A8D85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68119" y="5905054"/>
            <a:ext cx="1383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781" name="data_4468">
            <a:extLst xmlns:a="http://schemas.openxmlformats.org/drawingml/2006/main">
              <a:ext uri="{FF2B5EF4-FFF2-40B4-BE49-F238E27FC236}">
                <a16:creationId xmlns:a16="http://schemas.microsoft.com/office/drawing/2014/main" id="{2008F2EC-1049-4EE9-B3A0-8DE2C20C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5515866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82" name="text_4469">
            <a:extLst xmlns:a="http://schemas.openxmlformats.org/drawingml/2006/main">
              <a:ext uri="{FF2B5EF4-FFF2-40B4-BE49-F238E27FC236}">
                <a16:creationId xmlns:a16="http://schemas.microsoft.com/office/drawing/2014/main" id="{CD46B31A-1057-456E-870C-C5F1C1428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68119" y="5458417"/>
            <a:ext cx="1383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1783" name="data_4470">
            <a:extLst xmlns:a="http://schemas.openxmlformats.org/drawingml/2006/main">
              <a:ext uri="{FF2B5EF4-FFF2-40B4-BE49-F238E27FC236}">
                <a16:creationId xmlns:a16="http://schemas.microsoft.com/office/drawing/2014/main" id="{7D25AF4C-0184-4E58-84F9-68A367D0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5069229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1784" name="text_4471">
            <a:extLst xmlns:a="http://schemas.openxmlformats.org/drawingml/2006/main">
              <a:ext uri="{FF2B5EF4-FFF2-40B4-BE49-F238E27FC236}">
                <a16:creationId xmlns:a16="http://schemas.microsoft.com/office/drawing/2014/main" id="{52916D1A-ABD9-47FE-8024-5D879A84C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03381" y="5011780"/>
            <a:ext cx="203081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85" name="text_4472">
            <a:extLst xmlns:a="http://schemas.openxmlformats.org/drawingml/2006/main">
              <a:ext uri="{FF2B5EF4-FFF2-40B4-BE49-F238E27FC236}">
                <a16:creationId xmlns:a16="http://schemas.microsoft.com/office/drawing/2014/main" id="{15B6B9A1-5CFB-45ED-9815-163B3053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4418899" y="5878265"/>
            <a:ext cx="1743642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1786" name="data_4473">
            <a:extLst xmlns:a="http://schemas.openxmlformats.org/drawingml/2006/main">
              <a:ext uri="{FF2B5EF4-FFF2-40B4-BE49-F238E27FC236}">
                <a16:creationId xmlns:a16="http://schemas.microsoft.com/office/drawing/2014/main" id="{FCBD4284-CF4F-4E53-A000-19E2CD10F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6125" y="6066472"/>
            <a:ext cx="343041" cy="789306"/>
          </a:xfrm>
          <a:custGeom xmlns:a="http://schemas.openxmlformats.org/drawingml/2006/main">
            <a:pathLst>
              <a:path w="343041" h="789306">
                <a:moveTo>
                  <a:pt x="0" y="789306"/>
                </a:moveTo>
                <a:lnTo>
                  <a:pt x="343041" y="789306"/>
                </a:lnTo>
                <a:lnTo>
                  <a:pt x="343041" y="0"/>
                </a:lnTo>
                <a:lnTo>
                  <a:pt x="0" y="0"/>
                </a:lnTo>
                <a:lnTo>
                  <a:pt x="0" y="789306"/>
                </a:lnTo>
                <a:close/>
              </a:path>
            </a:pathLst>
          </a:custGeom>
          <a:solidFill xmlns:a="http://schemas.openxmlformats.org/drawingml/2006/main">
            <a:srgbClr val="A1A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7" name="data_4474">
            <a:extLst xmlns:a="http://schemas.openxmlformats.org/drawingml/2006/main">
              <a:ext uri="{FF2B5EF4-FFF2-40B4-BE49-F238E27FC236}">
                <a16:creationId xmlns:a16="http://schemas.microsoft.com/office/drawing/2014/main" id="{E7EC4D53-5FF3-4D86-B8A5-2683A240E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367" y="5787069"/>
            <a:ext cx="343041" cy="1068709"/>
          </a:xfrm>
          <a:custGeom xmlns:a="http://schemas.openxmlformats.org/drawingml/2006/main">
            <a:pathLst>
              <a:path w="343041" h="1068709">
                <a:moveTo>
                  <a:pt x="0" y="1068709"/>
                </a:moveTo>
                <a:lnTo>
                  <a:pt x="343041" y="1068709"/>
                </a:lnTo>
                <a:lnTo>
                  <a:pt x="343041" y="0"/>
                </a:lnTo>
                <a:lnTo>
                  <a:pt x="0" y="0"/>
                </a:lnTo>
                <a:lnTo>
                  <a:pt x="0" y="1068709"/>
                </a:lnTo>
                <a:close/>
              </a:path>
            </a:pathLst>
          </a:custGeom>
          <a:solidFill xmlns:a="http://schemas.openxmlformats.org/drawingml/2006/main">
            <a:srgbClr val="5B72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8" name="data_4475">
            <a:extLst xmlns:a="http://schemas.openxmlformats.org/drawingml/2006/main">
              <a:ext uri="{FF2B5EF4-FFF2-40B4-BE49-F238E27FC236}">
                <a16:creationId xmlns:a16="http://schemas.microsoft.com/office/drawing/2014/main" id="{F1042078-4011-49E6-AEE1-CA9EA80D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609" y="5595798"/>
            <a:ext cx="343041" cy="1259979"/>
          </a:xfrm>
          <a:custGeom xmlns:a="http://schemas.openxmlformats.org/drawingml/2006/main">
            <a:pathLst>
              <a:path w="343041" h="1259979">
                <a:moveTo>
                  <a:pt x="0" y="1259979"/>
                </a:moveTo>
                <a:lnTo>
                  <a:pt x="343041" y="1259979"/>
                </a:lnTo>
                <a:lnTo>
                  <a:pt x="343041" y="0"/>
                </a:lnTo>
                <a:lnTo>
                  <a:pt x="0" y="0"/>
                </a:lnTo>
                <a:lnTo>
                  <a:pt x="0" y="1259979"/>
                </a:lnTo>
                <a:close/>
              </a:path>
            </a:pathLst>
          </a:custGeom>
          <a:solidFill xmlns:a="http://schemas.openxmlformats.org/drawingml/2006/main">
            <a:srgbClr val="13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9" name="data_4476">
            <a:extLst xmlns:a="http://schemas.openxmlformats.org/drawingml/2006/main">
              <a:ext uri="{FF2B5EF4-FFF2-40B4-BE49-F238E27FC236}">
                <a16:creationId xmlns:a16="http://schemas.microsoft.com/office/drawing/2014/main" id="{48846E31-C4D0-46EF-8D3E-42E2C7F91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495" y="5934733"/>
            <a:ext cx="343041" cy="921045"/>
          </a:xfrm>
          <a:custGeom xmlns:a="http://schemas.openxmlformats.org/drawingml/2006/main">
            <a:pathLst>
              <a:path w="343041" h="921045">
                <a:moveTo>
                  <a:pt x="0" y="921045"/>
                </a:moveTo>
                <a:lnTo>
                  <a:pt x="343041" y="921045"/>
                </a:lnTo>
                <a:lnTo>
                  <a:pt x="343041" y="0"/>
                </a:lnTo>
                <a:lnTo>
                  <a:pt x="0" y="0"/>
                </a:lnTo>
                <a:lnTo>
                  <a:pt x="0" y="921045"/>
                </a:lnTo>
                <a:close/>
              </a:path>
            </a:pathLst>
          </a:custGeom>
          <a:solidFill xmlns:a="http://schemas.openxmlformats.org/drawingml/2006/main">
            <a:srgbClr val="A1A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0" name="data_4477">
            <a:extLst xmlns:a="http://schemas.openxmlformats.org/drawingml/2006/main">
              <a:ext uri="{FF2B5EF4-FFF2-40B4-BE49-F238E27FC236}">
                <a16:creationId xmlns:a16="http://schemas.microsoft.com/office/drawing/2014/main" id="{02ADCD95-CA48-41E6-8B6D-A2B0F697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737" y="5631838"/>
            <a:ext cx="343041" cy="1223940"/>
          </a:xfrm>
          <a:custGeom xmlns:a="http://schemas.openxmlformats.org/drawingml/2006/main">
            <a:pathLst>
              <a:path w="343041" h="1223940">
                <a:moveTo>
                  <a:pt x="0" y="1223940"/>
                </a:moveTo>
                <a:lnTo>
                  <a:pt x="343041" y="1223940"/>
                </a:lnTo>
                <a:lnTo>
                  <a:pt x="343041" y="0"/>
                </a:lnTo>
                <a:lnTo>
                  <a:pt x="0" y="0"/>
                </a:lnTo>
                <a:lnTo>
                  <a:pt x="0" y="1223940"/>
                </a:lnTo>
                <a:close/>
              </a:path>
            </a:pathLst>
          </a:custGeom>
          <a:solidFill xmlns:a="http://schemas.openxmlformats.org/drawingml/2006/main">
            <a:srgbClr val="5B72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1" name="data_4478">
            <a:extLst xmlns:a="http://schemas.openxmlformats.org/drawingml/2006/main">
              <a:ext uri="{FF2B5EF4-FFF2-40B4-BE49-F238E27FC236}">
                <a16:creationId xmlns:a16="http://schemas.microsoft.com/office/drawing/2014/main" id="{9C9CE1DB-0BC4-467B-8F59-638E128D1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979" y="5546225"/>
            <a:ext cx="343041" cy="1309553"/>
          </a:xfrm>
          <a:custGeom xmlns:a="http://schemas.openxmlformats.org/drawingml/2006/main">
            <a:pathLst>
              <a:path w="343041" h="1309553">
                <a:moveTo>
                  <a:pt x="0" y="1309553"/>
                </a:moveTo>
                <a:lnTo>
                  <a:pt x="343041" y="1309553"/>
                </a:lnTo>
                <a:lnTo>
                  <a:pt x="343041" y="0"/>
                </a:lnTo>
                <a:lnTo>
                  <a:pt x="0" y="0"/>
                </a:lnTo>
                <a:lnTo>
                  <a:pt x="0" y="1309553"/>
                </a:lnTo>
                <a:close/>
              </a:path>
            </a:pathLst>
          </a:custGeom>
          <a:solidFill xmlns:a="http://schemas.openxmlformats.org/drawingml/2006/main">
            <a:srgbClr val="13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2" name="data_4479">
            <a:extLst xmlns:a="http://schemas.openxmlformats.org/drawingml/2006/main">
              <a:ext uri="{FF2B5EF4-FFF2-40B4-BE49-F238E27FC236}">
                <a16:creationId xmlns:a16="http://schemas.microsoft.com/office/drawing/2014/main" id="{C6CA9304-8527-4A68-9018-72B5B3D2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5069229"/>
            <a:ext cx="191" cy="1786548"/>
          </a:xfrm>
          <a:custGeom xmlns:a="http://schemas.openxmlformats.org/drawingml/2006/main"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793" name="data_4480">
            <a:extLst xmlns:a="http://schemas.openxmlformats.org/drawingml/2006/main">
              <a:ext uri="{FF2B5EF4-FFF2-40B4-BE49-F238E27FC236}">
                <a16:creationId xmlns:a16="http://schemas.microsoft.com/office/drawing/2014/main" id="{FB4BC4D6-2897-4CDA-B75D-5A0278CC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6855778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794" name="data_4481">
            <a:extLst xmlns:a="http://schemas.openxmlformats.org/drawingml/2006/main">
              <a:ext uri="{FF2B5EF4-FFF2-40B4-BE49-F238E27FC236}">
                <a16:creationId xmlns:a16="http://schemas.microsoft.com/office/drawing/2014/main" id="{C520AA43-8D87-4F5A-83A6-70408D02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45" y="5911566"/>
            <a:ext cx="191" cy="307830"/>
          </a:xfrm>
          <a:custGeom xmlns:a="http://schemas.openxmlformats.org/drawingml/2006/main">
            <a:pathLst>
              <a:path w="191" h="307830">
                <a:moveTo>
                  <a:pt x="0" y="30783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95" name="data_4482">
            <a:extLst xmlns:a="http://schemas.openxmlformats.org/drawingml/2006/main">
              <a:ext uri="{FF2B5EF4-FFF2-40B4-BE49-F238E27FC236}">
                <a16:creationId xmlns:a16="http://schemas.microsoft.com/office/drawing/2014/main" id="{313773EA-853A-4059-9510-D023EAE4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9077" y="6219396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96" name="data_4483">
            <a:extLst xmlns:a="http://schemas.openxmlformats.org/drawingml/2006/main">
              <a:ext uri="{FF2B5EF4-FFF2-40B4-BE49-F238E27FC236}">
                <a16:creationId xmlns:a16="http://schemas.microsoft.com/office/drawing/2014/main" id="{3558DC37-3885-4375-B172-A4EB0CA05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9077" y="5911566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97" name="text_4484">
            <a:extLst xmlns:a="http://schemas.openxmlformats.org/drawingml/2006/main">
              <a:ext uri="{FF2B5EF4-FFF2-40B4-BE49-F238E27FC236}">
                <a16:creationId xmlns:a16="http://schemas.microsoft.com/office/drawing/2014/main" id="{4686C765-C01E-42D3-8E7A-8F2C0433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4450" y="5730819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44.2</a:t>
            </a:r>
          </a:p>
        </p:txBody>
      </p:sp>
      <p:sp>
        <p:nvSpPr>
          <p:cNvPr id="1798" name="data_4485">
            <a:extLst xmlns:a="http://schemas.openxmlformats.org/drawingml/2006/main">
              <a:ext uri="{FF2B5EF4-FFF2-40B4-BE49-F238E27FC236}">
                <a16:creationId xmlns:a16="http://schemas.microsoft.com/office/drawing/2014/main" id="{DCA40AF5-CD4B-4766-82AA-982EFC4E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0887" y="5644829"/>
            <a:ext cx="191" cy="283321"/>
          </a:xfrm>
          <a:custGeom xmlns:a="http://schemas.openxmlformats.org/drawingml/2006/main">
            <a:pathLst>
              <a:path w="191" h="283321">
                <a:moveTo>
                  <a:pt x="0" y="28332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799" name="data_4486">
            <a:extLst xmlns:a="http://schemas.openxmlformats.org/drawingml/2006/main">
              <a:ext uri="{FF2B5EF4-FFF2-40B4-BE49-F238E27FC236}">
                <a16:creationId xmlns:a16="http://schemas.microsoft.com/office/drawing/2014/main" id="{5786FFBD-ADCE-469A-9F3A-AFBF57CD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2319" y="5928150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00" name="data_4487">
            <a:extLst xmlns:a="http://schemas.openxmlformats.org/drawingml/2006/main">
              <a:ext uri="{FF2B5EF4-FFF2-40B4-BE49-F238E27FC236}">
                <a16:creationId xmlns:a16="http://schemas.microsoft.com/office/drawing/2014/main" id="{A0FB86FB-7D44-4674-9F4C-390CD644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2319" y="5644829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01" name="text_4488">
            <a:extLst xmlns:a="http://schemas.openxmlformats.org/drawingml/2006/main">
              <a:ext uri="{FF2B5EF4-FFF2-40B4-BE49-F238E27FC236}">
                <a16:creationId xmlns:a16="http://schemas.microsoft.com/office/drawing/2014/main" id="{4BF55C9C-A931-4CBE-91C4-CD8C9CF78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477692" y="5464082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59.8</a:t>
            </a:r>
          </a:p>
        </p:txBody>
      </p:sp>
      <p:sp>
        <p:nvSpPr>
          <p:cNvPr id="1802" name="data_4489">
            <a:extLst xmlns:a="http://schemas.openxmlformats.org/drawingml/2006/main">
              <a:ext uri="{FF2B5EF4-FFF2-40B4-BE49-F238E27FC236}">
                <a16:creationId xmlns:a16="http://schemas.microsoft.com/office/drawing/2014/main" id="{D4D22127-AC0B-4313-956A-A49AFA1B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4129" y="5456939"/>
            <a:ext cx="191" cy="277044"/>
          </a:xfrm>
          <a:custGeom xmlns:a="http://schemas.openxmlformats.org/drawingml/2006/main">
            <a:pathLst>
              <a:path w="191" h="277044">
                <a:moveTo>
                  <a:pt x="0" y="27704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03" name="data_4490">
            <a:extLst xmlns:a="http://schemas.openxmlformats.org/drawingml/2006/main">
              <a:ext uri="{FF2B5EF4-FFF2-40B4-BE49-F238E27FC236}">
                <a16:creationId xmlns:a16="http://schemas.microsoft.com/office/drawing/2014/main" id="{843E36EA-88F0-4578-820F-3D6DF8EB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5561" y="5733983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04" name="data_4491">
            <a:extLst xmlns:a="http://schemas.openxmlformats.org/drawingml/2006/main">
              <a:ext uri="{FF2B5EF4-FFF2-40B4-BE49-F238E27FC236}">
                <a16:creationId xmlns:a16="http://schemas.microsoft.com/office/drawing/2014/main" id="{BC8F60AC-A42F-447A-9A23-CF0381E6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5561" y="5456939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05" name="text_4492">
            <a:extLst xmlns:a="http://schemas.openxmlformats.org/drawingml/2006/main">
              <a:ext uri="{FF2B5EF4-FFF2-40B4-BE49-F238E27FC236}">
                <a16:creationId xmlns:a16="http://schemas.microsoft.com/office/drawing/2014/main" id="{EE9586BE-6FFE-4E7A-AB55-786641C98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70934" y="5276192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70.5</a:t>
            </a:r>
          </a:p>
        </p:txBody>
      </p:sp>
      <p:sp>
        <p:nvSpPr>
          <p:cNvPr id="1806" name="data_4493">
            <a:extLst xmlns:a="http://schemas.openxmlformats.org/drawingml/2006/main">
              <a:ext uri="{FF2B5EF4-FFF2-40B4-BE49-F238E27FC236}">
                <a16:creationId xmlns:a16="http://schemas.microsoft.com/office/drawing/2014/main" id="{D93E3EA5-B549-46FD-ABF2-E82CC36C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1015" y="5777868"/>
            <a:ext cx="191" cy="313377"/>
          </a:xfrm>
          <a:custGeom xmlns:a="http://schemas.openxmlformats.org/drawingml/2006/main">
            <a:pathLst>
              <a:path w="191" h="313377">
                <a:moveTo>
                  <a:pt x="0" y="31337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07" name="data_4494">
            <a:extLst xmlns:a="http://schemas.openxmlformats.org/drawingml/2006/main">
              <a:ext uri="{FF2B5EF4-FFF2-40B4-BE49-F238E27FC236}">
                <a16:creationId xmlns:a16="http://schemas.microsoft.com/office/drawing/2014/main" id="{F971D7FC-FFD8-4FAB-9B1C-D766196B1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2447" y="6091245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08" name="data_4495">
            <a:extLst xmlns:a="http://schemas.openxmlformats.org/drawingml/2006/main">
              <a:ext uri="{FF2B5EF4-FFF2-40B4-BE49-F238E27FC236}">
                <a16:creationId xmlns:a16="http://schemas.microsoft.com/office/drawing/2014/main" id="{1A6AC698-500A-4C14-9D65-4818A8E9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2447" y="5777868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09" name="text_4496">
            <a:extLst xmlns:a="http://schemas.openxmlformats.org/drawingml/2006/main">
              <a:ext uri="{FF2B5EF4-FFF2-40B4-BE49-F238E27FC236}">
                <a16:creationId xmlns:a16="http://schemas.microsoft.com/office/drawing/2014/main" id="{2BB4CA85-96F1-4BF2-8A1C-00654F53C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7820" y="5597121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51.6</a:t>
            </a:r>
          </a:p>
        </p:txBody>
      </p:sp>
      <p:sp>
        <p:nvSpPr>
          <p:cNvPr id="1810" name="data_4497">
            <a:extLst xmlns:a="http://schemas.openxmlformats.org/drawingml/2006/main">
              <a:ext uri="{FF2B5EF4-FFF2-40B4-BE49-F238E27FC236}">
                <a16:creationId xmlns:a16="http://schemas.microsoft.com/office/drawing/2014/main" id="{823F2B47-F707-4DBF-8AE3-C49361F3D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4257" y="5495455"/>
            <a:ext cx="191" cy="276760"/>
          </a:xfrm>
          <a:custGeom xmlns:a="http://schemas.openxmlformats.org/drawingml/2006/main">
            <a:pathLst>
              <a:path w="191" h="276760">
                <a:moveTo>
                  <a:pt x="0" y="27676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11" name="data_4498">
            <a:extLst xmlns:a="http://schemas.openxmlformats.org/drawingml/2006/main">
              <a:ext uri="{FF2B5EF4-FFF2-40B4-BE49-F238E27FC236}">
                <a16:creationId xmlns:a16="http://schemas.microsoft.com/office/drawing/2014/main" id="{6F160FF9-3BED-4A11-886D-E49E4E94B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5690" y="5772215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12" name="data_4499">
            <a:extLst xmlns:a="http://schemas.openxmlformats.org/drawingml/2006/main">
              <a:ext uri="{FF2B5EF4-FFF2-40B4-BE49-F238E27FC236}">
                <a16:creationId xmlns:a16="http://schemas.microsoft.com/office/drawing/2014/main" id="{0B73FEDE-4A07-4725-93E9-6431D15F8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5690" y="5495455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13" name="text_4500">
            <a:extLst xmlns:a="http://schemas.openxmlformats.org/drawingml/2006/main">
              <a:ext uri="{FF2B5EF4-FFF2-40B4-BE49-F238E27FC236}">
                <a16:creationId xmlns:a16="http://schemas.microsoft.com/office/drawing/2014/main" id="{4388EF44-271A-4C83-8F2F-D11CA1BA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51062" y="5314708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68.5</a:t>
            </a:r>
          </a:p>
        </p:txBody>
      </p:sp>
      <p:sp>
        <p:nvSpPr>
          <p:cNvPr id="1814" name="data_4501">
            <a:extLst xmlns:a="http://schemas.openxmlformats.org/drawingml/2006/main">
              <a:ext uri="{FF2B5EF4-FFF2-40B4-BE49-F238E27FC236}">
                <a16:creationId xmlns:a16="http://schemas.microsoft.com/office/drawing/2014/main" id="{89B1183A-1B06-496C-AFBA-E5A82F29F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7500" y="5412570"/>
            <a:ext cx="191" cy="269873"/>
          </a:xfrm>
          <a:custGeom xmlns:a="http://schemas.openxmlformats.org/drawingml/2006/main">
            <a:pathLst>
              <a:path w="191" h="269873">
                <a:moveTo>
                  <a:pt x="0" y="26987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15" name="data_4502">
            <a:extLst xmlns:a="http://schemas.openxmlformats.org/drawingml/2006/main">
              <a:ext uri="{FF2B5EF4-FFF2-40B4-BE49-F238E27FC236}">
                <a16:creationId xmlns:a16="http://schemas.microsoft.com/office/drawing/2014/main" id="{6CEF3387-24AE-4050-9F26-8447FD8C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8932" y="5682443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16" name="data_4503">
            <a:extLst xmlns:a="http://schemas.openxmlformats.org/drawingml/2006/main">
              <a:ext uri="{FF2B5EF4-FFF2-40B4-BE49-F238E27FC236}">
                <a16:creationId xmlns:a16="http://schemas.microsoft.com/office/drawing/2014/main" id="{A9421608-6F7B-42BF-ADF3-3674D5B72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8932" y="5412570"/>
            <a:ext cx="117136" cy="191"/>
          </a:xfrm>
          <a:custGeom xmlns:a="http://schemas.openxmlformats.org/drawingml/2006/main"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5074">
            <a:solidFill>
              <a:srgbClr val="42515D"/>
            </a:solidFill>
            <a:prstDash val="solid"/>
          </a:ln>
        </p:spPr>
      </p:sp>
      <p:sp>
        <p:nvSpPr>
          <p:cNvPr id="1817" name="text_4504">
            <a:extLst xmlns:a="http://schemas.openxmlformats.org/drawingml/2006/main">
              <a:ext uri="{FF2B5EF4-FFF2-40B4-BE49-F238E27FC236}">
                <a16:creationId xmlns:a16="http://schemas.microsoft.com/office/drawing/2014/main" id="{868966B2-CE2A-4025-B75B-67CA6371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44304" y="5231822"/>
            <a:ext cx="235258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73.3</a:t>
            </a:r>
          </a:p>
        </p:txBody>
      </p:sp>
      <p:sp>
        <p:nvSpPr>
          <p:cNvPr id="1818" name="text_4505">
            <a:extLst xmlns:a="http://schemas.openxmlformats.org/drawingml/2006/main">
              <a:ext uri="{FF2B5EF4-FFF2-40B4-BE49-F238E27FC236}">
                <a16:creationId xmlns:a16="http://schemas.microsoft.com/office/drawing/2014/main" id="{0CBACDED-4B9C-4ADE-9B9E-1286FB92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25171" y="4755829"/>
            <a:ext cx="104101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1819" name="text_4506">
            <a:extLst xmlns:a="http://schemas.openxmlformats.org/drawingml/2006/main">
              <a:ext uri="{FF2B5EF4-FFF2-40B4-BE49-F238E27FC236}">
                <a16:creationId xmlns:a16="http://schemas.microsoft.com/office/drawing/2014/main" id="{4F3389B5-F2CD-4316-8607-A9E6806D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04001" y="4778402"/>
            <a:ext cx="971459" cy="179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820" name="data_4507">
            <a:extLst xmlns:a="http://schemas.openxmlformats.org/drawingml/2006/main">
              <a:ext uri="{FF2B5EF4-FFF2-40B4-BE49-F238E27FC236}">
                <a16:creationId xmlns:a16="http://schemas.microsoft.com/office/drawing/2014/main" id="{FE825204-7E1A-4408-8EF0-0620C1886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516" y="1303515"/>
            <a:ext cx="161738" cy="94347"/>
          </a:xfrm>
          <a:custGeom xmlns:a="http://schemas.openxmlformats.org/drawingml/2006/main"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 xmlns:a="http://schemas.openxmlformats.org/drawingml/2006/main">
            <a:srgbClr val="A1A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1" name="text_4508">
            <a:extLst xmlns:a="http://schemas.openxmlformats.org/drawingml/2006/main">
              <a:ext uri="{FF2B5EF4-FFF2-40B4-BE49-F238E27FC236}">
                <a16:creationId xmlns:a16="http://schemas.microsoft.com/office/drawing/2014/main" id="{AB14AFF1-1A44-4913-82BB-80D833CD2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52080" y="1291384"/>
            <a:ext cx="787097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1822" name="data_4509">
            <a:extLst xmlns:a="http://schemas.openxmlformats.org/drawingml/2006/main">
              <a:ext uri="{FF2B5EF4-FFF2-40B4-BE49-F238E27FC236}">
                <a16:creationId xmlns:a16="http://schemas.microsoft.com/office/drawing/2014/main" id="{64773917-97DC-4CAB-9891-FFA236107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2119" y="1303515"/>
            <a:ext cx="161738" cy="94347"/>
          </a:xfrm>
          <a:custGeom xmlns:a="http://schemas.openxmlformats.org/drawingml/2006/main"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 xmlns:a="http://schemas.openxmlformats.org/drawingml/2006/main">
            <a:srgbClr val="5B72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3" name="text_4510">
            <a:extLst xmlns:a="http://schemas.openxmlformats.org/drawingml/2006/main">
              <a:ext uri="{FF2B5EF4-FFF2-40B4-BE49-F238E27FC236}">
                <a16:creationId xmlns:a16="http://schemas.microsoft.com/office/drawing/2014/main" id="{3515EA52-7D08-4843-8839-1E2DD51E4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61682" y="1291384"/>
            <a:ext cx="1229450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1824" name="data_4511">
            <a:extLst xmlns:a="http://schemas.openxmlformats.org/drawingml/2006/main">
              <a:ext uri="{FF2B5EF4-FFF2-40B4-BE49-F238E27FC236}">
                <a16:creationId xmlns:a16="http://schemas.microsoft.com/office/drawing/2014/main" id="{593806FF-FF27-4380-B5D6-E9EFA0230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4184" y="1303515"/>
            <a:ext cx="161738" cy="94347"/>
          </a:xfrm>
          <a:custGeom xmlns:a="http://schemas.openxmlformats.org/drawingml/2006/main"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 xmlns:a="http://schemas.openxmlformats.org/drawingml/2006/main">
            <a:srgbClr val="13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5" name="text_4512">
            <a:extLst xmlns:a="http://schemas.openxmlformats.org/drawingml/2006/main">
              <a:ext uri="{FF2B5EF4-FFF2-40B4-BE49-F238E27FC236}">
                <a16:creationId xmlns:a16="http://schemas.microsoft.com/office/drawing/2014/main" id="{788370B2-5FEC-4360-8501-C885AFA1E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13748" y="1291384"/>
            <a:ext cx="1161914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1216017395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f42cbc63ffb94b8c"/>
    </p:ext>
  </p:extLst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35" name="data_4513">
            <a:extLst xmlns:a="http://schemas.openxmlformats.org/drawingml/2006/main">
              <a:ext uri="{FF2B5EF4-FFF2-40B4-BE49-F238E27FC236}">
                <a16:creationId xmlns:a16="http://schemas.microsoft.com/office/drawing/2014/main" id="{CAC1ABA0-6E22-4FF9-9432-8EFB965C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2439987"/>
            <a:ext cx="9048750" cy="3921125"/>
          </a:xfrm>
          <a:custGeom xmlns:a="http://schemas.openxmlformats.org/drawingml/2006/main">
            <a:pathLst>
              <a:path w="9048750" h="3921125">
                <a:moveTo>
                  <a:pt x="0" y="3921125"/>
                </a:moveTo>
                <a:lnTo>
                  <a:pt x="9048750" y="3921125"/>
                </a:lnTo>
                <a:lnTo>
                  <a:pt x="9048750" y="0"/>
                </a:lnTo>
                <a:lnTo>
                  <a:pt x="0" y="0"/>
                </a:lnTo>
                <a:lnTo>
                  <a:pt x="0" y="3921125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ata_4514">
            <a:extLst xmlns:a="http://schemas.openxmlformats.org/drawingml/2006/main">
              <a:ext uri="{FF2B5EF4-FFF2-40B4-BE49-F238E27FC236}">
                <a16:creationId xmlns:a16="http://schemas.microsoft.com/office/drawing/2014/main" id="{ED58A57B-5521-4E7F-B25D-6D71D415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3694748"/>
            <a:ext cx="3447143" cy="1725295"/>
          </a:xfrm>
          <a:custGeom xmlns:a="http://schemas.openxmlformats.org/drawingml/2006/main">
            <a:pathLst>
              <a:path w="3447143" h="1725295">
                <a:moveTo>
                  <a:pt x="0" y="1725295"/>
                </a:moveTo>
                <a:lnTo>
                  <a:pt x="3447143" y="1725295"/>
                </a:lnTo>
                <a:lnTo>
                  <a:pt x="3447143" y="0"/>
                </a:lnTo>
                <a:lnTo>
                  <a:pt x="0" y="0"/>
                </a:lnTo>
                <a:lnTo>
                  <a:pt x="0" y="1725295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data_4515">
            <a:extLst xmlns:a="http://schemas.openxmlformats.org/drawingml/2006/main">
              <a:ext uri="{FF2B5EF4-FFF2-40B4-BE49-F238E27FC236}">
                <a16:creationId xmlns:a16="http://schemas.microsoft.com/office/drawing/2014/main" id="{B900225A-3DBD-4342-9514-42E32AA4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1815" y="5420042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4" name="text_4516">
            <a:extLst xmlns:a="http://schemas.openxmlformats.org/drawingml/2006/main">
              <a:ext uri="{FF2B5EF4-FFF2-40B4-BE49-F238E27FC236}">
                <a16:creationId xmlns:a16="http://schemas.microsoft.com/office/drawing/2014/main" id="{B7898900-93EE-4983-A028-E1E9AC81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98913" y="5554820"/>
            <a:ext cx="4104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5" name="text_4517">
            <a:extLst xmlns:a="http://schemas.openxmlformats.org/drawingml/2006/main">
              <a:ext uri="{FF2B5EF4-FFF2-40B4-BE49-F238E27FC236}">
                <a16:creationId xmlns:a16="http://schemas.microsoft.com/office/drawing/2014/main" id="{9DCB4280-A5FE-458C-87F6-67E569D5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31029" y="5554820"/>
            <a:ext cx="7590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6" name="text_4518">
            <a:extLst xmlns:a="http://schemas.openxmlformats.org/drawingml/2006/main">
              <a:ext uri="{FF2B5EF4-FFF2-40B4-BE49-F238E27FC236}">
                <a16:creationId xmlns:a16="http://schemas.microsoft.com/office/drawing/2014/main" id="{5E14E565-73B4-4A4D-8917-A41B9A851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97998" y="5554820"/>
            <a:ext cx="5879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7" name="text_4519">
            <a:extLst xmlns:a="http://schemas.openxmlformats.org/drawingml/2006/main">
              <a:ext uri="{FF2B5EF4-FFF2-40B4-BE49-F238E27FC236}">
                <a16:creationId xmlns:a16="http://schemas.microsoft.com/office/drawing/2014/main" id="{D939DC73-DE9E-4383-A27E-DDC007585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47852" y="5554820"/>
            <a:ext cx="516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8" name="text_4520">
            <a:extLst xmlns:a="http://schemas.openxmlformats.org/drawingml/2006/main">
              <a:ext uri="{FF2B5EF4-FFF2-40B4-BE49-F238E27FC236}">
                <a16:creationId xmlns:a16="http://schemas.microsoft.com/office/drawing/2014/main" id="{5A4E40E9-4BFE-4530-85CC-995E4E2B1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90548" y="5554820"/>
            <a:ext cx="7003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9" name="text_4521">
            <a:extLst xmlns:a="http://schemas.openxmlformats.org/drawingml/2006/main">
              <a:ext uri="{FF2B5EF4-FFF2-40B4-BE49-F238E27FC236}">
                <a16:creationId xmlns:a16="http://schemas.microsoft.com/office/drawing/2014/main" id="{E6E9FBA7-C092-4F13-AEBB-26122F77A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51605" y="5554820"/>
            <a:ext cx="7590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0" name="text_4522">
            <a:extLst xmlns:a="http://schemas.openxmlformats.org/drawingml/2006/main">
              <a:ext uri="{FF2B5EF4-FFF2-40B4-BE49-F238E27FC236}">
                <a16:creationId xmlns:a16="http://schemas.microsoft.com/office/drawing/2014/main" id="{9B9EB729-330F-4B44-A567-F81E6169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18575" y="5554820"/>
            <a:ext cx="62879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1" name="text_4523">
            <a:extLst xmlns:a="http://schemas.openxmlformats.org/drawingml/2006/main">
              <a:ext uri="{FF2B5EF4-FFF2-40B4-BE49-F238E27FC236}">
                <a16:creationId xmlns:a16="http://schemas.microsoft.com/office/drawing/2014/main" id="{987768D1-F97C-453B-B3F5-8D73F77F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72474" y="5554820"/>
            <a:ext cx="72456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2" name="text_4524">
            <a:extLst xmlns:a="http://schemas.openxmlformats.org/drawingml/2006/main">
              <a:ext uri="{FF2B5EF4-FFF2-40B4-BE49-F238E27FC236}">
                <a16:creationId xmlns:a16="http://schemas.microsoft.com/office/drawing/2014/main" id="{1EDFA6B1-6D21-452D-B4C9-2DECABCF5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35896" y="5554820"/>
            <a:ext cx="4794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3" name="text_4525">
            <a:extLst xmlns:a="http://schemas.openxmlformats.org/drawingml/2006/main">
              <a:ext uri="{FF2B5EF4-FFF2-40B4-BE49-F238E27FC236}">
                <a16:creationId xmlns:a16="http://schemas.microsoft.com/office/drawing/2014/main" id="{FB7622F8-88C3-48C5-B2A8-F168996AB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74920" y="5554820"/>
            <a:ext cx="3823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4" name="text_4526">
            <a:extLst xmlns:a="http://schemas.openxmlformats.org/drawingml/2006/main">
              <a:ext uri="{FF2B5EF4-FFF2-40B4-BE49-F238E27FC236}">
                <a16:creationId xmlns:a16="http://schemas.microsoft.com/office/drawing/2014/main" id="{41BFFB1D-F40C-4562-8E40-3FEC983C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04172" y="5554820"/>
            <a:ext cx="72456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5" name="text_4527">
            <a:extLst xmlns:a="http://schemas.openxmlformats.org/drawingml/2006/main">
              <a:ext uri="{FF2B5EF4-FFF2-40B4-BE49-F238E27FC236}">
                <a16:creationId xmlns:a16="http://schemas.microsoft.com/office/drawing/2014/main" id="{2D6BBD80-62C4-4BCB-9BB2-37B907A88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67594" y="5554820"/>
            <a:ext cx="6658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6" name="text_4528">
            <a:extLst xmlns:a="http://schemas.openxmlformats.org/drawingml/2006/main">
              <a:ext uri="{FF2B5EF4-FFF2-40B4-BE49-F238E27FC236}">
                <a16:creationId xmlns:a16="http://schemas.microsoft.com/office/drawing/2014/main" id="{34F679CB-37A6-4B08-9EE3-3E9436987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25166" y="5554820"/>
            <a:ext cx="72456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7" name="text_4529">
            <a:extLst xmlns:a="http://schemas.openxmlformats.org/drawingml/2006/main">
              <a:ext uri="{FF2B5EF4-FFF2-40B4-BE49-F238E27FC236}">
                <a16:creationId xmlns:a16="http://schemas.microsoft.com/office/drawing/2014/main" id="{BACC2B50-A168-4CD5-AE09-BC1DE8A4E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88588" y="5554820"/>
            <a:ext cx="3823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8" name="text_4530">
            <a:extLst xmlns:a="http://schemas.openxmlformats.org/drawingml/2006/main">
              <a:ext uri="{FF2B5EF4-FFF2-40B4-BE49-F238E27FC236}">
                <a16:creationId xmlns:a16="http://schemas.microsoft.com/office/drawing/2014/main" id="{F8A85F44-D4CB-492E-8298-F9A29A2BD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17840" y="5554820"/>
            <a:ext cx="3772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" name="text_4531">
            <a:extLst xmlns:a="http://schemas.openxmlformats.org/drawingml/2006/main">
              <a:ext uri="{FF2B5EF4-FFF2-40B4-BE49-F238E27FC236}">
                <a16:creationId xmlns:a16="http://schemas.microsoft.com/office/drawing/2014/main" id="{2180A158-086F-4B59-8485-7B743CE1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46657" y="5554820"/>
            <a:ext cx="7488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20" name="text_4532">
            <a:extLst xmlns:a="http://schemas.openxmlformats.org/drawingml/2006/main">
              <a:ext uri="{FF2B5EF4-FFF2-40B4-BE49-F238E27FC236}">
                <a16:creationId xmlns:a16="http://schemas.microsoft.com/office/drawing/2014/main" id="{B0B50536-94D8-48B9-8BC1-54280E714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12506" y="5554820"/>
            <a:ext cx="7820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1" name="text_4533">
            <a:extLst xmlns:a="http://schemas.openxmlformats.org/drawingml/2006/main">
              <a:ext uri="{FF2B5EF4-FFF2-40B4-BE49-F238E27FC236}">
                <a16:creationId xmlns:a16="http://schemas.microsoft.com/office/drawing/2014/main" id="{37160DBE-80A5-4E60-A6AB-B42C4B810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181716" y="5554820"/>
            <a:ext cx="82799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2" name="text_4534">
            <a:extLst xmlns:a="http://schemas.openxmlformats.org/drawingml/2006/main">
              <a:ext uri="{FF2B5EF4-FFF2-40B4-BE49-F238E27FC236}">
                <a16:creationId xmlns:a16="http://schemas.microsoft.com/office/drawing/2014/main" id="{F4067B95-0379-4028-9733-8A15DEBD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55470" y="5554820"/>
            <a:ext cx="908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3" name="text_4535">
            <a:extLst xmlns:a="http://schemas.openxmlformats.org/drawingml/2006/main">
              <a:ext uri="{FF2B5EF4-FFF2-40B4-BE49-F238E27FC236}">
                <a16:creationId xmlns:a16="http://schemas.microsoft.com/office/drawing/2014/main" id="{127650BA-A1B9-4740-B27E-D5538C57F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37253" y="5554820"/>
            <a:ext cx="7692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4" name="text_4536">
            <a:extLst xmlns:a="http://schemas.openxmlformats.org/drawingml/2006/main">
              <a:ext uri="{FF2B5EF4-FFF2-40B4-BE49-F238E27FC236}">
                <a16:creationId xmlns:a16="http://schemas.microsoft.com/office/drawing/2014/main" id="{45CBD2F5-37A3-4A77-A3B8-7C559285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06261" y="5602955"/>
            <a:ext cx="54184" cy="1117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5" name="text_4537">
            <a:extLst xmlns:a="http://schemas.openxmlformats.org/drawingml/2006/main">
              <a:ext uri="{FF2B5EF4-FFF2-40B4-BE49-F238E27FC236}">
                <a16:creationId xmlns:a16="http://schemas.microsoft.com/office/drawing/2014/main" id="{ABD58CD5-ED92-419C-BB03-2FFB110A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51484" y="5602955"/>
            <a:ext cx="31391" cy="1117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6" name="text_4538">
            <a:extLst xmlns:a="http://schemas.openxmlformats.org/drawingml/2006/main">
              <a:ext uri="{FF2B5EF4-FFF2-40B4-BE49-F238E27FC236}">
                <a16:creationId xmlns:a16="http://schemas.microsoft.com/office/drawing/2014/main" id="{25358B79-6EED-4328-BC59-966083DC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74008" y="5602955"/>
            <a:ext cx="54184" cy="1117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7" name="data_4539">
            <a:extLst xmlns:a="http://schemas.openxmlformats.org/drawingml/2006/main">
              <a:ext uri="{FF2B5EF4-FFF2-40B4-BE49-F238E27FC236}">
                <a16:creationId xmlns:a16="http://schemas.microsoft.com/office/drawing/2014/main" id="{E6FB6390-A721-4C80-B2C8-E7867D2FD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5420042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28" name="data_4540">
            <a:extLst xmlns:a="http://schemas.openxmlformats.org/drawingml/2006/main">
              <a:ext uri="{FF2B5EF4-FFF2-40B4-BE49-F238E27FC236}">
                <a16:creationId xmlns:a16="http://schemas.microsoft.com/office/drawing/2014/main" id="{6FF1BEBB-BDEB-48AB-82A2-07D857196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5420042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29" name="text_4541">
            <a:extLst xmlns:a="http://schemas.openxmlformats.org/drawingml/2006/main">
              <a:ext uri="{FF2B5EF4-FFF2-40B4-BE49-F238E27FC236}">
                <a16:creationId xmlns:a16="http://schemas.microsoft.com/office/drawing/2014/main" id="{0ECFE940-D474-47B5-94AF-F8501C6C5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0184" y="5362593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0" name="data_4542">
            <a:extLst xmlns:a="http://schemas.openxmlformats.org/drawingml/2006/main">
              <a:ext uri="{FF2B5EF4-FFF2-40B4-BE49-F238E27FC236}">
                <a16:creationId xmlns:a16="http://schemas.microsoft.com/office/drawing/2014/main" id="{1CED4D6F-B042-4076-AF12-1618B2D02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4606224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31" name="data_4543">
            <a:extLst xmlns:a="http://schemas.openxmlformats.org/drawingml/2006/main">
              <a:ext uri="{FF2B5EF4-FFF2-40B4-BE49-F238E27FC236}">
                <a16:creationId xmlns:a16="http://schemas.microsoft.com/office/drawing/2014/main" id="{C31FDC30-3671-4EB7-B2CE-3BB4458C3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4606224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32" name="text_4544">
            <a:extLst xmlns:a="http://schemas.openxmlformats.org/drawingml/2006/main">
              <a:ext uri="{FF2B5EF4-FFF2-40B4-BE49-F238E27FC236}">
                <a16:creationId xmlns:a16="http://schemas.microsoft.com/office/drawing/2014/main" id="{1A3324B0-05F2-4CD3-AA09-C50B0081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0184" y="4548775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" name="data_4545">
            <a:extLst xmlns:a="http://schemas.openxmlformats.org/drawingml/2006/main">
              <a:ext uri="{FF2B5EF4-FFF2-40B4-BE49-F238E27FC236}">
                <a16:creationId xmlns:a16="http://schemas.microsoft.com/office/drawing/2014/main" id="{77E914C1-1559-4808-A392-29B16EF5E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3792406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34" name="data_4546">
            <a:extLst xmlns:a="http://schemas.openxmlformats.org/drawingml/2006/main">
              <a:ext uri="{FF2B5EF4-FFF2-40B4-BE49-F238E27FC236}">
                <a16:creationId xmlns:a16="http://schemas.microsoft.com/office/drawing/2014/main" id="{986CC8DE-9FA0-444B-BCFC-440EB2DBB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08" y="3792406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35" name="text_4547">
            <a:extLst xmlns:a="http://schemas.openxmlformats.org/drawingml/2006/main">
              <a:ext uri="{FF2B5EF4-FFF2-40B4-BE49-F238E27FC236}">
                <a16:creationId xmlns:a16="http://schemas.microsoft.com/office/drawing/2014/main" id="{A1921C10-F806-4352-BB00-1B49D3D6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0184" y="3734956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6" name="text_4548">
            <a:extLst xmlns:a="http://schemas.openxmlformats.org/drawingml/2006/main">
              <a:ext uri="{FF2B5EF4-FFF2-40B4-BE49-F238E27FC236}">
                <a16:creationId xmlns:a16="http://schemas.microsoft.com/office/drawing/2014/main" id="{7933609E-1356-4C14-A973-61718197F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650976" y="4473156"/>
            <a:ext cx="312935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7" name="data_4549">
            <a:extLst xmlns:a="http://schemas.openxmlformats.org/drawingml/2006/main">
              <a:ext uri="{FF2B5EF4-FFF2-40B4-BE49-F238E27FC236}">
                <a16:creationId xmlns:a16="http://schemas.microsoft.com/office/drawing/2014/main" id="{65B2D825-25C9-4C18-91A4-4AA325B5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1169" y="5214680"/>
            <a:ext cx="706664" cy="205363"/>
          </a:xfrm>
          <a:custGeom xmlns:a="http://schemas.openxmlformats.org/drawingml/2006/main">
            <a:pathLst>
              <a:path w="706664" h="205363">
                <a:moveTo>
                  <a:pt x="0" y="205363"/>
                </a:moveTo>
                <a:lnTo>
                  <a:pt x="706664" y="205363"/>
                </a:lnTo>
                <a:lnTo>
                  <a:pt x="706664" y="0"/>
                </a:lnTo>
                <a:lnTo>
                  <a:pt x="0" y="0"/>
                </a:lnTo>
                <a:lnTo>
                  <a:pt x="0" y="205363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27000"/>
            </a:srgbClr>
          </a:solidFill>
          <a:ln xmlns:a="http://schemas.openxmlformats.org/drawingml/2006/main"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38" name="data_4550">
            <a:extLst xmlns:a="http://schemas.openxmlformats.org/drawingml/2006/main">
              <a:ext uri="{FF2B5EF4-FFF2-40B4-BE49-F238E27FC236}">
                <a16:creationId xmlns:a16="http://schemas.microsoft.com/office/drawing/2014/main" id="{FB0B6BF0-963E-444D-9327-22913E176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8483" y="4692468"/>
            <a:ext cx="706664" cy="727574"/>
          </a:xfrm>
          <a:custGeom xmlns:a="http://schemas.openxmlformats.org/drawingml/2006/main">
            <a:pathLst>
              <a:path w="706664" h="727574">
                <a:moveTo>
                  <a:pt x="0" y="727574"/>
                </a:moveTo>
                <a:lnTo>
                  <a:pt x="706664" y="727574"/>
                </a:lnTo>
                <a:lnTo>
                  <a:pt x="706664" y="0"/>
                </a:lnTo>
                <a:lnTo>
                  <a:pt x="0" y="0"/>
                </a:lnTo>
                <a:lnTo>
                  <a:pt x="0" y="727574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27000"/>
            </a:srgbClr>
          </a:solidFill>
          <a:ln xmlns:a="http://schemas.openxmlformats.org/drawingml/2006/main"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9" name="data_4551">
            <a:extLst xmlns:a="http://schemas.openxmlformats.org/drawingml/2006/main">
              <a:ext uri="{FF2B5EF4-FFF2-40B4-BE49-F238E27FC236}">
                <a16:creationId xmlns:a16="http://schemas.microsoft.com/office/drawing/2014/main" id="{F615D555-63CC-4491-BB01-31870DAC0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797" y="4512519"/>
            <a:ext cx="706664" cy="907523"/>
          </a:xfrm>
          <a:custGeom xmlns:a="http://schemas.openxmlformats.org/drawingml/2006/main">
            <a:pathLst>
              <a:path w="706664" h="907523">
                <a:moveTo>
                  <a:pt x="0" y="907523"/>
                </a:moveTo>
                <a:lnTo>
                  <a:pt x="706664" y="907523"/>
                </a:lnTo>
                <a:lnTo>
                  <a:pt x="706664" y="0"/>
                </a:lnTo>
                <a:lnTo>
                  <a:pt x="0" y="0"/>
                </a:lnTo>
                <a:lnTo>
                  <a:pt x="0" y="907523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27000"/>
            </a:srgbClr>
          </a:solidFill>
          <a:ln xmlns:a="http://schemas.openxmlformats.org/drawingml/2006/main"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40" name="data_4552">
            <a:extLst xmlns:a="http://schemas.openxmlformats.org/drawingml/2006/main">
              <a:ext uri="{FF2B5EF4-FFF2-40B4-BE49-F238E27FC236}">
                <a16:creationId xmlns:a16="http://schemas.microsoft.com/office/drawing/2014/main" id="{03DB5237-40CA-453C-B56D-9CE03A162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54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data_4553">
            <a:extLst xmlns:a="http://schemas.openxmlformats.org/drawingml/2006/main">
              <a:ext uri="{FF2B5EF4-FFF2-40B4-BE49-F238E27FC236}">
                <a16:creationId xmlns:a16="http://schemas.microsoft.com/office/drawing/2014/main" id="{C6236DF6-9C38-4F79-9B86-F3241DE3B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06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data_4554">
            <a:extLst xmlns:a="http://schemas.openxmlformats.org/drawingml/2006/main">
              <a:ext uri="{FF2B5EF4-FFF2-40B4-BE49-F238E27FC236}">
                <a16:creationId xmlns:a16="http://schemas.microsoft.com/office/drawing/2014/main" id="{CC4C877F-6C6E-4A37-BF53-82E96DF6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25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data_4555">
            <a:extLst xmlns:a="http://schemas.openxmlformats.org/drawingml/2006/main">
              <a:ext uri="{FF2B5EF4-FFF2-40B4-BE49-F238E27FC236}">
                <a16:creationId xmlns:a16="http://schemas.microsoft.com/office/drawing/2014/main" id="{B9654EB9-39F0-40A2-9626-E442F126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294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ata_4556">
            <a:extLst xmlns:a="http://schemas.openxmlformats.org/drawingml/2006/main">
              <a:ext uri="{FF2B5EF4-FFF2-40B4-BE49-F238E27FC236}">
                <a16:creationId xmlns:a16="http://schemas.microsoft.com/office/drawing/2014/main" id="{8638D33A-01F0-44A6-8694-A93F3804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4340" y="480265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ata_4557">
            <a:extLst xmlns:a="http://schemas.openxmlformats.org/drawingml/2006/main">
              <a:ext uri="{FF2B5EF4-FFF2-40B4-BE49-F238E27FC236}">
                <a16:creationId xmlns:a16="http://schemas.microsoft.com/office/drawing/2014/main" id="{65125BD0-4580-4AB6-A5DA-F6552A9A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402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data_4558">
            <a:extLst xmlns:a="http://schemas.openxmlformats.org/drawingml/2006/main">
              <a:ext uri="{FF2B5EF4-FFF2-40B4-BE49-F238E27FC236}">
                <a16:creationId xmlns:a16="http://schemas.microsoft.com/office/drawing/2014/main" id="{7B761C23-B15C-43C1-8FD4-1DA0E4BB5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003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data_4559">
            <a:extLst xmlns:a="http://schemas.openxmlformats.org/drawingml/2006/main">
              <a:ext uri="{FF2B5EF4-FFF2-40B4-BE49-F238E27FC236}">
                <a16:creationId xmlns:a16="http://schemas.microsoft.com/office/drawing/2014/main" id="{54D725BB-DDEC-4990-8774-016423AD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452" y="41815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data_4560">
            <a:extLst xmlns:a="http://schemas.openxmlformats.org/drawingml/2006/main">
              <a:ext uri="{FF2B5EF4-FFF2-40B4-BE49-F238E27FC236}">
                <a16:creationId xmlns:a16="http://schemas.microsoft.com/office/drawing/2014/main" id="{BD233430-3D54-4AA2-B57A-4AE868318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928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data_4561">
            <a:extLst xmlns:a="http://schemas.openxmlformats.org/drawingml/2006/main">
              <a:ext uri="{FF2B5EF4-FFF2-40B4-BE49-F238E27FC236}">
                <a16:creationId xmlns:a16="http://schemas.microsoft.com/office/drawing/2014/main" id="{9395672E-5659-45E2-9FD6-83FF50B4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771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data_4562">
            <a:extLst xmlns:a="http://schemas.openxmlformats.org/drawingml/2006/main">
              <a:ext uri="{FF2B5EF4-FFF2-40B4-BE49-F238E27FC236}">
                <a16:creationId xmlns:a16="http://schemas.microsoft.com/office/drawing/2014/main" id="{850D6089-7C93-4431-AC7D-AA64F2A4E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8751" y="51011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data_4563">
            <a:extLst xmlns:a="http://schemas.openxmlformats.org/drawingml/2006/main">
              <a:ext uri="{FF2B5EF4-FFF2-40B4-BE49-F238E27FC236}">
                <a16:creationId xmlns:a16="http://schemas.microsoft.com/office/drawing/2014/main" id="{64DFD118-7A9B-443C-BEAC-90957A795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0170" y="470087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data_4564">
            <a:extLst xmlns:a="http://schemas.openxmlformats.org/drawingml/2006/main">
              <a:ext uri="{FF2B5EF4-FFF2-40B4-BE49-F238E27FC236}">
                <a16:creationId xmlns:a16="http://schemas.microsoft.com/office/drawing/2014/main" id="{3C7E3E14-C64F-406A-8F19-D9E7360B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1325" y="410924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data_4565">
            <a:extLst xmlns:a="http://schemas.openxmlformats.org/drawingml/2006/main">
              <a:ext uri="{FF2B5EF4-FFF2-40B4-BE49-F238E27FC236}">
                <a16:creationId xmlns:a16="http://schemas.microsoft.com/office/drawing/2014/main" id="{9E46A498-1FFE-45CE-AF2C-5763C1DB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107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data_4566">
            <a:extLst xmlns:a="http://schemas.openxmlformats.org/drawingml/2006/main">
              <a:ext uri="{FF2B5EF4-FFF2-40B4-BE49-F238E27FC236}">
                <a16:creationId xmlns:a16="http://schemas.microsoft.com/office/drawing/2014/main" id="{A26B955D-B57B-4DE9-86EF-B3B1D2D9F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20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data_4567">
            <a:extLst xmlns:a="http://schemas.openxmlformats.org/drawingml/2006/main">
              <a:ext uri="{FF2B5EF4-FFF2-40B4-BE49-F238E27FC236}">
                <a16:creationId xmlns:a16="http://schemas.microsoft.com/office/drawing/2014/main" id="{1DB98387-B1E8-4F1C-8AE4-665A9FF9A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8770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data_4568">
            <a:extLst xmlns:a="http://schemas.openxmlformats.org/drawingml/2006/main">
              <a:ext uri="{FF2B5EF4-FFF2-40B4-BE49-F238E27FC236}">
                <a16:creationId xmlns:a16="http://schemas.microsoft.com/office/drawing/2014/main" id="{11C4A2C7-A4C0-463D-BD16-5D3A6AB42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197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data_4569">
            <a:extLst xmlns:a="http://schemas.openxmlformats.org/drawingml/2006/main">
              <a:ext uri="{FF2B5EF4-FFF2-40B4-BE49-F238E27FC236}">
                <a16:creationId xmlns:a16="http://schemas.microsoft.com/office/drawing/2014/main" id="{E9B542E8-1A9C-446E-BAAD-23D6F922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408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data_4570">
            <a:extLst xmlns:a="http://schemas.openxmlformats.org/drawingml/2006/main">
              <a:ext uri="{FF2B5EF4-FFF2-40B4-BE49-F238E27FC236}">
                <a16:creationId xmlns:a16="http://schemas.microsoft.com/office/drawing/2014/main" id="{72222B98-EBBC-4F56-B9B7-8BA10877A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860" y="51927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data_4571">
            <a:extLst xmlns:a="http://schemas.openxmlformats.org/drawingml/2006/main">
              <a:ext uri="{FF2B5EF4-FFF2-40B4-BE49-F238E27FC236}">
                <a16:creationId xmlns:a16="http://schemas.microsoft.com/office/drawing/2014/main" id="{F72F8C96-CF23-418F-BAE0-A7B4E0992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7158" y="478020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data_4572">
            <a:extLst xmlns:a="http://schemas.openxmlformats.org/drawingml/2006/main">
              <a:ext uri="{FF2B5EF4-FFF2-40B4-BE49-F238E27FC236}">
                <a16:creationId xmlns:a16="http://schemas.microsoft.com/office/drawing/2014/main" id="{5BB31B21-FBE3-4FE5-9420-C1CDCED5F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341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data_4573">
            <a:extLst xmlns:a="http://schemas.openxmlformats.org/drawingml/2006/main">
              <a:ext uri="{FF2B5EF4-FFF2-40B4-BE49-F238E27FC236}">
                <a16:creationId xmlns:a16="http://schemas.microsoft.com/office/drawing/2014/main" id="{FAEB9E52-F130-4DC4-B638-5C8E17FEB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980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data_4574">
            <a:extLst xmlns:a="http://schemas.openxmlformats.org/drawingml/2006/main">
              <a:ext uri="{FF2B5EF4-FFF2-40B4-BE49-F238E27FC236}">
                <a16:creationId xmlns:a16="http://schemas.microsoft.com/office/drawing/2014/main" id="{3C56D0B9-5BF6-4AD4-B2FC-9AB36B73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8158" y="507678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data_4575">
            <a:extLst xmlns:a="http://schemas.openxmlformats.org/drawingml/2006/main">
              <a:ext uri="{FF2B5EF4-FFF2-40B4-BE49-F238E27FC236}">
                <a16:creationId xmlns:a16="http://schemas.microsoft.com/office/drawing/2014/main" id="{56D2AE61-CBF6-4C8D-AA61-FCF2D7D12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5723" y="4385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data_4576">
            <a:extLst xmlns:a="http://schemas.openxmlformats.org/drawingml/2006/main">
              <a:ext uri="{FF2B5EF4-FFF2-40B4-BE49-F238E27FC236}">
                <a16:creationId xmlns:a16="http://schemas.microsoft.com/office/drawing/2014/main" id="{E5538787-46F3-48DF-B931-70D486B3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50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data_4577">
            <a:extLst xmlns:a="http://schemas.openxmlformats.org/drawingml/2006/main">
              <a:ext uri="{FF2B5EF4-FFF2-40B4-BE49-F238E27FC236}">
                <a16:creationId xmlns:a16="http://schemas.microsoft.com/office/drawing/2014/main" id="{ADD399FD-6E4B-4E50-A03C-A0FD6431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667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data_4578">
            <a:extLst xmlns:a="http://schemas.openxmlformats.org/drawingml/2006/main">
              <a:ext uri="{FF2B5EF4-FFF2-40B4-BE49-F238E27FC236}">
                <a16:creationId xmlns:a16="http://schemas.microsoft.com/office/drawing/2014/main" id="{17C6D5E3-562F-474A-96D1-0BF6601F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725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data_4579">
            <a:extLst xmlns:a="http://schemas.openxmlformats.org/drawingml/2006/main">
              <a:ext uri="{FF2B5EF4-FFF2-40B4-BE49-F238E27FC236}">
                <a16:creationId xmlns:a16="http://schemas.microsoft.com/office/drawing/2014/main" id="{FB1F060A-0402-4EB7-99FC-DCA3EB85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645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data_4580">
            <a:extLst xmlns:a="http://schemas.openxmlformats.org/drawingml/2006/main">
              <a:ext uri="{FF2B5EF4-FFF2-40B4-BE49-F238E27FC236}">
                <a16:creationId xmlns:a16="http://schemas.microsoft.com/office/drawing/2014/main" id="{E052AA5A-DA5B-4CD5-A417-4E149D98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5039" y="51697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data_4581">
            <a:extLst xmlns:a="http://schemas.openxmlformats.org/drawingml/2006/main">
              <a:ext uri="{FF2B5EF4-FFF2-40B4-BE49-F238E27FC236}">
                <a16:creationId xmlns:a16="http://schemas.microsoft.com/office/drawing/2014/main" id="{121BD68C-2B8B-49C8-973B-A53EDCE58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199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data_4582">
            <a:extLst xmlns:a="http://schemas.openxmlformats.org/drawingml/2006/main">
              <a:ext uri="{FF2B5EF4-FFF2-40B4-BE49-F238E27FC236}">
                <a16:creationId xmlns:a16="http://schemas.microsoft.com/office/drawing/2014/main" id="{FE24AC0E-AB6F-4752-9A26-E25856AF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942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data_4583">
            <a:extLst xmlns:a="http://schemas.openxmlformats.org/drawingml/2006/main">
              <a:ext uri="{FF2B5EF4-FFF2-40B4-BE49-F238E27FC236}">
                <a16:creationId xmlns:a16="http://schemas.microsoft.com/office/drawing/2014/main" id="{EE878802-DBF2-403E-A31F-ECD3D21E3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5919" y="532927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data_4584">
            <a:extLst xmlns:a="http://schemas.openxmlformats.org/drawingml/2006/main">
              <a:ext uri="{FF2B5EF4-FFF2-40B4-BE49-F238E27FC236}">
                <a16:creationId xmlns:a16="http://schemas.microsoft.com/office/drawing/2014/main" id="{A5C0241B-D50E-454E-B18C-6ACC4E68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186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data_4585">
            <a:extLst xmlns:a="http://schemas.openxmlformats.org/drawingml/2006/main">
              <a:ext uri="{FF2B5EF4-FFF2-40B4-BE49-F238E27FC236}">
                <a16:creationId xmlns:a16="http://schemas.microsoft.com/office/drawing/2014/main" id="{04C9357E-09B3-45FB-9B9C-22B39347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26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data_4586">
            <a:extLst xmlns:a="http://schemas.openxmlformats.org/drawingml/2006/main">
              <a:ext uri="{FF2B5EF4-FFF2-40B4-BE49-F238E27FC236}">
                <a16:creationId xmlns:a16="http://schemas.microsoft.com/office/drawing/2014/main" id="{638BE9CD-61EC-4857-9500-AFC2EF08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48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data_4587">
            <a:extLst xmlns:a="http://schemas.openxmlformats.org/drawingml/2006/main">
              <a:ext uri="{FF2B5EF4-FFF2-40B4-BE49-F238E27FC236}">
                <a16:creationId xmlns:a16="http://schemas.microsoft.com/office/drawing/2014/main" id="{655A305D-414F-49AA-9A2D-1CC6036C2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043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data_4588">
            <a:extLst xmlns:a="http://schemas.openxmlformats.org/drawingml/2006/main">
              <a:ext uri="{FF2B5EF4-FFF2-40B4-BE49-F238E27FC236}">
                <a16:creationId xmlns:a16="http://schemas.microsoft.com/office/drawing/2014/main" id="{DC870D70-A42E-4EA9-87AC-74D2733A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289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data_4589">
            <a:extLst xmlns:a="http://schemas.openxmlformats.org/drawingml/2006/main">
              <a:ext uri="{FF2B5EF4-FFF2-40B4-BE49-F238E27FC236}">
                <a16:creationId xmlns:a16="http://schemas.microsoft.com/office/drawing/2014/main" id="{732B9361-A2BA-4AF2-AC21-36D8546F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316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data_4590">
            <a:extLst xmlns:a="http://schemas.openxmlformats.org/drawingml/2006/main">
              <a:ext uri="{FF2B5EF4-FFF2-40B4-BE49-F238E27FC236}">
                <a16:creationId xmlns:a16="http://schemas.microsoft.com/office/drawing/2014/main" id="{B9114C1E-EE66-4428-A565-DB48D6C79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045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data_4591">
            <a:extLst xmlns:a="http://schemas.openxmlformats.org/drawingml/2006/main">
              <a:ext uri="{FF2B5EF4-FFF2-40B4-BE49-F238E27FC236}">
                <a16:creationId xmlns:a16="http://schemas.microsoft.com/office/drawing/2014/main" id="{04918F80-638A-4402-AB92-6E807A83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084" y="5334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data_4592">
            <a:extLst xmlns:a="http://schemas.openxmlformats.org/drawingml/2006/main">
              <a:ext uri="{FF2B5EF4-FFF2-40B4-BE49-F238E27FC236}">
                <a16:creationId xmlns:a16="http://schemas.microsoft.com/office/drawing/2014/main" id="{101A249C-3C95-408A-82A6-B7CF8ECC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966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data_4593">
            <a:extLst xmlns:a="http://schemas.openxmlformats.org/drawingml/2006/main">
              <a:ext uri="{FF2B5EF4-FFF2-40B4-BE49-F238E27FC236}">
                <a16:creationId xmlns:a16="http://schemas.microsoft.com/office/drawing/2014/main" id="{21BA9ECA-EDBB-42E3-87E4-5B68BB20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8023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data_4594">
            <a:extLst xmlns:a="http://schemas.openxmlformats.org/drawingml/2006/main">
              <a:ext uri="{FF2B5EF4-FFF2-40B4-BE49-F238E27FC236}">
                <a16:creationId xmlns:a16="http://schemas.microsoft.com/office/drawing/2014/main" id="{2FB3FB1C-6EAD-403D-9B45-9946A198A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52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data_4595">
            <a:extLst xmlns:a="http://schemas.openxmlformats.org/drawingml/2006/main">
              <a:ext uri="{FF2B5EF4-FFF2-40B4-BE49-F238E27FC236}">
                <a16:creationId xmlns:a16="http://schemas.microsoft.com/office/drawing/2014/main" id="{599BB2D8-D0C6-4054-B4B7-DB5BF2687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518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data_4596">
            <a:extLst xmlns:a="http://schemas.openxmlformats.org/drawingml/2006/main">
              <a:ext uri="{FF2B5EF4-FFF2-40B4-BE49-F238E27FC236}">
                <a16:creationId xmlns:a16="http://schemas.microsoft.com/office/drawing/2014/main" id="{20D27BC4-0DE5-4D23-B88E-92425A5C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461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data_4597">
            <a:extLst xmlns:a="http://schemas.openxmlformats.org/drawingml/2006/main">
              <a:ext uri="{FF2B5EF4-FFF2-40B4-BE49-F238E27FC236}">
                <a16:creationId xmlns:a16="http://schemas.microsoft.com/office/drawing/2014/main" id="{78F7B1DB-F7CF-45AF-BD05-440072F3F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637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data_4598">
            <a:extLst xmlns:a="http://schemas.openxmlformats.org/drawingml/2006/main">
              <a:ext uri="{FF2B5EF4-FFF2-40B4-BE49-F238E27FC236}">
                <a16:creationId xmlns:a16="http://schemas.microsoft.com/office/drawing/2014/main" id="{FCE09DE2-57AD-44DB-809D-AD11C6F2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1453" y="509615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data_4599">
            <a:extLst xmlns:a="http://schemas.openxmlformats.org/drawingml/2006/main">
              <a:ext uri="{FF2B5EF4-FFF2-40B4-BE49-F238E27FC236}">
                <a16:creationId xmlns:a16="http://schemas.microsoft.com/office/drawing/2014/main" id="{0C1C4F1E-B05A-4F1B-BF14-3C1CFC5AE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637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data_4600">
            <a:extLst xmlns:a="http://schemas.openxmlformats.org/drawingml/2006/main">
              <a:ext uri="{FF2B5EF4-FFF2-40B4-BE49-F238E27FC236}">
                <a16:creationId xmlns:a16="http://schemas.microsoft.com/office/drawing/2014/main" id="{1357E9D2-9D9A-40E7-A7DD-7B4B8C175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2016" y="534805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data_4601">
            <a:extLst xmlns:a="http://schemas.openxmlformats.org/drawingml/2006/main">
              <a:ext uri="{FF2B5EF4-FFF2-40B4-BE49-F238E27FC236}">
                <a16:creationId xmlns:a16="http://schemas.microsoft.com/office/drawing/2014/main" id="{D87476B5-3513-4652-A7C3-20E63E716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299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ata_4602">
            <a:extLst xmlns:a="http://schemas.openxmlformats.org/drawingml/2006/main">
              <a:ext uri="{FF2B5EF4-FFF2-40B4-BE49-F238E27FC236}">
                <a16:creationId xmlns:a16="http://schemas.microsoft.com/office/drawing/2014/main" id="{D790F8C0-3468-46D0-965E-AD0727E24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5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data_4603">
            <a:extLst xmlns:a="http://schemas.openxmlformats.org/drawingml/2006/main">
              <a:ext uri="{FF2B5EF4-FFF2-40B4-BE49-F238E27FC236}">
                <a16:creationId xmlns:a16="http://schemas.microsoft.com/office/drawing/2014/main" id="{7BD9DE0D-1C27-496E-837F-3143C6CB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90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data_4604">
            <a:extLst xmlns:a="http://schemas.openxmlformats.org/drawingml/2006/main">
              <a:ext uri="{FF2B5EF4-FFF2-40B4-BE49-F238E27FC236}">
                <a16:creationId xmlns:a16="http://schemas.microsoft.com/office/drawing/2014/main" id="{AAED346C-9BCA-4FCE-B570-DFC773A3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457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data_4605">
            <a:extLst xmlns:a="http://schemas.openxmlformats.org/drawingml/2006/main">
              <a:ext uri="{FF2B5EF4-FFF2-40B4-BE49-F238E27FC236}">
                <a16:creationId xmlns:a16="http://schemas.microsoft.com/office/drawing/2014/main" id="{6DE0ECE7-0391-4F8E-8CD5-A702B3B1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322" y="50186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data_4606">
            <a:extLst xmlns:a="http://schemas.openxmlformats.org/drawingml/2006/main">
              <a:ext uri="{FF2B5EF4-FFF2-40B4-BE49-F238E27FC236}">
                <a16:creationId xmlns:a16="http://schemas.microsoft.com/office/drawing/2014/main" id="{73E398EA-271B-47AB-96F2-148641C38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030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data_4607">
            <a:extLst xmlns:a="http://schemas.openxmlformats.org/drawingml/2006/main">
              <a:ext uri="{FF2B5EF4-FFF2-40B4-BE49-F238E27FC236}">
                <a16:creationId xmlns:a16="http://schemas.microsoft.com/office/drawing/2014/main" id="{E37011B9-7A0E-4B81-A502-EE9DA0D9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6307" y="531188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ata_4608">
            <a:extLst xmlns:a="http://schemas.openxmlformats.org/drawingml/2006/main">
              <a:ext uri="{FF2B5EF4-FFF2-40B4-BE49-F238E27FC236}">
                <a16:creationId xmlns:a16="http://schemas.microsoft.com/office/drawing/2014/main" id="{CE42252A-A3AA-46F0-979D-C211046B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000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data_4609">
            <a:extLst xmlns:a="http://schemas.openxmlformats.org/drawingml/2006/main">
              <a:ext uri="{FF2B5EF4-FFF2-40B4-BE49-F238E27FC236}">
                <a16:creationId xmlns:a16="http://schemas.microsoft.com/office/drawing/2014/main" id="{95EB2959-1DBB-49E0-8644-E2C9E728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6569" y="53514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ata_4610">
            <a:extLst xmlns:a="http://schemas.openxmlformats.org/drawingml/2006/main">
              <a:ext uri="{FF2B5EF4-FFF2-40B4-BE49-F238E27FC236}">
                <a16:creationId xmlns:a16="http://schemas.microsoft.com/office/drawing/2014/main" id="{7A9A3117-10E3-4097-8312-0CA2A6ED0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2397" y="537098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data_4611">
            <a:extLst xmlns:a="http://schemas.openxmlformats.org/drawingml/2006/main">
              <a:ext uri="{FF2B5EF4-FFF2-40B4-BE49-F238E27FC236}">
                <a16:creationId xmlns:a16="http://schemas.microsoft.com/office/drawing/2014/main" id="{7D20B6D6-8211-4872-B3F9-F9E98315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6095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ata_4612">
            <a:extLst xmlns:a="http://schemas.openxmlformats.org/drawingml/2006/main">
              <a:ext uri="{FF2B5EF4-FFF2-40B4-BE49-F238E27FC236}">
                <a16:creationId xmlns:a16="http://schemas.microsoft.com/office/drawing/2014/main" id="{D38287DF-58C0-45EB-AAB7-051D61EB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7107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data_4613">
            <a:extLst xmlns:a="http://schemas.openxmlformats.org/drawingml/2006/main">
              <a:ext uri="{FF2B5EF4-FFF2-40B4-BE49-F238E27FC236}">
                <a16:creationId xmlns:a16="http://schemas.microsoft.com/office/drawing/2014/main" id="{FB99D823-7EC7-4327-88D1-3D70B8B9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94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ata_4614">
            <a:extLst xmlns:a="http://schemas.openxmlformats.org/drawingml/2006/main">
              <a:ext uri="{FF2B5EF4-FFF2-40B4-BE49-F238E27FC236}">
                <a16:creationId xmlns:a16="http://schemas.microsoft.com/office/drawing/2014/main" id="{919E5804-6068-4970-BE36-BDE4FF5C9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513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data_4615">
            <a:extLst xmlns:a="http://schemas.openxmlformats.org/drawingml/2006/main">
              <a:ext uri="{FF2B5EF4-FFF2-40B4-BE49-F238E27FC236}">
                <a16:creationId xmlns:a16="http://schemas.microsoft.com/office/drawing/2014/main" id="{3B23848B-751A-40E8-B9EB-5674DD4E4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379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ata_4616">
            <a:extLst xmlns:a="http://schemas.openxmlformats.org/drawingml/2006/main">
              <a:ext uri="{FF2B5EF4-FFF2-40B4-BE49-F238E27FC236}">
                <a16:creationId xmlns:a16="http://schemas.microsoft.com/office/drawing/2014/main" id="{FDD7D2CC-E202-4324-BF2D-9BFFC4C6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7782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data_4617">
            <a:extLst xmlns:a="http://schemas.openxmlformats.org/drawingml/2006/main">
              <a:ext uri="{FF2B5EF4-FFF2-40B4-BE49-F238E27FC236}">
                <a16:creationId xmlns:a16="http://schemas.microsoft.com/office/drawing/2014/main" id="{EFAF5868-440B-4A80-B748-E9836515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417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ata_4618">
            <a:extLst xmlns:a="http://schemas.openxmlformats.org/drawingml/2006/main">
              <a:ext uri="{FF2B5EF4-FFF2-40B4-BE49-F238E27FC236}">
                <a16:creationId xmlns:a16="http://schemas.microsoft.com/office/drawing/2014/main" id="{5E4FF23C-5EA2-4909-8727-9718284C9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200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data_4619">
            <a:extLst xmlns:a="http://schemas.openxmlformats.org/drawingml/2006/main">
              <a:ext uri="{FF2B5EF4-FFF2-40B4-BE49-F238E27FC236}">
                <a16:creationId xmlns:a16="http://schemas.microsoft.com/office/drawing/2014/main" id="{220F4934-34FE-4BBD-9095-C1AFEDAD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276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ata_4620">
            <a:extLst xmlns:a="http://schemas.openxmlformats.org/drawingml/2006/main">
              <a:ext uri="{FF2B5EF4-FFF2-40B4-BE49-F238E27FC236}">
                <a16:creationId xmlns:a16="http://schemas.microsoft.com/office/drawing/2014/main" id="{484778DB-8D67-4E76-8F0A-580C5767B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5772" y="52085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data_4621">
            <a:extLst xmlns:a="http://schemas.openxmlformats.org/drawingml/2006/main">
              <a:ext uri="{FF2B5EF4-FFF2-40B4-BE49-F238E27FC236}">
                <a16:creationId xmlns:a16="http://schemas.microsoft.com/office/drawing/2014/main" id="{5914FB9C-1CC3-4464-BDE3-BF03E90D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887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ata_4622">
            <a:extLst xmlns:a="http://schemas.openxmlformats.org/drawingml/2006/main">
              <a:ext uri="{FF2B5EF4-FFF2-40B4-BE49-F238E27FC236}">
                <a16:creationId xmlns:a16="http://schemas.microsoft.com/office/drawing/2014/main" id="{284C6564-824C-4A77-8A38-1BEBF5FA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713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data_4623">
            <a:extLst xmlns:a="http://schemas.openxmlformats.org/drawingml/2006/main">
              <a:ext uri="{FF2B5EF4-FFF2-40B4-BE49-F238E27FC236}">
                <a16:creationId xmlns:a16="http://schemas.microsoft.com/office/drawing/2014/main" id="{306AB347-9110-46E1-8B18-E2CD1E79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9654" y="534417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ata_4624">
            <a:extLst xmlns:a="http://schemas.openxmlformats.org/drawingml/2006/main">
              <a:ext uri="{FF2B5EF4-FFF2-40B4-BE49-F238E27FC236}">
                <a16:creationId xmlns:a16="http://schemas.microsoft.com/office/drawing/2014/main" id="{E1DFE67E-34C7-4BED-9524-EDF290F1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059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data_4625">
            <a:extLst xmlns:a="http://schemas.openxmlformats.org/drawingml/2006/main">
              <a:ext uri="{FF2B5EF4-FFF2-40B4-BE49-F238E27FC236}">
                <a16:creationId xmlns:a16="http://schemas.microsoft.com/office/drawing/2014/main" id="{53785789-7727-47DC-A9C0-CBA02FE0B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0778" y="535709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ata_4626">
            <a:extLst xmlns:a="http://schemas.openxmlformats.org/drawingml/2006/main">
              <a:ext uri="{FF2B5EF4-FFF2-40B4-BE49-F238E27FC236}">
                <a16:creationId xmlns:a16="http://schemas.microsoft.com/office/drawing/2014/main" id="{5A2AAD66-1908-4DCA-A02D-3691023A6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3369" y="51852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data_4627">
            <a:extLst xmlns:a="http://schemas.openxmlformats.org/drawingml/2006/main">
              <a:ext uri="{FF2B5EF4-FFF2-40B4-BE49-F238E27FC236}">
                <a16:creationId xmlns:a16="http://schemas.microsoft.com/office/drawing/2014/main" id="{62C563B7-7DE6-4791-B6F5-ECA7A767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69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ata_4628">
            <a:extLst xmlns:a="http://schemas.openxmlformats.org/drawingml/2006/main">
              <a:ext uri="{FF2B5EF4-FFF2-40B4-BE49-F238E27FC236}">
                <a16:creationId xmlns:a16="http://schemas.microsoft.com/office/drawing/2014/main" id="{C188C735-8D0F-4883-885E-54A6FDBE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231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data_4629">
            <a:extLst xmlns:a="http://schemas.openxmlformats.org/drawingml/2006/main">
              <a:ext uri="{FF2B5EF4-FFF2-40B4-BE49-F238E27FC236}">
                <a16:creationId xmlns:a16="http://schemas.microsoft.com/office/drawing/2014/main" id="{6CF874B1-51B4-429E-B70C-D1D2B9A77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171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ata_4630">
            <a:extLst xmlns:a="http://schemas.openxmlformats.org/drawingml/2006/main">
              <a:ext uri="{FF2B5EF4-FFF2-40B4-BE49-F238E27FC236}">
                <a16:creationId xmlns:a16="http://schemas.microsoft.com/office/drawing/2014/main" id="{6A8A9579-FB7C-422A-B316-1252F3333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935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data_4631">
            <a:extLst xmlns:a="http://schemas.openxmlformats.org/drawingml/2006/main">
              <a:ext uri="{FF2B5EF4-FFF2-40B4-BE49-F238E27FC236}">
                <a16:creationId xmlns:a16="http://schemas.microsoft.com/office/drawing/2014/main" id="{0E365EB0-2FDD-4ED1-AF3E-51D493F2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890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ata_4632">
            <a:extLst xmlns:a="http://schemas.openxmlformats.org/drawingml/2006/main">
              <a:ext uri="{FF2B5EF4-FFF2-40B4-BE49-F238E27FC236}">
                <a16:creationId xmlns:a16="http://schemas.microsoft.com/office/drawing/2014/main" id="{23BACFFA-BA77-44F1-BFF3-7459A165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942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data_4633">
            <a:extLst xmlns:a="http://schemas.openxmlformats.org/drawingml/2006/main">
              <a:ext uri="{FF2B5EF4-FFF2-40B4-BE49-F238E27FC236}">
                <a16:creationId xmlns:a16="http://schemas.microsoft.com/office/drawing/2014/main" id="{624CFFFB-DBAD-4FEC-A3E2-8B1DF7A8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9932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ata_4634">
            <a:extLst xmlns:a="http://schemas.openxmlformats.org/drawingml/2006/main">
              <a:ext uri="{FF2B5EF4-FFF2-40B4-BE49-F238E27FC236}">
                <a16:creationId xmlns:a16="http://schemas.microsoft.com/office/drawing/2014/main" id="{2D1C871E-8884-4B02-9E28-385A0245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653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data_4635">
            <a:extLst xmlns:a="http://schemas.openxmlformats.org/drawingml/2006/main">
              <a:ext uri="{FF2B5EF4-FFF2-40B4-BE49-F238E27FC236}">
                <a16:creationId xmlns:a16="http://schemas.microsoft.com/office/drawing/2014/main" id="{6221D871-E656-4697-9FB7-4DC36C962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128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ata_4636">
            <a:extLst xmlns:a="http://schemas.openxmlformats.org/drawingml/2006/main">
              <a:ext uri="{FF2B5EF4-FFF2-40B4-BE49-F238E27FC236}">
                <a16:creationId xmlns:a16="http://schemas.microsoft.com/office/drawing/2014/main" id="{8FE86D10-4D43-4465-BC4D-A49A7F24A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923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data_4637">
            <a:extLst xmlns:a="http://schemas.openxmlformats.org/drawingml/2006/main">
              <a:ext uri="{FF2B5EF4-FFF2-40B4-BE49-F238E27FC236}">
                <a16:creationId xmlns:a16="http://schemas.microsoft.com/office/drawing/2014/main" id="{981A1F90-BA65-474F-9130-283088E11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2181" y="539262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ata_4638">
            <a:extLst xmlns:a="http://schemas.openxmlformats.org/drawingml/2006/main">
              <a:ext uri="{FF2B5EF4-FFF2-40B4-BE49-F238E27FC236}">
                <a16:creationId xmlns:a16="http://schemas.microsoft.com/office/drawing/2014/main" id="{0D6601FF-F433-4EBC-8150-0A3D803A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2653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data_4639">
            <a:extLst xmlns:a="http://schemas.openxmlformats.org/drawingml/2006/main">
              <a:ext uri="{FF2B5EF4-FFF2-40B4-BE49-F238E27FC236}">
                <a16:creationId xmlns:a16="http://schemas.microsoft.com/office/drawing/2014/main" id="{C2107E53-CB6C-460E-A72F-3EACD51A5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375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data_4640">
            <a:extLst xmlns:a="http://schemas.openxmlformats.org/drawingml/2006/main">
              <a:ext uri="{FF2B5EF4-FFF2-40B4-BE49-F238E27FC236}">
                <a16:creationId xmlns:a16="http://schemas.microsoft.com/office/drawing/2014/main" id="{7B273A9D-96AB-492A-BEED-DF5EE52B4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963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data_4641">
            <a:extLst xmlns:a="http://schemas.openxmlformats.org/drawingml/2006/main">
              <a:ext uri="{FF2B5EF4-FFF2-40B4-BE49-F238E27FC236}">
                <a16:creationId xmlns:a16="http://schemas.microsoft.com/office/drawing/2014/main" id="{308CF086-249D-4802-90E5-F92A5D427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5677" y="440892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data_4642">
            <a:extLst xmlns:a="http://schemas.openxmlformats.org/drawingml/2006/main">
              <a:ext uri="{FF2B5EF4-FFF2-40B4-BE49-F238E27FC236}">
                <a16:creationId xmlns:a16="http://schemas.microsoft.com/office/drawing/2014/main" id="{FE0368AD-8FD8-451F-8E15-8F78FD89F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108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ata_4643">
            <a:extLst xmlns:a="http://schemas.openxmlformats.org/drawingml/2006/main">
              <a:ext uri="{FF2B5EF4-FFF2-40B4-BE49-F238E27FC236}">
                <a16:creationId xmlns:a16="http://schemas.microsoft.com/office/drawing/2014/main" id="{72F3F48D-013E-4956-923D-CF8AAF8C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5577" y="540132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" name="data_4644">
            <a:extLst xmlns:a="http://schemas.openxmlformats.org/drawingml/2006/main">
              <a:ext uri="{FF2B5EF4-FFF2-40B4-BE49-F238E27FC236}">
                <a16:creationId xmlns:a16="http://schemas.microsoft.com/office/drawing/2014/main" id="{ECA7B365-A4B5-4493-A1D9-4980B7EC7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288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data_4645">
            <a:extLst xmlns:a="http://schemas.openxmlformats.org/drawingml/2006/main">
              <a:ext uri="{FF2B5EF4-FFF2-40B4-BE49-F238E27FC236}">
                <a16:creationId xmlns:a16="http://schemas.microsoft.com/office/drawing/2014/main" id="{39CAF88B-E06B-4F7D-A358-B62F2A6B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773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data_4646">
            <a:extLst xmlns:a="http://schemas.openxmlformats.org/drawingml/2006/main">
              <a:ext uri="{FF2B5EF4-FFF2-40B4-BE49-F238E27FC236}">
                <a16:creationId xmlns:a16="http://schemas.microsoft.com/office/drawing/2014/main" id="{209FB5A2-9E54-4C31-A5E4-1718944CA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313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data_4647">
            <a:extLst xmlns:a="http://schemas.openxmlformats.org/drawingml/2006/main">
              <a:ext uri="{FF2B5EF4-FFF2-40B4-BE49-F238E27FC236}">
                <a16:creationId xmlns:a16="http://schemas.microsoft.com/office/drawing/2014/main" id="{F33BDBF8-EFE2-4532-8B5A-6D9819F22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0274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data_4648">
            <a:extLst xmlns:a="http://schemas.openxmlformats.org/drawingml/2006/main">
              <a:ext uri="{FF2B5EF4-FFF2-40B4-BE49-F238E27FC236}">
                <a16:creationId xmlns:a16="http://schemas.microsoft.com/office/drawing/2014/main" id="{609E1BA7-E399-4C46-B92E-1F5BA1C11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684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data_4649">
            <a:extLst xmlns:a="http://schemas.openxmlformats.org/drawingml/2006/main">
              <a:ext uri="{FF2B5EF4-FFF2-40B4-BE49-F238E27FC236}">
                <a16:creationId xmlns:a16="http://schemas.microsoft.com/office/drawing/2014/main" id="{A3BA508B-4C6F-4245-A7D2-54E9A0BC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921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data_4650">
            <a:extLst xmlns:a="http://schemas.openxmlformats.org/drawingml/2006/main">
              <a:ext uri="{FF2B5EF4-FFF2-40B4-BE49-F238E27FC236}">
                <a16:creationId xmlns:a16="http://schemas.microsoft.com/office/drawing/2014/main" id="{B4DD659B-E761-4D11-80D7-B89FADD3E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072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data_4651">
            <a:extLst xmlns:a="http://schemas.openxmlformats.org/drawingml/2006/main">
              <a:ext uri="{FF2B5EF4-FFF2-40B4-BE49-F238E27FC236}">
                <a16:creationId xmlns:a16="http://schemas.microsoft.com/office/drawing/2014/main" id="{346DE86F-921E-43B9-BCE0-A7FABBBB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9656" y="53858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data_4652">
            <a:extLst xmlns:a="http://schemas.openxmlformats.org/drawingml/2006/main">
              <a:ext uri="{FF2B5EF4-FFF2-40B4-BE49-F238E27FC236}">
                <a16:creationId xmlns:a16="http://schemas.microsoft.com/office/drawing/2014/main" id="{3B4D1999-8B82-4359-8AFD-617CDEBF7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8773" y="46095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data_4653">
            <a:extLst xmlns:a="http://schemas.openxmlformats.org/drawingml/2006/main">
              <a:ext uri="{FF2B5EF4-FFF2-40B4-BE49-F238E27FC236}">
                <a16:creationId xmlns:a16="http://schemas.microsoft.com/office/drawing/2014/main" id="{8BE32B13-40B3-4C4A-BE22-E6F77691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09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data_4654">
            <a:extLst xmlns:a="http://schemas.openxmlformats.org/drawingml/2006/main">
              <a:ext uri="{FF2B5EF4-FFF2-40B4-BE49-F238E27FC236}">
                <a16:creationId xmlns:a16="http://schemas.microsoft.com/office/drawing/2014/main" id="{85646ED2-5A0A-4B1D-A4A9-19D538DE7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209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data_4655">
            <a:extLst xmlns:a="http://schemas.openxmlformats.org/drawingml/2006/main">
              <a:ext uri="{FF2B5EF4-FFF2-40B4-BE49-F238E27FC236}">
                <a16:creationId xmlns:a16="http://schemas.microsoft.com/office/drawing/2014/main" id="{2EA62419-BABA-4A58-B61B-AB6B1A317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445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" name="data_4656">
            <a:extLst xmlns:a="http://schemas.openxmlformats.org/drawingml/2006/main">
              <a:ext uri="{FF2B5EF4-FFF2-40B4-BE49-F238E27FC236}">
                <a16:creationId xmlns:a16="http://schemas.microsoft.com/office/drawing/2014/main" id="{B6821085-A42D-4BDD-AEA9-3AC4E3B0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7008" y="526718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data_4657">
            <a:extLst xmlns:a="http://schemas.openxmlformats.org/drawingml/2006/main">
              <a:ext uri="{FF2B5EF4-FFF2-40B4-BE49-F238E27FC236}">
                <a16:creationId xmlns:a16="http://schemas.microsoft.com/office/drawing/2014/main" id="{481ED817-1EDD-48AE-A3CE-E0A16CFD9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993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data_4658">
            <a:extLst xmlns:a="http://schemas.openxmlformats.org/drawingml/2006/main">
              <a:ext uri="{FF2B5EF4-FFF2-40B4-BE49-F238E27FC236}">
                <a16:creationId xmlns:a16="http://schemas.microsoft.com/office/drawing/2014/main" id="{71B5CEF5-2A86-4D57-8490-F2F833A6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6360" y="491241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" name="data_4659">
            <a:extLst xmlns:a="http://schemas.openxmlformats.org/drawingml/2006/main">
              <a:ext uri="{FF2B5EF4-FFF2-40B4-BE49-F238E27FC236}">
                <a16:creationId xmlns:a16="http://schemas.microsoft.com/office/drawing/2014/main" id="{5DD4BAF4-B17B-435D-9C5B-FAF6AA923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297" y="48326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data_4660">
            <a:extLst xmlns:a="http://schemas.openxmlformats.org/drawingml/2006/main">
              <a:ext uri="{FF2B5EF4-FFF2-40B4-BE49-F238E27FC236}">
                <a16:creationId xmlns:a16="http://schemas.microsoft.com/office/drawing/2014/main" id="{F1E83A84-0A85-4E90-9073-6339BE849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87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" name="data_4661">
            <a:extLst xmlns:a="http://schemas.openxmlformats.org/drawingml/2006/main">
              <a:ext uri="{FF2B5EF4-FFF2-40B4-BE49-F238E27FC236}">
                <a16:creationId xmlns:a16="http://schemas.microsoft.com/office/drawing/2014/main" id="{55CE1360-6312-4A37-840A-99E8268A2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8996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data_4662">
            <a:extLst xmlns:a="http://schemas.openxmlformats.org/drawingml/2006/main">
              <a:ext uri="{FF2B5EF4-FFF2-40B4-BE49-F238E27FC236}">
                <a16:creationId xmlns:a16="http://schemas.microsoft.com/office/drawing/2014/main" id="{AFEF9494-CF9E-47F3-88BD-6B57342D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591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data_4663">
            <a:extLst xmlns:a="http://schemas.openxmlformats.org/drawingml/2006/main">
              <a:ext uri="{FF2B5EF4-FFF2-40B4-BE49-F238E27FC236}">
                <a16:creationId xmlns:a16="http://schemas.microsoft.com/office/drawing/2014/main" id="{6538575F-2466-4DBD-BDA5-2AB25614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89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data_4664">
            <a:extLst xmlns:a="http://schemas.openxmlformats.org/drawingml/2006/main">
              <a:ext uri="{FF2B5EF4-FFF2-40B4-BE49-F238E27FC236}">
                <a16:creationId xmlns:a16="http://schemas.microsoft.com/office/drawing/2014/main" id="{0FC76024-BFB9-43F0-B12F-5F46B46E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702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data_4665">
            <a:extLst xmlns:a="http://schemas.openxmlformats.org/drawingml/2006/main">
              <a:ext uri="{FF2B5EF4-FFF2-40B4-BE49-F238E27FC236}">
                <a16:creationId xmlns:a16="http://schemas.microsoft.com/office/drawing/2014/main" id="{78583F4B-438B-49CC-AB62-82633575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6803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data_4666">
            <a:extLst xmlns:a="http://schemas.openxmlformats.org/drawingml/2006/main">
              <a:ext uri="{FF2B5EF4-FFF2-40B4-BE49-F238E27FC236}">
                <a16:creationId xmlns:a16="http://schemas.microsoft.com/office/drawing/2014/main" id="{6E6870BC-0046-42C7-AA7D-3DC7C85E0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84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" name="data_4667">
            <a:extLst xmlns:a="http://schemas.openxmlformats.org/drawingml/2006/main">
              <a:ext uri="{FF2B5EF4-FFF2-40B4-BE49-F238E27FC236}">
                <a16:creationId xmlns:a16="http://schemas.microsoft.com/office/drawing/2014/main" id="{02C0037C-47BE-4407-BB1F-99EC7D26D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444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" name="data_4668">
            <a:extLst xmlns:a="http://schemas.openxmlformats.org/drawingml/2006/main">
              <a:ext uri="{FF2B5EF4-FFF2-40B4-BE49-F238E27FC236}">
                <a16:creationId xmlns:a16="http://schemas.microsoft.com/office/drawing/2014/main" id="{2875B024-50B6-4BD5-880C-4ADBCE577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7153" y="538386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" name="data_4669">
            <a:extLst xmlns:a="http://schemas.openxmlformats.org/drawingml/2006/main">
              <a:ext uri="{FF2B5EF4-FFF2-40B4-BE49-F238E27FC236}">
                <a16:creationId xmlns:a16="http://schemas.microsoft.com/office/drawing/2014/main" id="{3A26390B-1B4C-468C-A2DF-15CD9586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717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data_4670">
            <a:extLst xmlns:a="http://schemas.openxmlformats.org/drawingml/2006/main">
              <a:ext uri="{FF2B5EF4-FFF2-40B4-BE49-F238E27FC236}">
                <a16:creationId xmlns:a16="http://schemas.microsoft.com/office/drawing/2014/main" id="{EDA7C8D8-0B9C-4121-9E34-1280103E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695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data_4671">
            <a:extLst xmlns:a="http://schemas.openxmlformats.org/drawingml/2006/main">
              <a:ext uri="{FF2B5EF4-FFF2-40B4-BE49-F238E27FC236}">
                <a16:creationId xmlns:a16="http://schemas.microsoft.com/office/drawing/2014/main" id="{783D9D9A-66A9-4089-8A82-8839E845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2445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data_4672">
            <a:extLst xmlns:a="http://schemas.openxmlformats.org/drawingml/2006/main">
              <a:ext uri="{FF2B5EF4-FFF2-40B4-BE49-F238E27FC236}">
                <a16:creationId xmlns:a16="http://schemas.microsoft.com/office/drawing/2014/main" id="{47D43F76-61BA-4E13-8541-6D86E87F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60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" name="data_4673">
            <a:extLst xmlns:a="http://schemas.openxmlformats.org/drawingml/2006/main">
              <a:ext uri="{FF2B5EF4-FFF2-40B4-BE49-F238E27FC236}">
                <a16:creationId xmlns:a16="http://schemas.microsoft.com/office/drawing/2014/main" id="{5D544B3F-B03C-4EF5-903E-577A049C6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914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data_4674">
            <a:extLst xmlns:a="http://schemas.openxmlformats.org/drawingml/2006/main">
              <a:ext uri="{FF2B5EF4-FFF2-40B4-BE49-F238E27FC236}">
                <a16:creationId xmlns:a16="http://schemas.microsoft.com/office/drawing/2014/main" id="{71FF09BD-1E16-4BC0-BE51-C032A38F9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324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" name="data_4675">
            <a:extLst xmlns:a="http://schemas.openxmlformats.org/drawingml/2006/main">
              <a:ext uri="{FF2B5EF4-FFF2-40B4-BE49-F238E27FC236}">
                <a16:creationId xmlns:a16="http://schemas.microsoft.com/office/drawing/2014/main" id="{959714B6-AF3B-447D-9DAB-28FE4514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4367" y="51946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data_4676">
            <a:extLst xmlns:a="http://schemas.openxmlformats.org/drawingml/2006/main">
              <a:ext uri="{FF2B5EF4-FFF2-40B4-BE49-F238E27FC236}">
                <a16:creationId xmlns:a16="http://schemas.microsoft.com/office/drawing/2014/main" id="{6219AE4A-9F4F-47EE-AFA6-B2DBEB7ED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44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data_4677">
            <a:extLst xmlns:a="http://schemas.openxmlformats.org/drawingml/2006/main">
              <a:ext uri="{FF2B5EF4-FFF2-40B4-BE49-F238E27FC236}">
                <a16:creationId xmlns:a16="http://schemas.microsoft.com/office/drawing/2014/main" id="{97131F0E-9E1E-45A2-B2C3-BD2FE4807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59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data_4678">
            <a:extLst xmlns:a="http://schemas.openxmlformats.org/drawingml/2006/main">
              <a:ext uri="{FF2B5EF4-FFF2-40B4-BE49-F238E27FC236}">
                <a16:creationId xmlns:a16="http://schemas.microsoft.com/office/drawing/2014/main" id="{09645A5E-1B8E-4612-AF06-CEFC6A43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842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data_4679">
            <a:extLst xmlns:a="http://schemas.openxmlformats.org/drawingml/2006/main">
              <a:ext uri="{FF2B5EF4-FFF2-40B4-BE49-F238E27FC236}">
                <a16:creationId xmlns:a16="http://schemas.microsoft.com/office/drawing/2014/main" id="{84E17841-6E8E-4081-A1E6-822AF691A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834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data_4680">
            <a:extLst xmlns:a="http://schemas.openxmlformats.org/drawingml/2006/main">
              <a:ext uri="{FF2B5EF4-FFF2-40B4-BE49-F238E27FC236}">
                <a16:creationId xmlns:a16="http://schemas.microsoft.com/office/drawing/2014/main" id="{66EF566B-C4EB-41F2-BC24-F807FDC2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117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data_4681">
            <a:extLst xmlns:a="http://schemas.openxmlformats.org/drawingml/2006/main">
              <a:ext uri="{FF2B5EF4-FFF2-40B4-BE49-F238E27FC236}">
                <a16:creationId xmlns:a16="http://schemas.microsoft.com/office/drawing/2014/main" id="{BE73F9D6-7D9B-4E9D-83EF-2A23088C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4043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data_4682">
            <a:extLst xmlns:a="http://schemas.openxmlformats.org/drawingml/2006/main">
              <a:ext uri="{FF2B5EF4-FFF2-40B4-BE49-F238E27FC236}">
                <a16:creationId xmlns:a16="http://schemas.microsoft.com/office/drawing/2014/main" id="{52AB748B-9E97-4419-84E0-3031FD9AD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54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data_4683">
            <a:extLst xmlns:a="http://schemas.openxmlformats.org/drawingml/2006/main">
              <a:ext uri="{FF2B5EF4-FFF2-40B4-BE49-F238E27FC236}">
                <a16:creationId xmlns:a16="http://schemas.microsoft.com/office/drawing/2014/main" id="{1F2BF916-1435-4BF0-85D8-369267CE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16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data_4684">
            <a:extLst xmlns:a="http://schemas.openxmlformats.org/drawingml/2006/main">
              <a:ext uri="{FF2B5EF4-FFF2-40B4-BE49-F238E27FC236}">
                <a16:creationId xmlns:a16="http://schemas.microsoft.com/office/drawing/2014/main" id="{87418745-C266-4928-8E48-51D34E146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688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data_4685">
            <a:extLst xmlns:a="http://schemas.openxmlformats.org/drawingml/2006/main">
              <a:ext uri="{FF2B5EF4-FFF2-40B4-BE49-F238E27FC236}">
                <a16:creationId xmlns:a16="http://schemas.microsoft.com/office/drawing/2014/main" id="{90E29DA4-09DF-4BA9-9C1D-8B13AA55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1264" y="482391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data_4686">
            <a:extLst xmlns:a="http://schemas.openxmlformats.org/drawingml/2006/main">
              <a:ext uri="{FF2B5EF4-FFF2-40B4-BE49-F238E27FC236}">
                <a16:creationId xmlns:a16="http://schemas.microsoft.com/office/drawing/2014/main" id="{880A5B24-B4C8-4A96-A4E9-67482C0B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658" y="5063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data_4687">
            <a:extLst xmlns:a="http://schemas.openxmlformats.org/drawingml/2006/main">
              <a:ext uri="{FF2B5EF4-FFF2-40B4-BE49-F238E27FC236}">
                <a16:creationId xmlns:a16="http://schemas.microsoft.com/office/drawing/2014/main" id="{EDDA126E-6F83-4E52-8D0A-E4133B4E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076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data_4688">
            <a:extLst xmlns:a="http://schemas.openxmlformats.org/drawingml/2006/main">
              <a:ext uri="{FF2B5EF4-FFF2-40B4-BE49-F238E27FC236}">
                <a16:creationId xmlns:a16="http://schemas.microsoft.com/office/drawing/2014/main" id="{E834B3D7-B210-4468-B0CF-05B53EBE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334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data_4689">
            <a:extLst xmlns:a="http://schemas.openxmlformats.org/drawingml/2006/main">
              <a:ext uri="{FF2B5EF4-FFF2-40B4-BE49-F238E27FC236}">
                <a16:creationId xmlns:a16="http://schemas.microsoft.com/office/drawing/2014/main" id="{B4BC5706-B16D-4B44-9EE6-EBC8C7C9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0719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data_4690">
            <a:extLst xmlns:a="http://schemas.openxmlformats.org/drawingml/2006/main">
              <a:ext uri="{FF2B5EF4-FFF2-40B4-BE49-F238E27FC236}">
                <a16:creationId xmlns:a16="http://schemas.microsoft.com/office/drawing/2014/main" id="{90923662-1088-485E-8899-F3B999370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391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" name="data_4691">
            <a:extLst xmlns:a="http://schemas.openxmlformats.org/drawingml/2006/main">
              <a:ext uri="{FF2B5EF4-FFF2-40B4-BE49-F238E27FC236}">
                <a16:creationId xmlns:a16="http://schemas.microsoft.com/office/drawing/2014/main" id="{0D3F47AF-F94B-4D65-A657-31D989F4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09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data_4692">
            <a:extLst xmlns:a="http://schemas.openxmlformats.org/drawingml/2006/main">
              <a:ext uri="{FF2B5EF4-FFF2-40B4-BE49-F238E27FC236}">
                <a16:creationId xmlns:a16="http://schemas.microsoft.com/office/drawing/2014/main" id="{4272FB72-73D1-4D70-B7D2-FDEC4C57D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493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data_4693">
            <a:extLst xmlns:a="http://schemas.openxmlformats.org/drawingml/2006/main">
              <a:ext uri="{FF2B5EF4-FFF2-40B4-BE49-F238E27FC236}">
                <a16:creationId xmlns:a16="http://schemas.microsoft.com/office/drawing/2014/main" id="{FE397D0F-C0FD-45E6-B106-D773009A6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705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" name="data_4694">
            <a:extLst xmlns:a="http://schemas.openxmlformats.org/drawingml/2006/main">
              <a:ext uri="{FF2B5EF4-FFF2-40B4-BE49-F238E27FC236}">
                <a16:creationId xmlns:a16="http://schemas.microsoft.com/office/drawing/2014/main" id="{6E3DD958-C2F3-46C0-932B-0F04E160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686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data_4695">
            <a:extLst xmlns:a="http://schemas.openxmlformats.org/drawingml/2006/main">
              <a:ext uri="{FF2B5EF4-FFF2-40B4-BE49-F238E27FC236}">
                <a16:creationId xmlns:a16="http://schemas.microsoft.com/office/drawing/2014/main" id="{6EF7ADB9-317C-439B-8453-4E101ADE6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009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data_4696">
            <a:extLst xmlns:a="http://schemas.openxmlformats.org/drawingml/2006/main">
              <a:ext uri="{FF2B5EF4-FFF2-40B4-BE49-F238E27FC236}">
                <a16:creationId xmlns:a16="http://schemas.microsoft.com/office/drawing/2014/main" id="{8858420D-6B5F-4F09-B7AA-8565494EC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740" y="528837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data_4697">
            <a:extLst xmlns:a="http://schemas.openxmlformats.org/drawingml/2006/main">
              <a:ext uri="{FF2B5EF4-FFF2-40B4-BE49-F238E27FC236}">
                <a16:creationId xmlns:a16="http://schemas.microsoft.com/office/drawing/2014/main" id="{EAA5A18A-E679-4C66-AFDC-802BD2428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336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data_4698">
            <a:extLst xmlns:a="http://schemas.openxmlformats.org/drawingml/2006/main">
              <a:ext uri="{FF2B5EF4-FFF2-40B4-BE49-F238E27FC236}">
                <a16:creationId xmlns:a16="http://schemas.microsoft.com/office/drawing/2014/main" id="{657774E4-4AF4-4CF1-AD15-6DBF35AE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1469" y="52885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data_4699">
            <a:extLst xmlns:a="http://schemas.openxmlformats.org/drawingml/2006/main">
              <a:ext uri="{FF2B5EF4-FFF2-40B4-BE49-F238E27FC236}">
                <a16:creationId xmlns:a16="http://schemas.microsoft.com/office/drawing/2014/main" id="{665F23D8-505E-47B3-B136-15EB13E79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265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data_4700">
            <a:extLst xmlns:a="http://schemas.openxmlformats.org/drawingml/2006/main">
              <a:ext uri="{FF2B5EF4-FFF2-40B4-BE49-F238E27FC236}">
                <a16:creationId xmlns:a16="http://schemas.microsoft.com/office/drawing/2014/main" id="{08C19EFE-D839-4976-BB34-7F843B15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489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ata_4701">
            <a:extLst xmlns:a="http://schemas.openxmlformats.org/drawingml/2006/main">
              <a:ext uri="{FF2B5EF4-FFF2-40B4-BE49-F238E27FC236}">
                <a16:creationId xmlns:a16="http://schemas.microsoft.com/office/drawing/2014/main" id="{13249438-F18B-4EBF-B386-5CC417466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32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" name="data_4702">
            <a:extLst xmlns:a="http://schemas.openxmlformats.org/drawingml/2006/main">
              <a:ext uri="{FF2B5EF4-FFF2-40B4-BE49-F238E27FC236}">
                <a16:creationId xmlns:a16="http://schemas.microsoft.com/office/drawing/2014/main" id="{F2B2102F-EB0B-44C0-8682-AB7961089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0372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ata_4703">
            <a:extLst xmlns:a="http://schemas.openxmlformats.org/drawingml/2006/main">
              <a:ext uri="{FF2B5EF4-FFF2-40B4-BE49-F238E27FC236}">
                <a16:creationId xmlns:a16="http://schemas.microsoft.com/office/drawing/2014/main" id="{3C0F397B-9381-4AE9-816B-0193B877B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670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" name="data_4704">
            <a:extLst xmlns:a="http://schemas.openxmlformats.org/drawingml/2006/main">
              <a:ext uri="{FF2B5EF4-FFF2-40B4-BE49-F238E27FC236}">
                <a16:creationId xmlns:a16="http://schemas.microsoft.com/office/drawing/2014/main" id="{D9CEF0F1-10C5-432A-BA06-57D4922CE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575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ata_4705">
            <a:extLst xmlns:a="http://schemas.openxmlformats.org/drawingml/2006/main">
              <a:ext uri="{FF2B5EF4-FFF2-40B4-BE49-F238E27FC236}">
                <a16:creationId xmlns:a16="http://schemas.microsoft.com/office/drawing/2014/main" id="{D051A394-F8C6-4A36-920E-CE3730C5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0866" y="537324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ata_4706">
            <a:extLst xmlns:a="http://schemas.openxmlformats.org/drawingml/2006/main">
              <a:ext uri="{FF2B5EF4-FFF2-40B4-BE49-F238E27FC236}">
                <a16:creationId xmlns:a16="http://schemas.microsoft.com/office/drawing/2014/main" id="{2347BA1B-A585-4F42-A9FB-B16381BB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028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ata_4707">
            <a:extLst xmlns:a="http://schemas.openxmlformats.org/drawingml/2006/main">
              <a:ext uri="{FF2B5EF4-FFF2-40B4-BE49-F238E27FC236}">
                <a16:creationId xmlns:a16="http://schemas.microsoft.com/office/drawing/2014/main" id="{0CC68A66-477B-46F5-AA12-8F19F8B6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891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ata_4708">
            <a:extLst xmlns:a="http://schemas.openxmlformats.org/drawingml/2006/main">
              <a:ext uri="{FF2B5EF4-FFF2-40B4-BE49-F238E27FC236}">
                <a16:creationId xmlns:a16="http://schemas.microsoft.com/office/drawing/2014/main" id="{CF968E60-41C3-45DE-85C0-EF5AC7492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7967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data_4709">
            <a:extLst xmlns:a="http://schemas.openxmlformats.org/drawingml/2006/main">
              <a:ext uri="{FF2B5EF4-FFF2-40B4-BE49-F238E27FC236}">
                <a16:creationId xmlns:a16="http://schemas.microsoft.com/office/drawing/2014/main" id="{958CA3E7-D1DC-4359-B1C6-C79C99F6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3269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ata_4710">
            <a:extLst xmlns:a="http://schemas.openxmlformats.org/drawingml/2006/main">
              <a:ext uri="{FF2B5EF4-FFF2-40B4-BE49-F238E27FC236}">
                <a16:creationId xmlns:a16="http://schemas.microsoft.com/office/drawing/2014/main" id="{5040E425-9A5E-4CA1-AB62-D7CCA9E46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448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data_4711">
            <a:extLst xmlns:a="http://schemas.openxmlformats.org/drawingml/2006/main">
              <a:ext uri="{FF2B5EF4-FFF2-40B4-BE49-F238E27FC236}">
                <a16:creationId xmlns:a16="http://schemas.microsoft.com/office/drawing/2014/main" id="{E6A32DDB-9FDF-4429-92D5-B2584DE3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3261" y="48222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ata_4712">
            <a:extLst xmlns:a="http://schemas.openxmlformats.org/drawingml/2006/main">
              <a:ext uri="{FF2B5EF4-FFF2-40B4-BE49-F238E27FC236}">
                <a16:creationId xmlns:a16="http://schemas.microsoft.com/office/drawing/2014/main" id="{3D166404-8748-4FD1-BDF8-54128FDB2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369" y="40459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" name="data_4713">
            <a:extLst xmlns:a="http://schemas.openxmlformats.org/drawingml/2006/main">
              <a:ext uri="{FF2B5EF4-FFF2-40B4-BE49-F238E27FC236}">
                <a16:creationId xmlns:a16="http://schemas.microsoft.com/office/drawing/2014/main" id="{2197D48C-11E7-41A8-A446-18C37A89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150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ata_4714">
            <a:extLst xmlns:a="http://schemas.openxmlformats.org/drawingml/2006/main">
              <a:ext uri="{FF2B5EF4-FFF2-40B4-BE49-F238E27FC236}">
                <a16:creationId xmlns:a16="http://schemas.microsoft.com/office/drawing/2014/main" id="{F7E6257C-9B0C-4F83-80B2-C758D8790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805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" name="data_4715">
            <a:extLst xmlns:a="http://schemas.openxmlformats.org/drawingml/2006/main">
              <a:ext uri="{FF2B5EF4-FFF2-40B4-BE49-F238E27FC236}">
                <a16:creationId xmlns:a16="http://schemas.microsoft.com/office/drawing/2014/main" id="{DC58CD63-3A76-465F-BCE6-D42BAA7AC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802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ata_4716">
            <a:extLst xmlns:a="http://schemas.openxmlformats.org/drawingml/2006/main">
              <a:ext uri="{FF2B5EF4-FFF2-40B4-BE49-F238E27FC236}">
                <a16:creationId xmlns:a16="http://schemas.microsoft.com/office/drawing/2014/main" id="{8C8187B1-7415-4D35-A96A-8CD33A6E8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792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" name="data_4717">
            <a:extLst xmlns:a="http://schemas.openxmlformats.org/drawingml/2006/main">
              <a:ext uri="{FF2B5EF4-FFF2-40B4-BE49-F238E27FC236}">
                <a16:creationId xmlns:a16="http://schemas.microsoft.com/office/drawing/2014/main" id="{FF8F223B-FDE9-458F-9CA7-3E0C2E35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2717" y="472135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ata_4718">
            <a:extLst xmlns:a="http://schemas.openxmlformats.org/drawingml/2006/main">
              <a:ext uri="{FF2B5EF4-FFF2-40B4-BE49-F238E27FC236}">
                <a16:creationId xmlns:a16="http://schemas.microsoft.com/office/drawing/2014/main" id="{F64390DA-7DE1-45B7-8F6E-B6B4F654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794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data_4719">
            <a:extLst xmlns:a="http://schemas.openxmlformats.org/drawingml/2006/main">
              <a:ext uri="{FF2B5EF4-FFF2-40B4-BE49-F238E27FC236}">
                <a16:creationId xmlns:a16="http://schemas.microsoft.com/office/drawing/2014/main" id="{77B1DB7F-9290-42CE-BB9A-D2610ACE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527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ata_4720">
            <a:extLst xmlns:a="http://schemas.openxmlformats.org/drawingml/2006/main">
              <a:ext uri="{FF2B5EF4-FFF2-40B4-BE49-F238E27FC236}">
                <a16:creationId xmlns:a16="http://schemas.microsoft.com/office/drawing/2014/main" id="{19548692-C6C5-44EB-8243-BA9E68219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96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ata_4721">
            <a:extLst xmlns:a="http://schemas.openxmlformats.org/drawingml/2006/main">
              <a:ext uri="{FF2B5EF4-FFF2-40B4-BE49-F238E27FC236}">
                <a16:creationId xmlns:a16="http://schemas.microsoft.com/office/drawing/2014/main" id="{FE0F5E5D-B7B6-47EF-95E1-01F4028A5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7806" y="520079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ata_4722">
            <a:extLst xmlns:a="http://schemas.openxmlformats.org/drawingml/2006/main">
              <a:ext uri="{FF2B5EF4-FFF2-40B4-BE49-F238E27FC236}">
                <a16:creationId xmlns:a16="http://schemas.microsoft.com/office/drawing/2014/main" id="{5CE58ECF-C371-4E3D-935A-014F41EC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531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data_4723">
            <a:extLst xmlns:a="http://schemas.openxmlformats.org/drawingml/2006/main">
              <a:ext uri="{FF2B5EF4-FFF2-40B4-BE49-F238E27FC236}">
                <a16:creationId xmlns:a16="http://schemas.microsoft.com/office/drawing/2014/main" id="{5C93C58E-8558-48B3-A161-02FFDA38E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3694" y="540124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ata_4724">
            <a:extLst xmlns:a="http://schemas.openxmlformats.org/drawingml/2006/main">
              <a:ext uri="{FF2B5EF4-FFF2-40B4-BE49-F238E27FC236}">
                <a16:creationId xmlns:a16="http://schemas.microsoft.com/office/drawing/2014/main" id="{47ED52F6-1CB9-4DF0-B8C0-A973B7DCF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904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" name="data_4725">
            <a:extLst xmlns:a="http://schemas.openxmlformats.org/drawingml/2006/main">
              <a:ext uri="{FF2B5EF4-FFF2-40B4-BE49-F238E27FC236}">
                <a16:creationId xmlns:a16="http://schemas.microsoft.com/office/drawing/2014/main" id="{2A9A6249-22ED-4B10-A2DB-81896BC2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17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ata_4726">
            <a:extLst xmlns:a="http://schemas.openxmlformats.org/drawingml/2006/main">
              <a:ext uri="{FF2B5EF4-FFF2-40B4-BE49-F238E27FC236}">
                <a16:creationId xmlns:a16="http://schemas.microsoft.com/office/drawing/2014/main" id="{B55EDDDB-005F-4671-9496-1985351DF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329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ata_4727">
            <a:extLst xmlns:a="http://schemas.openxmlformats.org/drawingml/2006/main">
              <a:ext uri="{FF2B5EF4-FFF2-40B4-BE49-F238E27FC236}">
                <a16:creationId xmlns:a16="http://schemas.microsoft.com/office/drawing/2014/main" id="{02BAF27B-6833-4B08-AB5C-8D8EB6FAD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403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ata_4728">
            <a:extLst xmlns:a="http://schemas.openxmlformats.org/drawingml/2006/main">
              <a:ext uri="{FF2B5EF4-FFF2-40B4-BE49-F238E27FC236}">
                <a16:creationId xmlns:a16="http://schemas.microsoft.com/office/drawing/2014/main" id="{B68618F5-31CE-4E68-946F-0E904646B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166" y="53571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ata_4729">
            <a:extLst xmlns:a="http://schemas.openxmlformats.org/drawingml/2006/main">
              <a:ext uri="{FF2B5EF4-FFF2-40B4-BE49-F238E27FC236}">
                <a16:creationId xmlns:a16="http://schemas.microsoft.com/office/drawing/2014/main" id="{E5306A5D-EEFC-4CA7-8573-2EB649CBA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065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ata_4730">
            <a:extLst xmlns:a="http://schemas.openxmlformats.org/drawingml/2006/main">
              <a:ext uri="{FF2B5EF4-FFF2-40B4-BE49-F238E27FC236}">
                <a16:creationId xmlns:a16="http://schemas.microsoft.com/office/drawing/2014/main" id="{8C19F71C-AFAD-4A5D-85AA-CD135A8F5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7906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ata_4731">
            <a:extLst xmlns:a="http://schemas.openxmlformats.org/drawingml/2006/main">
              <a:ext uri="{FF2B5EF4-FFF2-40B4-BE49-F238E27FC236}">
                <a16:creationId xmlns:a16="http://schemas.microsoft.com/office/drawing/2014/main" id="{3A0E828C-36A0-4989-BDCB-7A6D1BCE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149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ata_4732">
            <a:extLst xmlns:a="http://schemas.openxmlformats.org/drawingml/2006/main">
              <a:ext uri="{FF2B5EF4-FFF2-40B4-BE49-F238E27FC236}">
                <a16:creationId xmlns:a16="http://schemas.microsoft.com/office/drawing/2014/main" id="{A1312905-AD7C-4E4E-94F5-FAF48858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1840" y="42067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data_4733">
            <a:extLst xmlns:a="http://schemas.openxmlformats.org/drawingml/2006/main">
              <a:ext uri="{FF2B5EF4-FFF2-40B4-BE49-F238E27FC236}">
                <a16:creationId xmlns:a16="http://schemas.microsoft.com/office/drawing/2014/main" id="{7ABBBB63-DC67-4769-8ACB-8E617FDC2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756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ata_4734">
            <a:extLst xmlns:a="http://schemas.openxmlformats.org/drawingml/2006/main">
              <a:ext uri="{FF2B5EF4-FFF2-40B4-BE49-F238E27FC236}">
                <a16:creationId xmlns:a16="http://schemas.microsoft.com/office/drawing/2014/main" id="{CF417FFF-7B9E-44B5-8FB2-A2260340B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6914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ata_4735">
            <a:extLst xmlns:a="http://schemas.openxmlformats.org/drawingml/2006/main">
              <a:ext uri="{FF2B5EF4-FFF2-40B4-BE49-F238E27FC236}">
                <a16:creationId xmlns:a16="http://schemas.microsoft.com/office/drawing/2014/main" id="{A54B139D-E947-4785-8BBC-A33E00ABF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7013" y="447491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ata_4736">
            <a:extLst xmlns:a="http://schemas.openxmlformats.org/drawingml/2006/main">
              <a:ext uri="{FF2B5EF4-FFF2-40B4-BE49-F238E27FC236}">
                <a16:creationId xmlns:a16="http://schemas.microsoft.com/office/drawing/2014/main" id="{1659F277-715C-4760-BA8B-75B75F71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986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data_4737">
            <a:extLst xmlns:a="http://schemas.openxmlformats.org/drawingml/2006/main">
              <a:ext uri="{FF2B5EF4-FFF2-40B4-BE49-F238E27FC236}">
                <a16:creationId xmlns:a16="http://schemas.microsoft.com/office/drawing/2014/main" id="{03EA1148-0915-4006-A87D-7C3EEDAC8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182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ata_4738">
            <a:extLst xmlns:a="http://schemas.openxmlformats.org/drawingml/2006/main">
              <a:ext uri="{FF2B5EF4-FFF2-40B4-BE49-F238E27FC236}">
                <a16:creationId xmlns:a16="http://schemas.microsoft.com/office/drawing/2014/main" id="{12FA90E9-20A4-4BDB-A04B-46CED55DA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186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data_4739">
            <a:extLst xmlns:a="http://schemas.openxmlformats.org/drawingml/2006/main">
              <a:ext uri="{FF2B5EF4-FFF2-40B4-BE49-F238E27FC236}">
                <a16:creationId xmlns:a16="http://schemas.microsoft.com/office/drawing/2014/main" id="{A5A96B97-B95C-406A-AAE7-5B458A55F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2633" y="537518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" name="data_4740">
            <a:extLst xmlns:a="http://schemas.openxmlformats.org/drawingml/2006/main">
              <a:ext uri="{FF2B5EF4-FFF2-40B4-BE49-F238E27FC236}">
                <a16:creationId xmlns:a16="http://schemas.microsoft.com/office/drawing/2014/main" id="{00D47012-0D67-4A31-8CA4-EAAABAA3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86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" name="data_4741">
            <a:extLst xmlns:a="http://schemas.openxmlformats.org/drawingml/2006/main">
              <a:ext uri="{FF2B5EF4-FFF2-40B4-BE49-F238E27FC236}">
                <a16:creationId xmlns:a16="http://schemas.microsoft.com/office/drawing/2014/main" id="{1538AFD3-2D7B-4B0C-86A5-B0357D493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932" y="461797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" name="data_4742">
            <a:extLst xmlns:a="http://schemas.openxmlformats.org/drawingml/2006/main">
              <a:ext uri="{FF2B5EF4-FFF2-40B4-BE49-F238E27FC236}">
                <a16:creationId xmlns:a16="http://schemas.microsoft.com/office/drawing/2014/main" id="{ED23AC64-6112-4BB9-A8B4-3CD589AA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4291" y="44184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data_4743">
            <a:extLst xmlns:a="http://schemas.openxmlformats.org/drawingml/2006/main">
              <a:ext uri="{FF2B5EF4-FFF2-40B4-BE49-F238E27FC236}">
                <a16:creationId xmlns:a16="http://schemas.microsoft.com/office/drawing/2014/main" id="{F9FFC936-308F-4DBF-B2EE-1D1B4E1A2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4554" y="465754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" name="data_4744">
            <a:extLst xmlns:a="http://schemas.openxmlformats.org/drawingml/2006/main">
              <a:ext uri="{FF2B5EF4-FFF2-40B4-BE49-F238E27FC236}">
                <a16:creationId xmlns:a16="http://schemas.microsoft.com/office/drawing/2014/main" id="{A8B1087B-B4EE-4829-9AC9-AE0B4FAD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7010" y="4385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" name="data_4745">
            <a:extLst xmlns:a="http://schemas.openxmlformats.org/drawingml/2006/main">
              <a:ext uri="{FF2B5EF4-FFF2-40B4-BE49-F238E27FC236}">
                <a16:creationId xmlns:a16="http://schemas.microsoft.com/office/drawing/2014/main" id="{E26A396C-006C-4F68-9B43-A07F5D9A5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94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" name="data_4746">
            <a:extLst xmlns:a="http://schemas.openxmlformats.org/drawingml/2006/main">
              <a:ext uri="{FF2B5EF4-FFF2-40B4-BE49-F238E27FC236}">
                <a16:creationId xmlns:a16="http://schemas.microsoft.com/office/drawing/2014/main" id="{38E7C0B5-8660-4C6E-B344-3DB6A67A1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940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" name="data_4747">
            <a:extLst xmlns:a="http://schemas.openxmlformats.org/drawingml/2006/main">
              <a:ext uri="{FF2B5EF4-FFF2-40B4-BE49-F238E27FC236}">
                <a16:creationId xmlns:a16="http://schemas.microsoft.com/office/drawing/2014/main" id="{539D02C5-C6A6-4E5E-B234-27DB2D33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232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" name="data_4748">
            <a:extLst xmlns:a="http://schemas.openxmlformats.org/drawingml/2006/main">
              <a:ext uri="{FF2B5EF4-FFF2-40B4-BE49-F238E27FC236}">
                <a16:creationId xmlns:a16="http://schemas.microsoft.com/office/drawing/2014/main" id="{C1737976-9569-4652-8326-EE24316A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59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" name="data_4749">
            <a:extLst xmlns:a="http://schemas.openxmlformats.org/drawingml/2006/main">
              <a:ext uri="{FF2B5EF4-FFF2-40B4-BE49-F238E27FC236}">
                <a16:creationId xmlns:a16="http://schemas.microsoft.com/office/drawing/2014/main" id="{9B780255-43F4-4A05-B2CE-EF42DC7F4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085" y="38423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data_4750">
            <a:extLst xmlns:a="http://schemas.openxmlformats.org/drawingml/2006/main">
              <a:ext uri="{FF2B5EF4-FFF2-40B4-BE49-F238E27FC236}">
                <a16:creationId xmlns:a16="http://schemas.microsoft.com/office/drawing/2014/main" id="{E7D8B899-2372-41C7-B47D-5D3B05B06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713" y="44596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" name="data_4751">
            <a:extLst xmlns:a="http://schemas.openxmlformats.org/drawingml/2006/main">
              <a:ext uri="{FF2B5EF4-FFF2-40B4-BE49-F238E27FC236}">
                <a16:creationId xmlns:a16="http://schemas.microsoft.com/office/drawing/2014/main" id="{254A8049-CADE-4224-B1DF-8A6E0C43C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7674" y="51360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" name="data_4752">
            <a:extLst xmlns:a="http://schemas.openxmlformats.org/drawingml/2006/main">
              <a:ext uri="{FF2B5EF4-FFF2-40B4-BE49-F238E27FC236}">
                <a16:creationId xmlns:a16="http://schemas.microsoft.com/office/drawing/2014/main" id="{952805D2-3E46-4B28-8B69-0AA66D9B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464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" name="data_4753">
            <a:extLst xmlns:a="http://schemas.openxmlformats.org/drawingml/2006/main">
              <a:ext uri="{FF2B5EF4-FFF2-40B4-BE49-F238E27FC236}">
                <a16:creationId xmlns:a16="http://schemas.microsoft.com/office/drawing/2014/main" id="{027668E5-BF99-44C8-B40D-A9EEADB03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8961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data_4754">
            <a:extLst xmlns:a="http://schemas.openxmlformats.org/drawingml/2006/main">
              <a:ext uri="{FF2B5EF4-FFF2-40B4-BE49-F238E27FC236}">
                <a16:creationId xmlns:a16="http://schemas.microsoft.com/office/drawing/2014/main" id="{172225EF-0868-4694-AEB7-250F40862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3044" y="4385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" name="data_4755">
            <a:extLst xmlns:a="http://schemas.openxmlformats.org/drawingml/2006/main">
              <a:ext uri="{FF2B5EF4-FFF2-40B4-BE49-F238E27FC236}">
                <a16:creationId xmlns:a16="http://schemas.microsoft.com/office/drawing/2014/main" id="{168E7701-1337-4FB6-AE59-CFFD4F26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5865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data_4756">
            <a:extLst xmlns:a="http://schemas.openxmlformats.org/drawingml/2006/main">
              <a:ext uri="{FF2B5EF4-FFF2-40B4-BE49-F238E27FC236}">
                <a16:creationId xmlns:a16="http://schemas.microsoft.com/office/drawing/2014/main" id="{3952BE43-6F0C-4679-9A9C-0BBDADB2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126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" name="data_4757">
            <a:extLst xmlns:a="http://schemas.openxmlformats.org/drawingml/2006/main">
              <a:ext uri="{FF2B5EF4-FFF2-40B4-BE49-F238E27FC236}">
                <a16:creationId xmlns:a16="http://schemas.microsoft.com/office/drawing/2014/main" id="{3DD5658D-867E-43C3-9C5B-4319A978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9054" y="534805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" name="data_4758">
            <a:extLst xmlns:a="http://schemas.openxmlformats.org/drawingml/2006/main">
              <a:ext uri="{FF2B5EF4-FFF2-40B4-BE49-F238E27FC236}">
                <a16:creationId xmlns:a16="http://schemas.microsoft.com/office/drawing/2014/main" id="{20B20F0D-42FF-4BFC-95CC-797C581E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1079" y="506047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" name="data_4759">
            <a:extLst xmlns:a="http://schemas.openxmlformats.org/drawingml/2006/main">
              <a:ext uri="{FF2B5EF4-FFF2-40B4-BE49-F238E27FC236}">
                <a16:creationId xmlns:a16="http://schemas.microsoft.com/office/drawing/2014/main" id="{2428B59E-27BA-4BF2-BC92-9396EA93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0115" y="53173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" name="data_4760">
            <a:extLst xmlns:a="http://schemas.openxmlformats.org/drawingml/2006/main">
              <a:ext uri="{FF2B5EF4-FFF2-40B4-BE49-F238E27FC236}">
                <a16:creationId xmlns:a16="http://schemas.microsoft.com/office/drawing/2014/main" id="{E1560C46-4A88-4397-AF9A-A98E65F6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345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" name="data_4761">
            <a:extLst xmlns:a="http://schemas.openxmlformats.org/drawingml/2006/main">
              <a:ext uri="{FF2B5EF4-FFF2-40B4-BE49-F238E27FC236}">
                <a16:creationId xmlns:a16="http://schemas.microsoft.com/office/drawing/2014/main" id="{4A15AAF3-811C-42F3-AB92-52C32BBF8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44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data_4762">
            <a:extLst xmlns:a="http://schemas.openxmlformats.org/drawingml/2006/main">
              <a:ext uri="{FF2B5EF4-FFF2-40B4-BE49-F238E27FC236}">
                <a16:creationId xmlns:a16="http://schemas.microsoft.com/office/drawing/2014/main" id="{69D82E43-DD3B-4047-8A11-FF22A7CDE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752" y="510863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" name="data_4763">
            <a:extLst xmlns:a="http://schemas.openxmlformats.org/drawingml/2006/main">
              <a:ext uri="{FF2B5EF4-FFF2-40B4-BE49-F238E27FC236}">
                <a16:creationId xmlns:a16="http://schemas.microsoft.com/office/drawing/2014/main" id="{06B8AF93-59EB-4751-9EB0-71AEE3381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166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" name="data_4764">
            <a:extLst xmlns:a="http://schemas.openxmlformats.org/drawingml/2006/main">
              <a:ext uri="{FF2B5EF4-FFF2-40B4-BE49-F238E27FC236}">
                <a16:creationId xmlns:a16="http://schemas.microsoft.com/office/drawing/2014/main" id="{4AE2F799-A3F1-4F8C-BA02-A4916D09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1478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" name="data_4765">
            <a:extLst xmlns:a="http://schemas.openxmlformats.org/drawingml/2006/main">
              <a:ext uri="{FF2B5EF4-FFF2-40B4-BE49-F238E27FC236}">
                <a16:creationId xmlns:a16="http://schemas.microsoft.com/office/drawing/2014/main" id="{49C483A7-E3AE-44F2-B460-7EC1BCDA4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4766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data_4766">
            <a:extLst xmlns:a="http://schemas.openxmlformats.org/drawingml/2006/main">
              <a:ext uri="{FF2B5EF4-FFF2-40B4-BE49-F238E27FC236}">
                <a16:creationId xmlns:a16="http://schemas.microsoft.com/office/drawing/2014/main" id="{482C3586-6D69-4354-8C0C-49B93B51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940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" name="data_4767">
            <a:extLst xmlns:a="http://schemas.openxmlformats.org/drawingml/2006/main">
              <a:ext uri="{FF2B5EF4-FFF2-40B4-BE49-F238E27FC236}">
                <a16:creationId xmlns:a16="http://schemas.microsoft.com/office/drawing/2014/main" id="{BF0E1D0F-4962-4592-80F5-E3B5FC7ED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85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" name="data_4768">
            <a:extLst xmlns:a="http://schemas.openxmlformats.org/drawingml/2006/main">
              <a:ext uri="{FF2B5EF4-FFF2-40B4-BE49-F238E27FC236}">
                <a16:creationId xmlns:a16="http://schemas.microsoft.com/office/drawing/2014/main" id="{DEA1A6AF-F2FB-4BEF-855C-ACDCC936E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196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" name="data_4769">
            <a:extLst xmlns:a="http://schemas.openxmlformats.org/drawingml/2006/main">
              <a:ext uri="{FF2B5EF4-FFF2-40B4-BE49-F238E27FC236}">
                <a16:creationId xmlns:a16="http://schemas.microsoft.com/office/drawing/2014/main" id="{5D878EFC-A3DF-4CD4-B162-93F0E68F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336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" name="data_4770">
            <a:extLst xmlns:a="http://schemas.openxmlformats.org/drawingml/2006/main">
              <a:ext uri="{FF2B5EF4-FFF2-40B4-BE49-F238E27FC236}">
                <a16:creationId xmlns:a16="http://schemas.microsoft.com/office/drawing/2014/main" id="{245FE6BD-0648-4116-8412-048FA61A3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9649" y="3978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" name="data_4771">
            <a:extLst xmlns:a="http://schemas.openxmlformats.org/drawingml/2006/main">
              <a:ext uri="{FF2B5EF4-FFF2-40B4-BE49-F238E27FC236}">
                <a16:creationId xmlns:a16="http://schemas.microsoft.com/office/drawing/2014/main" id="{9213F5FC-48A2-4320-AF0E-4C23A39D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4968" y="52214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" name="data_4772">
            <a:extLst xmlns:a="http://schemas.openxmlformats.org/drawingml/2006/main">
              <a:ext uri="{FF2B5EF4-FFF2-40B4-BE49-F238E27FC236}">
                <a16:creationId xmlns:a16="http://schemas.microsoft.com/office/drawing/2014/main" id="{9DA6CC73-E7E8-4115-9466-C5E6DC96F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088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" name="data_4773">
            <a:extLst xmlns:a="http://schemas.openxmlformats.org/drawingml/2006/main">
              <a:ext uri="{FF2B5EF4-FFF2-40B4-BE49-F238E27FC236}">
                <a16:creationId xmlns:a16="http://schemas.microsoft.com/office/drawing/2014/main" id="{68447C12-023D-4784-9E97-06DACDBDF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194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data_4774">
            <a:extLst xmlns:a="http://schemas.openxmlformats.org/drawingml/2006/main">
              <a:ext uri="{FF2B5EF4-FFF2-40B4-BE49-F238E27FC236}">
                <a16:creationId xmlns:a16="http://schemas.microsoft.com/office/drawing/2014/main" id="{CBF36BC9-C457-40C3-8DF6-30C22C41E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612" y="412889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" name="data_4775">
            <a:extLst xmlns:a="http://schemas.openxmlformats.org/drawingml/2006/main">
              <a:ext uri="{FF2B5EF4-FFF2-40B4-BE49-F238E27FC236}">
                <a16:creationId xmlns:a16="http://schemas.microsoft.com/office/drawing/2014/main" id="{9AAA1B23-F5F0-4D72-846C-4C82351D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447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data_4776">
            <a:extLst xmlns:a="http://schemas.openxmlformats.org/drawingml/2006/main">
              <a:ext uri="{FF2B5EF4-FFF2-40B4-BE49-F238E27FC236}">
                <a16:creationId xmlns:a16="http://schemas.microsoft.com/office/drawing/2014/main" id="{4AC42974-EA86-4A5D-966C-E79D31417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1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" name="data_4777">
            <a:extLst xmlns:a="http://schemas.openxmlformats.org/drawingml/2006/main">
              <a:ext uri="{FF2B5EF4-FFF2-40B4-BE49-F238E27FC236}">
                <a16:creationId xmlns:a16="http://schemas.microsoft.com/office/drawing/2014/main" id="{DC25984C-183C-48F8-B033-92958320B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0214" y="50743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6" name="data_4778">
            <a:extLst xmlns:a="http://schemas.openxmlformats.org/drawingml/2006/main">
              <a:ext uri="{FF2B5EF4-FFF2-40B4-BE49-F238E27FC236}">
                <a16:creationId xmlns:a16="http://schemas.microsoft.com/office/drawing/2014/main" id="{AD1B2ACA-E80E-4388-9F73-B40131411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8898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7" name="data_4779">
            <a:extLst xmlns:a="http://schemas.openxmlformats.org/drawingml/2006/main">
              <a:ext uri="{FF2B5EF4-FFF2-40B4-BE49-F238E27FC236}">
                <a16:creationId xmlns:a16="http://schemas.microsoft.com/office/drawing/2014/main" id="{63E6DAE5-F0AF-4040-BF76-4C2AF666E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9055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" name="data_4780">
            <a:extLst xmlns:a="http://schemas.openxmlformats.org/drawingml/2006/main">
              <a:ext uri="{FF2B5EF4-FFF2-40B4-BE49-F238E27FC236}">
                <a16:creationId xmlns:a16="http://schemas.microsoft.com/office/drawing/2014/main" id="{2D4BF09C-D193-4053-BAEA-F98FC17E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6083" y="41815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" name="data_4781">
            <a:extLst xmlns:a="http://schemas.openxmlformats.org/drawingml/2006/main">
              <a:ext uri="{FF2B5EF4-FFF2-40B4-BE49-F238E27FC236}">
                <a16:creationId xmlns:a16="http://schemas.microsoft.com/office/drawing/2014/main" id="{1D168360-1A3F-4FBC-A054-F23EB4FB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26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" name="data_4782">
            <a:extLst xmlns:a="http://schemas.openxmlformats.org/drawingml/2006/main">
              <a:ext uri="{FF2B5EF4-FFF2-40B4-BE49-F238E27FC236}">
                <a16:creationId xmlns:a16="http://schemas.microsoft.com/office/drawing/2014/main" id="{3E1AB64D-1027-4654-A85B-674E1FDE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939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" name="data_4783">
            <a:extLst xmlns:a="http://schemas.openxmlformats.org/drawingml/2006/main">
              <a:ext uri="{FF2B5EF4-FFF2-40B4-BE49-F238E27FC236}">
                <a16:creationId xmlns:a16="http://schemas.microsoft.com/office/drawing/2014/main" id="{8AD8BF1F-C811-46AB-8BE7-14C6838EA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811" y="448239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" name="data_4784">
            <a:extLst xmlns:a="http://schemas.openxmlformats.org/drawingml/2006/main">
              <a:ext uri="{FF2B5EF4-FFF2-40B4-BE49-F238E27FC236}">
                <a16:creationId xmlns:a16="http://schemas.microsoft.com/office/drawing/2014/main" id="{6B8FF16A-1F23-4D65-911E-E33B6D97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6275" y="510474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" name="data_4785">
            <a:extLst xmlns:a="http://schemas.openxmlformats.org/drawingml/2006/main">
              <a:ext uri="{FF2B5EF4-FFF2-40B4-BE49-F238E27FC236}">
                <a16:creationId xmlns:a16="http://schemas.microsoft.com/office/drawing/2014/main" id="{D6420DC4-B997-4970-843F-D7CC872F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9143" y="440622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data_4786">
            <a:extLst xmlns:a="http://schemas.openxmlformats.org/drawingml/2006/main">
              <a:ext uri="{FF2B5EF4-FFF2-40B4-BE49-F238E27FC236}">
                <a16:creationId xmlns:a16="http://schemas.microsoft.com/office/drawing/2014/main" id="{DD1C24DE-D384-44E0-BAE8-BCFD92CAE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3505" y="52795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data_4787">
            <a:extLst xmlns:a="http://schemas.openxmlformats.org/drawingml/2006/main">
              <a:ext uri="{FF2B5EF4-FFF2-40B4-BE49-F238E27FC236}">
                <a16:creationId xmlns:a16="http://schemas.microsoft.com/office/drawing/2014/main" id="{D120880E-E535-4A7E-A47B-81CC385C9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4252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data_4788">
            <a:extLst xmlns:a="http://schemas.openxmlformats.org/drawingml/2006/main">
              <a:ext uri="{FF2B5EF4-FFF2-40B4-BE49-F238E27FC236}">
                <a16:creationId xmlns:a16="http://schemas.microsoft.com/office/drawing/2014/main" id="{728BF629-6FA8-4625-A276-87436BDB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273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" name="data_4789">
            <a:extLst xmlns:a="http://schemas.openxmlformats.org/drawingml/2006/main">
              <a:ext uri="{FF2B5EF4-FFF2-40B4-BE49-F238E27FC236}">
                <a16:creationId xmlns:a16="http://schemas.microsoft.com/office/drawing/2014/main" id="{0D765A53-E10B-4E5A-B16E-718D19B5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1497" y="53789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" name="data_4790">
            <a:extLst xmlns:a="http://schemas.openxmlformats.org/drawingml/2006/main">
              <a:ext uri="{FF2B5EF4-FFF2-40B4-BE49-F238E27FC236}">
                <a16:creationId xmlns:a16="http://schemas.microsoft.com/office/drawing/2014/main" id="{625A63D1-766A-461C-B4C9-B1B8B8A4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6016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" name="data_4791">
            <a:extLst xmlns:a="http://schemas.openxmlformats.org/drawingml/2006/main">
              <a:ext uri="{FF2B5EF4-FFF2-40B4-BE49-F238E27FC236}">
                <a16:creationId xmlns:a16="http://schemas.microsoft.com/office/drawing/2014/main" id="{780444EA-10AC-4ACB-B767-DAD8BE7A7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0210" y="492758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" name="data_4792">
            <a:extLst xmlns:a="http://schemas.openxmlformats.org/drawingml/2006/main">
              <a:ext uri="{FF2B5EF4-FFF2-40B4-BE49-F238E27FC236}">
                <a16:creationId xmlns:a16="http://schemas.microsoft.com/office/drawing/2014/main" id="{5F9E2DD1-E29B-4497-BE25-BEB44810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049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" name="data_4793">
            <a:extLst xmlns:a="http://schemas.openxmlformats.org/drawingml/2006/main">
              <a:ext uri="{FF2B5EF4-FFF2-40B4-BE49-F238E27FC236}">
                <a16:creationId xmlns:a16="http://schemas.microsoft.com/office/drawing/2014/main" id="{800AC019-43B7-49A4-B867-842A70C8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383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data_4794">
            <a:extLst xmlns:a="http://schemas.openxmlformats.org/drawingml/2006/main">
              <a:ext uri="{FF2B5EF4-FFF2-40B4-BE49-F238E27FC236}">
                <a16:creationId xmlns:a16="http://schemas.microsoft.com/office/drawing/2014/main" id="{ED0074EF-93CB-47FF-B6A1-3F8A44C1B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30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" name="data_4795">
            <a:extLst xmlns:a="http://schemas.openxmlformats.org/drawingml/2006/main">
              <a:ext uri="{FF2B5EF4-FFF2-40B4-BE49-F238E27FC236}">
                <a16:creationId xmlns:a16="http://schemas.microsoft.com/office/drawing/2014/main" id="{F297FB46-74FB-4081-9300-75C72B371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16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" name="data_4796">
            <a:extLst xmlns:a="http://schemas.openxmlformats.org/drawingml/2006/main">
              <a:ext uri="{FF2B5EF4-FFF2-40B4-BE49-F238E27FC236}">
                <a16:creationId xmlns:a16="http://schemas.microsoft.com/office/drawing/2014/main" id="{C656DEAF-A5BE-4BB6-88E5-D8A475A8B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5425" y="47887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" name="data_4797">
            <a:extLst xmlns:a="http://schemas.openxmlformats.org/drawingml/2006/main">
              <a:ext uri="{FF2B5EF4-FFF2-40B4-BE49-F238E27FC236}">
                <a16:creationId xmlns:a16="http://schemas.microsoft.com/office/drawing/2014/main" id="{48F35A00-85C5-42A5-A63C-865A79A91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7355" y="48237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" name="data_4798">
            <a:extLst xmlns:a="http://schemas.openxmlformats.org/drawingml/2006/main">
              <a:ext uri="{FF2B5EF4-FFF2-40B4-BE49-F238E27FC236}">
                <a16:creationId xmlns:a16="http://schemas.microsoft.com/office/drawing/2014/main" id="{8198397F-973E-4F97-B4CB-EE694052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699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data_4799">
            <a:extLst xmlns:a="http://schemas.openxmlformats.org/drawingml/2006/main">
              <a:ext uri="{FF2B5EF4-FFF2-40B4-BE49-F238E27FC236}">
                <a16:creationId xmlns:a16="http://schemas.microsoft.com/office/drawing/2014/main" id="{A0E05EB4-B54A-4D80-8358-020345425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408" y="43180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" name="data_4800">
            <a:extLst xmlns:a="http://schemas.openxmlformats.org/drawingml/2006/main">
              <a:ext uri="{FF2B5EF4-FFF2-40B4-BE49-F238E27FC236}">
                <a16:creationId xmlns:a16="http://schemas.microsoft.com/office/drawing/2014/main" id="{0CB546D2-379A-4E84-BDB1-7B29DAA5E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813" y="44615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data_4801">
            <a:extLst xmlns:a="http://schemas.openxmlformats.org/drawingml/2006/main">
              <a:ext uri="{FF2B5EF4-FFF2-40B4-BE49-F238E27FC236}">
                <a16:creationId xmlns:a16="http://schemas.microsoft.com/office/drawing/2014/main" id="{208AC210-DD63-439A-AD0A-4B18E9369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553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" name="data_4802">
            <a:extLst xmlns:a="http://schemas.openxmlformats.org/drawingml/2006/main">
              <a:ext uri="{FF2B5EF4-FFF2-40B4-BE49-F238E27FC236}">
                <a16:creationId xmlns:a16="http://schemas.microsoft.com/office/drawing/2014/main" id="{F6C2700F-7F79-49F4-8335-AB9BA4C16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6589" y="38560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data_4803">
            <a:extLst xmlns:a="http://schemas.openxmlformats.org/drawingml/2006/main">
              <a:ext uri="{FF2B5EF4-FFF2-40B4-BE49-F238E27FC236}">
                <a16:creationId xmlns:a16="http://schemas.microsoft.com/office/drawing/2014/main" id="{DBD6D646-A635-4994-A0C9-3B89075A4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221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" name="data_4804">
            <a:extLst xmlns:a="http://schemas.openxmlformats.org/drawingml/2006/main">
              <a:ext uri="{FF2B5EF4-FFF2-40B4-BE49-F238E27FC236}">
                <a16:creationId xmlns:a16="http://schemas.microsoft.com/office/drawing/2014/main" id="{3003C640-4BB8-48B6-8715-2E04C3A0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590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data_4805">
            <a:extLst xmlns:a="http://schemas.openxmlformats.org/drawingml/2006/main">
              <a:ext uri="{FF2B5EF4-FFF2-40B4-BE49-F238E27FC236}">
                <a16:creationId xmlns:a16="http://schemas.microsoft.com/office/drawing/2014/main" id="{C08A70BA-919D-4D97-97DF-6843E547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06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" name="data_4806">
            <a:extLst xmlns:a="http://schemas.openxmlformats.org/drawingml/2006/main">
              <a:ext uri="{FF2B5EF4-FFF2-40B4-BE49-F238E27FC236}">
                <a16:creationId xmlns:a16="http://schemas.microsoft.com/office/drawing/2014/main" id="{491D2ADF-783E-4E30-BEF9-20ACE8231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8838" y="51242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" name="data_4807">
            <a:extLst xmlns:a="http://schemas.openxmlformats.org/drawingml/2006/main">
              <a:ext uri="{FF2B5EF4-FFF2-40B4-BE49-F238E27FC236}">
                <a16:creationId xmlns:a16="http://schemas.microsoft.com/office/drawing/2014/main" id="{1BC6C32C-9372-4DDD-BD98-19560FD7B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150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" name="data_4808">
            <a:extLst xmlns:a="http://schemas.openxmlformats.org/drawingml/2006/main">
              <a:ext uri="{FF2B5EF4-FFF2-40B4-BE49-F238E27FC236}">
                <a16:creationId xmlns:a16="http://schemas.microsoft.com/office/drawing/2014/main" id="{CCC5722A-F675-4E06-ADE4-71E3B306F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004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data_4809">
            <a:extLst xmlns:a="http://schemas.openxmlformats.org/drawingml/2006/main">
              <a:ext uri="{FF2B5EF4-FFF2-40B4-BE49-F238E27FC236}">
                <a16:creationId xmlns:a16="http://schemas.microsoft.com/office/drawing/2014/main" id="{09A3B9B3-0FFC-4981-9944-3A1CB8D9E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0191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data_4810">
            <a:extLst xmlns:a="http://schemas.openxmlformats.org/drawingml/2006/main">
              <a:ext uri="{FF2B5EF4-FFF2-40B4-BE49-F238E27FC236}">
                <a16:creationId xmlns:a16="http://schemas.microsoft.com/office/drawing/2014/main" id="{87F9569C-4F6B-45E4-842A-03C3014FF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6176" y="398869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data_4811">
            <a:extLst xmlns:a="http://schemas.openxmlformats.org/drawingml/2006/main">
              <a:ext uri="{FF2B5EF4-FFF2-40B4-BE49-F238E27FC236}">
                <a16:creationId xmlns:a16="http://schemas.microsoft.com/office/drawing/2014/main" id="{6F032BCC-F489-4FA9-A531-726D87DA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792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data_4812">
            <a:extLst xmlns:a="http://schemas.openxmlformats.org/drawingml/2006/main">
              <a:ext uri="{FF2B5EF4-FFF2-40B4-BE49-F238E27FC236}">
                <a16:creationId xmlns:a16="http://schemas.microsoft.com/office/drawing/2014/main" id="{175FD650-785C-4A39-B50B-DA84165D0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3718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" name="data_4813">
            <a:extLst xmlns:a="http://schemas.openxmlformats.org/drawingml/2006/main">
              <a:ext uri="{FF2B5EF4-FFF2-40B4-BE49-F238E27FC236}">
                <a16:creationId xmlns:a16="http://schemas.microsoft.com/office/drawing/2014/main" id="{CEDEAC54-44DB-4BB3-8D10-18434ABC5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5658" y="51697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data_4814">
            <a:extLst xmlns:a="http://schemas.openxmlformats.org/drawingml/2006/main">
              <a:ext uri="{FF2B5EF4-FFF2-40B4-BE49-F238E27FC236}">
                <a16:creationId xmlns:a16="http://schemas.microsoft.com/office/drawing/2014/main" id="{C06A46D2-BF95-4F60-8DCD-0951A7A4D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816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" name="data_4815">
            <a:extLst xmlns:a="http://schemas.openxmlformats.org/drawingml/2006/main">
              <a:ext uri="{FF2B5EF4-FFF2-40B4-BE49-F238E27FC236}">
                <a16:creationId xmlns:a16="http://schemas.microsoft.com/office/drawing/2014/main" id="{17E401FE-0F9F-499F-9557-B1CCD0F3F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11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data_4816">
            <a:extLst xmlns:a="http://schemas.openxmlformats.org/drawingml/2006/main">
              <a:ext uri="{FF2B5EF4-FFF2-40B4-BE49-F238E27FC236}">
                <a16:creationId xmlns:a16="http://schemas.microsoft.com/office/drawing/2014/main" id="{F6471404-50AA-429F-9543-32F2B638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1029" y="523277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data_4817">
            <a:extLst xmlns:a="http://schemas.openxmlformats.org/drawingml/2006/main">
              <a:ext uri="{FF2B5EF4-FFF2-40B4-BE49-F238E27FC236}">
                <a16:creationId xmlns:a16="http://schemas.microsoft.com/office/drawing/2014/main" id="{A4A03EA5-B5E2-47C5-B4AD-21A30B68A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4258" y="449806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data_4818">
            <a:extLst xmlns:a="http://schemas.openxmlformats.org/drawingml/2006/main">
              <a:ext uri="{FF2B5EF4-FFF2-40B4-BE49-F238E27FC236}">
                <a16:creationId xmlns:a16="http://schemas.microsoft.com/office/drawing/2014/main" id="{19C7B63F-650C-4C84-8C25-AB37B1A9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8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data_4819">
            <a:extLst xmlns:a="http://schemas.openxmlformats.org/drawingml/2006/main">
              <a:ext uri="{FF2B5EF4-FFF2-40B4-BE49-F238E27FC236}">
                <a16:creationId xmlns:a16="http://schemas.microsoft.com/office/drawing/2014/main" id="{A127C56E-DFE0-496C-AAFA-A536B52F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7614" y="501800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8" name="data_4820">
            <a:extLst xmlns:a="http://schemas.openxmlformats.org/drawingml/2006/main">
              <a:ext uri="{FF2B5EF4-FFF2-40B4-BE49-F238E27FC236}">
                <a16:creationId xmlns:a16="http://schemas.microsoft.com/office/drawing/2014/main" id="{A343B5A3-84BE-4DE4-B289-A52FE7985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578" y="38571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data_4821">
            <a:extLst xmlns:a="http://schemas.openxmlformats.org/drawingml/2006/main">
              <a:ext uri="{FF2B5EF4-FFF2-40B4-BE49-F238E27FC236}">
                <a16:creationId xmlns:a16="http://schemas.microsoft.com/office/drawing/2014/main" id="{6053096C-B6C0-4F33-AF8E-F9B1923FE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638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" name="data_4822">
            <a:extLst xmlns:a="http://schemas.openxmlformats.org/drawingml/2006/main">
              <a:ext uri="{FF2B5EF4-FFF2-40B4-BE49-F238E27FC236}">
                <a16:creationId xmlns:a16="http://schemas.microsoft.com/office/drawing/2014/main" id="{02E645C2-A7CB-4D8E-BF4F-E66121F4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051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data_4823">
            <a:extLst xmlns:a="http://schemas.openxmlformats.org/drawingml/2006/main">
              <a:ext uri="{FF2B5EF4-FFF2-40B4-BE49-F238E27FC236}">
                <a16:creationId xmlns:a16="http://schemas.microsoft.com/office/drawing/2014/main" id="{69FDEF40-6BC1-4C11-BF83-E9959975D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" name="data_4824">
            <a:extLst xmlns:a="http://schemas.openxmlformats.org/drawingml/2006/main">
              <a:ext uri="{FF2B5EF4-FFF2-40B4-BE49-F238E27FC236}">
                <a16:creationId xmlns:a16="http://schemas.microsoft.com/office/drawing/2014/main" id="{9D6246FB-89A3-435C-9DC6-179882F9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281" y="3910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data_4825">
            <a:extLst xmlns:a="http://schemas.openxmlformats.org/drawingml/2006/main">
              <a:ext uri="{FF2B5EF4-FFF2-40B4-BE49-F238E27FC236}">
                <a16:creationId xmlns:a16="http://schemas.microsoft.com/office/drawing/2014/main" id="{965B4ADD-60FD-48B3-B8E6-5E9699091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483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" name="data_4826">
            <a:extLst xmlns:a="http://schemas.openxmlformats.org/drawingml/2006/main">
              <a:ext uri="{FF2B5EF4-FFF2-40B4-BE49-F238E27FC236}">
                <a16:creationId xmlns:a16="http://schemas.microsoft.com/office/drawing/2014/main" id="{F603AB4B-C9F5-4707-B439-9FB1D0E4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021" y="495018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data_4827">
            <a:extLst xmlns:a="http://schemas.openxmlformats.org/drawingml/2006/main">
              <a:ext uri="{FF2B5EF4-FFF2-40B4-BE49-F238E27FC236}">
                <a16:creationId xmlns:a16="http://schemas.microsoft.com/office/drawing/2014/main" id="{01F527FE-D0FB-4643-AD54-827517A30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90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" name="data_4828">
            <a:extLst xmlns:a="http://schemas.openxmlformats.org/drawingml/2006/main">
              <a:ext uri="{FF2B5EF4-FFF2-40B4-BE49-F238E27FC236}">
                <a16:creationId xmlns:a16="http://schemas.microsoft.com/office/drawing/2014/main" id="{187F4945-4AA8-4278-8813-4A5229C55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3277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" name="data_4829">
            <a:extLst xmlns:a="http://schemas.openxmlformats.org/drawingml/2006/main">
              <a:ext uri="{FF2B5EF4-FFF2-40B4-BE49-F238E27FC236}">
                <a16:creationId xmlns:a16="http://schemas.microsoft.com/office/drawing/2014/main" id="{D6092E0E-D9CB-4B92-9901-750B1B526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8114" y="51697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" name="data_4830">
            <a:extLst xmlns:a="http://schemas.openxmlformats.org/drawingml/2006/main">
              <a:ext uri="{FF2B5EF4-FFF2-40B4-BE49-F238E27FC236}">
                <a16:creationId xmlns:a16="http://schemas.microsoft.com/office/drawing/2014/main" id="{0D2113D1-7BCA-43A8-9D26-31680D7C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1759" y="484083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data_4831">
            <a:extLst xmlns:a="http://schemas.openxmlformats.org/drawingml/2006/main">
              <a:ext uri="{FF2B5EF4-FFF2-40B4-BE49-F238E27FC236}">
                <a16:creationId xmlns:a16="http://schemas.microsoft.com/office/drawing/2014/main" id="{D2B1FACA-4FDC-45CB-8B95-D989D535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262" y="476029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" name="data_4832">
            <a:extLst xmlns:a="http://schemas.openxmlformats.org/drawingml/2006/main">
              <a:ext uri="{FF2B5EF4-FFF2-40B4-BE49-F238E27FC236}">
                <a16:creationId xmlns:a16="http://schemas.microsoft.com/office/drawing/2014/main" id="{8DAB7445-42EB-45E4-B197-C579FF5B6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8761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" name="data_4833">
            <a:extLst xmlns:a="http://schemas.openxmlformats.org/drawingml/2006/main">
              <a:ext uri="{FF2B5EF4-FFF2-40B4-BE49-F238E27FC236}">
                <a16:creationId xmlns:a16="http://schemas.microsoft.com/office/drawing/2014/main" id="{A5ED38C3-403C-4BC8-A0E3-ECAFFE30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309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" name="data_4834">
            <a:extLst xmlns:a="http://schemas.openxmlformats.org/drawingml/2006/main">
              <a:ext uri="{FF2B5EF4-FFF2-40B4-BE49-F238E27FC236}">
                <a16:creationId xmlns:a16="http://schemas.microsoft.com/office/drawing/2014/main" id="{9A12028B-A050-4424-8467-204B3EB3B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185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data_4835">
            <a:extLst xmlns:a="http://schemas.openxmlformats.org/drawingml/2006/main">
              <a:ext uri="{FF2B5EF4-FFF2-40B4-BE49-F238E27FC236}">
                <a16:creationId xmlns:a16="http://schemas.microsoft.com/office/drawing/2014/main" id="{81ED6D4D-1776-4148-9F4D-0986F2570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4938" y="539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" name="data_4836">
            <a:extLst xmlns:a="http://schemas.openxmlformats.org/drawingml/2006/main">
              <a:ext uri="{FF2B5EF4-FFF2-40B4-BE49-F238E27FC236}">
                <a16:creationId xmlns:a16="http://schemas.microsoft.com/office/drawing/2014/main" id="{7C675711-3D27-439C-9F66-FD4A094A4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017" y="42968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" name="data_4837">
            <a:extLst xmlns:a="http://schemas.openxmlformats.org/drawingml/2006/main">
              <a:ext uri="{FF2B5EF4-FFF2-40B4-BE49-F238E27FC236}">
                <a16:creationId xmlns:a16="http://schemas.microsoft.com/office/drawing/2014/main" id="{685F3664-35E2-46BB-87BE-342C294B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0769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" name="data_4838">
            <a:extLst xmlns:a="http://schemas.openxmlformats.org/drawingml/2006/main">
              <a:ext uri="{FF2B5EF4-FFF2-40B4-BE49-F238E27FC236}">
                <a16:creationId xmlns:a16="http://schemas.microsoft.com/office/drawing/2014/main" id="{8C433AA7-914A-481C-A442-20C59271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639" y="497496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" name="data_4839">
            <a:extLst xmlns:a="http://schemas.openxmlformats.org/drawingml/2006/main">
              <a:ext uri="{FF2B5EF4-FFF2-40B4-BE49-F238E27FC236}">
                <a16:creationId xmlns:a16="http://schemas.microsoft.com/office/drawing/2014/main" id="{F01CEF8B-2AA8-4791-BE89-FE05E6D4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8198" y="42629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" name="data_4840">
            <a:extLst xmlns:a="http://schemas.openxmlformats.org/drawingml/2006/main">
              <a:ext uri="{FF2B5EF4-FFF2-40B4-BE49-F238E27FC236}">
                <a16:creationId xmlns:a16="http://schemas.microsoft.com/office/drawing/2014/main" id="{FFA36BA1-5784-4BF7-83B5-921448ACB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03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" name="data_4841">
            <a:extLst xmlns:a="http://schemas.openxmlformats.org/drawingml/2006/main">
              <a:ext uri="{FF2B5EF4-FFF2-40B4-BE49-F238E27FC236}">
                <a16:creationId xmlns:a16="http://schemas.microsoft.com/office/drawing/2014/main" id="{B24FCF00-EC27-4345-88AC-81BF4B7A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510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" name="data_4842">
            <a:extLst xmlns:a="http://schemas.openxmlformats.org/drawingml/2006/main">
              <a:ext uri="{FF2B5EF4-FFF2-40B4-BE49-F238E27FC236}">
                <a16:creationId xmlns:a16="http://schemas.microsoft.com/office/drawing/2014/main" id="{6FAE1FE4-25CF-4B8F-8B87-850686CBF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056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data_4843">
            <a:extLst xmlns:a="http://schemas.openxmlformats.org/drawingml/2006/main">
              <a:ext uri="{FF2B5EF4-FFF2-40B4-BE49-F238E27FC236}">
                <a16:creationId xmlns:a16="http://schemas.microsoft.com/office/drawing/2014/main" id="{1821BE7B-E62A-494D-8285-0BDC10F6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6356" y="432270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" name="data_4844">
            <a:extLst xmlns:a="http://schemas.openxmlformats.org/drawingml/2006/main">
              <a:ext uri="{FF2B5EF4-FFF2-40B4-BE49-F238E27FC236}">
                <a16:creationId xmlns:a16="http://schemas.microsoft.com/office/drawing/2014/main" id="{25E143FA-03B0-4DE1-B268-2BEA12E0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2104" y="40459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ata_4845">
            <a:extLst xmlns:a="http://schemas.openxmlformats.org/drawingml/2006/main">
              <a:ext uri="{FF2B5EF4-FFF2-40B4-BE49-F238E27FC236}">
                <a16:creationId xmlns:a16="http://schemas.microsoft.com/office/drawing/2014/main" id="{C740DA0D-0EE3-4345-99DF-BA905762F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401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" name="data_4846">
            <a:extLst xmlns:a="http://schemas.openxmlformats.org/drawingml/2006/main">
              <a:ext uri="{FF2B5EF4-FFF2-40B4-BE49-F238E27FC236}">
                <a16:creationId xmlns:a16="http://schemas.microsoft.com/office/drawing/2014/main" id="{BFF98EC8-2814-4CE5-BD3D-1B26C6C3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7130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data_4847">
            <a:extLst xmlns:a="http://schemas.openxmlformats.org/drawingml/2006/main">
              <a:ext uri="{FF2B5EF4-FFF2-40B4-BE49-F238E27FC236}">
                <a16:creationId xmlns:a16="http://schemas.microsoft.com/office/drawing/2014/main" id="{E9835F2E-8500-4028-B35F-B33CDDDDE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6542" y="48810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" name="data_4848">
            <a:extLst xmlns:a="http://schemas.openxmlformats.org/drawingml/2006/main">
              <a:ext uri="{FF2B5EF4-FFF2-40B4-BE49-F238E27FC236}">
                <a16:creationId xmlns:a16="http://schemas.microsoft.com/office/drawing/2014/main" id="{4D6BAA5A-217E-4187-87AF-97D80BC4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718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" name="data_4849">
            <a:extLst xmlns:a="http://schemas.openxmlformats.org/drawingml/2006/main">
              <a:ext uri="{FF2B5EF4-FFF2-40B4-BE49-F238E27FC236}">
                <a16:creationId xmlns:a16="http://schemas.microsoft.com/office/drawing/2014/main" id="{0C5A583B-7B10-4807-8D2C-B570A3983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533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data_4850">
            <a:extLst xmlns:a="http://schemas.openxmlformats.org/drawingml/2006/main">
              <a:ext uri="{FF2B5EF4-FFF2-40B4-BE49-F238E27FC236}">
                <a16:creationId xmlns:a16="http://schemas.microsoft.com/office/drawing/2014/main" id="{DC4308A8-DB20-4778-BA59-3AD48A47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662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" name="data_4851">
            <a:extLst xmlns:a="http://schemas.openxmlformats.org/drawingml/2006/main">
              <a:ext uri="{FF2B5EF4-FFF2-40B4-BE49-F238E27FC236}">
                <a16:creationId xmlns:a16="http://schemas.microsoft.com/office/drawing/2014/main" id="{BE010C21-9DDF-42C2-B3DF-A3ACC168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390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data_4852">
            <a:extLst xmlns:a="http://schemas.openxmlformats.org/drawingml/2006/main">
              <a:ext uri="{FF2B5EF4-FFF2-40B4-BE49-F238E27FC236}">
                <a16:creationId xmlns:a16="http://schemas.microsoft.com/office/drawing/2014/main" id="{EDD4F19F-EE8C-457A-AFE8-6CF27CC58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7552" y="473113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" name="data_4853">
            <a:extLst xmlns:a="http://schemas.openxmlformats.org/drawingml/2006/main">
              <a:ext uri="{FF2B5EF4-FFF2-40B4-BE49-F238E27FC236}">
                <a16:creationId xmlns:a16="http://schemas.microsoft.com/office/drawing/2014/main" id="{2D96E3E3-16C4-4CE8-BC07-B39F26C20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869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" name="data_4854">
            <a:extLst xmlns:a="http://schemas.openxmlformats.org/drawingml/2006/main">
              <a:ext uri="{FF2B5EF4-FFF2-40B4-BE49-F238E27FC236}">
                <a16:creationId xmlns:a16="http://schemas.microsoft.com/office/drawing/2014/main" id="{2E7D9AB8-A0CE-46A7-AF98-E48DE4387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3143" y="507169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" name="data_4855">
            <a:extLst xmlns:a="http://schemas.openxmlformats.org/drawingml/2006/main">
              <a:ext uri="{FF2B5EF4-FFF2-40B4-BE49-F238E27FC236}">
                <a16:creationId xmlns:a16="http://schemas.microsoft.com/office/drawing/2014/main" id="{BAAC1A94-F682-41E4-893C-677538C0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509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" name="data_4856">
            <a:extLst xmlns:a="http://schemas.openxmlformats.org/drawingml/2006/main">
              <a:ext uri="{FF2B5EF4-FFF2-40B4-BE49-F238E27FC236}">
                <a16:creationId xmlns:a16="http://schemas.microsoft.com/office/drawing/2014/main" id="{BF75F3EE-71D8-4276-8F79-112053930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77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" name="data_4857">
            <a:extLst xmlns:a="http://schemas.openxmlformats.org/drawingml/2006/main">
              <a:ext uri="{FF2B5EF4-FFF2-40B4-BE49-F238E27FC236}">
                <a16:creationId xmlns:a16="http://schemas.microsoft.com/office/drawing/2014/main" id="{3423ADED-4904-4C9A-98A0-0ACCE9056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6767" y="466535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" name="data_4858">
            <a:extLst xmlns:a="http://schemas.openxmlformats.org/drawingml/2006/main">
              <a:ext uri="{FF2B5EF4-FFF2-40B4-BE49-F238E27FC236}">
                <a16:creationId xmlns:a16="http://schemas.microsoft.com/office/drawing/2014/main" id="{E27902CB-1991-4D32-AE96-36B5257D2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130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" name="data_4859">
            <a:extLst xmlns:a="http://schemas.openxmlformats.org/drawingml/2006/main">
              <a:ext uri="{FF2B5EF4-FFF2-40B4-BE49-F238E27FC236}">
                <a16:creationId xmlns:a16="http://schemas.microsoft.com/office/drawing/2014/main" id="{98CDEB9B-2484-4366-AD28-1948431A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46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data_4860">
            <a:extLst xmlns:a="http://schemas.openxmlformats.org/drawingml/2006/main">
              <a:ext uri="{FF2B5EF4-FFF2-40B4-BE49-F238E27FC236}">
                <a16:creationId xmlns:a16="http://schemas.microsoft.com/office/drawing/2014/main" id="{702DDB02-35E4-4D29-B35C-3A50C346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576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9" name="data_4861">
            <a:extLst xmlns:a="http://schemas.openxmlformats.org/drawingml/2006/main">
              <a:ext uri="{FF2B5EF4-FFF2-40B4-BE49-F238E27FC236}">
                <a16:creationId xmlns:a16="http://schemas.microsoft.com/office/drawing/2014/main" id="{146E01F7-7495-4BA4-A625-86ECD921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0077" y="53926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0" name="data_4862">
            <a:extLst xmlns:a="http://schemas.openxmlformats.org/drawingml/2006/main">
              <a:ext uri="{FF2B5EF4-FFF2-40B4-BE49-F238E27FC236}">
                <a16:creationId xmlns:a16="http://schemas.microsoft.com/office/drawing/2014/main" id="{C969F1F2-70CE-4325-A7DF-F8CD2136C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482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1" name="data_4863">
            <a:extLst xmlns:a="http://schemas.openxmlformats.org/drawingml/2006/main">
              <a:ext uri="{FF2B5EF4-FFF2-40B4-BE49-F238E27FC236}">
                <a16:creationId xmlns:a16="http://schemas.microsoft.com/office/drawing/2014/main" id="{6EB84E7C-57CE-4237-85DB-BD9E65A10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637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2" name="data_4864">
            <a:extLst xmlns:a="http://schemas.openxmlformats.org/drawingml/2006/main">
              <a:ext uri="{FF2B5EF4-FFF2-40B4-BE49-F238E27FC236}">
                <a16:creationId xmlns:a16="http://schemas.microsoft.com/office/drawing/2014/main" id="{321EFBCE-3B70-49AB-B312-3AAC79B82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4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data_4865">
            <a:extLst xmlns:a="http://schemas.openxmlformats.org/drawingml/2006/main">
              <a:ext uri="{FF2B5EF4-FFF2-40B4-BE49-F238E27FC236}">
                <a16:creationId xmlns:a16="http://schemas.microsoft.com/office/drawing/2014/main" id="{044F3612-3FFE-480E-B786-B28A00341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4859" y="515302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4" name="data_4866">
            <a:extLst xmlns:a="http://schemas.openxmlformats.org/drawingml/2006/main">
              <a:ext uri="{FF2B5EF4-FFF2-40B4-BE49-F238E27FC236}">
                <a16:creationId xmlns:a16="http://schemas.microsoft.com/office/drawing/2014/main" id="{50C0DAE2-DB06-436B-8505-28D1CC1C3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592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5" name="data_4867">
            <a:extLst xmlns:a="http://schemas.openxmlformats.org/drawingml/2006/main">
              <a:ext uri="{FF2B5EF4-FFF2-40B4-BE49-F238E27FC236}">
                <a16:creationId xmlns:a16="http://schemas.microsoft.com/office/drawing/2014/main" id="{C6F5CA78-40E5-4C41-9056-B7588F4F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731" y="466535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6" name="data_4868">
            <a:extLst xmlns:a="http://schemas.openxmlformats.org/drawingml/2006/main">
              <a:ext uri="{FF2B5EF4-FFF2-40B4-BE49-F238E27FC236}">
                <a16:creationId xmlns:a16="http://schemas.microsoft.com/office/drawing/2014/main" id="{1AF2430C-2566-4469-A8D3-BB8FDA90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2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7" name="data_4869">
            <a:extLst xmlns:a="http://schemas.openxmlformats.org/drawingml/2006/main">
              <a:ext uri="{FF2B5EF4-FFF2-40B4-BE49-F238E27FC236}">
                <a16:creationId xmlns:a16="http://schemas.microsoft.com/office/drawing/2014/main" id="{7DD2C253-286E-44DB-B4BF-E9818551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831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8" name="data_4870">
            <a:extLst xmlns:a="http://schemas.openxmlformats.org/drawingml/2006/main">
              <a:ext uri="{FF2B5EF4-FFF2-40B4-BE49-F238E27FC236}">
                <a16:creationId xmlns:a16="http://schemas.microsoft.com/office/drawing/2014/main" id="{B98CAD79-3036-4C00-8EE4-24F6E487C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9479" y="4724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data_4871">
            <a:extLst xmlns:a="http://schemas.openxmlformats.org/drawingml/2006/main">
              <a:ext uri="{FF2B5EF4-FFF2-40B4-BE49-F238E27FC236}">
                <a16:creationId xmlns:a16="http://schemas.microsoft.com/office/drawing/2014/main" id="{BE6912AA-951C-478C-A386-E00E9F7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2652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0" name="data_4872">
            <a:extLst xmlns:a="http://schemas.openxmlformats.org/drawingml/2006/main">
              <a:ext uri="{FF2B5EF4-FFF2-40B4-BE49-F238E27FC236}">
                <a16:creationId xmlns:a16="http://schemas.microsoft.com/office/drawing/2014/main" id="{5527F461-E9C1-4DEF-BF36-A54BDFB80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909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1" name="data_4873">
            <a:extLst xmlns:a="http://schemas.openxmlformats.org/drawingml/2006/main">
              <a:ext uri="{FF2B5EF4-FFF2-40B4-BE49-F238E27FC236}">
                <a16:creationId xmlns:a16="http://schemas.microsoft.com/office/drawing/2014/main" id="{DB6BA8C5-C723-4712-9011-BF62055ED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7684" y="528551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2" name="data_4874">
            <a:extLst xmlns:a="http://schemas.openxmlformats.org/drawingml/2006/main">
              <a:ext uri="{FF2B5EF4-FFF2-40B4-BE49-F238E27FC236}">
                <a16:creationId xmlns:a16="http://schemas.microsoft.com/office/drawing/2014/main" id="{CB6FD704-304A-47ED-A0D1-FFDE18EF4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353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3" name="data_4875">
            <a:extLst xmlns:a="http://schemas.openxmlformats.org/drawingml/2006/main">
              <a:ext uri="{FF2B5EF4-FFF2-40B4-BE49-F238E27FC236}">
                <a16:creationId xmlns:a16="http://schemas.microsoft.com/office/drawing/2014/main" id="{AAC833FC-D9B6-40A8-B5F8-FBF55A3F0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607" y="50259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4" name="data_4876">
            <a:extLst xmlns:a="http://schemas.openxmlformats.org/drawingml/2006/main">
              <a:ext uri="{FF2B5EF4-FFF2-40B4-BE49-F238E27FC236}">
                <a16:creationId xmlns:a16="http://schemas.microsoft.com/office/drawing/2014/main" id="{C110B6E0-DAB8-43D1-BD74-22D620813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4376" y="53733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5" name="data_4877">
            <a:extLst xmlns:a="http://schemas.openxmlformats.org/drawingml/2006/main">
              <a:ext uri="{FF2B5EF4-FFF2-40B4-BE49-F238E27FC236}">
                <a16:creationId xmlns:a16="http://schemas.microsoft.com/office/drawing/2014/main" id="{77665EF9-40C1-4308-AC3A-2E5BA2EEE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317" y="448714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6" name="data_4878">
            <a:extLst xmlns:a="http://schemas.openxmlformats.org/drawingml/2006/main">
              <a:ext uri="{FF2B5EF4-FFF2-40B4-BE49-F238E27FC236}">
                <a16:creationId xmlns:a16="http://schemas.microsoft.com/office/drawing/2014/main" id="{8F504442-D937-4BBE-932B-C18E0B35A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317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7" name="data_4879">
            <a:extLst xmlns:a="http://schemas.openxmlformats.org/drawingml/2006/main">
              <a:ext uri="{FF2B5EF4-FFF2-40B4-BE49-F238E27FC236}">
                <a16:creationId xmlns:a16="http://schemas.microsoft.com/office/drawing/2014/main" id="{7A939FE4-6D23-461B-9C49-1335B73B9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4314" y="440017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8" name="data_4880">
            <a:extLst xmlns:a="http://schemas.openxmlformats.org/drawingml/2006/main">
              <a:ext uri="{FF2B5EF4-FFF2-40B4-BE49-F238E27FC236}">
                <a16:creationId xmlns:a16="http://schemas.microsoft.com/office/drawing/2014/main" id="{8F605CF6-DA05-4F7A-9A5B-9935E3FF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77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9" name="data_4881">
            <a:extLst xmlns:a="http://schemas.openxmlformats.org/drawingml/2006/main">
              <a:ext uri="{FF2B5EF4-FFF2-40B4-BE49-F238E27FC236}">
                <a16:creationId xmlns:a16="http://schemas.microsoft.com/office/drawing/2014/main" id="{05A6AE17-FA7F-472E-8E50-A51B5B31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0595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0" name="data_4882">
            <a:extLst xmlns:a="http://schemas.openxmlformats.org/drawingml/2006/main">
              <a:ext uri="{FF2B5EF4-FFF2-40B4-BE49-F238E27FC236}">
                <a16:creationId xmlns:a16="http://schemas.microsoft.com/office/drawing/2014/main" id="{817614D4-1FBD-40B0-A2FE-1301B61D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213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1" name="data_4883">
            <a:extLst xmlns:a="http://schemas.openxmlformats.org/drawingml/2006/main">
              <a:ext uri="{FF2B5EF4-FFF2-40B4-BE49-F238E27FC236}">
                <a16:creationId xmlns:a16="http://schemas.microsoft.com/office/drawing/2014/main" id="{20C7D8AA-6EBB-41AF-96FB-CBA119EEF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9720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2" name="data_4884">
            <a:extLst xmlns:a="http://schemas.openxmlformats.org/drawingml/2006/main">
              <a:ext uri="{FF2B5EF4-FFF2-40B4-BE49-F238E27FC236}">
                <a16:creationId xmlns:a16="http://schemas.microsoft.com/office/drawing/2014/main" id="{15BFC046-BA7C-4C53-8296-17DDFCCCA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912" y="487768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3" name="data_4885">
            <a:extLst xmlns:a="http://schemas.openxmlformats.org/drawingml/2006/main">
              <a:ext uri="{FF2B5EF4-FFF2-40B4-BE49-F238E27FC236}">
                <a16:creationId xmlns:a16="http://schemas.microsoft.com/office/drawing/2014/main" id="{BF78F68B-E76A-4494-A517-086DD3385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607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4" name="data_4886">
            <a:extLst xmlns:a="http://schemas.openxmlformats.org/drawingml/2006/main">
              <a:ext uri="{FF2B5EF4-FFF2-40B4-BE49-F238E27FC236}">
                <a16:creationId xmlns:a16="http://schemas.microsoft.com/office/drawing/2014/main" id="{3E550967-7243-433B-9E43-F52191449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1090" y="43002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5" name="data_4887">
            <a:extLst xmlns:a="http://schemas.openxmlformats.org/drawingml/2006/main">
              <a:ext uri="{FF2B5EF4-FFF2-40B4-BE49-F238E27FC236}">
                <a16:creationId xmlns:a16="http://schemas.microsoft.com/office/drawing/2014/main" id="{85C92D48-A840-4E82-BC35-18B2383E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827" y="4724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6" name="data_4888">
            <a:extLst xmlns:a="http://schemas.openxmlformats.org/drawingml/2006/main">
              <a:ext uri="{FF2B5EF4-FFF2-40B4-BE49-F238E27FC236}">
                <a16:creationId xmlns:a16="http://schemas.microsoft.com/office/drawing/2014/main" id="{990986EA-28E0-437B-91DD-C69D48493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749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7" name="data_4889">
            <a:extLst xmlns:a="http://schemas.openxmlformats.org/drawingml/2006/main">
              <a:ext uri="{FF2B5EF4-FFF2-40B4-BE49-F238E27FC236}">
                <a16:creationId xmlns:a16="http://schemas.microsoft.com/office/drawing/2014/main" id="{9AF26C32-A0E9-4E0D-9772-58D3C8CB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783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8" name="data_4890">
            <a:extLst xmlns:a="http://schemas.openxmlformats.org/drawingml/2006/main">
              <a:ext uri="{FF2B5EF4-FFF2-40B4-BE49-F238E27FC236}">
                <a16:creationId xmlns:a16="http://schemas.microsoft.com/office/drawing/2014/main" id="{C4D4FD64-519E-4867-9055-3BF1E4330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8484" y="50225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9" name="data_4891">
            <a:extLst xmlns:a="http://schemas.openxmlformats.org/drawingml/2006/main">
              <a:ext uri="{FF2B5EF4-FFF2-40B4-BE49-F238E27FC236}">
                <a16:creationId xmlns:a16="http://schemas.microsoft.com/office/drawing/2014/main" id="{4EB1AC38-1F41-4065-B115-254FAF34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716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0" name="data_4892">
            <a:extLst xmlns:a="http://schemas.openxmlformats.org/drawingml/2006/main">
              <a:ext uri="{FF2B5EF4-FFF2-40B4-BE49-F238E27FC236}">
                <a16:creationId xmlns:a16="http://schemas.microsoft.com/office/drawing/2014/main" id="{CF151823-B151-4056-8201-484E5531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30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1" name="data_4893">
            <a:extLst xmlns:a="http://schemas.openxmlformats.org/drawingml/2006/main">
              <a:ext uri="{FF2B5EF4-FFF2-40B4-BE49-F238E27FC236}">
                <a16:creationId xmlns:a16="http://schemas.microsoft.com/office/drawing/2014/main" id="{0F24A879-22CD-4E07-B87B-273D1BE83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9013" y="449806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2" name="data_4894">
            <a:extLst xmlns:a="http://schemas.openxmlformats.org/drawingml/2006/main">
              <a:ext uri="{FF2B5EF4-FFF2-40B4-BE49-F238E27FC236}">
                <a16:creationId xmlns:a16="http://schemas.microsoft.com/office/drawing/2014/main" id="{E3FA1112-819A-43FE-A24D-BF41FFE2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893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3" name="data_4895">
            <a:extLst xmlns:a="http://schemas.openxmlformats.org/drawingml/2006/main">
              <a:ext uri="{FF2B5EF4-FFF2-40B4-BE49-F238E27FC236}">
                <a16:creationId xmlns:a16="http://schemas.microsoft.com/office/drawing/2014/main" id="{E49C7F8A-0D20-411F-9C6E-98E0A1460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1577" y="40459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4" name="data_4896">
            <a:extLst xmlns:a="http://schemas.openxmlformats.org/drawingml/2006/main">
              <a:ext uri="{FF2B5EF4-FFF2-40B4-BE49-F238E27FC236}">
                <a16:creationId xmlns:a16="http://schemas.microsoft.com/office/drawing/2014/main" id="{3FCC1D0D-D7A8-44F7-9428-A2D959B87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2391" y="498792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5" name="data_4897">
            <a:extLst xmlns:a="http://schemas.openxmlformats.org/drawingml/2006/main">
              <a:ext uri="{FF2B5EF4-FFF2-40B4-BE49-F238E27FC236}">
                <a16:creationId xmlns:a16="http://schemas.microsoft.com/office/drawing/2014/main" id="{6F2214B1-7AB8-4DAF-9A4C-4B4F8D324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435" y="470609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6" name="data_4898">
            <a:extLst xmlns:a="http://schemas.openxmlformats.org/drawingml/2006/main">
              <a:ext uri="{FF2B5EF4-FFF2-40B4-BE49-F238E27FC236}">
                <a16:creationId xmlns:a16="http://schemas.microsoft.com/office/drawing/2014/main" id="{C54F46F1-0AA8-47D4-837C-D72087DB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54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7" name="data_4899">
            <a:extLst xmlns:a="http://schemas.openxmlformats.org/drawingml/2006/main">
              <a:ext uri="{FF2B5EF4-FFF2-40B4-BE49-F238E27FC236}">
                <a16:creationId xmlns:a16="http://schemas.microsoft.com/office/drawing/2014/main" id="{1AC84639-1242-4DF7-A6F9-F887DD80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7465" y="476179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8" name="data_4900">
            <a:extLst xmlns:a="http://schemas.openxmlformats.org/drawingml/2006/main">
              <a:ext uri="{FF2B5EF4-FFF2-40B4-BE49-F238E27FC236}">
                <a16:creationId xmlns:a16="http://schemas.microsoft.com/office/drawing/2014/main" id="{F56CACDE-098E-4076-B4E5-4A9537516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002" y="507678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9" name="data_4901">
            <a:extLst xmlns:a="http://schemas.openxmlformats.org/drawingml/2006/main">
              <a:ext uri="{FF2B5EF4-FFF2-40B4-BE49-F238E27FC236}">
                <a16:creationId xmlns:a16="http://schemas.microsoft.com/office/drawing/2014/main" id="{6B20DACF-1EBA-47F7-BB1A-AA0CB4A2F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478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0" name="data_4902">
            <a:extLst xmlns:a="http://schemas.openxmlformats.org/drawingml/2006/main">
              <a:ext uri="{FF2B5EF4-FFF2-40B4-BE49-F238E27FC236}">
                <a16:creationId xmlns:a16="http://schemas.microsoft.com/office/drawing/2014/main" id="{CD3F8019-27B4-4C31-9088-6FA167E3A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6452" y="521830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1" name="data_4903">
            <a:extLst xmlns:a="http://schemas.openxmlformats.org/drawingml/2006/main">
              <a:ext uri="{FF2B5EF4-FFF2-40B4-BE49-F238E27FC236}">
                <a16:creationId xmlns:a16="http://schemas.microsoft.com/office/drawing/2014/main" id="{3AFF2CC6-2276-4B10-85E9-F8ECC132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0406" y="52666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2" name="data_4904">
            <a:extLst xmlns:a="http://schemas.openxmlformats.org/drawingml/2006/main">
              <a:ext uri="{FF2B5EF4-FFF2-40B4-BE49-F238E27FC236}">
                <a16:creationId xmlns:a16="http://schemas.microsoft.com/office/drawing/2014/main" id="{98F679E2-03C4-42D9-8E59-0AAB5AB2E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729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3" name="data_4905">
            <a:extLst xmlns:a="http://schemas.openxmlformats.org/drawingml/2006/main">
              <a:ext uri="{FF2B5EF4-FFF2-40B4-BE49-F238E27FC236}">
                <a16:creationId xmlns:a16="http://schemas.microsoft.com/office/drawing/2014/main" id="{864B0137-A54E-4294-AA6F-D72A6252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53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4" name="data_4906">
            <a:extLst xmlns:a="http://schemas.openxmlformats.org/drawingml/2006/main">
              <a:ext uri="{FF2B5EF4-FFF2-40B4-BE49-F238E27FC236}">
                <a16:creationId xmlns:a16="http://schemas.microsoft.com/office/drawing/2014/main" id="{490A1488-92BC-4A43-9560-52379589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29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5" name="data_4907">
            <a:extLst xmlns:a="http://schemas.openxmlformats.org/drawingml/2006/main">
              <a:ext uri="{FF2B5EF4-FFF2-40B4-BE49-F238E27FC236}">
                <a16:creationId xmlns:a16="http://schemas.microsoft.com/office/drawing/2014/main" id="{64D87217-F72F-45D7-86CA-23939B269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044" y="509895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6" name="data_4908">
            <a:extLst xmlns:a="http://schemas.openxmlformats.org/drawingml/2006/main">
              <a:ext uri="{FF2B5EF4-FFF2-40B4-BE49-F238E27FC236}">
                <a16:creationId xmlns:a16="http://schemas.microsoft.com/office/drawing/2014/main" id="{1CEE3AD7-6E85-4779-B460-93FEE9219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734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7" name="data_4909">
            <a:extLst xmlns:a="http://schemas.openxmlformats.org/drawingml/2006/main">
              <a:ext uri="{FF2B5EF4-FFF2-40B4-BE49-F238E27FC236}">
                <a16:creationId xmlns:a16="http://schemas.microsoft.com/office/drawing/2014/main" id="{B0C18B85-D4E7-4143-8594-BBFD892A0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7603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8" name="data_4910">
            <a:extLst xmlns:a="http://schemas.openxmlformats.org/drawingml/2006/main">
              <a:ext uri="{FF2B5EF4-FFF2-40B4-BE49-F238E27FC236}">
                <a16:creationId xmlns:a16="http://schemas.microsoft.com/office/drawing/2014/main" id="{E98A59BA-B87A-4CF2-B839-D92F42AC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476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9" name="data_4911">
            <a:extLst xmlns:a="http://schemas.openxmlformats.org/drawingml/2006/main">
              <a:ext uri="{FF2B5EF4-FFF2-40B4-BE49-F238E27FC236}">
                <a16:creationId xmlns:a16="http://schemas.microsoft.com/office/drawing/2014/main" id="{29A15A85-D016-40EF-A7E4-E0CE11F9A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07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0" name="data_4912">
            <a:extLst xmlns:a="http://schemas.openxmlformats.org/drawingml/2006/main">
              <a:ext uri="{FF2B5EF4-FFF2-40B4-BE49-F238E27FC236}">
                <a16:creationId xmlns:a16="http://schemas.microsoft.com/office/drawing/2014/main" id="{6AD3BA72-A796-40D9-AF2B-64AE2B075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734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1" name="data_4913">
            <a:extLst xmlns:a="http://schemas.openxmlformats.org/drawingml/2006/main">
              <a:ext uri="{FF2B5EF4-FFF2-40B4-BE49-F238E27FC236}">
                <a16:creationId xmlns:a16="http://schemas.microsoft.com/office/drawing/2014/main" id="{74AC488A-8495-4E5D-863B-9B4FB214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8206" y="52214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2" name="data_4914">
            <a:extLst xmlns:a="http://schemas.openxmlformats.org/drawingml/2006/main">
              <a:ext uri="{FF2B5EF4-FFF2-40B4-BE49-F238E27FC236}">
                <a16:creationId xmlns:a16="http://schemas.microsoft.com/office/drawing/2014/main" id="{D3265BB6-9957-4B48-9901-9CB11E6CD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898" y="446713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3" name="data_4915">
            <a:extLst xmlns:a="http://schemas.openxmlformats.org/drawingml/2006/main">
              <a:ext uri="{FF2B5EF4-FFF2-40B4-BE49-F238E27FC236}">
                <a16:creationId xmlns:a16="http://schemas.microsoft.com/office/drawing/2014/main" id="{757F9DE4-2289-4B77-965F-07CB287B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727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4" name="data_4916">
            <a:extLst xmlns:a="http://schemas.openxmlformats.org/drawingml/2006/main">
              <a:ext uri="{FF2B5EF4-FFF2-40B4-BE49-F238E27FC236}">
                <a16:creationId xmlns:a16="http://schemas.microsoft.com/office/drawing/2014/main" id="{BA2B4F8B-41AA-4FB1-9F35-D2F4A73FC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70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5" name="data_4917">
            <a:extLst xmlns:a="http://schemas.openxmlformats.org/drawingml/2006/main">
              <a:ext uri="{FF2B5EF4-FFF2-40B4-BE49-F238E27FC236}">
                <a16:creationId xmlns:a16="http://schemas.microsoft.com/office/drawing/2014/main" id="{67DDBBD6-CB8D-48F2-97B8-0B664719A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106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6" name="data_4918">
            <a:extLst xmlns:a="http://schemas.openxmlformats.org/drawingml/2006/main">
              <a:ext uri="{FF2B5EF4-FFF2-40B4-BE49-F238E27FC236}">
                <a16:creationId xmlns:a16="http://schemas.microsoft.com/office/drawing/2014/main" id="{F5AB6378-E5EC-45F3-AA9D-517DF4517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7845" y="53806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7" name="data_4919">
            <a:extLst xmlns:a="http://schemas.openxmlformats.org/drawingml/2006/main">
              <a:ext uri="{FF2B5EF4-FFF2-40B4-BE49-F238E27FC236}">
                <a16:creationId xmlns:a16="http://schemas.microsoft.com/office/drawing/2014/main" id="{42342F2D-09FE-4979-A144-FED74C26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766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8" name="data_4920">
            <a:extLst xmlns:a="http://schemas.openxmlformats.org/drawingml/2006/main">
              <a:ext uri="{FF2B5EF4-FFF2-40B4-BE49-F238E27FC236}">
                <a16:creationId xmlns:a16="http://schemas.microsoft.com/office/drawing/2014/main" id="{701EA73E-8740-4AF4-9D8B-F23E85649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1507" y="450383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9" name="data_4921">
            <a:extLst xmlns:a="http://schemas.openxmlformats.org/drawingml/2006/main">
              <a:ext uri="{FF2B5EF4-FFF2-40B4-BE49-F238E27FC236}">
                <a16:creationId xmlns:a16="http://schemas.microsoft.com/office/drawing/2014/main" id="{0AE3CAF8-22B4-4A02-9043-FCF2646DA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438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0" name="data_4922">
            <a:extLst xmlns:a="http://schemas.openxmlformats.org/drawingml/2006/main">
              <a:ext uri="{FF2B5EF4-FFF2-40B4-BE49-F238E27FC236}">
                <a16:creationId xmlns:a16="http://schemas.microsoft.com/office/drawing/2014/main" id="{148EB4B1-7F1C-48A9-9C88-D6FDD8BF7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7939" y="435519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1" name="data_4923">
            <a:extLst xmlns:a="http://schemas.openxmlformats.org/drawingml/2006/main">
              <a:ext uri="{FF2B5EF4-FFF2-40B4-BE49-F238E27FC236}">
                <a16:creationId xmlns:a16="http://schemas.microsoft.com/office/drawing/2014/main" id="{B11EA61A-EB01-456E-9534-AE9FA967D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6022" y="421064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2" name="data_4924">
            <a:extLst xmlns:a="http://schemas.openxmlformats.org/drawingml/2006/main">
              <a:ext uri="{FF2B5EF4-FFF2-40B4-BE49-F238E27FC236}">
                <a16:creationId xmlns:a16="http://schemas.microsoft.com/office/drawing/2014/main" id="{A1F11719-7B82-4D89-9775-B6D9FF3AF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4110" y="52666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3" name="data_4925">
            <a:extLst xmlns:a="http://schemas.openxmlformats.org/drawingml/2006/main">
              <a:ext uri="{FF2B5EF4-FFF2-40B4-BE49-F238E27FC236}">
                <a16:creationId xmlns:a16="http://schemas.microsoft.com/office/drawing/2014/main" id="{8D53281F-4489-4EF2-8D7B-B42FE34B7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0719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4" name="data_4926">
            <a:extLst xmlns:a="http://schemas.openxmlformats.org/drawingml/2006/main">
              <a:ext uri="{FF2B5EF4-FFF2-40B4-BE49-F238E27FC236}">
                <a16:creationId xmlns:a16="http://schemas.microsoft.com/office/drawing/2014/main" id="{12E20BA5-B231-4230-8364-3EC1D64A0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336" y="40459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5" name="data_4927">
            <a:extLst xmlns:a="http://schemas.openxmlformats.org/drawingml/2006/main">
              <a:ext uri="{FF2B5EF4-FFF2-40B4-BE49-F238E27FC236}">
                <a16:creationId xmlns:a16="http://schemas.microsoft.com/office/drawing/2014/main" id="{6D40B3C1-C322-448A-A0CA-5362CDA1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917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6" name="data_4928">
            <a:extLst xmlns:a="http://schemas.openxmlformats.org/drawingml/2006/main">
              <a:ext uri="{FF2B5EF4-FFF2-40B4-BE49-F238E27FC236}">
                <a16:creationId xmlns:a16="http://schemas.microsoft.com/office/drawing/2014/main" id="{8D363280-2048-4541-8BBB-5E1058900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415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7" name="data_4929">
            <a:extLst xmlns:a="http://schemas.openxmlformats.org/drawingml/2006/main">
              <a:ext uri="{FF2B5EF4-FFF2-40B4-BE49-F238E27FC236}">
                <a16:creationId xmlns:a16="http://schemas.microsoft.com/office/drawing/2014/main" id="{13437753-D9B3-467B-ABEB-AAE09D84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4970" y="415808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8" name="data_4930">
            <a:extLst xmlns:a="http://schemas.openxmlformats.org/drawingml/2006/main">
              <a:ext uri="{FF2B5EF4-FFF2-40B4-BE49-F238E27FC236}">
                <a16:creationId xmlns:a16="http://schemas.microsoft.com/office/drawing/2014/main" id="{466BA53A-FBB7-41CF-8610-56465FFD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9921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9" name="data_4931">
            <a:extLst xmlns:a="http://schemas.openxmlformats.org/drawingml/2006/main">
              <a:ext uri="{FF2B5EF4-FFF2-40B4-BE49-F238E27FC236}">
                <a16:creationId xmlns:a16="http://schemas.microsoft.com/office/drawing/2014/main" id="{22B70DC4-7651-48E5-8604-F84AE5EA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269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0" name="data_4932">
            <a:extLst xmlns:a="http://schemas.openxmlformats.org/drawingml/2006/main">
              <a:ext uri="{FF2B5EF4-FFF2-40B4-BE49-F238E27FC236}">
                <a16:creationId xmlns:a16="http://schemas.microsoft.com/office/drawing/2014/main" id="{49FD0019-F3C4-4511-AEDA-F7754A98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5772" y="47512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1" name="data_4933">
            <a:extLst xmlns:a="http://schemas.openxmlformats.org/drawingml/2006/main">
              <a:ext uri="{FF2B5EF4-FFF2-40B4-BE49-F238E27FC236}">
                <a16:creationId xmlns:a16="http://schemas.microsoft.com/office/drawing/2014/main" id="{9BAD5E35-40C7-4EFC-95B1-01818DC5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5954" y="4385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2" name="data_4934">
            <a:extLst xmlns:a="http://schemas.openxmlformats.org/drawingml/2006/main">
              <a:ext uri="{FF2B5EF4-FFF2-40B4-BE49-F238E27FC236}">
                <a16:creationId xmlns:a16="http://schemas.microsoft.com/office/drawing/2014/main" id="{FA187338-1845-426C-9632-62489CF7A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635" y="47512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3" name="data_4935">
            <a:extLst xmlns:a="http://schemas.openxmlformats.org/drawingml/2006/main">
              <a:ext uri="{FF2B5EF4-FFF2-40B4-BE49-F238E27FC236}">
                <a16:creationId xmlns:a16="http://schemas.microsoft.com/office/drawing/2014/main" id="{5A0C7379-E674-44A6-8D77-11E13731A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219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4" name="data_4936">
            <a:extLst xmlns:a="http://schemas.openxmlformats.org/drawingml/2006/main">
              <a:ext uri="{FF2B5EF4-FFF2-40B4-BE49-F238E27FC236}">
                <a16:creationId xmlns:a16="http://schemas.microsoft.com/office/drawing/2014/main" id="{1D92DD25-4B8C-4814-BC7B-E0760CA9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4999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5" name="data_4937">
            <a:extLst xmlns:a="http://schemas.openxmlformats.org/drawingml/2006/main">
              <a:ext uri="{FF2B5EF4-FFF2-40B4-BE49-F238E27FC236}">
                <a16:creationId xmlns:a16="http://schemas.microsoft.com/office/drawing/2014/main" id="{13CF2759-122F-42A1-901A-5EE439324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272" y="503484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6" name="data_4938">
            <a:extLst xmlns:a="http://schemas.openxmlformats.org/drawingml/2006/main">
              <a:ext uri="{FF2B5EF4-FFF2-40B4-BE49-F238E27FC236}">
                <a16:creationId xmlns:a16="http://schemas.microsoft.com/office/drawing/2014/main" id="{3050A090-E576-4B45-A911-5A94894C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6205" y="531732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7" name="data_4939">
            <a:extLst xmlns:a="http://schemas.openxmlformats.org/drawingml/2006/main">
              <a:ext uri="{FF2B5EF4-FFF2-40B4-BE49-F238E27FC236}">
                <a16:creationId xmlns:a16="http://schemas.microsoft.com/office/drawing/2014/main" id="{DBC76E9D-A68D-43A9-BE2E-9B2C7011F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112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8" name="data_4940">
            <a:extLst xmlns:a="http://schemas.openxmlformats.org/drawingml/2006/main">
              <a:ext uri="{FF2B5EF4-FFF2-40B4-BE49-F238E27FC236}">
                <a16:creationId xmlns:a16="http://schemas.microsoft.com/office/drawing/2014/main" id="{0BB1138D-B442-4D58-8207-49899A99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496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9" name="data_4941">
            <a:extLst xmlns:a="http://schemas.openxmlformats.org/drawingml/2006/main">
              <a:ext uri="{FF2B5EF4-FFF2-40B4-BE49-F238E27FC236}">
                <a16:creationId xmlns:a16="http://schemas.microsoft.com/office/drawing/2014/main" id="{A6516563-5C7D-417A-BBA1-3A3193CA3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0619" y="499627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0" name="data_4942">
            <a:extLst xmlns:a="http://schemas.openxmlformats.org/drawingml/2006/main">
              <a:ext uri="{FF2B5EF4-FFF2-40B4-BE49-F238E27FC236}">
                <a16:creationId xmlns:a16="http://schemas.microsoft.com/office/drawing/2014/main" id="{C14C5E6A-FE84-4F67-ABF1-31A7DC10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329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1" name="data_4943">
            <a:extLst xmlns:a="http://schemas.openxmlformats.org/drawingml/2006/main">
              <a:ext uri="{FF2B5EF4-FFF2-40B4-BE49-F238E27FC236}">
                <a16:creationId xmlns:a16="http://schemas.microsoft.com/office/drawing/2014/main" id="{8BAD5903-1722-4F08-98F5-9CF3B9829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2388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2" name="data_4944">
            <a:extLst xmlns:a="http://schemas.openxmlformats.org/drawingml/2006/main">
              <a:ext uri="{FF2B5EF4-FFF2-40B4-BE49-F238E27FC236}">
                <a16:creationId xmlns:a16="http://schemas.microsoft.com/office/drawing/2014/main" id="{7F3663E7-0EED-421D-9B80-589FD576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885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3" name="data_4945">
            <a:extLst xmlns:a="http://schemas.openxmlformats.org/drawingml/2006/main">
              <a:ext uri="{FF2B5EF4-FFF2-40B4-BE49-F238E27FC236}">
                <a16:creationId xmlns:a16="http://schemas.microsoft.com/office/drawing/2014/main" id="{789B6220-DF22-4D28-BE18-5FBCEDE4B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07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4" name="data_4946">
            <a:extLst xmlns:a="http://schemas.openxmlformats.org/drawingml/2006/main">
              <a:ext uri="{FF2B5EF4-FFF2-40B4-BE49-F238E27FC236}">
                <a16:creationId xmlns:a16="http://schemas.microsoft.com/office/drawing/2014/main" id="{6600EAC9-281F-4789-A9E9-D53B6EED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67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5" name="data_4947">
            <a:extLst xmlns:a="http://schemas.openxmlformats.org/drawingml/2006/main">
              <a:ext uri="{FF2B5EF4-FFF2-40B4-BE49-F238E27FC236}">
                <a16:creationId xmlns:a16="http://schemas.microsoft.com/office/drawing/2014/main" id="{79D16AA4-AF81-4C99-ABA6-F4DF3E1E8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709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6" name="data_4948">
            <a:extLst xmlns:a="http://schemas.openxmlformats.org/drawingml/2006/main">
              <a:ext uri="{FF2B5EF4-FFF2-40B4-BE49-F238E27FC236}">
                <a16:creationId xmlns:a16="http://schemas.microsoft.com/office/drawing/2014/main" id="{B82080BF-734D-43E6-8E58-D1CFF7A1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327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7" name="data_4949">
            <a:extLst xmlns:a="http://schemas.openxmlformats.org/drawingml/2006/main">
              <a:ext uri="{FF2B5EF4-FFF2-40B4-BE49-F238E27FC236}">
                <a16:creationId xmlns:a16="http://schemas.microsoft.com/office/drawing/2014/main" id="{C5AD62A8-0630-469E-8BB5-1BA17382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7812" y="3978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8" name="data_4950">
            <a:extLst xmlns:a="http://schemas.openxmlformats.org/drawingml/2006/main">
              <a:ext uri="{FF2B5EF4-FFF2-40B4-BE49-F238E27FC236}">
                <a16:creationId xmlns:a16="http://schemas.microsoft.com/office/drawing/2014/main" id="{BC82E232-9684-4953-A077-3141A07C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5497" y="449806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9" name="data_4951">
            <a:extLst xmlns:a="http://schemas.openxmlformats.org/drawingml/2006/main">
              <a:ext uri="{FF2B5EF4-FFF2-40B4-BE49-F238E27FC236}">
                <a16:creationId xmlns:a16="http://schemas.microsoft.com/office/drawing/2014/main" id="{B875DEA8-635F-41CA-998A-7B9509C9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975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0" name="data_4952">
            <a:extLst xmlns:a="http://schemas.openxmlformats.org/drawingml/2006/main">
              <a:ext uri="{FF2B5EF4-FFF2-40B4-BE49-F238E27FC236}">
                <a16:creationId xmlns:a16="http://schemas.microsoft.com/office/drawing/2014/main" id="{3D614606-4934-477B-A465-A6A1BBA58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050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1" name="data_4953">
            <a:extLst xmlns:a="http://schemas.openxmlformats.org/drawingml/2006/main">
              <a:ext uri="{FF2B5EF4-FFF2-40B4-BE49-F238E27FC236}">
                <a16:creationId xmlns:a16="http://schemas.microsoft.com/office/drawing/2014/main" id="{D7B04614-188A-434D-A0DC-54522EBA8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473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2" name="data_4954">
            <a:extLst xmlns:a="http://schemas.openxmlformats.org/drawingml/2006/main">
              <a:ext uri="{FF2B5EF4-FFF2-40B4-BE49-F238E27FC236}">
                <a16:creationId xmlns:a16="http://schemas.microsoft.com/office/drawing/2014/main" id="{D65D15B4-2A94-4816-BA92-829DBB967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003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3" name="data_4955">
            <a:extLst xmlns:a="http://schemas.openxmlformats.org/drawingml/2006/main">
              <a:ext uri="{FF2B5EF4-FFF2-40B4-BE49-F238E27FC236}">
                <a16:creationId xmlns:a16="http://schemas.microsoft.com/office/drawing/2014/main" id="{52A32AF3-5689-4F6B-8D3F-68238BAF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747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4" name="data_4956">
            <a:extLst xmlns:a="http://schemas.openxmlformats.org/drawingml/2006/main">
              <a:ext uri="{FF2B5EF4-FFF2-40B4-BE49-F238E27FC236}">
                <a16:creationId xmlns:a16="http://schemas.microsoft.com/office/drawing/2014/main" id="{C6E67B89-147C-401D-BBFC-C34D5610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6093" y="43443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5" name="data_4957">
            <a:extLst xmlns:a="http://schemas.openxmlformats.org/drawingml/2006/main">
              <a:ext uri="{FF2B5EF4-FFF2-40B4-BE49-F238E27FC236}">
                <a16:creationId xmlns:a16="http://schemas.microsoft.com/office/drawing/2014/main" id="{E3351744-92D7-4351-B6B1-3AC53A4EE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075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6" name="data_4958">
            <a:extLst xmlns:a="http://schemas.openxmlformats.org/drawingml/2006/main">
              <a:ext uri="{FF2B5EF4-FFF2-40B4-BE49-F238E27FC236}">
                <a16:creationId xmlns:a16="http://schemas.microsoft.com/office/drawing/2014/main" id="{6C84AB16-BF24-4383-8735-CEDCFF2F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705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7" name="data_4959">
            <a:extLst xmlns:a="http://schemas.openxmlformats.org/drawingml/2006/main">
              <a:ext uri="{FF2B5EF4-FFF2-40B4-BE49-F238E27FC236}">
                <a16:creationId xmlns:a16="http://schemas.microsoft.com/office/drawing/2014/main" id="{07CA39C4-1DC6-49C2-9C52-79FB79791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3265" y="41815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8" name="data_4960">
            <a:extLst xmlns:a="http://schemas.openxmlformats.org/drawingml/2006/main">
              <a:ext uri="{FF2B5EF4-FFF2-40B4-BE49-F238E27FC236}">
                <a16:creationId xmlns:a16="http://schemas.microsoft.com/office/drawing/2014/main" id="{0C609CF8-4311-4C92-BB3D-A432A455C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322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9" name="data_4961">
            <a:extLst xmlns:a="http://schemas.openxmlformats.org/drawingml/2006/main">
              <a:ext uri="{FF2B5EF4-FFF2-40B4-BE49-F238E27FC236}">
                <a16:creationId xmlns:a16="http://schemas.microsoft.com/office/drawing/2014/main" id="{6E768680-1813-4FB1-B4C7-FDD805B25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81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0" name="data_4962">
            <a:extLst xmlns:a="http://schemas.openxmlformats.org/drawingml/2006/main">
              <a:ext uri="{FF2B5EF4-FFF2-40B4-BE49-F238E27FC236}">
                <a16:creationId xmlns:a16="http://schemas.microsoft.com/office/drawing/2014/main" id="{CFEACF79-7B99-428B-BE76-B97A2B66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0036" y="39022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1" name="data_4963">
            <a:extLst xmlns:a="http://schemas.openxmlformats.org/drawingml/2006/main">
              <a:ext uri="{FF2B5EF4-FFF2-40B4-BE49-F238E27FC236}">
                <a16:creationId xmlns:a16="http://schemas.microsoft.com/office/drawing/2014/main" id="{BCA6E992-D8A1-44CE-8F9F-E2D26B396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4634" y="50324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2" name="data_4964">
            <a:extLst xmlns:a="http://schemas.openxmlformats.org/drawingml/2006/main">
              <a:ext uri="{FF2B5EF4-FFF2-40B4-BE49-F238E27FC236}">
                <a16:creationId xmlns:a16="http://schemas.microsoft.com/office/drawing/2014/main" id="{64E53555-B937-4F53-A5E6-938AE5D98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4935" y="434738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3" name="data_4965">
            <a:extLst xmlns:a="http://schemas.openxmlformats.org/drawingml/2006/main">
              <a:ext uri="{FF2B5EF4-FFF2-40B4-BE49-F238E27FC236}">
                <a16:creationId xmlns:a16="http://schemas.microsoft.com/office/drawing/2014/main" id="{F27349E8-76F2-4D33-B29A-9DB8862B2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9623" y="529573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4" name="data_4966">
            <a:extLst xmlns:a="http://schemas.openxmlformats.org/drawingml/2006/main">
              <a:ext uri="{FF2B5EF4-FFF2-40B4-BE49-F238E27FC236}">
                <a16:creationId xmlns:a16="http://schemas.microsoft.com/office/drawing/2014/main" id="{F09C42C0-2EB2-4F1C-878D-BB440CFC6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822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5" name="data_4967">
            <a:extLst xmlns:a="http://schemas.openxmlformats.org/drawingml/2006/main">
              <a:ext uri="{FF2B5EF4-FFF2-40B4-BE49-F238E27FC236}">
                <a16:creationId xmlns:a16="http://schemas.microsoft.com/office/drawing/2014/main" id="{99A448CD-84AB-4D30-A624-1F348310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234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6" name="data_4968">
            <a:extLst xmlns:a="http://schemas.openxmlformats.org/drawingml/2006/main">
              <a:ext uri="{FF2B5EF4-FFF2-40B4-BE49-F238E27FC236}">
                <a16:creationId xmlns:a16="http://schemas.microsoft.com/office/drawing/2014/main" id="{1B8A7CAC-4264-4398-A780-01183DE36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6857" y="537381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7" name="data_4969">
            <a:extLst xmlns:a="http://schemas.openxmlformats.org/drawingml/2006/main">
              <a:ext uri="{FF2B5EF4-FFF2-40B4-BE49-F238E27FC236}">
                <a16:creationId xmlns:a16="http://schemas.microsoft.com/office/drawing/2014/main" id="{C44B3FDA-6E0E-48AC-8EA4-F0C2FAC5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312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8" name="data_4970">
            <a:extLst xmlns:a="http://schemas.openxmlformats.org/drawingml/2006/main">
              <a:ext uri="{FF2B5EF4-FFF2-40B4-BE49-F238E27FC236}">
                <a16:creationId xmlns:a16="http://schemas.microsoft.com/office/drawing/2014/main" id="{42E2D7F5-7607-4E17-B3AB-16D72E62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994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9" name="data_4971">
            <a:extLst xmlns:a="http://schemas.openxmlformats.org/drawingml/2006/main">
              <a:ext uri="{FF2B5EF4-FFF2-40B4-BE49-F238E27FC236}">
                <a16:creationId xmlns:a16="http://schemas.microsoft.com/office/drawing/2014/main" id="{292BF85A-73DA-4F9B-AAAF-D66FAA37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559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0" name="data_4972">
            <a:extLst xmlns:a="http://schemas.openxmlformats.org/drawingml/2006/main">
              <a:ext uri="{FF2B5EF4-FFF2-40B4-BE49-F238E27FC236}">
                <a16:creationId xmlns:a16="http://schemas.microsoft.com/office/drawing/2014/main" id="{384A96A4-5C81-4DE9-9A9C-5776C56E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649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1" name="data_4973">
            <a:extLst xmlns:a="http://schemas.openxmlformats.org/drawingml/2006/main">
              <a:ext uri="{FF2B5EF4-FFF2-40B4-BE49-F238E27FC236}">
                <a16:creationId xmlns:a16="http://schemas.microsoft.com/office/drawing/2014/main" id="{7A19F285-E18C-4A40-9FAA-E2E5A928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43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2" name="data_4974">
            <a:extLst xmlns:a="http://schemas.openxmlformats.org/drawingml/2006/main">
              <a:ext uri="{FF2B5EF4-FFF2-40B4-BE49-F238E27FC236}">
                <a16:creationId xmlns:a16="http://schemas.microsoft.com/office/drawing/2014/main" id="{2978411E-3DB1-4A6E-B901-4230812D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218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3" name="data_4975">
            <a:extLst xmlns:a="http://schemas.openxmlformats.org/drawingml/2006/main">
              <a:ext uri="{FF2B5EF4-FFF2-40B4-BE49-F238E27FC236}">
                <a16:creationId xmlns:a16="http://schemas.microsoft.com/office/drawing/2014/main" id="{9B8173D0-9308-4DB1-BD94-A3B8A2614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9986" y="474221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4" name="data_4976">
            <a:extLst xmlns:a="http://schemas.openxmlformats.org/drawingml/2006/main">
              <a:ext uri="{FF2B5EF4-FFF2-40B4-BE49-F238E27FC236}">
                <a16:creationId xmlns:a16="http://schemas.microsoft.com/office/drawing/2014/main" id="{BD621040-0778-4A1E-9D43-DE5D37BA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7700" y="525117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5" name="data_4977">
            <a:extLst xmlns:a="http://schemas.openxmlformats.org/drawingml/2006/main">
              <a:ext uri="{FF2B5EF4-FFF2-40B4-BE49-F238E27FC236}">
                <a16:creationId xmlns:a16="http://schemas.microsoft.com/office/drawing/2014/main" id="{234BBD73-570F-479C-9BD5-A1E199CB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6846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6" name="data_4978">
            <a:extLst xmlns:a="http://schemas.openxmlformats.org/drawingml/2006/main">
              <a:ext uri="{FF2B5EF4-FFF2-40B4-BE49-F238E27FC236}">
                <a16:creationId xmlns:a16="http://schemas.microsoft.com/office/drawing/2014/main" id="{FEF44455-C127-45CF-97CF-F24F4AEC7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326" y="415533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7" name="data_4979">
            <a:extLst xmlns:a="http://schemas.openxmlformats.org/drawingml/2006/main">
              <a:ext uri="{FF2B5EF4-FFF2-40B4-BE49-F238E27FC236}">
                <a16:creationId xmlns:a16="http://schemas.microsoft.com/office/drawing/2014/main" id="{1E634141-B551-4F6A-A7A2-3F48693E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7720" y="488236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8" name="data_4980">
            <a:extLst xmlns:a="http://schemas.openxmlformats.org/drawingml/2006/main">
              <a:ext uri="{FF2B5EF4-FFF2-40B4-BE49-F238E27FC236}">
                <a16:creationId xmlns:a16="http://schemas.microsoft.com/office/drawing/2014/main" id="{BC851B93-4D54-4B3A-9827-8FADD089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8243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9" name="data_4981">
            <a:extLst xmlns:a="http://schemas.openxmlformats.org/drawingml/2006/main">
              <a:ext uri="{FF2B5EF4-FFF2-40B4-BE49-F238E27FC236}">
                <a16:creationId xmlns:a16="http://schemas.microsoft.com/office/drawing/2014/main" id="{E5FB4787-7838-4524-AD98-C928C8C2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1988" y="39577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0" name="data_4982">
            <a:extLst xmlns:a="http://schemas.openxmlformats.org/drawingml/2006/main">
              <a:ext uri="{FF2B5EF4-FFF2-40B4-BE49-F238E27FC236}">
                <a16:creationId xmlns:a16="http://schemas.microsoft.com/office/drawing/2014/main" id="{E7F5671B-6C9E-42B2-A85B-3017E908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080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1" name="data_4983">
            <a:extLst xmlns:a="http://schemas.openxmlformats.org/drawingml/2006/main">
              <a:ext uri="{FF2B5EF4-FFF2-40B4-BE49-F238E27FC236}">
                <a16:creationId xmlns:a16="http://schemas.microsoft.com/office/drawing/2014/main" id="{DA36ABED-FB52-466B-84E7-70318BC82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935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2" name="data_4984">
            <a:extLst xmlns:a="http://schemas.openxmlformats.org/drawingml/2006/main">
              <a:ext uri="{FF2B5EF4-FFF2-40B4-BE49-F238E27FC236}">
                <a16:creationId xmlns:a16="http://schemas.microsoft.com/office/drawing/2014/main" id="{C94EF2C9-CEEA-4E87-B8FD-FF9F0B537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634" y="537905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3" name="data_4985">
            <a:extLst xmlns:a="http://schemas.openxmlformats.org/drawingml/2006/main">
              <a:ext uri="{FF2B5EF4-FFF2-40B4-BE49-F238E27FC236}">
                <a16:creationId xmlns:a16="http://schemas.microsoft.com/office/drawing/2014/main" id="{0CFBF2BA-4494-4243-97A5-E95B17B6F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279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4" name="data_4986">
            <a:extLst xmlns:a="http://schemas.openxmlformats.org/drawingml/2006/main">
              <a:ext uri="{FF2B5EF4-FFF2-40B4-BE49-F238E27FC236}">
                <a16:creationId xmlns:a16="http://schemas.microsoft.com/office/drawing/2014/main" id="{2F8E30F5-2070-4862-A973-9E3FFCACA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5014" y="4724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5" name="data_4987">
            <a:extLst xmlns:a="http://schemas.openxmlformats.org/drawingml/2006/main">
              <a:ext uri="{FF2B5EF4-FFF2-40B4-BE49-F238E27FC236}">
                <a16:creationId xmlns:a16="http://schemas.microsoft.com/office/drawing/2014/main" id="{95D3355E-F1BB-46E6-A77F-BAA0EBF2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1245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6" name="data_4988">
            <a:extLst xmlns:a="http://schemas.openxmlformats.org/drawingml/2006/main">
              <a:ext uri="{FF2B5EF4-FFF2-40B4-BE49-F238E27FC236}">
                <a16:creationId xmlns:a16="http://schemas.microsoft.com/office/drawing/2014/main" id="{36860606-5187-41BF-9FDB-46CC607A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281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7" name="data_4989">
            <a:extLst xmlns:a="http://schemas.openxmlformats.org/drawingml/2006/main">
              <a:ext uri="{FF2B5EF4-FFF2-40B4-BE49-F238E27FC236}">
                <a16:creationId xmlns:a16="http://schemas.microsoft.com/office/drawing/2014/main" id="{E77FD397-DA77-484F-9691-46DA2284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9602" y="437791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8" name="data_4990">
            <a:extLst xmlns:a="http://schemas.openxmlformats.org/drawingml/2006/main">
              <a:ext uri="{FF2B5EF4-FFF2-40B4-BE49-F238E27FC236}">
                <a16:creationId xmlns:a16="http://schemas.microsoft.com/office/drawing/2014/main" id="{BACB3F6C-3414-40C1-B23D-B7FC7198A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589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9" name="data_4991">
            <a:extLst xmlns:a="http://schemas.openxmlformats.org/drawingml/2006/main">
              <a:ext uri="{FF2B5EF4-FFF2-40B4-BE49-F238E27FC236}">
                <a16:creationId xmlns:a16="http://schemas.microsoft.com/office/drawing/2014/main" id="{5930E452-3E07-4AA0-B8A2-C9EEEE5C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2439" y="4283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0" name="data_4992">
            <a:extLst xmlns:a="http://schemas.openxmlformats.org/drawingml/2006/main">
              <a:ext uri="{FF2B5EF4-FFF2-40B4-BE49-F238E27FC236}">
                <a16:creationId xmlns:a16="http://schemas.microsoft.com/office/drawing/2014/main" id="{9096A582-56C0-4AB0-9333-88D95E202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9017" y="52085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1" name="data_4993">
            <a:extLst xmlns:a="http://schemas.openxmlformats.org/drawingml/2006/main">
              <a:ext uri="{FF2B5EF4-FFF2-40B4-BE49-F238E27FC236}">
                <a16:creationId xmlns:a16="http://schemas.microsoft.com/office/drawing/2014/main" id="{F75EC484-96B1-4B37-95D2-335452655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165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2" name="data_4994">
            <a:extLst xmlns:a="http://schemas.openxmlformats.org/drawingml/2006/main">
              <a:ext uri="{FF2B5EF4-FFF2-40B4-BE49-F238E27FC236}">
                <a16:creationId xmlns:a16="http://schemas.microsoft.com/office/drawing/2014/main" id="{52F6316B-C9FC-4434-A3C6-0F769423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60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3" name="data_4995">
            <a:extLst xmlns:a="http://schemas.openxmlformats.org/drawingml/2006/main">
              <a:ext uri="{FF2B5EF4-FFF2-40B4-BE49-F238E27FC236}">
                <a16:creationId xmlns:a16="http://schemas.microsoft.com/office/drawing/2014/main" id="{3FA13D89-41EB-45F3-A91C-1EFB74EC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7211" y="520930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4" name="data_4996">
            <a:extLst xmlns:a="http://schemas.openxmlformats.org/drawingml/2006/main">
              <a:ext uri="{FF2B5EF4-FFF2-40B4-BE49-F238E27FC236}">
                <a16:creationId xmlns:a16="http://schemas.microsoft.com/office/drawing/2014/main" id="{49AEFAFA-0A1D-4BA0-88A3-E09F13FCE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2342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5" name="data_4997">
            <a:extLst xmlns:a="http://schemas.openxmlformats.org/drawingml/2006/main">
              <a:ext uri="{FF2B5EF4-FFF2-40B4-BE49-F238E27FC236}">
                <a16:creationId xmlns:a16="http://schemas.microsoft.com/office/drawing/2014/main" id="{80585154-DE77-4785-B02E-D45CE898E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694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6" name="data_4998">
            <a:extLst xmlns:a="http://schemas.openxmlformats.org/drawingml/2006/main">
              <a:ext uri="{FF2B5EF4-FFF2-40B4-BE49-F238E27FC236}">
                <a16:creationId xmlns:a16="http://schemas.microsoft.com/office/drawing/2014/main" id="{DF01A0F3-6D45-42D4-B8C8-C1C791520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218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7" name="data_4999">
            <a:extLst xmlns:a="http://schemas.openxmlformats.org/drawingml/2006/main">
              <a:ext uri="{FF2B5EF4-FFF2-40B4-BE49-F238E27FC236}">
                <a16:creationId xmlns:a16="http://schemas.microsoft.com/office/drawing/2014/main" id="{F8AFE007-D027-49E4-9AE9-1D725F2CB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445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8" name="data_5000">
            <a:extLst xmlns:a="http://schemas.openxmlformats.org/drawingml/2006/main">
              <a:ext uri="{FF2B5EF4-FFF2-40B4-BE49-F238E27FC236}">
                <a16:creationId xmlns:a16="http://schemas.microsoft.com/office/drawing/2014/main" id="{2719EA90-6706-430F-85B1-72285791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3767" y="500266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9" name="data_5001">
            <a:extLst xmlns:a="http://schemas.openxmlformats.org/drawingml/2006/main">
              <a:ext uri="{FF2B5EF4-FFF2-40B4-BE49-F238E27FC236}">
                <a16:creationId xmlns:a16="http://schemas.microsoft.com/office/drawing/2014/main" id="{71F83631-1572-4264-A5BE-475481B2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3962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0" name="data_5002">
            <a:extLst xmlns:a="http://schemas.openxmlformats.org/drawingml/2006/main">
              <a:ext uri="{FF2B5EF4-FFF2-40B4-BE49-F238E27FC236}">
                <a16:creationId xmlns:a16="http://schemas.microsoft.com/office/drawing/2014/main" id="{D6CE5F1B-D5AE-40C2-8878-53BE83D1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93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1" name="data_5003">
            <a:extLst xmlns:a="http://schemas.openxmlformats.org/drawingml/2006/main">
              <a:ext uri="{FF2B5EF4-FFF2-40B4-BE49-F238E27FC236}">
                <a16:creationId xmlns:a16="http://schemas.microsoft.com/office/drawing/2014/main" id="{D6DAE0A8-9A5E-4B29-8EB6-A5344793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19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2" name="data_5004">
            <a:extLst xmlns:a="http://schemas.openxmlformats.org/drawingml/2006/main">
              <a:ext uri="{FF2B5EF4-FFF2-40B4-BE49-F238E27FC236}">
                <a16:creationId xmlns:a16="http://schemas.microsoft.com/office/drawing/2014/main" id="{EAED10CC-4C70-4820-AED5-421D408BB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732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3" name="data_5005">
            <a:extLst xmlns:a="http://schemas.openxmlformats.org/drawingml/2006/main">
              <a:ext uri="{FF2B5EF4-FFF2-40B4-BE49-F238E27FC236}">
                <a16:creationId xmlns:a16="http://schemas.microsoft.com/office/drawing/2014/main" id="{C7F506A5-A3EA-4534-B805-689F05514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8582" y="52214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4" name="data_5006">
            <a:extLst xmlns:a="http://schemas.openxmlformats.org/drawingml/2006/main">
              <a:ext uri="{FF2B5EF4-FFF2-40B4-BE49-F238E27FC236}">
                <a16:creationId xmlns:a16="http://schemas.microsoft.com/office/drawing/2014/main" id="{2694291C-23D4-4E47-9C29-DBF390E65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450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5" name="data_5007">
            <a:extLst xmlns:a="http://schemas.openxmlformats.org/drawingml/2006/main">
              <a:ext uri="{FF2B5EF4-FFF2-40B4-BE49-F238E27FC236}">
                <a16:creationId xmlns:a16="http://schemas.microsoft.com/office/drawing/2014/main" id="{24669262-478B-4909-9B3A-C97973E6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28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6" name="data_5008">
            <a:extLst xmlns:a="http://schemas.openxmlformats.org/drawingml/2006/main">
              <a:ext uri="{FF2B5EF4-FFF2-40B4-BE49-F238E27FC236}">
                <a16:creationId xmlns:a16="http://schemas.microsoft.com/office/drawing/2014/main" id="{4B3D783B-DDD1-4E75-98B0-664F0BC3D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589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7" name="data_5009">
            <a:extLst xmlns:a="http://schemas.openxmlformats.org/drawingml/2006/main">
              <a:ext uri="{FF2B5EF4-FFF2-40B4-BE49-F238E27FC236}">
                <a16:creationId xmlns:a16="http://schemas.microsoft.com/office/drawing/2014/main" id="{FAFC6F3C-94CC-41D8-89F0-5F79F80B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174" y="463599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8" name="data_5010">
            <a:extLst xmlns:a="http://schemas.openxmlformats.org/drawingml/2006/main">
              <a:ext uri="{FF2B5EF4-FFF2-40B4-BE49-F238E27FC236}">
                <a16:creationId xmlns:a16="http://schemas.microsoft.com/office/drawing/2014/main" id="{71BB9805-8000-4D73-983D-040336EE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9752" y="476029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9" name="data_5011">
            <a:extLst xmlns:a="http://schemas.openxmlformats.org/drawingml/2006/main">
              <a:ext uri="{FF2B5EF4-FFF2-40B4-BE49-F238E27FC236}">
                <a16:creationId xmlns:a16="http://schemas.microsoft.com/office/drawing/2014/main" id="{B1C2F8A4-D54F-4817-A413-A46A7AAD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147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0" name="data_5012">
            <a:extLst xmlns:a="http://schemas.openxmlformats.org/drawingml/2006/main">
              <a:ext uri="{FF2B5EF4-FFF2-40B4-BE49-F238E27FC236}">
                <a16:creationId xmlns:a16="http://schemas.microsoft.com/office/drawing/2014/main" id="{C9221675-8BD8-4CD0-B9D6-F94504214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879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1" name="data_5013">
            <a:extLst xmlns:a="http://schemas.openxmlformats.org/drawingml/2006/main">
              <a:ext uri="{FF2B5EF4-FFF2-40B4-BE49-F238E27FC236}">
                <a16:creationId xmlns:a16="http://schemas.microsoft.com/office/drawing/2014/main" id="{EA677183-DCA9-49C1-9D4A-0382034A4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5566" y="40459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2" name="data_5014">
            <a:extLst xmlns:a="http://schemas.openxmlformats.org/drawingml/2006/main">
              <a:ext uri="{FF2B5EF4-FFF2-40B4-BE49-F238E27FC236}">
                <a16:creationId xmlns:a16="http://schemas.microsoft.com/office/drawing/2014/main" id="{9415C8ED-350B-4008-9F4A-81A645747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811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3" name="data_5015">
            <a:extLst xmlns:a="http://schemas.openxmlformats.org/drawingml/2006/main">
              <a:ext uri="{FF2B5EF4-FFF2-40B4-BE49-F238E27FC236}">
                <a16:creationId xmlns:a16="http://schemas.microsoft.com/office/drawing/2014/main" id="{C8214105-98CF-43A0-BD04-3B53C075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700" y="42968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4" name="data_5016">
            <a:extLst xmlns:a="http://schemas.openxmlformats.org/drawingml/2006/main">
              <a:ext uri="{FF2B5EF4-FFF2-40B4-BE49-F238E27FC236}">
                <a16:creationId xmlns:a16="http://schemas.microsoft.com/office/drawing/2014/main" id="{48406105-8F56-415D-8561-1B64475F7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875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5" name="data_5017">
            <a:extLst xmlns:a="http://schemas.openxmlformats.org/drawingml/2006/main">
              <a:ext uri="{FF2B5EF4-FFF2-40B4-BE49-F238E27FC236}">
                <a16:creationId xmlns:a16="http://schemas.microsoft.com/office/drawing/2014/main" id="{86DC1586-1CC8-4D99-AF14-FC640D3A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0483" y="454332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6" name="data_5018">
            <a:extLst xmlns:a="http://schemas.openxmlformats.org/drawingml/2006/main">
              <a:ext uri="{FF2B5EF4-FFF2-40B4-BE49-F238E27FC236}">
                <a16:creationId xmlns:a16="http://schemas.microsoft.com/office/drawing/2014/main" id="{061D5FF0-DCBF-4E86-9218-B9FC4284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082" y="42629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7" name="data_5019">
            <a:extLst xmlns:a="http://schemas.openxmlformats.org/drawingml/2006/main">
              <a:ext uri="{FF2B5EF4-FFF2-40B4-BE49-F238E27FC236}">
                <a16:creationId xmlns:a16="http://schemas.microsoft.com/office/drawing/2014/main" id="{0498B879-435C-4698-B201-70196FADD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104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8" name="data_5020">
            <a:extLst xmlns:a="http://schemas.openxmlformats.org/drawingml/2006/main">
              <a:ext uri="{FF2B5EF4-FFF2-40B4-BE49-F238E27FC236}">
                <a16:creationId xmlns:a16="http://schemas.microsoft.com/office/drawing/2014/main" id="{83D999EB-7F1B-4DDA-AA4B-178B8DF38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51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9" name="data_5021">
            <a:extLst xmlns:a="http://schemas.openxmlformats.org/drawingml/2006/main">
              <a:ext uri="{FF2B5EF4-FFF2-40B4-BE49-F238E27FC236}">
                <a16:creationId xmlns:a16="http://schemas.microsoft.com/office/drawing/2014/main" id="{25050678-73CC-4C10-A134-57BBE6E6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632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0" name="data_5022">
            <a:extLst xmlns:a="http://schemas.openxmlformats.org/drawingml/2006/main">
              <a:ext uri="{FF2B5EF4-FFF2-40B4-BE49-F238E27FC236}">
                <a16:creationId xmlns:a16="http://schemas.microsoft.com/office/drawing/2014/main" id="{C2D4ED73-CF2D-49B3-A3E3-D15AE0E8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571" y="42393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1" name="data_5023">
            <a:extLst xmlns:a="http://schemas.openxmlformats.org/drawingml/2006/main">
              <a:ext uri="{FF2B5EF4-FFF2-40B4-BE49-F238E27FC236}">
                <a16:creationId xmlns:a16="http://schemas.microsoft.com/office/drawing/2014/main" id="{1980C7C2-D71B-4D80-9B74-B5FCD3A25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4780" y="40459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2" name="data_5024">
            <a:extLst xmlns:a="http://schemas.openxmlformats.org/drawingml/2006/main">
              <a:ext uri="{FF2B5EF4-FFF2-40B4-BE49-F238E27FC236}">
                <a16:creationId xmlns:a16="http://schemas.microsoft.com/office/drawing/2014/main" id="{3B3EDD67-9104-4E7C-8228-95595A420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8324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3" name="data_5025">
            <a:extLst xmlns:a="http://schemas.openxmlformats.org/drawingml/2006/main">
              <a:ext uri="{FF2B5EF4-FFF2-40B4-BE49-F238E27FC236}">
                <a16:creationId xmlns:a16="http://schemas.microsoft.com/office/drawing/2014/main" id="{FBF3ECD2-5853-4291-9E5E-8AD8E8C8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9017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4" name="data_5026">
            <a:extLst xmlns:a="http://schemas.openxmlformats.org/drawingml/2006/main">
              <a:ext uri="{FF2B5EF4-FFF2-40B4-BE49-F238E27FC236}">
                <a16:creationId xmlns:a16="http://schemas.microsoft.com/office/drawing/2014/main" id="{028C0F2A-ABA9-4069-AB81-A6A3AED43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4284" y="449202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5" name="data_5027">
            <a:extLst xmlns:a="http://schemas.openxmlformats.org/drawingml/2006/main">
              <a:ext uri="{FF2B5EF4-FFF2-40B4-BE49-F238E27FC236}">
                <a16:creationId xmlns:a16="http://schemas.microsoft.com/office/drawing/2014/main" id="{C23DFD15-C2AE-4BAF-8A95-CE59A99A3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654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6" name="data_5028">
            <a:extLst xmlns:a="http://schemas.openxmlformats.org/drawingml/2006/main">
              <a:ext uri="{FF2B5EF4-FFF2-40B4-BE49-F238E27FC236}">
                <a16:creationId xmlns:a16="http://schemas.microsoft.com/office/drawing/2014/main" id="{1EBDE307-A681-405E-9DBC-C41D4BE6F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474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7" name="data_5029">
            <a:extLst xmlns:a="http://schemas.openxmlformats.org/drawingml/2006/main">
              <a:ext uri="{FF2B5EF4-FFF2-40B4-BE49-F238E27FC236}">
                <a16:creationId xmlns:a16="http://schemas.microsoft.com/office/drawing/2014/main" id="{DEF5C972-8A13-45A9-8ED8-4FDCD4A6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34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8" name="data_5030">
            <a:extLst xmlns:a="http://schemas.openxmlformats.org/drawingml/2006/main">
              <a:ext uri="{FF2B5EF4-FFF2-40B4-BE49-F238E27FC236}">
                <a16:creationId xmlns:a16="http://schemas.microsoft.com/office/drawing/2014/main" id="{5E5B4D52-8675-4506-9AC3-F38186070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844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9" name="data_5031">
            <a:extLst xmlns:a="http://schemas.openxmlformats.org/drawingml/2006/main">
              <a:ext uri="{FF2B5EF4-FFF2-40B4-BE49-F238E27FC236}">
                <a16:creationId xmlns:a16="http://schemas.microsoft.com/office/drawing/2014/main" id="{14628867-1803-4CB6-9F0C-78B85F21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9649" y="472465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0" name="data_5032">
            <a:extLst xmlns:a="http://schemas.openxmlformats.org/drawingml/2006/main">
              <a:ext uri="{FF2B5EF4-FFF2-40B4-BE49-F238E27FC236}">
                <a16:creationId xmlns:a16="http://schemas.microsoft.com/office/drawing/2014/main" id="{8B44E5AF-AADF-4007-8C52-94E0D01C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31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1" name="data_5033">
            <a:extLst xmlns:a="http://schemas.openxmlformats.org/drawingml/2006/main">
              <a:ext uri="{FF2B5EF4-FFF2-40B4-BE49-F238E27FC236}">
                <a16:creationId xmlns:a16="http://schemas.microsoft.com/office/drawing/2014/main" id="{58246BC1-BAD1-445E-BB18-4D45C9981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4244" y="510794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2" name="data_5034">
            <a:extLst xmlns:a="http://schemas.openxmlformats.org/drawingml/2006/main">
              <a:ext uri="{FF2B5EF4-FFF2-40B4-BE49-F238E27FC236}">
                <a16:creationId xmlns:a16="http://schemas.microsoft.com/office/drawing/2014/main" id="{F894C6CF-926E-4E82-A248-239964993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73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3" name="data_5035">
            <a:extLst xmlns:a="http://schemas.openxmlformats.org/drawingml/2006/main">
              <a:ext uri="{FF2B5EF4-FFF2-40B4-BE49-F238E27FC236}">
                <a16:creationId xmlns:a16="http://schemas.microsoft.com/office/drawing/2014/main" id="{B4A8AA92-EE87-4D52-8439-14A86D7E9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868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4" name="data_5036">
            <a:extLst xmlns:a="http://schemas.openxmlformats.org/drawingml/2006/main">
              <a:ext uri="{FF2B5EF4-FFF2-40B4-BE49-F238E27FC236}">
                <a16:creationId xmlns:a16="http://schemas.microsoft.com/office/drawing/2014/main" id="{39D517A3-EE24-42A7-B662-B3F63D3C4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87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5" name="data_5037">
            <a:extLst xmlns:a="http://schemas.openxmlformats.org/drawingml/2006/main">
              <a:ext uri="{FF2B5EF4-FFF2-40B4-BE49-F238E27FC236}">
                <a16:creationId xmlns:a16="http://schemas.microsoft.com/office/drawing/2014/main" id="{247FB1E0-6AB8-468C-8D6D-D1142A6E8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881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6" name="data_5038">
            <a:extLst xmlns:a="http://schemas.openxmlformats.org/drawingml/2006/main">
              <a:ext uri="{FF2B5EF4-FFF2-40B4-BE49-F238E27FC236}">
                <a16:creationId xmlns:a16="http://schemas.microsoft.com/office/drawing/2014/main" id="{D0AA3294-8EB3-40D2-88AB-D9D613D6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733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7" name="data_5039">
            <a:extLst xmlns:a="http://schemas.openxmlformats.org/drawingml/2006/main">
              <a:ext uri="{FF2B5EF4-FFF2-40B4-BE49-F238E27FC236}">
                <a16:creationId xmlns:a16="http://schemas.microsoft.com/office/drawing/2014/main" id="{7C118E76-95C0-4B54-9E2D-72A5A7BE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855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8" name="data_5040">
            <a:extLst xmlns:a="http://schemas.openxmlformats.org/drawingml/2006/main">
              <a:ext uri="{FF2B5EF4-FFF2-40B4-BE49-F238E27FC236}">
                <a16:creationId xmlns:a16="http://schemas.microsoft.com/office/drawing/2014/main" id="{420DC70A-67EF-421F-9879-CFFEB48B6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50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9" name="data_5041">
            <a:extLst xmlns:a="http://schemas.openxmlformats.org/drawingml/2006/main">
              <a:ext uri="{FF2B5EF4-FFF2-40B4-BE49-F238E27FC236}">
                <a16:creationId xmlns:a16="http://schemas.microsoft.com/office/drawing/2014/main" id="{2FAEAE7A-E0B5-428C-B830-087AB157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9511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0" name="data_5042">
            <a:extLst xmlns:a="http://schemas.openxmlformats.org/drawingml/2006/main">
              <a:ext uri="{FF2B5EF4-FFF2-40B4-BE49-F238E27FC236}">
                <a16:creationId xmlns:a16="http://schemas.microsoft.com/office/drawing/2014/main" id="{37449C40-DC5F-4C80-9B23-422F18B7A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94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1" name="data_5043">
            <a:extLst xmlns:a="http://schemas.openxmlformats.org/drawingml/2006/main">
              <a:ext uri="{FF2B5EF4-FFF2-40B4-BE49-F238E27FC236}">
                <a16:creationId xmlns:a16="http://schemas.microsoft.com/office/drawing/2014/main" id="{A75E0987-58AB-4D79-9C6D-7D69950D6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616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2" name="data_5044">
            <a:extLst xmlns:a="http://schemas.openxmlformats.org/drawingml/2006/main">
              <a:ext uri="{FF2B5EF4-FFF2-40B4-BE49-F238E27FC236}">
                <a16:creationId xmlns:a16="http://schemas.microsoft.com/office/drawing/2014/main" id="{E3B09E6F-A9F6-4418-8F09-E1C9DC14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1609" y="516287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3" name="data_5045">
            <a:extLst xmlns:a="http://schemas.openxmlformats.org/drawingml/2006/main">
              <a:ext uri="{FF2B5EF4-FFF2-40B4-BE49-F238E27FC236}">
                <a16:creationId xmlns:a16="http://schemas.microsoft.com/office/drawing/2014/main" id="{75C902C8-C707-46AE-8492-E894AFDE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222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4" name="data_5046">
            <a:extLst xmlns:a="http://schemas.openxmlformats.org/drawingml/2006/main">
              <a:ext uri="{FF2B5EF4-FFF2-40B4-BE49-F238E27FC236}">
                <a16:creationId xmlns:a16="http://schemas.microsoft.com/office/drawing/2014/main" id="{ADC95D36-216E-45EC-B93A-88A48FAE7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995" y="40459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5" name="data_5047">
            <a:extLst xmlns:a="http://schemas.openxmlformats.org/drawingml/2006/main">
              <a:ext uri="{FF2B5EF4-FFF2-40B4-BE49-F238E27FC236}">
                <a16:creationId xmlns:a16="http://schemas.microsoft.com/office/drawing/2014/main" id="{D5FF9E5C-2122-4879-8D4C-8CE459C70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7525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6" name="data_5048">
            <a:extLst xmlns:a="http://schemas.openxmlformats.org/drawingml/2006/main">
              <a:ext uri="{FF2B5EF4-FFF2-40B4-BE49-F238E27FC236}">
                <a16:creationId xmlns:a16="http://schemas.microsoft.com/office/drawing/2014/main" id="{4C6058DE-190B-468A-A907-EC3D17F3A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561" y="539383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7" name="data_5049">
            <a:extLst xmlns:a="http://schemas.openxmlformats.org/drawingml/2006/main">
              <a:ext uri="{FF2B5EF4-FFF2-40B4-BE49-F238E27FC236}">
                <a16:creationId xmlns:a16="http://schemas.microsoft.com/office/drawing/2014/main" id="{2D63F0F1-5B91-42F3-9003-53DEEDB23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5898" y="4452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8" name="data_5050">
            <a:extLst xmlns:a="http://schemas.openxmlformats.org/drawingml/2006/main">
              <a:ext uri="{FF2B5EF4-FFF2-40B4-BE49-F238E27FC236}">
                <a16:creationId xmlns:a16="http://schemas.microsoft.com/office/drawing/2014/main" id="{909D9AF7-A876-4AAA-B9FD-257D82D6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7578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9" name="data_5051">
            <a:extLst xmlns:a="http://schemas.openxmlformats.org/drawingml/2006/main">
              <a:ext uri="{FF2B5EF4-FFF2-40B4-BE49-F238E27FC236}">
                <a16:creationId xmlns:a16="http://schemas.microsoft.com/office/drawing/2014/main" id="{9E059873-6E60-4233-92CA-C8CFCF11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95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0" name="data_5052">
            <a:extLst xmlns:a="http://schemas.openxmlformats.org/drawingml/2006/main">
              <a:ext uri="{FF2B5EF4-FFF2-40B4-BE49-F238E27FC236}">
                <a16:creationId xmlns:a16="http://schemas.microsoft.com/office/drawing/2014/main" id="{89115874-2C52-4977-992A-A08978AC9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2137" y="53301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1" name="data_5053">
            <a:extLst xmlns:a="http://schemas.openxmlformats.org/drawingml/2006/main">
              <a:ext uri="{FF2B5EF4-FFF2-40B4-BE49-F238E27FC236}">
                <a16:creationId xmlns:a16="http://schemas.microsoft.com/office/drawing/2014/main" id="{13CAFE5C-191B-42DE-859B-3EEC1EE56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217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2" name="data_5054">
            <a:extLst xmlns:a="http://schemas.openxmlformats.org/drawingml/2006/main">
              <a:ext uri="{FF2B5EF4-FFF2-40B4-BE49-F238E27FC236}">
                <a16:creationId xmlns:a16="http://schemas.microsoft.com/office/drawing/2014/main" id="{88024BC8-23A9-45E4-9966-F7DBC281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3920" y="51242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3" name="data_5055">
            <a:extLst xmlns:a="http://schemas.openxmlformats.org/drawingml/2006/main">
              <a:ext uri="{FF2B5EF4-FFF2-40B4-BE49-F238E27FC236}">
                <a16:creationId xmlns:a16="http://schemas.microsoft.com/office/drawing/2014/main" id="{FA862E60-319E-491C-B85D-FAE47C90E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05" y="532426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4" name="data_5056">
            <a:extLst xmlns:a="http://schemas.openxmlformats.org/drawingml/2006/main">
              <a:ext uri="{FF2B5EF4-FFF2-40B4-BE49-F238E27FC236}">
                <a16:creationId xmlns:a16="http://schemas.microsoft.com/office/drawing/2014/main" id="{3401EA6B-ED6D-481E-94D9-A73D78320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4706" y="477719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5" name="data_5057">
            <a:extLst xmlns:a="http://schemas.openxmlformats.org/drawingml/2006/main">
              <a:ext uri="{FF2B5EF4-FFF2-40B4-BE49-F238E27FC236}">
                <a16:creationId xmlns:a16="http://schemas.microsoft.com/office/drawing/2014/main" id="{6D1F5F6B-86EF-4F10-9032-8055CD58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280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6" name="data_5058">
            <a:extLst xmlns:a="http://schemas.openxmlformats.org/drawingml/2006/main">
              <a:ext uri="{FF2B5EF4-FFF2-40B4-BE49-F238E27FC236}">
                <a16:creationId xmlns:a16="http://schemas.microsoft.com/office/drawing/2014/main" id="{9935A253-6608-4005-A7ED-FEC94AED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3194" y="395378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7" name="data_5059">
            <a:extLst xmlns:a="http://schemas.openxmlformats.org/drawingml/2006/main">
              <a:ext uri="{FF2B5EF4-FFF2-40B4-BE49-F238E27FC236}">
                <a16:creationId xmlns:a16="http://schemas.microsoft.com/office/drawing/2014/main" id="{953B9DAF-BA1D-4837-BECD-A98027E3E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373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8" name="data_5060">
            <a:extLst xmlns:a="http://schemas.openxmlformats.org/drawingml/2006/main">
              <a:ext uri="{FF2B5EF4-FFF2-40B4-BE49-F238E27FC236}">
                <a16:creationId xmlns:a16="http://schemas.microsoft.com/office/drawing/2014/main" id="{7DB035E1-BC0C-46A3-A420-9B593D97F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7700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9" name="data_5061">
            <a:extLst xmlns:a="http://schemas.openxmlformats.org/drawingml/2006/main">
              <a:ext uri="{FF2B5EF4-FFF2-40B4-BE49-F238E27FC236}">
                <a16:creationId xmlns:a16="http://schemas.microsoft.com/office/drawing/2014/main" id="{82421CA0-943F-4A2E-B602-D20DA538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047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0" name="data_5062">
            <a:extLst xmlns:a="http://schemas.openxmlformats.org/drawingml/2006/main">
              <a:ext uri="{FF2B5EF4-FFF2-40B4-BE49-F238E27FC236}">
                <a16:creationId xmlns:a16="http://schemas.microsoft.com/office/drawing/2014/main" id="{1DA6B279-E603-4435-A29B-B45A47E20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9834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1" name="data_5063">
            <a:extLst xmlns:a="http://schemas.openxmlformats.org/drawingml/2006/main">
              <a:ext uri="{FF2B5EF4-FFF2-40B4-BE49-F238E27FC236}">
                <a16:creationId xmlns:a16="http://schemas.microsoft.com/office/drawing/2014/main" id="{5F05ADBD-9315-40F3-A33B-89E0769E8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3733" y="46248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2" name="data_5064">
            <a:extLst xmlns:a="http://schemas.openxmlformats.org/drawingml/2006/main">
              <a:ext uri="{FF2B5EF4-FFF2-40B4-BE49-F238E27FC236}">
                <a16:creationId xmlns:a16="http://schemas.microsoft.com/office/drawing/2014/main" id="{61B3B66A-7D1E-47CA-9419-9279D112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514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3" name="data_5065">
            <a:extLst xmlns:a="http://schemas.openxmlformats.org/drawingml/2006/main">
              <a:ext uri="{FF2B5EF4-FFF2-40B4-BE49-F238E27FC236}">
                <a16:creationId xmlns:a16="http://schemas.microsoft.com/office/drawing/2014/main" id="{505A04D8-D464-432D-AE45-D5773F3C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480" y="438697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4" name="data_5066">
            <a:extLst xmlns:a="http://schemas.openxmlformats.org/drawingml/2006/main">
              <a:ext uri="{FF2B5EF4-FFF2-40B4-BE49-F238E27FC236}">
                <a16:creationId xmlns:a16="http://schemas.microsoft.com/office/drawing/2014/main" id="{CCA24268-47D7-4C77-90EA-3F3C6E4B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648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5" name="data_5067">
            <a:extLst xmlns:a="http://schemas.openxmlformats.org/drawingml/2006/main">
              <a:ext uri="{FF2B5EF4-FFF2-40B4-BE49-F238E27FC236}">
                <a16:creationId xmlns:a16="http://schemas.microsoft.com/office/drawing/2014/main" id="{A6B79388-3F05-4434-B7F6-74CDB1FF8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634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6" name="data_5068">
            <a:extLst xmlns:a="http://schemas.openxmlformats.org/drawingml/2006/main">
              <a:ext uri="{FF2B5EF4-FFF2-40B4-BE49-F238E27FC236}">
                <a16:creationId xmlns:a16="http://schemas.microsoft.com/office/drawing/2014/main" id="{9BD32AA5-8604-4D51-8551-FA08ACCB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98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7" name="data_5069">
            <a:extLst xmlns:a="http://schemas.openxmlformats.org/drawingml/2006/main">
              <a:ext uri="{FF2B5EF4-FFF2-40B4-BE49-F238E27FC236}">
                <a16:creationId xmlns:a16="http://schemas.microsoft.com/office/drawing/2014/main" id="{A66094BD-F021-4629-8951-6CD13372E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6232" y="50225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8" name="data_5070">
            <a:extLst xmlns:a="http://schemas.openxmlformats.org/drawingml/2006/main">
              <a:ext uri="{FF2B5EF4-FFF2-40B4-BE49-F238E27FC236}">
                <a16:creationId xmlns:a16="http://schemas.microsoft.com/office/drawing/2014/main" id="{3E7E2520-37FC-4664-9BAA-46817AB3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5402" y="4452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9" name="data_5071">
            <a:extLst xmlns:a="http://schemas.openxmlformats.org/drawingml/2006/main">
              <a:ext uri="{FF2B5EF4-FFF2-40B4-BE49-F238E27FC236}">
                <a16:creationId xmlns:a16="http://schemas.microsoft.com/office/drawing/2014/main" id="{61504D6B-2FB3-4464-904A-3E0EFA21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891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0" name="data_5072">
            <a:extLst xmlns:a="http://schemas.openxmlformats.org/drawingml/2006/main">
              <a:ext uri="{FF2B5EF4-FFF2-40B4-BE49-F238E27FC236}">
                <a16:creationId xmlns:a16="http://schemas.microsoft.com/office/drawing/2014/main" id="{5178FC5B-2F58-455C-99CC-456009D47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8782" y="431721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1" name="data_5073">
            <a:extLst xmlns:a="http://schemas.openxmlformats.org/drawingml/2006/main">
              <a:ext uri="{FF2B5EF4-FFF2-40B4-BE49-F238E27FC236}">
                <a16:creationId xmlns:a16="http://schemas.microsoft.com/office/drawing/2014/main" id="{77A35E1E-D4B7-458C-82B7-792804E7E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805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2" name="data_5074">
            <a:extLst xmlns:a="http://schemas.openxmlformats.org/drawingml/2006/main">
              <a:ext uri="{FF2B5EF4-FFF2-40B4-BE49-F238E27FC236}">
                <a16:creationId xmlns:a16="http://schemas.microsoft.com/office/drawing/2014/main" id="{E2C475A5-0C6A-4E9C-A44F-D85D3E9A1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59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3" name="data_5075">
            <a:extLst xmlns:a="http://schemas.openxmlformats.org/drawingml/2006/main">
              <a:ext uri="{FF2B5EF4-FFF2-40B4-BE49-F238E27FC236}">
                <a16:creationId xmlns:a16="http://schemas.microsoft.com/office/drawing/2014/main" id="{115C0C40-90A8-4189-BD00-E8415957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702" y="473381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4" name="data_5076">
            <a:extLst xmlns:a="http://schemas.openxmlformats.org/drawingml/2006/main">
              <a:ext uri="{FF2B5EF4-FFF2-40B4-BE49-F238E27FC236}">
                <a16:creationId xmlns:a16="http://schemas.microsoft.com/office/drawing/2014/main" id="{A3D3F6A1-55DE-4241-B15D-15D9A5C5D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7633" y="447896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5" name="data_5077">
            <a:extLst xmlns:a="http://schemas.openxmlformats.org/drawingml/2006/main">
              <a:ext uri="{FF2B5EF4-FFF2-40B4-BE49-F238E27FC236}">
                <a16:creationId xmlns:a16="http://schemas.microsoft.com/office/drawing/2014/main" id="{78B3B2D3-3032-4468-8F5E-233CE8705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153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6" name="data_5078">
            <a:extLst xmlns:a="http://schemas.openxmlformats.org/drawingml/2006/main">
              <a:ext uri="{FF2B5EF4-FFF2-40B4-BE49-F238E27FC236}">
                <a16:creationId xmlns:a16="http://schemas.microsoft.com/office/drawing/2014/main" id="{49960CD3-1164-43BA-8B5A-98DE9DC6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3068" y="45475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7" name="data_5079">
            <a:extLst xmlns:a="http://schemas.openxmlformats.org/drawingml/2006/main">
              <a:ext uri="{FF2B5EF4-FFF2-40B4-BE49-F238E27FC236}">
                <a16:creationId xmlns:a16="http://schemas.microsoft.com/office/drawing/2014/main" id="{C76650ED-D2B8-4D8E-8DAE-9F03B4E02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7646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8" name="data_5080">
            <a:extLst xmlns:a="http://schemas.openxmlformats.org/drawingml/2006/main">
              <a:ext uri="{FF2B5EF4-FFF2-40B4-BE49-F238E27FC236}">
                <a16:creationId xmlns:a16="http://schemas.microsoft.com/office/drawing/2014/main" id="{EE6A56D3-6EDD-4704-B500-6F202AB1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436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9" name="data_5081">
            <a:extLst xmlns:a="http://schemas.openxmlformats.org/drawingml/2006/main">
              <a:ext uri="{FF2B5EF4-FFF2-40B4-BE49-F238E27FC236}">
                <a16:creationId xmlns:a16="http://schemas.microsoft.com/office/drawing/2014/main" id="{D0B06847-200A-41C9-A677-A3A329AF6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7336" y="522858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0" name="data_5082">
            <a:extLst xmlns:a="http://schemas.openxmlformats.org/drawingml/2006/main">
              <a:ext uri="{FF2B5EF4-FFF2-40B4-BE49-F238E27FC236}">
                <a16:creationId xmlns:a16="http://schemas.microsoft.com/office/drawing/2014/main" id="{52DEE22E-43B3-46A4-8B55-F5F8887CD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1895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1" name="data_5083">
            <a:extLst xmlns:a="http://schemas.openxmlformats.org/drawingml/2006/main">
              <a:ext uri="{FF2B5EF4-FFF2-40B4-BE49-F238E27FC236}">
                <a16:creationId xmlns:a16="http://schemas.microsoft.com/office/drawing/2014/main" id="{8DB24893-20DA-4250-AD02-E3164318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332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2" name="data_5084">
            <a:extLst xmlns:a="http://schemas.openxmlformats.org/drawingml/2006/main">
              <a:ext uri="{FF2B5EF4-FFF2-40B4-BE49-F238E27FC236}">
                <a16:creationId xmlns:a16="http://schemas.microsoft.com/office/drawing/2014/main" id="{659E08DD-9C91-4216-A555-28C2C4B6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120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3" name="data_5085">
            <a:extLst xmlns:a="http://schemas.openxmlformats.org/drawingml/2006/main">
              <a:ext uri="{FF2B5EF4-FFF2-40B4-BE49-F238E27FC236}">
                <a16:creationId xmlns:a16="http://schemas.microsoft.com/office/drawing/2014/main" id="{AE3B8F5C-068D-4301-8D5D-8B8F8512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763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4" name="data_5086">
            <a:extLst xmlns:a="http://schemas.openxmlformats.org/drawingml/2006/main">
              <a:ext uri="{FF2B5EF4-FFF2-40B4-BE49-F238E27FC236}">
                <a16:creationId xmlns:a16="http://schemas.microsoft.com/office/drawing/2014/main" id="{56E5869A-821B-482B-A69C-9E388C0D0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2127" y="510255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5" name="data_5087">
            <a:extLst xmlns:a="http://schemas.openxmlformats.org/drawingml/2006/main">
              <a:ext uri="{FF2B5EF4-FFF2-40B4-BE49-F238E27FC236}">
                <a16:creationId xmlns:a16="http://schemas.microsoft.com/office/drawing/2014/main" id="{F324F4AC-ECF1-420F-80BF-95F50A413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815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6" name="data_5088">
            <a:extLst xmlns:a="http://schemas.openxmlformats.org/drawingml/2006/main">
              <a:ext uri="{FF2B5EF4-FFF2-40B4-BE49-F238E27FC236}">
                <a16:creationId xmlns:a16="http://schemas.microsoft.com/office/drawing/2014/main" id="{F2E0CDC2-C059-4975-848A-FAC7C050E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9126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7" name="data_5089">
            <a:extLst xmlns:a="http://schemas.openxmlformats.org/drawingml/2006/main">
              <a:ext uri="{FF2B5EF4-FFF2-40B4-BE49-F238E27FC236}">
                <a16:creationId xmlns:a16="http://schemas.microsoft.com/office/drawing/2014/main" id="{F80A3F03-DFE8-4BD8-830B-26941CE82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3694748"/>
            <a:ext cx="191" cy="1725295"/>
          </a:xfrm>
          <a:custGeom xmlns:a="http://schemas.openxmlformats.org/drawingml/2006/main">
            <a:pathLst>
              <a:path w="191" h="1725295">
                <a:moveTo>
                  <a:pt x="0" y="172529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578" name="data_5090">
            <a:extLst xmlns:a="http://schemas.openxmlformats.org/drawingml/2006/main">
              <a:ext uri="{FF2B5EF4-FFF2-40B4-BE49-F238E27FC236}">
                <a16:creationId xmlns:a16="http://schemas.microsoft.com/office/drawing/2014/main" id="{7D56E948-953F-4D47-8594-1D5FD2461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244" y="5420042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579" name="text_5091">
            <a:extLst xmlns:a="http://schemas.openxmlformats.org/drawingml/2006/main">
              <a:ext uri="{FF2B5EF4-FFF2-40B4-BE49-F238E27FC236}">
                <a16:creationId xmlns:a16="http://schemas.microsoft.com/office/drawing/2014/main" id="{1249B01E-A54F-4AEE-A228-7C00A90A3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9414" y="3381347"/>
            <a:ext cx="96475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580" name="text_5092">
            <a:extLst xmlns:a="http://schemas.openxmlformats.org/drawingml/2006/main">
              <a:ext uri="{FF2B5EF4-FFF2-40B4-BE49-F238E27FC236}">
                <a16:creationId xmlns:a16="http://schemas.microsoft.com/office/drawing/2014/main" id="{424485BD-1B4F-488F-9313-DF8AF3210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88244" y="3403921"/>
            <a:ext cx="620381" cy="179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581" name="data_5093">
            <a:extLst xmlns:a="http://schemas.openxmlformats.org/drawingml/2006/main">
              <a:ext uri="{FF2B5EF4-FFF2-40B4-BE49-F238E27FC236}">
                <a16:creationId xmlns:a16="http://schemas.microsoft.com/office/drawing/2014/main" id="{4B63FC09-5163-4AAF-AFCA-AE7C154E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501" y="5157841"/>
            <a:ext cx="191" cy="109500"/>
          </a:xfrm>
          <a:custGeom xmlns:a="http://schemas.openxmlformats.org/drawingml/2006/main">
            <a:pathLst>
              <a:path w="191" h="109500">
                <a:moveTo>
                  <a:pt x="0" y="1095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A1ABB3"/>
            </a:solidFill>
            <a:prstDash val="solid"/>
          </a:ln>
        </p:spPr>
      </p:sp>
      <p:sp>
        <p:nvSpPr>
          <p:cNvPr id="582" name="data_5094">
            <a:extLst xmlns:a="http://schemas.openxmlformats.org/drawingml/2006/main">
              <a:ext uri="{FF2B5EF4-FFF2-40B4-BE49-F238E27FC236}">
                <a16:creationId xmlns:a16="http://schemas.microsoft.com/office/drawing/2014/main" id="{4A313C42-72ED-420F-ACFB-F236686FC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379" y="5267341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A1ABB3"/>
            </a:solidFill>
            <a:prstDash val="solid"/>
          </a:ln>
        </p:spPr>
      </p:sp>
      <p:sp>
        <p:nvSpPr>
          <p:cNvPr id="583" name="data_5095">
            <a:extLst xmlns:a="http://schemas.openxmlformats.org/drawingml/2006/main">
              <a:ext uri="{FF2B5EF4-FFF2-40B4-BE49-F238E27FC236}">
                <a16:creationId xmlns:a16="http://schemas.microsoft.com/office/drawing/2014/main" id="{71945FE0-0BA6-4382-BAA9-C54C7F829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9379" y="5157841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A1ABB3"/>
            </a:solidFill>
            <a:prstDash val="solid"/>
          </a:ln>
        </p:spPr>
      </p:sp>
      <p:sp>
        <p:nvSpPr>
          <p:cNvPr id="584" name="data_5096">
            <a:extLst xmlns:a="http://schemas.openxmlformats.org/drawingml/2006/main">
              <a:ext uri="{FF2B5EF4-FFF2-40B4-BE49-F238E27FC236}">
                <a16:creationId xmlns:a16="http://schemas.microsoft.com/office/drawing/2014/main" id="{F4BEA538-4BC2-44CB-8472-716069AA5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1815" y="4606203"/>
            <a:ext cx="191" cy="171705"/>
          </a:xfrm>
          <a:custGeom xmlns:a="http://schemas.openxmlformats.org/drawingml/2006/main">
            <a:pathLst>
              <a:path w="191" h="171705">
                <a:moveTo>
                  <a:pt x="0" y="17170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5B72B7"/>
            </a:solidFill>
            <a:prstDash val="solid"/>
          </a:ln>
        </p:spPr>
      </p:sp>
      <p:sp>
        <p:nvSpPr>
          <p:cNvPr id="585" name="data_5097">
            <a:extLst xmlns:a="http://schemas.openxmlformats.org/drawingml/2006/main">
              <a:ext uri="{FF2B5EF4-FFF2-40B4-BE49-F238E27FC236}">
                <a16:creationId xmlns:a16="http://schemas.microsoft.com/office/drawing/2014/main" id="{2AFDBBB4-2422-430F-906E-AE9666CD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6694" y="4777908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5B72B7"/>
            </a:solidFill>
            <a:prstDash val="solid"/>
          </a:ln>
        </p:spPr>
      </p:sp>
      <p:sp>
        <p:nvSpPr>
          <p:cNvPr id="586" name="data_5098">
            <a:extLst xmlns:a="http://schemas.openxmlformats.org/drawingml/2006/main">
              <a:ext uri="{FF2B5EF4-FFF2-40B4-BE49-F238E27FC236}">
                <a16:creationId xmlns:a16="http://schemas.microsoft.com/office/drawing/2014/main" id="{70F80C73-553C-44A1-B49C-769ACE48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6694" y="4606203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5B72B7"/>
            </a:solidFill>
            <a:prstDash val="solid"/>
          </a:ln>
        </p:spPr>
      </p:sp>
      <p:sp>
        <p:nvSpPr>
          <p:cNvPr id="587" name="data_5099">
            <a:extLst xmlns:a="http://schemas.openxmlformats.org/drawingml/2006/main">
              <a:ext uri="{FF2B5EF4-FFF2-40B4-BE49-F238E27FC236}">
                <a16:creationId xmlns:a16="http://schemas.microsoft.com/office/drawing/2014/main" id="{35B07997-2CA4-4936-A4F9-494FBF3A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9129" y="4421830"/>
            <a:ext cx="191" cy="181389"/>
          </a:xfrm>
          <a:custGeom xmlns:a="http://schemas.openxmlformats.org/drawingml/2006/main">
            <a:pathLst>
              <a:path w="191" h="181389">
                <a:moveTo>
                  <a:pt x="0" y="18138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138B8D"/>
            </a:solidFill>
            <a:prstDash val="solid"/>
          </a:ln>
        </p:spPr>
      </p:sp>
      <p:sp>
        <p:nvSpPr>
          <p:cNvPr id="588" name="data_5100">
            <a:extLst xmlns:a="http://schemas.openxmlformats.org/drawingml/2006/main">
              <a:ext uri="{FF2B5EF4-FFF2-40B4-BE49-F238E27FC236}">
                <a16:creationId xmlns:a16="http://schemas.microsoft.com/office/drawing/2014/main" id="{3F304CBF-8841-4A95-882D-14BE85135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008" y="4603219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138B8D"/>
            </a:solidFill>
            <a:prstDash val="solid"/>
          </a:ln>
        </p:spPr>
      </p:sp>
      <p:sp>
        <p:nvSpPr>
          <p:cNvPr id="589" name="data_5101">
            <a:extLst xmlns:a="http://schemas.openxmlformats.org/drawingml/2006/main">
              <a:ext uri="{FF2B5EF4-FFF2-40B4-BE49-F238E27FC236}">
                <a16:creationId xmlns:a16="http://schemas.microsoft.com/office/drawing/2014/main" id="{7FD993EA-DFAE-45F0-98E4-D3DEA593C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4008" y="4421830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138B8D"/>
            </a:solidFill>
            <a:prstDash val="solid"/>
          </a:ln>
        </p:spPr>
      </p:sp>
      <p:sp>
        <p:nvSpPr>
          <p:cNvPr id="590" name="data_5102">
            <a:extLst xmlns:a="http://schemas.openxmlformats.org/drawingml/2006/main">
              <a:ext uri="{FF2B5EF4-FFF2-40B4-BE49-F238E27FC236}">
                <a16:creationId xmlns:a16="http://schemas.microsoft.com/office/drawing/2014/main" id="{D87E5502-3397-4BCF-A009-0393B2C5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1494" y="5214680"/>
            <a:ext cx="586014" cy="191"/>
          </a:xfrm>
          <a:custGeom xmlns:a="http://schemas.openxmlformats.org/drawingml/2006/main"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A1ABB3"/>
            </a:solidFill>
            <a:prstDash val="solid"/>
          </a:ln>
        </p:spPr>
      </p:sp>
      <p:sp>
        <p:nvSpPr>
          <p:cNvPr id="591" name="data_5103">
            <a:extLst xmlns:a="http://schemas.openxmlformats.org/drawingml/2006/main">
              <a:ext uri="{FF2B5EF4-FFF2-40B4-BE49-F238E27FC236}">
                <a16:creationId xmlns:a16="http://schemas.microsoft.com/office/drawing/2014/main" id="{53B937D8-A9E4-4FF2-B6A9-8F522A897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8808" y="4692468"/>
            <a:ext cx="586014" cy="191"/>
          </a:xfrm>
          <a:custGeom xmlns:a="http://schemas.openxmlformats.org/drawingml/2006/main"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5B72B7"/>
            </a:solidFill>
            <a:prstDash val="solid"/>
          </a:ln>
        </p:spPr>
      </p:sp>
      <p:sp>
        <p:nvSpPr>
          <p:cNvPr id="592" name="data_5104">
            <a:extLst xmlns:a="http://schemas.openxmlformats.org/drawingml/2006/main">
              <a:ext uri="{FF2B5EF4-FFF2-40B4-BE49-F238E27FC236}">
                <a16:creationId xmlns:a16="http://schemas.microsoft.com/office/drawing/2014/main" id="{8584A1D5-E4E7-4E10-8DD1-9D208C5A4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6122" y="4512519"/>
            <a:ext cx="586014" cy="191"/>
          </a:xfrm>
          <a:custGeom xmlns:a="http://schemas.openxmlformats.org/drawingml/2006/main"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138B8D"/>
            </a:solidFill>
            <a:prstDash val="solid"/>
          </a:ln>
        </p:spPr>
      </p:sp>
      <p:sp>
        <p:nvSpPr>
          <p:cNvPr id="593" name="data_5105">
            <a:extLst xmlns:a="http://schemas.openxmlformats.org/drawingml/2006/main">
              <a:ext uri="{FF2B5EF4-FFF2-40B4-BE49-F238E27FC236}">
                <a16:creationId xmlns:a16="http://schemas.microsoft.com/office/drawing/2014/main" id="{20B23263-2232-4D35-850A-B54B7CE3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3694748"/>
            <a:ext cx="3447143" cy="1725295"/>
          </a:xfrm>
          <a:custGeom xmlns:a="http://schemas.openxmlformats.org/drawingml/2006/main">
            <a:pathLst>
              <a:path w="3447143" h="1725295">
                <a:moveTo>
                  <a:pt x="0" y="1725295"/>
                </a:moveTo>
                <a:lnTo>
                  <a:pt x="3447143" y="1725295"/>
                </a:lnTo>
                <a:lnTo>
                  <a:pt x="3447143" y="0"/>
                </a:lnTo>
                <a:lnTo>
                  <a:pt x="0" y="0"/>
                </a:lnTo>
                <a:lnTo>
                  <a:pt x="0" y="1725295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4" name="data_5106">
            <a:extLst xmlns:a="http://schemas.openxmlformats.org/drawingml/2006/main">
              <a:ext uri="{FF2B5EF4-FFF2-40B4-BE49-F238E27FC236}">
                <a16:creationId xmlns:a16="http://schemas.microsoft.com/office/drawing/2014/main" id="{F9CA06D9-02FB-465F-880C-217DE9EA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7572" y="5420042"/>
            <a:ext cx="191" cy="44336"/>
          </a:xfrm>
          <a:custGeom xmlns:a="http://schemas.openxmlformats.org/drawingml/2006/main"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595" name="text_5107">
            <a:extLst xmlns:a="http://schemas.openxmlformats.org/drawingml/2006/main">
              <a:ext uri="{FF2B5EF4-FFF2-40B4-BE49-F238E27FC236}">
                <a16:creationId xmlns:a16="http://schemas.microsoft.com/office/drawing/2014/main" id="{C2579BC8-3A10-4750-AE17-795E68A7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14670" y="5554820"/>
            <a:ext cx="4104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596" name="text_5108">
            <a:extLst xmlns:a="http://schemas.openxmlformats.org/drawingml/2006/main">
              <a:ext uri="{FF2B5EF4-FFF2-40B4-BE49-F238E27FC236}">
                <a16:creationId xmlns:a16="http://schemas.microsoft.com/office/drawing/2014/main" id="{6D5E9C1F-26ED-4487-82F2-5B6934C3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46786" y="5554820"/>
            <a:ext cx="7590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597" name="text_5109">
            <a:extLst xmlns:a="http://schemas.openxmlformats.org/drawingml/2006/main">
              <a:ext uri="{FF2B5EF4-FFF2-40B4-BE49-F238E27FC236}">
                <a16:creationId xmlns:a16="http://schemas.microsoft.com/office/drawing/2014/main" id="{FEA3D879-3FDC-4522-84ED-6FF9429AD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13755" y="5554820"/>
            <a:ext cx="5879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598" name="text_5110">
            <a:extLst xmlns:a="http://schemas.openxmlformats.org/drawingml/2006/main">
              <a:ext uri="{FF2B5EF4-FFF2-40B4-BE49-F238E27FC236}">
                <a16:creationId xmlns:a16="http://schemas.microsoft.com/office/drawing/2014/main" id="{F02894BB-0A13-4CFE-A9F0-6017AF39F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63609" y="5554820"/>
            <a:ext cx="516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599" name="text_5111">
            <a:extLst xmlns:a="http://schemas.openxmlformats.org/drawingml/2006/main">
              <a:ext uri="{FF2B5EF4-FFF2-40B4-BE49-F238E27FC236}">
                <a16:creationId xmlns:a16="http://schemas.microsoft.com/office/drawing/2014/main" id="{5CCE5556-EC13-41EA-A9EC-F30FF436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06305" y="5554820"/>
            <a:ext cx="7003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600" name="text_5112">
            <a:extLst xmlns:a="http://schemas.openxmlformats.org/drawingml/2006/main">
              <a:ext uri="{FF2B5EF4-FFF2-40B4-BE49-F238E27FC236}">
                <a16:creationId xmlns:a16="http://schemas.microsoft.com/office/drawing/2014/main" id="{B5526CA4-E4FB-47CF-9A4F-D4107A8D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67362" y="5554820"/>
            <a:ext cx="7590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601" name="text_5113">
            <a:extLst xmlns:a="http://schemas.openxmlformats.org/drawingml/2006/main">
              <a:ext uri="{FF2B5EF4-FFF2-40B4-BE49-F238E27FC236}">
                <a16:creationId xmlns:a16="http://schemas.microsoft.com/office/drawing/2014/main" id="{161B86FA-40D4-4DAD-AC34-8B7C9BE8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34332" y="5554820"/>
            <a:ext cx="62879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602" name="text_5114">
            <a:extLst xmlns:a="http://schemas.openxmlformats.org/drawingml/2006/main">
              <a:ext uri="{FF2B5EF4-FFF2-40B4-BE49-F238E27FC236}">
                <a16:creationId xmlns:a16="http://schemas.microsoft.com/office/drawing/2014/main" id="{BDC59B8F-AFBE-4EA6-98A8-F9BAAEDC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188231" y="5554820"/>
            <a:ext cx="72456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3" name="text_5115">
            <a:extLst xmlns:a="http://schemas.openxmlformats.org/drawingml/2006/main">
              <a:ext uri="{FF2B5EF4-FFF2-40B4-BE49-F238E27FC236}">
                <a16:creationId xmlns:a16="http://schemas.microsoft.com/office/drawing/2014/main" id="{FB47372D-B8CC-432C-9E1D-47571020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51653" y="5554820"/>
            <a:ext cx="4794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604" name="text_5116">
            <a:extLst xmlns:a="http://schemas.openxmlformats.org/drawingml/2006/main">
              <a:ext uri="{FF2B5EF4-FFF2-40B4-BE49-F238E27FC236}">
                <a16:creationId xmlns:a16="http://schemas.microsoft.com/office/drawing/2014/main" id="{DFDABC6D-B643-4542-A1FB-C5716F8DA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90677" y="5554820"/>
            <a:ext cx="3823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605" name="text_5117">
            <a:extLst xmlns:a="http://schemas.openxmlformats.org/drawingml/2006/main">
              <a:ext uri="{FF2B5EF4-FFF2-40B4-BE49-F238E27FC236}">
                <a16:creationId xmlns:a16="http://schemas.microsoft.com/office/drawing/2014/main" id="{06A680A6-44D9-4974-88D6-0E4AD0F5B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9930" y="5554820"/>
            <a:ext cx="72456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6" name="text_5118">
            <a:extLst xmlns:a="http://schemas.openxmlformats.org/drawingml/2006/main">
              <a:ext uri="{FF2B5EF4-FFF2-40B4-BE49-F238E27FC236}">
                <a16:creationId xmlns:a16="http://schemas.microsoft.com/office/drawing/2014/main" id="{906AD3E9-16A6-4CE9-9C77-723D1C7D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83351" y="5554820"/>
            <a:ext cx="6658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607" name="text_5119">
            <a:extLst xmlns:a="http://schemas.openxmlformats.org/drawingml/2006/main">
              <a:ext uri="{FF2B5EF4-FFF2-40B4-BE49-F238E27FC236}">
                <a16:creationId xmlns:a16="http://schemas.microsoft.com/office/drawing/2014/main" id="{C65ABB58-9FC4-4027-A6D2-601EDC3ED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40923" y="5554820"/>
            <a:ext cx="72456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8" name="text_5120">
            <a:extLst xmlns:a="http://schemas.openxmlformats.org/drawingml/2006/main">
              <a:ext uri="{FF2B5EF4-FFF2-40B4-BE49-F238E27FC236}">
                <a16:creationId xmlns:a16="http://schemas.microsoft.com/office/drawing/2014/main" id="{7557757E-0A0E-4710-A24A-A91B00ED4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04345" y="5554820"/>
            <a:ext cx="3823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609" name="text_5121">
            <a:extLst xmlns:a="http://schemas.openxmlformats.org/drawingml/2006/main">
              <a:ext uri="{FF2B5EF4-FFF2-40B4-BE49-F238E27FC236}">
                <a16:creationId xmlns:a16="http://schemas.microsoft.com/office/drawing/2014/main" id="{CAAF6AD6-94A1-422D-AC24-726BE187C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33597" y="5554820"/>
            <a:ext cx="3772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610" name="text_5122">
            <a:extLst xmlns:a="http://schemas.openxmlformats.org/drawingml/2006/main">
              <a:ext uri="{FF2B5EF4-FFF2-40B4-BE49-F238E27FC236}">
                <a16:creationId xmlns:a16="http://schemas.microsoft.com/office/drawing/2014/main" id="{8C0CBB81-4848-4E64-938F-331DA5949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62414" y="5554820"/>
            <a:ext cx="7488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611" name="text_5123">
            <a:extLst xmlns:a="http://schemas.openxmlformats.org/drawingml/2006/main">
              <a:ext uri="{FF2B5EF4-FFF2-40B4-BE49-F238E27FC236}">
                <a16:creationId xmlns:a16="http://schemas.microsoft.com/office/drawing/2014/main" id="{902B70D5-74D3-435F-9228-71A030DB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28263" y="5554820"/>
            <a:ext cx="78202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612" name="text_5124">
            <a:extLst xmlns:a="http://schemas.openxmlformats.org/drawingml/2006/main">
              <a:ext uri="{FF2B5EF4-FFF2-40B4-BE49-F238E27FC236}">
                <a16:creationId xmlns:a16="http://schemas.microsoft.com/office/drawing/2014/main" id="{81BEE5B5-A189-4BCF-8070-367FCD6A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97474" y="5554820"/>
            <a:ext cx="82799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613" name="text_5125">
            <a:extLst xmlns:a="http://schemas.openxmlformats.org/drawingml/2006/main">
              <a:ext uri="{FF2B5EF4-FFF2-40B4-BE49-F238E27FC236}">
                <a16:creationId xmlns:a16="http://schemas.microsoft.com/office/drawing/2014/main" id="{283B1F9F-4621-4A07-AFE9-545161EEC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1227" y="5554820"/>
            <a:ext cx="90843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614" name="text_5126">
            <a:extLst xmlns:a="http://schemas.openxmlformats.org/drawingml/2006/main">
              <a:ext uri="{FF2B5EF4-FFF2-40B4-BE49-F238E27FC236}">
                <a16:creationId xmlns:a16="http://schemas.microsoft.com/office/drawing/2014/main" id="{1E9FAE1B-F7C8-400D-9997-61344B15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53010" y="5554820"/>
            <a:ext cx="7692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615" name="text_5127">
            <a:extLst xmlns:a="http://schemas.openxmlformats.org/drawingml/2006/main">
              <a:ext uri="{FF2B5EF4-FFF2-40B4-BE49-F238E27FC236}">
                <a16:creationId xmlns:a16="http://schemas.microsoft.com/office/drawing/2014/main" id="{79287997-E6CF-4E18-B2A9-923F1E679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22018" y="5602955"/>
            <a:ext cx="54184" cy="1117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616" name="text_5128">
            <a:extLst xmlns:a="http://schemas.openxmlformats.org/drawingml/2006/main">
              <a:ext uri="{FF2B5EF4-FFF2-40B4-BE49-F238E27FC236}">
                <a16:creationId xmlns:a16="http://schemas.microsoft.com/office/drawing/2014/main" id="{827782A1-6347-4835-879E-290D9E1C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67241" y="5602955"/>
            <a:ext cx="31391" cy="1117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17" name="text_5129">
            <a:extLst xmlns:a="http://schemas.openxmlformats.org/drawingml/2006/main">
              <a:ext uri="{FF2B5EF4-FFF2-40B4-BE49-F238E27FC236}">
                <a16:creationId xmlns:a16="http://schemas.microsoft.com/office/drawing/2014/main" id="{56FA7480-45EB-4B4D-A589-40F34CED9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89765" y="5602955"/>
            <a:ext cx="54184" cy="1117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618" name="data_5130">
            <a:extLst xmlns:a="http://schemas.openxmlformats.org/drawingml/2006/main">
              <a:ext uri="{FF2B5EF4-FFF2-40B4-BE49-F238E27FC236}">
                <a16:creationId xmlns:a16="http://schemas.microsoft.com/office/drawing/2014/main" id="{0D8F0BC5-DA5F-4168-8D25-8B51D6EAC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5420042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619" name="data_5131">
            <a:extLst xmlns:a="http://schemas.openxmlformats.org/drawingml/2006/main">
              <a:ext uri="{FF2B5EF4-FFF2-40B4-BE49-F238E27FC236}">
                <a16:creationId xmlns:a16="http://schemas.microsoft.com/office/drawing/2014/main" id="{DDB0BB96-9D8E-4D2B-A09C-2B6CD3751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5420042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620" name="text_5132">
            <a:extLst xmlns:a="http://schemas.openxmlformats.org/drawingml/2006/main">
              <a:ext uri="{FF2B5EF4-FFF2-40B4-BE49-F238E27FC236}">
                <a16:creationId xmlns:a16="http://schemas.microsoft.com/office/drawing/2014/main" id="{B424F3A9-C4AD-4D76-B995-DA3A7C24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5941" y="5362593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621" name="data_5133">
            <a:extLst xmlns:a="http://schemas.openxmlformats.org/drawingml/2006/main">
              <a:ext uri="{FF2B5EF4-FFF2-40B4-BE49-F238E27FC236}">
                <a16:creationId xmlns:a16="http://schemas.microsoft.com/office/drawing/2014/main" id="{BA6ABCCE-1511-4B0C-A6EE-8BD4DADC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4606224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622" name="data_5134">
            <a:extLst xmlns:a="http://schemas.openxmlformats.org/drawingml/2006/main">
              <a:ext uri="{FF2B5EF4-FFF2-40B4-BE49-F238E27FC236}">
                <a16:creationId xmlns:a16="http://schemas.microsoft.com/office/drawing/2014/main" id="{5E2DC9F7-78B9-4A51-BCF9-067D3D21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4606224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623" name="text_5135">
            <a:extLst xmlns:a="http://schemas.openxmlformats.org/drawingml/2006/main">
              <a:ext uri="{FF2B5EF4-FFF2-40B4-BE49-F238E27FC236}">
                <a16:creationId xmlns:a16="http://schemas.microsoft.com/office/drawing/2014/main" id="{B2B957FB-1841-4EBC-BC12-CAC1EFD5E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5941" y="4548775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624" name="data_5136">
            <a:extLst xmlns:a="http://schemas.openxmlformats.org/drawingml/2006/main">
              <a:ext uri="{FF2B5EF4-FFF2-40B4-BE49-F238E27FC236}">
                <a16:creationId xmlns:a16="http://schemas.microsoft.com/office/drawing/2014/main" id="{E79D4858-FB60-4835-9CC9-46B21AA2A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3792406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980">
            <a:solidFill>
              <a:srgbClr val="E5E9EC"/>
            </a:solidFill>
            <a:prstDash val="solid"/>
          </a:ln>
        </p:spPr>
      </p:sp>
      <p:sp>
        <p:nvSpPr>
          <p:cNvPr id="625" name="data_5137">
            <a:extLst xmlns:a="http://schemas.openxmlformats.org/drawingml/2006/main">
              <a:ext uri="{FF2B5EF4-FFF2-40B4-BE49-F238E27FC236}">
                <a16:creationId xmlns:a16="http://schemas.microsoft.com/office/drawing/2014/main" id="{3F5354F1-4A7A-48F7-90B6-EBAF8EAE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9665" y="3792406"/>
            <a:ext cx="44336" cy="191"/>
          </a:xfrm>
          <a:custGeom xmlns:a="http://schemas.openxmlformats.org/drawingml/2006/main"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1527">
            <a:solidFill>
              <a:srgbClr val="263746"/>
            </a:solidFill>
            <a:prstDash val="solid"/>
          </a:ln>
        </p:spPr>
      </p:sp>
      <p:sp>
        <p:nvSpPr>
          <p:cNvPr id="626" name="text_5138">
            <a:extLst xmlns:a="http://schemas.openxmlformats.org/drawingml/2006/main">
              <a:ext uri="{FF2B5EF4-FFF2-40B4-BE49-F238E27FC236}">
                <a16:creationId xmlns:a16="http://schemas.microsoft.com/office/drawing/2014/main" id="{B4904284-65A5-4564-96E0-F09065417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5941" y="3734956"/>
            <a:ext cx="170520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627" name="text_5139">
            <a:extLst xmlns:a="http://schemas.openxmlformats.org/drawingml/2006/main">
              <a:ext uri="{FF2B5EF4-FFF2-40B4-BE49-F238E27FC236}">
                <a16:creationId xmlns:a16="http://schemas.microsoft.com/office/drawing/2014/main" id="{E9892ABA-4069-4A19-8639-70BBADD07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5166733" y="4473156"/>
            <a:ext cx="312935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628" name="data_5140">
            <a:extLst xmlns:a="http://schemas.openxmlformats.org/drawingml/2006/main">
              <a:ext uri="{FF2B5EF4-FFF2-40B4-BE49-F238E27FC236}">
                <a16:creationId xmlns:a16="http://schemas.microsoft.com/office/drawing/2014/main" id="{63F81A5D-3EF5-4334-AE90-35E922C90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6926" y="4942796"/>
            <a:ext cx="706664" cy="477246"/>
          </a:xfrm>
          <a:custGeom xmlns:a="http://schemas.openxmlformats.org/drawingml/2006/main">
            <a:pathLst>
              <a:path w="706664" h="477246">
                <a:moveTo>
                  <a:pt x="0" y="477246"/>
                </a:moveTo>
                <a:lnTo>
                  <a:pt x="706664" y="477246"/>
                </a:lnTo>
                <a:lnTo>
                  <a:pt x="706664" y="0"/>
                </a:lnTo>
                <a:lnTo>
                  <a:pt x="0" y="0"/>
                </a:lnTo>
                <a:lnTo>
                  <a:pt x="0" y="477246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27000"/>
            </a:srgbClr>
          </a:solidFill>
          <a:ln xmlns:a="http://schemas.openxmlformats.org/drawingml/2006/main"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629" name="data_5141">
            <a:extLst xmlns:a="http://schemas.openxmlformats.org/drawingml/2006/main">
              <a:ext uri="{FF2B5EF4-FFF2-40B4-BE49-F238E27FC236}">
                <a16:creationId xmlns:a16="http://schemas.microsoft.com/office/drawing/2014/main" id="{81868E6E-DDEB-4C63-8CD8-F48334BA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240" y="4607374"/>
            <a:ext cx="706664" cy="812669"/>
          </a:xfrm>
          <a:custGeom xmlns:a="http://schemas.openxmlformats.org/drawingml/2006/main">
            <a:pathLst>
              <a:path w="706664" h="812669">
                <a:moveTo>
                  <a:pt x="0" y="812669"/>
                </a:moveTo>
                <a:lnTo>
                  <a:pt x="706664" y="812669"/>
                </a:lnTo>
                <a:lnTo>
                  <a:pt x="706664" y="0"/>
                </a:lnTo>
                <a:lnTo>
                  <a:pt x="0" y="0"/>
                </a:lnTo>
                <a:lnTo>
                  <a:pt x="0" y="81266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27000"/>
            </a:srgbClr>
          </a:solidFill>
          <a:ln xmlns:a="http://schemas.openxmlformats.org/drawingml/2006/main"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630" name="data_5142">
            <a:extLst xmlns:a="http://schemas.openxmlformats.org/drawingml/2006/main">
              <a:ext uri="{FF2B5EF4-FFF2-40B4-BE49-F238E27FC236}">
                <a16:creationId xmlns:a16="http://schemas.microsoft.com/office/drawing/2014/main" id="{C0660D90-34A3-4374-89A6-AE27A40D6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1554" y="4435553"/>
            <a:ext cx="706664" cy="984489"/>
          </a:xfrm>
          <a:custGeom xmlns:a="http://schemas.openxmlformats.org/drawingml/2006/main">
            <a:pathLst>
              <a:path w="706664" h="984489">
                <a:moveTo>
                  <a:pt x="0" y="984489"/>
                </a:moveTo>
                <a:lnTo>
                  <a:pt x="706664" y="984489"/>
                </a:lnTo>
                <a:lnTo>
                  <a:pt x="706664" y="0"/>
                </a:lnTo>
                <a:lnTo>
                  <a:pt x="0" y="0"/>
                </a:lnTo>
                <a:lnTo>
                  <a:pt x="0" y="9844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27000"/>
            </a:srgbClr>
          </a:solidFill>
          <a:ln xmlns:a="http://schemas.openxmlformats.org/drawingml/2006/main"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631" name="data_5143">
            <a:extLst xmlns:a="http://schemas.openxmlformats.org/drawingml/2006/main">
              <a:ext uri="{FF2B5EF4-FFF2-40B4-BE49-F238E27FC236}">
                <a16:creationId xmlns:a16="http://schemas.microsoft.com/office/drawing/2014/main" id="{EAD04473-646B-4F4F-AF94-206E01676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30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2" name="data_5144">
            <a:extLst xmlns:a="http://schemas.openxmlformats.org/drawingml/2006/main">
              <a:ext uri="{FF2B5EF4-FFF2-40B4-BE49-F238E27FC236}">
                <a16:creationId xmlns:a16="http://schemas.microsoft.com/office/drawing/2014/main" id="{93608217-87A8-4F1B-8934-F3552B25D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2821" y="436653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3" name="data_5145">
            <a:extLst xmlns:a="http://schemas.openxmlformats.org/drawingml/2006/main">
              <a:ext uri="{FF2B5EF4-FFF2-40B4-BE49-F238E27FC236}">
                <a16:creationId xmlns:a16="http://schemas.microsoft.com/office/drawing/2014/main" id="{5A5734EE-7A9F-482D-B0E7-06FD84C05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01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4" name="data_5146">
            <a:extLst xmlns:a="http://schemas.openxmlformats.org/drawingml/2006/main">
              <a:ext uri="{FF2B5EF4-FFF2-40B4-BE49-F238E27FC236}">
                <a16:creationId xmlns:a16="http://schemas.microsoft.com/office/drawing/2014/main" id="{81766AF7-6836-4DF6-A65A-CB28E656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8704" y="41815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5" name="data_5147">
            <a:extLst xmlns:a="http://schemas.openxmlformats.org/drawingml/2006/main">
              <a:ext uri="{FF2B5EF4-FFF2-40B4-BE49-F238E27FC236}">
                <a16:creationId xmlns:a16="http://schemas.microsoft.com/office/drawing/2014/main" id="{9D91884A-9F00-4D54-9508-A5A6FD32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09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6" name="data_5148">
            <a:extLst xmlns:a="http://schemas.openxmlformats.org/drawingml/2006/main">
              <a:ext uri="{FF2B5EF4-FFF2-40B4-BE49-F238E27FC236}">
                <a16:creationId xmlns:a16="http://schemas.microsoft.com/office/drawing/2014/main" id="{5D2B07A7-E9CC-47C6-8D30-C58E2D51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782" y="510114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7" name="data_5149">
            <a:extLst xmlns:a="http://schemas.openxmlformats.org/drawingml/2006/main">
              <a:ext uri="{FF2B5EF4-FFF2-40B4-BE49-F238E27FC236}">
                <a16:creationId xmlns:a16="http://schemas.microsoft.com/office/drawing/2014/main" id="{562E6493-B53C-40B9-92CE-D5CA77B8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5792" y="470087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8" name="data_5150">
            <a:extLst xmlns:a="http://schemas.openxmlformats.org/drawingml/2006/main">
              <a:ext uri="{FF2B5EF4-FFF2-40B4-BE49-F238E27FC236}">
                <a16:creationId xmlns:a16="http://schemas.microsoft.com/office/drawing/2014/main" id="{0A39E853-99BA-4DDB-A4FD-1CAD94971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209" y="410924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9" name="data_5151">
            <a:extLst xmlns:a="http://schemas.openxmlformats.org/drawingml/2006/main">
              <a:ext uri="{FF2B5EF4-FFF2-40B4-BE49-F238E27FC236}">
                <a16:creationId xmlns:a16="http://schemas.microsoft.com/office/drawing/2014/main" id="{6480FAB8-19CE-4B97-A1BC-AF611623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503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0" name="data_5152">
            <a:extLst xmlns:a="http://schemas.openxmlformats.org/drawingml/2006/main">
              <a:ext uri="{FF2B5EF4-FFF2-40B4-BE49-F238E27FC236}">
                <a16:creationId xmlns:a16="http://schemas.microsoft.com/office/drawing/2014/main" id="{D017F101-3CF5-497A-A971-08780B6AB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347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1" name="data_5153">
            <a:extLst xmlns:a="http://schemas.openxmlformats.org/drawingml/2006/main">
              <a:ext uri="{FF2B5EF4-FFF2-40B4-BE49-F238E27FC236}">
                <a16:creationId xmlns:a16="http://schemas.microsoft.com/office/drawing/2014/main" id="{1CBA3F62-66B5-49EC-AA7C-4009A3BC7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450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2" name="data_5154">
            <a:extLst xmlns:a="http://schemas.openxmlformats.org/drawingml/2006/main">
              <a:ext uri="{FF2B5EF4-FFF2-40B4-BE49-F238E27FC236}">
                <a16:creationId xmlns:a16="http://schemas.microsoft.com/office/drawing/2014/main" id="{C9E1D573-677E-49A9-B383-EA060D501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5927" y="51927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3" name="data_5155">
            <a:extLst xmlns:a="http://schemas.openxmlformats.org/drawingml/2006/main">
              <a:ext uri="{FF2B5EF4-FFF2-40B4-BE49-F238E27FC236}">
                <a16:creationId xmlns:a16="http://schemas.microsoft.com/office/drawing/2014/main" id="{DA2127D9-86A6-43F6-9A22-1263B9536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708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4" name="data_5156">
            <a:extLst xmlns:a="http://schemas.openxmlformats.org/drawingml/2006/main">
              <a:ext uri="{FF2B5EF4-FFF2-40B4-BE49-F238E27FC236}">
                <a16:creationId xmlns:a16="http://schemas.microsoft.com/office/drawing/2014/main" id="{5A6084C4-5CD9-4A07-AC54-CB613DB4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683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5" name="data_5157">
            <a:extLst xmlns:a="http://schemas.openxmlformats.org/drawingml/2006/main">
              <a:ext uri="{FF2B5EF4-FFF2-40B4-BE49-F238E27FC236}">
                <a16:creationId xmlns:a16="http://schemas.microsoft.com/office/drawing/2014/main" id="{0B2EBD58-01D8-490C-887A-0579EC7FB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96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6" name="data_5158">
            <a:extLst xmlns:a="http://schemas.openxmlformats.org/drawingml/2006/main">
              <a:ext uri="{FF2B5EF4-FFF2-40B4-BE49-F238E27FC236}">
                <a16:creationId xmlns:a16="http://schemas.microsoft.com/office/drawing/2014/main" id="{F830493B-A6F8-4832-88F4-38A40E79C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452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7" name="data_5159">
            <a:extLst xmlns:a="http://schemas.openxmlformats.org/drawingml/2006/main">
              <a:ext uri="{FF2B5EF4-FFF2-40B4-BE49-F238E27FC236}">
                <a16:creationId xmlns:a16="http://schemas.microsoft.com/office/drawing/2014/main" id="{9C6BF031-BEDE-4CA5-BC08-65EFDF36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7737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8" name="data_5160">
            <a:extLst xmlns:a="http://schemas.openxmlformats.org/drawingml/2006/main">
              <a:ext uri="{FF2B5EF4-FFF2-40B4-BE49-F238E27FC236}">
                <a16:creationId xmlns:a16="http://schemas.microsoft.com/office/drawing/2014/main" id="{1B8D18D3-F4F0-4BB8-A2E2-9DB3A1E6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84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9" name="data_5161">
            <a:extLst xmlns:a="http://schemas.openxmlformats.org/drawingml/2006/main">
              <a:ext uri="{FF2B5EF4-FFF2-40B4-BE49-F238E27FC236}">
                <a16:creationId xmlns:a16="http://schemas.microsoft.com/office/drawing/2014/main" id="{D78B7C61-7F67-42D4-AC5E-79597E201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1617" y="530736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0" name="data_5162">
            <a:extLst xmlns:a="http://schemas.openxmlformats.org/drawingml/2006/main">
              <a:ext uri="{FF2B5EF4-FFF2-40B4-BE49-F238E27FC236}">
                <a16:creationId xmlns:a16="http://schemas.microsoft.com/office/drawing/2014/main" id="{C7BB8133-5162-41F9-AF24-26A4FC42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291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1" name="data_5163">
            <a:extLst xmlns:a="http://schemas.openxmlformats.org/drawingml/2006/main">
              <a:ext uri="{FF2B5EF4-FFF2-40B4-BE49-F238E27FC236}">
                <a16:creationId xmlns:a16="http://schemas.microsoft.com/office/drawing/2014/main" id="{077BAB02-FC34-4347-A6A4-A311FEB5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917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2" name="data_5164">
            <a:extLst xmlns:a="http://schemas.openxmlformats.org/drawingml/2006/main">
              <a:ext uri="{FF2B5EF4-FFF2-40B4-BE49-F238E27FC236}">
                <a16:creationId xmlns:a16="http://schemas.microsoft.com/office/drawing/2014/main" id="{37500ACE-9318-4FBB-9E8E-24C4D926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556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3" name="data_5165">
            <a:extLst xmlns:a="http://schemas.openxmlformats.org/drawingml/2006/main">
              <a:ext uri="{FF2B5EF4-FFF2-40B4-BE49-F238E27FC236}">
                <a16:creationId xmlns:a16="http://schemas.microsoft.com/office/drawing/2014/main" id="{59FC6076-38C4-4B3B-9609-EA369EFF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3915" y="5334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4" name="data_5166">
            <a:extLst xmlns:a="http://schemas.openxmlformats.org/drawingml/2006/main">
              <a:ext uri="{FF2B5EF4-FFF2-40B4-BE49-F238E27FC236}">
                <a16:creationId xmlns:a16="http://schemas.microsoft.com/office/drawing/2014/main" id="{B227913C-981F-4FE9-8709-9C102A5CE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1480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5" name="data_5167">
            <a:extLst xmlns:a="http://schemas.openxmlformats.org/drawingml/2006/main">
              <a:ext uri="{FF2B5EF4-FFF2-40B4-BE49-F238E27FC236}">
                <a16:creationId xmlns:a16="http://schemas.microsoft.com/office/drawing/2014/main" id="{E6DDE400-5A2F-4834-A471-74620969A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525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6" name="data_5168">
            <a:extLst xmlns:a="http://schemas.openxmlformats.org/drawingml/2006/main">
              <a:ext uri="{FF2B5EF4-FFF2-40B4-BE49-F238E27FC236}">
                <a16:creationId xmlns:a16="http://schemas.microsoft.com/office/drawing/2014/main" id="{F07D4A7E-B3BD-46FA-9F95-2900A7A83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2430" y="509615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7" name="data_5169">
            <a:extLst xmlns:a="http://schemas.openxmlformats.org/drawingml/2006/main">
              <a:ext uri="{FF2B5EF4-FFF2-40B4-BE49-F238E27FC236}">
                <a16:creationId xmlns:a16="http://schemas.microsoft.com/office/drawing/2014/main" id="{0AFD3203-2FA1-433A-A2F8-B83CE9F3B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01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8" name="data_5170">
            <a:extLst xmlns:a="http://schemas.openxmlformats.org/drawingml/2006/main">
              <a:ext uri="{FF2B5EF4-FFF2-40B4-BE49-F238E27FC236}">
                <a16:creationId xmlns:a16="http://schemas.microsoft.com/office/drawing/2014/main" id="{3A55312B-C25A-4276-84EF-CE1F2E4D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221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9" name="data_5171">
            <a:extLst xmlns:a="http://schemas.openxmlformats.org/drawingml/2006/main">
              <a:ext uri="{FF2B5EF4-FFF2-40B4-BE49-F238E27FC236}">
                <a16:creationId xmlns:a16="http://schemas.microsoft.com/office/drawing/2014/main" id="{2E37EFC4-1B66-42B3-9E03-EC39A5651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079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0" name="data_5172">
            <a:extLst xmlns:a="http://schemas.openxmlformats.org/drawingml/2006/main">
              <a:ext uri="{FF2B5EF4-FFF2-40B4-BE49-F238E27FC236}">
                <a16:creationId xmlns:a16="http://schemas.microsoft.com/office/drawing/2014/main" id="{21A01DB7-4FC8-4809-B5D6-45AC46B1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75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1" name="data_5173">
            <a:extLst xmlns:a="http://schemas.openxmlformats.org/drawingml/2006/main">
              <a:ext uri="{FF2B5EF4-FFF2-40B4-BE49-F238E27FC236}">
                <a16:creationId xmlns:a16="http://schemas.microsoft.com/office/drawing/2014/main" id="{F03AAA7D-DC13-40D0-A80A-28C89C724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517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2" name="data_5174">
            <a:extLst xmlns:a="http://schemas.openxmlformats.org/drawingml/2006/main">
              <a:ext uri="{FF2B5EF4-FFF2-40B4-BE49-F238E27FC236}">
                <a16:creationId xmlns:a16="http://schemas.microsoft.com/office/drawing/2014/main" id="{A18343E9-9CE2-490D-B869-5B76F8E7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1677" y="53514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3" name="data_5175">
            <a:extLst xmlns:a="http://schemas.openxmlformats.org/drawingml/2006/main">
              <a:ext uri="{FF2B5EF4-FFF2-40B4-BE49-F238E27FC236}">
                <a16:creationId xmlns:a16="http://schemas.microsoft.com/office/drawing/2014/main" id="{A3295334-BD2A-409B-9427-16770BDA2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7622" y="537566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4" name="data_5176">
            <a:extLst xmlns:a="http://schemas.openxmlformats.org/drawingml/2006/main">
              <a:ext uri="{FF2B5EF4-FFF2-40B4-BE49-F238E27FC236}">
                <a16:creationId xmlns:a16="http://schemas.microsoft.com/office/drawing/2014/main" id="{D12740C8-3B0C-4D00-BE15-14D97E9C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7019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5" name="data_5177">
            <a:extLst xmlns:a="http://schemas.openxmlformats.org/drawingml/2006/main">
              <a:ext uri="{FF2B5EF4-FFF2-40B4-BE49-F238E27FC236}">
                <a16:creationId xmlns:a16="http://schemas.microsoft.com/office/drawing/2014/main" id="{91A78203-E6C8-4BCF-B60E-351D016E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0245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6" name="data_5178">
            <a:extLst xmlns:a="http://schemas.openxmlformats.org/drawingml/2006/main">
              <a:ext uri="{FF2B5EF4-FFF2-40B4-BE49-F238E27FC236}">
                <a16:creationId xmlns:a16="http://schemas.microsoft.com/office/drawing/2014/main" id="{A08985A7-9CF8-48AC-A75D-B863EF84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619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7" name="data_5179">
            <a:extLst xmlns:a="http://schemas.openxmlformats.org/drawingml/2006/main">
              <a:ext uri="{FF2B5EF4-FFF2-40B4-BE49-F238E27FC236}">
                <a16:creationId xmlns:a16="http://schemas.microsoft.com/office/drawing/2014/main" id="{BB902A9F-9A94-4948-851C-C7850B42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865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8" name="data_5180">
            <a:extLst xmlns:a="http://schemas.openxmlformats.org/drawingml/2006/main">
              <a:ext uri="{FF2B5EF4-FFF2-40B4-BE49-F238E27FC236}">
                <a16:creationId xmlns:a16="http://schemas.microsoft.com/office/drawing/2014/main" id="{52BFF7CC-64E3-4CB1-A3C6-585240B8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8926" y="53248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9" name="data_5181">
            <a:extLst xmlns:a="http://schemas.openxmlformats.org/drawingml/2006/main">
              <a:ext uri="{FF2B5EF4-FFF2-40B4-BE49-F238E27FC236}">
                <a16:creationId xmlns:a16="http://schemas.microsoft.com/office/drawing/2014/main" id="{A8548D99-D889-4D2C-B44D-10B32FE6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621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0" name="data_5182">
            <a:extLst xmlns:a="http://schemas.openxmlformats.org/drawingml/2006/main">
              <a:ext uri="{FF2B5EF4-FFF2-40B4-BE49-F238E27FC236}">
                <a16:creationId xmlns:a16="http://schemas.microsoft.com/office/drawing/2014/main" id="{C80F75E8-41AE-4BBF-A679-1DC150411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2841" y="531188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1" name="data_5183">
            <a:extLst xmlns:a="http://schemas.openxmlformats.org/drawingml/2006/main">
              <a:ext uri="{FF2B5EF4-FFF2-40B4-BE49-F238E27FC236}">
                <a16:creationId xmlns:a16="http://schemas.microsoft.com/office/drawing/2014/main" id="{873A8427-3284-4BCB-A2D8-14B16A21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542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2" name="data_5184">
            <a:extLst xmlns:a="http://schemas.openxmlformats.org/drawingml/2006/main">
              <a:ext uri="{FF2B5EF4-FFF2-40B4-BE49-F238E27FC236}">
                <a16:creationId xmlns:a16="http://schemas.microsoft.com/office/drawing/2014/main" id="{35681F33-26A9-4CBC-8BCC-2E7749756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78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3" name="data_5185">
            <a:extLst xmlns:a="http://schemas.openxmlformats.org/drawingml/2006/main">
              <a:ext uri="{FF2B5EF4-FFF2-40B4-BE49-F238E27FC236}">
                <a16:creationId xmlns:a16="http://schemas.microsoft.com/office/drawing/2014/main" id="{2A9CD28F-CC8A-4D96-9F96-2EC0B3CD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28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4" name="data_5186">
            <a:extLst xmlns:a="http://schemas.openxmlformats.org/drawingml/2006/main">
              <a:ext uri="{FF2B5EF4-FFF2-40B4-BE49-F238E27FC236}">
                <a16:creationId xmlns:a16="http://schemas.microsoft.com/office/drawing/2014/main" id="{C95B2CBC-D427-4F92-96B9-0242921B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0938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5" name="data_5187">
            <a:extLst xmlns:a="http://schemas.openxmlformats.org/drawingml/2006/main">
              <a:ext uri="{FF2B5EF4-FFF2-40B4-BE49-F238E27FC236}">
                <a16:creationId xmlns:a16="http://schemas.microsoft.com/office/drawing/2014/main" id="{F1A7C929-1F95-4009-B1DA-25345C8EA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0371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6" name="data_5188">
            <a:extLst xmlns:a="http://schemas.openxmlformats.org/drawingml/2006/main">
              <a:ext uri="{FF2B5EF4-FFF2-40B4-BE49-F238E27FC236}">
                <a16:creationId xmlns:a16="http://schemas.microsoft.com/office/drawing/2014/main" id="{7125454C-491E-4F72-8024-D2335FE59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213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7" name="data_5189">
            <a:extLst xmlns:a="http://schemas.openxmlformats.org/drawingml/2006/main">
              <a:ext uri="{FF2B5EF4-FFF2-40B4-BE49-F238E27FC236}">
                <a16:creationId xmlns:a16="http://schemas.microsoft.com/office/drawing/2014/main" id="{612885B5-E26C-426F-AB99-ED5EFDD91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21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8" name="data_5190">
            <a:extLst xmlns:a="http://schemas.openxmlformats.org/drawingml/2006/main">
              <a:ext uri="{FF2B5EF4-FFF2-40B4-BE49-F238E27FC236}">
                <a16:creationId xmlns:a16="http://schemas.microsoft.com/office/drawing/2014/main" id="{88F197F1-3F79-4581-9328-3C8DE590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2127" y="539262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9" name="data_5191">
            <a:extLst xmlns:a="http://schemas.openxmlformats.org/drawingml/2006/main">
              <a:ext uri="{FF2B5EF4-FFF2-40B4-BE49-F238E27FC236}">
                <a16:creationId xmlns:a16="http://schemas.microsoft.com/office/drawing/2014/main" id="{BFF39E49-3B98-4F2C-A819-B56892FA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7774" y="440892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0" name="data_5192">
            <a:extLst xmlns:a="http://schemas.openxmlformats.org/drawingml/2006/main">
              <a:ext uri="{FF2B5EF4-FFF2-40B4-BE49-F238E27FC236}">
                <a16:creationId xmlns:a16="http://schemas.microsoft.com/office/drawing/2014/main" id="{10EB418B-F6DD-4267-8A11-A1EB28AF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05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1" name="data_5193">
            <a:extLst xmlns:a="http://schemas.openxmlformats.org/drawingml/2006/main">
              <a:ext uri="{FF2B5EF4-FFF2-40B4-BE49-F238E27FC236}">
                <a16:creationId xmlns:a16="http://schemas.microsoft.com/office/drawing/2014/main" id="{786718E6-33DE-4983-873E-C1508D0A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815" y="540083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2" name="data_5194">
            <a:extLst xmlns:a="http://schemas.openxmlformats.org/drawingml/2006/main">
              <a:ext uri="{FF2B5EF4-FFF2-40B4-BE49-F238E27FC236}">
                <a16:creationId xmlns:a16="http://schemas.microsoft.com/office/drawing/2014/main" id="{92BEA772-C33E-42E4-95B1-63E450579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658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3" name="data_5195">
            <a:extLst xmlns:a="http://schemas.openxmlformats.org/drawingml/2006/main">
              <a:ext uri="{FF2B5EF4-FFF2-40B4-BE49-F238E27FC236}">
                <a16:creationId xmlns:a16="http://schemas.microsoft.com/office/drawing/2014/main" id="{701CCDB4-C8B0-4B48-9497-C3797B4E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0335" y="51988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4" name="data_5196">
            <a:extLst xmlns:a="http://schemas.openxmlformats.org/drawingml/2006/main">
              <a:ext uri="{FF2B5EF4-FFF2-40B4-BE49-F238E27FC236}">
                <a16:creationId xmlns:a16="http://schemas.microsoft.com/office/drawing/2014/main" id="{52A9627A-7CF6-4382-881B-A469E3464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607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5" name="data_5197">
            <a:extLst xmlns:a="http://schemas.openxmlformats.org/drawingml/2006/main">
              <a:ext uri="{FF2B5EF4-FFF2-40B4-BE49-F238E27FC236}">
                <a16:creationId xmlns:a16="http://schemas.microsoft.com/office/drawing/2014/main" id="{5CCAC187-31E2-4345-9FEC-3FBB9A63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6064" y="45104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6" name="data_5198">
            <a:extLst xmlns:a="http://schemas.openxmlformats.org/drawingml/2006/main">
              <a:ext uri="{FF2B5EF4-FFF2-40B4-BE49-F238E27FC236}">
                <a16:creationId xmlns:a16="http://schemas.microsoft.com/office/drawing/2014/main" id="{F85F931A-7C6B-4D1F-932C-1D8E6E86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206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7" name="data_5199">
            <a:extLst xmlns:a="http://schemas.openxmlformats.org/drawingml/2006/main">
              <a:ext uri="{FF2B5EF4-FFF2-40B4-BE49-F238E27FC236}">
                <a16:creationId xmlns:a16="http://schemas.microsoft.com/office/drawing/2014/main" id="{8F1223B8-8811-4A50-9363-B285B682F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576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8" name="data_5200">
            <a:extLst xmlns:a="http://schemas.openxmlformats.org/drawingml/2006/main">
              <a:ext uri="{FF2B5EF4-FFF2-40B4-BE49-F238E27FC236}">
                <a16:creationId xmlns:a16="http://schemas.microsoft.com/office/drawing/2014/main" id="{37A883DE-8E66-42C0-BC29-8B9A80A8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2326" y="44225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9" name="data_5201">
            <a:extLst xmlns:a="http://schemas.openxmlformats.org/drawingml/2006/main">
              <a:ext uri="{FF2B5EF4-FFF2-40B4-BE49-F238E27FC236}">
                <a16:creationId xmlns:a16="http://schemas.microsoft.com/office/drawing/2014/main" id="{BEFD36AC-6C73-4ED1-8D09-67A2A19A6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15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0" name="data_5202">
            <a:extLst xmlns:a="http://schemas.openxmlformats.org/drawingml/2006/main">
              <a:ext uri="{FF2B5EF4-FFF2-40B4-BE49-F238E27FC236}">
                <a16:creationId xmlns:a16="http://schemas.microsoft.com/office/drawing/2014/main" id="{1550C892-DAD7-4796-AA9B-D0EEE1E29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1852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1" name="data_5203">
            <a:extLst xmlns:a="http://schemas.openxmlformats.org/drawingml/2006/main">
              <a:ext uri="{FF2B5EF4-FFF2-40B4-BE49-F238E27FC236}">
                <a16:creationId xmlns:a16="http://schemas.microsoft.com/office/drawing/2014/main" id="{28B2F700-6278-4C0B-884A-C17707C09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286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2" name="data_5204">
            <a:extLst xmlns:a="http://schemas.openxmlformats.org/drawingml/2006/main">
              <a:ext uri="{FF2B5EF4-FFF2-40B4-BE49-F238E27FC236}">
                <a16:creationId xmlns:a16="http://schemas.microsoft.com/office/drawing/2014/main" id="{77D54ED1-E3C7-49BD-98B2-EE06D9CCF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570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3" name="data_5205">
            <a:extLst xmlns:a="http://schemas.openxmlformats.org/drawingml/2006/main">
              <a:ext uri="{FF2B5EF4-FFF2-40B4-BE49-F238E27FC236}">
                <a16:creationId xmlns:a16="http://schemas.microsoft.com/office/drawing/2014/main" id="{485E617A-70B2-4D78-B510-D7E6F71D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088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4" name="data_5206">
            <a:extLst xmlns:a="http://schemas.openxmlformats.org/drawingml/2006/main">
              <a:ext uri="{FF2B5EF4-FFF2-40B4-BE49-F238E27FC236}">
                <a16:creationId xmlns:a16="http://schemas.microsoft.com/office/drawing/2014/main" id="{6683A875-738C-432F-80A3-537445C8B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954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5" name="data_5207">
            <a:extLst xmlns:a="http://schemas.openxmlformats.org/drawingml/2006/main">
              <a:ext uri="{FF2B5EF4-FFF2-40B4-BE49-F238E27FC236}">
                <a16:creationId xmlns:a16="http://schemas.microsoft.com/office/drawing/2014/main" id="{3E0F52E2-3D2B-4122-842A-6FCA858D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3540" y="5334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6" name="data_5208">
            <a:extLst xmlns:a="http://schemas.openxmlformats.org/drawingml/2006/main">
              <a:ext uri="{FF2B5EF4-FFF2-40B4-BE49-F238E27FC236}">
                <a16:creationId xmlns:a16="http://schemas.microsoft.com/office/drawing/2014/main" id="{26B310B4-D027-4BBF-8E31-0107853BE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93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7" name="data_5209">
            <a:extLst xmlns:a="http://schemas.openxmlformats.org/drawingml/2006/main">
              <a:ext uri="{FF2B5EF4-FFF2-40B4-BE49-F238E27FC236}">
                <a16:creationId xmlns:a16="http://schemas.microsoft.com/office/drawing/2014/main" id="{7852A9FB-6E43-40AA-A7E4-69025334F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75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8" name="data_5210">
            <a:extLst xmlns:a="http://schemas.openxmlformats.org/drawingml/2006/main">
              <a:ext uri="{FF2B5EF4-FFF2-40B4-BE49-F238E27FC236}">
                <a16:creationId xmlns:a16="http://schemas.microsoft.com/office/drawing/2014/main" id="{1D383F0E-9811-4E7E-A6BA-AF040663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852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9" name="data_5211">
            <a:extLst xmlns:a="http://schemas.openxmlformats.org/drawingml/2006/main">
              <a:ext uri="{FF2B5EF4-FFF2-40B4-BE49-F238E27FC236}">
                <a16:creationId xmlns:a16="http://schemas.microsoft.com/office/drawing/2014/main" id="{C367D2A8-E1B7-4907-89B6-39F4DEC7D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53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0" name="data_5212">
            <a:extLst xmlns:a="http://schemas.openxmlformats.org/drawingml/2006/main">
              <a:ext uri="{FF2B5EF4-FFF2-40B4-BE49-F238E27FC236}">
                <a16:creationId xmlns:a16="http://schemas.microsoft.com/office/drawing/2014/main" id="{0DF84994-CD7E-42C4-B2D0-5CCC181C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4633" y="424552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1" name="data_5213">
            <a:extLst xmlns:a="http://schemas.openxmlformats.org/drawingml/2006/main">
              <a:ext uri="{FF2B5EF4-FFF2-40B4-BE49-F238E27FC236}">
                <a16:creationId xmlns:a16="http://schemas.microsoft.com/office/drawing/2014/main" id="{88A89234-354D-4F18-BF8A-712BE48C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289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2" name="data_5214">
            <a:extLst xmlns:a="http://schemas.openxmlformats.org/drawingml/2006/main">
              <a:ext uri="{FF2B5EF4-FFF2-40B4-BE49-F238E27FC236}">
                <a16:creationId xmlns:a16="http://schemas.microsoft.com/office/drawing/2014/main" id="{03F23534-7F98-4845-9986-4A5D888B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541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3" name="data_5215">
            <a:extLst xmlns:a="http://schemas.openxmlformats.org/drawingml/2006/main">
              <a:ext uri="{FF2B5EF4-FFF2-40B4-BE49-F238E27FC236}">
                <a16:creationId xmlns:a16="http://schemas.microsoft.com/office/drawing/2014/main" id="{F847024B-E6C1-4627-904A-8D44F480C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35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4" name="data_5216">
            <a:extLst xmlns:a="http://schemas.openxmlformats.org/drawingml/2006/main">
              <a:ext uri="{FF2B5EF4-FFF2-40B4-BE49-F238E27FC236}">
                <a16:creationId xmlns:a16="http://schemas.microsoft.com/office/drawing/2014/main" id="{4B1D754A-A4E0-4349-9464-D5B432EA6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653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5" name="data_5217">
            <a:extLst xmlns:a="http://schemas.openxmlformats.org/drawingml/2006/main">
              <a:ext uri="{FF2B5EF4-FFF2-40B4-BE49-F238E27FC236}">
                <a16:creationId xmlns:a16="http://schemas.microsoft.com/office/drawing/2014/main" id="{4359EA54-803A-4EAE-92CC-28886754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12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6" name="data_5218">
            <a:extLst xmlns:a="http://schemas.openxmlformats.org/drawingml/2006/main">
              <a:ext uri="{FF2B5EF4-FFF2-40B4-BE49-F238E27FC236}">
                <a16:creationId xmlns:a16="http://schemas.microsoft.com/office/drawing/2014/main" id="{2BBC85F4-9661-4349-BB1C-30585443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451" y="527571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7" name="data_5219">
            <a:extLst xmlns:a="http://schemas.openxmlformats.org/drawingml/2006/main">
              <a:ext uri="{FF2B5EF4-FFF2-40B4-BE49-F238E27FC236}">
                <a16:creationId xmlns:a16="http://schemas.microsoft.com/office/drawing/2014/main" id="{F3263152-7585-4EBE-B9F0-60A591FE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807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8" name="data_5220">
            <a:extLst xmlns:a="http://schemas.openxmlformats.org/drawingml/2006/main">
              <a:ext uri="{FF2B5EF4-FFF2-40B4-BE49-F238E27FC236}">
                <a16:creationId xmlns:a16="http://schemas.microsoft.com/office/drawing/2014/main" id="{9E42FBDD-DF4C-42E6-AC6C-C48F0D70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292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9" name="data_5221">
            <a:extLst xmlns:a="http://schemas.openxmlformats.org/drawingml/2006/main">
              <a:ext uri="{FF2B5EF4-FFF2-40B4-BE49-F238E27FC236}">
                <a16:creationId xmlns:a16="http://schemas.microsoft.com/office/drawing/2014/main" id="{262146EA-7B4A-4178-BD43-FF582AE8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511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0" name="data_5222">
            <a:extLst xmlns:a="http://schemas.openxmlformats.org/drawingml/2006/main">
              <a:ext uri="{FF2B5EF4-FFF2-40B4-BE49-F238E27FC236}">
                <a16:creationId xmlns:a16="http://schemas.microsoft.com/office/drawing/2014/main" id="{75191CE5-4BA6-4A63-A1BC-C07579FE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466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1" name="data_5223">
            <a:extLst xmlns:a="http://schemas.openxmlformats.org/drawingml/2006/main">
              <a:ext uri="{FF2B5EF4-FFF2-40B4-BE49-F238E27FC236}">
                <a16:creationId xmlns:a16="http://schemas.microsoft.com/office/drawing/2014/main" id="{C1A245B3-59DB-4DA2-A32E-FA00878D1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518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2" name="data_5224">
            <a:extLst xmlns:a="http://schemas.openxmlformats.org/drawingml/2006/main">
              <a:ext uri="{FF2B5EF4-FFF2-40B4-BE49-F238E27FC236}">
                <a16:creationId xmlns:a16="http://schemas.microsoft.com/office/drawing/2014/main" id="{D612E89F-17E7-4EF6-A0B6-7A6F94D62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68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3" name="data_5225">
            <a:extLst xmlns:a="http://schemas.openxmlformats.org/drawingml/2006/main">
              <a:ext uri="{FF2B5EF4-FFF2-40B4-BE49-F238E27FC236}">
                <a16:creationId xmlns:a16="http://schemas.microsoft.com/office/drawing/2014/main" id="{0FC865FC-AF3C-42D0-9B2B-BD11AA0FA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241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4" name="data_5226">
            <a:extLst xmlns:a="http://schemas.openxmlformats.org/drawingml/2006/main">
              <a:ext uri="{FF2B5EF4-FFF2-40B4-BE49-F238E27FC236}">
                <a16:creationId xmlns:a16="http://schemas.microsoft.com/office/drawing/2014/main" id="{56F56731-2F1C-45B6-BC61-70314607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704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5" name="data_5227">
            <a:extLst xmlns:a="http://schemas.openxmlformats.org/drawingml/2006/main">
              <a:ext uri="{FF2B5EF4-FFF2-40B4-BE49-F238E27FC236}">
                <a16:creationId xmlns:a16="http://schemas.microsoft.com/office/drawing/2014/main" id="{618D3E2A-68EC-47A5-8E2C-31234AAA9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988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6" name="data_5228">
            <a:extLst xmlns:a="http://schemas.openxmlformats.org/drawingml/2006/main">
              <a:ext uri="{FF2B5EF4-FFF2-40B4-BE49-F238E27FC236}">
                <a16:creationId xmlns:a16="http://schemas.microsoft.com/office/drawing/2014/main" id="{9A558D5D-59BD-4555-9F67-AE7EEBCB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7938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7" name="data_5229">
            <a:extLst xmlns:a="http://schemas.openxmlformats.org/drawingml/2006/main">
              <a:ext uri="{FF2B5EF4-FFF2-40B4-BE49-F238E27FC236}">
                <a16:creationId xmlns:a16="http://schemas.microsoft.com/office/drawing/2014/main" id="{E4526218-B6F0-4405-9661-6A4B1EA9D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8410" y="48222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8" name="data_5230">
            <a:extLst xmlns:a="http://schemas.openxmlformats.org/drawingml/2006/main">
              <a:ext uri="{FF2B5EF4-FFF2-40B4-BE49-F238E27FC236}">
                <a16:creationId xmlns:a16="http://schemas.microsoft.com/office/drawing/2014/main" id="{985E9D7F-BA15-4106-8855-EC46EE084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950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9" name="data_5231">
            <a:extLst xmlns:a="http://schemas.openxmlformats.org/drawingml/2006/main">
              <a:ext uri="{FF2B5EF4-FFF2-40B4-BE49-F238E27FC236}">
                <a16:creationId xmlns:a16="http://schemas.microsoft.com/office/drawing/2014/main" id="{3F6A7200-4CCB-4BF5-A0C5-D6A31174D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539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0" name="data_5232">
            <a:extLst xmlns:a="http://schemas.openxmlformats.org/drawingml/2006/main">
              <a:ext uri="{FF2B5EF4-FFF2-40B4-BE49-F238E27FC236}">
                <a16:creationId xmlns:a16="http://schemas.microsoft.com/office/drawing/2014/main" id="{CB8C3AE7-7D7B-48EB-9566-817AE231A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1434" y="381342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1" name="data_5233">
            <a:extLst xmlns:a="http://schemas.openxmlformats.org/drawingml/2006/main">
              <a:ext uri="{FF2B5EF4-FFF2-40B4-BE49-F238E27FC236}">
                <a16:creationId xmlns:a16="http://schemas.microsoft.com/office/drawing/2014/main" id="{2F64A4FD-CCDE-434A-AB94-385F782A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684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2" name="data_5234">
            <a:extLst xmlns:a="http://schemas.openxmlformats.org/drawingml/2006/main">
              <a:ext uri="{FF2B5EF4-FFF2-40B4-BE49-F238E27FC236}">
                <a16:creationId xmlns:a16="http://schemas.microsoft.com/office/drawing/2014/main" id="{F6B97B00-CC0D-4386-BBDA-194AB767B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133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3" name="data_5235">
            <a:extLst xmlns:a="http://schemas.openxmlformats.org/drawingml/2006/main">
              <a:ext uri="{FF2B5EF4-FFF2-40B4-BE49-F238E27FC236}">
                <a16:creationId xmlns:a16="http://schemas.microsoft.com/office/drawing/2014/main" id="{F6A7AA80-6038-4F6D-BF56-2F6F9E9A1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864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4" name="data_5236">
            <a:extLst xmlns:a="http://schemas.openxmlformats.org/drawingml/2006/main">
              <a:ext uri="{FF2B5EF4-FFF2-40B4-BE49-F238E27FC236}">
                <a16:creationId xmlns:a16="http://schemas.microsoft.com/office/drawing/2014/main" id="{16AFF991-F856-4038-B8DC-F542E696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3489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ABB3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5" name="data_5237">
            <a:extLst xmlns:a="http://schemas.openxmlformats.org/drawingml/2006/main">
              <a:ext uri="{FF2B5EF4-FFF2-40B4-BE49-F238E27FC236}">
                <a16:creationId xmlns:a16="http://schemas.microsoft.com/office/drawing/2014/main" id="{ECBF5C23-DDEA-4CF6-9954-0F978179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725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6" name="data_5238">
            <a:extLst xmlns:a="http://schemas.openxmlformats.org/drawingml/2006/main">
              <a:ext uri="{FF2B5EF4-FFF2-40B4-BE49-F238E27FC236}">
                <a16:creationId xmlns:a16="http://schemas.microsoft.com/office/drawing/2014/main" id="{E4C5DD06-9196-42EE-A92D-1C39AF6C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597" y="38004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7" name="data_5239">
            <a:extLst xmlns:a="http://schemas.openxmlformats.org/drawingml/2006/main">
              <a:ext uri="{FF2B5EF4-FFF2-40B4-BE49-F238E27FC236}">
                <a16:creationId xmlns:a16="http://schemas.microsoft.com/office/drawing/2014/main" id="{8A755DFB-B3B2-43A8-8A9A-C6A7BB08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32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8" name="data_5240">
            <a:extLst xmlns:a="http://schemas.openxmlformats.org/drawingml/2006/main">
              <a:ext uri="{FF2B5EF4-FFF2-40B4-BE49-F238E27FC236}">
                <a16:creationId xmlns:a16="http://schemas.microsoft.com/office/drawing/2014/main" id="{BA3821C7-ADF4-4E32-B0C7-69F538792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267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9" name="data_5241">
            <a:extLst xmlns:a="http://schemas.openxmlformats.org/drawingml/2006/main">
              <a:ext uri="{FF2B5EF4-FFF2-40B4-BE49-F238E27FC236}">
                <a16:creationId xmlns:a16="http://schemas.microsoft.com/office/drawing/2014/main" id="{0E78BAD9-DD79-43BB-B2B8-3F826F86A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77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0" name="data_5242">
            <a:extLst xmlns:a="http://schemas.openxmlformats.org/drawingml/2006/main">
              <a:ext uri="{FF2B5EF4-FFF2-40B4-BE49-F238E27FC236}">
                <a16:creationId xmlns:a16="http://schemas.microsoft.com/office/drawing/2014/main" id="{CCB4D055-862B-4098-8E6F-1DBB6524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5623" y="461797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1" name="data_5243">
            <a:extLst xmlns:a="http://schemas.openxmlformats.org/drawingml/2006/main">
              <a:ext uri="{FF2B5EF4-FFF2-40B4-BE49-F238E27FC236}">
                <a16:creationId xmlns:a16="http://schemas.microsoft.com/office/drawing/2014/main" id="{BF396B12-AC57-4D39-A29F-FB552FAA6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5" y="441840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2" name="data_5244">
            <a:extLst xmlns:a="http://schemas.openxmlformats.org/drawingml/2006/main">
              <a:ext uri="{FF2B5EF4-FFF2-40B4-BE49-F238E27FC236}">
                <a16:creationId xmlns:a16="http://schemas.microsoft.com/office/drawing/2014/main" id="{220730E0-9A2A-4C70-8DB0-3A477EEC6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626" y="465754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3" name="data_5245">
            <a:extLst xmlns:a="http://schemas.openxmlformats.org/drawingml/2006/main">
              <a:ext uri="{FF2B5EF4-FFF2-40B4-BE49-F238E27FC236}">
                <a16:creationId xmlns:a16="http://schemas.microsoft.com/office/drawing/2014/main" id="{049B9D28-0D52-4143-B444-545A5E8D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390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4" name="data_5246">
            <a:extLst xmlns:a="http://schemas.openxmlformats.org/drawingml/2006/main">
              <a:ext uri="{FF2B5EF4-FFF2-40B4-BE49-F238E27FC236}">
                <a16:creationId xmlns:a16="http://schemas.microsoft.com/office/drawing/2014/main" id="{DE54AB8F-97DC-4CF7-8B25-D9D12154C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062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5" name="data_5247">
            <a:extLst xmlns:a="http://schemas.openxmlformats.org/drawingml/2006/main">
              <a:ext uri="{FF2B5EF4-FFF2-40B4-BE49-F238E27FC236}">
                <a16:creationId xmlns:a16="http://schemas.microsoft.com/office/drawing/2014/main" id="{3A7FE545-CEBA-41BC-85AD-50DBF0C97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268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6" name="data_5248">
            <a:extLst xmlns:a="http://schemas.openxmlformats.org/drawingml/2006/main">
              <a:ext uri="{FF2B5EF4-FFF2-40B4-BE49-F238E27FC236}">
                <a16:creationId xmlns:a16="http://schemas.microsoft.com/office/drawing/2014/main" id="{12AE5BAF-FFB3-4230-B875-B180F0F10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0049" y="384237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7" name="data_5249">
            <a:extLst xmlns:a="http://schemas.openxmlformats.org/drawingml/2006/main">
              <a:ext uri="{FF2B5EF4-FFF2-40B4-BE49-F238E27FC236}">
                <a16:creationId xmlns:a16="http://schemas.microsoft.com/office/drawing/2014/main" id="{CBA663F6-DEF6-4A2E-9875-E3F9AA2E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0311" y="51360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8" name="data_5250">
            <a:extLst xmlns:a="http://schemas.openxmlformats.org/drawingml/2006/main">
              <a:ext uri="{FF2B5EF4-FFF2-40B4-BE49-F238E27FC236}">
                <a16:creationId xmlns:a16="http://schemas.microsoft.com/office/drawing/2014/main" id="{27DF52C1-3650-48DB-9960-F54E5F86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76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9" name="data_5251">
            <a:extLst xmlns:a="http://schemas.openxmlformats.org/drawingml/2006/main">
              <a:ext uri="{FF2B5EF4-FFF2-40B4-BE49-F238E27FC236}">
                <a16:creationId xmlns:a16="http://schemas.microsoft.com/office/drawing/2014/main" id="{EA99F468-9196-4DC5-B999-B86349C5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35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0" name="data_5252">
            <a:extLst xmlns:a="http://schemas.openxmlformats.org/drawingml/2006/main">
              <a:ext uri="{FF2B5EF4-FFF2-40B4-BE49-F238E27FC236}">
                <a16:creationId xmlns:a16="http://schemas.microsoft.com/office/drawing/2014/main" id="{44434A88-AE1B-4F7B-892F-ABFBDF6F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69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1" name="data_5253">
            <a:extLst xmlns:a="http://schemas.openxmlformats.org/drawingml/2006/main">
              <a:ext uri="{FF2B5EF4-FFF2-40B4-BE49-F238E27FC236}">
                <a16:creationId xmlns:a16="http://schemas.microsoft.com/office/drawing/2014/main" id="{CC64E39F-214D-49EA-AACF-DC1F79651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8086" y="52040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2" name="data_5254">
            <a:extLst xmlns:a="http://schemas.openxmlformats.org/drawingml/2006/main">
              <a:ext uri="{FF2B5EF4-FFF2-40B4-BE49-F238E27FC236}">
                <a16:creationId xmlns:a16="http://schemas.microsoft.com/office/drawing/2014/main" id="{3180DD8E-5014-4EFC-A0A9-C750A41A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335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3" name="data_5255">
            <a:extLst xmlns:a="http://schemas.openxmlformats.org/drawingml/2006/main">
              <a:ext uri="{FF2B5EF4-FFF2-40B4-BE49-F238E27FC236}">
                <a16:creationId xmlns:a16="http://schemas.microsoft.com/office/drawing/2014/main" id="{80DCE24D-8DE0-452C-9A91-EBAE252C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1842" y="502052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4" name="data_5256">
            <a:extLst xmlns:a="http://schemas.openxmlformats.org/drawingml/2006/main">
              <a:ext uri="{FF2B5EF4-FFF2-40B4-BE49-F238E27FC236}">
                <a16:creationId xmlns:a16="http://schemas.microsoft.com/office/drawing/2014/main" id="{222DAE3A-C742-4DFC-9E4E-2A9D289A6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247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5" name="data_5257">
            <a:extLst xmlns:a="http://schemas.openxmlformats.org/drawingml/2006/main">
              <a:ext uri="{FF2B5EF4-FFF2-40B4-BE49-F238E27FC236}">
                <a16:creationId xmlns:a16="http://schemas.microsoft.com/office/drawing/2014/main" id="{F7B4B1D4-3CD1-45A4-8828-6D35C2868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3431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6" name="data_5258">
            <a:extLst xmlns:a="http://schemas.openxmlformats.org/drawingml/2006/main">
              <a:ext uri="{FF2B5EF4-FFF2-40B4-BE49-F238E27FC236}">
                <a16:creationId xmlns:a16="http://schemas.microsoft.com/office/drawing/2014/main" id="{6940EC59-76C3-4B1B-B15B-3D376E5C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0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7" name="data_5259">
            <a:extLst xmlns:a="http://schemas.openxmlformats.org/drawingml/2006/main">
              <a:ext uri="{FF2B5EF4-FFF2-40B4-BE49-F238E27FC236}">
                <a16:creationId xmlns:a16="http://schemas.microsoft.com/office/drawing/2014/main" id="{7D3FF6CE-3C15-48A9-B5F5-5E88AD72A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718" y="3978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8" name="data_5260">
            <a:extLst xmlns:a="http://schemas.openxmlformats.org/drawingml/2006/main">
              <a:ext uri="{FF2B5EF4-FFF2-40B4-BE49-F238E27FC236}">
                <a16:creationId xmlns:a16="http://schemas.microsoft.com/office/drawing/2014/main" id="{32AD8BAF-AB00-4017-AF00-33E557C21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80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9" name="data_5261">
            <a:extLst xmlns:a="http://schemas.openxmlformats.org/drawingml/2006/main">
              <a:ext uri="{FF2B5EF4-FFF2-40B4-BE49-F238E27FC236}">
                <a16:creationId xmlns:a16="http://schemas.microsoft.com/office/drawing/2014/main" id="{395A4AF6-1EBC-4426-A874-E9F3CE83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162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0" name="data_5262">
            <a:extLst xmlns:a="http://schemas.openxmlformats.org/drawingml/2006/main">
              <a:ext uri="{FF2B5EF4-FFF2-40B4-BE49-F238E27FC236}">
                <a16:creationId xmlns:a16="http://schemas.microsoft.com/office/drawing/2014/main" id="{7133ABB9-080B-438E-8DF8-1DA141738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7027" y="507431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1" name="data_5263">
            <a:extLst xmlns:a="http://schemas.openxmlformats.org/drawingml/2006/main">
              <a:ext uri="{FF2B5EF4-FFF2-40B4-BE49-F238E27FC236}">
                <a16:creationId xmlns:a16="http://schemas.microsoft.com/office/drawing/2014/main" id="{5318A0E1-D34F-4254-8DB4-791244E1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4811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2" name="data_5264">
            <a:extLst xmlns:a="http://schemas.openxmlformats.org/drawingml/2006/main">
              <a:ext uri="{FF2B5EF4-FFF2-40B4-BE49-F238E27FC236}">
                <a16:creationId xmlns:a16="http://schemas.microsoft.com/office/drawing/2014/main" id="{81841CF5-E686-457B-A9B9-445FE128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683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3" name="data_5265">
            <a:extLst xmlns:a="http://schemas.openxmlformats.org/drawingml/2006/main">
              <a:ext uri="{FF2B5EF4-FFF2-40B4-BE49-F238E27FC236}">
                <a16:creationId xmlns:a16="http://schemas.microsoft.com/office/drawing/2014/main" id="{8CBE24B7-8481-4AE5-AA9F-6924E4233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587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4" name="data_5266">
            <a:extLst xmlns:a="http://schemas.openxmlformats.org/drawingml/2006/main">
              <a:ext uri="{FF2B5EF4-FFF2-40B4-BE49-F238E27FC236}">
                <a16:creationId xmlns:a16="http://schemas.microsoft.com/office/drawing/2014/main" id="{A75EAC01-5977-49A3-B8D4-FE41B043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921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5" name="data_5267">
            <a:extLst xmlns:a="http://schemas.openxmlformats.org/drawingml/2006/main">
              <a:ext uri="{FF2B5EF4-FFF2-40B4-BE49-F238E27FC236}">
                <a16:creationId xmlns:a16="http://schemas.microsoft.com/office/drawing/2014/main" id="{AF320D35-C9BC-446C-A094-1B6EFFD0B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9205" y="52666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6" name="data_5268">
            <a:extLst xmlns:a="http://schemas.openxmlformats.org/drawingml/2006/main">
              <a:ext uri="{FF2B5EF4-FFF2-40B4-BE49-F238E27FC236}">
                <a16:creationId xmlns:a16="http://schemas.microsoft.com/office/drawing/2014/main" id="{E4EBF232-979E-4F6F-923E-4650CAB0F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950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7" name="data_5269">
            <a:extLst xmlns:a="http://schemas.openxmlformats.org/drawingml/2006/main">
              <a:ext uri="{FF2B5EF4-FFF2-40B4-BE49-F238E27FC236}">
                <a16:creationId xmlns:a16="http://schemas.microsoft.com/office/drawing/2014/main" id="{B92DA4C8-CEB8-4480-A800-FA6BC386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421" y="538196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8" name="data_5270">
            <a:extLst xmlns:a="http://schemas.openxmlformats.org/drawingml/2006/main">
              <a:ext uri="{FF2B5EF4-FFF2-40B4-BE49-F238E27FC236}">
                <a16:creationId xmlns:a16="http://schemas.microsoft.com/office/drawing/2014/main" id="{1C6314EE-1D03-4620-8C3B-75330040A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723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9" name="data_5271">
            <a:extLst xmlns:a="http://schemas.openxmlformats.org/drawingml/2006/main">
              <a:ext uri="{FF2B5EF4-FFF2-40B4-BE49-F238E27FC236}">
                <a16:creationId xmlns:a16="http://schemas.microsoft.com/office/drawing/2014/main" id="{93A3E56C-D973-4E1A-AF9A-B337659D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52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0" name="data_5272">
            <a:extLst xmlns:a="http://schemas.openxmlformats.org/drawingml/2006/main">
              <a:ext uri="{FF2B5EF4-FFF2-40B4-BE49-F238E27FC236}">
                <a16:creationId xmlns:a16="http://schemas.microsoft.com/office/drawing/2014/main" id="{08157878-1408-45BE-B774-C39BBCADB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515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1" name="data_5273">
            <a:extLst xmlns:a="http://schemas.openxmlformats.org/drawingml/2006/main">
              <a:ext uri="{FF2B5EF4-FFF2-40B4-BE49-F238E27FC236}">
                <a16:creationId xmlns:a16="http://schemas.microsoft.com/office/drawing/2014/main" id="{229B0DB0-96F7-48B7-A6BD-CD2A8D8B2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60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2" name="data_5274">
            <a:extLst xmlns:a="http://schemas.openxmlformats.org/drawingml/2006/main">
              <a:ext uri="{FF2B5EF4-FFF2-40B4-BE49-F238E27FC236}">
                <a16:creationId xmlns:a16="http://schemas.microsoft.com/office/drawing/2014/main" id="{1C9FD295-2669-4E51-91EF-3AFF87A5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722" y="3910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3" name="data_5275">
            <a:extLst xmlns:a="http://schemas.openxmlformats.org/drawingml/2006/main">
              <a:ext uri="{FF2B5EF4-FFF2-40B4-BE49-F238E27FC236}">
                <a16:creationId xmlns:a16="http://schemas.microsoft.com/office/drawing/2014/main" id="{DF234F8D-64AB-444D-895D-766F832A9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12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4" name="data_5276">
            <a:extLst xmlns:a="http://schemas.openxmlformats.org/drawingml/2006/main">
              <a:ext uri="{FF2B5EF4-FFF2-40B4-BE49-F238E27FC236}">
                <a16:creationId xmlns:a16="http://schemas.microsoft.com/office/drawing/2014/main" id="{0EB0AF74-C9FD-471F-A28C-3046BE2E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5406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5" name="data_5277">
            <a:extLst xmlns:a="http://schemas.openxmlformats.org/drawingml/2006/main">
              <a:ext uri="{FF2B5EF4-FFF2-40B4-BE49-F238E27FC236}">
                <a16:creationId xmlns:a16="http://schemas.microsoft.com/office/drawing/2014/main" id="{EA16A88F-8123-4728-8530-655D60BAF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0725" y="512425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6" name="data_5278">
            <a:extLst xmlns:a="http://schemas.openxmlformats.org/drawingml/2006/main">
              <a:ext uri="{FF2B5EF4-FFF2-40B4-BE49-F238E27FC236}">
                <a16:creationId xmlns:a16="http://schemas.microsoft.com/office/drawing/2014/main" id="{9D6DD43C-7491-4552-90EF-44D464359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664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7" name="data_5279">
            <a:extLst xmlns:a="http://schemas.openxmlformats.org/drawingml/2006/main">
              <a:ext uri="{FF2B5EF4-FFF2-40B4-BE49-F238E27FC236}">
                <a16:creationId xmlns:a16="http://schemas.microsoft.com/office/drawing/2014/main" id="{71E5E2B5-FDBD-4B4E-8D64-D9E38CD61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770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8" name="data_5280">
            <a:extLst xmlns:a="http://schemas.openxmlformats.org/drawingml/2006/main">
              <a:ext uri="{FF2B5EF4-FFF2-40B4-BE49-F238E27FC236}">
                <a16:creationId xmlns:a16="http://schemas.microsoft.com/office/drawing/2014/main" id="{C38CF595-DCD6-4694-814D-C99A47BE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6369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9" name="data_5281">
            <a:extLst xmlns:a="http://schemas.openxmlformats.org/drawingml/2006/main">
              <a:ext uri="{FF2B5EF4-FFF2-40B4-BE49-F238E27FC236}">
                <a16:creationId xmlns:a16="http://schemas.microsoft.com/office/drawing/2014/main" id="{74579452-0319-4F84-871E-E97C85E30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237" y="51697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0" name="data_5282">
            <a:extLst xmlns:a="http://schemas.openxmlformats.org/drawingml/2006/main">
              <a:ext uri="{FF2B5EF4-FFF2-40B4-BE49-F238E27FC236}">
                <a16:creationId xmlns:a16="http://schemas.microsoft.com/office/drawing/2014/main" id="{423C33EB-3BDD-4817-B93B-01F8343F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937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1" name="data_5283">
            <a:extLst xmlns:a="http://schemas.openxmlformats.org/drawingml/2006/main">
              <a:ext uri="{FF2B5EF4-FFF2-40B4-BE49-F238E27FC236}">
                <a16:creationId xmlns:a16="http://schemas.microsoft.com/office/drawing/2014/main" id="{E9FBD16D-7B2D-487F-BE87-369EFA06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597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2" name="data_5284">
            <a:extLst xmlns:a="http://schemas.openxmlformats.org/drawingml/2006/main">
              <a:ext uri="{FF2B5EF4-FFF2-40B4-BE49-F238E27FC236}">
                <a16:creationId xmlns:a16="http://schemas.microsoft.com/office/drawing/2014/main" id="{8E20979F-FC30-450A-8BB9-6FF356C5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4655" y="523277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3" name="data_5285">
            <a:extLst xmlns:a="http://schemas.openxmlformats.org/drawingml/2006/main">
              <a:ext uri="{FF2B5EF4-FFF2-40B4-BE49-F238E27FC236}">
                <a16:creationId xmlns:a16="http://schemas.microsoft.com/office/drawing/2014/main" id="{046C89A1-7554-48D9-8004-D48258AB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4812" y="385715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4" name="data_5286">
            <a:extLst xmlns:a="http://schemas.openxmlformats.org/drawingml/2006/main">
              <a:ext uri="{FF2B5EF4-FFF2-40B4-BE49-F238E27FC236}">
                <a16:creationId xmlns:a16="http://schemas.microsoft.com/office/drawing/2014/main" id="{D8D8796B-7583-421E-840B-0275708E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184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5" name="data_5287">
            <a:extLst xmlns:a="http://schemas.openxmlformats.org/drawingml/2006/main">
              <a:ext uri="{FF2B5EF4-FFF2-40B4-BE49-F238E27FC236}">
                <a16:creationId xmlns:a16="http://schemas.microsoft.com/office/drawing/2014/main" id="{B73C93F5-F71B-4DBC-A315-A8CB704B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2025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6" name="data_5288">
            <a:extLst xmlns:a="http://schemas.openxmlformats.org/drawingml/2006/main">
              <a:ext uri="{FF2B5EF4-FFF2-40B4-BE49-F238E27FC236}">
                <a16:creationId xmlns:a16="http://schemas.microsoft.com/office/drawing/2014/main" id="{B8C492C6-E0A2-4753-9902-40B08EDBE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5156" y="495018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7" name="data_5289">
            <a:extLst xmlns:a="http://schemas.openxmlformats.org/drawingml/2006/main">
              <a:ext uri="{FF2B5EF4-FFF2-40B4-BE49-F238E27FC236}">
                <a16:creationId xmlns:a16="http://schemas.microsoft.com/office/drawing/2014/main" id="{829B4DAA-B716-4E9B-B75F-8DEE2AEF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7569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8" name="data_5290">
            <a:extLst xmlns:a="http://schemas.openxmlformats.org/drawingml/2006/main">
              <a:ext uri="{FF2B5EF4-FFF2-40B4-BE49-F238E27FC236}">
                <a16:creationId xmlns:a16="http://schemas.microsoft.com/office/drawing/2014/main" id="{BE2845F0-CDC4-41C4-B109-A68555032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032" y="51697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9" name="data_5291">
            <a:extLst xmlns:a="http://schemas.openxmlformats.org/drawingml/2006/main">
              <a:ext uri="{FF2B5EF4-FFF2-40B4-BE49-F238E27FC236}">
                <a16:creationId xmlns:a16="http://schemas.microsoft.com/office/drawing/2014/main" id="{AC564B45-CE18-4400-8326-63AB4619B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900" y="46800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0" name="data_5292">
            <a:extLst xmlns:a="http://schemas.openxmlformats.org/drawingml/2006/main">
              <a:ext uri="{FF2B5EF4-FFF2-40B4-BE49-F238E27FC236}">
                <a16:creationId xmlns:a16="http://schemas.microsoft.com/office/drawing/2014/main" id="{37EFA98D-8821-4855-83F8-FC489063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262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1" name="data_5293">
            <a:extLst xmlns:a="http://schemas.openxmlformats.org/drawingml/2006/main">
              <a:ext uri="{FF2B5EF4-FFF2-40B4-BE49-F238E27FC236}">
                <a16:creationId xmlns:a16="http://schemas.microsoft.com/office/drawing/2014/main" id="{6947BF3C-8939-4D4B-9E33-26D728F18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0009" y="42968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2" name="data_5294">
            <a:extLst xmlns:a="http://schemas.openxmlformats.org/drawingml/2006/main">
              <a:ext uri="{FF2B5EF4-FFF2-40B4-BE49-F238E27FC236}">
                <a16:creationId xmlns:a16="http://schemas.microsoft.com/office/drawing/2014/main" id="{07D07067-2578-4C50-A04B-FF78C58F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849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3" name="data_5295">
            <a:extLst xmlns:a="http://schemas.openxmlformats.org/drawingml/2006/main">
              <a:ext uri="{FF2B5EF4-FFF2-40B4-BE49-F238E27FC236}">
                <a16:creationId xmlns:a16="http://schemas.microsoft.com/office/drawing/2014/main" id="{71296D02-94BD-43EF-9BFE-02EC981B5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7255" y="463410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4" name="data_5296">
            <a:extLst xmlns:a="http://schemas.openxmlformats.org/drawingml/2006/main">
              <a:ext uri="{FF2B5EF4-FFF2-40B4-BE49-F238E27FC236}">
                <a16:creationId xmlns:a16="http://schemas.microsoft.com/office/drawing/2014/main" id="{399B1F9E-7718-4E6B-842B-A48707A1A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177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5" name="data_5297">
            <a:extLst xmlns:a="http://schemas.openxmlformats.org/drawingml/2006/main">
              <a:ext uri="{FF2B5EF4-FFF2-40B4-BE49-F238E27FC236}">
                <a16:creationId xmlns:a16="http://schemas.microsoft.com/office/drawing/2014/main" id="{DE30A168-0E2F-46A7-AB09-C9AA2012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5967" y="41815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6" name="data_5298">
            <a:extLst xmlns:a="http://schemas.openxmlformats.org/drawingml/2006/main">
              <a:ext uri="{FF2B5EF4-FFF2-40B4-BE49-F238E27FC236}">
                <a16:creationId xmlns:a16="http://schemas.microsoft.com/office/drawing/2014/main" id="{EDA58AFC-097F-4264-B09F-59BBF41D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624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7" name="data_5299">
            <a:extLst xmlns:a="http://schemas.openxmlformats.org/drawingml/2006/main">
              <a:ext uri="{FF2B5EF4-FFF2-40B4-BE49-F238E27FC236}">
                <a16:creationId xmlns:a16="http://schemas.microsoft.com/office/drawing/2014/main" id="{53E435DA-3126-4405-9B07-97C81527A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959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8" name="data_5300">
            <a:extLst xmlns:a="http://schemas.openxmlformats.org/drawingml/2006/main">
              <a:ext uri="{FF2B5EF4-FFF2-40B4-BE49-F238E27FC236}">
                <a16:creationId xmlns:a16="http://schemas.microsoft.com/office/drawing/2014/main" id="{6FE8C442-26CA-41EF-AA71-D5B8B223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06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9" name="data_5301">
            <a:extLst xmlns:a="http://schemas.openxmlformats.org/drawingml/2006/main">
              <a:ext uri="{FF2B5EF4-FFF2-40B4-BE49-F238E27FC236}">
                <a16:creationId xmlns:a16="http://schemas.microsoft.com/office/drawing/2014/main" id="{01982D13-1754-4E84-8E17-85FB4D4E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1926" y="537518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0" name="data_5302">
            <a:extLst xmlns:a="http://schemas.openxmlformats.org/drawingml/2006/main">
              <a:ext uri="{FF2B5EF4-FFF2-40B4-BE49-F238E27FC236}">
                <a16:creationId xmlns:a16="http://schemas.microsoft.com/office/drawing/2014/main" id="{BC4BBD23-C0C8-4889-973F-B33B4D82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118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1" name="data_5303">
            <a:extLst xmlns:a="http://schemas.openxmlformats.org/drawingml/2006/main">
              <a:ext uri="{FF2B5EF4-FFF2-40B4-BE49-F238E27FC236}">
                <a16:creationId xmlns:a16="http://schemas.microsoft.com/office/drawing/2014/main" id="{4A9342B5-85AC-4330-9DF7-40A788C3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11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2" name="data_5304">
            <a:extLst xmlns:a="http://schemas.openxmlformats.org/drawingml/2006/main">
              <a:ext uri="{FF2B5EF4-FFF2-40B4-BE49-F238E27FC236}">
                <a16:creationId xmlns:a16="http://schemas.microsoft.com/office/drawing/2014/main" id="{0559CAB8-52F4-4B62-85BA-06E18AF6C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754" y="53926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3" name="data_5305">
            <a:extLst xmlns:a="http://schemas.openxmlformats.org/drawingml/2006/main">
              <a:ext uri="{FF2B5EF4-FFF2-40B4-BE49-F238E27FC236}">
                <a16:creationId xmlns:a16="http://schemas.microsoft.com/office/drawing/2014/main" id="{713D749C-1EBF-43AA-8C62-25D826FC5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165" y="485976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4" name="data_5306">
            <a:extLst xmlns:a="http://schemas.openxmlformats.org/drawingml/2006/main">
              <a:ext uri="{FF2B5EF4-FFF2-40B4-BE49-F238E27FC236}">
                <a16:creationId xmlns:a16="http://schemas.microsoft.com/office/drawing/2014/main" id="{22F2295B-BB9C-4D61-B2EC-3E1CF40CF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457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5" name="data_5307">
            <a:extLst xmlns:a="http://schemas.openxmlformats.org/drawingml/2006/main">
              <a:ext uri="{FF2B5EF4-FFF2-40B4-BE49-F238E27FC236}">
                <a16:creationId xmlns:a16="http://schemas.microsoft.com/office/drawing/2014/main" id="{5B143F65-3113-4D14-9100-12DC712FA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831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6" name="data_5308">
            <a:extLst xmlns:a="http://schemas.openxmlformats.org/drawingml/2006/main">
              <a:ext uri="{FF2B5EF4-FFF2-40B4-BE49-F238E27FC236}">
                <a16:creationId xmlns:a16="http://schemas.microsoft.com/office/drawing/2014/main" id="{06A2E93C-00EC-4AD9-B076-CCEB1461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34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7" name="data_5309">
            <a:extLst xmlns:a="http://schemas.openxmlformats.org/drawingml/2006/main">
              <a:ext uri="{FF2B5EF4-FFF2-40B4-BE49-F238E27FC236}">
                <a16:creationId xmlns:a16="http://schemas.microsoft.com/office/drawing/2014/main" id="{AE0DD286-8140-4E92-8663-1180F782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297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8" name="data_5310">
            <a:extLst xmlns:a="http://schemas.openxmlformats.org/drawingml/2006/main">
              <a:ext uri="{FF2B5EF4-FFF2-40B4-BE49-F238E27FC236}">
                <a16:creationId xmlns:a16="http://schemas.microsoft.com/office/drawing/2014/main" id="{83CA6589-3708-4DFC-84D7-400DBCC21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166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9" name="data_5311">
            <a:extLst xmlns:a="http://schemas.openxmlformats.org/drawingml/2006/main">
              <a:ext uri="{FF2B5EF4-FFF2-40B4-BE49-F238E27FC236}">
                <a16:creationId xmlns:a16="http://schemas.microsoft.com/office/drawing/2014/main" id="{0D7DC7EE-CEC7-43F8-9C9E-87D9D6318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7823" y="5387237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0" name="data_5312">
            <a:extLst xmlns:a="http://schemas.openxmlformats.org/drawingml/2006/main">
              <a:ext uri="{FF2B5EF4-FFF2-40B4-BE49-F238E27FC236}">
                <a16:creationId xmlns:a16="http://schemas.microsoft.com/office/drawing/2014/main" id="{84921109-BB24-447A-BA94-55F6C0708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4595" y="498409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1" name="data_5313">
            <a:extLst xmlns:a="http://schemas.openxmlformats.org/drawingml/2006/main">
              <a:ext uri="{FF2B5EF4-FFF2-40B4-BE49-F238E27FC236}">
                <a16:creationId xmlns:a16="http://schemas.microsoft.com/office/drawing/2014/main" id="{28DDA621-89EE-492F-B41D-4822FCCA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7262" y="537337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2" name="data_5314">
            <a:extLst xmlns:a="http://schemas.openxmlformats.org/drawingml/2006/main">
              <a:ext uri="{FF2B5EF4-FFF2-40B4-BE49-F238E27FC236}">
                <a16:creationId xmlns:a16="http://schemas.microsoft.com/office/drawing/2014/main" id="{B61CD7F3-C215-4F34-A97F-97699CCE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576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3" name="data_5315">
            <a:extLst xmlns:a="http://schemas.openxmlformats.org/drawingml/2006/main">
              <a:ext uri="{FF2B5EF4-FFF2-40B4-BE49-F238E27FC236}">
                <a16:creationId xmlns:a16="http://schemas.microsoft.com/office/drawing/2014/main" id="{0A8F2E55-FA58-4290-B141-25A3EF897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594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4" name="data_5316">
            <a:extLst xmlns:a="http://schemas.openxmlformats.org/drawingml/2006/main">
              <a:ext uri="{FF2B5EF4-FFF2-40B4-BE49-F238E27FC236}">
                <a16:creationId xmlns:a16="http://schemas.microsoft.com/office/drawing/2014/main" id="{5CA5F8D7-76E6-4D5D-847D-BF75731E8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193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5" name="data_5317">
            <a:extLst xmlns:a="http://schemas.openxmlformats.org/drawingml/2006/main">
              <a:ext uri="{FF2B5EF4-FFF2-40B4-BE49-F238E27FC236}">
                <a16:creationId xmlns:a16="http://schemas.microsoft.com/office/drawing/2014/main" id="{006E6F3D-F8D8-42B9-B2DA-34FC8F26B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68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6" name="data_5318">
            <a:extLst xmlns:a="http://schemas.openxmlformats.org/drawingml/2006/main">
              <a:ext uri="{FF2B5EF4-FFF2-40B4-BE49-F238E27FC236}">
                <a16:creationId xmlns:a16="http://schemas.microsoft.com/office/drawing/2014/main" id="{94F3568D-B940-4082-83A5-7AB4CCAD6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947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7" name="data_5319">
            <a:extLst xmlns:a="http://schemas.openxmlformats.org/drawingml/2006/main">
              <a:ext uri="{FF2B5EF4-FFF2-40B4-BE49-F238E27FC236}">
                <a16:creationId xmlns:a16="http://schemas.microsoft.com/office/drawing/2014/main" id="{CAA8737D-5285-49AF-A877-D2FE0AECA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15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8" name="data_5320">
            <a:extLst xmlns:a="http://schemas.openxmlformats.org/drawingml/2006/main">
              <a:ext uri="{FF2B5EF4-FFF2-40B4-BE49-F238E27FC236}">
                <a16:creationId xmlns:a16="http://schemas.microsoft.com/office/drawing/2014/main" id="{DA29C34F-3F54-45EF-B732-0917F9142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392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9" name="data_5321">
            <a:extLst xmlns:a="http://schemas.openxmlformats.org/drawingml/2006/main">
              <a:ext uri="{FF2B5EF4-FFF2-40B4-BE49-F238E27FC236}">
                <a16:creationId xmlns:a16="http://schemas.microsoft.com/office/drawing/2014/main" id="{1174DF68-217A-4F58-96A9-53FF1829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4867" y="4724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0" name="data_5322">
            <a:extLst xmlns:a="http://schemas.openxmlformats.org/drawingml/2006/main">
              <a:ext uri="{FF2B5EF4-FFF2-40B4-BE49-F238E27FC236}">
                <a16:creationId xmlns:a16="http://schemas.microsoft.com/office/drawing/2014/main" id="{04C16ABB-464E-4678-8DB7-5F30B1A63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6786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1" name="data_5323">
            <a:extLst xmlns:a="http://schemas.openxmlformats.org/drawingml/2006/main">
              <a:ext uri="{FF2B5EF4-FFF2-40B4-BE49-F238E27FC236}">
                <a16:creationId xmlns:a16="http://schemas.microsoft.com/office/drawing/2014/main" id="{A826F497-1C85-48F1-8F2D-CF690AD9D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0015" y="50225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2" name="data_5324">
            <a:extLst xmlns:a="http://schemas.openxmlformats.org/drawingml/2006/main">
              <a:ext uri="{FF2B5EF4-FFF2-40B4-BE49-F238E27FC236}">
                <a16:creationId xmlns:a16="http://schemas.microsoft.com/office/drawing/2014/main" id="{B510CC52-F2AC-44C6-9DC1-34ED0671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9940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3" name="data_5325">
            <a:extLst xmlns:a="http://schemas.openxmlformats.org/drawingml/2006/main">
              <a:ext uri="{FF2B5EF4-FFF2-40B4-BE49-F238E27FC236}">
                <a16:creationId xmlns:a16="http://schemas.microsoft.com/office/drawing/2014/main" id="{FE33A9F1-8F8C-4B54-B524-F5F6BC01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7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4" name="data_5326">
            <a:extLst xmlns:a="http://schemas.openxmlformats.org/drawingml/2006/main">
              <a:ext uri="{FF2B5EF4-FFF2-40B4-BE49-F238E27FC236}">
                <a16:creationId xmlns:a16="http://schemas.microsoft.com/office/drawing/2014/main" id="{F13BAEE1-4430-4422-81B0-EE93A52C7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9335" y="443541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5" name="data_5327">
            <a:extLst xmlns:a="http://schemas.openxmlformats.org/drawingml/2006/main">
              <a:ext uri="{FF2B5EF4-FFF2-40B4-BE49-F238E27FC236}">
                <a16:creationId xmlns:a16="http://schemas.microsoft.com/office/drawing/2014/main" id="{2EE36ADF-E74B-48A3-9F6A-4442F0F2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14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6" name="data_5328">
            <a:extLst xmlns:a="http://schemas.openxmlformats.org/drawingml/2006/main">
              <a:ext uri="{FF2B5EF4-FFF2-40B4-BE49-F238E27FC236}">
                <a16:creationId xmlns:a16="http://schemas.microsoft.com/office/drawing/2014/main" id="{1263D396-1751-4308-9BCC-CF4C8192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6808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7" name="data_5329">
            <a:extLst xmlns:a="http://schemas.openxmlformats.org/drawingml/2006/main">
              <a:ext uri="{FF2B5EF4-FFF2-40B4-BE49-F238E27FC236}">
                <a16:creationId xmlns:a16="http://schemas.microsoft.com/office/drawing/2014/main" id="{21BD4D6F-AEB8-49F0-A55B-7B52F4A8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218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8" name="data_5330">
            <a:extLst xmlns:a="http://schemas.openxmlformats.org/drawingml/2006/main">
              <a:ext uri="{FF2B5EF4-FFF2-40B4-BE49-F238E27FC236}">
                <a16:creationId xmlns:a16="http://schemas.microsoft.com/office/drawing/2014/main" id="{41A12B84-F362-407D-8E73-F76991239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9038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72B7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9" name="data_5331">
            <a:extLst xmlns:a="http://schemas.openxmlformats.org/drawingml/2006/main">
              <a:ext uri="{FF2B5EF4-FFF2-40B4-BE49-F238E27FC236}">
                <a16:creationId xmlns:a16="http://schemas.microsoft.com/office/drawing/2014/main" id="{67FEA78B-610F-465E-AFDC-9359EA97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52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0" name="data_5332">
            <a:extLst xmlns:a="http://schemas.openxmlformats.org/drawingml/2006/main">
              <a:ext uri="{FF2B5EF4-FFF2-40B4-BE49-F238E27FC236}">
                <a16:creationId xmlns:a16="http://schemas.microsoft.com/office/drawing/2014/main" id="{F83927E8-CEC4-4DF2-B61F-1C6395E0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829" y="378700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1" name="data_5333">
            <a:extLst xmlns:a="http://schemas.openxmlformats.org/drawingml/2006/main">
              <a:ext uri="{FF2B5EF4-FFF2-40B4-BE49-F238E27FC236}">
                <a16:creationId xmlns:a16="http://schemas.microsoft.com/office/drawing/2014/main" id="{B8C39CAE-BF82-4127-A240-49E494B0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310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2" name="data_5334">
            <a:extLst xmlns:a="http://schemas.openxmlformats.org/drawingml/2006/main">
              <a:ext uri="{FF2B5EF4-FFF2-40B4-BE49-F238E27FC236}">
                <a16:creationId xmlns:a16="http://schemas.microsoft.com/office/drawing/2014/main" id="{B6B14C8C-09CE-49DE-8781-5DD17A8FC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96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3" name="data_5335">
            <a:extLst xmlns:a="http://schemas.openxmlformats.org/drawingml/2006/main">
              <a:ext uri="{FF2B5EF4-FFF2-40B4-BE49-F238E27FC236}">
                <a16:creationId xmlns:a16="http://schemas.microsoft.com/office/drawing/2014/main" id="{66924D6E-9841-4986-9B0A-05E9710A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765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4" name="data_5336">
            <a:extLst xmlns:a="http://schemas.openxmlformats.org/drawingml/2006/main">
              <a:ext uri="{FF2B5EF4-FFF2-40B4-BE49-F238E27FC236}">
                <a16:creationId xmlns:a16="http://schemas.microsoft.com/office/drawing/2014/main" id="{A6F0180F-A9DB-4834-AE60-9E9242F6B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033" y="450383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5" name="data_5337">
            <a:extLst xmlns:a="http://schemas.openxmlformats.org/drawingml/2006/main">
              <a:ext uri="{FF2B5EF4-FFF2-40B4-BE49-F238E27FC236}">
                <a16:creationId xmlns:a16="http://schemas.microsoft.com/office/drawing/2014/main" id="{5BE2778A-C0C0-4E41-80B1-5FC728B1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346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6" name="data_5338">
            <a:extLst xmlns:a="http://schemas.openxmlformats.org/drawingml/2006/main">
              <a:ext uri="{FF2B5EF4-FFF2-40B4-BE49-F238E27FC236}">
                <a16:creationId xmlns:a16="http://schemas.microsoft.com/office/drawing/2014/main" id="{F9A999EB-11B2-4EF8-B52B-ECF69CAD0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6824" y="435519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7" name="data_5339">
            <a:extLst xmlns:a="http://schemas.openxmlformats.org/drawingml/2006/main">
              <a:ext uri="{FF2B5EF4-FFF2-40B4-BE49-F238E27FC236}">
                <a16:creationId xmlns:a16="http://schemas.microsoft.com/office/drawing/2014/main" id="{D8289BBA-2FF4-4B37-914A-D8368CC0C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3602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8" name="data_5340">
            <a:extLst xmlns:a="http://schemas.openxmlformats.org/drawingml/2006/main">
              <a:ext uri="{FF2B5EF4-FFF2-40B4-BE49-F238E27FC236}">
                <a16:creationId xmlns:a16="http://schemas.microsoft.com/office/drawing/2014/main" id="{C2C4A9CF-FA56-4C98-8F8F-CAE6C3C51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342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9" name="data_5341">
            <a:extLst xmlns:a="http://schemas.openxmlformats.org/drawingml/2006/main">
              <a:ext uri="{FF2B5EF4-FFF2-40B4-BE49-F238E27FC236}">
                <a16:creationId xmlns:a16="http://schemas.microsoft.com/office/drawing/2014/main" id="{7DC312EA-8BEF-44BA-8CA2-C9ED7C067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726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0" name="data_5342">
            <a:extLst xmlns:a="http://schemas.openxmlformats.org/drawingml/2006/main">
              <a:ext uri="{FF2B5EF4-FFF2-40B4-BE49-F238E27FC236}">
                <a16:creationId xmlns:a16="http://schemas.microsoft.com/office/drawing/2014/main" id="{5AE79561-D92E-419C-9F59-84C8FEE4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14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1" name="data_5343">
            <a:extLst xmlns:a="http://schemas.openxmlformats.org/drawingml/2006/main">
              <a:ext uri="{FF2B5EF4-FFF2-40B4-BE49-F238E27FC236}">
                <a16:creationId xmlns:a16="http://schemas.microsoft.com/office/drawing/2014/main" id="{65D931A1-29BE-4A68-AC6C-8A830A7C9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3696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2" name="data_5344">
            <a:extLst xmlns:a="http://schemas.openxmlformats.org/drawingml/2006/main">
              <a:ext uri="{FF2B5EF4-FFF2-40B4-BE49-F238E27FC236}">
                <a16:creationId xmlns:a16="http://schemas.microsoft.com/office/drawing/2014/main" id="{D80F58EB-E73B-4EE7-8D6D-D6073463F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77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3" name="data_5345">
            <a:extLst xmlns:a="http://schemas.openxmlformats.org/drawingml/2006/main">
              <a:ext uri="{FF2B5EF4-FFF2-40B4-BE49-F238E27FC236}">
                <a16:creationId xmlns:a16="http://schemas.microsoft.com/office/drawing/2014/main" id="{F4A7F91C-3914-4749-8290-6643AFC93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986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4" name="data_5346">
            <a:extLst xmlns:a="http://schemas.openxmlformats.org/drawingml/2006/main">
              <a:ext uri="{FF2B5EF4-FFF2-40B4-BE49-F238E27FC236}">
                <a16:creationId xmlns:a16="http://schemas.microsoft.com/office/drawing/2014/main" id="{7AC96284-5E08-4202-ACB0-AD417DF40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647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5" name="data_5347">
            <a:extLst xmlns:a="http://schemas.openxmlformats.org/drawingml/2006/main">
              <a:ext uri="{FF2B5EF4-FFF2-40B4-BE49-F238E27FC236}">
                <a16:creationId xmlns:a16="http://schemas.microsoft.com/office/drawing/2014/main" id="{F1D7CDEF-4E46-4507-86CE-3BE30AF0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7093" y="520402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6" name="data_5348">
            <a:extLst xmlns:a="http://schemas.openxmlformats.org/drawingml/2006/main">
              <a:ext uri="{FF2B5EF4-FFF2-40B4-BE49-F238E27FC236}">
                <a16:creationId xmlns:a16="http://schemas.microsoft.com/office/drawing/2014/main" id="{99FD486C-D831-4320-BE1A-536DB7F8B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92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7" name="data_5349">
            <a:extLst xmlns:a="http://schemas.openxmlformats.org/drawingml/2006/main">
              <a:ext uri="{FF2B5EF4-FFF2-40B4-BE49-F238E27FC236}">
                <a16:creationId xmlns:a16="http://schemas.microsoft.com/office/drawing/2014/main" id="{0A8E57F1-6119-4999-BA7F-0B285778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910" y="497782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8" name="data_5350">
            <a:extLst xmlns:a="http://schemas.openxmlformats.org/drawingml/2006/main">
              <a:ext uri="{FF2B5EF4-FFF2-40B4-BE49-F238E27FC236}">
                <a16:creationId xmlns:a16="http://schemas.microsoft.com/office/drawing/2014/main" id="{5220B77B-1D91-48D1-8C44-D10CD4748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072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9" name="data_5351">
            <a:extLst xmlns:a="http://schemas.openxmlformats.org/drawingml/2006/main">
              <a:ext uri="{FF2B5EF4-FFF2-40B4-BE49-F238E27FC236}">
                <a16:creationId xmlns:a16="http://schemas.microsoft.com/office/drawing/2014/main" id="{78D8446C-BC06-459C-8B0A-9AB0A952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5679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0" name="data_5352">
            <a:extLst xmlns:a="http://schemas.openxmlformats.org/drawingml/2006/main">
              <a:ext uri="{FF2B5EF4-FFF2-40B4-BE49-F238E27FC236}">
                <a16:creationId xmlns:a16="http://schemas.microsoft.com/office/drawing/2014/main" id="{0E741404-8B0B-4D44-8108-86BB0C5B8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845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1" name="data_5353">
            <a:extLst xmlns:a="http://schemas.openxmlformats.org/drawingml/2006/main">
              <a:ext uri="{FF2B5EF4-FFF2-40B4-BE49-F238E27FC236}">
                <a16:creationId xmlns:a16="http://schemas.microsoft.com/office/drawing/2014/main" id="{AA25386E-B417-4691-B996-3B3C57B27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1529" y="39781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2" name="data_5354">
            <a:extLst xmlns:a="http://schemas.openxmlformats.org/drawingml/2006/main">
              <a:ext uri="{FF2B5EF4-FFF2-40B4-BE49-F238E27FC236}">
                <a16:creationId xmlns:a16="http://schemas.microsoft.com/office/drawing/2014/main" id="{3D0EEBEB-3A63-4AF7-B606-D033CD390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171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3" name="data_5355">
            <a:extLst xmlns:a="http://schemas.openxmlformats.org/drawingml/2006/main">
              <a:ext uri="{FF2B5EF4-FFF2-40B4-BE49-F238E27FC236}">
                <a16:creationId xmlns:a16="http://schemas.microsoft.com/office/drawing/2014/main" id="{D0B8E35F-FCD0-415F-B56C-5BA02931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39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4" name="data_5356">
            <a:extLst xmlns:a="http://schemas.openxmlformats.org/drawingml/2006/main">
              <a:ext uri="{FF2B5EF4-FFF2-40B4-BE49-F238E27FC236}">
                <a16:creationId xmlns:a16="http://schemas.microsoft.com/office/drawing/2014/main" id="{9FAB7B6C-54F7-49C6-8A15-95626D7B3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7949" y="43443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5" name="data_5357">
            <a:extLst xmlns:a="http://schemas.openxmlformats.org/drawingml/2006/main">
              <a:ext uri="{FF2B5EF4-FFF2-40B4-BE49-F238E27FC236}">
                <a16:creationId xmlns:a16="http://schemas.microsoft.com/office/drawing/2014/main" id="{65109A90-A889-4DE4-94BC-C094C70F4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075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6" name="data_5358">
            <a:extLst xmlns:a="http://schemas.openxmlformats.org/drawingml/2006/main">
              <a:ext uri="{FF2B5EF4-FFF2-40B4-BE49-F238E27FC236}">
                <a16:creationId xmlns:a16="http://schemas.microsoft.com/office/drawing/2014/main" id="{F72A9E8F-04FB-446D-889E-09DC491F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902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7" name="data_5359">
            <a:extLst xmlns:a="http://schemas.openxmlformats.org/drawingml/2006/main">
              <a:ext uri="{FF2B5EF4-FFF2-40B4-BE49-F238E27FC236}">
                <a16:creationId xmlns:a16="http://schemas.microsoft.com/office/drawing/2014/main" id="{26841F8F-004E-460D-8242-9030386F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196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8" name="data_5360">
            <a:extLst xmlns:a="http://schemas.openxmlformats.org/drawingml/2006/main">
              <a:ext uri="{FF2B5EF4-FFF2-40B4-BE49-F238E27FC236}">
                <a16:creationId xmlns:a16="http://schemas.microsoft.com/office/drawing/2014/main" id="{EA5C3E2D-6BF7-43DA-AD05-A3AC4A262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6886" y="468537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9" name="data_5361">
            <a:extLst xmlns:a="http://schemas.openxmlformats.org/drawingml/2006/main">
              <a:ext uri="{FF2B5EF4-FFF2-40B4-BE49-F238E27FC236}">
                <a16:creationId xmlns:a16="http://schemas.microsoft.com/office/drawing/2014/main" id="{F6DA39B0-BF2D-4FD2-BFD1-C3C7300F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0725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0" name="data_5362">
            <a:extLst xmlns:a="http://schemas.openxmlformats.org/drawingml/2006/main">
              <a:ext uri="{FF2B5EF4-FFF2-40B4-BE49-F238E27FC236}">
                <a16:creationId xmlns:a16="http://schemas.microsoft.com/office/drawing/2014/main" id="{9CEB4F74-3939-42A3-8A03-077B6C195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6376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1" name="data_5363">
            <a:extLst xmlns:a="http://schemas.openxmlformats.org/drawingml/2006/main">
              <a:ext uri="{FF2B5EF4-FFF2-40B4-BE49-F238E27FC236}">
                <a16:creationId xmlns:a16="http://schemas.microsoft.com/office/drawing/2014/main" id="{AB36EFAD-712C-41CD-9593-64A94CDA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054" y="538196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2" name="data_5364">
            <a:extLst xmlns:a="http://schemas.openxmlformats.org/drawingml/2006/main">
              <a:ext uri="{FF2B5EF4-FFF2-40B4-BE49-F238E27FC236}">
                <a16:creationId xmlns:a16="http://schemas.microsoft.com/office/drawing/2014/main" id="{41EE7868-93AC-4C5C-82C7-B68C644F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14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3" name="data_5365">
            <a:extLst xmlns:a="http://schemas.openxmlformats.org/drawingml/2006/main">
              <a:ext uri="{FF2B5EF4-FFF2-40B4-BE49-F238E27FC236}">
                <a16:creationId xmlns:a16="http://schemas.microsoft.com/office/drawing/2014/main" id="{2B03A34B-E6D9-49CE-93C0-DA3B08684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4612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4" name="data_5366">
            <a:extLst xmlns:a="http://schemas.openxmlformats.org/drawingml/2006/main">
              <a:ext uri="{FF2B5EF4-FFF2-40B4-BE49-F238E27FC236}">
                <a16:creationId xmlns:a16="http://schemas.microsoft.com/office/drawing/2014/main" id="{BDE1881F-3417-4C03-9936-63C9E8EC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83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5" name="data_5367">
            <a:extLst xmlns:a="http://schemas.openxmlformats.org/drawingml/2006/main">
              <a:ext uri="{FF2B5EF4-FFF2-40B4-BE49-F238E27FC236}">
                <a16:creationId xmlns:a16="http://schemas.microsoft.com/office/drawing/2014/main" id="{D178AA02-B364-46AA-90CE-68BA612F9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431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6" name="data_5368">
            <a:extLst xmlns:a="http://schemas.openxmlformats.org/drawingml/2006/main">
              <a:ext uri="{FF2B5EF4-FFF2-40B4-BE49-F238E27FC236}">
                <a16:creationId xmlns:a16="http://schemas.microsoft.com/office/drawing/2014/main" id="{5FFC253A-AB1B-4983-BB7D-87131B09F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2854" y="409115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7" name="data_5369">
            <a:extLst xmlns:a="http://schemas.openxmlformats.org/drawingml/2006/main">
              <a:ext uri="{FF2B5EF4-FFF2-40B4-BE49-F238E27FC236}">
                <a16:creationId xmlns:a16="http://schemas.microsoft.com/office/drawing/2014/main" id="{C3D000FD-616C-4A62-B0A4-82311550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9034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8" name="data_5370">
            <a:extLst xmlns:a="http://schemas.openxmlformats.org/drawingml/2006/main">
              <a:ext uri="{FF2B5EF4-FFF2-40B4-BE49-F238E27FC236}">
                <a16:creationId xmlns:a16="http://schemas.microsoft.com/office/drawing/2014/main" id="{9253A2F6-E824-4D5D-8FF1-F6005514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356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9" name="data_5371">
            <a:extLst xmlns:a="http://schemas.openxmlformats.org/drawingml/2006/main">
              <a:ext uri="{FF2B5EF4-FFF2-40B4-BE49-F238E27FC236}">
                <a16:creationId xmlns:a16="http://schemas.microsoft.com/office/drawing/2014/main" id="{537844C7-AF2C-4031-B2F7-87892563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125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0" name="data_5372">
            <a:extLst xmlns:a="http://schemas.openxmlformats.org/drawingml/2006/main">
              <a:ext uri="{FF2B5EF4-FFF2-40B4-BE49-F238E27FC236}">
                <a16:creationId xmlns:a16="http://schemas.microsoft.com/office/drawing/2014/main" id="{4C679F26-6BD6-4ED5-8B28-45E4A30F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973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1" name="data_5373">
            <a:extLst xmlns:a="http://schemas.openxmlformats.org/drawingml/2006/main">
              <a:ext uri="{FF2B5EF4-FFF2-40B4-BE49-F238E27FC236}">
                <a16:creationId xmlns:a16="http://schemas.microsoft.com/office/drawing/2014/main" id="{C9D93813-2A74-4FBA-BAEA-00001D7EA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26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2" name="data_5374">
            <a:extLst xmlns:a="http://schemas.openxmlformats.org/drawingml/2006/main">
              <a:ext uri="{FF2B5EF4-FFF2-40B4-BE49-F238E27FC236}">
                <a16:creationId xmlns:a16="http://schemas.microsoft.com/office/drawing/2014/main" id="{4FEA049B-A259-4B03-ADC8-AE6A4531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0489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3" name="data_5375">
            <a:extLst xmlns:a="http://schemas.openxmlformats.org/drawingml/2006/main">
              <a:ext uri="{FF2B5EF4-FFF2-40B4-BE49-F238E27FC236}">
                <a16:creationId xmlns:a16="http://schemas.microsoft.com/office/drawing/2014/main" id="{B3A2E931-3518-4954-9DD9-505ED5CB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796" y="5208542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4" name="data_5376">
            <a:extLst xmlns:a="http://schemas.openxmlformats.org/drawingml/2006/main">
              <a:ext uri="{FF2B5EF4-FFF2-40B4-BE49-F238E27FC236}">
                <a16:creationId xmlns:a16="http://schemas.microsoft.com/office/drawing/2014/main" id="{85D0C0B2-E672-4ABB-856A-46EFDBA0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322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5" name="data_5377">
            <a:extLst xmlns:a="http://schemas.openxmlformats.org/drawingml/2006/main">
              <a:ext uri="{FF2B5EF4-FFF2-40B4-BE49-F238E27FC236}">
                <a16:creationId xmlns:a16="http://schemas.microsoft.com/office/drawing/2014/main" id="{340BEE12-3711-4B29-B7AA-0C759C0C7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185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6" name="data_5378">
            <a:extLst xmlns:a="http://schemas.openxmlformats.org/drawingml/2006/main">
              <a:ext uri="{FF2B5EF4-FFF2-40B4-BE49-F238E27FC236}">
                <a16:creationId xmlns:a16="http://schemas.microsoft.com/office/drawing/2014/main" id="{33E991B6-BD25-47EA-BB51-B57E3E53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6515" y="520930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7" name="data_5379">
            <a:extLst xmlns:a="http://schemas.openxmlformats.org/drawingml/2006/main">
              <a:ext uri="{FF2B5EF4-FFF2-40B4-BE49-F238E27FC236}">
                <a16:creationId xmlns:a16="http://schemas.microsoft.com/office/drawing/2014/main" id="{1AD3675C-B0C0-4528-8DBF-1DEC3AB2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280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8" name="data_5380">
            <a:extLst xmlns:a="http://schemas.openxmlformats.org/drawingml/2006/main">
              <a:ext uri="{FF2B5EF4-FFF2-40B4-BE49-F238E27FC236}">
                <a16:creationId xmlns:a16="http://schemas.microsoft.com/office/drawing/2014/main" id="{203C12EF-E4C0-412B-B518-FB0AE4DA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902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9" name="data_5381">
            <a:extLst xmlns:a="http://schemas.openxmlformats.org/drawingml/2006/main">
              <a:ext uri="{FF2B5EF4-FFF2-40B4-BE49-F238E27FC236}">
                <a16:creationId xmlns:a16="http://schemas.microsoft.com/office/drawing/2014/main" id="{8465F526-270C-477B-9A47-A9D7152DE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8982" y="499539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0" name="data_5382">
            <a:extLst xmlns:a="http://schemas.openxmlformats.org/drawingml/2006/main">
              <a:ext uri="{FF2B5EF4-FFF2-40B4-BE49-F238E27FC236}">
                <a16:creationId xmlns:a16="http://schemas.microsoft.com/office/drawing/2014/main" id="{D07EC8C7-8591-45FE-ACCD-2AAB31271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2574" y="522146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1" name="data_5383">
            <a:extLst xmlns:a="http://schemas.openxmlformats.org/drawingml/2006/main">
              <a:ext uri="{FF2B5EF4-FFF2-40B4-BE49-F238E27FC236}">
                <a16:creationId xmlns:a16="http://schemas.microsoft.com/office/drawing/2014/main" id="{9D519AC2-A74E-4E7C-8C62-DE55CDA2C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5794" y="458849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2" name="data_5384">
            <a:extLst xmlns:a="http://schemas.openxmlformats.org/drawingml/2006/main">
              <a:ext uri="{FF2B5EF4-FFF2-40B4-BE49-F238E27FC236}">
                <a16:creationId xmlns:a16="http://schemas.microsoft.com/office/drawing/2014/main" id="{CB1DD394-1673-4E91-A1E4-0BD6C36E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0391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3" name="data_5385">
            <a:extLst xmlns:a="http://schemas.openxmlformats.org/drawingml/2006/main">
              <a:ext uri="{FF2B5EF4-FFF2-40B4-BE49-F238E27FC236}">
                <a16:creationId xmlns:a16="http://schemas.microsoft.com/office/drawing/2014/main" id="{0B4A3B3F-264D-445F-9F84-99CE8784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692" y="46800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4" name="data_5386">
            <a:extLst xmlns:a="http://schemas.openxmlformats.org/drawingml/2006/main">
              <a:ext uri="{FF2B5EF4-FFF2-40B4-BE49-F238E27FC236}">
                <a16:creationId xmlns:a16="http://schemas.microsoft.com/office/drawing/2014/main" id="{B5F120A5-6E9D-4F44-96A9-9E822C94E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380" y="40459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5" name="data_5387">
            <a:extLst xmlns:a="http://schemas.openxmlformats.org/drawingml/2006/main">
              <a:ext uri="{FF2B5EF4-FFF2-40B4-BE49-F238E27FC236}">
                <a16:creationId xmlns:a16="http://schemas.microsoft.com/office/drawing/2014/main" id="{1B962341-B968-45AC-B7CF-A633FCE44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7579" y="42968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6" name="data_5388">
            <a:extLst xmlns:a="http://schemas.openxmlformats.org/drawingml/2006/main">
              <a:ext uri="{FF2B5EF4-FFF2-40B4-BE49-F238E27FC236}">
                <a16:creationId xmlns:a16="http://schemas.microsoft.com/office/drawing/2014/main" id="{ED769449-73B2-4F56-B8F6-AAED38D73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09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7" name="data_5389">
            <a:extLst xmlns:a="http://schemas.openxmlformats.org/drawingml/2006/main">
              <a:ext uri="{FF2B5EF4-FFF2-40B4-BE49-F238E27FC236}">
                <a16:creationId xmlns:a16="http://schemas.microsoft.com/office/drawing/2014/main" id="{86AC8140-0CD4-4925-B3DA-0642D4CB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261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8" name="data_5390">
            <a:extLst xmlns:a="http://schemas.openxmlformats.org/drawingml/2006/main">
              <a:ext uri="{FF2B5EF4-FFF2-40B4-BE49-F238E27FC236}">
                <a16:creationId xmlns:a16="http://schemas.microsoft.com/office/drawing/2014/main" id="{053ED3EC-BDEB-499D-8551-23126EFC8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3069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9" name="data_5391">
            <a:extLst xmlns:a="http://schemas.openxmlformats.org/drawingml/2006/main">
              <a:ext uri="{FF2B5EF4-FFF2-40B4-BE49-F238E27FC236}">
                <a16:creationId xmlns:a16="http://schemas.microsoft.com/office/drawing/2014/main" id="{D4AF3984-D5FE-4687-AD8A-5CFA39A95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3751" y="4181580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0" name="data_5392">
            <a:extLst xmlns:a="http://schemas.openxmlformats.org/drawingml/2006/main">
              <a:ext uri="{FF2B5EF4-FFF2-40B4-BE49-F238E27FC236}">
                <a16:creationId xmlns:a16="http://schemas.microsoft.com/office/drawing/2014/main" id="{66D67930-DA33-436D-8EB1-E8E804B4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134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1" name="data_5393">
            <a:extLst xmlns:a="http://schemas.openxmlformats.org/drawingml/2006/main">
              <a:ext uri="{FF2B5EF4-FFF2-40B4-BE49-F238E27FC236}">
                <a16:creationId xmlns:a16="http://schemas.microsoft.com/office/drawing/2014/main" id="{03230E0A-C900-4BE0-8553-7EAA1C17C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225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2" name="data_5394">
            <a:extLst xmlns:a="http://schemas.openxmlformats.org/drawingml/2006/main">
              <a:ext uri="{FF2B5EF4-FFF2-40B4-BE49-F238E27FC236}">
                <a16:creationId xmlns:a16="http://schemas.microsoft.com/office/drawing/2014/main" id="{97331A4E-B172-4B55-A793-FB714508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187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3" name="data_5395">
            <a:extLst xmlns:a="http://schemas.openxmlformats.org/drawingml/2006/main">
              <a:ext uri="{FF2B5EF4-FFF2-40B4-BE49-F238E27FC236}">
                <a16:creationId xmlns:a16="http://schemas.microsoft.com/office/drawing/2014/main" id="{E6315892-F9E9-4F70-B57E-C090B69F1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7939" y="537518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4" name="data_5396">
            <a:extLst xmlns:a="http://schemas.openxmlformats.org/drawingml/2006/main">
              <a:ext uri="{FF2B5EF4-FFF2-40B4-BE49-F238E27FC236}">
                <a16:creationId xmlns:a16="http://schemas.microsoft.com/office/drawing/2014/main" id="{23DDEC85-5176-4DFC-85A1-FD132583B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574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5" name="data_5397">
            <a:extLst xmlns:a="http://schemas.openxmlformats.org/drawingml/2006/main">
              <a:ext uri="{FF2B5EF4-FFF2-40B4-BE49-F238E27FC236}">
                <a16:creationId xmlns:a16="http://schemas.microsoft.com/office/drawing/2014/main" id="{BCE0136E-7CDC-4C94-8B7E-D8C955DF2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345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6" name="data_5398">
            <a:extLst xmlns:a="http://schemas.openxmlformats.org/drawingml/2006/main">
              <a:ext uri="{FF2B5EF4-FFF2-40B4-BE49-F238E27FC236}">
                <a16:creationId xmlns:a16="http://schemas.microsoft.com/office/drawing/2014/main" id="{C020BD6D-1493-4008-8368-2047D4B9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260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7" name="data_5399">
            <a:extLst xmlns:a="http://schemas.openxmlformats.org/drawingml/2006/main">
              <a:ext uri="{FF2B5EF4-FFF2-40B4-BE49-F238E27FC236}">
                <a16:creationId xmlns:a16="http://schemas.microsoft.com/office/drawing/2014/main" id="{0C34D838-936A-46B9-BC9C-81801C304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808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8" name="data_5400">
            <a:extLst xmlns:a="http://schemas.openxmlformats.org/drawingml/2006/main">
              <a:ext uri="{FF2B5EF4-FFF2-40B4-BE49-F238E27FC236}">
                <a16:creationId xmlns:a16="http://schemas.microsoft.com/office/drawing/2014/main" id="{7E3575DC-5C62-4730-8A05-67DA6F532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3477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9" name="data_5401">
            <a:extLst xmlns:a="http://schemas.openxmlformats.org/drawingml/2006/main">
              <a:ext uri="{FF2B5EF4-FFF2-40B4-BE49-F238E27FC236}">
                <a16:creationId xmlns:a16="http://schemas.microsoft.com/office/drawing/2014/main" id="{FCD8CC6C-E409-4374-8BA6-6D2A9BACD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4000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0" name="data_5402">
            <a:extLst xmlns:a="http://schemas.openxmlformats.org/drawingml/2006/main">
              <a:ext uri="{FF2B5EF4-FFF2-40B4-BE49-F238E27FC236}">
                <a16:creationId xmlns:a16="http://schemas.microsoft.com/office/drawing/2014/main" id="{6CE783DF-5809-40F4-AF03-AD5A4B5A7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7745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1" name="data_5403">
            <a:extLst xmlns:a="http://schemas.openxmlformats.org/drawingml/2006/main">
              <a:ext uri="{FF2B5EF4-FFF2-40B4-BE49-F238E27FC236}">
                <a16:creationId xmlns:a16="http://schemas.microsoft.com/office/drawing/2014/main" id="{B00C395E-C819-40EF-9CDB-13996B09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6560" y="539383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2" name="data_5404">
            <a:extLst xmlns:a="http://schemas.openxmlformats.org/drawingml/2006/main">
              <a:ext uri="{FF2B5EF4-FFF2-40B4-BE49-F238E27FC236}">
                <a16:creationId xmlns:a16="http://schemas.microsoft.com/office/drawing/2014/main" id="{8FAE28C9-A2A3-4F56-949C-BC1A4F96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6693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3" name="data_5405">
            <a:extLst xmlns:a="http://schemas.openxmlformats.org/drawingml/2006/main">
              <a:ext uri="{FF2B5EF4-FFF2-40B4-BE49-F238E27FC236}">
                <a16:creationId xmlns:a16="http://schemas.microsoft.com/office/drawing/2014/main" id="{8E195E8D-545F-4A69-9866-0C42AA75D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1391" y="5388744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4" name="data_5406">
            <a:extLst xmlns:a="http://schemas.openxmlformats.org/drawingml/2006/main">
              <a:ext uri="{FF2B5EF4-FFF2-40B4-BE49-F238E27FC236}">
                <a16:creationId xmlns:a16="http://schemas.microsoft.com/office/drawing/2014/main" id="{93B44B97-4DFA-489F-B350-BC5FAE4D9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554" y="509335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5" name="data_5407">
            <a:extLst xmlns:a="http://schemas.openxmlformats.org/drawingml/2006/main">
              <a:ext uri="{FF2B5EF4-FFF2-40B4-BE49-F238E27FC236}">
                <a16:creationId xmlns:a16="http://schemas.microsoft.com/office/drawing/2014/main" id="{9958073F-29E0-4168-87DB-4919FC36C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771" y="5324263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6" name="data_5408">
            <a:extLst xmlns:a="http://schemas.openxmlformats.org/drawingml/2006/main">
              <a:ext uri="{FF2B5EF4-FFF2-40B4-BE49-F238E27FC236}">
                <a16:creationId xmlns:a16="http://schemas.microsoft.com/office/drawing/2014/main" id="{D424E1EA-A60C-4631-9D22-5B79E4E4A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7002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7" name="data_5409">
            <a:extLst xmlns:a="http://schemas.openxmlformats.org/drawingml/2006/main">
              <a:ext uri="{FF2B5EF4-FFF2-40B4-BE49-F238E27FC236}">
                <a16:creationId xmlns:a16="http://schemas.microsoft.com/office/drawing/2014/main" id="{E20D01CF-D888-4708-901A-A2FF925FB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038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8" name="data_5410">
            <a:extLst xmlns:a="http://schemas.openxmlformats.org/drawingml/2006/main">
              <a:ext uri="{FF2B5EF4-FFF2-40B4-BE49-F238E27FC236}">
                <a16:creationId xmlns:a16="http://schemas.microsoft.com/office/drawing/2014/main" id="{A99A76FD-9271-41B8-8338-10073D0B5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535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9" name="data_5411">
            <a:extLst xmlns:a="http://schemas.openxmlformats.org/drawingml/2006/main">
              <a:ext uri="{FF2B5EF4-FFF2-40B4-BE49-F238E27FC236}">
                <a16:creationId xmlns:a16="http://schemas.microsoft.com/office/drawing/2014/main" id="{7FD4181B-4604-4E83-9B69-DEE829F0A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65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0" name="data_5412">
            <a:extLst xmlns:a="http://schemas.openxmlformats.org/drawingml/2006/main">
              <a:ext uri="{FF2B5EF4-FFF2-40B4-BE49-F238E27FC236}">
                <a16:creationId xmlns:a16="http://schemas.microsoft.com/office/drawing/2014/main" id="{E1CB112B-E83B-4DBE-8DFC-82C95A08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8196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1" name="data_5413">
            <a:extLst xmlns:a="http://schemas.openxmlformats.org/drawingml/2006/main">
              <a:ext uri="{FF2B5EF4-FFF2-40B4-BE49-F238E27FC236}">
                <a16:creationId xmlns:a16="http://schemas.microsoft.com/office/drawing/2014/main" id="{743F8C12-9567-4561-9062-46AD93F22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477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2" name="data_5414">
            <a:extLst xmlns:a="http://schemas.openxmlformats.org/drawingml/2006/main">
              <a:ext uri="{FF2B5EF4-FFF2-40B4-BE49-F238E27FC236}">
                <a16:creationId xmlns:a16="http://schemas.microsoft.com/office/drawing/2014/main" id="{832F6047-3D24-4464-95FA-39DDD79B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7415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3" name="data_5415">
            <a:extLst xmlns:a="http://schemas.openxmlformats.org/drawingml/2006/main">
              <a:ext uri="{FF2B5EF4-FFF2-40B4-BE49-F238E27FC236}">
                <a16:creationId xmlns:a16="http://schemas.microsoft.com/office/drawing/2014/main" id="{FB50BEC6-0E2E-4D74-ACF3-07C11B672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935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4" name="data_5416">
            <a:extLst xmlns:a="http://schemas.openxmlformats.org/drawingml/2006/main">
              <a:ext uri="{FF2B5EF4-FFF2-40B4-BE49-F238E27FC236}">
                <a16:creationId xmlns:a16="http://schemas.microsoft.com/office/drawing/2014/main" id="{DF552649-8BF9-433C-B52B-7C54E0BD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968" y="5131035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5" name="data_5417">
            <a:extLst xmlns:a="http://schemas.openxmlformats.org/drawingml/2006/main">
              <a:ext uri="{FF2B5EF4-FFF2-40B4-BE49-F238E27FC236}">
                <a16:creationId xmlns:a16="http://schemas.microsoft.com/office/drawing/2014/main" id="{0F003BEC-E559-4341-AC4D-8E073A2F7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099" y="5022526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6" name="data_5418">
            <a:extLst xmlns:a="http://schemas.openxmlformats.org/drawingml/2006/main">
              <a:ext uri="{FF2B5EF4-FFF2-40B4-BE49-F238E27FC236}">
                <a16:creationId xmlns:a16="http://schemas.microsoft.com/office/drawing/2014/main" id="{7D0B0A6E-9E88-4C15-8238-5DDF6F22B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2703" y="540230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7" name="data_5419">
            <a:extLst xmlns:a="http://schemas.openxmlformats.org/drawingml/2006/main">
              <a:ext uri="{FF2B5EF4-FFF2-40B4-BE49-F238E27FC236}">
                <a16:creationId xmlns:a16="http://schemas.microsoft.com/office/drawing/2014/main" id="{3F0070E2-E616-493D-BAFE-C01D6C5B3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7938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8" name="data_5420">
            <a:extLst xmlns:a="http://schemas.openxmlformats.org/drawingml/2006/main">
              <a:ext uri="{FF2B5EF4-FFF2-40B4-BE49-F238E27FC236}">
                <a16:creationId xmlns:a16="http://schemas.microsoft.com/office/drawing/2014/main" id="{5409CF53-DA2E-463E-8BF4-BFD2266F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214" y="3842489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9" name="data_5421">
            <a:extLst xmlns:a="http://schemas.openxmlformats.org/drawingml/2006/main">
              <a:ext uri="{FF2B5EF4-FFF2-40B4-BE49-F238E27FC236}">
                <a16:creationId xmlns:a16="http://schemas.microsoft.com/office/drawing/2014/main" id="{37A909FB-08D2-4CE4-9BD5-AF542ED9C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524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0" name="data_5422">
            <a:extLst xmlns:a="http://schemas.openxmlformats.org/drawingml/2006/main">
              <a:ext uri="{FF2B5EF4-FFF2-40B4-BE49-F238E27FC236}">
                <a16:creationId xmlns:a16="http://schemas.microsoft.com/office/drawing/2014/main" id="{D331F30C-67C7-46DB-9CC2-CFCA2DBA0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971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1" name="data_5423">
            <a:extLst xmlns:a="http://schemas.openxmlformats.org/drawingml/2006/main">
              <a:ext uri="{FF2B5EF4-FFF2-40B4-BE49-F238E27FC236}">
                <a16:creationId xmlns:a16="http://schemas.microsoft.com/office/drawing/2014/main" id="{601075FD-8D3F-406A-8C79-EC1EEC2D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689" y="3774671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2" name="data_5424">
            <a:extLst xmlns:a="http://schemas.openxmlformats.org/drawingml/2006/main">
              <a:ext uri="{FF2B5EF4-FFF2-40B4-BE49-F238E27FC236}">
                <a16:creationId xmlns:a16="http://schemas.microsoft.com/office/drawing/2014/main" id="{1398CA18-79F9-4D2A-9B75-13204BC5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8953" y="5286048"/>
            <a:ext cx="35469" cy="3546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8B8D">
              <a:alpha val="1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3" name="data_5425">
            <a:extLst xmlns:a="http://schemas.openxmlformats.org/drawingml/2006/main">
              <a:ext uri="{FF2B5EF4-FFF2-40B4-BE49-F238E27FC236}">
                <a16:creationId xmlns:a16="http://schemas.microsoft.com/office/drawing/2014/main" id="{A30AB4BD-2F3F-4923-A626-18C5C22C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3694748"/>
            <a:ext cx="191" cy="1725295"/>
          </a:xfrm>
          <a:custGeom xmlns:a="http://schemas.openxmlformats.org/drawingml/2006/main">
            <a:pathLst>
              <a:path w="191" h="1725295">
                <a:moveTo>
                  <a:pt x="0" y="172529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914" name="data_5426">
            <a:extLst xmlns:a="http://schemas.openxmlformats.org/drawingml/2006/main">
              <a:ext uri="{FF2B5EF4-FFF2-40B4-BE49-F238E27FC236}">
                <a16:creationId xmlns:a16="http://schemas.microsoft.com/office/drawing/2014/main" id="{05E93BEC-652C-4AE1-8976-65884FF02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1" y="5420042"/>
            <a:ext cx="3447143" cy="191"/>
          </a:xfrm>
          <a:custGeom xmlns:a="http://schemas.openxmlformats.org/drawingml/2006/main"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915" name="text_5427">
            <a:extLst xmlns:a="http://schemas.openxmlformats.org/drawingml/2006/main">
              <a:ext uri="{FF2B5EF4-FFF2-40B4-BE49-F238E27FC236}">
                <a16:creationId xmlns:a16="http://schemas.microsoft.com/office/drawing/2014/main" id="{78E0F75F-BA37-4480-9E41-C7986BF27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25171" y="3381347"/>
            <a:ext cx="104101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916" name="text_5428">
            <a:extLst xmlns:a="http://schemas.openxmlformats.org/drawingml/2006/main">
              <a:ext uri="{FF2B5EF4-FFF2-40B4-BE49-F238E27FC236}">
                <a16:creationId xmlns:a16="http://schemas.microsoft.com/office/drawing/2014/main" id="{4F64283E-076E-428A-AF2E-AEFF5A0A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04001" y="3403921"/>
            <a:ext cx="971459" cy="179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917" name="data_5429">
            <a:extLst xmlns:a="http://schemas.openxmlformats.org/drawingml/2006/main">
              <a:ext uri="{FF2B5EF4-FFF2-40B4-BE49-F238E27FC236}">
                <a16:creationId xmlns:a16="http://schemas.microsoft.com/office/drawing/2014/main" id="{AE6FCAAA-19FA-48B1-A070-8E9D22B8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258" y="4809663"/>
            <a:ext cx="191" cy="257200"/>
          </a:xfrm>
          <a:custGeom xmlns:a="http://schemas.openxmlformats.org/drawingml/2006/main">
            <a:pathLst>
              <a:path w="191" h="257200">
                <a:moveTo>
                  <a:pt x="0" y="2572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A1ABB3"/>
            </a:solidFill>
            <a:prstDash val="solid"/>
          </a:ln>
        </p:spPr>
      </p:sp>
      <p:sp>
        <p:nvSpPr>
          <p:cNvPr id="918" name="data_5430">
            <a:extLst xmlns:a="http://schemas.openxmlformats.org/drawingml/2006/main">
              <a:ext uri="{FF2B5EF4-FFF2-40B4-BE49-F238E27FC236}">
                <a16:creationId xmlns:a16="http://schemas.microsoft.com/office/drawing/2014/main" id="{60A365C5-EBF1-4FB3-971C-CCEC5D43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137" y="5066863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A1ABB3"/>
            </a:solidFill>
            <a:prstDash val="solid"/>
          </a:ln>
        </p:spPr>
      </p:sp>
      <p:sp>
        <p:nvSpPr>
          <p:cNvPr id="919" name="data_5431">
            <a:extLst xmlns:a="http://schemas.openxmlformats.org/drawingml/2006/main">
              <a:ext uri="{FF2B5EF4-FFF2-40B4-BE49-F238E27FC236}">
                <a16:creationId xmlns:a16="http://schemas.microsoft.com/office/drawing/2014/main" id="{63D3043A-4E65-4A4E-B94D-AEE637D64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137" y="4809663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A1ABB3"/>
            </a:solidFill>
            <a:prstDash val="solid"/>
          </a:ln>
        </p:spPr>
      </p:sp>
      <p:sp>
        <p:nvSpPr>
          <p:cNvPr id="920" name="data_5432">
            <a:extLst xmlns:a="http://schemas.openxmlformats.org/drawingml/2006/main">
              <a:ext uri="{FF2B5EF4-FFF2-40B4-BE49-F238E27FC236}">
                <a16:creationId xmlns:a16="http://schemas.microsoft.com/office/drawing/2014/main" id="{02D88562-F28F-4464-828A-526909AF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7572" y="4467583"/>
            <a:ext cx="191" cy="275022"/>
          </a:xfrm>
          <a:custGeom xmlns:a="http://schemas.openxmlformats.org/drawingml/2006/main">
            <a:pathLst>
              <a:path w="191" h="275022">
                <a:moveTo>
                  <a:pt x="0" y="27502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5B72B7"/>
            </a:solidFill>
            <a:prstDash val="solid"/>
          </a:ln>
        </p:spPr>
      </p:sp>
      <p:sp>
        <p:nvSpPr>
          <p:cNvPr id="921" name="data_5433">
            <a:extLst xmlns:a="http://schemas.openxmlformats.org/drawingml/2006/main">
              <a:ext uri="{FF2B5EF4-FFF2-40B4-BE49-F238E27FC236}">
                <a16:creationId xmlns:a16="http://schemas.microsoft.com/office/drawing/2014/main" id="{DA24A21A-9BCC-4E90-9DEA-B149B35A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2451" y="4742604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5B72B7"/>
            </a:solidFill>
            <a:prstDash val="solid"/>
          </a:ln>
        </p:spPr>
      </p:sp>
      <p:sp>
        <p:nvSpPr>
          <p:cNvPr id="922" name="data_5434">
            <a:extLst xmlns:a="http://schemas.openxmlformats.org/drawingml/2006/main">
              <a:ext uri="{FF2B5EF4-FFF2-40B4-BE49-F238E27FC236}">
                <a16:creationId xmlns:a16="http://schemas.microsoft.com/office/drawing/2014/main" id="{787499C6-DC5C-4535-B09F-56015437D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2451" y="4467583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5B72B7"/>
            </a:solidFill>
            <a:prstDash val="solid"/>
          </a:ln>
        </p:spPr>
      </p:sp>
      <p:sp>
        <p:nvSpPr>
          <p:cNvPr id="923" name="data_5435">
            <a:extLst xmlns:a="http://schemas.openxmlformats.org/drawingml/2006/main">
              <a:ext uri="{FF2B5EF4-FFF2-40B4-BE49-F238E27FC236}">
                <a16:creationId xmlns:a16="http://schemas.microsoft.com/office/drawing/2014/main" id="{89B955DB-4A3A-483C-9840-10A799E4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4887" y="4293902"/>
            <a:ext cx="191" cy="285547"/>
          </a:xfrm>
          <a:custGeom xmlns:a="http://schemas.openxmlformats.org/drawingml/2006/main">
            <a:pathLst>
              <a:path w="191" h="285547">
                <a:moveTo>
                  <a:pt x="0" y="28554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138B8D"/>
            </a:solidFill>
            <a:prstDash val="solid"/>
          </a:ln>
        </p:spPr>
      </p:sp>
      <p:sp>
        <p:nvSpPr>
          <p:cNvPr id="924" name="data_5436">
            <a:extLst xmlns:a="http://schemas.openxmlformats.org/drawingml/2006/main">
              <a:ext uri="{FF2B5EF4-FFF2-40B4-BE49-F238E27FC236}">
                <a16:creationId xmlns:a16="http://schemas.microsoft.com/office/drawing/2014/main" id="{111C7F46-1727-4331-BE35-4324F6DA9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9765" y="4579449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138B8D"/>
            </a:solidFill>
            <a:prstDash val="solid"/>
          </a:ln>
        </p:spPr>
      </p:sp>
      <p:sp>
        <p:nvSpPr>
          <p:cNvPr id="925" name="data_5437">
            <a:extLst xmlns:a="http://schemas.openxmlformats.org/drawingml/2006/main">
              <a:ext uri="{FF2B5EF4-FFF2-40B4-BE49-F238E27FC236}">
                <a16:creationId xmlns:a16="http://schemas.microsoft.com/office/drawing/2014/main" id="{E0DFA864-5E9A-4478-A2DE-3805F4A85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9765" y="4293902"/>
            <a:ext cx="310243" cy="191"/>
          </a:xfrm>
          <a:custGeom xmlns:a="http://schemas.openxmlformats.org/drawingml/2006/main"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0395">
            <a:solidFill>
              <a:srgbClr val="138B8D"/>
            </a:solidFill>
            <a:prstDash val="solid"/>
          </a:ln>
        </p:spPr>
      </p:sp>
      <p:sp>
        <p:nvSpPr>
          <p:cNvPr id="926" name="data_5438">
            <a:extLst xmlns:a="http://schemas.openxmlformats.org/drawingml/2006/main">
              <a:ext uri="{FF2B5EF4-FFF2-40B4-BE49-F238E27FC236}">
                <a16:creationId xmlns:a16="http://schemas.microsoft.com/office/drawing/2014/main" id="{548B28EB-AFA6-43A9-AC25-7CF2D9D2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7251" y="4942796"/>
            <a:ext cx="586014" cy="191"/>
          </a:xfrm>
          <a:custGeom xmlns:a="http://schemas.openxmlformats.org/drawingml/2006/main"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A1ABB3"/>
            </a:solidFill>
            <a:prstDash val="solid"/>
          </a:ln>
        </p:spPr>
      </p:sp>
      <p:sp>
        <p:nvSpPr>
          <p:cNvPr id="927" name="data_5439">
            <a:extLst xmlns:a="http://schemas.openxmlformats.org/drawingml/2006/main">
              <a:ext uri="{FF2B5EF4-FFF2-40B4-BE49-F238E27FC236}">
                <a16:creationId xmlns:a16="http://schemas.microsoft.com/office/drawing/2014/main" id="{FCB7A515-34A8-42E3-8BCD-261E4626C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565" y="4607374"/>
            <a:ext cx="586014" cy="191"/>
          </a:xfrm>
          <a:custGeom xmlns:a="http://schemas.openxmlformats.org/drawingml/2006/main"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5B72B7"/>
            </a:solidFill>
            <a:prstDash val="solid"/>
          </a:ln>
        </p:spPr>
      </p:sp>
      <p:sp>
        <p:nvSpPr>
          <p:cNvPr id="928" name="data_5440">
            <a:extLst xmlns:a="http://schemas.openxmlformats.org/drawingml/2006/main">
              <a:ext uri="{FF2B5EF4-FFF2-40B4-BE49-F238E27FC236}">
                <a16:creationId xmlns:a16="http://schemas.microsoft.com/office/drawing/2014/main" id="{0DCE58EE-B79C-4206-9A69-80AF9F74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1879" y="4435553"/>
            <a:ext cx="586014" cy="191"/>
          </a:xfrm>
          <a:custGeom xmlns:a="http://schemas.openxmlformats.org/drawingml/2006/main"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138B8D"/>
            </a:solidFill>
            <a:prstDash val="solid"/>
          </a:ln>
        </p:spPr>
      </p:sp>
      <p:sp>
        <p:nvSpPr>
          <p:cNvPr id="929" name="data_5441">
            <a:extLst xmlns:a="http://schemas.openxmlformats.org/drawingml/2006/main">
              <a:ext uri="{FF2B5EF4-FFF2-40B4-BE49-F238E27FC236}">
                <a16:creationId xmlns:a16="http://schemas.microsoft.com/office/drawing/2014/main" id="{145AB686-3AA2-4618-A631-D1251E2EC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516" y="2620108"/>
            <a:ext cx="161738" cy="94347"/>
          </a:xfrm>
          <a:custGeom xmlns:a="http://schemas.openxmlformats.org/drawingml/2006/main"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 xmlns:a="http://schemas.openxmlformats.org/drawingml/2006/main">
            <a:srgbClr val="A1A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0" name="text_5442">
            <a:extLst xmlns:a="http://schemas.openxmlformats.org/drawingml/2006/main">
              <a:ext uri="{FF2B5EF4-FFF2-40B4-BE49-F238E27FC236}">
                <a16:creationId xmlns:a16="http://schemas.microsoft.com/office/drawing/2014/main" id="{69744264-4BB1-40B9-BBA7-98206C7C9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52080" y="2607978"/>
            <a:ext cx="787097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931" name="data_5443">
            <a:extLst xmlns:a="http://schemas.openxmlformats.org/drawingml/2006/main">
              <a:ext uri="{FF2B5EF4-FFF2-40B4-BE49-F238E27FC236}">
                <a16:creationId xmlns:a16="http://schemas.microsoft.com/office/drawing/2014/main" id="{1DCEA978-E16E-4A25-BE5F-41485574F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2119" y="2620108"/>
            <a:ext cx="161738" cy="94347"/>
          </a:xfrm>
          <a:custGeom xmlns:a="http://schemas.openxmlformats.org/drawingml/2006/main"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 xmlns:a="http://schemas.openxmlformats.org/drawingml/2006/main">
            <a:srgbClr val="5B72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2" name="text_5444">
            <a:extLst xmlns:a="http://schemas.openxmlformats.org/drawingml/2006/main">
              <a:ext uri="{FF2B5EF4-FFF2-40B4-BE49-F238E27FC236}">
                <a16:creationId xmlns:a16="http://schemas.microsoft.com/office/drawing/2014/main" id="{1AD34ECC-15E3-453B-820F-C23682EE5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61682" y="2607978"/>
            <a:ext cx="1229450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933" name="data_5445">
            <a:extLst xmlns:a="http://schemas.openxmlformats.org/drawingml/2006/main">
              <a:ext uri="{FF2B5EF4-FFF2-40B4-BE49-F238E27FC236}">
                <a16:creationId xmlns:a16="http://schemas.microsoft.com/office/drawing/2014/main" id="{C8595CB0-C674-4A1B-BC74-ABA36DA9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4184" y="2620108"/>
            <a:ext cx="161738" cy="94347"/>
          </a:xfrm>
          <a:custGeom xmlns:a="http://schemas.openxmlformats.org/drawingml/2006/main"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 xmlns:a="http://schemas.openxmlformats.org/drawingml/2006/main">
            <a:srgbClr val="138B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4" name="text_5446">
            <a:extLst xmlns:a="http://schemas.openxmlformats.org/drawingml/2006/main">
              <a:ext uri="{FF2B5EF4-FFF2-40B4-BE49-F238E27FC236}">
                <a16:creationId xmlns:a16="http://schemas.microsoft.com/office/drawing/2014/main" id="{06E48BDF-7615-474A-AB19-47E98F66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13748" y="2607978"/>
            <a:ext cx="1161914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345490415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1c3b3cf829d346c9"/>
    </p:ext>
  </p:extLst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04" name="data_5447">
            <a:extLst xmlns:a="http://schemas.openxmlformats.org/drawingml/2006/main">
              <a:ext uri="{FF2B5EF4-FFF2-40B4-BE49-F238E27FC236}">
                <a16:creationId xmlns:a16="http://schemas.microsoft.com/office/drawing/2014/main" id="{C522B86F-F0FF-4BB3-9EBE-DBDD65A79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831321"/>
            <a:ext cx="9048750" cy="7138458"/>
          </a:xfrm>
          <a:custGeom xmlns:a="http://schemas.openxmlformats.org/drawingml/2006/main">
            <a:pathLst>
              <a:path w="9048750" h="7138458">
                <a:moveTo>
                  <a:pt x="0" y="7138458"/>
                </a:moveTo>
                <a:lnTo>
                  <a:pt x="9048750" y="7138458"/>
                </a:lnTo>
                <a:lnTo>
                  <a:pt x="9048750" y="0"/>
                </a:lnTo>
                <a:lnTo>
                  <a:pt x="0" y="0"/>
                </a:lnTo>
                <a:lnTo>
                  <a:pt x="0" y="713845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ata_5448">
            <a:extLst xmlns:a="http://schemas.openxmlformats.org/drawingml/2006/main">
              <a:ext uri="{FF2B5EF4-FFF2-40B4-BE49-F238E27FC236}">
                <a16:creationId xmlns:a16="http://schemas.microsoft.com/office/drawing/2014/main" id="{1AAFD4D0-80D2-4CBE-BE5D-B7B123E4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2116243"/>
            <a:ext cx="2213010" cy="1954578"/>
          </a:xfrm>
          <a:custGeom xmlns:a="http://schemas.openxmlformats.org/drawingml/2006/main"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data_5449">
            <a:extLst xmlns:a="http://schemas.openxmlformats.org/drawingml/2006/main">
              <a:ext uri="{FF2B5EF4-FFF2-40B4-BE49-F238E27FC236}">
                <a16:creationId xmlns:a16="http://schemas.microsoft.com/office/drawing/2014/main" id="{6AA2947D-D5CD-4C68-80E0-BFADF0374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480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66" y="1762082"/>
                </a:lnTo>
                <a:lnTo>
                  <a:pt x="3797" y="1747274"/>
                </a:lnTo>
                <a:lnTo>
                  <a:pt x="8296" y="1732467"/>
                </a:lnTo>
                <a:lnTo>
                  <a:pt x="14161" y="1717659"/>
                </a:lnTo>
                <a:lnTo>
                  <a:pt x="21015" y="1702852"/>
                </a:lnTo>
                <a:lnTo>
                  <a:pt x="28445" y="1688045"/>
                </a:lnTo>
                <a:lnTo>
                  <a:pt x="36043" y="1673237"/>
                </a:lnTo>
                <a:lnTo>
                  <a:pt x="43438" y="1658430"/>
                </a:lnTo>
                <a:lnTo>
                  <a:pt x="50325" y="1643622"/>
                </a:lnTo>
                <a:lnTo>
                  <a:pt x="56478" y="1628815"/>
                </a:lnTo>
                <a:lnTo>
                  <a:pt x="61759" y="1614007"/>
                </a:lnTo>
                <a:lnTo>
                  <a:pt x="66108" y="1599200"/>
                </a:lnTo>
                <a:lnTo>
                  <a:pt x="69537" y="1584393"/>
                </a:lnTo>
                <a:lnTo>
                  <a:pt x="72109" y="1569585"/>
                </a:lnTo>
                <a:lnTo>
                  <a:pt x="73922" y="1554778"/>
                </a:lnTo>
                <a:lnTo>
                  <a:pt x="75092" y="1539970"/>
                </a:lnTo>
                <a:lnTo>
                  <a:pt x="75735" y="1525163"/>
                </a:lnTo>
                <a:lnTo>
                  <a:pt x="75964" y="1510356"/>
                </a:lnTo>
                <a:lnTo>
                  <a:pt x="75872" y="1495548"/>
                </a:lnTo>
                <a:lnTo>
                  <a:pt x="75536" y="1480741"/>
                </a:lnTo>
                <a:lnTo>
                  <a:pt x="75016" y="1465933"/>
                </a:lnTo>
                <a:lnTo>
                  <a:pt x="74352" y="1451126"/>
                </a:lnTo>
                <a:lnTo>
                  <a:pt x="73572" y="1436319"/>
                </a:lnTo>
                <a:lnTo>
                  <a:pt x="72692" y="1421511"/>
                </a:lnTo>
                <a:lnTo>
                  <a:pt x="71720" y="1406704"/>
                </a:lnTo>
                <a:lnTo>
                  <a:pt x="70659" y="1391896"/>
                </a:lnTo>
                <a:lnTo>
                  <a:pt x="69510" y="1377089"/>
                </a:lnTo>
                <a:lnTo>
                  <a:pt x="68272" y="1362282"/>
                </a:lnTo>
                <a:lnTo>
                  <a:pt x="66946" y="1347474"/>
                </a:lnTo>
                <a:lnTo>
                  <a:pt x="65537" y="1332667"/>
                </a:lnTo>
                <a:lnTo>
                  <a:pt x="64052" y="1317859"/>
                </a:lnTo>
                <a:lnTo>
                  <a:pt x="62509" y="1303052"/>
                </a:lnTo>
                <a:lnTo>
                  <a:pt x="60930" y="1288245"/>
                </a:lnTo>
                <a:lnTo>
                  <a:pt x="59345" y="1273437"/>
                </a:lnTo>
                <a:lnTo>
                  <a:pt x="57792" y="1258630"/>
                </a:lnTo>
                <a:lnTo>
                  <a:pt x="56311" y="1243822"/>
                </a:lnTo>
                <a:lnTo>
                  <a:pt x="54939" y="1229015"/>
                </a:lnTo>
                <a:lnTo>
                  <a:pt x="53708" y="1214207"/>
                </a:lnTo>
                <a:lnTo>
                  <a:pt x="52634" y="1199400"/>
                </a:lnTo>
                <a:lnTo>
                  <a:pt x="51718" y="1184593"/>
                </a:lnTo>
                <a:lnTo>
                  <a:pt x="50936" y="1169785"/>
                </a:lnTo>
                <a:lnTo>
                  <a:pt x="50240" y="1154978"/>
                </a:lnTo>
                <a:lnTo>
                  <a:pt x="49556" y="1140170"/>
                </a:lnTo>
                <a:lnTo>
                  <a:pt x="48793" y="1125363"/>
                </a:lnTo>
                <a:lnTo>
                  <a:pt x="47845" y="1110556"/>
                </a:lnTo>
                <a:lnTo>
                  <a:pt x="46600" y="1095748"/>
                </a:lnTo>
                <a:lnTo>
                  <a:pt x="44954" y="1080941"/>
                </a:lnTo>
                <a:lnTo>
                  <a:pt x="42823" y="1066133"/>
                </a:lnTo>
                <a:lnTo>
                  <a:pt x="40153" y="1051326"/>
                </a:lnTo>
                <a:lnTo>
                  <a:pt x="36934" y="1036519"/>
                </a:lnTo>
                <a:lnTo>
                  <a:pt x="33212" y="1021711"/>
                </a:lnTo>
                <a:lnTo>
                  <a:pt x="29092" y="1006904"/>
                </a:lnTo>
                <a:lnTo>
                  <a:pt x="24740" y="992096"/>
                </a:lnTo>
                <a:lnTo>
                  <a:pt x="20379" y="977289"/>
                </a:lnTo>
                <a:lnTo>
                  <a:pt x="16275" y="962482"/>
                </a:lnTo>
                <a:lnTo>
                  <a:pt x="12715" y="947674"/>
                </a:lnTo>
                <a:lnTo>
                  <a:pt x="9987" y="932867"/>
                </a:lnTo>
                <a:lnTo>
                  <a:pt x="8348" y="918059"/>
                </a:lnTo>
                <a:lnTo>
                  <a:pt x="7997" y="903252"/>
                </a:lnTo>
                <a:lnTo>
                  <a:pt x="9056" y="888444"/>
                </a:lnTo>
                <a:lnTo>
                  <a:pt x="11548" y="873637"/>
                </a:lnTo>
                <a:lnTo>
                  <a:pt x="15402" y="858830"/>
                </a:lnTo>
                <a:lnTo>
                  <a:pt x="20449" y="844022"/>
                </a:lnTo>
                <a:lnTo>
                  <a:pt x="26448" y="829215"/>
                </a:lnTo>
                <a:lnTo>
                  <a:pt x="33104" y="814407"/>
                </a:lnTo>
                <a:lnTo>
                  <a:pt x="40103" y="799600"/>
                </a:lnTo>
                <a:lnTo>
                  <a:pt x="47134" y="784793"/>
                </a:lnTo>
                <a:lnTo>
                  <a:pt x="53923" y="769985"/>
                </a:lnTo>
                <a:lnTo>
                  <a:pt x="60242" y="755178"/>
                </a:lnTo>
                <a:lnTo>
                  <a:pt x="65930" y="740370"/>
                </a:lnTo>
                <a:lnTo>
                  <a:pt x="70890" y="725563"/>
                </a:lnTo>
                <a:lnTo>
                  <a:pt x="75085" y="710756"/>
                </a:lnTo>
                <a:lnTo>
                  <a:pt x="78531" y="695948"/>
                </a:lnTo>
                <a:lnTo>
                  <a:pt x="81282" y="681141"/>
                </a:lnTo>
                <a:lnTo>
                  <a:pt x="83419" y="666333"/>
                </a:lnTo>
                <a:lnTo>
                  <a:pt x="85034" y="651526"/>
                </a:lnTo>
                <a:lnTo>
                  <a:pt x="86223" y="636719"/>
                </a:lnTo>
                <a:lnTo>
                  <a:pt x="87076" y="621911"/>
                </a:lnTo>
                <a:lnTo>
                  <a:pt x="87671" y="607104"/>
                </a:lnTo>
                <a:lnTo>
                  <a:pt x="88077" y="592296"/>
                </a:lnTo>
                <a:lnTo>
                  <a:pt x="88346" y="577489"/>
                </a:lnTo>
                <a:lnTo>
                  <a:pt x="88521" y="562682"/>
                </a:lnTo>
                <a:lnTo>
                  <a:pt x="88631" y="547874"/>
                </a:lnTo>
                <a:lnTo>
                  <a:pt x="88699" y="533067"/>
                </a:lnTo>
                <a:lnTo>
                  <a:pt x="88740" y="518259"/>
                </a:lnTo>
                <a:lnTo>
                  <a:pt x="88764" y="503452"/>
                </a:lnTo>
                <a:lnTo>
                  <a:pt x="88777" y="488644"/>
                </a:lnTo>
                <a:lnTo>
                  <a:pt x="88785" y="473837"/>
                </a:lnTo>
                <a:lnTo>
                  <a:pt x="88789" y="459030"/>
                </a:lnTo>
                <a:lnTo>
                  <a:pt x="88791" y="444222"/>
                </a:lnTo>
                <a:lnTo>
                  <a:pt x="88792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3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5" y="429415"/>
                </a:lnTo>
                <a:lnTo>
                  <a:pt x="88796" y="444222"/>
                </a:lnTo>
                <a:lnTo>
                  <a:pt x="88798" y="459030"/>
                </a:lnTo>
                <a:lnTo>
                  <a:pt x="88802" y="473837"/>
                </a:lnTo>
                <a:lnTo>
                  <a:pt x="88810" y="488644"/>
                </a:lnTo>
                <a:lnTo>
                  <a:pt x="88824" y="503452"/>
                </a:lnTo>
                <a:lnTo>
                  <a:pt x="88848" y="518259"/>
                </a:lnTo>
                <a:lnTo>
                  <a:pt x="88888" y="533067"/>
                </a:lnTo>
                <a:lnTo>
                  <a:pt x="88956" y="547874"/>
                </a:lnTo>
                <a:lnTo>
                  <a:pt x="89066" y="562682"/>
                </a:lnTo>
                <a:lnTo>
                  <a:pt x="89241" y="577489"/>
                </a:lnTo>
                <a:lnTo>
                  <a:pt x="89510" y="592296"/>
                </a:lnTo>
                <a:lnTo>
                  <a:pt x="89916" y="607104"/>
                </a:lnTo>
                <a:lnTo>
                  <a:pt x="90511" y="621911"/>
                </a:lnTo>
                <a:lnTo>
                  <a:pt x="91364" y="636719"/>
                </a:lnTo>
                <a:lnTo>
                  <a:pt x="92553" y="651526"/>
                </a:lnTo>
                <a:lnTo>
                  <a:pt x="94168" y="666333"/>
                </a:lnTo>
                <a:lnTo>
                  <a:pt x="96305" y="681141"/>
                </a:lnTo>
                <a:lnTo>
                  <a:pt x="99057" y="695948"/>
                </a:lnTo>
                <a:lnTo>
                  <a:pt x="102502" y="710756"/>
                </a:lnTo>
                <a:lnTo>
                  <a:pt x="106697" y="725563"/>
                </a:lnTo>
                <a:lnTo>
                  <a:pt x="111657" y="740370"/>
                </a:lnTo>
                <a:lnTo>
                  <a:pt x="117345" y="755178"/>
                </a:lnTo>
                <a:lnTo>
                  <a:pt x="123665" y="769985"/>
                </a:lnTo>
                <a:lnTo>
                  <a:pt x="130453" y="784793"/>
                </a:lnTo>
                <a:lnTo>
                  <a:pt x="137484" y="799600"/>
                </a:lnTo>
                <a:lnTo>
                  <a:pt x="144483" y="814407"/>
                </a:lnTo>
                <a:lnTo>
                  <a:pt x="151140" y="829215"/>
                </a:lnTo>
                <a:lnTo>
                  <a:pt x="157138" y="844022"/>
                </a:lnTo>
                <a:lnTo>
                  <a:pt x="162185" y="858830"/>
                </a:lnTo>
                <a:lnTo>
                  <a:pt x="166039" y="873637"/>
                </a:lnTo>
                <a:lnTo>
                  <a:pt x="168532" y="888444"/>
                </a:lnTo>
                <a:lnTo>
                  <a:pt x="169590" y="903252"/>
                </a:lnTo>
                <a:lnTo>
                  <a:pt x="169240" y="918059"/>
                </a:lnTo>
                <a:lnTo>
                  <a:pt x="167600" y="932867"/>
                </a:lnTo>
                <a:lnTo>
                  <a:pt x="164872" y="947674"/>
                </a:lnTo>
                <a:lnTo>
                  <a:pt x="161312" y="962482"/>
                </a:lnTo>
                <a:lnTo>
                  <a:pt x="157208" y="977289"/>
                </a:lnTo>
                <a:lnTo>
                  <a:pt x="152847" y="992096"/>
                </a:lnTo>
                <a:lnTo>
                  <a:pt x="148495" y="1006904"/>
                </a:lnTo>
                <a:lnTo>
                  <a:pt x="144375" y="1021711"/>
                </a:lnTo>
                <a:lnTo>
                  <a:pt x="140653" y="1036519"/>
                </a:lnTo>
                <a:lnTo>
                  <a:pt x="137434" y="1051326"/>
                </a:lnTo>
                <a:lnTo>
                  <a:pt x="134764" y="1066133"/>
                </a:lnTo>
                <a:lnTo>
                  <a:pt x="132633" y="1080941"/>
                </a:lnTo>
                <a:lnTo>
                  <a:pt x="130987" y="1095748"/>
                </a:lnTo>
                <a:lnTo>
                  <a:pt x="129743" y="1110556"/>
                </a:lnTo>
                <a:lnTo>
                  <a:pt x="128794" y="1125363"/>
                </a:lnTo>
                <a:lnTo>
                  <a:pt x="128031" y="1140170"/>
                </a:lnTo>
                <a:lnTo>
                  <a:pt x="127348" y="1154978"/>
                </a:lnTo>
                <a:lnTo>
                  <a:pt x="126651" y="1169785"/>
                </a:lnTo>
                <a:lnTo>
                  <a:pt x="125869" y="1184593"/>
                </a:lnTo>
                <a:lnTo>
                  <a:pt x="124953" y="1199400"/>
                </a:lnTo>
                <a:lnTo>
                  <a:pt x="123880" y="1214207"/>
                </a:lnTo>
                <a:lnTo>
                  <a:pt x="122648" y="1229015"/>
                </a:lnTo>
                <a:lnTo>
                  <a:pt x="121276" y="1243822"/>
                </a:lnTo>
                <a:lnTo>
                  <a:pt x="119795" y="1258630"/>
                </a:lnTo>
                <a:lnTo>
                  <a:pt x="118242" y="1273437"/>
                </a:lnTo>
                <a:lnTo>
                  <a:pt x="116658" y="1288245"/>
                </a:lnTo>
                <a:lnTo>
                  <a:pt x="115078" y="1303052"/>
                </a:lnTo>
                <a:lnTo>
                  <a:pt x="113535" y="1317859"/>
                </a:lnTo>
                <a:lnTo>
                  <a:pt x="112050" y="1332667"/>
                </a:lnTo>
                <a:lnTo>
                  <a:pt x="110641" y="1347474"/>
                </a:lnTo>
                <a:lnTo>
                  <a:pt x="109315" y="1362282"/>
                </a:lnTo>
                <a:lnTo>
                  <a:pt x="108077" y="1377089"/>
                </a:lnTo>
                <a:lnTo>
                  <a:pt x="106928" y="1391896"/>
                </a:lnTo>
                <a:lnTo>
                  <a:pt x="105867" y="1406704"/>
                </a:lnTo>
                <a:lnTo>
                  <a:pt x="104895" y="1421511"/>
                </a:lnTo>
                <a:lnTo>
                  <a:pt x="104015" y="1436319"/>
                </a:lnTo>
                <a:lnTo>
                  <a:pt x="103235" y="1451126"/>
                </a:lnTo>
                <a:lnTo>
                  <a:pt x="102571" y="1465933"/>
                </a:lnTo>
                <a:lnTo>
                  <a:pt x="102051" y="1480741"/>
                </a:lnTo>
                <a:lnTo>
                  <a:pt x="101716" y="1495548"/>
                </a:lnTo>
                <a:lnTo>
                  <a:pt x="101624" y="1510356"/>
                </a:lnTo>
                <a:lnTo>
                  <a:pt x="101852" y="1525163"/>
                </a:lnTo>
                <a:lnTo>
                  <a:pt x="102496" y="1539970"/>
                </a:lnTo>
                <a:lnTo>
                  <a:pt x="103665" y="1554778"/>
                </a:lnTo>
                <a:lnTo>
                  <a:pt x="105478" y="1569585"/>
                </a:lnTo>
                <a:lnTo>
                  <a:pt x="108050" y="1584393"/>
                </a:lnTo>
                <a:lnTo>
                  <a:pt x="111479" y="1599200"/>
                </a:lnTo>
                <a:lnTo>
                  <a:pt x="115828" y="1614007"/>
                </a:lnTo>
                <a:lnTo>
                  <a:pt x="121109" y="1628815"/>
                </a:lnTo>
                <a:lnTo>
                  <a:pt x="127262" y="1643622"/>
                </a:lnTo>
                <a:lnTo>
                  <a:pt x="134149" y="1658430"/>
                </a:lnTo>
                <a:lnTo>
                  <a:pt x="141544" y="1673237"/>
                </a:lnTo>
                <a:lnTo>
                  <a:pt x="149142" y="1688045"/>
                </a:lnTo>
                <a:lnTo>
                  <a:pt x="156572" y="1702852"/>
                </a:lnTo>
                <a:lnTo>
                  <a:pt x="163426" y="1717659"/>
                </a:lnTo>
                <a:lnTo>
                  <a:pt x="169291" y="1732467"/>
                </a:lnTo>
                <a:lnTo>
                  <a:pt x="173790" y="1747274"/>
                </a:lnTo>
                <a:lnTo>
                  <a:pt x="176621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2000"/>
            </a:srgbClr>
          </a:solidFill>
          <a:ln xmlns:a="http://schemas.openxmlformats.org/drawingml/2006/main"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4" name="data_5450">
            <a:extLst xmlns:a="http://schemas.openxmlformats.org/drawingml/2006/main">
              <a:ext uri="{FF2B5EF4-FFF2-40B4-BE49-F238E27FC236}">
                <a16:creationId xmlns:a16="http://schemas.microsoft.com/office/drawing/2014/main" id="{4F330951-D6C1-471C-B7E7-0F92D9DB4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1994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10601" y="1776889"/>
                </a:moveTo>
                <a:lnTo>
                  <a:pt x="66986" y="1776889"/>
                </a:lnTo>
                <a:lnTo>
                  <a:pt x="67209" y="1762082"/>
                </a:lnTo>
                <a:lnTo>
                  <a:pt x="67861" y="1747274"/>
                </a:lnTo>
                <a:lnTo>
                  <a:pt x="68896" y="1732467"/>
                </a:lnTo>
                <a:lnTo>
                  <a:pt x="70244" y="1717659"/>
                </a:lnTo>
                <a:lnTo>
                  <a:pt x="71816" y="1702852"/>
                </a:lnTo>
                <a:lnTo>
                  <a:pt x="73518" y="1688045"/>
                </a:lnTo>
                <a:lnTo>
                  <a:pt x="75255" y="1673237"/>
                </a:lnTo>
                <a:lnTo>
                  <a:pt x="76942" y="1658430"/>
                </a:lnTo>
                <a:lnTo>
                  <a:pt x="78510" y="1643622"/>
                </a:lnTo>
                <a:lnTo>
                  <a:pt x="79911" y="1628815"/>
                </a:lnTo>
                <a:lnTo>
                  <a:pt x="81115" y="1614007"/>
                </a:lnTo>
                <a:lnTo>
                  <a:pt x="82113" y="1599200"/>
                </a:lnTo>
                <a:lnTo>
                  <a:pt x="82910" y="1584393"/>
                </a:lnTo>
                <a:lnTo>
                  <a:pt x="83523" y="1569585"/>
                </a:lnTo>
                <a:lnTo>
                  <a:pt x="83976" y="1554778"/>
                </a:lnTo>
                <a:lnTo>
                  <a:pt x="84296" y="1539970"/>
                </a:lnTo>
                <a:lnTo>
                  <a:pt x="84508" y="1525163"/>
                </a:lnTo>
                <a:lnTo>
                  <a:pt x="84635" y="1510356"/>
                </a:lnTo>
                <a:lnTo>
                  <a:pt x="84692" y="1495548"/>
                </a:lnTo>
                <a:lnTo>
                  <a:pt x="84694" y="1480741"/>
                </a:lnTo>
                <a:lnTo>
                  <a:pt x="84648" y="1465933"/>
                </a:lnTo>
                <a:lnTo>
                  <a:pt x="84558" y="1451126"/>
                </a:lnTo>
                <a:lnTo>
                  <a:pt x="84427" y="1436319"/>
                </a:lnTo>
                <a:lnTo>
                  <a:pt x="84257" y="1421511"/>
                </a:lnTo>
                <a:lnTo>
                  <a:pt x="84049" y="1406704"/>
                </a:lnTo>
                <a:lnTo>
                  <a:pt x="83807" y="1391896"/>
                </a:lnTo>
                <a:lnTo>
                  <a:pt x="83533" y="1377089"/>
                </a:lnTo>
                <a:lnTo>
                  <a:pt x="83233" y="1362282"/>
                </a:lnTo>
                <a:lnTo>
                  <a:pt x="82913" y="1347474"/>
                </a:lnTo>
                <a:lnTo>
                  <a:pt x="82581" y="1332667"/>
                </a:lnTo>
                <a:lnTo>
                  <a:pt x="82247" y="1317859"/>
                </a:lnTo>
                <a:lnTo>
                  <a:pt x="81918" y="1303052"/>
                </a:lnTo>
                <a:lnTo>
                  <a:pt x="81607" y="1288245"/>
                </a:lnTo>
                <a:lnTo>
                  <a:pt x="81322" y="1273437"/>
                </a:lnTo>
                <a:lnTo>
                  <a:pt x="81075" y="1258630"/>
                </a:lnTo>
                <a:lnTo>
                  <a:pt x="80874" y="1243822"/>
                </a:lnTo>
                <a:lnTo>
                  <a:pt x="80724" y="1229015"/>
                </a:lnTo>
                <a:lnTo>
                  <a:pt x="80628" y="1214207"/>
                </a:lnTo>
                <a:lnTo>
                  <a:pt x="80584" y="1199400"/>
                </a:lnTo>
                <a:lnTo>
                  <a:pt x="80585" y="1184593"/>
                </a:lnTo>
                <a:lnTo>
                  <a:pt x="80617" y="1169785"/>
                </a:lnTo>
                <a:lnTo>
                  <a:pt x="80659" y="1154978"/>
                </a:lnTo>
                <a:lnTo>
                  <a:pt x="80686" y="1140170"/>
                </a:lnTo>
                <a:lnTo>
                  <a:pt x="80666" y="1125363"/>
                </a:lnTo>
                <a:lnTo>
                  <a:pt x="80567" y="1110556"/>
                </a:lnTo>
                <a:lnTo>
                  <a:pt x="80352" y="1095748"/>
                </a:lnTo>
                <a:lnTo>
                  <a:pt x="79988" y="1080941"/>
                </a:lnTo>
                <a:lnTo>
                  <a:pt x="79448" y="1066133"/>
                </a:lnTo>
                <a:lnTo>
                  <a:pt x="78712" y="1051326"/>
                </a:lnTo>
                <a:lnTo>
                  <a:pt x="77772" y="1036519"/>
                </a:lnTo>
                <a:lnTo>
                  <a:pt x="76638" y="1021711"/>
                </a:lnTo>
                <a:lnTo>
                  <a:pt x="75335" y="1006904"/>
                </a:lnTo>
                <a:lnTo>
                  <a:pt x="73907" y="992096"/>
                </a:lnTo>
                <a:lnTo>
                  <a:pt x="72417" y="977289"/>
                </a:lnTo>
                <a:lnTo>
                  <a:pt x="70937" y="962482"/>
                </a:lnTo>
                <a:lnTo>
                  <a:pt x="69552" y="947674"/>
                </a:lnTo>
                <a:lnTo>
                  <a:pt x="68342" y="932867"/>
                </a:lnTo>
                <a:lnTo>
                  <a:pt x="67384" y="918059"/>
                </a:lnTo>
                <a:lnTo>
                  <a:pt x="66736" y="903252"/>
                </a:lnTo>
                <a:lnTo>
                  <a:pt x="66435" y="888444"/>
                </a:lnTo>
                <a:lnTo>
                  <a:pt x="66490" y="873637"/>
                </a:lnTo>
                <a:lnTo>
                  <a:pt x="66881" y="858830"/>
                </a:lnTo>
                <a:lnTo>
                  <a:pt x="67562" y="844022"/>
                </a:lnTo>
                <a:lnTo>
                  <a:pt x="68464" y="829215"/>
                </a:lnTo>
                <a:lnTo>
                  <a:pt x="69503" y="814407"/>
                </a:lnTo>
                <a:lnTo>
                  <a:pt x="70590" y="799600"/>
                </a:lnTo>
                <a:lnTo>
                  <a:pt x="71640" y="784793"/>
                </a:lnTo>
                <a:lnTo>
                  <a:pt x="72574" y="769985"/>
                </a:lnTo>
                <a:lnTo>
                  <a:pt x="73336" y="755178"/>
                </a:lnTo>
                <a:lnTo>
                  <a:pt x="73887" y="740370"/>
                </a:lnTo>
                <a:lnTo>
                  <a:pt x="74213" y="725563"/>
                </a:lnTo>
                <a:lnTo>
                  <a:pt x="74319" y="710756"/>
                </a:lnTo>
                <a:lnTo>
                  <a:pt x="74230" y="695948"/>
                </a:lnTo>
                <a:lnTo>
                  <a:pt x="73986" y="681141"/>
                </a:lnTo>
                <a:lnTo>
                  <a:pt x="73636" y="666333"/>
                </a:lnTo>
                <a:lnTo>
                  <a:pt x="73233" y="651526"/>
                </a:lnTo>
                <a:lnTo>
                  <a:pt x="72826" y="636719"/>
                </a:lnTo>
                <a:lnTo>
                  <a:pt x="72462" y="621911"/>
                </a:lnTo>
                <a:lnTo>
                  <a:pt x="72174" y="607104"/>
                </a:lnTo>
                <a:lnTo>
                  <a:pt x="71987" y="592296"/>
                </a:lnTo>
                <a:lnTo>
                  <a:pt x="71912" y="577489"/>
                </a:lnTo>
                <a:lnTo>
                  <a:pt x="71949" y="562682"/>
                </a:lnTo>
                <a:lnTo>
                  <a:pt x="72088" y="547874"/>
                </a:lnTo>
                <a:lnTo>
                  <a:pt x="72315" y="533067"/>
                </a:lnTo>
                <a:lnTo>
                  <a:pt x="72610" y="518259"/>
                </a:lnTo>
                <a:lnTo>
                  <a:pt x="72955" y="503452"/>
                </a:lnTo>
                <a:lnTo>
                  <a:pt x="73334" y="488644"/>
                </a:lnTo>
                <a:lnTo>
                  <a:pt x="73736" y="473837"/>
                </a:lnTo>
                <a:lnTo>
                  <a:pt x="74157" y="459030"/>
                </a:lnTo>
                <a:lnTo>
                  <a:pt x="74595" y="444222"/>
                </a:lnTo>
                <a:lnTo>
                  <a:pt x="75052" y="429415"/>
                </a:lnTo>
                <a:lnTo>
                  <a:pt x="75534" y="414607"/>
                </a:lnTo>
                <a:lnTo>
                  <a:pt x="76044" y="399800"/>
                </a:lnTo>
                <a:lnTo>
                  <a:pt x="76583" y="384993"/>
                </a:lnTo>
                <a:lnTo>
                  <a:pt x="77148" y="370185"/>
                </a:lnTo>
                <a:lnTo>
                  <a:pt x="77729" y="355378"/>
                </a:lnTo>
                <a:lnTo>
                  <a:pt x="78309" y="340570"/>
                </a:lnTo>
                <a:lnTo>
                  <a:pt x="78862" y="325763"/>
                </a:lnTo>
                <a:lnTo>
                  <a:pt x="79350" y="310956"/>
                </a:lnTo>
                <a:lnTo>
                  <a:pt x="79725" y="296148"/>
                </a:lnTo>
                <a:lnTo>
                  <a:pt x="79925" y="281341"/>
                </a:lnTo>
                <a:lnTo>
                  <a:pt x="79872" y="266533"/>
                </a:lnTo>
                <a:lnTo>
                  <a:pt x="79476" y="251726"/>
                </a:lnTo>
                <a:lnTo>
                  <a:pt x="78631" y="236919"/>
                </a:lnTo>
                <a:lnTo>
                  <a:pt x="77225" y="222111"/>
                </a:lnTo>
                <a:lnTo>
                  <a:pt x="75139" y="207304"/>
                </a:lnTo>
                <a:lnTo>
                  <a:pt x="72265" y="192496"/>
                </a:lnTo>
                <a:lnTo>
                  <a:pt x="68513" y="177689"/>
                </a:lnTo>
                <a:lnTo>
                  <a:pt x="63832" y="162881"/>
                </a:lnTo>
                <a:lnTo>
                  <a:pt x="58222" y="148074"/>
                </a:lnTo>
                <a:lnTo>
                  <a:pt x="51751" y="133267"/>
                </a:lnTo>
                <a:lnTo>
                  <a:pt x="44569" y="118459"/>
                </a:lnTo>
                <a:lnTo>
                  <a:pt x="36908" y="103652"/>
                </a:lnTo>
                <a:lnTo>
                  <a:pt x="29077" y="88844"/>
                </a:lnTo>
                <a:lnTo>
                  <a:pt x="21451" y="74037"/>
                </a:lnTo>
                <a:lnTo>
                  <a:pt x="14438" y="59230"/>
                </a:lnTo>
                <a:lnTo>
                  <a:pt x="8451" y="44422"/>
                </a:lnTo>
                <a:lnTo>
                  <a:pt x="3865" y="29615"/>
                </a:lnTo>
                <a:lnTo>
                  <a:pt x="983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04" y="14807"/>
                </a:lnTo>
                <a:lnTo>
                  <a:pt x="173722" y="29615"/>
                </a:lnTo>
                <a:lnTo>
                  <a:pt x="169136" y="44422"/>
                </a:lnTo>
                <a:lnTo>
                  <a:pt x="163149" y="59230"/>
                </a:lnTo>
                <a:lnTo>
                  <a:pt x="156136" y="74037"/>
                </a:lnTo>
                <a:lnTo>
                  <a:pt x="148510" y="88844"/>
                </a:lnTo>
                <a:lnTo>
                  <a:pt x="140679" y="103652"/>
                </a:lnTo>
                <a:lnTo>
                  <a:pt x="133018" y="118459"/>
                </a:lnTo>
                <a:lnTo>
                  <a:pt x="125836" y="133267"/>
                </a:lnTo>
                <a:lnTo>
                  <a:pt x="119366" y="148074"/>
                </a:lnTo>
                <a:lnTo>
                  <a:pt x="113755" y="162881"/>
                </a:lnTo>
                <a:lnTo>
                  <a:pt x="109074" y="177689"/>
                </a:lnTo>
                <a:lnTo>
                  <a:pt x="105323" y="192496"/>
                </a:lnTo>
                <a:lnTo>
                  <a:pt x="102448" y="207304"/>
                </a:lnTo>
                <a:lnTo>
                  <a:pt x="100363" y="222111"/>
                </a:lnTo>
                <a:lnTo>
                  <a:pt x="98956" y="236919"/>
                </a:lnTo>
                <a:lnTo>
                  <a:pt x="98111" y="251726"/>
                </a:lnTo>
                <a:lnTo>
                  <a:pt x="97715" y="266533"/>
                </a:lnTo>
                <a:lnTo>
                  <a:pt x="97662" y="281341"/>
                </a:lnTo>
                <a:lnTo>
                  <a:pt x="97862" y="296148"/>
                </a:lnTo>
                <a:lnTo>
                  <a:pt x="98237" y="310956"/>
                </a:lnTo>
                <a:lnTo>
                  <a:pt x="98725" y="325763"/>
                </a:lnTo>
                <a:lnTo>
                  <a:pt x="99278" y="340570"/>
                </a:lnTo>
                <a:lnTo>
                  <a:pt x="99858" y="355378"/>
                </a:lnTo>
                <a:lnTo>
                  <a:pt x="100440" y="370185"/>
                </a:lnTo>
                <a:lnTo>
                  <a:pt x="101005" y="384993"/>
                </a:lnTo>
                <a:lnTo>
                  <a:pt x="101544" y="399800"/>
                </a:lnTo>
                <a:lnTo>
                  <a:pt x="102053" y="414607"/>
                </a:lnTo>
                <a:lnTo>
                  <a:pt x="102535" y="429415"/>
                </a:lnTo>
                <a:lnTo>
                  <a:pt x="102993" y="444222"/>
                </a:lnTo>
                <a:lnTo>
                  <a:pt x="103430" y="459030"/>
                </a:lnTo>
                <a:lnTo>
                  <a:pt x="103851" y="473837"/>
                </a:lnTo>
                <a:lnTo>
                  <a:pt x="104253" y="488644"/>
                </a:lnTo>
                <a:lnTo>
                  <a:pt x="104633" y="503452"/>
                </a:lnTo>
                <a:lnTo>
                  <a:pt x="104978" y="518259"/>
                </a:lnTo>
                <a:lnTo>
                  <a:pt x="105272" y="533067"/>
                </a:lnTo>
                <a:lnTo>
                  <a:pt x="105499" y="547874"/>
                </a:lnTo>
                <a:lnTo>
                  <a:pt x="105639" y="562682"/>
                </a:lnTo>
                <a:lnTo>
                  <a:pt x="105675" y="577489"/>
                </a:lnTo>
                <a:lnTo>
                  <a:pt x="105600" y="592296"/>
                </a:lnTo>
                <a:lnTo>
                  <a:pt x="105413" y="607104"/>
                </a:lnTo>
                <a:lnTo>
                  <a:pt x="105126" y="621911"/>
                </a:lnTo>
                <a:lnTo>
                  <a:pt x="104761" y="636719"/>
                </a:lnTo>
                <a:lnTo>
                  <a:pt x="104354" y="651526"/>
                </a:lnTo>
                <a:lnTo>
                  <a:pt x="103951" y="666333"/>
                </a:lnTo>
                <a:lnTo>
                  <a:pt x="103601" y="681141"/>
                </a:lnTo>
                <a:lnTo>
                  <a:pt x="103357" y="695948"/>
                </a:lnTo>
                <a:lnTo>
                  <a:pt x="103269" y="710756"/>
                </a:lnTo>
                <a:lnTo>
                  <a:pt x="103374" y="725563"/>
                </a:lnTo>
                <a:lnTo>
                  <a:pt x="103700" y="740370"/>
                </a:lnTo>
                <a:lnTo>
                  <a:pt x="104251" y="755178"/>
                </a:lnTo>
                <a:lnTo>
                  <a:pt x="105013" y="769985"/>
                </a:lnTo>
                <a:lnTo>
                  <a:pt x="105948" y="784793"/>
                </a:lnTo>
                <a:lnTo>
                  <a:pt x="106997" y="799600"/>
                </a:lnTo>
                <a:lnTo>
                  <a:pt x="108084" y="814407"/>
                </a:lnTo>
                <a:lnTo>
                  <a:pt x="109124" y="829215"/>
                </a:lnTo>
                <a:lnTo>
                  <a:pt x="110025" y="844022"/>
                </a:lnTo>
                <a:lnTo>
                  <a:pt x="110706" y="858830"/>
                </a:lnTo>
                <a:lnTo>
                  <a:pt x="111097" y="873637"/>
                </a:lnTo>
                <a:lnTo>
                  <a:pt x="111152" y="888444"/>
                </a:lnTo>
                <a:lnTo>
                  <a:pt x="110851" y="903252"/>
                </a:lnTo>
                <a:lnTo>
                  <a:pt x="110203" y="918059"/>
                </a:lnTo>
                <a:lnTo>
                  <a:pt x="109245" y="932867"/>
                </a:lnTo>
                <a:lnTo>
                  <a:pt x="108036" y="947674"/>
                </a:lnTo>
                <a:lnTo>
                  <a:pt x="106650" y="962482"/>
                </a:lnTo>
                <a:lnTo>
                  <a:pt x="105170" y="977289"/>
                </a:lnTo>
                <a:lnTo>
                  <a:pt x="103680" y="992096"/>
                </a:lnTo>
                <a:lnTo>
                  <a:pt x="102252" y="1006904"/>
                </a:lnTo>
                <a:lnTo>
                  <a:pt x="100949" y="1021711"/>
                </a:lnTo>
                <a:lnTo>
                  <a:pt x="99815" y="1036519"/>
                </a:lnTo>
                <a:lnTo>
                  <a:pt x="98876" y="1051326"/>
                </a:lnTo>
                <a:lnTo>
                  <a:pt x="98139" y="1066133"/>
                </a:lnTo>
                <a:lnTo>
                  <a:pt x="97599" y="1080941"/>
                </a:lnTo>
                <a:lnTo>
                  <a:pt x="97235" y="1095748"/>
                </a:lnTo>
                <a:lnTo>
                  <a:pt x="97020" y="1110556"/>
                </a:lnTo>
                <a:lnTo>
                  <a:pt x="96921" y="1125363"/>
                </a:lnTo>
                <a:lnTo>
                  <a:pt x="96902" y="1140170"/>
                </a:lnTo>
                <a:lnTo>
                  <a:pt x="96928" y="1154978"/>
                </a:lnTo>
                <a:lnTo>
                  <a:pt x="96970" y="1169785"/>
                </a:lnTo>
                <a:lnTo>
                  <a:pt x="97002" y="1184593"/>
                </a:lnTo>
                <a:lnTo>
                  <a:pt x="97003" y="1199400"/>
                </a:lnTo>
                <a:lnTo>
                  <a:pt x="96959" y="1214207"/>
                </a:lnTo>
                <a:lnTo>
                  <a:pt x="96863" y="1229015"/>
                </a:lnTo>
                <a:lnTo>
                  <a:pt x="96714" y="1243822"/>
                </a:lnTo>
                <a:lnTo>
                  <a:pt x="96512" y="1258630"/>
                </a:lnTo>
                <a:lnTo>
                  <a:pt x="96265" y="1273437"/>
                </a:lnTo>
                <a:lnTo>
                  <a:pt x="95981" y="1288245"/>
                </a:lnTo>
                <a:lnTo>
                  <a:pt x="95669" y="1303052"/>
                </a:lnTo>
                <a:lnTo>
                  <a:pt x="95341" y="1317859"/>
                </a:lnTo>
                <a:lnTo>
                  <a:pt x="95006" y="1332667"/>
                </a:lnTo>
                <a:lnTo>
                  <a:pt x="94674" y="1347474"/>
                </a:lnTo>
                <a:lnTo>
                  <a:pt x="94354" y="1362282"/>
                </a:lnTo>
                <a:lnTo>
                  <a:pt x="94054" y="1377089"/>
                </a:lnTo>
                <a:lnTo>
                  <a:pt x="93781" y="1391896"/>
                </a:lnTo>
                <a:lnTo>
                  <a:pt x="93538" y="1406704"/>
                </a:lnTo>
                <a:lnTo>
                  <a:pt x="93330" y="1421511"/>
                </a:lnTo>
                <a:lnTo>
                  <a:pt x="93160" y="1436319"/>
                </a:lnTo>
                <a:lnTo>
                  <a:pt x="93030" y="1451126"/>
                </a:lnTo>
                <a:lnTo>
                  <a:pt x="92940" y="1465933"/>
                </a:lnTo>
                <a:lnTo>
                  <a:pt x="92893" y="1480741"/>
                </a:lnTo>
                <a:lnTo>
                  <a:pt x="92895" y="1495548"/>
                </a:lnTo>
                <a:lnTo>
                  <a:pt x="92953" y="1510356"/>
                </a:lnTo>
                <a:lnTo>
                  <a:pt x="93079" y="1525163"/>
                </a:lnTo>
                <a:lnTo>
                  <a:pt x="93291" y="1539970"/>
                </a:lnTo>
                <a:lnTo>
                  <a:pt x="93611" y="1554778"/>
                </a:lnTo>
                <a:lnTo>
                  <a:pt x="94065" y="1569585"/>
                </a:lnTo>
                <a:lnTo>
                  <a:pt x="94678" y="1584393"/>
                </a:lnTo>
                <a:lnTo>
                  <a:pt x="95474" y="1599200"/>
                </a:lnTo>
                <a:lnTo>
                  <a:pt x="96472" y="1614007"/>
                </a:lnTo>
                <a:lnTo>
                  <a:pt x="97676" y="1628815"/>
                </a:lnTo>
                <a:lnTo>
                  <a:pt x="99077" y="1643622"/>
                </a:lnTo>
                <a:lnTo>
                  <a:pt x="100645" y="1658430"/>
                </a:lnTo>
                <a:lnTo>
                  <a:pt x="102332" y="1673237"/>
                </a:lnTo>
                <a:lnTo>
                  <a:pt x="104069" y="1688045"/>
                </a:lnTo>
                <a:lnTo>
                  <a:pt x="105771" y="1702852"/>
                </a:lnTo>
                <a:lnTo>
                  <a:pt x="107344" y="1717659"/>
                </a:lnTo>
                <a:lnTo>
                  <a:pt x="108691" y="1732467"/>
                </a:lnTo>
                <a:lnTo>
                  <a:pt x="109727" y="1747274"/>
                </a:lnTo>
                <a:lnTo>
                  <a:pt x="110378" y="1762082"/>
                </a:lnTo>
                <a:lnTo>
                  <a:pt x="110601" y="1776889"/>
                </a:lnTo>
                <a:lnTo>
                  <a:pt x="110601" y="17768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2000"/>
            </a:srgbClr>
          </a:solidFill>
          <a:ln xmlns:a="http://schemas.openxmlformats.org/drawingml/2006/main"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5" name="data_5451">
            <a:extLst xmlns:a="http://schemas.openxmlformats.org/drawingml/2006/main">
              <a:ext uri="{FF2B5EF4-FFF2-40B4-BE49-F238E27FC236}">
                <a16:creationId xmlns:a16="http://schemas.microsoft.com/office/drawing/2014/main" id="{E80E426E-03A7-40A3-9A1C-51F8E2F6C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21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05173" y="1776889"/>
                </a:moveTo>
                <a:lnTo>
                  <a:pt x="72414" y="1776889"/>
                </a:lnTo>
                <a:lnTo>
                  <a:pt x="72583" y="1762082"/>
                </a:lnTo>
                <a:lnTo>
                  <a:pt x="73078" y="1747274"/>
                </a:lnTo>
                <a:lnTo>
                  <a:pt x="73863" y="1732467"/>
                </a:lnTo>
                <a:lnTo>
                  <a:pt x="74888" y="1717659"/>
                </a:lnTo>
                <a:lnTo>
                  <a:pt x="76085" y="1702852"/>
                </a:lnTo>
                <a:lnTo>
                  <a:pt x="77384" y="1688045"/>
                </a:lnTo>
                <a:lnTo>
                  <a:pt x="78714" y="1673237"/>
                </a:lnTo>
                <a:lnTo>
                  <a:pt x="80012" y="1658430"/>
                </a:lnTo>
                <a:lnTo>
                  <a:pt x="81224" y="1643622"/>
                </a:lnTo>
                <a:lnTo>
                  <a:pt x="82313" y="1628815"/>
                </a:lnTo>
                <a:lnTo>
                  <a:pt x="83256" y="1614007"/>
                </a:lnTo>
                <a:lnTo>
                  <a:pt x="84042" y="1599200"/>
                </a:lnTo>
                <a:lnTo>
                  <a:pt x="84675" y="1584393"/>
                </a:lnTo>
                <a:lnTo>
                  <a:pt x="85165" y="1569585"/>
                </a:lnTo>
                <a:lnTo>
                  <a:pt x="85526" y="1554778"/>
                </a:lnTo>
                <a:lnTo>
                  <a:pt x="85779" y="1539970"/>
                </a:lnTo>
                <a:lnTo>
                  <a:pt x="85939" y="1525163"/>
                </a:lnTo>
                <a:lnTo>
                  <a:pt x="86023" y="1510356"/>
                </a:lnTo>
                <a:lnTo>
                  <a:pt x="86043" y="1495548"/>
                </a:lnTo>
                <a:lnTo>
                  <a:pt x="86011" y="1480741"/>
                </a:lnTo>
                <a:lnTo>
                  <a:pt x="85932" y="1465933"/>
                </a:lnTo>
                <a:lnTo>
                  <a:pt x="85814" y="1451126"/>
                </a:lnTo>
                <a:lnTo>
                  <a:pt x="85659" y="1436319"/>
                </a:lnTo>
                <a:lnTo>
                  <a:pt x="85471" y="1421511"/>
                </a:lnTo>
                <a:lnTo>
                  <a:pt x="85254" y="1406704"/>
                </a:lnTo>
                <a:lnTo>
                  <a:pt x="85012" y="1391896"/>
                </a:lnTo>
                <a:lnTo>
                  <a:pt x="84749" y="1377089"/>
                </a:lnTo>
                <a:lnTo>
                  <a:pt x="84470" y="1362282"/>
                </a:lnTo>
                <a:lnTo>
                  <a:pt x="84181" y="1347474"/>
                </a:lnTo>
                <a:lnTo>
                  <a:pt x="83888" y="1332667"/>
                </a:lnTo>
                <a:lnTo>
                  <a:pt x="83598" y="1317859"/>
                </a:lnTo>
                <a:lnTo>
                  <a:pt x="83317" y="1303052"/>
                </a:lnTo>
                <a:lnTo>
                  <a:pt x="83055" y="1288245"/>
                </a:lnTo>
                <a:lnTo>
                  <a:pt x="82818" y="1273437"/>
                </a:lnTo>
                <a:lnTo>
                  <a:pt x="82615" y="1258630"/>
                </a:lnTo>
                <a:lnTo>
                  <a:pt x="82452" y="1243822"/>
                </a:lnTo>
                <a:lnTo>
                  <a:pt x="82334" y="1229015"/>
                </a:lnTo>
                <a:lnTo>
                  <a:pt x="82264" y="1214207"/>
                </a:lnTo>
                <a:lnTo>
                  <a:pt x="82243" y="1199400"/>
                </a:lnTo>
                <a:lnTo>
                  <a:pt x="82265" y="1184593"/>
                </a:lnTo>
                <a:lnTo>
                  <a:pt x="82324" y="1169785"/>
                </a:lnTo>
                <a:lnTo>
                  <a:pt x="82408" y="1154978"/>
                </a:lnTo>
                <a:lnTo>
                  <a:pt x="82501" y="1140170"/>
                </a:lnTo>
                <a:lnTo>
                  <a:pt x="82586" y="1125363"/>
                </a:lnTo>
                <a:lnTo>
                  <a:pt x="82641" y="1110556"/>
                </a:lnTo>
                <a:lnTo>
                  <a:pt x="82648" y="1095748"/>
                </a:lnTo>
                <a:lnTo>
                  <a:pt x="82585" y="1080941"/>
                </a:lnTo>
                <a:lnTo>
                  <a:pt x="82436" y="1066133"/>
                </a:lnTo>
                <a:lnTo>
                  <a:pt x="82190" y="1051326"/>
                </a:lnTo>
                <a:lnTo>
                  <a:pt x="81840" y="1036519"/>
                </a:lnTo>
                <a:lnTo>
                  <a:pt x="81388" y="1021711"/>
                </a:lnTo>
                <a:lnTo>
                  <a:pt x="80845" y="1006904"/>
                </a:lnTo>
                <a:lnTo>
                  <a:pt x="80229" y="992096"/>
                </a:lnTo>
                <a:lnTo>
                  <a:pt x="79567" y="977289"/>
                </a:lnTo>
                <a:lnTo>
                  <a:pt x="78894" y="962482"/>
                </a:lnTo>
                <a:lnTo>
                  <a:pt x="78246" y="947674"/>
                </a:lnTo>
                <a:lnTo>
                  <a:pt x="77661" y="932867"/>
                </a:lnTo>
                <a:lnTo>
                  <a:pt x="77174" y="918059"/>
                </a:lnTo>
                <a:lnTo>
                  <a:pt x="76812" y="903252"/>
                </a:lnTo>
                <a:lnTo>
                  <a:pt x="76592" y="888444"/>
                </a:lnTo>
                <a:lnTo>
                  <a:pt x="76519" y="873637"/>
                </a:lnTo>
                <a:lnTo>
                  <a:pt x="76583" y="858830"/>
                </a:lnTo>
                <a:lnTo>
                  <a:pt x="76765" y="844022"/>
                </a:lnTo>
                <a:lnTo>
                  <a:pt x="77035" y="829215"/>
                </a:lnTo>
                <a:lnTo>
                  <a:pt x="77354" y="814407"/>
                </a:lnTo>
                <a:lnTo>
                  <a:pt x="77684" y="799600"/>
                </a:lnTo>
                <a:lnTo>
                  <a:pt x="77985" y="784793"/>
                </a:lnTo>
                <a:lnTo>
                  <a:pt x="78224" y="769985"/>
                </a:lnTo>
                <a:lnTo>
                  <a:pt x="78376" y="755178"/>
                </a:lnTo>
                <a:lnTo>
                  <a:pt x="78426" y="740370"/>
                </a:lnTo>
                <a:lnTo>
                  <a:pt x="78370" y="725563"/>
                </a:lnTo>
                <a:lnTo>
                  <a:pt x="78214" y="710756"/>
                </a:lnTo>
                <a:lnTo>
                  <a:pt x="77975" y="695948"/>
                </a:lnTo>
                <a:lnTo>
                  <a:pt x="77680" y="681141"/>
                </a:lnTo>
                <a:lnTo>
                  <a:pt x="77357" y="666333"/>
                </a:lnTo>
                <a:lnTo>
                  <a:pt x="77039" y="651526"/>
                </a:lnTo>
                <a:lnTo>
                  <a:pt x="76760" y="636719"/>
                </a:lnTo>
                <a:lnTo>
                  <a:pt x="76546" y="621911"/>
                </a:lnTo>
                <a:lnTo>
                  <a:pt x="76420" y="607104"/>
                </a:lnTo>
                <a:lnTo>
                  <a:pt x="76394" y="592296"/>
                </a:lnTo>
                <a:lnTo>
                  <a:pt x="76472" y="577489"/>
                </a:lnTo>
                <a:lnTo>
                  <a:pt x="76650" y="562682"/>
                </a:lnTo>
                <a:lnTo>
                  <a:pt x="76913" y="547874"/>
                </a:lnTo>
                <a:lnTo>
                  <a:pt x="77243" y="533067"/>
                </a:lnTo>
                <a:lnTo>
                  <a:pt x="77616" y="518259"/>
                </a:lnTo>
                <a:lnTo>
                  <a:pt x="78012" y="503452"/>
                </a:lnTo>
                <a:lnTo>
                  <a:pt x="78410" y="488644"/>
                </a:lnTo>
                <a:lnTo>
                  <a:pt x="78794" y="473837"/>
                </a:lnTo>
                <a:lnTo>
                  <a:pt x="79153" y="459030"/>
                </a:lnTo>
                <a:lnTo>
                  <a:pt x="79483" y="444222"/>
                </a:lnTo>
                <a:lnTo>
                  <a:pt x="79784" y="429415"/>
                </a:lnTo>
                <a:lnTo>
                  <a:pt x="80059" y="414607"/>
                </a:lnTo>
                <a:lnTo>
                  <a:pt x="80314" y="399800"/>
                </a:lnTo>
                <a:lnTo>
                  <a:pt x="80553" y="384993"/>
                </a:lnTo>
                <a:lnTo>
                  <a:pt x="80782" y="370185"/>
                </a:lnTo>
                <a:lnTo>
                  <a:pt x="81001" y="355378"/>
                </a:lnTo>
                <a:lnTo>
                  <a:pt x="81202" y="340570"/>
                </a:lnTo>
                <a:lnTo>
                  <a:pt x="81374" y="325763"/>
                </a:lnTo>
                <a:lnTo>
                  <a:pt x="81491" y="310956"/>
                </a:lnTo>
                <a:lnTo>
                  <a:pt x="81518" y="296148"/>
                </a:lnTo>
                <a:lnTo>
                  <a:pt x="81404" y="281341"/>
                </a:lnTo>
                <a:lnTo>
                  <a:pt x="81079" y="266533"/>
                </a:lnTo>
                <a:lnTo>
                  <a:pt x="80457" y="251726"/>
                </a:lnTo>
                <a:lnTo>
                  <a:pt x="79436" y="236919"/>
                </a:lnTo>
                <a:lnTo>
                  <a:pt x="77900" y="222111"/>
                </a:lnTo>
                <a:lnTo>
                  <a:pt x="75725" y="207304"/>
                </a:lnTo>
                <a:lnTo>
                  <a:pt x="72795" y="192496"/>
                </a:lnTo>
                <a:lnTo>
                  <a:pt x="69012" y="177689"/>
                </a:lnTo>
                <a:lnTo>
                  <a:pt x="64311" y="162881"/>
                </a:lnTo>
                <a:lnTo>
                  <a:pt x="58684" y="148074"/>
                </a:lnTo>
                <a:lnTo>
                  <a:pt x="52192" y="133267"/>
                </a:lnTo>
                <a:lnTo>
                  <a:pt x="44978" y="118459"/>
                </a:lnTo>
                <a:lnTo>
                  <a:pt x="37270" y="103652"/>
                </a:lnTo>
                <a:lnTo>
                  <a:pt x="29381" y="88844"/>
                </a:lnTo>
                <a:lnTo>
                  <a:pt x="21687" y="74037"/>
                </a:lnTo>
                <a:lnTo>
                  <a:pt x="14604" y="59230"/>
                </a:lnTo>
                <a:lnTo>
                  <a:pt x="8551" y="44422"/>
                </a:lnTo>
                <a:lnTo>
                  <a:pt x="3912" y="29615"/>
                </a:lnTo>
                <a:lnTo>
                  <a:pt x="995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92" y="14807"/>
                </a:lnTo>
                <a:lnTo>
                  <a:pt x="173675" y="29615"/>
                </a:lnTo>
                <a:lnTo>
                  <a:pt x="169036" y="44422"/>
                </a:lnTo>
                <a:lnTo>
                  <a:pt x="162983" y="59230"/>
                </a:lnTo>
                <a:lnTo>
                  <a:pt x="155900" y="74037"/>
                </a:lnTo>
                <a:lnTo>
                  <a:pt x="148206" y="88844"/>
                </a:lnTo>
                <a:lnTo>
                  <a:pt x="140317" y="103652"/>
                </a:lnTo>
                <a:lnTo>
                  <a:pt x="132609" y="118459"/>
                </a:lnTo>
                <a:lnTo>
                  <a:pt x="125395" y="133267"/>
                </a:lnTo>
                <a:lnTo>
                  <a:pt x="118903" y="148074"/>
                </a:lnTo>
                <a:lnTo>
                  <a:pt x="113276" y="162881"/>
                </a:lnTo>
                <a:lnTo>
                  <a:pt x="108575" y="177689"/>
                </a:lnTo>
                <a:lnTo>
                  <a:pt x="104792" y="192496"/>
                </a:lnTo>
                <a:lnTo>
                  <a:pt x="101862" y="207304"/>
                </a:lnTo>
                <a:lnTo>
                  <a:pt x="99688" y="222111"/>
                </a:lnTo>
                <a:lnTo>
                  <a:pt x="98151" y="236919"/>
                </a:lnTo>
                <a:lnTo>
                  <a:pt x="97130" y="251726"/>
                </a:lnTo>
                <a:lnTo>
                  <a:pt x="96508" y="266533"/>
                </a:lnTo>
                <a:lnTo>
                  <a:pt x="96183" y="281341"/>
                </a:lnTo>
                <a:lnTo>
                  <a:pt x="96069" y="296148"/>
                </a:lnTo>
                <a:lnTo>
                  <a:pt x="96096" y="310956"/>
                </a:lnTo>
                <a:lnTo>
                  <a:pt x="96214" y="325763"/>
                </a:lnTo>
                <a:lnTo>
                  <a:pt x="96385" y="340570"/>
                </a:lnTo>
                <a:lnTo>
                  <a:pt x="96587" y="355378"/>
                </a:lnTo>
                <a:lnTo>
                  <a:pt x="96805" y="370185"/>
                </a:lnTo>
                <a:lnTo>
                  <a:pt x="97034" y="384993"/>
                </a:lnTo>
                <a:lnTo>
                  <a:pt x="97274" y="399800"/>
                </a:lnTo>
                <a:lnTo>
                  <a:pt x="97528" y="414607"/>
                </a:lnTo>
                <a:lnTo>
                  <a:pt x="97803" y="429415"/>
                </a:lnTo>
                <a:lnTo>
                  <a:pt x="98104" y="444222"/>
                </a:lnTo>
                <a:lnTo>
                  <a:pt x="98434" y="459030"/>
                </a:lnTo>
                <a:lnTo>
                  <a:pt x="98793" y="473837"/>
                </a:lnTo>
                <a:lnTo>
                  <a:pt x="99177" y="488644"/>
                </a:lnTo>
                <a:lnTo>
                  <a:pt x="99575" y="503452"/>
                </a:lnTo>
                <a:lnTo>
                  <a:pt x="99971" y="518259"/>
                </a:lnTo>
                <a:lnTo>
                  <a:pt x="100345" y="533067"/>
                </a:lnTo>
                <a:lnTo>
                  <a:pt x="100674" y="547874"/>
                </a:lnTo>
                <a:lnTo>
                  <a:pt x="100937" y="562682"/>
                </a:lnTo>
                <a:lnTo>
                  <a:pt x="101115" y="577489"/>
                </a:lnTo>
                <a:lnTo>
                  <a:pt x="101193" y="592296"/>
                </a:lnTo>
                <a:lnTo>
                  <a:pt x="101167" y="607104"/>
                </a:lnTo>
                <a:lnTo>
                  <a:pt x="101041" y="621911"/>
                </a:lnTo>
                <a:lnTo>
                  <a:pt x="100827" y="636719"/>
                </a:lnTo>
                <a:lnTo>
                  <a:pt x="100548" y="651526"/>
                </a:lnTo>
                <a:lnTo>
                  <a:pt x="100231" y="666333"/>
                </a:lnTo>
                <a:lnTo>
                  <a:pt x="99908" y="681141"/>
                </a:lnTo>
                <a:lnTo>
                  <a:pt x="99612" y="695948"/>
                </a:lnTo>
                <a:lnTo>
                  <a:pt x="99373" y="710756"/>
                </a:lnTo>
                <a:lnTo>
                  <a:pt x="99218" y="725563"/>
                </a:lnTo>
                <a:lnTo>
                  <a:pt x="99161" y="740370"/>
                </a:lnTo>
                <a:lnTo>
                  <a:pt x="99211" y="755178"/>
                </a:lnTo>
                <a:lnTo>
                  <a:pt x="99363" y="769985"/>
                </a:lnTo>
                <a:lnTo>
                  <a:pt x="99602" y="784793"/>
                </a:lnTo>
                <a:lnTo>
                  <a:pt x="99904" y="799600"/>
                </a:lnTo>
                <a:lnTo>
                  <a:pt x="100233" y="814407"/>
                </a:lnTo>
                <a:lnTo>
                  <a:pt x="100552" y="829215"/>
                </a:lnTo>
                <a:lnTo>
                  <a:pt x="100822" y="844022"/>
                </a:lnTo>
                <a:lnTo>
                  <a:pt x="101004" y="858830"/>
                </a:lnTo>
                <a:lnTo>
                  <a:pt x="101068" y="873637"/>
                </a:lnTo>
                <a:lnTo>
                  <a:pt x="100995" y="888444"/>
                </a:lnTo>
                <a:lnTo>
                  <a:pt x="100775" y="903252"/>
                </a:lnTo>
                <a:lnTo>
                  <a:pt x="100413" y="918059"/>
                </a:lnTo>
                <a:lnTo>
                  <a:pt x="99926" y="932867"/>
                </a:lnTo>
                <a:lnTo>
                  <a:pt x="99341" y="947674"/>
                </a:lnTo>
                <a:lnTo>
                  <a:pt x="98693" y="962482"/>
                </a:lnTo>
                <a:lnTo>
                  <a:pt x="98020" y="977289"/>
                </a:lnTo>
                <a:lnTo>
                  <a:pt x="97359" y="992096"/>
                </a:lnTo>
                <a:lnTo>
                  <a:pt x="96742" y="1006904"/>
                </a:lnTo>
                <a:lnTo>
                  <a:pt x="96199" y="1021711"/>
                </a:lnTo>
                <a:lnTo>
                  <a:pt x="95747" y="1036519"/>
                </a:lnTo>
                <a:lnTo>
                  <a:pt x="95397" y="1051326"/>
                </a:lnTo>
                <a:lnTo>
                  <a:pt x="95151" y="1066133"/>
                </a:lnTo>
                <a:lnTo>
                  <a:pt x="95002" y="1080941"/>
                </a:lnTo>
                <a:lnTo>
                  <a:pt x="94940" y="1095748"/>
                </a:lnTo>
                <a:lnTo>
                  <a:pt x="94946" y="1110556"/>
                </a:lnTo>
                <a:lnTo>
                  <a:pt x="95001" y="1125363"/>
                </a:lnTo>
                <a:lnTo>
                  <a:pt x="95086" y="1140170"/>
                </a:lnTo>
                <a:lnTo>
                  <a:pt x="95179" y="1154978"/>
                </a:lnTo>
                <a:lnTo>
                  <a:pt x="95263" y="1169785"/>
                </a:lnTo>
                <a:lnTo>
                  <a:pt x="95322" y="1184593"/>
                </a:lnTo>
                <a:lnTo>
                  <a:pt x="95345" y="1199400"/>
                </a:lnTo>
                <a:lnTo>
                  <a:pt x="95323" y="1214207"/>
                </a:lnTo>
                <a:lnTo>
                  <a:pt x="95253" y="1229015"/>
                </a:lnTo>
                <a:lnTo>
                  <a:pt x="95135" y="1243822"/>
                </a:lnTo>
                <a:lnTo>
                  <a:pt x="94972" y="1258630"/>
                </a:lnTo>
                <a:lnTo>
                  <a:pt x="94769" y="1273437"/>
                </a:lnTo>
                <a:lnTo>
                  <a:pt x="94532" y="1288245"/>
                </a:lnTo>
                <a:lnTo>
                  <a:pt x="94270" y="1303052"/>
                </a:lnTo>
                <a:lnTo>
                  <a:pt x="93990" y="1317859"/>
                </a:lnTo>
                <a:lnTo>
                  <a:pt x="93699" y="1332667"/>
                </a:lnTo>
                <a:lnTo>
                  <a:pt x="93406" y="1347474"/>
                </a:lnTo>
                <a:lnTo>
                  <a:pt x="93117" y="1362282"/>
                </a:lnTo>
                <a:lnTo>
                  <a:pt x="92838" y="1377089"/>
                </a:lnTo>
                <a:lnTo>
                  <a:pt x="92575" y="1391896"/>
                </a:lnTo>
                <a:lnTo>
                  <a:pt x="92333" y="1406704"/>
                </a:lnTo>
                <a:lnTo>
                  <a:pt x="92116" y="1421511"/>
                </a:lnTo>
                <a:lnTo>
                  <a:pt x="91929" y="1436319"/>
                </a:lnTo>
                <a:lnTo>
                  <a:pt x="91774" y="1451126"/>
                </a:lnTo>
                <a:lnTo>
                  <a:pt x="91655" y="1465933"/>
                </a:lnTo>
                <a:lnTo>
                  <a:pt x="91576" y="1480741"/>
                </a:lnTo>
                <a:lnTo>
                  <a:pt x="91544" y="1495548"/>
                </a:lnTo>
                <a:lnTo>
                  <a:pt x="91564" y="1510356"/>
                </a:lnTo>
                <a:lnTo>
                  <a:pt x="91648" y="1525163"/>
                </a:lnTo>
                <a:lnTo>
                  <a:pt x="91808" y="1539970"/>
                </a:lnTo>
                <a:lnTo>
                  <a:pt x="92061" y="1554778"/>
                </a:lnTo>
                <a:lnTo>
                  <a:pt x="92423" y="1569585"/>
                </a:lnTo>
                <a:lnTo>
                  <a:pt x="92912" y="1584393"/>
                </a:lnTo>
                <a:lnTo>
                  <a:pt x="93545" y="1599200"/>
                </a:lnTo>
                <a:lnTo>
                  <a:pt x="94332" y="1614007"/>
                </a:lnTo>
                <a:lnTo>
                  <a:pt x="95274" y="1628815"/>
                </a:lnTo>
                <a:lnTo>
                  <a:pt x="96363" y="1643622"/>
                </a:lnTo>
                <a:lnTo>
                  <a:pt x="97575" y="1658430"/>
                </a:lnTo>
                <a:lnTo>
                  <a:pt x="98873" y="1673237"/>
                </a:lnTo>
                <a:lnTo>
                  <a:pt x="100203" y="1688045"/>
                </a:lnTo>
                <a:lnTo>
                  <a:pt x="101502" y="1702852"/>
                </a:lnTo>
                <a:lnTo>
                  <a:pt x="102700" y="1717659"/>
                </a:lnTo>
                <a:lnTo>
                  <a:pt x="103724" y="1732467"/>
                </a:lnTo>
                <a:lnTo>
                  <a:pt x="104510" y="1747274"/>
                </a:lnTo>
                <a:lnTo>
                  <a:pt x="105004" y="1762082"/>
                </a:lnTo>
                <a:lnTo>
                  <a:pt x="105173" y="1776889"/>
                </a:lnTo>
                <a:lnTo>
                  <a:pt x="105173" y="17768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2000"/>
            </a:srgbClr>
          </a:solidFill>
          <a:ln xmlns:a="http://schemas.openxmlformats.org/drawingml/2006/main"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6" name="data_5452">
            <a:extLst xmlns:a="http://schemas.openxmlformats.org/drawingml/2006/main">
              <a:ext uri="{FF2B5EF4-FFF2-40B4-BE49-F238E27FC236}">
                <a16:creationId xmlns:a16="http://schemas.microsoft.com/office/drawing/2014/main" id="{5E09CEFC-15A8-4C5A-A303-BC2E1D85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8049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02730" y="1776889"/>
                </a:moveTo>
                <a:lnTo>
                  <a:pt x="74857" y="1776889"/>
                </a:lnTo>
                <a:lnTo>
                  <a:pt x="74994" y="1762082"/>
                </a:lnTo>
                <a:lnTo>
                  <a:pt x="75393" y="1747274"/>
                </a:lnTo>
                <a:lnTo>
                  <a:pt x="76028" y="1732467"/>
                </a:lnTo>
                <a:lnTo>
                  <a:pt x="76853" y="1717659"/>
                </a:lnTo>
                <a:lnTo>
                  <a:pt x="77814" y="1702852"/>
                </a:lnTo>
                <a:lnTo>
                  <a:pt x="78853" y="1688045"/>
                </a:lnTo>
                <a:lnTo>
                  <a:pt x="79912" y="1673237"/>
                </a:lnTo>
                <a:lnTo>
                  <a:pt x="80939" y="1658430"/>
                </a:lnTo>
                <a:lnTo>
                  <a:pt x="81892" y="1643622"/>
                </a:lnTo>
                <a:lnTo>
                  <a:pt x="82743" y="1628815"/>
                </a:lnTo>
                <a:lnTo>
                  <a:pt x="83475" y="1614007"/>
                </a:lnTo>
                <a:lnTo>
                  <a:pt x="84082" y="1599200"/>
                </a:lnTo>
                <a:lnTo>
                  <a:pt x="84570" y="1584393"/>
                </a:lnTo>
                <a:lnTo>
                  <a:pt x="84948" y="1569585"/>
                </a:lnTo>
                <a:lnTo>
                  <a:pt x="85232" y="1554778"/>
                </a:lnTo>
                <a:lnTo>
                  <a:pt x="85436" y="1539970"/>
                </a:lnTo>
                <a:lnTo>
                  <a:pt x="85574" y="1525163"/>
                </a:lnTo>
                <a:lnTo>
                  <a:pt x="85659" y="1510356"/>
                </a:lnTo>
                <a:lnTo>
                  <a:pt x="85698" y="1495548"/>
                </a:lnTo>
                <a:lnTo>
                  <a:pt x="85698" y="1480741"/>
                </a:lnTo>
                <a:lnTo>
                  <a:pt x="85661" y="1465933"/>
                </a:lnTo>
                <a:lnTo>
                  <a:pt x="85589" y="1451126"/>
                </a:lnTo>
                <a:lnTo>
                  <a:pt x="85482" y="1436319"/>
                </a:lnTo>
                <a:lnTo>
                  <a:pt x="85342" y="1421511"/>
                </a:lnTo>
                <a:lnTo>
                  <a:pt x="85170" y="1406704"/>
                </a:lnTo>
                <a:lnTo>
                  <a:pt x="84970" y="1391896"/>
                </a:lnTo>
                <a:lnTo>
                  <a:pt x="84743" y="1377089"/>
                </a:lnTo>
                <a:lnTo>
                  <a:pt x="84496" y="1362282"/>
                </a:lnTo>
                <a:lnTo>
                  <a:pt x="84235" y="1347474"/>
                </a:lnTo>
                <a:lnTo>
                  <a:pt x="83964" y="1332667"/>
                </a:lnTo>
                <a:lnTo>
                  <a:pt x="83693" y="1317859"/>
                </a:lnTo>
                <a:lnTo>
                  <a:pt x="83428" y="1303052"/>
                </a:lnTo>
                <a:lnTo>
                  <a:pt x="83178" y="1288245"/>
                </a:lnTo>
                <a:lnTo>
                  <a:pt x="82952" y="1273437"/>
                </a:lnTo>
                <a:lnTo>
                  <a:pt x="82756" y="1258630"/>
                </a:lnTo>
                <a:lnTo>
                  <a:pt x="82599" y="1243822"/>
                </a:lnTo>
                <a:lnTo>
                  <a:pt x="82485" y="1229015"/>
                </a:lnTo>
                <a:lnTo>
                  <a:pt x="82418" y="1214207"/>
                </a:lnTo>
                <a:lnTo>
                  <a:pt x="82397" y="1199400"/>
                </a:lnTo>
                <a:lnTo>
                  <a:pt x="82420" y="1184593"/>
                </a:lnTo>
                <a:lnTo>
                  <a:pt x="82478" y="1169785"/>
                </a:lnTo>
                <a:lnTo>
                  <a:pt x="82560" y="1154978"/>
                </a:lnTo>
                <a:lnTo>
                  <a:pt x="82651" y="1140170"/>
                </a:lnTo>
                <a:lnTo>
                  <a:pt x="82733" y="1125363"/>
                </a:lnTo>
                <a:lnTo>
                  <a:pt x="82788" y="1110556"/>
                </a:lnTo>
                <a:lnTo>
                  <a:pt x="82794" y="1095748"/>
                </a:lnTo>
                <a:lnTo>
                  <a:pt x="82732" y="1080941"/>
                </a:lnTo>
                <a:lnTo>
                  <a:pt x="82587" y="1066133"/>
                </a:lnTo>
                <a:lnTo>
                  <a:pt x="82347" y="1051326"/>
                </a:lnTo>
                <a:lnTo>
                  <a:pt x="82005" y="1036519"/>
                </a:lnTo>
                <a:lnTo>
                  <a:pt x="81564" y="1021711"/>
                </a:lnTo>
                <a:lnTo>
                  <a:pt x="81034" y="1006904"/>
                </a:lnTo>
                <a:lnTo>
                  <a:pt x="80432" y="992096"/>
                </a:lnTo>
                <a:lnTo>
                  <a:pt x="79786" y="977289"/>
                </a:lnTo>
                <a:lnTo>
                  <a:pt x="79129" y="962482"/>
                </a:lnTo>
                <a:lnTo>
                  <a:pt x="78497" y="947674"/>
                </a:lnTo>
                <a:lnTo>
                  <a:pt x="77927" y="932867"/>
                </a:lnTo>
                <a:lnTo>
                  <a:pt x="77452" y="918059"/>
                </a:lnTo>
                <a:lnTo>
                  <a:pt x="77100" y="903252"/>
                </a:lnTo>
                <a:lnTo>
                  <a:pt x="76887" y="888444"/>
                </a:lnTo>
                <a:lnTo>
                  <a:pt x="76819" y="873637"/>
                </a:lnTo>
                <a:lnTo>
                  <a:pt x="76886" y="858830"/>
                </a:lnTo>
                <a:lnTo>
                  <a:pt x="77070" y="844022"/>
                </a:lnTo>
                <a:lnTo>
                  <a:pt x="77342" y="829215"/>
                </a:lnTo>
                <a:lnTo>
                  <a:pt x="77666" y="814407"/>
                </a:lnTo>
                <a:lnTo>
                  <a:pt x="78004" y="799600"/>
                </a:lnTo>
                <a:lnTo>
                  <a:pt x="78318" y="784793"/>
                </a:lnTo>
                <a:lnTo>
                  <a:pt x="78577" y="769985"/>
                </a:lnTo>
                <a:lnTo>
                  <a:pt x="78757" y="755178"/>
                </a:lnTo>
                <a:lnTo>
                  <a:pt x="78842" y="740370"/>
                </a:lnTo>
                <a:lnTo>
                  <a:pt x="78828" y="725563"/>
                </a:lnTo>
                <a:lnTo>
                  <a:pt x="78721" y="710756"/>
                </a:lnTo>
                <a:lnTo>
                  <a:pt x="78536" y="695948"/>
                </a:lnTo>
                <a:lnTo>
                  <a:pt x="78296" y="681141"/>
                </a:lnTo>
                <a:lnTo>
                  <a:pt x="78028" y="666333"/>
                </a:lnTo>
                <a:lnTo>
                  <a:pt x="77762" y="651526"/>
                </a:lnTo>
                <a:lnTo>
                  <a:pt x="77526" y="636719"/>
                </a:lnTo>
                <a:lnTo>
                  <a:pt x="77345" y="621911"/>
                </a:lnTo>
                <a:lnTo>
                  <a:pt x="77238" y="607104"/>
                </a:lnTo>
                <a:lnTo>
                  <a:pt x="77218" y="592296"/>
                </a:lnTo>
                <a:lnTo>
                  <a:pt x="77286" y="577489"/>
                </a:lnTo>
                <a:lnTo>
                  <a:pt x="77439" y="562682"/>
                </a:lnTo>
                <a:lnTo>
                  <a:pt x="77663" y="547874"/>
                </a:lnTo>
                <a:lnTo>
                  <a:pt x="77942" y="533067"/>
                </a:lnTo>
                <a:lnTo>
                  <a:pt x="78256" y="518259"/>
                </a:lnTo>
                <a:lnTo>
                  <a:pt x="78586" y="503452"/>
                </a:lnTo>
                <a:lnTo>
                  <a:pt x="78914" y="488644"/>
                </a:lnTo>
                <a:lnTo>
                  <a:pt x="79227" y="473837"/>
                </a:lnTo>
                <a:lnTo>
                  <a:pt x="79519" y="459030"/>
                </a:lnTo>
                <a:lnTo>
                  <a:pt x="79785" y="444222"/>
                </a:lnTo>
                <a:lnTo>
                  <a:pt x="80027" y="429415"/>
                </a:lnTo>
                <a:lnTo>
                  <a:pt x="80250" y="414607"/>
                </a:lnTo>
                <a:lnTo>
                  <a:pt x="80462" y="399800"/>
                </a:lnTo>
                <a:lnTo>
                  <a:pt x="80668" y="384993"/>
                </a:lnTo>
                <a:lnTo>
                  <a:pt x="80874" y="370185"/>
                </a:lnTo>
                <a:lnTo>
                  <a:pt x="81078" y="355378"/>
                </a:lnTo>
                <a:lnTo>
                  <a:pt x="81276" y="340570"/>
                </a:lnTo>
                <a:lnTo>
                  <a:pt x="81452" y="325763"/>
                </a:lnTo>
                <a:lnTo>
                  <a:pt x="81582" y="310956"/>
                </a:lnTo>
                <a:lnTo>
                  <a:pt x="81627" y="296148"/>
                </a:lnTo>
                <a:lnTo>
                  <a:pt x="81534" y="281341"/>
                </a:lnTo>
                <a:lnTo>
                  <a:pt x="81232" y="266533"/>
                </a:lnTo>
                <a:lnTo>
                  <a:pt x="80631" y="251726"/>
                </a:lnTo>
                <a:lnTo>
                  <a:pt x="79628" y="236919"/>
                </a:lnTo>
                <a:lnTo>
                  <a:pt x="78103" y="222111"/>
                </a:lnTo>
                <a:lnTo>
                  <a:pt x="75934" y="207304"/>
                </a:lnTo>
                <a:lnTo>
                  <a:pt x="73003" y="192496"/>
                </a:lnTo>
                <a:lnTo>
                  <a:pt x="69211" y="177689"/>
                </a:lnTo>
                <a:lnTo>
                  <a:pt x="64496" y="162881"/>
                </a:lnTo>
                <a:lnTo>
                  <a:pt x="58850" y="148074"/>
                </a:lnTo>
                <a:lnTo>
                  <a:pt x="52336" y="133267"/>
                </a:lnTo>
                <a:lnTo>
                  <a:pt x="45097" y="118459"/>
                </a:lnTo>
                <a:lnTo>
                  <a:pt x="37365" y="103652"/>
                </a:lnTo>
                <a:lnTo>
                  <a:pt x="29453" y="88844"/>
                </a:lnTo>
                <a:lnTo>
                  <a:pt x="21738" y="74037"/>
                </a:lnTo>
                <a:lnTo>
                  <a:pt x="14637" y="59230"/>
                </a:lnTo>
                <a:lnTo>
                  <a:pt x="8570" y="44422"/>
                </a:lnTo>
                <a:lnTo>
                  <a:pt x="3921" y="29615"/>
                </a:lnTo>
                <a:lnTo>
                  <a:pt x="998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90" y="14807"/>
                </a:lnTo>
                <a:lnTo>
                  <a:pt x="173666" y="29615"/>
                </a:lnTo>
                <a:lnTo>
                  <a:pt x="169017" y="44422"/>
                </a:lnTo>
                <a:lnTo>
                  <a:pt x="162950" y="59230"/>
                </a:lnTo>
                <a:lnTo>
                  <a:pt x="155849" y="74037"/>
                </a:lnTo>
                <a:lnTo>
                  <a:pt x="148134" y="88844"/>
                </a:lnTo>
                <a:lnTo>
                  <a:pt x="140222" y="103652"/>
                </a:lnTo>
                <a:lnTo>
                  <a:pt x="132490" y="118459"/>
                </a:lnTo>
                <a:lnTo>
                  <a:pt x="125252" y="133267"/>
                </a:lnTo>
                <a:lnTo>
                  <a:pt x="118737" y="148074"/>
                </a:lnTo>
                <a:lnTo>
                  <a:pt x="113091" y="162881"/>
                </a:lnTo>
                <a:lnTo>
                  <a:pt x="108376" y="177689"/>
                </a:lnTo>
                <a:lnTo>
                  <a:pt x="104584" y="192496"/>
                </a:lnTo>
                <a:lnTo>
                  <a:pt x="101653" y="207304"/>
                </a:lnTo>
                <a:lnTo>
                  <a:pt x="99484" y="222111"/>
                </a:lnTo>
                <a:lnTo>
                  <a:pt x="97959" y="236919"/>
                </a:lnTo>
                <a:lnTo>
                  <a:pt x="96956" y="251726"/>
                </a:lnTo>
                <a:lnTo>
                  <a:pt x="96355" y="266533"/>
                </a:lnTo>
                <a:lnTo>
                  <a:pt x="96053" y="281341"/>
                </a:lnTo>
                <a:lnTo>
                  <a:pt x="95960" y="296148"/>
                </a:lnTo>
                <a:lnTo>
                  <a:pt x="96005" y="310956"/>
                </a:lnTo>
                <a:lnTo>
                  <a:pt x="96135" y="325763"/>
                </a:lnTo>
                <a:lnTo>
                  <a:pt x="96312" y="340570"/>
                </a:lnTo>
                <a:lnTo>
                  <a:pt x="96509" y="355378"/>
                </a:lnTo>
                <a:lnTo>
                  <a:pt x="96714" y="370185"/>
                </a:lnTo>
                <a:lnTo>
                  <a:pt x="96919" y="384993"/>
                </a:lnTo>
                <a:lnTo>
                  <a:pt x="97125" y="399800"/>
                </a:lnTo>
                <a:lnTo>
                  <a:pt x="97337" y="414607"/>
                </a:lnTo>
                <a:lnTo>
                  <a:pt x="97560" y="429415"/>
                </a:lnTo>
                <a:lnTo>
                  <a:pt x="97803" y="444222"/>
                </a:lnTo>
                <a:lnTo>
                  <a:pt x="98069" y="459030"/>
                </a:lnTo>
                <a:lnTo>
                  <a:pt x="98360" y="473837"/>
                </a:lnTo>
                <a:lnTo>
                  <a:pt x="98673" y="488644"/>
                </a:lnTo>
                <a:lnTo>
                  <a:pt x="99002" y="503452"/>
                </a:lnTo>
                <a:lnTo>
                  <a:pt x="99331" y="518259"/>
                </a:lnTo>
                <a:lnTo>
                  <a:pt x="99646" y="533067"/>
                </a:lnTo>
                <a:lnTo>
                  <a:pt x="99924" y="547874"/>
                </a:lnTo>
                <a:lnTo>
                  <a:pt x="100149" y="562682"/>
                </a:lnTo>
                <a:lnTo>
                  <a:pt x="100301" y="577489"/>
                </a:lnTo>
                <a:lnTo>
                  <a:pt x="100369" y="592296"/>
                </a:lnTo>
                <a:lnTo>
                  <a:pt x="100349" y="607104"/>
                </a:lnTo>
                <a:lnTo>
                  <a:pt x="100242" y="621911"/>
                </a:lnTo>
                <a:lnTo>
                  <a:pt x="100061" y="636719"/>
                </a:lnTo>
                <a:lnTo>
                  <a:pt x="99825" y="651526"/>
                </a:lnTo>
                <a:lnTo>
                  <a:pt x="99559" y="666333"/>
                </a:lnTo>
                <a:lnTo>
                  <a:pt x="99291" y="681141"/>
                </a:lnTo>
                <a:lnTo>
                  <a:pt x="99051" y="695948"/>
                </a:lnTo>
                <a:lnTo>
                  <a:pt x="98866" y="710756"/>
                </a:lnTo>
                <a:lnTo>
                  <a:pt x="98760" y="725563"/>
                </a:lnTo>
                <a:lnTo>
                  <a:pt x="98746" y="740370"/>
                </a:lnTo>
                <a:lnTo>
                  <a:pt x="98831" y="755178"/>
                </a:lnTo>
                <a:lnTo>
                  <a:pt x="99010" y="769985"/>
                </a:lnTo>
                <a:lnTo>
                  <a:pt x="99269" y="784793"/>
                </a:lnTo>
                <a:lnTo>
                  <a:pt x="99583" y="799600"/>
                </a:lnTo>
                <a:lnTo>
                  <a:pt x="99921" y="814407"/>
                </a:lnTo>
                <a:lnTo>
                  <a:pt x="100245" y="829215"/>
                </a:lnTo>
                <a:lnTo>
                  <a:pt x="100517" y="844022"/>
                </a:lnTo>
                <a:lnTo>
                  <a:pt x="100701" y="858830"/>
                </a:lnTo>
                <a:lnTo>
                  <a:pt x="100769" y="873637"/>
                </a:lnTo>
                <a:lnTo>
                  <a:pt x="100700" y="888444"/>
                </a:lnTo>
                <a:lnTo>
                  <a:pt x="100487" y="903252"/>
                </a:lnTo>
                <a:lnTo>
                  <a:pt x="100135" y="918059"/>
                </a:lnTo>
                <a:lnTo>
                  <a:pt x="99660" y="932867"/>
                </a:lnTo>
                <a:lnTo>
                  <a:pt x="99090" y="947674"/>
                </a:lnTo>
                <a:lnTo>
                  <a:pt x="98458" y="962482"/>
                </a:lnTo>
                <a:lnTo>
                  <a:pt x="97801" y="977289"/>
                </a:lnTo>
                <a:lnTo>
                  <a:pt x="97155" y="992096"/>
                </a:lnTo>
                <a:lnTo>
                  <a:pt x="96554" y="1006904"/>
                </a:lnTo>
                <a:lnTo>
                  <a:pt x="96023" y="1021711"/>
                </a:lnTo>
                <a:lnTo>
                  <a:pt x="95582" y="1036519"/>
                </a:lnTo>
                <a:lnTo>
                  <a:pt x="95240" y="1051326"/>
                </a:lnTo>
                <a:lnTo>
                  <a:pt x="95000" y="1066133"/>
                </a:lnTo>
                <a:lnTo>
                  <a:pt x="94855" y="1080941"/>
                </a:lnTo>
                <a:lnTo>
                  <a:pt x="94794" y="1095748"/>
                </a:lnTo>
                <a:lnTo>
                  <a:pt x="94800" y="1110556"/>
                </a:lnTo>
                <a:lnTo>
                  <a:pt x="94854" y="1125363"/>
                </a:lnTo>
                <a:lnTo>
                  <a:pt x="94936" y="1140170"/>
                </a:lnTo>
                <a:lnTo>
                  <a:pt x="95028" y="1154978"/>
                </a:lnTo>
                <a:lnTo>
                  <a:pt x="95109" y="1169785"/>
                </a:lnTo>
                <a:lnTo>
                  <a:pt x="95167" y="1184593"/>
                </a:lnTo>
                <a:lnTo>
                  <a:pt x="95190" y="1199400"/>
                </a:lnTo>
                <a:lnTo>
                  <a:pt x="95169" y="1214207"/>
                </a:lnTo>
                <a:lnTo>
                  <a:pt x="95102" y="1229015"/>
                </a:lnTo>
                <a:lnTo>
                  <a:pt x="94988" y="1243822"/>
                </a:lnTo>
                <a:lnTo>
                  <a:pt x="94831" y="1258630"/>
                </a:lnTo>
                <a:lnTo>
                  <a:pt x="94635" y="1273437"/>
                </a:lnTo>
                <a:lnTo>
                  <a:pt x="94409" y="1288245"/>
                </a:lnTo>
                <a:lnTo>
                  <a:pt x="94159" y="1303052"/>
                </a:lnTo>
                <a:lnTo>
                  <a:pt x="93894" y="1317859"/>
                </a:lnTo>
                <a:lnTo>
                  <a:pt x="93623" y="1332667"/>
                </a:lnTo>
                <a:lnTo>
                  <a:pt x="93353" y="1347474"/>
                </a:lnTo>
                <a:lnTo>
                  <a:pt x="93091" y="1362282"/>
                </a:lnTo>
                <a:lnTo>
                  <a:pt x="92844" y="1377089"/>
                </a:lnTo>
                <a:lnTo>
                  <a:pt x="92617" y="1391896"/>
                </a:lnTo>
                <a:lnTo>
                  <a:pt x="92417" y="1406704"/>
                </a:lnTo>
                <a:lnTo>
                  <a:pt x="92245" y="1421511"/>
                </a:lnTo>
                <a:lnTo>
                  <a:pt x="92105" y="1436319"/>
                </a:lnTo>
                <a:lnTo>
                  <a:pt x="91999" y="1451126"/>
                </a:lnTo>
                <a:lnTo>
                  <a:pt x="91926" y="1465933"/>
                </a:lnTo>
                <a:lnTo>
                  <a:pt x="91889" y="1480741"/>
                </a:lnTo>
                <a:lnTo>
                  <a:pt x="91889" y="1495548"/>
                </a:lnTo>
                <a:lnTo>
                  <a:pt x="91928" y="1510356"/>
                </a:lnTo>
                <a:lnTo>
                  <a:pt x="92013" y="1525163"/>
                </a:lnTo>
                <a:lnTo>
                  <a:pt x="92151" y="1539970"/>
                </a:lnTo>
                <a:lnTo>
                  <a:pt x="92355" y="1554778"/>
                </a:lnTo>
                <a:lnTo>
                  <a:pt x="92639" y="1569585"/>
                </a:lnTo>
                <a:lnTo>
                  <a:pt x="93017" y="1584393"/>
                </a:lnTo>
                <a:lnTo>
                  <a:pt x="93505" y="1599200"/>
                </a:lnTo>
                <a:lnTo>
                  <a:pt x="94112" y="1614007"/>
                </a:lnTo>
                <a:lnTo>
                  <a:pt x="94844" y="1628815"/>
                </a:lnTo>
                <a:lnTo>
                  <a:pt x="95695" y="1643622"/>
                </a:lnTo>
                <a:lnTo>
                  <a:pt x="96648" y="1658430"/>
                </a:lnTo>
                <a:lnTo>
                  <a:pt x="97675" y="1673237"/>
                </a:lnTo>
                <a:lnTo>
                  <a:pt x="98734" y="1688045"/>
                </a:lnTo>
                <a:lnTo>
                  <a:pt x="99773" y="1702852"/>
                </a:lnTo>
                <a:lnTo>
                  <a:pt x="100735" y="1717659"/>
                </a:lnTo>
                <a:lnTo>
                  <a:pt x="101560" y="1732467"/>
                </a:lnTo>
                <a:lnTo>
                  <a:pt x="102194" y="1747274"/>
                </a:lnTo>
                <a:lnTo>
                  <a:pt x="102594" y="1762082"/>
                </a:lnTo>
                <a:lnTo>
                  <a:pt x="102730" y="1776889"/>
                </a:lnTo>
                <a:lnTo>
                  <a:pt x="102730" y="17768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2000"/>
            </a:srgbClr>
          </a:solidFill>
          <a:ln xmlns:a="http://schemas.openxmlformats.org/drawingml/2006/main"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7" name="data_5453">
            <a:extLst xmlns:a="http://schemas.openxmlformats.org/drawingml/2006/main">
              <a:ext uri="{FF2B5EF4-FFF2-40B4-BE49-F238E27FC236}">
                <a16:creationId xmlns:a16="http://schemas.microsoft.com/office/drawing/2014/main" id="{FD861163-9354-48FB-B172-DC2A30315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60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8" name="data_5454">
            <a:extLst xmlns:a="http://schemas.openxmlformats.org/drawingml/2006/main">
              <a:ext uri="{FF2B5EF4-FFF2-40B4-BE49-F238E27FC236}">
                <a16:creationId xmlns:a16="http://schemas.microsoft.com/office/drawing/2014/main" id="{D98E15B8-80CB-43FA-9BEB-9D1C7568F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9273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9" name="data_5455">
            <a:extLst xmlns:a="http://schemas.openxmlformats.org/drawingml/2006/main">
              <a:ext uri="{FF2B5EF4-FFF2-40B4-BE49-F238E27FC236}">
                <a16:creationId xmlns:a16="http://schemas.microsoft.com/office/drawing/2014/main" id="{E89D6A2F-0EED-41C3-B005-3B4B36B9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0787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0" name="data_5456">
            <a:extLst xmlns:a="http://schemas.openxmlformats.org/drawingml/2006/main">
              <a:ext uri="{FF2B5EF4-FFF2-40B4-BE49-F238E27FC236}">
                <a16:creationId xmlns:a16="http://schemas.microsoft.com/office/drawing/2014/main" id="{3853C7E6-6B56-437F-81EF-E68B5802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3815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1" name="data_5457">
            <a:extLst xmlns:a="http://schemas.openxmlformats.org/drawingml/2006/main">
              <a:ext uri="{FF2B5EF4-FFF2-40B4-BE49-F238E27FC236}">
                <a16:creationId xmlns:a16="http://schemas.microsoft.com/office/drawing/2014/main" id="{885FC24C-050A-4DC8-95CB-C1A6BEDC5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842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2" name="data_5458">
            <a:extLst xmlns:a="http://schemas.openxmlformats.org/drawingml/2006/main">
              <a:ext uri="{FF2B5EF4-FFF2-40B4-BE49-F238E27FC236}">
                <a16:creationId xmlns:a16="http://schemas.microsoft.com/office/drawing/2014/main" id="{76B13EEE-F50F-4E6C-979D-CE7EDDD19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3981977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13" name="data_5459">
            <a:extLst xmlns:a="http://schemas.openxmlformats.org/drawingml/2006/main">
              <a:ext uri="{FF2B5EF4-FFF2-40B4-BE49-F238E27FC236}">
                <a16:creationId xmlns:a16="http://schemas.microsoft.com/office/drawing/2014/main" id="{B4779784-2C44-4DD9-B039-B6F1572E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65" y="3981977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4" name="text_5460">
            <a:extLst xmlns:a="http://schemas.openxmlformats.org/drawingml/2006/main">
              <a:ext uri="{FF2B5EF4-FFF2-40B4-BE49-F238E27FC236}">
                <a16:creationId xmlns:a16="http://schemas.microsoft.com/office/drawing/2014/main" id="{7FA8E89D-104F-471D-9A5D-A1E02E21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5225" y="3923729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5" name="data_5461">
            <a:extLst xmlns:a="http://schemas.openxmlformats.org/drawingml/2006/main">
              <a:ext uri="{FF2B5EF4-FFF2-40B4-BE49-F238E27FC236}">
                <a16:creationId xmlns:a16="http://schemas.microsoft.com/office/drawing/2014/main" id="{96E15BE1-9805-4AEB-A9D4-9C8ABBB33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3093532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16" name="data_5462">
            <a:extLst xmlns:a="http://schemas.openxmlformats.org/drawingml/2006/main">
              <a:ext uri="{FF2B5EF4-FFF2-40B4-BE49-F238E27FC236}">
                <a16:creationId xmlns:a16="http://schemas.microsoft.com/office/drawing/2014/main" id="{90B5B524-C01B-48CA-A962-8A6172C22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65" y="3093532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7" name="text_5463">
            <a:extLst xmlns:a="http://schemas.openxmlformats.org/drawingml/2006/main">
              <a:ext uri="{FF2B5EF4-FFF2-40B4-BE49-F238E27FC236}">
                <a16:creationId xmlns:a16="http://schemas.microsoft.com/office/drawing/2014/main" id="{FBF81EAD-3470-48F5-80B6-7C55FC835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9588" y="3035285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8" name="data_5464">
            <a:extLst xmlns:a="http://schemas.openxmlformats.org/drawingml/2006/main">
              <a:ext uri="{FF2B5EF4-FFF2-40B4-BE49-F238E27FC236}">
                <a16:creationId xmlns:a16="http://schemas.microsoft.com/office/drawing/2014/main" id="{D912D5CC-C613-4898-B70F-41AA168C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2205088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19" name="data_5465">
            <a:extLst xmlns:a="http://schemas.openxmlformats.org/drawingml/2006/main">
              <a:ext uri="{FF2B5EF4-FFF2-40B4-BE49-F238E27FC236}">
                <a16:creationId xmlns:a16="http://schemas.microsoft.com/office/drawing/2014/main" id="{FAB6010F-D2B3-4B08-90F8-A8B2EF4B4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65" y="2205088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0" name="text_5466">
            <a:extLst xmlns:a="http://schemas.openxmlformats.org/drawingml/2006/main">
              <a:ext uri="{FF2B5EF4-FFF2-40B4-BE49-F238E27FC236}">
                <a16:creationId xmlns:a16="http://schemas.microsoft.com/office/drawing/2014/main" id="{DA8BE7F6-FEF8-469D-A562-1B4A00472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3951" y="2146840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1" name="text_5467">
            <a:extLst xmlns:a="http://schemas.openxmlformats.org/drawingml/2006/main">
              <a:ext uri="{FF2B5EF4-FFF2-40B4-BE49-F238E27FC236}">
                <a16:creationId xmlns:a16="http://schemas.microsoft.com/office/drawing/2014/main" id="{390C6EEB-3CAF-4800-910B-3D28E2C57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-39675" y="3009294"/>
            <a:ext cx="1261933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Detected instances (%)</a:t>
            </a:r>
          </a:p>
        </p:txBody>
      </p:sp>
      <p:sp>
        <p:nvSpPr>
          <p:cNvPr id="22" name="data_5468">
            <a:extLst xmlns:a="http://schemas.openxmlformats.org/drawingml/2006/main">
              <a:ext uri="{FF2B5EF4-FFF2-40B4-BE49-F238E27FC236}">
                <a16:creationId xmlns:a16="http://schemas.microsoft.com/office/drawing/2014/main" id="{088488E6-9681-45DD-895D-CC100061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7784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data_5469">
            <a:extLst xmlns:a="http://schemas.openxmlformats.org/drawingml/2006/main">
              <a:ext uri="{FF2B5EF4-FFF2-40B4-BE49-F238E27FC236}">
                <a16:creationId xmlns:a16="http://schemas.microsoft.com/office/drawing/2014/main" id="{1B0B87C2-EEF7-4AF6-87DD-9B85B934B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767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data_5470">
            <a:extLst xmlns:a="http://schemas.openxmlformats.org/drawingml/2006/main">
              <a:ext uri="{FF2B5EF4-FFF2-40B4-BE49-F238E27FC236}">
                <a16:creationId xmlns:a16="http://schemas.microsoft.com/office/drawing/2014/main" id="{49D30F19-8FEB-4244-8F60-79FBCC80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09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ata_5471">
            <a:extLst xmlns:a="http://schemas.openxmlformats.org/drawingml/2006/main">
              <a:ext uri="{FF2B5EF4-FFF2-40B4-BE49-F238E27FC236}">
                <a16:creationId xmlns:a16="http://schemas.microsoft.com/office/drawing/2014/main" id="{3D702022-048F-4232-9EDD-C04E366BD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257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data_5472">
            <a:extLst xmlns:a="http://schemas.openxmlformats.org/drawingml/2006/main">
              <a:ext uri="{FF2B5EF4-FFF2-40B4-BE49-F238E27FC236}">
                <a16:creationId xmlns:a16="http://schemas.microsoft.com/office/drawing/2014/main" id="{59A2852A-0D1F-494C-98FB-3F281BE1C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722" y="32217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data_5473">
            <a:extLst xmlns:a="http://schemas.openxmlformats.org/drawingml/2006/main">
              <a:ext uri="{FF2B5EF4-FFF2-40B4-BE49-F238E27FC236}">
                <a16:creationId xmlns:a16="http://schemas.microsoft.com/office/drawing/2014/main" id="{E192D988-0C45-41BD-B393-B8C7B61AD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263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data_5474">
            <a:extLst xmlns:a="http://schemas.openxmlformats.org/drawingml/2006/main">
              <a:ext uri="{FF2B5EF4-FFF2-40B4-BE49-F238E27FC236}">
                <a16:creationId xmlns:a16="http://schemas.microsoft.com/office/drawing/2014/main" id="{83BC7FD2-22CA-46EC-9C1E-71802BEEA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48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data_5475">
            <a:extLst xmlns:a="http://schemas.openxmlformats.org/drawingml/2006/main">
              <a:ext uri="{FF2B5EF4-FFF2-40B4-BE49-F238E27FC236}">
                <a16:creationId xmlns:a16="http://schemas.microsoft.com/office/drawing/2014/main" id="{14D116D3-1C21-4870-8B46-F5C45D4EB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672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data_5476">
            <a:extLst xmlns:a="http://schemas.openxmlformats.org/drawingml/2006/main">
              <a:ext uri="{FF2B5EF4-FFF2-40B4-BE49-F238E27FC236}">
                <a16:creationId xmlns:a16="http://schemas.microsoft.com/office/drawing/2014/main" id="{CA4A3B6F-E295-442E-95A6-18AD1A67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21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data_5477">
            <a:extLst xmlns:a="http://schemas.openxmlformats.org/drawingml/2006/main">
              <a:ext uri="{FF2B5EF4-FFF2-40B4-BE49-F238E27FC236}">
                <a16:creationId xmlns:a16="http://schemas.microsoft.com/office/drawing/2014/main" id="{8D0204E2-FB33-4C95-B291-4E19D7A7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06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data_5478">
            <a:extLst xmlns:a="http://schemas.openxmlformats.org/drawingml/2006/main">
              <a:ext uri="{FF2B5EF4-FFF2-40B4-BE49-F238E27FC236}">
                <a16:creationId xmlns:a16="http://schemas.microsoft.com/office/drawing/2014/main" id="{51DEDA43-0FA2-4987-8130-D6C41F474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73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data_5479">
            <a:extLst xmlns:a="http://schemas.openxmlformats.org/drawingml/2006/main">
              <a:ext uri="{FF2B5EF4-FFF2-40B4-BE49-F238E27FC236}">
                <a16:creationId xmlns:a16="http://schemas.microsoft.com/office/drawing/2014/main" id="{EFDC998A-49AE-4CEE-886C-7E9F68D37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05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data_5480">
            <a:extLst xmlns:a="http://schemas.openxmlformats.org/drawingml/2006/main">
              <a:ext uri="{FF2B5EF4-FFF2-40B4-BE49-F238E27FC236}">
                <a16:creationId xmlns:a16="http://schemas.microsoft.com/office/drawing/2014/main" id="{378D0234-E443-4DBD-AECC-E3532F8D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27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data_5481">
            <a:extLst xmlns:a="http://schemas.openxmlformats.org/drawingml/2006/main">
              <a:ext uri="{FF2B5EF4-FFF2-40B4-BE49-F238E27FC236}">
                <a16:creationId xmlns:a16="http://schemas.microsoft.com/office/drawing/2014/main" id="{D801261C-896A-4991-ACF4-6199435A6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33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data_5482">
            <a:extLst xmlns:a="http://schemas.openxmlformats.org/drawingml/2006/main">
              <a:ext uri="{FF2B5EF4-FFF2-40B4-BE49-F238E27FC236}">
                <a16:creationId xmlns:a16="http://schemas.microsoft.com/office/drawing/2014/main" id="{F3A5FCAD-A969-4538-9148-6341500E1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573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data_5483">
            <a:extLst xmlns:a="http://schemas.openxmlformats.org/drawingml/2006/main">
              <a:ext uri="{FF2B5EF4-FFF2-40B4-BE49-F238E27FC236}">
                <a16:creationId xmlns:a16="http://schemas.microsoft.com/office/drawing/2014/main" id="{85485AB6-0FC8-474B-BAFF-CC03FE22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2963" y="32711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data_5484">
            <a:extLst xmlns:a="http://schemas.openxmlformats.org/drawingml/2006/main">
              <a:ext uri="{FF2B5EF4-FFF2-40B4-BE49-F238E27FC236}">
                <a16:creationId xmlns:a16="http://schemas.microsoft.com/office/drawing/2014/main" id="{D042D384-C6FA-448B-9549-C236854DB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719" y="32320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data_5485">
            <a:extLst xmlns:a="http://schemas.openxmlformats.org/drawingml/2006/main">
              <a:ext uri="{FF2B5EF4-FFF2-40B4-BE49-F238E27FC236}">
                <a16:creationId xmlns:a16="http://schemas.microsoft.com/office/drawing/2014/main" id="{2D9B8019-9FCB-40EC-82E1-FF0BB8FC9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547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data_5486">
            <a:extLst xmlns:a="http://schemas.openxmlformats.org/drawingml/2006/main">
              <a:ext uri="{FF2B5EF4-FFF2-40B4-BE49-F238E27FC236}">
                <a16:creationId xmlns:a16="http://schemas.microsoft.com/office/drawing/2014/main" id="{1B4B6FD7-03CF-4005-BEAE-A4C3852A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87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data_5487">
            <a:extLst xmlns:a="http://schemas.openxmlformats.org/drawingml/2006/main">
              <a:ext uri="{FF2B5EF4-FFF2-40B4-BE49-F238E27FC236}">
                <a16:creationId xmlns:a16="http://schemas.microsoft.com/office/drawing/2014/main" id="{7D50A54C-F812-4A6B-A02A-05C731FA5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2509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data_5488">
            <a:extLst xmlns:a="http://schemas.openxmlformats.org/drawingml/2006/main">
              <a:ext uri="{FF2B5EF4-FFF2-40B4-BE49-F238E27FC236}">
                <a16:creationId xmlns:a16="http://schemas.microsoft.com/office/drawing/2014/main" id="{9407137B-C83B-4B3D-B9A6-9E3D5413B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55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data_5489">
            <a:extLst xmlns:a="http://schemas.openxmlformats.org/drawingml/2006/main">
              <a:ext uri="{FF2B5EF4-FFF2-40B4-BE49-F238E27FC236}">
                <a16:creationId xmlns:a16="http://schemas.microsoft.com/office/drawing/2014/main" id="{5EE862C0-D332-4C31-9920-5DCF3C9D6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291" y="31204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data_5490">
            <a:extLst xmlns:a="http://schemas.openxmlformats.org/drawingml/2006/main">
              <a:ext uri="{FF2B5EF4-FFF2-40B4-BE49-F238E27FC236}">
                <a16:creationId xmlns:a16="http://schemas.microsoft.com/office/drawing/2014/main" id="{80D61F68-CE33-4BDE-B33D-CBA3BAB5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57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ata_5491">
            <a:extLst xmlns:a="http://schemas.openxmlformats.org/drawingml/2006/main">
              <a:ext uri="{FF2B5EF4-FFF2-40B4-BE49-F238E27FC236}">
                <a16:creationId xmlns:a16="http://schemas.microsoft.com/office/drawing/2014/main" id="{A87F572D-1DFF-4505-9390-A622210E7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04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data_5492">
            <a:extLst xmlns:a="http://schemas.openxmlformats.org/drawingml/2006/main">
              <a:ext uri="{FF2B5EF4-FFF2-40B4-BE49-F238E27FC236}">
                <a16:creationId xmlns:a16="http://schemas.microsoft.com/office/drawing/2014/main" id="{25E8AC9F-EF3F-4005-B71A-ED0CB929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03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data_5493">
            <a:extLst xmlns:a="http://schemas.openxmlformats.org/drawingml/2006/main">
              <a:ext uri="{FF2B5EF4-FFF2-40B4-BE49-F238E27FC236}">
                <a16:creationId xmlns:a16="http://schemas.microsoft.com/office/drawing/2014/main" id="{4573563C-A763-4C71-8154-7FC2D64F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249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data_5494">
            <a:extLst xmlns:a="http://schemas.openxmlformats.org/drawingml/2006/main">
              <a:ext uri="{FF2B5EF4-FFF2-40B4-BE49-F238E27FC236}">
                <a16:creationId xmlns:a16="http://schemas.microsoft.com/office/drawing/2014/main" id="{814D4F58-0DE1-4755-A256-F8727284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52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data_5495">
            <a:extLst xmlns:a="http://schemas.openxmlformats.org/drawingml/2006/main">
              <a:ext uri="{FF2B5EF4-FFF2-40B4-BE49-F238E27FC236}">
                <a16:creationId xmlns:a16="http://schemas.microsoft.com/office/drawing/2014/main" id="{8BF7D4C8-C1BF-48B7-A9FD-45AEEE91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64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data_5496">
            <a:extLst xmlns:a="http://schemas.openxmlformats.org/drawingml/2006/main">
              <a:ext uri="{FF2B5EF4-FFF2-40B4-BE49-F238E27FC236}">
                <a16:creationId xmlns:a16="http://schemas.microsoft.com/office/drawing/2014/main" id="{8A11F5EA-7DA0-49D6-9643-B4AB0A8A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762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data_5497">
            <a:extLst xmlns:a="http://schemas.openxmlformats.org/drawingml/2006/main">
              <a:ext uri="{FF2B5EF4-FFF2-40B4-BE49-F238E27FC236}">
                <a16:creationId xmlns:a16="http://schemas.microsoft.com/office/drawing/2014/main" id="{55F72EE7-3ADD-4202-8C03-6485809D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70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data_5498">
            <a:extLst xmlns:a="http://schemas.openxmlformats.org/drawingml/2006/main">
              <a:ext uri="{FF2B5EF4-FFF2-40B4-BE49-F238E27FC236}">
                <a16:creationId xmlns:a16="http://schemas.microsoft.com/office/drawing/2014/main" id="{68439AD4-9612-4072-8D1B-140FF1215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289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data_5499">
            <a:extLst xmlns:a="http://schemas.openxmlformats.org/drawingml/2006/main">
              <a:ext uri="{FF2B5EF4-FFF2-40B4-BE49-F238E27FC236}">
                <a16:creationId xmlns:a16="http://schemas.microsoft.com/office/drawing/2014/main" id="{1F876C5F-86D4-410A-9AAB-F788291A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52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data_5500">
            <a:extLst xmlns:a="http://schemas.openxmlformats.org/drawingml/2006/main">
              <a:ext uri="{FF2B5EF4-FFF2-40B4-BE49-F238E27FC236}">
                <a16:creationId xmlns:a16="http://schemas.microsoft.com/office/drawing/2014/main" id="{5178480B-40D5-4B81-A92B-0A266B44F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999" y="389050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data_5501">
            <a:extLst xmlns:a="http://schemas.openxmlformats.org/drawingml/2006/main">
              <a:ext uri="{FF2B5EF4-FFF2-40B4-BE49-F238E27FC236}">
                <a16:creationId xmlns:a16="http://schemas.microsoft.com/office/drawing/2014/main" id="{DB479FB6-33BA-4458-B7CF-2BE48A73A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551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data_5502">
            <a:extLst xmlns:a="http://schemas.openxmlformats.org/drawingml/2006/main">
              <a:ext uri="{FF2B5EF4-FFF2-40B4-BE49-F238E27FC236}">
                <a16:creationId xmlns:a16="http://schemas.microsoft.com/office/drawing/2014/main" id="{9560D1A7-A9D0-4148-BA6C-617BE412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80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data_5503">
            <a:extLst xmlns:a="http://schemas.openxmlformats.org/drawingml/2006/main">
              <a:ext uri="{FF2B5EF4-FFF2-40B4-BE49-F238E27FC236}">
                <a16:creationId xmlns:a16="http://schemas.microsoft.com/office/drawing/2014/main" id="{E26947CB-B8E0-47B9-AA24-9D4ACC79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64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data_5504">
            <a:extLst xmlns:a="http://schemas.openxmlformats.org/drawingml/2006/main">
              <a:ext uri="{FF2B5EF4-FFF2-40B4-BE49-F238E27FC236}">
                <a16:creationId xmlns:a16="http://schemas.microsoft.com/office/drawing/2014/main" id="{9F9E4140-83A4-4574-9D03-FA1D74B54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583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data_5505">
            <a:extLst xmlns:a="http://schemas.openxmlformats.org/drawingml/2006/main">
              <a:ext uri="{FF2B5EF4-FFF2-40B4-BE49-F238E27FC236}">
                <a16:creationId xmlns:a16="http://schemas.microsoft.com/office/drawing/2014/main" id="{C0A44DF2-F7E2-433C-B188-E051E3FD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651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data_5506">
            <a:extLst xmlns:a="http://schemas.openxmlformats.org/drawingml/2006/main">
              <a:ext uri="{FF2B5EF4-FFF2-40B4-BE49-F238E27FC236}">
                <a16:creationId xmlns:a16="http://schemas.microsoft.com/office/drawing/2014/main" id="{00EFDAA5-2B53-4C3D-8E63-4EC104E74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557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data_5507">
            <a:extLst xmlns:a="http://schemas.openxmlformats.org/drawingml/2006/main">
              <a:ext uri="{FF2B5EF4-FFF2-40B4-BE49-F238E27FC236}">
                <a16:creationId xmlns:a16="http://schemas.microsoft.com/office/drawing/2014/main" id="{FAA80D93-C732-4E25-85B7-33F42C017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20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data_5508">
            <a:extLst xmlns:a="http://schemas.openxmlformats.org/drawingml/2006/main">
              <a:ext uri="{FF2B5EF4-FFF2-40B4-BE49-F238E27FC236}">
                <a16:creationId xmlns:a16="http://schemas.microsoft.com/office/drawing/2014/main" id="{6B937443-9808-48E8-B0E9-AFB57F516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443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data_5509">
            <a:extLst xmlns:a="http://schemas.openxmlformats.org/drawingml/2006/main">
              <a:ext uri="{FF2B5EF4-FFF2-40B4-BE49-F238E27FC236}">
                <a16:creationId xmlns:a16="http://schemas.microsoft.com/office/drawing/2014/main" id="{CE37697D-666A-4CBC-9CB1-A6A46001B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34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data_5510">
            <a:extLst xmlns:a="http://schemas.openxmlformats.org/drawingml/2006/main">
              <a:ext uri="{FF2B5EF4-FFF2-40B4-BE49-F238E27FC236}">
                <a16:creationId xmlns:a16="http://schemas.microsoft.com/office/drawing/2014/main" id="{94371E9A-2EDA-4D7D-B9E1-17132E1B7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93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data_5511">
            <a:extLst xmlns:a="http://schemas.openxmlformats.org/drawingml/2006/main">
              <a:ext uri="{FF2B5EF4-FFF2-40B4-BE49-F238E27FC236}">
                <a16:creationId xmlns:a16="http://schemas.microsoft.com/office/drawing/2014/main" id="{F0052588-9D05-4323-98DD-AE48BF90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6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data_5512">
            <a:extLst xmlns:a="http://schemas.openxmlformats.org/drawingml/2006/main">
              <a:ext uri="{FF2B5EF4-FFF2-40B4-BE49-F238E27FC236}">
                <a16:creationId xmlns:a16="http://schemas.microsoft.com/office/drawing/2014/main" id="{729CC40C-8454-4CAE-8FAB-A75A8FED1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100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data_5513">
            <a:extLst xmlns:a="http://schemas.openxmlformats.org/drawingml/2006/main">
              <a:ext uri="{FF2B5EF4-FFF2-40B4-BE49-F238E27FC236}">
                <a16:creationId xmlns:a16="http://schemas.microsoft.com/office/drawing/2014/main" id="{5CE36895-E20D-491D-B35C-82BA3C6EB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10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data_5514">
            <a:extLst xmlns:a="http://schemas.openxmlformats.org/drawingml/2006/main">
              <a:ext uri="{FF2B5EF4-FFF2-40B4-BE49-F238E27FC236}">
                <a16:creationId xmlns:a16="http://schemas.microsoft.com/office/drawing/2014/main" id="{60096C34-64A8-45A3-BEDD-B8913AF78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011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data_5515">
            <a:extLst xmlns:a="http://schemas.openxmlformats.org/drawingml/2006/main">
              <a:ext uri="{FF2B5EF4-FFF2-40B4-BE49-F238E27FC236}">
                <a16:creationId xmlns:a16="http://schemas.microsoft.com/office/drawing/2014/main" id="{C85A89C7-7EA5-4081-874D-A7A3801CF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828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data_5516">
            <a:extLst xmlns:a="http://schemas.openxmlformats.org/drawingml/2006/main">
              <a:ext uri="{FF2B5EF4-FFF2-40B4-BE49-F238E27FC236}">
                <a16:creationId xmlns:a16="http://schemas.microsoft.com/office/drawing/2014/main" id="{215B7400-D5CA-4D6D-BF8F-DE523AE7D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755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data_5517">
            <a:extLst xmlns:a="http://schemas.openxmlformats.org/drawingml/2006/main">
              <a:ext uri="{FF2B5EF4-FFF2-40B4-BE49-F238E27FC236}">
                <a16:creationId xmlns:a16="http://schemas.microsoft.com/office/drawing/2014/main" id="{1E72080B-F6CD-4EBD-9602-B125F3C30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19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data_5518">
            <a:extLst xmlns:a="http://schemas.openxmlformats.org/drawingml/2006/main">
              <a:ext uri="{FF2B5EF4-FFF2-40B4-BE49-F238E27FC236}">
                <a16:creationId xmlns:a16="http://schemas.microsoft.com/office/drawing/2014/main" id="{C320126B-5D63-4274-8B88-22B425BCD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33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data_5519">
            <a:extLst xmlns:a="http://schemas.openxmlformats.org/drawingml/2006/main">
              <a:ext uri="{FF2B5EF4-FFF2-40B4-BE49-F238E27FC236}">
                <a16:creationId xmlns:a16="http://schemas.microsoft.com/office/drawing/2014/main" id="{19191799-E2A8-4EB1-B519-85CD20A8D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224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data_5520">
            <a:extLst xmlns:a="http://schemas.openxmlformats.org/drawingml/2006/main">
              <a:ext uri="{FF2B5EF4-FFF2-40B4-BE49-F238E27FC236}">
                <a16:creationId xmlns:a16="http://schemas.microsoft.com/office/drawing/2014/main" id="{B54173DF-EF2C-4C0D-A04F-FAD224434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46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data_5521">
            <a:extLst xmlns:a="http://schemas.openxmlformats.org/drawingml/2006/main">
              <a:ext uri="{FF2B5EF4-FFF2-40B4-BE49-F238E27FC236}">
                <a16:creationId xmlns:a16="http://schemas.microsoft.com/office/drawing/2014/main" id="{F5241660-EE64-4E5E-9E12-DB7802F01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46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data_5522">
            <a:extLst xmlns:a="http://schemas.openxmlformats.org/drawingml/2006/main">
              <a:ext uri="{FF2B5EF4-FFF2-40B4-BE49-F238E27FC236}">
                <a16:creationId xmlns:a16="http://schemas.microsoft.com/office/drawing/2014/main" id="{4AC06F55-F0A0-424D-BD05-5409628AB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0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data_5523">
            <a:extLst xmlns:a="http://schemas.openxmlformats.org/drawingml/2006/main">
              <a:ext uri="{FF2B5EF4-FFF2-40B4-BE49-F238E27FC236}">
                <a16:creationId xmlns:a16="http://schemas.microsoft.com/office/drawing/2014/main" id="{138D1A07-3CA2-4BEF-8E26-432D008B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80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data_5524">
            <a:extLst xmlns:a="http://schemas.openxmlformats.org/drawingml/2006/main">
              <a:ext uri="{FF2B5EF4-FFF2-40B4-BE49-F238E27FC236}">
                <a16:creationId xmlns:a16="http://schemas.microsoft.com/office/drawing/2014/main" id="{0E29C9BE-07BA-40E2-A355-9C3D8FF8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85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data_5525">
            <a:extLst xmlns:a="http://schemas.openxmlformats.org/drawingml/2006/main">
              <a:ext uri="{FF2B5EF4-FFF2-40B4-BE49-F238E27FC236}">
                <a16:creationId xmlns:a16="http://schemas.microsoft.com/office/drawing/2014/main" id="{C6D4F6FC-B9B5-4834-BB04-1EBF2456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886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data_5526">
            <a:extLst xmlns:a="http://schemas.openxmlformats.org/drawingml/2006/main">
              <a:ext uri="{FF2B5EF4-FFF2-40B4-BE49-F238E27FC236}">
                <a16:creationId xmlns:a16="http://schemas.microsoft.com/office/drawing/2014/main" id="{A8A923B8-7082-4DE2-B5F4-119A33E9B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98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data_5527">
            <a:extLst xmlns:a="http://schemas.openxmlformats.org/drawingml/2006/main">
              <a:ext uri="{FF2B5EF4-FFF2-40B4-BE49-F238E27FC236}">
                <a16:creationId xmlns:a16="http://schemas.microsoft.com/office/drawing/2014/main" id="{ABBBA4C9-98C1-4069-A9F3-E21642EB1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05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data_5528">
            <a:extLst xmlns:a="http://schemas.openxmlformats.org/drawingml/2006/main">
              <a:ext uri="{FF2B5EF4-FFF2-40B4-BE49-F238E27FC236}">
                <a16:creationId xmlns:a16="http://schemas.microsoft.com/office/drawing/2014/main" id="{286C2976-AA6C-40B0-A0CC-731E6152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23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data_5529">
            <a:extLst xmlns:a="http://schemas.openxmlformats.org/drawingml/2006/main">
              <a:ext uri="{FF2B5EF4-FFF2-40B4-BE49-F238E27FC236}">
                <a16:creationId xmlns:a16="http://schemas.microsoft.com/office/drawing/2014/main" id="{2D53F61F-B907-4F83-BE60-783841DF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065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data_5530">
            <a:extLst xmlns:a="http://schemas.openxmlformats.org/drawingml/2006/main">
              <a:ext uri="{FF2B5EF4-FFF2-40B4-BE49-F238E27FC236}">
                <a16:creationId xmlns:a16="http://schemas.microsoft.com/office/drawing/2014/main" id="{16C24870-181B-4731-8A89-99511DD2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21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data_5531">
            <a:extLst xmlns:a="http://schemas.openxmlformats.org/drawingml/2006/main">
              <a:ext uri="{FF2B5EF4-FFF2-40B4-BE49-F238E27FC236}">
                <a16:creationId xmlns:a16="http://schemas.microsoft.com/office/drawing/2014/main" id="{60B27A54-C3D3-4FA2-89EA-1449A4FF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2865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data_5532">
            <a:extLst xmlns:a="http://schemas.openxmlformats.org/drawingml/2006/main">
              <a:ext uri="{FF2B5EF4-FFF2-40B4-BE49-F238E27FC236}">
                <a16:creationId xmlns:a16="http://schemas.microsoft.com/office/drawing/2014/main" id="{AB52FFCC-6EE7-449D-973A-2797E80B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867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data_5533">
            <a:extLst xmlns:a="http://schemas.openxmlformats.org/drawingml/2006/main">
              <a:ext uri="{FF2B5EF4-FFF2-40B4-BE49-F238E27FC236}">
                <a16:creationId xmlns:a16="http://schemas.microsoft.com/office/drawing/2014/main" id="{3B5E16B2-54B3-4CC7-AC16-5F02AA33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054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data_5534">
            <a:extLst xmlns:a="http://schemas.openxmlformats.org/drawingml/2006/main">
              <a:ext uri="{FF2B5EF4-FFF2-40B4-BE49-F238E27FC236}">
                <a16:creationId xmlns:a16="http://schemas.microsoft.com/office/drawing/2014/main" id="{C21DAD2F-C47F-49C6-BCD5-E6846C987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01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data_5535">
            <a:extLst xmlns:a="http://schemas.openxmlformats.org/drawingml/2006/main">
              <a:ext uri="{FF2B5EF4-FFF2-40B4-BE49-F238E27FC236}">
                <a16:creationId xmlns:a16="http://schemas.microsoft.com/office/drawing/2014/main" id="{D36309E0-0C36-4DA9-AC1A-08C4B7DE9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875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ata_5536">
            <a:extLst xmlns:a="http://schemas.openxmlformats.org/drawingml/2006/main">
              <a:ext uri="{FF2B5EF4-FFF2-40B4-BE49-F238E27FC236}">
                <a16:creationId xmlns:a16="http://schemas.microsoft.com/office/drawing/2014/main" id="{23C5F92D-D9D6-48B0-8360-6AB40878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469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data_5537">
            <a:extLst xmlns:a="http://schemas.openxmlformats.org/drawingml/2006/main">
              <a:ext uri="{FF2B5EF4-FFF2-40B4-BE49-F238E27FC236}">
                <a16:creationId xmlns:a16="http://schemas.microsoft.com/office/drawing/2014/main" id="{87DAED74-81EB-451D-8B2A-E9BE613B3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880" y="334707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data_5538">
            <a:extLst xmlns:a="http://schemas.openxmlformats.org/drawingml/2006/main">
              <a:ext uri="{FF2B5EF4-FFF2-40B4-BE49-F238E27FC236}">
                <a16:creationId xmlns:a16="http://schemas.microsoft.com/office/drawing/2014/main" id="{675CA98A-F05B-45BF-94C2-1F2559BCE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48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data_5539">
            <a:extLst xmlns:a="http://schemas.openxmlformats.org/drawingml/2006/main">
              <a:ext uri="{FF2B5EF4-FFF2-40B4-BE49-F238E27FC236}">
                <a16:creationId xmlns:a16="http://schemas.microsoft.com/office/drawing/2014/main" id="{2EAAF0F7-F42A-4164-ABBB-6103AFA0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326" y="315447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data_5540">
            <a:extLst xmlns:a="http://schemas.openxmlformats.org/drawingml/2006/main">
              <a:ext uri="{FF2B5EF4-FFF2-40B4-BE49-F238E27FC236}">
                <a16:creationId xmlns:a16="http://schemas.microsoft.com/office/drawing/2014/main" id="{EA3183F6-BC00-435D-AC72-E09A08264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3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data_5541">
            <a:extLst xmlns:a="http://schemas.openxmlformats.org/drawingml/2006/main">
              <a:ext uri="{FF2B5EF4-FFF2-40B4-BE49-F238E27FC236}">
                <a16:creationId xmlns:a16="http://schemas.microsoft.com/office/drawing/2014/main" id="{552BA550-A778-4D4A-940F-0CA2D9894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156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ata_5542">
            <a:extLst xmlns:a="http://schemas.openxmlformats.org/drawingml/2006/main">
              <a:ext uri="{FF2B5EF4-FFF2-40B4-BE49-F238E27FC236}">
                <a16:creationId xmlns:a16="http://schemas.microsoft.com/office/drawing/2014/main" id="{616ADC62-6B19-4C7D-A1D9-B18DAC7D0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92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data_5543">
            <a:extLst xmlns:a="http://schemas.openxmlformats.org/drawingml/2006/main">
              <a:ext uri="{FF2B5EF4-FFF2-40B4-BE49-F238E27FC236}">
                <a16:creationId xmlns:a16="http://schemas.microsoft.com/office/drawing/2014/main" id="{690BA220-3759-40F5-8DFC-59BC947EF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22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ata_5544">
            <a:extLst xmlns:a="http://schemas.openxmlformats.org/drawingml/2006/main">
              <a:ext uri="{FF2B5EF4-FFF2-40B4-BE49-F238E27FC236}">
                <a16:creationId xmlns:a16="http://schemas.microsoft.com/office/drawing/2014/main" id="{ED154C3C-F5E5-4D18-A14E-060F6BDD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8111" y="321038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data_5545">
            <a:extLst xmlns:a="http://schemas.openxmlformats.org/drawingml/2006/main">
              <a:ext uri="{FF2B5EF4-FFF2-40B4-BE49-F238E27FC236}">
                <a16:creationId xmlns:a16="http://schemas.microsoft.com/office/drawing/2014/main" id="{FD517B91-5345-42C9-9AE4-9D4CA60C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2572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ata_5546">
            <a:extLst xmlns:a="http://schemas.openxmlformats.org/drawingml/2006/main">
              <a:ext uri="{FF2B5EF4-FFF2-40B4-BE49-F238E27FC236}">
                <a16:creationId xmlns:a16="http://schemas.microsoft.com/office/drawing/2014/main" id="{3A2C5A87-C8A7-4DEA-976E-EBFE40D8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211" y="31638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data_5547">
            <a:extLst xmlns:a="http://schemas.openxmlformats.org/drawingml/2006/main">
              <a:ext uri="{FF2B5EF4-FFF2-40B4-BE49-F238E27FC236}">
                <a16:creationId xmlns:a16="http://schemas.microsoft.com/office/drawing/2014/main" id="{B310BF17-5411-490F-BFB4-AE4D4BD0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84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ata_5548">
            <a:extLst xmlns:a="http://schemas.openxmlformats.org/drawingml/2006/main">
              <a:ext uri="{FF2B5EF4-FFF2-40B4-BE49-F238E27FC236}">
                <a16:creationId xmlns:a16="http://schemas.microsoft.com/office/drawing/2014/main" id="{13185F54-2E48-40DD-A2C3-90550F1EE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765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data_5549">
            <a:extLst xmlns:a="http://schemas.openxmlformats.org/drawingml/2006/main">
              <a:ext uri="{FF2B5EF4-FFF2-40B4-BE49-F238E27FC236}">
                <a16:creationId xmlns:a16="http://schemas.microsoft.com/office/drawing/2014/main" id="{750159DD-47D5-4C9E-871B-C1F521CD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2735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ata_5550">
            <a:extLst xmlns:a="http://schemas.openxmlformats.org/drawingml/2006/main">
              <a:ext uri="{FF2B5EF4-FFF2-40B4-BE49-F238E27FC236}">
                <a16:creationId xmlns:a16="http://schemas.microsoft.com/office/drawing/2014/main" id="{EA96D0C9-4E3D-4FE3-8EC2-6A8052289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649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data_5551">
            <a:extLst xmlns:a="http://schemas.openxmlformats.org/drawingml/2006/main">
              <a:ext uri="{FF2B5EF4-FFF2-40B4-BE49-F238E27FC236}">
                <a16:creationId xmlns:a16="http://schemas.microsoft.com/office/drawing/2014/main" id="{49602B13-47AB-4603-AA7D-B8A00DD4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40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ata_5552">
            <a:extLst xmlns:a="http://schemas.openxmlformats.org/drawingml/2006/main">
              <a:ext uri="{FF2B5EF4-FFF2-40B4-BE49-F238E27FC236}">
                <a16:creationId xmlns:a16="http://schemas.microsoft.com/office/drawing/2014/main" id="{8BC3918F-7C32-4127-8900-1C28E76B1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92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data_5553">
            <a:extLst xmlns:a="http://schemas.openxmlformats.org/drawingml/2006/main">
              <a:ext uri="{FF2B5EF4-FFF2-40B4-BE49-F238E27FC236}">
                <a16:creationId xmlns:a16="http://schemas.microsoft.com/office/drawing/2014/main" id="{BE095E74-DECC-4F8B-A251-6F26AE7C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482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ata_5554">
            <a:extLst xmlns:a="http://schemas.openxmlformats.org/drawingml/2006/main">
              <a:ext uri="{FF2B5EF4-FFF2-40B4-BE49-F238E27FC236}">
                <a16:creationId xmlns:a16="http://schemas.microsoft.com/office/drawing/2014/main" id="{EF9A737D-CF75-4C54-88C0-621B0E569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874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data_5555">
            <a:extLst xmlns:a="http://schemas.openxmlformats.org/drawingml/2006/main">
              <a:ext uri="{FF2B5EF4-FFF2-40B4-BE49-F238E27FC236}">
                <a16:creationId xmlns:a16="http://schemas.microsoft.com/office/drawing/2014/main" id="{69718F4B-606F-4412-BD5F-D59F5998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224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ata_5556">
            <a:extLst xmlns:a="http://schemas.openxmlformats.org/drawingml/2006/main">
              <a:ext uri="{FF2B5EF4-FFF2-40B4-BE49-F238E27FC236}">
                <a16:creationId xmlns:a16="http://schemas.microsoft.com/office/drawing/2014/main" id="{B11B346A-A48E-4A5A-9345-34391A54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52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data_5557">
            <a:extLst xmlns:a="http://schemas.openxmlformats.org/drawingml/2006/main">
              <a:ext uri="{FF2B5EF4-FFF2-40B4-BE49-F238E27FC236}">
                <a16:creationId xmlns:a16="http://schemas.microsoft.com/office/drawing/2014/main" id="{272AA7F3-399E-4548-ADCA-F779340E9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87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ata_5558">
            <a:extLst xmlns:a="http://schemas.openxmlformats.org/drawingml/2006/main">
              <a:ext uri="{FF2B5EF4-FFF2-40B4-BE49-F238E27FC236}">
                <a16:creationId xmlns:a16="http://schemas.microsoft.com/office/drawing/2014/main" id="{A580DEDA-CDAA-4B2A-8E9E-69A00CD14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8370" y="3226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data_5559">
            <a:extLst xmlns:a="http://schemas.openxmlformats.org/drawingml/2006/main">
              <a:ext uri="{FF2B5EF4-FFF2-40B4-BE49-F238E27FC236}">
                <a16:creationId xmlns:a16="http://schemas.microsoft.com/office/drawing/2014/main" id="{3C0BBDC7-3950-4719-B8D9-B5D9A49E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264" y="35834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ata_5560">
            <a:extLst xmlns:a="http://schemas.openxmlformats.org/drawingml/2006/main">
              <a:ext uri="{FF2B5EF4-FFF2-40B4-BE49-F238E27FC236}">
                <a16:creationId xmlns:a16="http://schemas.microsoft.com/office/drawing/2014/main" id="{DFD93E74-4577-46D6-9363-44FEE06B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39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data_5561">
            <a:extLst xmlns:a="http://schemas.openxmlformats.org/drawingml/2006/main">
              <a:ext uri="{FF2B5EF4-FFF2-40B4-BE49-F238E27FC236}">
                <a16:creationId xmlns:a16="http://schemas.microsoft.com/office/drawing/2014/main" id="{3C9FFBCA-AFDA-4474-A910-2AF2F0F3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31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ata_5562">
            <a:extLst xmlns:a="http://schemas.openxmlformats.org/drawingml/2006/main">
              <a:ext uri="{FF2B5EF4-FFF2-40B4-BE49-F238E27FC236}">
                <a16:creationId xmlns:a16="http://schemas.microsoft.com/office/drawing/2014/main" id="{F7BF3D75-D5E7-47EA-951C-E72ACD6FA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8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data_5563">
            <a:extLst xmlns:a="http://schemas.openxmlformats.org/drawingml/2006/main">
              <a:ext uri="{FF2B5EF4-FFF2-40B4-BE49-F238E27FC236}">
                <a16:creationId xmlns:a16="http://schemas.microsoft.com/office/drawing/2014/main" id="{00ACFAF7-493F-4DAD-B15E-238808287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62" y="36067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ata_5564">
            <a:extLst xmlns:a="http://schemas.openxmlformats.org/drawingml/2006/main">
              <a:ext uri="{FF2B5EF4-FFF2-40B4-BE49-F238E27FC236}">
                <a16:creationId xmlns:a16="http://schemas.microsoft.com/office/drawing/2014/main" id="{9A906CCB-67E8-4148-96AE-86C6CCC70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618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data_5565">
            <a:extLst xmlns:a="http://schemas.openxmlformats.org/drawingml/2006/main">
              <a:ext uri="{FF2B5EF4-FFF2-40B4-BE49-F238E27FC236}">
                <a16:creationId xmlns:a16="http://schemas.microsoft.com/office/drawing/2014/main" id="{A58D8166-4C65-4055-B56E-F7A7C903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202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ata_5566">
            <a:extLst xmlns:a="http://schemas.openxmlformats.org/drawingml/2006/main">
              <a:ext uri="{FF2B5EF4-FFF2-40B4-BE49-F238E27FC236}">
                <a16:creationId xmlns:a16="http://schemas.microsoft.com/office/drawing/2014/main" id="{B4DEC030-897E-407D-A7B6-348E312FD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06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data_5567">
            <a:extLst xmlns:a="http://schemas.openxmlformats.org/drawingml/2006/main">
              <a:ext uri="{FF2B5EF4-FFF2-40B4-BE49-F238E27FC236}">
                <a16:creationId xmlns:a16="http://schemas.microsoft.com/office/drawing/2014/main" id="{8F30C301-9459-42A0-8127-5BB86ABC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27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ata_5568">
            <a:extLst xmlns:a="http://schemas.openxmlformats.org/drawingml/2006/main">
              <a:ext uri="{FF2B5EF4-FFF2-40B4-BE49-F238E27FC236}">
                <a16:creationId xmlns:a16="http://schemas.microsoft.com/office/drawing/2014/main" id="{D076097E-C0F2-4EFF-AD0D-734BD5EF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527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data_5569">
            <a:extLst xmlns:a="http://schemas.openxmlformats.org/drawingml/2006/main">
              <a:ext uri="{FF2B5EF4-FFF2-40B4-BE49-F238E27FC236}">
                <a16:creationId xmlns:a16="http://schemas.microsoft.com/office/drawing/2014/main" id="{E426A542-21F6-48DC-B897-2D83530D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123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ata_5570">
            <a:extLst xmlns:a="http://schemas.openxmlformats.org/drawingml/2006/main">
              <a:ext uri="{FF2B5EF4-FFF2-40B4-BE49-F238E27FC236}">
                <a16:creationId xmlns:a16="http://schemas.microsoft.com/office/drawing/2014/main" id="{63435C75-717F-451E-AED2-8AD025AC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029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data_5571">
            <a:extLst xmlns:a="http://schemas.openxmlformats.org/drawingml/2006/main">
              <a:ext uri="{FF2B5EF4-FFF2-40B4-BE49-F238E27FC236}">
                <a16:creationId xmlns:a16="http://schemas.microsoft.com/office/drawing/2014/main" id="{C3F39C8F-11E2-4AF0-85C8-24D2C6AD8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359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ata_5572">
            <a:extLst xmlns:a="http://schemas.openxmlformats.org/drawingml/2006/main">
              <a:ext uri="{FF2B5EF4-FFF2-40B4-BE49-F238E27FC236}">
                <a16:creationId xmlns:a16="http://schemas.microsoft.com/office/drawing/2014/main" id="{5EF1386F-9152-4345-8F22-7F6D64CBF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19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data_5573">
            <a:extLst xmlns:a="http://schemas.openxmlformats.org/drawingml/2006/main">
              <a:ext uri="{FF2B5EF4-FFF2-40B4-BE49-F238E27FC236}">
                <a16:creationId xmlns:a16="http://schemas.microsoft.com/office/drawing/2014/main" id="{48C20A9F-C1B8-405F-BC31-6570123C2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117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data_5574">
            <a:extLst xmlns:a="http://schemas.openxmlformats.org/drawingml/2006/main">
              <a:ext uri="{FF2B5EF4-FFF2-40B4-BE49-F238E27FC236}">
                <a16:creationId xmlns:a16="http://schemas.microsoft.com/office/drawing/2014/main" id="{CFAA0358-B3AA-44E8-AAD8-9194CDB81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340" y="314057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data_5575">
            <a:extLst xmlns:a="http://schemas.openxmlformats.org/drawingml/2006/main">
              <a:ext uri="{FF2B5EF4-FFF2-40B4-BE49-F238E27FC236}">
                <a16:creationId xmlns:a16="http://schemas.microsoft.com/office/drawing/2014/main" id="{C265C3B5-8B3B-4587-8A5B-968C1237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942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data_5576">
            <a:extLst xmlns:a="http://schemas.openxmlformats.org/drawingml/2006/main">
              <a:ext uri="{FF2B5EF4-FFF2-40B4-BE49-F238E27FC236}">
                <a16:creationId xmlns:a16="http://schemas.microsoft.com/office/drawing/2014/main" id="{D152D5E0-DC0E-4620-90F8-130EAB09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664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ata_5577">
            <a:extLst xmlns:a="http://schemas.openxmlformats.org/drawingml/2006/main">
              <a:ext uri="{FF2B5EF4-FFF2-40B4-BE49-F238E27FC236}">
                <a16:creationId xmlns:a16="http://schemas.microsoft.com/office/drawing/2014/main" id="{B5D77A60-80A4-4BC7-B11D-7767F61FF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5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" name="data_5578">
            <a:extLst xmlns:a="http://schemas.openxmlformats.org/drawingml/2006/main">
              <a:ext uri="{FF2B5EF4-FFF2-40B4-BE49-F238E27FC236}">
                <a16:creationId xmlns:a16="http://schemas.microsoft.com/office/drawing/2014/main" id="{F3D21DCC-CDE8-4854-A079-F346CDE8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015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data_5579">
            <a:extLst xmlns:a="http://schemas.openxmlformats.org/drawingml/2006/main">
              <a:ext uri="{FF2B5EF4-FFF2-40B4-BE49-F238E27FC236}">
                <a16:creationId xmlns:a16="http://schemas.microsoft.com/office/drawing/2014/main" id="{868EC84B-86B2-43B8-A4F8-57D256F73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75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data_5580">
            <a:extLst xmlns:a="http://schemas.openxmlformats.org/drawingml/2006/main">
              <a:ext uri="{FF2B5EF4-FFF2-40B4-BE49-F238E27FC236}">
                <a16:creationId xmlns:a16="http://schemas.microsoft.com/office/drawing/2014/main" id="{F8E08B6B-A520-427D-A840-21B7410C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274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data_5581">
            <a:extLst xmlns:a="http://schemas.openxmlformats.org/drawingml/2006/main">
              <a:ext uri="{FF2B5EF4-FFF2-40B4-BE49-F238E27FC236}">
                <a16:creationId xmlns:a16="http://schemas.microsoft.com/office/drawing/2014/main" id="{104AE0DD-E235-4FC9-B45B-CD36AFC6B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706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data_5582">
            <a:extLst xmlns:a="http://schemas.openxmlformats.org/drawingml/2006/main">
              <a:ext uri="{FF2B5EF4-FFF2-40B4-BE49-F238E27FC236}">
                <a16:creationId xmlns:a16="http://schemas.microsoft.com/office/drawing/2014/main" id="{44A3CA12-20D9-4E06-BD5A-BB7B12438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37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data_5583">
            <a:extLst xmlns:a="http://schemas.openxmlformats.org/drawingml/2006/main">
              <a:ext uri="{FF2B5EF4-FFF2-40B4-BE49-F238E27FC236}">
                <a16:creationId xmlns:a16="http://schemas.microsoft.com/office/drawing/2014/main" id="{E76E4250-32E1-4E8B-A037-09B6ED31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938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data_5584">
            <a:extLst xmlns:a="http://schemas.openxmlformats.org/drawingml/2006/main">
              <a:ext uri="{FF2B5EF4-FFF2-40B4-BE49-F238E27FC236}">
                <a16:creationId xmlns:a16="http://schemas.microsoft.com/office/drawing/2014/main" id="{56F1400F-33ED-4209-8349-1D656162C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558" y="319216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data_5585">
            <a:extLst xmlns:a="http://schemas.openxmlformats.org/drawingml/2006/main">
              <a:ext uri="{FF2B5EF4-FFF2-40B4-BE49-F238E27FC236}">
                <a16:creationId xmlns:a16="http://schemas.microsoft.com/office/drawing/2014/main" id="{43E1996F-C683-49B9-BE48-21320191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664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data_5586">
            <a:extLst xmlns:a="http://schemas.openxmlformats.org/drawingml/2006/main">
              <a:ext uri="{FF2B5EF4-FFF2-40B4-BE49-F238E27FC236}">
                <a16:creationId xmlns:a16="http://schemas.microsoft.com/office/drawing/2014/main" id="{AE844F4C-BDFE-49D0-8E42-B1098788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5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data_5587">
            <a:extLst xmlns:a="http://schemas.openxmlformats.org/drawingml/2006/main">
              <a:ext uri="{FF2B5EF4-FFF2-40B4-BE49-F238E27FC236}">
                <a16:creationId xmlns:a16="http://schemas.microsoft.com/office/drawing/2014/main" id="{013F7BC1-A8BF-4C06-AA28-B4C6A9E6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4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data_5588">
            <a:extLst xmlns:a="http://schemas.openxmlformats.org/drawingml/2006/main">
              <a:ext uri="{FF2B5EF4-FFF2-40B4-BE49-F238E27FC236}">
                <a16:creationId xmlns:a16="http://schemas.microsoft.com/office/drawing/2014/main" id="{E2FD0616-326C-4210-BB81-0478CDD4E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32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data_5589">
            <a:extLst xmlns:a="http://schemas.openxmlformats.org/drawingml/2006/main">
              <a:ext uri="{FF2B5EF4-FFF2-40B4-BE49-F238E27FC236}">
                <a16:creationId xmlns:a16="http://schemas.microsoft.com/office/drawing/2014/main" id="{F808A393-F094-4E1B-9473-C8A8416F4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305" y="348831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" name="data_5590">
            <a:extLst xmlns:a="http://schemas.openxmlformats.org/drawingml/2006/main">
              <a:ext uri="{FF2B5EF4-FFF2-40B4-BE49-F238E27FC236}">
                <a16:creationId xmlns:a16="http://schemas.microsoft.com/office/drawing/2014/main" id="{A01D3ABE-79E8-46B1-9C15-F97A58D1A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886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data_5591">
            <a:extLst xmlns:a="http://schemas.openxmlformats.org/drawingml/2006/main">
              <a:ext uri="{FF2B5EF4-FFF2-40B4-BE49-F238E27FC236}">
                <a16:creationId xmlns:a16="http://schemas.microsoft.com/office/drawing/2014/main" id="{D9FB39E1-7D8C-4DFE-A28D-756A81B7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469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data_5592">
            <a:extLst xmlns:a="http://schemas.openxmlformats.org/drawingml/2006/main">
              <a:ext uri="{FF2B5EF4-FFF2-40B4-BE49-F238E27FC236}">
                <a16:creationId xmlns:a16="http://schemas.microsoft.com/office/drawing/2014/main" id="{D1992541-C6CA-4CE7-9DEF-D1D7F0F6F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92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" name="data_5593">
            <a:extLst xmlns:a="http://schemas.openxmlformats.org/drawingml/2006/main">
              <a:ext uri="{FF2B5EF4-FFF2-40B4-BE49-F238E27FC236}">
                <a16:creationId xmlns:a16="http://schemas.microsoft.com/office/drawing/2014/main" id="{39FD5556-D038-4F83-BC2C-088197742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56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data_5594">
            <a:extLst xmlns:a="http://schemas.openxmlformats.org/drawingml/2006/main">
              <a:ext uri="{FF2B5EF4-FFF2-40B4-BE49-F238E27FC236}">
                <a16:creationId xmlns:a16="http://schemas.microsoft.com/office/drawing/2014/main" id="{30D711C5-43CA-404C-A1BB-B9B9B59E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416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" name="data_5595">
            <a:extLst xmlns:a="http://schemas.openxmlformats.org/drawingml/2006/main">
              <a:ext uri="{FF2B5EF4-FFF2-40B4-BE49-F238E27FC236}">
                <a16:creationId xmlns:a16="http://schemas.microsoft.com/office/drawing/2014/main" id="{4F74D8EF-8268-4BD3-B8A9-C47689B82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5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data_5596">
            <a:extLst xmlns:a="http://schemas.openxmlformats.org/drawingml/2006/main">
              <a:ext uri="{FF2B5EF4-FFF2-40B4-BE49-F238E27FC236}">
                <a16:creationId xmlns:a16="http://schemas.microsoft.com/office/drawing/2014/main" id="{82B5E419-F854-4404-B82C-6F7C8EDB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471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data_5597">
            <a:extLst xmlns:a="http://schemas.openxmlformats.org/drawingml/2006/main">
              <a:ext uri="{FF2B5EF4-FFF2-40B4-BE49-F238E27FC236}">
                <a16:creationId xmlns:a16="http://schemas.microsoft.com/office/drawing/2014/main" id="{D8A7D240-F91F-49AA-AFE2-02C7C97CE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937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data_5598">
            <a:extLst xmlns:a="http://schemas.openxmlformats.org/drawingml/2006/main">
              <a:ext uri="{FF2B5EF4-FFF2-40B4-BE49-F238E27FC236}">
                <a16:creationId xmlns:a16="http://schemas.microsoft.com/office/drawing/2014/main" id="{22280F1B-CEAF-4968-9439-8D1022DF0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3225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data_5599">
            <a:extLst xmlns:a="http://schemas.openxmlformats.org/drawingml/2006/main">
              <a:ext uri="{FF2B5EF4-FFF2-40B4-BE49-F238E27FC236}">
                <a16:creationId xmlns:a16="http://schemas.microsoft.com/office/drawing/2014/main" id="{EC2161EE-A41B-430E-B409-5AC58D02D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97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data_5600">
            <a:extLst xmlns:a="http://schemas.openxmlformats.org/drawingml/2006/main">
              <a:ext uri="{FF2B5EF4-FFF2-40B4-BE49-F238E27FC236}">
                <a16:creationId xmlns:a16="http://schemas.microsoft.com/office/drawing/2014/main" id="{8A6F5474-AA61-4AAE-AB59-AC7C391D3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6969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" name="data_5601">
            <a:extLst xmlns:a="http://schemas.openxmlformats.org/drawingml/2006/main">
              <a:ext uri="{FF2B5EF4-FFF2-40B4-BE49-F238E27FC236}">
                <a16:creationId xmlns:a16="http://schemas.microsoft.com/office/drawing/2014/main" id="{828E9DEC-67D0-47F0-9AE4-A278C92F7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17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" name="data_5602">
            <a:extLst xmlns:a="http://schemas.openxmlformats.org/drawingml/2006/main">
              <a:ext uri="{FF2B5EF4-FFF2-40B4-BE49-F238E27FC236}">
                <a16:creationId xmlns:a16="http://schemas.microsoft.com/office/drawing/2014/main" id="{B5239A1E-6FDB-419E-8076-F698B80B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00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" name="data_5603">
            <a:extLst xmlns:a="http://schemas.openxmlformats.org/drawingml/2006/main">
              <a:ext uri="{FF2B5EF4-FFF2-40B4-BE49-F238E27FC236}">
                <a16:creationId xmlns:a16="http://schemas.microsoft.com/office/drawing/2014/main" id="{17AA5786-46A2-4946-B215-80130EBB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34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data_5604">
            <a:extLst xmlns:a="http://schemas.openxmlformats.org/drawingml/2006/main">
              <a:ext uri="{FF2B5EF4-FFF2-40B4-BE49-F238E27FC236}">
                <a16:creationId xmlns:a16="http://schemas.microsoft.com/office/drawing/2014/main" id="{740C953A-AC5B-4C25-8E59-AC3D54E5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2671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data_5605">
            <a:extLst xmlns:a="http://schemas.openxmlformats.org/drawingml/2006/main">
              <a:ext uri="{FF2B5EF4-FFF2-40B4-BE49-F238E27FC236}">
                <a16:creationId xmlns:a16="http://schemas.microsoft.com/office/drawing/2014/main" id="{284D359A-170F-4029-93B4-AF381A89B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22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data_5606">
            <a:extLst xmlns:a="http://schemas.openxmlformats.org/drawingml/2006/main">
              <a:ext uri="{FF2B5EF4-FFF2-40B4-BE49-F238E27FC236}">
                <a16:creationId xmlns:a16="http://schemas.microsoft.com/office/drawing/2014/main" id="{79B5FC0E-5CED-4F95-AF16-885475D2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1171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" name="data_5607">
            <a:extLst xmlns:a="http://schemas.openxmlformats.org/drawingml/2006/main">
              <a:ext uri="{FF2B5EF4-FFF2-40B4-BE49-F238E27FC236}">
                <a16:creationId xmlns:a16="http://schemas.microsoft.com/office/drawing/2014/main" id="{458CAD1C-5138-4F4B-829B-FCC225586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2899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data_5608">
            <a:extLst xmlns:a="http://schemas.openxmlformats.org/drawingml/2006/main">
              <a:ext uri="{FF2B5EF4-FFF2-40B4-BE49-F238E27FC236}">
                <a16:creationId xmlns:a16="http://schemas.microsoft.com/office/drawing/2014/main" id="{A90DF60C-43CF-41F5-A6DC-C6811E9E4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72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" name="data_5609">
            <a:extLst xmlns:a="http://schemas.openxmlformats.org/drawingml/2006/main">
              <a:ext uri="{FF2B5EF4-FFF2-40B4-BE49-F238E27FC236}">
                <a16:creationId xmlns:a16="http://schemas.microsoft.com/office/drawing/2014/main" id="{D6CACBC2-6145-4A91-B4A9-340A1E2C5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5277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data_5610">
            <a:extLst xmlns:a="http://schemas.openxmlformats.org/drawingml/2006/main">
              <a:ext uri="{FF2B5EF4-FFF2-40B4-BE49-F238E27FC236}">
                <a16:creationId xmlns:a16="http://schemas.microsoft.com/office/drawing/2014/main" id="{0167133E-D673-4E80-8EE2-FEEDA66FB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70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data_5611">
            <a:extLst xmlns:a="http://schemas.openxmlformats.org/drawingml/2006/main">
              <a:ext uri="{FF2B5EF4-FFF2-40B4-BE49-F238E27FC236}">
                <a16:creationId xmlns:a16="http://schemas.microsoft.com/office/drawing/2014/main" id="{056D51C3-D0FD-4587-B08D-653EE422C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89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data_5612">
            <a:extLst xmlns:a="http://schemas.openxmlformats.org/drawingml/2006/main">
              <a:ext uri="{FF2B5EF4-FFF2-40B4-BE49-F238E27FC236}">
                <a16:creationId xmlns:a16="http://schemas.microsoft.com/office/drawing/2014/main" id="{C2EB76B6-D005-43C2-A2AF-E78C742A8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72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data_5613">
            <a:extLst xmlns:a="http://schemas.openxmlformats.org/drawingml/2006/main">
              <a:ext uri="{FF2B5EF4-FFF2-40B4-BE49-F238E27FC236}">
                <a16:creationId xmlns:a16="http://schemas.microsoft.com/office/drawing/2014/main" id="{E14CF4A2-F394-4C03-ABAC-BB51DF72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32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data_5614">
            <a:extLst xmlns:a="http://schemas.openxmlformats.org/drawingml/2006/main">
              <a:ext uri="{FF2B5EF4-FFF2-40B4-BE49-F238E27FC236}">
                <a16:creationId xmlns:a16="http://schemas.microsoft.com/office/drawing/2014/main" id="{BAD00787-2D47-4208-83B1-81C6AC4D2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70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data_5615">
            <a:extLst xmlns:a="http://schemas.openxmlformats.org/drawingml/2006/main">
              <a:ext uri="{FF2B5EF4-FFF2-40B4-BE49-F238E27FC236}">
                <a16:creationId xmlns:a16="http://schemas.microsoft.com/office/drawing/2014/main" id="{CC936057-A516-41AA-9025-AC253A701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07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data_5616">
            <a:extLst xmlns:a="http://schemas.openxmlformats.org/drawingml/2006/main">
              <a:ext uri="{FF2B5EF4-FFF2-40B4-BE49-F238E27FC236}">
                <a16:creationId xmlns:a16="http://schemas.microsoft.com/office/drawing/2014/main" id="{7364DAF9-A633-4617-9F1B-D4651C9B2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439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data_5617">
            <a:extLst xmlns:a="http://schemas.openxmlformats.org/drawingml/2006/main">
              <a:ext uri="{FF2B5EF4-FFF2-40B4-BE49-F238E27FC236}">
                <a16:creationId xmlns:a16="http://schemas.microsoft.com/office/drawing/2014/main" id="{2871B599-61E7-4CE4-9BF5-54599598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27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data_5618">
            <a:extLst xmlns:a="http://schemas.openxmlformats.org/drawingml/2006/main">
              <a:ext uri="{FF2B5EF4-FFF2-40B4-BE49-F238E27FC236}">
                <a16:creationId xmlns:a16="http://schemas.microsoft.com/office/drawing/2014/main" id="{76321E5C-8307-4138-98C5-4F9F06A2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244" y="334707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data_5619">
            <a:extLst xmlns:a="http://schemas.openxmlformats.org/drawingml/2006/main">
              <a:ext uri="{FF2B5EF4-FFF2-40B4-BE49-F238E27FC236}">
                <a16:creationId xmlns:a16="http://schemas.microsoft.com/office/drawing/2014/main" id="{D1F66E67-C618-4C24-B6CD-6EC791EC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244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data_5620">
            <a:extLst xmlns:a="http://schemas.openxmlformats.org/drawingml/2006/main">
              <a:ext uri="{FF2B5EF4-FFF2-40B4-BE49-F238E27FC236}">
                <a16:creationId xmlns:a16="http://schemas.microsoft.com/office/drawing/2014/main" id="{69DA2909-1E79-4CD1-BA5E-B6215709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19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data_5621">
            <a:extLst xmlns:a="http://schemas.openxmlformats.org/drawingml/2006/main">
              <a:ext uri="{FF2B5EF4-FFF2-40B4-BE49-F238E27FC236}">
                <a16:creationId xmlns:a16="http://schemas.microsoft.com/office/drawing/2014/main" id="{D35F2BC7-8406-46A7-80DD-A65076897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41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data_5622">
            <a:extLst xmlns:a="http://schemas.openxmlformats.org/drawingml/2006/main">
              <a:ext uri="{FF2B5EF4-FFF2-40B4-BE49-F238E27FC236}">
                <a16:creationId xmlns:a16="http://schemas.microsoft.com/office/drawing/2014/main" id="{5DBB7D17-B4A8-4EA4-B77A-ADF62093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70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data_5623">
            <a:extLst xmlns:a="http://schemas.openxmlformats.org/drawingml/2006/main">
              <a:ext uri="{FF2B5EF4-FFF2-40B4-BE49-F238E27FC236}">
                <a16:creationId xmlns:a16="http://schemas.microsoft.com/office/drawing/2014/main" id="{6BE49FE4-BA63-4676-A333-CFA92E81A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543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data_5624">
            <a:extLst xmlns:a="http://schemas.openxmlformats.org/drawingml/2006/main">
              <a:ext uri="{FF2B5EF4-FFF2-40B4-BE49-F238E27FC236}">
                <a16:creationId xmlns:a16="http://schemas.microsoft.com/office/drawing/2014/main" id="{82A33568-B06B-461F-819F-729C05E4B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93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" name="data_5625">
            <a:extLst xmlns:a="http://schemas.openxmlformats.org/drawingml/2006/main">
              <a:ext uri="{FF2B5EF4-FFF2-40B4-BE49-F238E27FC236}">
                <a16:creationId xmlns:a16="http://schemas.microsoft.com/office/drawing/2014/main" id="{46B8F339-D4CC-46E4-B6F9-E8A2D76B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98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data_5626">
            <a:extLst xmlns:a="http://schemas.openxmlformats.org/drawingml/2006/main">
              <a:ext uri="{FF2B5EF4-FFF2-40B4-BE49-F238E27FC236}">
                <a16:creationId xmlns:a16="http://schemas.microsoft.com/office/drawing/2014/main" id="{F82952FD-18B0-4D33-AE36-57E1F2BA8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60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data_5627">
            <a:extLst xmlns:a="http://schemas.openxmlformats.org/drawingml/2006/main">
              <a:ext uri="{FF2B5EF4-FFF2-40B4-BE49-F238E27FC236}">
                <a16:creationId xmlns:a16="http://schemas.microsoft.com/office/drawing/2014/main" id="{767724C1-7A3D-4770-8F5D-033DD39C0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4203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" name="data_5628">
            <a:extLst xmlns:a="http://schemas.openxmlformats.org/drawingml/2006/main">
              <a:ext uri="{FF2B5EF4-FFF2-40B4-BE49-F238E27FC236}">
                <a16:creationId xmlns:a16="http://schemas.microsoft.com/office/drawing/2014/main" id="{E04F3ECE-3949-41E7-B711-51DE6ECAB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68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data_5629">
            <a:extLst xmlns:a="http://schemas.openxmlformats.org/drawingml/2006/main">
              <a:ext uri="{FF2B5EF4-FFF2-40B4-BE49-F238E27FC236}">
                <a16:creationId xmlns:a16="http://schemas.microsoft.com/office/drawing/2014/main" id="{553C5383-59B9-403E-95D4-CF8CAF3B6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49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data_5630">
            <a:extLst xmlns:a="http://schemas.openxmlformats.org/drawingml/2006/main">
              <a:ext uri="{FF2B5EF4-FFF2-40B4-BE49-F238E27FC236}">
                <a16:creationId xmlns:a16="http://schemas.microsoft.com/office/drawing/2014/main" id="{745257D6-DD9E-416B-8B49-79860CB65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77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data_5631">
            <a:extLst xmlns:a="http://schemas.openxmlformats.org/drawingml/2006/main">
              <a:ext uri="{FF2B5EF4-FFF2-40B4-BE49-F238E27FC236}">
                <a16:creationId xmlns:a16="http://schemas.microsoft.com/office/drawing/2014/main" id="{86E64872-A0E5-4004-B22D-9B2F0530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140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data_5632">
            <a:extLst xmlns:a="http://schemas.openxmlformats.org/drawingml/2006/main">
              <a:ext uri="{FF2B5EF4-FFF2-40B4-BE49-F238E27FC236}">
                <a16:creationId xmlns:a16="http://schemas.microsoft.com/office/drawing/2014/main" id="{0FFCDEFD-C484-469C-9290-B73FD5DD6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59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data_5633">
            <a:extLst xmlns:a="http://schemas.openxmlformats.org/drawingml/2006/main">
              <a:ext uri="{FF2B5EF4-FFF2-40B4-BE49-F238E27FC236}">
                <a16:creationId xmlns:a16="http://schemas.microsoft.com/office/drawing/2014/main" id="{AD7ABAA8-83F4-4649-9B25-488D4D56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566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data_5634">
            <a:extLst xmlns:a="http://schemas.openxmlformats.org/drawingml/2006/main">
              <a:ext uri="{FF2B5EF4-FFF2-40B4-BE49-F238E27FC236}">
                <a16:creationId xmlns:a16="http://schemas.microsoft.com/office/drawing/2014/main" id="{C311630F-973F-45DB-B2FC-46AFF4029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758" y="351600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ata_5635">
            <a:extLst xmlns:a="http://schemas.openxmlformats.org/drawingml/2006/main">
              <a:ext uri="{FF2B5EF4-FFF2-40B4-BE49-F238E27FC236}">
                <a16:creationId xmlns:a16="http://schemas.microsoft.com/office/drawing/2014/main" id="{38F7175F-74CD-4928-AF9C-FFADF2099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36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" name="data_5636">
            <a:extLst xmlns:a="http://schemas.openxmlformats.org/drawingml/2006/main">
              <a:ext uri="{FF2B5EF4-FFF2-40B4-BE49-F238E27FC236}">
                <a16:creationId xmlns:a16="http://schemas.microsoft.com/office/drawing/2014/main" id="{FB1E090A-6991-495E-A1D0-8567E9C09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16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ata_5637">
            <a:extLst xmlns:a="http://schemas.openxmlformats.org/drawingml/2006/main">
              <a:ext uri="{FF2B5EF4-FFF2-40B4-BE49-F238E27FC236}">
                <a16:creationId xmlns:a16="http://schemas.microsoft.com/office/drawing/2014/main" id="{D4605996-6C4B-4731-A904-6F7AC5477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335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" name="data_5638">
            <a:extLst xmlns:a="http://schemas.openxmlformats.org/drawingml/2006/main">
              <a:ext uri="{FF2B5EF4-FFF2-40B4-BE49-F238E27FC236}">
                <a16:creationId xmlns:a16="http://schemas.microsoft.com/office/drawing/2014/main" id="{5A8ED579-415B-4A24-824B-2FEACCEF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68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ata_5639">
            <a:extLst xmlns:a="http://schemas.openxmlformats.org/drawingml/2006/main">
              <a:ext uri="{FF2B5EF4-FFF2-40B4-BE49-F238E27FC236}">
                <a16:creationId xmlns:a16="http://schemas.microsoft.com/office/drawing/2014/main" id="{8C9627F8-F7C5-463C-8ADF-4E482A221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0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ata_5640">
            <a:extLst xmlns:a="http://schemas.openxmlformats.org/drawingml/2006/main">
              <a:ext uri="{FF2B5EF4-FFF2-40B4-BE49-F238E27FC236}">
                <a16:creationId xmlns:a16="http://schemas.microsoft.com/office/drawing/2014/main" id="{A4BCA690-FD16-4FCE-8379-A9F9D8292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6448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ata_5641">
            <a:extLst xmlns:a="http://schemas.openxmlformats.org/drawingml/2006/main">
              <a:ext uri="{FF2B5EF4-FFF2-40B4-BE49-F238E27FC236}">
                <a16:creationId xmlns:a16="http://schemas.microsoft.com/office/drawing/2014/main" id="{FAFC9D3D-6D4E-46B5-8B33-680116364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08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ata_5642">
            <a:extLst xmlns:a="http://schemas.openxmlformats.org/drawingml/2006/main">
              <a:ext uri="{FF2B5EF4-FFF2-40B4-BE49-F238E27FC236}">
                <a16:creationId xmlns:a16="http://schemas.microsoft.com/office/drawing/2014/main" id="{8E27B616-BBAC-4C2A-B2E9-4026D68A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98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data_5643">
            <a:extLst xmlns:a="http://schemas.openxmlformats.org/drawingml/2006/main">
              <a:ext uri="{FF2B5EF4-FFF2-40B4-BE49-F238E27FC236}">
                <a16:creationId xmlns:a16="http://schemas.microsoft.com/office/drawing/2014/main" id="{C251550E-7827-42A0-B86B-257D74E98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82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ata_5644">
            <a:extLst xmlns:a="http://schemas.openxmlformats.org/drawingml/2006/main">
              <a:ext uri="{FF2B5EF4-FFF2-40B4-BE49-F238E27FC236}">
                <a16:creationId xmlns:a16="http://schemas.microsoft.com/office/drawing/2014/main" id="{0AA906F1-43D5-478D-A69D-B98A6F05A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192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data_5645">
            <a:extLst xmlns:a="http://schemas.openxmlformats.org/drawingml/2006/main">
              <a:ext uri="{FF2B5EF4-FFF2-40B4-BE49-F238E27FC236}">
                <a16:creationId xmlns:a16="http://schemas.microsoft.com/office/drawing/2014/main" id="{FBDFD88F-3D74-4112-90AB-644EE9E35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50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ata_5646">
            <a:extLst xmlns:a="http://schemas.openxmlformats.org/drawingml/2006/main">
              <a:ext uri="{FF2B5EF4-FFF2-40B4-BE49-F238E27FC236}">
                <a16:creationId xmlns:a16="http://schemas.microsoft.com/office/drawing/2014/main" id="{AA566FC5-7D48-4109-A43A-D3713E24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379" y="37717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" name="data_5647">
            <a:extLst xmlns:a="http://schemas.openxmlformats.org/drawingml/2006/main">
              <a:ext uri="{FF2B5EF4-FFF2-40B4-BE49-F238E27FC236}">
                <a16:creationId xmlns:a16="http://schemas.microsoft.com/office/drawing/2014/main" id="{3473D8BA-C545-4BF5-B907-2590DE01D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929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ata_5648">
            <a:extLst xmlns:a="http://schemas.openxmlformats.org/drawingml/2006/main">
              <a:ext uri="{FF2B5EF4-FFF2-40B4-BE49-F238E27FC236}">
                <a16:creationId xmlns:a16="http://schemas.microsoft.com/office/drawing/2014/main" id="{E400F850-5E77-4FA7-BFB9-7F85E574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4281" y="270351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" name="data_5649">
            <a:extLst xmlns:a="http://schemas.openxmlformats.org/drawingml/2006/main">
              <a:ext uri="{FF2B5EF4-FFF2-40B4-BE49-F238E27FC236}">
                <a16:creationId xmlns:a16="http://schemas.microsoft.com/office/drawing/2014/main" id="{49B99B8B-5A2B-448B-AE00-6B18B0C7D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460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ata_5650">
            <a:extLst xmlns:a="http://schemas.openxmlformats.org/drawingml/2006/main">
              <a:ext uri="{FF2B5EF4-FFF2-40B4-BE49-F238E27FC236}">
                <a16:creationId xmlns:a16="http://schemas.microsoft.com/office/drawing/2014/main" id="{E59FCC02-0B18-4B5D-825E-8ABAAEE93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408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" name="data_5651">
            <a:extLst xmlns:a="http://schemas.openxmlformats.org/drawingml/2006/main">
              <a:ext uri="{FF2B5EF4-FFF2-40B4-BE49-F238E27FC236}">
                <a16:creationId xmlns:a16="http://schemas.microsoft.com/office/drawing/2014/main" id="{5FECCF4D-516E-49C4-8008-8EDD2608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236" y="233333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ata_5652">
            <a:extLst xmlns:a="http://schemas.openxmlformats.org/drawingml/2006/main">
              <a:ext uri="{FF2B5EF4-FFF2-40B4-BE49-F238E27FC236}">
                <a16:creationId xmlns:a16="http://schemas.microsoft.com/office/drawing/2014/main" id="{8830CE5C-B0D3-4F3F-830E-0B5AA2E6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15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data_5653">
            <a:extLst xmlns:a="http://schemas.openxmlformats.org/drawingml/2006/main">
              <a:ext uri="{FF2B5EF4-FFF2-40B4-BE49-F238E27FC236}">
                <a16:creationId xmlns:a16="http://schemas.microsoft.com/office/drawing/2014/main" id="{B9BA131A-28A2-4FFA-A113-F61B72D6B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99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ata_5654">
            <a:extLst xmlns:a="http://schemas.openxmlformats.org/drawingml/2006/main">
              <a:ext uri="{FF2B5EF4-FFF2-40B4-BE49-F238E27FC236}">
                <a16:creationId xmlns:a16="http://schemas.microsoft.com/office/drawing/2014/main" id="{DAF65557-E23D-43C6-943D-4E15D55E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186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ata_5655">
            <a:extLst xmlns:a="http://schemas.openxmlformats.org/drawingml/2006/main">
              <a:ext uri="{FF2B5EF4-FFF2-40B4-BE49-F238E27FC236}">
                <a16:creationId xmlns:a16="http://schemas.microsoft.com/office/drawing/2014/main" id="{4E495F74-243E-4D4E-9880-36012DE8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3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ata_5656">
            <a:extLst xmlns:a="http://schemas.openxmlformats.org/drawingml/2006/main">
              <a:ext uri="{FF2B5EF4-FFF2-40B4-BE49-F238E27FC236}">
                <a16:creationId xmlns:a16="http://schemas.microsoft.com/office/drawing/2014/main" id="{8B61F762-CA1D-416D-97A3-95B8AACD9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57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data_5657">
            <a:extLst xmlns:a="http://schemas.openxmlformats.org/drawingml/2006/main">
              <a:ext uri="{FF2B5EF4-FFF2-40B4-BE49-F238E27FC236}">
                <a16:creationId xmlns:a16="http://schemas.microsoft.com/office/drawing/2014/main" id="{5378743F-FFB3-46F1-B9E8-8B72F1A39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2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ata_5658">
            <a:extLst xmlns:a="http://schemas.openxmlformats.org/drawingml/2006/main">
              <a:ext uri="{FF2B5EF4-FFF2-40B4-BE49-F238E27FC236}">
                <a16:creationId xmlns:a16="http://schemas.microsoft.com/office/drawing/2014/main" id="{B18A616E-F583-4DB2-80BD-497B8E89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573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" name="data_5659">
            <a:extLst xmlns:a="http://schemas.openxmlformats.org/drawingml/2006/main">
              <a:ext uri="{FF2B5EF4-FFF2-40B4-BE49-F238E27FC236}">
                <a16:creationId xmlns:a16="http://schemas.microsoft.com/office/drawing/2014/main" id="{6686152A-0D3A-4048-95A1-1E3E404EB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428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ata_5660">
            <a:extLst xmlns:a="http://schemas.openxmlformats.org/drawingml/2006/main">
              <a:ext uri="{FF2B5EF4-FFF2-40B4-BE49-F238E27FC236}">
                <a16:creationId xmlns:a16="http://schemas.microsoft.com/office/drawing/2014/main" id="{4293EC9A-7403-4680-B9F4-96DBD646E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58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ata_5661">
            <a:extLst xmlns:a="http://schemas.openxmlformats.org/drawingml/2006/main">
              <a:ext uri="{FF2B5EF4-FFF2-40B4-BE49-F238E27FC236}">
                <a16:creationId xmlns:a16="http://schemas.microsoft.com/office/drawing/2014/main" id="{3A52C0D2-845D-4C85-BCCD-9937A261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724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ata_5662">
            <a:extLst xmlns:a="http://schemas.openxmlformats.org/drawingml/2006/main">
              <a:ext uri="{FF2B5EF4-FFF2-40B4-BE49-F238E27FC236}">
                <a16:creationId xmlns:a16="http://schemas.microsoft.com/office/drawing/2014/main" id="{DA0C22BE-C10E-46F3-8AB5-DCA0FC7BE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4477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ata_5663">
            <a:extLst xmlns:a="http://schemas.openxmlformats.org/drawingml/2006/main">
              <a:ext uri="{FF2B5EF4-FFF2-40B4-BE49-F238E27FC236}">
                <a16:creationId xmlns:a16="http://schemas.microsoft.com/office/drawing/2014/main" id="{8C26D394-95D1-46A8-957C-FB28B9991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233" y="27453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ata_5664">
            <a:extLst xmlns:a="http://schemas.openxmlformats.org/drawingml/2006/main">
              <a:ext uri="{FF2B5EF4-FFF2-40B4-BE49-F238E27FC236}">
                <a16:creationId xmlns:a16="http://schemas.microsoft.com/office/drawing/2014/main" id="{8A61F7FC-CBF1-4FC7-B114-039DA211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8061" y="29848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ata_5665">
            <a:extLst xmlns:a="http://schemas.openxmlformats.org/drawingml/2006/main">
              <a:ext uri="{FF2B5EF4-FFF2-40B4-BE49-F238E27FC236}">
                <a16:creationId xmlns:a16="http://schemas.microsoft.com/office/drawing/2014/main" id="{119A16D4-F2F1-4C25-B7CA-E5D9B4C6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138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ata_5666">
            <a:extLst xmlns:a="http://schemas.openxmlformats.org/drawingml/2006/main">
              <a:ext uri="{FF2B5EF4-FFF2-40B4-BE49-F238E27FC236}">
                <a16:creationId xmlns:a16="http://schemas.microsoft.com/office/drawing/2014/main" id="{E55092AA-5DD2-40AC-BBFD-1F62F055D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402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data_5667">
            <a:extLst xmlns:a="http://schemas.openxmlformats.org/drawingml/2006/main">
              <a:ext uri="{FF2B5EF4-FFF2-40B4-BE49-F238E27FC236}">
                <a16:creationId xmlns:a16="http://schemas.microsoft.com/office/drawing/2014/main" id="{AA09E151-EC0C-4B01-8E3C-CFF26410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907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ata_5668">
            <a:extLst xmlns:a="http://schemas.openxmlformats.org/drawingml/2006/main">
              <a:ext uri="{FF2B5EF4-FFF2-40B4-BE49-F238E27FC236}">
                <a16:creationId xmlns:a16="http://schemas.microsoft.com/office/drawing/2014/main" id="{89EDB8A2-8C5D-4931-AB76-6E01B3241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1805" y="29334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ata_5669">
            <a:extLst xmlns:a="http://schemas.openxmlformats.org/drawingml/2006/main">
              <a:ext uri="{FF2B5EF4-FFF2-40B4-BE49-F238E27FC236}">
                <a16:creationId xmlns:a16="http://schemas.microsoft.com/office/drawing/2014/main" id="{EA085469-3A2D-4EFE-AC4C-913D486C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089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ata_5670">
            <a:extLst xmlns:a="http://schemas.openxmlformats.org/drawingml/2006/main">
              <a:ext uri="{FF2B5EF4-FFF2-40B4-BE49-F238E27FC236}">
                <a16:creationId xmlns:a16="http://schemas.microsoft.com/office/drawing/2014/main" id="{B244A4F9-FAC9-4462-A968-90C0D28C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955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data_5671">
            <a:extLst xmlns:a="http://schemas.openxmlformats.org/drawingml/2006/main">
              <a:ext uri="{FF2B5EF4-FFF2-40B4-BE49-F238E27FC236}">
                <a16:creationId xmlns:a16="http://schemas.microsoft.com/office/drawing/2014/main" id="{CB1326D2-C7E7-4423-88EB-AC9E0AEA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1544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ata_5672">
            <a:extLst xmlns:a="http://schemas.openxmlformats.org/drawingml/2006/main">
              <a:ext uri="{FF2B5EF4-FFF2-40B4-BE49-F238E27FC236}">
                <a16:creationId xmlns:a16="http://schemas.microsoft.com/office/drawing/2014/main" id="{59BBB6C3-A30E-48BA-A4E0-36E0972D1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763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data_5673">
            <a:extLst xmlns:a="http://schemas.openxmlformats.org/drawingml/2006/main">
              <a:ext uri="{FF2B5EF4-FFF2-40B4-BE49-F238E27FC236}">
                <a16:creationId xmlns:a16="http://schemas.microsoft.com/office/drawing/2014/main" id="{9565E914-055C-4786-A0B0-167EAA1B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604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" name="data_5674">
            <a:extLst xmlns:a="http://schemas.openxmlformats.org/drawingml/2006/main">
              <a:ext uri="{FF2B5EF4-FFF2-40B4-BE49-F238E27FC236}">
                <a16:creationId xmlns:a16="http://schemas.microsoft.com/office/drawing/2014/main" id="{482DA1B9-7B8A-4949-A428-F3255C87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516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" name="data_5675">
            <a:extLst xmlns:a="http://schemas.openxmlformats.org/drawingml/2006/main">
              <a:ext uri="{FF2B5EF4-FFF2-40B4-BE49-F238E27FC236}">
                <a16:creationId xmlns:a16="http://schemas.microsoft.com/office/drawing/2014/main" id="{8240AE67-A1A6-48C2-9118-F76767C5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913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" name="data_5676">
            <a:extLst xmlns:a="http://schemas.openxmlformats.org/drawingml/2006/main">
              <a:ext uri="{FF2B5EF4-FFF2-40B4-BE49-F238E27FC236}">
                <a16:creationId xmlns:a16="http://schemas.microsoft.com/office/drawing/2014/main" id="{58A4DB31-6617-4E61-AA84-386422A02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822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data_5677">
            <a:extLst xmlns:a="http://schemas.openxmlformats.org/drawingml/2006/main">
              <a:ext uri="{FF2B5EF4-FFF2-40B4-BE49-F238E27FC236}">
                <a16:creationId xmlns:a16="http://schemas.microsoft.com/office/drawing/2014/main" id="{3FEA91A2-C5A3-45E5-AF6A-80B8F229E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41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" name="data_5678">
            <a:extLst xmlns:a="http://schemas.openxmlformats.org/drawingml/2006/main">
              <a:ext uri="{FF2B5EF4-FFF2-40B4-BE49-F238E27FC236}">
                <a16:creationId xmlns:a16="http://schemas.microsoft.com/office/drawing/2014/main" id="{D06AD7A7-95E8-4896-ABE5-3DB3CAF25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03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" name="data_5679">
            <a:extLst xmlns:a="http://schemas.openxmlformats.org/drawingml/2006/main">
              <a:ext uri="{FF2B5EF4-FFF2-40B4-BE49-F238E27FC236}">
                <a16:creationId xmlns:a16="http://schemas.microsoft.com/office/drawing/2014/main" id="{42BE2190-2F98-4494-ACAB-45758D9D4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1513" y="389050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" name="data_5680">
            <a:extLst xmlns:a="http://schemas.openxmlformats.org/drawingml/2006/main">
              <a:ext uri="{FF2B5EF4-FFF2-40B4-BE49-F238E27FC236}">
                <a16:creationId xmlns:a16="http://schemas.microsoft.com/office/drawing/2014/main" id="{E80A14BA-A504-4557-AD76-E67674E40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506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" name="data_5681">
            <a:extLst xmlns:a="http://schemas.openxmlformats.org/drawingml/2006/main">
              <a:ext uri="{FF2B5EF4-FFF2-40B4-BE49-F238E27FC236}">
                <a16:creationId xmlns:a16="http://schemas.microsoft.com/office/drawing/2014/main" id="{2DB31D09-F2B0-45CC-87E7-3ECB7A56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832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" name="data_5682">
            <a:extLst xmlns:a="http://schemas.openxmlformats.org/drawingml/2006/main">
              <a:ext uri="{FF2B5EF4-FFF2-40B4-BE49-F238E27FC236}">
                <a16:creationId xmlns:a16="http://schemas.microsoft.com/office/drawing/2014/main" id="{0C1662BE-7D67-43D7-8029-85CE88C6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1153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" name="data_5683">
            <a:extLst xmlns:a="http://schemas.openxmlformats.org/drawingml/2006/main">
              <a:ext uri="{FF2B5EF4-FFF2-40B4-BE49-F238E27FC236}">
                <a16:creationId xmlns:a16="http://schemas.microsoft.com/office/drawing/2014/main" id="{FE76F100-14EB-4313-BB38-082F86404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3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data_5684">
            <a:extLst xmlns:a="http://schemas.openxmlformats.org/drawingml/2006/main">
              <a:ext uri="{FF2B5EF4-FFF2-40B4-BE49-F238E27FC236}">
                <a16:creationId xmlns:a16="http://schemas.microsoft.com/office/drawing/2014/main" id="{48CD4A3B-5CFB-4246-8EE1-AA2B27E48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02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" name="data_5685">
            <a:extLst xmlns:a="http://schemas.openxmlformats.org/drawingml/2006/main">
              <a:ext uri="{FF2B5EF4-FFF2-40B4-BE49-F238E27FC236}">
                <a16:creationId xmlns:a16="http://schemas.microsoft.com/office/drawing/2014/main" id="{C9783503-F856-4AC8-ABE0-B6EDF0587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08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" name="data_5686">
            <a:extLst xmlns:a="http://schemas.openxmlformats.org/drawingml/2006/main">
              <a:ext uri="{FF2B5EF4-FFF2-40B4-BE49-F238E27FC236}">
                <a16:creationId xmlns:a16="http://schemas.microsoft.com/office/drawing/2014/main" id="{899A4051-F525-4784-A47D-080FD2B8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972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" name="data_5687">
            <a:extLst xmlns:a="http://schemas.openxmlformats.org/drawingml/2006/main">
              <a:ext uri="{FF2B5EF4-FFF2-40B4-BE49-F238E27FC236}">
                <a16:creationId xmlns:a16="http://schemas.microsoft.com/office/drawing/2014/main" id="{9C550F8E-75D5-4E0A-86C0-78D4A2581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594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data_5688">
            <a:extLst xmlns:a="http://schemas.openxmlformats.org/drawingml/2006/main">
              <a:ext uri="{FF2B5EF4-FFF2-40B4-BE49-F238E27FC236}">
                <a16:creationId xmlns:a16="http://schemas.microsoft.com/office/drawing/2014/main" id="{B9CCF549-F44D-4244-9483-4E95EFE34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5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" name="data_5689">
            <a:extLst xmlns:a="http://schemas.openxmlformats.org/drawingml/2006/main">
              <a:ext uri="{FF2B5EF4-FFF2-40B4-BE49-F238E27FC236}">
                <a16:creationId xmlns:a16="http://schemas.microsoft.com/office/drawing/2014/main" id="{C46CBDD4-9B30-4AFE-A10F-B7FED08F9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144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data_5690">
            <a:extLst xmlns:a="http://schemas.openxmlformats.org/drawingml/2006/main">
              <a:ext uri="{FF2B5EF4-FFF2-40B4-BE49-F238E27FC236}">
                <a16:creationId xmlns:a16="http://schemas.microsoft.com/office/drawing/2014/main" id="{3EF20A2C-98EE-4727-97C6-C3C9399D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12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" name="data_5691">
            <a:extLst xmlns:a="http://schemas.openxmlformats.org/drawingml/2006/main">
              <a:ext uri="{FF2B5EF4-FFF2-40B4-BE49-F238E27FC236}">
                <a16:creationId xmlns:a16="http://schemas.microsoft.com/office/drawing/2014/main" id="{D1395CE9-4332-4FF5-90A4-B0936C32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861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" name="data_5692">
            <a:extLst xmlns:a="http://schemas.openxmlformats.org/drawingml/2006/main">
              <a:ext uri="{FF2B5EF4-FFF2-40B4-BE49-F238E27FC236}">
                <a16:creationId xmlns:a16="http://schemas.microsoft.com/office/drawing/2014/main" id="{CBE1A37B-7CC0-45B0-B485-F2C449706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861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" name="data_5693">
            <a:extLst xmlns:a="http://schemas.openxmlformats.org/drawingml/2006/main">
              <a:ext uri="{FF2B5EF4-FFF2-40B4-BE49-F238E27FC236}">
                <a16:creationId xmlns:a16="http://schemas.microsoft.com/office/drawing/2014/main" id="{78E09016-516F-4A21-934D-DDB4F85D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9525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" name="data_5694">
            <a:extLst xmlns:a="http://schemas.openxmlformats.org/drawingml/2006/main">
              <a:ext uri="{FF2B5EF4-FFF2-40B4-BE49-F238E27FC236}">
                <a16:creationId xmlns:a16="http://schemas.microsoft.com/office/drawing/2014/main" id="{2FE132F4-74BB-4B2A-A748-FA8259B9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0342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" name="data_5695">
            <a:extLst xmlns:a="http://schemas.openxmlformats.org/drawingml/2006/main">
              <a:ext uri="{FF2B5EF4-FFF2-40B4-BE49-F238E27FC236}">
                <a16:creationId xmlns:a16="http://schemas.microsoft.com/office/drawing/2014/main" id="{73414E33-B269-4F91-A535-B279FF08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90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data_5696">
            <a:extLst xmlns:a="http://schemas.openxmlformats.org/drawingml/2006/main">
              <a:ext uri="{FF2B5EF4-FFF2-40B4-BE49-F238E27FC236}">
                <a16:creationId xmlns:a16="http://schemas.microsoft.com/office/drawing/2014/main" id="{28D1C6C4-9AC9-4B10-BC0A-8422054B2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70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" name="data_5697">
            <a:extLst xmlns:a="http://schemas.openxmlformats.org/drawingml/2006/main">
              <a:ext uri="{FF2B5EF4-FFF2-40B4-BE49-F238E27FC236}">
                <a16:creationId xmlns:a16="http://schemas.microsoft.com/office/drawing/2014/main" id="{54654042-DC99-4E2D-A904-FF845E14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85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" name="data_5698">
            <a:extLst xmlns:a="http://schemas.openxmlformats.org/drawingml/2006/main">
              <a:ext uri="{FF2B5EF4-FFF2-40B4-BE49-F238E27FC236}">
                <a16:creationId xmlns:a16="http://schemas.microsoft.com/office/drawing/2014/main" id="{C471C86C-B958-4267-AAA4-4406A22D3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376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" name="data_5699">
            <a:extLst xmlns:a="http://schemas.openxmlformats.org/drawingml/2006/main">
              <a:ext uri="{FF2B5EF4-FFF2-40B4-BE49-F238E27FC236}">
                <a16:creationId xmlns:a16="http://schemas.microsoft.com/office/drawing/2014/main" id="{F1B81D6C-A236-4D42-8C6D-7E2FE705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160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data_5700">
            <a:extLst xmlns:a="http://schemas.openxmlformats.org/drawingml/2006/main">
              <a:ext uri="{FF2B5EF4-FFF2-40B4-BE49-F238E27FC236}">
                <a16:creationId xmlns:a16="http://schemas.microsoft.com/office/drawing/2014/main" id="{800189E4-1E4E-4530-8363-AD603F998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29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" name="data_5701">
            <a:extLst xmlns:a="http://schemas.openxmlformats.org/drawingml/2006/main">
              <a:ext uri="{FF2B5EF4-FFF2-40B4-BE49-F238E27FC236}">
                <a16:creationId xmlns:a16="http://schemas.microsoft.com/office/drawing/2014/main" id="{E87BAA39-0655-4339-82B5-052839FF5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51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" name="data_5702">
            <a:extLst xmlns:a="http://schemas.openxmlformats.org/drawingml/2006/main">
              <a:ext uri="{FF2B5EF4-FFF2-40B4-BE49-F238E27FC236}">
                <a16:creationId xmlns:a16="http://schemas.microsoft.com/office/drawing/2014/main" id="{19DED8F4-A96C-4423-8C96-0DF3141B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131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" name="data_5703">
            <a:extLst xmlns:a="http://schemas.openxmlformats.org/drawingml/2006/main">
              <a:ext uri="{FF2B5EF4-FFF2-40B4-BE49-F238E27FC236}">
                <a16:creationId xmlns:a16="http://schemas.microsoft.com/office/drawing/2014/main" id="{8E95245A-03D3-4F83-8DF3-9EE02368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36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" name="data_5704">
            <a:extLst xmlns:a="http://schemas.openxmlformats.org/drawingml/2006/main">
              <a:ext uri="{FF2B5EF4-FFF2-40B4-BE49-F238E27FC236}">
                <a16:creationId xmlns:a16="http://schemas.microsoft.com/office/drawing/2014/main" id="{17E0F6CD-3B8E-40BD-B931-65A1F517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6400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" name="data_5705">
            <a:extLst xmlns:a="http://schemas.openxmlformats.org/drawingml/2006/main">
              <a:ext uri="{FF2B5EF4-FFF2-40B4-BE49-F238E27FC236}">
                <a16:creationId xmlns:a16="http://schemas.microsoft.com/office/drawing/2014/main" id="{0E1D8C4D-BFB7-4783-9A8A-273BBBDD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3502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" name="data_5706">
            <a:extLst xmlns:a="http://schemas.openxmlformats.org/drawingml/2006/main">
              <a:ext uri="{FF2B5EF4-FFF2-40B4-BE49-F238E27FC236}">
                <a16:creationId xmlns:a16="http://schemas.microsoft.com/office/drawing/2014/main" id="{4F9CCBF5-3BF4-4F37-BE86-E73226D78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271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" name="data_5707">
            <a:extLst xmlns:a="http://schemas.openxmlformats.org/drawingml/2006/main">
              <a:ext uri="{FF2B5EF4-FFF2-40B4-BE49-F238E27FC236}">
                <a16:creationId xmlns:a16="http://schemas.microsoft.com/office/drawing/2014/main" id="{395A49A8-A417-4FA4-8A2D-A1464BAF9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275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data_5708">
            <a:extLst xmlns:a="http://schemas.openxmlformats.org/drawingml/2006/main">
              <a:ext uri="{FF2B5EF4-FFF2-40B4-BE49-F238E27FC236}">
                <a16:creationId xmlns:a16="http://schemas.microsoft.com/office/drawing/2014/main" id="{F52E599F-36F1-4723-BE4F-CC2C4484D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1579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" name="data_5709">
            <a:extLst xmlns:a="http://schemas.openxmlformats.org/drawingml/2006/main">
              <a:ext uri="{FF2B5EF4-FFF2-40B4-BE49-F238E27FC236}">
                <a16:creationId xmlns:a16="http://schemas.microsoft.com/office/drawing/2014/main" id="{0F5BC12C-3BFF-4E00-858D-DBB15CC49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3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data_5710">
            <a:extLst xmlns:a="http://schemas.openxmlformats.org/drawingml/2006/main">
              <a:ext uri="{FF2B5EF4-FFF2-40B4-BE49-F238E27FC236}">
                <a16:creationId xmlns:a16="http://schemas.microsoft.com/office/drawing/2014/main" id="{1D4334B7-0FC3-4E45-B1A4-1B31DB534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379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" name="data_5711">
            <a:extLst xmlns:a="http://schemas.openxmlformats.org/drawingml/2006/main">
              <a:ext uri="{FF2B5EF4-FFF2-40B4-BE49-F238E27FC236}">
                <a16:creationId xmlns:a16="http://schemas.microsoft.com/office/drawing/2014/main" id="{A300E9F2-F073-4A12-8E0D-0B7FFEFA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38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6" name="data_5712">
            <a:extLst xmlns:a="http://schemas.openxmlformats.org/drawingml/2006/main">
              <a:ext uri="{FF2B5EF4-FFF2-40B4-BE49-F238E27FC236}">
                <a16:creationId xmlns:a16="http://schemas.microsoft.com/office/drawing/2014/main" id="{D5D21151-A121-4382-8362-2806C21A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056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7" name="data_5713">
            <a:extLst xmlns:a="http://schemas.openxmlformats.org/drawingml/2006/main">
              <a:ext uri="{FF2B5EF4-FFF2-40B4-BE49-F238E27FC236}">
                <a16:creationId xmlns:a16="http://schemas.microsoft.com/office/drawing/2014/main" id="{0E545CF3-D694-494B-BDD6-717DBA30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952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" name="data_5714">
            <a:extLst xmlns:a="http://schemas.openxmlformats.org/drawingml/2006/main">
              <a:ext uri="{FF2B5EF4-FFF2-40B4-BE49-F238E27FC236}">
                <a16:creationId xmlns:a16="http://schemas.microsoft.com/office/drawing/2014/main" id="{4A2DC327-9CFC-4FA4-BC94-A15D741A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3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" name="data_5715">
            <a:extLst xmlns:a="http://schemas.openxmlformats.org/drawingml/2006/main">
              <a:ext uri="{FF2B5EF4-FFF2-40B4-BE49-F238E27FC236}">
                <a16:creationId xmlns:a16="http://schemas.microsoft.com/office/drawing/2014/main" id="{B33AE87D-2E58-47BD-AE9D-EEF0E481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620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" name="data_5716">
            <a:extLst xmlns:a="http://schemas.openxmlformats.org/drawingml/2006/main">
              <a:ext uri="{FF2B5EF4-FFF2-40B4-BE49-F238E27FC236}">
                <a16:creationId xmlns:a16="http://schemas.microsoft.com/office/drawing/2014/main" id="{F052AE31-DCCC-464F-83F2-BB1D09259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2394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" name="data_5717">
            <a:extLst xmlns:a="http://schemas.openxmlformats.org/drawingml/2006/main">
              <a:ext uri="{FF2B5EF4-FFF2-40B4-BE49-F238E27FC236}">
                <a16:creationId xmlns:a16="http://schemas.microsoft.com/office/drawing/2014/main" id="{84C5D745-39AC-44B8-9D01-061EAFC5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997" y="25801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" name="data_5718">
            <a:extLst xmlns:a="http://schemas.openxmlformats.org/drawingml/2006/main">
              <a:ext uri="{FF2B5EF4-FFF2-40B4-BE49-F238E27FC236}">
                <a16:creationId xmlns:a16="http://schemas.microsoft.com/office/drawing/2014/main" id="{A65829C9-82A0-41F3-9CE7-BF66D6127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184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" name="data_5719">
            <a:extLst xmlns:a="http://schemas.openxmlformats.org/drawingml/2006/main">
              <a:ext uri="{FF2B5EF4-FFF2-40B4-BE49-F238E27FC236}">
                <a16:creationId xmlns:a16="http://schemas.microsoft.com/office/drawing/2014/main" id="{39653B15-26DC-491D-94E2-F3A97FE8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18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data_5720">
            <a:extLst xmlns:a="http://schemas.openxmlformats.org/drawingml/2006/main">
              <a:ext uri="{FF2B5EF4-FFF2-40B4-BE49-F238E27FC236}">
                <a16:creationId xmlns:a16="http://schemas.microsoft.com/office/drawing/2014/main" id="{8579D08D-B325-4850-BE8B-D7423851A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data_5721">
            <a:extLst xmlns:a="http://schemas.openxmlformats.org/drawingml/2006/main">
              <a:ext uri="{FF2B5EF4-FFF2-40B4-BE49-F238E27FC236}">
                <a16:creationId xmlns:a16="http://schemas.microsoft.com/office/drawing/2014/main" id="{7AB4E251-FA8F-4422-96BC-E2505A1BE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44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data_5722">
            <a:extLst xmlns:a="http://schemas.openxmlformats.org/drawingml/2006/main">
              <a:ext uri="{FF2B5EF4-FFF2-40B4-BE49-F238E27FC236}">
                <a16:creationId xmlns:a16="http://schemas.microsoft.com/office/drawing/2014/main" id="{8D337E46-5EC0-4B32-ADE9-C56EAE53F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73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" name="data_5723">
            <a:extLst xmlns:a="http://schemas.openxmlformats.org/drawingml/2006/main">
              <a:ext uri="{FF2B5EF4-FFF2-40B4-BE49-F238E27FC236}">
                <a16:creationId xmlns:a16="http://schemas.microsoft.com/office/drawing/2014/main" id="{C5C3382D-B971-4296-9CBD-D55BBA76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962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" name="data_5724">
            <a:extLst xmlns:a="http://schemas.openxmlformats.org/drawingml/2006/main">
              <a:ext uri="{FF2B5EF4-FFF2-40B4-BE49-F238E27FC236}">
                <a16:creationId xmlns:a16="http://schemas.microsoft.com/office/drawing/2014/main" id="{888D6569-EBBA-436F-AA09-CED17D8D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408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" name="data_5725">
            <a:extLst xmlns:a="http://schemas.openxmlformats.org/drawingml/2006/main">
              <a:ext uri="{FF2B5EF4-FFF2-40B4-BE49-F238E27FC236}">
                <a16:creationId xmlns:a16="http://schemas.microsoft.com/office/drawing/2014/main" id="{6447A471-A24D-443F-A617-ED18BCF53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724" y="25715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" name="data_5726">
            <a:extLst xmlns:a="http://schemas.openxmlformats.org/drawingml/2006/main">
              <a:ext uri="{FF2B5EF4-FFF2-40B4-BE49-F238E27FC236}">
                <a16:creationId xmlns:a16="http://schemas.microsoft.com/office/drawing/2014/main" id="{0E41A420-2BF5-4207-83B4-7762E65E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35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" name="data_5727">
            <a:extLst xmlns:a="http://schemas.openxmlformats.org/drawingml/2006/main">
              <a:ext uri="{FF2B5EF4-FFF2-40B4-BE49-F238E27FC236}">
                <a16:creationId xmlns:a16="http://schemas.microsoft.com/office/drawing/2014/main" id="{81AEB7EB-6F93-49C8-99DE-C5506CA8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916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data_5728">
            <a:extLst xmlns:a="http://schemas.openxmlformats.org/drawingml/2006/main">
              <a:ext uri="{FF2B5EF4-FFF2-40B4-BE49-F238E27FC236}">
                <a16:creationId xmlns:a16="http://schemas.microsoft.com/office/drawing/2014/main" id="{A18D4B66-94EC-4225-B957-5EB29836B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49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" name="data_5729">
            <a:extLst xmlns:a="http://schemas.openxmlformats.org/drawingml/2006/main">
              <a:ext uri="{FF2B5EF4-FFF2-40B4-BE49-F238E27FC236}">
                <a16:creationId xmlns:a16="http://schemas.microsoft.com/office/drawing/2014/main" id="{0415AFB4-407C-4A68-A4B3-9CEF8C6D3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16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" name="data_5730">
            <a:extLst xmlns:a="http://schemas.openxmlformats.org/drawingml/2006/main">
              <a:ext uri="{FF2B5EF4-FFF2-40B4-BE49-F238E27FC236}">
                <a16:creationId xmlns:a16="http://schemas.microsoft.com/office/drawing/2014/main" id="{BF1564EC-FFD6-45CD-ABD5-9A3303803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917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" name="data_5731">
            <a:extLst xmlns:a="http://schemas.openxmlformats.org/drawingml/2006/main">
              <a:ext uri="{FF2B5EF4-FFF2-40B4-BE49-F238E27FC236}">
                <a16:creationId xmlns:a16="http://schemas.microsoft.com/office/drawing/2014/main" id="{5F5B1217-7F18-48E8-A3B2-3FCF11604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440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" name="data_5732">
            <a:extLst xmlns:a="http://schemas.openxmlformats.org/drawingml/2006/main">
              <a:ext uri="{FF2B5EF4-FFF2-40B4-BE49-F238E27FC236}">
                <a16:creationId xmlns:a16="http://schemas.microsoft.com/office/drawing/2014/main" id="{0F0CEC9E-8889-4124-B7E6-93B0FD6C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333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data_5733">
            <a:extLst xmlns:a="http://schemas.openxmlformats.org/drawingml/2006/main">
              <a:ext uri="{FF2B5EF4-FFF2-40B4-BE49-F238E27FC236}">
                <a16:creationId xmlns:a16="http://schemas.microsoft.com/office/drawing/2014/main" id="{FFE156F3-7965-4E70-8E59-AD0DF6AE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38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" name="data_5734">
            <a:extLst xmlns:a="http://schemas.openxmlformats.org/drawingml/2006/main">
              <a:ext uri="{FF2B5EF4-FFF2-40B4-BE49-F238E27FC236}">
                <a16:creationId xmlns:a16="http://schemas.microsoft.com/office/drawing/2014/main" id="{57F33D9C-E84C-4B43-926F-10B3661E2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3761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data_5735">
            <a:extLst xmlns:a="http://schemas.openxmlformats.org/drawingml/2006/main">
              <a:ext uri="{FF2B5EF4-FFF2-40B4-BE49-F238E27FC236}">
                <a16:creationId xmlns:a16="http://schemas.microsoft.com/office/drawing/2014/main" id="{0FFA5110-021B-40D4-99EF-0EC99E7D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866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" name="data_5736">
            <a:extLst xmlns:a="http://schemas.openxmlformats.org/drawingml/2006/main">
              <a:ext uri="{FF2B5EF4-FFF2-40B4-BE49-F238E27FC236}">
                <a16:creationId xmlns:a16="http://schemas.microsoft.com/office/drawing/2014/main" id="{72A77EF6-C93D-4C2F-B476-273A5C28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389" y="25953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data_5737">
            <a:extLst xmlns:a="http://schemas.openxmlformats.org/drawingml/2006/main">
              <a:ext uri="{FF2B5EF4-FFF2-40B4-BE49-F238E27FC236}">
                <a16:creationId xmlns:a16="http://schemas.microsoft.com/office/drawing/2014/main" id="{870638BD-897E-4EB2-B3D3-EEDB2F39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884" y="261416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" name="data_5738">
            <a:extLst xmlns:a="http://schemas.openxmlformats.org/drawingml/2006/main">
              <a:ext uri="{FF2B5EF4-FFF2-40B4-BE49-F238E27FC236}">
                <a16:creationId xmlns:a16="http://schemas.microsoft.com/office/drawing/2014/main" id="{F76061AB-CBB6-4001-88A0-24CACDCCF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778" y="35834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data_5739">
            <a:extLst xmlns:a="http://schemas.openxmlformats.org/drawingml/2006/main">
              <a:ext uri="{FF2B5EF4-FFF2-40B4-BE49-F238E27FC236}">
                <a16:creationId xmlns:a16="http://schemas.microsoft.com/office/drawing/2014/main" id="{4BC5CEBC-FEC6-4FC7-90D9-B2AFDE18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90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" name="data_5740">
            <a:extLst xmlns:a="http://schemas.openxmlformats.org/drawingml/2006/main">
              <a:ext uri="{FF2B5EF4-FFF2-40B4-BE49-F238E27FC236}">
                <a16:creationId xmlns:a16="http://schemas.microsoft.com/office/drawing/2014/main" id="{770345DD-2803-448A-B5CF-C42E6886F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083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" name="data_5741">
            <a:extLst xmlns:a="http://schemas.openxmlformats.org/drawingml/2006/main">
              <a:ext uri="{FF2B5EF4-FFF2-40B4-BE49-F238E27FC236}">
                <a16:creationId xmlns:a16="http://schemas.microsoft.com/office/drawing/2014/main" id="{997CB44E-A965-46AA-B17D-F7D70D8F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229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" name="data_5742">
            <a:extLst xmlns:a="http://schemas.openxmlformats.org/drawingml/2006/main">
              <a:ext uri="{FF2B5EF4-FFF2-40B4-BE49-F238E27FC236}">
                <a16:creationId xmlns:a16="http://schemas.microsoft.com/office/drawing/2014/main" id="{1CEA999D-EFC2-4C6F-BF82-AB626402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7376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data_5743">
            <a:extLst xmlns:a="http://schemas.openxmlformats.org/drawingml/2006/main">
              <a:ext uri="{FF2B5EF4-FFF2-40B4-BE49-F238E27FC236}">
                <a16:creationId xmlns:a16="http://schemas.microsoft.com/office/drawing/2014/main" id="{0C02FB59-1D0E-4DD4-B987-D971CD535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70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data_5744">
            <a:extLst xmlns:a="http://schemas.openxmlformats.org/drawingml/2006/main">
              <a:ext uri="{FF2B5EF4-FFF2-40B4-BE49-F238E27FC236}">
                <a16:creationId xmlns:a16="http://schemas.microsoft.com/office/drawing/2014/main" id="{3399F189-67C3-4D30-8B50-A775E9AD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353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data_5745">
            <a:extLst xmlns:a="http://schemas.openxmlformats.org/drawingml/2006/main">
              <a:ext uri="{FF2B5EF4-FFF2-40B4-BE49-F238E27FC236}">
                <a16:creationId xmlns:a16="http://schemas.microsoft.com/office/drawing/2014/main" id="{61A61F2B-2616-40A1-8DB1-8E44B5C4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57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data_5746">
            <a:extLst xmlns:a="http://schemas.openxmlformats.org/drawingml/2006/main">
              <a:ext uri="{FF2B5EF4-FFF2-40B4-BE49-F238E27FC236}">
                <a16:creationId xmlns:a16="http://schemas.microsoft.com/office/drawing/2014/main" id="{CCFE56D9-43C3-4A5F-A1B7-BA2AD4490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978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" name="data_5747">
            <a:extLst xmlns:a="http://schemas.openxmlformats.org/drawingml/2006/main">
              <a:ext uri="{FF2B5EF4-FFF2-40B4-BE49-F238E27FC236}">
                <a16:creationId xmlns:a16="http://schemas.microsoft.com/office/drawing/2014/main" id="{1A29D211-31D6-482E-8813-B39C6778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6791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data_5748">
            <a:extLst xmlns:a="http://schemas.openxmlformats.org/drawingml/2006/main">
              <a:ext uri="{FF2B5EF4-FFF2-40B4-BE49-F238E27FC236}">
                <a16:creationId xmlns:a16="http://schemas.microsoft.com/office/drawing/2014/main" id="{54304677-28A8-46DB-A135-7DC6C6C3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75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" name="data_5749">
            <a:extLst xmlns:a="http://schemas.openxmlformats.org/drawingml/2006/main">
              <a:ext uri="{FF2B5EF4-FFF2-40B4-BE49-F238E27FC236}">
                <a16:creationId xmlns:a16="http://schemas.microsoft.com/office/drawing/2014/main" id="{41A1490F-A8BC-4067-AA52-96E0460C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180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data_5750">
            <a:extLst xmlns:a="http://schemas.openxmlformats.org/drawingml/2006/main">
              <a:ext uri="{FF2B5EF4-FFF2-40B4-BE49-F238E27FC236}">
                <a16:creationId xmlns:a16="http://schemas.microsoft.com/office/drawing/2014/main" id="{175D44D9-8734-4586-9F19-F8649221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187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data_5751">
            <a:extLst xmlns:a="http://schemas.openxmlformats.org/drawingml/2006/main">
              <a:ext uri="{FF2B5EF4-FFF2-40B4-BE49-F238E27FC236}">
                <a16:creationId xmlns:a16="http://schemas.microsoft.com/office/drawing/2014/main" id="{48DA9CCD-0D1C-431B-9E5B-C36F8E795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7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data_5752">
            <a:extLst xmlns:a="http://schemas.openxmlformats.org/drawingml/2006/main">
              <a:ext uri="{FF2B5EF4-FFF2-40B4-BE49-F238E27FC236}">
                <a16:creationId xmlns:a16="http://schemas.microsoft.com/office/drawing/2014/main" id="{3E861E38-0158-4039-A63A-896BC9E91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68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data_5753">
            <a:extLst xmlns:a="http://schemas.openxmlformats.org/drawingml/2006/main">
              <a:ext uri="{FF2B5EF4-FFF2-40B4-BE49-F238E27FC236}">
                <a16:creationId xmlns:a16="http://schemas.microsoft.com/office/drawing/2014/main" id="{ECA38FB0-5095-41BE-8DA3-60CD27065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9853" y="25864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8" name="data_5754">
            <a:extLst xmlns:a="http://schemas.openxmlformats.org/drawingml/2006/main">
              <a:ext uri="{FF2B5EF4-FFF2-40B4-BE49-F238E27FC236}">
                <a16:creationId xmlns:a16="http://schemas.microsoft.com/office/drawing/2014/main" id="{0D95BC99-FF22-4485-8385-479DF777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456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data_5755">
            <a:extLst xmlns:a="http://schemas.openxmlformats.org/drawingml/2006/main">
              <a:ext uri="{FF2B5EF4-FFF2-40B4-BE49-F238E27FC236}">
                <a16:creationId xmlns:a16="http://schemas.microsoft.com/office/drawing/2014/main" id="{C377846C-7514-4393-8C6C-739A1B7F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81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" name="data_5756">
            <a:extLst xmlns:a="http://schemas.openxmlformats.org/drawingml/2006/main">
              <a:ext uri="{FF2B5EF4-FFF2-40B4-BE49-F238E27FC236}">
                <a16:creationId xmlns:a16="http://schemas.microsoft.com/office/drawing/2014/main" id="{0E1D4F8D-8E18-44E9-A5E3-8367BFBB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86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data_5757">
            <a:extLst xmlns:a="http://schemas.openxmlformats.org/drawingml/2006/main">
              <a:ext uri="{FF2B5EF4-FFF2-40B4-BE49-F238E27FC236}">
                <a16:creationId xmlns:a16="http://schemas.microsoft.com/office/drawing/2014/main" id="{0870524E-15E2-463B-9538-1D55864F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652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" name="data_5758">
            <a:extLst xmlns:a="http://schemas.openxmlformats.org/drawingml/2006/main">
              <a:ext uri="{FF2B5EF4-FFF2-40B4-BE49-F238E27FC236}">
                <a16:creationId xmlns:a16="http://schemas.microsoft.com/office/drawing/2014/main" id="{26AB36B1-F5CD-43A3-BD10-78CD6BDC0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327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data_5759">
            <a:extLst xmlns:a="http://schemas.openxmlformats.org/drawingml/2006/main">
              <a:ext uri="{FF2B5EF4-FFF2-40B4-BE49-F238E27FC236}">
                <a16:creationId xmlns:a16="http://schemas.microsoft.com/office/drawing/2014/main" id="{A2F9BE7D-6872-45D3-B546-BC3FAFF79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9788" y="29467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" name="data_5760">
            <a:extLst xmlns:a="http://schemas.openxmlformats.org/drawingml/2006/main">
              <a:ext uri="{FF2B5EF4-FFF2-40B4-BE49-F238E27FC236}">
                <a16:creationId xmlns:a16="http://schemas.microsoft.com/office/drawing/2014/main" id="{FCC96DF3-C707-4324-8164-8FD53A2D4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58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data_5761">
            <a:extLst xmlns:a="http://schemas.openxmlformats.org/drawingml/2006/main">
              <a:ext uri="{FF2B5EF4-FFF2-40B4-BE49-F238E27FC236}">
                <a16:creationId xmlns:a16="http://schemas.microsoft.com/office/drawing/2014/main" id="{F10804B8-6880-4FC7-AEA8-49B4070F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389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" name="data_5762">
            <a:extLst xmlns:a="http://schemas.openxmlformats.org/drawingml/2006/main">
              <a:ext uri="{FF2B5EF4-FFF2-40B4-BE49-F238E27FC236}">
                <a16:creationId xmlns:a16="http://schemas.microsoft.com/office/drawing/2014/main" id="{563A128E-E11B-4F8A-9933-031D0C0E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089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" name="data_5763">
            <a:extLst xmlns:a="http://schemas.openxmlformats.org/drawingml/2006/main">
              <a:ext uri="{FF2B5EF4-FFF2-40B4-BE49-F238E27FC236}">
                <a16:creationId xmlns:a16="http://schemas.microsoft.com/office/drawing/2014/main" id="{6A3E6B9A-A411-4BE7-85F5-8C08E10C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9072" y="25998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" name="data_5764">
            <a:extLst xmlns:a="http://schemas.openxmlformats.org/drawingml/2006/main">
              <a:ext uri="{FF2B5EF4-FFF2-40B4-BE49-F238E27FC236}">
                <a16:creationId xmlns:a16="http://schemas.microsoft.com/office/drawing/2014/main" id="{F76F0860-3A12-44CD-868B-068AB595C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15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data_5765">
            <a:extLst xmlns:a="http://schemas.openxmlformats.org/drawingml/2006/main">
              <a:ext uri="{FF2B5EF4-FFF2-40B4-BE49-F238E27FC236}">
                <a16:creationId xmlns:a16="http://schemas.microsoft.com/office/drawing/2014/main" id="{6D257523-2BD6-4D79-ADE2-662DD58F6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910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" name="data_5766">
            <a:extLst xmlns:a="http://schemas.openxmlformats.org/drawingml/2006/main">
              <a:ext uri="{FF2B5EF4-FFF2-40B4-BE49-F238E27FC236}">
                <a16:creationId xmlns:a16="http://schemas.microsoft.com/office/drawing/2014/main" id="{DEC38684-8ECA-4E41-8D4B-96D8A7E4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092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" name="data_5767">
            <a:extLst xmlns:a="http://schemas.openxmlformats.org/drawingml/2006/main">
              <a:ext uri="{FF2B5EF4-FFF2-40B4-BE49-F238E27FC236}">
                <a16:creationId xmlns:a16="http://schemas.microsoft.com/office/drawing/2014/main" id="{2DBF2F06-1D92-4929-B9C2-3AF827698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83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" name="data_5768">
            <a:extLst xmlns:a="http://schemas.openxmlformats.org/drawingml/2006/main">
              <a:ext uri="{FF2B5EF4-FFF2-40B4-BE49-F238E27FC236}">
                <a16:creationId xmlns:a16="http://schemas.microsoft.com/office/drawing/2014/main" id="{139E4BE5-F05A-4561-B225-DC026E09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9819" y="348831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data_5769">
            <a:extLst xmlns:a="http://schemas.openxmlformats.org/drawingml/2006/main">
              <a:ext uri="{FF2B5EF4-FFF2-40B4-BE49-F238E27FC236}">
                <a16:creationId xmlns:a16="http://schemas.microsoft.com/office/drawing/2014/main" id="{CA6BF589-E121-4525-A469-1D5DA21BA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037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" name="data_5770">
            <a:extLst xmlns:a="http://schemas.openxmlformats.org/drawingml/2006/main">
              <a:ext uri="{FF2B5EF4-FFF2-40B4-BE49-F238E27FC236}">
                <a16:creationId xmlns:a16="http://schemas.microsoft.com/office/drawing/2014/main" id="{38A5C430-13A6-4503-B61F-F7A8BAC2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20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" name="data_5771">
            <a:extLst xmlns:a="http://schemas.openxmlformats.org/drawingml/2006/main">
              <a:ext uri="{FF2B5EF4-FFF2-40B4-BE49-F238E27FC236}">
                <a16:creationId xmlns:a16="http://schemas.microsoft.com/office/drawing/2014/main" id="{DF2083BC-E7E1-4B42-970A-115D550E4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043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" name="data_5772">
            <a:extLst xmlns:a="http://schemas.openxmlformats.org/drawingml/2006/main">
              <a:ext uri="{FF2B5EF4-FFF2-40B4-BE49-F238E27FC236}">
                <a16:creationId xmlns:a16="http://schemas.microsoft.com/office/drawing/2014/main" id="{A7F48660-2EFB-4221-B7DD-45FF72FB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307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" name="data_5773">
            <a:extLst xmlns:a="http://schemas.openxmlformats.org/drawingml/2006/main">
              <a:ext uri="{FF2B5EF4-FFF2-40B4-BE49-F238E27FC236}">
                <a16:creationId xmlns:a16="http://schemas.microsoft.com/office/drawing/2014/main" id="{C1F970F2-4A47-4859-97A1-F6470758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568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" name="data_5774">
            <a:extLst xmlns:a="http://schemas.openxmlformats.org/drawingml/2006/main">
              <a:ext uri="{FF2B5EF4-FFF2-40B4-BE49-F238E27FC236}">
                <a16:creationId xmlns:a16="http://schemas.microsoft.com/office/drawing/2014/main" id="{AE8C2F25-80DB-438B-92A6-0ECCBBA7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486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" name="data_5775">
            <a:extLst xmlns:a="http://schemas.openxmlformats.org/drawingml/2006/main">
              <a:ext uri="{FF2B5EF4-FFF2-40B4-BE49-F238E27FC236}">
                <a16:creationId xmlns:a16="http://schemas.microsoft.com/office/drawing/2014/main" id="{ED16BDF4-BAFC-4A5E-9508-84815AEB6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985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" name="data_5776">
            <a:extLst xmlns:a="http://schemas.openxmlformats.org/drawingml/2006/main">
              <a:ext uri="{FF2B5EF4-FFF2-40B4-BE49-F238E27FC236}">
                <a16:creationId xmlns:a16="http://schemas.microsoft.com/office/drawing/2014/main" id="{D69D9A64-3ED4-4073-BA15-A7D32CD5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8451" y="34068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data_5777">
            <a:extLst xmlns:a="http://schemas.openxmlformats.org/drawingml/2006/main">
              <a:ext uri="{FF2B5EF4-FFF2-40B4-BE49-F238E27FC236}">
                <a16:creationId xmlns:a16="http://schemas.microsoft.com/office/drawing/2014/main" id="{745A581B-9898-4801-AFEE-CAABD200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4739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" name="data_5778">
            <a:extLst xmlns:a="http://schemas.openxmlformats.org/drawingml/2006/main">
              <a:ext uri="{FF2B5EF4-FFF2-40B4-BE49-F238E27FC236}">
                <a16:creationId xmlns:a16="http://schemas.microsoft.com/office/drawing/2014/main" id="{28A530A8-FC82-48CC-BA2D-C1DF92BDE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4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ata_5779">
            <a:extLst xmlns:a="http://schemas.openxmlformats.org/drawingml/2006/main">
              <a:ext uri="{FF2B5EF4-FFF2-40B4-BE49-F238E27FC236}">
                <a16:creationId xmlns:a16="http://schemas.microsoft.com/office/drawing/2014/main" id="{AC600157-A3EC-4BF5-A6A3-25DB6785D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48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" name="data_5780">
            <a:extLst xmlns:a="http://schemas.openxmlformats.org/drawingml/2006/main">
              <a:ext uri="{FF2B5EF4-FFF2-40B4-BE49-F238E27FC236}">
                <a16:creationId xmlns:a16="http://schemas.microsoft.com/office/drawing/2014/main" id="{14DD49D8-6F0E-48DE-849A-A8EE7686D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268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data_5781">
            <a:extLst xmlns:a="http://schemas.openxmlformats.org/drawingml/2006/main">
              <a:ext uri="{FF2B5EF4-FFF2-40B4-BE49-F238E27FC236}">
                <a16:creationId xmlns:a16="http://schemas.microsoft.com/office/drawing/2014/main" id="{5A5B2C5D-C6E6-446A-885E-21221CC0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151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" name="data_5782">
            <a:extLst xmlns:a="http://schemas.openxmlformats.org/drawingml/2006/main">
              <a:ext uri="{FF2B5EF4-FFF2-40B4-BE49-F238E27FC236}">
                <a16:creationId xmlns:a16="http://schemas.microsoft.com/office/drawing/2014/main" id="{2AA062F0-C091-4111-9835-ED0F4745A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86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" name="data_5783">
            <a:extLst xmlns:a="http://schemas.openxmlformats.org/drawingml/2006/main">
              <a:ext uri="{FF2B5EF4-FFF2-40B4-BE49-F238E27FC236}">
                <a16:creationId xmlns:a16="http://schemas.microsoft.com/office/drawing/2014/main" id="{9B133B50-E4E0-403E-AE4F-9648DC5DE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185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data_5784">
            <a:extLst xmlns:a="http://schemas.openxmlformats.org/drawingml/2006/main">
              <a:ext uri="{FF2B5EF4-FFF2-40B4-BE49-F238E27FC236}">
                <a16:creationId xmlns:a16="http://schemas.microsoft.com/office/drawing/2014/main" id="{2E49004C-AE4A-4C71-A01C-61D8933F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79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" name="data_5785">
            <a:extLst xmlns:a="http://schemas.openxmlformats.org/drawingml/2006/main">
              <a:ext uri="{FF2B5EF4-FFF2-40B4-BE49-F238E27FC236}">
                <a16:creationId xmlns:a16="http://schemas.microsoft.com/office/drawing/2014/main" id="{06674E2B-09B9-46F3-B677-037D21302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685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data_5786">
            <a:extLst xmlns:a="http://schemas.openxmlformats.org/drawingml/2006/main">
              <a:ext uri="{FF2B5EF4-FFF2-40B4-BE49-F238E27FC236}">
                <a16:creationId xmlns:a16="http://schemas.microsoft.com/office/drawing/2014/main" id="{C4F94F91-3A8B-40D1-BDBC-53AB7105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41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" name="data_5787">
            <a:extLst xmlns:a="http://schemas.openxmlformats.org/drawingml/2006/main">
              <a:ext uri="{FF2B5EF4-FFF2-40B4-BE49-F238E27FC236}">
                <a16:creationId xmlns:a16="http://schemas.microsoft.com/office/drawing/2014/main" id="{C4E9F0C6-663F-43BD-BD27-E9815856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623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" name="data_5788">
            <a:extLst xmlns:a="http://schemas.openxmlformats.org/drawingml/2006/main">
              <a:ext uri="{FF2B5EF4-FFF2-40B4-BE49-F238E27FC236}">
                <a16:creationId xmlns:a16="http://schemas.microsoft.com/office/drawing/2014/main" id="{634AAB5B-D99A-4B83-BEDF-4C1A142D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679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" name="data_5789">
            <a:extLst xmlns:a="http://schemas.openxmlformats.org/drawingml/2006/main">
              <a:ext uri="{FF2B5EF4-FFF2-40B4-BE49-F238E27FC236}">
                <a16:creationId xmlns:a16="http://schemas.microsoft.com/office/drawing/2014/main" id="{F81FCC8E-EFFE-47DD-92E2-3850D303D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122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" name="data_5790">
            <a:extLst xmlns:a="http://schemas.openxmlformats.org/drawingml/2006/main">
              <a:ext uri="{FF2B5EF4-FFF2-40B4-BE49-F238E27FC236}">
                <a16:creationId xmlns:a16="http://schemas.microsoft.com/office/drawing/2014/main" id="{98BC7008-AA0F-4057-A34C-1C858B90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741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" name="data_5791">
            <a:extLst xmlns:a="http://schemas.openxmlformats.org/drawingml/2006/main">
              <a:ext uri="{FF2B5EF4-FFF2-40B4-BE49-F238E27FC236}">
                <a16:creationId xmlns:a16="http://schemas.microsoft.com/office/drawing/2014/main" id="{D51385CB-B3B5-45CE-92A9-665F8FB77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23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" name="data_5792">
            <a:extLst xmlns:a="http://schemas.openxmlformats.org/drawingml/2006/main">
              <a:ext uri="{FF2B5EF4-FFF2-40B4-BE49-F238E27FC236}">
                <a16:creationId xmlns:a16="http://schemas.microsoft.com/office/drawing/2014/main" id="{23239288-5652-455A-B027-83FEB3F78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184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" name="data_5793">
            <a:extLst xmlns:a="http://schemas.openxmlformats.org/drawingml/2006/main">
              <a:ext uri="{FF2B5EF4-FFF2-40B4-BE49-F238E27FC236}">
                <a16:creationId xmlns:a16="http://schemas.microsoft.com/office/drawing/2014/main" id="{C232F0B9-7619-4AE5-B651-588280958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7214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data_5794">
            <a:extLst xmlns:a="http://schemas.openxmlformats.org/drawingml/2006/main">
              <a:ext uri="{FF2B5EF4-FFF2-40B4-BE49-F238E27FC236}">
                <a16:creationId xmlns:a16="http://schemas.microsoft.com/office/drawing/2014/main" id="{AED60ECD-EA33-467C-B93A-3F52719C4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959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9" name="data_5795">
            <a:extLst xmlns:a="http://schemas.openxmlformats.org/drawingml/2006/main">
              <a:ext uri="{FF2B5EF4-FFF2-40B4-BE49-F238E27FC236}">
                <a16:creationId xmlns:a16="http://schemas.microsoft.com/office/drawing/2014/main" id="{A734E08F-72DD-4BCE-8D62-093050C06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6953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0" name="data_5796">
            <a:extLst xmlns:a="http://schemas.openxmlformats.org/drawingml/2006/main">
              <a:ext uri="{FF2B5EF4-FFF2-40B4-BE49-F238E27FC236}">
                <a16:creationId xmlns:a16="http://schemas.microsoft.com/office/drawing/2014/main" id="{A4F8EA2C-EBD6-4EDD-A013-2655CAE0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67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1" name="data_5797">
            <a:extLst xmlns:a="http://schemas.openxmlformats.org/drawingml/2006/main">
              <a:ext uri="{FF2B5EF4-FFF2-40B4-BE49-F238E27FC236}">
                <a16:creationId xmlns:a16="http://schemas.microsoft.com/office/drawing/2014/main" id="{85C88DEB-078E-4236-9DF1-836B0DC4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758" y="28686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2" name="data_5798">
            <a:extLst xmlns:a="http://schemas.openxmlformats.org/drawingml/2006/main">
              <a:ext uri="{FF2B5EF4-FFF2-40B4-BE49-F238E27FC236}">
                <a16:creationId xmlns:a16="http://schemas.microsoft.com/office/drawing/2014/main" id="{6864209E-D1C8-4B50-B576-D4528A51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957" y="287627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data_5799">
            <a:extLst xmlns:a="http://schemas.openxmlformats.org/drawingml/2006/main">
              <a:ext uri="{FF2B5EF4-FFF2-40B4-BE49-F238E27FC236}">
                <a16:creationId xmlns:a16="http://schemas.microsoft.com/office/drawing/2014/main" id="{39F9C500-83F4-4E29-8C83-5737E0EA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470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4" name="data_5800">
            <a:extLst xmlns:a="http://schemas.openxmlformats.org/drawingml/2006/main">
              <a:ext uri="{FF2B5EF4-FFF2-40B4-BE49-F238E27FC236}">
                <a16:creationId xmlns:a16="http://schemas.microsoft.com/office/drawing/2014/main" id="{02EEF99C-62EA-48F3-9C6C-DBBFFB53E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7931" y="225360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5" name="data_5801">
            <a:extLst xmlns:a="http://schemas.openxmlformats.org/drawingml/2006/main">
              <a:ext uri="{FF2B5EF4-FFF2-40B4-BE49-F238E27FC236}">
                <a16:creationId xmlns:a16="http://schemas.microsoft.com/office/drawing/2014/main" id="{5EF47757-6737-498F-9233-1725FB0A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21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6" name="data_5802">
            <a:extLst xmlns:a="http://schemas.openxmlformats.org/drawingml/2006/main">
              <a:ext uri="{FF2B5EF4-FFF2-40B4-BE49-F238E27FC236}">
                <a16:creationId xmlns:a16="http://schemas.microsoft.com/office/drawing/2014/main" id="{5570B7FC-3C2F-4038-A62B-2A8C910BD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695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7" name="data_5803">
            <a:extLst xmlns:a="http://schemas.openxmlformats.org/drawingml/2006/main">
              <a:ext uri="{FF2B5EF4-FFF2-40B4-BE49-F238E27FC236}">
                <a16:creationId xmlns:a16="http://schemas.microsoft.com/office/drawing/2014/main" id="{D9F71B0E-F2CF-4CD8-83A7-F4A8BF698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44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8" name="data_5804">
            <a:extLst xmlns:a="http://schemas.openxmlformats.org/drawingml/2006/main">
              <a:ext uri="{FF2B5EF4-FFF2-40B4-BE49-F238E27FC236}">
                <a16:creationId xmlns:a16="http://schemas.microsoft.com/office/drawing/2014/main" id="{DB46ED64-3D50-4FC4-8AB0-E7FC27D7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498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data_5805">
            <a:extLst xmlns:a="http://schemas.openxmlformats.org/drawingml/2006/main">
              <a:ext uri="{FF2B5EF4-FFF2-40B4-BE49-F238E27FC236}">
                <a16:creationId xmlns:a16="http://schemas.microsoft.com/office/drawing/2014/main" id="{E62F1095-DE6C-414D-B5D8-F86ED5698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011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0" name="data_5806">
            <a:extLst xmlns:a="http://schemas.openxmlformats.org/drawingml/2006/main">
              <a:ext uri="{FF2B5EF4-FFF2-40B4-BE49-F238E27FC236}">
                <a16:creationId xmlns:a16="http://schemas.microsoft.com/office/drawing/2014/main" id="{B10BEFCD-E6C9-44B8-8144-4209FCFE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717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1" name="data_5807">
            <a:extLst xmlns:a="http://schemas.openxmlformats.org/drawingml/2006/main">
              <a:ext uri="{FF2B5EF4-FFF2-40B4-BE49-F238E27FC236}">
                <a16:creationId xmlns:a16="http://schemas.microsoft.com/office/drawing/2014/main" id="{649A0203-83E8-436F-B887-92327A7AE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519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2" name="data_5808">
            <a:extLst xmlns:a="http://schemas.openxmlformats.org/drawingml/2006/main">
              <a:ext uri="{FF2B5EF4-FFF2-40B4-BE49-F238E27FC236}">
                <a16:creationId xmlns:a16="http://schemas.microsoft.com/office/drawing/2014/main" id="{C7F26E19-9FA3-4686-B0D2-17CD76818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301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3" name="data_5809">
            <a:extLst xmlns:a="http://schemas.openxmlformats.org/drawingml/2006/main">
              <a:ext uri="{FF2B5EF4-FFF2-40B4-BE49-F238E27FC236}">
                <a16:creationId xmlns:a16="http://schemas.microsoft.com/office/drawing/2014/main" id="{B64372DE-D23C-448E-A7DF-1E8A3415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29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4" name="data_5810">
            <a:extLst xmlns:a="http://schemas.openxmlformats.org/drawingml/2006/main">
              <a:ext uri="{FF2B5EF4-FFF2-40B4-BE49-F238E27FC236}">
                <a16:creationId xmlns:a16="http://schemas.microsoft.com/office/drawing/2014/main" id="{91088E66-8666-4580-979F-3E5965D1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2915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5" name="data_5811">
            <a:extLst xmlns:a="http://schemas.openxmlformats.org/drawingml/2006/main">
              <a:ext uri="{FF2B5EF4-FFF2-40B4-BE49-F238E27FC236}">
                <a16:creationId xmlns:a16="http://schemas.microsoft.com/office/drawing/2014/main" id="{38555838-8023-4255-841B-B3CDB77C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91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6" name="data_5812">
            <a:extLst xmlns:a="http://schemas.openxmlformats.org/drawingml/2006/main">
              <a:ext uri="{FF2B5EF4-FFF2-40B4-BE49-F238E27FC236}">
                <a16:creationId xmlns:a16="http://schemas.microsoft.com/office/drawing/2014/main" id="{CC47AB1D-C6B1-4221-B1DD-B620912E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718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7" name="data_5813">
            <a:extLst xmlns:a="http://schemas.openxmlformats.org/drawingml/2006/main">
              <a:ext uri="{FF2B5EF4-FFF2-40B4-BE49-F238E27FC236}">
                <a16:creationId xmlns:a16="http://schemas.microsoft.com/office/drawing/2014/main" id="{5A9AB4C2-2394-4A10-99EA-58D617E6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3272" y="351600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8" name="data_5814">
            <a:extLst xmlns:a="http://schemas.openxmlformats.org/drawingml/2006/main">
              <a:ext uri="{FF2B5EF4-FFF2-40B4-BE49-F238E27FC236}">
                <a16:creationId xmlns:a16="http://schemas.microsoft.com/office/drawing/2014/main" id="{7898AF47-FB5A-4C01-902D-9753628B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988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9" name="data_5815">
            <a:extLst xmlns:a="http://schemas.openxmlformats.org/drawingml/2006/main">
              <a:ext uri="{FF2B5EF4-FFF2-40B4-BE49-F238E27FC236}">
                <a16:creationId xmlns:a16="http://schemas.microsoft.com/office/drawing/2014/main" id="{A80FBE10-4A62-4C87-A320-7014DE12A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68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0" name="data_5816">
            <a:extLst xmlns:a="http://schemas.openxmlformats.org/drawingml/2006/main">
              <a:ext uri="{FF2B5EF4-FFF2-40B4-BE49-F238E27FC236}">
                <a16:creationId xmlns:a16="http://schemas.microsoft.com/office/drawing/2014/main" id="{59340FCD-7497-496C-A4D5-126CAFEDA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48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1" name="data_5817">
            <a:extLst xmlns:a="http://schemas.openxmlformats.org/drawingml/2006/main">
              <a:ext uri="{FF2B5EF4-FFF2-40B4-BE49-F238E27FC236}">
                <a16:creationId xmlns:a16="http://schemas.microsoft.com/office/drawing/2014/main" id="{2ADC625A-81B6-4869-8DAF-A761F1DEB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519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2" name="data_5818">
            <a:extLst xmlns:a="http://schemas.openxmlformats.org/drawingml/2006/main">
              <a:ext uri="{FF2B5EF4-FFF2-40B4-BE49-F238E27FC236}">
                <a16:creationId xmlns:a16="http://schemas.microsoft.com/office/drawing/2014/main" id="{1A95B03B-9083-4AFE-8295-3A8AC62C3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532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3" name="data_5819">
            <a:extLst xmlns:a="http://schemas.openxmlformats.org/drawingml/2006/main">
              <a:ext uri="{FF2B5EF4-FFF2-40B4-BE49-F238E27FC236}">
                <a16:creationId xmlns:a16="http://schemas.microsoft.com/office/drawing/2014/main" id="{95EF8D4B-69F7-4B65-9118-2F94DEA9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962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4" name="data_5820">
            <a:extLst xmlns:a="http://schemas.openxmlformats.org/drawingml/2006/main">
              <a:ext uri="{FF2B5EF4-FFF2-40B4-BE49-F238E27FC236}">
                <a16:creationId xmlns:a16="http://schemas.microsoft.com/office/drawing/2014/main" id="{84560D82-89F9-426F-B847-DD5BB62A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060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5" name="data_5821">
            <a:extLst xmlns:a="http://schemas.openxmlformats.org/drawingml/2006/main">
              <a:ext uri="{FF2B5EF4-FFF2-40B4-BE49-F238E27FC236}">
                <a16:creationId xmlns:a16="http://schemas.microsoft.com/office/drawing/2014/main" id="{F3CC1429-0A16-4D79-876C-01035A2F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49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6" name="data_5822">
            <a:extLst xmlns:a="http://schemas.openxmlformats.org/drawingml/2006/main">
              <a:ext uri="{FF2B5EF4-FFF2-40B4-BE49-F238E27FC236}">
                <a16:creationId xmlns:a16="http://schemas.microsoft.com/office/drawing/2014/main" id="{21ECA8A9-2DAF-4409-A7A9-DD5370043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333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7" name="data_5823">
            <a:extLst xmlns:a="http://schemas.openxmlformats.org/drawingml/2006/main">
              <a:ext uri="{FF2B5EF4-FFF2-40B4-BE49-F238E27FC236}">
                <a16:creationId xmlns:a16="http://schemas.microsoft.com/office/drawing/2014/main" id="{666CFE74-75B7-4BE5-9054-E605034A8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343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8" name="data_5824">
            <a:extLst xmlns:a="http://schemas.openxmlformats.org/drawingml/2006/main">
              <a:ext uri="{FF2B5EF4-FFF2-40B4-BE49-F238E27FC236}">
                <a16:creationId xmlns:a16="http://schemas.microsoft.com/office/drawing/2014/main" id="{03E14387-7784-4923-AB6C-B9467BA3B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701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9" name="data_5825">
            <a:extLst xmlns:a="http://schemas.openxmlformats.org/drawingml/2006/main">
              <a:ext uri="{FF2B5EF4-FFF2-40B4-BE49-F238E27FC236}">
                <a16:creationId xmlns:a16="http://schemas.microsoft.com/office/drawing/2014/main" id="{F7EAFCA0-4213-4602-A36D-5D32E1F8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893" y="37717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0" name="data_5826">
            <a:extLst xmlns:a="http://schemas.openxmlformats.org/drawingml/2006/main">
              <a:ext uri="{FF2B5EF4-FFF2-40B4-BE49-F238E27FC236}">
                <a16:creationId xmlns:a16="http://schemas.microsoft.com/office/drawing/2014/main" id="{FDA46D89-7C14-4C99-B4EF-663A3C84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32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1" name="data_5827">
            <a:extLst xmlns:a="http://schemas.openxmlformats.org/drawingml/2006/main">
              <a:ext uri="{FF2B5EF4-FFF2-40B4-BE49-F238E27FC236}">
                <a16:creationId xmlns:a16="http://schemas.microsoft.com/office/drawing/2014/main" id="{687AB617-81C3-459B-8742-D358B904D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7308" y="255544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2" name="data_5828">
            <a:extLst xmlns:a="http://schemas.openxmlformats.org/drawingml/2006/main">
              <a:ext uri="{FF2B5EF4-FFF2-40B4-BE49-F238E27FC236}">
                <a16:creationId xmlns:a16="http://schemas.microsoft.com/office/drawing/2014/main" id="{812ECF92-3649-4DDB-ACCA-09D5692D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63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3" name="data_5829">
            <a:extLst xmlns:a="http://schemas.openxmlformats.org/drawingml/2006/main">
              <a:ext uri="{FF2B5EF4-FFF2-40B4-BE49-F238E27FC236}">
                <a16:creationId xmlns:a16="http://schemas.microsoft.com/office/drawing/2014/main" id="{2CC7ED8E-34C6-4A6F-8DAF-8DB3AC2F5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11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4" name="data_5830">
            <a:extLst xmlns:a="http://schemas.openxmlformats.org/drawingml/2006/main">
              <a:ext uri="{FF2B5EF4-FFF2-40B4-BE49-F238E27FC236}">
                <a16:creationId xmlns:a16="http://schemas.microsoft.com/office/drawing/2014/main" id="{FA76E794-9B37-4952-932B-8245B83E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26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5" name="data_5831">
            <a:extLst xmlns:a="http://schemas.openxmlformats.org/drawingml/2006/main">
              <a:ext uri="{FF2B5EF4-FFF2-40B4-BE49-F238E27FC236}">
                <a16:creationId xmlns:a16="http://schemas.microsoft.com/office/drawing/2014/main" id="{6F1C7B68-852E-4B3D-8891-E236DF8A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718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6" name="data_5832">
            <a:extLst xmlns:a="http://schemas.openxmlformats.org/drawingml/2006/main">
              <a:ext uri="{FF2B5EF4-FFF2-40B4-BE49-F238E27FC236}">
                <a16:creationId xmlns:a16="http://schemas.microsoft.com/office/drawing/2014/main" id="{17670EAC-9469-4E92-9093-1BE24B8E9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02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7" name="data_5833">
            <a:extLst xmlns:a="http://schemas.openxmlformats.org/drawingml/2006/main">
              <a:ext uri="{FF2B5EF4-FFF2-40B4-BE49-F238E27FC236}">
                <a16:creationId xmlns:a16="http://schemas.microsoft.com/office/drawing/2014/main" id="{70AFBA35-61A7-41E6-B844-D2480630B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21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8" name="data_5834">
            <a:extLst xmlns:a="http://schemas.openxmlformats.org/drawingml/2006/main">
              <a:ext uri="{FF2B5EF4-FFF2-40B4-BE49-F238E27FC236}">
                <a16:creationId xmlns:a16="http://schemas.microsoft.com/office/drawing/2014/main" id="{F7F1350A-2848-4D76-924E-732C06C0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375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9" name="data_5835">
            <a:extLst xmlns:a="http://schemas.openxmlformats.org/drawingml/2006/main">
              <a:ext uri="{FF2B5EF4-FFF2-40B4-BE49-F238E27FC236}">
                <a16:creationId xmlns:a16="http://schemas.microsoft.com/office/drawing/2014/main" id="{6C1FCB69-AA52-4197-B46D-CFE611D4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60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0" name="data_5836">
            <a:extLst xmlns:a="http://schemas.openxmlformats.org/drawingml/2006/main">
              <a:ext uri="{FF2B5EF4-FFF2-40B4-BE49-F238E27FC236}">
                <a16:creationId xmlns:a16="http://schemas.microsoft.com/office/drawing/2014/main" id="{90C010C7-5C26-474B-8A7D-F566F6F39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027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1" name="data_5837">
            <a:extLst xmlns:a="http://schemas.openxmlformats.org/drawingml/2006/main">
              <a:ext uri="{FF2B5EF4-FFF2-40B4-BE49-F238E27FC236}">
                <a16:creationId xmlns:a16="http://schemas.microsoft.com/office/drawing/2014/main" id="{EDBEF397-D2A8-469D-A198-5A95FF188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0600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2" name="data_5838">
            <a:extLst xmlns:a="http://schemas.openxmlformats.org/drawingml/2006/main">
              <a:ext uri="{FF2B5EF4-FFF2-40B4-BE49-F238E27FC236}">
                <a16:creationId xmlns:a16="http://schemas.microsoft.com/office/drawing/2014/main" id="{6FFF4271-1456-4244-BC2D-D0787543D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731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3" name="data_5839">
            <a:extLst xmlns:a="http://schemas.openxmlformats.org/drawingml/2006/main">
              <a:ext uri="{FF2B5EF4-FFF2-40B4-BE49-F238E27FC236}">
                <a16:creationId xmlns:a16="http://schemas.microsoft.com/office/drawing/2014/main" id="{7F4D0E68-0044-4516-A513-36842FEF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887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4" name="data_5840">
            <a:extLst xmlns:a="http://schemas.openxmlformats.org/drawingml/2006/main">
              <a:ext uri="{FF2B5EF4-FFF2-40B4-BE49-F238E27FC236}">
                <a16:creationId xmlns:a16="http://schemas.microsoft.com/office/drawing/2014/main" id="{F3F17930-BA65-46CE-AAE0-959C20442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027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5" name="data_5841">
            <a:extLst xmlns:a="http://schemas.openxmlformats.org/drawingml/2006/main">
              <a:ext uri="{FF2B5EF4-FFF2-40B4-BE49-F238E27FC236}">
                <a16:creationId xmlns:a16="http://schemas.microsoft.com/office/drawing/2014/main" id="{AD7CDF61-7F6C-4FB4-A704-84492CD67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504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6" name="data_5842">
            <a:extLst xmlns:a="http://schemas.openxmlformats.org/drawingml/2006/main">
              <a:ext uri="{FF2B5EF4-FFF2-40B4-BE49-F238E27FC236}">
                <a16:creationId xmlns:a16="http://schemas.microsoft.com/office/drawing/2014/main" id="{D55C758B-BB85-48FE-87AB-6A53D25ED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60" y="273377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7" name="data_5843">
            <a:extLst xmlns:a="http://schemas.openxmlformats.org/drawingml/2006/main">
              <a:ext uri="{FF2B5EF4-FFF2-40B4-BE49-F238E27FC236}">
                <a16:creationId xmlns:a16="http://schemas.microsoft.com/office/drawing/2014/main" id="{F61F7948-2E5B-4FB2-B854-CC0519579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1089" y="29848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8" name="data_5844">
            <a:extLst xmlns:a="http://schemas.openxmlformats.org/drawingml/2006/main">
              <a:ext uri="{FF2B5EF4-FFF2-40B4-BE49-F238E27FC236}">
                <a16:creationId xmlns:a16="http://schemas.microsoft.com/office/drawing/2014/main" id="{AE89048A-CC52-4A10-9F2C-9A189C208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441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9" name="data_5845">
            <a:extLst xmlns:a="http://schemas.openxmlformats.org/drawingml/2006/main">
              <a:ext uri="{FF2B5EF4-FFF2-40B4-BE49-F238E27FC236}">
                <a16:creationId xmlns:a16="http://schemas.microsoft.com/office/drawing/2014/main" id="{A6FD65F8-CB77-4A67-AB01-D2DF0744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7051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0" name="data_5846">
            <a:extLst xmlns:a="http://schemas.openxmlformats.org/drawingml/2006/main">
              <a:ext uri="{FF2B5EF4-FFF2-40B4-BE49-F238E27FC236}">
                <a16:creationId xmlns:a16="http://schemas.microsoft.com/office/drawing/2014/main" id="{0C106BE0-28BE-4DE7-B6BE-0239CA7FC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209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1" name="data_5847">
            <a:extLst xmlns:a="http://schemas.openxmlformats.org/drawingml/2006/main">
              <a:ext uri="{FF2B5EF4-FFF2-40B4-BE49-F238E27FC236}">
                <a16:creationId xmlns:a16="http://schemas.microsoft.com/office/drawing/2014/main" id="{9AB1B46D-EC2E-4479-9E68-19197FA27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833" y="29334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2" name="data_5848">
            <a:extLst xmlns:a="http://schemas.openxmlformats.org/drawingml/2006/main">
              <a:ext uri="{FF2B5EF4-FFF2-40B4-BE49-F238E27FC236}">
                <a16:creationId xmlns:a16="http://schemas.microsoft.com/office/drawing/2014/main" id="{A2A131C3-A517-4B33-82DF-87782111E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4116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3" name="data_5849">
            <a:extLst xmlns:a="http://schemas.openxmlformats.org/drawingml/2006/main">
              <a:ext uri="{FF2B5EF4-FFF2-40B4-BE49-F238E27FC236}">
                <a16:creationId xmlns:a16="http://schemas.microsoft.com/office/drawing/2014/main" id="{75E18FF0-C8D0-46DB-8AAD-C5A42918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58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4" name="data_5850">
            <a:extLst xmlns:a="http://schemas.openxmlformats.org/drawingml/2006/main">
              <a:ext uri="{FF2B5EF4-FFF2-40B4-BE49-F238E27FC236}">
                <a16:creationId xmlns:a16="http://schemas.microsoft.com/office/drawing/2014/main" id="{3FDCF59B-B90F-4262-A65B-F59D48C8F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2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5" name="data_5851">
            <a:extLst xmlns:a="http://schemas.openxmlformats.org/drawingml/2006/main">
              <a:ext uri="{FF2B5EF4-FFF2-40B4-BE49-F238E27FC236}">
                <a16:creationId xmlns:a16="http://schemas.microsoft.com/office/drawing/2014/main" id="{B0BCEACC-B483-4E60-B084-B0C571A49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790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6" name="data_5852">
            <a:extLst xmlns:a="http://schemas.openxmlformats.org/drawingml/2006/main">
              <a:ext uri="{FF2B5EF4-FFF2-40B4-BE49-F238E27FC236}">
                <a16:creationId xmlns:a16="http://schemas.microsoft.com/office/drawing/2014/main" id="{17AC1B1A-7AFF-4712-8CBD-6167EE25D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06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7" name="data_5853">
            <a:extLst xmlns:a="http://schemas.openxmlformats.org/drawingml/2006/main">
              <a:ext uri="{FF2B5EF4-FFF2-40B4-BE49-F238E27FC236}">
                <a16:creationId xmlns:a16="http://schemas.microsoft.com/office/drawing/2014/main" id="{17D14BEE-3643-4F28-A267-C09CBABB9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81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8" name="data_5854">
            <a:extLst xmlns:a="http://schemas.openxmlformats.org/drawingml/2006/main">
              <a:ext uri="{FF2B5EF4-FFF2-40B4-BE49-F238E27FC236}">
                <a16:creationId xmlns:a16="http://schemas.microsoft.com/office/drawing/2014/main" id="{3EBF1914-948C-4A53-A94C-64D22011A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16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9" name="data_5855">
            <a:extLst xmlns:a="http://schemas.openxmlformats.org/drawingml/2006/main">
              <a:ext uri="{FF2B5EF4-FFF2-40B4-BE49-F238E27FC236}">
                <a16:creationId xmlns:a16="http://schemas.microsoft.com/office/drawing/2014/main" id="{BEB33D47-0E67-423C-A5B5-5ACE56E2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25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0" name="data_5856">
            <a:extLst xmlns:a="http://schemas.openxmlformats.org/drawingml/2006/main">
              <a:ext uri="{FF2B5EF4-FFF2-40B4-BE49-F238E27FC236}">
                <a16:creationId xmlns:a16="http://schemas.microsoft.com/office/drawing/2014/main" id="{0AA0A3FB-2265-4F98-8BE9-D8D635123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743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1" name="data_5857">
            <a:extLst xmlns:a="http://schemas.openxmlformats.org/drawingml/2006/main">
              <a:ext uri="{FF2B5EF4-FFF2-40B4-BE49-F238E27FC236}">
                <a16:creationId xmlns:a16="http://schemas.microsoft.com/office/drawing/2014/main" id="{DC2B48F4-0313-4C92-8A4C-E21B3F97A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206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2" name="data_5858">
            <a:extLst xmlns:a="http://schemas.openxmlformats.org/drawingml/2006/main">
              <a:ext uri="{FF2B5EF4-FFF2-40B4-BE49-F238E27FC236}">
                <a16:creationId xmlns:a16="http://schemas.microsoft.com/office/drawing/2014/main" id="{87DC2B19-C7A9-4409-BFD1-24DE370B5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4540" y="389050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3" name="data_5859">
            <a:extLst xmlns:a="http://schemas.openxmlformats.org/drawingml/2006/main">
              <a:ext uri="{FF2B5EF4-FFF2-40B4-BE49-F238E27FC236}">
                <a16:creationId xmlns:a16="http://schemas.microsoft.com/office/drawing/2014/main" id="{9546A314-6B25-4F60-BBF2-B07C8046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809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4" name="data_5860">
            <a:extLst xmlns:a="http://schemas.openxmlformats.org/drawingml/2006/main">
              <a:ext uri="{FF2B5EF4-FFF2-40B4-BE49-F238E27FC236}">
                <a16:creationId xmlns:a16="http://schemas.microsoft.com/office/drawing/2014/main" id="{20877CFE-1FC9-4067-A139-E157B7263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134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5" name="data_5861">
            <a:extLst xmlns:a="http://schemas.openxmlformats.org/drawingml/2006/main">
              <a:ext uri="{FF2B5EF4-FFF2-40B4-BE49-F238E27FC236}">
                <a16:creationId xmlns:a16="http://schemas.microsoft.com/office/drawing/2014/main" id="{A028CBAC-4388-46D5-9BA5-F9E56862F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181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6" name="data_5862">
            <a:extLst xmlns:a="http://schemas.openxmlformats.org/drawingml/2006/main">
              <a:ext uri="{FF2B5EF4-FFF2-40B4-BE49-F238E27FC236}">
                <a16:creationId xmlns:a16="http://schemas.microsoft.com/office/drawing/2014/main" id="{9F362042-AF09-4C18-8289-23FFCD699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037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7" name="data_5863">
            <a:extLst xmlns:a="http://schemas.openxmlformats.org/drawingml/2006/main">
              <a:ext uri="{FF2B5EF4-FFF2-40B4-BE49-F238E27FC236}">
                <a16:creationId xmlns:a16="http://schemas.microsoft.com/office/drawing/2014/main" id="{57B5B5D2-8810-43F2-9654-23627CB2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05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8" name="data_5864">
            <a:extLst xmlns:a="http://schemas.openxmlformats.org/drawingml/2006/main">
              <a:ext uri="{FF2B5EF4-FFF2-40B4-BE49-F238E27FC236}">
                <a16:creationId xmlns:a16="http://schemas.microsoft.com/office/drawing/2014/main" id="{D6A8227C-B7B4-44A4-BB33-BCBDBB68B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011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9" name="data_5865">
            <a:extLst xmlns:a="http://schemas.openxmlformats.org/drawingml/2006/main">
              <a:ext uri="{FF2B5EF4-FFF2-40B4-BE49-F238E27FC236}">
                <a16:creationId xmlns:a16="http://schemas.microsoft.com/office/drawing/2014/main" id="{824BCB99-111A-49FD-B29F-8F4847AF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75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0" name="data_5866">
            <a:extLst xmlns:a="http://schemas.openxmlformats.org/drawingml/2006/main">
              <a:ext uri="{FF2B5EF4-FFF2-40B4-BE49-F238E27FC236}">
                <a16:creationId xmlns:a16="http://schemas.microsoft.com/office/drawing/2014/main" id="{642D16D9-98D9-4B53-BC73-2920E535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897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1" name="data_5867">
            <a:extLst xmlns:a="http://schemas.openxmlformats.org/drawingml/2006/main">
              <a:ext uri="{FF2B5EF4-FFF2-40B4-BE49-F238E27FC236}">
                <a16:creationId xmlns:a16="http://schemas.microsoft.com/office/drawing/2014/main" id="{2DFF3DE0-59DC-410F-982B-AC35845A2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988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2" name="data_5868">
            <a:extLst xmlns:a="http://schemas.openxmlformats.org/drawingml/2006/main">
              <a:ext uri="{FF2B5EF4-FFF2-40B4-BE49-F238E27FC236}">
                <a16:creationId xmlns:a16="http://schemas.microsoft.com/office/drawing/2014/main" id="{4DB0C40D-AB9E-4169-9E6D-A5C2771B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47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3" name="data_5869">
            <a:extLst xmlns:a="http://schemas.openxmlformats.org/drawingml/2006/main">
              <a:ext uri="{FF2B5EF4-FFF2-40B4-BE49-F238E27FC236}">
                <a16:creationId xmlns:a16="http://schemas.microsoft.com/office/drawing/2014/main" id="{8D6ACDC1-EE0E-4739-84E2-6AD4949FD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815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4" name="data_5870">
            <a:extLst xmlns:a="http://schemas.openxmlformats.org/drawingml/2006/main">
              <a:ext uri="{FF2B5EF4-FFF2-40B4-BE49-F238E27FC236}">
                <a16:creationId xmlns:a16="http://schemas.microsoft.com/office/drawing/2014/main" id="{6706E281-0DAD-4A4F-9BE9-2D49E7688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64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5" name="data_5871">
            <a:extLst xmlns:a="http://schemas.openxmlformats.org/drawingml/2006/main">
              <a:ext uri="{FF2B5EF4-FFF2-40B4-BE49-F238E27FC236}">
                <a16:creationId xmlns:a16="http://schemas.microsoft.com/office/drawing/2014/main" id="{F3F23C7C-42F7-402F-89A0-9C79DB0E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64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6" name="data_5872">
            <a:extLst xmlns:a="http://schemas.openxmlformats.org/drawingml/2006/main">
              <a:ext uri="{FF2B5EF4-FFF2-40B4-BE49-F238E27FC236}">
                <a16:creationId xmlns:a16="http://schemas.microsoft.com/office/drawing/2014/main" id="{F721E6D5-D7DA-438B-8B82-50D1AB57B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553" y="24391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7" name="data_5873">
            <a:extLst xmlns:a="http://schemas.openxmlformats.org/drawingml/2006/main">
              <a:ext uri="{FF2B5EF4-FFF2-40B4-BE49-F238E27FC236}">
                <a16:creationId xmlns:a16="http://schemas.microsoft.com/office/drawing/2014/main" id="{5523148A-C346-4F02-A24F-AE32D8211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3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8" name="data_5874">
            <a:extLst xmlns:a="http://schemas.openxmlformats.org/drawingml/2006/main">
              <a:ext uri="{FF2B5EF4-FFF2-40B4-BE49-F238E27FC236}">
                <a16:creationId xmlns:a16="http://schemas.microsoft.com/office/drawing/2014/main" id="{2F80441F-7FE7-4820-83B1-E74D7524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097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9" name="data_5875">
            <a:extLst xmlns:a="http://schemas.openxmlformats.org/drawingml/2006/main">
              <a:ext uri="{FF2B5EF4-FFF2-40B4-BE49-F238E27FC236}">
                <a16:creationId xmlns:a16="http://schemas.microsoft.com/office/drawing/2014/main" id="{351F022E-2BC1-4697-8D34-50911DB6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73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0" name="data_5876">
            <a:extLst xmlns:a="http://schemas.openxmlformats.org/drawingml/2006/main">
              <a:ext uri="{FF2B5EF4-FFF2-40B4-BE49-F238E27FC236}">
                <a16:creationId xmlns:a16="http://schemas.microsoft.com/office/drawing/2014/main" id="{F6377BEF-F980-4369-A3A4-A3358A1A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58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1" name="data_5877">
            <a:extLst xmlns:a="http://schemas.openxmlformats.org/drawingml/2006/main">
              <a:ext uri="{FF2B5EF4-FFF2-40B4-BE49-F238E27FC236}">
                <a16:creationId xmlns:a16="http://schemas.microsoft.com/office/drawing/2014/main" id="{C9074C80-BB9F-424C-9724-34B01C27E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678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2" name="data_5878">
            <a:extLst xmlns:a="http://schemas.openxmlformats.org/drawingml/2006/main">
              <a:ext uri="{FF2B5EF4-FFF2-40B4-BE49-F238E27FC236}">
                <a16:creationId xmlns:a16="http://schemas.microsoft.com/office/drawing/2014/main" id="{592002A4-1054-4AE8-B876-D60F550B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1187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3" name="data_5879">
            <a:extLst xmlns:a="http://schemas.openxmlformats.org/drawingml/2006/main">
              <a:ext uri="{FF2B5EF4-FFF2-40B4-BE49-F238E27FC236}">
                <a16:creationId xmlns:a16="http://schemas.microsoft.com/office/drawing/2014/main" id="{4B6D3868-C6C2-4C75-AC81-9F66FD43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00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4" name="data_5880">
            <a:extLst xmlns:a="http://schemas.openxmlformats.org/drawingml/2006/main">
              <a:ext uri="{FF2B5EF4-FFF2-40B4-BE49-F238E27FC236}">
                <a16:creationId xmlns:a16="http://schemas.microsoft.com/office/drawing/2014/main" id="{38AD9F4B-3585-4CE8-A51E-97796C76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54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5" name="data_5881">
            <a:extLst xmlns:a="http://schemas.openxmlformats.org/drawingml/2006/main">
              <a:ext uri="{FF2B5EF4-FFF2-40B4-BE49-F238E27FC236}">
                <a16:creationId xmlns:a16="http://schemas.microsoft.com/office/drawing/2014/main" id="{02E6AE97-25E5-4E11-9AAF-5317BABD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346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6" name="data_5882">
            <a:extLst xmlns:a="http://schemas.openxmlformats.org/drawingml/2006/main">
              <a:ext uri="{FF2B5EF4-FFF2-40B4-BE49-F238E27FC236}">
                <a16:creationId xmlns:a16="http://schemas.microsoft.com/office/drawing/2014/main" id="{3C92B842-2FBE-4531-9227-4F99CF5E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39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7" name="data_5883">
            <a:extLst xmlns:a="http://schemas.openxmlformats.org/drawingml/2006/main">
              <a:ext uri="{FF2B5EF4-FFF2-40B4-BE49-F238E27FC236}">
                <a16:creationId xmlns:a16="http://schemas.microsoft.com/office/drawing/2014/main" id="{8847EEF6-1A63-4C41-9512-DFC603AB4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428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8" name="data_5884">
            <a:extLst xmlns:a="http://schemas.openxmlformats.org/drawingml/2006/main">
              <a:ext uri="{FF2B5EF4-FFF2-40B4-BE49-F238E27FC236}">
                <a16:creationId xmlns:a16="http://schemas.microsoft.com/office/drawing/2014/main" id="{CE32D39C-437C-433E-906C-6DAFDC0A2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6529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9" name="data_5885">
            <a:extLst xmlns:a="http://schemas.openxmlformats.org/drawingml/2006/main">
              <a:ext uri="{FF2B5EF4-FFF2-40B4-BE49-F238E27FC236}">
                <a16:creationId xmlns:a16="http://schemas.microsoft.com/office/drawing/2014/main" id="{C75191FA-8383-40DB-B7BF-8A7DE7AF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4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0" name="data_5886">
            <a:extLst xmlns:a="http://schemas.openxmlformats.org/drawingml/2006/main">
              <a:ext uri="{FF2B5EF4-FFF2-40B4-BE49-F238E27FC236}">
                <a16:creationId xmlns:a16="http://schemas.microsoft.com/office/drawing/2014/main" id="{87992F5F-3B68-495D-8361-41B4430CD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77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1" name="data_5887">
            <a:extLst xmlns:a="http://schemas.openxmlformats.org/drawingml/2006/main">
              <a:ext uri="{FF2B5EF4-FFF2-40B4-BE49-F238E27FC236}">
                <a16:creationId xmlns:a16="http://schemas.microsoft.com/office/drawing/2014/main" id="{60C0B400-D147-46AC-A4EB-7BF36E6C2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607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2" name="data_5888">
            <a:extLst xmlns:a="http://schemas.openxmlformats.org/drawingml/2006/main">
              <a:ext uri="{FF2B5EF4-FFF2-40B4-BE49-F238E27FC236}">
                <a16:creationId xmlns:a16="http://schemas.microsoft.com/office/drawing/2014/main" id="{D0B6CFDF-D628-4712-9B1A-57296385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375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3" name="data_5889">
            <a:extLst xmlns:a="http://schemas.openxmlformats.org/drawingml/2006/main">
              <a:ext uri="{FF2B5EF4-FFF2-40B4-BE49-F238E27FC236}">
                <a16:creationId xmlns:a16="http://schemas.microsoft.com/office/drawing/2014/main" id="{7D1877B3-6DF5-4AF0-AB2C-106074AF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407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4" name="data_5890">
            <a:extLst xmlns:a="http://schemas.openxmlformats.org/drawingml/2006/main">
              <a:ext uri="{FF2B5EF4-FFF2-40B4-BE49-F238E27FC236}">
                <a16:creationId xmlns:a16="http://schemas.microsoft.com/office/drawing/2014/main" id="{90CE75CF-66DF-41F1-90C8-8FFCED76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740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5" name="data_5891">
            <a:extLst xmlns:a="http://schemas.openxmlformats.org/drawingml/2006/main">
              <a:ext uri="{FF2B5EF4-FFF2-40B4-BE49-F238E27FC236}">
                <a16:creationId xmlns:a16="http://schemas.microsoft.com/office/drawing/2014/main" id="{86083D71-0FD0-4A56-8414-1481CFD5E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595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6" name="data_5892">
            <a:extLst xmlns:a="http://schemas.openxmlformats.org/drawingml/2006/main">
              <a:ext uri="{FF2B5EF4-FFF2-40B4-BE49-F238E27FC236}">
                <a16:creationId xmlns:a16="http://schemas.microsoft.com/office/drawing/2014/main" id="{DA858885-5F6B-4939-BFFF-E8CA6FAC5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55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7" name="data_5893">
            <a:extLst xmlns:a="http://schemas.openxmlformats.org/drawingml/2006/main">
              <a:ext uri="{FF2B5EF4-FFF2-40B4-BE49-F238E27FC236}">
                <a16:creationId xmlns:a16="http://schemas.microsoft.com/office/drawing/2014/main" id="{BC2F9C91-1219-40FF-8EC9-2F2542BB2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841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8" name="data_5894">
            <a:extLst xmlns:a="http://schemas.openxmlformats.org/drawingml/2006/main">
              <a:ext uri="{FF2B5EF4-FFF2-40B4-BE49-F238E27FC236}">
                <a16:creationId xmlns:a16="http://schemas.microsoft.com/office/drawing/2014/main" id="{4F6739D0-0D5F-4DA4-BE1E-E0D81DADD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923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9" name="data_5895">
            <a:extLst xmlns:a="http://schemas.openxmlformats.org/drawingml/2006/main">
              <a:ext uri="{FF2B5EF4-FFF2-40B4-BE49-F238E27FC236}">
                <a16:creationId xmlns:a16="http://schemas.microsoft.com/office/drawing/2014/main" id="{8F379CE1-123B-4C78-97B9-24B1A14F9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421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0" name="data_5896">
            <a:extLst xmlns:a="http://schemas.openxmlformats.org/drawingml/2006/main">
              <a:ext uri="{FF2B5EF4-FFF2-40B4-BE49-F238E27FC236}">
                <a16:creationId xmlns:a16="http://schemas.microsoft.com/office/drawing/2014/main" id="{3FAAFFBE-7301-4140-B91E-E465FD83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02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1" name="data_5897">
            <a:extLst xmlns:a="http://schemas.openxmlformats.org/drawingml/2006/main">
              <a:ext uri="{FF2B5EF4-FFF2-40B4-BE49-F238E27FC236}">
                <a16:creationId xmlns:a16="http://schemas.microsoft.com/office/drawing/2014/main" id="{62E1543C-CC5E-43D5-955C-BE94C691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6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2" name="data_5898">
            <a:extLst xmlns:a="http://schemas.openxmlformats.org/drawingml/2006/main">
              <a:ext uri="{FF2B5EF4-FFF2-40B4-BE49-F238E27FC236}">
                <a16:creationId xmlns:a16="http://schemas.microsoft.com/office/drawing/2014/main" id="{58D15F36-A6A6-41A9-AB9D-A4B1A9958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9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3" name="data_5899">
            <a:extLst xmlns:a="http://schemas.openxmlformats.org/drawingml/2006/main">
              <a:ext uri="{FF2B5EF4-FFF2-40B4-BE49-F238E27FC236}">
                <a16:creationId xmlns:a16="http://schemas.microsoft.com/office/drawing/2014/main" id="{4FB7603A-DD11-46C2-A22B-0D46DEC5F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610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4" name="data_5900">
            <a:extLst xmlns:a="http://schemas.openxmlformats.org/drawingml/2006/main">
              <a:ext uri="{FF2B5EF4-FFF2-40B4-BE49-F238E27FC236}">
                <a16:creationId xmlns:a16="http://schemas.microsoft.com/office/drawing/2014/main" id="{575169E2-F2AE-424D-8B17-79BAE607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46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5" name="data_5901">
            <a:extLst xmlns:a="http://schemas.openxmlformats.org/drawingml/2006/main">
              <a:ext uri="{FF2B5EF4-FFF2-40B4-BE49-F238E27FC236}">
                <a16:creationId xmlns:a16="http://schemas.microsoft.com/office/drawing/2014/main" id="{FE59E23F-EE62-44FA-9910-F3E132263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076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6" name="data_5902">
            <a:extLst xmlns:a="http://schemas.openxmlformats.org/drawingml/2006/main">
              <a:ext uri="{FF2B5EF4-FFF2-40B4-BE49-F238E27FC236}">
                <a16:creationId xmlns:a16="http://schemas.microsoft.com/office/drawing/2014/main" id="{FF45B6C9-CF06-47E2-94F5-D3DC95A7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65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7" name="data_5903">
            <a:extLst xmlns:a="http://schemas.openxmlformats.org/drawingml/2006/main">
              <a:ext uri="{FF2B5EF4-FFF2-40B4-BE49-F238E27FC236}">
                <a16:creationId xmlns:a16="http://schemas.microsoft.com/office/drawing/2014/main" id="{68EE71C8-F556-489C-BC69-A585914A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11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8" name="data_5904">
            <a:extLst xmlns:a="http://schemas.openxmlformats.org/drawingml/2006/main">
              <a:ext uri="{FF2B5EF4-FFF2-40B4-BE49-F238E27FC236}">
                <a16:creationId xmlns:a16="http://schemas.microsoft.com/office/drawing/2014/main" id="{5942EC96-E1BC-454F-A7B9-239EF9993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9752" y="25715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9" name="data_5905">
            <a:extLst xmlns:a="http://schemas.openxmlformats.org/drawingml/2006/main">
              <a:ext uri="{FF2B5EF4-FFF2-40B4-BE49-F238E27FC236}">
                <a16:creationId xmlns:a16="http://schemas.microsoft.com/office/drawing/2014/main" id="{5CA65343-A8F2-4C87-A461-AB712EF18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838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0" name="data_5906">
            <a:extLst xmlns:a="http://schemas.openxmlformats.org/drawingml/2006/main">
              <a:ext uri="{FF2B5EF4-FFF2-40B4-BE49-F238E27FC236}">
                <a16:creationId xmlns:a16="http://schemas.microsoft.com/office/drawing/2014/main" id="{E1364C70-8264-49E0-9C59-156E5B98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19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1" name="data_5907">
            <a:extLst xmlns:a="http://schemas.openxmlformats.org/drawingml/2006/main">
              <a:ext uri="{FF2B5EF4-FFF2-40B4-BE49-F238E27FC236}">
                <a16:creationId xmlns:a16="http://schemas.microsoft.com/office/drawing/2014/main" id="{728D2C60-1D27-4FCE-9974-0505C6FD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276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2" name="data_5908">
            <a:extLst xmlns:a="http://schemas.openxmlformats.org/drawingml/2006/main">
              <a:ext uri="{FF2B5EF4-FFF2-40B4-BE49-F238E27FC236}">
                <a16:creationId xmlns:a16="http://schemas.microsoft.com/office/drawing/2014/main" id="{A45DBC89-581C-49FB-94A1-55A8605EE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19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3" name="data_5909">
            <a:extLst xmlns:a="http://schemas.openxmlformats.org/drawingml/2006/main">
              <a:ext uri="{FF2B5EF4-FFF2-40B4-BE49-F238E27FC236}">
                <a16:creationId xmlns:a16="http://schemas.microsoft.com/office/drawing/2014/main" id="{ECADBA20-F852-485E-BA81-B24F028C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29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4" name="data_5910">
            <a:extLst xmlns:a="http://schemas.openxmlformats.org/drawingml/2006/main">
              <a:ext uri="{FF2B5EF4-FFF2-40B4-BE49-F238E27FC236}">
                <a16:creationId xmlns:a16="http://schemas.microsoft.com/office/drawing/2014/main" id="{9690B85F-882D-4D93-BC83-660CDDFB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468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5" name="data_5911">
            <a:extLst xmlns:a="http://schemas.openxmlformats.org/drawingml/2006/main">
              <a:ext uri="{FF2B5EF4-FFF2-40B4-BE49-F238E27FC236}">
                <a16:creationId xmlns:a16="http://schemas.microsoft.com/office/drawing/2014/main" id="{8F1F358E-D6B6-429C-9E4D-515F279AC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9361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6" name="data_5912">
            <a:extLst xmlns:a="http://schemas.openxmlformats.org/drawingml/2006/main">
              <a:ext uri="{FF2B5EF4-FFF2-40B4-BE49-F238E27FC236}">
                <a16:creationId xmlns:a16="http://schemas.microsoft.com/office/drawing/2014/main" id="{A50593A7-4C44-44F9-BC1C-4BB859E3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415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7" name="data_5913">
            <a:extLst xmlns:a="http://schemas.openxmlformats.org/drawingml/2006/main">
              <a:ext uri="{FF2B5EF4-FFF2-40B4-BE49-F238E27FC236}">
                <a16:creationId xmlns:a16="http://schemas.microsoft.com/office/drawing/2014/main" id="{7EC04945-FB0C-4909-9509-E3CCCA625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6789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8" name="data_5914">
            <a:extLst xmlns:a="http://schemas.openxmlformats.org/drawingml/2006/main">
              <a:ext uri="{FF2B5EF4-FFF2-40B4-BE49-F238E27FC236}">
                <a16:creationId xmlns:a16="http://schemas.microsoft.com/office/drawing/2014/main" id="{1C65911A-5DED-46C0-BA4E-1561FF016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0894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9" name="data_5915">
            <a:extLst xmlns:a="http://schemas.openxmlformats.org/drawingml/2006/main">
              <a:ext uri="{FF2B5EF4-FFF2-40B4-BE49-F238E27FC236}">
                <a16:creationId xmlns:a16="http://schemas.microsoft.com/office/drawing/2014/main" id="{05473A8D-EF02-4191-A25E-74BE7AFC4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8416" y="25953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0" name="data_5916">
            <a:extLst xmlns:a="http://schemas.openxmlformats.org/drawingml/2006/main">
              <a:ext uri="{FF2B5EF4-FFF2-40B4-BE49-F238E27FC236}">
                <a16:creationId xmlns:a16="http://schemas.microsoft.com/office/drawing/2014/main" id="{22025C07-01A7-416E-88FC-FD5BE486B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912" y="261416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1" name="data_5917">
            <a:extLst xmlns:a="http://schemas.openxmlformats.org/drawingml/2006/main">
              <a:ext uri="{FF2B5EF4-FFF2-40B4-BE49-F238E27FC236}">
                <a16:creationId xmlns:a16="http://schemas.microsoft.com/office/drawing/2014/main" id="{E8D646D0-7101-4463-A1FA-2C4BAFFB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806" y="35834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2" name="data_5918">
            <a:extLst xmlns:a="http://schemas.openxmlformats.org/drawingml/2006/main">
              <a:ext uri="{FF2B5EF4-FFF2-40B4-BE49-F238E27FC236}">
                <a16:creationId xmlns:a16="http://schemas.microsoft.com/office/drawing/2014/main" id="{D78A2A9A-33A0-48A9-8A42-2A21F6A90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93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3" name="data_5919">
            <a:extLst xmlns:a="http://schemas.openxmlformats.org/drawingml/2006/main">
              <a:ext uri="{FF2B5EF4-FFF2-40B4-BE49-F238E27FC236}">
                <a16:creationId xmlns:a16="http://schemas.microsoft.com/office/drawing/2014/main" id="{B388ABAF-424B-4F7E-80F5-880459F2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85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4" name="data_5920">
            <a:extLst xmlns:a="http://schemas.openxmlformats.org/drawingml/2006/main">
              <a:ext uri="{FF2B5EF4-FFF2-40B4-BE49-F238E27FC236}">
                <a16:creationId xmlns:a16="http://schemas.microsoft.com/office/drawing/2014/main" id="{4AF3F96F-068C-4E93-92B2-CAB278A12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32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5" name="data_5921">
            <a:extLst xmlns:a="http://schemas.openxmlformats.org/drawingml/2006/main">
              <a:ext uri="{FF2B5EF4-FFF2-40B4-BE49-F238E27FC236}">
                <a16:creationId xmlns:a16="http://schemas.microsoft.com/office/drawing/2014/main" id="{04E83589-E994-4130-BA68-DCEE9335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0403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6" name="data_5922">
            <a:extLst xmlns:a="http://schemas.openxmlformats.org/drawingml/2006/main">
              <a:ext uri="{FF2B5EF4-FFF2-40B4-BE49-F238E27FC236}">
                <a16:creationId xmlns:a16="http://schemas.microsoft.com/office/drawing/2014/main" id="{330ADAB0-0A5B-4AB5-831E-22F24EBA9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72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7" name="data_5923">
            <a:extLst xmlns:a="http://schemas.openxmlformats.org/drawingml/2006/main">
              <a:ext uri="{FF2B5EF4-FFF2-40B4-BE49-F238E27FC236}">
                <a16:creationId xmlns:a16="http://schemas.microsoft.com/office/drawing/2014/main" id="{AF51C139-3142-42D8-9165-10C1A8FD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656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8" name="data_5924">
            <a:extLst xmlns:a="http://schemas.openxmlformats.org/drawingml/2006/main">
              <a:ext uri="{FF2B5EF4-FFF2-40B4-BE49-F238E27FC236}">
                <a16:creationId xmlns:a16="http://schemas.microsoft.com/office/drawing/2014/main" id="{48938E20-8364-4C39-8382-B9F3F582C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6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9" name="data_5925">
            <a:extLst xmlns:a="http://schemas.openxmlformats.org/drawingml/2006/main">
              <a:ext uri="{FF2B5EF4-FFF2-40B4-BE49-F238E27FC236}">
                <a16:creationId xmlns:a16="http://schemas.microsoft.com/office/drawing/2014/main" id="{69258F1B-9867-4547-9F73-92F2FDA7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81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0" name="data_5926">
            <a:extLst xmlns:a="http://schemas.openxmlformats.org/drawingml/2006/main">
              <a:ext uri="{FF2B5EF4-FFF2-40B4-BE49-F238E27FC236}">
                <a16:creationId xmlns:a16="http://schemas.microsoft.com/office/drawing/2014/main" id="{F2EE4904-38B8-49EC-9BF1-48EB674B4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19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1" name="data_5927">
            <a:extLst xmlns:a="http://schemas.openxmlformats.org/drawingml/2006/main">
              <a:ext uri="{FF2B5EF4-FFF2-40B4-BE49-F238E27FC236}">
                <a16:creationId xmlns:a16="http://schemas.microsoft.com/office/drawing/2014/main" id="{A4730727-54B0-42FA-8314-37FE83A87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577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2" name="data_5928">
            <a:extLst xmlns:a="http://schemas.openxmlformats.org/drawingml/2006/main">
              <a:ext uri="{FF2B5EF4-FFF2-40B4-BE49-F238E27FC236}">
                <a16:creationId xmlns:a16="http://schemas.microsoft.com/office/drawing/2014/main" id="{4BB17A90-E43C-4A9F-9F7A-E60D6DB4C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483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3" name="data_5929">
            <a:extLst xmlns:a="http://schemas.openxmlformats.org/drawingml/2006/main">
              <a:ext uri="{FF2B5EF4-FFF2-40B4-BE49-F238E27FC236}">
                <a16:creationId xmlns:a16="http://schemas.microsoft.com/office/drawing/2014/main" id="{578696F4-1A04-4837-A2D0-2BB06463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90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4" name="data_5930">
            <a:extLst xmlns:a="http://schemas.openxmlformats.org/drawingml/2006/main">
              <a:ext uri="{FF2B5EF4-FFF2-40B4-BE49-F238E27FC236}">
                <a16:creationId xmlns:a16="http://schemas.microsoft.com/office/drawing/2014/main" id="{08942B2F-E76A-49B0-9E16-66F03EF2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773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5" name="data_5931">
            <a:extLst xmlns:a="http://schemas.openxmlformats.org/drawingml/2006/main">
              <a:ext uri="{FF2B5EF4-FFF2-40B4-BE49-F238E27FC236}">
                <a16:creationId xmlns:a16="http://schemas.microsoft.com/office/drawing/2014/main" id="{38D505BA-98A3-4221-8DD8-D8463DC43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571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6" name="data_5932">
            <a:extLst xmlns:a="http://schemas.openxmlformats.org/drawingml/2006/main">
              <a:ext uri="{FF2B5EF4-FFF2-40B4-BE49-F238E27FC236}">
                <a16:creationId xmlns:a16="http://schemas.microsoft.com/office/drawing/2014/main" id="{B6E5C010-E0C4-4025-8AC1-70ECF0F35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881" y="25864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7" name="data_5933">
            <a:extLst xmlns:a="http://schemas.openxmlformats.org/drawingml/2006/main">
              <a:ext uri="{FF2B5EF4-FFF2-40B4-BE49-F238E27FC236}">
                <a16:creationId xmlns:a16="http://schemas.microsoft.com/office/drawing/2014/main" id="{A433296A-9FE1-4511-AD57-F6C36A5C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84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8" name="data_5934">
            <a:extLst xmlns:a="http://schemas.openxmlformats.org/drawingml/2006/main">
              <a:ext uri="{FF2B5EF4-FFF2-40B4-BE49-F238E27FC236}">
                <a16:creationId xmlns:a16="http://schemas.microsoft.com/office/drawing/2014/main" id="{75F7D206-1CE6-44B4-A9FE-0274DEAB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118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9" name="data_5935">
            <a:extLst xmlns:a="http://schemas.openxmlformats.org/drawingml/2006/main">
              <a:ext uri="{FF2B5EF4-FFF2-40B4-BE49-F238E27FC236}">
                <a16:creationId xmlns:a16="http://schemas.microsoft.com/office/drawing/2014/main" id="{398212A9-C218-47D0-A85F-96179A17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089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0" name="data_5936">
            <a:extLst xmlns:a="http://schemas.openxmlformats.org/drawingml/2006/main">
              <a:ext uri="{FF2B5EF4-FFF2-40B4-BE49-F238E27FC236}">
                <a16:creationId xmlns:a16="http://schemas.microsoft.com/office/drawing/2014/main" id="{563843D3-7034-4BFF-A545-97E70282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955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1" name="data_5937">
            <a:extLst xmlns:a="http://schemas.openxmlformats.org/drawingml/2006/main">
              <a:ext uri="{FF2B5EF4-FFF2-40B4-BE49-F238E27FC236}">
                <a16:creationId xmlns:a16="http://schemas.microsoft.com/office/drawing/2014/main" id="{74D259A1-2C2F-4277-B156-6EBAD91D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630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2" name="data_5938">
            <a:extLst xmlns:a="http://schemas.openxmlformats.org/drawingml/2006/main">
              <a:ext uri="{FF2B5EF4-FFF2-40B4-BE49-F238E27FC236}">
                <a16:creationId xmlns:a16="http://schemas.microsoft.com/office/drawing/2014/main" id="{90975B47-96B6-4DB0-A313-DE15E3B5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2815" y="29467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3" name="data_5939">
            <a:extLst xmlns:a="http://schemas.openxmlformats.org/drawingml/2006/main">
              <a:ext uri="{FF2B5EF4-FFF2-40B4-BE49-F238E27FC236}">
                <a16:creationId xmlns:a16="http://schemas.microsoft.com/office/drawing/2014/main" id="{5CF7A149-0A0A-4932-9E9F-5A4E8CFAC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160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4" name="data_5940">
            <a:extLst xmlns:a="http://schemas.openxmlformats.org/drawingml/2006/main">
              <a:ext uri="{FF2B5EF4-FFF2-40B4-BE49-F238E27FC236}">
                <a16:creationId xmlns:a16="http://schemas.microsoft.com/office/drawing/2014/main" id="{17F69059-9890-4DF2-9E06-7112CF0E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91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5" name="data_5941">
            <a:extLst xmlns:a="http://schemas.openxmlformats.org/drawingml/2006/main">
              <a:ext uri="{FF2B5EF4-FFF2-40B4-BE49-F238E27FC236}">
                <a16:creationId xmlns:a16="http://schemas.microsoft.com/office/drawing/2014/main" id="{94EB052C-F2B2-43C1-BC60-AA1243B2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392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6" name="data_5942">
            <a:extLst xmlns:a="http://schemas.openxmlformats.org/drawingml/2006/main">
              <a:ext uri="{FF2B5EF4-FFF2-40B4-BE49-F238E27FC236}">
                <a16:creationId xmlns:a16="http://schemas.microsoft.com/office/drawing/2014/main" id="{6CB3928F-C324-4525-961E-EC14B5D6C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09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7" name="data_5943">
            <a:extLst xmlns:a="http://schemas.openxmlformats.org/drawingml/2006/main">
              <a:ext uri="{FF2B5EF4-FFF2-40B4-BE49-F238E27FC236}">
                <a16:creationId xmlns:a16="http://schemas.microsoft.com/office/drawing/2014/main" id="{BAF34088-A441-4BD4-BBD8-9FEBBCE06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18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8" name="data_5944">
            <a:extLst xmlns:a="http://schemas.openxmlformats.org/drawingml/2006/main">
              <a:ext uri="{FF2B5EF4-FFF2-40B4-BE49-F238E27FC236}">
                <a16:creationId xmlns:a16="http://schemas.microsoft.com/office/drawing/2014/main" id="{EA61BE64-80DD-46BA-BD63-147280C80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13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9" name="data_5945">
            <a:extLst xmlns:a="http://schemas.openxmlformats.org/drawingml/2006/main">
              <a:ext uri="{FF2B5EF4-FFF2-40B4-BE49-F238E27FC236}">
                <a16:creationId xmlns:a16="http://schemas.microsoft.com/office/drawing/2014/main" id="{B57B9A8F-D037-4FD5-8605-2A290756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395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0" name="data_5946">
            <a:extLst xmlns:a="http://schemas.openxmlformats.org/drawingml/2006/main">
              <a:ext uri="{FF2B5EF4-FFF2-40B4-BE49-F238E27FC236}">
                <a16:creationId xmlns:a16="http://schemas.microsoft.com/office/drawing/2014/main" id="{833E08D4-FE06-4799-AB53-F7CEF53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8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1" name="data_5947">
            <a:extLst xmlns:a="http://schemas.openxmlformats.org/drawingml/2006/main">
              <a:ext uri="{FF2B5EF4-FFF2-40B4-BE49-F238E27FC236}">
                <a16:creationId xmlns:a16="http://schemas.microsoft.com/office/drawing/2014/main" id="{D245D595-D3A6-4EB1-A6F4-3D9E824D7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846" y="348831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2" name="data_5948">
            <a:extLst xmlns:a="http://schemas.openxmlformats.org/drawingml/2006/main">
              <a:ext uri="{FF2B5EF4-FFF2-40B4-BE49-F238E27FC236}">
                <a16:creationId xmlns:a16="http://schemas.microsoft.com/office/drawing/2014/main" id="{B1DA5720-D334-4034-88A2-14BD22FC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340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3" name="data_5949">
            <a:extLst xmlns:a="http://schemas.openxmlformats.org/drawingml/2006/main">
              <a:ext uri="{FF2B5EF4-FFF2-40B4-BE49-F238E27FC236}">
                <a16:creationId xmlns:a16="http://schemas.microsoft.com/office/drawing/2014/main" id="{CDE0BFE5-91DB-4AFF-989B-6255DD2E1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923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4" name="data_5950">
            <a:extLst xmlns:a="http://schemas.openxmlformats.org/drawingml/2006/main">
              <a:ext uri="{FF2B5EF4-FFF2-40B4-BE49-F238E27FC236}">
                <a16:creationId xmlns:a16="http://schemas.microsoft.com/office/drawing/2014/main" id="{FB1EE20F-68E7-4913-956A-6C01708C3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346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5" name="data_5951">
            <a:extLst xmlns:a="http://schemas.openxmlformats.org/drawingml/2006/main">
              <a:ext uri="{FF2B5EF4-FFF2-40B4-BE49-F238E27FC236}">
                <a16:creationId xmlns:a16="http://schemas.microsoft.com/office/drawing/2014/main" id="{B2D0F9DF-92DF-4DE4-BFC4-6808DEF71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61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6" name="data_5952">
            <a:extLst xmlns:a="http://schemas.openxmlformats.org/drawingml/2006/main">
              <a:ext uri="{FF2B5EF4-FFF2-40B4-BE49-F238E27FC236}">
                <a16:creationId xmlns:a16="http://schemas.microsoft.com/office/drawing/2014/main" id="{6953E0D3-042C-4EA7-92C5-FDEC647BF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7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7" name="data_5953">
            <a:extLst xmlns:a="http://schemas.openxmlformats.org/drawingml/2006/main">
              <a:ext uri="{FF2B5EF4-FFF2-40B4-BE49-F238E27FC236}">
                <a16:creationId xmlns:a16="http://schemas.microsoft.com/office/drawing/2014/main" id="{B79B8DB5-FC4F-4972-B98D-711F85A4C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89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8" name="data_5954">
            <a:extLst xmlns:a="http://schemas.openxmlformats.org/drawingml/2006/main">
              <a:ext uri="{FF2B5EF4-FFF2-40B4-BE49-F238E27FC236}">
                <a16:creationId xmlns:a16="http://schemas.microsoft.com/office/drawing/2014/main" id="{8F03EB3F-DE8E-4B28-8AF3-F0CDB884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0013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9" name="data_5955">
            <a:extLst xmlns:a="http://schemas.openxmlformats.org/drawingml/2006/main">
              <a:ext uri="{FF2B5EF4-FFF2-40B4-BE49-F238E27FC236}">
                <a16:creationId xmlns:a16="http://schemas.microsoft.com/office/drawing/2014/main" id="{0425651A-3CBC-4384-B309-0F0BA5297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1479" y="34068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0" name="data_5956">
            <a:extLst xmlns:a="http://schemas.openxmlformats.org/drawingml/2006/main">
              <a:ext uri="{FF2B5EF4-FFF2-40B4-BE49-F238E27FC236}">
                <a16:creationId xmlns:a16="http://schemas.microsoft.com/office/drawing/2014/main" id="{BCFC48C2-C0F5-426C-A65D-10847992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767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1" name="data_5957">
            <a:extLst xmlns:a="http://schemas.openxmlformats.org/drawingml/2006/main">
              <a:ext uri="{FF2B5EF4-FFF2-40B4-BE49-F238E27FC236}">
                <a16:creationId xmlns:a16="http://schemas.microsoft.com/office/drawing/2014/main" id="{EBA644D6-25A0-4E10-A199-50D2BC86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551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2" name="data_5958">
            <a:extLst xmlns:a="http://schemas.openxmlformats.org/drawingml/2006/main">
              <a:ext uri="{FF2B5EF4-FFF2-40B4-BE49-F238E27FC236}">
                <a16:creationId xmlns:a16="http://schemas.microsoft.com/office/drawing/2014/main" id="{C6DF0BB3-DCE2-4D00-A798-B10DBD50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51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3" name="data_5959">
            <a:extLst xmlns:a="http://schemas.openxmlformats.org/drawingml/2006/main">
              <a:ext uri="{FF2B5EF4-FFF2-40B4-BE49-F238E27FC236}">
                <a16:creationId xmlns:a16="http://schemas.microsoft.com/office/drawing/2014/main" id="{1D4E0560-CE8B-4585-8FEE-4771D1239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571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4" name="data_5960">
            <a:extLst xmlns:a="http://schemas.openxmlformats.org/drawingml/2006/main">
              <a:ext uri="{FF2B5EF4-FFF2-40B4-BE49-F238E27FC236}">
                <a16:creationId xmlns:a16="http://schemas.microsoft.com/office/drawing/2014/main" id="{D9C4C4B7-895C-4D4A-BC53-21F3EA1E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454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5" name="data_5961">
            <a:extLst xmlns:a="http://schemas.openxmlformats.org/drawingml/2006/main">
              <a:ext uri="{FF2B5EF4-FFF2-40B4-BE49-F238E27FC236}">
                <a16:creationId xmlns:a16="http://schemas.microsoft.com/office/drawing/2014/main" id="{E244E390-6AE5-4CD0-B7E3-5C8D69E68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688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6" name="data_5962">
            <a:extLst xmlns:a="http://schemas.openxmlformats.org/drawingml/2006/main">
              <a:ext uri="{FF2B5EF4-FFF2-40B4-BE49-F238E27FC236}">
                <a16:creationId xmlns:a16="http://schemas.microsoft.com/office/drawing/2014/main" id="{1BA530D4-9D5B-48C7-9D99-56FC452D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721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7" name="data_5963">
            <a:extLst xmlns:a="http://schemas.openxmlformats.org/drawingml/2006/main">
              <a:ext uri="{FF2B5EF4-FFF2-40B4-BE49-F238E27FC236}">
                <a16:creationId xmlns:a16="http://schemas.microsoft.com/office/drawing/2014/main" id="{72FA3586-04A2-43FF-AB95-896F8CEC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682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8" name="data_5964">
            <a:extLst xmlns:a="http://schemas.openxmlformats.org/drawingml/2006/main">
              <a:ext uri="{FF2B5EF4-FFF2-40B4-BE49-F238E27FC236}">
                <a16:creationId xmlns:a16="http://schemas.microsoft.com/office/drawing/2014/main" id="{07819036-FFD9-421E-A511-6114EEAD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5713" y="29467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9" name="data_5965">
            <a:extLst xmlns:a="http://schemas.openxmlformats.org/drawingml/2006/main">
              <a:ext uri="{FF2B5EF4-FFF2-40B4-BE49-F238E27FC236}">
                <a16:creationId xmlns:a16="http://schemas.microsoft.com/office/drawing/2014/main" id="{0F12DF62-374B-4955-B647-7CE2A72A2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744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0" name="data_5966">
            <a:extLst xmlns:a="http://schemas.openxmlformats.org/drawingml/2006/main">
              <a:ext uri="{FF2B5EF4-FFF2-40B4-BE49-F238E27FC236}">
                <a16:creationId xmlns:a16="http://schemas.microsoft.com/office/drawing/2014/main" id="{9A791888-6608-4761-A096-8F8EAA2A3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926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1" name="data_5967">
            <a:extLst xmlns:a="http://schemas.openxmlformats.org/drawingml/2006/main">
              <a:ext uri="{FF2B5EF4-FFF2-40B4-BE49-F238E27FC236}">
                <a16:creationId xmlns:a16="http://schemas.microsoft.com/office/drawing/2014/main" id="{D42E6A35-84C7-4FFA-A94F-72A39D37C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1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2" name="data_5968">
            <a:extLst xmlns:a="http://schemas.openxmlformats.org/drawingml/2006/main">
              <a:ext uri="{FF2B5EF4-FFF2-40B4-BE49-F238E27FC236}">
                <a16:creationId xmlns:a16="http://schemas.microsoft.com/office/drawing/2014/main" id="{FD611849-823E-4AFE-B662-4E5D616E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24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3" name="data_5969">
            <a:extLst xmlns:a="http://schemas.openxmlformats.org/drawingml/2006/main">
              <a:ext uri="{FF2B5EF4-FFF2-40B4-BE49-F238E27FC236}">
                <a16:creationId xmlns:a16="http://schemas.microsoft.com/office/drawing/2014/main" id="{6CC53EB5-13BB-4B89-BC87-8CD2322C3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43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4" name="data_5970">
            <a:extLst xmlns:a="http://schemas.openxmlformats.org/drawingml/2006/main">
              <a:ext uri="{FF2B5EF4-FFF2-40B4-BE49-F238E27FC236}">
                <a16:creationId xmlns:a16="http://schemas.microsoft.com/office/drawing/2014/main" id="{D0F8A9D2-0274-4250-827B-3A7EA98B7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26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5" name="data_5971">
            <a:extLst xmlns:a="http://schemas.openxmlformats.org/drawingml/2006/main">
              <a:ext uri="{FF2B5EF4-FFF2-40B4-BE49-F238E27FC236}">
                <a16:creationId xmlns:a16="http://schemas.microsoft.com/office/drawing/2014/main" id="{8AAF3821-E939-479D-8588-7410CB2FC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6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6" name="data_5972">
            <a:extLst xmlns:a="http://schemas.openxmlformats.org/drawingml/2006/main">
              <a:ext uri="{FF2B5EF4-FFF2-40B4-BE49-F238E27FC236}">
                <a16:creationId xmlns:a16="http://schemas.microsoft.com/office/drawing/2014/main" id="{5A55F9EF-EDD9-4A39-9746-34688401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24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7" name="data_5973">
            <a:extLst xmlns:a="http://schemas.openxmlformats.org/drawingml/2006/main">
              <a:ext uri="{FF2B5EF4-FFF2-40B4-BE49-F238E27FC236}">
                <a16:creationId xmlns:a16="http://schemas.microsoft.com/office/drawing/2014/main" id="{245D1326-0358-4F3D-8462-AEED3478B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261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8" name="data_5974">
            <a:extLst xmlns:a="http://schemas.openxmlformats.org/drawingml/2006/main">
              <a:ext uri="{FF2B5EF4-FFF2-40B4-BE49-F238E27FC236}">
                <a16:creationId xmlns:a16="http://schemas.microsoft.com/office/drawing/2014/main" id="{CFB9B069-9F55-4597-99F6-7336B12A0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998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9" name="data_5975">
            <a:extLst xmlns:a="http://schemas.openxmlformats.org/drawingml/2006/main">
              <a:ext uri="{FF2B5EF4-FFF2-40B4-BE49-F238E27FC236}">
                <a16:creationId xmlns:a16="http://schemas.microsoft.com/office/drawing/2014/main" id="{019EE75C-3CC5-4729-95AC-53D22994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981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0" name="data_5976">
            <a:extLst xmlns:a="http://schemas.openxmlformats.org/drawingml/2006/main">
              <a:ext uri="{FF2B5EF4-FFF2-40B4-BE49-F238E27FC236}">
                <a16:creationId xmlns:a16="http://schemas.microsoft.com/office/drawing/2014/main" id="{A9D4B9E8-BCB2-42CB-A799-DE2693494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786" y="28686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1" name="data_5977">
            <a:extLst xmlns:a="http://schemas.openxmlformats.org/drawingml/2006/main">
              <a:ext uri="{FF2B5EF4-FFF2-40B4-BE49-F238E27FC236}">
                <a16:creationId xmlns:a16="http://schemas.microsoft.com/office/drawing/2014/main" id="{3CF80056-F9E5-414F-938C-38341955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6985" y="287627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2" name="data_5978">
            <a:extLst xmlns:a="http://schemas.openxmlformats.org/drawingml/2006/main">
              <a:ext uri="{FF2B5EF4-FFF2-40B4-BE49-F238E27FC236}">
                <a16:creationId xmlns:a16="http://schemas.microsoft.com/office/drawing/2014/main" id="{A9454236-F9B3-477D-8128-73D3F4117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773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3" name="data_5979">
            <a:extLst xmlns:a="http://schemas.openxmlformats.org/drawingml/2006/main">
              <a:ext uri="{FF2B5EF4-FFF2-40B4-BE49-F238E27FC236}">
                <a16:creationId xmlns:a16="http://schemas.microsoft.com/office/drawing/2014/main" id="{9B6320AF-B048-4014-8B30-E7052A887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95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4" name="data_5980">
            <a:extLst xmlns:a="http://schemas.openxmlformats.org/drawingml/2006/main">
              <a:ext uri="{FF2B5EF4-FFF2-40B4-BE49-F238E27FC236}">
                <a16:creationId xmlns:a16="http://schemas.microsoft.com/office/drawing/2014/main" id="{750684E8-AA55-4E68-9526-044CCB47C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424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5" name="data_5981">
            <a:extLst xmlns:a="http://schemas.openxmlformats.org/drawingml/2006/main">
              <a:ext uri="{FF2B5EF4-FFF2-40B4-BE49-F238E27FC236}">
                <a16:creationId xmlns:a16="http://schemas.microsoft.com/office/drawing/2014/main" id="{D7C7E12F-4825-4C52-B3BB-890BF40E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98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6" name="data_5982">
            <a:extLst xmlns:a="http://schemas.openxmlformats.org/drawingml/2006/main">
              <a:ext uri="{FF2B5EF4-FFF2-40B4-BE49-F238E27FC236}">
                <a16:creationId xmlns:a16="http://schemas.microsoft.com/office/drawing/2014/main" id="{00357C09-4087-4A83-A7C2-9C5BD1562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47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7" name="data_5983">
            <a:extLst xmlns:a="http://schemas.openxmlformats.org/drawingml/2006/main">
              <a:ext uri="{FF2B5EF4-FFF2-40B4-BE49-F238E27FC236}">
                <a16:creationId xmlns:a16="http://schemas.microsoft.com/office/drawing/2014/main" id="{BA2D01F0-3866-4AA5-9A86-1F8F4510E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525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8" name="data_5984">
            <a:extLst xmlns:a="http://schemas.openxmlformats.org/drawingml/2006/main">
              <a:ext uri="{FF2B5EF4-FFF2-40B4-BE49-F238E27FC236}">
                <a16:creationId xmlns:a16="http://schemas.microsoft.com/office/drawing/2014/main" id="{4A762A1A-53DD-4A06-9664-3397CBBBB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14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9" name="data_5985">
            <a:extLst xmlns:a="http://schemas.openxmlformats.org/drawingml/2006/main">
              <a:ext uri="{FF2B5EF4-FFF2-40B4-BE49-F238E27FC236}">
                <a16:creationId xmlns:a16="http://schemas.microsoft.com/office/drawing/2014/main" id="{D50031F7-3040-43E3-8769-0E7EF34E6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744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0" name="data_5986">
            <a:extLst xmlns:a="http://schemas.openxmlformats.org/drawingml/2006/main">
              <a:ext uri="{FF2B5EF4-FFF2-40B4-BE49-F238E27FC236}">
                <a16:creationId xmlns:a16="http://schemas.microsoft.com/office/drawing/2014/main" id="{1E977C87-A7AE-4799-8675-195D8E49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822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1" name="data_5987">
            <a:extLst xmlns:a="http://schemas.openxmlformats.org/drawingml/2006/main">
              <a:ext uri="{FF2B5EF4-FFF2-40B4-BE49-F238E27FC236}">
                <a16:creationId xmlns:a16="http://schemas.microsoft.com/office/drawing/2014/main" id="{9C43BDE8-AB7B-4D79-9897-2E0E5EE1D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604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2" name="data_5988">
            <a:extLst xmlns:a="http://schemas.openxmlformats.org/drawingml/2006/main">
              <a:ext uri="{FF2B5EF4-FFF2-40B4-BE49-F238E27FC236}">
                <a16:creationId xmlns:a16="http://schemas.microsoft.com/office/drawing/2014/main" id="{F54A6C9F-0A9E-417B-A928-A5BE0B12E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131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3" name="data_5989">
            <a:extLst xmlns:a="http://schemas.openxmlformats.org/drawingml/2006/main">
              <a:ext uri="{FF2B5EF4-FFF2-40B4-BE49-F238E27FC236}">
                <a16:creationId xmlns:a16="http://schemas.microsoft.com/office/drawing/2014/main" id="{A9A3EAFF-090D-4BC1-AA13-EF686E3A2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943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4" name="data_5990">
            <a:extLst xmlns:a="http://schemas.openxmlformats.org/drawingml/2006/main">
              <a:ext uri="{FF2B5EF4-FFF2-40B4-BE49-F238E27FC236}">
                <a16:creationId xmlns:a16="http://schemas.microsoft.com/office/drawing/2014/main" id="{00BC4458-218D-4B03-8151-7E00967B5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13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5" name="data_5991">
            <a:extLst xmlns:a="http://schemas.openxmlformats.org/drawingml/2006/main">
              <a:ext uri="{FF2B5EF4-FFF2-40B4-BE49-F238E27FC236}">
                <a16:creationId xmlns:a16="http://schemas.microsoft.com/office/drawing/2014/main" id="{374BDCA3-E02C-4C17-B94A-1A5DB215F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020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6" name="data_5992">
            <a:extLst xmlns:a="http://schemas.openxmlformats.org/drawingml/2006/main">
              <a:ext uri="{FF2B5EF4-FFF2-40B4-BE49-F238E27FC236}">
                <a16:creationId xmlns:a16="http://schemas.microsoft.com/office/drawing/2014/main" id="{A6B4A32F-CFD7-415B-95A1-46F012F3D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6300" y="351600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7" name="data_5993">
            <a:extLst xmlns:a="http://schemas.openxmlformats.org/drawingml/2006/main">
              <a:ext uri="{FF2B5EF4-FFF2-40B4-BE49-F238E27FC236}">
                <a16:creationId xmlns:a16="http://schemas.microsoft.com/office/drawing/2014/main" id="{33A799BD-858C-4035-924A-C97EDB962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291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8" name="data_5994">
            <a:extLst xmlns:a="http://schemas.openxmlformats.org/drawingml/2006/main">
              <a:ext uri="{FF2B5EF4-FFF2-40B4-BE49-F238E27FC236}">
                <a16:creationId xmlns:a16="http://schemas.microsoft.com/office/drawing/2014/main" id="{32854889-FF19-4419-AB34-28FD20888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170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9" name="data_5995">
            <a:extLst xmlns:a="http://schemas.openxmlformats.org/drawingml/2006/main">
              <a:ext uri="{FF2B5EF4-FFF2-40B4-BE49-F238E27FC236}">
                <a16:creationId xmlns:a16="http://schemas.microsoft.com/office/drawing/2014/main" id="{3781370A-ACAD-49BE-A84E-6EE9209F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89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0" name="data_5996">
            <a:extLst xmlns:a="http://schemas.openxmlformats.org/drawingml/2006/main">
              <a:ext uri="{FF2B5EF4-FFF2-40B4-BE49-F238E27FC236}">
                <a16:creationId xmlns:a16="http://schemas.microsoft.com/office/drawing/2014/main" id="{A787692E-68B9-45FC-900B-19E21FA24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822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1" name="data_5997">
            <a:extLst xmlns:a="http://schemas.openxmlformats.org/drawingml/2006/main">
              <a:ext uri="{FF2B5EF4-FFF2-40B4-BE49-F238E27FC236}">
                <a16:creationId xmlns:a16="http://schemas.microsoft.com/office/drawing/2014/main" id="{2B840F46-A802-4FDC-91AB-35371693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835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2" name="data_5998">
            <a:extLst xmlns:a="http://schemas.openxmlformats.org/drawingml/2006/main">
              <a:ext uri="{FF2B5EF4-FFF2-40B4-BE49-F238E27FC236}">
                <a16:creationId xmlns:a16="http://schemas.microsoft.com/office/drawing/2014/main" id="{4BE1C7F0-BCBD-4DD6-A56C-95A7C609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989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3" name="data_5999">
            <a:extLst xmlns:a="http://schemas.openxmlformats.org/drawingml/2006/main">
              <a:ext uri="{FF2B5EF4-FFF2-40B4-BE49-F238E27FC236}">
                <a16:creationId xmlns:a16="http://schemas.microsoft.com/office/drawing/2014/main" id="{8036941B-1C16-42E5-9B5B-855ADD30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62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4" name="data_6000">
            <a:extLst xmlns:a="http://schemas.openxmlformats.org/drawingml/2006/main">
              <a:ext uri="{FF2B5EF4-FFF2-40B4-BE49-F238E27FC236}">
                <a16:creationId xmlns:a16="http://schemas.microsoft.com/office/drawing/2014/main" id="{D00BCCE5-9164-4180-A801-8D9A77C1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52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5" name="data_6001">
            <a:extLst xmlns:a="http://schemas.openxmlformats.org/drawingml/2006/main">
              <a:ext uri="{FF2B5EF4-FFF2-40B4-BE49-F238E27FC236}">
                <a16:creationId xmlns:a16="http://schemas.microsoft.com/office/drawing/2014/main" id="{F333F8A2-FE6D-46B7-8BF6-78C7CF6C7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636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6" name="data_6002">
            <a:extLst xmlns:a="http://schemas.openxmlformats.org/drawingml/2006/main">
              <a:ext uri="{FF2B5EF4-FFF2-40B4-BE49-F238E27FC236}">
                <a16:creationId xmlns:a16="http://schemas.microsoft.com/office/drawing/2014/main" id="{A7657D0E-9381-4E8B-9B6F-3F32E237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46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7" name="data_6003">
            <a:extLst xmlns:a="http://schemas.openxmlformats.org/drawingml/2006/main">
              <a:ext uri="{FF2B5EF4-FFF2-40B4-BE49-F238E27FC236}">
                <a16:creationId xmlns:a16="http://schemas.microsoft.com/office/drawing/2014/main" id="{DBCF7F4D-E76E-4C9D-994D-722299C78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004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8" name="data_6004">
            <a:extLst xmlns:a="http://schemas.openxmlformats.org/drawingml/2006/main">
              <a:ext uri="{FF2B5EF4-FFF2-40B4-BE49-F238E27FC236}">
                <a16:creationId xmlns:a16="http://schemas.microsoft.com/office/drawing/2014/main" id="{CBABACAD-4C70-4BC5-B7D3-390EDD406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920" y="37717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9" name="data_6005">
            <a:extLst xmlns:a="http://schemas.openxmlformats.org/drawingml/2006/main">
              <a:ext uri="{FF2B5EF4-FFF2-40B4-BE49-F238E27FC236}">
                <a16:creationId xmlns:a16="http://schemas.microsoft.com/office/drawing/2014/main" id="{469E1C58-6817-45F9-A0A0-C329A115E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535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0" name="data_6006">
            <a:extLst xmlns:a="http://schemas.openxmlformats.org/drawingml/2006/main">
              <a:ext uri="{FF2B5EF4-FFF2-40B4-BE49-F238E27FC236}">
                <a16:creationId xmlns:a16="http://schemas.microsoft.com/office/drawing/2014/main" id="{0E11AF4D-0340-4127-A86F-02266805A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36" y="255544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1" name="data_6007">
            <a:extLst xmlns:a="http://schemas.openxmlformats.org/drawingml/2006/main">
              <a:ext uri="{FF2B5EF4-FFF2-40B4-BE49-F238E27FC236}">
                <a16:creationId xmlns:a16="http://schemas.microsoft.com/office/drawing/2014/main" id="{DB6541C6-7964-4A66-A5DE-B4364C2F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66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2" name="data_6008">
            <a:extLst xmlns:a="http://schemas.openxmlformats.org/drawingml/2006/main">
              <a:ext uri="{FF2B5EF4-FFF2-40B4-BE49-F238E27FC236}">
                <a16:creationId xmlns:a16="http://schemas.microsoft.com/office/drawing/2014/main" id="{74597F4A-2A3A-4D35-9DE2-ACE50250D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14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3" name="data_6009">
            <a:extLst xmlns:a="http://schemas.openxmlformats.org/drawingml/2006/main">
              <a:ext uri="{FF2B5EF4-FFF2-40B4-BE49-F238E27FC236}">
                <a16:creationId xmlns:a16="http://schemas.microsoft.com/office/drawing/2014/main" id="{801BF4CC-1E98-492F-9495-BCBED206D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29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4" name="data_6010">
            <a:extLst xmlns:a="http://schemas.openxmlformats.org/drawingml/2006/main">
              <a:ext uri="{FF2B5EF4-FFF2-40B4-BE49-F238E27FC236}">
                <a16:creationId xmlns:a16="http://schemas.microsoft.com/office/drawing/2014/main" id="{B67E63EE-07C6-4AD9-9119-1473E1022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208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5" name="data_6011">
            <a:extLst xmlns:a="http://schemas.openxmlformats.org/drawingml/2006/main">
              <a:ext uri="{FF2B5EF4-FFF2-40B4-BE49-F238E27FC236}">
                <a16:creationId xmlns:a16="http://schemas.microsoft.com/office/drawing/2014/main" id="{F13FE2E6-E0D4-49F6-A243-195B8F84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05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6" name="data_6012">
            <a:extLst xmlns:a="http://schemas.openxmlformats.org/drawingml/2006/main">
              <a:ext uri="{FF2B5EF4-FFF2-40B4-BE49-F238E27FC236}">
                <a16:creationId xmlns:a16="http://schemas.microsoft.com/office/drawing/2014/main" id="{F58FA532-FB84-4D86-98DE-7F77C94EC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24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7" name="data_6013">
            <a:extLst xmlns:a="http://schemas.openxmlformats.org/drawingml/2006/main">
              <a:ext uri="{FF2B5EF4-FFF2-40B4-BE49-F238E27FC236}">
                <a16:creationId xmlns:a16="http://schemas.microsoft.com/office/drawing/2014/main" id="{A0ABA6CF-B700-4436-B56E-1A6BD983E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678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8" name="data_6014">
            <a:extLst xmlns:a="http://schemas.openxmlformats.org/drawingml/2006/main">
              <a:ext uri="{FF2B5EF4-FFF2-40B4-BE49-F238E27FC236}">
                <a16:creationId xmlns:a16="http://schemas.microsoft.com/office/drawing/2014/main" id="{2BCBBE8C-0E2F-4933-8A38-E0317149B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63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9" name="data_6015">
            <a:extLst xmlns:a="http://schemas.openxmlformats.org/drawingml/2006/main">
              <a:ext uri="{FF2B5EF4-FFF2-40B4-BE49-F238E27FC236}">
                <a16:creationId xmlns:a16="http://schemas.microsoft.com/office/drawing/2014/main" id="{02C8D1D9-381F-44B3-8B62-2BB546BDF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330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0" name="data_6016">
            <a:extLst xmlns:a="http://schemas.openxmlformats.org/drawingml/2006/main">
              <a:ext uri="{FF2B5EF4-FFF2-40B4-BE49-F238E27FC236}">
                <a16:creationId xmlns:a16="http://schemas.microsoft.com/office/drawing/2014/main" id="{46DAD174-68E2-4CA9-B0B9-806E3892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3628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1" name="data_6017">
            <a:extLst xmlns:a="http://schemas.openxmlformats.org/drawingml/2006/main">
              <a:ext uri="{FF2B5EF4-FFF2-40B4-BE49-F238E27FC236}">
                <a16:creationId xmlns:a16="http://schemas.microsoft.com/office/drawing/2014/main" id="{60617A01-B25A-4865-B3D1-650EAD9D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033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2" name="data_6018">
            <a:extLst xmlns:a="http://schemas.openxmlformats.org/drawingml/2006/main">
              <a:ext uri="{FF2B5EF4-FFF2-40B4-BE49-F238E27FC236}">
                <a16:creationId xmlns:a16="http://schemas.microsoft.com/office/drawing/2014/main" id="{9E09C0AF-7B48-4AE1-8297-4C049D50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190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3" name="data_6019">
            <a:extLst xmlns:a="http://schemas.openxmlformats.org/drawingml/2006/main">
              <a:ext uri="{FF2B5EF4-FFF2-40B4-BE49-F238E27FC236}">
                <a16:creationId xmlns:a16="http://schemas.microsoft.com/office/drawing/2014/main" id="{49CCDF4C-3DF5-4BC0-ADA9-AD5794B1F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330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4" name="data_6020">
            <a:extLst xmlns:a="http://schemas.openxmlformats.org/drawingml/2006/main">
              <a:ext uri="{FF2B5EF4-FFF2-40B4-BE49-F238E27FC236}">
                <a16:creationId xmlns:a16="http://schemas.microsoft.com/office/drawing/2014/main" id="{F43EFE70-D097-4340-A95F-B53757BE8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532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5" name="data_6021">
            <a:extLst xmlns:a="http://schemas.openxmlformats.org/drawingml/2006/main">
              <a:ext uri="{FF2B5EF4-FFF2-40B4-BE49-F238E27FC236}">
                <a16:creationId xmlns:a16="http://schemas.microsoft.com/office/drawing/2014/main" id="{B7F202BC-5DBD-4875-AF50-38452CF13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5288" y="273377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6" name="data_6022">
            <a:extLst xmlns:a="http://schemas.openxmlformats.org/drawingml/2006/main">
              <a:ext uri="{FF2B5EF4-FFF2-40B4-BE49-F238E27FC236}">
                <a16:creationId xmlns:a16="http://schemas.microsoft.com/office/drawing/2014/main" id="{EA1EFDEB-EC6F-42E9-9B2E-5F18BBD84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4116" y="29848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7" name="data_6023">
            <a:extLst xmlns:a="http://schemas.openxmlformats.org/drawingml/2006/main">
              <a:ext uri="{FF2B5EF4-FFF2-40B4-BE49-F238E27FC236}">
                <a16:creationId xmlns:a16="http://schemas.microsoft.com/office/drawing/2014/main" id="{752555AC-9EE0-48A4-B3EC-2C3A4E748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743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8" name="data_6024">
            <a:extLst xmlns:a="http://schemas.openxmlformats.org/drawingml/2006/main">
              <a:ext uri="{FF2B5EF4-FFF2-40B4-BE49-F238E27FC236}">
                <a16:creationId xmlns:a16="http://schemas.microsoft.com/office/drawing/2014/main" id="{9698196B-5FC4-42E7-8CE9-37A4E0BE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0078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9" name="data_6025">
            <a:extLst xmlns:a="http://schemas.openxmlformats.org/drawingml/2006/main">
              <a:ext uri="{FF2B5EF4-FFF2-40B4-BE49-F238E27FC236}">
                <a16:creationId xmlns:a16="http://schemas.microsoft.com/office/drawing/2014/main" id="{6F645EAD-3B76-4680-B2E0-703014782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512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0" name="data_6026">
            <a:extLst xmlns:a="http://schemas.openxmlformats.org/drawingml/2006/main">
              <a:ext uri="{FF2B5EF4-FFF2-40B4-BE49-F238E27FC236}">
                <a16:creationId xmlns:a16="http://schemas.microsoft.com/office/drawing/2014/main" id="{CB0B6D18-2446-4187-A083-4FE7F49FE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860" y="29334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1" name="data_6027">
            <a:extLst xmlns:a="http://schemas.openxmlformats.org/drawingml/2006/main">
              <a:ext uri="{FF2B5EF4-FFF2-40B4-BE49-F238E27FC236}">
                <a16:creationId xmlns:a16="http://schemas.microsoft.com/office/drawing/2014/main" id="{5C925829-5500-4A6B-AED8-7CDD7AD9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144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2" name="data_6028">
            <a:extLst xmlns:a="http://schemas.openxmlformats.org/drawingml/2006/main">
              <a:ext uri="{FF2B5EF4-FFF2-40B4-BE49-F238E27FC236}">
                <a16:creationId xmlns:a16="http://schemas.microsoft.com/office/drawing/2014/main" id="{9BA28900-C955-4E16-A588-66F2243E5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561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3" name="data_6029">
            <a:extLst xmlns:a="http://schemas.openxmlformats.org/drawingml/2006/main">
              <a:ext uri="{FF2B5EF4-FFF2-40B4-BE49-F238E27FC236}">
                <a16:creationId xmlns:a16="http://schemas.microsoft.com/office/drawing/2014/main" id="{A9BC4EC3-C811-43C6-B36D-6FBB5C493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60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4" name="data_6030">
            <a:extLst xmlns:a="http://schemas.openxmlformats.org/drawingml/2006/main">
              <a:ext uri="{FF2B5EF4-FFF2-40B4-BE49-F238E27FC236}">
                <a16:creationId xmlns:a16="http://schemas.microsoft.com/office/drawing/2014/main" id="{1A445379-19CB-4607-A60E-08C187F88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818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5" name="data_6031">
            <a:extLst xmlns:a="http://schemas.openxmlformats.org/drawingml/2006/main">
              <a:ext uri="{FF2B5EF4-FFF2-40B4-BE49-F238E27FC236}">
                <a16:creationId xmlns:a16="http://schemas.microsoft.com/office/drawing/2014/main" id="{31E2B444-1833-4E0B-ABFE-4B338DF48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209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6" name="data_6032">
            <a:extLst xmlns:a="http://schemas.openxmlformats.org/drawingml/2006/main">
              <a:ext uri="{FF2B5EF4-FFF2-40B4-BE49-F238E27FC236}">
                <a16:creationId xmlns:a16="http://schemas.microsoft.com/office/drawing/2014/main" id="{1BF12DC8-4BEB-4F86-968E-0E0AEF3B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121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7" name="data_6033">
            <a:extLst xmlns:a="http://schemas.openxmlformats.org/drawingml/2006/main">
              <a:ext uri="{FF2B5EF4-FFF2-40B4-BE49-F238E27FC236}">
                <a16:creationId xmlns:a16="http://schemas.microsoft.com/office/drawing/2014/main" id="{14AC6660-24BC-462D-9D36-799BF5B47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519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8" name="data_6034">
            <a:extLst xmlns:a="http://schemas.openxmlformats.org/drawingml/2006/main">
              <a:ext uri="{FF2B5EF4-FFF2-40B4-BE49-F238E27FC236}">
                <a16:creationId xmlns:a16="http://schemas.microsoft.com/office/drawing/2014/main" id="{2D952646-6B41-4F4D-8584-F9FE88742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427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9" name="data_6035">
            <a:extLst xmlns:a="http://schemas.openxmlformats.org/drawingml/2006/main">
              <a:ext uri="{FF2B5EF4-FFF2-40B4-BE49-F238E27FC236}">
                <a16:creationId xmlns:a16="http://schemas.microsoft.com/office/drawing/2014/main" id="{A1F40911-E1FD-4953-8910-278348AE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46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0" name="data_6036">
            <a:extLst xmlns:a="http://schemas.openxmlformats.org/drawingml/2006/main">
              <a:ext uri="{FF2B5EF4-FFF2-40B4-BE49-F238E27FC236}">
                <a16:creationId xmlns:a16="http://schemas.microsoft.com/office/drawing/2014/main" id="{75D0CB3C-B286-4D02-B238-44D5C3F2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09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1" name="data_6037">
            <a:extLst xmlns:a="http://schemas.openxmlformats.org/drawingml/2006/main">
              <a:ext uri="{FF2B5EF4-FFF2-40B4-BE49-F238E27FC236}">
                <a16:creationId xmlns:a16="http://schemas.microsoft.com/office/drawing/2014/main" id="{573B2AF8-E93D-4885-B233-0D872B767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7568" y="389050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2" name="data_6038">
            <a:extLst xmlns:a="http://schemas.openxmlformats.org/drawingml/2006/main">
              <a:ext uri="{FF2B5EF4-FFF2-40B4-BE49-F238E27FC236}">
                <a16:creationId xmlns:a16="http://schemas.microsoft.com/office/drawing/2014/main" id="{CE905428-F701-49B6-865E-31981B23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12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3" name="data_6039">
            <a:extLst xmlns:a="http://schemas.openxmlformats.org/drawingml/2006/main">
              <a:ext uri="{FF2B5EF4-FFF2-40B4-BE49-F238E27FC236}">
                <a16:creationId xmlns:a16="http://schemas.microsoft.com/office/drawing/2014/main" id="{722F3F2A-8ACE-4B21-A78C-E97CF75A2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437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4" name="data_6040">
            <a:extLst xmlns:a="http://schemas.openxmlformats.org/drawingml/2006/main">
              <a:ext uri="{FF2B5EF4-FFF2-40B4-BE49-F238E27FC236}">
                <a16:creationId xmlns:a16="http://schemas.microsoft.com/office/drawing/2014/main" id="{14B5AED8-57FC-4436-931E-5ED0B49C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209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5" name="data_6041">
            <a:extLst xmlns:a="http://schemas.openxmlformats.org/drawingml/2006/main">
              <a:ext uri="{FF2B5EF4-FFF2-40B4-BE49-F238E27FC236}">
                <a16:creationId xmlns:a16="http://schemas.microsoft.com/office/drawing/2014/main" id="{07666F57-C82F-40C1-BDA3-329F91989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340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6" name="data_6042">
            <a:extLst xmlns:a="http://schemas.openxmlformats.org/drawingml/2006/main">
              <a:ext uri="{FF2B5EF4-FFF2-40B4-BE49-F238E27FC236}">
                <a16:creationId xmlns:a16="http://schemas.microsoft.com/office/drawing/2014/main" id="{37792A0D-61D8-41C0-ACBB-E861E393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408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7" name="data_6043">
            <a:extLst xmlns:a="http://schemas.openxmlformats.org/drawingml/2006/main">
              <a:ext uri="{FF2B5EF4-FFF2-40B4-BE49-F238E27FC236}">
                <a16:creationId xmlns:a16="http://schemas.microsoft.com/office/drawing/2014/main" id="{4A59205A-4C12-4144-A91F-DE606C28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314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8" name="data_6044">
            <a:extLst xmlns:a="http://schemas.openxmlformats.org/drawingml/2006/main">
              <a:ext uri="{FF2B5EF4-FFF2-40B4-BE49-F238E27FC236}">
                <a16:creationId xmlns:a16="http://schemas.microsoft.com/office/drawing/2014/main" id="{2B909F61-008F-428E-A8F9-871CAD2DD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57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9" name="data_6045">
            <a:extLst xmlns:a="http://schemas.openxmlformats.org/drawingml/2006/main">
              <a:ext uri="{FF2B5EF4-FFF2-40B4-BE49-F238E27FC236}">
                <a16:creationId xmlns:a16="http://schemas.microsoft.com/office/drawing/2014/main" id="{6DC7C151-052E-4A0A-B87F-A30A64B41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199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0" name="data_6046">
            <a:extLst xmlns:a="http://schemas.openxmlformats.org/drawingml/2006/main">
              <a:ext uri="{FF2B5EF4-FFF2-40B4-BE49-F238E27FC236}">
                <a16:creationId xmlns:a16="http://schemas.microsoft.com/office/drawing/2014/main" id="{490970BF-8C6D-4F29-A78F-6C9E0917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91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1" name="data_6047">
            <a:extLst xmlns:a="http://schemas.openxmlformats.org/drawingml/2006/main">
              <a:ext uri="{FF2B5EF4-FFF2-40B4-BE49-F238E27FC236}">
                <a16:creationId xmlns:a16="http://schemas.microsoft.com/office/drawing/2014/main" id="{89487220-94E6-4EB9-87BA-27A2DEAF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50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2" name="data_6048">
            <a:extLst xmlns:a="http://schemas.openxmlformats.org/drawingml/2006/main">
              <a:ext uri="{FF2B5EF4-FFF2-40B4-BE49-F238E27FC236}">
                <a16:creationId xmlns:a16="http://schemas.microsoft.com/office/drawing/2014/main" id="{8DF142CD-4F7B-43DB-A6C2-7BE94976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118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3" name="data_6049">
            <a:extLst xmlns:a="http://schemas.openxmlformats.org/drawingml/2006/main">
              <a:ext uri="{FF2B5EF4-FFF2-40B4-BE49-F238E27FC236}">
                <a16:creationId xmlns:a16="http://schemas.microsoft.com/office/drawing/2014/main" id="{27DF2BE1-C6D7-437F-A2A3-2F51C424E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46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4" name="data_6050">
            <a:extLst xmlns:a="http://schemas.openxmlformats.org/drawingml/2006/main">
              <a:ext uri="{FF2B5EF4-FFF2-40B4-BE49-F238E27FC236}">
                <a16:creationId xmlns:a16="http://schemas.microsoft.com/office/drawing/2014/main" id="{C17E9DA4-B489-4FDF-847E-73DA90D84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46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5" name="data_6051">
            <a:extLst xmlns:a="http://schemas.openxmlformats.org/drawingml/2006/main">
              <a:ext uri="{FF2B5EF4-FFF2-40B4-BE49-F238E27FC236}">
                <a16:creationId xmlns:a16="http://schemas.microsoft.com/office/drawing/2014/main" id="{F287E3F9-9702-4EA2-98D4-7B24AACC7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558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6" name="data_6052">
            <a:extLst xmlns:a="http://schemas.openxmlformats.org/drawingml/2006/main">
              <a:ext uri="{FF2B5EF4-FFF2-40B4-BE49-F238E27FC236}">
                <a16:creationId xmlns:a16="http://schemas.microsoft.com/office/drawing/2014/main" id="{22C6DFCB-1248-4384-A72F-C4D5B455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639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7" name="data_6053">
            <a:extLst xmlns:a="http://schemas.openxmlformats.org/drawingml/2006/main">
              <a:ext uri="{FF2B5EF4-FFF2-40B4-BE49-F238E27FC236}">
                <a16:creationId xmlns:a16="http://schemas.microsoft.com/office/drawing/2014/main" id="{17C0E758-9217-4608-83DA-9035B9138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512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8" name="data_6054">
            <a:extLst xmlns:a="http://schemas.openxmlformats.org/drawingml/2006/main">
              <a:ext uri="{FF2B5EF4-FFF2-40B4-BE49-F238E27FC236}">
                <a16:creationId xmlns:a16="http://schemas.microsoft.com/office/drawing/2014/main" id="{B85C2D60-BBD8-41C2-A0E7-CC7B1CD2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776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9" name="data_6055">
            <a:extLst xmlns:a="http://schemas.openxmlformats.org/drawingml/2006/main">
              <a:ext uri="{FF2B5EF4-FFF2-40B4-BE49-F238E27FC236}">
                <a16:creationId xmlns:a16="http://schemas.microsoft.com/office/drawing/2014/main" id="{9C53CBC9-D865-4477-B8F9-4C4B36CEC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890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0" name="data_6056">
            <a:extLst xmlns:a="http://schemas.openxmlformats.org/drawingml/2006/main">
              <a:ext uri="{FF2B5EF4-FFF2-40B4-BE49-F238E27FC236}">
                <a16:creationId xmlns:a16="http://schemas.microsoft.com/office/drawing/2014/main" id="{D37447D1-7390-4500-8C00-CB2E7079C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981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1" name="data_6057">
            <a:extLst xmlns:a="http://schemas.openxmlformats.org/drawingml/2006/main">
              <a:ext uri="{FF2B5EF4-FFF2-40B4-BE49-F238E27FC236}">
                <a16:creationId xmlns:a16="http://schemas.microsoft.com/office/drawing/2014/main" id="{EB76EF21-6626-423B-96C7-B70790BA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215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2" name="data_6058">
            <a:extLst xmlns:a="http://schemas.openxmlformats.org/drawingml/2006/main">
              <a:ext uri="{FF2B5EF4-FFF2-40B4-BE49-F238E27FC236}">
                <a16:creationId xmlns:a16="http://schemas.microsoft.com/office/drawing/2014/main" id="{AB4E88C8-0182-468C-93B1-EF0265C32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9033" y="37400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3" name="data_6059">
            <a:extLst xmlns:a="http://schemas.openxmlformats.org/drawingml/2006/main">
              <a:ext uri="{FF2B5EF4-FFF2-40B4-BE49-F238E27FC236}">
                <a16:creationId xmlns:a16="http://schemas.microsoft.com/office/drawing/2014/main" id="{2473B1F9-F231-4CB6-864F-D8FD6DC5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5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4" name="data_6060">
            <a:extLst xmlns:a="http://schemas.openxmlformats.org/drawingml/2006/main">
              <a:ext uri="{FF2B5EF4-FFF2-40B4-BE49-F238E27FC236}">
                <a16:creationId xmlns:a16="http://schemas.microsoft.com/office/drawing/2014/main" id="{DCAF341E-AB0C-46B5-B92C-93D56F24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37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5" name="data_6061">
            <a:extLst xmlns:a="http://schemas.openxmlformats.org/drawingml/2006/main">
              <a:ext uri="{FF2B5EF4-FFF2-40B4-BE49-F238E27FC236}">
                <a16:creationId xmlns:a16="http://schemas.microsoft.com/office/drawing/2014/main" id="{5D2AD4B9-4F73-419F-B405-EAE7535E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42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6" name="data_6062">
            <a:extLst xmlns:a="http://schemas.openxmlformats.org/drawingml/2006/main">
              <a:ext uri="{FF2B5EF4-FFF2-40B4-BE49-F238E27FC236}">
                <a16:creationId xmlns:a16="http://schemas.microsoft.com/office/drawing/2014/main" id="{44CA5998-E9F6-4EB4-AAD5-B0C4EBD4C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2455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7" name="data_6063">
            <a:extLst xmlns:a="http://schemas.openxmlformats.org/drawingml/2006/main">
              <a:ext uri="{FF2B5EF4-FFF2-40B4-BE49-F238E27FC236}">
                <a16:creationId xmlns:a16="http://schemas.microsoft.com/office/drawing/2014/main" id="{CA81E36C-8483-412E-A118-D97885E9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9557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8" name="data_6064">
            <a:extLst xmlns:a="http://schemas.openxmlformats.org/drawingml/2006/main">
              <a:ext uri="{FF2B5EF4-FFF2-40B4-BE49-F238E27FC236}">
                <a16:creationId xmlns:a16="http://schemas.microsoft.com/office/drawing/2014/main" id="{D1A16AFB-DFC1-4A6B-A35A-DBA0A0C25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877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9" name="data_6065">
            <a:extLst xmlns:a="http://schemas.openxmlformats.org/drawingml/2006/main">
              <a:ext uri="{FF2B5EF4-FFF2-40B4-BE49-F238E27FC236}">
                <a16:creationId xmlns:a16="http://schemas.microsoft.com/office/drawing/2014/main" id="{60606A81-0DF4-43F6-B4F6-D0ACDC73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880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0" name="data_6066">
            <a:extLst xmlns:a="http://schemas.openxmlformats.org/drawingml/2006/main">
              <a:ext uri="{FF2B5EF4-FFF2-40B4-BE49-F238E27FC236}">
                <a16:creationId xmlns:a16="http://schemas.microsoft.com/office/drawing/2014/main" id="{084710B1-E914-43C5-A94B-D2D108F8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634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1" name="data_6067">
            <a:extLst xmlns:a="http://schemas.openxmlformats.org/drawingml/2006/main">
              <a:ext uri="{FF2B5EF4-FFF2-40B4-BE49-F238E27FC236}">
                <a16:creationId xmlns:a16="http://schemas.microsoft.com/office/drawing/2014/main" id="{E8AC30DB-650C-4E62-88D4-886EA186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678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2" name="data_6068">
            <a:extLst xmlns:a="http://schemas.openxmlformats.org/drawingml/2006/main">
              <a:ext uri="{FF2B5EF4-FFF2-40B4-BE49-F238E27FC236}">
                <a16:creationId xmlns:a16="http://schemas.microsoft.com/office/drawing/2014/main" id="{32321150-1935-4092-8D50-E810A7416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0434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3" name="data_6069">
            <a:extLst xmlns:a="http://schemas.openxmlformats.org/drawingml/2006/main">
              <a:ext uri="{FF2B5EF4-FFF2-40B4-BE49-F238E27FC236}">
                <a16:creationId xmlns:a16="http://schemas.microsoft.com/office/drawing/2014/main" id="{B0462A2A-6072-4AAD-952F-D602F658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043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4" name="data_6070">
            <a:extLst xmlns:a="http://schemas.openxmlformats.org/drawingml/2006/main">
              <a:ext uri="{FF2B5EF4-FFF2-40B4-BE49-F238E27FC236}">
                <a16:creationId xmlns:a16="http://schemas.microsoft.com/office/drawing/2014/main" id="{ABC1B7CA-5B01-43A6-8D93-6B1B6445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623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5" name="data_6071">
            <a:extLst xmlns:a="http://schemas.openxmlformats.org/drawingml/2006/main">
              <a:ext uri="{FF2B5EF4-FFF2-40B4-BE49-F238E27FC236}">
                <a16:creationId xmlns:a16="http://schemas.microsoft.com/office/drawing/2014/main" id="{EEB25178-689D-4AE2-8A3E-9C454C220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558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6" name="data_6072">
            <a:extLst xmlns:a="http://schemas.openxmlformats.org/drawingml/2006/main">
              <a:ext uri="{FF2B5EF4-FFF2-40B4-BE49-F238E27FC236}">
                <a16:creationId xmlns:a16="http://schemas.microsoft.com/office/drawing/2014/main" id="{E7CFF1F2-DFB7-4DD0-8CB1-6B6C0764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144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7" name="data_6073">
            <a:extLst xmlns:a="http://schemas.openxmlformats.org/drawingml/2006/main">
              <a:ext uri="{FF2B5EF4-FFF2-40B4-BE49-F238E27FC236}">
                <a16:creationId xmlns:a16="http://schemas.microsoft.com/office/drawing/2014/main" id="{B8A1E54A-8EB7-43A4-AA27-DB3589033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226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8" name="data_6074">
            <a:extLst xmlns:a="http://schemas.openxmlformats.org/drawingml/2006/main">
              <a:ext uri="{FF2B5EF4-FFF2-40B4-BE49-F238E27FC236}">
                <a16:creationId xmlns:a16="http://schemas.microsoft.com/office/drawing/2014/main" id="{B85B18B5-FB97-45B6-AFFA-A304C5043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8449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9" name="data_6075">
            <a:extLst xmlns:a="http://schemas.openxmlformats.org/drawingml/2006/main">
              <a:ext uri="{FF2B5EF4-FFF2-40B4-BE49-F238E27FC236}">
                <a16:creationId xmlns:a16="http://schemas.microsoft.com/office/drawing/2014/main" id="{D155A10F-E564-41EF-A597-5297BA24F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05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0" name="data_6076">
            <a:extLst xmlns:a="http://schemas.openxmlformats.org/drawingml/2006/main">
              <a:ext uri="{FF2B5EF4-FFF2-40B4-BE49-F238E27FC236}">
                <a16:creationId xmlns:a16="http://schemas.microsoft.com/office/drawing/2014/main" id="{52A634B5-0E58-4A7B-846C-DA4DD33EC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89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1" name="data_6077">
            <a:extLst xmlns:a="http://schemas.openxmlformats.org/drawingml/2006/main">
              <a:ext uri="{FF2B5EF4-FFF2-40B4-BE49-F238E27FC236}">
                <a16:creationId xmlns:a16="http://schemas.microsoft.com/office/drawing/2014/main" id="{F78BD6EE-C158-4975-B949-9766183C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792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2" name="data_6078">
            <a:extLst xmlns:a="http://schemas.openxmlformats.org/drawingml/2006/main">
              <a:ext uri="{FF2B5EF4-FFF2-40B4-BE49-F238E27FC236}">
                <a16:creationId xmlns:a16="http://schemas.microsoft.com/office/drawing/2014/main" id="{7F89186B-DD96-4A06-9ECD-FD12437E0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913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3" name="data_6079">
            <a:extLst xmlns:a="http://schemas.openxmlformats.org/drawingml/2006/main">
              <a:ext uri="{FF2B5EF4-FFF2-40B4-BE49-F238E27FC236}">
                <a16:creationId xmlns:a16="http://schemas.microsoft.com/office/drawing/2014/main" id="{81F67B81-7281-47F8-BA0B-3B5485D2E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49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4" name="data_6080">
            <a:extLst xmlns:a="http://schemas.openxmlformats.org/drawingml/2006/main">
              <a:ext uri="{FF2B5EF4-FFF2-40B4-BE49-F238E27FC236}">
                <a16:creationId xmlns:a16="http://schemas.microsoft.com/office/drawing/2014/main" id="{AFE11C90-91CB-4BD1-AB15-1C1B6E04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378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5" name="data_6081">
            <a:extLst xmlns:a="http://schemas.openxmlformats.org/drawingml/2006/main">
              <a:ext uri="{FF2B5EF4-FFF2-40B4-BE49-F238E27FC236}">
                <a16:creationId xmlns:a16="http://schemas.microsoft.com/office/drawing/2014/main" id="{91E52E81-0725-4FA2-9AAC-1075D60E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568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6" name="data_6082">
            <a:extLst xmlns:a="http://schemas.openxmlformats.org/drawingml/2006/main">
              <a:ext uri="{FF2B5EF4-FFF2-40B4-BE49-F238E27FC236}">
                <a16:creationId xmlns:a16="http://schemas.microsoft.com/office/drawing/2014/main" id="{B8FCE43F-9ED6-40F3-BDEC-D43B536A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14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7" name="data_6083">
            <a:extLst xmlns:a="http://schemas.openxmlformats.org/drawingml/2006/main">
              <a:ext uri="{FF2B5EF4-FFF2-40B4-BE49-F238E27FC236}">
                <a16:creationId xmlns:a16="http://schemas.microsoft.com/office/drawing/2014/main" id="{A45F216A-B072-47F9-B708-3D002926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780" y="25715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8" name="data_6084">
            <a:extLst xmlns:a="http://schemas.openxmlformats.org/drawingml/2006/main">
              <a:ext uri="{FF2B5EF4-FFF2-40B4-BE49-F238E27FC236}">
                <a16:creationId xmlns:a16="http://schemas.microsoft.com/office/drawing/2014/main" id="{1E54B04B-0C0B-4003-A34B-A9B013FB3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141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9" name="data_6085">
            <a:extLst xmlns:a="http://schemas.openxmlformats.org/drawingml/2006/main">
              <a:ext uri="{FF2B5EF4-FFF2-40B4-BE49-F238E27FC236}">
                <a16:creationId xmlns:a16="http://schemas.microsoft.com/office/drawing/2014/main" id="{F5DBAE10-8B2F-48CA-AC85-097517677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522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0" name="data_6086">
            <a:extLst xmlns:a="http://schemas.openxmlformats.org/drawingml/2006/main">
              <a:ext uri="{FF2B5EF4-FFF2-40B4-BE49-F238E27FC236}">
                <a16:creationId xmlns:a16="http://schemas.microsoft.com/office/drawing/2014/main" id="{723EC07B-999F-4DD9-A63C-F18AD547D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0304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1" name="data_6087">
            <a:extLst xmlns:a="http://schemas.openxmlformats.org/drawingml/2006/main">
              <a:ext uri="{FF2B5EF4-FFF2-40B4-BE49-F238E27FC236}">
                <a16:creationId xmlns:a16="http://schemas.microsoft.com/office/drawing/2014/main" id="{0D6C65D3-9282-4E04-9B4A-CADA95429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21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2" name="data_6088">
            <a:extLst xmlns:a="http://schemas.openxmlformats.org/drawingml/2006/main">
              <a:ext uri="{FF2B5EF4-FFF2-40B4-BE49-F238E27FC236}">
                <a16:creationId xmlns:a16="http://schemas.microsoft.com/office/drawing/2014/main" id="{E80D48F4-C34E-4269-9CF3-B6A2FA4BE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97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3" name="data_6089">
            <a:extLst xmlns:a="http://schemas.openxmlformats.org/drawingml/2006/main">
              <a:ext uri="{FF2B5EF4-FFF2-40B4-BE49-F238E27FC236}">
                <a16:creationId xmlns:a16="http://schemas.microsoft.com/office/drawing/2014/main" id="{F232471C-72EC-4091-9766-B251B3C0B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496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4" name="data_6090">
            <a:extLst xmlns:a="http://schemas.openxmlformats.org/drawingml/2006/main">
              <a:ext uri="{FF2B5EF4-FFF2-40B4-BE49-F238E27FC236}">
                <a16:creationId xmlns:a16="http://schemas.microsoft.com/office/drawing/2014/main" id="{B80E60A1-FFDE-45A6-810A-B7E4D4A9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389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5" name="data_6091">
            <a:extLst xmlns:a="http://schemas.openxmlformats.org/drawingml/2006/main">
              <a:ext uri="{FF2B5EF4-FFF2-40B4-BE49-F238E27FC236}">
                <a16:creationId xmlns:a16="http://schemas.microsoft.com/office/drawing/2014/main" id="{6CC61087-AD5B-4F2B-A056-D24F30877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443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6" name="data_6092">
            <a:extLst xmlns:a="http://schemas.openxmlformats.org/drawingml/2006/main">
              <a:ext uri="{FF2B5EF4-FFF2-40B4-BE49-F238E27FC236}">
                <a16:creationId xmlns:a16="http://schemas.microsoft.com/office/drawing/2014/main" id="{C8793D80-19C4-40B4-A238-BFF5A6366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9817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7" name="data_6093">
            <a:extLst xmlns:a="http://schemas.openxmlformats.org/drawingml/2006/main">
              <a:ext uri="{FF2B5EF4-FFF2-40B4-BE49-F238E27FC236}">
                <a16:creationId xmlns:a16="http://schemas.microsoft.com/office/drawing/2014/main" id="{13E50686-1B40-4391-A469-DF9AA5BE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3921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8" name="data_6094">
            <a:extLst xmlns:a="http://schemas.openxmlformats.org/drawingml/2006/main">
              <a:ext uri="{FF2B5EF4-FFF2-40B4-BE49-F238E27FC236}">
                <a16:creationId xmlns:a16="http://schemas.microsoft.com/office/drawing/2014/main" id="{16BA8CFB-CBC3-4A96-AD47-72B41B37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1444" y="25953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9" name="data_6095">
            <a:extLst xmlns:a="http://schemas.openxmlformats.org/drawingml/2006/main">
              <a:ext uri="{FF2B5EF4-FFF2-40B4-BE49-F238E27FC236}">
                <a16:creationId xmlns:a16="http://schemas.microsoft.com/office/drawing/2014/main" id="{C49CAC53-9C34-4116-98A4-ABF1E3A8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5940" y="261416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0" name="data_6096">
            <a:extLst xmlns:a="http://schemas.openxmlformats.org/drawingml/2006/main">
              <a:ext uri="{FF2B5EF4-FFF2-40B4-BE49-F238E27FC236}">
                <a16:creationId xmlns:a16="http://schemas.microsoft.com/office/drawing/2014/main" id="{3AAF7722-BC24-46F2-A462-1C4B91D9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834" y="35834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1" name="data_6097">
            <a:extLst xmlns:a="http://schemas.openxmlformats.org/drawingml/2006/main">
              <a:ext uri="{FF2B5EF4-FFF2-40B4-BE49-F238E27FC236}">
                <a16:creationId xmlns:a16="http://schemas.microsoft.com/office/drawing/2014/main" id="{823B01E0-74B2-40A4-A7CC-35385DA1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96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2" name="data_6098">
            <a:extLst xmlns:a="http://schemas.openxmlformats.org/drawingml/2006/main">
              <a:ext uri="{FF2B5EF4-FFF2-40B4-BE49-F238E27FC236}">
                <a16:creationId xmlns:a16="http://schemas.microsoft.com/office/drawing/2014/main" id="{3E618C4C-6FCB-4FCF-8B3B-CB40ED8F0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88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3" name="data_6099">
            <a:extLst xmlns:a="http://schemas.openxmlformats.org/drawingml/2006/main">
              <a:ext uri="{FF2B5EF4-FFF2-40B4-BE49-F238E27FC236}">
                <a16:creationId xmlns:a16="http://schemas.microsoft.com/office/drawing/2014/main" id="{AAFC46DC-8AF9-4085-89AF-E801F4BA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35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4" name="data_6100">
            <a:extLst xmlns:a="http://schemas.openxmlformats.org/drawingml/2006/main">
              <a:ext uri="{FF2B5EF4-FFF2-40B4-BE49-F238E27FC236}">
                <a16:creationId xmlns:a16="http://schemas.microsoft.com/office/drawing/2014/main" id="{43B74E05-56A0-4F61-BEC2-89DFFB045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3431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5" name="data_6101">
            <a:extLst xmlns:a="http://schemas.openxmlformats.org/drawingml/2006/main">
              <a:ext uri="{FF2B5EF4-FFF2-40B4-BE49-F238E27FC236}">
                <a16:creationId xmlns:a16="http://schemas.microsoft.com/office/drawing/2014/main" id="{644BA811-3253-4A0F-9147-B06FDC559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75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6" name="data_6102">
            <a:extLst xmlns:a="http://schemas.openxmlformats.org/drawingml/2006/main">
              <a:ext uri="{FF2B5EF4-FFF2-40B4-BE49-F238E27FC236}">
                <a16:creationId xmlns:a16="http://schemas.microsoft.com/office/drawing/2014/main" id="{A12AEA18-7FDE-46E0-A79C-C3ADF5D0C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58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7" name="data_6103">
            <a:extLst xmlns:a="http://schemas.openxmlformats.org/drawingml/2006/main">
              <a:ext uri="{FF2B5EF4-FFF2-40B4-BE49-F238E27FC236}">
                <a16:creationId xmlns:a16="http://schemas.microsoft.com/office/drawing/2014/main" id="{B486C873-44E3-4D95-8339-45611E09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63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8" name="data_6104">
            <a:extLst xmlns:a="http://schemas.openxmlformats.org/drawingml/2006/main">
              <a:ext uri="{FF2B5EF4-FFF2-40B4-BE49-F238E27FC236}">
                <a16:creationId xmlns:a16="http://schemas.microsoft.com/office/drawing/2014/main" id="{170792FB-854E-4F0C-965E-5B852732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584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9" name="data_6105">
            <a:extLst xmlns:a="http://schemas.openxmlformats.org/drawingml/2006/main">
              <a:ext uri="{FF2B5EF4-FFF2-40B4-BE49-F238E27FC236}">
                <a16:creationId xmlns:a16="http://schemas.microsoft.com/office/drawing/2014/main" id="{1F057E70-8D47-4AA7-A2E0-8C73415A5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2846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0" name="data_6106">
            <a:extLst xmlns:a="http://schemas.openxmlformats.org/drawingml/2006/main">
              <a:ext uri="{FF2B5EF4-FFF2-40B4-BE49-F238E27FC236}">
                <a16:creationId xmlns:a16="http://schemas.microsoft.com/office/drawing/2014/main" id="{9DF4366E-82D7-44B3-8CB3-215771DBE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8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1" name="data_6107">
            <a:extLst xmlns:a="http://schemas.openxmlformats.org/drawingml/2006/main">
              <a:ext uri="{FF2B5EF4-FFF2-40B4-BE49-F238E27FC236}">
                <a16:creationId xmlns:a16="http://schemas.microsoft.com/office/drawing/2014/main" id="{A7E1A90F-C523-4C91-B224-957FC293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786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2" name="data_6108">
            <a:extLst xmlns:a="http://schemas.openxmlformats.org/drawingml/2006/main">
              <a:ext uri="{FF2B5EF4-FFF2-40B4-BE49-F238E27FC236}">
                <a16:creationId xmlns:a16="http://schemas.microsoft.com/office/drawing/2014/main" id="{862F7154-A7B9-4FCF-A927-1243C51A0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792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3" name="data_6109">
            <a:extLst xmlns:a="http://schemas.openxmlformats.org/drawingml/2006/main">
              <a:ext uri="{FF2B5EF4-FFF2-40B4-BE49-F238E27FC236}">
                <a16:creationId xmlns:a16="http://schemas.microsoft.com/office/drawing/2014/main" id="{C3E21B80-FFF2-410D-AFE5-171F6CF69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076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4" name="data_6110">
            <a:extLst xmlns:a="http://schemas.openxmlformats.org/drawingml/2006/main">
              <a:ext uri="{FF2B5EF4-FFF2-40B4-BE49-F238E27FC236}">
                <a16:creationId xmlns:a16="http://schemas.microsoft.com/office/drawing/2014/main" id="{6C08B41C-7029-4D6C-B849-7418316DD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74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5" name="data_6111">
            <a:extLst xmlns:a="http://schemas.openxmlformats.org/drawingml/2006/main">
              <a:ext uri="{FF2B5EF4-FFF2-40B4-BE49-F238E27FC236}">
                <a16:creationId xmlns:a16="http://schemas.microsoft.com/office/drawing/2014/main" id="{BE42213A-78F2-4F7B-ADDE-7F8CC92F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5909" y="25864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6" name="data_6112">
            <a:extLst xmlns:a="http://schemas.openxmlformats.org/drawingml/2006/main">
              <a:ext uri="{FF2B5EF4-FFF2-40B4-BE49-F238E27FC236}">
                <a16:creationId xmlns:a16="http://schemas.microsoft.com/office/drawing/2014/main" id="{B49CE2BF-58B7-4BB9-869B-7C7E1A69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1511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7" name="data_6113">
            <a:extLst xmlns:a="http://schemas.openxmlformats.org/drawingml/2006/main">
              <a:ext uri="{FF2B5EF4-FFF2-40B4-BE49-F238E27FC236}">
                <a16:creationId xmlns:a16="http://schemas.microsoft.com/office/drawing/2014/main" id="{BD3350A6-50B4-490B-BC2E-DCE91C26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42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8" name="data_6114">
            <a:extLst xmlns:a="http://schemas.openxmlformats.org/drawingml/2006/main">
              <a:ext uri="{FF2B5EF4-FFF2-40B4-BE49-F238E27FC236}">
                <a16:creationId xmlns:a16="http://schemas.microsoft.com/office/drawing/2014/main" id="{3B3D6C83-D132-45A6-A951-6DE79AD2E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392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9" name="data_6115">
            <a:extLst xmlns:a="http://schemas.openxmlformats.org/drawingml/2006/main">
              <a:ext uri="{FF2B5EF4-FFF2-40B4-BE49-F238E27FC236}">
                <a16:creationId xmlns:a16="http://schemas.microsoft.com/office/drawing/2014/main" id="{AD1A5DCB-9D5A-4918-AB70-F2BFDBD8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258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0" name="data_6116">
            <a:extLst xmlns:a="http://schemas.openxmlformats.org/drawingml/2006/main">
              <a:ext uri="{FF2B5EF4-FFF2-40B4-BE49-F238E27FC236}">
                <a16:creationId xmlns:a16="http://schemas.microsoft.com/office/drawing/2014/main" id="{E10141EE-4A8B-4B2A-BC94-C63914E5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932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1" name="data_6117">
            <a:extLst xmlns:a="http://schemas.openxmlformats.org/drawingml/2006/main">
              <a:ext uri="{FF2B5EF4-FFF2-40B4-BE49-F238E27FC236}">
                <a16:creationId xmlns:a16="http://schemas.microsoft.com/office/drawing/2014/main" id="{BBF856C3-BF13-407C-A32A-4CC30B1AB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843" y="29467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2" name="data_6118">
            <a:extLst xmlns:a="http://schemas.openxmlformats.org/drawingml/2006/main">
              <a:ext uri="{FF2B5EF4-FFF2-40B4-BE49-F238E27FC236}">
                <a16:creationId xmlns:a16="http://schemas.microsoft.com/office/drawing/2014/main" id="{365D9F9B-6299-4F41-897B-0956F25F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463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3" name="data_6119">
            <a:extLst xmlns:a="http://schemas.openxmlformats.org/drawingml/2006/main">
              <a:ext uri="{FF2B5EF4-FFF2-40B4-BE49-F238E27FC236}">
                <a16:creationId xmlns:a16="http://schemas.microsoft.com/office/drawing/2014/main" id="{66E0C817-6811-4ECC-AA09-F2E21D5B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99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4" name="data_6120">
            <a:extLst xmlns:a="http://schemas.openxmlformats.org/drawingml/2006/main">
              <a:ext uri="{FF2B5EF4-FFF2-40B4-BE49-F238E27FC236}">
                <a16:creationId xmlns:a16="http://schemas.microsoft.com/office/drawing/2014/main" id="{D9AAD159-8E4C-480B-9EDD-6BA6F8988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5" name="data_6121">
            <a:extLst xmlns:a="http://schemas.openxmlformats.org/drawingml/2006/main">
              <a:ext uri="{FF2B5EF4-FFF2-40B4-BE49-F238E27FC236}">
                <a16:creationId xmlns:a16="http://schemas.microsoft.com/office/drawing/2014/main" id="{DF21EF59-46DD-46AD-B90C-2536531E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512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6" name="data_6122">
            <a:extLst xmlns:a="http://schemas.openxmlformats.org/drawingml/2006/main">
              <a:ext uri="{FF2B5EF4-FFF2-40B4-BE49-F238E27FC236}">
                <a16:creationId xmlns:a16="http://schemas.microsoft.com/office/drawing/2014/main" id="{327E0504-8A67-4CA4-9848-E77FBD42E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421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7" name="data_6123">
            <a:extLst xmlns:a="http://schemas.openxmlformats.org/drawingml/2006/main">
              <a:ext uri="{FF2B5EF4-FFF2-40B4-BE49-F238E27FC236}">
                <a16:creationId xmlns:a16="http://schemas.microsoft.com/office/drawing/2014/main" id="{005377A3-201A-4364-9206-85D4CB39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515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8" name="data_6124">
            <a:extLst xmlns:a="http://schemas.openxmlformats.org/drawingml/2006/main">
              <a:ext uri="{FF2B5EF4-FFF2-40B4-BE49-F238E27FC236}">
                <a16:creationId xmlns:a16="http://schemas.microsoft.com/office/drawing/2014/main" id="{DBBF8DC8-D887-4804-AF1B-A9516CAF9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98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9" name="data_6125">
            <a:extLst xmlns:a="http://schemas.openxmlformats.org/drawingml/2006/main">
              <a:ext uri="{FF2B5EF4-FFF2-40B4-BE49-F238E27FC236}">
                <a16:creationId xmlns:a16="http://schemas.microsoft.com/office/drawing/2014/main" id="{CD2AADCE-0A23-48BD-9ADC-36B6CFFD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789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0" name="data_6126">
            <a:extLst xmlns:a="http://schemas.openxmlformats.org/drawingml/2006/main">
              <a:ext uri="{FF2B5EF4-FFF2-40B4-BE49-F238E27FC236}">
                <a16:creationId xmlns:a16="http://schemas.microsoft.com/office/drawing/2014/main" id="{231F1AD3-6A27-4900-A168-00D032D0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5874" y="348831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1" name="data_6127">
            <a:extLst xmlns:a="http://schemas.openxmlformats.org/drawingml/2006/main">
              <a:ext uri="{FF2B5EF4-FFF2-40B4-BE49-F238E27FC236}">
                <a16:creationId xmlns:a16="http://schemas.microsoft.com/office/drawing/2014/main" id="{F72D8A2A-BB7E-4D6B-96C8-0A67489C9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42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2" name="data_6128">
            <a:extLst xmlns:a="http://schemas.openxmlformats.org/drawingml/2006/main">
              <a:ext uri="{FF2B5EF4-FFF2-40B4-BE49-F238E27FC236}">
                <a16:creationId xmlns:a16="http://schemas.microsoft.com/office/drawing/2014/main" id="{2B9C5F96-E3B7-4ABB-ABCB-8CA339443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25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3" name="data_6129">
            <a:extLst xmlns:a="http://schemas.openxmlformats.org/drawingml/2006/main">
              <a:ext uri="{FF2B5EF4-FFF2-40B4-BE49-F238E27FC236}">
                <a16:creationId xmlns:a16="http://schemas.microsoft.com/office/drawing/2014/main" id="{468511D1-41D7-4303-9C4C-7816F65B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649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4" name="data_6130">
            <a:extLst xmlns:a="http://schemas.openxmlformats.org/drawingml/2006/main">
              <a:ext uri="{FF2B5EF4-FFF2-40B4-BE49-F238E27FC236}">
                <a16:creationId xmlns:a16="http://schemas.microsoft.com/office/drawing/2014/main" id="{42BDFC7A-1CCD-49F6-A5A1-1EE26BA78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13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5" name="data_6131">
            <a:extLst xmlns:a="http://schemas.openxmlformats.org/drawingml/2006/main">
              <a:ext uri="{FF2B5EF4-FFF2-40B4-BE49-F238E27FC236}">
                <a16:creationId xmlns:a16="http://schemas.microsoft.com/office/drawing/2014/main" id="{B091CE15-F27D-4A46-9563-3C1F62E24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173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6" name="data_6132">
            <a:extLst xmlns:a="http://schemas.openxmlformats.org/drawingml/2006/main">
              <a:ext uri="{FF2B5EF4-FFF2-40B4-BE49-F238E27FC236}">
                <a16:creationId xmlns:a16="http://schemas.microsoft.com/office/drawing/2014/main" id="{A7ADFE81-EB8E-4199-BBBA-CC7077B1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092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7" name="data_6133">
            <a:extLst xmlns:a="http://schemas.openxmlformats.org/drawingml/2006/main">
              <a:ext uri="{FF2B5EF4-FFF2-40B4-BE49-F238E27FC236}">
                <a16:creationId xmlns:a16="http://schemas.microsoft.com/office/drawing/2014/main" id="{2426AB83-0521-43F1-8233-E78F1BBF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3040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8" name="data_6134">
            <a:extLst xmlns:a="http://schemas.openxmlformats.org/drawingml/2006/main">
              <a:ext uri="{FF2B5EF4-FFF2-40B4-BE49-F238E27FC236}">
                <a16:creationId xmlns:a16="http://schemas.microsoft.com/office/drawing/2014/main" id="{DFEA938A-B35F-4DE2-8876-4475174FE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506" y="34068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9" name="data_6135">
            <a:extLst xmlns:a="http://schemas.openxmlformats.org/drawingml/2006/main">
              <a:ext uri="{FF2B5EF4-FFF2-40B4-BE49-F238E27FC236}">
                <a16:creationId xmlns:a16="http://schemas.microsoft.com/office/drawing/2014/main" id="{A83BE52B-DF5B-4FD2-8F0C-1FEDFF3B1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0794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0" name="data_6136">
            <a:extLst xmlns:a="http://schemas.openxmlformats.org/drawingml/2006/main">
              <a:ext uri="{FF2B5EF4-FFF2-40B4-BE49-F238E27FC236}">
                <a16:creationId xmlns:a16="http://schemas.microsoft.com/office/drawing/2014/main" id="{5650C0B0-3FB7-4B95-8988-E1178C3C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54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1" name="data_6137">
            <a:extLst xmlns:a="http://schemas.openxmlformats.org/drawingml/2006/main">
              <a:ext uri="{FF2B5EF4-FFF2-40B4-BE49-F238E27FC236}">
                <a16:creationId xmlns:a16="http://schemas.microsoft.com/office/drawing/2014/main" id="{1A3FD370-5518-4765-A86F-D3453C896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53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2" name="data_6138">
            <a:extLst xmlns:a="http://schemas.openxmlformats.org/drawingml/2006/main">
              <a:ext uri="{FF2B5EF4-FFF2-40B4-BE49-F238E27FC236}">
                <a16:creationId xmlns:a16="http://schemas.microsoft.com/office/drawing/2014/main" id="{62B961F9-5D06-4E33-BA0B-07DA589A4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874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3" name="data_6139">
            <a:extLst xmlns:a="http://schemas.openxmlformats.org/drawingml/2006/main">
              <a:ext uri="{FF2B5EF4-FFF2-40B4-BE49-F238E27FC236}">
                <a16:creationId xmlns:a16="http://schemas.microsoft.com/office/drawing/2014/main" id="{93B66D92-0CFA-4188-9C17-49BB7C95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56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4" name="data_6140">
            <a:extLst xmlns:a="http://schemas.openxmlformats.org/drawingml/2006/main">
              <a:ext uri="{FF2B5EF4-FFF2-40B4-BE49-F238E27FC236}">
                <a16:creationId xmlns:a16="http://schemas.microsoft.com/office/drawing/2014/main" id="{A03C4CAB-A714-4412-AFE8-2C363F92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991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5" name="data_6141">
            <a:extLst xmlns:a="http://schemas.openxmlformats.org/drawingml/2006/main">
              <a:ext uri="{FF2B5EF4-FFF2-40B4-BE49-F238E27FC236}">
                <a16:creationId xmlns:a16="http://schemas.microsoft.com/office/drawing/2014/main" id="{1580C1EA-ECF6-4BFE-AB2A-0F429CEB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024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6" name="data_6142">
            <a:extLst xmlns:a="http://schemas.openxmlformats.org/drawingml/2006/main">
              <a:ext uri="{FF2B5EF4-FFF2-40B4-BE49-F238E27FC236}">
                <a16:creationId xmlns:a16="http://schemas.microsoft.com/office/drawing/2014/main" id="{1227F35A-3DD5-498E-9F7E-EC7BFDA8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84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7" name="data_6143">
            <a:extLst xmlns:a="http://schemas.openxmlformats.org/drawingml/2006/main">
              <a:ext uri="{FF2B5EF4-FFF2-40B4-BE49-F238E27FC236}">
                <a16:creationId xmlns:a16="http://schemas.microsoft.com/office/drawing/2014/main" id="{B8F3D1F2-2617-46E9-9528-AB935CE2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740" y="29467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8" name="data_6144">
            <a:extLst xmlns:a="http://schemas.openxmlformats.org/drawingml/2006/main">
              <a:ext uri="{FF2B5EF4-FFF2-40B4-BE49-F238E27FC236}">
                <a16:creationId xmlns:a16="http://schemas.microsoft.com/office/drawing/2014/main" id="{A3F73FA3-980E-4E83-A3B9-A71105D2A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0468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9" name="data_6145">
            <a:extLst xmlns:a="http://schemas.openxmlformats.org/drawingml/2006/main">
              <a:ext uri="{FF2B5EF4-FFF2-40B4-BE49-F238E27FC236}">
                <a16:creationId xmlns:a16="http://schemas.microsoft.com/office/drawing/2014/main" id="{080F58E6-6DF2-4312-8BD3-F928C04A9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229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0" name="data_6146">
            <a:extLst xmlns:a="http://schemas.openxmlformats.org/drawingml/2006/main">
              <a:ext uri="{FF2B5EF4-FFF2-40B4-BE49-F238E27FC236}">
                <a16:creationId xmlns:a16="http://schemas.microsoft.com/office/drawing/2014/main" id="{27D31BFA-E899-4D15-9BA0-292760552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2846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1" name="data_6147">
            <a:extLst xmlns:a="http://schemas.openxmlformats.org/drawingml/2006/main">
              <a:ext uri="{FF2B5EF4-FFF2-40B4-BE49-F238E27FC236}">
                <a16:creationId xmlns:a16="http://schemas.microsoft.com/office/drawing/2014/main" id="{E5E84106-E4DD-45E3-A617-AF8CF5BBA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727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2" name="data_6148">
            <a:extLst xmlns:a="http://schemas.openxmlformats.org/drawingml/2006/main">
              <a:ext uri="{FF2B5EF4-FFF2-40B4-BE49-F238E27FC236}">
                <a16:creationId xmlns:a16="http://schemas.microsoft.com/office/drawing/2014/main" id="{AC7D3F99-3717-4595-86B8-DFA4DC967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346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3" name="data_6149">
            <a:extLst xmlns:a="http://schemas.openxmlformats.org/drawingml/2006/main">
              <a:ext uri="{FF2B5EF4-FFF2-40B4-BE49-F238E27FC236}">
                <a16:creationId xmlns:a16="http://schemas.microsoft.com/office/drawing/2014/main" id="{E753DF09-271E-4F7A-9597-209F78B26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29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4" name="data_6150">
            <a:extLst xmlns:a="http://schemas.openxmlformats.org/drawingml/2006/main">
              <a:ext uri="{FF2B5EF4-FFF2-40B4-BE49-F238E27FC236}">
                <a16:creationId xmlns:a16="http://schemas.microsoft.com/office/drawing/2014/main" id="{8ABD1953-0397-4BAD-BDE9-87399BDD2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89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5" name="data_6151">
            <a:extLst xmlns:a="http://schemas.openxmlformats.org/drawingml/2006/main">
              <a:ext uri="{FF2B5EF4-FFF2-40B4-BE49-F238E27FC236}">
                <a16:creationId xmlns:a16="http://schemas.microsoft.com/office/drawing/2014/main" id="{11B72726-62B8-4A91-96B8-CFC99A164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6" name="data_6152">
            <a:extLst xmlns:a="http://schemas.openxmlformats.org/drawingml/2006/main">
              <a:ext uri="{FF2B5EF4-FFF2-40B4-BE49-F238E27FC236}">
                <a16:creationId xmlns:a16="http://schemas.microsoft.com/office/drawing/2014/main" id="{02D241C1-A944-4C4C-8151-1EE6182D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6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7" name="data_6153">
            <a:extLst xmlns:a="http://schemas.openxmlformats.org/drawingml/2006/main">
              <a:ext uri="{FF2B5EF4-FFF2-40B4-BE49-F238E27FC236}">
                <a16:creationId xmlns:a16="http://schemas.microsoft.com/office/drawing/2014/main" id="{C371013C-37A0-4D4D-8B55-AB45EA9A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008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8" name="data_6154">
            <a:extLst xmlns:a="http://schemas.openxmlformats.org/drawingml/2006/main">
              <a:ext uri="{FF2B5EF4-FFF2-40B4-BE49-F238E27FC236}">
                <a16:creationId xmlns:a16="http://schemas.microsoft.com/office/drawing/2014/main" id="{1E770D76-109D-4497-87CC-090D8A97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284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9" name="data_6155">
            <a:extLst xmlns:a="http://schemas.openxmlformats.org/drawingml/2006/main">
              <a:ext uri="{FF2B5EF4-FFF2-40B4-BE49-F238E27FC236}">
                <a16:creationId xmlns:a16="http://schemas.microsoft.com/office/drawing/2014/main" id="{0948E39F-76CD-4F8C-8DF9-8DA933662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813" y="28686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0" name="data_6156">
            <a:extLst xmlns:a="http://schemas.openxmlformats.org/drawingml/2006/main">
              <a:ext uri="{FF2B5EF4-FFF2-40B4-BE49-F238E27FC236}">
                <a16:creationId xmlns:a16="http://schemas.microsoft.com/office/drawing/2014/main" id="{13CE3466-01E7-44D2-86C6-B1A95D335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0013" y="287627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1" name="data_6157">
            <a:extLst xmlns:a="http://schemas.openxmlformats.org/drawingml/2006/main">
              <a:ext uri="{FF2B5EF4-FFF2-40B4-BE49-F238E27FC236}">
                <a16:creationId xmlns:a16="http://schemas.microsoft.com/office/drawing/2014/main" id="{32F59C4E-C7AB-4E41-83B3-7B32614E9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076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2" name="data_6158">
            <a:extLst xmlns:a="http://schemas.openxmlformats.org/drawingml/2006/main">
              <a:ext uri="{FF2B5EF4-FFF2-40B4-BE49-F238E27FC236}">
                <a16:creationId xmlns:a16="http://schemas.microsoft.com/office/drawing/2014/main" id="{88EAEF87-6B59-4679-A73B-D098FE33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398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3" name="data_6159">
            <a:extLst xmlns:a="http://schemas.openxmlformats.org/drawingml/2006/main">
              <a:ext uri="{FF2B5EF4-FFF2-40B4-BE49-F238E27FC236}">
                <a16:creationId xmlns:a16="http://schemas.microsoft.com/office/drawing/2014/main" id="{520D5375-7EBC-4935-8217-336926348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27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4" name="data_6160">
            <a:extLst xmlns:a="http://schemas.openxmlformats.org/drawingml/2006/main">
              <a:ext uri="{FF2B5EF4-FFF2-40B4-BE49-F238E27FC236}">
                <a16:creationId xmlns:a16="http://schemas.microsoft.com/office/drawing/2014/main" id="{623F2324-9D10-4D1E-8D1D-C6B5305FA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300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5" name="data_6161">
            <a:extLst xmlns:a="http://schemas.openxmlformats.org/drawingml/2006/main">
              <a:ext uri="{FF2B5EF4-FFF2-40B4-BE49-F238E27FC236}">
                <a16:creationId xmlns:a16="http://schemas.microsoft.com/office/drawing/2014/main" id="{FC774D9B-9C85-4833-A3DB-138F16313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50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6" name="data_6162">
            <a:extLst xmlns:a="http://schemas.openxmlformats.org/drawingml/2006/main">
              <a:ext uri="{FF2B5EF4-FFF2-40B4-BE49-F238E27FC236}">
                <a16:creationId xmlns:a16="http://schemas.microsoft.com/office/drawing/2014/main" id="{106461AE-D518-4FCA-B9A8-1DC8288BC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553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7" name="data_6163">
            <a:extLst xmlns:a="http://schemas.openxmlformats.org/drawingml/2006/main">
              <a:ext uri="{FF2B5EF4-FFF2-40B4-BE49-F238E27FC236}">
                <a16:creationId xmlns:a16="http://schemas.microsoft.com/office/drawing/2014/main" id="{0992B391-8D99-4177-8FCC-6E68DB1D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1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8" name="data_6164">
            <a:extLst xmlns:a="http://schemas.openxmlformats.org/drawingml/2006/main">
              <a:ext uri="{FF2B5EF4-FFF2-40B4-BE49-F238E27FC236}">
                <a16:creationId xmlns:a16="http://schemas.microsoft.com/office/drawing/2014/main" id="{6DB3906F-043E-45BF-AEF0-E99921F9A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1772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9" name="data_6165">
            <a:extLst xmlns:a="http://schemas.openxmlformats.org/drawingml/2006/main">
              <a:ext uri="{FF2B5EF4-FFF2-40B4-BE49-F238E27FC236}">
                <a16:creationId xmlns:a16="http://schemas.microsoft.com/office/drawing/2014/main" id="{DD9AB73B-8308-4A1E-A15F-3D69B3AB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124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0" name="data_6166">
            <a:extLst xmlns:a="http://schemas.openxmlformats.org/drawingml/2006/main">
              <a:ext uri="{FF2B5EF4-FFF2-40B4-BE49-F238E27FC236}">
                <a16:creationId xmlns:a16="http://schemas.microsoft.com/office/drawing/2014/main" id="{F97C4F90-5096-413F-B0DB-E3CAD4CAE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068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1" name="data_6167">
            <a:extLst xmlns:a="http://schemas.openxmlformats.org/drawingml/2006/main">
              <a:ext uri="{FF2B5EF4-FFF2-40B4-BE49-F238E27FC236}">
                <a16:creationId xmlns:a16="http://schemas.microsoft.com/office/drawing/2014/main" id="{36092938-FDE9-498A-8C9B-F1A1DA747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3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2" name="data_6168">
            <a:extLst xmlns:a="http://schemas.openxmlformats.org/drawingml/2006/main">
              <a:ext uri="{FF2B5EF4-FFF2-40B4-BE49-F238E27FC236}">
                <a16:creationId xmlns:a16="http://schemas.microsoft.com/office/drawing/2014/main" id="{9890651A-677A-4F5F-802A-17C8D226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897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3" name="data_6169">
            <a:extLst xmlns:a="http://schemas.openxmlformats.org/drawingml/2006/main">
              <a:ext uri="{FF2B5EF4-FFF2-40B4-BE49-F238E27FC236}">
                <a16:creationId xmlns:a16="http://schemas.microsoft.com/office/drawing/2014/main" id="{C69D5C5F-BC3A-40BE-85D8-1FE0492A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51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4" name="data_6170">
            <a:extLst xmlns:a="http://schemas.openxmlformats.org/drawingml/2006/main">
              <a:ext uri="{FF2B5EF4-FFF2-40B4-BE49-F238E27FC236}">
                <a16:creationId xmlns:a16="http://schemas.microsoft.com/office/drawing/2014/main" id="{1D948C51-47B3-4444-8FB7-79F977956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323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5" name="data_6171">
            <a:extLst xmlns:a="http://schemas.openxmlformats.org/drawingml/2006/main">
              <a:ext uri="{FF2B5EF4-FFF2-40B4-BE49-F238E27FC236}">
                <a16:creationId xmlns:a16="http://schemas.microsoft.com/office/drawing/2014/main" id="{33E0D1AB-ABC5-4770-8B64-27771237F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9327" y="351600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6" name="data_6172">
            <a:extLst xmlns:a="http://schemas.openxmlformats.org/drawingml/2006/main">
              <a:ext uri="{FF2B5EF4-FFF2-40B4-BE49-F238E27FC236}">
                <a16:creationId xmlns:a16="http://schemas.microsoft.com/office/drawing/2014/main" id="{3001E397-2D3A-4CC0-9BCF-928AC167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593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7" name="data_6173">
            <a:extLst xmlns:a="http://schemas.openxmlformats.org/drawingml/2006/main">
              <a:ext uri="{FF2B5EF4-FFF2-40B4-BE49-F238E27FC236}">
                <a16:creationId xmlns:a16="http://schemas.microsoft.com/office/drawing/2014/main" id="{7EB7AECC-ADC4-4DC2-9853-46CF2A5F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73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8" name="data_6174">
            <a:extLst xmlns:a="http://schemas.openxmlformats.org/drawingml/2006/main">
              <a:ext uri="{FF2B5EF4-FFF2-40B4-BE49-F238E27FC236}">
                <a16:creationId xmlns:a16="http://schemas.microsoft.com/office/drawing/2014/main" id="{A0CD3247-8AE7-4D29-AC6B-7255E1439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092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9" name="data_6175">
            <a:extLst xmlns:a="http://schemas.openxmlformats.org/drawingml/2006/main">
              <a:ext uri="{FF2B5EF4-FFF2-40B4-BE49-F238E27FC236}">
                <a16:creationId xmlns:a16="http://schemas.microsoft.com/office/drawing/2014/main" id="{CEB3A34E-8966-46A1-AB7C-4F21A6700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25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0" name="data_6176">
            <a:extLst xmlns:a="http://schemas.openxmlformats.org/drawingml/2006/main">
              <a:ext uri="{FF2B5EF4-FFF2-40B4-BE49-F238E27FC236}">
                <a16:creationId xmlns:a16="http://schemas.microsoft.com/office/drawing/2014/main" id="{598AE3E0-96EA-4E7A-B836-ED5092649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13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1" name="data_6177">
            <a:extLst xmlns:a="http://schemas.openxmlformats.org/drawingml/2006/main">
              <a:ext uri="{FF2B5EF4-FFF2-40B4-BE49-F238E27FC236}">
                <a16:creationId xmlns:a16="http://schemas.microsoft.com/office/drawing/2014/main" id="{8F330A8D-1603-4A7B-B356-C6AAD3753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017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2" name="data_6178">
            <a:extLst xmlns:a="http://schemas.openxmlformats.org/drawingml/2006/main">
              <a:ext uri="{FF2B5EF4-FFF2-40B4-BE49-F238E27FC236}">
                <a16:creationId xmlns:a16="http://schemas.microsoft.com/office/drawing/2014/main" id="{02AE360C-7847-4505-8D0F-ACF23F94A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665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3" name="data_6179">
            <a:extLst xmlns:a="http://schemas.openxmlformats.org/drawingml/2006/main">
              <a:ext uri="{FF2B5EF4-FFF2-40B4-BE49-F238E27FC236}">
                <a16:creationId xmlns:a16="http://schemas.microsoft.com/office/drawing/2014/main" id="{F2C29A21-7763-4E72-8DCE-B3ABED9D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55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4" name="data_6180">
            <a:extLst xmlns:a="http://schemas.openxmlformats.org/drawingml/2006/main">
              <a:ext uri="{FF2B5EF4-FFF2-40B4-BE49-F238E27FC236}">
                <a16:creationId xmlns:a16="http://schemas.microsoft.com/office/drawing/2014/main" id="{8695CDA0-CE46-4C58-81EF-35EFDC29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39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5" name="data_6181">
            <a:extLst xmlns:a="http://schemas.openxmlformats.org/drawingml/2006/main">
              <a:ext uri="{FF2B5EF4-FFF2-40B4-BE49-F238E27FC236}">
                <a16:creationId xmlns:a16="http://schemas.microsoft.com/office/drawing/2014/main" id="{E08D4A41-00C5-4D0C-9B8E-2111D1587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8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6" name="data_6182">
            <a:extLst xmlns:a="http://schemas.openxmlformats.org/drawingml/2006/main">
              <a:ext uri="{FF2B5EF4-FFF2-40B4-BE49-F238E27FC236}">
                <a16:creationId xmlns:a16="http://schemas.microsoft.com/office/drawing/2014/main" id="{D6189296-8D63-4A63-B41D-F4F2C9941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307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7" name="data_6183">
            <a:extLst xmlns:a="http://schemas.openxmlformats.org/drawingml/2006/main">
              <a:ext uri="{FF2B5EF4-FFF2-40B4-BE49-F238E27FC236}">
                <a16:creationId xmlns:a16="http://schemas.microsoft.com/office/drawing/2014/main" id="{01EC6598-7027-4A37-B3E8-E3B05724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948" y="37717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8" name="data_6184">
            <a:extLst xmlns:a="http://schemas.openxmlformats.org/drawingml/2006/main">
              <a:ext uri="{FF2B5EF4-FFF2-40B4-BE49-F238E27FC236}">
                <a16:creationId xmlns:a16="http://schemas.microsoft.com/office/drawing/2014/main" id="{CED537AE-A33B-4227-B4EE-C1EA4D612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2116243"/>
            <a:ext cx="191" cy="1954578"/>
          </a:xfrm>
          <a:custGeom xmlns:a="http://schemas.openxmlformats.org/drawingml/2006/main"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739" name="data_6185">
            <a:extLst xmlns:a="http://schemas.openxmlformats.org/drawingml/2006/main">
              <a:ext uri="{FF2B5EF4-FFF2-40B4-BE49-F238E27FC236}">
                <a16:creationId xmlns:a16="http://schemas.microsoft.com/office/drawing/2014/main" id="{F65D2819-AA18-4B06-845C-ED464569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4070821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740" name="text_6186">
            <a:extLst xmlns:a="http://schemas.openxmlformats.org/drawingml/2006/main">
              <a:ext uri="{FF2B5EF4-FFF2-40B4-BE49-F238E27FC236}">
                <a16:creationId xmlns:a16="http://schemas.microsoft.com/office/drawing/2014/main" id="{E137F8F9-D6B8-454B-99E1-D44A73C29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7111" y="1802843"/>
            <a:ext cx="96475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741" name="text_6187">
            <a:extLst xmlns:a="http://schemas.openxmlformats.org/drawingml/2006/main">
              <a:ext uri="{FF2B5EF4-FFF2-40B4-BE49-F238E27FC236}">
                <a16:creationId xmlns:a16="http://schemas.microsoft.com/office/drawing/2014/main" id="{358B3C1C-50F4-49D7-839B-77D68A58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7269" y="1837547"/>
            <a:ext cx="869596" cy="188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GT</a:t>
            </a:r>
          </a:p>
        </p:txBody>
      </p:sp>
      <p:sp>
        <p:nvSpPr>
          <p:cNvPr id="742" name="data_6188">
            <a:extLst xmlns:a="http://schemas.openxmlformats.org/drawingml/2006/main">
              <a:ext uri="{FF2B5EF4-FFF2-40B4-BE49-F238E27FC236}">
                <a16:creationId xmlns:a16="http://schemas.microsoft.com/office/drawing/2014/main" id="{C4191B09-0C91-423C-9EB1-AF05B7F5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60" y="2707656"/>
            <a:ext cx="2049083" cy="1274320"/>
          </a:xfrm>
          <a:custGeom xmlns:a="http://schemas.openxmlformats.org/drawingml/2006/main">
            <a:pathLst>
              <a:path w="2049083" h="1274320">
                <a:moveTo>
                  <a:pt x="0" y="1274320"/>
                </a:moveTo>
                <a:lnTo>
                  <a:pt x="19303" y="1272369"/>
                </a:lnTo>
                <a:lnTo>
                  <a:pt x="20788" y="1272139"/>
                </a:lnTo>
                <a:lnTo>
                  <a:pt x="26270" y="1270550"/>
                </a:lnTo>
                <a:lnTo>
                  <a:pt x="28212" y="1268388"/>
                </a:lnTo>
                <a:lnTo>
                  <a:pt x="34151" y="1266919"/>
                </a:lnTo>
                <a:lnTo>
                  <a:pt x="35949" y="1264529"/>
                </a:lnTo>
                <a:lnTo>
                  <a:pt x="37946" y="1264401"/>
                </a:lnTo>
                <a:lnTo>
                  <a:pt x="39596" y="1261159"/>
                </a:lnTo>
                <a:lnTo>
                  <a:pt x="45535" y="1259309"/>
                </a:lnTo>
                <a:lnTo>
                  <a:pt x="47309" y="1257744"/>
                </a:lnTo>
                <a:lnTo>
                  <a:pt x="48788" y="1257723"/>
                </a:lnTo>
                <a:lnTo>
                  <a:pt x="50266" y="1253969"/>
                </a:lnTo>
                <a:lnTo>
                  <a:pt x="55986" y="1252100"/>
                </a:lnTo>
                <a:lnTo>
                  <a:pt x="56919" y="1246055"/>
                </a:lnTo>
                <a:lnTo>
                  <a:pt x="65333" y="1244086"/>
                </a:lnTo>
                <a:lnTo>
                  <a:pt x="67183" y="1243774"/>
                </a:lnTo>
                <a:lnTo>
                  <a:pt x="68303" y="1243731"/>
                </a:lnTo>
                <a:lnTo>
                  <a:pt x="70054" y="1241431"/>
                </a:lnTo>
                <a:lnTo>
                  <a:pt x="75892" y="1239578"/>
                </a:lnTo>
                <a:lnTo>
                  <a:pt x="77212" y="1234826"/>
                </a:lnTo>
                <a:lnTo>
                  <a:pt x="85378" y="1233184"/>
                </a:lnTo>
                <a:lnTo>
                  <a:pt x="85748" y="1219699"/>
                </a:lnTo>
                <a:lnTo>
                  <a:pt x="94211" y="1217934"/>
                </a:lnTo>
                <a:lnTo>
                  <a:pt x="94865" y="1217273"/>
                </a:lnTo>
                <a:lnTo>
                  <a:pt x="97575" y="1217125"/>
                </a:lnTo>
                <a:lnTo>
                  <a:pt x="99484" y="1209686"/>
                </a:lnTo>
                <a:lnTo>
                  <a:pt x="105081" y="1208129"/>
                </a:lnTo>
                <a:lnTo>
                  <a:pt x="106909" y="1206007"/>
                </a:lnTo>
                <a:lnTo>
                  <a:pt x="113838" y="1204899"/>
                </a:lnTo>
                <a:lnTo>
                  <a:pt x="115316" y="1178980"/>
                </a:lnTo>
                <a:lnTo>
                  <a:pt x="124187" y="1177592"/>
                </a:lnTo>
                <a:lnTo>
                  <a:pt x="125222" y="1176374"/>
                </a:lnTo>
                <a:lnTo>
                  <a:pt x="130666" y="1174409"/>
                </a:lnTo>
                <a:lnTo>
                  <a:pt x="132199" y="1172223"/>
                </a:lnTo>
                <a:lnTo>
                  <a:pt x="136606" y="1171677"/>
                </a:lnTo>
                <a:lnTo>
                  <a:pt x="138090" y="1159556"/>
                </a:lnTo>
                <a:lnTo>
                  <a:pt x="146363" y="1157864"/>
                </a:lnTo>
                <a:lnTo>
                  <a:pt x="147989" y="1154380"/>
                </a:lnTo>
                <a:lnTo>
                  <a:pt x="151784" y="1154044"/>
                </a:lnTo>
                <a:lnTo>
                  <a:pt x="152939" y="1149335"/>
                </a:lnTo>
                <a:lnTo>
                  <a:pt x="157622" y="1149099"/>
                </a:lnTo>
                <a:lnTo>
                  <a:pt x="159373" y="1146401"/>
                </a:lnTo>
                <a:lnTo>
                  <a:pt x="170757" y="1144865"/>
                </a:lnTo>
                <a:lnTo>
                  <a:pt x="172242" y="1083242"/>
                </a:lnTo>
                <a:lnTo>
                  <a:pt x="182141" y="1082126"/>
                </a:lnTo>
                <a:lnTo>
                  <a:pt x="183892" y="1078804"/>
                </a:lnTo>
                <a:lnTo>
                  <a:pt x="189730" y="1077307"/>
                </a:lnTo>
                <a:lnTo>
                  <a:pt x="191545" y="1074783"/>
                </a:lnTo>
                <a:lnTo>
                  <a:pt x="195151" y="1074447"/>
                </a:lnTo>
                <a:lnTo>
                  <a:pt x="195999" y="1067216"/>
                </a:lnTo>
                <a:lnTo>
                  <a:pt x="204908" y="1066317"/>
                </a:lnTo>
                <a:lnTo>
                  <a:pt x="206393" y="1063189"/>
                </a:lnTo>
                <a:lnTo>
                  <a:pt x="211974" y="1061389"/>
                </a:lnTo>
                <a:lnTo>
                  <a:pt x="213817" y="1059036"/>
                </a:lnTo>
                <a:lnTo>
                  <a:pt x="227676" y="1057840"/>
                </a:lnTo>
                <a:lnTo>
                  <a:pt x="228666" y="982242"/>
                </a:lnTo>
                <a:lnTo>
                  <a:pt x="236433" y="981685"/>
                </a:lnTo>
                <a:lnTo>
                  <a:pt x="237575" y="979505"/>
                </a:lnTo>
                <a:lnTo>
                  <a:pt x="243938" y="977679"/>
                </a:lnTo>
                <a:lnTo>
                  <a:pt x="245189" y="975424"/>
                </a:lnTo>
                <a:lnTo>
                  <a:pt x="256135" y="973701"/>
                </a:lnTo>
                <a:lnTo>
                  <a:pt x="257373" y="960400"/>
                </a:lnTo>
                <a:lnTo>
                  <a:pt x="262703" y="959520"/>
                </a:lnTo>
                <a:lnTo>
                  <a:pt x="264398" y="958097"/>
                </a:lnTo>
                <a:lnTo>
                  <a:pt x="265622" y="958097"/>
                </a:lnTo>
                <a:lnTo>
                  <a:pt x="267272" y="955704"/>
                </a:lnTo>
                <a:lnTo>
                  <a:pt x="273211" y="955427"/>
                </a:lnTo>
                <a:lnTo>
                  <a:pt x="274696" y="941321"/>
                </a:lnTo>
                <a:lnTo>
                  <a:pt x="284595" y="940472"/>
                </a:lnTo>
                <a:lnTo>
                  <a:pt x="286431" y="934801"/>
                </a:lnTo>
                <a:lnTo>
                  <a:pt x="288973" y="934091"/>
                </a:lnTo>
                <a:lnTo>
                  <a:pt x="289544" y="932415"/>
                </a:lnTo>
                <a:lnTo>
                  <a:pt x="292726" y="932372"/>
                </a:lnTo>
                <a:lnTo>
                  <a:pt x="293999" y="923972"/>
                </a:lnTo>
                <a:lnTo>
                  <a:pt x="303568" y="922123"/>
                </a:lnTo>
                <a:lnTo>
                  <a:pt x="303568" y="918262"/>
                </a:lnTo>
                <a:lnTo>
                  <a:pt x="310467" y="916309"/>
                </a:lnTo>
                <a:lnTo>
                  <a:pt x="311817" y="915385"/>
                </a:lnTo>
                <a:lnTo>
                  <a:pt x="319241" y="913415"/>
                </a:lnTo>
                <a:lnTo>
                  <a:pt x="320726" y="913372"/>
                </a:lnTo>
                <a:lnTo>
                  <a:pt x="338544" y="911407"/>
                </a:lnTo>
                <a:lnTo>
                  <a:pt x="338544" y="911386"/>
                </a:lnTo>
                <a:lnTo>
                  <a:pt x="341514" y="911386"/>
                </a:lnTo>
                <a:lnTo>
                  <a:pt x="342999" y="716385"/>
                </a:lnTo>
                <a:lnTo>
                  <a:pt x="359488" y="714476"/>
                </a:lnTo>
                <a:lnTo>
                  <a:pt x="360817" y="713825"/>
                </a:lnTo>
                <a:lnTo>
                  <a:pt x="367784" y="713344"/>
                </a:lnTo>
                <a:lnTo>
                  <a:pt x="369726" y="711265"/>
                </a:lnTo>
                <a:lnTo>
                  <a:pt x="376843" y="709341"/>
                </a:lnTo>
                <a:lnTo>
                  <a:pt x="378635" y="708955"/>
                </a:lnTo>
                <a:lnTo>
                  <a:pt x="379460" y="708955"/>
                </a:lnTo>
                <a:lnTo>
                  <a:pt x="380120" y="705073"/>
                </a:lnTo>
                <a:lnTo>
                  <a:pt x="390302" y="703695"/>
                </a:lnTo>
                <a:lnTo>
                  <a:pt x="391998" y="698925"/>
                </a:lnTo>
                <a:lnTo>
                  <a:pt x="395958" y="697086"/>
                </a:lnTo>
                <a:lnTo>
                  <a:pt x="396597" y="696814"/>
                </a:lnTo>
                <a:lnTo>
                  <a:pt x="398433" y="696793"/>
                </a:lnTo>
                <a:lnTo>
                  <a:pt x="399423" y="693297"/>
                </a:lnTo>
                <a:lnTo>
                  <a:pt x="409817" y="692811"/>
                </a:lnTo>
                <a:lnTo>
                  <a:pt x="411568" y="680974"/>
                </a:lnTo>
                <a:lnTo>
                  <a:pt x="420325" y="679048"/>
                </a:lnTo>
                <a:lnTo>
                  <a:pt x="421695" y="677371"/>
                </a:lnTo>
                <a:lnTo>
                  <a:pt x="426892" y="676263"/>
                </a:lnTo>
                <a:lnTo>
                  <a:pt x="427635" y="669623"/>
                </a:lnTo>
                <a:lnTo>
                  <a:pt x="439089" y="667899"/>
                </a:lnTo>
                <a:lnTo>
                  <a:pt x="440663" y="666353"/>
                </a:lnTo>
                <a:lnTo>
                  <a:pt x="455352" y="664460"/>
                </a:lnTo>
                <a:lnTo>
                  <a:pt x="455352" y="596576"/>
                </a:lnTo>
                <a:lnTo>
                  <a:pt x="472865" y="595454"/>
                </a:lnTo>
                <a:lnTo>
                  <a:pt x="473665" y="594160"/>
                </a:lnTo>
                <a:lnTo>
                  <a:pt x="483811" y="592516"/>
                </a:lnTo>
                <a:lnTo>
                  <a:pt x="485544" y="591808"/>
                </a:lnTo>
                <a:lnTo>
                  <a:pt x="487877" y="591808"/>
                </a:lnTo>
                <a:lnTo>
                  <a:pt x="489503" y="586894"/>
                </a:lnTo>
                <a:lnTo>
                  <a:pt x="494606" y="584984"/>
                </a:lnTo>
                <a:lnTo>
                  <a:pt x="495937" y="584477"/>
                </a:lnTo>
                <a:lnTo>
                  <a:pt x="499136" y="583553"/>
                </a:lnTo>
                <a:lnTo>
                  <a:pt x="500887" y="581986"/>
                </a:lnTo>
                <a:lnTo>
                  <a:pt x="512271" y="581544"/>
                </a:lnTo>
                <a:lnTo>
                  <a:pt x="514107" y="550849"/>
                </a:lnTo>
                <a:lnTo>
                  <a:pt x="531574" y="548880"/>
                </a:lnTo>
                <a:lnTo>
                  <a:pt x="533059" y="548836"/>
                </a:lnTo>
                <a:lnTo>
                  <a:pt x="536665" y="548250"/>
                </a:lnTo>
                <a:lnTo>
                  <a:pt x="537513" y="546810"/>
                </a:lnTo>
                <a:lnTo>
                  <a:pt x="546422" y="545954"/>
                </a:lnTo>
                <a:lnTo>
                  <a:pt x="547907" y="536811"/>
                </a:lnTo>
                <a:lnTo>
                  <a:pt x="558841" y="535562"/>
                </a:lnTo>
                <a:lnTo>
                  <a:pt x="560433" y="534532"/>
                </a:lnTo>
                <a:lnTo>
                  <a:pt x="569190" y="534025"/>
                </a:lnTo>
                <a:lnTo>
                  <a:pt x="570180" y="511403"/>
                </a:lnTo>
                <a:lnTo>
                  <a:pt x="585452" y="510721"/>
                </a:lnTo>
                <a:lnTo>
                  <a:pt x="586703" y="507736"/>
                </a:lnTo>
                <a:lnTo>
                  <a:pt x="597649" y="507079"/>
                </a:lnTo>
                <a:lnTo>
                  <a:pt x="598392" y="502922"/>
                </a:lnTo>
                <a:lnTo>
                  <a:pt x="607136" y="502348"/>
                </a:lnTo>
                <a:lnTo>
                  <a:pt x="607136" y="500693"/>
                </a:lnTo>
                <a:lnTo>
                  <a:pt x="626109" y="498985"/>
                </a:lnTo>
                <a:lnTo>
                  <a:pt x="626604" y="495489"/>
                </a:lnTo>
                <a:lnTo>
                  <a:pt x="634240" y="494577"/>
                </a:lnTo>
                <a:lnTo>
                  <a:pt x="634240" y="493159"/>
                </a:lnTo>
                <a:lnTo>
                  <a:pt x="683028" y="491316"/>
                </a:lnTo>
                <a:lnTo>
                  <a:pt x="683028" y="94451"/>
                </a:lnTo>
                <a:lnTo>
                  <a:pt x="739947" y="93053"/>
                </a:lnTo>
                <a:lnTo>
                  <a:pt x="739947" y="92226"/>
                </a:lnTo>
                <a:lnTo>
                  <a:pt x="768406" y="91234"/>
                </a:lnTo>
                <a:lnTo>
                  <a:pt x="768406" y="89579"/>
                </a:lnTo>
                <a:lnTo>
                  <a:pt x="796866" y="88161"/>
                </a:lnTo>
                <a:lnTo>
                  <a:pt x="796866" y="80992"/>
                </a:lnTo>
                <a:lnTo>
                  <a:pt x="819633" y="80992"/>
                </a:lnTo>
                <a:lnTo>
                  <a:pt x="819633" y="79006"/>
                </a:lnTo>
                <a:lnTo>
                  <a:pt x="853785" y="78041"/>
                </a:lnTo>
                <a:lnTo>
                  <a:pt x="853785" y="74939"/>
                </a:lnTo>
                <a:lnTo>
                  <a:pt x="878178" y="74939"/>
                </a:lnTo>
                <a:lnTo>
                  <a:pt x="878178" y="72103"/>
                </a:lnTo>
                <a:lnTo>
                  <a:pt x="910704" y="71482"/>
                </a:lnTo>
                <a:lnTo>
                  <a:pt x="910704" y="65968"/>
                </a:lnTo>
                <a:lnTo>
                  <a:pt x="948649" y="64106"/>
                </a:lnTo>
                <a:lnTo>
                  <a:pt x="948649" y="63555"/>
                </a:lnTo>
                <a:lnTo>
                  <a:pt x="1024541" y="62934"/>
                </a:lnTo>
                <a:lnTo>
                  <a:pt x="1024541" y="27570"/>
                </a:lnTo>
                <a:lnTo>
                  <a:pt x="1138379" y="26412"/>
                </a:lnTo>
                <a:lnTo>
                  <a:pt x="1138379" y="23103"/>
                </a:lnTo>
                <a:lnTo>
                  <a:pt x="1195298" y="22772"/>
                </a:lnTo>
                <a:lnTo>
                  <a:pt x="1195298" y="17809"/>
                </a:lnTo>
                <a:lnTo>
                  <a:pt x="1366055" y="17478"/>
                </a:lnTo>
                <a:lnTo>
                  <a:pt x="1366055" y="14240"/>
                </a:lnTo>
                <a:lnTo>
                  <a:pt x="1792948" y="12586"/>
                </a:lnTo>
                <a:lnTo>
                  <a:pt x="1792948" y="11345"/>
                </a:lnTo>
                <a:lnTo>
                  <a:pt x="2049083" y="9927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00878B"/>
            </a:solidFill>
            <a:prstDash val="solid"/>
          </a:ln>
        </p:spPr>
      </p:sp>
      <p:sp>
        <p:nvSpPr>
          <p:cNvPr id="743" name="data_6189">
            <a:extLst xmlns:a="http://schemas.openxmlformats.org/drawingml/2006/main">
              <a:ext uri="{FF2B5EF4-FFF2-40B4-BE49-F238E27FC236}">
                <a16:creationId xmlns:a16="http://schemas.microsoft.com/office/drawing/2014/main" id="{1BDE1A9B-B5CF-4630-B07D-B3DA6709F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60" y="2501236"/>
            <a:ext cx="2049083" cy="1480741"/>
          </a:xfrm>
          <a:custGeom xmlns:a="http://schemas.openxmlformats.org/drawingml/2006/main">
            <a:pathLst>
              <a:path w="2049083" h="1480741">
                <a:moveTo>
                  <a:pt x="0" y="1480741"/>
                </a:moveTo>
                <a:lnTo>
                  <a:pt x="170757" y="1480741"/>
                </a:lnTo>
                <a:lnTo>
                  <a:pt x="170757" y="1409092"/>
                </a:lnTo>
                <a:lnTo>
                  <a:pt x="172242" y="1409092"/>
                </a:lnTo>
                <a:lnTo>
                  <a:pt x="195151" y="1409092"/>
                </a:lnTo>
                <a:lnTo>
                  <a:pt x="195999" y="1290360"/>
                </a:lnTo>
                <a:lnTo>
                  <a:pt x="195999" y="1290360"/>
                </a:lnTo>
                <a:lnTo>
                  <a:pt x="227676" y="1290360"/>
                </a:lnTo>
                <a:lnTo>
                  <a:pt x="227676" y="1102060"/>
                </a:lnTo>
                <a:lnTo>
                  <a:pt x="228666" y="1102060"/>
                </a:lnTo>
                <a:lnTo>
                  <a:pt x="236433" y="1102060"/>
                </a:lnTo>
                <a:lnTo>
                  <a:pt x="236433" y="1085877"/>
                </a:lnTo>
                <a:lnTo>
                  <a:pt x="237575" y="1085877"/>
                </a:lnTo>
                <a:lnTo>
                  <a:pt x="256135" y="1085877"/>
                </a:lnTo>
                <a:lnTo>
                  <a:pt x="256135" y="1070690"/>
                </a:lnTo>
                <a:lnTo>
                  <a:pt x="257373" y="1070690"/>
                </a:lnTo>
                <a:lnTo>
                  <a:pt x="265622" y="1070690"/>
                </a:lnTo>
                <a:lnTo>
                  <a:pt x="265622" y="1036519"/>
                </a:lnTo>
                <a:lnTo>
                  <a:pt x="267272" y="1036519"/>
                </a:lnTo>
                <a:lnTo>
                  <a:pt x="341514" y="1036519"/>
                </a:lnTo>
                <a:lnTo>
                  <a:pt x="342999" y="789728"/>
                </a:lnTo>
                <a:lnTo>
                  <a:pt x="342999" y="789728"/>
                </a:lnTo>
                <a:lnTo>
                  <a:pt x="369973" y="789728"/>
                </a:lnTo>
                <a:lnTo>
                  <a:pt x="369973" y="769985"/>
                </a:lnTo>
                <a:lnTo>
                  <a:pt x="371211" y="769985"/>
                </a:lnTo>
                <a:lnTo>
                  <a:pt x="409817" y="769985"/>
                </a:lnTo>
                <a:lnTo>
                  <a:pt x="409817" y="728980"/>
                </a:lnTo>
                <a:lnTo>
                  <a:pt x="411568" y="728980"/>
                </a:lnTo>
                <a:lnTo>
                  <a:pt x="420325" y="728980"/>
                </a:lnTo>
                <a:lnTo>
                  <a:pt x="420325" y="719217"/>
                </a:lnTo>
                <a:lnTo>
                  <a:pt x="421695" y="719217"/>
                </a:lnTo>
                <a:lnTo>
                  <a:pt x="426892" y="719217"/>
                </a:lnTo>
                <a:lnTo>
                  <a:pt x="426892" y="681141"/>
                </a:lnTo>
                <a:lnTo>
                  <a:pt x="427635" y="681141"/>
                </a:lnTo>
                <a:lnTo>
                  <a:pt x="443968" y="681141"/>
                </a:lnTo>
                <a:lnTo>
                  <a:pt x="443968" y="666333"/>
                </a:lnTo>
                <a:lnTo>
                  <a:pt x="445453" y="666333"/>
                </a:lnTo>
                <a:lnTo>
                  <a:pt x="455352" y="666333"/>
                </a:lnTo>
                <a:lnTo>
                  <a:pt x="455352" y="592296"/>
                </a:lnTo>
                <a:lnTo>
                  <a:pt x="683028" y="592296"/>
                </a:lnTo>
                <a:lnTo>
                  <a:pt x="683028" y="296148"/>
                </a:lnTo>
                <a:lnTo>
                  <a:pt x="768406" y="296148"/>
                </a:lnTo>
                <a:lnTo>
                  <a:pt x="768406" y="259130"/>
                </a:lnTo>
                <a:lnTo>
                  <a:pt x="796866" y="259130"/>
                </a:lnTo>
                <a:lnTo>
                  <a:pt x="796866" y="252370"/>
                </a:lnTo>
                <a:lnTo>
                  <a:pt x="853785" y="252370"/>
                </a:lnTo>
                <a:lnTo>
                  <a:pt x="853785" y="211534"/>
                </a:lnTo>
                <a:lnTo>
                  <a:pt x="878178" y="211534"/>
                </a:lnTo>
                <a:lnTo>
                  <a:pt x="878178" y="148074"/>
                </a:lnTo>
                <a:lnTo>
                  <a:pt x="1024541" y="148074"/>
                </a:lnTo>
                <a:lnTo>
                  <a:pt x="1024541" y="105085"/>
                </a:lnTo>
                <a:lnTo>
                  <a:pt x="1195298" y="105085"/>
                </a:lnTo>
                <a:lnTo>
                  <a:pt x="1195298" y="74037"/>
                </a:lnTo>
                <a:lnTo>
                  <a:pt x="1707569" y="74037"/>
                </a:lnTo>
                <a:lnTo>
                  <a:pt x="1707569" y="59230"/>
                </a:lnTo>
                <a:lnTo>
                  <a:pt x="2049083" y="5923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621">
            <a:solidFill>
              <a:srgbClr val="3A64C8"/>
            </a:solidFill>
            <a:prstDash val="solid"/>
          </a:ln>
        </p:spPr>
      </p:sp>
      <p:sp>
        <p:nvSpPr>
          <p:cNvPr id="744" name="data_6190">
            <a:extLst xmlns:a="http://schemas.openxmlformats.org/drawingml/2006/main">
              <a:ext uri="{FF2B5EF4-FFF2-40B4-BE49-F238E27FC236}">
                <a16:creationId xmlns:a16="http://schemas.microsoft.com/office/drawing/2014/main" id="{CB608D94-768B-4A90-BF4C-7F299B763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125" y="3393914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745" name="data_6191">
            <a:extLst xmlns:a="http://schemas.openxmlformats.org/drawingml/2006/main">
              <a:ext uri="{FF2B5EF4-FFF2-40B4-BE49-F238E27FC236}">
                <a16:creationId xmlns:a16="http://schemas.microsoft.com/office/drawing/2014/main" id="{3B1E508C-E6B5-4B88-8A29-22E46459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639" y="2771959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746" name="data_6192">
            <a:extLst xmlns:a="http://schemas.openxmlformats.org/drawingml/2006/main">
              <a:ext uri="{FF2B5EF4-FFF2-40B4-BE49-F238E27FC236}">
                <a16:creationId xmlns:a16="http://schemas.microsoft.com/office/drawing/2014/main" id="{E44B63A1-AAF5-4F29-9041-DA3DB01C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3666" y="2691748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747" name="data_6193">
            <a:extLst xmlns:a="http://schemas.openxmlformats.org/drawingml/2006/main">
              <a:ext uri="{FF2B5EF4-FFF2-40B4-BE49-F238E27FC236}">
                <a16:creationId xmlns:a16="http://schemas.microsoft.com/office/drawing/2014/main" id="{938B7AFE-18E4-468A-BD15-8DA1417C2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694" y="2677508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748" name="data_6194">
            <a:extLst xmlns:a="http://schemas.openxmlformats.org/drawingml/2006/main">
              <a:ext uri="{FF2B5EF4-FFF2-40B4-BE49-F238E27FC236}">
                <a16:creationId xmlns:a16="http://schemas.microsoft.com/office/drawing/2014/main" id="{62B4CD4B-344F-4598-A43E-4BA367659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113" y="3240804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749" name="data_6195">
            <a:extLst xmlns:a="http://schemas.openxmlformats.org/drawingml/2006/main">
              <a:ext uri="{FF2B5EF4-FFF2-40B4-BE49-F238E27FC236}">
                <a16:creationId xmlns:a16="http://schemas.microsoft.com/office/drawing/2014/main" id="{CE4BD5FD-C298-4378-ACA2-79DEE01E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0627" y="2747224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750" name="data_6196">
            <a:extLst xmlns:a="http://schemas.openxmlformats.org/drawingml/2006/main">
              <a:ext uri="{FF2B5EF4-FFF2-40B4-BE49-F238E27FC236}">
                <a16:creationId xmlns:a16="http://schemas.microsoft.com/office/drawing/2014/main" id="{F00489F2-112C-4660-87AF-F4B115EA7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654" y="2525112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751" name="data_6197">
            <a:extLst xmlns:a="http://schemas.openxmlformats.org/drawingml/2006/main">
              <a:ext uri="{FF2B5EF4-FFF2-40B4-BE49-F238E27FC236}">
                <a16:creationId xmlns:a16="http://schemas.microsoft.com/office/drawing/2014/main" id="{74B78B6B-2B85-4AF0-B5EA-69F7D5C1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6682" y="2451075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752" name="data_6198">
            <a:extLst xmlns:a="http://schemas.openxmlformats.org/drawingml/2006/main">
              <a:ext uri="{FF2B5EF4-FFF2-40B4-BE49-F238E27FC236}">
                <a16:creationId xmlns:a16="http://schemas.microsoft.com/office/drawing/2014/main" id="{A3DD49F7-D116-4386-91EF-7122ECE8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2116243"/>
            <a:ext cx="2213010" cy="1954578"/>
          </a:xfrm>
          <a:custGeom xmlns:a="http://schemas.openxmlformats.org/drawingml/2006/main"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3" name="data_6199">
            <a:extLst xmlns:a="http://schemas.openxmlformats.org/drawingml/2006/main">
              <a:ext uri="{FF2B5EF4-FFF2-40B4-BE49-F238E27FC236}">
                <a16:creationId xmlns:a16="http://schemas.microsoft.com/office/drawing/2014/main" id="{0EB95538-E119-4CDD-B53A-627832F5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5913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2" y="1762082"/>
                </a:lnTo>
                <a:lnTo>
                  <a:pt x="3743" y="1747274"/>
                </a:lnTo>
                <a:lnTo>
                  <a:pt x="8183" y="1732467"/>
                </a:lnTo>
                <a:lnTo>
                  <a:pt x="13982" y="1717659"/>
                </a:lnTo>
                <a:lnTo>
                  <a:pt x="20776" y="1702852"/>
                </a:lnTo>
                <a:lnTo>
                  <a:pt x="28167" y="1688045"/>
                </a:lnTo>
                <a:lnTo>
                  <a:pt x="35759" y="1673237"/>
                </a:lnTo>
                <a:lnTo>
                  <a:pt x="43191" y="1658430"/>
                </a:lnTo>
                <a:lnTo>
                  <a:pt x="50165" y="1643622"/>
                </a:lnTo>
                <a:lnTo>
                  <a:pt x="56457" y="1628815"/>
                </a:lnTo>
                <a:lnTo>
                  <a:pt x="61926" y="1614007"/>
                </a:lnTo>
                <a:lnTo>
                  <a:pt x="66506" y="1599200"/>
                </a:lnTo>
                <a:lnTo>
                  <a:pt x="70198" y="1584393"/>
                </a:lnTo>
                <a:lnTo>
                  <a:pt x="73054" y="1569585"/>
                </a:lnTo>
                <a:lnTo>
                  <a:pt x="75160" y="1554778"/>
                </a:lnTo>
                <a:lnTo>
                  <a:pt x="76620" y="1539970"/>
                </a:lnTo>
                <a:lnTo>
                  <a:pt x="77540" y="1525163"/>
                </a:lnTo>
                <a:lnTo>
                  <a:pt x="78023" y="1510356"/>
                </a:lnTo>
                <a:lnTo>
                  <a:pt x="78159" y="1495548"/>
                </a:lnTo>
                <a:lnTo>
                  <a:pt x="78022" y="1480741"/>
                </a:lnTo>
                <a:lnTo>
                  <a:pt x="77672" y="1465933"/>
                </a:lnTo>
                <a:lnTo>
                  <a:pt x="77152" y="1451126"/>
                </a:lnTo>
                <a:lnTo>
                  <a:pt x="76494" y="1436319"/>
                </a:lnTo>
                <a:lnTo>
                  <a:pt x="75722" y="1421511"/>
                </a:lnTo>
                <a:lnTo>
                  <a:pt x="74852" y="1406704"/>
                </a:lnTo>
                <a:lnTo>
                  <a:pt x="73897" y="1391896"/>
                </a:lnTo>
                <a:lnTo>
                  <a:pt x="72867" y="1377089"/>
                </a:lnTo>
                <a:lnTo>
                  <a:pt x="71769" y="1362282"/>
                </a:lnTo>
                <a:lnTo>
                  <a:pt x="70614" y="1347474"/>
                </a:lnTo>
                <a:lnTo>
                  <a:pt x="69409" y="1332667"/>
                </a:lnTo>
                <a:lnTo>
                  <a:pt x="68167" y="1317859"/>
                </a:lnTo>
                <a:lnTo>
                  <a:pt x="66903" y="1303052"/>
                </a:lnTo>
                <a:lnTo>
                  <a:pt x="65634" y="1288245"/>
                </a:lnTo>
                <a:lnTo>
                  <a:pt x="64384" y="1273437"/>
                </a:lnTo>
                <a:lnTo>
                  <a:pt x="63177" y="1258630"/>
                </a:lnTo>
                <a:lnTo>
                  <a:pt x="62040" y="1243822"/>
                </a:lnTo>
                <a:lnTo>
                  <a:pt x="61000" y="1229015"/>
                </a:lnTo>
                <a:lnTo>
                  <a:pt x="60079" y="1214207"/>
                </a:lnTo>
                <a:lnTo>
                  <a:pt x="59288" y="1199400"/>
                </a:lnTo>
                <a:lnTo>
                  <a:pt x="58630" y="1184593"/>
                </a:lnTo>
                <a:lnTo>
                  <a:pt x="58092" y="1169785"/>
                </a:lnTo>
                <a:lnTo>
                  <a:pt x="57643" y="1154978"/>
                </a:lnTo>
                <a:lnTo>
                  <a:pt x="57239" y="1140170"/>
                </a:lnTo>
                <a:lnTo>
                  <a:pt x="56819" y="1125363"/>
                </a:lnTo>
                <a:lnTo>
                  <a:pt x="56314" y="1110556"/>
                </a:lnTo>
                <a:lnTo>
                  <a:pt x="55649" y="1095748"/>
                </a:lnTo>
                <a:lnTo>
                  <a:pt x="54754" y="1080941"/>
                </a:lnTo>
                <a:lnTo>
                  <a:pt x="53569" y="1066133"/>
                </a:lnTo>
                <a:lnTo>
                  <a:pt x="52053" y="1051326"/>
                </a:lnTo>
                <a:lnTo>
                  <a:pt x="50194" y="1036519"/>
                </a:lnTo>
                <a:lnTo>
                  <a:pt x="48017" y="1021711"/>
                </a:lnTo>
                <a:lnTo>
                  <a:pt x="45585" y="1006904"/>
                </a:lnTo>
                <a:lnTo>
                  <a:pt x="43002" y="992096"/>
                </a:lnTo>
                <a:lnTo>
                  <a:pt x="40411" y="977289"/>
                </a:lnTo>
                <a:lnTo>
                  <a:pt x="37984" y="962482"/>
                </a:lnTo>
                <a:lnTo>
                  <a:pt x="35909" y="947674"/>
                </a:lnTo>
                <a:lnTo>
                  <a:pt x="34374" y="932867"/>
                </a:lnTo>
                <a:lnTo>
                  <a:pt x="33547" y="918059"/>
                </a:lnTo>
                <a:lnTo>
                  <a:pt x="33560" y="903252"/>
                </a:lnTo>
                <a:lnTo>
                  <a:pt x="34491" y="888444"/>
                </a:lnTo>
                <a:lnTo>
                  <a:pt x="36355" y="873637"/>
                </a:lnTo>
                <a:lnTo>
                  <a:pt x="39104" y="858830"/>
                </a:lnTo>
                <a:lnTo>
                  <a:pt x="42625" y="844022"/>
                </a:lnTo>
                <a:lnTo>
                  <a:pt x="46759" y="829215"/>
                </a:lnTo>
                <a:lnTo>
                  <a:pt x="51309" y="814407"/>
                </a:lnTo>
                <a:lnTo>
                  <a:pt x="56066" y="799600"/>
                </a:lnTo>
                <a:lnTo>
                  <a:pt x="60828" y="784793"/>
                </a:lnTo>
                <a:lnTo>
                  <a:pt x="65410" y="769985"/>
                </a:lnTo>
                <a:lnTo>
                  <a:pt x="69667" y="755178"/>
                </a:lnTo>
                <a:lnTo>
                  <a:pt x="73490" y="740370"/>
                </a:lnTo>
                <a:lnTo>
                  <a:pt x="76819" y="725563"/>
                </a:lnTo>
                <a:lnTo>
                  <a:pt x="79632" y="710756"/>
                </a:lnTo>
                <a:lnTo>
                  <a:pt x="81939" y="695948"/>
                </a:lnTo>
                <a:lnTo>
                  <a:pt x="83780" y="681141"/>
                </a:lnTo>
                <a:lnTo>
                  <a:pt x="85208" y="666333"/>
                </a:lnTo>
                <a:lnTo>
                  <a:pt x="86287" y="651526"/>
                </a:lnTo>
                <a:lnTo>
                  <a:pt x="87080" y="636719"/>
                </a:lnTo>
                <a:lnTo>
                  <a:pt x="87649" y="621911"/>
                </a:lnTo>
                <a:lnTo>
                  <a:pt x="88046" y="607104"/>
                </a:lnTo>
                <a:lnTo>
                  <a:pt x="88317" y="592296"/>
                </a:lnTo>
                <a:lnTo>
                  <a:pt x="88496" y="577489"/>
                </a:lnTo>
                <a:lnTo>
                  <a:pt x="88612" y="562682"/>
                </a:lnTo>
                <a:lnTo>
                  <a:pt x="88685" y="547874"/>
                </a:lnTo>
                <a:lnTo>
                  <a:pt x="88731" y="533067"/>
                </a:lnTo>
                <a:lnTo>
                  <a:pt x="88758" y="518259"/>
                </a:lnTo>
                <a:lnTo>
                  <a:pt x="88774" y="503452"/>
                </a:lnTo>
                <a:lnTo>
                  <a:pt x="88783" y="488644"/>
                </a:lnTo>
                <a:lnTo>
                  <a:pt x="88788" y="473837"/>
                </a:lnTo>
                <a:lnTo>
                  <a:pt x="88791" y="459030"/>
                </a:lnTo>
                <a:lnTo>
                  <a:pt x="88792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7" y="459030"/>
                </a:lnTo>
                <a:lnTo>
                  <a:pt x="88799" y="473837"/>
                </a:lnTo>
                <a:lnTo>
                  <a:pt x="88804" y="488644"/>
                </a:lnTo>
                <a:lnTo>
                  <a:pt x="88814" y="503452"/>
                </a:lnTo>
                <a:lnTo>
                  <a:pt x="88829" y="518259"/>
                </a:lnTo>
                <a:lnTo>
                  <a:pt x="88857" y="533067"/>
                </a:lnTo>
                <a:lnTo>
                  <a:pt x="88902" y="547874"/>
                </a:lnTo>
                <a:lnTo>
                  <a:pt x="88975" y="562682"/>
                </a:lnTo>
                <a:lnTo>
                  <a:pt x="89091" y="577489"/>
                </a:lnTo>
                <a:lnTo>
                  <a:pt x="89271" y="592296"/>
                </a:lnTo>
                <a:lnTo>
                  <a:pt x="89541" y="607104"/>
                </a:lnTo>
                <a:lnTo>
                  <a:pt x="89938" y="621911"/>
                </a:lnTo>
                <a:lnTo>
                  <a:pt x="90507" y="636719"/>
                </a:lnTo>
                <a:lnTo>
                  <a:pt x="91300" y="651526"/>
                </a:lnTo>
                <a:lnTo>
                  <a:pt x="92379" y="666333"/>
                </a:lnTo>
                <a:lnTo>
                  <a:pt x="93808" y="681141"/>
                </a:lnTo>
                <a:lnTo>
                  <a:pt x="95648" y="695948"/>
                </a:lnTo>
                <a:lnTo>
                  <a:pt x="97956" y="710756"/>
                </a:lnTo>
                <a:lnTo>
                  <a:pt x="100768" y="725563"/>
                </a:lnTo>
                <a:lnTo>
                  <a:pt x="104097" y="740370"/>
                </a:lnTo>
                <a:lnTo>
                  <a:pt x="107921" y="755178"/>
                </a:lnTo>
                <a:lnTo>
                  <a:pt x="112177" y="769985"/>
                </a:lnTo>
                <a:lnTo>
                  <a:pt x="116760" y="784793"/>
                </a:lnTo>
                <a:lnTo>
                  <a:pt x="121521" y="799600"/>
                </a:lnTo>
                <a:lnTo>
                  <a:pt x="126279" y="814407"/>
                </a:lnTo>
                <a:lnTo>
                  <a:pt x="130829" y="829215"/>
                </a:lnTo>
                <a:lnTo>
                  <a:pt x="134962" y="844022"/>
                </a:lnTo>
                <a:lnTo>
                  <a:pt x="138483" y="858830"/>
                </a:lnTo>
                <a:lnTo>
                  <a:pt x="141232" y="873637"/>
                </a:lnTo>
                <a:lnTo>
                  <a:pt x="143097" y="888444"/>
                </a:lnTo>
                <a:lnTo>
                  <a:pt x="144027" y="903252"/>
                </a:lnTo>
                <a:lnTo>
                  <a:pt x="144040" y="918059"/>
                </a:lnTo>
                <a:lnTo>
                  <a:pt x="143213" y="932867"/>
                </a:lnTo>
                <a:lnTo>
                  <a:pt x="141678" y="947674"/>
                </a:lnTo>
                <a:lnTo>
                  <a:pt x="139603" y="962482"/>
                </a:lnTo>
                <a:lnTo>
                  <a:pt x="137176" y="977289"/>
                </a:lnTo>
                <a:lnTo>
                  <a:pt x="134585" y="992096"/>
                </a:lnTo>
                <a:lnTo>
                  <a:pt x="132002" y="1006904"/>
                </a:lnTo>
                <a:lnTo>
                  <a:pt x="129570" y="1021711"/>
                </a:lnTo>
                <a:lnTo>
                  <a:pt x="127393" y="1036519"/>
                </a:lnTo>
                <a:lnTo>
                  <a:pt x="125534" y="1051326"/>
                </a:lnTo>
                <a:lnTo>
                  <a:pt x="124018" y="1066133"/>
                </a:lnTo>
                <a:lnTo>
                  <a:pt x="122833" y="1080941"/>
                </a:lnTo>
                <a:lnTo>
                  <a:pt x="121938" y="1095748"/>
                </a:lnTo>
                <a:lnTo>
                  <a:pt x="121273" y="1110556"/>
                </a:lnTo>
                <a:lnTo>
                  <a:pt x="120768" y="1125363"/>
                </a:lnTo>
                <a:lnTo>
                  <a:pt x="120348" y="1140170"/>
                </a:lnTo>
                <a:lnTo>
                  <a:pt x="119944" y="1154978"/>
                </a:lnTo>
                <a:lnTo>
                  <a:pt x="119495" y="1169785"/>
                </a:lnTo>
                <a:lnTo>
                  <a:pt x="118957" y="1184593"/>
                </a:lnTo>
                <a:lnTo>
                  <a:pt x="118299" y="1199400"/>
                </a:lnTo>
                <a:lnTo>
                  <a:pt x="117509" y="1214207"/>
                </a:lnTo>
                <a:lnTo>
                  <a:pt x="116587" y="1229015"/>
                </a:lnTo>
                <a:lnTo>
                  <a:pt x="115547" y="1243822"/>
                </a:lnTo>
                <a:lnTo>
                  <a:pt x="114410" y="1258630"/>
                </a:lnTo>
                <a:lnTo>
                  <a:pt x="113203" y="1273437"/>
                </a:lnTo>
                <a:lnTo>
                  <a:pt x="111953" y="1288245"/>
                </a:lnTo>
                <a:lnTo>
                  <a:pt x="110684" y="1303052"/>
                </a:lnTo>
                <a:lnTo>
                  <a:pt x="109420" y="1317859"/>
                </a:lnTo>
                <a:lnTo>
                  <a:pt x="108178" y="1332667"/>
                </a:lnTo>
                <a:lnTo>
                  <a:pt x="106973" y="1347474"/>
                </a:lnTo>
                <a:lnTo>
                  <a:pt x="105818" y="1362282"/>
                </a:lnTo>
                <a:lnTo>
                  <a:pt x="104720" y="1377089"/>
                </a:lnTo>
                <a:lnTo>
                  <a:pt x="103690" y="1391896"/>
                </a:lnTo>
                <a:lnTo>
                  <a:pt x="102735" y="1406704"/>
                </a:lnTo>
                <a:lnTo>
                  <a:pt x="101865" y="1421511"/>
                </a:lnTo>
                <a:lnTo>
                  <a:pt x="101093" y="1436319"/>
                </a:lnTo>
                <a:lnTo>
                  <a:pt x="100436" y="1451126"/>
                </a:lnTo>
                <a:lnTo>
                  <a:pt x="99915" y="1465933"/>
                </a:lnTo>
                <a:lnTo>
                  <a:pt x="99565" y="1480741"/>
                </a:lnTo>
                <a:lnTo>
                  <a:pt x="99428" y="1495548"/>
                </a:lnTo>
                <a:lnTo>
                  <a:pt x="99564" y="1510356"/>
                </a:lnTo>
                <a:lnTo>
                  <a:pt x="100048" y="1525163"/>
                </a:lnTo>
                <a:lnTo>
                  <a:pt x="100968" y="1539970"/>
                </a:lnTo>
                <a:lnTo>
                  <a:pt x="102427" y="1554778"/>
                </a:lnTo>
                <a:lnTo>
                  <a:pt x="104533" y="1569585"/>
                </a:lnTo>
                <a:lnTo>
                  <a:pt x="107389" y="1584393"/>
                </a:lnTo>
                <a:lnTo>
                  <a:pt x="111081" y="1599200"/>
                </a:lnTo>
                <a:lnTo>
                  <a:pt x="115661" y="1614007"/>
                </a:lnTo>
                <a:lnTo>
                  <a:pt x="121130" y="1628815"/>
                </a:lnTo>
                <a:lnTo>
                  <a:pt x="127422" y="1643622"/>
                </a:lnTo>
                <a:lnTo>
                  <a:pt x="134396" y="1658430"/>
                </a:lnTo>
                <a:lnTo>
                  <a:pt x="141829" y="1673237"/>
                </a:lnTo>
                <a:lnTo>
                  <a:pt x="149420" y="1688045"/>
                </a:lnTo>
                <a:lnTo>
                  <a:pt x="156811" y="1702852"/>
                </a:lnTo>
                <a:lnTo>
                  <a:pt x="163605" y="1717659"/>
                </a:lnTo>
                <a:lnTo>
                  <a:pt x="169404" y="1732467"/>
                </a:lnTo>
                <a:lnTo>
                  <a:pt x="173844" y="1747274"/>
                </a:lnTo>
                <a:lnTo>
                  <a:pt x="176635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2000"/>
            </a:srgbClr>
          </a:solidFill>
          <a:ln xmlns:a="http://schemas.openxmlformats.org/drawingml/2006/main"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4" name="data_6200">
            <a:extLst xmlns:a="http://schemas.openxmlformats.org/drawingml/2006/main">
              <a:ext uri="{FF2B5EF4-FFF2-40B4-BE49-F238E27FC236}">
                <a16:creationId xmlns:a16="http://schemas.microsoft.com/office/drawing/2014/main" id="{30F147B6-871C-4A0A-AFBC-934E4B59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7426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45975" y="1776889"/>
                </a:moveTo>
                <a:lnTo>
                  <a:pt x="31612" y="1776889"/>
                </a:lnTo>
                <a:lnTo>
                  <a:pt x="32213" y="1762082"/>
                </a:lnTo>
                <a:lnTo>
                  <a:pt x="33975" y="1747274"/>
                </a:lnTo>
                <a:lnTo>
                  <a:pt x="36781" y="1732467"/>
                </a:lnTo>
                <a:lnTo>
                  <a:pt x="40448" y="1717659"/>
                </a:lnTo>
                <a:lnTo>
                  <a:pt x="44749" y="1702852"/>
                </a:lnTo>
                <a:lnTo>
                  <a:pt x="49435" y="1688045"/>
                </a:lnTo>
                <a:lnTo>
                  <a:pt x="54258" y="1673237"/>
                </a:lnTo>
                <a:lnTo>
                  <a:pt x="58991" y="1658430"/>
                </a:lnTo>
                <a:lnTo>
                  <a:pt x="63444" y="1643622"/>
                </a:lnTo>
                <a:lnTo>
                  <a:pt x="67474" y="1628815"/>
                </a:lnTo>
                <a:lnTo>
                  <a:pt x="70989" y="1614007"/>
                </a:lnTo>
                <a:lnTo>
                  <a:pt x="73945" y="1599200"/>
                </a:lnTo>
                <a:lnTo>
                  <a:pt x="76337" y="1584393"/>
                </a:lnTo>
                <a:lnTo>
                  <a:pt x="78194" y="1569585"/>
                </a:lnTo>
                <a:lnTo>
                  <a:pt x="79563" y="1554778"/>
                </a:lnTo>
                <a:lnTo>
                  <a:pt x="80506" y="1539970"/>
                </a:lnTo>
                <a:lnTo>
                  <a:pt x="81085" y="1525163"/>
                </a:lnTo>
                <a:lnTo>
                  <a:pt x="81358" y="1510356"/>
                </a:lnTo>
                <a:lnTo>
                  <a:pt x="81381" y="1495548"/>
                </a:lnTo>
                <a:lnTo>
                  <a:pt x="81195" y="1480741"/>
                </a:lnTo>
                <a:lnTo>
                  <a:pt x="80838" y="1465933"/>
                </a:lnTo>
                <a:lnTo>
                  <a:pt x="80338" y="1451126"/>
                </a:lnTo>
                <a:lnTo>
                  <a:pt x="79719" y="1436319"/>
                </a:lnTo>
                <a:lnTo>
                  <a:pt x="78998" y="1421511"/>
                </a:lnTo>
                <a:lnTo>
                  <a:pt x="78194" y="1406704"/>
                </a:lnTo>
                <a:lnTo>
                  <a:pt x="77321" y="1391896"/>
                </a:lnTo>
                <a:lnTo>
                  <a:pt x="76395" y="1377089"/>
                </a:lnTo>
                <a:lnTo>
                  <a:pt x="75429" y="1362282"/>
                </a:lnTo>
                <a:lnTo>
                  <a:pt x="74438" y="1347474"/>
                </a:lnTo>
                <a:lnTo>
                  <a:pt x="73437" y="1332667"/>
                </a:lnTo>
                <a:lnTo>
                  <a:pt x="72442" y="1317859"/>
                </a:lnTo>
                <a:lnTo>
                  <a:pt x="71470" y="1303052"/>
                </a:lnTo>
                <a:lnTo>
                  <a:pt x="70542" y="1288245"/>
                </a:lnTo>
                <a:lnTo>
                  <a:pt x="69680" y="1273437"/>
                </a:lnTo>
                <a:lnTo>
                  <a:pt x="68907" y="1258630"/>
                </a:lnTo>
                <a:lnTo>
                  <a:pt x="68248" y="1243822"/>
                </a:lnTo>
                <a:lnTo>
                  <a:pt x="67723" y="1229015"/>
                </a:lnTo>
                <a:lnTo>
                  <a:pt x="67350" y="1214207"/>
                </a:lnTo>
                <a:lnTo>
                  <a:pt x="67135" y="1199400"/>
                </a:lnTo>
                <a:lnTo>
                  <a:pt x="67072" y="1184593"/>
                </a:lnTo>
                <a:lnTo>
                  <a:pt x="67144" y="1169785"/>
                </a:lnTo>
                <a:lnTo>
                  <a:pt x="67315" y="1154978"/>
                </a:lnTo>
                <a:lnTo>
                  <a:pt x="67535" y="1140170"/>
                </a:lnTo>
                <a:lnTo>
                  <a:pt x="67743" y="1125363"/>
                </a:lnTo>
                <a:lnTo>
                  <a:pt x="67868" y="1110556"/>
                </a:lnTo>
                <a:lnTo>
                  <a:pt x="67835" y="1095748"/>
                </a:lnTo>
                <a:lnTo>
                  <a:pt x="67574" y="1080941"/>
                </a:lnTo>
                <a:lnTo>
                  <a:pt x="67024" y="1066133"/>
                </a:lnTo>
                <a:lnTo>
                  <a:pt x="66142" y="1051326"/>
                </a:lnTo>
                <a:lnTo>
                  <a:pt x="64907" y="1036519"/>
                </a:lnTo>
                <a:lnTo>
                  <a:pt x="63328" y="1021711"/>
                </a:lnTo>
                <a:lnTo>
                  <a:pt x="61444" y="1006904"/>
                </a:lnTo>
                <a:lnTo>
                  <a:pt x="59327" y="992096"/>
                </a:lnTo>
                <a:lnTo>
                  <a:pt x="57079" y="977289"/>
                </a:lnTo>
                <a:lnTo>
                  <a:pt x="54823" y="962482"/>
                </a:lnTo>
                <a:lnTo>
                  <a:pt x="52699" y="947674"/>
                </a:lnTo>
                <a:lnTo>
                  <a:pt x="50845" y="932867"/>
                </a:lnTo>
                <a:lnTo>
                  <a:pt x="49391" y="918059"/>
                </a:lnTo>
                <a:lnTo>
                  <a:pt x="48440" y="903252"/>
                </a:lnTo>
                <a:lnTo>
                  <a:pt x="48060" y="888444"/>
                </a:lnTo>
                <a:lnTo>
                  <a:pt x="48275" y="873637"/>
                </a:lnTo>
                <a:lnTo>
                  <a:pt x="49063" y="858830"/>
                </a:lnTo>
                <a:lnTo>
                  <a:pt x="50355" y="844022"/>
                </a:lnTo>
                <a:lnTo>
                  <a:pt x="52045" y="829215"/>
                </a:lnTo>
                <a:lnTo>
                  <a:pt x="54000" y="814407"/>
                </a:lnTo>
                <a:lnTo>
                  <a:pt x="56071" y="799600"/>
                </a:lnTo>
                <a:lnTo>
                  <a:pt x="58109" y="784793"/>
                </a:lnTo>
                <a:lnTo>
                  <a:pt x="59981" y="769985"/>
                </a:lnTo>
                <a:lnTo>
                  <a:pt x="61573" y="755178"/>
                </a:lnTo>
                <a:lnTo>
                  <a:pt x="62807" y="740370"/>
                </a:lnTo>
                <a:lnTo>
                  <a:pt x="63642" y="725563"/>
                </a:lnTo>
                <a:lnTo>
                  <a:pt x="64073" y="710756"/>
                </a:lnTo>
                <a:lnTo>
                  <a:pt x="64132" y="695948"/>
                </a:lnTo>
                <a:lnTo>
                  <a:pt x="63881" y="681141"/>
                </a:lnTo>
                <a:lnTo>
                  <a:pt x="63403" y="666333"/>
                </a:lnTo>
                <a:lnTo>
                  <a:pt x="62796" y="651526"/>
                </a:lnTo>
                <a:lnTo>
                  <a:pt x="62160" y="636719"/>
                </a:lnTo>
                <a:lnTo>
                  <a:pt x="61588" y="621911"/>
                </a:lnTo>
                <a:lnTo>
                  <a:pt x="61160" y="607104"/>
                </a:lnTo>
                <a:lnTo>
                  <a:pt x="60934" y="592296"/>
                </a:lnTo>
                <a:lnTo>
                  <a:pt x="60944" y="577489"/>
                </a:lnTo>
                <a:lnTo>
                  <a:pt x="61198" y="562682"/>
                </a:lnTo>
                <a:lnTo>
                  <a:pt x="61683" y="547874"/>
                </a:lnTo>
                <a:lnTo>
                  <a:pt x="62370" y="533067"/>
                </a:lnTo>
                <a:lnTo>
                  <a:pt x="63218" y="518259"/>
                </a:lnTo>
                <a:lnTo>
                  <a:pt x="64179" y="503452"/>
                </a:lnTo>
                <a:lnTo>
                  <a:pt x="65210" y="488644"/>
                </a:lnTo>
                <a:lnTo>
                  <a:pt x="66273" y="473837"/>
                </a:lnTo>
                <a:lnTo>
                  <a:pt x="67337" y="459030"/>
                </a:lnTo>
                <a:lnTo>
                  <a:pt x="68381" y="444222"/>
                </a:lnTo>
                <a:lnTo>
                  <a:pt x="69393" y="429415"/>
                </a:lnTo>
                <a:lnTo>
                  <a:pt x="70367" y="414607"/>
                </a:lnTo>
                <a:lnTo>
                  <a:pt x="71301" y="399800"/>
                </a:lnTo>
                <a:lnTo>
                  <a:pt x="72193" y="384993"/>
                </a:lnTo>
                <a:lnTo>
                  <a:pt x="73040" y="370185"/>
                </a:lnTo>
                <a:lnTo>
                  <a:pt x="73836" y="355378"/>
                </a:lnTo>
                <a:lnTo>
                  <a:pt x="74568" y="340570"/>
                </a:lnTo>
                <a:lnTo>
                  <a:pt x="75216" y="325763"/>
                </a:lnTo>
                <a:lnTo>
                  <a:pt x="75752" y="310956"/>
                </a:lnTo>
                <a:lnTo>
                  <a:pt x="76137" y="296148"/>
                </a:lnTo>
                <a:lnTo>
                  <a:pt x="76322" y="281341"/>
                </a:lnTo>
                <a:lnTo>
                  <a:pt x="76241" y="266533"/>
                </a:lnTo>
                <a:lnTo>
                  <a:pt x="75817" y="251726"/>
                </a:lnTo>
                <a:lnTo>
                  <a:pt x="74960" y="236919"/>
                </a:lnTo>
                <a:lnTo>
                  <a:pt x="73568" y="222111"/>
                </a:lnTo>
                <a:lnTo>
                  <a:pt x="71536" y="207304"/>
                </a:lnTo>
                <a:lnTo>
                  <a:pt x="68764" y="192496"/>
                </a:lnTo>
                <a:lnTo>
                  <a:pt x="65170" y="177689"/>
                </a:lnTo>
                <a:lnTo>
                  <a:pt x="60704" y="162881"/>
                </a:lnTo>
                <a:lnTo>
                  <a:pt x="55365" y="148074"/>
                </a:lnTo>
                <a:lnTo>
                  <a:pt x="49214" y="133267"/>
                </a:lnTo>
                <a:lnTo>
                  <a:pt x="42391" y="118459"/>
                </a:lnTo>
                <a:lnTo>
                  <a:pt x="35112" y="103652"/>
                </a:lnTo>
                <a:lnTo>
                  <a:pt x="27670" y="88844"/>
                </a:lnTo>
                <a:lnTo>
                  <a:pt x="20418" y="74037"/>
                </a:lnTo>
                <a:lnTo>
                  <a:pt x="13747" y="59230"/>
                </a:lnTo>
                <a:lnTo>
                  <a:pt x="8048" y="44422"/>
                </a:lnTo>
                <a:lnTo>
                  <a:pt x="3682" y="29615"/>
                </a:lnTo>
                <a:lnTo>
                  <a:pt x="937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51" y="14807"/>
                </a:lnTo>
                <a:lnTo>
                  <a:pt x="173905" y="29615"/>
                </a:lnTo>
                <a:lnTo>
                  <a:pt x="169539" y="44422"/>
                </a:lnTo>
                <a:lnTo>
                  <a:pt x="163841" y="59230"/>
                </a:lnTo>
                <a:lnTo>
                  <a:pt x="157169" y="74037"/>
                </a:lnTo>
                <a:lnTo>
                  <a:pt x="149917" y="88844"/>
                </a:lnTo>
                <a:lnTo>
                  <a:pt x="142475" y="103652"/>
                </a:lnTo>
                <a:lnTo>
                  <a:pt x="135196" y="118459"/>
                </a:lnTo>
                <a:lnTo>
                  <a:pt x="128373" y="133267"/>
                </a:lnTo>
                <a:lnTo>
                  <a:pt x="122222" y="148074"/>
                </a:lnTo>
                <a:lnTo>
                  <a:pt x="116883" y="162881"/>
                </a:lnTo>
                <a:lnTo>
                  <a:pt x="112417" y="177689"/>
                </a:lnTo>
                <a:lnTo>
                  <a:pt x="108823" y="192496"/>
                </a:lnTo>
                <a:lnTo>
                  <a:pt x="106051" y="207304"/>
                </a:lnTo>
                <a:lnTo>
                  <a:pt x="104019" y="222111"/>
                </a:lnTo>
                <a:lnTo>
                  <a:pt x="102627" y="236919"/>
                </a:lnTo>
                <a:lnTo>
                  <a:pt x="101770" y="251726"/>
                </a:lnTo>
                <a:lnTo>
                  <a:pt x="101346" y="266533"/>
                </a:lnTo>
                <a:lnTo>
                  <a:pt x="101266" y="281341"/>
                </a:lnTo>
                <a:lnTo>
                  <a:pt x="101450" y="296148"/>
                </a:lnTo>
                <a:lnTo>
                  <a:pt x="101836" y="310956"/>
                </a:lnTo>
                <a:lnTo>
                  <a:pt x="102372" y="325763"/>
                </a:lnTo>
                <a:lnTo>
                  <a:pt x="103020" y="340570"/>
                </a:lnTo>
                <a:lnTo>
                  <a:pt x="103751" y="355378"/>
                </a:lnTo>
                <a:lnTo>
                  <a:pt x="104547" y="370185"/>
                </a:lnTo>
                <a:lnTo>
                  <a:pt x="105394" y="384993"/>
                </a:lnTo>
                <a:lnTo>
                  <a:pt x="106286" y="399800"/>
                </a:lnTo>
                <a:lnTo>
                  <a:pt x="107220" y="414607"/>
                </a:lnTo>
                <a:lnTo>
                  <a:pt x="108194" y="429415"/>
                </a:lnTo>
                <a:lnTo>
                  <a:pt x="109206" y="444222"/>
                </a:lnTo>
                <a:lnTo>
                  <a:pt x="110250" y="459030"/>
                </a:lnTo>
                <a:lnTo>
                  <a:pt x="111314" y="473837"/>
                </a:lnTo>
                <a:lnTo>
                  <a:pt x="112377" y="488644"/>
                </a:lnTo>
                <a:lnTo>
                  <a:pt x="113408" y="503452"/>
                </a:lnTo>
                <a:lnTo>
                  <a:pt x="114370" y="518259"/>
                </a:lnTo>
                <a:lnTo>
                  <a:pt x="115217" y="533067"/>
                </a:lnTo>
                <a:lnTo>
                  <a:pt x="115904" y="547874"/>
                </a:lnTo>
                <a:lnTo>
                  <a:pt x="116390" y="562682"/>
                </a:lnTo>
                <a:lnTo>
                  <a:pt x="116644" y="577489"/>
                </a:lnTo>
                <a:lnTo>
                  <a:pt x="116653" y="592296"/>
                </a:lnTo>
                <a:lnTo>
                  <a:pt x="116427" y="607104"/>
                </a:lnTo>
                <a:lnTo>
                  <a:pt x="115999" y="621911"/>
                </a:lnTo>
                <a:lnTo>
                  <a:pt x="115428" y="636719"/>
                </a:lnTo>
                <a:lnTo>
                  <a:pt x="114791" y="651526"/>
                </a:lnTo>
                <a:lnTo>
                  <a:pt x="114184" y="666333"/>
                </a:lnTo>
                <a:lnTo>
                  <a:pt x="113706" y="681141"/>
                </a:lnTo>
                <a:lnTo>
                  <a:pt x="113455" y="695948"/>
                </a:lnTo>
                <a:lnTo>
                  <a:pt x="113514" y="710756"/>
                </a:lnTo>
                <a:lnTo>
                  <a:pt x="113945" y="725563"/>
                </a:lnTo>
                <a:lnTo>
                  <a:pt x="114780" y="740370"/>
                </a:lnTo>
                <a:lnTo>
                  <a:pt x="116014" y="755178"/>
                </a:lnTo>
                <a:lnTo>
                  <a:pt x="117607" y="769985"/>
                </a:lnTo>
                <a:lnTo>
                  <a:pt x="119478" y="784793"/>
                </a:lnTo>
                <a:lnTo>
                  <a:pt x="121517" y="799600"/>
                </a:lnTo>
                <a:lnTo>
                  <a:pt x="123587" y="814407"/>
                </a:lnTo>
                <a:lnTo>
                  <a:pt x="125542" y="829215"/>
                </a:lnTo>
                <a:lnTo>
                  <a:pt x="127232" y="844022"/>
                </a:lnTo>
                <a:lnTo>
                  <a:pt x="128524" y="858830"/>
                </a:lnTo>
                <a:lnTo>
                  <a:pt x="129312" y="873637"/>
                </a:lnTo>
                <a:lnTo>
                  <a:pt x="129527" y="888444"/>
                </a:lnTo>
                <a:lnTo>
                  <a:pt x="129147" y="903252"/>
                </a:lnTo>
                <a:lnTo>
                  <a:pt x="128196" y="918059"/>
                </a:lnTo>
                <a:lnTo>
                  <a:pt x="126742" y="932867"/>
                </a:lnTo>
                <a:lnTo>
                  <a:pt x="124889" y="947674"/>
                </a:lnTo>
                <a:lnTo>
                  <a:pt x="122764" y="962482"/>
                </a:lnTo>
                <a:lnTo>
                  <a:pt x="120509" y="977289"/>
                </a:lnTo>
                <a:lnTo>
                  <a:pt x="118260" y="992096"/>
                </a:lnTo>
                <a:lnTo>
                  <a:pt x="116143" y="1006904"/>
                </a:lnTo>
                <a:lnTo>
                  <a:pt x="114259" y="1021711"/>
                </a:lnTo>
                <a:lnTo>
                  <a:pt x="112680" y="1036519"/>
                </a:lnTo>
                <a:lnTo>
                  <a:pt x="111445" y="1051326"/>
                </a:lnTo>
                <a:lnTo>
                  <a:pt x="110563" y="1066133"/>
                </a:lnTo>
                <a:lnTo>
                  <a:pt x="110013" y="1080941"/>
                </a:lnTo>
                <a:lnTo>
                  <a:pt x="109752" y="1095748"/>
                </a:lnTo>
                <a:lnTo>
                  <a:pt x="109719" y="1110556"/>
                </a:lnTo>
                <a:lnTo>
                  <a:pt x="109844" y="1125363"/>
                </a:lnTo>
                <a:lnTo>
                  <a:pt x="110052" y="1140170"/>
                </a:lnTo>
                <a:lnTo>
                  <a:pt x="110272" y="1154978"/>
                </a:lnTo>
                <a:lnTo>
                  <a:pt x="110443" y="1169785"/>
                </a:lnTo>
                <a:lnTo>
                  <a:pt x="110515" y="1184593"/>
                </a:lnTo>
                <a:lnTo>
                  <a:pt x="110453" y="1199400"/>
                </a:lnTo>
                <a:lnTo>
                  <a:pt x="110237" y="1214207"/>
                </a:lnTo>
                <a:lnTo>
                  <a:pt x="109864" y="1229015"/>
                </a:lnTo>
                <a:lnTo>
                  <a:pt x="109339" y="1243822"/>
                </a:lnTo>
                <a:lnTo>
                  <a:pt x="108680" y="1258630"/>
                </a:lnTo>
                <a:lnTo>
                  <a:pt x="107907" y="1273437"/>
                </a:lnTo>
                <a:lnTo>
                  <a:pt x="107045" y="1288245"/>
                </a:lnTo>
                <a:lnTo>
                  <a:pt x="106117" y="1303052"/>
                </a:lnTo>
                <a:lnTo>
                  <a:pt x="105145" y="1317859"/>
                </a:lnTo>
                <a:lnTo>
                  <a:pt x="104150" y="1332667"/>
                </a:lnTo>
                <a:lnTo>
                  <a:pt x="103149" y="1347474"/>
                </a:lnTo>
                <a:lnTo>
                  <a:pt x="102158" y="1362282"/>
                </a:lnTo>
                <a:lnTo>
                  <a:pt x="101193" y="1377089"/>
                </a:lnTo>
                <a:lnTo>
                  <a:pt x="100266" y="1391896"/>
                </a:lnTo>
                <a:lnTo>
                  <a:pt x="99393" y="1406704"/>
                </a:lnTo>
                <a:lnTo>
                  <a:pt x="98589" y="1421511"/>
                </a:lnTo>
                <a:lnTo>
                  <a:pt x="97869" y="1436319"/>
                </a:lnTo>
                <a:lnTo>
                  <a:pt x="97249" y="1451126"/>
                </a:lnTo>
                <a:lnTo>
                  <a:pt x="96749" y="1465933"/>
                </a:lnTo>
                <a:lnTo>
                  <a:pt x="96392" y="1480741"/>
                </a:lnTo>
                <a:lnTo>
                  <a:pt x="96207" y="1495548"/>
                </a:lnTo>
                <a:lnTo>
                  <a:pt x="96229" y="1510356"/>
                </a:lnTo>
                <a:lnTo>
                  <a:pt x="96503" y="1525163"/>
                </a:lnTo>
                <a:lnTo>
                  <a:pt x="97081" y="1539970"/>
                </a:lnTo>
                <a:lnTo>
                  <a:pt x="98024" y="1554778"/>
                </a:lnTo>
                <a:lnTo>
                  <a:pt x="99393" y="1569585"/>
                </a:lnTo>
                <a:lnTo>
                  <a:pt x="101250" y="1584393"/>
                </a:lnTo>
                <a:lnTo>
                  <a:pt x="103642" y="1599200"/>
                </a:lnTo>
                <a:lnTo>
                  <a:pt x="106598" y="1614007"/>
                </a:lnTo>
                <a:lnTo>
                  <a:pt x="110113" y="1628815"/>
                </a:lnTo>
                <a:lnTo>
                  <a:pt x="114144" y="1643622"/>
                </a:lnTo>
                <a:lnTo>
                  <a:pt x="118596" y="1658430"/>
                </a:lnTo>
                <a:lnTo>
                  <a:pt x="123329" y="1673237"/>
                </a:lnTo>
                <a:lnTo>
                  <a:pt x="128152" y="1688045"/>
                </a:lnTo>
                <a:lnTo>
                  <a:pt x="132838" y="1702852"/>
                </a:lnTo>
                <a:lnTo>
                  <a:pt x="137140" y="1717659"/>
                </a:lnTo>
                <a:lnTo>
                  <a:pt x="140806" y="1732467"/>
                </a:lnTo>
                <a:lnTo>
                  <a:pt x="143612" y="1747274"/>
                </a:lnTo>
                <a:lnTo>
                  <a:pt x="145374" y="1762082"/>
                </a:lnTo>
                <a:lnTo>
                  <a:pt x="145975" y="1776889"/>
                </a:lnTo>
                <a:lnTo>
                  <a:pt x="145975" y="177688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2000"/>
            </a:srgbClr>
          </a:solidFill>
          <a:ln xmlns:a="http://schemas.openxmlformats.org/drawingml/2006/main"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5" name="data_6201">
            <a:extLst xmlns:a="http://schemas.openxmlformats.org/drawingml/2006/main">
              <a:ext uri="{FF2B5EF4-FFF2-40B4-BE49-F238E27FC236}">
                <a16:creationId xmlns:a16="http://schemas.microsoft.com/office/drawing/2014/main" id="{672EE51B-E819-4F4A-A950-AECD8105B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0454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23036" y="1776889"/>
                </a:moveTo>
                <a:lnTo>
                  <a:pt x="54551" y="1776889"/>
                </a:lnTo>
                <a:lnTo>
                  <a:pt x="54907" y="1762082"/>
                </a:lnTo>
                <a:lnTo>
                  <a:pt x="55950" y="1747274"/>
                </a:lnTo>
                <a:lnTo>
                  <a:pt x="57612" y="1732467"/>
                </a:lnTo>
                <a:lnTo>
                  <a:pt x="59783" y="1717659"/>
                </a:lnTo>
                <a:lnTo>
                  <a:pt x="62331" y="1702852"/>
                </a:lnTo>
                <a:lnTo>
                  <a:pt x="65106" y="1688045"/>
                </a:lnTo>
                <a:lnTo>
                  <a:pt x="67962" y="1673237"/>
                </a:lnTo>
                <a:lnTo>
                  <a:pt x="70765" y="1658430"/>
                </a:lnTo>
                <a:lnTo>
                  <a:pt x="73402" y="1643622"/>
                </a:lnTo>
                <a:lnTo>
                  <a:pt x="75788" y="1628815"/>
                </a:lnTo>
                <a:lnTo>
                  <a:pt x="77868" y="1614007"/>
                </a:lnTo>
                <a:lnTo>
                  <a:pt x="79617" y="1599200"/>
                </a:lnTo>
                <a:lnTo>
                  <a:pt x="81033" y="1584393"/>
                </a:lnTo>
                <a:lnTo>
                  <a:pt x="82132" y="1569585"/>
                </a:lnTo>
                <a:lnTo>
                  <a:pt x="82944" y="1554778"/>
                </a:lnTo>
                <a:lnTo>
                  <a:pt x="83505" y="1539970"/>
                </a:lnTo>
                <a:lnTo>
                  <a:pt x="83854" y="1525163"/>
                </a:lnTo>
                <a:lnTo>
                  <a:pt x="84028" y="1510356"/>
                </a:lnTo>
                <a:lnTo>
                  <a:pt x="84057" y="1495548"/>
                </a:lnTo>
                <a:lnTo>
                  <a:pt x="83971" y="1480741"/>
                </a:lnTo>
                <a:lnTo>
                  <a:pt x="83791" y="1465933"/>
                </a:lnTo>
                <a:lnTo>
                  <a:pt x="83536" y="1451126"/>
                </a:lnTo>
                <a:lnTo>
                  <a:pt x="83221" y="1436319"/>
                </a:lnTo>
                <a:lnTo>
                  <a:pt x="82859" y="1421511"/>
                </a:lnTo>
                <a:lnTo>
                  <a:pt x="82462" y="1406704"/>
                </a:lnTo>
                <a:lnTo>
                  <a:pt x="82041" y="1391896"/>
                </a:lnTo>
                <a:lnTo>
                  <a:pt x="81607" y="1377089"/>
                </a:lnTo>
                <a:lnTo>
                  <a:pt x="81170" y="1362282"/>
                </a:lnTo>
                <a:lnTo>
                  <a:pt x="80739" y="1347474"/>
                </a:lnTo>
                <a:lnTo>
                  <a:pt x="80323" y="1332667"/>
                </a:lnTo>
                <a:lnTo>
                  <a:pt x="79930" y="1317859"/>
                </a:lnTo>
                <a:lnTo>
                  <a:pt x="79566" y="1303052"/>
                </a:lnTo>
                <a:lnTo>
                  <a:pt x="79238" y="1288245"/>
                </a:lnTo>
                <a:lnTo>
                  <a:pt x="78951" y="1273437"/>
                </a:lnTo>
                <a:lnTo>
                  <a:pt x="78709" y="1258630"/>
                </a:lnTo>
                <a:lnTo>
                  <a:pt x="78517" y="1243822"/>
                </a:lnTo>
                <a:lnTo>
                  <a:pt x="78376" y="1229015"/>
                </a:lnTo>
                <a:lnTo>
                  <a:pt x="78286" y="1214207"/>
                </a:lnTo>
                <a:lnTo>
                  <a:pt x="78244" y="1199400"/>
                </a:lnTo>
                <a:lnTo>
                  <a:pt x="78244" y="1184593"/>
                </a:lnTo>
                <a:lnTo>
                  <a:pt x="78273" y="1169785"/>
                </a:lnTo>
                <a:lnTo>
                  <a:pt x="78313" y="1154978"/>
                </a:lnTo>
                <a:lnTo>
                  <a:pt x="78344" y="1140170"/>
                </a:lnTo>
                <a:lnTo>
                  <a:pt x="78339" y="1125363"/>
                </a:lnTo>
                <a:lnTo>
                  <a:pt x="78268" y="1110556"/>
                </a:lnTo>
                <a:lnTo>
                  <a:pt x="78101" y="1095748"/>
                </a:lnTo>
                <a:lnTo>
                  <a:pt x="77808" y="1080941"/>
                </a:lnTo>
                <a:lnTo>
                  <a:pt x="77364" y="1066133"/>
                </a:lnTo>
                <a:lnTo>
                  <a:pt x="76753" y="1051326"/>
                </a:lnTo>
                <a:lnTo>
                  <a:pt x="75967" y="1036519"/>
                </a:lnTo>
                <a:lnTo>
                  <a:pt x="75012" y="1021711"/>
                </a:lnTo>
                <a:lnTo>
                  <a:pt x="73909" y="1006904"/>
                </a:lnTo>
                <a:lnTo>
                  <a:pt x="72697" y="992096"/>
                </a:lnTo>
                <a:lnTo>
                  <a:pt x="71426" y="977289"/>
                </a:lnTo>
                <a:lnTo>
                  <a:pt x="70161" y="962482"/>
                </a:lnTo>
                <a:lnTo>
                  <a:pt x="68972" y="947674"/>
                </a:lnTo>
                <a:lnTo>
                  <a:pt x="67931" y="932867"/>
                </a:lnTo>
                <a:lnTo>
                  <a:pt x="67104" y="918059"/>
                </a:lnTo>
                <a:lnTo>
                  <a:pt x="66542" y="903252"/>
                </a:lnTo>
                <a:lnTo>
                  <a:pt x="66278" y="888444"/>
                </a:lnTo>
                <a:lnTo>
                  <a:pt x="66321" y="873637"/>
                </a:lnTo>
                <a:lnTo>
                  <a:pt x="66655" y="858830"/>
                </a:lnTo>
                <a:lnTo>
                  <a:pt x="67240" y="844022"/>
                </a:lnTo>
                <a:lnTo>
                  <a:pt x="68015" y="829215"/>
                </a:lnTo>
                <a:lnTo>
                  <a:pt x="68906" y="814407"/>
                </a:lnTo>
                <a:lnTo>
                  <a:pt x="69830" y="799600"/>
                </a:lnTo>
                <a:lnTo>
                  <a:pt x="70707" y="784793"/>
                </a:lnTo>
                <a:lnTo>
                  <a:pt x="71465" y="769985"/>
                </a:lnTo>
                <a:lnTo>
                  <a:pt x="72047" y="755178"/>
                </a:lnTo>
                <a:lnTo>
                  <a:pt x="72416" y="740370"/>
                </a:lnTo>
                <a:lnTo>
                  <a:pt x="72557" y="725563"/>
                </a:lnTo>
                <a:lnTo>
                  <a:pt x="72477" y="710756"/>
                </a:lnTo>
                <a:lnTo>
                  <a:pt x="72205" y="695948"/>
                </a:lnTo>
                <a:lnTo>
                  <a:pt x="71790" y="681141"/>
                </a:lnTo>
                <a:lnTo>
                  <a:pt x="71290" y="666333"/>
                </a:lnTo>
                <a:lnTo>
                  <a:pt x="70774" y="651526"/>
                </a:lnTo>
                <a:lnTo>
                  <a:pt x="70310" y="636719"/>
                </a:lnTo>
                <a:lnTo>
                  <a:pt x="69961" y="621911"/>
                </a:lnTo>
                <a:lnTo>
                  <a:pt x="69778" y="607104"/>
                </a:lnTo>
                <a:lnTo>
                  <a:pt x="69796" y="592296"/>
                </a:lnTo>
                <a:lnTo>
                  <a:pt x="70034" y="577489"/>
                </a:lnTo>
                <a:lnTo>
                  <a:pt x="70489" y="562682"/>
                </a:lnTo>
                <a:lnTo>
                  <a:pt x="71144" y="547874"/>
                </a:lnTo>
                <a:lnTo>
                  <a:pt x="71966" y="533067"/>
                </a:lnTo>
                <a:lnTo>
                  <a:pt x="72914" y="518259"/>
                </a:lnTo>
                <a:lnTo>
                  <a:pt x="73942" y="503452"/>
                </a:lnTo>
                <a:lnTo>
                  <a:pt x="75004" y="488644"/>
                </a:lnTo>
                <a:lnTo>
                  <a:pt x="76058" y="473837"/>
                </a:lnTo>
                <a:lnTo>
                  <a:pt x="77068" y="459030"/>
                </a:lnTo>
                <a:lnTo>
                  <a:pt x="78008" y="444222"/>
                </a:lnTo>
                <a:lnTo>
                  <a:pt x="78857" y="429415"/>
                </a:lnTo>
                <a:lnTo>
                  <a:pt x="79605" y="414607"/>
                </a:lnTo>
                <a:lnTo>
                  <a:pt x="80245" y="399800"/>
                </a:lnTo>
                <a:lnTo>
                  <a:pt x="80776" y="384993"/>
                </a:lnTo>
                <a:lnTo>
                  <a:pt x="81198" y="370185"/>
                </a:lnTo>
                <a:lnTo>
                  <a:pt x="81511" y="355378"/>
                </a:lnTo>
                <a:lnTo>
                  <a:pt x="81713" y="340570"/>
                </a:lnTo>
                <a:lnTo>
                  <a:pt x="81799" y="325763"/>
                </a:lnTo>
                <a:lnTo>
                  <a:pt x="81755" y="310956"/>
                </a:lnTo>
                <a:lnTo>
                  <a:pt x="81559" y="296148"/>
                </a:lnTo>
                <a:lnTo>
                  <a:pt x="81173" y="281341"/>
                </a:lnTo>
                <a:lnTo>
                  <a:pt x="80549" y="266533"/>
                </a:lnTo>
                <a:lnTo>
                  <a:pt x="79617" y="251726"/>
                </a:lnTo>
                <a:lnTo>
                  <a:pt x="78294" y="236919"/>
                </a:lnTo>
                <a:lnTo>
                  <a:pt x="76482" y="222111"/>
                </a:lnTo>
                <a:lnTo>
                  <a:pt x="74074" y="207304"/>
                </a:lnTo>
                <a:lnTo>
                  <a:pt x="70969" y="192496"/>
                </a:lnTo>
                <a:lnTo>
                  <a:pt x="67077" y="177689"/>
                </a:lnTo>
                <a:lnTo>
                  <a:pt x="62342" y="162881"/>
                </a:lnTo>
                <a:lnTo>
                  <a:pt x="56758" y="148074"/>
                </a:lnTo>
                <a:lnTo>
                  <a:pt x="50382" y="133267"/>
                </a:lnTo>
                <a:lnTo>
                  <a:pt x="43349" y="118459"/>
                </a:lnTo>
                <a:lnTo>
                  <a:pt x="35874" y="103652"/>
                </a:lnTo>
                <a:lnTo>
                  <a:pt x="28251" y="88844"/>
                </a:lnTo>
                <a:lnTo>
                  <a:pt x="20836" y="74037"/>
                </a:lnTo>
                <a:lnTo>
                  <a:pt x="14022" y="59230"/>
                </a:lnTo>
                <a:lnTo>
                  <a:pt x="8207" y="44422"/>
                </a:lnTo>
                <a:lnTo>
                  <a:pt x="3754" y="29615"/>
                </a:lnTo>
                <a:lnTo>
                  <a:pt x="955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32" y="14807"/>
                </a:lnTo>
                <a:lnTo>
                  <a:pt x="173834" y="29615"/>
                </a:lnTo>
                <a:lnTo>
                  <a:pt x="169380" y="44422"/>
                </a:lnTo>
                <a:lnTo>
                  <a:pt x="163565" y="59230"/>
                </a:lnTo>
                <a:lnTo>
                  <a:pt x="156751" y="74037"/>
                </a:lnTo>
                <a:lnTo>
                  <a:pt x="149336" y="88844"/>
                </a:lnTo>
                <a:lnTo>
                  <a:pt x="141713" y="103652"/>
                </a:lnTo>
                <a:lnTo>
                  <a:pt x="134238" y="118459"/>
                </a:lnTo>
                <a:lnTo>
                  <a:pt x="127205" y="133267"/>
                </a:lnTo>
                <a:lnTo>
                  <a:pt x="120829" y="148074"/>
                </a:lnTo>
                <a:lnTo>
                  <a:pt x="115245" y="162881"/>
                </a:lnTo>
                <a:lnTo>
                  <a:pt x="110511" y="177689"/>
                </a:lnTo>
                <a:lnTo>
                  <a:pt x="106619" y="192496"/>
                </a:lnTo>
                <a:lnTo>
                  <a:pt x="103513" y="207304"/>
                </a:lnTo>
                <a:lnTo>
                  <a:pt x="101105" y="222111"/>
                </a:lnTo>
                <a:lnTo>
                  <a:pt x="99293" y="236919"/>
                </a:lnTo>
                <a:lnTo>
                  <a:pt x="97970" y="251726"/>
                </a:lnTo>
                <a:lnTo>
                  <a:pt x="97038" y="266533"/>
                </a:lnTo>
                <a:lnTo>
                  <a:pt x="96414" y="281341"/>
                </a:lnTo>
                <a:lnTo>
                  <a:pt x="96029" y="296148"/>
                </a:lnTo>
                <a:lnTo>
                  <a:pt x="95832" y="310956"/>
                </a:lnTo>
                <a:lnTo>
                  <a:pt x="95788" y="325763"/>
                </a:lnTo>
                <a:lnTo>
                  <a:pt x="95874" y="340570"/>
                </a:lnTo>
                <a:lnTo>
                  <a:pt x="96076" y="355378"/>
                </a:lnTo>
                <a:lnTo>
                  <a:pt x="96389" y="370185"/>
                </a:lnTo>
                <a:lnTo>
                  <a:pt x="96811" y="384993"/>
                </a:lnTo>
                <a:lnTo>
                  <a:pt x="97342" y="399800"/>
                </a:lnTo>
                <a:lnTo>
                  <a:pt x="97982" y="414607"/>
                </a:lnTo>
                <a:lnTo>
                  <a:pt x="98730" y="429415"/>
                </a:lnTo>
                <a:lnTo>
                  <a:pt x="99580" y="444222"/>
                </a:lnTo>
                <a:lnTo>
                  <a:pt x="100519" y="459030"/>
                </a:lnTo>
                <a:lnTo>
                  <a:pt x="101529" y="473837"/>
                </a:lnTo>
                <a:lnTo>
                  <a:pt x="102583" y="488644"/>
                </a:lnTo>
                <a:lnTo>
                  <a:pt x="103645" y="503452"/>
                </a:lnTo>
                <a:lnTo>
                  <a:pt x="104673" y="518259"/>
                </a:lnTo>
                <a:lnTo>
                  <a:pt x="105621" y="533067"/>
                </a:lnTo>
                <a:lnTo>
                  <a:pt x="106443" y="547874"/>
                </a:lnTo>
                <a:lnTo>
                  <a:pt x="107098" y="562682"/>
                </a:lnTo>
                <a:lnTo>
                  <a:pt x="107553" y="577489"/>
                </a:lnTo>
                <a:lnTo>
                  <a:pt x="107791" y="592296"/>
                </a:lnTo>
                <a:lnTo>
                  <a:pt x="107809" y="607104"/>
                </a:lnTo>
                <a:lnTo>
                  <a:pt x="107626" y="621911"/>
                </a:lnTo>
                <a:lnTo>
                  <a:pt x="107277" y="636719"/>
                </a:lnTo>
                <a:lnTo>
                  <a:pt x="106813" y="651526"/>
                </a:lnTo>
                <a:lnTo>
                  <a:pt x="106297" y="666333"/>
                </a:lnTo>
                <a:lnTo>
                  <a:pt x="105797" y="681141"/>
                </a:lnTo>
                <a:lnTo>
                  <a:pt x="105382" y="695948"/>
                </a:lnTo>
                <a:lnTo>
                  <a:pt x="105110" y="710756"/>
                </a:lnTo>
                <a:lnTo>
                  <a:pt x="105030" y="725563"/>
                </a:lnTo>
                <a:lnTo>
                  <a:pt x="105171" y="740370"/>
                </a:lnTo>
                <a:lnTo>
                  <a:pt x="105540" y="755178"/>
                </a:lnTo>
                <a:lnTo>
                  <a:pt x="106122" y="769985"/>
                </a:lnTo>
                <a:lnTo>
                  <a:pt x="106880" y="784793"/>
                </a:lnTo>
                <a:lnTo>
                  <a:pt x="107757" y="799600"/>
                </a:lnTo>
                <a:lnTo>
                  <a:pt x="108681" y="814407"/>
                </a:lnTo>
                <a:lnTo>
                  <a:pt x="109572" y="829215"/>
                </a:lnTo>
                <a:lnTo>
                  <a:pt x="110347" y="844022"/>
                </a:lnTo>
                <a:lnTo>
                  <a:pt x="110932" y="858830"/>
                </a:lnTo>
                <a:lnTo>
                  <a:pt x="111266" y="873637"/>
                </a:lnTo>
                <a:lnTo>
                  <a:pt x="111309" y="888444"/>
                </a:lnTo>
                <a:lnTo>
                  <a:pt x="111045" y="903252"/>
                </a:lnTo>
                <a:lnTo>
                  <a:pt x="110483" y="918059"/>
                </a:lnTo>
                <a:lnTo>
                  <a:pt x="109656" y="932867"/>
                </a:lnTo>
                <a:lnTo>
                  <a:pt x="108615" y="947674"/>
                </a:lnTo>
                <a:lnTo>
                  <a:pt x="107426" y="962482"/>
                </a:lnTo>
                <a:lnTo>
                  <a:pt x="106161" y="977289"/>
                </a:lnTo>
                <a:lnTo>
                  <a:pt x="104890" y="992096"/>
                </a:lnTo>
                <a:lnTo>
                  <a:pt x="103678" y="1006904"/>
                </a:lnTo>
                <a:lnTo>
                  <a:pt x="102576" y="1021711"/>
                </a:lnTo>
                <a:lnTo>
                  <a:pt x="101620" y="1036519"/>
                </a:lnTo>
                <a:lnTo>
                  <a:pt x="100834" y="1051326"/>
                </a:lnTo>
                <a:lnTo>
                  <a:pt x="100223" y="1066133"/>
                </a:lnTo>
                <a:lnTo>
                  <a:pt x="99780" y="1080941"/>
                </a:lnTo>
                <a:lnTo>
                  <a:pt x="99487" y="1095748"/>
                </a:lnTo>
                <a:lnTo>
                  <a:pt x="99319" y="1110556"/>
                </a:lnTo>
                <a:lnTo>
                  <a:pt x="99248" y="1125363"/>
                </a:lnTo>
                <a:lnTo>
                  <a:pt x="99243" y="1140170"/>
                </a:lnTo>
                <a:lnTo>
                  <a:pt x="99274" y="1154978"/>
                </a:lnTo>
                <a:lnTo>
                  <a:pt x="99315" y="1169785"/>
                </a:lnTo>
                <a:lnTo>
                  <a:pt x="99343" y="1184593"/>
                </a:lnTo>
                <a:lnTo>
                  <a:pt x="99343" y="1199400"/>
                </a:lnTo>
                <a:lnTo>
                  <a:pt x="99301" y="1214207"/>
                </a:lnTo>
                <a:lnTo>
                  <a:pt x="99211" y="1229015"/>
                </a:lnTo>
                <a:lnTo>
                  <a:pt x="99070" y="1243822"/>
                </a:lnTo>
                <a:lnTo>
                  <a:pt x="98878" y="1258630"/>
                </a:lnTo>
                <a:lnTo>
                  <a:pt x="98636" y="1273437"/>
                </a:lnTo>
                <a:lnTo>
                  <a:pt x="98349" y="1288245"/>
                </a:lnTo>
                <a:lnTo>
                  <a:pt x="98021" y="1303052"/>
                </a:lnTo>
                <a:lnTo>
                  <a:pt x="97657" y="1317859"/>
                </a:lnTo>
                <a:lnTo>
                  <a:pt x="97264" y="1332667"/>
                </a:lnTo>
                <a:lnTo>
                  <a:pt x="96848" y="1347474"/>
                </a:lnTo>
                <a:lnTo>
                  <a:pt x="96418" y="1362282"/>
                </a:lnTo>
                <a:lnTo>
                  <a:pt x="95981" y="1377089"/>
                </a:lnTo>
                <a:lnTo>
                  <a:pt x="95546" y="1391896"/>
                </a:lnTo>
                <a:lnTo>
                  <a:pt x="95126" y="1406704"/>
                </a:lnTo>
                <a:lnTo>
                  <a:pt x="94729" y="1421511"/>
                </a:lnTo>
                <a:lnTo>
                  <a:pt x="94367" y="1436319"/>
                </a:lnTo>
                <a:lnTo>
                  <a:pt x="94051" y="1451126"/>
                </a:lnTo>
                <a:lnTo>
                  <a:pt x="93796" y="1465933"/>
                </a:lnTo>
                <a:lnTo>
                  <a:pt x="93616" y="1480741"/>
                </a:lnTo>
                <a:lnTo>
                  <a:pt x="93530" y="1495548"/>
                </a:lnTo>
                <a:lnTo>
                  <a:pt x="93560" y="1510356"/>
                </a:lnTo>
                <a:lnTo>
                  <a:pt x="93733" y="1525163"/>
                </a:lnTo>
                <a:lnTo>
                  <a:pt x="94082" y="1539970"/>
                </a:lnTo>
                <a:lnTo>
                  <a:pt x="94643" y="1554778"/>
                </a:lnTo>
                <a:lnTo>
                  <a:pt x="95455" y="1569585"/>
                </a:lnTo>
                <a:lnTo>
                  <a:pt x="96554" y="1584393"/>
                </a:lnTo>
                <a:lnTo>
                  <a:pt x="97970" y="1599200"/>
                </a:lnTo>
                <a:lnTo>
                  <a:pt x="99719" y="1614007"/>
                </a:lnTo>
                <a:lnTo>
                  <a:pt x="101800" y="1628815"/>
                </a:lnTo>
                <a:lnTo>
                  <a:pt x="104186" y="1643622"/>
                </a:lnTo>
                <a:lnTo>
                  <a:pt x="106822" y="1658430"/>
                </a:lnTo>
                <a:lnTo>
                  <a:pt x="109625" y="1673237"/>
                </a:lnTo>
                <a:lnTo>
                  <a:pt x="112481" y="1688045"/>
                </a:lnTo>
                <a:lnTo>
                  <a:pt x="115257" y="1702852"/>
                </a:lnTo>
                <a:lnTo>
                  <a:pt x="117804" y="1717659"/>
                </a:lnTo>
                <a:lnTo>
                  <a:pt x="119975" y="1732467"/>
                </a:lnTo>
                <a:lnTo>
                  <a:pt x="121637" y="1747274"/>
                </a:lnTo>
                <a:lnTo>
                  <a:pt x="122680" y="1762082"/>
                </a:lnTo>
                <a:lnTo>
                  <a:pt x="123036" y="1776889"/>
                </a:lnTo>
                <a:lnTo>
                  <a:pt x="123036" y="177688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2000"/>
            </a:srgbClr>
          </a:solidFill>
          <a:ln xmlns:a="http://schemas.openxmlformats.org/drawingml/2006/main"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6" name="data_6202">
            <a:extLst xmlns:a="http://schemas.openxmlformats.org/drawingml/2006/main">
              <a:ext uri="{FF2B5EF4-FFF2-40B4-BE49-F238E27FC236}">
                <a16:creationId xmlns:a16="http://schemas.microsoft.com/office/drawing/2014/main" id="{36A80D96-F5F8-4526-9649-60FB93A34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482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19676" y="1776889"/>
                </a:moveTo>
                <a:lnTo>
                  <a:pt x="57911" y="1776889"/>
                </a:lnTo>
                <a:lnTo>
                  <a:pt x="58230" y="1762082"/>
                </a:lnTo>
                <a:lnTo>
                  <a:pt x="59167" y="1747274"/>
                </a:lnTo>
                <a:lnTo>
                  <a:pt x="60659" y="1732467"/>
                </a:lnTo>
                <a:lnTo>
                  <a:pt x="62609" y="1717659"/>
                </a:lnTo>
                <a:lnTo>
                  <a:pt x="64896" y="1702852"/>
                </a:lnTo>
                <a:lnTo>
                  <a:pt x="67388" y="1688045"/>
                </a:lnTo>
                <a:lnTo>
                  <a:pt x="69952" y="1673237"/>
                </a:lnTo>
                <a:lnTo>
                  <a:pt x="72469" y="1658430"/>
                </a:lnTo>
                <a:lnTo>
                  <a:pt x="74835" y="1643622"/>
                </a:lnTo>
                <a:lnTo>
                  <a:pt x="76977" y="1628815"/>
                </a:lnTo>
                <a:lnTo>
                  <a:pt x="78843" y="1614007"/>
                </a:lnTo>
                <a:lnTo>
                  <a:pt x="80411" y="1599200"/>
                </a:lnTo>
                <a:lnTo>
                  <a:pt x="81679" y="1584393"/>
                </a:lnTo>
                <a:lnTo>
                  <a:pt x="82661" y="1569585"/>
                </a:lnTo>
                <a:lnTo>
                  <a:pt x="83385" y="1554778"/>
                </a:lnTo>
                <a:lnTo>
                  <a:pt x="83883" y="1539970"/>
                </a:lnTo>
                <a:lnTo>
                  <a:pt x="84188" y="1525163"/>
                </a:lnTo>
                <a:lnTo>
                  <a:pt x="84335" y="1510356"/>
                </a:lnTo>
                <a:lnTo>
                  <a:pt x="84351" y="1495548"/>
                </a:lnTo>
                <a:lnTo>
                  <a:pt x="84262" y="1480741"/>
                </a:lnTo>
                <a:lnTo>
                  <a:pt x="84087" y="1465933"/>
                </a:lnTo>
                <a:lnTo>
                  <a:pt x="83843" y="1451126"/>
                </a:lnTo>
                <a:lnTo>
                  <a:pt x="83544" y="1436319"/>
                </a:lnTo>
                <a:lnTo>
                  <a:pt x="83201" y="1421511"/>
                </a:lnTo>
                <a:lnTo>
                  <a:pt x="82826" y="1406704"/>
                </a:lnTo>
                <a:lnTo>
                  <a:pt x="82429" y="1391896"/>
                </a:lnTo>
                <a:lnTo>
                  <a:pt x="82019" y="1377089"/>
                </a:lnTo>
                <a:lnTo>
                  <a:pt x="81607" y="1362282"/>
                </a:lnTo>
                <a:lnTo>
                  <a:pt x="81201" y="1347474"/>
                </a:lnTo>
                <a:lnTo>
                  <a:pt x="80809" y="1332667"/>
                </a:lnTo>
                <a:lnTo>
                  <a:pt x="80439" y="1317859"/>
                </a:lnTo>
                <a:lnTo>
                  <a:pt x="80096" y="1303052"/>
                </a:lnTo>
                <a:lnTo>
                  <a:pt x="79787" y="1288245"/>
                </a:lnTo>
                <a:lnTo>
                  <a:pt x="79516" y="1273437"/>
                </a:lnTo>
                <a:lnTo>
                  <a:pt x="79289" y="1258630"/>
                </a:lnTo>
                <a:lnTo>
                  <a:pt x="79108" y="1243822"/>
                </a:lnTo>
                <a:lnTo>
                  <a:pt x="78977" y="1229015"/>
                </a:lnTo>
                <a:lnTo>
                  <a:pt x="78894" y="1214207"/>
                </a:lnTo>
                <a:lnTo>
                  <a:pt x="78859" y="1199400"/>
                </a:lnTo>
                <a:lnTo>
                  <a:pt x="78864" y="1184593"/>
                </a:lnTo>
                <a:lnTo>
                  <a:pt x="78899" y="1169785"/>
                </a:lnTo>
                <a:lnTo>
                  <a:pt x="78949" y="1154978"/>
                </a:lnTo>
                <a:lnTo>
                  <a:pt x="78995" y="1140170"/>
                </a:lnTo>
                <a:lnTo>
                  <a:pt x="79013" y="1125363"/>
                </a:lnTo>
                <a:lnTo>
                  <a:pt x="78978" y="1110556"/>
                </a:lnTo>
                <a:lnTo>
                  <a:pt x="78863" y="1095748"/>
                </a:lnTo>
                <a:lnTo>
                  <a:pt x="78642" y="1080941"/>
                </a:lnTo>
                <a:lnTo>
                  <a:pt x="78293" y="1066133"/>
                </a:lnTo>
                <a:lnTo>
                  <a:pt x="77800" y="1051326"/>
                </a:lnTo>
                <a:lnTo>
                  <a:pt x="77159" y="1036519"/>
                </a:lnTo>
                <a:lnTo>
                  <a:pt x="76373" y="1021711"/>
                </a:lnTo>
                <a:lnTo>
                  <a:pt x="75462" y="1006904"/>
                </a:lnTo>
                <a:lnTo>
                  <a:pt x="74458" y="992096"/>
                </a:lnTo>
                <a:lnTo>
                  <a:pt x="73407" y="977289"/>
                </a:lnTo>
                <a:lnTo>
                  <a:pt x="72362" y="962482"/>
                </a:lnTo>
                <a:lnTo>
                  <a:pt x="71385" y="947674"/>
                </a:lnTo>
                <a:lnTo>
                  <a:pt x="70538" y="932867"/>
                </a:lnTo>
                <a:lnTo>
                  <a:pt x="69877" y="918059"/>
                </a:lnTo>
                <a:lnTo>
                  <a:pt x="69445" y="903252"/>
                </a:lnTo>
                <a:lnTo>
                  <a:pt x="69271" y="888444"/>
                </a:lnTo>
                <a:lnTo>
                  <a:pt x="69361" y="873637"/>
                </a:lnTo>
                <a:lnTo>
                  <a:pt x="69698" y="858830"/>
                </a:lnTo>
                <a:lnTo>
                  <a:pt x="70247" y="844022"/>
                </a:lnTo>
                <a:lnTo>
                  <a:pt x="70951" y="829215"/>
                </a:lnTo>
                <a:lnTo>
                  <a:pt x="71744" y="814407"/>
                </a:lnTo>
                <a:lnTo>
                  <a:pt x="72553" y="799600"/>
                </a:lnTo>
                <a:lnTo>
                  <a:pt x="73305" y="784793"/>
                </a:lnTo>
                <a:lnTo>
                  <a:pt x="73938" y="769985"/>
                </a:lnTo>
                <a:lnTo>
                  <a:pt x="74400" y="755178"/>
                </a:lnTo>
                <a:lnTo>
                  <a:pt x="74660" y="740370"/>
                </a:lnTo>
                <a:lnTo>
                  <a:pt x="74705" y="725563"/>
                </a:lnTo>
                <a:lnTo>
                  <a:pt x="74543" y="710756"/>
                </a:lnTo>
                <a:lnTo>
                  <a:pt x="74203" y="695948"/>
                </a:lnTo>
                <a:lnTo>
                  <a:pt x="73726" y="681141"/>
                </a:lnTo>
                <a:lnTo>
                  <a:pt x="73170" y="666333"/>
                </a:lnTo>
                <a:lnTo>
                  <a:pt x="72596" y="651526"/>
                </a:lnTo>
                <a:lnTo>
                  <a:pt x="72066" y="636719"/>
                </a:lnTo>
                <a:lnTo>
                  <a:pt x="71638" y="621911"/>
                </a:lnTo>
                <a:lnTo>
                  <a:pt x="71361" y="607104"/>
                </a:lnTo>
                <a:lnTo>
                  <a:pt x="71267" y="592296"/>
                </a:lnTo>
                <a:lnTo>
                  <a:pt x="71376" y="577489"/>
                </a:lnTo>
                <a:lnTo>
                  <a:pt x="71687" y="562682"/>
                </a:lnTo>
                <a:lnTo>
                  <a:pt x="72187" y="547874"/>
                </a:lnTo>
                <a:lnTo>
                  <a:pt x="72848" y="533067"/>
                </a:lnTo>
                <a:lnTo>
                  <a:pt x="73636" y="518259"/>
                </a:lnTo>
                <a:lnTo>
                  <a:pt x="74508" y="503452"/>
                </a:lnTo>
                <a:lnTo>
                  <a:pt x="75423" y="488644"/>
                </a:lnTo>
                <a:lnTo>
                  <a:pt x="76343" y="473837"/>
                </a:lnTo>
                <a:lnTo>
                  <a:pt x="77233" y="459030"/>
                </a:lnTo>
                <a:lnTo>
                  <a:pt x="78068" y="444222"/>
                </a:lnTo>
                <a:lnTo>
                  <a:pt x="78826" y="429415"/>
                </a:lnTo>
                <a:lnTo>
                  <a:pt x="79495" y="414607"/>
                </a:lnTo>
                <a:lnTo>
                  <a:pt x="80069" y="399800"/>
                </a:lnTo>
                <a:lnTo>
                  <a:pt x="80545" y="384993"/>
                </a:lnTo>
                <a:lnTo>
                  <a:pt x="80924" y="370185"/>
                </a:lnTo>
                <a:lnTo>
                  <a:pt x="81207" y="355378"/>
                </a:lnTo>
                <a:lnTo>
                  <a:pt x="81394" y="340570"/>
                </a:lnTo>
                <a:lnTo>
                  <a:pt x="81481" y="325763"/>
                </a:lnTo>
                <a:lnTo>
                  <a:pt x="81457" y="310956"/>
                </a:lnTo>
                <a:lnTo>
                  <a:pt x="81300" y="296148"/>
                </a:lnTo>
                <a:lnTo>
                  <a:pt x="80975" y="281341"/>
                </a:lnTo>
                <a:lnTo>
                  <a:pt x="80430" y="266533"/>
                </a:lnTo>
                <a:lnTo>
                  <a:pt x="79594" y="251726"/>
                </a:lnTo>
                <a:lnTo>
                  <a:pt x="78379" y="236919"/>
                </a:lnTo>
                <a:lnTo>
                  <a:pt x="76681" y="222111"/>
                </a:lnTo>
                <a:lnTo>
                  <a:pt x="74388" y="207304"/>
                </a:lnTo>
                <a:lnTo>
                  <a:pt x="71387" y="192496"/>
                </a:lnTo>
                <a:lnTo>
                  <a:pt x="67584" y="177689"/>
                </a:lnTo>
                <a:lnTo>
                  <a:pt x="62914" y="162881"/>
                </a:lnTo>
                <a:lnTo>
                  <a:pt x="57366" y="148074"/>
                </a:lnTo>
                <a:lnTo>
                  <a:pt x="50994" y="133267"/>
                </a:lnTo>
                <a:lnTo>
                  <a:pt x="43931" y="118459"/>
                </a:lnTo>
                <a:lnTo>
                  <a:pt x="36397" y="103652"/>
                </a:lnTo>
                <a:lnTo>
                  <a:pt x="28691" y="88844"/>
                </a:lnTo>
                <a:lnTo>
                  <a:pt x="21178" y="74037"/>
                </a:lnTo>
                <a:lnTo>
                  <a:pt x="14262" y="59230"/>
                </a:lnTo>
                <a:lnTo>
                  <a:pt x="8352" y="44422"/>
                </a:lnTo>
                <a:lnTo>
                  <a:pt x="3821" y="29615"/>
                </a:lnTo>
                <a:lnTo>
                  <a:pt x="972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15" y="14807"/>
                </a:lnTo>
                <a:lnTo>
                  <a:pt x="173766" y="29615"/>
                </a:lnTo>
                <a:lnTo>
                  <a:pt x="169235" y="44422"/>
                </a:lnTo>
                <a:lnTo>
                  <a:pt x="163325" y="59230"/>
                </a:lnTo>
                <a:lnTo>
                  <a:pt x="156409" y="74037"/>
                </a:lnTo>
                <a:lnTo>
                  <a:pt x="148896" y="88844"/>
                </a:lnTo>
                <a:lnTo>
                  <a:pt x="141190" y="103652"/>
                </a:lnTo>
                <a:lnTo>
                  <a:pt x="133656" y="118459"/>
                </a:lnTo>
                <a:lnTo>
                  <a:pt x="126593" y="133267"/>
                </a:lnTo>
                <a:lnTo>
                  <a:pt x="120221" y="148074"/>
                </a:lnTo>
                <a:lnTo>
                  <a:pt x="114673" y="162881"/>
                </a:lnTo>
                <a:lnTo>
                  <a:pt x="110003" y="177689"/>
                </a:lnTo>
                <a:lnTo>
                  <a:pt x="106200" y="192496"/>
                </a:lnTo>
                <a:lnTo>
                  <a:pt x="103199" y="207304"/>
                </a:lnTo>
                <a:lnTo>
                  <a:pt x="100906" y="222111"/>
                </a:lnTo>
                <a:lnTo>
                  <a:pt x="99208" y="236919"/>
                </a:lnTo>
                <a:lnTo>
                  <a:pt x="97993" y="251726"/>
                </a:lnTo>
                <a:lnTo>
                  <a:pt x="97157" y="266533"/>
                </a:lnTo>
                <a:lnTo>
                  <a:pt x="96612" y="281341"/>
                </a:lnTo>
                <a:lnTo>
                  <a:pt x="96287" y="296148"/>
                </a:lnTo>
                <a:lnTo>
                  <a:pt x="96131" y="310956"/>
                </a:lnTo>
                <a:lnTo>
                  <a:pt x="96106" y="325763"/>
                </a:lnTo>
                <a:lnTo>
                  <a:pt x="96193" y="340570"/>
                </a:lnTo>
                <a:lnTo>
                  <a:pt x="96380" y="355378"/>
                </a:lnTo>
                <a:lnTo>
                  <a:pt x="96663" y="370185"/>
                </a:lnTo>
                <a:lnTo>
                  <a:pt x="97042" y="384993"/>
                </a:lnTo>
                <a:lnTo>
                  <a:pt x="97518" y="399800"/>
                </a:lnTo>
                <a:lnTo>
                  <a:pt x="98092" y="414607"/>
                </a:lnTo>
                <a:lnTo>
                  <a:pt x="98761" y="429415"/>
                </a:lnTo>
                <a:lnTo>
                  <a:pt x="99520" y="444222"/>
                </a:lnTo>
                <a:lnTo>
                  <a:pt x="100354" y="459030"/>
                </a:lnTo>
                <a:lnTo>
                  <a:pt x="101244" y="473837"/>
                </a:lnTo>
                <a:lnTo>
                  <a:pt x="102164" y="488644"/>
                </a:lnTo>
                <a:lnTo>
                  <a:pt x="103079" y="503452"/>
                </a:lnTo>
                <a:lnTo>
                  <a:pt x="103951" y="518259"/>
                </a:lnTo>
                <a:lnTo>
                  <a:pt x="104739" y="533067"/>
                </a:lnTo>
                <a:lnTo>
                  <a:pt x="105400" y="547874"/>
                </a:lnTo>
                <a:lnTo>
                  <a:pt x="105900" y="562682"/>
                </a:lnTo>
                <a:lnTo>
                  <a:pt x="106212" y="577489"/>
                </a:lnTo>
                <a:lnTo>
                  <a:pt x="106320" y="592296"/>
                </a:lnTo>
                <a:lnTo>
                  <a:pt x="106226" y="607104"/>
                </a:lnTo>
                <a:lnTo>
                  <a:pt x="105949" y="621911"/>
                </a:lnTo>
                <a:lnTo>
                  <a:pt x="105521" y="636719"/>
                </a:lnTo>
                <a:lnTo>
                  <a:pt x="104991" y="651526"/>
                </a:lnTo>
                <a:lnTo>
                  <a:pt x="104417" y="666333"/>
                </a:lnTo>
                <a:lnTo>
                  <a:pt x="103861" y="681141"/>
                </a:lnTo>
                <a:lnTo>
                  <a:pt x="103384" y="695948"/>
                </a:lnTo>
                <a:lnTo>
                  <a:pt x="103044" y="710756"/>
                </a:lnTo>
                <a:lnTo>
                  <a:pt x="102882" y="725563"/>
                </a:lnTo>
                <a:lnTo>
                  <a:pt x="102927" y="740370"/>
                </a:lnTo>
                <a:lnTo>
                  <a:pt x="103187" y="755178"/>
                </a:lnTo>
                <a:lnTo>
                  <a:pt x="103649" y="769985"/>
                </a:lnTo>
                <a:lnTo>
                  <a:pt x="104282" y="784793"/>
                </a:lnTo>
                <a:lnTo>
                  <a:pt x="105035" y="799600"/>
                </a:lnTo>
                <a:lnTo>
                  <a:pt x="105843" y="814407"/>
                </a:lnTo>
                <a:lnTo>
                  <a:pt x="106636" y="829215"/>
                </a:lnTo>
                <a:lnTo>
                  <a:pt x="107340" y="844022"/>
                </a:lnTo>
                <a:lnTo>
                  <a:pt x="107889" y="858830"/>
                </a:lnTo>
                <a:lnTo>
                  <a:pt x="108226" y="873637"/>
                </a:lnTo>
                <a:lnTo>
                  <a:pt x="108316" y="888444"/>
                </a:lnTo>
                <a:lnTo>
                  <a:pt x="108142" y="903252"/>
                </a:lnTo>
                <a:lnTo>
                  <a:pt x="107711" y="918059"/>
                </a:lnTo>
                <a:lnTo>
                  <a:pt x="107049" y="932867"/>
                </a:lnTo>
                <a:lnTo>
                  <a:pt x="106202" y="947674"/>
                </a:lnTo>
                <a:lnTo>
                  <a:pt x="105226" y="962482"/>
                </a:lnTo>
                <a:lnTo>
                  <a:pt x="104181" y="977289"/>
                </a:lnTo>
                <a:lnTo>
                  <a:pt x="103129" y="992096"/>
                </a:lnTo>
                <a:lnTo>
                  <a:pt x="102125" y="1006904"/>
                </a:lnTo>
                <a:lnTo>
                  <a:pt x="101214" y="1021711"/>
                </a:lnTo>
                <a:lnTo>
                  <a:pt x="100428" y="1036519"/>
                </a:lnTo>
                <a:lnTo>
                  <a:pt x="99787" y="1051326"/>
                </a:lnTo>
                <a:lnTo>
                  <a:pt x="99294" y="1066133"/>
                </a:lnTo>
                <a:lnTo>
                  <a:pt x="98945" y="1080941"/>
                </a:lnTo>
                <a:lnTo>
                  <a:pt x="98724" y="1095748"/>
                </a:lnTo>
                <a:lnTo>
                  <a:pt x="98609" y="1110556"/>
                </a:lnTo>
                <a:lnTo>
                  <a:pt x="98574" y="1125363"/>
                </a:lnTo>
                <a:lnTo>
                  <a:pt x="98592" y="1140170"/>
                </a:lnTo>
                <a:lnTo>
                  <a:pt x="98638" y="1154978"/>
                </a:lnTo>
                <a:lnTo>
                  <a:pt x="98689" y="1169785"/>
                </a:lnTo>
                <a:lnTo>
                  <a:pt x="98724" y="1184593"/>
                </a:lnTo>
                <a:lnTo>
                  <a:pt x="98728" y="1199400"/>
                </a:lnTo>
                <a:lnTo>
                  <a:pt x="98693" y="1214207"/>
                </a:lnTo>
                <a:lnTo>
                  <a:pt x="98610" y="1229015"/>
                </a:lnTo>
                <a:lnTo>
                  <a:pt x="98479" y="1243822"/>
                </a:lnTo>
                <a:lnTo>
                  <a:pt x="98298" y="1258630"/>
                </a:lnTo>
                <a:lnTo>
                  <a:pt x="98071" y="1273437"/>
                </a:lnTo>
                <a:lnTo>
                  <a:pt x="97800" y="1288245"/>
                </a:lnTo>
                <a:lnTo>
                  <a:pt x="97491" y="1303052"/>
                </a:lnTo>
                <a:lnTo>
                  <a:pt x="97149" y="1317859"/>
                </a:lnTo>
                <a:lnTo>
                  <a:pt x="96778" y="1332667"/>
                </a:lnTo>
                <a:lnTo>
                  <a:pt x="96386" y="1347474"/>
                </a:lnTo>
                <a:lnTo>
                  <a:pt x="95980" y="1362282"/>
                </a:lnTo>
                <a:lnTo>
                  <a:pt x="95568" y="1377089"/>
                </a:lnTo>
                <a:lnTo>
                  <a:pt x="95158" y="1391896"/>
                </a:lnTo>
                <a:lnTo>
                  <a:pt x="94761" y="1406704"/>
                </a:lnTo>
                <a:lnTo>
                  <a:pt x="94386" y="1421511"/>
                </a:lnTo>
                <a:lnTo>
                  <a:pt x="94044" y="1436319"/>
                </a:lnTo>
                <a:lnTo>
                  <a:pt x="93744" y="1451126"/>
                </a:lnTo>
                <a:lnTo>
                  <a:pt x="93500" y="1465933"/>
                </a:lnTo>
                <a:lnTo>
                  <a:pt x="93325" y="1480741"/>
                </a:lnTo>
                <a:lnTo>
                  <a:pt x="93236" y="1495548"/>
                </a:lnTo>
                <a:lnTo>
                  <a:pt x="93252" y="1510356"/>
                </a:lnTo>
                <a:lnTo>
                  <a:pt x="93399" y="1525163"/>
                </a:lnTo>
                <a:lnTo>
                  <a:pt x="93705" y="1539970"/>
                </a:lnTo>
                <a:lnTo>
                  <a:pt x="94202" y="1554778"/>
                </a:lnTo>
                <a:lnTo>
                  <a:pt x="94926" y="1569585"/>
                </a:lnTo>
                <a:lnTo>
                  <a:pt x="95908" y="1584393"/>
                </a:lnTo>
                <a:lnTo>
                  <a:pt x="97176" y="1599200"/>
                </a:lnTo>
                <a:lnTo>
                  <a:pt x="98744" y="1614007"/>
                </a:lnTo>
                <a:lnTo>
                  <a:pt x="100611" y="1628815"/>
                </a:lnTo>
                <a:lnTo>
                  <a:pt x="102752" y="1643622"/>
                </a:lnTo>
                <a:lnTo>
                  <a:pt x="105119" y="1658430"/>
                </a:lnTo>
                <a:lnTo>
                  <a:pt x="107635" y="1673237"/>
                </a:lnTo>
                <a:lnTo>
                  <a:pt x="110199" y="1688045"/>
                </a:lnTo>
                <a:lnTo>
                  <a:pt x="112691" y="1702852"/>
                </a:lnTo>
                <a:lnTo>
                  <a:pt x="114978" y="1717659"/>
                </a:lnTo>
                <a:lnTo>
                  <a:pt x="116928" y="1732467"/>
                </a:lnTo>
                <a:lnTo>
                  <a:pt x="118420" y="1747274"/>
                </a:lnTo>
                <a:lnTo>
                  <a:pt x="119357" y="1762082"/>
                </a:lnTo>
                <a:lnTo>
                  <a:pt x="119676" y="1776889"/>
                </a:lnTo>
                <a:lnTo>
                  <a:pt x="119676" y="177688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2000"/>
            </a:srgbClr>
          </a:solidFill>
          <a:ln xmlns:a="http://schemas.openxmlformats.org/drawingml/2006/main"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7" name="data_6203">
            <a:extLst xmlns:a="http://schemas.openxmlformats.org/drawingml/2006/main">
              <a:ext uri="{FF2B5EF4-FFF2-40B4-BE49-F238E27FC236}">
                <a16:creationId xmlns:a16="http://schemas.microsoft.com/office/drawing/2014/main" id="{47AC0353-2CC6-4061-A107-6D9647E9D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3192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758" name="data_6204">
            <a:extLst xmlns:a="http://schemas.openxmlformats.org/drawingml/2006/main">
              <a:ext uri="{FF2B5EF4-FFF2-40B4-BE49-F238E27FC236}">
                <a16:creationId xmlns:a16="http://schemas.microsoft.com/office/drawing/2014/main" id="{DE1D0C1F-E481-4501-9B02-82F46E4C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706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759" name="data_6205">
            <a:extLst xmlns:a="http://schemas.openxmlformats.org/drawingml/2006/main">
              <a:ext uri="{FF2B5EF4-FFF2-40B4-BE49-F238E27FC236}">
                <a16:creationId xmlns:a16="http://schemas.microsoft.com/office/drawing/2014/main" id="{C5BC5070-25EE-4166-A20B-8176C3FD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220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760" name="data_6206">
            <a:extLst xmlns:a="http://schemas.openxmlformats.org/drawingml/2006/main">
              <a:ext uri="{FF2B5EF4-FFF2-40B4-BE49-F238E27FC236}">
                <a16:creationId xmlns:a16="http://schemas.microsoft.com/office/drawing/2014/main" id="{B9646FB1-8096-4276-84CD-D3C276D8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9248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761" name="data_6207">
            <a:extLst xmlns:a="http://schemas.openxmlformats.org/drawingml/2006/main">
              <a:ext uri="{FF2B5EF4-FFF2-40B4-BE49-F238E27FC236}">
                <a16:creationId xmlns:a16="http://schemas.microsoft.com/office/drawing/2014/main" id="{B8F403D5-41BF-4064-9F80-139668BD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2275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762" name="data_6208">
            <a:extLst xmlns:a="http://schemas.openxmlformats.org/drawingml/2006/main">
              <a:ext uri="{FF2B5EF4-FFF2-40B4-BE49-F238E27FC236}">
                <a16:creationId xmlns:a16="http://schemas.microsoft.com/office/drawing/2014/main" id="{3E416CC2-B386-4099-B1A3-B8E688E6E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3981977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763" name="data_6209">
            <a:extLst xmlns:a="http://schemas.openxmlformats.org/drawingml/2006/main">
              <a:ext uri="{FF2B5EF4-FFF2-40B4-BE49-F238E27FC236}">
                <a16:creationId xmlns:a16="http://schemas.microsoft.com/office/drawing/2014/main" id="{6BB2E372-FADC-40D3-93BD-6F9074594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498" y="3981977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764" name="text_6210">
            <a:extLst xmlns:a="http://schemas.openxmlformats.org/drawingml/2006/main">
              <a:ext uri="{FF2B5EF4-FFF2-40B4-BE49-F238E27FC236}">
                <a16:creationId xmlns:a16="http://schemas.microsoft.com/office/drawing/2014/main" id="{CBC2E6E6-13D6-4EBB-B65F-C879D6A3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00658" y="3923729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765" name="data_6211">
            <a:extLst xmlns:a="http://schemas.openxmlformats.org/drawingml/2006/main">
              <a:ext uri="{FF2B5EF4-FFF2-40B4-BE49-F238E27FC236}">
                <a16:creationId xmlns:a16="http://schemas.microsoft.com/office/drawing/2014/main" id="{953EBF47-7C8E-4EE5-854F-363D7527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3093532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766" name="data_6212">
            <a:extLst xmlns:a="http://schemas.openxmlformats.org/drawingml/2006/main">
              <a:ext uri="{FF2B5EF4-FFF2-40B4-BE49-F238E27FC236}">
                <a16:creationId xmlns:a16="http://schemas.microsoft.com/office/drawing/2014/main" id="{075B0774-C23A-4C2E-A477-06D16AB1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498" y="3093532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767" name="text_6213">
            <a:extLst xmlns:a="http://schemas.openxmlformats.org/drawingml/2006/main">
              <a:ext uri="{FF2B5EF4-FFF2-40B4-BE49-F238E27FC236}">
                <a16:creationId xmlns:a16="http://schemas.microsoft.com/office/drawing/2014/main" id="{0076EBA3-7A04-4231-AD1B-02CDF7C6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35021" y="3035285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768" name="data_6214">
            <a:extLst xmlns:a="http://schemas.openxmlformats.org/drawingml/2006/main">
              <a:ext uri="{FF2B5EF4-FFF2-40B4-BE49-F238E27FC236}">
                <a16:creationId xmlns:a16="http://schemas.microsoft.com/office/drawing/2014/main" id="{AA94A4A8-E785-4104-9B59-3DA7A447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2205088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769" name="data_6215">
            <a:extLst xmlns:a="http://schemas.openxmlformats.org/drawingml/2006/main">
              <a:ext uri="{FF2B5EF4-FFF2-40B4-BE49-F238E27FC236}">
                <a16:creationId xmlns:a16="http://schemas.microsoft.com/office/drawing/2014/main" id="{40981FEC-3BEA-4E46-8185-2602E730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498" y="2205088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770" name="text_6216">
            <a:extLst xmlns:a="http://schemas.openxmlformats.org/drawingml/2006/main">
              <a:ext uri="{FF2B5EF4-FFF2-40B4-BE49-F238E27FC236}">
                <a16:creationId xmlns:a16="http://schemas.microsoft.com/office/drawing/2014/main" id="{D64B9FB7-F968-4A1A-B041-CB81E24CD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69384" y="2146840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771" name="data_6217">
            <a:extLst xmlns:a="http://schemas.openxmlformats.org/drawingml/2006/main">
              <a:ext uri="{FF2B5EF4-FFF2-40B4-BE49-F238E27FC236}">
                <a16:creationId xmlns:a16="http://schemas.microsoft.com/office/drawing/2014/main" id="{ABC0FCD7-7FCA-4C9E-97E3-6BFA5C6E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216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2" name="data_6218">
            <a:extLst xmlns:a="http://schemas.openxmlformats.org/drawingml/2006/main">
              <a:ext uri="{FF2B5EF4-FFF2-40B4-BE49-F238E27FC236}">
                <a16:creationId xmlns:a16="http://schemas.microsoft.com/office/drawing/2014/main" id="{E9044215-70B2-4587-BB96-E33A7F818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8199" y="32217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3" name="data_6219">
            <a:extLst xmlns:a="http://schemas.openxmlformats.org/drawingml/2006/main">
              <a:ext uri="{FF2B5EF4-FFF2-40B4-BE49-F238E27FC236}">
                <a16:creationId xmlns:a16="http://schemas.microsoft.com/office/drawing/2014/main" id="{BE2D0CCD-2F2B-4E17-A68C-562727EC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852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4" name="data_6220">
            <a:extLst xmlns:a="http://schemas.openxmlformats.org/drawingml/2006/main">
              <a:ext uri="{FF2B5EF4-FFF2-40B4-BE49-F238E27FC236}">
                <a16:creationId xmlns:a16="http://schemas.microsoft.com/office/drawing/2014/main" id="{CC4C5F9F-5017-41FD-A653-941622744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800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5" name="data_6221">
            <a:extLst xmlns:a="http://schemas.openxmlformats.org/drawingml/2006/main">
              <a:ext uri="{FF2B5EF4-FFF2-40B4-BE49-F238E27FC236}">
                <a16:creationId xmlns:a16="http://schemas.microsoft.com/office/drawing/2014/main" id="{A4AAAA55-89CE-4F1B-B26F-BF7617485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15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6" name="data_6222">
            <a:extLst xmlns:a="http://schemas.openxmlformats.org/drawingml/2006/main">
              <a:ext uri="{FF2B5EF4-FFF2-40B4-BE49-F238E27FC236}">
                <a16:creationId xmlns:a16="http://schemas.microsoft.com/office/drawing/2014/main" id="{9B8D2AF2-7B53-4A87-A349-D3E162EF6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07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7" name="data_6223">
            <a:extLst xmlns:a="http://schemas.openxmlformats.org/drawingml/2006/main">
              <a:ext uri="{FF2B5EF4-FFF2-40B4-BE49-F238E27FC236}">
                <a16:creationId xmlns:a16="http://schemas.microsoft.com/office/drawing/2014/main" id="{691119F8-9D5C-413A-A975-70F9FF38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91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8" name="data_6224">
            <a:extLst xmlns:a="http://schemas.openxmlformats.org/drawingml/2006/main">
              <a:ext uri="{FF2B5EF4-FFF2-40B4-BE49-F238E27FC236}">
                <a16:creationId xmlns:a16="http://schemas.microsoft.com/office/drawing/2014/main" id="{8CADB417-0B92-4F66-B27C-3D7FA1ED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5105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9" name="data_6225">
            <a:extLst xmlns:a="http://schemas.openxmlformats.org/drawingml/2006/main">
              <a:ext uri="{FF2B5EF4-FFF2-40B4-BE49-F238E27FC236}">
                <a16:creationId xmlns:a16="http://schemas.microsoft.com/office/drawing/2014/main" id="{E6F86B42-33EC-44A4-B1A4-37AE16F9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65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0" name="data_6226">
            <a:extLst xmlns:a="http://schemas.openxmlformats.org/drawingml/2006/main">
              <a:ext uri="{FF2B5EF4-FFF2-40B4-BE49-F238E27FC236}">
                <a16:creationId xmlns:a16="http://schemas.microsoft.com/office/drawing/2014/main" id="{E6B89970-0E3B-4F6D-9B08-9939E9B6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549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1" name="data_6227">
            <a:extLst xmlns:a="http://schemas.openxmlformats.org/drawingml/2006/main">
              <a:ext uri="{FF2B5EF4-FFF2-40B4-BE49-F238E27FC236}">
                <a16:creationId xmlns:a16="http://schemas.microsoft.com/office/drawing/2014/main" id="{4C78E479-11A7-4D3A-BD4B-D20323A8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16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2" name="data_6228">
            <a:extLst xmlns:a="http://schemas.openxmlformats.org/drawingml/2006/main">
              <a:ext uri="{FF2B5EF4-FFF2-40B4-BE49-F238E27FC236}">
                <a16:creationId xmlns:a16="http://schemas.microsoft.com/office/drawing/2014/main" id="{42F70245-D8D5-432A-9CCA-20F2CB5CB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1492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3" name="data_6229">
            <a:extLst xmlns:a="http://schemas.openxmlformats.org/drawingml/2006/main">
              <a:ext uri="{FF2B5EF4-FFF2-40B4-BE49-F238E27FC236}">
                <a16:creationId xmlns:a16="http://schemas.microsoft.com/office/drawing/2014/main" id="{A4BB63AE-E831-434E-AD73-483592B19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820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4" name="data_6230">
            <a:extLst xmlns:a="http://schemas.openxmlformats.org/drawingml/2006/main">
              <a:ext uri="{FF2B5EF4-FFF2-40B4-BE49-F238E27FC236}">
                <a16:creationId xmlns:a16="http://schemas.microsoft.com/office/drawing/2014/main" id="{15836217-D8A7-4BF9-9880-909F13471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976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5" name="data_6231">
            <a:extLst xmlns:a="http://schemas.openxmlformats.org/drawingml/2006/main">
              <a:ext uri="{FF2B5EF4-FFF2-40B4-BE49-F238E27FC236}">
                <a16:creationId xmlns:a16="http://schemas.microsoft.com/office/drawing/2014/main" id="{DA91587E-8756-4BD1-9947-FF7F0AF0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16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6" name="data_6232">
            <a:extLst xmlns:a="http://schemas.openxmlformats.org/drawingml/2006/main">
              <a:ext uri="{FF2B5EF4-FFF2-40B4-BE49-F238E27FC236}">
                <a16:creationId xmlns:a16="http://schemas.microsoft.com/office/drawing/2014/main" id="{7C94FC25-27A5-4FE6-A557-7AD56136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839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7" name="data_6233">
            <a:extLst xmlns:a="http://schemas.openxmlformats.org/drawingml/2006/main">
              <a:ext uri="{FF2B5EF4-FFF2-40B4-BE49-F238E27FC236}">
                <a16:creationId xmlns:a16="http://schemas.microsoft.com/office/drawing/2014/main" id="{5222D48C-253F-4368-848C-0936C5D9E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3152" y="322049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8" name="data_6234">
            <a:extLst xmlns:a="http://schemas.openxmlformats.org/drawingml/2006/main">
              <a:ext uri="{FF2B5EF4-FFF2-40B4-BE49-F238E27FC236}">
                <a16:creationId xmlns:a16="http://schemas.microsoft.com/office/drawing/2014/main" id="{78C03030-A97A-44A7-B6C6-60A96E594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1980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9" name="data_6235">
            <a:extLst xmlns:a="http://schemas.openxmlformats.org/drawingml/2006/main">
              <a:ext uri="{FF2B5EF4-FFF2-40B4-BE49-F238E27FC236}">
                <a16:creationId xmlns:a16="http://schemas.microsoft.com/office/drawing/2014/main" id="{1DC3062A-65A4-4322-819D-72A106CF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530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0" name="data_6236">
            <a:extLst xmlns:a="http://schemas.openxmlformats.org/drawingml/2006/main">
              <a:ext uri="{FF2B5EF4-FFF2-40B4-BE49-F238E27FC236}">
                <a16:creationId xmlns:a16="http://schemas.microsoft.com/office/drawing/2014/main" id="{DB9B8DE5-0A48-457F-9372-C6083D89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794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1" name="data_6237">
            <a:extLst xmlns:a="http://schemas.openxmlformats.org/drawingml/2006/main">
              <a:ext uri="{FF2B5EF4-FFF2-40B4-BE49-F238E27FC236}">
                <a16:creationId xmlns:a16="http://schemas.microsoft.com/office/drawing/2014/main" id="{D9C1D326-4893-404F-B866-AA98AFB20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2990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2" name="data_6238">
            <a:extLst xmlns:a="http://schemas.openxmlformats.org/drawingml/2006/main">
              <a:ext uri="{FF2B5EF4-FFF2-40B4-BE49-F238E27FC236}">
                <a16:creationId xmlns:a16="http://schemas.microsoft.com/office/drawing/2014/main" id="{6BC9EC80-C13B-47F8-8797-D5AD1FEA7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724" y="31204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3" name="data_6239">
            <a:extLst xmlns:a="http://schemas.openxmlformats.org/drawingml/2006/main">
              <a:ext uri="{FF2B5EF4-FFF2-40B4-BE49-F238E27FC236}">
                <a16:creationId xmlns:a16="http://schemas.microsoft.com/office/drawing/2014/main" id="{4302B5EE-6B40-45AA-9D66-9C2D7340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500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4" name="data_6240">
            <a:extLst xmlns:a="http://schemas.openxmlformats.org/drawingml/2006/main">
              <a:ext uri="{FF2B5EF4-FFF2-40B4-BE49-F238E27FC236}">
                <a16:creationId xmlns:a16="http://schemas.microsoft.com/office/drawing/2014/main" id="{9A63CD30-9307-406D-9B63-02AA04233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47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5" name="data_6241">
            <a:extLst xmlns:a="http://schemas.openxmlformats.org/drawingml/2006/main">
              <a:ext uri="{FF2B5EF4-FFF2-40B4-BE49-F238E27FC236}">
                <a16:creationId xmlns:a16="http://schemas.microsoft.com/office/drawing/2014/main" id="{DCE1EDD1-3454-49D3-9168-3358C51ED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46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6" name="data_6242">
            <a:extLst xmlns:a="http://schemas.openxmlformats.org/drawingml/2006/main">
              <a:ext uri="{FF2B5EF4-FFF2-40B4-BE49-F238E27FC236}">
                <a16:creationId xmlns:a16="http://schemas.microsoft.com/office/drawing/2014/main" id="{D6069C81-0B07-424A-8B5A-E5D368D10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681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7" name="data_6243">
            <a:extLst xmlns:a="http://schemas.openxmlformats.org/drawingml/2006/main">
              <a:ext uri="{FF2B5EF4-FFF2-40B4-BE49-F238E27FC236}">
                <a16:creationId xmlns:a16="http://schemas.microsoft.com/office/drawing/2014/main" id="{1825A70D-E2BD-45AD-AEB5-6B76104F3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9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8" name="data_6244">
            <a:extLst xmlns:a="http://schemas.openxmlformats.org/drawingml/2006/main">
              <a:ext uri="{FF2B5EF4-FFF2-40B4-BE49-F238E27FC236}">
                <a16:creationId xmlns:a16="http://schemas.microsoft.com/office/drawing/2014/main" id="{88C794E7-B091-4E1D-945E-388AEB4CD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908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9" name="data_6245">
            <a:extLst xmlns:a="http://schemas.openxmlformats.org/drawingml/2006/main">
              <a:ext uri="{FF2B5EF4-FFF2-40B4-BE49-F238E27FC236}">
                <a16:creationId xmlns:a16="http://schemas.microsoft.com/office/drawing/2014/main" id="{2E27B649-C587-4CD9-BCDA-F5C041397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05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0" name="data_6246">
            <a:extLst xmlns:a="http://schemas.openxmlformats.org/drawingml/2006/main">
              <a:ext uri="{FF2B5EF4-FFF2-40B4-BE49-F238E27FC236}">
                <a16:creationId xmlns:a16="http://schemas.microsoft.com/office/drawing/2014/main" id="{506579D0-88B5-443D-9AE6-A7E7E0FAE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14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1" name="data_6247">
            <a:extLst xmlns:a="http://schemas.openxmlformats.org/drawingml/2006/main">
              <a:ext uri="{FF2B5EF4-FFF2-40B4-BE49-F238E27FC236}">
                <a16:creationId xmlns:a16="http://schemas.microsoft.com/office/drawing/2014/main" id="{6867B138-58CF-49E7-8F44-5FFA1CCA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33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2" name="data_6248">
            <a:extLst xmlns:a="http://schemas.openxmlformats.org/drawingml/2006/main">
              <a:ext uri="{FF2B5EF4-FFF2-40B4-BE49-F238E27FC236}">
                <a16:creationId xmlns:a16="http://schemas.microsoft.com/office/drawing/2014/main" id="{20D7C364-2047-4E06-A8AA-AE0BE96FC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95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3" name="data_6249">
            <a:extLst xmlns:a="http://schemas.openxmlformats.org/drawingml/2006/main">
              <a:ext uri="{FF2B5EF4-FFF2-40B4-BE49-F238E27FC236}">
                <a16:creationId xmlns:a16="http://schemas.microsoft.com/office/drawing/2014/main" id="{BFE17423-A86A-4F38-9C24-04CD416D6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5431" y="38976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4" name="data_6250">
            <a:extLst xmlns:a="http://schemas.openxmlformats.org/drawingml/2006/main">
              <a:ext uri="{FF2B5EF4-FFF2-40B4-BE49-F238E27FC236}">
                <a16:creationId xmlns:a16="http://schemas.microsoft.com/office/drawing/2014/main" id="{18F3712F-1E2E-4D16-8066-54DD132CE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983" y="31160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5" name="data_6251">
            <a:extLst xmlns:a="http://schemas.openxmlformats.org/drawingml/2006/main">
              <a:ext uri="{FF2B5EF4-FFF2-40B4-BE49-F238E27FC236}">
                <a16:creationId xmlns:a16="http://schemas.microsoft.com/office/drawing/2014/main" id="{5A3F5A35-7CCD-4094-9778-EC93D8923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224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6" name="data_6252">
            <a:extLst xmlns:a="http://schemas.openxmlformats.org/drawingml/2006/main">
              <a:ext uri="{FF2B5EF4-FFF2-40B4-BE49-F238E27FC236}">
                <a16:creationId xmlns:a16="http://schemas.microsoft.com/office/drawing/2014/main" id="{F59EC486-B997-4E47-B0A1-262108A1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07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7" name="data_6253">
            <a:extLst xmlns:a="http://schemas.openxmlformats.org/drawingml/2006/main">
              <a:ext uri="{FF2B5EF4-FFF2-40B4-BE49-F238E27FC236}">
                <a16:creationId xmlns:a16="http://schemas.microsoft.com/office/drawing/2014/main" id="{EDE30B7A-CB92-4C11-AF23-C624E0A46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26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8" name="data_6254">
            <a:extLst xmlns:a="http://schemas.openxmlformats.org/drawingml/2006/main">
              <a:ext uri="{FF2B5EF4-FFF2-40B4-BE49-F238E27FC236}">
                <a16:creationId xmlns:a16="http://schemas.microsoft.com/office/drawing/2014/main" id="{C07978AF-C477-4E51-839C-67FEE244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4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9" name="data_6255">
            <a:extLst xmlns:a="http://schemas.openxmlformats.org/drawingml/2006/main">
              <a:ext uri="{FF2B5EF4-FFF2-40B4-BE49-F238E27FC236}">
                <a16:creationId xmlns:a16="http://schemas.microsoft.com/office/drawing/2014/main" id="{55CD59B0-900D-4B15-B304-DE9F758A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003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0" name="data_6256">
            <a:extLst xmlns:a="http://schemas.openxmlformats.org/drawingml/2006/main">
              <a:ext uri="{FF2B5EF4-FFF2-40B4-BE49-F238E27FC236}">
                <a16:creationId xmlns:a16="http://schemas.microsoft.com/office/drawing/2014/main" id="{4990851E-ACEF-45A1-9850-B1CAE834F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364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1" name="data_6257">
            <a:extLst xmlns:a="http://schemas.openxmlformats.org/drawingml/2006/main">
              <a:ext uri="{FF2B5EF4-FFF2-40B4-BE49-F238E27FC236}">
                <a16:creationId xmlns:a16="http://schemas.microsoft.com/office/drawing/2014/main" id="{CC57C0EB-1C18-4A6D-B3DA-D512C3321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986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2" name="data_6258">
            <a:extLst xmlns:a="http://schemas.openxmlformats.org/drawingml/2006/main">
              <a:ext uri="{FF2B5EF4-FFF2-40B4-BE49-F238E27FC236}">
                <a16:creationId xmlns:a16="http://schemas.microsoft.com/office/drawing/2014/main" id="{BABBF7BB-A6C2-43FA-B39A-EC5F1442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077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3" name="data_6259">
            <a:extLst xmlns:a="http://schemas.openxmlformats.org/drawingml/2006/main">
              <a:ext uri="{FF2B5EF4-FFF2-40B4-BE49-F238E27FC236}">
                <a16:creationId xmlns:a16="http://schemas.microsoft.com/office/drawing/2014/main" id="{4C7E0579-3952-4EFB-8B19-C444D549F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36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4" name="data_6260">
            <a:extLst xmlns:a="http://schemas.openxmlformats.org/drawingml/2006/main">
              <a:ext uri="{FF2B5EF4-FFF2-40B4-BE49-F238E27FC236}">
                <a16:creationId xmlns:a16="http://schemas.microsoft.com/office/drawing/2014/main" id="{D644DD35-162C-4F9F-8BF8-2FA454EFF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04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5" name="data_6261">
            <a:extLst xmlns:a="http://schemas.openxmlformats.org/drawingml/2006/main">
              <a:ext uri="{FF2B5EF4-FFF2-40B4-BE49-F238E27FC236}">
                <a16:creationId xmlns:a16="http://schemas.microsoft.com/office/drawing/2014/main" id="{79783015-27AC-438E-8B8C-00278F8F8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533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6" name="data_6262">
            <a:extLst xmlns:a="http://schemas.openxmlformats.org/drawingml/2006/main">
              <a:ext uri="{FF2B5EF4-FFF2-40B4-BE49-F238E27FC236}">
                <a16:creationId xmlns:a16="http://schemas.microsoft.com/office/drawing/2014/main" id="{331D8333-BE17-4728-AF96-106798465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53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7" name="data_6263">
            <a:extLst xmlns:a="http://schemas.openxmlformats.org/drawingml/2006/main">
              <a:ext uri="{FF2B5EF4-FFF2-40B4-BE49-F238E27FC236}">
                <a16:creationId xmlns:a16="http://schemas.microsoft.com/office/drawing/2014/main" id="{930CB3F0-29D2-4467-A587-A232AE9D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444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8" name="data_6264">
            <a:extLst xmlns:a="http://schemas.openxmlformats.org/drawingml/2006/main">
              <a:ext uri="{FF2B5EF4-FFF2-40B4-BE49-F238E27FC236}">
                <a16:creationId xmlns:a16="http://schemas.microsoft.com/office/drawing/2014/main" id="{1C56C90E-9F27-4CB7-9871-561045D8B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261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9" name="data_6265">
            <a:extLst xmlns:a="http://schemas.openxmlformats.org/drawingml/2006/main">
              <a:ext uri="{FF2B5EF4-FFF2-40B4-BE49-F238E27FC236}">
                <a16:creationId xmlns:a16="http://schemas.microsoft.com/office/drawing/2014/main" id="{400A91CD-7C62-4619-B83B-A0EEAD29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98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0" name="data_6266">
            <a:extLst xmlns:a="http://schemas.openxmlformats.org/drawingml/2006/main">
              <a:ext uri="{FF2B5EF4-FFF2-40B4-BE49-F238E27FC236}">
                <a16:creationId xmlns:a16="http://schemas.microsoft.com/office/drawing/2014/main" id="{8B9C418D-2302-441D-B265-E6A082EF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62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1" name="data_6267">
            <a:extLst xmlns:a="http://schemas.openxmlformats.org/drawingml/2006/main">
              <a:ext uri="{FF2B5EF4-FFF2-40B4-BE49-F238E27FC236}">
                <a16:creationId xmlns:a16="http://schemas.microsoft.com/office/drawing/2014/main" id="{D33C8AA5-C3BD-451B-992B-2F49E28EA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676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2" name="data_6268">
            <a:extLst xmlns:a="http://schemas.openxmlformats.org/drawingml/2006/main">
              <a:ext uri="{FF2B5EF4-FFF2-40B4-BE49-F238E27FC236}">
                <a16:creationId xmlns:a16="http://schemas.microsoft.com/office/drawing/2014/main" id="{D0B11F0D-F54D-49E8-9AB6-6F0052EA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68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3" name="data_6269">
            <a:extLst xmlns:a="http://schemas.openxmlformats.org/drawingml/2006/main">
              <a:ext uri="{FF2B5EF4-FFF2-40B4-BE49-F238E27FC236}">
                <a16:creationId xmlns:a16="http://schemas.microsoft.com/office/drawing/2014/main" id="{66CFE047-3761-408E-A0CB-AA882557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079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4" name="data_6270">
            <a:extLst xmlns:a="http://schemas.openxmlformats.org/drawingml/2006/main">
              <a:ext uri="{FF2B5EF4-FFF2-40B4-BE49-F238E27FC236}">
                <a16:creationId xmlns:a16="http://schemas.microsoft.com/office/drawing/2014/main" id="{4E1A12DA-17DB-4FC1-92BA-6CEF704AC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689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5" name="data_6271">
            <a:extLst xmlns:a="http://schemas.openxmlformats.org/drawingml/2006/main">
              <a:ext uri="{FF2B5EF4-FFF2-40B4-BE49-F238E27FC236}">
                <a16:creationId xmlns:a16="http://schemas.microsoft.com/office/drawing/2014/main" id="{6CF3CEE4-1507-4803-80B7-86B288BB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3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6" name="data_6272">
            <a:extLst xmlns:a="http://schemas.openxmlformats.org/drawingml/2006/main">
              <a:ext uri="{FF2B5EF4-FFF2-40B4-BE49-F238E27FC236}">
                <a16:creationId xmlns:a16="http://schemas.microsoft.com/office/drawing/2014/main" id="{0A19C6C8-12C2-43BE-8FD2-AFF13F16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238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7" name="data_6273">
            <a:extLst xmlns:a="http://schemas.openxmlformats.org/drawingml/2006/main">
              <a:ext uri="{FF2B5EF4-FFF2-40B4-BE49-F238E27FC236}">
                <a16:creationId xmlns:a16="http://schemas.microsoft.com/office/drawing/2014/main" id="{5D428537-2E59-42D4-8DF0-55FB0579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28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8" name="data_6274">
            <a:extLst xmlns:a="http://schemas.openxmlformats.org/drawingml/2006/main">
              <a:ext uri="{FF2B5EF4-FFF2-40B4-BE49-F238E27FC236}">
                <a16:creationId xmlns:a16="http://schemas.microsoft.com/office/drawing/2014/main" id="{28A759EC-4AA9-48D2-A0EF-A03AD881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0319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9" name="data_6275">
            <a:extLst xmlns:a="http://schemas.openxmlformats.org/drawingml/2006/main">
              <a:ext uri="{FF2B5EF4-FFF2-40B4-BE49-F238E27FC236}">
                <a16:creationId xmlns:a16="http://schemas.microsoft.com/office/drawing/2014/main" id="{96D1A9ED-9EAB-4257-BA05-0CA349FF5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742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0" name="data_6276">
            <a:extLst xmlns:a="http://schemas.openxmlformats.org/drawingml/2006/main">
              <a:ext uri="{FF2B5EF4-FFF2-40B4-BE49-F238E27FC236}">
                <a16:creationId xmlns:a16="http://schemas.microsoft.com/office/drawing/2014/main" id="{3357A53A-92E0-4A5F-A9FC-3C5D27B8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6638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1" name="data_6277">
            <a:extLst xmlns:a="http://schemas.openxmlformats.org/drawingml/2006/main">
              <a:ext uri="{FF2B5EF4-FFF2-40B4-BE49-F238E27FC236}">
                <a16:creationId xmlns:a16="http://schemas.microsoft.com/office/drawing/2014/main" id="{425C8132-5C60-48CB-AF75-DAF120C2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667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2" name="data_6278">
            <a:extLst xmlns:a="http://schemas.openxmlformats.org/drawingml/2006/main">
              <a:ext uri="{FF2B5EF4-FFF2-40B4-BE49-F238E27FC236}">
                <a16:creationId xmlns:a16="http://schemas.microsoft.com/office/drawing/2014/main" id="{7C006ABF-D005-4557-A9F4-267D9E077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498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3" name="data_6279">
            <a:extLst xmlns:a="http://schemas.openxmlformats.org/drawingml/2006/main">
              <a:ext uri="{FF2B5EF4-FFF2-40B4-BE49-F238E27FC236}">
                <a16:creationId xmlns:a16="http://schemas.microsoft.com/office/drawing/2014/main" id="{9EE9CCEA-5052-40F8-818A-2D71F5BBA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65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4" name="data_6280">
            <a:extLst xmlns:a="http://schemas.openxmlformats.org/drawingml/2006/main">
              <a:ext uri="{FF2B5EF4-FFF2-40B4-BE49-F238E27FC236}">
                <a16:creationId xmlns:a16="http://schemas.microsoft.com/office/drawing/2014/main" id="{B2A61E17-3ACC-400B-868D-B853795D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298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5" name="data_6281">
            <a:extLst xmlns:a="http://schemas.openxmlformats.org/drawingml/2006/main">
              <a:ext uri="{FF2B5EF4-FFF2-40B4-BE49-F238E27FC236}">
                <a16:creationId xmlns:a16="http://schemas.microsoft.com/office/drawing/2014/main" id="{102FF8D2-38BF-41DA-8E7C-7D9D93572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3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6" name="data_6282">
            <a:extLst xmlns:a="http://schemas.openxmlformats.org/drawingml/2006/main">
              <a:ext uri="{FF2B5EF4-FFF2-40B4-BE49-F238E27FC236}">
                <a16:creationId xmlns:a16="http://schemas.microsoft.com/office/drawing/2014/main" id="{B97EC253-73E7-4A75-94B4-D8574F071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4487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7" name="data_6283">
            <a:extLst xmlns:a="http://schemas.openxmlformats.org/drawingml/2006/main">
              <a:ext uri="{FF2B5EF4-FFF2-40B4-BE49-F238E27FC236}">
                <a16:creationId xmlns:a16="http://schemas.microsoft.com/office/drawing/2014/main" id="{62043C30-5FD3-4ED6-B635-6FDC93BC4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44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8" name="data_6284">
            <a:extLst xmlns:a="http://schemas.openxmlformats.org/drawingml/2006/main">
              <a:ext uri="{FF2B5EF4-FFF2-40B4-BE49-F238E27FC236}">
                <a16:creationId xmlns:a16="http://schemas.microsoft.com/office/drawing/2014/main" id="{5AC109CB-9A4E-4884-82F0-A4DC1D0AE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0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9" name="data_6285">
            <a:extLst xmlns:a="http://schemas.openxmlformats.org/drawingml/2006/main">
              <a:ext uri="{FF2B5EF4-FFF2-40B4-BE49-F238E27FC236}">
                <a16:creationId xmlns:a16="http://schemas.microsoft.com/office/drawing/2014/main" id="{BD34BBA6-DF74-47FA-BC16-496C36772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124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0" name="data_6286">
            <a:extLst xmlns:a="http://schemas.openxmlformats.org/drawingml/2006/main">
              <a:ext uri="{FF2B5EF4-FFF2-40B4-BE49-F238E27FC236}">
                <a16:creationId xmlns:a16="http://schemas.microsoft.com/office/drawing/2014/main" id="{47C9B5C0-78D5-45C0-80DC-72DB58160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313" y="334707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1" name="data_6287">
            <a:extLst xmlns:a="http://schemas.openxmlformats.org/drawingml/2006/main">
              <a:ext uri="{FF2B5EF4-FFF2-40B4-BE49-F238E27FC236}">
                <a16:creationId xmlns:a16="http://schemas.microsoft.com/office/drawing/2014/main" id="{53898A21-4D89-4527-ABAB-9753B5D58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91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2" name="data_6288">
            <a:extLst xmlns:a="http://schemas.openxmlformats.org/drawingml/2006/main">
              <a:ext uri="{FF2B5EF4-FFF2-40B4-BE49-F238E27FC236}">
                <a16:creationId xmlns:a16="http://schemas.microsoft.com/office/drawing/2014/main" id="{395FD402-307B-404C-9582-885FD638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759" y="33160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3" name="data_6289">
            <a:extLst xmlns:a="http://schemas.openxmlformats.org/drawingml/2006/main">
              <a:ext uri="{FF2B5EF4-FFF2-40B4-BE49-F238E27FC236}">
                <a16:creationId xmlns:a16="http://schemas.microsoft.com/office/drawing/2014/main" id="{2CF49BB0-47FE-4CC4-96A0-614C7E5D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579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4" name="data_6290">
            <a:extLst xmlns:a="http://schemas.openxmlformats.org/drawingml/2006/main">
              <a:ext uri="{FF2B5EF4-FFF2-40B4-BE49-F238E27FC236}">
                <a16:creationId xmlns:a16="http://schemas.microsoft.com/office/drawing/2014/main" id="{2580C18B-2408-45B9-AC55-027A234D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699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5" name="data_6291">
            <a:extLst xmlns:a="http://schemas.openxmlformats.org/drawingml/2006/main">
              <a:ext uri="{FF2B5EF4-FFF2-40B4-BE49-F238E27FC236}">
                <a16:creationId xmlns:a16="http://schemas.microsoft.com/office/drawing/2014/main" id="{EB147112-AC56-4E1C-A826-7B019E62F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3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6" name="data_6292">
            <a:extLst xmlns:a="http://schemas.openxmlformats.org/drawingml/2006/main">
              <a:ext uri="{FF2B5EF4-FFF2-40B4-BE49-F238E27FC236}">
                <a16:creationId xmlns:a16="http://schemas.microsoft.com/office/drawing/2014/main" id="{07E57AE0-2835-4054-A54B-BDE74F68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165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7" name="data_6293">
            <a:extLst xmlns:a="http://schemas.openxmlformats.org/drawingml/2006/main">
              <a:ext uri="{FF2B5EF4-FFF2-40B4-BE49-F238E27FC236}">
                <a16:creationId xmlns:a16="http://schemas.microsoft.com/office/drawing/2014/main" id="{1C29E2EA-E32B-47C3-954C-ACC0CE28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544" y="341541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8" name="data_6294">
            <a:extLst xmlns:a="http://schemas.openxmlformats.org/drawingml/2006/main">
              <a:ext uri="{FF2B5EF4-FFF2-40B4-BE49-F238E27FC236}">
                <a16:creationId xmlns:a16="http://schemas.microsoft.com/office/drawing/2014/main" id="{E1E5E187-D593-429E-A5E1-B412093BF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8005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9" name="data_6295">
            <a:extLst xmlns:a="http://schemas.openxmlformats.org/drawingml/2006/main">
              <a:ext uri="{FF2B5EF4-FFF2-40B4-BE49-F238E27FC236}">
                <a16:creationId xmlns:a16="http://schemas.microsoft.com/office/drawing/2014/main" id="{E452CD6B-4E5F-458F-B07C-3658DEF2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0643" y="31638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0" name="data_6296">
            <a:extLst xmlns:a="http://schemas.openxmlformats.org/drawingml/2006/main">
              <a:ext uri="{FF2B5EF4-FFF2-40B4-BE49-F238E27FC236}">
                <a16:creationId xmlns:a16="http://schemas.microsoft.com/office/drawing/2014/main" id="{10212832-21C4-413D-AFD1-80207E450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927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1" name="data_6297">
            <a:extLst xmlns:a="http://schemas.openxmlformats.org/drawingml/2006/main">
              <a:ext uri="{FF2B5EF4-FFF2-40B4-BE49-F238E27FC236}">
                <a16:creationId xmlns:a16="http://schemas.microsoft.com/office/drawing/2014/main" id="{98034737-7549-4CD7-9CC9-4E91D0E08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086" y="34068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2" name="data_6298">
            <a:extLst xmlns:a="http://schemas.openxmlformats.org/drawingml/2006/main">
              <a:ext uri="{FF2B5EF4-FFF2-40B4-BE49-F238E27FC236}">
                <a16:creationId xmlns:a16="http://schemas.microsoft.com/office/drawing/2014/main" id="{67FA88E9-A0BF-4B41-84BE-8A75460C2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68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3" name="data_6299">
            <a:extLst xmlns:a="http://schemas.openxmlformats.org/drawingml/2006/main">
              <a:ext uri="{FF2B5EF4-FFF2-40B4-BE49-F238E27FC236}">
                <a16:creationId xmlns:a16="http://schemas.microsoft.com/office/drawing/2014/main" id="{83CDD587-8D55-41D9-8CFA-9D382E6B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9082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4" name="data_6300">
            <a:extLst xmlns:a="http://schemas.openxmlformats.org/drawingml/2006/main">
              <a:ext uri="{FF2B5EF4-FFF2-40B4-BE49-F238E27FC236}">
                <a16:creationId xmlns:a16="http://schemas.microsoft.com/office/drawing/2014/main" id="{4C910CAE-AA9A-419E-B280-1A5C3166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383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5" name="data_6301">
            <a:extLst xmlns:a="http://schemas.openxmlformats.org/drawingml/2006/main">
              <a:ext uri="{FF2B5EF4-FFF2-40B4-BE49-F238E27FC236}">
                <a16:creationId xmlns:a16="http://schemas.microsoft.com/office/drawing/2014/main" id="{176806B8-0627-4F32-9D0D-848E845DD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359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6" name="data_6302">
            <a:extLst xmlns:a="http://schemas.openxmlformats.org/drawingml/2006/main">
              <a:ext uri="{FF2B5EF4-FFF2-40B4-BE49-F238E27FC236}">
                <a16:creationId xmlns:a16="http://schemas.microsoft.com/office/drawing/2014/main" id="{C22431A2-4269-47AE-B72B-628C9E58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025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7" name="data_6303">
            <a:extLst xmlns:a="http://schemas.openxmlformats.org/drawingml/2006/main">
              <a:ext uri="{FF2B5EF4-FFF2-40B4-BE49-F238E27FC236}">
                <a16:creationId xmlns:a16="http://schemas.microsoft.com/office/drawing/2014/main" id="{559E801B-83D8-4E09-8F48-9A7EAB110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306" y="36067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8" name="data_6304">
            <a:extLst xmlns:a="http://schemas.openxmlformats.org/drawingml/2006/main">
              <a:ext uri="{FF2B5EF4-FFF2-40B4-BE49-F238E27FC236}">
                <a16:creationId xmlns:a16="http://schemas.microsoft.com/office/drawing/2014/main" id="{BDC00862-D8B9-4F0A-91F0-221AF7DC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68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9" name="data_6305">
            <a:extLst xmlns:a="http://schemas.openxmlformats.org/drawingml/2006/main">
              <a:ext uri="{FF2B5EF4-FFF2-40B4-BE49-F238E27FC236}">
                <a16:creationId xmlns:a16="http://schemas.microsoft.com/office/drawing/2014/main" id="{FFAC25FD-5B6E-4573-A74F-68D01647A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78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0" name="data_6306">
            <a:extLst xmlns:a="http://schemas.openxmlformats.org/drawingml/2006/main">
              <a:ext uri="{FF2B5EF4-FFF2-40B4-BE49-F238E27FC236}">
                <a16:creationId xmlns:a16="http://schemas.microsoft.com/office/drawing/2014/main" id="{82CBE02B-3F4B-438D-8A64-B8453B2C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0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1" name="data_6307">
            <a:extLst xmlns:a="http://schemas.openxmlformats.org/drawingml/2006/main">
              <a:ext uri="{FF2B5EF4-FFF2-40B4-BE49-F238E27FC236}">
                <a16:creationId xmlns:a16="http://schemas.microsoft.com/office/drawing/2014/main" id="{D80CD7E9-4D9E-440C-9ED9-5C631D40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3803" y="3226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2" name="data_6308">
            <a:extLst xmlns:a="http://schemas.openxmlformats.org/drawingml/2006/main">
              <a:ext uri="{FF2B5EF4-FFF2-40B4-BE49-F238E27FC236}">
                <a16:creationId xmlns:a16="http://schemas.microsoft.com/office/drawing/2014/main" id="{38CD6469-0959-4D94-9594-34D19A0D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697" y="35834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3" name="data_6309">
            <a:extLst xmlns:a="http://schemas.openxmlformats.org/drawingml/2006/main">
              <a:ext uri="{FF2B5EF4-FFF2-40B4-BE49-F238E27FC236}">
                <a16:creationId xmlns:a16="http://schemas.microsoft.com/office/drawing/2014/main" id="{1099FADB-2B29-4368-9717-18119A56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82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4" name="data_6310">
            <a:extLst xmlns:a="http://schemas.openxmlformats.org/drawingml/2006/main">
              <a:ext uri="{FF2B5EF4-FFF2-40B4-BE49-F238E27FC236}">
                <a16:creationId xmlns:a16="http://schemas.microsoft.com/office/drawing/2014/main" id="{D04CF0A3-B665-4609-B8C1-36F1D853F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474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5" name="data_6311">
            <a:extLst xmlns:a="http://schemas.openxmlformats.org/drawingml/2006/main">
              <a:ext uri="{FF2B5EF4-FFF2-40B4-BE49-F238E27FC236}">
                <a16:creationId xmlns:a16="http://schemas.microsoft.com/office/drawing/2014/main" id="{55A4214C-4885-4994-A485-322F77054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621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6" name="data_6312">
            <a:extLst xmlns:a="http://schemas.openxmlformats.org/drawingml/2006/main">
              <a:ext uri="{FF2B5EF4-FFF2-40B4-BE49-F238E27FC236}">
                <a16:creationId xmlns:a16="http://schemas.microsoft.com/office/drawing/2014/main" id="{B4CE5008-B36F-48B9-B6EB-BC01BD49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295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7" name="data_6313">
            <a:extLst xmlns:a="http://schemas.openxmlformats.org/drawingml/2006/main">
              <a:ext uri="{FF2B5EF4-FFF2-40B4-BE49-F238E27FC236}">
                <a16:creationId xmlns:a16="http://schemas.microsoft.com/office/drawing/2014/main" id="{06BAF5AE-EE52-4D31-8A4E-17EE54B83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62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8" name="data_6314">
            <a:extLst xmlns:a="http://schemas.openxmlformats.org/drawingml/2006/main">
              <a:ext uri="{FF2B5EF4-FFF2-40B4-BE49-F238E27FC236}">
                <a16:creationId xmlns:a16="http://schemas.microsoft.com/office/drawing/2014/main" id="{D050236B-C555-4E06-BC01-5895EC65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745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9" name="data_6315">
            <a:extLst xmlns:a="http://schemas.openxmlformats.org/drawingml/2006/main">
              <a:ext uri="{FF2B5EF4-FFF2-40B4-BE49-F238E27FC236}">
                <a16:creationId xmlns:a16="http://schemas.microsoft.com/office/drawing/2014/main" id="{6A21449F-BC70-4E15-AA9C-D9325D52F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549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0" name="data_6316">
            <a:extLst xmlns:a="http://schemas.openxmlformats.org/drawingml/2006/main">
              <a:ext uri="{FF2B5EF4-FFF2-40B4-BE49-F238E27FC236}">
                <a16:creationId xmlns:a16="http://schemas.microsoft.com/office/drawing/2014/main" id="{BEE6FE00-CAFC-47B8-9B98-65BF437BD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70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1" name="data_6317">
            <a:extLst xmlns:a="http://schemas.openxmlformats.org/drawingml/2006/main">
              <a:ext uri="{FF2B5EF4-FFF2-40B4-BE49-F238E27FC236}">
                <a16:creationId xmlns:a16="http://schemas.microsoft.com/office/drawing/2014/main" id="{488406C8-C0B1-4768-A24C-14A14296E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071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2" name="data_6318">
            <a:extLst xmlns:a="http://schemas.openxmlformats.org/drawingml/2006/main">
              <a:ext uri="{FF2B5EF4-FFF2-40B4-BE49-F238E27FC236}">
                <a16:creationId xmlns:a16="http://schemas.microsoft.com/office/drawing/2014/main" id="{720F7BE0-7ADB-48C7-841E-11EC1193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666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3" name="data_6319">
            <a:extLst xmlns:a="http://schemas.openxmlformats.org/drawingml/2006/main">
              <a:ext uri="{FF2B5EF4-FFF2-40B4-BE49-F238E27FC236}">
                <a16:creationId xmlns:a16="http://schemas.microsoft.com/office/drawing/2014/main" id="{6B29D523-391A-4C38-AB8A-34C0CD29C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72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4" name="data_6320">
            <a:extLst xmlns:a="http://schemas.openxmlformats.org/drawingml/2006/main">
              <a:ext uri="{FF2B5EF4-FFF2-40B4-BE49-F238E27FC236}">
                <a16:creationId xmlns:a16="http://schemas.microsoft.com/office/drawing/2014/main" id="{40D4ADE8-EF90-499B-A963-EA2E0016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5792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5" name="data_6321">
            <a:extLst xmlns:a="http://schemas.openxmlformats.org/drawingml/2006/main">
              <a:ext uri="{FF2B5EF4-FFF2-40B4-BE49-F238E27FC236}">
                <a16:creationId xmlns:a16="http://schemas.microsoft.com/office/drawing/2014/main" id="{189CB8E4-F6D6-4BD3-BFA2-B5C77E077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624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6" name="data_6322">
            <a:extLst xmlns:a="http://schemas.openxmlformats.org/drawingml/2006/main">
              <a:ext uri="{FF2B5EF4-FFF2-40B4-BE49-F238E27FC236}">
                <a16:creationId xmlns:a16="http://schemas.microsoft.com/office/drawing/2014/main" id="{1A72BC2D-9027-4164-87E5-3784A433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6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7" name="data_6323">
            <a:extLst xmlns:a="http://schemas.openxmlformats.org/drawingml/2006/main">
              <a:ext uri="{FF2B5EF4-FFF2-40B4-BE49-F238E27FC236}">
                <a16:creationId xmlns:a16="http://schemas.microsoft.com/office/drawing/2014/main" id="{2FD28E36-D545-4CDD-A55F-63025C6C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3772" y="31787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8" name="data_6324">
            <a:extLst xmlns:a="http://schemas.openxmlformats.org/drawingml/2006/main">
              <a:ext uri="{FF2B5EF4-FFF2-40B4-BE49-F238E27FC236}">
                <a16:creationId xmlns:a16="http://schemas.microsoft.com/office/drawing/2014/main" id="{F5789EB0-0D59-4E60-A033-7A3F82B53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375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9" name="data_6325">
            <a:extLst xmlns:a="http://schemas.openxmlformats.org/drawingml/2006/main">
              <a:ext uri="{FF2B5EF4-FFF2-40B4-BE49-F238E27FC236}">
                <a16:creationId xmlns:a16="http://schemas.microsoft.com/office/drawing/2014/main" id="{E79CD1ED-6B24-451C-915B-24CECEB8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20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0" name="data_6326">
            <a:extLst xmlns:a="http://schemas.openxmlformats.org/drawingml/2006/main">
              <a:ext uri="{FF2B5EF4-FFF2-40B4-BE49-F238E27FC236}">
                <a16:creationId xmlns:a16="http://schemas.microsoft.com/office/drawing/2014/main" id="{ADC52D1A-7A02-4267-B66D-6660B561B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78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1" name="data_6327">
            <a:extLst xmlns:a="http://schemas.openxmlformats.org/drawingml/2006/main">
              <a:ext uri="{FF2B5EF4-FFF2-40B4-BE49-F238E27FC236}">
                <a16:creationId xmlns:a16="http://schemas.microsoft.com/office/drawing/2014/main" id="{D7D233CD-759C-4042-A089-DEC95D45B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447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2" name="data_6328">
            <a:extLst xmlns:a="http://schemas.openxmlformats.org/drawingml/2006/main">
              <a:ext uri="{FF2B5EF4-FFF2-40B4-BE49-F238E27FC236}">
                <a16:creationId xmlns:a16="http://schemas.microsoft.com/office/drawing/2014/main" id="{184DBF4B-DC71-4DE7-B0A7-EB4F70B7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719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3" name="data_6329">
            <a:extLst xmlns:a="http://schemas.openxmlformats.org/drawingml/2006/main">
              <a:ext uri="{FF2B5EF4-FFF2-40B4-BE49-F238E27FC236}">
                <a16:creationId xmlns:a16="http://schemas.microsoft.com/office/drawing/2014/main" id="{A6F6DCA0-0558-4D15-AC71-6EDD913A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707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4" name="data_6330">
            <a:extLst xmlns:a="http://schemas.openxmlformats.org/drawingml/2006/main">
              <a:ext uri="{FF2B5EF4-FFF2-40B4-BE49-F238E27FC236}">
                <a16:creationId xmlns:a16="http://schemas.microsoft.com/office/drawing/2014/main" id="{01AA0985-0F90-46D8-91A5-5052F948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249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5" name="data_6331">
            <a:extLst xmlns:a="http://schemas.openxmlformats.org/drawingml/2006/main">
              <a:ext uri="{FF2B5EF4-FFF2-40B4-BE49-F238E27FC236}">
                <a16:creationId xmlns:a16="http://schemas.microsoft.com/office/drawing/2014/main" id="{7F11896F-E8F0-4BFE-B789-00A331650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80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6" name="data_6332">
            <a:extLst xmlns:a="http://schemas.openxmlformats.org/drawingml/2006/main">
              <a:ext uri="{FF2B5EF4-FFF2-40B4-BE49-F238E27FC236}">
                <a16:creationId xmlns:a16="http://schemas.microsoft.com/office/drawing/2014/main" id="{2FC634E4-4EC7-4EA9-BFD3-61E4437AD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81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7" name="data_6333">
            <a:extLst xmlns:a="http://schemas.openxmlformats.org/drawingml/2006/main">
              <a:ext uri="{FF2B5EF4-FFF2-40B4-BE49-F238E27FC236}">
                <a16:creationId xmlns:a16="http://schemas.microsoft.com/office/drawing/2014/main" id="{C14CB885-4AD8-4398-9CB0-B80254B00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991" y="32810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8" name="data_6334">
            <a:extLst xmlns:a="http://schemas.openxmlformats.org/drawingml/2006/main">
              <a:ext uri="{FF2B5EF4-FFF2-40B4-BE49-F238E27FC236}">
                <a16:creationId xmlns:a16="http://schemas.microsoft.com/office/drawing/2014/main" id="{56CC0684-2122-4EEB-B17F-E9514033A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207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9" name="data_6335">
            <a:extLst xmlns:a="http://schemas.openxmlformats.org/drawingml/2006/main">
              <a:ext uri="{FF2B5EF4-FFF2-40B4-BE49-F238E27FC236}">
                <a16:creationId xmlns:a16="http://schemas.microsoft.com/office/drawing/2014/main" id="{FA77780B-0F1E-4C14-B597-3A50999A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30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0" name="data_6336">
            <a:extLst xmlns:a="http://schemas.openxmlformats.org/drawingml/2006/main">
              <a:ext uri="{FF2B5EF4-FFF2-40B4-BE49-F238E27FC236}">
                <a16:creationId xmlns:a16="http://schemas.microsoft.com/office/drawing/2014/main" id="{5B7EF106-B7B5-494A-9947-222277667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484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1" name="data_6337">
            <a:extLst xmlns:a="http://schemas.openxmlformats.org/drawingml/2006/main">
              <a:ext uri="{FF2B5EF4-FFF2-40B4-BE49-F238E27FC236}">
                <a16:creationId xmlns:a16="http://schemas.microsoft.com/office/drawing/2014/main" id="{B93F5D29-BB32-4B2E-A046-77A0EAB32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75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2" name="data_6338">
            <a:extLst xmlns:a="http://schemas.openxmlformats.org/drawingml/2006/main">
              <a:ext uri="{FF2B5EF4-FFF2-40B4-BE49-F238E27FC236}">
                <a16:creationId xmlns:a16="http://schemas.microsoft.com/office/drawing/2014/main" id="{4C2B03AE-51CF-4D44-9D4E-578B9D05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738" y="348831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3" name="data_6339">
            <a:extLst xmlns:a="http://schemas.openxmlformats.org/drawingml/2006/main">
              <a:ext uri="{FF2B5EF4-FFF2-40B4-BE49-F238E27FC236}">
                <a16:creationId xmlns:a16="http://schemas.microsoft.com/office/drawing/2014/main" id="{AED7487D-D639-44EE-BF61-7E5C166C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293" y="381407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4" name="data_6340">
            <a:extLst xmlns:a="http://schemas.openxmlformats.org/drawingml/2006/main">
              <a:ext uri="{FF2B5EF4-FFF2-40B4-BE49-F238E27FC236}">
                <a16:creationId xmlns:a16="http://schemas.microsoft.com/office/drawing/2014/main" id="{88F07BC5-5540-4E8C-A867-157FAFA2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12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5" name="data_6341">
            <a:extLst xmlns:a="http://schemas.openxmlformats.org/drawingml/2006/main">
              <a:ext uri="{FF2B5EF4-FFF2-40B4-BE49-F238E27FC236}">
                <a16:creationId xmlns:a16="http://schemas.microsoft.com/office/drawing/2014/main" id="{2443E4D9-7E8A-4212-828A-9D65D94B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35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6" name="data_6342">
            <a:extLst xmlns:a="http://schemas.openxmlformats.org/drawingml/2006/main">
              <a:ext uri="{FF2B5EF4-FFF2-40B4-BE49-F238E27FC236}">
                <a16:creationId xmlns:a16="http://schemas.microsoft.com/office/drawing/2014/main" id="{3B2C2189-49EA-4F46-A7F0-29457F26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699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7" name="data_6343">
            <a:extLst xmlns:a="http://schemas.openxmlformats.org/drawingml/2006/main">
              <a:ext uri="{FF2B5EF4-FFF2-40B4-BE49-F238E27FC236}">
                <a16:creationId xmlns:a16="http://schemas.microsoft.com/office/drawing/2014/main" id="{7B376881-B8CD-46B4-A498-864855BE5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960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8" name="data_6344">
            <a:extLst xmlns:a="http://schemas.openxmlformats.org/drawingml/2006/main">
              <a:ext uri="{FF2B5EF4-FFF2-40B4-BE49-F238E27FC236}">
                <a16:creationId xmlns:a16="http://schemas.microsoft.com/office/drawing/2014/main" id="{28D1F764-7B98-4581-AB1A-D73A6D33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78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9" name="data_6345">
            <a:extLst xmlns:a="http://schemas.openxmlformats.org/drawingml/2006/main">
              <a:ext uri="{FF2B5EF4-FFF2-40B4-BE49-F238E27FC236}">
                <a16:creationId xmlns:a16="http://schemas.microsoft.com/office/drawing/2014/main" id="{7273C140-C449-409C-8440-5862E57D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0904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0" name="data_6346">
            <a:extLst xmlns:a="http://schemas.openxmlformats.org/drawingml/2006/main">
              <a:ext uri="{FF2B5EF4-FFF2-40B4-BE49-F238E27FC236}">
                <a16:creationId xmlns:a16="http://schemas.microsoft.com/office/drawing/2014/main" id="{04252748-1336-45F2-95B1-2EFAFD336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2370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1" name="data_6347">
            <a:extLst xmlns:a="http://schemas.openxmlformats.org/drawingml/2006/main">
              <a:ext uri="{FF2B5EF4-FFF2-40B4-BE49-F238E27FC236}">
                <a16:creationId xmlns:a16="http://schemas.microsoft.com/office/drawing/2014/main" id="{15E7AF3E-A255-4A55-9884-3834A191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8658" y="383522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2" name="data_6348">
            <a:extLst xmlns:a="http://schemas.openxmlformats.org/drawingml/2006/main">
              <a:ext uri="{FF2B5EF4-FFF2-40B4-BE49-F238E27FC236}">
                <a16:creationId xmlns:a16="http://schemas.microsoft.com/office/drawing/2014/main" id="{3DA57DFC-8C0B-499B-A555-3F4C0A6B0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640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3" name="data_6349">
            <a:extLst xmlns:a="http://schemas.openxmlformats.org/drawingml/2006/main">
              <a:ext uri="{FF2B5EF4-FFF2-40B4-BE49-F238E27FC236}">
                <a16:creationId xmlns:a16="http://schemas.microsoft.com/office/drawing/2014/main" id="{337A3692-A314-495F-8868-2620B9D4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240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4" name="data_6350">
            <a:extLst xmlns:a="http://schemas.openxmlformats.org/drawingml/2006/main">
              <a:ext uri="{FF2B5EF4-FFF2-40B4-BE49-F238E27FC236}">
                <a16:creationId xmlns:a16="http://schemas.microsoft.com/office/drawing/2014/main" id="{1B81BA33-E1E3-41CA-A564-EDB49B1B4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660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5" name="data_6351">
            <a:extLst xmlns:a="http://schemas.openxmlformats.org/drawingml/2006/main">
              <a:ext uri="{FF2B5EF4-FFF2-40B4-BE49-F238E27FC236}">
                <a16:creationId xmlns:a16="http://schemas.microsoft.com/office/drawing/2014/main" id="{30CEEE79-5829-4F34-AABC-E3C6CE5D4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5432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6" name="data_6352">
            <a:extLst xmlns:a="http://schemas.openxmlformats.org/drawingml/2006/main">
              <a:ext uri="{FF2B5EF4-FFF2-40B4-BE49-F238E27FC236}">
                <a16:creationId xmlns:a16="http://schemas.microsoft.com/office/drawing/2014/main" id="{5BAD215B-4A50-473C-961F-25333C9DD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777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7" name="data_6353">
            <a:extLst xmlns:a="http://schemas.openxmlformats.org/drawingml/2006/main">
              <a:ext uri="{FF2B5EF4-FFF2-40B4-BE49-F238E27FC236}">
                <a16:creationId xmlns:a16="http://schemas.microsoft.com/office/drawing/2014/main" id="{AE1798A9-B002-4379-B0CA-A0CA9AFA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8" name="data_6354">
            <a:extLst xmlns:a="http://schemas.openxmlformats.org/drawingml/2006/main">
              <a:ext uri="{FF2B5EF4-FFF2-40B4-BE49-F238E27FC236}">
                <a16:creationId xmlns:a16="http://schemas.microsoft.com/office/drawing/2014/main" id="{6499E0B2-C726-4C2C-9294-42432A361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71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9" name="data_6355">
            <a:extLst xmlns:a="http://schemas.openxmlformats.org/drawingml/2006/main">
              <a:ext uri="{FF2B5EF4-FFF2-40B4-BE49-F238E27FC236}">
                <a16:creationId xmlns:a16="http://schemas.microsoft.com/office/drawing/2014/main" id="{76A16AEE-63C1-4FB4-AEA9-9E328359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604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0" name="data_6356">
            <a:extLst xmlns:a="http://schemas.openxmlformats.org/drawingml/2006/main">
              <a:ext uri="{FF2B5EF4-FFF2-40B4-BE49-F238E27FC236}">
                <a16:creationId xmlns:a16="http://schemas.microsoft.com/office/drawing/2014/main" id="{D36ABD8E-387F-4C89-B509-3CD94B9C3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8332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1" name="data_6357">
            <a:extLst xmlns:a="http://schemas.openxmlformats.org/drawingml/2006/main">
              <a:ext uri="{FF2B5EF4-FFF2-40B4-BE49-F238E27FC236}">
                <a16:creationId xmlns:a16="http://schemas.microsoft.com/office/drawing/2014/main" id="{2C065CFB-F1D1-4493-887C-095A658D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015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2" name="data_6358">
            <a:extLst xmlns:a="http://schemas.openxmlformats.org/drawingml/2006/main">
              <a:ext uri="{FF2B5EF4-FFF2-40B4-BE49-F238E27FC236}">
                <a16:creationId xmlns:a16="http://schemas.microsoft.com/office/drawing/2014/main" id="{306C7D60-214B-4119-A772-5C3C0BE9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0710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3" name="data_6359">
            <a:extLst xmlns:a="http://schemas.openxmlformats.org/drawingml/2006/main">
              <a:ext uri="{FF2B5EF4-FFF2-40B4-BE49-F238E27FC236}">
                <a16:creationId xmlns:a16="http://schemas.microsoft.com/office/drawing/2014/main" id="{7A06B33F-9FAB-452F-AFFE-01A107CB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514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4" name="data_6360">
            <a:extLst xmlns:a="http://schemas.openxmlformats.org/drawingml/2006/main">
              <a:ext uri="{FF2B5EF4-FFF2-40B4-BE49-F238E27FC236}">
                <a16:creationId xmlns:a16="http://schemas.microsoft.com/office/drawing/2014/main" id="{3C47B721-0398-4EDD-A3AF-4C82945A4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132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5" name="data_6361">
            <a:extLst xmlns:a="http://schemas.openxmlformats.org/drawingml/2006/main">
              <a:ext uri="{FF2B5EF4-FFF2-40B4-BE49-F238E27FC236}">
                <a16:creationId xmlns:a16="http://schemas.microsoft.com/office/drawing/2014/main" id="{70EB1118-9D00-4EC3-BB52-3412DAB3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15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6" name="data_6362">
            <a:extLst xmlns:a="http://schemas.openxmlformats.org/drawingml/2006/main">
              <a:ext uri="{FF2B5EF4-FFF2-40B4-BE49-F238E27FC236}">
                <a16:creationId xmlns:a16="http://schemas.microsoft.com/office/drawing/2014/main" id="{98665F04-8BA5-4E5E-9A1C-4E7C3E41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7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7" name="data_6363">
            <a:extLst xmlns:a="http://schemas.openxmlformats.org/drawingml/2006/main">
              <a:ext uri="{FF2B5EF4-FFF2-40B4-BE49-F238E27FC236}">
                <a16:creationId xmlns:a16="http://schemas.microsoft.com/office/drawing/2014/main" id="{76D48437-C921-4FD1-8DF4-9ED93AFA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1133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8" name="data_6364">
            <a:extLst xmlns:a="http://schemas.openxmlformats.org/drawingml/2006/main">
              <a:ext uri="{FF2B5EF4-FFF2-40B4-BE49-F238E27FC236}">
                <a16:creationId xmlns:a16="http://schemas.microsoft.com/office/drawing/2014/main" id="{EF49649B-E5F8-4E51-BA89-4B39963EE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350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9" name="data_6365">
            <a:extLst xmlns:a="http://schemas.openxmlformats.org/drawingml/2006/main">
              <a:ext uri="{FF2B5EF4-FFF2-40B4-BE49-F238E27FC236}">
                <a16:creationId xmlns:a16="http://schemas.microsoft.com/office/drawing/2014/main" id="{C5C5A1E7-B899-4B4A-B93D-176B1FB8B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0872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0" name="data_6366">
            <a:extLst xmlns:a="http://schemas.openxmlformats.org/drawingml/2006/main">
              <a:ext uri="{FF2B5EF4-FFF2-40B4-BE49-F238E27FC236}">
                <a16:creationId xmlns:a16="http://schemas.microsoft.com/office/drawing/2014/main" id="{E2246FFD-5E3D-4807-B0EB-6B214CFF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70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1" name="data_6367">
            <a:extLst xmlns:a="http://schemas.openxmlformats.org/drawingml/2006/main">
              <a:ext uri="{FF2B5EF4-FFF2-40B4-BE49-F238E27FC236}">
                <a16:creationId xmlns:a16="http://schemas.microsoft.com/office/drawing/2014/main" id="{54C2560D-DF72-43F8-8A4D-79762CF5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677" y="341541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2" name="data_6368">
            <a:extLst xmlns:a="http://schemas.openxmlformats.org/drawingml/2006/main">
              <a:ext uri="{FF2B5EF4-FFF2-40B4-BE49-F238E27FC236}">
                <a16:creationId xmlns:a16="http://schemas.microsoft.com/office/drawing/2014/main" id="{A9873FF5-940E-4602-B7F7-236739F1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7876" y="32711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3" name="data_6369">
            <a:extLst xmlns:a="http://schemas.openxmlformats.org/drawingml/2006/main">
              <a:ext uri="{FF2B5EF4-FFF2-40B4-BE49-F238E27FC236}">
                <a16:creationId xmlns:a16="http://schemas.microsoft.com/office/drawing/2014/main" id="{9E1B8E68-FC61-48FE-89A9-F1020D53C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862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4" name="data_6370">
            <a:extLst xmlns:a="http://schemas.openxmlformats.org/drawingml/2006/main">
              <a:ext uri="{FF2B5EF4-FFF2-40B4-BE49-F238E27FC236}">
                <a16:creationId xmlns:a16="http://schemas.microsoft.com/office/drawing/2014/main" id="{340A01C8-17B1-4699-84F5-B85F3811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1850" y="314204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5" name="data_6371">
            <a:extLst xmlns:a="http://schemas.openxmlformats.org/drawingml/2006/main">
              <a:ext uri="{FF2B5EF4-FFF2-40B4-BE49-F238E27FC236}">
                <a16:creationId xmlns:a16="http://schemas.microsoft.com/office/drawing/2014/main" id="{6AAE1139-D93F-4821-8A0D-6F7411190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513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6" name="data_6372">
            <a:extLst xmlns:a="http://schemas.openxmlformats.org/drawingml/2006/main">
              <a:ext uri="{FF2B5EF4-FFF2-40B4-BE49-F238E27FC236}">
                <a16:creationId xmlns:a16="http://schemas.microsoft.com/office/drawing/2014/main" id="{FAA5BC77-24D3-4E79-BC41-125A69A8D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087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7" name="data_6373">
            <a:extLst xmlns:a="http://schemas.openxmlformats.org/drawingml/2006/main">
              <a:ext uri="{FF2B5EF4-FFF2-40B4-BE49-F238E27FC236}">
                <a16:creationId xmlns:a16="http://schemas.microsoft.com/office/drawing/2014/main" id="{BCD816B1-A5A5-451E-AFA2-7072BA7A3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536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8" name="data_6374">
            <a:extLst xmlns:a="http://schemas.openxmlformats.org/drawingml/2006/main">
              <a:ext uri="{FF2B5EF4-FFF2-40B4-BE49-F238E27FC236}">
                <a16:creationId xmlns:a16="http://schemas.microsoft.com/office/drawing/2014/main" id="{CC84302D-B43E-4344-8FF4-8F3D2EF00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41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9" name="data_6375">
            <a:extLst xmlns:a="http://schemas.openxmlformats.org/drawingml/2006/main">
              <a:ext uri="{FF2B5EF4-FFF2-40B4-BE49-F238E27FC236}">
                <a16:creationId xmlns:a16="http://schemas.microsoft.com/office/drawing/2014/main" id="{91F4D325-F384-4509-ACBE-3E6B2D3BD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403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0" name="data_6376">
            <a:extLst xmlns:a="http://schemas.openxmlformats.org/drawingml/2006/main">
              <a:ext uri="{FF2B5EF4-FFF2-40B4-BE49-F238E27FC236}">
                <a16:creationId xmlns:a16="http://schemas.microsoft.com/office/drawing/2014/main" id="{5A7B13C0-639D-48AF-A38B-DBB1C895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636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1" name="data_6377">
            <a:extLst xmlns:a="http://schemas.openxmlformats.org/drawingml/2006/main">
              <a:ext uri="{FF2B5EF4-FFF2-40B4-BE49-F238E27FC236}">
                <a16:creationId xmlns:a16="http://schemas.microsoft.com/office/drawing/2014/main" id="{A5BF85FB-F953-4DF8-B5CA-DF06B9606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911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2" name="data_6378">
            <a:extLst xmlns:a="http://schemas.openxmlformats.org/drawingml/2006/main">
              <a:ext uri="{FF2B5EF4-FFF2-40B4-BE49-F238E27FC236}">
                <a16:creationId xmlns:a16="http://schemas.microsoft.com/office/drawing/2014/main" id="{CBA126D8-ADAC-4E87-91A2-F12E2111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693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3" name="data_6379">
            <a:extLst xmlns:a="http://schemas.openxmlformats.org/drawingml/2006/main">
              <a:ext uri="{FF2B5EF4-FFF2-40B4-BE49-F238E27FC236}">
                <a16:creationId xmlns:a16="http://schemas.microsoft.com/office/drawing/2014/main" id="{FD103827-8E09-4537-A649-14FFED1A2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20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4" name="data_6380">
            <a:extLst xmlns:a="http://schemas.openxmlformats.org/drawingml/2006/main">
              <a:ext uri="{FF2B5EF4-FFF2-40B4-BE49-F238E27FC236}">
                <a16:creationId xmlns:a16="http://schemas.microsoft.com/office/drawing/2014/main" id="{6D099922-8B85-4D7A-845C-D96CC5C07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834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5" name="data_6381">
            <a:extLst xmlns:a="http://schemas.openxmlformats.org/drawingml/2006/main">
              <a:ext uri="{FF2B5EF4-FFF2-40B4-BE49-F238E27FC236}">
                <a16:creationId xmlns:a16="http://schemas.microsoft.com/office/drawing/2014/main" id="{092AF1D8-4900-4329-8B8B-504218EE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02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6" name="data_6382">
            <a:extLst xmlns:a="http://schemas.openxmlformats.org/drawingml/2006/main">
              <a:ext uri="{FF2B5EF4-FFF2-40B4-BE49-F238E27FC236}">
                <a16:creationId xmlns:a16="http://schemas.microsoft.com/office/drawing/2014/main" id="{C2B0C561-C185-450E-9228-730333D68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10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7" name="data_6383">
            <a:extLst xmlns:a="http://schemas.openxmlformats.org/drawingml/2006/main">
              <a:ext uri="{FF2B5EF4-FFF2-40B4-BE49-F238E27FC236}">
                <a16:creationId xmlns:a16="http://schemas.microsoft.com/office/drawing/2014/main" id="{C604E8CA-09A3-41D8-B6B0-A8553942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7191" y="34006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8" name="data_6384">
            <a:extLst xmlns:a="http://schemas.openxmlformats.org/drawingml/2006/main">
              <a:ext uri="{FF2B5EF4-FFF2-40B4-BE49-F238E27FC236}">
                <a16:creationId xmlns:a16="http://schemas.microsoft.com/office/drawing/2014/main" id="{D04DAA25-C1CC-4664-B324-2E0791231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380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9" name="data_6385">
            <a:extLst xmlns:a="http://schemas.openxmlformats.org/drawingml/2006/main">
              <a:ext uri="{FF2B5EF4-FFF2-40B4-BE49-F238E27FC236}">
                <a16:creationId xmlns:a16="http://schemas.microsoft.com/office/drawing/2014/main" id="{E3A81088-9C55-4972-A649-685AE4F4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6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0" name="data_6386">
            <a:extLst xmlns:a="http://schemas.openxmlformats.org/drawingml/2006/main">
              <a:ext uri="{FF2B5EF4-FFF2-40B4-BE49-F238E27FC236}">
                <a16:creationId xmlns:a16="http://schemas.microsoft.com/office/drawing/2014/main" id="{425DD4E5-24F9-4B2F-95DA-727CA1B3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878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1" name="data_6387">
            <a:extLst xmlns:a="http://schemas.openxmlformats.org/drawingml/2006/main">
              <a:ext uri="{FF2B5EF4-FFF2-40B4-BE49-F238E27FC236}">
                <a16:creationId xmlns:a16="http://schemas.microsoft.com/office/drawing/2014/main" id="{D0B8EEAC-7400-4B4C-8DA4-E00838691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91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2" name="data_6388">
            <a:extLst xmlns:a="http://schemas.openxmlformats.org/drawingml/2006/main">
              <a:ext uri="{FF2B5EF4-FFF2-40B4-BE49-F238E27FC236}">
                <a16:creationId xmlns:a16="http://schemas.microsoft.com/office/drawing/2014/main" id="{0E227203-FF58-406E-8FF9-9FBD7638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924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3" name="data_6389">
            <a:extLst xmlns:a="http://schemas.openxmlformats.org/drawingml/2006/main">
              <a:ext uri="{FF2B5EF4-FFF2-40B4-BE49-F238E27FC236}">
                <a16:creationId xmlns:a16="http://schemas.microsoft.com/office/drawing/2014/main" id="{F1E43ED6-3D17-4DAF-B1C4-CECCA1F52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881" y="37252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4" name="data_6390">
            <a:extLst xmlns:a="http://schemas.openxmlformats.org/drawingml/2006/main">
              <a:ext uri="{FF2B5EF4-FFF2-40B4-BE49-F238E27FC236}">
                <a16:creationId xmlns:a16="http://schemas.microsoft.com/office/drawing/2014/main" id="{851FAB4F-1A34-45B8-95EA-34794EB2C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451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5" name="data_6391">
            <a:extLst xmlns:a="http://schemas.openxmlformats.org/drawingml/2006/main">
              <a:ext uri="{FF2B5EF4-FFF2-40B4-BE49-F238E27FC236}">
                <a16:creationId xmlns:a16="http://schemas.microsoft.com/office/drawing/2014/main" id="{EB7E59D3-3C88-4D85-9EFA-8003BF70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41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6" name="data_6392">
            <a:extLst xmlns:a="http://schemas.openxmlformats.org/drawingml/2006/main">
              <a:ext uri="{FF2B5EF4-FFF2-40B4-BE49-F238E27FC236}">
                <a16:creationId xmlns:a16="http://schemas.microsoft.com/office/drawing/2014/main" id="{CE0F36EE-710A-4D4E-9817-70F548751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25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7" name="data_6393">
            <a:extLst xmlns:a="http://schemas.openxmlformats.org/drawingml/2006/main">
              <a:ext uri="{FF2B5EF4-FFF2-40B4-BE49-F238E27FC236}">
                <a16:creationId xmlns:a16="http://schemas.microsoft.com/office/drawing/2014/main" id="{6A0D2240-F4BA-44A0-941A-76E7475C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735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8" name="data_6394">
            <a:extLst xmlns:a="http://schemas.openxmlformats.org/drawingml/2006/main">
              <a:ext uri="{FF2B5EF4-FFF2-40B4-BE49-F238E27FC236}">
                <a16:creationId xmlns:a16="http://schemas.microsoft.com/office/drawing/2014/main" id="{3AF22CE1-1017-4AAC-84E6-5CBBB1037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93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9" name="data_6395">
            <a:extLst xmlns:a="http://schemas.openxmlformats.org/drawingml/2006/main">
              <a:ext uri="{FF2B5EF4-FFF2-40B4-BE49-F238E27FC236}">
                <a16:creationId xmlns:a16="http://schemas.microsoft.com/office/drawing/2014/main" id="{DD8ABE7D-53E3-4DEE-8ECB-12392125A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812" y="38986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0" name="data_6396">
            <a:extLst xmlns:a="http://schemas.openxmlformats.org/drawingml/2006/main">
              <a:ext uri="{FF2B5EF4-FFF2-40B4-BE49-F238E27FC236}">
                <a16:creationId xmlns:a16="http://schemas.microsoft.com/office/drawing/2014/main" id="{D5A1F75A-1E18-437A-9755-3E6BD643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4730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1" name="data_6397">
            <a:extLst xmlns:a="http://schemas.openxmlformats.org/drawingml/2006/main">
              <a:ext uri="{FF2B5EF4-FFF2-40B4-BE49-F238E27FC236}">
                <a16:creationId xmlns:a16="http://schemas.microsoft.com/office/drawing/2014/main" id="{5CE38CFA-0235-4320-BC56-FF2ABF79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71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2" name="data_6398">
            <a:extLst xmlns:a="http://schemas.openxmlformats.org/drawingml/2006/main">
              <a:ext uri="{FF2B5EF4-FFF2-40B4-BE49-F238E27FC236}">
                <a16:creationId xmlns:a16="http://schemas.microsoft.com/office/drawing/2014/main" id="{B17D8551-3611-4002-BDA8-CFFB7A55F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004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3" name="data_6399">
            <a:extLst xmlns:a="http://schemas.openxmlformats.org/drawingml/2006/main">
              <a:ext uri="{FF2B5EF4-FFF2-40B4-BE49-F238E27FC236}">
                <a16:creationId xmlns:a16="http://schemas.microsoft.com/office/drawing/2014/main" id="{2CF22912-1AFF-450C-8CA5-2FE48B81E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518" y="233333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4" name="data_6400">
            <a:extLst xmlns:a="http://schemas.openxmlformats.org/drawingml/2006/main">
              <a:ext uri="{FF2B5EF4-FFF2-40B4-BE49-F238E27FC236}">
                <a16:creationId xmlns:a16="http://schemas.microsoft.com/office/drawing/2014/main" id="{30D83E99-F4F8-4B26-9F40-3B67656C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6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5" name="data_6401">
            <a:extLst xmlns:a="http://schemas.openxmlformats.org/drawingml/2006/main">
              <a:ext uri="{FF2B5EF4-FFF2-40B4-BE49-F238E27FC236}">
                <a16:creationId xmlns:a16="http://schemas.microsoft.com/office/drawing/2014/main" id="{6DA2BD36-7CE0-4D38-B424-ECF807EA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58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6" name="data_6402">
            <a:extLst xmlns:a="http://schemas.openxmlformats.org/drawingml/2006/main">
              <a:ext uri="{FF2B5EF4-FFF2-40B4-BE49-F238E27FC236}">
                <a16:creationId xmlns:a16="http://schemas.microsoft.com/office/drawing/2014/main" id="{68418614-8E15-4B8B-8829-C709C3E7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42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7" name="data_6403">
            <a:extLst xmlns:a="http://schemas.openxmlformats.org/drawingml/2006/main">
              <a:ext uri="{FF2B5EF4-FFF2-40B4-BE49-F238E27FC236}">
                <a16:creationId xmlns:a16="http://schemas.microsoft.com/office/drawing/2014/main" id="{A89CDE83-69C5-46DB-BDE5-4C0153F0A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661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8" name="data_6404">
            <a:extLst xmlns:a="http://schemas.openxmlformats.org/drawingml/2006/main">
              <a:ext uri="{FF2B5EF4-FFF2-40B4-BE49-F238E27FC236}">
                <a16:creationId xmlns:a16="http://schemas.microsoft.com/office/drawing/2014/main" id="{769F63E4-9582-4C5E-A421-668DB4D9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616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9" name="data_6405">
            <a:extLst xmlns:a="http://schemas.openxmlformats.org/drawingml/2006/main">
              <a:ext uri="{FF2B5EF4-FFF2-40B4-BE49-F238E27FC236}">
                <a16:creationId xmlns:a16="http://schemas.microsoft.com/office/drawing/2014/main" id="{0358CF7E-F5CB-4CBF-ADB3-62337DDD3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70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0" name="data_6406">
            <a:extLst xmlns:a="http://schemas.openxmlformats.org/drawingml/2006/main">
              <a:ext uri="{FF2B5EF4-FFF2-40B4-BE49-F238E27FC236}">
                <a16:creationId xmlns:a16="http://schemas.microsoft.com/office/drawing/2014/main" id="{5DFDC5BA-D71D-4402-81ED-7795B27A6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267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1" name="data_6407">
            <a:extLst xmlns:a="http://schemas.openxmlformats.org/drawingml/2006/main">
              <a:ext uri="{FF2B5EF4-FFF2-40B4-BE49-F238E27FC236}">
                <a16:creationId xmlns:a16="http://schemas.microsoft.com/office/drawing/2014/main" id="{D5CFE434-4F03-444A-93A6-386B4148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3006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2" name="data_6408">
            <a:extLst xmlns:a="http://schemas.openxmlformats.org/drawingml/2006/main">
              <a:ext uri="{FF2B5EF4-FFF2-40B4-BE49-F238E27FC236}">
                <a16:creationId xmlns:a16="http://schemas.microsoft.com/office/drawing/2014/main" id="{A7E7DF9B-6A04-4228-9781-B641B63D3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971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3" name="data_6409">
            <a:extLst xmlns:a="http://schemas.openxmlformats.org/drawingml/2006/main">
              <a:ext uri="{FF2B5EF4-FFF2-40B4-BE49-F238E27FC236}">
                <a16:creationId xmlns:a16="http://schemas.microsoft.com/office/drawing/2014/main" id="{947DFCE4-60DD-4A75-840E-0D0FEA2F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2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4" name="data_6410">
            <a:extLst xmlns:a="http://schemas.openxmlformats.org/drawingml/2006/main">
              <a:ext uri="{FF2B5EF4-FFF2-40B4-BE49-F238E27FC236}">
                <a16:creationId xmlns:a16="http://schemas.microsoft.com/office/drawing/2014/main" id="{2744FBA7-9853-4697-B78D-6A2BBA11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268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5" name="data_6411">
            <a:extLst xmlns:a="http://schemas.openxmlformats.org/drawingml/2006/main">
              <a:ext uri="{FF2B5EF4-FFF2-40B4-BE49-F238E27FC236}">
                <a16:creationId xmlns:a16="http://schemas.microsoft.com/office/drawing/2014/main" id="{20736D1C-8C7C-47BE-8D79-748A33BC4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909" y="26788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6" name="data_6412">
            <a:extLst xmlns:a="http://schemas.openxmlformats.org/drawingml/2006/main">
              <a:ext uri="{FF2B5EF4-FFF2-40B4-BE49-F238E27FC236}">
                <a16:creationId xmlns:a16="http://schemas.microsoft.com/office/drawing/2014/main" id="{EE0075FE-9F74-41F5-95A7-8FDF87E17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666" y="278013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7" name="data_6413">
            <a:extLst xmlns:a="http://schemas.openxmlformats.org/drawingml/2006/main">
              <a:ext uri="{FF2B5EF4-FFF2-40B4-BE49-F238E27FC236}">
                <a16:creationId xmlns:a16="http://schemas.microsoft.com/office/drawing/2014/main" id="{E157CD2E-8C46-4EC2-B997-D79AB1D3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3494" y="29848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8" name="data_6414">
            <a:extLst xmlns:a="http://schemas.openxmlformats.org/drawingml/2006/main">
              <a:ext uri="{FF2B5EF4-FFF2-40B4-BE49-F238E27FC236}">
                <a16:creationId xmlns:a16="http://schemas.microsoft.com/office/drawing/2014/main" id="{4AAFE2F8-F907-41C3-9A43-FC0EB6C0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681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9" name="data_6415">
            <a:extLst xmlns:a="http://schemas.openxmlformats.org/drawingml/2006/main">
              <a:ext uri="{FF2B5EF4-FFF2-40B4-BE49-F238E27FC236}">
                <a16:creationId xmlns:a16="http://schemas.microsoft.com/office/drawing/2014/main" id="{8F87EDB7-29EC-46B7-8C55-D30CDDB31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945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0" name="data_6416">
            <a:extLst xmlns:a="http://schemas.openxmlformats.org/drawingml/2006/main">
              <a:ext uri="{FF2B5EF4-FFF2-40B4-BE49-F238E27FC236}">
                <a16:creationId xmlns:a16="http://schemas.microsoft.com/office/drawing/2014/main" id="{61207381-685A-4889-AFA3-E0D7598D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4503" y="29256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1" name="data_6417">
            <a:extLst xmlns:a="http://schemas.openxmlformats.org/drawingml/2006/main">
              <a:ext uri="{FF2B5EF4-FFF2-40B4-BE49-F238E27FC236}">
                <a16:creationId xmlns:a16="http://schemas.microsoft.com/office/drawing/2014/main" id="{1B1669D1-89D5-4BDA-AD29-3F899819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7238" y="29334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2" name="data_6418">
            <a:extLst xmlns:a="http://schemas.openxmlformats.org/drawingml/2006/main">
              <a:ext uri="{FF2B5EF4-FFF2-40B4-BE49-F238E27FC236}">
                <a16:creationId xmlns:a16="http://schemas.microsoft.com/office/drawing/2014/main" id="{F94D0D3D-3D4F-4C11-9363-B8B6F0CEE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6522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3" name="data_6419">
            <a:extLst xmlns:a="http://schemas.openxmlformats.org/drawingml/2006/main">
              <a:ext uri="{FF2B5EF4-FFF2-40B4-BE49-F238E27FC236}">
                <a16:creationId xmlns:a16="http://schemas.microsoft.com/office/drawing/2014/main" id="{FE928B00-06E8-4714-AC2F-215381EC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499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4" name="data_6420">
            <a:extLst xmlns:a="http://schemas.openxmlformats.org/drawingml/2006/main">
              <a:ext uri="{FF2B5EF4-FFF2-40B4-BE49-F238E27FC236}">
                <a16:creationId xmlns:a16="http://schemas.microsoft.com/office/drawing/2014/main" id="{C79CE0FD-47EF-4BD1-A39D-93BC4FC54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977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5" name="data_6421">
            <a:extLst xmlns:a="http://schemas.openxmlformats.org/drawingml/2006/main">
              <a:ext uri="{FF2B5EF4-FFF2-40B4-BE49-F238E27FC236}">
                <a16:creationId xmlns:a16="http://schemas.microsoft.com/office/drawing/2014/main" id="{4D1865B6-8DA6-48FB-8114-4E84E70A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195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6" name="data_6422">
            <a:extLst xmlns:a="http://schemas.openxmlformats.org/drawingml/2006/main">
              <a:ext uri="{FF2B5EF4-FFF2-40B4-BE49-F238E27FC236}">
                <a16:creationId xmlns:a16="http://schemas.microsoft.com/office/drawing/2014/main" id="{A49B6B3F-9A78-4957-B924-BC96B76A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4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7" name="data_6423">
            <a:extLst xmlns:a="http://schemas.openxmlformats.org/drawingml/2006/main">
              <a:ext uri="{FF2B5EF4-FFF2-40B4-BE49-F238E27FC236}">
                <a16:creationId xmlns:a16="http://schemas.microsoft.com/office/drawing/2014/main" id="{AEB7EE67-ACE9-4161-9A14-08691E4BB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059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8" name="data_6424">
            <a:extLst xmlns:a="http://schemas.openxmlformats.org/drawingml/2006/main">
              <a:ext uri="{FF2B5EF4-FFF2-40B4-BE49-F238E27FC236}">
                <a16:creationId xmlns:a16="http://schemas.microsoft.com/office/drawing/2014/main" id="{1AEF5D33-42EF-4C8A-8300-58D9A88C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456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9" name="data_6425">
            <a:extLst xmlns:a="http://schemas.openxmlformats.org/drawingml/2006/main">
              <a:ext uri="{FF2B5EF4-FFF2-40B4-BE49-F238E27FC236}">
                <a16:creationId xmlns:a16="http://schemas.microsoft.com/office/drawing/2014/main" id="{9F88A3F1-8D33-4455-A50E-6BB06708D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365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0" name="data_6426">
            <a:extLst xmlns:a="http://schemas.openxmlformats.org/drawingml/2006/main">
              <a:ext uri="{FF2B5EF4-FFF2-40B4-BE49-F238E27FC236}">
                <a16:creationId xmlns:a16="http://schemas.microsoft.com/office/drawing/2014/main" id="{90ACB977-7449-4688-8996-E0468843C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98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1" name="data_6427">
            <a:extLst xmlns:a="http://schemas.openxmlformats.org/drawingml/2006/main">
              <a:ext uri="{FF2B5EF4-FFF2-40B4-BE49-F238E27FC236}">
                <a16:creationId xmlns:a16="http://schemas.microsoft.com/office/drawing/2014/main" id="{A9F79044-57A2-42A7-84A3-55563642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447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2" name="data_6428">
            <a:extLst xmlns:a="http://schemas.openxmlformats.org/drawingml/2006/main">
              <a:ext uri="{FF2B5EF4-FFF2-40B4-BE49-F238E27FC236}">
                <a16:creationId xmlns:a16="http://schemas.microsoft.com/office/drawing/2014/main" id="{C87CD9E8-898C-4E79-8019-4ED152EC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945" y="38976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3" name="data_6429">
            <a:extLst xmlns:a="http://schemas.openxmlformats.org/drawingml/2006/main">
              <a:ext uri="{FF2B5EF4-FFF2-40B4-BE49-F238E27FC236}">
                <a16:creationId xmlns:a16="http://schemas.microsoft.com/office/drawing/2014/main" id="{FDF9DCA5-1889-4795-88E5-48FA0149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049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4" name="data_6430">
            <a:extLst xmlns:a="http://schemas.openxmlformats.org/drawingml/2006/main">
              <a:ext uri="{FF2B5EF4-FFF2-40B4-BE49-F238E27FC236}">
                <a16:creationId xmlns:a16="http://schemas.microsoft.com/office/drawing/2014/main" id="{77EECDB2-C330-4616-BF24-219747DC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375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5" name="data_6431">
            <a:extLst xmlns:a="http://schemas.openxmlformats.org/drawingml/2006/main">
              <a:ext uri="{FF2B5EF4-FFF2-40B4-BE49-F238E27FC236}">
                <a16:creationId xmlns:a16="http://schemas.microsoft.com/office/drawing/2014/main" id="{5F79A613-93F6-4203-A96F-26E931C4B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586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6" name="data_6432">
            <a:extLst xmlns:a="http://schemas.openxmlformats.org/drawingml/2006/main">
              <a:ext uri="{FF2B5EF4-FFF2-40B4-BE49-F238E27FC236}">
                <a16:creationId xmlns:a16="http://schemas.microsoft.com/office/drawing/2014/main" id="{315277B0-6A0B-4051-A129-6141FC178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27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7" name="data_6433">
            <a:extLst xmlns:a="http://schemas.openxmlformats.org/drawingml/2006/main">
              <a:ext uri="{FF2B5EF4-FFF2-40B4-BE49-F238E27FC236}">
                <a16:creationId xmlns:a16="http://schemas.microsoft.com/office/drawing/2014/main" id="{29981BED-A793-4E91-8A7F-7B12FB882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34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8" name="data_6434">
            <a:extLst xmlns:a="http://schemas.openxmlformats.org/drawingml/2006/main">
              <a:ext uri="{FF2B5EF4-FFF2-40B4-BE49-F238E27FC236}">
                <a16:creationId xmlns:a16="http://schemas.microsoft.com/office/drawing/2014/main" id="{1200EF87-C6DC-4F56-906B-7C748B255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2517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9" name="data_6435">
            <a:extLst xmlns:a="http://schemas.openxmlformats.org/drawingml/2006/main">
              <a:ext uri="{FF2B5EF4-FFF2-40B4-BE49-F238E27FC236}">
                <a16:creationId xmlns:a16="http://schemas.microsoft.com/office/drawing/2014/main" id="{9F153817-7E5B-4ACD-8BA2-DB7706C21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515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0" name="data_6436">
            <a:extLst xmlns:a="http://schemas.openxmlformats.org/drawingml/2006/main">
              <a:ext uri="{FF2B5EF4-FFF2-40B4-BE49-F238E27FC236}">
                <a16:creationId xmlns:a16="http://schemas.microsoft.com/office/drawing/2014/main" id="{FACB4206-FFD5-4535-BB5F-6DC25B5C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137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1" name="data_6437">
            <a:extLst xmlns:a="http://schemas.openxmlformats.org/drawingml/2006/main">
              <a:ext uri="{FF2B5EF4-FFF2-40B4-BE49-F238E27FC236}">
                <a16:creationId xmlns:a16="http://schemas.microsoft.com/office/drawing/2014/main" id="{E1182470-E4AC-45CF-B912-88BAFDF09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28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2" name="data_6438">
            <a:extLst xmlns:a="http://schemas.openxmlformats.org/drawingml/2006/main">
              <a:ext uri="{FF2B5EF4-FFF2-40B4-BE49-F238E27FC236}">
                <a16:creationId xmlns:a16="http://schemas.microsoft.com/office/drawing/2014/main" id="{66B0F889-8934-4D16-A41D-3C438A264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88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3" name="data_6439">
            <a:extLst xmlns:a="http://schemas.openxmlformats.org/drawingml/2006/main">
              <a:ext uri="{FF2B5EF4-FFF2-40B4-BE49-F238E27FC236}">
                <a16:creationId xmlns:a16="http://schemas.microsoft.com/office/drawing/2014/main" id="{C0FB5922-E1AC-4152-A64E-0B7C80064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056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4" name="data_6440">
            <a:extLst xmlns:a="http://schemas.openxmlformats.org/drawingml/2006/main">
              <a:ext uri="{FF2B5EF4-FFF2-40B4-BE49-F238E27FC236}">
                <a16:creationId xmlns:a16="http://schemas.microsoft.com/office/drawing/2014/main" id="{33F13077-95FE-4C7E-82DF-2403C9300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4047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5" name="data_6441">
            <a:extLst xmlns:a="http://schemas.openxmlformats.org/drawingml/2006/main">
              <a:ext uri="{FF2B5EF4-FFF2-40B4-BE49-F238E27FC236}">
                <a16:creationId xmlns:a16="http://schemas.microsoft.com/office/drawing/2014/main" id="{0491ADBB-D83F-4AD6-A7AB-0715C5E5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404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6" name="data_6442">
            <a:extLst xmlns:a="http://schemas.openxmlformats.org/drawingml/2006/main">
              <a:ext uri="{FF2B5EF4-FFF2-40B4-BE49-F238E27FC236}">
                <a16:creationId xmlns:a16="http://schemas.microsoft.com/office/drawing/2014/main" id="{4955E22D-AAB8-41C7-B22E-1A411C9B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4958" y="29467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7" name="data_6443">
            <a:extLst xmlns:a="http://schemas.openxmlformats.org/drawingml/2006/main">
              <a:ext uri="{FF2B5EF4-FFF2-40B4-BE49-F238E27FC236}">
                <a16:creationId xmlns:a16="http://schemas.microsoft.com/office/drawing/2014/main" id="{9A6E64B3-2D92-403C-922B-475006677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775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8" name="data_6444">
            <a:extLst xmlns:a="http://schemas.openxmlformats.org/drawingml/2006/main">
              <a:ext uri="{FF2B5EF4-FFF2-40B4-BE49-F238E27FC236}">
                <a16:creationId xmlns:a16="http://schemas.microsoft.com/office/drawing/2014/main" id="{52EBC7BB-8F0F-4117-BF6E-1A378B1D0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502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9" name="data_6445">
            <a:extLst xmlns:a="http://schemas.openxmlformats.org/drawingml/2006/main">
              <a:ext uri="{FF2B5EF4-FFF2-40B4-BE49-F238E27FC236}">
                <a16:creationId xmlns:a16="http://schemas.microsoft.com/office/drawing/2014/main" id="{EB05CDBA-A33D-4542-8F7E-15F2ACA83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714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0" name="data_6446">
            <a:extLst xmlns:a="http://schemas.openxmlformats.org/drawingml/2006/main">
              <a:ext uri="{FF2B5EF4-FFF2-40B4-BE49-F238E27FC236}">
                <a16:creationId xmlns:a16="http://schemas.microsoft.com/office/drawing/2014/main" id="{9C279351-D270-466D-B2BE-DF5936CA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28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1" name="data_6447">
            <a:extLst xmlns:a="http://schemas.openxmlformats.org/drawingml/2006/main">
              <a:ext uri="{FF2B5EF4-FFF2-40B4-BE49-F238E27FC236}">
                <a16:creationId xmlns:a16="http://schemas.microsoft.com/office/drawing/2014/main" id="{1234C475-E912-4012-A6E1-A591C9CB5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19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2" name="data_6448">
            <a:extLst xmlns:a="http://schemas.openxmlformats.org/drawingml/2006/main">
              <a:ext uri="{FF2B5EF4-FFF2-40B4-BE49-F238E27FC236}">
                <a16:creationId xmlns:a16="http://schemas.microsoft.com/office/drawing/2014/main" id="{1AB1B1E1-6F60-4BAF-ADCF-EF1CA0D5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3592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3" name="data_6449">
            <a:extLst xmlns:a="http://schemas.openxmlformats.org/drawingml/2006/main">
              <a:ext uri="{FF2B5EF4-FFF2-40B4-BE49-F238E27FC236}">
                <a16:creationId xmlns:a16="http://schemas.microsoft.com/office/drawing/2014/main" id="{52A6D764-F54F-4F25-A737-A92FADFE9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84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4" name="data_6450">
            <a:extLst xmlns:a="http://schemas.openxmlformats.org/drawingml/2006/main">
              <a:ext uri="{FF2B5EF4-FFF2-40B4-BE49-F238E27FC236}">
                <a16:creationId xmlns:a16="http://schemas.microsoft.com/office/drawing/2014/main" id="{5FD18939-28DD-4B51-92A0-39F7FE05D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95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5" name="data_6451">
            <a:extLst xmlns:a="http://schemas.openxmlformats.org/drawingml/2006/main">
              <a:ext uri="{FF2B5EF4-FFF2-40B4-BE49-F238E27FC236}">
                <a16:creationId xmlns:a16="http://schemas.microsoft.com/office/drawing/2014/main" id="{7CF9F413-E925-4AB3-A470-79E63F259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75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6" name="data_6452">
            <a:extLst xmlns:a="http://schemas.openxmlformats.org/drawingml/2006/main">
              <a:ext uri="{FF2B5EF4-FFF2-40B4-BE49-F238E27FC236}">
                <a16:creationId xmlns:a16="http://schemas.microsoft.com/office/drawing/2014/main" id="{188B92C9-72CE-44E8-81B2-D03F516A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79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7" name="data_6453">
            <a:extLst xmlns:a="http://schemas.openxmlformats.org/drawingml/2006/main">
              <a:ext uri="{FF2B5EF4-FFF2-40B4-BE49-F238E27FC236}">
                <a16:creationId xmlns:a16="http://schemas.microsoft.com/office/drawing/2014/main" id="{D1E47270-D508-47B0-A8CB-FDE1FEB5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1833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8" name="data_6454">
            <a:extLst xmlns:a="http://schemas.openxmlformats.org/drawingml/2006/main">
              <a:ext uri="{FF2B5EF4-FFF2-40B4-BE49-F238E27FC236}">
                <a16:creationId xmlns:a16="http://schemas.microsoft.com/office/drawing/2014/main" id="{661EA5B6-DA72-4D15-B0AD-BC592631D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93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9" name="data_6455">
            <a:extLst xmlns:a="http://schemas.openxmlformats.org/drawingml/2006/main">
              <a:ext uri="{FF2B5EF4-FFF2-40B4-BE49-F238E27FC236}">
                <a16:creationId xmlns:a16="http://schemas.microsoft.com/office/drawing/2014/main" id="{B384F4DD-0E5F-45EB-9198-ACAAEE4A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815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0" name="data_6456">
            <a:extLst xmlns:a="http://schemas.openxmlformats.org/drawingml/2006/main">
              <a:ext uri="{FF2B5EF4-FFF2-40B4-BE49-F238E27FC236}">
                <a16:creationId xmlns:a16="http://schemas.microsoft.com/office/drawing/2014/main" id="{371A6869-DAF5-4797-851A-9F67087F3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818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1" name="data_6457">
            <a:extLst xmlns:a="http://schemas.openxmlformats.org/drawingml/2006/main">
              <a:ext uri="{FF2B5EF4-FFF2-40B4-BE49-F238E27FC236}">
                <a16:creationId xmlns:a16="http://schemas.microsoft.com/office/drawing/2014/main" id="{90422074-8EE3-4BD1-A386-10379C221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7012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2" name="data_6458">
            <a:extLst xmlns:a="http://schemas.openxmlformats.org/drawingml/2006/main">
              <a:ext uri="{FF2B5EF4-FFF2-40B4-BE49-F238E27FC236}">
                <a16:creationId xmlns:a16="http://schemas.microsoft.com/office/drawing/2014/main" id="{148D0920-D4F9-4FBA-975B-DE2A587C8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616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3" name="data_6459">
            <a:extLst xmlns:a="http://schemas.openxmlformats.org/drawingml/2006/main">
              <a:ext uri="{FF2B5EF4-FFF2-40B4-BE49-F238E27FC236}">
                <a16:creationId xmlns:a16="http://schemas.microsoft.com/office/drawing/2014/main" id="{A7551CF6-74BA-4B8E-8776-44CD89BB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812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4" name="data_6460">
            <a:extLst xmlns:a="http://schemas.openxmlformats.org/drawingml/2006/main">
              <a:ext uri="{FF2B5EF4-FFF2-40B4-BE49-F238E27FC236}">
                <a16:creationId xmlns:a16="http://schemas.microsoft.com/office/drawing/2014/main" id="{AFE78074-9B8A-454C-9859-908B29C1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81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5" name="data_6461">
            <a:extLst xmlns:a="http://schemas.openxmlformats.org/drawingml/2006/main">
              <a:ext uri="{FF2B5EF4-FFF2-40B4-BE49-F238E27FC236}">
                <a16:creationId xmlns:a16="http://schemas.microsoft.com/office/drawing/2014/main" id="{974FAD5B-DB63-4883-B8EE-B4ED4F34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600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6" name="data_6462">
            <a:extLst xmlns:a="http://schemas.openxmlformats.org/drawingml/2006/main">
              <a:ext uri="{FF2B5EF4-FFF2-40B4-BE49-F238E27FC236}">
                <a16:creationId xmlns:a16="http://schemas.microsoft.com/office/drawing/2014/main" id="{DF3267F2-50F8-4194-AD03-FF8EBEFC7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495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7" name="data_6463">
            <a:extLst xmlns:a="http://schemas.openxmlformats.org/drawingml/2006/main">
              <a:ext uri="{FF2B5EF4-FFF2-40B4-BE49-F238E27FC236}">
                <a16:creationId xmlns:a16="http://schemas.microsoft.com/office/drawing/2014/main" id="{73EC49D4-17A9-4C89-8153-6FC3AFFC3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08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8" name="data_6464">
            <a:extLst xmlns:a="http://schemas.openxmlformats.org/drawingml/2006/main">
              <a:ext uri="{FF2B5EF4-FFF2-40B4-BE49-F238E27FC236}">
                <a16:creationId xmlns:a16="http://schemas.microsoft.com/office/drawing/2014/main" id="{269C134B-A0CC-4BC4-8708-ACF0DC96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163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9" name="data_6465">
            <a:extLst xmlns:a="http://schemas.openxmlformats.org/drawingml/2006/main">
              <a:ext uri="{FF2B5EF4-FFF2-40B4-BE49-F238E27FC236}">
                <a16:creationId xmlns:a16="http://schemas.microsoft.com/office/drawing/2014/main" id="{6133B182-C9FD-42E2-A760-BBEA8560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7827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0" name="data_6466">
            <a:extLst xmlns:a="http://schemas.openxmlformats.org/drawingml/2006/main">
              <a:ext uri="{FF2B5EF4-FFF2-40B4-BE49-F238E27FC236}">
                <a16:creationId xmlns:a16="http://schemas.microsoft.com/office/drawing/2014/main" id="{61BC65D4-F5ED-4CFA-B6A4-CDF96E33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429" y="238269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1" name="data_6467">
            <a:extLst xmlns:a="http://schemas.openxmlformats.org/drawingml/2006/main">
              <a:ext uri="{FF2B5EF4-FFF2-40B4-BE49-F238E27FC236}">
                <a16:creationId xmlns:a16="http://schemas.microsoft.com/office/drawing/2014/main" id="{65A76813-E6AA-43EA-9794-C3969E5E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7273" y="234679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2" name="data_6468">
            <a:extLst xmlns:a="http://schemas.openxmlformats.org/drawingml/2006/main">
              <a:ext uri="{FF2B5EF4-FFF2-40B4-BE49-F238E27FC236}">
                <a16:creationId xmlns:a16="http://schemas.microsoft.com/office/drawing/2014/main" id="{8EE2559D-7AFF-4EEA-91EB-8715E7067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730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3" name="data_6469">
            <a:extLst xmlns:a="http://schemas.openxmlformats.org/drawingml/2006/main">
              <a:ext uri="{FF2B5EF4-FFF2-40B4-BE49-F238E27FC236}">
                <a16:creationId xmlns:a16="http://schemas.microsoft.com/office/drawing/2014/main" id="{E9ABF39E-A50B-4783-B1FC-4B1F70676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851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4" name="data_6470">
            <a:extLst xmlns:a="http://schemas.openxmlformats.org/drawingml/2006/main">
              <a:ext uri="{FF2B5EF4-FFF2-40B4-BE49-F238E27FC236}">
                <a16:creationId xmlns:a16="http://schemas.microsoft.com/office/drawing/2014/main" id="{19405AE5-963C-49ED-8C69-3B098879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8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5" name="data_6471">
            <a:extLst xmlns:a="http://schemas.openxmlformats.org/drawingml/2006/main">
              <a:ext uri="{FF2B5EF4-FFF2-40B4-BE49-F238E27FC236}">
                <a16:creationId xmlns:a16="http://schemas.microsoft.com/office/drawing/2014/main" id="{559B4899-855B-47DE-B54C-D9772565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316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6" name="data_6472">
            <a:extLst xmlns:a="http://schemas.openxmlformats.org/drawingml/2006/main">
              <a:ext uri="{FF2B5EF4-FFF2-40B4-BE49-F238E27FC236}">
                <a16:creationId xmlns:a16="http://schemas.microsoft.com/office/drawing/2014/main" id="{14EA5E7C-C3FD-4705-B432-B238D940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5057" y="321038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7" name="data_6473">
            <a:extLst xmlns:a="http://schemas.openxmlformats.org/drawingml/2006/main">
              <a:ext uri="{FF2B5EF4-FFF2-40B4-BE49-F238E27FC236}">
                <a16:creationId xmlns:a16="http://schemas.microsoft.com/office/drawing/2014/main" id="{ADC96D25-6DF4-4D01-821A-F0DB25248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51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8" name="data_6474">
            <a:extLst xmlns:a="http://schemas.openxmlformats.org/drawingml/2006/main">
              <a:ext uri="{FF2B5EF4-FFF2-40B4-BE49-F238E27FC236}">
                <a16:creationId xmlns:a16="http://schemas.microsoft.com/office/drawing/2014/main" id="{CFB8DBE9-C7C6-49C8-AF9D-EC230C1FF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157" y="28290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9" name="data_6475">
            <a:extLst xmlns:a="http://schemas.openxmlformats.org/drawingml/2006/main">
              <a:ext uri="{FF2B5EF4-FFF2-40B4-BE49-F238E27FC236}">
                <a16:creationId xmlns:a16="http://schemas.microsoft.com/office/drawing/2014/main" id="{C7C7B605-F824-4878-9A46-B12A59371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78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0" name="data_6476">
            <a:extLst xmlns:a="http://schemas.openxmlformats.org/drawingml/2006/main">
              <a:ext uri="{FF2B5EF4-FFF2-40B4-BE49-F238E27FC236}">
                <a16:creationId xmlns:a16="http://schemas.microsoft.com/office/drawing/2014/main" id="{FE952346-97B5-4280-B069-65942096C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4600" y="34068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1" name="data_6477">
            <a:extLst xmlns:a="http://schemas.openxmlformats.org/drawingml/2006/main">
              <a:ext uri="{FF2B5EF4-FFF2-40B4-BE49-F238E27FC236}">
                <a16:creationId xmlns:a16="http://schemas.microsoft.com/office/drawing/2014/main" id="{165E3C23-8611-47B8-8AD6-97CFB04D7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81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2" name="data_6478">
            <a:extLst xmlns:a="http://schemas.openxmlformats.org/drawingml/2006/main">
              <a:ext uri="{FF2B5EF4-FFF2-40B4-BE49-F238E27FC236}">
                <a16:creationId xmlns:a16="http://schemas.microsoft.com/office/drawing/2014/main" id="{47E03C07-4F97-4001-AB26-AB0B8DFE2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0596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3" name="data_6479">
            <a:extLst xmlns:a="http://schemas.openxmlformats.org/drawingml/2006/main">
              <a:ext uri="{FF2B5EF4-FFF2-40B4-BE49-F238E27FC236}">
                <a16:creationId xmlns:a16="http://schemas.microsoft.com/office/drawing/2014/main" id="{C695643B-EDC4-4D59-891D-8657B3D7F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5350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4" name="data_6480">
            <a:extLst xmlns:a="http://schemas.openxmlformats.org/drawingml/2006/main">
              <a:ext uri="{FF2B5EF4-FFF2-40B4-BE49-F238E27FC236}">
                <a16:creationId xmlns:a16="http://schemas.microsoft.com/office/drawing/2014/main" id="{F2F80C59-2093-45AB-977B-5111ED4AF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873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5" name="data_6481">
            <a:extLst xmlns:a="http://schemas.openxmlformats.org/drawingml/2006/main">
              <a:ext uri="{FF2B5EF4-FFF2-40B4-BE49-F238E27FC236}">
                <a16:creationId xmlns:a16="http://schemas.microsoft.com/office/drawing/2014/main" id="{2CDCB736-FCFC-4851-A9FD-DAF1114F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1766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6" name="data_6482">
            <a:extLst xmlns:a="http://schemas.openxmlformats.org/drawingml/2006/main">
              <a:ext uri="{FF2B5EF4-FFF2-40B4-BE49-F238E27FC236}">
                <a16:creationId xmlns:a16="http://schemas.microsoft.com/office/drawing/2014/main" id="{B99BDBF5-A423-4878-B3E0-66DC33BB3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820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7" name="data_6483">
            <a:extLst xmlns:a="http://schemas.openxmlformats.org/drawingml/2006/main">
              <a:ext uri="{FF2B5EF4-FFF2-40B4-BE49-F238E27FC236}">
                <a16:creationId xmlns:a16="http://schemas.microsoft.com/office/drawing/2014/main" id="{3136AC36-57B0-406A-AB10-EBA279D9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19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8" name="data_6484">
            <a:extLst xmlns:a="http://schemas.openxmlformats.org/drawingml/2006/main">
              <a:ext uri="{FF2B5EF4-FFF2-40B4-BE49-F238E27FC236}">
                <a16:creationId xmlns:a16="http://schemas.microsoft.com/office/drawing/2014/main" id="{AF2D9091-ADB3-4433-8A9B-CAE5B8C46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299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9" name="data_6485">
            <a:extLst xmlns:a="http://schemas.openxmlformats.org/drawingml/2006/main">
              <a:ext uri="{FF2B5EF4-FFF2-40B4-BE49-F238E27FC236}">
                <a16:creationId xmlns:a16="http://schemas.microsoft.com/office/drawing/2014/main" id="{35559ADD-8D98-41C0-94B8-234A6461B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0821" y="25953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0" name="data_6486">
            <a:extLst xmlns:a="http://schemas.openxmlformats.org/drawingml/2006/main">
              <a:ext uri="{FF2B5EF4-FFF2-40B4-BE49-F238E27FC236}">
                <a16:creationId xmlns:a16="http://schemas.microsoft.com/office/drawing/2014/main" id="{20E5AA6A-4EC1-447C-BD7D-7F5852619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317" y="298179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1" name="data_6487">
            <a:extLst xmlns:a="http://schemas.openxmlformats.org/drawingml/2006/main">
              <a:ext uri="{FF2B5EF4-FFF2-40B4-BE49-F238E27FC236}">
                <a16:creationId xmlns:a16="http://schemas.microsoft.com/office/drawing/2014/main" id="{307C6A13-C458-4060-A958-D3EE2DA3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4211" y="35834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2" name="data_6488">
            <a:extLst xmlns:a="http://schemas.openxmlformats.org/drawingml/2006/main">
              <a:ext uri="{FF2B5EF4-FFF2-40B4-BE49-F238E27FC236}">
                <a16:creationId xmlns:a16="http://schemas.microsoft.com/office/drawing/2014/main" id="{A23A8639-F7B2-4AE1-8BD4-DF60C994B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434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3" name="data_6489">
            <a:extLst xmlns:a="http://schemas.openxmlformats.org/drawingml/2006/main">
              <a:ext uri="{FF2B5EF4-FFF2-40B4-BE49-F238E27FC236}">
                <a16:creationId xmlns:a16="http://schemas.microsoft.com/office/drawing/2014/main" id="{F714DFC4-BE2F-45AE-9519-0082D15F2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626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4" name="data_6490">
            <a:extLst xmlns:a="http://schemas.openxmlformats.org/drawingml/2006/main">
              <a:ext uri="{FF2B5EF4-FFF2-40B4-BE49-F238E27FC236}">
                <a16:creationId xmlns:a16="http://schemas.microsoft.com/office/drawing/2014/main" id="{4283EE2D-68B8-43DE-9F64-DEF9D27B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772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5" name="data_6491">
            <a:extLst xmlns:a="http://schemas.openxmlformats.org/drawingml/2006/main">
              <a:ext uri="{FF2B5EF4-FFF2-40B4-BE49-F238E27FC236}">
                <a16:creationId xmlns:a16="http://schemas.microsoft.com/office/drawing/2014/main" id="{CC1B636D-0743-48BA-8FBF-5B94614C0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809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6" name="data_6492">
            <a:extLst xmlns:a="http://schemas.openxmlformats.org/drawingml/2006/main">
              <a:ext uri="{FF2B5EF4-FFF2-40B4-BE49-F238E27FC236}">
                <a16:creationId xmlns:a16="http://schemas.microsoft.com/office/drawing/2014/main" id="{F0376D80-DF8F-4E75-850F-FC2C00C7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313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7" name="data_6493">
            <a:extLst xmlns:a="http://schemas.openxmlformats.org/drawingml/2006/main">
              <a:ext uri="{FF2B5EF4-FFF2-40B4-BE49-F238E27FC236}">
                <a16:creationId xmlns:a16="http://schemas.microsoft.com/office/drawing/2014/main" id="{20A2C114-3E36-490B-977C-41565E5E4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89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8" name="data_6494">
            <a:extLst xmlns:a="http://schemas.openxmlformats.org/drawingml/2006/main">
              <a:ext uri="{FF2B5EF4-FFF2-40B4-BE49-F238E27FC236}">
                <a16:creationId xmlns:a16="http://schemas.microsoft.com/office/drawing/2014/main" id="{8447F312-F5D4-4B8D-98CB-E1405209B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701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9" name="data_6495">
            <a:extLst xmlns:a="http://schemas.openxmlformats.org/drawingml/2006/main">
              <a:ext uri="{FF2B5EF4-FFF2-40B4-BE49-F238E27FC236}">
                <a16:creationId xmlns:a16="http://schemas.microsoft.com/office/drawing/2014/main" id="{7822B088-8ADD-48E1-B65C-3C21B502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521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0" name="data_6496">
            <a:extLst xmlns:a="http://schemas.openxmlformats.org/drawingml/2006/main">
              <a:ext uri="{FF2B5EF4-FFF2-40B4-BE49-F238E27FC236}">
                <a16:creationId xmlns:a16="http://schemas.microsoft.com/office/drawing/2014/main" id="{471D5956-E6F0-46E4-BEBE-A10EE4A37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2224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1" name="data_6497">
            <a:extLst xmlns:a="http://schemas.openxmlformats.org/drawingml/2006/main">
              <a:ext uri="{FF2B5EF4-FFF2-40B4-BE49-F238E27FC236}">
                <a16:creationId xmlns:a16="http://schemas.microsoft.com/office/drawing/2014/main" id="{9D840450-59F6-4C9C-9C5A-AA7CA0A3E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18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2" name="data_6498">
            <a:extLst xmlns:a="http://schemas.openxmlformats.org/drawingml/2006/main">
              <a:ext uri="{FF2B5EF4-FFF2-40B4-BE49-F238E27FC236}">
                <a16:creationId xmlns:a16="http://schemas.microsoft.com/office/drawing/2014/main" id="{56A3990D-BBD2-4AC3-9B15-90E7A44D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724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3" name="data_6499">
            <a:extLst xmlns:a="http://schemas.openxmlformats.org/drawingml/2006/main">
              <a:ext uri="{FF2B5EF4-FFF2-40B4-BE49-F238E27FC236}">
                <a16:creationId xmlns:a16="http://schemas.microsoft.com/office/drawing/2014/main" id="{C608EE09-AAA1-4BA7-A805-548D332B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730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4" name="data_6500">
            <a:extLst xmlns:a="http://schemas.openxmlformats.org/drawingml/2006/main">
              <a:ext uri="{FF2B5EF4-FFF2-40B4-BE49-F238E27FC236}">
                <a16:creationId xmlns:a16="http://schemas.microsoft.com/office/drawing/2014/main" id="{1D37A741-DA4F-4EB4-AB71-C62FE0FA0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013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5" name="data_6501">
            <a:extLst xmlns:a="http://schemas.openxmlformats.org/drawingml/2006/main">
              <a:ext uri="{FF2B5EF4-FFF2-40B4-BE49-F238E27FC236}">
                <a16:creationId xmlns:a16="http://schemas.microsoft.com/office/drawing/2014/main" id="{6FB859F8-FC8E-4DAF-B671-B4E356629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811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6" name="data_6502">
            <a:extLst xmlns:a="http://schemas.openxmlformats.org/drawingml/2006/main">
              <a:ext uri="{FF2B5EF4-FFF2-40B4-BE49-F238E27FC236}">
                <a16:creationId xmlns:a16="http://schemas.microsoft.com/office/drawing/2014/main" id="{F6D35405-22F7-4C86-9828-65D09619F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5286" y="262470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7" name="data_6503">
            <a:extLst xmlns:a="http://schemas.openxmlformats.org/drawingml/2006/main">
              <a:ext uri="{FF2B5EF4-FFF2-40B4-BE49-F238E27FC236}">
                <a16:creationId xmlns:a16="http://schemas.microsoft.com/office/drawing/2014/main" id="{0437D3C1-76FA-4974-8E64-FDD53235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0889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8" name="data_6504">
            <a:extLst xmlns:a="http://schemas.openxmlformats.org/drawingml/2006/main">
              <a:ext uri="{FF2B5EF4-FFF2-40B4-BE49-F238E27FC236}">
                <a16:creationId xmlns:a16="http://schemas.microsoft.com/office/drawing/2014/main" id="{EF30804D-08A5-401A-8B8A-99DA4211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59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9" name="data_6505">
            <a:extLst xmlns:a="http://schemas.openxmlformats.org/drawingml/2006/main">
              <a:ext uri="{FF2B5EF4-FFF2-40B4-BE49-F238E27FC236}">
                <a16:creationId xmlns:a16="http://schemas.microsoft.com/office/drawing/2014/main" id="{A1EF1B3D-61B8-467A-8FF2-8683FEADE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29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0" name="data_6506">
            <a:extLst xmlns:a="http://schemas.openxmlformats.org/drawingml/2006/main">
              <a:ext uri="{FF2B5EF4-FFF2-40B4-BE49-F238E27FC236}">
                <a16:creationId xmlns:a16="http://schemas.microsoft.com/office/drawing/2014/main" id="{08048A0D-8AB5-4F35-9949-33F3B42BD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1961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1" name="data_6507">
            <a:extLst xmlns:a="http://schemas.openxmlformats.org/drawingml/2006/main">
              <a:ext uri="{FF2B5EF4-FFF2-40B4-BE49-F238E27FC236}">
                <a16:creationId xmlns:a16="http://schemas.microsoft.com/office/drawing/2014/main" id="{92DDD352-803E-4B4F-894B-59BB724C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7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2" name="data_6508">
            <a:extLst xmlns:a="http://schemas.openxmlformats.org/drawingml/2006/main">
              <a:ext uri="{FF2B5EF4-FFF2-40B4-BE49-F238E27FC236}">
                <a16:creationId xmlns:a16="http://schemas.microsoft.com/office/drawing/2014/main" id="{31F83057-88F6-4A96-90A3-7FFE5C747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221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3" name="data_6509">
            <a:extLst xmlns:a="http://schemas.openxmlformats.org/drawingml/2006/main">
              <a:ext uri="{FF2B5EF4-FFF2-40B4-BE49-F238E27FC236}">
                <a16:creationId xmlns:a16="http://schemas.microsoft.com/office/drawing/2014/main" id="{BE1EF1CF-C1CA-49A9-9EFC-AACE5160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401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4" name="data_6510">
            <a:extLst xmlns:a="http://schemas.openxmlformats.org/drawingml/2006/main">
              <a:ext uri="{FF2B5EF4-FFF2-40B4-BE49-F238E27FC236}">
                <a16:creationId xmlns:a16="http://schemas.microsoft.com/office/drawing/2014/main" id="{A90B2409-3BD6-4B4B-A5C5-DE730C0AC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32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5" name="data_6511">
            <a:extLst xmlns:a="http://schemas.openxmlformats.org/drawingml/2006/main">
              <a:ext uri="{FF2B5EF4-FFF2-40B4-BE49-F238E27FC236}">
                <a16:creationId xmlns:a16="http://schemas.microsoft.com/office/drawing/2014/main" id="{BB9D11DC-4C85-48E3-AD10-D98D5B01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328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6" name="data_6512">
            <a:extLst xmlns:a="http://schemas.openxmlformats.org/drawingml/2006/main">
              <a:ext uri="{FF2B5EF4-FFF2-40B4-BE49-F238E27FC236}">
                <a16:creationId xmlns:a16="http://schemas.microsoft.com/office/drawing/2014/main" id="{A3DBB4F2-097B-416A-B2E5-DF1636748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50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7" name="data_6513">
            <a:extLst xmlns:a="http://schemas.openxmlformats.org/drawingml/2006/main">
              <a:ext uri="{FF2B5EF4-FFF2-40B4-BE49-F238E27FC236}">
                <a16:creationId xmlns:a16="http://schemas.microsoft.com/office/drawing/2014/main" id="{AF175176-625B-46FB-998A-6277E169F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35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8" name="data_6514">
            <a:extLst xmlns:a="http://schemas.openxmlformats.org/drawingml/2006/main">
              <a:ext uri="{FF2B5EF4-FFF2-40B4-BE49-F238E27FC236}">
                <a16:creationId xmlns:a16="http://schemas.microsoft.com/office/drawing/2014/main" id="{2D337C6E-B414-4496-BBEC-A06CEAE8E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53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9" name="data_6515">
            <a:extLst xmlns:a="http://schemas.openxmlformats.org/drawingml/2006/main">
              <a:ext uri="{FF2B5EF4-FFF2-40B4-BE49-F238E27FC236}">
                <a16:creationId xmlns:a16="http://schemas.microsoft.com/office/drawing/2014/main" id="{E89F1069-A689-434C-B30D-9380820A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6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0" name="data_6516">
            <a:extLst xmlns:a="http://schemas.openxmlformats.org/drawingml/2006/main">
              <a:ext uri="{FF2B5EF4-FFF2-40B4-BE49-F238E27FC236}">
                <a16:creationId xmlns:a16="http://schemas.microsoft.com/office/drawing/2014/main" id="{0F697D63-ABA3-46D6-B88D-81CE8E0E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727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1" name="data_6517">
            <a:extLst xmlns:a="http://schemas.openxmlformats.org/drawingml/2006/main">
              <a:ext uri="{FF2B5EF4-FFF2-40B4-BE49-F238E27FC236}">
                <a16:creationId xmlns:a16="http://schemas.microsoft.com/office/drawing/2014/main" id="{52FB0617-86A1-46B0-A881-21EB20A8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5251" y="348831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2" name="data_6518">
            <a:extLst xmlns:a="http://schemas.openxmlformats.org/drawingml/2006/main">
              <a:ext uri="{FF2B5EF4-FFF2-40B4-BE49-F238E27FC236}">
                <a16:creationId xmlns:a16="http://schemas.microsoft.com/office/drawing/2014/main" id="{B859435A-CB42-4C93-964F-C4734FDE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580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3" name="data_6519">
            <a:extLst xmlns:a="http://schemas.openxmlformats.org/drawingml/2006/main">
              <a:ext uri="{FF2B5EF4-FFF2-40B4-BE49-F238E27FC236}">
                <a16:creationId xmlns:a16="http://schemas.microsoft.com/office/drawing/2014/main" id="{627658A3-9319-4F27-948C-468F13B25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163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4" name="data_6520">
            <a:extLst xmlns:a="http://schemas.openxmlformats.org/drawingml/2006/main">
              <a:ext uri="{FF2B5EF4-FFF2-40B4-BE49-F238E27FC236}">
                <a16:creationId xmlns:a16="http://schemas.microsoft.com/office/drawing/2014/main" id="{BA426B71-8407-4EF5-9E2B-81651602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587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5" name="data_6521">
            <a:extLst xmlns:a="http://schemas.openxmlformats.org/drawingml/2006/main">
              <a:ext uri="{FF2B5EF4-FFF2-40B4-BE49-F238E27FC236}">
                <a16:creationId xmlns:a16="http://schemas.microsoft.com/office/drawing/2014/main" id="{74D7B124-261B-427A-9C4E-8F3CE1ABA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851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6" name="data_6522">
            <a:extLst xmlns:a="http://schemas.openxmlformats.org/drawingml/2006/main">
              <a:ext uri="{FF2B5EF4-FFF2-40B4-BE49-F238E27FC236}">
                <a16:creationId xmlns:a16="http://schemas.microsoft.com/office/drawing/2014/main" id="{335102D4-1029-4AED-BBF0-7EF4BEB4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111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7" name="data_6523">
            <a:extLst xmlns:a="http://schemas.openxmlformats.org/drawingml/2006/main">
              <a:ext uri="{FF2B5EF4-FFF2-40B4-BE49-F238E27FC236}">
                <a16:creationId xmlns:a16="http://schemas.microsoft.com/office/drawing/2014/main" id="{5AAAF273-6692-4FB5-8994-47193D8B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030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8" name="data_6524">
            <a:extLst xmlns:a="http://schemas.openxmlformats.org/drawingml/2006/main">
              <a:ext uri="{FF2B5EF4-FFF2-40B4-BE49-F238E27FC236}">
                <a16:creationId xmlns:a16="http://schemas.microsoft.com/office/drawing/2014/main" id="{A36D57A2-25B1-4D88-8B1C-7B915A6A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418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9" name="data_6525">
            <a:extLst xmlns:a="http://schemas.openxmlformats.org/drawingml/2006/main">
              <a:ext uri="{FF2B5EF4-FFF2-40B4-BE49-F238E27FC236}">
                <a16:creationId xmlns:a16="http://schemas.microsoft.com/office/drawing/2014/main" id="{04306F5D-B692-4AEB-80FC-3E05F6B86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884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0" name="data_6526">
            <a:extLst xmlns:a="http://schemas.openxmlformats.org/drawingml/2006/main">
              <a:ext uri="{FF2B5EF4-FFF2-40B4-BE49-F238E27FC236}">
                <a16:creationId xmlns:a16="http://schemas.microsoft.com/office/drawing/2014/main" id="{9ED265B9-CED8-4AA7-9600-5915480E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172" y="383522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1" name="data_6527">
            <a:extLst xmlns:a="http://schemas.openxmlformats.org/drawingml/2006/main">
              <a:ext uri="{FF2B5EF4-FFF2-40B4-BE49-F238E27FC236}">
                <a16:creationId xmlns:a16="http://schemas.microsoft.com/office/drawing/2014/main" id="{AA065E8A-6CEA-43D6-BF72-A538C1F44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792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2" name="data_6528">
            <a:extLst xmlns:a="http://schemas.openxmlformats.org/drawingml/2006/main">
              <a:ext uri="{FF2B5EF4-FFF2-40B4-BE49-F238E27FC236}">
                <a16:creationId xmlns:a16="http://schemas.microsoft.com/office/drawing/2014/main" id="{565E636C-ADBB-4E7F-9411-DE6443FAD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391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3" name="data_6529">
            <a:extLst xmlns:a="http://schemas.openxmlformats.org/drawingml/2006/main">
              <a:ext uri="{FF2B5EF4-FFF2-40B4-BE49-F238E27FC236}">
                <a16:creationId xmlns:a16="http://schemas.microsoft.com/office/drawing/2014/main" id="{98D1C511-AEAD-4841-9C48-7D0D74E6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811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4" name="data_6530">
            <a:extLst xmlns:a="http://schemas.openxmlformats.org/drawingml/2006/main">
              <a:ext uri="{FF2B5EF4-FFF2-40B4-BE49-F238E27FC236}">
                <a16:creationId xmlns:a16="http://schemas.microsoft.com/office/drawing/2014/main" id="{FFED63E5-A931-489F-9B85-6CAB42C3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6946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5" name="data_6531">
            <a:extLst xmlns:a="http://schemas.openxmlformats.org/drawingml/2006/main">
              <a:ext uri="{FF2B5EF4-FFF2-40B4-BE49-F238E27FC236}">
                <a16:creationId xmlns:a16="http://schemas.microsoft.com/office/drawing/2014/main" id="{A55A2B05-8D45-456E-B1FD-4516C23D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29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6" name="data_6532">
            <a:extLst xmlns:a="http://schemas.openxmlformats.org/drawingml/2006/main">
              <a:ext uri="{FF2B5EF4-FFF2-40B4-BE49-F238E27FC236}">
                <a16:creationId xmlns:a16="http://schemas.microsoft.com/office/drawing/2014/main" id="{518215E0-B88A-4775-886A-C8BBE88F5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961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7" name="data_6533">
            <a:extLst xmlns:a="http://schemas.openxmlformats.org/drawingml/2006/main">
              <a:ext uri="{FF2B5EF4-FFF2-40B4-BE49-F238E27FC236}">
                <a16:creationId xmlns:a16="http://schemas.microsoft.com/office/drawing/2014/main" id="{A226EA7F-0F90-40FB-AA27-02AEB5E7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22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8" name="data_6534">
            <a:extLst xmlns:a="http://schemas.openxmlformats.org/drawingml/2006/main">
              <a:ext uri="{FF2B5EF4-FFF2-40B4-BE49-F238E27FC236}">
                <a16:creationId xmlns:a16="http://schemas.microsoft.com/office/drawing/2014/main" id="{D4BA4F79-375B-477B-BE1E-EEC3CD0A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8118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9" name="data_6535">
            <a:extLst xmlns:a="http://schemas.openxmlformats.org/drawingml/2006/main">
              <a:ext uri="{FF2B5EF4-FFF2-40B4-BE49-F238E27FC236}">
                <a16:creationId xmlns:a16="http://schemas.microsoft.com/office/drawing/2014/main" id="{9260D6C1-25EB-4A2E-B71D-576DEB02C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4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0" name="data_6536">
            <a:extLst xmlns:a="http://schemas.openxmlformats.org/drawingml/2006/main">
              <a:ext uri="{FF2B5EF4-FFF2-40B4-BE49-F238E27FC236}">
                <a16:creationId xmlns:a16="http://schemas.microsoft.com/office/drawing/2014/main" id="{E4E5CE00-DCA4-43E4-A1D5-BFE53BC81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166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1" name="data_6537">
            <a:extLst xmlns:a="http://schemas.openxmlformats.org/drawingml/2006/main">
              <a:ext uri="{FF2B5EF4-FFF2-40B4-BE49-F238E27FC236}">
                <a16:creationId xmlns:a16="http://schemas.microsoft.com/office/drawing/2014/main" id="{51DAA7CA-5D94-404E-BB5D-F2A6587F2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222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2" name="data_6538">
            <a:extLst xmlns:a="http://schemas.openxmlformats.org/drawingml/2006/main">
              <a:ext uri="{FF2B5EF4-FFF2-40B4-BE49-F238E27FC236}">
                <a16:creationId xmlns:a16="http://schemas.microsoft.com/office/drawing/2014/main" id="{B6A74D65-AD5C-4261-B9C5-C14A50A9B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665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3" name="data_6539">
            <a:extLst xmlns:a="http://schemas.openxmlformats.org/drawingml/2006/main">
              <a:ext uri="{FF2B5EF4-FFF2-40B4-BE49-F238E27FC236}">
                <a16:creationId xmlns:a16="http://schemas.microsoft.com/office/drawing/2014/main" id="{C273C953-2E13-4DBD-82C4-2E06F263C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2842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4" name="data_6540">
            <a:extLst xmlns:a="http://schemas.openxmlformats.org/drawingml/2006/main">
              <a:ext uri="{FF2B5EF4-FFF2-40B4-BE49-F238E27FC236}">
                <a16:creationId xmlns:a16="http://schemas.microsoft.com/office/drawing/2014/main" id="{4E75B485-15F4-47E9-9CBA-F44CAD30F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670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5" name="data_6541">
            <a:extLst xmlns:a="http://schemas.openxmlformats.org/drawingml/2006/main">
              <a:ext uri="{FF2B5EF4-FFF2-40B4-BE49-F238E27FC236}">
                <a16:creationId xmlns:a16="http://schemas.microsoft.com/office/drawing/2014/main" id="{9CBFFB64-8795-4DC7-B735-F5B51DAA6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72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6" name="data_6542">
            <a:extLst xmlns:a="http://schemas.openxmlformats.org/drawingml/2006/main">
              <a:ext uri="{FF2B5EF4-FFF2-40B4-BE49-F238E27FC236}">
                <a16:creationId xmlns:a16="http://schemas.microsoft.com/office/drawing/2014/main" id="{805051D9-810B-438B-9EB1-9D3AB3E9A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264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7" name="data_6543">
            <a:extLst xmlns:a="http://schemas.openxmlformats.org/drawingml/2006/main">
              <a:ext uri="{FF2B5EF4-FFF2-40B4-BE49-F238E27FC236}">
                <a16:creationId xmlns:a16="http://schemas.microsoft.com/office/drawing/2014/main" id="{5DF12BF3-590A-48CA-96CB-61ECC052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502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8" name="data_6544">
            <a:extLst xmlns:a="http://schemas.openxmlformats.org/drawingml/2006/main">
              <a:ext uri="{FF2B5EF4-FFF2-40B4-BE49-F238E27FC236}">
                <a16:creationId xmlns:a16="http://schemas.microsoft.com/office/drawing/2014/main" id="{99821529-2D61-44D9-AA9B-79FEDD2B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2386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9" name="data_6545">
            <a:extLst xmlns:a="http://schemas.openxmlformats.org/drawingml/2006/main">
              <a:ext uri="{FF2B5EF4-FFF2-40B4-BE49-F238E27FC236}">
                <a16:creationId xmlns:a16="http://schemas.microsoft.com/office/drawing/2014/main" id="{68A8D02E-4538-47FE-9041-14C09848C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22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0" name="data_6546">
            <a:extLst xmlns:a="http://schemas.openxmlformats.org/drawingml/2006/main">
              <a:ext uri="{FF2B5EF4-FFF2-40B4-BE49-F238E27FC236}">
                <a16:creationId xmlns:a16="http://schemas.microsoft.com/office/drawing/2014/main" id="{0432742B-9910-45AC-9365-3970DD42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2191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1" name="data_6547">
            <a:extLst xmlns:a="http://schemas.openxmlformats.org/drawingml/2006/main">
              <a:ext uri="{FF2B5EF4-FFF2-40B4-BE49-F238E27FC236}">
                <a16:creationId xmlns:a16="http://schemas.microsoft.com/office/drawing/2014/main" id="{8C4049AE-37AB-49DD-A2FE-83290258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39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2" name="data_6548">
            <a:extLst xmlns:a="http://schemas.openxmlformats.org/drawingml/2006/main">
              <a:ext uri="{FF2B5EF4-FFF2-40B4-BE49-F238E27FC236}">
                <a16:creationId xmlns:a16="http://schemas.microsoft.com/office/drawing/2014/main" id="{2777ADE6-176A-48E6-9DD2-F5617798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3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3" name="data_6549">
            <a:extLst xmlns:a="http://schemas.openxmlformats.org/drawingml/2006/main">
              <a:ext uri="{FF2B5EF4-FFF2-40B4-BE49-F238E27FC236}">
                <a16:creationId xmlns:a16="http://schemas.microsoft.com/office/drawing/2014/main" id="{F2E02739-CAF8-4FBC-BBC9-3107DFF7F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3364" y="225360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4" name="data_6550">
            <a:extLst xmlns:a="http://schemas.openxmlformats.org/drawingml/2006/main">
              <a:ext uri="{FF2B5EF4-FFF2-40B4-BE49-F238E27FC236}">
                <a16:creationId xmlns:a16="http://schemas.microsoft.com/office/drawing/2014/main" id="{2111FFC4-4FDA-4AC5-B82A-3F16AF05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665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5" name="data_6551">
            <a:extLst xmlns:a="http://schemas.openxmlformats.org/drawingml/2006/main">
              <a:ext uri="{FF2B5EF4-FFF2-40B4-BE49-F238E27FC236}">
                <a16:creationId xmlns:a16="http://schemas.microsoft.com/office/drawing/2014/main" id="{BFFEB39E-E89A-43B1-80AD-765E77F2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2385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6" name="data_6552">
            <a:extLst xmlns:a="http://schemas.openxmlformats.org/drawingml/2006/main">
              <a:ext uri="{FF2B5EF4-FFF2-40B4-BE49-F238E27FC236}">
                <a16:creationId xmlns:a16="http://schemas.microsoft.com/office/drawing/2014/main" id="{FA5E2DFB-CD56-47D1-BB5A-A69B3CE8D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688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7" name="data_6553">
            <a:extLst xmlns:a="http://schemas.openxmlformats.org/drawingml/2006/main">
              <a:ext uri="{FF2B5EF4-FFF2-40B4-BE49-F238E27FC236}">
                <a16:creationId xmlns:a16="http://schemas.microsoft.com/office/drawing/2014/main" id="{9B045CA8-184F-47FC-8CF6-951906643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930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8" name="data_6554">
            <a:extLst xmlns:a="http://schemas.openxmlformats.org/drawingml/2006/main">
              <a:ext uri="{FF2B5EF4-FFF2-40B4-BE49-F238E27FC236}">
                <a16:creationId xmlns:a16="http://schemas.microsoft.com/office/drawing/2014/main" id="{39A092F8-F166-45DD-BB7B-C36A8C683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554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9" name="data_6555">
            <a:extLst xmlns:a="http://schemas.openxmlformats.org/drawingml/2006/main">
              <a:ext uri="{FF2B5EF4-FFF2-40B4-BE49-F238E27FC236}">
                <a16:creationId xmlns:a16="http://schemas.microsoft.com/office/drawing/2014/main" id="{6F60471A-4102-4745-A26F-51A1DAA83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1150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0" name="data_6556">
            <a:extLst xmlns:a="http://schemas.openxmlformats.org/drawingml/2006/main">
              <a:ext uri="{FF2B5EF4-FFF2-40B4-BE49-F238E27FC236}">
                <a16:creationId xmlns:a16="http://schemas.microsoft.com/office/drawing/2014/main" id="{A84A7647-E110-4DF6-9D95-A285915A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062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1" name="data_6557">
            <a:extLst xmlns:a="http://schemas.openxmlformats.org/drawingml/2006/main">
              <a:ext uri="{FF2B5EF4-FFF2-40B4-BE49-F238E27FC236}">
                <a16:creationId xmlns:a16="http://schemas.microsoft.com/office/drawing/2014/main" id="{F05318D1-A09D-4BEC-B161-21C2A21E4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844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2" name="data_6558">
            <a:extLst xmlns:a="http://schemas.openxmlformats.org/drawingml/2006/main">
              <a:ext uri="{FF2B5EF4-FFF2-40B4-BE49-F238E27FC236}">
                <a16:creationId xmlns:a16="http://schemas.microsoft.com/office/drawing/2014/main" id="{B009BD25-2799-410F-8904-D0B7395B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372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3" name="data_6559">
            <a:extLst xmlns:a="http://schemas.openxmlformats.org/drawingml/2006/main">
              <a:ext uri="{FF2B5EF4-FFF2-40B4-BE49-F238E27FC236}">
                <a16:creationId xmlns:a16="http://schemas.microsoft.com/office/drawing/2014/main" id="{3E46C8D1-16DB-4748-8AFA-2D6DA6C3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8348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4" name="data_6560">
            <a:extLst xmlns:a="http://schemas.openxmlformats.org/drawingml/2006/main">
              <a:ext uri="{FF2B5EF4-FFF2-40B4-BE49-F238E27FC236}">
                <a16:creationId xmlns:a16="http://schemas.microsoft.com/office/drawing/2014/main" id="{D7AB0038-A943-4067-BF18-9554FA5C4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453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5" name="data_6561">
            <a:extLst xmlns:a="http://schemas.openxmlformats.org/drawingml/2006/main">
              <a:ext uri="{FF2B5EF4-FFF2-40B4-BE49-F238E27FC236}">
                <a16:creationId xmlns:a16="http://schemas.microsoft.com/office/drawing/2014/main" id="{206C08A7-4993-4555-B326-97BD19D1B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61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6" name="data_6562">
            <a:extLst xmlns:a="http://schemas.openxmlformats.org/drawingml/2006/main">
              <a:ext uri="{FF2B5EF4-FFF2-40B4-BE49-F238E27FC236}">
                <a16:creationId xmlns:a16="http://schemas.microsoft.com/office/drawing/2014/main" id="{006B5436-0276-4C2E-9901-978D16933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705" y="29621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7" name="data_6563">
            <a:extLst xmlns:a="http://schemas.openxmlformats.org/drawingml/2006/main">
              <a:ext uri="{FF2B5EF4-FFF2-40B4-BE49-F238E27FC236}">
                <a16:creationId xmlns:a16="http://schemas.microsoft.com/office/drawing/2014/main" id="{0D5B684A-BC37-40A5-A45C-B929C35E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531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8" name="data_6564">
            <a:extLst xmlns:a="http://schemas.openxmlformats.org/drawingml/2006/main">
              <a:ext uri="{FF2B5EF4-FFF2-40B4-BE49-F238E27FC236}">
                <a16:creationId xmlns:a16="http://schemas.microsoft.com/office/drawing/2014/main" id="{B091CDDC-5B18-4BBB-8748-106BEBC3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1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9" name="data_6565">
            <a:extLst xmlns:a="http://schemas.openxmlformats.org/drawingml/2006/main">
              <a:ext uri="{FF2B5EF4-FFF2-40B4-BE49-F238E27FC236}">
                <a16:creationId xmlns:a16="http://schemas.microsoft.com/office/drawing/2014/main" id="{5A1C55D8-6D65-424C-9FC5-0A4C0A85D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30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0" name="data_6566">
            <a:extLst xmlns:a="http://schemas.openxmlformats.org/drawingml/2006/main">
              <a:ext uri="{FF2B5EF4-FFF2-40B4-BE49-F238E27FC236}">
                <a16:creationId xmlns:a16="http://schemas.microsoft.com/office/drawing/2014/main" id="{B7144A59-7EC5-4D9B-9C5D-C4E714954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062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1" name="data_6567">
            <a:extLst xmlns:a="http://schemas.openxmlformats.org/drawingml/2006/main">
              <a:ext uri="{FF2B5EF4-FFF2-40B4-BE49-F238E27FC236}">
                <a16:creationId xmlns:a16="http://schemas.microsoft.com/office/drawing/2014/main" id="{9F7F88B4-CB22-4CD7-8F41-DF04AC7DF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75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2" name="data_6568">
            <a:extLst xmlns:a="http://schemas.openxmlformats.org/drawingml/2006/main">
              <a:ext uri="{FF2B5EF4-FFF2-40B4-BE49-F238E27FC236}">
                <a16:creationId xmlns:a16="http://schemas.microsoft.com/office/drawing/2014/main" id="{6BDD82EE-83FD-4838-B7E5-E9F21EF4B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3394" y="37252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3" name="data_6569">
            <a:extLst xmlns:a="http://schemas.openxmlformats.org/drawingml/2006/main">
              <a:ext uri="{FF2B5EF4-FFF2-40B4-BE49-F238E27FC236}">
                <a16:creationId xmlns:a16="http://schemas.microsoft.com/office/drawing/2014/main" id="{2D6E64EC-7BA7-43E0-8F0B-ECFFE407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033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4" name="data_6570">
            <a:extLst xmlns:a="http://schemas.openxmlformats.org/drawingml/2006/main">
              <a:ext uri="{FF2B5EF4-FFF2-40B4-BE49-F238E27FC236}">
                <a16:creationId xmlns:a16="http://schemas.microsoft.com/office/drawing/2014/main" id="{89993837-B71A-48A1-B1DB-40D586C0A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93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5" name="data_6571">
            <a:extLst xmlns:a="http://schemas.openxmlformats.org/drawingml/2006/main">
              <a:ext uri="{FF2B5EF4-FFF2-40B4-BE49-F238E27FC236}">
                <a16:creationId xmlns:a16="http://schemas.microsoft.com/office/drawing/2014/main" id="{91DEEF8A-5B66-42DA-B2C6-E345752FC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877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6" name="data_6572">
            <a:extLst xmlns:a="http://schemas.openxmlformats.org/drawingml/2006/main">
              <a:ext uri="{FF2B5EF4-FFF2-40B4-BE49-F238E27FC236}">
                <a16:creationId xmlns:a16="http://schemas.microsoft.com/office/drawing/2014/main" id="{D2FEEA7A-4295-45F7-9ADD-C77BF0A71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86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7" name="data_6573">
            <a:extLst xmlns:a="http://schemas.openxmlformats.org/drawingml/2006/main">
              <a:ext uri="{FF2B5EF4-FFF2-40B4-BE49-F238E27FC236}">
                <a16:creationId xmlns:a16="http://schemas.microsoft.com/office/drawing/2014/main" id="{7DDF69FC-38CD-4703-9886-3F11751E0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245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8" name="data_6574">
            <a:extLst xmlns:a="http://schemas.openxmlformats.org/drawingml/2006/main">
              <a:ext uri="{FF2B5EF4-FFF2-40B4-BE49-F238E27FC236}">
                <a16:creationId xmlns:a16="http://schemas.microsoft.com/office/drawing/2014/main" id="{BFC0535B-43C4-4487-9419-B7411BEE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326" y="38986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9" name="data_6575">
            <a:extLst xmlns:a="http://schemas.openxmlformats.org/drawingml/2006/main">
              <a:ext uri="{FF2B5EF4-FFF2-40B4-BE49-F238E27FC236}">
                <a16:creationId xmlns:a16="http://schemas.microsoft.com/office/drawing/2014/main" id="{2DB2E748-C346-4EBA-A337-923B772C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775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0" name="data_6576">
            <a:extLst xmlns:a="http://schemas.openxmlformats.org/drawingml/2006/main">
              <a:ext uri="{FF2B5EF4-FFF2-40B4-BE49-F238E27FC236}">
                <a16:creationId xmlns:a16="http://schemas.microsoft.com/office/drawing/2014/main" id="{B1415BCC-40B3-424B-82AF-8795619B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274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1" name="data_6577">
            <a:extLst xmlns:a="http://schemas.openxmlformats.org/drawingml/2006/main">
              <a:ext uri="{FF2B5EF4-FFF2-40B4-BE49-F238E27FC236}">
                <a16:creationId xmlns:a16="http://schemas.microsoft.com/office/drawing/2014/main" id="{A2B6A903-8A53-46B4-97E9-99CF19F6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06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2" name="data_6578">
            <a:extLst xmlns:a="http://schemas.openxmlformats.org/drawingml/2006/main">
              <a:ext uri="{FF2B5EF4-FFF2-40B4-BE49-F238E27FC236}">
                <a16:creationId xmlns:a16="http://schemas.microsoft.com/office/drawing/2014/main" id="{80DAA9DE-16A6-478C-8341-2D2F83AD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2546" y="233333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3" name="data_6579">
            <a:extLst xmlns:a="http://schemas.openxmlformats.org/drawingml/2006/main">
              <a:ext uri="{FF2B5EF4-FFF2-40B4-BE49-F238E27FC236}">
                <a16:creationId xmlns:a16="http://schemas.microsoft.com/office/drawing/2014/main" id="{638757CD-D4F0-48A9-AA26-243364060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69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4" name="data_6580">
            <a:extLst xmlns:a="http://schemas.openxmlformats.org/drawingml/2006/main">
              <a:ext uri="{FF2B5EF4-FFF2-40B4-BE49-F238E27FC236}">
                <a16:creationId xmlns:a16="http://schemas.microsoft.com/office/drawing/2014/main" id="{900329CD-7B62-422A-AB12-3D5DC011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613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5" name="data_6581">
            <a:extLst xmlns:a="http://schemas.openxmlformats.org/drawingml/2006/main">
              <a:ext uri="{FF2B5EF4-FFF2-40B4-BE49-F238E27FC236}">
                <a16:creationId xmlns:a16="http://schemas.microsoft.com/office/drawing/2014/main" id="{D753BD87-B1A9-4FB5-85E3-9C3A762ED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45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6" name="data_6582">
            <a:extLst xmlns:a="http://schemas.openxmlformats.org/drawingml/2006/main">
              <a:ext uri="{FF2B5EF4-FFF2-40B4-BE49-F238E27FC236}">
                <a16:creationId xmlns:a16="http://schemas.microsoft.com/office/drawing/2014/main" id="{839B02D3-A6EC-45CF-A2A4-D5A95AF03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964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7" name="data_6583">
            <a:extLst xmlns:a="http://schemas.openxmlformats.org/drawingml/2006/main">
              <a:ext uri="{FF2B5EF4-FFF2-40B4-BE49-F238E27FC236}">
                <a16:creationId xmlns:a16="http://schemas.microsoft.com/office/drawing/2014/main" id="{9114702D-F699-4CF7-A9D1-728BFAE14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19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8" name="data_6584">
            <a:extLst xmlns:a="http://schemas.openxmlformats.org/drawingml/2006/main">
              <a:ext uri="{FF2B5EF4-FFF2-40B4-BE49-F238E27FC236}">
                <a16:creationId xmlns:a16="http://schemas.microsoft.com/office/drawing/2014/main" id="{4F3A9951-9619-490C-B0C0-4056E8F2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9" name="data_6585">
            <a:extLst xmlns:a="http://schemas.openxmlformats.org/drawingml/2006/main">
              <a:ext uri="{FF2B5EF4-FFF2-40B4-BE49-F238E27FC236}">
                <a16:creationId xmlns:a16="http://schemas.microsoft.com/office/drawing/2014/main" id="{CAECB829-DBDC-4A20-9B78-E6A7DAB7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57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0" name="data_6586">
            <a:extLst xmlns:a="http://schemas.openxmlformats.org/drawingml/2006/main">
              <a:ext uri="{FF2B5EF4-FFF2-40B4-BE49-F238E27FC236}">
                <a16:creationId xmlns:a16="http://schemas.microsoft.com/office/drawing/2014/main" id="{38D67C2D-0B96-46D7-8319-C0AB09DD3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033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1" name="data_6587">
            <a:extLst xmlns:a="http://schemas.openxmlformats.org/drawingml/2006/main">
              <a:ext uri="{FF2B5EF4-FFF2-40B4-BE49-F238E27FC236}">
                <a16:creationId xmlns:a16="http://schemas.microsoft.com/office/drawing/2014/main" id="{F22F8BB5-C481-4199-B3D1-3ACBA186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2744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2" name="data_6588">
            <a:extLst xmlns:a="http://schemas.openxmlformats.org/drawingml/2006/main">
              <a:ext uri="{FF2B5EF4-FFF2-40B4-BE49-F238E27FC236}">
                <a16:creationId xmlns:a16="http://schemas.microsoft.com/office/drawing/2014/main" id="{9D206CAF-D3C8-4CF7-8BC7-517EEF707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3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3" name="data_6589">
            <a:extLst xmlns:a="http://schemas.openxmlformats.org/drawingml/2006/main">
              <a:ext uri="{FF2B5EF4-FFF2-40B4-BE49-F238E27FC236}">
                <a16:creationId xmlns:a16="http://schemas.microsoft.com/office/drawing/2014/main" id="{FF2249B4-211B-45CD-9172-3D2A3BC28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570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4" name="data_6590">
            <a:extLst xmlns:a="http://schemas.openxmlformats.org/drawingml/2006/main">
              <a:ext uri="{FF2B5EF4-FFF2-40B4-BE49-F238E27FC236}">
                <a16:creationId xmlns:a16="http://schemas.microsoft.com/office/drawing/2014/main" id="{FB8525A1-0D8E-42A2-ADE7-0805F845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2937" y="26788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5" name="data_6591">
            <a:extLst xmlns:a="http://schemas.openxmlformats.org/drawingml/2006/main">
              <a:ext uri="{FF2B5EF4-FFF2-40B4-BE49-F238E27FC236}">
                <a16:creationId xmlns:a16="http://schemas.microsoft.com/office/drawing/2014/main" id="{09D155D1-DCB6-4899-9ED7-9ECB66ED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7693" y="278013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6" name="data_6592">
            <a:extLst xmlns:a="http://schemas.openxmlformats.org/drawingml/2006/main">
              <a:ext uri="{FF2B5EF4-FFF2-40B4-BE49-F238E27FC236}">
                <a16:creationId xmlns:a16="http://schemas.microsoft.com/office/drawing/2014/main" id="{694BA122-0CE3-4FA7-8629-323000399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6522" y="29848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7" name="data_6593">
            <a:extLst xmlns:a="http://schemas.openxmlformats.org/drawingml/2006/main">
              <a:ext uri="{FF2B5EF4-FFF2-40B4-BE49-F238E27FC236}">
                <a16:creationId xmlns:a16="http://schemas.microsoft.com/office/drawing/2014/main" id="{1B1D2C73-4774-45A1-8030-C15F85E1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984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8" name="data_6594">
            <a:extLst xmlns:a="http://schemas.openxmlformats.org/drawingml/2006/main">
              <a:ext uri="{FF2B5EF4-FFF2-40B4-BE49-F238E27FC236}">
                <a16:creationId xmlns:a16="http://schemas.microsoft.com/office/drawing/2014/main" id="{91260625-B11A-41D3-B001-BDC66DEE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2483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9" name="data_6595">
            <a:extLst xmlns:a="http://schemas.openxmlformats.org/drawingml/2006/main">
              <a:ext uri="{FF2B5EF4-FFF2-40B4-BE49-F238E27FC236}">
                <a16:creationId xmlns:a16="http://schemas.microsoft.com/office/drawing/2014/main" id="{DAF6543E-A791-4EAC-9D0E-D424546F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753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0" name="data_6596">
            <a:extLst xmlns:a="http://schemas.openxmlformats.org/drawingml/2006/main">
              <a:ext uri="{FF2B5EF4-FFF2-40B4-BE49-F238E27FC236}">
                <a16:creationId xmlns:a16="http://schemas.microsoft.com/office/drawing/2014/main" id="{5E4F47F5-E1A7-4999-9BF6-71A48275B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265" y="29334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1" name="data_6597">
            <a:extLst xmlns:a="http://schemas.openxmlformats.org/drawingml/2006/main">
              <a:ext uri="{FF2B5EF4-FFF2-40B4-BE49-F238E27FC236}">
                <a16:creationId xmlns:a16="http://schemas.microsoft.com/office/drawing/2014/main" id="{E7A312BA-49D7-450C-BE86-54F9DD91F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549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2" name="data_6598">
            <a:extLst xmlns:a="http://schemas.openxmlformats.org/drawingml/2006/main">
              <a:ext uri="{FF2B5EF4-FFF2-40B4-BE49-F238E27FC236}">
                <a16:creationId xmlns:a16="http://schemas.microsoft.com/office/drawing/2014/main" id="{882F3320-DDD8-47FA-B051-8953F1043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801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3" name="data_6599">
            <a:extLst xmlns:a="http://schemas.openxmlformats.org/drawingml/2006/main">
              <a:ext uri="{FF2B5EF4-FFF2-40B4-BE49-F238E27FC236}">
                <a16:creationId xmlns:a16="http://schemas.microsoft.com/office/drawing/2014/main" id="{9C6FB3BD-64F5-4024-9381-34A12163B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00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4" name="data_6600">
            <a:extLst xmlns:a="http://schemas.openxmlformats.org/drawingml/2006/main">
              <a:ext uri="{FF2B5EF4-FFF2-40B4-BE49-F238E27FC236}">
                <a16:creationId xmlns:a16="http://schemas.microsoft.com/office/drawing/2014/main" id="{3B0D190B-C0FD-4411-ABA2-63F44E7A9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9223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5" name="data_6601">
            <a:extLst xmlns:a="http://schemas.openxmlformats.org/drawingml/2006/main">
              <a:ext uri="{FF2B5EF4-FFF2-40B4-BE49-F238E27FC236}">
                <a16:creationId xmlns:a16="http://schemas.microsoft.com/office/drawing/2014/main" id="{0C456B82-915F-4797-9529-C07880F9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5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6" name="data_6602">
            <a:extLst xmlns:a="http://schemas.openxmlformats.org/drawingml/2006/main">
              <a:ext uri="{FF2B5EF4-FFF2-40B4-BE49-F238E27FC236}">
                <a16:creationId xmlns:a16="http://schemas.microsoft.com/office/drawing/2014/main" id="{0BF4DA95-EE70-453E-BF86-72F99EA95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62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7" name="data_6603">
            <a:extLst xmlns:a="http://schemas.openxmlformats.org/drawingml/2006/main">
              <a:ext uri="{FF2B5EF4-FFF2-40B4-BE49-F238E27FC236}">
                <a16:creationId xmlns:a16="http://schemas.microsoft.com/office/drawing/2014/main" id="{616B8FDC-8FA9-4582-B098-FE6C542E4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7595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8" name="data_6604">
            <a:extLst xmlns:a="http://schemas.openxmlformats.org/drawingml/2006/main">
              <a:ext uri="{FF2B5EF4-FFF2-40B4-BE49-F238E27FC236}">
                <a16:creationId xmlns:a16="http://schemas.microsoft.com/office/drawing/2014/main" id="{11A42F03-EAF7-45BE-9093-6F0C2E45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68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9" name="data_6605">
            <a:extLst xmlns:a="http://schemas.openxmlformats.org/drawingml/2006/main">
              <a:ext uri="{FF2B5EF4-FFF2-40B4-BE49-F238E27FC236}">
                <a16:creationId xmlns:a16="http://schemas.microsoft.com/office/drawing/2014/main" id="{A27ACB72-7022-45CD-92FF-13B1C3C63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287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0" name="data_6606">
            <a:extLst xmlns:a="http://schemas.openxmlformats.org/drawingml/2006/main">
              <a:ext uri="{FF2B5EF4-FFF2-40B4-BE49-F238E27FC236}">
                <a16:creationId xmlns:a16="http://schemas.microsoft.com/office/drawing/2014/main" id="{DFCACF17-85EB-486D-8735-6F5237C5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749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1" name="data_6607">
            <a:extLst xmlns:a="http://schemas.openxmlformats.org/drawingml/2006/main">
              <a:ext uri="{FF2B5EF4-FFF2-40B4-BE49-F238E27FC236}">
                <a16:creationId xmlns:a16="http://schemas.microsoft.com/office/drawing/2014/main" id="{57092E4F-A465-4354-810B-781FD68E7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9973" y="38976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2" name="data_6608">
            <a:extLst xmlns:a="http://schemas.openxmlformats.org/drawingml/2006/main">
              <a:ext uri="{FF2B5EF4-FFF2-40B4-BE49-F238E27FC236}">
                <a16:creationId xmlns:a16="http://schemas.microsoft.com/office/drawing/2014/main" id="{7E25A446-115C-438D-AC05-743AC493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525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3" name="data_6609">
            <a:extLst xmlns:a="http://schemas.openxmlformats.org/drawingml/2006/main">
              <a:ext uri="{FF2B5EF4-FFF2-40B4-BE49-F238E27FC236}">
                <a16:creationId xmlns:a16="http://schemas.microsoft.com/office/drawing/2014/main" id="{C1FE07F5-2749-42E0-8871-1DA24D8C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678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4" name="data_6610">
            <a:extLst xmlns:a="http://schemas.openxmlformats.org/drawingml/2006/main">
              <a:ext uri="{FF2B5EF4-FFF2-40B4-BE49-F238E27FC236}">
                <a16:creationId xmlns:a16="http://schemas.microsoft.com/office/drawing/2014/main" id="{E5CA0280-89CD-4258-85D7-0EFC264C3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9614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5" name="data_6611">
            <a:extLst xmlns:a="http://schemas.openxmlformats.org/drawingml/2006/main">
              <a:ext uri="{FF2B5EF4-FFF2-40B4-BE49-F238E27FC236}">
                <a16:creationId xmlns:a16="http://schemas.microsoft.com/office/drawing/2014/main" id="{AD73287D-7AFF-4178-9C37-9E3E8F066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58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6" name="data_6612">
            <a:extLst xmlns:a="http://schemas.openxmlformats.org/drawingml/2006/main">
              <a:ext uri="{FF2B5EF4-FFF2-40B4-BE49-F238E27FC236}">
                <a16:creationId xmlns:a16="http://schemas.microsoft.com/office/drawing/2014/main" id="{9AE9D9E1-B054-40D5-8443-48DE514C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48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7" name="data_6613">
            <a:extLst xmlns:a="http://schemas.openxmlformats.org/drawingml/2006/main">
              <a:ext uri="{FF2B5EF4-FFF2-40B4-BE49-F238E27FC236}">
                <a16:creationId xmlns:a16="http://schemas.microsoft.com/office/drawing/2014/main" id="{3C601359-EE04-4A8F-A3F8-B4AC18A6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5545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8" name="data_6614">
            <a:extLst xmlns:a="http://schemas.openxmlformats.org/drawingml/2006/main">
              <a:ext uri="{FF2B5EF4-FFF2-40B4-BE49-F238E27FC236}">
                <a16:creationId xmlns:a16="http://schemas.microsoft.com/office/drawing/2014/main" id="{F5473819-5BDC-4C23-87F0-D40D0489B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818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9" name="data_6615">
            <a:extLst xmlns:a="http://schemas.openxmlformats.org/drawingml/2006/main">
              <a:ext uri="{FF2B5EF4-FFF2-40B4-BE49-F238E27FC236}">
                <a16:creationId xmlns:a16="http://schemas.microsoft.com/office/drawing/2014/main" id="{FA6CB43B-6B57-496A-8A14-CF8DB5F5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440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0" name="data_6616">
            <a:extLst xmlns:a="http://schemas.openxmlformats.org/drawingml/2006/main">
              <a:ext uri="{FF2B5EF4-FFF2-40B4-BE49-F238E27FC236}">
                <a16:creationId xmlns:a16="http://schemas.microsoft.com/office/drawing/2014/main" id="{6A1A784E-2E12-4860-B1C9-326FCB76B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531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1" name="data_6617">
            <a:extLst xmlns:a="http://schemas.openxmlformats.org/drawingml/2006/main">
              <a:ext uri="{FF2B5EF4-FFF2-40B4-BE49-F238E27FC236}">
                <a16:creationId xmlns:a16="http://schemas.microsoft.com/office/drawing/2014/main" id="{63B5CB4E-2B16-497B-8E2B-2BF06780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990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2" name="data_6618">
            <a:extLst xmlns:a="http://schemas.openxmlformats.org/drawingml/2006/main">
              <a:ext uri="{FF2B5EF4-FFF2-40B4-BE49-F238E27FC236}">
                <a16:creationId xmlns:a16="http://schemas.microsoft.com/office/drawing/2014/main" id="{E8EFDA24-1B56-4A24-A53B-14167E8D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8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3" name="data_6619">
            <a:extLst xmlns:a="http://schemas.openxmlformats.org/drawingml/2006/main">
              <a:ext uri="{FF2B5EF4-FFF2-40B4-BE49-F238E27FC236}">
                <a16:creationId xmlns:a16="http://schemas.microsoft.com/office/drawing/2014/main" id="{1C29BAB0-9B89-4C74-AE68-B48074D59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707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4" name="data_6620">
            <a:extLst xmlns:a="http://schemas.openxmlformats.org/drawingml/2006/main">
              <a:ext uri="{FF2B5EF4-FFF2-40B4-BE49-F238E27FC236}">
                <a16:creationId xmlns:a16="http://schemas.microsoft.com/office/drawing/2014/main" id="{1D65B494-3376-4812-92E7-40089D101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707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5" name="data_6621">
            <a:extLst xmlns:a="http://schemas.openxmlformats.org/drawingml/2006/main">
              <a:ext uri="{FF2B5EF4-FFF2-40B4-BE49-F238E27FC236}">
                <a16:creationId xmlns:a16="http://schemas.microsoft.com/office/drawing/2014/main" id="{3D777331-B93B-4F49-8E17-F43615FE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7986" y="24391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6" name="data_6622">
            <a:extLst xmlns:a="http://schemas.openxmlformats.org/drawingml/2006/main">
              <a:ext uri="{FF2B5EF4-FFF2-40B4-BE49-F238E27FC236}">
                <a16:creationId xmlns:a16="http://schemas.microsoft.com/office/drawing/2014/main" id="{25D91FF6-CCC0-4EEC-8DF2-9BEA0BF7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880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7" name="data_6623">
            <a:extLst xmlns:a="http://schemas.openxmlformats.org/drawingml/2006/main">
              <a:ext uri="{FF2B5EF4-FFF2-40B4-BE49-F238E27FC236}">
                <a16:creationId xmlns:a16="http://schemas.microsoft.com/office/drawing/2014/main" id="{60DB75A5-A6F4-4D25-85DE-D93F2DFAC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753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8" name="data_6624">
            <a:extLst xmlns:a="http://schemas.openxmlformats.org/drawingml/2006/main">
              <a:ext uri="{FF2B5EF4-FFF2-40B4-BE49-F238E27FC236}">
                <a16:creationId xmlns:a16="http://schemas.microsoft.com/office/drawing/2014/main" id="{D1805759-D6BE-46FB-9A87-78F995CE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16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9" name="data_6625">
            <a:extLst xmlns:a="http://schemas.openxmlformats.org/drawingml/2006/main">
              <a:ext uri="{FF2B5EF4-FFF2-40B4-BE49-F238E27FC236}">
                <a16:creationId xmlns:a16="http://schemas.microsoft.com/office/drawing/2014/main" id="{1D46E3B4-EC1F-454F-8941-7EC4B5CC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131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0" name="data_6626">
            <a:extLst xmlns:a="http://schemas.openxmlformats.org/drawingml/2006/main">
              <a:ext uri="{FF2B5EF4-FFF2-40B4-BE49-F238E27FC236}">
                <a16:creationId xmlns:a16="http://schemas.microsoft.com/office/drawing/2014/main" id="{25F7684B-40B2-4415-81FB-C1393B586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22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1" name="data_6627">
            <a:extLst xmlns:a="http://schemas.openxmlformats.org/drawingml/2006/main">
              <a:ext uri="{FF2B5EF4-FFF2-40B4-BE49-F238E27FC236}">
                <a16:creationId xmlns:a16="http://schemas.microsoft.com/office/drawing/2014/main" id="{18E680FA-F18D-42C8-A450-E969C5E9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6620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2" name="data_6628">
            <a:extLst xmlns:a="http://schemas.openxmlformats.org/drawingml/2006/main">
              <a:ext uri="{FF2B5EF4-FFF2-40B4-BE49-F238E27FC236}">
                <a16:creationId xmlns:a16="http://schemas.microsoft.com/office/drawing/2014/main" id="{FA28BF87-226B-457D-857C-F75073025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14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3" name="data_6629">
            <a:extLst xmlns:a="http://schemas.openxmlformats.org/drawingml/2006/main">
              <a:ext uri="{FF2B5EF4-FFF2-40B4-BE49-F238E27FC236}">
                <a16:creationId xmlns:a16="http://schemas.microsoft.com/office/drawing/2014/main" id="{854E01B8-44B9-45C2-8A8B-4A9536E3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9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4" name="data_6630">
            <a:extLst xmlns:a="http://schemas.openxmlformats.org/drawingml/2006/main">
              <a:ext uri="{FF2B5EF4-FFF2-40B4-BE49-F238E27FC236}">
                <a16:creationId xmlns:a16="http://schemas.microsoft.com/office/drawing/2014/main" id="{A2663021-75AB-41D0-980D-9561C4558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977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5" name="data_6631">
            <a:extLst xmlns:a="http://schemas.openxmlformats.org/drawingml/2006/main">
              <a:ext uri="{FF2B5EF4-FFF2-40B4-BE49-F238E27FC236}">
                <a16:creationId xmlns:a16="http://schemas.microsoft.com/office/drawing/2014/main" id="{E8F2E2F6-DE6A-45B5-BD5E-5A41C45F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82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6" name="data_6632">
            <a:extLst xmlns:a="http://schemas.openxmlformats.org/drawingml/2006/main">
              <a:ext uri="{FF2B5EF4-FFF2-40B4-BE49-F238E27FC236}">
                <a16:creationId xmlns:a16="http://schemas.microsoft.com/office/drawing/2014/main" id="{940FD1CB-ABA8-4873-94D1-94B29C490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4861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7" name="data_6633">
            <a:extLst xmlns:a="http://schemas.openxmlformats.org/drawingml/2006/main">
              <a:ext uri="{FF2B5EF4-FFF2-40B4-BE49-F238E27FC236}">
                <a16:creationId xmlns:a16="http://schemas.microsoft.com/office/drawing/2014/main" id="{F6B9D72A-2C9F-427F-8867-ECD1D0A0A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196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8" name="data_6634">
            <a:extLst xmlns:a="http://schemas.openxmlformats.org/drawingml/2006/main">
              <a:ext uri="{FF2B5EF4-FFF2-40B4-BE49-F238E27FC236}">
                <a16:creationId xmlns:a16="http://schemas.microsoft.com/office/drawing/2014/main" id="{90695204-7249-4BC4-9FA1-1E885C29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17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9" name="data_6635">
            <a:extLst xmlns:a="http://schemas.openxmlformats.org/drawingml/2006/main">
              <a:ext uri="{FF2B5EF4-FFF2-40B4-BE49-F238E27FC236}">
                <a16:creationId xmlns:a16="http://schemas.microsoft.com/office/drawing/2014/main" id="{3E1CFF3F-8782-4096-A679-46215FE71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121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0" name="data_6636">
            <a:extLst xmlns:a="http://schemas.openxmlformats.org/drawingml/2006/main">
              <a:ext uri="{FF2B5EF4-FFF2-40B4-BE49-F238E27FC236}">
                <a16:creationId xmlns:a16="http://schemas.microsoft.com/office/drawing/2014/main" id="{D51BD51B-B44D-4EF1-908A-87F08C98E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040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1" name="data_6637">
            <a:extLst xmlns:a="http://schemas.openxmlformats.org/drawingml/2006/main">
              <a:ext uri="{FF2B5EF4-FFF2-40B4-BE49-F238E27FC236}">
                <a16:creationId xmlns:a16="http://schemas.microsoft.com/office/drawing/2014/main" id="{8765E330-050E-42C8-B19B-2981C2F4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19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2" name="data_6638">
            <a:extLst xmlns:a="http://schemas.openxmlformats.org/drawingml/2006/main">
              <a:ext uri="{FF2B5EF4-FFF2-40B4-BE49-F238E27FC236}">
                <a16:creationId xmlns:a16="http://schemas.microsoft.com/office/drawing/2014/main" id="{27B15BF6-07D5-4827-A5CB-F9904AE0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2839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3" name="data_6639">
            <a:extLst xmlns:a="http://schemas.openxmlformats.org/drawingml/2006/main">
              <a:ext uri="{FF2B5EF4-FFF2-40B4-BE49-F238E27FC236}">
                <a16:creationId xmlns:a16="http://schemas.microsoft.com/office/drawing/2014/main" id="{6A431238-A678-410F-9C1F-8A54D5CE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284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4" name="data_6640">
            <a:extLst xmlns:a="http://schemas.openxmlformats.org/drawingml/2006/main">
              <a:ext uri="{FF2B5EF4-FFF2-40B4-BE49-F238E27FC236}">
                <a16:creationId xmlns:a16="http://schemas.microsoft.com/office/drawing/2014/main" id="{3F014517-29ED-457C-92F8-D2E28ADB8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02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5" name="data_6641">
            <a:extLst xmlns:a="http://schemas.openxmlformats.org/drawingml/2006/main">
              <a:ext uri="{FF2B5EF4-FFF2-40B4-BE49-F238E27FC236}">
                <a16:creationId xmlns:a16="http://schemas.microsoft.com/office/drawing/2014/main" id="{60A36A15-C6A3-45B0-96D1-61F3279F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798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6" name="data_6642">
            <a:extLst xmlns:a="http://schemas.openxmlformats.org/drawingml/2006/main">
              <a:ext uri="{FF2B5EF4-FFF2-40B4-BE49-F238E27FC236}">
                <a16:creationId xmlns:a16="http://schemas.microsoft.com/office/drawing/2014/main" id="{2BF45DD2-CB83-4025-B28E-9E92A85B7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84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7" name="data_6643">
            <a:extLst xmlns:a="http://schemas.openxmlformats.org/drawingml/2006/main">
              <a:ext uri="{FF2B5EF4-FFF2-40B4-BE49-F238E27FC236}">
                <a16:creationId xmlns:a16="http://schemas.microsoft.com/office/drawing/2014/main" id="{EF19748A-D1EB-4453-B8C3-00E284F30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66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8" name="data_6644">
            <a:extLst xmlns:a="http://schemas.openxmlformats.org/drawingml/2006/main">
              <a:ext uri="{FF2B5EF4-FFF2-40B4-BE49-F238E27FC236}">
                <a16:creationId xmlns:a16="http://schemas.microsoft.com/office/drawing/2014/main" id="{03D98314-0D44-4BAC-ADE3-8BC87209A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0854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9" name="data_6645">
            <a:extLst xmlns:a="http://schemas.openxmlformats.org/drawingml/2006/main">
              <a:ext uri="{FF2B5EF4-FFF2-40B4-BE49-F238E27FC236}">
                <a16:creationId xmlns:a16="http://schemas.microsoft.com/office/drawing/2014/main" id="{B2372FE9-F539-48B4-916D-4C3EA70F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457" y="238269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0" name="data_6646">
            <a:extLst xmlns:a="http://schemas.openxmlformats.org/drawingml/2006/main">
              <a:ext uri="{FF2B5EF4-FFF2-40B4-BE49-F238E27FC236}">
                <a16:creationId xmlns:a16="http://schemas.microsoft.com/office/drawing/2014/main" id="{F3007C84-BB12-4EE1-A976-0857E415F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30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1" name="data_6647">
            <a:extLst xmlns:a="http://schemas.openxmlformats.org/drawingml/2006/main">
              <a:ext uri="{FF2B5EF4-FFF2-40B4-BE49-F238E27FC236}">
                <a16:creationId xmlns:a16="http://schemas.microsoft.com/office/drawing/2014/main" id="{BDBBAEC8-6717-4DD1-96E7-2F3CD017A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033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2" name="data_6648">
            <a:extLst xmlns:a="http://schemas.openxmlformats.org/drawingml/2006/main">
              <a:ext uri="{FF2B5EF4-FFF2-40B4-BE49-F238E27FC236}">
                <a16:creationId xmlns:a16="http://schemas.microsoft.com/office/drawing/2014/main" id="{1D058C3B-B461-4F93-9771-4301CD8B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5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3" name="data_6649">
            <a:extLst xmlns:a="http://schemas.openxmlformats.org/drawingml/2006/main">
              <a:ext uri="{FF2B5EF4-FFF2-40B4-BE49-F238E27FC236}">
                <a16:creationId xmlns:a16="http://schemas.microsoft.com/office/drawing/2014/main" id="{B4DB225C-C9B2-4479-AFF4-3C1C2DFF3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4" name="data_6650">
            <a:extLst xmlns:a="http://schemas.openxmlformats.org/drawingml/2006/main">
              <a:ext uri="{FF2B5EF4-FFF2-40B4-BE49-F238E27FC236}">
                <a16:creationId xmlns:a16="http://schemas.microsoft.com/office/drawing/2014/main" id="{476D01F3-421A-4EEC-8D47-069A37BA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619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5" name="data_6651">
            <a:extLst xmlns:a="http://schemas.openxmlformats.org/drawingml/2006/main">
              <a:ext uri="{FF2B5EF4-FFF2-40B4-BE49-F238E27FC236}">
                <a16:creationId xmlns:a16="http://schemas.microsoft.com/office/drawing/2014/main" id="{3B3B355C-405F-4444-89FB-83EB828CD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8085" y="321038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6" name="data_6652">
            <a:extLst xmlns:a="http://schemas.openxmlformats.org/drawingml/2006/main">
              <a:ext uri="{FF2B5EF4-FFF2-40B4-BE49-F238E27FC236}">
                <a16:creationId xmlns:a16="http://schemas.microsoft.com/office/drawing/2014/main" id="{4A1A4CA9-CD06-478C-8002-A5DE4BAF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254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7" name="data_6653">
            <a:extLst xmlns:a="http://schemas.openxmlformats.org/drawingml/2006/main">
              <a:ext uri="{FF2B5EF4-FFF2-40B4-BE49-F238E27FC236}">
                <a16:creationId xmlns:a16="http://schemas.microsoft.com/office/drawing/2014/main" id="{074725EC-5475-4A3C-8E72-C7BCF871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5185" y="28290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8" name="data_6654">
            <a:extLst xmlns:a="http://schemas.openxmlformats.org/drawingml/2006/main">
              <a:ext uri="{FF2B5EF4-FFF2-40B4-BE49-F238E27FC236}">
                <a16:creationId xmlns:a16="http://schemas.microsoft.com/office/drawing/2014/main" id="{FA588D37-E206-4F1D-ABDF-48557B00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381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9" name="data_6655">
            <a:extLst xmlns:a="http://schemas.openxmlformats.org/drawingml/2006/main">
              <a:ext uri="{FF2B5EF4-FFF2-40B4-BE49-F238E27FC236}">
                <a16:creationId xmlns:a16="http://schemas.microsoft.com/office/drawing/2014/main" id="{1F20AFCE-91B3-479A-92F9-3ADC8FECE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7628" y="34068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0" name="data_6656">
            <a:extLst xmlns:a="http://schemas.openxmlformats.org/drawingml/2006/main">
              <a:ext uri="{FF2B5EF4-FFF2-40B4-BE49-F238E27FC236}">
                <a16:creationId xmlns:a16="http://schemas.microsoft.com/office/drawing/2014/main" id="{556F26E1-465A-4E54-8488-94EC4D759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2709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1" name="data_6657">
            <a:extLst xmlns:a="http://schemas.openxmlformats.org/drawingml/2006/main">
              <a:ext uri="{FF2B5EF4-FFF2-40B4-BE49-F238E27FC236}">
                <a16:creationId xmlns:a16="http://schemas.microsoft.com/office/drawing/2014/main" id="{CC492CBE-864E-4A2C-8366-88505846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3623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2" name="data_6658">
            <a:extLst xmlns:a="http://schemas.openxmlformats.org/drawingml/2006/main">
              <a:ext uri="{FF2B5EF4-FFF2-40B4-BE49-F238E27FC236}">
                <a16:creationId xmlns:a16="http://schemas.microsoft.com/office/drawing/2014/main" id="{9ACEB164-403F-4FC1-B7BF-0276FBAB1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83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3" name="data_6659">
            <a:extLst xmlns:a="http://schemas.openxmlformats.org/drawingml/2006/main">
              <a:ext uri="{FF2B5EF4-FFF2-40B4-BE49-F238E27FC236}">
                <a16:creationId xmlns:a16="http://schemas.microsoft.com/office/drawing/2014/main" id="{CB8FEC0A-D915-4503-9E6A-B8DEB218E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1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4" name="data_6660">
            <a:extLst xmlns:a="http://schemas.openxmlformats.org/drawingml/2006/main">
              <a:ext uri="{FF2B5EF4-FFF2-40B4-BE49-F238E27FC236}">
                <a16:creationId xmlns:a16="http://schemas.microsoft.com/office/drawing/2014/main" id="{8B4DAFC5-F15A-4562-8012-CB65CC3E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794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5" name="data_6661">
            <a:extLst xmlns:a="http://schemas.openxmlformats.org/drawingml/2006/main">
              <a:ext uri="{FF2B5EF4-FFF2-40B4-BE49-F238E27FC236}">
                <a16:creationId xmlns:a16="http://schemas.microsoft.com/office/drawing/2014/main" id="{F1D63156-46D3-47C4-A682-2C4E01C3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848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6" name="data_6662">
            <a:extLst xmlns:a="http://schemas.openxmlformats.org/drawingml/2006/main">
              <a:ext uri="{FF2B5EF4-FFF2-40B4-BE49-F238E27FC236}">
                <a16:creationId xmlns:a16="http://schemas.microsoft.com/office/drawing/2014/main" id="{43EA7719-053D-458B-8C90-88D49AC3F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22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7" name="data_6663">
            <a:extLst xmlns:a="http://schemas.openxmlformats.org/drawingml/2006/main">
              <a:ext uri="{FF2B5EF4-FFF2-40B4-BE49-F238E27FC236}">
                <a16:creationId xmlns:a16="http://schemas.microsoft.com/office/drawing/2014/main" id="{15C7AC39-860D-40DA-A490-D46B5705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327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8" name="data_6664">
            <a:extLst xmlns:a="http://schemas.openxmlformats.org/drawingml/2006/main">
              <a:ext uri="{FF2B5EF4-FFF2-40B4-BE49-F238E27FC236}">
                <a16:creationId xmlns:a16="http://schemas.microsoft.com/office/drawing/2014/main" id="{E9AF69D9-2CA9-4420-8BD0-D91AFF89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849" y="25953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9" name="data_6665">
            <a:extLst xmlns:a="http://schemas.openxmlformats.org/drawingml/2006/main">
              <a:ext uri="{FF2B5EF4-FFF2-40B4-BE49-F238E27FC236}">
                <a16:creationId xmlns:a16="http://schemas.microsoft.com/office/drawing/2014/main" id="{03163495-F6AD-4558-A32A-BFC61A53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8345" y="298179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0" name="data_6666">
            <a:extLst xmlns:a="http://schemas.openxmlformats.org/drawingml/2006/main">
              <a:ext uri="{FF2B5EF4-FFF2-40B4-BE49-F238E27FC236}">
                <a16:creationId xmlns:a16="http://schemas.microsoft.com/office/drawing/2014/main" id="{44444386-639F-4C33-A866-5BFACADC7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7239" y="35834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1" name="data_6667">
            <a:extLst xmlns:a="http://schemas.openxmlformats.org/drawingml/2006/main">
              <a:ext uri="{FF2B5EF4-FFF2-40B4-BE49-F238E27FC236}">
                <a16:creationId xmlns:a16="http://schemas.microsoft.com/office/drawing/2014/main" id="{E7E6C302-486A-4F53-B459-7C374F0B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736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2" name="data_6668">
            <a:extLst xmlns:a="http://schemas.openxmlformats.org/drawingml/2006/main">
              <a:ext uri="{FF2B5EF4-FFF2-40B4-BE49-F238E27FC236}">
                <a16:creationId xmlns:a16="http://schemas.microsoft.com/office/drawing/2014/main" id="{18F84B77-B8A3-4127-AF0C-BF8F285BA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929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3" name="data_6669">
            <a:extLst xmlns:a="http://schemas.openxmlformats.org/drawingml/2006/main">
              <a:ext uri="{FF2B5EF4-FFF2-40B4-BE49-F238E27FC236}">
                <a16:creationId xmlns:a16="http://schemas.microsoft.com/office/drawing/2014/main" id="{7C45CFE3-1E13-49E4-B2BC-04F0E21F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075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4" name="data_6670">
            <a:extLst xmlns:a="http://schemas.openxmlformats.org/drawingml/2006/main">
              <a:ext uri="{FF2B5EF4-FFF2-40B4-BE49-F238E27FC236}">
                <a16:creationId xmlns:a16="http://schemas.microsoft.com/office/drawing/2014/main" id="{F363798E-EBEB-4677-AE27-1B69976F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5836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5" name="data_6671">
            <a:extLst xmlns:a="http://schemas.openxmlformats.org/drawingml/2006/main">
              <a:ext uri="{FF2B5EF4-FFF2-40B4-BE49-F238E27FC236}">
                <a16:creationId xmlns:a16="http://schemas.microsoft.com/office/drawing/2014/main" id="{D573651D-2435-4B24-A29D-6D5066C0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616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6" name="data_6672">
            <a:extLst xmlns:a="http://schemas.openxmlformats.org/drawingml/2006/main">
              <a:ext uri="{FF2B5EF4-FFF2-40B4-BE49-F238E27FC236}">
                <a16:creationId xmlns:a16="http://schemas.microsoft.com/office/drawing/2014/main" id="{01ADF815-AC71-4F4F-8EED-84A41E21C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199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7" name="data_6673">
            <a:extLst xmlns:a="http://schemas.openxmlformats.org/drawingml/2006/main">
              <a:ext uri="{FF2B5EF4-FFF2-40B4-BE49-F238E27FC236}">
                <a16:creationId xmlns:a16="http://schemas.microsoft.com/office/drawing/2014/main" id="{20954087-BB15-4CF2-817D-098E3034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3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8" name="data_6674">
            <a:extLst xmlns:a="http://schemas.openxmlformats.org/drawingml/2006/main">
              <a:ext uri="{FF2B5EF4-FFF2-40B4-BE49-F238E27FC236}">
                <a16:creationId xmlns:a16="http://schemas.microsoft.com/office/drawing/2014/main" id="{5E6AA138-484E-44B7-A05E-374CC01F6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824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9" name="data_6675">
            <a:extLst xmlns:a="http://schemas.openxmlformats.org/drawingml/2006/main">
              <a:ext uri="{FF2B5EF4-FFF2-40B4-BE49-F238E27FC236}">
                <a16:creationId xmlns:a16="http://schemas.microsoft.com/office/drawing/2014/main" id="{FAFF52FF-7CA5-4F42-9F4F-72FADA3A9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5251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0" name="data_6676">
            <a:extLst xmlns:a="http://schemas.openxmlformats.org/drawingml/2006/main">
              <a:ext uri="{FF2B5EF4-FFF2-40B4-BE49-F238E27FC236}">
                <a16:creationId xmlns:a16="http://schemas.microsoft.com/office/drawing/2014/main" id="{137E8E5F-1CDB-4DA5-984B-968B017E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121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1" name="data_6677">
            <a:extLst xmlns:a="http://schemas.openxmlformats.org/drawingml/2006/main">
              <a:ext uri="{FF2B5EF4-FFF2-40B4-BE49-F238E27FC236}">
                <a16:creationId xmlns:a16="http://schemas.microsoft.com/office/drawing/2014/main" id="{6602ABA7-1C0E-4342-A673-AA834BBC2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26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2" name="data_6678">
            <a:extLst xmlns:a="http://schemas.openxmlformats.org/drawingml/2006/main">
              <a:ext uri="{FF2B5EF4-FFF2-40B4-BE49-F238E27FC236}">
                <a16:creationId xmlns:a16="http://schemas.microsoft.com/office/drawing/2014/main" id="{CD6C438D-C0D2-4DA5-8240-C44959C09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033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3" name="data_6679">
            <a:extLst xmlns:a="http://schemas.openxmlformats.org/drawingml/2006/main">
              <a:ext uri="{FF2B5EF4-FFF2-40B4-BE49-F238E27FC236}">
                <a16:creationId xmlns:a16="http://schemas.microsoft.com/office/drawing/2014/main" id="{A5BB0FF2-6EE0-43B3-8045-484DD2522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316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4" name="data_6680">
            <a:extLst xmlns:a="http://schemas.openxmlformats.org/drawingml/2006/main">
              <a:ext uri="{FF2B5EF4-FFF2-40B4-BE49-F238E27FC236}">
                <a16:creationId xmlns:a16="http://schemas.microsoft.com/office/drawing/2014/main" id="{E1849663-AEDE-47F6-9231-980E6364B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5" name="data_6681">
            <a:extLst xmlns:a="http://schemas.openxmlformats.org/drawingml/2006/main">
              <a:ext uri="{FF2B5EF4-FFF2-40B4-BE49-F238E27FC236}">
                <a16:creationId xmlns:a16="http://schemas.microsoft.com/office/drawing/2014/main" id="{009DBDC6-93FC-47F0-8D57-DE816A1A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8314" y="262470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6" name="data_6682">
            <a:extLst xmlns:a="http://schemas.openxmlformats.org/drawingml/2006/main">
              <a:ext uri="{FF2B5EF4-FFF2-40B4-BE49-F238E27FC236}">
                <a16:creationId xmlns:a16="http://schemas.microsoft.com/office/drawing/2014/main" id="{777074B3-E2E6-48D6-8403-C7D61B83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3917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7" name="data_6683">
            <a:extLst xmlns:a="http://schemas.openxmlformats.org/drawingml/2006/main">
              <a:ext uri="{FF2B5EF4-FFF2-40B4-BE49-F238E27FC236}">
                <a16:creationId xmlns:a16="http://schemas.microsoft.com/office/drawing/2014/main" id="{272163E5-0366-489C-9785-9F0A56845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661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8" name="data_6684">
            <a:extLst xmlns:a="http://schemas.openxmlformats.org/drawingml/2006/main">
              <a:ext uri="{FF2B5EF4-FFF2-40B4-BE49-F238E27FC236}">
                <a16:creationId xmlns:a16="http://schemas.microsoft.com/office/drawing/2014/main" id="{53EF179D-F95D-4A9A-A503-C63F8FF65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32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9" name="data_6685">
            <a:extLst xmlns:a="http://schemas.openxmlformats.org/drawingml/2006/main">
              <a:ext uri="{FF2B5EF4-FFF2-40B4-BE49-F238E27FC236}">
                <a16:creationId xmlns:a16="http://schemas.microsoft.com/office/drawing/2014/main" id="{3941F17F-761A-4867-AD99-937B89160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498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0" name="data_6686">
            <a:extLst xmlns:a="http://schemas.openxmlformats.org/drawingml/2006/main">
              <a:ext uri="{FF2B5EF4-FFF2-40B4-BE49-F238E27FC236}">
                <a16:creationId xmlns:a16="http://schemas.microsoft.com/office/drawing/2014/main" id="{7833686A-1EF3-46C8-B97E-4E450550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173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1" name="data_6687">
            <a:extLst xmlns:a="http://schemas.openxmlformats.org/drawingml/2006/main">
              <a:ext uri="{FF2B5EF4-FFF2-40B4-BE49-F238E27FC236}">
                <a16:creationId xmlns:a16="http://schemas.microsoft.com/office/drawing/2014/main" id="{162C0F11-AC92-43E2-B275-D043EE46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8248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2" name="data_6688">
            <a:extLst xmlns:a="http://schemas.openxmlformats.org/drawingml/2006/main">
              <a:ext uri="{FF2B5EF4-FFF2-40B4-BE49-F238E27FC236}">
                <a16:creationId xmlns:a16="http://schemas.microsoft.com/office/drawing/2014/main" id="{3CBAF5FC-ACA7-495D-9DBB-72EF5ED8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704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3" name="data_6689">
            <a:extLst xmlns:a="http://schemas.openxmlformats.org/drawingml/2006/main">
              <a:ext uri="{FF2B5EF4-FFF2-40B4-BE49-F238E27FC236}">
                <a16:creationId xmlns:a16="http://schemas.microsoft.com/office/drawing/2014/main" id="{00D51B9F-2D30-4E87-B06C-CCBEA1F7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235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4" name="data_6690">
            <a:extLst xmlns:a="http://schemas.openxmlformats.org/drawingml/2006/main">
              <a:ext uri="{FF2B5EF4-FFF2-40B4-BE49-F238E27FC236}">
                <a16:creationId xmlns:a16="http://schemas.microsoft.com/office/drawing/2014/main" id="{7188D6B1-F9D8-4EB6-A8C1-CA018B70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9355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5" name="data_6691">
            <a:extLst xmlns:a="http://schemas.openxmlformats.org/drawingml/2006/main">
              <a:ext uri="{FF2B5EF4-FFF2-40B4-BE49-F238E27FC236}">
                <a16:creationId xmlns:a16="http://schemas.microsoft.com/office/drawing/2014/main" id="{5BFE5612-C453-4F0F-B77A-C1E46874F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7532" y="224449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6" name="data_6692">
            <a:extLst xmlns:a="http://schemas.openxmlformats.org/drawingml/2006/main">
              <a:ext uri="{FF2B5EF4-FFF2-40B4-BE49-F238E27FC236}">
                <a16:creationId xmlns:a16="http://schemas.microsoft.com/office/drawing/2014/main" id="{D7BF0053-17E2-418A-8960-BEA8718D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61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7" name="data_6693">
            <a:extLst xmlns:a="http://schemas.openxmlformats.org/drawingml/2006/main">
              <a:ext uri="{FF2B5EF4-FFF2-40B4-BE49-F238E27FC236}">
                <a16:creationId xmlns:a16="http://schemas.microsoft.com/office/drawing/2014/main" id="{1803A8F0-BB5D-4D6D-BC10-A0410DF1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756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8" name="data_6694">
            <a:extLst xmlns:a="http://schemas.openxmlformats.org/drawingml/2006/main">
              <a:ext uri="{FF2B5EF4-FFF2-40B4-BE49-F238E27FC236}">
                <a16:creationId xmlns:a16="http://schemas.microsoft.com/office/drawing/2014/main" id="{30FC8642-5668-462C-93E5-D0FCE173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938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9" name="data_6695">
            <a:extLst xmlns:a="http://schemas.openxmlformats.org/drawingml/2006/main">
              <a:ext uri="{FF2B5EF4-FFF2-40B4-BE49-F238E27FC236}">
                <a16:creationId xmlns:a16="http://schemas.microsoft.com/office/drawing/2014/main" id="{90612E62-2B3A-4AD0-8C22-CBDE14A12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29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0" name="data_6696">
            <a:extLst xmlns:a="http://schemas.openxmlformats.org/drawingml/2006/main">
              <a:ext uri="{FF2B5EF4-FFF2-40B4-BE49-F238E27FC236}">
                <a16:creationId xmlns:a16="http://schemas.microsoft.com/office/drawing/2014/main" id="{C47B807A-F671-45C6-A1DF-2C3410EBD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8279" y="348831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1" name="data_6697">
            <a:extLst xmlns:a="http://schemas.openxmlformats.org/drawingml/2006/main">
              <a:ext uri="{FF2B5EF4-FFF2-40B4-BE49-F238E27FC236}">
                <a16:creationId xmlns:a16="http://schemas.microsoft.com/office/drawing/2014/main" id="{F8C5FDF1-695B-49E8-82C4-C00E8CF3B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8834" y="29256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2" name="data_6698">
            <a:extLst xmlns:a="http://schemas.openxmlformats.org/drawingml/2006/main">
              <a:ext uri="{FF2B5EF4-FFF2-40B4-BE49-F238E27FC236}">
                <a16:creationId xmlns:a16="http://schemas.microsoft.com/office/drawing/2014/main" id="{EDF4E438-DB50-4635-9A03-41E65D762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466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3" name="data_6699">
            <a:extLst xmlns:a="http://schemas.openxmlformats.org/drawingml/2006/main">
              <a:ext uri="{FF2B5EF4-FFF2-40B4-BE49-F238E27FC236}">
                <a16:creationId xmlns:a16="http://schemas.microsoft.com/office/drawing/2014/main" id="{2AEF8AC6-AFD1-4F47-AD36-BA1DEEB13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889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4" name="data_6700">
            <a:extLst xmlns:a="http://schemas.openxmlformats.org/drawingml/2006/main">
              <a:ext uri="{FF2B5EF4-FFF2-40B4-BE49-F238E27FC236}">
                <a16:creationId xmlns:a16="http://schemas.microsoft.com/office/drawing/2014/main" id="{C096103E-B2E8-4242-B7AF-2528C95BC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153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5" name="data_6701">
            <a:extLst xmlns:a="http://schemas.openxmlformats.org/drawingml/2006/main">
              <a:ext uri="{FF2B5EF4-FFF2-40B4-BE49-F238E27FC236}">
                <a16:creationId xmlns:a16="http://schemas.microsoft.com/office/drawing/2014/main" id="{CEC29B6F-5BFE-4317-9399-9AA08592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14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6" name="data_6702">
            <a:extLst xmlns:a="http://schemas.openxmlformats.org/drawingml/2006/main">
              <a:ext uri="{FF2B5EF4-FFF2-40B4-BE49-F238E27FC236}">
                <a16:creationId xmlns:a16="http://schemas.microsoft.com/office/drawing/2014/main" id="{2D68B72A-08F9-4912-B800-AD1E24A0D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32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7" name="data_6703">
            <a:extLst xmlns:a="http://schemas.openxmlformats.org/drawingml/2006/main">
              <a:ext uri="{FF2B5EF4-FFF2-40B4-BE49-F238E27FC236}">
                <a16:creationId xmlns:a16="http://schemas.microsoft.com/office/drawing/2014/main" id="{D6179D41-599B-4016-B9C3-13A4B7448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5445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8" name="data_6704">
            <a:extLst xmlns:a="http://schemas.openxmlformats.org/drawingml/2006/main">
              <a:ext uri="{FF2B5EF4-FFF2-40B4-BE49-F238E27FC236}">
                <a16:creationId xmlns:a16="http://schemas.microsoft.com/office/drawing/2014/main" id="{DA31039F-402B-440A-B2AD-55A5CA9BC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6911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9" name="data_6705">
            <a:extLst xmlns:a="http://schemas.openxmlformats.org/drawingml/2006/main">
              <a:ext uri="{FF2B5EF4-FFF2-40B4-BE49-F238E27FC236}">
                <a16:creationId xmlns:a16="http://schemas.microsoft.com/office/drawing/2014/main" id="{01AB95BB-87E6-4B4D-8C4D-2A8E4E9A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3199" y="383522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0" name="data_6706">
            <a:extLst xmlns:a="http://schemas.openxmlformats.org/drawingml/2006/main">
              <a:ext uri="{FF2B5EF4-FFF2-40B4-BE49-F238E27FC236}">
                <a16:creationId xmlns:a16="http://schemas.microsoft.com/office/drawing/2014/main" id="{AB99585C-24E8-48E8-B94C-247667CE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95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1" name="data_6707">
            <a:extLst xmlns:a="http://schemas.openxmlformats.org/drawingml/2006/main">
              <a:ext uri="{FF2B5EF4-FFF2-40B4-BE49-F238E27FC236}">
                <a16:creationId xmlns:a16="http://schemas.microsoft.com/office/drawing/2014/main" id="{319A80B3-4A77-4C50-AC31-0C8FD668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694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2" name="data_6708">
            <a:extLst xmlns:a="http://schemas.openxmlformats.org/drawingml/2006/main">
              <a:ext uri="{FF2B5EF4-FFF2-40B4-BE49-F238E27FC236}">
                <a16:creationId xmlns:a16="http://schemas.microsoft.com/office/drawing/2014/main" id="{ACB11AF4-D347-4EBB-867D-EF1B163ED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114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3" name="data_6709">
            <a:extLst xmlns:a="http://schemas.openxmlformats.org/drawingml/2006/main">
              <a:ext uri="{FF2B5EF4-FFF2-40B4-BE49-F238E27FC236}">
                <a16:creationId xmlns:a16="http://schemas.microsoft.com/office/drawing/2014/main" id="{D60259EC-AABE-445F-B4DE-342953ACE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97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4" name="data_6710">
            <a:extLst xmlns:a="http://schemas.openxmlformats.org/drawingml/2006/main">
              <a:ext uri="{FF2B5EF4-FFF2-40B4-BE49-F238E27FC236}">
                <a16:creationId xmlns:a16="http://schemas.microsoft.com/office/drawing/2014/main" id="{1761FD07-C0FD-4374-A776-7393D476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232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5" name="data_6711">
            <a:extLst xmlns:a="http://schemas.openxmlformats.org/drawingml/2006/main">
              <a:ext uri="{FF2B5EF4-FFF2-40B4-BE49-F238E27FC236}">
                <a16:creationId xmlns:a16="http://schemas.microsoft.com/office/drawing/2014/main" id="{DBA6792D-1A0D-4CEF-B074-3D6BF56A6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64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6" name="data_6712">
            <a:extLst xmlns:a="http://schemas.openxmlformats.org/drawingml/2006/main">
              <a:ext uri="{FF2B5EF4-FFF2-40B4-BE49-F238E27FC236}">
                <a16:creationId xmlns:a16="http://schemas.microsoft.com/office/drawing/2014/main" id="{1AB9662F-FF95-4253-9A24-99545E0E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225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7" name="data_6713">
            <a:extLst xmlns:a="http://schemas.openxmlformats.org/drawingml/2006/main">
              <a:ext uri="{FF2B5EF4-FFF2-40B4-BE49-F238E27FC236}">
                <a16:creationId xmlns:a16="http://schemas.microsoft.com/office/drawing/2014/main" id="{0B3C66E7-E333-4919-A054-E6725CC1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6" y="29467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8" name="data_6714">
            <a:extLst xmlns:a="http://schemas.openxmlformats.org/drawingml/2006/main">
              <a:ext uri="{FF2B5EF4-FFF2-40B4-BE49-F238E27FC236}">
                <a16:creationId xmlns:a16="http://schemas.microsoft.com/office/drawing/2014/main" id="{C924A506-4446-4F70-8583-39EBC4789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873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9" name="data_6715">
            <a:extLst xmlns:a="http://schemas.openxmlformats.org/drawingml/2006/main">
              <a:ext uri="{FF2B5EF4-FFF2-40B4-BE49-F238E27FC236}">
                <a16:creationId xmlns:a16="http://schemas.microsoft.com/office/drawing/2014/main" id="{7EE68DB0-17FD-4A47-8DEB-E0ED9901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469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0" name="data_6716">
            <a:extLst xmlns:a="http://schemas.openxmlformats.org/drawingml/2006/main">
              <a:ext uri="{FF2B5EF4-FFF2-40B4-BE49-F238E27FC236}">
                <a16:creationId xmlns:a16="http://schemas.microsoft.com/office/drawing/2014/main" id="{6E0FB64E-7827-4C96-8693-86391E1F5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525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1" name="data_6717">
            <a:extLst xmlns:a="http://schemas.openxmlformats.org/drawingml/2006/main">
              <a:ext uri="{FF2B5EF4-FFF2-40B4-BE49-F238E27FC236}">
                <a16:creationId xmlns:a16="http://schemas.microsoft.com/office/drawing/2014/main" id="{B61D4A62-6427-4668-8AE0-9867F661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968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2" name="data_6718">
            <a:extLst xmlns:a="http://schemas.openxmlformats.org/drawingml/2006/main">
              <a:ext uri="{FF2B5EF4-FFF2-40B4-BE49-F238E27FC236}">
                <a16:creationId xmlns:a16="http://schemas.microsoft.com/office/drawing/2014/main" id="{AF90228A-2DB6-482D-A278-B2F53B186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5870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3" name="data_6719">
            <a:extLst xmlns:a="http://schemas.openxmlformats.org/drawingml/2006/main">
              <a:ext uri="{FF2B5EF4-FFF2-40B4-BE49-F238E27FC236}">
                <a16:creationId xmlns:a16="http://schemas.microsoft.com/office/drawing/2014/main" id="{E9F8704D-7598-4424-AAC3-D5F9E66C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69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4" name="data_6720">
            <a:extLst xmlns:a="http://schemas.openxmlformats.org/drawingml/2006/main">
              <a:ext uri="{FF2B5EF4-FFF2-40B4-BE49-F238E27FC236}">
                <a16:creationId xmlns:a16="http://schemas.microsoft.com/office/drawing/2014/main" id="{346A577A-358C-4B14-8F0E-71BF2525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3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5" name="data_6721">
            <a:extLst xmlns:a="http://schemas.openxmlformats.org/drawingml/2006/main">
              <a:ext uri="{FF2B5EF4-FFF2-40B4-BE49-F238E27FC236}">
                <a16:creationId xmlns:a16="http://schemas.microsoft.com/office/drawing/2014/main" id="{ABADB59C-1861-428B-B24A-F053D833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5674" y="22963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6" name="data_6722">
            <a:extLst xmlns:a="http://schemas.openxmlformats.org/drawingml/2006/main">
              <a:ext uri="{FF2B5EF4-FFF2-40B4-BE49-F238E27FC236}">
                <a16:creationId xmlns:a16="http://schemas.microsoft.com/office/drawing/2014/main" id="{17140D48-DD9A-4994-ACAB-F35E1926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805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7" name="data_6723">
            <a:extLst xmlns:a="http://schemas.openxmlformats.org/drawingml/2006/main">
              <a:ext uri="{FF2B5EF4-FFF2-40B4-BE49-F238E27FC236}">
                <a16:creationId xmlns:a16="http://schemas.microsoft.com/office/drawing/2014/main" id="{ED23985C-552F-4354-9995-559696FA8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541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8" name="data_6724">
            <a:extLst xmlns:a="http://schemas.openxmlformats.org/drawingml/2006/main">
              <a:ext uri="{FF2B5EF4-FFF2-40B4-BE49-F238E27FC236}">
                <a16:creationId xmlns:a16="http://schemas.microsoft.com/office/drawing/2014/main" id="{D7163B7C-F2DD-46A3-A3CF-DB3449579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24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9" name="data_6725">
            <a:extLst xmlns:a="http://schemas.openxmlformats.org/drawingml/2006/main">
              <a:ext uri="{FF2B5EF4-FFF2-40B4-BE49-F238E27FC236}">
                <a16:creationId xmlns:a16="http://schemas.microsoft.com/office/drawing/2014/main" id="{6E476FC1-14EC-4377-93C8-789CA6B6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5219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0" name="data_6726">
            <a:extLst xmlns:a="http://schemas.openxmlformats.org/drawingml/2006/main">
              <a:ext uri="{FF2B5EF4-FFF2-40B4-BE49-F238E27FC236}">
                <a16:creationId xmlns:a16="http://schemas.microsoft.com/office/drawing/2014/main" id="{87C495DC-BA55-40CB-9920-D473D569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41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1" name="data_6727">
            <a:extLst xmlns:a="http://schemas.openxmlformats.org/drawingml/2006/main">
              <a:ext uri="{FF2B5EF4-FFF2-40B4-BE49-F238E27FC236}">
                <a16:creationId xmlns:a16="http://schemas.microsoft.com/office/drawing/2014/main" id="{E3776DF3-6666-40E1-8A33-BD589577E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316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2" name="data_6728">
            <a:extLst xmlns:a="http://schemas.openxmlformats.org/drawingml/2006/main">
              <a:ext uri="{FF2B5EF4-FFF2-40B4-BE49-F238E27FC236}">
                <a16:creationId xmlns:a16="http://schemas.microsoft.com/office/drawing/2014/main" id="{D6B06CB3-D341-43C9-8923-CA65735D8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639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3" name="data_6729">
            <a:extLst xmlns:a="http://schemas.openxmlformats.org/drawingml/2006/main">
              <a:ext uri="{FF2B5EF4-FFF2-40B4-BE49-F238E27FC236}">
                <a16:creationId xmlns:a16="http://schemas.microsoft.com/office/drawing/2014/main" id="{933A3F4B-80FF-4B8C-8ACD-28E24A9B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67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4" name="data_6730">
            <a:extLst xmlns:a="http://schemas.openxmlformats.org/drawingml/2006/main">
              <a:ext uri="{FF2B5EF4-FFF2-40B4-BE49-F238E27FC236}">
                <a16:creationId xmlns:a16="http://schemas.microsoft.com/office/drawing/2014/main" id="{F3136680-F952-4038-A230-8E5C2519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13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5" name="data_6731">
            <a:extLst xmlns:a="http://schemas.openxmlformats.org/drawingml/2006/main">
              <a:ext uri="{FF2B5EF4-FFF2-40B4-BE49-F238E27FC236}">
                <a16:creationId xmlns:a16="http://schemas.microsoft.com/office/drawing/2014/main" id="{38334FA0-9624-4C4A-B249-3E721E886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990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6" name="data_6732">
            <a:extLst xmlns:a="http://schemas.openxmlformats.org/drawingml/2006/main">
              <a:ext uri="{FF2B5EF4-FFF2-40B4-BE49-F238E27FC236}">
                <a16:creationId xmlns:a16="http://schemas.microsoft.com/office/drawing/2014/main" id="{D0484878-27DC-4A63-9BFF-41D4F916E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958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7" name="data_6733">
            <a:extLst xmlns:a="http://schemas.openxmlformats.org/drawingml/2006/main">
              <a:ext uri="{FF2B5EF4-FFF2-40B4-BE49-F238E27FC236}">
                <a16:creationId xmlns:a16="http://schemas.microsoft.com/office/drawing/2014/main" id="{30BEC45C-47AE-417A-A1E6-52E4D712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857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8" name="data_6734">
            <a:extLst xmlns:a="http://schemas.openxmlformats.org/drawingml/2006/main">
              <a:ext uri="{FF2B5EF4-FFF2-40B4-BE49-F238E27FC236}">
                <a16:creationId xmlns:a16="http://schemas.microsoft.com/office/drawing/2014/main" id="{E37C319E-F85E-4A5D-9504-62EAC1E1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177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9" name="data_6735">
            <a:extLst xmlns:a="http://schemas.openxmlformats.org/drawingml/2006/main">
              <a:ext uri="{FF2B5EF4-FFF2-40B4-BE49-F238E27FC236}">
                <a16:creationId xmlns:a16="http://schemas.microsoft.com/office/drawing/2014/main" id="{8B75D114-85B8-4674-B8E8-5A1274DF4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365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0" name="data_6736">
            <a:extLst xmlns:a="http://schemas.openxmlformats.org/drawingml/2006/main">
              <a:ext uri="{FF2B5EF4-FFF2-40B4-BE49-F238E27FC236}">
                <a16:creationId xmlns:a16="http://schemas.microsoft.com/office/drawing/2014/main" id="{B9539E62-F841-43D2-B5A9-791377FB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1473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1" name="data_6737">
            <a:extLst xmlns:a="http://schemas.openxmlformats.org/drawingml/2006/main">
              <a:ext uri="{FF2B5EF4-FFF2-40B4-BE49-F238E27FC236}">
                <a16:creationId xmlns:a16="http://schemas.microsoft.com/office/drawing/2014/main" id="{2CAD69BF-454C-455D-BF84-A763FB33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675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2" name="data_6738">
            <a:extLst xmlns:a="http://schemas.openxmlformats.org/drawingml/2006/main">
              <a:ext uri="{FF2B5EF4-FFF2-40B4-BE49-F238E27FC236}">
                <a16:creationId xmlns:a16="http://schemas.microsoft.com/office/drawing/2014/main" id="{A540273F-BB26-460C-A304-53B54C67A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375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3" name="data_6739">
            <a:extLst xmlns:a="http://schemas.openxmlformats.org/drawingml/2006/main">
              <a:ext uri="{FF2B5EF4-FFF2-40B4-BE49-F238E27FC236}">
                <a16:creationId xmlns:a16="http://schemas.microsoft.com/office/drawing/2014/main" id="{A14D95FB-0643-438C-82F6-98D472030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756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4" name="data_6740">
            <a:extLst xmlns:a="http://schemas.openxmlformats.org/drawingml/2006/main">
              <a:ext uri="{FF2B5EF4-FFF2-40B4-BE49-F238E27FC236}">
                <a16:creationId xmlns:a16="http://schemas.microsoft.com/office/drawing/2014/main" id="{36532C80-32CE-42F8-82B9-3891F498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564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5" name="data_6741">
            <a:extLst xmlns:a="http://schemas.openxmlformats.org/drawingml/2006/main">
              <a:ext uri="{FF2B5EF4-FFF2-40B4-BE49-F238E27FC236}">
                <a16:creationId xmlns:a16="http://schemas.microsoft.com/office/drawing/2014/main" id="{1765910E-0EB5-4185-864A-D78D4FB0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1732" y="289293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6" name="data_6742">
            <a:extLst xmlns:a="http://schemas.openxmlformats.org/drawingml/2006/main">
              <a:ext uri="{FF2B5EF4-FFF2-40B4-BE49-F238E27FC236}">
                <a16:creationId xmlns:a16="http://schemas.microsoft.com/office/drawing/2014/main" id="{07754D43-C220-4663-BD6B-076293DE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834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7" name="data_6743">
            <a:extLst xmlns:a="http://schemas.openxmlformats.org/drawingml/2006/main">
              <a:ext uri="{FF2B5EF4-FFF2-40B4-BE49-F238E27FC236}">
                <a16:creationId xmlns:a16="http://schemas.microsoft.com/office/drawing/2014/main" id="{C39A0E15-9B2B-47BF-BF44-78F50733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714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8" name="data_6744">
            <a:extLst xmlns:a="http://schemas.openxmlformats.org/drawingml/2006/main">
              <a:ext uri="{FF2B5EF4-FFF2-40B4-BE49-F238E27FC236}">
                <a16:creationId xmlns:a16="http://schemas.microsoft.com/office/drawing/2014/main" id="{3A38E09E-71F9-4EEA-89FE-0BF92693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333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9" name="data_6745">
            <a:extLst xmlns:a="http://schemas.openxmlformats.org/drawingml/2006/main">
              <a:ext uri="{FF2B5EF4-FFF2-40B4-BE49-F238E27FC236}">
                <a16:creationId xmlns:a16="http://schemas.microsoft.com/office/drawing/2014/main" id="{FD897EA2-8980-4B15-B94C-379060E72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65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0" name="data_6746">
            <a:extLst xmlns:a="http://schemas.openxmlformats.org/drawingml/2006/main">
              <a:ext uri="{FF2B5EF4-FFF2-40B4-BE49-F238E27FC236}">
                <a16:creationId xmlns:a16="http://schemas.microsoft.com/office/drawing/2014/main" id="{D35F8505-CF6E-4A14-8B16-30E28E3F9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378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1" name="data_6747">
            <a:extLst xmlns:a="http://schemas.openxmlformats.org/drawingml/2006/main">
              <a:ext uri="{FF2B5EF4-FFF2-40B4-BE49-F238E27FC236}">
                <a16:creationId xmlns:a16="http://schemas.microsoft.com/office/drawing/2014/main" id="{BE782002-275D-44A2-8AE3-4A8C108C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6422" y="37252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2" name="data_6748">
            <a:extLst xmlns:a="http://schemas.openxmlformats.org/drawingml/2006/main">
              <a:ext uri="{FF2B5EF4-FFF2-40B4-BE49-F238E27FC236}">
                <a16:creationId xmlns:a16="http://schemas.microsoft.com/office/drawing/2014/main" id="{C1874B6A-D235-4745-9339-F0BD6006C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906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3" name="data_6749">
            <a:extLst xmlns:a="http://schemas.openxmlformats.org/drawingml/2006/main">
              <a:ext uri="{FF2B5EF4-FFF2-40B4-BE49-F238E27FC236}">
                <a16:creationId xmlns:a16="http://schemas.microsoft.com/office/drawing/2014/main" id="{70DEAD2D-541F-4AA5-88F3-CFF41B34D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95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4" name="data_6750">
            <a:extLst xmlns:a="http://schemas.openxmlformats.org/drawingml/2006/main">
              <a:ext uri="{FF2B5EF4-FFF2-40B4-BE49-F238E27FC236}">
                <a16:creationId xmlns:a16="http://schemas.microsoft.com/office/drawing/2014/main" id="{19B21FA7-9D20-4470-8A5A-D16195BA6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179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5" name="data_6751">
            <a:extLst xmlns:a="http://schemas.openxmlformats.org/drawingml/2006/main">
              <a:ext uri="{FF2B5EF4-FFF2-40B4-BE49-F238E27FC236}">
                <a16:creationId xmlns:a16="http://schemas.microsoft.com/office/drawing/2014/main" id="{EB7F6BFC-3932-4726-8790-BF43FA04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1895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6" name="data_6752">
            <a:extLst xmlns:a="http://schemas.openxmlformats.org/drawingml/2006/main">
              <a:ext uri="{FF2B5EF4-FFF2-40B4-BE49-F238E27FC236}">
                <a16:creationId xmlns:a16="http://schemas.microsoft.com/office/drawing/2014/main" id="{EB0B65D4-03A4-43F3-9565-1926528B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547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7" name="data_6753">
            <a:extLst xmlns:a="http://schemas.openxmlformats.org/drawingml/2006/main">
              <a:ext uri="{FF2B5EF4-FFF2-40B4-BE49-F238E27FC236}">
                <a16:creationId xmlns:a16="http://schemas.microsoft.com/office/drawing/2014/main" id="{F3050F54-C0D1-4444-BC2B-7E75F96F7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9353" y="38986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8" name="data_6754">
            <a:extLst xmlns:a="http://schemas.openxmlformats.org/drawingml/2006/main">
              <a:ext uri="{FF2B5EF4-FFF2-40B4-BE49-F238E27FC236}">
                <a16:creationId xmlns:a16="http://schemas.microsoft.com/office/drawing/2014/main" id="{07324184-9502-41ED-8BD6-981D91F49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078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9" name="data_6755">
            <a:extLst xmlns:a="http://schemas.openxmlformats.org/drawingml/2006/main">
              <a:ext uri="{FF2B5EF4-FFF2-40B4-BE49-F238E27FC236}">
                <a16:creationId xmlns:a16="http://schemas.microsoft.com/office/drawing/2014/main" id="{EC7F2BEB-2F70-44EB-A4D1-75183998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576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0" name="data_6756">
            <a:extLst xmlns:a="http://schemas.openxmlformats.org/drawingml/2006/main">
              <a:ext uri="{FF2B5EF4-FFF2-40B4-BE49-F238E27FC236}">
                <a16:creationId xmlns:a16="http://schemas.microsoft.com/office/drawing/2014/main" id="{156A358A-04F0-4087-B398-B5CE734D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609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1" name="data_6757">
            <a:extLst xmlns:a="http://schemas.openxmlformats.org/drawingml/2006/main">
              <a:ext uri="{FF2B5EF4-FFF2-40B4-BE49-F238E27FC236}">
                <a16:creationId xmlns:a16="http://schemas.microsoft.com/office/drawing/2014/main" id="{DFF5BA3C-9AAC-480C-B42C-BCA6E054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5574" y="233333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2" name="data_6758">
            <a:extLst xmlns:a="http://schemas.openxmlformats.org/drawingml/2006/main">
              <a:ext uri="{FF2B5EF4-FFF2-40B4-BE49-F238E27FC236}">
                <a16:creationId xmlns:a16="http://schemas.microsoft.com/office/drawing/2014/main" id="{A431F1DC-3C62-44BB-B376-31CFE6F1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72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3" name="data_6759">
            <a:extLst xmlns:a="http://schemas.openxmlformats.org/drawingml/2006/main">
              <a:ext uri="{FF2B5EF4-FFF2-40B4-BE49-F238E27FC236}">
                <a16:creationId xmlns:a16="http://schemas.microsoft.com/office/drawing/2014/main" id="{7DA15914-22DE-466A-A0ED-5C9995D4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564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4" name="data_6760">
            <a:extLst xmlns:a="http://schemas.openxmlformats.org/drawingml/2006/main">
              <a:ext uri="{FF2B5EF4-FFF2-40B4-BE49-F238E27FC236}">
                <a16:creationId xmlns:a16="http://schemas.microsoft.com/office/drawing/2014/main" id="{A0423FE7-6FC6-45BB-BB80-2F1D7C4FF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48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5" name="data_6761">
            <a:extLst xmlns:a="http://schemas.openxmlformats.org/drawingml/2006/main">
              <a:ext uri="{FF2B5EF4-FFF2-40B4-BE49-F238E27FC236}">
                <a16:creationId xmlns:a16="http://schemas.microsoft.com/office/drawing/2014/main" id="{D295BAEF-ADC3-45E1-8AA4-F54B5D7C5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67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6" name="data_6762">
            <a:extLst xmlns:a="http://schemas.openxmlformats.org/drawingml/2006/main">
              <a:ext uri="{FF2B5EF4-FFF2-40B4-BE49-F238E27FC236}">
                <a16:creationId xmlns:a16="http://schemas.microsoft.com/office/drawing/2014/main" id="{598AD0BF-8080-4D99-A393-88E0D5024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222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7" name="data_6763">
            <a:extLst xmlns:a="http://schemas.openxmlformats.org/drawingml/2006/main">
              <a:ext uri="{FF2B5EF4-FFF2-40B4-BE49-F238E27FC236}">
                <a16:creationId xmlns:a16="http://schemas.microsoft.com/office/drawing/2014/main" id="{47C6D724-E70A-4754-A225-3B9BC9BF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306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8" name="data_6764">
            <a:extLst xmlns:a="http://schemas.openxmlformats.org/drawingml/2006/main">
              <a:ext uri="{FF2B5EF4-FFF2-40B4-BE49-F238E27FC236}">
                <a16:creationId xmlns:a16="http://schemas.microsoft.com/office/drawing/2014/main" id="{8C2B8F63-5E58-4FAF-A066-B8C7891CB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73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9" name="data_6765">
            <a:extLst xmlns:a="http://schemas.openxmlformats.org/drawingml/2006/main">
              <a:ext uri="{FF2B5EF4-FFF2-40B4-BE49-F238E27FC236}">
                <a16:creationId xmlns:a16="http://schemas.microsoft.com/office/drawing/2014/main" id="{028E5472-A071-47A4-8FA9-B2AFC360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9061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0" name="data_6766">
            <a:extLst xmlns:a="http://schemas.openxmlformats.org/drawingml/2006/main">
              <a:ext uri="{FF2B5EF4-FFF2-40B4-BE49-F238E27FC236}">
                <a16:creationId xmlns:a16="http://schemas.microsoft.com/office/drawing/2014/main" id="{3892348D-967E-47C9-8ADD-2FE1901D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5772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1" name="data_6767">
            <a:extLst xmlns:a="http://schemas.openxmlformats.org/drawingml/2006/main">
              <a:ext uri="{FF2B5EF4-FFF2-40B4-BE49-F238E27FC236}">
                <a16:creationId xmlns:a16="http://schemas.microsoft.com/office/drawing/2014/main" id="{7C6C2241-D563-4481-AC50-19F4663A4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33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2" name="data_6768">
            <a:extLst xmlns:a="http://schemas.openxmlformats.org/drawingml/2006/main">
              <a:ext uri="{FF2B5EF4-FFF2-40B4-BE49-F238E27FC236}">
                <a16:creationId xmlns:a16="http://schemas.microsoft.com/office/drawing/2014/main" id="{93271090-E588-4973-8B1E-1C18B4C24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873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3" name="data_6769">
            <a:extLst xmlns:a="http://schemas.openxmlformats.org/drawingml/2006/main">
              <a:ext uri="{FF2B5EF4-FFF2-40B4-BE49-F238E27FC236}">
                <a16:creationId xmlns:a16="http://schemas.microsoft.com/office/drawing/2014/main" id="{5CBD7EA6-0885-4D2E-BECA-5940833F6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5965" y="26788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4" name="data_6770">
            <a:extLst xmlns:a="http://schemas.openxmlformats.org/drawingml/2006/main">
              <a:ext uri="{FF2B5EF4-FFF2-40B4-BE49-F238E27FC236}">
                <a16:creationId xmlns:a16="http://schemas.microsoft.com/office/drawing/2014/main" id="{1F26136E-0FEB-493C-A28F-D458BD09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721" y="278013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5" name="data_6771">
            <a:extLst xmlns:a="http://schemas.openxmlformats.org/drawingml/2006/main">
              <a:ext uri="{FF2B5EF4-FFF2-40B4-BE49-F238E27FC236}">
                <a16:creationId xmlns:a16="http://schemas.microsoft.com/office/drawing/2014/main" id="{84836051-0495-489B-B07A-13F838953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9549" y="29848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6" name="data_6772">
            <a:extLst xmlns:a="http://schemas.openxmlformats.org/drawingml/2006/main">
              <a:ext uri="{FF2B5EF4-FFF2-40B4-BE49-F238E27FC236}">
                <a16:creationId xmlns:a16="http://schemas.microsoft.com/office/drawing/2014/main" id="{046CE9A5-BB80-493C-BB85-AD9DD340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287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7" name="data_6773">
            <a:extLst xmlns:a="http://schemas.openxmlformats.org/drawingml/2006/main">
              <a:ext uri="{FF2B5EF4-FFF2-40B4-BE49-F238E27FC236}">
                <a16:creationId xmlns:a16="http://schemas.microsoft.com/office/drawing/2014/main" id="{72915F51-3A9F-427C-99FD-14608256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5511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8" name="data_6774">
            <a:extLst xmlns:a="http://schemas.openxmlformats.org/drawingml/2006/main">
              <a:ext uri="{FF2B5EF4-FFF2-40B4-BE49-F238E27FC236}">
                <a16:creationId xmlns:a16="http://schemas.microsoft.com/office/drawing/2014/main" id="{E53AB260-8832-4CBB-9A3B-4BFABAD04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055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9" name="data_6775">
            <a:extLst xmlns:a="http://schemas.openxmlformats.org/drawingml/2006/main">
              <a:ext uri="{FF2B5EF4-FFF2-40B4-BE49-F238E27FC236}">
                <a16:creationId xmlns:a16="http://schemas.microsoft.com/office/drawing/2014/main" id="{5F835352-6A59-49F4-9BE6-B597D093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3293" y="29334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0" name="data_6776">
            <a:extLst xmlns:a="http://schemas.openxmlformats.org/drawingml/2006/main">
              <a:ext uri="{FF2B5EF4-FFF2-40B4-BE49-F238E27FC236}">
                <a16:creationId xmlns:a16="http://schemas.microsoft.com/office/drawing/2014/main" id="{1004FDBF-0F18-41B1-8FA4-1249CB3FC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2577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1" name="data_6777">
            <a:extLst xmlns:a="http://schemas.openxmlformats.org/drawingml/2006/main">
              <a:ext uri="{FF2B5EF4-FFF2-40B4-BE49-F238E27FC236}">
                <a16:creationId xmlns:a16="http://schemas.microsoft.com/office/drawing/2014/main" id="{3C5F66C1-1F0F-4884-AD74-91CF30D51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04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2" name="data_6778">
            <a:extLst xmlns:a="http://schemas.openxmlformats.org/drawingml/2006/main">
              <a:ext uri="{FF2B5EF4-FFF2-40B4-BE49-F238E27FC236}">
                <a16:creationId xmlns:a16="http://schemas.microsoft.com/office/drawing/2014/main" id="{6EA14301-8644-4053-94E7-2E8ED6A66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3032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3" name="data_6779">
            <a:extLst xmlns:a="http://schemas.openxmlformats.org/drawingml/2006/main">
              <a:ext uri="{FF2B5EF4-FFF2-40B4-BE49-F238E27FC236}">
                <a16:creationId xmlns:a16="http://schemas.microsoft.com/office/drawing/2014/main" id="{5B71E0AC-BA79-4BCB-BFAC-949224F44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251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4" name="data_6780">
            <a:extLst xmlns:a="http://schemas.openxmlformats.org/drawingml/2006/main">
              <a:ext uri="{FF2B5EF4-FFF2-40B4-BE49-F238E27FC236}">
                <a16:creationId xmlns:a16="http://schemas.microsoft.com/office/drawing/2014/main" id="{1B588FF2-04D7-4A01-9B81-85081B182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752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5" name="data_6781">
            <a:extLst xmlns:a="http://schemas.openxmlformats.org/drawingml/2006/main">
              <a:ext uri="{FF2B5EF4-FFF2-40B4-BE49-F238E27FC236}">
                <a16:creationId xmlns:a16="http://schemas.microsoft.com/office/drawing/2014/main" id="{9339B920-B572-4D7A-9766-8BBD92FB6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665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6" name="data_6782">
            <a:extLst xmlns:a="http://schemas.openxmlformats.org/drawingml/2006/main">
              <a:ext uri="{FF2B5EF4-FFF2-40B4-BE49-F238E27FC236}">
                <a16:creationId xmlns:a16="http://schemas.microsoft.com/office/drawing/2014/main" id="{C77EE545-32D9-46DD-AAB0-70ACE6D2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062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7" name="data_6783">
            <a:extLst xmlns:a="http://schemas.openxmlformats.org/drawingml/2006/main">
              <a:ext uri="{FF2B5EF4-FFF2-40B4-BE49-F238E27FC236}">
                <a16:creationId xmlns:a16="http://schemas.microsoft.com/office/drawing/2014/main" id="{153A9F04-EED9-4AFF-8951-780260EEA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71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8" name="data_6784">
            <a:extLst xmlns:a="http://schemas.openxmlformats.org/drawingml/2006/main">
              <a:ext uri="{FF2B5EF4-FFF2-40B4-BE49-F238E27FC236}">
                <a16:creationId xmlns:a16="http://schemas.microsoft.com/office/drawing/2014/main" id="{3FFC817B-F64C-45ED-B9A7-75C61D5B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590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9" name="data_6785">
            <a:extLst xmlns:a="http://schemas.openxmlformats.org/drawingml/2006/main">
              <a:ext uri="{FF2B5EF4-FFF2-40B4-BE49-F238E27FC236}">
                <a16:creationId xmlns:a16="http://schemas.microsoft.com/office/drawing/2014/main" id="{1922B1B8-B521-4010-A3D7-93B25029D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052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0" name="data_6786">
            <a:extLst xmlns:a="http://schemas.openxmlformats.org/drawingml/2006/main">
              <a:ext uri="{FF2B5EF4-FFF2-40B4-BE49-F238E27FC236}">
                <a16:creationId xmlns:a16="http://schemas.microsoft.com/office/drawing/2014/main" id="{640D13CD-DB5C-4004-8882-22742BB1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3001" y="38976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1" name="data_6787">
            <a:extLst xmlns:a="http://schemas.openxmlformats.org/drawingml/2006/main">
              <a:ext uri="{FF2B5EF4-FFF2-40B4-BE49-F238E27FC236}">
                <a16:creationId xmlns:a16="http://schemas.microsoft.com/office/drawing/2014/main" id="{1FBFAF30-BB14-496A-9FE3-8AA2D3E73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655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2" name="data_6788">
            <a:extLst xmlns:a="http://schemas.openxmlformats.org/drawingml/2006/main">
              <a:ext uri="{FF2B5EF4-FFF2-40B4-BE49-F238E27FC236}">
                <a16:creationId xmlns:a16="http://schemas.microsoft.com/office/drawing/2014/main" id="{7612D757-1FC1-430E-8E91-C950EF9A5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981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3" name="data_6789">
            <a:extLst xmlns:a="http://schemas.openxmlformats.org/drawingml/2006/main">
              <a:ext uri="{FF2B5EF4-FFF2-40B4-BE49-F238E27FC236}">
                <a16:creationId xmlns:a16="http://schemas.microsoft.com/office/drawing/2014/main" id="{09FE7135-A063-4853-9FF7-B902FD5B8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41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4" name="data_6790">
            <a:extLst xmlns:a="http://schemas.openxmlformats.org/drawingml/2006/main">
              <a:ext uri="{FF2B5EF4-FFF2-40B4-BE49-F238E27FC236}">
                <a16:creationId xmlns:a16="http://schemas.microsoft.com/office/drawing/2014/main" id="{58799469-3855-41CE-A912-C079370E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883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5" name="data_6791">
            <a:extLst xmlns:a="http://schemas.openxmlformats.org/drawingml/2006/main">
              <a:ext uri="{FF2B5EF4-FFF2-40B4-BE49-F238E27FC236}">
                <a16:creationId xmlns:a16="http://schemas.microsoft.com/office/drawing/2014/main" id="{71F9937E-74F9-4E0D-94AA-EA8F1926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95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6" name="data_6792">
            <a:extLst xmlns:a="http://schemas.openxmlformats.org/drawingml/2006/main">
              <a:ext uri="{FF2B5EF4-FFF2-40B4-BE49-F238E27FC236}">
                <a16:creationId xmlns:a16="http://schemas.microsoft.com/office/drawing/2014/main" id="{DC8823FD-79EF-4493-94CD-58B0A155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8572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7" name="data_6793">
            <a:extLst xmlns:a="http://schemas.openxmlformats.org/drawingml/2006/main">
              <a:ext uri="{FF2B5EF4-FFF2-40B4-BE49-F238E27FC236}">
                <a16:creationId xmlns:a16="http://schemas.microsoft.com/office/drawing/2014/main" id="{A8AC72B0-32E6-4441-ABBA-C8D4A8D5C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121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8" name="data_6794">
            <a:extLst xmlns:a="http://schemas.openxmlformats.org/drawingml/2006/main">
              <a:ext uri="{FF2B5EF4-FFF2-40B4-BE49-F238E27FC236}">
                <a16:creationId xmlns:a16="http://schemas.microsoft.com/office/drawing/2014/main" id="{5A542F0D-ADB0-4A2E-83B9-D37BE4538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743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9" name="data_6795">
            <a:extLst xmlns:a="http://schemas.openxmlformats.org/drawingml/2006/main">
              <a:ext uri="{FF2B5EF4-FFF2-40B4-BE49-F238E27FC236}">
                <a16:creationId xmlns:a16="http://schemas.microsoft.com/office/drawing/2014/main" id="{30326A16-7B9B-4C54-8DDD-2FADE2D1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834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0" name="data_6796">
            <a:extLst xmlns:a="http://schemas.openxmlformats.org/drawingml/2006/main">
              <a:ext uri="{FF2B5EF4-FFF2-40B4-BE49-F238E27FC236}">
                <a16:creationId xmlns:a16="http://schemas.microsoft.com/office/drawing/2014/main" id="{8CD246D2-A56B-48C6-8908-ED2EEB335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293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1" name="data_6797">
            <a:extLst xmlns:a="http://schemas.openxmlformats.org/drawingml/2006/main">
              <a:ext uri="{FF2B5EF4-FFF2-40B4-BE49-F238E27FC236}">
                <a16:creationId xmlns:a16="http://schemas.microsoft.com/office/drawing/2014/main" id="{34E10EE7-4E36-48E5-AFD9-15A4365CB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661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2" name="data_6798">
            <a:extLst xmlns:a="http://schemas.openxmlformats.org/drawingml/2006/main">
              <a:ext uri="{FF2B5EF4-FFF2-40B4-BE49-F238E27FC236}">
                <a16:creationId xmlns:a16="http://schemas.microsoft.com/office/drawing/2014/main" id="{466A92CB-EA8A-42F6-BA87-85E2E15E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010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3" name="data_6799">
            <a:extLst xmlns:a="http://schemas.openxmlformats.org/drawingml/2006/main">
              <a:ext uri="{FF2B5EF4-FFF2-40B4-BE49-F238E27FC236}">
                <a16:creationId xmlns:a16="http://schemas.microsoft.com/office/drawing/2014/main" id="{61461EA1-F689-4C15-887A-34590E5E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010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4" name="data_6800">
            <a:extLst xmlns:a="http://schemas.openxmlformats.org/drawingml/2006/main">
              <a:ext uri="{FF2B5EF4-FFF2-40B4-BE49-F238E27FC236}">
                <a16:creationId xmlns:a16="http://schemas.microsoft.com/office/drawing/2014/main" id="{A20C05EE-B1BC-4C58-8A68-8C604E826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013" y="24391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5" name="data_6801">
            <a:extLst xmlns:a="http://schemas.openxmlformats.org/drawingml/2006/main">
              <a:ext uri="{FF2B5EF4-FFF2-40B4-BE49-F238E27FC236}">
                <a16:creationId xmlns:a16="http://schemas.microsoft.com/office/drawing/2014/main" id="{02FF050F-730F-445F-8335-45A18A7D1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183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6" name="data_6802">
            <a:extLst xmlns:a="http://schemas.openxmlformats.org/drawingml/2006/main">
              <a:ext uri="{FF2B5EF4-FFF2-40B4-BE49-F238E27FC236}">
                <a16:creationId xmlns:a16="http://schemas.microsoft.com/office/drawing/2014/main" id="{261DB48A-D3DA-444E-BEBF-4106B649A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55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7" name="data_6803">
            <a:extLst xmlns:a="http://schemas.openxmlformats.org/drawingml/2006/main">
              <a:ext uri="{FF2B5EF4-FFF2-40B4-BE49-F238E27FC236}">
                <a16:creationId xmlns:a16="http://schemas.microsoft.com/office/drawing/2014/main" id="{38016A27-01CE-44B7-A951-3496616F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3196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8" name="data_6804">
            <a:extLst xmlns:a="http://schemas.openxmlformats.org/drawingml/2006/main">
              <a:ext uri="{FF2B5EF4-FFF2-40B4-BE49-F238E27FC236}">
                <a16:creationId xmlns:a16="http://schemas.microsoft.com/office/drawing/2014/main" id="{AE85C8FE-967D-434C-8D19-A87CB499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433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9" name="data_6805">
            <a:extLst xmlns:a="http://schemas.openxmlformats.org/drawingml/2006/main">
              <a:ext uri="{FF2B5EF4-FFF2-40B4-BE49-F238E27FC236}">
                <a16:creationId xmlns:a16="http://schemas.microsoft.com/office/drawing/2014/main" id="{A81403C2-6D1F-4FD7-8384-85D773A2F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524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0" name="data_6806">
            <a:extLst xmlns:a="http://schemas.openxmlformats.org/drawingml/2006/main">
              <a:ext uri="{FF2B5EF4-FFF2-40B4-BE49-F238E27FC236}">
                <a16:creationId xmlns:a16="http://schemas.microsoft.com/office/drawing/2014/main" id="{6AFB9322-A265-407C-9679-B59FBA1EB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9648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1" name="data_6807">
            <a:extLst xmlns:a="http://schemas.openxmlformats.org/drawingml/2006/main">
              <a:ext uri="{FF2B5EF4-FFF2-40B4-BE49-F238E27FC236}">
                <a16:creationId xmlns:a16="http://schemas.microsoft.com/office/drawing/2014/main" id="{1E5619D7-6525-48A6-ABC9-E6BC9D04C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44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2" name="data_6808">
            <a:extLst xmlns:a="http://schemas.openxmlformats.org/drawingml/2006/main">
              <a:ext uri="{FF2B5EF4-FFF2-40B4-BE49-F238E27FC236}">
                <a16:creationId xmlns:a16="http://schemas.microsoft.com/office/drawing/2014/main" id="{3AF0A40C-CE56-48EA-ABF3-7E2AFF44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000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3" name="data_6809">
            <a:extLst xmlns:a="http://schemas.openxmlformats.org/drawingml/2006/main">
              <a:ext uri="{FF2B5EF4-FFF2-40B4-BE49-F238E27FC236}">
                <a16:creationId xmlns:a16="http://schemas.microsoft.com/office/drawing/2014/main" id="{76A31345-188D-4153-900C-0A8669FCD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280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4" name="data_6810">
            <a:extLst xmlns:a="http://schemas.openxmlformats.org/drawingml/2006/main">
              <a:ext uri="{FF2B5EF4-FFF2-40B4-BE49-F238E27FC236}">
                <a16:creationId xmlns:a16="http://schemas.microsoft.com/office/drawing/2014/main" id="{6B2F87FE-023F-47B0-98D7-EEECF9B01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85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5" name="data_6811">
            <a:extLst xmlns:a="http://schemas.openxmlformats.org/drawingml/2006/main">
              <a:ext uri="{FF2B5EF4-FFF2-40B4-BE49-F238E27FC236}">
                <a16:creationId xmlns:a16="http://schemas.microsoft.com/office/drawing/2014/main" id="{948246BF-FDF0-4C4F-A947-2042AD82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888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6" name="data_6812">
            <a:extLst xmlns:a="http://schemas.openxmlformats.org/drawingml/2006/main">
              <a:ext uri="{FF2B5EF4-FFF2-40B4-BE49-F238E27FC236}">
                <a16:creationId xmlns:a16="http://schemas.microsoft.com/office/drawing/2014/main" id="{32638ADF-08D9-4AB9-9059-D50BB9AD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499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7" name="data_6813">
            <a:extLst xmlns:a="http://schemas.openxmlformats.org/drawingml/2006/main">
              <a:ext uri="{FF2B5EF4-FFF2-40B4-BE49-F238E27FC236}">
                <a16:creationId xmlns:a16="http://schemas.microsoft.com/office/drawing/2014/main" id="{D779CFDA-99B4-4F73-BD8C-EE1FB33B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420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8" name="data_6814">
            <a:extLst xmlns:a="http://schemas.openxmlformats.org/drawingml/2006/main">
              <a:ext uri="{FF2B5EF4-FFF2-40B4-BE49-F238E27FC236}">
                <a16:creationId xmlns:a16="http://schemas.microsoft.com/office/drawing/2014/main" id="{9B97AB12-6793-41AA-864E-52E26FC75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424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9" name="data_6815">
            <a:extLst xmlns:a="http://schemas.openxmlformats.org/drawingml/2006/main">
              <a:ext uri="{FF2B5EF4-FFF2-40B4-BE49-F238E27FC236}">
                <a16:creationId xmlns:a16="http://schemas.microsoft.com/office/drawing/2014/main" id="{162D6892-148E-449F-9955-740310140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067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0" name="data_6816">
            <a:extLst xmlns:a="http://schemas.openxmlformats.org/drawingml/2006/main">
              <a:ext uri="{FF2B5EF4-FFF2-40B4-BE49-F238E27FC236}">
                <a16:creationId xmlns:a16="http://schemas.microsoft.com/office/drawing/2014/main" id="{F34D0995-11F2-4470-BA3F-38A8D6EAB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222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1" name="data_6817">
            <a:extLst xmlns:a="http://schemas.openxmlformats.org/drawingml/2006/main">
              <a:ext uri="{FF2B5EF4-FFF2-40B4-BE49-F238E27FC236}">
                <a16:creationId xmlns:a16="http://schemas.microsoft.com/office/drawing/2014/main" id="{64B7424D-9923-47CA-9598-848938E8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867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2" name="data_6818">
            <a:extLst xmlns:a="http://schemas.openxmlformats.org/drawingml/2006/main">
              <a:ext uri="{FF2B5EF4-FFF2-40B4-BE49-F238E27FC236}">
                <a16:creationId xmlns:a16="http://schemas.microsoft.com/office/drawing/2014/main" id="{63C1C459-0003-499A-9B4D-48CE31F3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586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3" name="data_6819">
            <a:extLst xmlns:a="http://schemas.openxmlformats.org/drawingml/2006/main">
              <a:ext uri="{FF2B5EF4-FFF2-40B4-BE49-F238E27FC236}">
                <a16:creationId xmlns:a16="http://schemas.microsoft.com/office/drawing/2014/main" id="{8AB3BCD0-F994-4839-B4A9-E7435A430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205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4" name="data_6820">
            <a:extLst xmlns:a="http://schemas.openxmlformats.org/drawingml/2006/main">
              <a:ext uri="{FF2B5EF4-FFF2-40B4-BE49-F238E27FC236}">
                <a16:creationId xmlns:a16="http://schemas.microsoft.com/office/drawing/2014/main" id="{9DBD51E9-87F7-47B6-B55B-99D40EC87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01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5" name="data_6821">
            <a:extLst xmlns:a="http://schemas.openxmlformats.org/drawingml/2006/main">
              <a:ext uri="{FF2B5EF4-FFF2-40B4-BE49-F238E27FC236}">
                <a16:creationId xmlns:a16="http://schemas.microsoft.com/office/drawing/2014/main" id="{292DBD03-D5E3-44D8-B754-B30367DB4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687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6" name="data_6822">
            <a:extLst xmlns:a="http://schemas.openxmlformats.org/drawingml/2006/main">
              <a:ext uri="{FF2B5EF4-FFF2-40B4-BE49-F238E27FC236}">
                <a16:creationId xmlns:a16="http://schemas.microsoft.com/office/drawing/2014/main" id="{C3DCE19F-C02E-49E3-AA17-35E339B9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769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7" name="data_6823">
            <a:extLst xmlns:a="http://schemas.openxmlformats.org/drawingml/2006/main">
              <a:ext uri="{FF2B5EF4-FFF2-40B4-BE49-F238E27FC236}">
                <a16:creationId xmlns:a16="http://schemas.microsoft.com/office/drawing/2014/main" id="{914A7C46-CD2B-40FB-8A18-A7FCE986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3882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8" name="data_6824">
            <a:extLst xmlns:a="http://schemas.openxmlformats.org/drawingml/2006/main">
              <a:ext uri="{FF2B5EF4-FFF2-40B4-BE49-F238E27FC236}">
                <a16:creationId xmlns:a16="http://schemas.microsoft.com/office/drawing/2014/main" id="{5B14A76E-BBE2-4A9F-B1A2-66E1459D8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485" y="238269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9" name="data_6825">
            <a:extLst xmlns:a="http://schemas.openxmlformats.org/drawingml/2006/main">
              <a:ext uri="{FF2B5EF4-FFF2-40B4-BE49-F238E27FC236}">
                <a16:creationId xmlns:a16="http://schemas.microsoft.com/office/drawing/2014/main" id="{27B36C67-760B-481C-B6AC-F7AD4345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32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0" name="data_6826">
            <a:extLst xmlns:a="http://schemas.openxmlformats.org/drawingml/2006/main">
              <a:ext uri="{FF2B5EF4-FFF2-40B4-BE49-F238E27FC236}">
                <a16:creationId xmlns:a16="http://schemas.microsoft.com/office/drawing/2014/main" id="{CB3317EE-8C08-4F5B-94F4-63C0F17B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336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1" name="data_6827">
            <a:extLst xmlns:a="http://schemas.openxmlformats.org/drawingml/2006/main">
              <a:ext uri="{FF2B5EF4-FFF2-40B4-BE49-F238E27FC236}">
                <a16:creationId xmlns:a16="http://schemas.microsoft.com/office/drawing/2014/main" id="{A41A9AF5-D335-4CCC-BAE9-4D3182B9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45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2" name="data_6828">
            <a:extLst xmlns:a="http://schemas.openxmlformats.org/drawingml/2006/main">
              <a:ext uri="{FF2B5EF4-FFF2-40B4-BE49-F238E27FC236}">
                <a16:creationId xmlns:a16="http://schemas.microsoft.com/office/drawing/2014/main" id="{870C3702-0F4A-4CFD-99E9-378AB1B52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892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3" name="data_6829">
            <a:extLst xmlns:a="http://schemas.openxmlformats.org/drawingml/2006/main">
              <a:ext uri="{FF2B5EF4-FFF2-40B4-BE49-F238E27FC236}">
                <a16:creationId xmlns:a16="http://schemas.microsoft.com/office/drawing/2014/main" id="{885065A8-A3C7-49C4-81A7-AB0B93704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22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4" name="data_6830">
            <a:extLst xmlns:a="http://schemas.openxmlformats.org/drawingml/2006/main">
              <a:ext uri="{FF2B5EF4-FFF2-40B4-BE49-F238E27FC236}">
                <a16:creationId xmlns:a16="http://schemas.microsoft.com/office/drawing/2014/main" id="{B4441ED6-9785-4EBE-B41B-AA325EEE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1113" y="321038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5" name="data_6831">
            <a:extLst xmlns:a="http://schemas.openxmlformats.org/drawingml/2006/main">
              <a:ext uri="{FF2B5EF4-FFF2-40B4-BE49-F238E27FC236}">
                <a16:creationId xmlns:a16="http://schemas.microsoft.com/office/drawing/2014/main" id="{7E065431-68B5-4520-8787-62786FA0F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557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6" name="data_6832">
            <a:extLst xmlns:a="http://schemas.openxmlformats.org/drawingml/2006/main">
              <a:ext uri="{FF2B5EF4-FFF2-40B4-BE49-F238E27FC236}">
                <a16:creationId xmlns:a16="http://schemas.microsoft.com/office/drawing/2014/main" id="{CC9DDAA4-3EBA-4918-B702-A7D4CCC0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8212" y="28290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7" name="data_6833">
            <a:extLst xmlns:a="http://schemas.openxmlformats.org/drawingml/2006/main">
              <a:ext uri="{FF2B5EF4-FFF2-40B4-BE49-F238E27FC236}">
                <a16:creationId xmlns:a16="http://schemas.microsoft.com/office/drawing/2014/main" id="{5508C91C-A69E-4E29-91EC-881F76B7E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684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8" name="data_6834">
            <a:extLst xmlns:a="http://schemas.openxmlformats.org/drawingml/2006/main">
              <a:ext uri="{FF2B5EF4-FFF2-40B4-BE49-F238E27FC236}">
                <a16:creationId xmlns:a16="http://schemas.microsoft.com/office/drawing/2014/main" id="{EFD49817-7012-4A60-A70D-48E1607DB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0655" y="34068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9" name="data_6835">
            <a:extLst xmlns:a="http://schemas.openxmlformats.org/drawingml/2006/main">
              <a:ext uri="{FF2B5EF4-FFF2-40B4-BE49-F238E27FC236}">
                <a16:creationId xmlns:a16="http://schemas.microsoft.com/office/drawing/2014/main" id="{A1B27516-01BF-49CA-AA87-C74F9BBAD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737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0" name="data_6836">
            <a:extLst xmlns:a="http://schemas.openxmlformats.org/drawingml/2006/main">
              <a:ext uri="{FF2B5EF4-FFF2-40B4-BE49-F238E27FC236}">
                <a16:creationId xmlns:a16="http://schemas.microsoft.com/office/drawing/2014/main" id="{FC7C4ED1-3CF5-4F06-9FAF-A081B828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651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1" name="data_6837">
            <a:extLst xmlns:a="http://schemas.openxmlformats.org/drawingml/2006/main">
              <a:ext uri="{FF2B5EF4-FFF2-40B4-BE49-F238E27FC236}">
                <a16:creationId xmlns:a16="http://schemas.microsoft.com/office/drawing/2014/main" id="{1C274112-CC9D-49C9-BEBE-75E9212AD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140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2" name="data_6838">
            <a:extLst xmlns:a="http://schemas.openxmlformats.org/drawingml/2006/main">
              <a:ext uri="{FF2B5EF4-FFF2-40B4-BE49-F238E27FC236}">
                <a16:creationId xmlns:a16="http://schemas.microsoft.com/office/drawing/2014/main" id="{44F1F5CF-F849-4F51-954C-551E2117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8928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3" name="data_6839">
            <a:extLst xmlns:a="http://schemas.openxmlformats.org/drawingml/2006/main">
              <a:ext uri="{FF2B5EF4-FFF2-40B4-BE49-F238E27FC236}">
                <a16:creationId xmlns:a16="http://schemas.microsoft.com/office/drawing/2014/main" id="{34FF3928-DAEF-435A-9C8C-65C4F544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7821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4" name="data_6840">
            <a:extLst xmlns:a="http://schemas.openxmlformats.org/drawingml/2006/main">
              <a:ext uri="{FF2B5EF4-FFF2-40B4-BE49-F238E27FC236}">
                <a16:creationId xmlns:a16="http://schemas.microsoft.com/office/drawing/2014/main" id="{06752227-8235-4A57-B48C-3A0029617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875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5" name="data_6841">
            <a:extLst xmlns:a="http://schemas.openxmlformats.org/drawingml/2006/main">
              <a:ext uri="{FF2B5EF4-FFF2-40B4-BE49-F238E27FC236}">
                <a16:creationId xmlns:a16="http://schemas.microsoft.com/office/drawing/2014/main" id="{A977383E-F8BB-467C-8A2B-19E5A68D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524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6" name="data_6842">
            <a:extLst xmlns:a="http://schemas.openxmlformats.org/drawingml/2006/main">
              <a:ext uri="{FF2B5EF4-FFF2-40B4-BE49-F238E27FC236}">
                <a16:creationId xmlns:a16="http://schemas.microsoft.com/office/drawing/2014/main" id="{0A380E81-DAB9-4963-9379-BA51C28A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354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7" name="data_6843">
            <a:extLst xmlns:a="http://schemas.openxmlformats.org/drawingml/2006/main">
              <a:ext uri="{FF2B5EF4-FFF2-40B4-BE49-F238E27FC236}">
                <a16:creationId xmlns:a16="http://schemas.microsoft.com/office/drawing/2014/main" id="{EC1C4669-46E5-4FC8-988F-093888921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6877" y="25953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8" name="data_6844">
            <a:extLst xmlns:a="http://schemas.openxmlformats.org/drawingml/2006/main">
              <a:ext uri="{FF2B5EF4-FFF2-40B4-BE49-F238E27FC236}">
                <a16:creationId xmlns:a16="http://schemas.microsoft.com/office/drawing/2014/main" id="{15D8B04E-A169-4F2F-A305-E2DF3ECC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1372" y="298179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9" name="data_6845">
            <a:extLst xmlns:a="http://schemas.openxmlformats.org/drawingml/2006/main">
              <a:ext uri="{FF2B5EF4-FFF2-40B4-BE49-F238E27FC236}">
                <a16:creationId xmlns:a16="http://schemas.microsoft.com/office/drawing/2014/main" id="{C2DA4417-E9CE-4DAB-9888-83ABE6643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0266" y="35834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0" name="data_6846">
            <a:extLst xmlns:a="http://schemas.openxmlformats.org/drawingml/2006/main">
              <a:ext uri="{FF2B5EF4-FFF2-40B4-BE49-F238E27FC236}">
                <a16:creationId xmlns:a16="http://schemas.microsoft.com/office/drawing/2014/main" id="{25716B1D-6257-412B-9166-D315CEC29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039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1" name="data_6847">
            <a:extLst xmlns:a="http://schemas.openxmlformats.org/drawingml/2006/main">
              <a:ext uri="{FF2B5EF4-FFF2-40B4-BE49-F238E27FC236}">
                <a16:creationId xmlns:a16="http://schemas.microsoft.com/office/drawing/2014/main" id="{671BEFA5-1BC2-46EC-9E7A-8A0CC3FD3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31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2" name="data_6848">
            <a:extLst xmlns:a="http://schemas.openxmlformats.org/drawingml/2006/main">
              <a:ext uri="{FF2B5EF4-FFF2-40B4-BE49-F238E27FC236}">
                <a16:creationId xmlns:a16="http://schemas.microsoft.com/office/drawing/2014/main" id="{1336F1EE-B550-46B9-A1B7-840DC0C16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378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3" name="data_6849">
            <a:extLst xmlns:a="http://schemas.openxmlformats.org/drawingml/2006/main">
              <a:ext uri="{FF2B5EF4-FFF2-40B4-BE49-F238E27FC236}">
                <a16:creationId xmlns:a16="http://schemas.microsoft.com/office/drawing/2014/main" id="{9A85D0A3-A173-4A20-846E-B7C9B711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8864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4" name="data_6850">
            <a:extLst xmlns:a="http://schemas.openxmlformats.org/drawingml/2006/main">
              <a:ext uri="{FF2B5EF4-FFF2-40B4-BE49-F238E27FC236}">
                <a16:creationId xmlns:a16="http://schemas.microsoft.com/office/drawing/2014/main" id="{D5889070-0ED2-444F-9E42-2488304C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91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5" name="data_6851">
            <a:extLst xmlns:a="http://schemas.openxmlformats.org/drawingml/2006/main">
              <a:ext uri="{FF2B5EF4-FFF2-40B4-BE49-F238E27FC236}">
                <a16:creationId xmlns:a16="http://schemas.microsoft.com/office/drawing/2014/main" id="{49C7CC52-9A49-4A0E-ABD4-AE965E519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502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6" name="data_6852">
            <a:extLst xmlns:a="http://schemas.openxmlformats.org/drawingml/2006/main">
              <a:ext uri="{FF2B5EF4-FFF2-40B4-BE49-F238E27FC236}">
                <a16:creationId xmlns:a16="http://schemas.microsoft.com/office/drawing/2014/main" id="{9867E520-FF7C-4AEA-8515-AD42BBC33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306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7" name="data_6853">
            <a:extLst xmlns:a="http://schemas.openxmlformats.org/drawingml/2006/main">
              <a:ext uri="{FF2B5EF4-FFF2-40B4-BE49-F238E27FC236}">
                <a16:creationId xmlns:a16="http://schemas.microsoft.com/office/drawing/2014/main" id="{E4B0B71A-3C30-4006-BF4B-4AF4BABE1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27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8" name="data_6854">
            <a:extLst xmlns:a="http://schemas.openxmlformats.org/drawingml/2006/main">
              <a:ext uri="{FF2B5EF4-FFF2-40B4-BE49-F238E27FC236}">
                <a16:creationId xmlns:a16="http://schemas.microsoft.com/office/drawing/2014/main" id="{58638894-3CE8-4C3F-A512-CC6189319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8279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9" name="data_6855">
            <a:extLst xmlns:a="http://schemas.openxmlformats.org/drawingml/2006/main">
              <a:ext uri="{FF2B5EF4-FFF2-40B4-BE49-F238E27FC236}">
                <a16:creationId xmlns:a16="http://schemas.microsoft.com/office/drawing/2014/main" id="{9683E7F3-B21A-4D55-A685-474BCCBF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423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0" name="data_6856">
            <a:extLst xmlns:a="http://schemas.openxmlformats.org/drawingml/2006/main">
              <a:ext uri="{FF2B5EF4-FFF2-40B4-BE49-F238E27FC236}">
                <a16:creationId xmlns:a16="http://schemas.microsoft.com/office/drawing/2014/main" id="{932BDF58-FC11-40FD-8740-B5281F8C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329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1" name="data_6857">
            <a:extLst xmlns:a="http://schemas.openxmlformats.org/drawingml/2006/main">
              <a:ext uri="{FF2B5EF4-FFF2-40B4-BE49-F238E27FC236}">
                <a16:creationId xmlns:a16="http://schemas.microsoft.com/office/drawing/2014/main" id="{6A969550-4BFC-4D98-A0CD-CE5AFBBB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336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2" name="data_6858">
            <a:extLst xmlns:a="http://schemas.openxmlformats.org/drawingml/2006/main">
              <a:ext uri="{FF2B5EF4-FFF2-40B4-BE49-F238E27FC236}">
                <a16:creationId xmlns:a16="http://schemas.microsoft.com/office/drawing/2014/main" id="{63FAF246-7995-469F-B268-5D5708BB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19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3" name="data_6859">
            <a:extLst xmlns:a="http://schemas.openxmlformats.org/drawingml/2006/main">
              <a:ext uri="{FF2B5EF4-FFF2-40B4-BE49-F238E27FC236}">
                <a16:creationId xmlns:a16="http://schemas.microsoft.com/office/drawing/2014/main" id="{BF669D2B-6957-4A5E-841F-FA52AFC9A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417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4" name="data_6860">
            <a:extLst xmlns:a="http://schemas.openxmlformats.org/drawingml/2006/main">
              <a:ext uri="{FF2B5EF4-FFF2-40B4-BE49-F238E27FC236}">
                <a16:creationId xmlns:a16="http://schemas.microsoft.com/office/drawing/2014/main" id="{62D7359A-746F-4C0D-A9A1-23FFEBDD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1341" y="262470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5" name="data_6861">
            <a:extLst xmlns:a="http://schemas.openxmlformats.org/drawingml/2006/main">
              <a:ext uri="{FF2B5EF4-FFF2-40B4-BE49-F238E27FC236}">
                <a16:creationId xmlns:a16="http://schemas.microsoft.com/office/drawing/2014/main" id="{2739DD0A-41DB-497B-AC6C-7B5ECA117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944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6" name="data_6862">
            <a:extLst xmlns:a="http://schemas.openxmlformats.org/drawingml/2006/main">
              <a:ext uri="{FF2B5EF4-FFF2-40B4-BE49-F238E27FC236}">
                <a16:creationId xmlns:a16="http://schemas.microsoft.com/office/drawing/2014/main" id="{1839AD90-2BB3-422C-8DCC-9B1570C0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964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7" name="data_6863">
            <a:extLst xmlns:a="http://schemas.openxmlformats.org/drawingml/2006/main">
              <a:ext uri="{FF2B5EF4-FFF2-40B4-BE49-F238E27FC236}">
                <a16:creationId xmlns:a16="http://schemas.microsoft.com/office/drawing/2014/main" id="{E555D329-6FD8-4DF2-B65D-D7479307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35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8" name="data_6864">
            <a:extLst xmlns:a="http://schemas.openxmlformats.org/drawingml/2006/main">
              <a:ext uri="{FF2B5EF4-FFF2-40B4-BE49-F238E27FC236}">
                <a16:creationId xmlns:a16="http://schemas.microsoft.com/office/drawing/2014/main" id="{4B00EBE5-AA3A-4BAF-A4CD-DE46CA5EC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801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9" name="data_6865">
            <a:extLst xmlns:a="http://schemas.openxmlformats.org/drawingml/2006/main">
              <a:ext uri="{FF2B5EF4-FFF2-40B4-BE49-F238E27FC236}">
                <a16:creationId xmlns:a16="http://schemas.microsoft.com/office/drawing/2014/main" id="{8DCA4B28-6888-4A86-83BB-D881B2989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476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0" name="data_6866">
            <a:extLst xmlns:a="http://schemas.openxmlformats.org/drawingml/2006/main">
              <a:ext uri="{FF2B5EF4-FFF2-40B4-BE49-F238E27FC236}">
                <a16:creationId xmlns:a16="http://schemas.microsoft.com/office/drawing/2014/main" id="{3B925B5E-3DBB-4345-9840-E30714742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1276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1" name="data_6867">
            <a:extLst xmlns:a="http://schemas.openxmlformats.org/drawingml/2006/main">
              <a:ext uri="{FF2B5EF4-FFF2-40B4-BE49-F238E27FC236}">
                <a16:creationId xmlns:a16="http://schemas.microsoft.com/office/drawing/2014/main" id="{B3225230-E1CA-46BC-B7A9-BF0C7E9F6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006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2" name="data_6868">
            <a:extLst xmlns:a="http://schemas.openxmlformats.org/drawingml/2006/main">
              <a:ext uri="{FF2B5EF4-FFF2-40B4-BE49-F238E27FC236}">
                <a16:creationId xmlns:a16="http://schemas.microsoft.com/office/drawing/2014/main" id="{1A0F7A2E-DB3B-46F9-AA4A-B63EAA907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53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3" name="data_6869">
            <a:extLst xmlns:a="http://schemas.openxmlformats.org/drawingml/2006/main">
              <a:ext uri="{FF2B5EF4-FFF2-40B4-BE49-F238E27FC236}">
                <a16:creationId xmlns:a16="http://schemas.microsoft.com/office/drawing/2014/main" id="{F4D9D163-5F64-4461-BD2F-C8D19FB7A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2383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4" name="data_6870">
            <a:extLst xmlns:a="http://schemas.openxmlformats.org/drawingml/2006/main">
              <a:ext uri="{FF2B5EF4-FFF2-40B4-BE49-F238E27FC236}">
                <a16:creationId xmlns:a16="http://schemas.microsoft.com/office/drawing/2014/main" id="{CF09F2A4-0443-48FF-A0B9-C15B84A3B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56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5" name="data_6871">
            <a:extLst xmlns:a="http://schemas.openxmlformats.org/drawingml/2006/main">
              <a:ext uri="{FF2B5EF4-FFF2-40B4-BE49-F238E27FC236}">
                <a16:creationId xmlns:a16="http://schemas.microsoft.com/office/drawing/2014/main" id="{7978B904-949A-44DF-B21F-92AE332AE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964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6" name="data_6872">
            <a:extLst xmlns:a="http://schemas.openxmlformats.org/drawingml/2006/main">
              <a:ext uri="{FF2B5EF4-FFF2-40B4-BE49-F238E27FC236}">
                <a16:creationId xmlns:a16="http://schemas.microsoft.com/office/drawing/2014/main" id="{EBCD6924-EC10-41CA-92E7-ECB58387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59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7" name="data_6873">
            <a:extLst xmlns:a="http://schemas.openxmlformats.org/drawingml/2006/main">
              <a:ext uri="{FF2B5EF4-FFF2-40B4-BE49-F238E27FC236}">
                <a16:creationId xmlns:a16="http://schemas.microsoft.com/office/drawing/2014/main" id="{CBC63EDE-4F1D-40AF-8A67-47F2E2904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241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8" name="data_6874">
            <a:extLst xmlns:a="http://schemas.openxmlformats.org/drawingml/2006/main">
              <a:ext uri="{FF2B5EF4-FFF2-40B4-BE49-F238E27FC236}">
                <a16:creationId xmlns:a16="http://schemas.microsoft.com/office/drawing/2014/main" id="{5FE35713-C6D2-47E4-A63B-80D7A417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332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9" name="data_6875">
            <a:extLst xmlns:a="http://schemas.openxmlformats.org/drawingml/2006/main">
              <a:ext uri="{FF2B5EF4-FFF2-40B4-BE49-F238E27FC236}">
                <a16:creationId xmlns:a16="http://schemas.microsoft.com/office/drawing/2014/main" id="{4804FD91-19C5-4BB8-93A2-DE204866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307" y="348831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0" name="data_6876">
            <a:extLst xmlns:a="http://schemas.openxmlformats.org/drawingml/2006/main">
              <a:ext uri="{FF2B5EF4-FFF2-40B4-BE49-F238E27FC236}">
                <a16:creationId xmlns:a16="http://schemas.microsoft.com/office/drawing/2014/main" id="{75658F26-5896-47FD-9762-DC144BE4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1862" y="29256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1" name="data_6877">
            <a:extLst xmlns:a="http://schemas.openxmlformats.org/drawingml/2006/main">
              <a:ext uri="{FF2B5EF4-FFF2-40B4-BE49-F238E27FC236}">
                <a16:creationId xmlns:a16="http://schemas.microsoft.com/office/drawing/2014/main" id="{A99DAFB5-7B69-49E1-822C-1BB1C910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769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2" name="data_6878">
            <a:extLst xmlns:a="http://schemas.openxmlformats.org/drawingml/2006/main">
              <a:ext uri="{FF2B5EF4-FFF2-40B4-BE49-F238E27FC236}">
                <a16:creationId xmlns:a16="http://schemas.microsoft.com/office/drawing/2014/main" id="{7B2E382E-9033-4CF9-B153-2DFC0F4B7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192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3" name="data_6879">
            <a:extLst xmlns:a="http://schemas.openxmlformats.org/drawingml/2006/main">
              <a:ext uri="{FF2B5EF4-FFF2-40B4-BE49-F238E27FC236}">
                <a16:creationId xmlns:a16="http://schemas.microsoft.com/office/drawing/2014/main" id="{F1E6CF56-67F1-4B84-A787-2343B84D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456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4" name="data_6880">
            <a:extLst xmlns:a="http://schemas.openxmlformats.org/drawingml/2006/main">
              <a:ext uri="{FF2B5EF4-FFF2-40B4-BE49-F238E27FC236}">
                <a16:creationId xmlns:a16="http://schemas.microsoft.com/office/drawing/2014/main" id="{E64DE371-80EE-4E8D-B959-06E1E58F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71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5" name="data_6881">
            <a:extLst xmlns:a="http://schemas.openxmlformats.org/drawingml/2006/main">
              <a:ext uri="{FF2B5EF4-FFF2-40B4-BE49-F238E27FC236}">
                <a16:creationId xmlns:a16="http://schemas.microsoft.com/office/drawing/2014/main" id="{0822BAD2-699B-4808-A442-58F4DB4F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635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6" name="data_6882">
            <a:extLst xmlns:a="http://schemas.openxmlformats.org/drawingml/2006/main">
              <a:ext uri="{FF2B5EF4-FFF2-40B4-BE49-F238E27FC236}">
                <a16:creationId xmlns:a16="http://schemas.microsoft.com/office/drawing/2014/main" id="{D0C34926-4AAB-4CEF-A600-14AAE910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8473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7" name="data_6883">
            <a:extLst xmlns:a="http://schemas.openxmlformats.org/drawingml/2006/main">
              <a:ext uri="{FF2B5EF4-FFF2-40B4-BE49-F238E27FC236}">
                <a16:creationId xmlns:a16="http://schemas.microsoft.com/office/drawing/2014/main" id="{AC53BB51-CF84-4268-B8DB-678E5C29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9939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8" name="data_6884">
            <a:extLst xmlns:a="http://schemas.openxmlformats.org/drawingml/2006/main">
              <a:ext uri="{FF2B5EF4-FFF2-40B4-BE49-F238E27FC236}">
                <a16:creationId xmlns:a16="http://schemas.microsoft.com/office/drawing/2014/main" id="{751CEEC2-AE77-4431-B5DA-51F66DB73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6227" y="383522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9" name="data_6885">
            <a:extLst xmlns:a="http://schemas.openxmlformats.org/drawingml/2006/main">
              <a:ext uri="{FF2B5EF4-FFF2-40B4-BE49-F238E27FC236}">
                <a16:creationId xmlns:a16="http://schemas.microsoft.com/office/drawing/2014/main" id="{7BD15AAC-D177-4740-B648-E87DC9B97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397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0" name="data_6886">
            <a:extLst xmlns:a="http://schemas.openxmlformats.org/drawingml/2006/main">
              <a:ext uri="{FF2B5EF4-FFF2-40B4-BE49-F238E27FC236}">
                <a16:creationId xmlns:a16="http://schemas.microsoft.com/office/drawing/2014/main" id="{A5285DEE-FBE8-436F-BF63-857D4225D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997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1" name="data_6887">
            <a:extLst xmlns:a="http://schemas.openxmlformats.org/drawingml/2006/main">
              <a:ext uri="{FF2B5EF4-FFF2-40B4-BE49-F238E27FC236}">
                <a16:creationId xmlns:a16="http://schemas.microsoft.com/office/drawing/2014/main" id="{B95789E5-970E-4E6F-8FB6-9BDDC68F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417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2" name="data_6888">
            <a:extLst xmlns:a="http://schemas.openxmlformats.org/drawingml/2006/main">
              <a:ext uri="{FF2B5EF4-FFF2-40B4-BE49-F238E27FC236}">
                <a16:creationId xmlns:a16="http://schemas.microsoft.com/office/drawing/2014/main" id="{C324D9EC-0414-4A0D-B4A1-A0B44DD0F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300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3" name="data_6889">
            <a:extLst xmlns:a="http://schemas.openxmlformats.org/drawingml/2006/main">
              <a:ext uri="{FF2B5EF4-FFF2-40B4-BE49-F238E27FC236}">
                <a16:creationId xmlns:a16="http://schemas.microsoft.com/office/drawing/2014/main" id="{4460EEF4-9982-4CEF-8253-593C6B03F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534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4" name="data_6890">
            <a:extLst xmlns:a="http://schemas.openxmlformats.org/drawingml/2006/main">
              <a:ext uri="{FF2B5EF4-FFF2-40B4-BE49-F238E27FC236}">
                <a16:creationId xmlns:a16="http://schemas.microsoft.com/office/drawing/2014/main" id="{171943E9-AC6F-433D-A56D-0EBD5D704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567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5" name="data_6891">
            <a:extLst xmlns:a="http://schemas.openxmlformats.org/drawingml/2006/main">
              <a:ext uri="{FF2B5EF4-FFF2-40B4-BE49-F238E27FC236}">
                <a16:creationId xmlns:a16="http://schemas.microsoft.com/office/drawing/2014/main" id="{9320CED5-8501-4019-A934-63DDF993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528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6" name="data_6892">
            <a:extLst xmlns:a="http://schemas.openxmlformats.org/drawingml/2006/main">
              <a:ext uri="{FF2B5EF4-FFF2-40B4-BE49-F238E27FC236}">
                <a16:creationId xmlns:a16="http://schemas.microsoft.com/office/drawing/2014/main" id="{C93CEF34-1C20-4BF4-80B7-3B78D6C86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4173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7" name="data_6893">
            <a:extLst xmlns:a="http://schemas.openxmlformats.org/drawingml/2006/main">
              <a:ext uri="{FF2B5EF4-FFF2-40B4-BE49-F238E27FC236}">
                <a16:creationId xmlns:a16="http://schemas.microsoft.com/office/drawing/2014/main" id="{33ED629A-F0ED-4490-9C01-464F42C46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590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8" name="data_6894">
            <a:extLst xmlns:a="http://schemas.openxmlformats.org/drawingml/2006/main">
              <a:ext uri="{FF2B5EF4-FFF2-40B4-BE49-F238E27FC236}">
                <a16:creationId xmlns:a16="http://schemas.microsoft.com/office/drawing/2014/main" id="{FACE53A6-8202-477D-90FF-9A321242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72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9" name="data_6895">
            <a:extLst xmlns:a="http://schemas.openxmlformats.org/drawingml/2006/main">
              <a:ext uri="{FF2B5EF4-FFF2-40B4-BE49-F238E27FC236}">
                <a16:creationId xmlns:a16="http://schemas.microsoft.com/office/drawing/2014/main" id="{9002372F-785A-4DE1-93C2-19D654088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827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0" name="data_6896">
            <a:extLst xmlns:a="http://schemas.openxmlformats.org/drawingml/2006/main">
              <a:ext uri="{FF2B5EF4-FFF2-40B4-BE49-F238E27FC236}">
                <a16:creationId xmlns:a16="http://schemas.microsoft.com/office/drawing/2014/main" id="{1C56934F-7F36-4253-90F0-D78E84EE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70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1" name="data_6897">
            <a:extLst xmlns:a="http://schemas.openxmlformats.org/drawingml/2006/main">
              <a:ext uri="{FF2B5EF4-FFF2-40B4-BE49-F238E27FC236}">
                <a16:creationId xmlns:a16="http://schemas.microsoft.com/office/drawing/2014/main" id="{9992A126-7CCE-4496-9513-D109CEF4B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898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2" name="data_6898">
            <a:extLst xmlns:a="http://schemas.openxmlformats.org/drawingml/2006/main">
              <a:ext uri="{FF2B5EF4-FFF2-40B4-BE49-F238E27FC236}">
                <a16:creationId xmlns:a16="http://schemas.microsoft.com/office/drawing/2014/main" id="{820CBA06-F406-4B94-8617-61EA646D9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772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3" name="data_6899">
            <a:extLst xmlns:a="http://schemas.openxmlformats.org/drawingml/2006/main">
              <a:ext uri="{FF2B5EF4-FFF2-40B4-BE49-F238E27FC236}">
                <a16:creationId xmlns:a16="http://schemas.microsoft.com/office/drawing/2014/main" id="{8A171EC5-0F09-415B-A714-E4DEBC74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32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4" name="data_6900">
            <a:extLst xmlns:a="http://schemas.openxmlformats.org/drawingml/2006/main">
              <a:ext uri="{FF2B5EF4-FFF2-40B4-BE49-F238E27FC236}">
                <a16:creationId xmlns:a16="http://schemas.microsoft.com/office/drawing/2014/main" id="{7E64018A-A656-4198-99BB-E7B3BA6D2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870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5" name="data_6901">
            <a:extLst xmlns:a="http://schemas.openxmlformats.org/drawingml/2006/main">
              <a:ext uri="{FF2B5EF4-FFF2-40B4-BE49-F238E27FC236}">
                <a16:creationId xmlns:a16="http://schemas.microsoft.com/office/drawing/2014/main" id="{3A6F9F1C-C389-47C4-A3A1-4840BFC9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107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6" name="data_6902">
            <a:extLst xmlns:a="http://schemas.openxmlformats.org/drawingml/2006/main">
              <a:ext uri="{FF2B5EF4-FFF2-40B4-BE49-F238E27FC236}">
                <a16:creationId xmlns:a16="http://schemas.microsoft.com/office/drawing/2014/main" id="{518B7CAA-49EA-4CFD-9D1E-FF42780D1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8441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7" name="data_6903">
            <a:extLst xmlns:a="http://schemas.openxmlformats.org/drawingml/2006/main">
              <a:ext uri="{FF2B5EF4-FFF2-40B4-BE49-F238E27FC236}">
                <a16:creationId xmlns:a16="http://schemas.microsoft.com/office/drawing/2014/main" id="{4DAFD598-AABF-4FAB-A23B-8D60A922A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827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8" name="data_6904">
            <a:extLst xmlns:a="http://schemas.openxmlformats.org/drawingml/2006/main">
              <a:ext uri="{FF2B5EF4-FFF2-40B4-BE49-F238E27FC236}">
                <a16:creationId xmlns:a16="http://schemas.microsoft.com/office/drawing/2014/main" id="{3B459E1B-4FD3-4749-BCEE-3CCC57D8B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246" y="3278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9" name="data_6905">
            <a:extLst xmlns:a="http://schemas.openxmlformats.org/drawingml/2006/main">
              <a:ext uri="{FF2B5EF4-FFF2-40B4-BE49-F238E27FC236}">
                <a16:creationId xmlns:a16="http://schemas.microsoft.com/office/drawing/2014/main" id="{0060DD30-80A1-4AB4-90A3-990E1BEA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544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0" name="data_6906">
            <a:extLst xmlns:a="http://schemas.openxmlformats.org/drawingml/2006/main">
              <a:ext uri="{FF2B5EF4-FFF2-40B4-BE49-F238E27FC236}">
                <a16:creationId xmlns:a16="http://schemas.microsoft.com/office/drawing/2014/main" id="{461199E7-1D72-45A9-AB19-4A302D7A2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619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1" name="data_6907">
            <a:extLst xmlns:a="http://schemas.openxmlformats.org/drawingml/2006/main">
              <a:ext uri="{FF2B5EF4-FFF2-40B4-BE49-F238E27FC236}">
                <a16:creationId xmlns:a16="http://schemas.microsoft.com/office/drawing/2014/main" id="{C00B21FF-1014-46EE-A9D7-8DD71CC2A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941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2" name="data_6908">
            <a:extLst xmlns:a="http://schemas.openxmlformats.org/drawingml/2006/main">
              <a:ext uri="{FF2B5EF4-FFF2-40B4-BE49-F238E27FC236}">
                <a16:creationId xmlns:a16="http://schemas.microsoft.com/office/drawing/2014/main" id="{F9B23E1A-1AC8-4A72-89F2-44090DC46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270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3" name="data_6909">
            <a:extLst xmlns:a="http://schemas.openxmlformats.org/drawingml/2006/main">
              <a:ext uri="{FF2B5EF4-FFF2-40B4-BE49-F238E27FC236}">
                <a16:creationId xmlns:a16="http://schemas.microsoft.com/office/drawing/2014/main" id="{D97077F6-66A4-471C-AE58-9EB6A82C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844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4" name="data_6910">
            <a:extLst xmlns:a="http://schemas.openxmlformats.org/drawingml/2006/main">
              <a:ext uri="{FF2B5EF4-FFF2-40B4-BE49-F238E27FC236}">
                <a16:creationId xmlns:a16="http://schemas.microsoft.com/office/drawing/2014/main" id="{F6FCB757-F7E0-4447-95C0-7DBB4268D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93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5" name="data_6911">
            <a:extLst xmlns:a="http://schemas.openxmlformats.org/drawingml/2006/main">
              <a:ext uri="{FF2B5EF4-FFF2-40B4-BE49-F238E27FC236}">
                <a16:creationId xmlns:a16="http://schemas.microsoft.com/office/drawing/2014/main" id="{B0EF12A4-3101-4DEB-B870-0B289B5F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7986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6" name="data_6912">
            <a:extLst xmlns:a="http://schemas.openxmlformats.org/drawingml/2006/main">
              <a:ext uri="{FF2B5EF4-FFF2-40B4-BE49-F238E27FC236}">
                <a16:creationId xmlns:a16="http://schemas.microsoft.com/office/drawing/2014/main" id="{38CCEEF8-DB7D-408D-A3B3-CB4212927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160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7" name="data_6913">
            <a:extLst xmlns:a="http://schemas.openxmlformats.org/drawingml/2006/main">
              <a:ext uri="{FF2B5EF4-FFF2-40B4-BE49-F238E27FC236}">
                <a16:creationId xmlns:a16="http://schemas.microsoft.com/office/drawing/2014/main" id="{5DD1F773-E5AE-43FA-9D79-8ABEB8DEA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7205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8" name="data_6914">
            <a:extLst xmlns:a="http://schemas.openxmlformats.org/drawingml/2006/main">
              <a:ext uri="{FF2B5EF4-FFF2-40B4-BE49-F238E27FC236}">
                <a16:creationId xmlns:a16="http://schemas.microsoft.com/office/drawing/2014/main" id="{5CC2F165-C0F6-47D5-A88F-49A4030BE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668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9" name="data_6915">
            <a:extLst xmlns:a="http://schemas.openxmlformats.org/drawingml/2006/main">
              <a:ext uri="{FF2B5EF4-FFF2-40B4-BE49-F238E27FC236}">
                <a16:creationId xmlns:a16="http://schemas.microsoft.com/office/drawing/2014/main" id="{7B3A199B-1643-4B60-A82A-66CD783E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450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0" name="data_6916">
            <a:extLst xmlns:a="http://schemas.openxmlformats.org/drawingml/2006/main">
              <a:ext uri="{FF2B5EF4-FFF2-40B4-BE49-F238E27FC236}">
                <a16:creationId xmlns:a16="http://schemas.microsoft.com/office/drawing/2014/main" id="{00B05E7A-A4BD-4952-B31C-CB2B4263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97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1" name="data_6917">
            <a:extLst xmlns:a="http://schemas.openxmlformats.org/drawingml/2006/main">
              <a:ext uri="{FF2B5EF4-FFF2-40B4-BE49-F238E27FC236}">
                <a16:creationId xmlns:a16="http://schemas.microsoft.com/office/drawing/2014/main" id="{0931E7FF-E3BB-43A8-A2BB-5B73E951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4403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2" name="data_6918">
            <a:extLst xmlns:a="http://schemas.openxmlformats.org/drawingml/2006/main">
              <a:ext uri="{FF2B5EF4-FFF2-40B4-BE49-F238E27FC236}">
                <a16:creationId xmlns:a16="http://schemas.microsoft.com/office/drawing/2014/main" id="{7D25731B-C314-4A76-9F6D-219E4F75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059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3" name="data_6919">
            <a:extLst xmlns:a="http://schemas.openxmlformats.org/drawingml/2006/main">
              <a:ext uri="{FF2B5EF4-FFF2-40B4-BE49-F238E27FC236}">
                <a16:creationId xmlns:a16="http://schemas.microsoft.com/office/drawing/2014/main" id="{DD57340E-86EA-4C41-9BF1-045D8A57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86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4" name="data_6920">
            <a:extLst xmlns:a="http://schemas.openxmlformats.org/drawingml/2006/main">
              <a:ext uri="{FF2B5EF4-FFF2-40B4-BE49-F238E27FC236}">
                <a16:creationId xmlns:a16="http://schemas.microsoft.com/office/drawing/2014/main" id="{C168E081-B8C9-4137-88DA-9338B3C8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4760" y="289293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5" name="data_6921">
            <a:extLst xmlns:a="http://schemas.openxmlformats.org/drawingml/2006/main">
              <a:ext uri="{FF2B5EF4-FFF2-40B4-BE49-F238E27FC236}">
                <a16:creationId xmlns:a16="http://schemas.microsoft.com/office/drawing/2014/main" id="{E7972BB7-AA93-4796-8B56-1BCCE83B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137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6" name="data_6922">
            <a:extLst xmlns:a="http://schemas.openxmlformats.org/drawingml/2006/main">
              <a:ext uri="{FF2B5EF4-FFF2-40B4-BE49-F238E27FC236}">
                <a16:creationId xmlns:a16="http://schemas.microsoft.com/office/drawing/2014/main" id="{7445969B-E23E-4262-8176-79A5935AF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16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7" name="data_6923">
            <a:extLst xmlns:a="http://schemas.openxmlformats.org/drawingml/2006/main">
              <a:ext uri="{FF2B5EF4-FFF2-40B4-BE49-F238E27FC236}">
                <a16:creationId xmlns:a16="http://schemas.microsoft.com/office/drawing/2014/main" id="{189C78D5-91C4-4451-A66E-491BE64BC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635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8" name="data_6924">
            <a:extLst xmlns:a="http://schemas.openxmlformats.org/drawingml/2006/main">
              <a:ext uri="{FF2B5EF4-FFF2-40B4-BE49-F238E27FC236}">
                <a16:creationId xmlns:a16="http://schemas.microsoft.com/office/drawing/2014/main" id="{E03B3B9B-136D-4C9F-9711-AB97232E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668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9" name="data_6925">
            <a:extLst xmlns:a="http://schemas.openxmlformats.org/drawingml/2006/main">
              <a:ext uri="{FF2B5EF4-FFF2-40B4-BE49-F238E27FC236}">
                <a16:creationId xmlns:a16="http://schemas.microsoft.com/office/drawing/2014/main" id="{BEE7D36B-4793-487A-92F0-7BFB6CBD2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681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0" name="data_6926">
            <a:extLst xmlns:a="http://schemas.openxmlformats.org/drawingml/2006/main">
              <a:ext uri="{FF2B5EF4-FFF2-40B4-BE49-F238E27FC236}">
                <a16:creationId xmlns:a16="http://schemas.microsoft.com/office/drawing/2014/main" id="{C7783A58-9E38-4155-8866-C4F5E567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9450" y="37252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1" name="data_6927">
            <a:extLst xmlns:a="http://schemas.openxmlformats.org/drawingml/2006/main">
              <a:ext uri="{FF2B5EF4-FFF2-40B4-BE49-F238E27FC236}">
                <a16:creationId xmlns:a16="http://schemas.microsoft.com/office/drawing/2014/main" id="{CEE35055-323D-46BF-BDEF-936725A5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208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2" name="data_6928">
            <a:extLst xmlns:a="http://schemas.openxmlformats.org/drawingml/2006/main">
              <a:ext uri="{FF2B5EF4-FFF2-40B4-BE49-F238E27FC236}">
                <a16:creationId xmlns:a16="http://schemas.microsoft.com/office/drawing/2014/main" id="{781DCA7A-9F13-4531-BFDD-195F0DA94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798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3" name="data_6929">
            <a:extLst xmlns:a="http://schemas.openxmlformats.org/drawingml/2006/main">
              <a:ext uri="{FF2B5EF4-FFF2-40B4-BE49-F238E27FC236}">
                <a16:creationId xmlns:a16="http://schemas.microsoft.com/office/drawing/2014/main" id="{A509FA3B-58D8-46BB-ACC6-013992517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482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4" name="data_6930">
            <a:extLst xmlns:a="http://schemas.openxmlformats.org/drawingml/2006/main">
              <a:ext uri="{FF2B5EF4-FFF2-40B4-BE49-F238E27FC236}">
                <a16:creationId xmlns:a16="http://schemas.microsoft.com/office/drawing/2014/main" id="{63995D7A-3E5F-496E-BD16-079445C5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492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5" name="data_6931">
            <a:extLst xmlns:a="http://schemas.openxmlformats.org/drawingml/2006/main">
              <a:ext uri="{FF2B5EF4-FFF2-40B4-BE49-F238E27FC236}">
                <a16:creationId xmlns:a16="http://schemas.microsoft.com/office/drawing/2014/main" id="{DD1C2A2D-1490-4AE6-8CED-96E61E06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850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6" name="data_6932">
            <a:extLst xmlns:a="http://schemas.openxmlformats.org/drawingml/2006/main">
              <a:ext uri="{FF2B5EF4-FFF2-40B4-BE49-F238E27FC236}">
                <a16:creationId xmlns:a16="http://schemas.microsoft.com/office/drawing/2014/main" id="{3C4CBDB8-692C-4517-B63F-5F408E923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381" y="38986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7" name="data_6933">
            <a:extLst xmlns:a="http://schemas.openxmlformats.org/drawingml/2006/main">
              <a:ext uri="{FF2B5EF4-FFF2-40B4-BE49-F238E27FC236}">
                <a16:creationId xmlns:a16="http://schemas.microsoft.com/office/drawing/2014/main" id="{6FBE7ABD-ED32-466C-91F6-49FCC1502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2116243"/>
            <a:ext cx="191" cy="1954578"/>
          </a:xfrm>
          <a:custGeom xmlns:a="http://schemas.openxmlformats.org/drawingml/2006/main"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488" name="data_6934">
            <a:extLst xmlns:a="http://schemas.openxmlformats.org/drawingml/2006/main">
              <a:ext uri="{FF2B5EF4-FFF2-40B4-BE49-F238E27FC236}">
                <a16:creationId xmlns:a16="http://schemas.microsoft.com/office/drawing/2014/main" id="{E7989ECB-6577-44A7-86EE-8DFA2B8F0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4070821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1489" name="text_6935">
            <a:extLst xmlns:a="http://schemas.openxmlformats.org/drawingml/2006/main">
              <a:ext uri="{FF2B5EF4-FFF2-40B4-BE49-F238E27FC236}">
                <a16:creationId xmlns:a16="http://schemas.microsoft.com/office/drawing/2014/main" id="{6CFFB772-81CC-4AB9-BCA2-73556FC8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82544" y="1802843"/>
            <a:ext cx="104101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490" name="text_6936">
            <a:extLst xmlns:a="http://schemas.openxmlformats.org/drawingml/2006/main">
              <a:ext uri="{FF2B5EF4-FFF2-40B4-BE49-F238E27FC236}">
                <a16:creationId xmlns:a16="http://schemas.microsoft.com/office/drawing/2014/main" id="{99AF03A3-4E25-4036-BC39-154349E5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2701" y="1837547"/>
            <a:ext cx="945130" cy="188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CA2</a:t>
            </a:r>
          </a:p>
        </p:txBody>
      </p:sp>
      <p:sp>
        <p:nvSpPr>
          <p:cNvPr id="1491" name="data_6937">
            <a:extLst xmlns:a="http://schemas.openxmlformats.org/drawingml/2006/main">
              <a:ext uri="{FF2B5EF4-FFF2-40B4-BE49-F238E27FC236}">
                <a16:creationId xmlns:a16="http://schemas.microsoft.com/office/drawing/2014/main" id="{0349AC93-F679-4C88-A906-367571A9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3192" y="2857347"/>
            <a:ext cx="2049083" cy="1124630"/>
          </a:xfrm>
          <a:custGeom xmlns:a="http://schemas.openxmlformats.org/drawingml/2006/main">
            <a:pathLst>
              <a:path w="2049083" h="1124630">
                <a:moveTo>
                  <a:pt x="0" y="1124630"/>
                </a:moveTo>
                <a:lnTo>
                  <a:pt x="19798" y="1122700"/>
                </a:lnTo>
                <a:lnTo>
                  <a:pt x="20788" y="1122491"/>
                </a:lnTo>
                <a:lnTo>
                  <a:pt x="26270" y="1121377"/>
                </a:lnTo>
                <a:lnTo>
                  <a:pt x="28212" y="1119255"/>
                </a:lnTo>
                <a:lnTo>
                  <a:pt x="34151" y="1117829"/>
                </a:lnTo>
                <a:lnTo>
                  <a:pt x="35949" y="1115935"/>
                </a:lnTo>
                <a:lnTo>
                  <a:pt x="37946" y="1115807"/>
                </a:lnTo>
                <a:lnTo>
                  <a:pt x="39596" y="1112525"/>
                </a:lnTo>
                <a:lnTo>
                  <a:pt x="43784" y="1110556"/>
                </a:lnTo>
                <a:lnTo>
                  <a:pt x="45535" y="1108937"/>
                </a:lnTo>
                <a:lnTo>
                  <a:pt x="48788" y="1108894"/>
                </a:lnTo>
                <a:lnTo>
                  <a:pt x="50485" y="1105473"/>
                </a:lnTo>
                <a:lnTo>
                  <a:pt x="55986" y="1103604"/>
                </a:lnTo>
                <a:lnTo>
                  <a:pt x="57909" y="1096774"/>
                </a:lnTo>
                <a:lnTo>
                  <a:pt x="66099" y="1094827"/>
                </a:lnTo>
                <a:lnTo>
                  <a:pt x="67183" y="1094536"/>
                </a:lnTo>
                <a:lnTo>
                  <a:pt x="68303" y="1094536"/>
                </a:lnTo>
                <a:lnTo>
                  <a:pt x="70054" y="1092258"/>
                </a:lnTo>
                <a:lnTo>
                  <a:pt x="75892" y="1090825"/>
                </a:lnTo>
                <a:lnTo>
                  <a:pt x="77212" y="1086115"/>
                </a:lnTo>
                <a:lnTo>
                  <a:pt x="85378" y="1084855"/>
                </a:lnTo>
                <a:lnTo>
                  <a:pt x="86121" y="1071348"/>
                </a:lnTo>
                <a:lnTo>
                  <a:pt x="94211" y="1069499"/>
                </a:lnTo>
                <a:lnTo>
                  <a:pt x="95030" y="1068859"/>
                </a:lnTo>
                <a:lnTo>
                  <a:pt x="97575" y="1068710"/>
                </a:lnTo>
                <a:lnTo>
                  <a:pt x="99484" y="1059853"/>
                </a:lnTo>
                <a:lnTo>
                  <a:pt x="105081" y="1057907"/>
                </a:lnTo>
                <a:lnTo>
                  <a:pt x="106909" y="1055828"/>
                </a:lnTo>
                <a:lnTo>
                  <a:pt x="113838" y="1054869"/>
                </a:lnTo>
                <a:lnTo>
                  <a:pt x="114333" y="1028773"/>
                </a:lnTo>
                <a:lnTo>
                  <a:pt x="124187" y="1027529"/>
                </a:lnTo>
                <a:lnTo>
                  <a:pt x="125222" y="1026289"/>
                </a:lnTo>
                <a:lnTo>
                  <a:pt x="131351" y="1024923"/>
                </a:lnTo>
                <a:lnTo>
                  <a:pt x="132811" y="1023246"/>
                </a:lnTo>
                <a:lnTo>
                  <a:pt x="136606" y="1022997"/>
                </a:lnTo>
                <a:lnTo>
                  <a:pt x="138090" y="1008561"/>
                </a:lnTo>
                <a:lnTo>
                  <a:pt x="146363" y="1006698"/>
                </a:lnTo>
                <a:lnTo>
                  <a:pt x="147989" y="1003568"/>
                </a:lnTo>
                <a:lnTo>
                  <a:pt x="151784" y="1003253"/>
                </a:lnTo>
                <a:lnTo>
                  <a:pt x="151784" y="998566"/>
                </a:lnTo>
                <a:lnTo>
                  <a:pt x="157622" y="998351"/>
                </a:lnTo>
                <a:lnTo>
                  <a:pt x="158878" y="996150"/>
                </a:lnTo>
                <a:lnTo>
                  <a:pt x="170757" y="994998"/>
                </a:lnTo>
                <a:lnTo>
                  <a:pt x="172242" y="945517"/>
                </a:lnTo>
                <a:lnTo>
                  <a:pt x="183610" y="943553"/>
                </a:lnTo>
                <a:lnTo>
                  <a:pt x="183892" y="941410"/>
                </a:lnTo>
                <a:lnTo>
                  <a:pt x="189730" y="940014"/>
                </a:lnTo>
                <a:lnTo>
                  <a:pt x="191545" y="937404"/>
                </a:lnTo>
                <a:lnTo>
                  <a:pt x="195151" y="937025"/>
                </a:lnTo>
                <a:lnTo>
                  <a:pt x="195999" y="928334"/>
                </a:lnTo>
                <a:lnTo>
                  <a:pt x="204908" y="927349"/>
                </a:lnTo>
                <a:lnTo>
                  <a:pt x="206393" y="926041"/>
                </a:lnTo>
                <a:lnTo>
                  <a:pt x="210162" y="925679"/>
                </a:lnTo>
                <a:lnTo>
                  <a:pt x="211974" y="923660"/>
                </a:lnTo>
                <a:lnTo>
                  <a:pt x="213446" y="923489"/>
                </a:lnTo>
                <a:lnTo>
                  <a:pt x="215302" y="921585"/>
                </a:lnTo>
                <a:lnTo>
                  <a:pt x="227676" y="920404"/>
                </a:lnTo>
                <a:lnTo>
                  <a:pt x="228666" y="867389"/>
                </a:lnTo>
                <a:lnTo>
                  <a:pt x="236433" y="866789"/>
                </a:lnTo>
                <a:lnTo>
                  <a:pt x="237575" y="864927"/>
                </a:lnTo>
                <a:lnTo>
                  <a:pt x="243938" y="863554"/>
                </a:lnTo>
                <a:lnTo>
                  <a:pt x="245189" y="861278"/>
                </a:lnTo>
                <a:lnTo>
                  <a:pt x="256135" y="860162"/>
                </a:lnTo>
                <a:lnTo>
                  <a:pt x="257373" y="848266"/>
                </a:lnTo>
                <a:lnTo>
                  <a:pt x="262703" y="847178"/>
                </a:lnTo>
                <a:lnTo>
                  <a:pt x="264302" y="845883"/>
                </a:lnTo>
                <a:lnTo>
                  <a:pt x="273211" y="844209"/>
                </a:lnTo>
                <a:lnTo>
                  <a:pt x="274985" y="829564"/>
                </a:lnTo>
                <a:lnTo>
                  <a:pt x="284595" y="828628"/>
                </a:lnTo>
                <a:lnTo>
                  <a:pt x="286431" y="822709"/>
                </a:lnTo>
                <a:lnTo>
                  <a:pt x="288973" y="821978"/>
                </a:lnTo>
                <a:lnTo>
                  <a:pt x="289769" y="819899"/>
                </a:lnTo>
                <a:lnTo>
                  <a:pt x="292726" y="819877"/>
                </a:lnTo>
                <a:lnTo>
                  <a:pt x="293999" y="812895"/>
                </a:lnTo>
                <a:lnTo>
                  <a:pt x="303568" y="812244"/>
                </a:lnTo>
                <a:lnTo>
                  <a:pt x="303568" y="808935"/>
                </a:lnTo>
                <a:lnTo>
                  <a:pt x="310332" y="806971"/>
                </a:lnTo>
                <a:lnTo>
                  <a:pt x="311817" y="806025"/>
                </a:lnTo>
                <a:lnTo>
                  <a:pt x="316766" y="804167"/>
                </a:lnTo>
                <a:lnTo>
                  <a:pt x="316766" y="804023"/>
                </a:lnTo>
                <a:lnTo>
                  <a:pt x="329737" y="802226"/>
                </a:lnTo>
                <a:lnTo>
                  <a:pt x="331165" y="801547"/>
                </a:lnTo>
                <a:lnTo>
                  <a:pt x="341514" y="801018"/>
                </a:lnTo>
                <a:lnTo>
                  <a:pt x="342999" y="622360"/>
                </a:lnTo>
                <a:lnTo>
                  <a:pt x="357847" y="620407"/>
                </a:lnTo>
                <a:lnTo>
                  <a:pt x="359488" y="619714"/>
                </a:lnTo>
                <a:lnTo>
                  <a:pt x="367784" y="619041"/>
                </a:lnTo>
                <a:lnTo>
                  <a:pt x="369726" y="616961"/>
                </a:lnTo>
                <a:lnTo>
                  <a:pt x="375665" y="615495"/>
                </a:lnTo>
                <a:lnTo>
                  <a:pt x="376843" y="613867"/>
                </a:lnTo>
                <a:lnTo>
                  <a:pt x="379460" y="613846"/>
                </a:lnTo>
                <a:lnTo>
                  <a:pt x="379460" y="609986"/>
                </a:lnTo>
                <a:lnTo>
                  <a:pt x="390302" y="608794"/>
                </a:lnTo>
                <a:lnTo>
                  <a:pt x="391998" y="605442"/>
                </a:lnTo>
                <a:lnTo>
                  <a:pt x="398433" y="603811"/>
                </a:lnTo>
                <a:lnTo>
                  <a:pt x="400396" y="598854"/>
                </a:lnTo>
                <a:lnTo>
                  <a:pt x="409817" y="598261"/>
                </a:lnTo>
                <a:lnTo>
                  <a:pt x="411568" y="590086"/>
                </a:lnTo>
                <a:lnTo>
                  <a:pt x="417406" y="589770"/>
                </a:lnTo>
                <a:lnTo>
                  <a:pt x="418726" y="587987"/>
                </a:lnTo>
                <a:lnTo>
                  <a:pt x="426892" y="586078"/>
                </a:lnTo>
                <a:lnTo>
                  <a:pt x="428740" y="579809"/>
                </a:lnTo>
                <a:lnTo>
                  <a:pt x="439089" y="578064"/>
                </a:lnTo>
                <a:lnTo>
                  <a:pt x="440998" y="576453"/>
                </a:lnTo>
                <a:lnTo>
                  <a:pt x="447501" y="574814"/>
                </a:lnTo>
                <a:lnTo>
                  <a:pt x="449438" y="574322"/>
                </a:lnTo>
                <a:lnTo>
                  <a:pt x="455352" y="574215"/>
                </a:lnTo>
                <a:lnTo>
                  <a:pt x="455352" y="513660"/>
                </a:lnTo>
                <a:lnTo>
                  <a:pt x="472865" y="512272"/>
                </a:lnTo>
                <a:lnTo>
                  <a:pt x="473665" y="511360"/>
                </a:lnTo>
                <a:lnTo>
                  <a:pt x="487877" y="510559"/>
                </a:lnTo>
                <a:lnTo>
                  <a:pt x="489503" y="504184"/>
                </a:lnTo>
                <a:lnTo>
                  <a:pt x="496747" y="502617"/>
                </a:lnTo>
                <a:lnTo>
                  <a:pt x="497422" y="501650"/>
                </a:lnTo>
                <a:lnTo>
                  <a:pt x="512271" y="500483"/>
                </a:lnTo>
                <a:lnTo>
                  <a:pt x="514107" y="476613"/>
                </a:lnTo>
                <a:lnTo>
                  <a:pt x="531244" y="475145"/>
                </a:lnTo>
                <a:lnTo>
                  <a:pt x="533059" y="473998"/>
                </a:lnTo>
                <a:lnTo>
                  <a:pt x="542919" y="472030"/>
                </a:lnTo>
                <a:lnTo>
                  <a:pt x="544057" y="471732"/>
                </a:lnTo>
                <a:lnTo>
                  <a:pt x="546422" y="471732"/>
                </a:lnTo>
                <a:lnTo>
                  <a:pt x="547907" y="464078"/>
                </a:lnTo>
                <a:lnTo>
                  <a:pt x="558841" y="462951"/>
                </a:lnTo>
                <a:lnTo>
                  <a:pt x="560433" y="461921"/>
                </a:lnTo>
                <a:lnTo>
                  <a:pt x="569190" y="461750"/>
                </a:lnTo>
                <a:lnTo>
                  <a:pt x="570668" y="446965"/>
                </a:lnTo>
                <a:lnTo>
                  <a:pt x="585452" y="445176"/>
                </a:lnTo>
                <a:lnTo>
                  <a:pt x="586703" y="443630"/>
                </a:lnTo>
                <a:lnTo>
                  <a:pt x="597649" y="443273"/>
                </a:lnTo>
                <a:lnTo>
                  <a:pt x="597649" y="440791"/>
                </a:lnTo>
                <a:lnTo>
                  <a:pt x="620934" y="439558"/>
                </a:lnTo>
                <a:lnTo>
                  <a:pt x="621730" y="438485"/>
                </a:lnTo>
                <a:lnTo>
                  <a:pt x="626109" y="438485"/>
                </a:lnTo>
                <a:lnTo>
                  <a:pt x="626848" y="434968"/>
                </a:lnTo>
                <a:lnTo>
                  <a:pt x="634240" y="434373"/>
                </a:lnTo>
                <a:lnTo>
                  <a:pt x="635718" y="432911"/>
                </a:lnTo>
                <a:lnTo>
                  <a:pt x="656757" y="431174"/>
                </a:lnTo>
                <a:lnTo>
                  <a:pt x="656757" y="430665"/>
                </a:lnTo>
                <a:lnTo>
                  <a:pt x="683028" y="430238"/>
                </a:lnTo>
                <a:lnTo>
                  <a:pt x="683028" y="137467"/>
                </a:lnTo>
                <a:lnTo>
                  <a:pt x="739947" y="136078"/>
                </a:lnTo>
                <a:lnTo>
                  <a:pt x="739947" y="135250"/>
                </a:lnTo>
                <a:lnTo>
                  <a:pt x="796866" y="133728"/>
                </a:lnTo>
                <a:lnTo>
                  <a:pt x="796866" y="121981"/>
                </a:lnTo>
                <a:lnTo>
                  <a:pt x="819633" y="121195"/>
                </a:lnTo>
                <a:lnTo>
                  <a:pt x="819633" y="117059"/>
                </a:lnTo>
                <a:lnTo>
                  <a:pt x="853785" y="116893"/>
                </a:lnTo>
                <a:lnTo>
                  <a:pt x="853785" y="107173"/>
                </a:lnTo>
                <a:lnTo>
                  <a:pt x="910704" y="106057"/>
                </a:lnTo>
                <a:lnTo>
                  <a:pt x="910704" y="93483"/>
                </a:lnTo>
                <a:lnTo>
                  <a:pt x="956239" y="91622"/>
                </a:lnTo>
                <a:lnTo>
                  <a:pt x="956239" y="91456"/>
                </a:lnTo>
                <a:lnTo>
                  <a:pt x="975754" y="90629"/>
                </a:lnTo>
                <a:lnTo>
                  <a:pt x="975754" y="89211"/>
                </a:lnTo>
                <a:lnTo>
                  <a:pt x="1024541" y="88425"/>
                </a:lnTo>
                <a:lnTo>
                  <a:pt x="1024541" y="54509"/>
                </a:lnTo>
                <a:lnTo>
                  <a:pt x="1073329" y="54343"/>
                </a:lnTo>
                <a:lnTo>
                  <a:pt x="1073329" y="51507"/>
                </a:lnTo>
                <a:lnTo>
                  <a:pt x="1195298" y="50845"/>
                </a:lnTo>
                <a:lnTo>
                  <a:pt x="1195298" y="47536"/>
                </a:lnTo>
                <a:lnTo>
                  <a:pt x="1309136" y="45716"/>
                </a:lnTo>
                <a:lnTo>
                  <a:pt x="1309136" y="45551"/>
                </a:lnTo>
                <a:lnTo>
                  <a:pt x="1366055" y="45385"/>
                </a:lnTo>
                <a:lnTo>
                  <a:pt x="1366055" y="23877"/>
                </a:lnTo>
                <a:lnTo>
                  <a:pt x="1479893" y="22128"/>
                </a:lnTo>
                <a:lnTo>
                  <a:pt x="1479893" y="20474"/>
                </a:lnTo>
                <a:lnTo>
                  <a:pt x="1536812" y="20474"/>
                </a:lnTo>
                <a:lnTo>
                  <a:pt x="1536812" y="17992"/>
                </a:lnTo>
                <a:lnTo>
                  <a:pt x="2049083" y="17372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00878B"/>
            </a:solidFill>
            <a:prstDash val="solid"/>
          </a:ln>
        </p:spPr>
      </p:sp>
      <p:sp>
        <p:nvSpPr>
          <p:cNvPr id="1492" name="data_6938">
            <a:extLst xmlns:a="http://schemas.openxmlformats.org/drawingml/2006/main">
              <a:ext uri="{FF2B5EF4-FFF2-40B4-BE49-F238E27FC236}">
                <a16:creationId xmlns:a16="http://schemas.microsoft.com/office/drawing/2014/main" id="{488F05E7-CCBF-4A48-942D-E9ED1F20C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3192" y="2797384"/>
            <a:ext cx="2049083" cy="1184593"/>
          </a:xfrm>
          <a:custGeom xmlns:a="http://schemas.openxmlformats.org/drawingml/2006/main">
            <a:pathLst>
              <a:path w="2049083" h="1184593">
                <a:moveTo>
                  <a:pt x="0" y="1184593"/>
                </a:moveTo>
                <a:lnTo>
                  <a:pt x="195151" y="1184593"/>
                </a:lnTo>
                <a:lnTo>
                  <a:pt x="195151" y="1121132"/>
                </a:lnTo>
                <a:lnTo>
                  <a:pt x="195999" y="1121132"/>
                </a:lnTo>
                <a:lnTo>
                  <a:pt x="227676" y="1121132"/>
                </a:lnTo>
                <a:lnTo>
                  <a:pt x="227676" y="888444"/>
                </a:lnTo>
                <a:lnTo>
                  <a:pt x="228666" y="888444"/>
                </a:lnTo>
                <a:lnTo>
                  <a:pt x="341514" y="888444"/>
                </a:lnTo>
                <a:lnTo>
                  <a:pt x="341514" y="592296"/>
                </a:lnTo>
                <a:lnTo>
                  <a:pt x="342999" y="592296"/>
                </a:lnTo>
                <a:lnTo>
                  <a:pt x="455352" y="592296"/>
                </a:lnTo>
                <a:lnTo>
                  <a:pt x="455352" y="423069"/>
                </a:lnTo>
                <a:lnTo>
                  <a:pt x="512271" y="423069"/>
                </a:lnTo>
                <a:lnTo>
                  <a:pt x="512271" y="376916"/>
                </a:lnTo>
                <a:lnTo>
                  <a:pt x="514107" y="376916"/>
                </a:lnTo>
                <a:lnTo>
                  <a:pt x="517445" y="376916"/>
                </a:lnTo>
                <a:lnTo>
                  <a:pt x="517445" y="369224"/>
                </a:lnTo>
                <a:lnTo>
                  <a:pt x="526316" y="369224"/>
                </a:lnTo>
                <a:lnTo>
                  <a:pt x="526316" y="361532"/>
                </a:lnTo>
                <a:lnTo>
                  <a:pt x="535186" y="361532"/>
                </a:lnTo>
                <a:lnTo>
                  <a:pt x="536140" y="353839"/>
                </a:lnTo>
                <a:lnTo>
                  <a:pt x="536665" y="353839"/>
                </a:lnTo>
                <a:lnTo>
                  <a:pt x="538143" y="353839"/>
                </a:lnTo>
                <a:lnTo>
                  <a:pt x="538143" y="346147"/>
                </a:lnTo>
                <a:lnTo>
                  <a:pt x="538998" y="346147"/>
                </a:lnTo>
                <a:lnTo>
                  <a:pt x="544057" y="346147"/>
                </a:lnTo>
                <a:lnTo>
                  <a:pt x="544057" y="338455"/>
                </a:lnTo>
                <a:lnTo>
                  <a:pt x="546422" y="338455"/>
                </a:lnTo>
                <a:lnTo>
                  <a:pt x="546422" y="296148"/>
                </a:lnTo>
                <a:lnTo>
                  <a:pt x="547907" y="296148"/>
                </a:lnTo>
                <a:lnTo>
                  <a:pt x="910704" y="296148"/>
                </a:lnTo>
                <a:lnTo>
                  <a:pt x="910704" y="204240"/>
                </a:lnTo>
                <a:lnTo>
                  <a:pt x="1024541" y="204240"/>
                </a:lnTo>
                <a:lnTo>
                  <a:pt x="1024541" y="2575"/>
                </a:lnTo>
                <a:lnTo>
                  <a:pt x="1252217" y="2575"/>
                </a:lnTo>
                <a:lnTo>
                  <a:pt x="1252217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621">
            <a:solidFill>
              <a:srgbClr val="3A64C8"/>
            </a:solidFill>
            <a:prstDash val="solid"/>
          </a:ln>
        </p:spPr>
      </p:sp>
      <p:sp>
        <p:nvSpPr>
          <p:cNvPr id="1493" name="data_6939">
            <a:extLst xmlns:a="http://schemas.openxmlformats.org/drawingml/2006/main">
              <a:ext uri="{FF2B5EF4-FFF2-40B4-BE49-F238E27FC236}">
                <a16:creationId xmlns:a16="http://schemas.microsoft.com/office/drawing/2014/main" id="{FCA30547-BC8A-4427-8D29-CDCA7358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4558" y="3449581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1494" name="data_6940">
            <a:extLst xmlns:a="http://schemas.openxmlformats.org/drawingml/2006/main">
              <a:ext uri="{FF2B5EF4-FFF2-40B4-BE49-F238E27FC236}">
                <a16:creationId xmlns:a16="http://schemas.microsoft.com/office/drawing/2014/main" id="{55F4C9AA-7D04-4858-BCC1-0CD781C76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6071" y="2964665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1495" name="data_6941">
            <a:extLst xmlns:a="http://schemas.openxmlformats.org/drawingml/2006/main">
              <a:ext uri="{FF2B5EF4-FFF2-40B4-BE49-F238E27FC236}">
                <a16:creationId xmlns:a16="http://schemas.microsoft.com/office/drawing/2014/main" id="{2C0DAF07-68AB-4FAD-9FCE-BDEAA84E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9099" y="2851076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1496" name="data_6942">
            <a:extLst xmlns:a="http://schemas.openxmlformats.org/drawingml/2006/main">
              <a:ext uri="{FF2B5EF4-FFF2-40B4-BE49-F238E27FC236}">
                <a16:creationId xmlns:a16="http://schemas.microsoft.com/office/drawing/2014/main" id="{003CB97B-0EC7-4536-9D5E-8F8650F46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2127" y="2827199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1497" name="data_6943">
            <a:extLst xmlns:a="http://schemas.openxmlformats.org/drawingml/2006/main">
              <a:ext uri="{FF2B5EF4-FFF2-40B4-BE49-F238E27FC236}">
                <a16:creationId xmlns:a16="http://schemas.microsoft.com/office/drawing/2014/main" id="{C4BA7A1A-8C1C-4433-84EE-6900B24B3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4546" y="3339520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1498" name="data_6944">
            <a:extLst xmlns:a="http://schemas.openxmlformats.org/drawingml/2006/main">
              <a:ext uri="{FF2B5EF4-FFF2-40B4-BE49-F238E27FC236}">
                <a16:creationId xmlns:a16="http://schemas.microsoft.com/office/drawing/2014/main" id="{9982FFB6-1CEF-4F92-97C2-E2327EC4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059" y="3043372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1499" name="data_6945">
            <a:extLst xmlns:a="http://schemas.openxmlformats.org/drawingml/2006/main">
              <a:ext uri="{FF2B5EF4-FFF2-40B4-BE49-F238E27FC236}">
                <a16:creationId xmlns:a16="http://schemas.microsoft.com/office/drawing/2014/main" id="{15AB3296-2EDB-4E7A-A8F1-D3D145C51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9087" y="2747224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1500" name="data_6946">
            <a:extLst xmlns:a="http://schemas.openxmlformats.org/drawingml/2006/main">
              <a:ext uri="{FF2B5EF4-FFF2-40B4-BE49-F238E27FC236}">
                <a16:creationId xmlns:a16="http://schemas.microsoft.com/office/drawing/2014/main" id="{AF746C0C-71AE-4147-AC12-EDC6B28B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2115" y="2747224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1501" name="data_6947">
            <a:extLst xmlns:a="http://schemas.openxmlformats.org/drawingml/2006/main">
              <a:ext uri="{FF2B5EF4-FFF2-40B4-BE49-F238E27FC236}">
                <a16:creationId xmlns:a16="http://schemas.microsoft.com/office/drawing/2014/main" id="{502547D9-1190-44CB-9E1A-9EB28465F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2116243"/>
            <a:ext cx="2213010" cy="1954578"/>
          </a:xfrm>
          <a:custGeom xmlns:a="http://schemas.openxmlformats.org/drawingml/2006/main"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2" name="data_6948">
            <a:extLst xmlns:a="http://schemas.openxmlformats.org/drawingml/2006/main">
              <a:ext uri="{FF2B5EF4-FFF2-40B4-BE49-F238E27FC236}">
                <a16:creationId xmlns:a16="http://schemas.microsoft.com/office/drawing/2014/main" id="{B330709E-83ED-40E1-965C-0A2022C0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1345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6" y="1762082"/>
                </a:lnTo>
                <a:lnTo>
                  <a:pt x="3874" y="1747274"/>
                </a:lnTo>
                <a:lnTo>
                  <a:pt x="8471" y="1732467"/>
                </a:lnTo>
                <a:lnTo>
                  <a:pt x="14472" y="1717659"/>
                </a:lnTo>
                <a:lnTo>
                  <a:pt x="21503" y="1702852"/>
                </a:lnTo>
                <a:lnTo>
                  <a:pt x="29152" y="1688045"/>
                </a:lnTo>
                <a:lnTo>
                  <a:pt x="37011" y="1673237"/>
                </a:lnTo>
                <a:lnTo>
                  <a:pt x="44710" y="1658430"/>
                </a:lnTo>
                <a:lnTo>
                  <a:pt x="51946" y="1643622"/>
                </a:lnTo>
                <a:lnTo>
                  <a:pt x="58492" y="1628815"/>
                </a:lnTo>
                <a:lnTo>
                  <a:pt x="64209" y="1614007"/>
                </a:lnTo>
                <a:lnTo>
                  <a:pt x="69037" y="1599200"/>
                </a:lnTo>
                <a:lnTo>
                  <a:pt x="72984" y="1584393"/>
                </a:lnTo>
                <a:lnTo>
                  <a:pt x="76112" y="1569585"/>
                </a:lnTo>
                <a:lnTo>
                  <a:pt x="78516" y="1554778"/>
                </a:lnTo>
                <a:lnTo>
                  <a:pt x="80310" y="1539970"/>
                </a:lnTo>
                <a:lnTo>
                  <a:pt x="81610" y="1525163"/>
                </a:lnTo>
                <a:lnTo>
                  <a:pt x="82527" y="1510356"/>
                </a:lnTo>
                <a:lnTo>
                  <a:pt x="83156" y="1495548"/>
                </a:lnTo>
                <a:lnTo>
                  <a:pt x="83576" y="1480741"/>
                </a:lnTo>
                <a:lnTo>
                  <a:pt x="83846" y="1465933"/>
                </a:lnTo>
                <a:lnTo>
                  <a:pt x="84010" y="1451126"/>
                </a:lnTo>
                <a:lnTo>
                  <a:pt x="84098" y="1436319"/>
                </a:lnTo>
                <a:lnTo>
                  <a:pt x="84125" y="1421511"/>
                </a:lnTo>
                <a:lnTo>
                  <a:pt x="84102" y="1406704"/>
                </a:lnTo>
                <a:lnTo>
                  <a:pt x="84032" y="1391896"/>
                </a:lnTo>
                <a:lnTo>
                  <a:pt x="83916" y="1377089"/>
                </a:lnTo>
                <a:lnTo>
                  <a:pt x="83754" y="1362282"/>
                </a:lnTo>
                <a:lnTo>
                  <a:pt x="83546" y="1347474"/>
                </a:lnTo>
                <a:lnTo>
                  <a:pt x="83293" y="1332667"/>
                </a:lnTo>
                <a:lnTo>
                  <a:pt x="82999" y="1317859"/>
                </a:lnTo>
                <a:lnTo>
                  <a:pt x="82668" y="1303052"/>
                </a:lnTo>
                <a:lnTo>
                  <a:pt x="82309" y="1288245"/>
                </a:lnTo>
                <a:lnTo>
                  <a:pt x="81932" y="1273437"/>
                </a:lnTo>
                <a:lnTo>
                  <a:pt x="81546" y="1258630"/>
                </a:lnTo>
                <a:lnTo>
                  <a:pt x="81163" y="1243822"/>
                </a:lnTo>
                <a:lnTo>
                  <a:pt x="80795" y="1229015"/>
                </a:lnTo>
                <a:lnTo>
                  <a:pt x="80451" y="1214207"/>
                </a:lnTo>
                <a:lnTo>
                  <a:pt x="80138" y="1199400"/>
                </a:lnTo>
                <a:lnTo>
                  <a:pt x="79860" y="1184593"/>
                </a:lnTo>
                <a:lnTo>
                  <a:pt x="79615" y="1169785"/>
                </a:lnTo>
                <a:lnTo>
                  <a:pt x="79398" y="1154978"/>
                </a:lnTo>
                <a:lnTo>
                  <a:pt x="79201" y="1140170"/>
                </a:lnTo>
                <a:lnTo>
                  <a:pt x="79009" y="1125363"/>
                </a:lnTo>
                <a:lnTo>
                  <a:pt x="78808" y="1110556"/>
                </a:lnTo>
                <a:lnTo>
                  <a:pt x="78581" y="1095748"/>
                </a:lnTo>
                <a:lnTo>
                  <a:pt x="78313" y="1080941"/>
                </a:lnTo>
                <a:lnTo>
                  <a:pt x="77992" y="1066133"/>
                </a:lnTo>
                <a:lnTo>
                  <a:pt x="77610" y="1051326"/>
                </a:lnTo>
                <a:lnTo>
                  <a:pt x="77164" y="1036519"/>
                </a:lnTo>
                <a:lnTo>
                  <a:pt x="76662" y="1021711"/>
                </a:lnTo>
                <a:lnTo>
                  <a:pt x="76120" y="1006904"/>
                </a:lnTo>
                <a:lnTo>
                  <a:pt x="75562" y="992096"/>
                </a:lnTo>
                <a:lnTo>
                  <a:pt x="75022" y="977289"/>
                </a:lnTo>
                <a:lnTo>
                  <a:pt x="74539" y="962482"/>
                </a:lnTo>
                <a:lnTo>
                  <a:pt x="74156" y="947674"/>
                </a:lnTo>
                <a:lnTo>
                  <a:pt x="73917" y="932867"/>
                </a:lnTo>
                <a:lnTo>
                  <a:pt x="73859" y="918059"/>
                </a:lnTo>
                <a:lnTo>
                  <a:pt x="74010" y="903252"/>
                </a:lnTo>
                <a:lnTo>
                  <a:pt x="74385" y="888444"/>
                </a:lnTo>
                <a:lnTo>
                  <a:pt x="74986" y="873637"/>
                </a:lnTo>
                <a:lnTo>
                  <a:pt x="75797" y="858830"/>
                </a:lnTo>
                <a:lnTo>
                  <a:pt x="76788" y="844022"/>
                </a:lnTo>
                <a:lnTo>
                  <a:pt x="77919" y="829215"/>
                </a:lnTo>
                <a:lnTo>
                  <a:pt x="79139" y="814407"/>
                </a:lnTo>
                <a:lnTo>
                  <a:pt x="80397" y="799600"/>
                </a:lnTo>
                <a:lnTo>
                  <a:pt x="81644" y="784793"/>
                </a:lnTo>
                <a:lnTo>
                  <a:pt x="82833" y="769985"/>
                </a:lnTo>
                <a:lnTo>
                  <a:pt x="83932" y="755178"/>
                </a:lnTo>
                <a:lnTo>
                  <a:pt x="84913" y="740370"/>
                </a:lnTo>
                <a:lnTo>
                  <a:pt x="85764" y="725563"/>
                </a:lnTo>
                <a:lnTo>
                  <a:pt x="86480" y="710756"/>
                </a:lnTo>
                <a:lnTo>
                  <a:pt x="87066" y="695948"/>
                </a:lnTo>
                <a:lnTo>
                  <a:pt x="87532" y="681141"/>
                </a:lnTo>
                <a:lnTo>
                  <a:pt x="87893" y="666333"/>
                </a:lnTo>
                <a:lnTo>
                  <a:pt x="88165" y="651526"/>
                </a:lnTo>
                <a:lnTo>
                  <a:pt x="88364" y="636719"/>
                </a:lnTo>
                <a:lnTo>
                  <a:pt x="88507" y="621911"/>
                </a:lnTo>
                <a:lnTo>
                  <a:pt x="88607" y="607104"/>
                </a:lnTo>
                <a:lnTo>
                  <a:pt x="88674" y="592296"/>
                </a:lnTo>
                <a:lnTo>
                  <a:pt x="88719" y="577489"/>
                </a:lnTo>
                <a:lnTo>
                  <a:pt x="88748" y="562682"/>
                </a:lnTo>
                <a:lnTo>
                  <a:pt x="88767" y="547874"/>
                </a:lnTo>
                <a:lnTo>
                  <a:pt x="88778" y="533067"/>
                </a:lnTo>
                <a:lnTo>
                  <a:pt x="88785" y="518259"/>
                </a:lnTo>
                <a:lnTo>
                  <a:pt x="88789" y="503452"/>
                </a:lnTo>
                <a:lnTo>
                  <a:pt x="88791" y="488644"/>
                </a:lnTo>
                <a:lnTo>
                  <a:pt x="88792" y="473837"/>
                </a:lnTo>
                <a:lnTo>
                  <a:pt x="88793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4" y="414607"/>
                </a:lnTo>
                <a:lnTo>
                  <a:pt x="88794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4" y="444222"/>
                </a:lnTo>
                <a:lnTo>
                  <a:pt x="88794" y="459030"/>
                </a:lnTo>
                <a:lnTo>
                  <a:pt x="88795" y="473837"/>
                </a:lnTo>
                <a:lnTo>
                  <a:pt x="88796" y="488644"/>
                </a:lnTo>
                <a:lnTo>
                  <a:pt x="88799" y="503452"/>
                </a:lnTo>
                <a:lnTo>
                  <a:pt x="88803" y="518259"/>
                </a:lnTo>
                <a:lnTo>
                  <a:pt x="88809" y="533067"/>
                </a:lnTo>
                <a:lnTo>
                  <a:pt x="88821" y="547874"/>
                </a:lnTo>
                <a:lnTo>
                  <a:pt x="88839" y="562682"/>
                </a:lnTo>
                <a:lnTo>
                  <a:pt x="88868" y="577489"/>
                </a:lnTo>
                <a:lnTo>
                  <a:pt x="88913" y="592296"/>
                </a:lnTo>
                <a:lnTo>
                  <a:pt x="88980" y="607104"/>
                </a:lnTo>
                <a:lnTo>
                  <a:pt x="89080" y="621911"/>
                </a:lnTo>
                <a:lnTo>
                  <a:pt x="89223" y="636719"/>
                </a:lnTo>
                <a:lnTo>
                  <a:pt x="89423" y="651526"/>
                </a:lnTo>
                <a:lnTo>
                  <a:pt x="89694" y="666333"/>
                </a:lnTo>
                <a:lnTo>
                  <a:pt x="90055" y="681141"/>
                </a:lnTo>
                <a:lnTo>
                  <a:pt x="90521" y="695948"/>
                </a:lnTo>
                <a:lnTo>
                  <a:pt x="91107" y="710756"/>
                </a:lnTo>
                <a:lnTo>
                  <a:pt x="91823" y="725563"/>
                </a:lnTo>
                <a:lnTo>
                  <a:pt x="92674" y="740370"/>
                </a:lnTo>
                <a:lnTo>
                  <a:pt x="93656" y="755178"/>
                </a:lnTo>
                <a:lnTo>
                  <a:pt x="94754" y="769985"/>
                </a:lnTo>
                <a:lnTo>
                  <a:pt x="95944" y="784793"/>
                </a:lnTo>
                <a:lnTo>
                  <a:pt x="97190" y="799600"/>
                </a:lnTo>
                <a:lnTo>
                  <a:pt x="98448" y="814407"/>
                </a:lnTo>
                <a:lnTo>
                  <a:pt x="99669" y="829215"/>
                </a:lnTo>
                <a:lnTo>
                  <a:pt x="100799" y="844022"/>
                </a:lnTo>
                <a:lnTo>
                  <a:pt x="101790" y="858830"/>
                </a:lnTo>
                <a:lnTo>
                  <a:pt x="102601" y="873637"/>
                </a:lnTo>
                <a:lnTo>
                  <a:pt x="103202" y="888444"/>
                </a:lnTo>
                <a:lnTo>
                  <a:pt x="103577" y="903252"/>
                </a:lnTo>
                <a:lnTo>
                  <a:pt x="103728" y="918059"/>
                </a:lnTo>
                <a:lnTo>
                  <a:pt x="103670" y="932867"/>
                </a:lnTo>
                <a:lnTo>
                  <a:pt x="103431" y="947674"/>
                </a:lnTo>
                <a:lnTo>
                  <a:pt x="103048" y="962482"/>
                </a:lnTo>
                <a:lnTo>
                  <a:pt x="102566" y="977289"/>
                </a:lnTo>
                <a:lnTo>
                  <a:pt x="102025" y="992096"/>
                </a:lnTo>
                <a:lnTo>
                  <a:pt x="101467" y="1006904"/>
                </a:lnTo>
                <a:lnTo>
                  <a:pt x="100925" y="1021711"/>
                </a:lnTo>
                <a:lnTo>
                  <a:pt x="100423" y="1036519"/>
                </a:lnTo>
                <a:lnTo>
                  <a:pt x="99977" y="1051326"/>
                </a:lnTo>
                <a:lnTo>
                  <a:pt x="99595" y="1066133"/>
                </a:lnTo>
                <a:lnTo>
                  <a:pt x="99274" y="1080941"/>
                </a:lnTo>
                <a:lnTo>
                  <a:pt x="99006" y="1095748"/>
                </a:lnTo>
                <a:lnTo>
                  <a:pt x="98780" y="1110556"/>
                </a:lnTo>
                <a:lnTo>
                  <a:pt x="98578" y="1125363"/>
                </a:lnTo>
                <a:lnTo>
                  <a:pt x="98387" y="1140170"/>
                </a:lnTo>
                <a:lnTo>
                  <a:pt x="98189" y="1154978"/>
                </a:lnTo>
                <a:lnTo>
                  <a:pt x="97972" y="1169785"/>
                </a:lnTo>
                <a:lnTo>
                  <a:pt x="97727" y="1184593"/>
                </a:lnTo>
                <a:lnTo>
                  <a:pt x="97449" y="1199400"/>
                </a:lnTo>
                <a:lnTo>
                  <a:pt x="97136" y="1214207"/>
                </a:lnTo>
                <a:lnTo>
                  <a:pt x="96792" y="1229015"/>
                </a:lnTo>
                <a:lnTo>
                  <a:pt x="96424" y="1243822"/>
                </a:lnTo>
                <a:lnTo>
                  <a:pt x="96042" y="1258630"/>
                </a:lnTo>
                <a:lnTo>
                  <a:pt x="95656" y="1273437"/>
                </a:lnTo>
                <a:lnTo>
                  <a:pt x="95278" y="1288245"/>
                </a:lnTo>
                <a:lnTo>
                  <a:pt x="94919" y="1303052"/>
                </a:lnTo>
                <a:lnTo>
                  <a:pt x="94588" y="1317859"/>
                </a:lnTo>
                <a:lnTo>
                  <a:pt x="94294" y="1332667"/>
                </a:lnTo>
                <a:lnTo>
                  <a:pt x="94041" y="1347474"/>
                </a:lnTo>
                <a:lnTo>
                  <a:pt x="93833" y="1362282"/>
                </a:lnTo>
                <a:lnTo>
                  <a:pt x="93671" y="1377089"/>
                </a:lnTo>
                <a:lnTo>
                  <a:pt x="93555" y="1391896"/>
                </a:lnTo>
                <a:lnTo>
                  <a:pt x="93485" y="1406704"/>
                </a:lnTo>
                <a:lnTo>
                  <a:pt x="93462" y="1421511"/>
                </a:lnTo>
                <a:lnTo>
                  <a:pt x="93490" y="1436319"/>
                </a:lnTo>
                <a:lnTo>
                  <a:pt x="93577" y="1451126"/>
                </a:lnTo>
                <a:lnTo>
                  <a:pt x="93741" y="1465933"/>
                </a:lnTo>
                <a:lnTo>
                  <a:pt x="94012" y="1480741"/>
                </a:lnTo>
                <a:lnTo>
                  <a:pt x="94431" y="1495548"/>
                </a:lnTo>
                <a:lnTo>
                  <a:pt x="95060" y="1510356"/>
                </a:lnTo>
                <a:lnTo>
                  <a:pt x="95977" y="1525163"/>
                </a:lnTo>
                <a:lnTo>
                  <a:pt x="97277" y="1539970"/>
                </a:lnTo>
                <a:lnTo>
                  <a:pt x="99071" y="1554778"/>
                </a:lnTo>
                <a:lnTo>
                  <a:pt x="101475" y="1569585"/>
                </a:lnTo>
                <a:lnTo>
                  <a:pt x="104603" y="1584393"/>
                </a:lnTo>
                <a:lnTo>
                  <a:pt x="108551" y="1599200"/>
                </a:lnTo>
                <a:lnTo>
                  <a:pt x="113378" y="1614007"/>
                </a:lnTo>
                <a:lnTo>
                  <a:pt x="119095" y="1628815"/>
                </a:lnTo>
                <a:lnTo>
                  <a:pt x="125641" y="1643622"/>
                </a:lnTo>
                <a:lnTo>
                  <a:pt x="132877" y="1658430"/>
                </a:lnTo>
                <a:lnTo>
                  <a:pt x="140577" y="1673237"/>
                </a:lnTo>
                <a:lnTo>
                  <a:pt x="148436" y="1688045"/>
                </a:lnTo>
                <a:lnTo>
                  <a:pt x="156084" y="1702852"/>
                </a:lnTo>
                <a:lnTo>
                  <a:pt x="163115" y="1717659"/>
                </a:lnTo>
                <a:lnTo>
                  <a:pt x="169116" y="1732467"/>
                </a:lnTo>
                <a:lnTo>
                  <a:pt x="173713" y="1747274"/>
                </a:lnTo>
                <a:lnTo>
                  <a:pt x="176602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2000"/>
            </a:srgbClr>
          </a:solidFill>
          <a:ln xmlns:a="http://schemas.openxmlformats.org/drawingml/2006/main"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3" name="data_6949">
            <a:extLst xmlns:a="http://schemas.openxmlformats.org/drawingml/2006/main">
              <a:ext uri="{FF2B5EF4-FFF2-40B4-BE49-F238E27FC236}">
                <a16:creationId xmlns:a16="http://schemas.microsoft.com/office/drawing/2014/main" id="{72B0EB94-7DB6-4C15-9613-0F1B39D8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859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9" y="1762082"/>
                </a:lnTo>
                <a:lnTo>
                  <a:pt x="3888" y="1747274"/>
                </a:lnTo>
                <a:lnTo>
                  <a:pt x="8500" y="1732467"/>
                </a:lnTo>
                <a:lnTo>
                  <a:pt x="14521" y="1717659"/>
                </a:lnTo>
                <a:lnTo>
                  <a:pt x="21572" y="1702852"/>
                </a:lnTo>
                <a:lnTo>
                  <a:pt x="29240" y="1688045"/>
                </a:lnTo>
                <a:lnTo>
                  <a:pt x="37114" y="1673237"/>
                </a:lnTo>
                <a:lnTo>
                  <a:pt x="44823" y="1658430"/>
                </a:lnTo>
                <a:lnTo>
                  <a:pt x="52059" y="1643622"/>
                </a:lnTo>
                <a:lnTo>
                  <a:pt x="58598" y="1628815"/>
                </a:lnTo>
                <a:lnTo>
                  <a:pt x="64298" y="1614007"/>
                </a:lnTo>
                <a:lnTo>
                  <a:pt x="69101" y="1599200"/>
                </a:lnTo>
                <a:lnTo>
                  <a:pt x="73017" y="1584393"/>
                </a:lnTo>
                <a:lnTo>
                  <a:pt x="76109" y="1569585"/>
                </a:lnTo>
                <a:lnTo>
                  <a:pt x="78476" y="1554778"/>
                </a:lnTo>
                <a:lnTo>
                  <a:pt x="80232" y="1539970"/>
                </a:lnTo>
                <a:lnTo>
                  <a:pt x="81498" y="1525163"/>
                </a:lnTo>
                <a:lnTo>
                  <a:pt x="82387" y="1510356"/>
                </a:lnTo>
                <a:lnTo>
                  <a:pt x="82994" y="1495548"/>
                </a:lnTo>
                <a:lnTo>
                  <a:pt x="83401" y="1480741"/>
                </a:lnTo>
                <a:lnTo>
                  <a:pt x="83667" y="1465933"/>
                </a:lnTo>
                <a:lnTo>
                  <a:pt x="83835" y="1451126"/>
                </a:lnTo>
                <a:lnTo>
                  <a:pt x="83932" y="1436319"/>
                </a:lnTo>
                <a:lnTo>
                  <a:pt x="83975" y="1421511"/>
                </a:lnTo>
                <a:lnTo>
                  <a:pt x="83972" y="1406704"/>
                </a:lnTo>
                <a:lnTo>
                  <a:pt x="83925" y="1391896"/>
                </a:lnTo>
                <a:lnTo>
                  <a:pt x="83833" y="1377089"/>
                </a:lnTo>
                <a:lnTo>
                  <a:pt x="83697" y="1362282"/>
                </a:lnTo>
                <a:lnTo>
                  <a:pt x="83516" y="1347474"/>
                </a:lnTo>
                <a:lnTo>
                  <a:pt x="83292" y="1332667"/>
                </a:lnTo>
                <a:lnTo>
                  <a:pt x="83029" y="1317859"/>
                </a:lnTo>
                <a:lnTo>
                  <a:pt x="82734" y="1303052"/>
                </a:lnTo>
                <a:lnTo>
                  <a:pt x="82418" y="1288245"/>
                </a:lnTo>
                <a:lnTo>
                  <a:pt x="82092" y="1273437"/>
                </a:lnTo>
                <a:lnTo>
                  <a:pt x="81771" y="1258630"/>
                </a:lnTo>
                <a:lnTo>
                  <a:pt x="81470" y="1243822"/>
                </a:lnTo>
                <a:lnTo>
                  <a:pt x="81205" y="1229015"/>
                </a:lnTo>
                <a:lnTo>
                  <a:pt x="80990" y="1214207"/>
                </a:lnTo>
                <a:lnTo>
                  <a:pt x="80834" y="1199400"/>
                </a:lnTo>
                <a:lnTo>
                  <a:pt x="80745" y="1184593"/>
                </a:lnTo>
                <a:lnTo>
                  <a:pt x="80722" y="1169785"/>
                </a:lnTo>
                <a:lnTo>
                  <a:pt x="80760" y="1154978"/>
                </a:lnTo>
                <a:lnTo>
                  <a:pt x="80844" y="1140170"/>
                </a:lnTo>
                <a:lnTo>
                  <a:pt x="80957" y="1125363"/>
                </a:lnTo>
                <a:lnTo>
                  <a:pt x="81072" y="1110556"/>
                </a:lnTo>
                <a:lnTo>
                  <a:pt x="81164" y="1095748"/>
                </a:lnTo>
                <a:lnTo>
                  <a:pt x="81203" y="1080941"/>
                </a:lnTo>
                <a:lnTo>
                  <a:pt x="81163" y="1066133"/>
                </a:lnTo>
                <a:lnTo>
                  <a:pt x="81024" y="1051326"/>
                </a:lnTo>
                <a:lnTo>
                  <a:pt x="80772" y="1036519"/>
                </a:lnTo>
                <a:lnTo>
                  <a:pt x="80403" y="1021711"/>
                </a:lnTo>
                <a:lnTo>
                  <a:pt x="79925" y="1006904"/>
                </a:lnTo>
                <a:lnTo>
                  <a:pt x="79359" y="992096"/>
                </a:lnTo>
                <a:lnTo>
                  <a:pt x="78735" y="977289"/>
                </a:lnTo>
                <a:lnTo>
                  <a:pt x="78093" y="962482"/>
                </a:lnTo>
                <a:lnTo>
                  <a:pt x="77478" y="947674"/>
                </a:lnTo>
                <a:lnTo>
                  <a:pt x="76937" y="932867"/>
                </a:lnTo>
                <a:lnTo>
                  <a:pt x="76515" y="918059"/>
                </a:lnTo>
                <a:lnTo>
                  <a:pt x="76248" y="903252"/>
                </a:lnTo>
                <a:lnTo>
                  <a:pt x="76159" y="888444"/>
                </a:lnTo>
                <a:lnTo>
                  <a:pt x="76259" y="873637"/>
                </a:lnTo>
                <a:lnTo>
                  <a:pt x="76543" y="858830"/>
                </a:lnTo>
                <a:lnTo>
                  <a:pt x="76992" y="844022"/>
                </a:lnTo>
                <a:lnTo>
                  <a:pt x="77574" y="829215"/>
                </a:lnTo>
                <a:lnTo>
                  <a:pt x="78252" y="814407"/>
                </a:lnTo>
                <a:lnTo>
                  <a:pt x="78981" y="799600"/>
                </a:lnTo>
                <a:lnTo>
                  <a:pt x="79722" y="784793"/>
                </a:lnTo>
                <a:lnTo>
                  <a:pt x="80438" y="769985"/>
                </a:lnTo>
                <a:lnTo>
                  <a:pt x="81099" y="755178"/>
                </a:lnTo>
                <a:lnTo>
                  <a:pt x="81686" y="740370"/>
                </a:lnTo>
                <a:lnTo>
                  <a:pt x="82190" y="725563"/>
                </a:lnTo>
                <a:lnTo>
                  <a:pt x="82607" y="710756"/>
                </a:lnTo>
                <a:lnTo>
                  <a:pt x="82942" y="695948"/>
                </a:lnTo>
                <a:lnTo>
                  <a:pt x="83206" y="681141"/>
                </a:lnTo>
                <a:lnTo>
                  <a:pt x="83410" y="666333"/>
                </a:lnTo>
                <a:lnTo>
                  <a:pt x="83566" y="651526"/>
                </a:lnTo>
                <a:lnTo>
                  <a:pt x="83686" y="636719"/>
                </a:lnTo>
                <a:lnTo>
                  <a:pt x="83779" y="621911"/>
                </a:lnTo>
                <a:lnTo>
                  <a:pt x="83853" y="607104"/>
                </a:lnTo>
                <a:lnTo>
                  <a:pt x="83914" y="592296"/>
                </a:lnTo>
                <a:lnTo>
                  <a:pt x="83965" y="577489"/>
                </a:lnTo>
                <a:lnTo>
                  <a:pt x="84011" y="562682"/>
                </a:lnTo>
                <a:lnTo>
                  <a:pt x="84054" y="547874"/>
                </a:lnTo>
                <a:lnTo>
                  <a:pt x="84099" y="533067"/>
                </a:lnTo>
                <a:lnTo>
                  <a:pt x="84148" y="518259"/>
                </a:lnTo>
                <a:lnTo>
                  <a:pt x="84208" y="503452"/>
                </a:lnTo>
                <a:lnTo>
                  <a:pt x="84283" y="488644"/>
                </a:lnTo>
                <a:lnTo>
                  <a:pt x="84379" y="473837"/>
                </a:lnTo>
                <a:lnTo>
                  <a:pt x="84500" y="459030"/>
                </a:lnTo>
                <a:lnTo>
                  <a:pt x="84650" y="444222"/>
                </a:lnTo>
                <a:lnTo>
                  <a:pt x="84831" y="429415"/>
                </a:lnTo>
                <a:lnTo>
                  <a:pt x="85043" y="414607"/>
                </a:lnTo>
                <a:lnTo>
                  <a:pt x="85283" y="399800"/>
                </a:lnTo>
                <a:lnTo>
                  <a:pt x="85546" y="384993"/>
                </a:lnTo>
                <a:lnTo>
                  <a:pt x="85826" y="370185"/>
                </a:lnTo>
                <a:lnTo>
                  <a:pt x="86115" y="355378"/>
                </a:lnTo>
                <a:lnTo>
                  <a:pt x="86403" y="340570"/>
                </a:lnTo>
                <a:lnTo>
                  <a:pt x="86680" y="325763"/>
                </a:lnTo>
                <a:lnTo>
                  <a:pt x="86936" y="310956"/>
                </a:lnTo>
                <a:lnTo>
                  <a:pt x="87159" y="296148"/>
                </a:lnTo>
                <a:lnTo>
                  <a:pt x="87337" y="281341"/>
                </a:lnTo>
                <a:lnTo>
                  <a:pt x="87456" y="266533"/>
                </a:lnTo>
                <a:lnTo>
                  <a:pt x="87505" y="251726"/>
                </a:lnTo>
                <a:lnTo>
                  <a:pt x="87468" y="236919"/>
                </a:lnTo>
                <a:lnTo>
                  <a:pt x="87330" y="222111"/>
                </a:lnTo>
                <a:lnTo>
                  <a:pt x="87078" y="207304"/>
                </a:lnTo>
                <a:lnTo>
                  <a:pt x="86698" y="192496"/>
                </a:lnTo>
                <a:lnTo>
                  <a:pt x="86179" y="177689"/>
                </a:lnTo>
                <a:lnTo>
                  <a:pt x="85517" y="162881"/>
                </a:lnTo>
                <a:lnTo>
                  <a:pt x="84715" y="148074"/>
                </a:lnTo>
                <a:lnTo>
                  <a:pt x="83784" y="133267"/>
                </a:lnTo>
                <a:lnTo>
                  <a:pt x="82747" y="118459"/>
                </a:lnTo>
                <a:lnTo>
                  <a:pt x="81640" y="103652"/>
                </a:lnTo>
                <a:lnTo>
                  <a:pt x="80507" y="88844"/>
                </a:lnTo>
                <a:lnTo>
                  <a:pt x="79404" y="74037"/>
                </a:lnTo>
                <a:lnTo>
                  <a:pt x="78390" y="59230"/>
                </a:lnTo>
                <a:lnTo>
                  <a:pt x="77524" y="44422"/>
                </a:lnTo>
                <a:lnTo>
                  <a:pt x="76861" y="29615"/>
                </a:lnTo>
                <a:lnTo>
                  <a:pt x="76445" y="14807"/>
                </a:lnTo>
                <a:lnTo>
                  <a:pt x="76302" y="0"/>
                </a:lnTo>
                <a:lnTo>
                  <a:pt x="101285" y="0"/>
                </a:lnTo>
                <a:lnTo>
                  <a:pt x="101285" y="0"/>
                </a:lnTo>
                <a:lnTo>
                  <a:pt x="101143" y="14807"/>
                </a:lnTo>
                <a:lnTo>
                  <a:pt x="100726" y="29615"/>
                </a:lnTo>
                <a:lnTo>
                  <a:pt x="100063" y="44422"/>
                </a:lnTo>
                <a:lnTo>
                  <a:pt x="99197" y="59230"/>
                </a:lnTo>
                <a:lnTo>
                  <a:pt x="98183" y="74037"/>
                </a:lnTo>
                <a:lnTo>
                  <a:pt x="97080" y="88844"/>
                </a:lnTo>
                <a:lnTo>
                  <a:pt x="95947" y="103652"/>
                </a:lnTo>
                <a:lnTo>
                  <a:pt x="94840" y="118459"/>
                </a:lnTo>
                <a:lnTo>
                  <a:pt x="93804" y="133267"/>
                </a:lnTo>
                <a:lnTo>
                  <a:pt x="92873" y="148074"/>
                </a:lnTo>
                <a:lnTo>
                  <a:pt x="92070" y="162881"/>
                </a:lnTo>
                <a:lnTo>
                  <a:pt x="91408" y="177689"/>
                </a:lnTo>
                <a:lnTo>
                  <a:pt x="90890" y="192496"/>
                </a:lnTo>
                <a:lnTo>
                  <a:pt x="90509" y="207304"/>
                </a:lnTo>
                <a:lnTo>
                  <a:pt x="90257" y="222111"/>
                </a:lnTo>
                <a:lnTo>
                  <a:pt x="90119" y="236919"/>
                </a:lnTo>
                <a:lnTo>
                  <a:pt x="90082" y="251726"/>
                </a:lnTo>
                <a:lnTo>
                  <a:pt x="90131" y="266533"/>
                </a:lnTo>
                <a:lnTo>
                  <a:pt x="90251" y="281341"/>
                </a:lnTo>
                <a:lnTo>
                  <a:pt x="90428" y="296148"/>
                </a:lnTo>
                <a:lnTo>
                  <a:pt x="90651" y="310956"/>
                </a:lnTo>
                <a:lnTo>
                  <a:pt x="90907" y="325763"/>
                </a:lnTo>
                <a:lnTo>
                  <a:pt x="91184" y="340570"/>
                </a:lnTo>
                <a:lnTo>
                  <a:pt x="91473" y="355378"/>
                </a:lnTo>
                <a:lnTo>
                  <a:pt x="91761" y="370185"/>
                </a:lnTo>
                <a:lnTo>
                  <a:pt x="92041" y="384993"/>
                </a:lnTo>
                <a:lnTo>
                  <a:pt x="92305" y="399800"/>
                </a:lnTo>
                <a:lnTo>
                  <a:pt x="92544" y="414607"/>
                </a:lnTo>
                <a:lnTo>
                  <a:pt x="92756" y="429415"/>
                </a:lnTo>
                <a:lnTo>
                  <a:pt x="92937" y="444222"/>
                </a:lnTo>
                <a:lnTo>
                  <a:pt x="93087" y="459030"/>
                </a:lnTo>
                <a:lnTo>
                  <a:pt x="93208" y="473837"/>
                </a:lnTo>
                <a:lnTo>
                  <a:pt x="93304" y="488644"/>
                </a:lnTo>
                <a:lnTo>
                  <a:pt x="93379" y="503452"/>
                </a:lnTo>
                <a:lnTo>
                  <a:pt x="93439" y="518259"/>
                </a:lnTo>
                <a:lnTo>
                  <a:pt x="93488" y="533067"/>
                </a:lnTo>
                <a:lnTo>
                  <a:pt x="93533" y="547874"/>
                </a:lnTo>
                <a:lnTo>
                  <a:pt x="93576" y="562682"/>
                </a:lnTo>
                <a:lnTo>
                  <a:pt x="93622" y="577489"/>
                </a:lnTo>
                <a:lnTo>
                  <a:pt x="93673" y="592296"/>
                </a:lnTo>
                <a:lnTo>
                  <a:pt x="93734" y="607104"/>
                </a:lnTo>
                <a:lnTo>
                  <a:pt x="93808" y="621911"/>
                </a:lnTo>
                <a:lnTo>
                  <a:pt x="93901" y="636719"/>
                </a:lnTo>
                <a:lnTo>
                  <a:pt x="94021" y="651526"/>
                </a:lnTo>
                <a:lnTo>
                  <a:pt x="94177" y="666333"/>
                </a:lnTo>
                <a:lnTo>
                  <a:pt x="94381" y="681141"/>
                </a:lnTo>
                <a:lnTo>
                  <a:pt x="94645" y="695948"/>
                </a:lnTo>
                <a:lnTo>
                  <a:pt x="94981" y="710756"/>
                </a:lnTo>
                <a:lnTo>
                  <a:pt x="95398" y="725563"/>
                </a:lnTo>
                <a:lnTo>
                  <a:pt x="95901" y="740370"/>
                </a:lnTo>
                <a:lnTo>
                  <a:pt x="96488" y="755178"/>
                </a:lnTo>
                <a:lnTo>
                  <a:pt x="97149" y="769985"/>
                </a:lnTo>
                <a:lnTo>
                  <a:pt x="97865" y="784793"/>
                </a:lnTo>
                <a:lnTo>
                  <a:pt x="98606" y="799600"/>
                </a:lnTo>
                <a:lnTo>
                  <a:pt x="99335" y="814407"/>
                </a:lnTo>
                <a:lnTo>
                  <a:pt x="100013" y="829215"/>
                </a:lnTo>
                <a:lnTo>
                  <a:pt x="100595" y="844022"/>
                </a:lnTo>
                <a:lnTo>
                  <a:pt x="101044" y="858830"/>
                </a:lnTo>
                <a:lnTo>
                  <a:pt x="101328" y="873637"/>
                </a:lnTo>
                <a:lnTo>
                  <a:pt x="101428" y="888444"/>
                </a:lnTo>
                <a:lnTo>
                  <a:pt x="101339" y="903252"/>
                </a:lnTo>
                <a:lnTo>
                  <a:pt x="101072" y="918059"/>
                </a:lnTo>
                <a:lnTo>
                  <a:pt x="100650" y="932867"/>
                </a:lnTo>
                <a:lnTo>
                  <a:pt x="100110" y="947674"/>
                </a:lnTo>
                <a:lnTo>
                  <a:pt x="99495" y="962482"/>
                </a:lnTo>
                <a:lnTo>
                  <a:pt x="98852" y="977289"/>
                </a:lnTo>
                <a:lnTo>
                  <a:pt x="98228" y="992096"/>
                </a:lnTo>
                <a:lnTo>
                  <a:pt x="97662" y="1006904"/>
                </a:lnTo>
                <a:lnTo>
                  <a:pt x="97184" y="1021711"/>
                </a:lnTo>
                <a:lnTo>
                  <a:pt x="96816" y="1036519"/>
                </a:lnTo>
                <a:lnTo>
                  <a:pt x="96563" y="1051326"/>
                </a:lnTo>
                <a:lnTo>
                  <a:pt x="96424" y="1066133"/>
                </a:lnTo>
                <a:lnTo>
                  <a:pt x="96385" y="1080941"/>
                </a:lnTo>
                <a:lnTo>
                  <a:pt x="96424" y="1095748"/>
                </a:lnTo>
                <a:lnTo>
                  <a:pt x="96515" y="1110556"/>
                </a:lnTo>
                <a:lnTo>
                  <a:pt x="96631" y="1125363"/>
                </a:lnTo>
                <a:lnTo>
                  <a:pt x="96743" y="1140170"/>
                </a:lnTo>
                <a:lnTo>
                  <a:pt x="96828" y="1154978"/>
                </a:lnTo>
                <a:lnTo>
                  <a:pt x="96865" y="1169785"/>
                </a:lnTo>
                <a:lnTo>
                  <a:pt x="96842" y="1184593"/>
                </a:lnTo>
                <a:lnTo>
                  <a:pt x="96753" y="1199400"/>
                </a:lnTo>
                <a:lnTo>
                  <a:pt x="96598" y="1214207"/>
                </a:lnTo>
                <a:lnTo>
                  <a:pt x="96382" y="1229015"/>
                </a:lnTo>
                <a:lnTo>
                  <a:pt x="96117" y="1243822"/>
                </a:lnTo>
                <a:lnTo>
                  <a:pt x="95816" y="1258630"/>
                </a:lnTo>
                <a:lnTo>
                  <a:pt x="95495" y="1273437"/>
                </a:lnTo>
                <a:lnTo>
                  <a:pt x="95170" y="1288245"/>
                </a:lnTo>
                <a:lnTo>
                  <a:pt x="94853" y="1303052"/>
                </a:lnTo>
                <a:lnTo>
                  <a:pt x="94559" y="1317859"/>
                </a:lnTo>
                <a:lnTo>
                  <a:pt x="94296" y="1332667"/>
                </a:lnTo>
                <a:lnTo>
                  <a:pt x="94071" y="1347474"/>
                </a:lnTo>
                <a:lnTo>
                  <a:pt x="93890" y="1362282"/>
                </a:lnTo>
                <a:lnTo>
                  <a:pt x="93754" y="1377089"/>
                </a:lnTo>
                <a:lnTo>
                  <a:pt x="93662" y="1391896"/>
                </a:lnTo>
                <a:lnTo>
                  <a:pt x="93615" y="1406704"/>
                </a:lnTo>
                <a:lnTo>
                  <a:pt x="93612" y="1421511"/>
                </a:lnTo>
                <a:lnTo>
                  <a:pt x="93655" y="1436319"/>
                </a:lnTo>
                <a:lnTo>
                  <a:pt x="93753" y="1451126"/>
                </a:lnTo>
                <a:lnTo>
                  <a:pt x="93920" y="1465933"/>
                </a:lnTo>
                <a:lnTo>
                  <a:pt x="94186" y="1480741"/>
                </a:lnTo>
                <a:lnTo>
                  <a:pt x="94593" y="1495548"/>
                </a:lnTo>
                <a:lnTo>
                  <a:pt x="95200" y="1510356"/>
                </a:lnTo>
                <a:lnTo>
                  <a:pt x="96089" y="1525163"/>
                </a:lnTo>
                <a:lnTo>
                  <a:pt x="97355" y="1539970"/>
                </a:lnTo>
                <a:lnTo>
                  <a:pt x="99111" y="1554778"/>
                </a:lnTo>
                <a:lnTo>
                  <a:pt x="101478" y="1569585"/>
                </a:lnTo>
                <a:lnTo>
                  <a:pt x="104570" y="1584393"/>
                </a:lnTo>
                <a:lnTo>
                  <a:pt x="108486" y="1599200"/>
                </a:lnTo>
                <a:lnTo>
                  <a:pt x="113289" y="1614007"/>
                </a:lnTo>
                <a:lnTo>
                  <a:pt x="118989" y="1628815"/>
                </a:lnTo>
                <a:lnTo>
                  <a:pt x="125528" y="1643622"/>
                </a:lnTo>
                <a:lnTo>
                  <a:pt x="132765" y="1658430"/>
                </a:lnTo>
                <a:lnTo>
                  <a:pt x="140473" y="1673237"/>
                </a:lnTo>
                <a:lnTo>
                  <a:pt x="148347" y="1688045"/>
                </a:lnTo>
                <a:lnTo>
                  <a:pt x="156015" y="1702852"/>
                </a:lnTo>
                <a:lnTo>
                  <a:pt x="163066" y="1717659"/>
                </a:lnTo>
                <a:lnTo>
                  <a:pt x="169087" y="1732467"/>
                </a:lnTo>
                <a:lnTo>
                  <a:pt x="173699" y="1747274"/>
                </a:lnTo>
                <a:lnTo>
                  <a:pt x="176598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2000"/>
            </a:srgbClr>
          </a:solidFill>
          <a:ln xmlns:a="http://schemas.openxmlformats.org/drawingml/2006/main"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4" name="data_6950">
            <a:extLst xmlns:a="http://schemas.openxmlformats.org/drawingml/2006/main">
              <a:ext uri="{FF2B5EF4-FFF2-40B4-BE49-F238E27FC236}">
                <a16:creationId xmlns:a16="http://schemas.microsoft.com/office/drawing/2014/main" id="{01D0703A-53A3-44AE-B61F-1CA34B13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887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7" y="1762082"/>
                </a:lnTo>
                <a:lnTo>
                  <a:pt x="3879" y="1747274"/>
                </a:lnTo>
                <a:lnTo>
                  <a:pt x="8481" y="1732467"/>
                </a:lnTo>
                <a:lnTo>
                  <a:pt x="14491" y="1717659"/>
                </a:lnTo>
                <a:lnTo>
                  <a:pt x="21531" y="1702852"/>
                </a:lnTo>
                <a:lnTo>
                  <a:pt x="29192" y="1688045"/>
                </a:lnTo>
                <a:lnTo>
                  <a:pt x="37065" y="1673237"/>
                </a:lnTo>
                <a:lnTo>
                  <a:pt x="44779" y="1658430"/>
                </a:lnTo>
                <a:lnTo>
                  <a:pt x="52030" y="1643622"/>
                </a:lnTo>
                <a:lnTo>
                  <a:pt x="58590" y="1628815"/>
                </a:lnTo>
                <a:lnTo>
                  <a:pt x="64320" y="1614007"/>
                </a:lnTo>
                <a:lnTo>
                  <a:pt x="69158" y="1599200"/>
                </a:lnTo>
                <a:lnTo>
                  <a:pt x="73113" y="1584393"/>
                </a:lnTo>
                <a:lnTo>
                  <a:pt x="76244" y="1569585"/>
                </a:lnTo>
                <a:lnTo>
                  <a:pt x="78646" y="1554778"/>
                </a:lnTo>
                <a:lnTo>
                  <a:pt x="80432" y="1539970"/>
                </a:lnTo>
                <a:lnTo>
                  <a:pt x="81717" y="1525163"/>
                </a:lnTo>
                <a:lnTo>
                  <a:pt x="82613" y="1510356"/>
                </a:lnTo>
                <a:lnTo>
                  <a:pt x="83214" y="1495548"/>
                </a:lnTo>
                <a:lnTo>
                  <a:pt x="83599" y="1480741"/>
                </a:lnTo>
                <a:lnTo>
                  <a:pt x="83830" y="1465933"/>
                </a:lnTo>
                <a:lnTo>
                  <a:pt x="83952" y="1451126"/>
                </a:lnTo>
                <a:lnTo>
                  <a:pt x="83995" y="1436319"/>
                </a:lnTo>
                <a:lnTo>
                  <a:pt x="83981" y="1421511"/>
                </a:lnTo>
                <a:lnTo>
                  <a:pt x="83920" y="1406704"/>
                </a:lnTo>
                <a:lnTo>
                  <a:pt x="83820" y="1391896"/>
                </a:lnTo>
                <a:lnTo>
                  <a:pt x="83683" y="1377089"/>
                </a:lnTo>
                <a:lnTo>
                  <a:pt x="83511" y="1362282"/>
                </a:lnTo>
                <a:lnTo>
                  <a:pt x="83304" y="1347474"/>
                </a:lnTo>
                <a:lnTo>
                  <a:pt x="83064" y="1332667"/>
                </a:lnTo>
                <a:lnTo>
                  <a:pt x="82795" y="1317859"/>
                </a:lnTo>
                <a:lnTo>
                  <a:pt x="82501" y="1303052"/>
                </a:lnTo>
                <a:lnTo>
                  <a:pt x="82191" y="1288245"/>
                </a:lnTo>
                <a:lnTo>
                  <a:pt x="81877" y="1273437"/>
                </a:lnTo>
                <a:lnTo>
                  <a:pt x="81573" y="1258630"/>
                </a:lnTo>
                <a:lnTo>
                  <a:pt x="81293" y="1243822"/>
                </a:lnTo>
                <a:lnTo>
                  <a:pt x="81054" y="1229015"/>
                </a:lnTo>
                <a:lnTo>
                  <a:pt x="80871" y="1214207"/>
                </a:lnTo>
                <a:lnTo>
                  <a:pt x="80755" y="1199400"/>
                </a:lnTo>
                <a:lnTo>
                  <a:pt x="80713" y="1184593"/>
                </a:lnTo>
                <a:lnTo>
                  <a:pt x="80743" y="1169785"/>
                </a:lnTo>
                <a:lnTo>
                  <a:pt x="80839" y="1154978"/>
                </a:lnTo>
                <a:lnTo>
                  <a:pt x="80984" y="1140170"/>
                </a:lnTo>
                <a:lnTo>
                  <a:pt x="81158" y="1125363"/>
                </a:lnTo>
                <a:lnTo>
                  <a:pt x="81334" y="1110556"/>
                </a:lnTo>
                <a:lnTo>
                  <a:pt x="81485" y="1095748"/>
                </a:lnTo>
                <a:lnTo>
                  <a:pt x="81582" y="1080941"/>
                </a:lnTo>
                <a:lnTo>
                  <a:pt x="81602" y="1066133"/>
                </a:lnTo>
                <a:lnTo>
                  <a:pt x="81526" y="1051326"/>
                </a:lnTo>
                <a:lnTo>
                  <a:pt x="81345" y="1036519"/>
                </a:lnTo>
                <a:lnTo>
                  <a:pt x="81061" y="1021711"/>
                </a:lnTo>
                <a:lnTo>
                  <a:pt x="80683" y="1006904"/>
                </a:lnTo>
                <a:lnTo>
                  <a:pt x="80234" y="992096"/>
                </a:lnTo>
                <a:lnTo>
                  <a:pt x="79744" y="977289"/>
                </a:lnTo>
                <a:lnTo>
                  <a:pt x="79251" y="962482"/>
                </a:lnTo>
                <a:lnTo>
                  <a:pt x="78793" y="947674"/>
                </a:lnTo>
                <a:lnTo>
                  <a:pt x="78411" y="932867"/>
                </a:lnTo>
                <a:lnTo>
                  <a:pt x="78139" y="918059"/>
                </a:lnTo>
                <a:lnTo>
                  <a:pt x="78003" y="903252"/>
                </a:lnTo>
                <a:lnTo>
                  <a:pt x="78018" y="888444"/>
                </a:lnTo>
                <a:lnTo>
                  <a:pt x="78187" y="873637"/>
                </a:lnTo>
                <a:lnTo>
                  <a:pt x="78499" y="858830"/>
                </a:lnTo>
                <a:lnTo>
                  <a:pt x="78932" y="844022"/>
                </a:lnTo>
                <a:lnTo>
                  <a:pt x="79455" y="829215"/>
                </a:lnTo>
                <a:lnTo>
                  <a:pt x="80031" y="814407"/>
                </a:lnTo>
                <a:lnTo>
                  <a:pt x="80623" y="799600"/>
                </a:lnTo>
                <a:lnTo>
                  <a:pt x="81196" y="784793"/>
                </a:lnTo>
                <a:lnTo>
                  <a:pt x="81721" y="769985"/>
                </a:lnTo>
                <a:lnTo>
                  <a:pt x="82176" y="755178"/>
                </a:lnTo>
                <a:lnTo>
                  <a:pt x="82549" y="740370"/>
                </a:lnTo>
                <a:lnTo>
                  <a:pt x="82836" y="725563"/>
                </a:lnTo>
                <a:lnTo>
                  <a:pt x="83040" y="710756"/>
                </a:lnTo>
                <a:lnTo>
                  <a:pt x="83170" y="695948"/>
                </a:lnTo>
                <a:lnTo>
                  <a:pt x="83239" y="681141"/>
                </a:lnTo>
                <a:lnTo>
                  <a:pt x="83261" y="666333"/>
                </a:lnTo>
                <a:lnTo>
                  <a:pt x="83248" y="651526"/>
                </a:lnTo>
                <a:lnTo>
                  <a:pt x="83213" y="636719"/>
                </a:lnTo>
                <a:lnTo>
                  <a:pt x="83166" y="621911"/>
                </a:lnTo>
                <a:lnTo>
                  <a:pt x="83114" y="607104"/>
                </a:lnTo>
                <a:lnTo>
                  <a:pt x="83062" y="592296"/>
                </a:lnTo>
                <a:lnTo>
                  <a:pt x="83016" y="577489"/>
                </a:lnTo>
                <a:lnTo>
                  <a:pt x="82977" y="562682"/>
                </a:lnTo>
                <a:lnTo>
                  <a:pt x="82950" y="547874"/>
                </a:lnTo>
                <a:lnTo>
                  <a:pt x="82938" y="533067"/>
                </a:lnTo>
                <a:lnTo>
                  <a:pt x="82944" y="518259"/>
                </a:lnTo>
                <a:lnTo>
                  <a:pt x="82973" y="503452"/>
                </a:lnTo>
                <a:lnTo>
                  <a:pt x="83030" y="488644"/>
                </a:lnTo>
                <a:lnTo>
                  <a:pt x="83117" y="473837"/>
                </a:lnTo>
                <a:lnTo>
                  <a:pt x="83239" y="459030"/>
                </a:lnTo>
                <a:lnTo>
                  <a:pt x="83396" y="444222"/>
                </a:lnTo>
                <a:lnTo>
                  <a:pt x="83587" y="429415"/>
                </a:lnTo>
                <a:lnTo>
                  <a:pt x="83811" y="414607"/>
                </a:lnTo>
                <a:lnTo>
                  <a:pt x="84062" y="399800"/>
                </a:lnTo>
                <a:lnTo>
                  <a:pt x="84334" y="384993"/>
                </a:lnTo>
                <a:lnTo>
                  <a:pt x="84620" y="370185"/>
                </a:lnTo>
                <a:lnTo>
                  <a:pt x="84911" y="355378"/>
                </a:lnTo>
                <a:lnTo>
                  <a:pt x="85199" y="340570"/>
                </a:lnTo>
                <a:lnTo>
                  <a:pt x="85474" y="325763"/>
                </a:lnTo>
                <a:lnTo>
                  <a:pt x="85727" y="310956"/>
                </a:lnTo>
                <a:lnTo>
                  <a:pt x="85947" y="296148"/>
                </a:lnTo>
                <a:lnTo>
                  <a:pt x="86120" y="281341"/>
                </a:lnTo>
                <a:lnTo>
                  <a:pt x="86234" y="266533"/>
                </a:lnTo>
                <a:lnTo>
                  <a:pt x="86269" y="251726"/>
                </a:lnTo>
                <a:lnTo>
                  <a:pt x="86206" y="236919"/>
                </a:lnTo>
                <a:lnTo>
                  <a:pt x="86022" y="222111"/>
                </a:lnTo>
                <a:lnTo>
                  <a:pt x="85693" y="207304"/>
                </a:lnTo>
                <a:lnTo>
                  <a:pt x="85196" y="192496"/>
                </a:lnTo>
                <a:lnTo>
                  <a:pt x="84513" y="177689"/>
                </a:lnTo>
                <a:lnTo>
                  <a:pt x="83631" y="162881"/>
                </a:lnTo>
                <a:lnTo>
                  <a:pt x="82549" y="148074"/>
                </a:lnTo>
                <a:lnTo>
                  <a:pt x="81282" y="133267"/>
                </a:lnTo>
                <a:lnTo>
                  <a:pt x="79859" y="118459"/>
                </a:lnTo>
                <a:lnTo>
                  <a:pt x="78328" y="103652"/>
                </a:lnTo>
                <a:lnTo>
                  <a:pt x="76753" y="88844"/>
                </a:lnTo>
                <a:lnTo>
                  <a:pt x="75212" y="74037"/>
                </a:lnTo>
                <a:lnTo>
                  <a:pt x="73790" y="59230"/>
                </a:lnTo>
                <a:lnTo>
                  <a:pt x="72572" y="44422"/>
                </a:lnTo>
                <a:lnTo>
                  <a:pt x="71639" y="29615"/>
                </a:lnTo>
                <a:lnTo>
                  <a:pt x="71051" y="14807"/>
                </a:lnTo>
                <a:lnTo>
                  <a:pt x="70850" y="0"/>
                </a:lnTo>
                <a:lnTo>
                  <a:pt x="106737" y="0"/>
                </a:lnTo>
                <a:lnTo>
                  <a:pt x="106737" y="0"/>
                </a:lnTo>
                <a:lnTo>
                  <a:pt x="106536" y="14807"/>
                </a:lnTo>
                <a:lnTo>
                  <a:pt x="105949" y="29615"/>
                </a:lnTo>
                <a:lnTo>
                  <a:pt x="105015" y="44422"/>
                </a:lnTo>
                <a:lnTo>
                  <a:pt x="103797" y="59230"/>
                </a:lnTo>
                <a:lnTo>
                  <a:pt x="102375" y="74037"/>
                </a:lnTo>
                <a:lnTo>
                  <a:pt x="100834" y="88844"/>
                </a:lnTo>
                <a:lnTo>
                  <a:pt x="99259" y="103652"/>
                </a:lnTo>
                <a:lnTo>
                  <a:pt x="97728" y="118459"/>
                </a:lnTo>
                <a:lnTo>
                  <a:pt x="96305" y="133267"/>
                </a:lnTo>
                <a:lnTo>
                  <a:pt x="95038" y="148074"/>
                </a:lnTo>
                <a:lnTo>
                  <a:pt x="93956" y="162881"/>
                </a:lnTo>
                <a:lnTo>
                  <a:pt x="93074" y="177689"/>
                </a:lnTo>
                <a:lnTo>
                  <a:pt x="92391" y="192496"/>
                </a:lnTo>
                <a:lnTo>
                  <a:pt x="91894" y="207304"/>
                </a:lnTo>
                <a:lnTo>
                  <a:pt x="91565" y="222111"/>
                </a:lnTo>
                <a:lnTo>
                  <a:pt x="91381" y="236919"/>
                </a:lnTo>
                <a:lnTo>
                  <a:pt x="91318" y="251726"/>
                </a:lnTo>
                <a:lnTo>
                  <a:pt x="91353" y="266533"/>
                </a:lnTo>
                <a:lnTo>
                  <a:pt x="91467" y="281341"/>
                </a:lnTo>
                <a:lnTo>
                  <a:pt x="91641" y="296148"/>
                </a:lnTo>
                <a:lnTo>
                  <a:pt x="91860" y="310956"/>
                </a:lnTo>
                <a:lnTo>
                  <a:pt x="92113" y="325763"/>
                </a:lnTo>
                <a:lnTo>
                  <a:pt x="92388" y="340570"/>
                </a:lnTo>
                <a:lnTo>
                  <a:pt x="92676" y="355378"/>
                </a:lnTo>
                <a:lnTo>
                  <a:pt x="92967" y="370185"/>
                </a:lnTo>
                <a:lnTo>
                  <a:pt x="93253" y="384993"/>
                </a:lnTo>
                <a:lnTo>
                  <a:pt x="93525" y="399800"/>
                </a:lnTo>
                <a:lnTo>
                  <a:pt x="93776" y="414607"/>
                </a:lnTo>
                <a:lnTo>
                  <a:pt x="94000" y="429415"/>
                </a:lnTo>
                <a:lnTo>
                  <a:pt x="94191" y="444222"/>
                </a:lnTo>
                <a:lnTo>
                  <a:pt x="94348" y="459030"/>
                </a:lnTo>
                <a:lnTo>
                  <a:pt x="94470" y="473837"/>
                </a:lnTo>
                <a:lnTo>
                  <a:pt x="94558" y="488644"/>
                </a:lnTo>
                <a:lnTo>
                  <a:pt x="94614" y="503452"/>
                </a:lnTo>
                <a:lnTo>
                  <a:pt x="94643" y="518259"/>
                </a:lnTo>
                <a:lnTo>
                  <a:pt x="94649" y="533067"/>
                </a:lnTo>
                <a:lnTo>
                  <a:pt x="94637" y="547874"/>
                </a:lnTo>
                <a:lnTo>
                  <a:pt x="94610" y="562682"/>
                </a:lnTo>
                <a:lnTo>
                  <a:pt x="94571" y="577489"/>
                </a:lnTo>
                <a:lnTo>
                  <a:pt x="94525" y="592296"/>
                </a:lnTo>
                <a:lnTo>
                  <a:pt x="94474" y="607104"/>
                </a:lnTo>
                <a:lnTo>
                  <a:pt x="94422" y="621911"/>
                </a:lnTo>
                <a:lnTo>
                  <a:pt x="94374" y="636719"/>
                </a:lnTo>
                <a:lnTo>
                  <a:pt x="94339" y="651526"/>
                </a:lnTo>
                <a:lnTo>
                  <a:pt x="94327" y="666333"/>
                </a:lnTo>
                <a:lnTo>
                  <a:pt x="94348" y="681141"/>
                </a:lnTo>
                <a:lnTo>
                  <a:pt x="94417" y="695948"/>
                </a:lnTo>
                <a:lnTo>
                  <a:pt x="94547" y="710756"/>
                </a:lnTo>
                <a:lnTo>
                  <a:pt x="94751" y="725563"/>
                </a:lnTo>
                <a:lnTo>
                  <a:pt x="95038" y="740370"/>
                </a:lnTo>
                <a:lnTo>
                  <a:pt x="95411" y="755178"/>
                </a:lnTo>
                <a:lnTo>
                  <a:pt x="95867" y="769985"/>
                </a:lnTo>
                <a:lnTo>
                  <a:pt x="96391" y="784793"/>
                </a:lnTo>
                <a:lnTo>
                  <a:pt x="96964" y="799600"/>
                </a:lnTo>
                <a:lnTo>
                  <a:pt x="97557" y="814407"/>
                </a:lnTo>
                <a:lnTo>
                  <a:pt x="98133" y="829215"/>
                </a:lnTo>
                <a:lnTo>
                  <a:pt x="98655" y="844022"/>
                </a:lnTo>
                <a:lnTo>
                  <a:pt x="99088" y="858830"/>
                </a:lnTo>
                <a:lnTo>
                  <a:pt x="99400" y="873637"/>
                </a:lnTo>
                <a:lnTo>
                  <a:pt x="99569" y="888444"/>
                </a:lnTo>
                <a:lnTo>
                  <a:pt x="99584" y="903252"/>
                </a:lnTo>
                <a:lnTo>
                  <a:pt x="99448" y="918059"/>
                </a:lnTo>
                <a:lnTo>
                  <a:pt x="99176" y="932867"/>
                </a:lnTo>
                <a:lnTo>
                  <a:pt x="98794" y="947674"/>
                </a:lnTo>
                <a:lnTo>
                  <a:pt x="98336" y="962482"/>
                </a:lnTo>
                <a:lnTo>
                  <a:pt x="97843" y="977289"/>
                </a:lnTo>
                <a:lnTo>
                  <a:pt x="97353" y="992096"/>
                </a:lnTo>
                <a:lnTo>
                  <a:pt x="96904" y="1006904"/>
                </a:lnTo>
                <a:lnTo>
                  <a:pt x="96527" y="1021711"/>
                </a:lnTo>
                <a:lnTo>
                  <a:pt x="96242" y="1036519"/>
                </a:lnTo>
                <a:lnTo>
                  <a:pt x="96061" y="1051326"/>
                </a:lnTo>
                <a:lnTo>
                  <a:pt x="95986" y="1066133"/>
                </a:lnTo>
                <a:lnTo>
                  <a:pt x="96005" y="1080941"/>
                </a:lnTo>
                <a:lnTo>
                  <a:pt x="96102" y="1095748"/>
                </a:lnTo>
                <a:lnTo>
                  <a:pt x="96253" y="1110556"/>
                </a:lnTo>
                <a:lnTo>
                  <a:pt x="96429" y="1125363"/>
                </a:lnTo>
                <a:lnTo>
                  <a:pt x="96603" y="1140170"/>
                </a:lnTo>
                <a:lnTo>
                  <a:pt x="96748" y="1154978"/>
                </a:lnTo>
                <a:lnTo>
                  <a:pt x="96844" y="1169785"/>
                </a:lnTo>
                <a:lnTo>
                  <a:pt x="96874" y="1184593"/>
                </a:lnTo>
                <a:lnTo>
                  <a:pt x="96832" y="1199400"/>
                </a:lnTo>
                <a:lnTo>
                  <a:pt x="96716" y="1214207"/>
                </a:lnTo>
                <a:lnTo>
                  <a:pt x="96533" y="1229015"/>
                </a:lnTo>
                <a:lnTo>
                  <a:pt x="96294" y="1243822"/>
                </a:lnTo>
                <a:lnTo>
                  <a:pt x="96015" y="1258630"/>
                </a:lnTo>
                <a:lnTo>
                  <a:pt x="95710" y="1273437"/>
                </a:lnTo>
                <a:lnTo>
                  <a:pt x="95396" y="1288245"/>
                </a:lnTo>
                <a:lnTo>
                  <a:pt x="95086" y="1303052"/>
                </a:lnTo>
                <a:lnTo>
                  <a:pt x="94793" y="1317859"/>
                </a:lnTo>
                <a:lnTo>
                  <a:pt x="94523" y="1332667"/>
                </a:lnTo>
                <a:lnTo>
                  <a:pt x="94283" y="1347474"/>
                </a:lnTo>
                <a:lnTo>
                  <a:pt x="94077" y="1362282"/>
                </a:lnTo>
                <a:lnTo>
                  <a:pt x="93904" y="1377089"/>
                </a:lnTo>
                <a:lnTo>
                  <a:pt x="93767" y="1391896"/>
                </a:lnTo>
                <a:lnTo>
                  <a:pt x="93667" y="1406704"/>
                </a:lnTo>
                <a:lnTo>
                  <a:pt x="93607" y="1421511"/>
                </a:lnTo>
                <a:lnTo>
                  <a:pt x="93592" y="1436319"/>
                </a:lnTo>
                <a:lnTo>
                  <a:pt x="93636" y="1451126"/>
                </a:lnTo>
                <a:lnTo>
                  <a:pt x="93757" y="1465933"/>
                </a:lnTo>
                <a:lnTo>
                  <a:pt x="93988" y="1480741"/>
                </a:lnTo>
                <a:lnTo>
                  <a:pt x="94374" y="1495548"/>
                </a:lnTo>
                <a:lnTo>
                  <a:pt x="94974" y="1510356"/>
                </a:lnTo>
                <a:lnTo>
                  <a:pt x="95870" y="1525163"/>
                </a:lnTo>
                <a:lnTo>
                  <a:pt x="97156" y="1539970"/>
                </a:lnTo>
                <a:lnTo>
                  <a:pt x="98941" y="1554778"/>
                </a:lnTo>
                <a:lnTo>
                  <a:pt x="101343" y="1569585"/>
                </a:lnTo>
                <a:lnTo>
                  <a:pt x="104474" y="1584393"/>
                </a:lnTo>
                <a:lnTo>
                  <a:pt x="108429" y="1599200"/>
                </a:lnTo>
                <a:lnTo>
                  <a:pt x="113267" y="1614007"/>
                </a:lnTo>
                <a:lnTo>
                  <a:pt x="118997" y="1628815"/>
                </a:lnTo>
                <a:lnTo>
                  <a:pt x="125557" y="1643622"/>
                </a:lnTo>
                <a:lnTo>
                  <a:pt x="132808" y="1658430"/>
                </a:lnTo>
                <a:lnTo>
                  <a:pt x="140522" y="1673237"/>
                </a:lnTo>
                <a:lnTo>
                  <a:pt x="148395" y="1688045"/>
                </a:lnTo>
                <a:lnTo>
                  <a:pt x="156056" y="1702852"/>
                </a:lnTo>
                <a:lnTo>
                  <a:pt x="163097" y="1717659"/>
                </a:lnTo>
                <a:lnTo>
                  <a:pt x="169106" y="1732467"/>
                </a:lnTo>
                <a:lnTo>
                  <a:pt x="173708" y="1747274"/>
                </a:lnTo>
                <a:lnTo>
                  <a:pt x="176600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2000"/>
            </a:srgbClr>
          </a:solidFill>
          <a:ln xmlns:a="http://schemas.openxmlformats.org/drawingml/2006/main"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5" name="data_6951">
            <a:extLst xmlns:a="http://schemas.openxmlformats.org/drawingml/2006/main">
              <a:ext uri="{FF2B5EF4-FFF2-40B4-BE49-F238E27FC236}">
                <a16:creationId xmlns:a16="http://schemas.microsoft.com/office/drawing/2014/main" id="{671D5BA8-E129-4E5A-B46A-870D12E4B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8914" y="2205088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6" y="1762082"/>
                </a:lnTo>
                <a:lnTo>
                  <a:pt x="3878" y="1747274"/>
                </a:lnTo>
                <a:lnTo>
                  <a:pt x="8478" y="1732467"/>
                </a:lnTo>
                <a:lnTo>
                  <a:pt x="14486" y="1717659"/>
                </a:lnTo>
                <a:lnTo>
                  <a:pt x="21525" y="1702852"/>
                </a:lnTo>
                <a:lnTo>
                  <a:pt x="29183" y="1688045"/>
                </a:lnTo>
                <a:lnTo>
                  <a:pt x="37053" y="1673237"/>
                </a:lnTo>
                <a:lnTo>
                  <a:pt x="44765" y="1658430"/>
                </a:lnTo>
                <a:lnTo>
                  <a:pt x="52013" y="1643622"/>
                </a:lnTo>
                <a:lnTo>
                  <a:pt x="58572" y="1628815"/>
                </a:lnTo>
                <a:lnTo>
                  <a:pt x="64302" y="1614007"/>
                </a:lnTo>
                <a:lnTo>
                  <a:pt x="69141" y="1599200"/>
                </a:lnTo>
                <a:lnTo>
                  <a:pt x="73098" y="1584393"/>
                </a:lnTo>
                <a:lnTo>
                  <a:pt x="76235" y="1569585"/>
                </a:lnTo>
                <a:lnTo>
                  <a:pt x="78645" y="1554778"/>
                </a:lnTo>
                <a:lnTo>
                  <a:pt x="80444" y="1539970"/>
                </a:lnTo>
                <a:lnTo>
                  <a:pt x="81747" y="1525163"/>
                </a:lnTo>
                <a:lnTo>
                  <a:pt x="82665" y="1510356"/>
                </a:lnTo>
                <a:lnTo>
                  <a:pt x="83295" y="1495548"/>
                </a:lnTo>
                <a:lnTo>
                  <a:pt x="83715" y="1480741"/>
                </a:lnTo>
                <a:lnTo>
                  <a:pt x="83986" y="1465933"/>
                </a:lnTo>
                <a:lnTo>
                  <a:pt x="84154" y="1451126"/>
                </a:lnTo>
                <a:lnTo>
                  <a:pt x="84248" y="1436319"/>
                </a:lnTo>
                <a:lnTo>
                  <a:pt x="84287" y="1421511"/>
                </a:lnTo>
                <a:lnTo>
                  <a:pt x="84281" y="1406704"/>
                </a:lnTo>
                <a:lnTo>
                  <a:pt x="84235" y="1391896"/>
                </a:lnTo>
                <a:lnTo>
                  <a:pt x="84151" y="1377089"/>
                </a:lnTo>
                <a:lnTo>
                  <a:pt x="84027" y="1362282"/>
                </a:lnTo>
                <a:lnTo>
                  <a:pt x="83864" y="1347474"/>
                </a:lnTo>
                <a:lnTo>
                  <a:pt x="83661" y="1332667"/>
                </a:lnTo>
                <a:lnTo>
                  <a:pt x="83422" y="1317859"/>
                </a:lnTo>
                <a:lnTo>
                  <a:pt x="83151" y="1303052"/>
                </a:lnTo>
                <a:lnTo>
                  <a:pt x="82856" y="1288245"/>
                </a:lnTo>
                <a:lnTo>
                  <a:pt x="82550" y="1273437"/>
                </a:lnTo>
                <a:lnTo>
                  <a:pt x="82245" y="1258630"/>
                </a:lnTo>
                <a:lnTo>
                  <a:pt x="81958" y="1243822"/>
                </a:lnTo>
                <a:lnTo>
                  <a:pt x="81705" y="1229015"/>
                </a:lnTo>
                <a:lnTo>
                  <a:pt x="81501" y="1214207"/>
                </a:lnTo>
                <a:lnTo>
                  <a:pt x="81357" y="1199400"/>
                </a:lnTo>
                <a:lnTo>
                  <a:pt x="81279" y="1184593"/>
                </a:lnTo>
                <a:lnTo>
                  <a:pt x="81267" y="1169785"/>
                </a:lnTo>
                <a:lnTo>
                  <a:pt x="81313" y="1154978"/>
                </a:lnTo>
                <a:lnTo>
                  <a:pt x="81403" y="1140170"/>
                </a:lnTo>
                <a:lnTo>
                  <a:pt x="81516" y="1125363"/>
                </a:lnTo>
                <a:lnTo>
                  <a:pt x="81627" y="1110556"/>
                </a:lnTo>
                <a:lnTo>
                  <a:pt x="81708" y="1095748"/>
                </a:lnTo>
                <a:lnTo>
                  <a:pt x="81733" y="1080941"/>
                </a:lnTo>
                <a:lnTo>
                  <a:pt x="81677" y="1066133"/>
                </a:lnTo>
                <a:lnTo>
                  <a:pt x="81525" y="1051326"/>
                </a:lnTo>
                <a:lnTo>
                  <a:pt x="81266" y="1036519"/>
                </a:lnTo>
                <a:lnTo>
                  <a:pt x="80904" y="1021711"/>
                </a:lnTo>
                <a:lnTo>
                  <a:pt x="80449" y="1006904"/>
                </a:lnTo>
                <a:lnTo>
                  <a:pt x="79926" y="992096"/>
                </a:lnTo>
                <a:lnTo>
                  <a:pt x="79365" y="977289"/>
                </a:lnTo>
                <a:lnTo>
                  <a:pt x="78807" y="962482"/>
                </a:lnTo>
                <a:lnTo>
                  <a:pt x="78294" y="947674"/>
                </a:lnTo>
                <a:lnTo>
                  <a:pt x="77867" y="932867"/>
                </a:lnTo>
                <a:lnTo>
                  <a:pt x="77563" y="918059"/>
                </a:lnTo>
                <a:lnTo>
                  <a:pt x="77411" y="903252"/>
                </a:lnTo>
                <a:lnTo>
                  <a:pt x="77426" y="888444"/>
                </a:lnTo>
                <a:lnTo>
                  <a:pt x="77611" y="873637"/>
                </a:lnTo>
                <a:lnTo>
                  <a:pt x="77956" y="858830"/>
                </a:lnTo>
                <a:lnTo>
                  <a:pt x="78438" y="844022"/>
                </a:lnTo>
                <a:lnTo>
                  <a:pt x="79023" y="829215"/>
                </a:lnTo>
                <a:lnTo>
                  <a:pt x="79672" y="814407"/>
                </a:lnTo>
                <a:lnTo>
                  <a:pt x="80347" y="799600"/>
                </a:lnTo>
                <a:lnTo>
                  <a:pt x="81009" y="784793"/>
                </a:lnTo>
                <a:lnTo>
                  <a:pt x="81626" y="769985"/>
                </a:lnTo>
                <a:lnTo>
                  <a:pt x="82174" y="755178"/>
                </a:lnTo>
                <a:lnTo>
                  <a:pt x="82639" y="740370"/>
                </a:lnTo>
                <a:lnTo>
                  <a:pt x="83016" y="725563"/>
                </a:lnTo>
                <a:lnTo>
                  <a:pt x="83305" y="710756"/>
                </a:lnTo>
                <a:lnTo>
                  <a:pt x="83516" y="695948"/>
                </a:lnTo>
                <a:lnTo>
                  <a:pt x="83660" y="681141"/>
                </a:lnTo>
                <a:lnTo>
                  <a:pt x="83749" y="666333"/>
                </a:lnTo>
                <a:lnTo>
                  <a:pt x="83796" y="651526"/>
                </a:lnTo>
                <a:lnTo>
                  <a:pt x="83812" y="636719"/>
                </a:lnTo>
                <a:lnTo>
                  <a:pt x="83804" y="621911"/>
                </a:lnTo>
                <a:lnTo>
                  <a:pt x="83779" y="607104"/>
                </a:lnTo>
                <a:lnTo>
                  <a:pt x="83740" y="592296"/>
                </a:lnTo>
                <a:lnTo>
                  <a:pt x="83689" y="577489"/>
                </a:lnTo>
                <a:lnTo>
                  <a:pt x="83627" y="562682"/>
                </a:lnTo>
                <a:lnTo>
                  <a:pt x="83556" y="547874"/>
                </a:lnTo>
                <a:lnTo>
                  <a:pt x="83478" y="533067"/>
                </a:lnTo>
                <a:lnTo>
                  <a:pt x="83398" y="518259"/>
                </a:lnTo>
                <a:lnTo>
                  <a:pt x="83321" y="503452"/>
                </a:lnTo>
                <a:lnTo>
                  <a:pt x="83254" y="488644"/>
                </a:lnTo>
                <a:lnTo>
                  <a:pt x="83204" y="473837"/>
                </a:lnTo>
                <a:lnTo>
                  <a:pt x="83177" y="459030"/>
                </a:lnTo>
                <a:lnTo>
                  <a:pt x="83181" y="444222"/>
                </a:lnTo>
                <a:lnTo>
                  <a:pt x="83218" y="429415"/>
                </a:lnTo>
                <a:lnTo>
                  <a:pt x="83292" y="414607"/>
                </a:lnTo>
                <a:lnTo>
                  <a:pt x="83400" y="399800"/>
                </a:lnTo>
                <a:lnTo>
                  <a:pt x="83542" y="384993"/>
                </a:lnTo>
                <a:lnTo>
                  <a:pt x="83712" y="370185"/>
                </a:lnTo>
                <a:lnTo>
                  <a:pt x="83904" y="355378"/>
                </a:lnTo>
                <a:lnTo>
                  <a:pt x="84112" y="340570"/>
                </a:lnTo>
                <a:lnTo>
                  <a:pt x="84327" y="325763"/>
                </a:lnTo>
                <a:lnTo>
                  <a:pt x="84538" y="310956"/>
                </a:lnTo>
                <a:lnTo>
                  <a:pt x="84735" y="296148"/>
                </a:lnTo>
                <a:lnTo>
                  <a:pt x="84905" y="281341"/>
                </a:lnTo>
                <a:lnTo>
                  <a:pt x="85029" y="266533"/>
                </a:lnTo>
                <a:lnTo>
                  <a:pt x="85089" y="251726"/>
                </a:lnTo>
                <a:lnTo>
                  <a:pt x="85061" y="236919"/>
                </a:lnTo>
                <a:lnTo>
                  <a:pt x="84918" y="222111"/>
                </a:lnTo>
                <a:lnTo>
                  <a:pt x="84633" y="207304"/>
                </a:lnTo>
                <a:lnTo>
                  <a:pt x="84177" y="192496"/>
                </a:lnTo>
                <a:lnTo>
                  <a:pt x="83528" y="177689"/>
                </a:lnTo>
                <a:lnTo>
                  <a:pt x="82669" y="162881"/>
                </a:lnTo>
                <a:lnTo>
                  <a:pt x="81598" y="148074"/>
                </a:lnTo>
                <a:lnTo>
                  <a:pt x="80325" y="133267"/>
                </a:lnTo>
                <a:lnTo>
                  <a:pt x="78880" y="118459"/>
                </a:lnTo>
                <a:lnTo>
                  <a:pt x="77314" y="103652"/>
                </a:lnTo>
                <a:lnTo>
                  <a:pt x="75692" y="88844"/>
                </a:lnTo>
                <a:lnTo>
                  <a:pt x="74097" y="74037"/>
                </a:lnTo>
                <a:lnTo>
                  <a:pt x="72621" y="59230"/>
                </a:lnTo>
                <a:lnTo>
                  <a:pt x="71353" y="44422"/>
                </a:lnTo>
                <a:lnTo>
                  <a:pt x="70379" y="29615"/>
                </a:lnTo>
                <a:lnTo>
                  <a:pt x="69765" y="14807"/>
                </a:lnTo>
                <a:lnTo>
                  <a:pt x="69555" y="0"/>
                </a:lnTo>
                <a:lnTo>
                  <a:pt x="108032" y="0"/>
                </a:lnTo>
                <a:lnTo>
                  <a:pt x="108032" y="0"/>
                </a:lnTo>
                <a:lnTo>
                  <a:pt x="107823" y="14807"/>
                </a:lnTo>
                <a:lnTo>
                  <a:pt x="107209" y="29615"/>
                </a:lnTo>
                <a:lnTo>
                  <a:pt x="106234" y="44422"/>
                </a:lnTo>
                <a:lnTo>
                  <a:pt x="104967" y="59230"/>
                </a:lnTo>
                <a:lnTo>
                  <a:pt x="103490" y="74037"/>
                </a:lnTo>
                <a:lnTo>
                  <a:pt x="101895" y="88844"/>
                </a:lnTo>
                <a:lnTo>
                  <a:pt x="100274" y="103652"/>
                </a:lnTo>
                <a:lnTo>
                  <a:pt x="98707" y="118459"/>
                </a:lnTo>
                <a:lnTo>
                  <a:pt x="97263" y="133267"/>
                </a:lnTo>
                <a:lnTo>
                  <a:pt x="95990" y="148074"/>
                </a:lnTo>
                <a:lnTo>
                  <a:pt x="94918" y="162881"/>
                </a:lnTo>
                <a:lnTo>
                  <a:pt x="94060" y="177689"/>
                </a:lnTo>
                <a:lnTo>
                  <a:pt x="93410" y="192496"/>
                </a:lnTo>
                <a:lnTo>
                  <a:pt x="92954" y="207304"/>
                </a:lnTo>
                <a:lnTo>
                  <a:pt x="92669" y="222111"/>
                </a:lnTo>
                <a:lnTo>
                  <a:pt x="92526" y="236919"/>
                </a:lnTo>
                <a:lnTo>
                  <a:pt x="92498" y="251726"/>
                </a:lnTo>
                <a:lnTo>
                  <a:pt x="92558" y="266533"/>
                </a:lnTo>
                <a:lnTo>
                  <a:pt x="92682" y="281341"/>
                </a:lnTo>
                <a:lnTo>
                  <a:pt x="92852" y="296148"/>
                </a:lnTo>
                <a:lnTo>
                  <a:pt x="93049" y="310956"/>
                </a:lnTo>
                <a:lnTo>
                  <a:pt x="93261" y="325763"/>
                </a:lnTo>
                <a:lnTo>
                  <a:pt x="93475" y="340570"/>
                </a:lnTo>
                <a:lnTo>
                  <a:pt x="93683" y="355378"/>
                </a:lnTo>
                <a:lnTo>
                  <a:pt x="93875" y="370185"/>
                </a:lnTo>
                <a:lnTo>
                  <a:pt x="94045" y="384993"/>
                </a:lnTo>
                <a:lnTo>
                  <a:pt x="94187" y="399800"/>
                </a:lnTo>
                <a:lnTo>
                  <a:pt x="94296" y="414607"/>
                </a:lnTo>
                <a:lnTo>
                  <a:pt x="94369" y="429415"/>
                </a:lnTo>
                <a:lnTo>
                  <a:pt x="94406" y="444222"/>
                </a:lnTo>
                <a:lnTo>
                  <a:pt x="94410" y="459030"/>
                </a:lnTo>
                <a:lnTo>
                  <a:pt x="94384" y="473837"/>
                </a:lnTo>
                <a:lnTo>
                  <a:pt x="94334" y="488644"/>
                </a:lnTo>
                <a:lnTo>
                  <a:pt x="94267" y="503452"/>
                </a:lnTo>
                <a:lnTo>
                  <a:pt x="94190" y="518259"/>
                </a:lnTo>
                <a:lnTo>
                  <a:pt x="94109" y="533067"/>
                </a:lnTo>
                <a:lnTo>
                  <a:pt x="94032" y="547874"/>
                </a:lnTo>
                <a:lnTo>
                  <a:pt x="93960" y="562682"/>
                </a:lnTo>
                <a:lnTo>
                  <a:pt x="93898" y="577489"/>
                </a:lnTo>
                <a:lnTo>
                  <a:pt x="93847" y="592296"/>
                </a:lnTo>
                <a:lnTo>
                  <a:pt x="93808" y="607104"/>
                </a:lnTo>
                <a:lnTo>
                  <a:pt x="93783" y="621911"/>
                </a:lnTo>
                <a:lnTo>
                  <a:pt x="93776" y="636719"/>
                </a:lnTo>
                <a:lnTo>
                  <a:pt x="93791" y="651526"/>
                </a:lnTo>
                <a:lnTo>
                  <a:pt x="93839" y="666333"/>
                </a:lnTo>
                <a:lnTo>
                  <a:pt x="93928" y="681141"/>
                </a:lnTo>
                <a:lnTo>
                  <a:pt x="94071" y="695948"/>
                </a:lnTo>
                <a:lnTo>
                  <a:pt x="94282" y="710756"/>
                </a:lnTo>
                <a:lnTo>
                  <a:pt x="94572" y="725563"/>
                </a:lnTo>
                <a:lnTo>
                  <a:pt x="94948" y="740370"/>
                </a:lnTo>
                <a:lnTo>
                  <a:pt x="95413" y="755178"/>
                </a:lnTo>
                <a:lnTo>
                  <a:pt x="95961" y="769985"/>
                </a:lnTo>
                <a:lnTo>
                  <a:pt x="96578" y="784793"/>
                </a:lnTo>
                <a:lnTo>
                  <a:pt x="97240" y="799600"/>
                </a:lnTo>
                <a:lnTo>
                  <a:pt x="97915" y="814407"/>
                </a:lnTo>
                <a:lnTo>
                  <a:pt x="98565" y="829215"/>
                </a:lnTo>
                <a:lnTo>
                  <a:pt x="99150" y="844022"/>
                </a:lnTo>
                <a:lnTo>
                  <a:pt x="99631" y="858830"/>
                </a:lnTo>
                <a:lnTo>
                  <a:pt x="99976" y="873637"/>
                </a:lnTo>
                <a:lnTo>
                  <a:pt x="100162" y="888444"/>
                </a:lnTo>
                <a:lnTo>
                  <a:pt x="100177" y="903252"/>
                </a:lnTo>
                <a:lnTo>
                  <a:pt x="100024" y="918059"/>
                </a:lnTo>
                <a:lnTo>
                  <a:pt x="99720" y="932867"/>
                </a:lnTo>
                <a:lnTo>
                  <a:pt x="99293" y="947674"/>
                </a:lnTo>
                <a:lnTo>
                  <a:pt x="98780" y="962482"/>
                </a:lnTo>
                <a:lnTo>
                  <a:pt x="98222" y="977289"/>
                </a:lnTo>
                <a:lnTo>
                  <a:pt x="97662" y="992096"/>
                </a:lnTo>
                <a:lnTo>
                  <a:pt x="97138" y="1006904"/>
                </a:lnTo>
                <a:lnTo>
                  <a:pt x="96684" y="1021711"/>
                </a:lnTo>
                <a:lnTo>
                  <a:pt x="96321" y="1036519"/>
                </a:lnTo>
                <a:lnTo>
                  <a:pt x="96063" y="1051326"/>
                </a:lnTo>
                <a:lnTo>
                  <a:pt x="95910" y="1066133"/>
                </a:lnTo>
                <a:lnTo>
                  <a:pt x="95854" y="1080941"/>
                </a:lnTo>
                <a:lnTo>
                  <a:pt x="95879" y="1095748"/>
                </a:lnTo>
                <a:lnTo>
                  <a:pt x="95960" y="1110556"/>
                </a:lnTo>
                <a:lnTo>
                  <a:pt x="96071" y="1125363"/>
                </a:lnTo>
                <a:lnTo>
                  <a:pt x="96184" y="1140170"/>
                </a:lnTo>
                <a:lnTo>
                  <a:pt x="96274" y="1154978"/>
                </a:lnTo>
                <a:lnTo>
                  <a:pt x="96321" y="1169785"/>
                </a:lnTo>
                <a:lnTo>
                  <a:pt x="96309" y="1184593"/>
                </a:lnTo>
                <a:lnTo>
                  <a:pt x="96230" y="1199400"/>
                </a:lnTo>
                <a:lnTo>
                  <a:pt x="96086" y="1214207"/>
                </a:lnTo>
                <a:lnTo>
                  <a:pt x="95882" y="1229015"/>
                </a:lnTo>
                <a:lnTo>
                  <a:pt x="95629" y="1243822"/>
                </a:lnTo>
                <a:lnTo>
                  <a:pt x="95342" y="1258630"/>
                </a:lnTo>
                <a:lnTo>
                  <a:pt x="95037" y="1273437"/>
                </a:lnTo>
                <a:lnTo>
                  <a:pt x="94731" y="1288245"/>
                </a:lnTo>
                <a:lnTo>
                  <a:pt x="94436" y="1303052"/>
                </a:lnTo>
                <a:lnTo>
                  <a:pt x="94165" y="1317859"/>
                </a:lnTo>
                <a:lnTo>
                  <a:pt x="93926" y="1332667"/>
                </a:lnTo>
                <a:lnTo>
                  <a:pt x="93723" y="1347474"/>
                </a:lnTo>
                <a:lnTo>
                  <a:pt x="93560" y="1362282"/>
                </a:lnTo>
                <a:lnTo>
                  <a:pt x="93436" y="1377089"/>
                </a:lnTo>
                <a:lnTo>
                  <a:pt x="93352" y="1391896"/>
                </a:lnTo>
                <a:lnTo>
                  <a:pt x="93306" y="1406704"/>
                </a:lnTo>
                <a:lnTo>
                  <a:pt x="93300" y="1421511"/>
                </a:lnTo>
                <a:lnTo>
                  <a:pt x="93339" y="1436319"/>
                </a:lnTo>
                <a:lnTo>
                  <a:pt x="93433" y="1451126"/>
                </a:lnTo>
                <a:lnTo>
                  <a:pt x="93601" y="1465933"/>
                </a:lnTo>
                <a:lnTo>
                  <a:pt x="93872" y="1480741"/>
                </a:lnTo>
                <a:lnTo>
                  <a:pt x="94292" y="1495548"/>
                </a:lnTo>
                <a:lnTo>
                  <a:pt x="94922" y="1510356"/>
                </a:lnTo>
                <a:lnTo>
                  <a:pt x="95840" y="1525163"/>
                </a:lnTo>
                <a:lnTo>
                  <a:pt x="97143" y="1539970"/>
                </a:lnTo>
                <a:lnTo>
                  <a:pt x="98942" y="1554778"/>
                </a:lnTo>
                <a:lnTo>
                  <a:pt x="101353" y="1569585"/>
                </a:lnTo>
                <a:lnTo>
                  <a:pt x="104489" y="1584393"/>
                </a:lnTo>
                <a:lnTo>
                  <a:pt x="108446" y="1599200"/>
                </a:lnTo>
                <a:lnTo>
                  <a:pt x="113286" y="1614007"/>
                </a:lnTo>
                <a:lnTo>
                  <a:pt x="119015" y="1628815"/>
                </a:lnTo>
                <a:lnTo>
                  <a:pt x="125574" y="1643622"/>
                </a:lnTo>
                <a:lnTo>
                  <a:pt x="132822" y="1658430"/>
                </a:lnTo>
                <a:lnTo>
                  <a:pt x="140534" y="1673237"/>
                </a:lnTo>
                <a:lnTo>
                  <a:pt x="148404" y="1688045"/>
                </a:lnTo>
                <a:lnTo>
                  <a:pt x="156062" y="1702852"/>
                </a:lnTo>
                <a:lnTo>
                  <a:pt x="163101" y="1717659"/>
                </a:lnTo>
                <a:lnTo>
                  <a:pt x="169109" y="1732467"/>
                </a:lnTo>
                <a:lnTo>
                  <a:pt x="173709" y="1747274"/>
                </a:lnTo>
                <a:lnTo>
                  <a:pt x="176601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2000"/>
            </a:srgbClr>
          </a:solidFill>
          <a:ln xmlns:a="http://schemas.openxmlformats.org/drawingml/2006/main"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6" name="data_6952">
            <a:extLst xmlns:a="http://schemas.openxmlformats.org/drawingml/2006/main">
              <a:ext uri="{FF2B5EF4-FFF2-40B4-BE49-F238E27FC236}">
                <a16:creationId xmlns:a16="http://schemas.microsoft.com/office/drawing/2014/main" id="{B1421BFB-E269-47A3-9640-8B8B5269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625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507" name="data_6953">
            <a:extLst xmlns:a="http://schemas.openxmlformats.org/drawingml/2006/main">
              <a:ext uri="{FF2B5EF4-FFF2-40B4-BE49-F238E27FC236}">
                <a16:creationId xmlns:a16="http://schemas.microsoft.com/office/drawing/2014/main" id="{BC35F467-DD5E-4213-86B7-696FB2A61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139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508" name="data_6954">
            <a:extLst xmlns:a="http://schemas.openxmlformats.org/drawingml/2006/main">
              <a:ext uri="{FF2B5EF4-FFF2-40B4-BE49-F238E27FC236}">
                <a16:creationId xmlns:a16="http://schemas.microsoft.com/office/drawing/2014/main" id="{396CA433-0009-4C7C-8E15-AB700ADB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1653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509" name="data_6955">
            <a:extLst xmlns:a="http://schemas.openxmlformats.org/drawingml/2006/main">
              <a:ext uri="{FF2B5EF4-FFF2-40B4-BE49-F238E27FC236}">
                <a16:creationId xmlns:a16="http://schemas.microsoft.com/office/drawing/2014/main" id="{C88F666E-06B5-4241-A3BD-98AA94EE7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680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510" name="data_6956">
            <a:extLst xmlns:a="http://schemas.openxmlformats.org/drawingml/2006/main">
              <a:ext uri="{FF2B5EF4-FFF2-40B4-BE49-F238E27FC236}">
                <a16:creationId xmlns:a16="http://schemas.microsoft.com/office/drawing/2014/main" id="{5A2F1F5B-367D-4A5D-9E5C-C015E735C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7708" y="4070821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511" name="data_6957">
            <a:extLst xmlns:a="http://schemas.openxmlformats.org/drawingml/2006/main">
              <a:ext uri="{FF2B5EF4-FFF2-40B4-BE49-F238E27FC236}">
                <a16:creationId xmlns:a16="http://schemas.microsoft.com/office/drawing/2014/main" id="{FED2DE12-5323-4AE6-B6EF-AD715BA1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3981977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1512" name="data_6958">
            <a:extLst xmlns:a="http://schemas.openxmlformats.org/drawingml/2006/main">
              <a:ext uri="{FF2B5EF4-FFF2-40B4-BE49-F238E27FC236}">
                <a16:creationId xmlns:a16="http://schemas.microsoft.com/office/drawing/2014/main" id="{7223828E-9E51-4C6A-BD3A-AE1B1B4C4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4931" y="3981977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513" name="text_6959">
            <a:extLst xmlns:a="http://schemas.openxmlformats.org/drawingml/2006/main">
              <a:ext uri="{FF2B5EF4-FFF2-40B4-BE49-F238E27FC236}">
                <a16:creationId xmlns:a16="http://schemas.microsoft.com/office/drawing/2014/main" id="{D7B2C006-A349-4E66-B466-65C60EAAE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66091" y="3923729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514" name="data_6960">
            <a:extLst xmlns:a="http://schemas.openxmlformats.org/drawingml/2006/main">
              <a:ext uri="{FF2B5EF4-FFF2-40B4-BE49-F238E27FC236}">
                <a16:creationId xmlns:a16="http://schemas.microsoft.com/office/drawing/2014/main" id="{1B40A0C8-DD8B-46CC-9CD5-AB77D3E7E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3093532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1515" name="data_6961">
            <a:extLst xmlns:a="http://schemas.openxmlformats.org/drawingml/2006/main">
              <a:ext uri="{FF2B5EF4-FFF2-40B4-BE49-F238E27FC236}">
                <a16:creationId xmlns:a16="http://schemas.microsoft.com/office/drawing/2014/main" id="{9D3E2E91-A4D6-4822-A801-8F6DBA809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4931" y="3093532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516" name="text_6962">
            <a:extLst xmlns:a="http://schemas.openxmlformats.org/drawingml/2006/main">
              <a:ext uri="{FF2B5EF4-FFF2-40B4-BE49-F238E27FC236}">
                <a16:creationId xmlns:a16="http://schemas.microsoft.com/office/drawing/2014/main" id="{8A08C1E5-7F31-4D60-B918-A11E8B697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0454" y="3035285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517" name="data_6963">
            <a:extLst xmlns:a="http://schemas.openxmlformats.org/drawingml/2006/main">
              <a:ext uri="{FF2B5EF4-FFF2-40B4-BE49-F238E27FC236}">
                <a16:creationId xmlns:a16="http://schemas.microsoft.com/office/drawing/2014/main" id="{013B3B82-D1ED-4B36-9AA7-FAC0A7F6C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2205088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1518" name="data_6964">
            <a:extLst xmlns:a="http://schemas.openxmlformats.org/drawingml/2006/main">
              <a:ext uri="{FF2B5EF4-FFF2-40B4-BE49-F238E27FC236}">
                <a16:creationId xmlns:a16="http://schemas.microsoft.com/office/drawing/2014/main" id="{336F655F-EA03-4FFD-94CF-3472D91B7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4931" y="2205088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1519" name="text_6965">
            <a:extLst xmlns:a="http://schemas.openxmlformats.org/drawingml/2006/main">
              <a:ext uri="{FF2B5EF4-FFF2-40B4-BE49-F238E27FC236}">
                <a16:creationId xmlns:a16="http://schemas.microsoft.com/office/drawing/2014/main" id="{DA3FE461-9490-4DC0-9D81-D42C6CF7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34817" y="2146840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520" name="data_6966">
            <a:extLst xmlns:a="http://schemas.openxmlformats.org/drawingml/2006/main">
              <a:ext uri="{FF2B5EF4-FFF2-40B4-BE49-F238E27FC236}">
                <a16:creationId xmlns:a16="http://schemas.microsoft.com/office/drawing/2014/main" id="{EB5AAA01-F965-49D9-BF8A-893BF5BA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649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1" name="data_6967">
            <a:extLst xmlns:a="http://schemas.openxmlformats.org/drawingml/2006/main">
              <a:ext uri="{FF2B5EF4-FFF2-40B4-BE49-F238E27FC236}">
                <a16:creationId xmlns:a16="http://schemas.microsoft.com/office/drawing/2014/main" id="{8CF8B516-E40F-4304-BADF-0DCCAA80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632" y="381407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2" name="data_6968">
            <a:extLst xmlns:a="http://schemas.openxmlformats.org/drawingml/2006/main">
              <a:ext uri="{FF2B5EF4-FFF2-40B4-BE49-F238E27FC236}">
                <a16:creationId xmlns:a16="http://schemas.microsoft.com/office/drawing/2014/main" id="{6572E0EC-0D58-419A-BEE2-6AE2A46D4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95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3" name="data_6969">
            <a:extLst xmlns:a="http://schemas.openxmlformats.org/drawingml/2006/main">
              <a:ext uri="{FF2B5EF4-FFF2-40B4-BE49-F238E27FC236}">
                <a16:creationId xmlns:a16="http://schemas.microsoft.com/office/drawing/2014/main" id="{1D26AFEE-DDC1-4F77-866A-BB5E6331C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437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4" name="data_6970">
            <a:extLst xmlns:a="http://schemas.openxmlformats.org/drawingml/2006/main">
              <a:ext uri="{FF2B5EF4-FFF2-40B4-BE49-F238E27FC236}">
                <a16:creationId xmlns:a16="http://schemas.microsoft.com/office/drawing/2014/main" id="{579B7081-0279-437D-B384-7FB8A71E8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558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5" name="data_6971">
            <a:extLst xmlns:a="http://schemas.openxmlformats.org/drawingml/2006/main">
              <a:ext uri="{FF2B5EF4-FFF2-40B4-BE49-F238E27FC236}">
                <a16:creationId xmlns:a16="http://schemas.microsoft.com/office/drawing/2014/main" id="{7F6B07C5-6C76-471D-AF37-F02A435E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35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6" name="data_6972">
            <a:extLst xmlns:a="http://schemas.openxmlformats.org/drawingml/2006/main">
              <a:ext uri="{FF2B5EF4-FFF2-40B4-BE49-F238E27FC236}">
                <a16:creationId xmlns:a16="http://schemas.microsoft.com/office/drawing/2014/main" id="{9D43D6CC-EEA8-47D6-9F05-D89EEA746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348" y="323316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7" name="data_6973">
            <a:extLst xmlns:a="http://schemas.openxmlformats.org/drawingml/2006/main">
              <a:ext uri="{FF2B5EF4-FFF2-40B4-BE49-F238E27FC236}">
                <a16:creationId xmlns:a16="http://schemas.microsoft.com/office/drawing/2014/main" id="{3E62036D-E018-48CB-81F7-B96E415DF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053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8" name="data_6974">
            <a:extLst xmlns:a="http://schemas.openxmlformats.org/drawingml/2006/main">
              <a:ext uri="{FF2B5EF4-FFF2-40B4-BE49-F238E27FC236}">
                <a16:creationId xmlns:a16="http://schemas.microsoft.com/office/drawing/2014/main" id="{AEE87911-39FC-45B6-B2F7-AA87D9F1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008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9" name="data_6975">
            <a:extLst xmlns:a="http://schemas.openxmlformats.org/drawingml/2006/main">
              <a:ext uri="{FF2B5EF4-FFF2-40B4-BE49-F238E27FC236}">
                <a16:creationId xmlns:a16="http://schemas.microsoft.com/office/drawing/2014/main" id="{20F3256C-6648-40AC-88A8-D22814C9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092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0" name="data_6976">
            <a:extLst xmlns:a="http://schemas.openxmlformats.org/drawingml/2006/main">
              <a:ext uri="{FF2B5EF4-FFF2-40B4-BE49-F238E27FC236}">
                <a16:creationId xmlns:a16="http://schemas.microsoft.com/office/drawing/2014/main" id="{784FE551-B0F5-4F34-ABE5-A8471C519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659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1" name="data_6977">
            <a:extLst xmlns:a="http://schemas.openxmlformats.org/drawingml/2006/main">
              <a:ext uri="{FF2B5EF4-FFF2-40B4-BE49-F238E27FC236}">
                <a16:creationId xmlns:a16="http://schemas.microsoft.com/office/drawing/2014/main" id="{C97BF2FE-110D-45F7-B6F7-D2EC42544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924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2" name="data_6978">
            <a:extLst xmlns:a="http://schemas.openxmlformats.org/drawingml/2006/main">
              <a:ext uri="{FF2B5EF4-FFF2-40B4-BE49-F238E27FC236}">
                <a16:creationId xmlns:a16="http://schemas.microsoft.com/office/drawing/2014/main" id="{AABFC883-2447-4609-BA38-B60603483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63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3" name="data_6979">
            <a:extLst xmlns:a="http://schemas.openxmlformats.org/drawingml/2006/main">
              <a:ext uri="{FF2B5EF4-FFF2-40B4-BE49-F238E27FC236}">
                <a16:creationId xmlns:a16="http://schemas.microsoft.com/office/drawing/2014/main" id="{7BB6E45C-43FD-403C-96E5-7A5E9684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519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4" name="data_6980">
            <a:extLst xmlns:a="http://schemas.openxmlformats.org/drawingml/2006/main">
              <a:ext uri="{FF2B5EF4-FFF2-40B4-BE49-F238E27FC236}">
                <a16:creationId xmlns:a16="http://schemas.microsoft.com/office/drawing/2014/main" id="{B931458E-53A2-4B28-8BB3-E72806E3B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659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5" name="data_6981">
            <a:extLst xmlns:a="http://schemas.openxmlformats.org/drawingml/2006/main">
              <a:ext uri="{FF2B5EF4-FFF2-40B4-BE49-F238E27FC236}">
                <a16:creationId xmlns:a16="http://schemas.microsoft.com/office/drawing/2014/main" id="{47C88EF2-476C-4135-B59E-B25026DD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82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6" name="data_6982">
            <a:extLst xmlns:a="http://schemas.openxmlformats.org/drawingml/2006/main">
              <a:ext uri="{FF2B5EF4-FFF2-40B4-BE49-F238E27FC236}">
                <a16:creationId xmlns:a16="http://schemas.microsoft.com/office/drawing/2014/main" id="{93BE890C-AE89-4786-A1AC-647AB7475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858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7" name="data_6983">
            <a:extLst xmlns:a="http://schemas.openxmlformats.org/drawingml/2006/main">
              <a:ext uri="{FF2B5EF4-FFF2-40B4-BE49-F238E27FC236}">
                <a16:creationId xmlns:a16="http://schemas.microsoft.com/office/drawing/2014/main" id="{597F2E69-B79C-45FB-85A9-D0579D83E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413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8" name="data_6984">
            <a:extLst xmlns:a="http://schemas.openxmlformats.org/drawingml/2006/main">
              <a:ext uri="{FF2B5EF4-FFF2-40B4-BE49-F238E27FC236}">
                <a16:creationId xmlns:a16="http://schemas.microsoft.com/office/drawing/2014/main" id="{004E549A-576A-4999-99FF-F97189094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073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9" name="data_6985">
            <a:extLst xmlns:a="http://schemas.openxmlformats.org/drawingml/2006/main">
              <a:ext uri="{FF2B5EF4-FFF2-40B4-BE49-F238E27FC236}">
                <a16:creationId xmlns:a16="http://schemas.microsoft.com/office/drawing/2014/main" id="{1E9C7E00-FA7B-4587-AF2D-4139BB4D8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37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0" name="data_6986">
            <a:extLst xmlns:a="http://schemas.openxmlformats.org/drawingml/2006/main">
              <a:ext uri="{FF2B5EF4-FFF2-40B4-BE49-F238E27FC236}">
                <a16:creationId xmlns:a16="http://schemas.microsoft.com/office/drawing/2014/main" id="{C2F82BEB-16B4-48E1-9BF8-8B7E6EA4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842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1" name="data_6987">
            <a:extLst xmlns:a="http://schemas.openxmlformats.org/drawingml/2006/main">
              <a:ext uri="{FF2B5EF4-FFF2-40B4-BE49-F238E27FC236}">
                <a16:creationId xmlns:a16="http://schemas.microsoft.com/office/drawing/2014/main" id="{A9A1A545-1F71-4329-AB58-45EDC916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1157" y="32139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2" name="data_6988">
            <a:extLst xmlns:a="http://schemas.openxmlformats.org/drawingml/2006/main">
              <a:ext uri="{FF2B5EF4-FFF2-40B4-BE49-F238E27FC236}">
                <a16:creationId xmlns:a16="http://schemas.microsoft.com/office/drawing/2014/main" id="{23F16003-D969-4759-AB3D-FBCFE673F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44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3" name="data_6989">
            <a:extLst xmlns:a="http://schemas.openxmlformats.org/drawingml/2006/main">
              <a:ext uri="{FF2B5EF4-FFF2-40B4-BE49-F238E27FC236}">
                <a16:creationId xmlns:a16="http://schemas.microsoft.com/office/drawing/2014/main" id="{87789C74-F5F4-4223-8429-772C5370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9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4" name="data_6990">
            <a:extLst xmlns:a="http://schemas.openxmlformats.org/drawingml/2006/main">
              <a:ext uri="{FF2B5EF4-FFF2-40B4-BE49-F238E27FC236}">
                <a16:creationId xmlns:a16="http://schemas.microsoft.com/office/drawing/2014/main" id="{E59FE385-8E29-46E0-AFE2-DEB470FF4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089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5" name="data_6991">
            <a:extLst xmlns:a="http://schemas.openxmlformats.org/drawingml/2006/main">
              <a:ext uri="{FF2B5EF4-FFF2-40B4-BE49-F238E27FC236}">
                <a16:creationId xmlns:a16="http://schemas.microsoft.com/office/drawing/2014/main" id="{21C9D5C1-FDE5-41B3-AAE1-076CAB54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0114" y="36067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6" name="data_6992">
            <a:extLst xmlns:a="http://schemas.openxmlformats.org/drawingml/2006/main">
              <a:ext uri="{FF2B5EF4-FFF2-40B4-BE49-F238E27FC236}">
                <a16:creationId xmlns:a16="http://schemas.microsoft.com/office/drawing/2014/main" id="{E919883C-AAE7-4118-9926-5E4ACC1C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539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7" name="data_6993">
            <a:extLst xmlns:a="http://schemas.openxmlformats.org/drawingml/2006/main">
              <a:ext uri="{FF2B5EF4-FFF2-40B4-BE49-F238E27FC236}">
                <a16:creationId xmlns:a16="http://schemas.microsoft.com/office/drawing/2014/main" id="{3FBA2434-8FD8-4B3E-BF87-C426B561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45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8" name="data_6994">
            <a:extLst xmlns:a="http://schemas.openxmlformats.org/drawingml/2006/main">
              <a:ext uri="{FF2B5EF4-FFF2-40B4-BE49-F238E27FC236}">
                <a16:creationId xmlns:a16="http://schemas.microsoft.com/office/drawing/2014/main" id="{4DFD23FE-1694-404B-8E38-BA443022B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848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9" name="data_6995">
            <a:extLst xmlns:a="http://schemas.openxmlformats.org/drawingml/2006/main">
              <a:ext uri="{FF2B5EF4-FFF2-40B4-BE49-F238E27FC236}">
                <a16:creationId xmlns:a16="http://schemas.microsoft.com/office/drawing/2014/main" id="{389599FF-11B9-4AB1-A0AB-CB68EA42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57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0" name="data_6996">
            <a:extLst xmlns:a="http://schemas.openxmlformats.org/drawingml/2006/main">
              <a:ext uri="{FF2B5EF4-FFF2-40B4-BE49-F238E27FC236}">
                <a16:creationId xmlns:a16="http://schemas.microsoft.com/office/drawing/2014/main" id="{A25B23D4-E04C-4778-BEF4-9424F5A6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376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1" name="data_6997">
            <a:extLst xmlns:a="http://schemas.openxmlformats.org/drawingml/2006/main">
              <a:ext uri="{FF2B5EF4-FFF2-40B4-BE49-F238E27FC236}">
                <a16:creationId xmlns:a16="http://schemas.microsoft.com/office/drawing/2014/main" id="{0E01671B-5AA3-46BA-AA72-30FBA5FA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39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2" name="data_6998">
            <a:extLst xmlns:a="http://schemas.openxmlformats.org/drawingml/2006/main">
              <a:ext uri="{FF2B5EF4-FFF2-40B4-BE49-F238E27FC236}">
                <a16:creationId xmlns:a16="http://schemas.microsoft.com/office/drawing/2014/main" id="{9ACA1177-ECDC-43EB-A74D-D3CB0713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0864" y="39191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3" name="data_6999">
            <a:extLst xmlns:a="http://schemas.openxmlformats.org/drawingml/2006/main">
              <a:ext uri="{FF2B5EF4-FFF2-40B4-BE49-F238E27FC236}">
                <a16:creationId xmlns:a16="http://schemas.microsoft.com/office/drawing/2014/main" id="{09755116-A4B6-499E-A57C-F5DFEBE5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441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4" name="data_7000">
            <a:extLst xmlns:a="http://schemas.openxmlformats.org/drawingml/2006/main">
              <a:ext uri="{FF2B5EF4-FFF2-40B4-BE49-F238E27FC236}">
                <a16:creationId xmlns:a16="http://schemas.microsoft.com/office/drawing/2014/main" id="{77B708E6-BA9E-4494-8BE5-37585FA7E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6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5" name="data_7001">
            <a:extLst xmlns:a="http://schemas.openxmlformats.org/drawingml/2006/main">
              <a:ext uri="{FF2B5EF4-FFF2-40B4-BE49-F238E27FC236}">
                <a16:creationId xmlns:a16="http://schemas.microsoft.com/office/drawing/2014/main" id="{D8CAC443-FCC2-43DD-95ED-FDD5AA6B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050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6" name="data_7002">
            <a:extLst xmlns:a="http://schemas.openxmlformats.org/drawingml/2006/main">
              <a:ext uri="{FF2B5EF4-FFF2-40B4-BE49-F238E27FC236}">
                <a16:creationId xmlns:a16="http://schemas.microsoft.com/office/drawing/2014/main" id="{4729DB3C-7810-4C65-A310-955732B8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669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7" name="data_7003">
            <a:extLst xmlns:a="http://schemas.openxmlformats.org/drawingml/2006/main">
              <a:ext uri="{FF2B5EF4-FFF2-40B4-BE49-F238E27FC236}">
                <a16:creationId xmlns:a16="http://schemas.microsoft.com/office/drawing/2014/main" id="{D5157AA4-5C18-4EC2-9061-53B9F15F2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3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8" name="data_7004">
            <a:extLst xmlns:a="http://schemas.openxmlformats.org/drawingml/2006/main">
              <a:ext uri="{FF2B5EF4-FFF2-40B4-BE49-F238E27FC236}">
                <a16:creationId xmlns:a16="http://schemas.microsoft.com/office/drawing/2014/main" id="{36A66EC0-7364-4C23-8259-5ECA24802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643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9" name="data_7005">
            <a:extLst xmlns:a="http://schemas.openxmlformats.org/drawingml/2006/main">
              <a:ext uri="{FF2B5EF4-FFF2-40B4-BE49-F238E27FC236}">
                <a16:creationId xmlns:a16="http://schemas.microsoft.com/office/drawing/2014/main" id="{AFA8E730-618B-4CE2-8EAE-621DAF508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907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0" name="data_7006">
            <a:extLst xmlns:a="http://schemas.openxmlformats.org/drawingml/2006/main">
              <a:ext uri="{FF2B5EF4-FFF2-40B4-BE49-F238E27FC236}">
                <a16:creationId xmlns:a16="http://schemas.microsoft.com/office/drawing/2014/main" id="{A5BDA9B5-4CDB-42F2-8C1F-7C3F7548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529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1" name="data_7007">
            <a:extLst xmlns:a="http://schemas.openxmlformats.org/drawingml/2006/main">
              <a:ext uri="{FF2B5EF4-FFF2-40B4-BE49-F238E27FC236}">
                <a16:creationId xmlns:a16="http://schemas.microsoft.com/office/drawing/2014/main" id="{1DFA1757-888C-4507-A977-11C905906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20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2" name="data_7008">
            <a:extLst xmlns:a="http://schemas.openxmlformats.org/drawingml/2006/main">
              <a:ext uri="{FF2B5EF4-FFF2-40B4-BE49-F238E27FC236}">
                <a16:creationId xmlns:a16="http://schemas.microsoft.com/office/drawing/2014/main" id="{8BEC6BAB-7F50-4262-BCE9-096633343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080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3" name="data_7009">
            <a:extLst xmlns:a="http://schemas.openxmlformats.org/drawingml/2006/main">
              <a:ext uri="{FF2B5EF4-FFF2-40B4-BE49-F238E27FC236}">
                <a16:creationId xmlns:a16="http://schemas.microsoft.com/office/drawing/2014/main" id="{2E09C3DB-E553-4781-8101-600187C9E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48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4" name="data_7010">
            <a:extLst xmlns:a="http://schemas.openxmlformats.org/drawingml/2006/main">
              <a:ext uri="{FF2B5EF4-FFF2-40B4-BE49-F238E27FC236}">
                <a16:creationId xmlns:a16="http://schemas.microsoft.com/office/drawing/2014/main" id="{00209B6A-95A3-44D4-AF0B-7A344920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9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5" name="data_7011">
            <a:extLst xmlns:a="http://schemas.openxmlformats.org/drawingml/2006/main">
              <a:ext uri="{FF2B5EF4-FFF2-40B4-BE49-F238E27FC236}">
                <a16:creationId xmlns:a16="http://schemas.microsoft.com/office/drawing/2014/main" id="{547E33F3-DE20-409E-9243-2BACBECC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9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6" name="data_7012">
            <a:extLst xmlns:a="http://schemas.openxmlformats.org/drawingml/2006/main">
              <a:ext uri="{FF2B5EF4-FFF2-40B4-BE49-F238E27FC236}">
                <a16:creationId xmlns:a16="http://schemas.microsoft.com/office/drawing/2014/main" id="{BF7FF514-5AE0-4217-A13B-2591E49E3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887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7" name="data_7013">
            <a:extLst xmlns:a="http://schemas.openxmlformats.org/drawingml/2006/main">
              <a:ext uri="{FF2B5EF4-FFF2-40B4-BE49-F238E27FC236}">
                <a16:creationId xmlns:a16="http://schemas.microsoft.com/office/drawing/2014/main" id="{2DA8574E-990F-4FA0-838E-BB50F62EA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969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8" name="data_7014">
            <a:extLst xmlns:a="http://schemas.openxmlformats.org/drawingml/2006/main">
              <a:ext uri="{FF2B5EF4-FFF2-40B4-BE49-F238E27FC236}">
                <a16:creationId xmlns:a16="http://schemas.microsoft.com/office/drawing/2014/main" id="{826D593D-56E5-4755-8BD3-8E1C15872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4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9" name="data_7015">
            <a:extLst xmlns:a="http://schemas.openxmlformats.org/drawingml/2006/main">
              <a:ext uri="{FF2B5EF4-FFF2-40B4-BE49-F238E27FC236}">
                <a16:creationId xmlns:a16="http://schemas.microsoft.com/office/drawing/2014/main" id="{8AEB09B1-7D9A-475F-B99E-3728AB371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106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0" name="data_7016">
            <a:extLst xmlns:a="http://schemas.openxmlformats.org/drawingml/2006/main">
              <a:ext uri="{FF2B5EF4-FFF2-40B4-BE49-F238E27FC236}">
                <a16:creationId xmlns:a16="http://schemas.microsoft.com/office/drawing/2014/main" id="{EAFB8537-261C-426F-9616-E3C10158E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220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1" name="data_7017">
            <a:extLst xmlns:a="http://schemas.openxmlformats.org/drawingml/2006/main">
              <a:ext uri="{FF2B5EF4-FFF2-40B4-BE49-F238E27FC236}">
                <a16:creationId xmlns:a16="http://schemas.microsoft.com/office/drawing/2014/main" id="{35ED83D7-404D-40DC-ABE7-51CC63FC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311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2" name="data_7018">
            <a:extLst xmlns:a="http://schemas.openxmlformats.org/drawingml/2006/main">
              <a:ext uri="{FF2B5EF4-FFF2-40B4-BE49-F238E27FC236}">
                <a16:creationId xmlns:a16="http://schemas.microsoft.com/office/drawing/2014/main" id="{2960A6DD-1306-4937-96A9-5D06A729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751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3" name="data_7019">
            <a:extLst xmlns:a="http://schemas.openxmlformats.org/drawingml/2006/main">
              <a:ext uri="{FF2B5EF4-FFF2-40B4-BE49-F238E27FC236}">
                <a16:creationId xmlns:a16="http://schemas.microsoft.com/office/drawing/2014/main" id="{A553C7E4-0F1C-4072-A4C9-CE0C5B82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232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4" name="data_7020">
            <a:extLst xmlns:a="http://schemas.openxmlformats.org/drawingml/2006/main">
              <a:ext uri="{FF2B5EF4-FFF2-40B4-BE49-F238E27FC236}">
                <a16:creationId xmlns:a16="http://schemas.microsoft.com/office/drawing/2014/main" id="{638DA25A-DD44-47D2-B0F7-5DAFB51A6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86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5" name="data_7021">
            <a:extLst xmlns:a="http://schemas.openxmlformats.org/drawingml/2006/main">
              <a:ext uri="{FF2B5EF4-FFF2-40B4-BE49-F238E27FC236}">
                <a16:creationId xmlns:a16="http://schemas.microsoft.com/office/drawing/2014/main" id="{928B0AC6-D30D-4C03-911A-347F65436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067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6" name="data_7022">
            <a:extLst xmlns:a="http://schemas.openxmlformats.org/drawingml/2006/main">
              <a:ext uri="{FF2B5EF4-FFF2-40B4-BE49-F238E27FC236}">
                <a16:creationId xmlns:a16="http://schemas.microsoft.com/office/drawing/2014/main" id="{9F4672BC-4151-463D-8DC9-FE79698AE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571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7" name="data_7023">
            <a:extLst xmlns:a="http://schemas.openxmlformats.org/drawingml/2006/main">
              <a:ext uri="{FF2B5EF4-FFF2-40B4-BE49-F238E27FC236}">
                <a16:creationId xmlns:a16="http://schemas.microsoft.com/office/drawing/2014/main" id="{C40CCC38-8F82-4BF3-958E-D17D243E7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75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8" name="data_7024">
            <a:extLst xmlns:a="http://schemas.openxmlformats.org/drawingml/2006/main">
              <a:ext uri="{FF2B5EF4-FFF2-40B4-BE49-F238E27FC236}">
                <a16:creationId xmlns:a16="http://schemas.microsoft.com/office/drawing/2014/main" id="{AD2527F5-CD4F-41D5-A8E2-BD271578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285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9" name="data_7025">
            <a:extLst xmlns:a="http://schemas.openxmlformats.org/drawingml/2006/main">
              <a:ext uri="{FF2B5EF4-FFF2-40B4-BE49-F238E27FC236}">
                <a16:creationId xmlns:a16="http://schemas.microsoft.com/office/drawing/2014/main" id="{FAC9A97D-5D1A-4D87-A4CE-9115B12D3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207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0" name="data_7026">
            <a:extLst xmlns:a="http://schemas.openxmlformats.org/drawingml/2006/main">
              <a:ext uri="{FF2B5EF4-FFF2-40B4-BE49-F238E27FC236}">
                <a16:creationId xmlns:a16="http://schemas.microsoft.com/office/drawing/2014/main" id="{7B4C7DD1-550C-46FE-969E-265D509E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1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1" name="data_7027">
            <a:extLst xmlns:a="http://schemas.openxmlformats.org/drawingml/2006/main">
              <a:ext uri="{FF2B5EF4-FFF2-40B4-BE49-F238E27FC236}">
                <a16:creationId xmlns:a16="http://schemas.microsoft.com/office/drawing/2014/main" id="{C230E0CB-CB46-4889-B62F-0321FC9C5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093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2" name="data_7028">
            <a:extLst xmlns:a="http://schemas.openxmlformats.org/drawingml/2006/main">
              <a:ext uri="{FF2B5EF4-FFF2-40B4-BE49-F238E27FC236}">
                <a16:creationId xmlns:a16="http://schemas.microsoft.com/office/drawing/2014/main" id="{B5A0F2C4-30DB-447E-A734-51B835B0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008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3" name="data_7029">
            <a:extLst xmlns:a="http://schemas.openxmlformats.org/drawingml/2006/main">
              <a:ext uri="{FF2B5EF4-FFF2-40B4-BE49-F238E27FC236}">
                <a16:creationId xmlns:a16="http://schemas.microsoft.com/office/drawing/2014/main" id="{375672F7-CEE5-4EAE-A4D1-EA90DA769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731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4" name="data_7030">
            <a:extLst xmlns:a="http://schemas.openxmlformats.org/drawingml/2006/main">
              <a:ext uri="{FF2B5EF4-FFF2-40B4-BE49-F238E27FC236}">
                <a16:creationId xmlns:a16="http://schemas.microsoft.com/office/drawing/2014/main" id="{E83C4260-52C8-4142-9AD5-573DAB7D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373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5" name="data_7031">
            <a:extLst xmlns:a="http://schemas.openxmlformats.org/drawingml/2006/main">
              <a:ext uri="{FF2B5EF4-FFF2-40B4-BE49-F238E27FC236}">
                <a16:creationId xmlns:a16="http://schemas.microsoft.com/office/drawing/2014/main" id="{40E429EE-29B6-4585-9F7B-A18090EF1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919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6" name="data_7032">
            <a:extLst xmlns:a="http://schemas.openxmlformats.org/drawingml/2006/main">
              <a:ext uri="{FF2B5EF4-FFF2-40B4-BE49-F238E27FC236}">
                <a16:creationId xmlns:a16="http://schemas.microsoft.com/office/drawing/2014/main" id="{C2B21785-6BDB-4DD4-A4D1-7385884F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887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7" name="data_7033">
            <a:extLst xmlns:a="http://schemas.openxmlformats.org/drawingml/2006/main">
              <a:ext uri="{FF2B5EF4-FFF2-40B4-BE49-F238E27FC236}">
                <a16:creationId xmlns:a16="http://schemas.microsoft.com/office/drawing/2014/main" id="{0B04F690-6135-48F1-A321-95CB01CD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74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8" name="data_7034">
            <a:extLst xmlns:a="http://schemas.openxmlformats.org/drawingml/2006/main">
              <a:ext uri="{FF2B5EF4-FFF2-40B4-BE49-F238E27FC236}">
                <a16:creationId xmlns:a16="http://schemas.microsoft.com/office/drawing/2014/main" id="{2FBEB8B1-34D7-495C-BF04-26953E437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5557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9" name="data_7035">
            <a:extLst xmlns:a="http://schemas.openxmlformats.org/drawingml/2006/main">
              <a:ext uri="{FF2B5EF4-FFF2-40B4-BE49-F238E27FC236}">
                <a16:creationId xmlns:a16="http://schemas.microsoft.com/office/drawing/2014/main" id="{17C2F566-06B2-46B1-8722-6136BA895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174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0" name="data_7036">
            <a:extLst xmlns:a="http://schemas.openxmlformats.org/drawingml/2006/main">
              <a:ext uri="{FF2B5EF4-FFF2-40B4-BE49-F238E27FC236}">
                <a16:creationId xmlns:a16="http://schemas.microsoft.com/office/drawing/2014/main" id="{B8B59B35-39BB-4E34-B0F0-469D0355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34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1" name="data_7037">
            <a:extLst xmlns:a="http://schemas.openxmlformats.org/drawingml/2006/main">
              <a:ext uri="{FF2B5EF4-FFF2-40B4-BE49-F238E27FC236}">
                <a16:creationId xmlns:a16="http://schemas.microsoft.com/office/drawing/2014/main" id="{9C617300-B509-408A-84D2-0CC2EB013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1191" y="33160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2" name="data_7038">
            <a:extLst xmlns:a="http://schemas.openxmlformats.org/drawingml/2006/main">
              <a:ext uri="{FF2B5EF4-FFF2-40B4-BE49-F238E27FC236}">
                <a16:creationId xmlns:a16="http://schemas.microsoft.com/office/drawing/2014/main" id="{3265AD53-33C3-4F66-9661-2B6B117A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122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3" name="data_7039">
            <a:extLst xmlns:a="http://schemas.openxmlformats.org/drawingml/2006/main">
              <a:ext uri="{FF2B5EF4-FFF2-40B4-BE49-F238E27FC236}">
                <a16:creationId xmlns:a16="http://schemas.microsoft.com/office/drawing/2014/main" id="{E0218C26-BBD6-4252-9852-DB102153F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243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4" name="data_7040">
            <a:extLst xmlns:a="http://schemas.openxmlformats.org/drawingml/2006/main">
              <a:ext uri="{FF2B5EF4-FFF2-40B4-BE49-F238E27FC236}">
                <a16:creationId xmlns:a16="http://schemas.microsoft.com/office/drawing/2014/main" id="{9F966AB8-4538-4EB7-A001-92593532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679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5" name="data_7041">
            <a:extLst xmlns:a="http://schemas.openxmlformats.org/drawingml/2006/main">
              <a:ext uri="{FF2B5EF4-FFF2-40B4-BE49-F238E27FC236}">
                <a16:creationId xmlns:a16="http://schemas.microsoft.com/office/drawing/2014/main" id="{615B1845-150E-4DC5-87D4-1BEBA9B42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708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6" name="data_7042">
            <a:extLst xmlns:a="http://schemas.openxmlformats.org/drawingml/2006/main">
              <a:ext uri="{FF2B5EF4-FFF2-40B4-BE49-F238E27FC236}">
                <a16:creationId xmlns:a16="http://schemas.microsoft.com/office/drawing/2014/main" id="{B1F6C867-CFC5-41B5-A1B4-187ED7D85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8976" y="36887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7" name="data_7043">
            <a:extLst xmlns:a="http://schemas.openxmlformats.org/drawingml/2006/main">
              <a:ext uri="{FF2B5EF4-FFF2-40B4-BE49-F238E27FC236}">
                <a16:creationId xmlns:a16="http://schemas.microsoft.com/office/drawing/2014/main" id="{ED0D3B02-BCF2-4055-98BA-43655DFC7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43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8" name="data_7044">
            <a:extLst xmlns:a="http://schemas.openxmlformats.org/drawingml/2006/main">
              <a:ext uri="{FF2B5EF4-FFF2-40B4-BE49-F238E27FC236}">
                <a16:creationId xmlns:a16="http://schemas.microsoft.com/office/drawing/2014/main" id="{B72A86E4-EC1A-4C8C-93F2-73D3DC6F6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076" y="32410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9" name="data_7045">
            <a:extLst xmlns:a="http://schemas.openxmlformats.org/drawingml/2006/main">
              <a:ext uri="{FF2B5EF4-FFF2-40B4-BE49-F238E27FC236}">
                <a16:creationId xmlns:a16="http://schemas.microsoft.com/office/drawing/2014/main" id="{2D2079C1-4FF2-4924-9D7D-4191EDF33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470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0" name="data_7046">
            <a:extLst xmlns:a="http://schemas.openxmlformats.org/drawingml/2006/main">
              <a:ext uri="{FF2B5EF4-FFF2-40B4-BE49-F238E27FC236}">
                <a16:creationId xmlns:a16="http://schemas.microsoft.com/office/drawing/2014/main" id="{69BFD6CA-4B8A-48AE-807F-DFF10B242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1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1" name="data_7047">
            <a:extLst xmlns:a="http://schemas.openxmlformats.org/drawingml/2006/main">
              <a:ext uri="{FF2B5EF4-FFF2-40B4-BE49-F238E27FC236}">
                <a16:creationId xmlns:a16="http://schemas.microsoft.com/office/drawing/2014/main" id="{3752018C-747D-4D2B-8694-88375B4E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600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2" name="data_7048">
            <a:extLst xmlns:a="http://schemas.openxmlformats.org/drawingml/2006/main">
              <a:ext uri="{FF2B5EF4-FFF2-40B4-BE49-F238E27FC236}">
                <a16:creationId xmlns:a16="http://schemas.microsoft.com/office/drawing/2014/main" id="{2F9D79FE-4998-4B14-9AF3-5CF4A9088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5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3" name="data_7049">
            <a:extLst xmlns:a="http://schemas.openxmlformats.org/drawingml/2006/main">
              <a:ext uri="{FF2B5EF4-FFF2-40B4-BE49-F238E27FC236}">
                <a16:creationId xmlns:a16="http://schemas.microsoft.com/office/drawing/2014/main" id="{0849EC79-A8C2-4485-8ABA-3FD8026CC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926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4" name="data_7050">
            <a:extLst xmlns:a="http://schemas.openxmlformats.org/drawingml/2006/main">
              <a:ext uri="{FF2B5EF4-FFF2-40B4-BE49-F238E27FC236}">
                <a16:creationId xmlns:a16="http://schemas.microsoft.com/office/drawing/2014/main" id="{0F706A73-5EFB-4CE0-AA62-FD07D8F7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679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5" name="data_7051">
            <a:extLst xmlns:a="http://schemas.openxmlformats.org/drawingml/2006/main">
              <a:ext uri="{FF2B5EF4-FFF2-40B4-BE49-F238E27FC236}">
                <a16:creationId xmlns:a16="http://schemas.microsoft.com/office/drawing/2014/main" id="{92EEFCBE-FF23-44AE-8838-AB17C21E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5685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6" name="data_7052">
            <a:extLst xmlns:a="http://schemas.openxmlformats.org/drawingml/2006/main">
              <a:ext uri="{FF2B5EF4-FFF2-40B4-BE49-F238E27FC236}">
                <a16:creationId xmlns:a16="http://schemas.microsoft.com/office/drawing/2014/main" id="{CA0E47BA-CBB8-45AA-A4BA-433851A8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739" y="34290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7" name="data_7053">
            <a:extLst xmlns:a="http://schemas.openxmlformats.org/drawingml/2006/main">
              <a:ext uri="{FF2B5EF4-FFF2-40B4-BE49-F238E27FC236}">
                <a16:creationId xmlns:a16="http://schemas.microsoft.com/office/drawing/2014/main" id="{CD01B776-D401-41F5-806E-CBC55CAA7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311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8" name="data_7054">
            <a:extLst xmlns:a="http://schemas.openxmlformats.org/drawingml/2006/main">
              <a:ext uri="{FF2B5EF4-FFF2-40B4-BE49-F238E27FC236}">
                <a16:creationId xmlns:a16="http://schemas.microsoft.com/office/drawing/2014/main" id="{14683407-260A-4D06-9A55-107B41C8B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21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9" name="data_7055">
            <a:extLst xmlns:a="http://schemas.openxmlformats.org/drawingml/2006/main">
              <a:ext uri="{FF2B5EF4-FFF2-40B4-BE49-F238E27FC236}">
                <a16:creationId xmlns:a16="http://schemas.microsoft.com/office/drawing/2014/main" id="{97F6E0BD-1D59-4F30-B49D-35327253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74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0" name="data_7056">
            <a:extLst xmlns:a="http://schemas.openxmlformats.org/drawingml/2006/main">
              <a:ext uri="{FF2B5EF4-FFF2-40B4-BE49-F238E27FC236}">
                <a16:creationId xmlns:a16="http://schemas.microsoft.com/office/drawing/2014/main" id="{654A0F5E-DE7A-4A8B-8D81-5FB065A4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236" y="371706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1" name="data_7057">
            <a:extLst xmlns:a="http://schemas.openxmlformats.org/drawingml/2006/main">
              <a:ext uri="{FF2B5EF4-FFF2-40B4-BE49-F238E27FC236}">
                <a16:creationId xmlns:a16="http://schemas.microsoft.com/office/drawing/2014/main" id="{8AA9B3DC-6728-4981-B494-285072753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130" y="381650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2" name="data_7058">
            <a:extLst xmlns:a="http://schemas.openxmlformats.org/drawingml/2006/main">
              <a:ext uri="{FF2B5EF4-FFF2-40B4-BE49-F238E27FC236}">
                <a16:creationId xmlns:a16="http://schemas.microsoft.com/office/drawing/2014/main" id="{0EBE38D1-2291-46DD-B01C-A3CE0DE06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26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3" name="data_7059">
            <a:extLst xmlns:a="http://schemas.openxmlformats.org/drawingml/2006/main">
              <a:ext uri="{FF2B5EF4-FFF2-40B4-BE49-F238E27FC236}">
                <a16:creationId xmlns:a16="http://schemas.microsoft.com/office/drawing/2014/main" id="{F27CAA50-885A-4ADB-A457-388B268D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018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4" name="data_7060">
            <a:extLst xmlns:a="http://schemas.openxmlformats.org/drawingml/2006/main">
              <a:ext uri="{FF2B5EF4-FFF2-40B4-BE49-F238E27FC236}">
                <a16:creationId xmlns:a16="http://schemas.microsoft.com/office/drawing/2014/main" id="{2DB9282C-999E-4460-A8CB-1B20D27F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1648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5" name="data_7061">
            <a:extLst xmlns:a="http://schemas.openxmlformats.org/drawingml/2006/main">
              <a:ext uri="{FF2B5EF4-FFF2-40B4-BE49-F238E27FC236}">
                <a16:creationId xmlns:a16="http://schemas.microsoft.com/office/drawing/2014/main" id="{B96EF29E-30D0-41A2-B81B-44D97608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728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6" name="data_7062">
            <a:extLst xmlns:a="http://schemas.openxmlformats.org/drawingml/2006/main">
              <a:ext uri="{FF2B5EF4-FFF2-40B4-BE49-F238E27FC236}">
                <a16:creationId xmlns:a16="http://schemas.microsoft.com/office/drawing/2014/main" id="{9A6CDDFF-77F3-4025-9B3F-FB61CE1D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705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7" name="data_7063">
            <a:extLst xmlns:a="http://schemas.openxmlformats.org/drawingml/2006/main">
              <a:ext uri="{FF2B5EF4-FFF2-40B4-BE49-F238E27FC236}">
                <a16:creationId xmlns:a16="http://schemas.microsoft.com/office/drawing/2014/main" id="{AD374B7B-DC3C-42DD-96B8-4BB232EA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88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8" name="data_7064">
            <a:extLst xmlns:a="http://schemas.openxmlformats.org/drawingml/2006/main">
              <a:ext uri="{FF2B5EF4-FFF2-40B4-BE49-F238E27FC236}">
                <a16:creationId xmlns:a16="http://schemas.microsoft.com/office/drawing/2014/main" id="{0EEEF1C7-639E-43B6-8253-23A81915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092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9" name="data_7065">
            <a:extLst xmlns:a="http://schemas.openxmlformats.org/drawingml/2006/main">
              <a:ext uri="{FF2B5EF4-FFF2-40B4-BE49-F238E27FC236}">
                <a16:creationId xmlns:a16="http://schemas.microsoft.com/office/drawing/2014/main" id="{D61F539E-3ABA-4422-9ED7-69DBBD7B8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1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0" name="data_7066">
            <a:extLst xmlns:a="http://schemas.openxmlformats.org/drawingml/2006/main">
              <a:ext uri="{FF2B5EF4-FFF2-40B4-BE49-F238E27FC236}">
                <a16:creationId xmlns:a16="http://schemas.microsoft.com/office/drawing/2014/main" id="{7132CF4F-B5A5-4E9C-AC96-42CA400A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14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1" name="data_7067">
            <a:extLst xmlns:a="http://schemas.openxmlformats.org/drawingml/2006/main">
              <a:ext uri="{FF2B5EF4-FFF2-40B4-BE49-F238E27FC236}">
                <a16:creationId xmlns:a16="http://schemas.microsoft.com/office/drawing/2014/main" id="{F18FF195-E632-404C-8F90-B27C56AF6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10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2" name="data_7068">
            <a:extLst xmlns:a="http://schemas.openxmlformats.org/drawingml/2006/main">
              <a:ext uri="{FF2B5EF4-FFF2-40B4-BE49-F238E27FC236}">
                <a16:creationId xmlns:a16="http://schemas.microsoft.com/office/drawing/2014/main" id="{73F770E7-8113-41A5-BF98-3A127B645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116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3" name="data_7069">
            <a:extLst xmlns:a="http://schemas.openxmlformats.org/drawingml/2006/main">
              <a:ext uri="{FF2B5EF4-FFF2-40B4-BE49-F238E27FC236}">
                <a16:creationId xmlns:a16="http://schemas.microsoft.com/office/drawing/2014/main" id="{D5C09B6E-0A38-4B96-B927-38862ABA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1224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4" name="data_7070">
            <a:extLst xmlns:a="http://schemas.openxmlformats.org/drawingml/2006/main">
              <a:ext uri="{FF2B5EF4-FFF2-40B4-BE49-F238E27FC236}">
                <a16:creationId xmlns:a16="http://schemas.microsoft.com/office/drawing/2014/main" id="{C76E477B-8D1E-41AF-AB46-209998204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405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5" name="data_7071">
            <a:extLst xmlns:a="http://schemas.openxmlformats.org/drawingml/2006/main">
              <a:ext uri="{FF2B5EF4-FFF2-40B4-BE49-F238E27FC236}">
                <a16:creationId xmlns:a16="http://schemas.microsoft.com/office/drawing/2014/main" id="{52605D9A-7EA9-419A-8EDA-AD35D3ADC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03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6" name="data_7072">
            <a:extLst xmlns:a="http://schemas.openxmlformats.org/drawingml/2006/main">
              <a:ext uri="{FF2B5EF4-FFF2-40B4-BE49-F238E27FC236}">
                <a16:creationId xmlns:a16="http://schemas.microsoft.com/office/drawing/2014/main" id="{1E271A59-41FC-4F74-B61D-F108C59A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9205" y="310236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7" name="data_7073">
            <a:extLst xmlns:a="http://schemas.openxmlformats.org/drawingml/2006/main">
              <a:ext uri="{FF2B5EF4-FFF2-40B4-BE49-F238E27FC236}">
                <a16:creationId xmlns:a16="http://schemas.microsoft.com/office/drawing/2014/main" id="{9D011982-9D08-4418-8A4F-28A5EA2DE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4808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8" name="data_7074">
            <a:extLst xmlns:a="http://schemas.openxmlformats.org/drawingml/2006/main">
              <a:ext uri="{FF2B5EF4-FFF2-40B4-BE49-F238E27FC236}">
                <a16:creationId xmlns:a16="http://schemas.microsoft.com/office/drawing/2014/main" id="{774E6D8F-6975-4839-9117-865596DD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75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9" name="data_7075">
            <a:extLst xmlns:a="http://schemas.openxmlformats.org/drawingml/2006/main">
              <a:ext uri="{FF2B5EF4-FFF2-40B4-BE49-F238E27FC236}">
                <a16:creationId xmlns:a16="http://schemas.microsoft.com/office/drawing/2014/main" id="{1336CCDD-3441-424B-A43C-DB237B0C7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21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0" name="data_7076">
            <a:extLst xmlns:a="http://schemas.openxmlformats.org/drawingml/2006/main">
              <a:ext uri="{FF2B5EF4-FFF2-40B4-BE49-F238E27FC236}">
                <a16:creationId xmlns:a16="http://schemas.microsoft.com/office/drawing/2014/main" id="{47025CFC-59F8-4FF4-ADEE-9FF235BF9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5880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1" name="data_7077">
            <a:extLst xmlns:a="http://schemas.openxmlformats.org/drawingml/2006/main">
              <a:ext uri="{FF2B5EF4-FFF2-40B4-BE49-F238E27FC236}">
                <a16:creationId xmlns:a16="http://schemas.microsoft.com/office/drawing/2014/main" id="{06FAA91B-8488-4DF7-B828-4027BE728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262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2" name="data_7078">
            <a:extLst xmlns:a="http://schemas.openxmlformats.org/drawingml/2006/main">
              <a:ext uri="{FF2B5EF4-FFF2-40B4-BE49-F238E27FC236}">
                <a16:creationId xmlns:a16="http://schemas.microsoft.com/office/drawing/2014/main" id="{A8EBCCFD-48A7-4802-B27F-C695CFDF5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914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3" name="data_7079">
            <a:extLst xmlns:a="http://schemas.openxmlformats.org/drawingml/2006/main">
              <a:ext uri="{FF2B5EF4-FFF2-40B4-BE49-F238E27FC236}">
                <a16:creationId xmlns:a16="http://schemas.microsoft.com/office/drawing/2014/main" id="{7081FC60-E95A-42CD-B640-442188ED6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7932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4" name="data_7080">
            <a:extLst xmlns:a="http://schemas.openxmlformats.org/drawingml/2006/main">
              <a:ext uri="{FF2B5EF4-FFF2-40B4-BE49-F238E27FC236}">
                <a16:creationId xmlns:a16="http://schemas.microsoft.com/office/drawing/2014/main" id="{6DF7CC13-FA2B-4D20-AF8F-731E1FF9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24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5" name="data_7081">
            <a:extLst xmlns:a="http://schemas.openxmlformats.org/drawingml/2006/main">
              <a:ext uri="{FF2B5EF4-FFF2-40B4-BE49-F238E27FC236}">
                <a16:creationId xmlns:a16="http://schemas.microsoft.com/office/drawing/2014/main" id="{21F714EE-EB37-4AE9-89C9-E591B75D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24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6" name="data_7082">
            <a:extLst xmlns:a="http://schemas.openxmlformats.org/drawingml/2006/main">
              <a:ext uri="{FF2B5EF4-FFF2-40B4-BE49-F238E27FC236}">
                <a16:creationId xmlns:a16="http://schemas.microsoft.com/office/drawing/2014/main" id="{99326E54-FEA9-4DCB-981D-D42B64C43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423" y="310331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7" name="data_7083">
            <a:extLst xmlns:a="http://schemas.openxmlformats.org/drawingml/2006/main">
              <a:ext uri="{FF2B5EF4-FFF2-40B4-BE49-F238E27FC236}">
                <a16:creationId xmlns:a16="http://schemas.microsoft.com/office/drawing/2014/main" id="{6C517C4E-4F71-47CC-B57E-0D704F1F2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50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8" name="data_7084">
            <a:extLst xmlns:a="http://schemas.openxmlformats.org/drawingml/2006/main">
              <a:ext uri="{FF2B5EF4-FFF2-40B4-BE49-F238E27FC236}">
                <a16:creationId xmlns:a16="http://schemas.microsoft.com/office/drawing/2014/main" id="{D2E0D5B0-6575-4D97-BC97-640EA8009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845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9" name="data_7085">
            <a:extLst xmlns:a="http://schemas.openxmlformats.org/drawingml/2006/main">
              <a:ext uri="{FF2B5EF4-FFF2-40B4-BE49-F238E27FC236}">
                <a16:creationId xmlns:a16="http://schemas.microsoft.com/office/drawing/2014/main" id="{3B8AFE51-88CF-4C44-BFED-DEDD9A21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027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0" name="data_7086">
            <a:extLst xmlns:a="http://schemas.openxmlformats.org/drawingml/2006/main">
              <a:ext uri="{FF2B5EF4-FFF2-40B4-BE49-F238E27FC236}">
                <a16:creationId xmlns:a16="http://schemas.microsoft.com/office/drawing/2014/main" id="{EBBF2410-D55D-4FEF-874D-7B271B00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119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1" name="data_7087">
            <a:extLst xmlns:a="http://schemas.openxmlformats.org/drawingml/2006/main">
              <a:ext uri="{FF2B5EF4-FFF2-40B4-BE49-F238E27FC236}">
                <a16:creationId xmlns:a16="http://schemas.microsoft.com/office/drawing/2014/main" id="{B1591174-DE91-43B6-BAE0-45089BC0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91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2" name="data_7088">
            <a:extLst xmlns:a="http://schemas.openxmlformats.org/drawingml/2006/main">
              <a:ext uri="{FF2B5EF4-FFF2-40B4-BE49-F238E27FC236}">
                <a16:creationId xmlns:a16="http://schemas.microsoft.com/office/drawing/2014/main" id="{204DB900-7658-4C82-88A2-9AC3662D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972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3" name="data_7089">
            <a:extLst xmlns:a="http://schemas.openxmlformats.org/drawingml/2006/main">
              <a:ext uri="{FF2B5EF4-FFF2-40B4-BE49-F238E27FC236}">
                <a16:creationId xmlns:a16="http://schemas.microsoft.com/office/drawing/2014/main" id="{28622060-40A5-4138-8FBC-9C8BE34D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555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4" name="data_7090">
            <a:extLst xmlns:a="http://schemas.openxmlformats.org/drawingml/2006/main">
              <a:ext uri="{FF2B5EF4-FFF2-40B4-BE49-F238E27FC236}">
                <a16:creationId xmlns:a16="http://schemas.microsoft.com/office/drawing/2014/main" id="{1A18E46E-CAE9-4833-913B-4F403A4FE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979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5" name="data_7091">
            <a:extLst xmlns:a="http://schemas.openxmlformats.org/drawingml/2006/main">
              <a:ext uri="{FF2B5EF4-FFF2-40B4-BE49-F238E27FC236}">
                <a16:creationId xmlns:a16="http://schemas.microsoft.com/office/drawing/2014/main" id="{5E1D875F-481E-4D0F-9CF9-1EC1CA9C5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42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6" name="data_7092">
            <a:extLst xmlns:a="http://schemas.openxmlformats.org/drawingml/2006/main">
              <a:ext uri="{FF2B5EF4-FFF2-40B4-BE49-F238E27FC236}">
                <a16:creationId xmlns:a16="http://schemas.microsoft.com/office/drawing/2014/main" id="{B2D70835-B41E-4D8F-A22A-8BE3C584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503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7" name="data_7093">
            <a:extLst xmlns:a="http://schemas.openxmlformats.org/drawingml/2006/main">
              <a:ext uri="{FF2B5EF4-FFF2-40B4-BE49-F238E27FC236}">
                <a16:creationId xmlns:a16="http://schemas.microsoft.com/office/drawing/2014/main" id="{6BB86359-B5AB-420B-8888-C1FD2A02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4220" y="32217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8" name="data_7094">
            <a:extLst xmlns:a="http://schemas.openxmlformats.org/drawingml/2006/main">
              <a:ext uri="{FF2B5EF4-FFF2-40B4-BE49-F238E27FC236}">
                <a16:creationId xmlns:a16="http://schemas.microsoft.com/office/drawing/2014/main" id="{2509FBE7-FE58-4844-9EE6-267F31DA3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337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9" name="data_7095">
            <a:extLst xmlns:a="http://schemas.openxmlformats.org/drawingml/2006/main">
              <a:ext uri="{FF2B5EF4-FFF2-40B4-BE49-F238E27FC236}">
                <a16:creationId xmlns:a16="http://schemas.microsoft.com/office/drawing/2014/main" id="{C934855E-BAB5-4EE8-96BA-3C284E9B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803" y="34068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0" name="data_7096">
            <a:extLst xmlns:a="http://schemas.openxmlformats.org/drawingml/2006/main">
              <a:ext uri="{FF2B5EF4-FFF2-40B4-BE49-F238E27FC236}">
                <a16:creationId xmlns:a16="http://schemas.microsoft.com/office/drawing/2014/main" id="{B87A220D-C643-425B-93AC-8A5942E5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091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1" name="data_7097">
            <a:extLst xmlns:a="http://schemas.openxmlformats.org/drawingml/2006/main">
              <a:ext uri="{FF2B5EF4-FFF2-40B4-BE49-F238E27FC236}">
                <a16:creationId xmlns:a16="http://schemas.microsoft.com/office/drawing/2014/main" id="{4DFB63AF-858E-4DA0-AA92-7464FED64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1841" y="31625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2" name="data_7098">
            <a:extLst xmlns:a="http://schemas.openxmlformats.org/drawingml/2006/main">
              <a:ext uri="{FF2B5EF4-FFF2-40B4-BE49-F238E27FC236}">
                <a16:creationId xmlns:a16="http://schemas.microsoft.com/office/drawing/2014/main" id="{17AC50A5-0B80-4E70-AA9B-3F1BA61E0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783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3" name="data_7099">
            <a:extLst xmlns:a="http://schemas.openxmlformats.org/drawingml/2006/main">
              <a:ext uri="{FF2B5EF4-FFF2-40B4-BE49-F238E27FC236}">
                <a16:creationId xmlns:a16="http://schemas.microsoft.com/office/drawing/2014/main" id="{073E2870-4307-4D57-9396-029B40A2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03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4" name="data_7100">
            <a:extLst xmlns:a="http://schemas.openxmlformats.org/drawingml/2006/main">
              <a:ext uri="{FF2B5EF4-FFF2-40B4-BE49-F238E27FC236}">
                <a16:creationId xmlns:a16="http://schemas.microsoft.com/office/drawing/2014/main" id="{B5BE8A3B-5475-4B6A-8A42-E0A57CF0C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086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5" name="data_7101">
            <a:extLst xmlns:a="http://schemas.openxmlformats.org/drawingml/2006/main">
              <a:ext uri="{FF2B5EF4-FFF2-40B4-BE49-F238E27FC236}">
                <a16:creationId xmlns:a16="http://schemas.microsoft.com/office/drawing/2014/main" id="{F91D3EB7-3E6B-4299-BA72-415D740C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321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6" name="data_7102">
            <a:extLst xmlns:a="http://schemas.openxmlformats.org/drawingml/2006/main">
              <a:ext uri="{FF2B5EF4-FFF2-40B4-BE49-F238E27FC236}">
                <a16:creationId xmlns:a16="http://schemas.microsoft.com/office/drawing/2014/main" id="{CF52C31A-478A-4A8C-862A-648F29620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353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7" name="data_7103">
            <a:extLst xmlns:a="http://schemas.openxmlformats.org/drawingml/2006/main">
              <a:ext uri="{FF2B5EF4-FFF2-40B4-BE49-F238E27FC236}">
                <a16:creationId xmlns:a16="http://schemas.microsoft.com/office/drawing/2014/main" id="{868AC1A3-CAA1-4168-8457-D16FB94B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314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8" name="data_7104">
            <a:extLst xmlns:a="http://schemas.openxmlformats.org/drawingml/2006/main">
              <a:ext uri="{FF2B5EF4-FFF2-40B4-BE49-F238E27FC236}">
                <a16:creationId xmlns:a16="http://schemas.microsoft.com/office/drawing/2014/main" id="{37CF68F0-8DFC-425A-9717-6DFF4A364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03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9" name="data_7105">
            <a:extLst xmlns:a="http://schemas.openxmlformats.org/drawingml/2006/main">
              <a:ext uri="{FF2B5EF4-FFF2-40B4-BE49-F238E27FC236}">
                <a16:creationId xmlns:a16="http://schemas.microsoft.com/office/drawing/2014/main" id="{6D0C5DBC-0743-48C3-983B-E536FFF88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376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0" name="data_7106">
            <a:extLst xmlns:a="http://schemas.openxmlformats.org/drawingml/2006/main">
              <a:ext uri="{FF2B5EF4-FFF2-40B4-BE49-F238E27FC236}">
                <a16:creationId xmlns:a16="http://schemas.microsoft.com/office/drawing/2014/main" id="{FCAEB914-21BC-434C-BF9A-121C03A8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558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1" name="data_7107">
            <a:extLst xmlns:a="http://schemas.openxmlformats.org/drawingml/2006/main">
              <a:ext uri="{FF2B5EF4-FFF2-40B4-BE49-F238E27FC236}">
                <a16:creationId xmlns:a16="http://schemas.microsoft.com/office/drawing/2014/main" id="{63B09570-F114-43DA-9AC2-542F24FC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143" y="317242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2" name="data_7108">
            <a:extLst xmlns:a="http://schemas.openxmlformats.org/drawingml/2006/main">
              <a:ext uri="{FF2B5EF4-FFF2-40B4-BE49-F238E27FC236}">
                <a16:creationId xmlns:a16="http://schemas.microsoft.com/office/drawing/2014/main" id="{09E398DF-9F2A-41D5-870B-552AD1E4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05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3" name="data_7109">
            <a:extLst xmlns:a="http://schemas.openxmlformats.org/drawingml/2006/main">
              <a:ext uri="{FF2B5EF4-FFF2-40B4-BE49-F238E27FC236}">
                <a16:creationId xmlns:a16="http://schemas.microsoft.com/office/drawing/2014/main" id="{903D7213-C255-4CD1-8E39-A97526CE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676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4" name="data_7110">
            <a:extLst xmlns:a="http://schemas.openxmlformats.org/drawingml/2006/main">
              <a:ext uri="{FF2B5EF4-FFF2-40B4-BE49-F238E27FC236}">
                <a16:creationId xmlns:a16="http://schemas.microsoft.com/office/drawing/2014/main" id="{029F1FF6-02A5-42F8-A9CD-7B9BCA5AD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5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5" name="data_7111">
            <a:extLst xmlns:a="http://schemas.openxmlformats.org/drawingml/2006/main">
              <a:ext uri="{FF2B5EF4-FFF2-40B4-BE49-F238E27FC236}">
                <a16:creationId xmlns:a16="http://schemas.microsoft.com/office/drawing/2014/main" id="{F790DDDE-8056-4D99-9A38-BE9A6ED0A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119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6" name="data_7112">
            <a:extLst xmlns:a="http://schemas.openxmlformats.org/drawingml/2006/main">
              <a:ext uri="{FF2B5EF4-FFF2-40B4-BE49-F238E27FC236}">
                <a16:creationId xmlns:a16="http://schemas.microsoft.com/office/drawing/2014/main" id="{1C3AFBBF-6142-494E-81A4-71208741E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56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7" name="data_7113">
            <a:extLst xmlns:a="http://schemas.openxmlformats.org/drawingml/2006/main">
              <a:ext uri="{FF2B5EF4-FFF2-40B4-BE49-F238E27FC236}">
                <a16:creationId xmlns:a16="http://schemas.microsoft.com/office/drawing/2014/main" id="{133ACD1A-43E6-4D17-B9FB-0744BF2FC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894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8" name="data_7114">
            <a:extLst xmlns:a="http://schemas.openxmlformats.org/drawingml/2006/main">
              <a:ext uri="{FF2B5EF4-FFF2-40B4-BE49-F238E27FC236}">
                <a16:creationId xmlns:a16="http://schemas.microsoft.com/office/drawing/2014/main" id="{9F2C93E1-7E20-4E5E-8ACE-083561DB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30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9" name="data_7115">
            <a:extLst xmlns:a="http://schemas.openxmlformats.org/drawingml/2006/main">
              <a:ext uri="{FF2B5EF4-FFF2-40B4-BE49-F238E27FC236}">
                <a16:creationId xmlns:a16="http://schemas.microsoft.com/office/drawing/2014/main" id="{8C22A13E-AAA4-4E8A-BD77-E1844FE9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614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0" name="data_7116">
            <a:extLst xmlns:a="http://schemas.openxmlformats.org/drawingml/2006/main">
              <a:ext uri="{FF2B5EF4-FFF2-40B4-BE49-F238E27FC236}">
                <a16:creationId xmlns:a16="http://schemas.microsoft.com/office/drawing/2014/main" id="{2BBD1C88-A7B0-4372-A52F-D0790F1A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6110" y="36887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1" name="data_7117">
            <a:extLst xmlns:a="http://schemas.openxmlformats.org/drawingml/2006/main">
              <a:ext uri="{FF2B5EF4-FFF2-40B4-BE49-F238E27FC236}">
                <a16:creationId xmlns:a16="http://schemas.microsoft.com/office/drawing/2014/main" id="{3DFB8BFF-AC9B-40FD-A07C-8131EF878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3309" y="35672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2" name="data_7118">
            <a:extLst xmlns:a="http://schemas.openxmlformats.org/drawingml/2006/main">
              <a:ext uri="{FF2B5EF4-FFF2-40B4-BE49-F238E27FC236}">
                <a16:creationId xmlns:a16="http://schemas.microsoft.com/office/drawing/2014/main" id="{33FABC38-558E-4518-96B3-420386B55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405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3" name="data_7119">
            <a:extLst xmlns:a="http://schemas.openxmlformats.org/drawingml/2006/main">
              <a:ext uri="{FF2B5EF4-FFF2-40B4-BE49-F238E27FC236}">
                <a16:creationId xmlns:a16="http://schemas.microsoft.com/office/drawing/2014/main" id="{2A61C188-69C9-41E4-9DD7-322598397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283" y="314204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4" name="data_7120">
            <a:extLst xmlns:a="http://schemas.openxmlformats.org/drawingml/2006/main">
              <a:ext uri="{FF2B5EF4-FFF2-40B4-BE49-F238E27FC236}">
                <a16:creationId xmlns:a16="http://schemas.microsoft.com/office/drawing/2014/main" id="{F6EBD7B3-99C5-4F05-A38A-04C9C03B9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57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5" name="data_7121">
            <a:extLst xmlns:a="http://schemas.openxmlformats.org/drawingml/2006/main">
              <a:ext uri="{FF2B5EF4-FFF2-40B4-BE49-F238E27FC236}">
                <a16:creationId xmlns:a16="http://schemas.microsoft.com/office/drawing/2014/main" id="{18240611-DC64-4596-80E4-013F41D4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63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6" name="data_7122">
            <a:extLst xmlns:a="http://schemas.openxmlformats.org/drawingml/2006/main">
              <a:ext uri="{FF2B5EF4-FFF2-40B4-BE49-F238E27FC236}">
                <a16:creationId xmlns:a16="http://schemas.microsoft.com/office/drawing/2014/main" id="{CB48C7D6-5C73-4711-A537-332BB11B6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079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7" name="data_7123">
            <a:extLst xmlns:a="http://schemas.openxmlformats.org/drawingml/2006/main">
              <a:ext uri="{FF2B5EF4-FFF2-40B4-BE49-F238E27FC236}">
                <a16:creationId xmlns:a16="http://schemas.microsoft.com/office/drawing/2014/main" id="{106F66E4-AE12-4D8E-BA7C-553BBCA5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849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8" name="data_7124">
            <a:extLst xmlns:a="http://schemas.openxmlformats.org/drawingml/2006/main">
              <a:ext uri="{FF2B5EF4-FFF2-40B4-BE49-F238E27FC236}">
                <a16:creationId xmlns:a16="http://schemas.microsoft.com/office/drawing/2014/main" id="{9BC4CF73-9AF3-4321-BB7E-EF506DA67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9466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9" name="data_7125">
            <a:extLst xmlns:a="http://schemas.openxmlformats.org/drawingml/2006/main">
              <a:ext uri="{FF2B5EF4-FFF2-40B4-BE49-F238E27FC236}">
                <a16:creationId xmlns:a16="http://schemas.microsoft.com/office/drawing/2014/main" id="{240838C9-1B64-49C9-BDC0-98C2B3D4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5069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0" name="data_7126">
            <a:extLst xmlns:a="http://schemas.openxmlformats.org/drawingml/2006/main">
              <a:ext uri="{FF2B5EF4-FFF2-40B4-BE49-F238E27FC236}">
                <a16:creationId xmlns:a16="http://schemas.microsoft.com/office/drawing/2014/main" id="{C3CA1C65-0B95-49FF-8362-A7CAA26E3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454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1" name="data_7127">
            <a:extLst xmlns:a="http://schemas.openxmlformats.org/drawingml/2006/main">
              <a:ext uri="{FF2B5EF4-FFF2-40B4-BE49-F238E27FC236}">
                <a16:creationId xmlns:a16="http://schemas.microsoft.com/office/drawing/2014/main" id="{452A83B1-A0EF-43BC-94DA-2C5451B3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36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2" name="data_7128">
            <a:extLst xmlns:a="http://schemas.openxmlformats.org/drawingml/2006/main">
              <a:ext uri="{FF2B5EF4-FFF2-40B4-BE49-F238E27FC236}">
                <a16:creationId xmlns:a16="http://schemas.microsoft.com/office/drawing/2014/main" id="{4C391A0E-C025-49F9-B522-6FF375B74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764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3" name="data_7129">
            <a:extLst xmlns:a="http://schemas.openxmlformats.org/drawingml/2006/main">
              <a:ext uri="{FF2B5EF4-FFF2-40B4-BE49-F238E27FC236}">
                <a16:creationId xmlns:a16="http://schemas.microsoft.com/office/drawing/2014/main" id="{99C3F1B4-26BB-4A6D-9F11-82393A56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267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4" name="data_7130">
            <a:extLst xmlns:a="http://schemas.openxmlformats.org/drawingml/2006/main">
              <a:ext uri="{FF2B5EF4-FFF2-40B4-BE49-F238E27FC236}">
                <a16:creationId xmlns:a16="http://schemas.microsoft.com/office/drawing/2014/main" id="{0BCD11B9-3D38-489A-85B5-F024F01D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845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5" name="data_7131">
            <a:extLst xmlns:a="http://schemas.openxmlformats.org/drawingml/2006/main">
              <a:ext uri="{FF2B5EF4-FFF2-40B4-BE49-F238E27FC236}">
                <a16:creationId xmlns:a16="http://schemas.microsoft.com/office/drawing/2014/main" id="{9902911E-22D5-42ED-BE4B-5D2B03827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653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6" name="data_7132">
            <a:extLst xmlns:a="http://schemas.openxmlformats.org/drawingml/2006/main">
              <a:ext uri="{FF2B5EF4-FFF2-40B4-BE49-F238E27FC236}">
                <a16:creationId xmlns:a16="http://schemas.microsoft.com/office/drawing/2014/main" id="{1995D7AE-C519-4B1D-838E-EE90E1E4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2624" y="341600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7" name="data_7133">
            <a:extLst xmlns:a="http://schemas.openxmlformats.org/drawingml/2006/main">
              <a:ext uri="{FF2B5EF4-FFF2-40B4-BE49-F238E27FC236}">
                <a16:creationId xmlns:a16="http://schemas.microsoft.com/office/drawing/2014/main" id="{70D33E14-863D-4659-9502-71B08AD0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23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8" name="data_7134">
            <a:extLst xmlns:a="http://schemas.openxmlformats.org/drawingml/2006/main">
              <a:ext uri="{FF2B5EF4-FFF2-40B4-BE49-F238E27FC236}">
                <a16:creationId xmlns:a16="http://schemas.microsoft.com/office/drawing/2014/main" id="{FBD6E377-BE5F-4ED3-AC8D-ED0114B7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03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9" name="data_7135">
            <a:extLst xmlns:a="http://schemas.openxmlformats.org/drawingml/2006/main">
              <a:ext uri="{FF2B5EF4-FFF2-40B4-BE49-F238E27FC236}">
                <a16:creationId xmlns:a16="http://schemas.microsoft.com/office/drawing/2014/main" id="{B5591056-46EC-4BF4-BB68-50B71D615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2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0" name="data_7136">
            <a:extLst xmlns:a="http://schemas.openxmlformats.org/drawingml/2006/main">
              <a:ext uri="{FF2B5EF4-FFF2-40B4-BE49-F238E27FC236}">
                <a16:creationId xmlns:a16="http://schemas.microsoft.com/office/drawing/2014/main" id="{4F52D80B-8FC3-4572-B91F-43E481D4A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454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1" name="data_7137">
            <a:extLst xmlns:a="http://schemas.openxmlformats.org/drawingml/2006/main">
              <a:ext uri="{FF2B5EF4-FFF2-40B4-BE49-F238E27FC236}">
                <a16:creationId xmlns:a16="http://schemas.microsoft.com/office/drawing/2014/main" id="{1DD20844-E6E9-4AEB-A85C-7B020963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467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2" name="data_7138">
            <a:extLst xmlns:a="http://schemas.openxmlformats.org/drawingml/2006/main">
              <a:ext uri="{FF2B5EF4-FFF2-40B4-BE49-F238E27FC236}">
                <a16:creationId xmlns:a16="http://schemas.microsoft.com/office/drawing/2014/main" id="{0777A966-4A26-4BA3-99D9-3E39D3810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731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3" name="data_7139">
            <a:extLst xmlns:a="http://schemas.openxmlformats.org/drawingml/2006/main">
              <a:ext uri="{FF2B5EF4-FFF2-40B4-BE49-F238E27FC236}">
                <a16:creationId xmlns:a16="http://schemas.microsoft.com/office/drawing/2014/main" id="{68D8470B-A3CF-4E1B-AC20-2C87982DD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995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4" name="data_7140">
            <a:extLst xmlns:a="http://schemas.openxmlformats.org/drawingml/2006/main">
              <a:ext uri="{FF2B5EF4-FFF2-40B4-BE49-F238E27FC236}">
                <a16:creationId xmlns:a16="http://schemas.microsoft.com/office/drawing/2014/main" id="{2E8EFBC5-B663-4A01-995E-6C7CDB02F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84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5" name="data_7141">
            <a:extLst xmlns:a="http://schemas.openxmlformats.org/drawingml/2006/main">
              <a:ext uri="{FF2B5EF4-FFF2-40B4-BE49-F238E27FC236}">
                <a16:creationId xmlns:a16="http://schemas.microsoft.com/office/drawing/2014/main" id="{D1BE9EB4-3A74-4DD1-8303-89016418B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6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6" name="data_7142">
            <a:extLst xmlns:a="http://schemas.openxmlformats.org/drawingml/2006/main">
              <a:ext uri="{FF2B5EF4-FFF2-40B4-BE49-F238E27FC236}">
                <a16:creationId xmlns:a16="http://schemas.microsoft.com/office/drawing/2014/main" id="{27D1F48F-E578-487D-9149-7E4CF15EB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278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7" name="data_7143">
            <a:extLst xmlns:a="http://schemas.openxmlformats.org/drawingml/2006/main">
              <a:ext uri="{FF2B5EF4-FFF2-40B4-BE49-F238E27FC236}">
                <a16:creationId xmlns:a16="http://schemas.microsoft.com/office/drawing/2014/main" id="{40D2D995-1783-428A-B7A4-2765F9D8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636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8" name="data_7144">
            <a:extLst xmlns:a="http://schemas.openxmlformats.org/drawingml/2006/main">
              <a:ext uri="{FF2B5EF4-FFF2-40B4-BE49-F238E27FC236}">
                <a16:creationId xmlns:a16="http://schemas.microsoft.com/office/drawing/2014/main" id="{ADE30917-F003-49A6-A74E-643CC09B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024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9" name="data_7145">
            <a:extLst xmlns:a="http://schemas.openxmlformats.org/drawingml/2006/main">
              <a:ext uri="{FF2B5EF4-FFF2-40B4-BE49-F238E27FC236}">
                <a16:creationId xmlns:a16="http://schemas.microsoft.com/office/drawing/2014/main" id="{562A8E01-24AE-4CBE-AD3C-3663C49D2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016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0" name="data_7146">
            <a:extLst xmlns:a="http://schemas.openxmlformats.org/drawingml/2006/main">
              <a:ext uri="{FF2B5EF4-FFF2-40B4-BE49-F238E27FC236}">
                <a16:creationId xmlns:a16="http://schemas.microsoft.com/office/drawing/2014/main" id="{88FDA25C-FDBE-484C-92AF-1F4A6541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5146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1" name="data_7147">
            <a:extLst xmlns:a="http://schemas.openxmlformats.org/drawingml/2006/main">
              <a:ext uri="{FF2B5EF4-FFF2-40B4-BE49-F238E27FC236}">
                <a16:creationId xmlns:a16="http://schemas.microsoft.com/office/drawing/2014/main" id="{8F67EF32-F1E6-48DD-AB7E-DDB794E9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547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2" name="data_7148">
            <a:extLst xmlns:a="http://schemas.openxmlformats.org/drawingml/2006/main">
              <a:ext uri="{FF2B5EF4-FFF2-40B4-BE49-F238E27FC236}">
                <a16:creationId xmlns:a16="http://schemas.microsoft.com/office/drawing/2014/main" id="{3B4DA4E2-3A44-47E3-A9D2-7B99DECE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495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3" name="data_7149">
            <a:extLst xmlns:a="http://schemas.openxmlformats.org/drawingml/2006/main">
              <a:ext uri="{FF2B5EF4-FFF2-40B4-BE49-F238E27FC236}">
                <a16:creationId xmlns:a16="http://schemas.microsoft.com/office/drawing/2014/main" id="{73D4DD7A-83C4-4AAA-9D9E-A62677DE5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102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4" name="data_7150">
            <a:extLst xmlns:a="http://schemas.openxmlformats.org/drawingml/2006/main">
              <a:ext uri="{FF2B5EF4-FFF2-40B4-BE49-F238E27FC236}">
                <a16:creationId xmlns:a16="http://schemas.microsoft.com/office/drawing/2014/main" id="{EC08388F-0CAE-49A6-B1CF-9B9E48882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501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5" name="data_7151">
            <a:extLst xmlns:a="http://schemas.openxmlformats.org/drawingml/2006/main">
              <a:ext uri="{FF2B5EF4-FFF2-40B4-BE49-F238E27FC236}">
                <a16:creationId xmlns:a16="http://schemas.microsoft.com/office/drawing/2014/main" id="{CF7CD92B-E8C7-4997-BE50-46626FB1F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8862" y="30281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6" name="data_7152">
            <a:extLst xmlns:a="http://schemas.openxmlformats.org/drawingml/2006/main">
              <a:ext uri="{FF2B5EF4-FFF2-40B4-BE49-F238E27FC236}">
                <a16:creationId xmlns:a16="http://schemas.microsoft.com/office/drawing/2014/main" id="{1859A86C-1E1A-4211-A7F9-3D93AE07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05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7" name="data_7153">
            <a:extLst xmlns:a="http://schemas.openxmlformats.org/drawingml/2006/main">
              <a:ext uri="{FF2B5EF4-FFF2-40B4-BE49-F238E27FC236}">
                <a16:creationId xmlns:a16="http://schemas.microsoft.com/office/drawing/2014/main" id="{CFA4542C-D10E-458B-A5E2-A9E634884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59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8" name="data_7154">
            <a:extLst xmlns:a="http://schemas.openxmlformats.org/drawingml/2006/main">
              <a:ext uri="{FF2B5EF4-FFF2-40B4-BE49-F238E27FC236}">
                <a16:creationId xmlns:a16="http://schemas.microsoft.com/office/drawing/2014/main" id="{9CFA2AE1-C8B8-4D9F-B66B-A5C26FED5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44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9" name="data_7155">
            <a:extLst xmlns:a="http://schemas.openxmlformats.org/drawingml/2006/main">
              <a:ext uri="{FF2B5EF4-FFF2-40B4-BE49-F238E27FC236}">
                <a16:creationId xmlns:a16="http://schemas.microsoft.com/office/drawing/2014/main" id="{A4B5E772-F064-4184-B69A-566957AE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11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0" name="data_7156">
            <a:extLst xmlns:a="http://schemas.openxmlformats.org/drawingml/2006/main">
              <a:ext uri="{FF2B5EF4-FFF2-40B4-BE49-F238E27FC236}">
                <a16:creationId xmlns:a16="http://schemas.microsoft.com/office/drawing/2014/main" id="{E929DE18-2C8E-4AA6-9B7E-7382D59D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43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1" name="data_7157">
            <a:extLst xmlns:a="http://schemas.openxmlformats.org/drawingml/2006/main">
              <a:ext uri="{FF2B5EF4-FFF2-40B4-BE49-F238E27FC236}">
                <a16:creationId xmlns:a16="http://schemas.microsoft.com/office/drawing/2014/main" id="{7D56EFB3-01B9-4280-86E5-C42777E02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514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2" name="data_7158">
            <a:extLst xmlns:a="http://schemas.openxmlformats.org/drawingml/2006/main">
              <a:ext uri="{FF2B5EF4-FFF2-40B4-BE49-F238E27FC236}">
                <a16:creationId xmlns:a16="http://schemas.microsoft.com/office/drawing/2014/main" id="{4813B5A6-740B-4705-982F-087A6722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671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3" name="data_7159">
            <a:extLst xmlns:a="http://schemas.openxmlformats.org/drawingml/2006/main">
              <a:ext uri="{FF2B5EF4-FFF2-40B4-BE49-F238E27FC236}">
                <a16:creationId xmlns:a16="http://schemas.microsoft.com/office/drawing/2014/main" id="{0B0F7B09-C1AE-49C7-97E9-D416EA434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811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4" name="data_7160">
            <a:extLst xmlns:a="http://schemas.openxmlformats.org/drawingml/2006/main">
              <a:ext uri="{FF2B5EF4-FFF2-40B4-BE49-F238E27FC236}">
                <a16:creationId xmlns:a16="http://schemas.microsoft.com/office/drawing/2014/main" id="{D3C3B3FF-B0ED-48E8-B1E9-A6186FC8A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534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5" name="data_7161">
            <a:extLst xmlns:a="http://schemas.openxmlformats.org/drawingml/2006/main">
              <a:ext uri="{FF2B5EF4-FFF2-40B4-BE49-F238E27FC236}">
                <a16:creationId xmlns:a16="http://schemas.microsoft.com/office/drawing/2014/main" id="{94197F18-22FC-4CB6-BFDA-02BD30EB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09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6" name="data_7162">
            <a:extLst xmlns:a="http://schemas.openxmlformats.org/drawingml/2006/main">
              <a:ext uri="{FF2B5EF4-FFF2-40B4-BE49-F238E27FC236}">
                <a16:creationId xmlns:a16="http://schemas.microsoft.com/office/drawing/2014/main" id="{C32DCFF8-9B16-4915-B0C4-2DF141DCA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927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7" name="data_7163">
            <a:extLst xmlns:a="http://schemas.openxmlformats.org/drawingml/2006/main">
              <a:ext uri="{FF2B5EF4-FFF2-40B4-BE49-F238E27FC236}">
                <a16:creationId xmlns:a16="http://schemas.microsoft.com/office/drawing/2014/main" id="{DD8CAB68-6B5E-43A6-ADC2-B0DDE398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225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8" name="data_7164">
            <a:extLst xmlns:a="http://schemas.openxmlformats.org/drawingml/2006/main">
              <a:ext uri="{FF2B5EF4-FFF2-40B4-BE49-F238E27FC236}">
                <a16:creationId xmlns:a16="http://schemas.microsoft.com/office/drawing/2014/main" id="{1FC9681B-794C-43EF-9EE5-EFCC79BF4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488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9" name="data_7165">
            <a:extLst xmlns:a="http://schemas.openxmlformats.org/drawingml/2006/main">
              <a:ext uri="{FF2B5EF4-FFF2-40B4-BE49-F238E27FC236}">
                <a16:creationId xmlns:a16="http://schemas.microsoft.com/office/drawing/2014/main" id="{46B658DE-44BC-4107-8C75-4107B0E9A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93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0" name="data_7166">
            <a:extLst xmlns:a="http://schemas.openxmlformats.org/drawingml/2006/main">
              <a:ext uri="{FF2B5EF4-FFF2-40B4-BE49-F238E27FC236}">
                <a16:creationId xmlns:a16="http://schemas.microsoft.com/office/drawing/2014/main" id="{3A087F56-5DA7-4EDF-BDFF-D1539C53C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670" y="31204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1" name="data_7167">
            <a:extLst xmlns:a="http://schemas.openxmlformats.org/drawingml/2006/main">
              <a:ext uri="{FF2B5EF4-FFF2-40B4-BE49-F238E27FC236}">
                <a16:creationId xmlns:a16="http://schemas.microsoft.com/office/drawing/2014/main" id="{3961A729-42B5-465C-A1C4-0F283FAB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5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2" name="data_7168">
            <a:extLst xmlns:a="http://schemas.openxmlformats.org/drawingml/2006/main">
              <a:ext uri="{FF2B5EF4-FFF2-40B4-BE49-F238E27FC236}">
                <a16:creationId xmlns:a16="http://schemas.microsoft.com/office/drawing/2014/main" id="{851AD4FD-BC3B-4A4C-AEC0-A76DEC50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042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3" name="data_7169">
            <a:extLst xmlns:a="http://schemas.openxmlformats.org/drawingml/2006/main">
              <a:ext uri="{FF2B5EF4-FFF2-40B4-BE49-F238E27FC236}">
                <a16:creationId xmlns:a16="http://schemas.microsoft.com/office/drawing/2014/main" id="{3D77A511-130E-4989-96E1-0526A0D74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4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4" name="data_7170">
            <a:extLst xmlns:a="http://schemas.openxmlformats.org/drawingml/2006/main">
              <a:ext uri="{FF2B5EF4-FFF2-40B4-BE49-F238E27FC236}">
                <a16:creationId xmlns:a16="http://schemas.microsoft.com/office/drawing/2014/main" id="{8BA5D88B-38BF-4653-9FA2-B190365C2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1628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5" name="data_7171">
            <a:extLst xmlns:a="http://schemas.openxmlformats.org/drawingml/2006/main">
              <a:ext uri="{FF2B5EF4-FFF2-40B4-BE49-F238E27FC236}">
                <a16:creationId xmlns:a16="http://schemas.microsoft.com/office/drawing/2014/main" id="{7EA58818-2F9F-47C9-907F-8C35D70FA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690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6" name="data_7172">
            <a:extLst xmlns:a="http://schemas.openxmlformats.org/drawingml/2006/main">
              <a:ext uri="{FF2B5EF4-FFF2-40B4-BE49-F238E27FC236}">
                <a16:creationId xmlns:a16="http://schemas.microsoft.com/office/drawing/2014/main" id="{A4AA26FE-15A2-46E4-A00B-74F2F7C60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6027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7" name="data_7173">
            <a:extLst xmlns:a="http://schemas.openxmlformats.org/drawingml/2006/main">
              <a:ext uri="{FF2B5EF4-FFF2-40B4-BE49-F238E27FC236}">
                <a16:creationId xmlns:a16="http://schemas.microsoft.com/office/drawing/2014/main" id="{53BCAE84-5033-42E2-AEB9-143880028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0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8" name="data_7174">
            <a:extLst xmlns:a="http://schemas.openxmlformats.org/drawingml/2006/main">
              <a:ext uri="{FF2B5EF4-FFF2-40B4-BE49-F238E27FC236}">
                <a16:creationId xmlns:a16="http://schemas.microsoft.com/office/drawing/2014/main" id="{D75CB201-26DB-4491-97C3-07F5562F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908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9" name="data_7175">
            <a:extLst xmlns:a="http://schemas.openxmlformats.org/drawingml/2006/main">
              <a:ext uri="{FF2B5EF4-FFF2-40B4-BE49-F238E27FC236}">
                <a16:creationId xmlns:a16="http://schemas.microsoft.com/office/drawing/2014/main" id="{45548B99-7B74-4021-A523-F45685BEB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27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0" name="data_7176">
            <a:extLst xmlns:a="http://schemas.openxmlformats.org/drawingml/2006/main">
              <a:ext uri="{FF2B5EF4-FFF2-40B4-BE49-F238E27FC236}">
                <a16:creationId xmlns:a16="http://schemas.microsoft.com/office/drawing/2014/main" id="{4D0EBC34-84D9-4F45-A709-3AF6A627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9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1" name="data_7177">
            <a:extLst xmlns:a="http://schemas.openxmlformats.org/drawingml/2006/main">
              <a:ext uri="{FF2B5EF4-FFF2-40B4-BE49-F238E27FC236}">
                <a16:creationId xmlns:a16="http://schemas.microsoft.com/office/drawing/2014/main" id="{CA74656E-3CB1-4D3B-8293-653E5230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2378" y="39191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2" name="data_7178">
            <a:extLst xmlns:a="http://schemas.openxmlformats.org/drawingml/2006/main">
              <a:ext uri="{FF2B5EF4-FFF2-40B4-BE49-F238E27FC236}">
                <a16:creationId xmlns:a16="http://schemas.microsoft.com/office/drawing/2014/main" id="{F8331192-D1E0-4A2B-8E40-D1DF815B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593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3" name="data_7179">
            <a:extLst xmlns:a="http://schemas.openxmlformats.org/drawingml/2006/main">
              <a:ext uri="{FF2B5EF4-FFF2-40B4-BE49-F238E27FC236}">
                <a16:creationId xmlns:a16="http://schemas.microsoft.com/office/drawing/2014/main" id="{85542608-5031-4C87-8AC5-3A45154C8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918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4" name="data_7180">
            <a:extLst xmlns:a="http://schemas.openxmlformats.org/drawingml/2006/main">
              <a:ext uri="{FF2B5EF4-FFF2-40B4-BE49-F238E27FC236}">
                <a16:creationId xmlns:a16="http://schemas.microsoft.com/office/drawing/2014/main" id="{F0E0A776-A24F-469D-B290-3ECB1B9E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19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5" name="data_7181">
            <a:extLst xmlns:a="http://schemas.openxmlformats.org/drawingml/2006/main">
              <a:ext uri="{FF2B5EF4-FFF2-40B4-BE49-F238E27FC236}">
                <a16:creationId xmlns:a16="http://schemas.microsoft.com/office/drawing/2014/main" id="{F1B549E6-5FDC-483D-8584-9F103CD18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821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6" name="data_7182">
            <a:extLst xmlns:a="http://schemas.openxmlformats.org/drawingml/2006/main">
              <a:ext uri="{FF2B5EF4-FFF2-40B4-BE49-F238E27FC236}">
                <a16:creationId xmlns:a16="http://schemas.microsoft.com/office/drawing/2014/main" id="{78707CB3-E5A8-42EA-BD3C-3C86012A4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89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7" name="data_7183">
            <a:extLst xmlns:a="http://schemas.openxmlformats.org/drawingml/2006/main">
              <a:ext uri="{FF2B5EF4-FFF2-40B4-BE49-F238E27FC236}">
                <a16:creationId xmlns:a16="http://schemas.microsoft.com/office/drawing/2014/main" id="{498E79D1-C05D-4869-8039-F8EF1162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95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8" name="data_7184">
            <a:extLst xmlns:a="http://schemas.openxmlformats.org/drawingml/2006/main">
              <a:ext uri="{FF2B5EF4-FFF2-40B4-BE49-F238E27FC236}">
                <a16:creationId xmlns:a16="http://schemas.microsoft.com/office/drawing/2014/main" id="{84BEE0C9-923A-4848-B5F6-27B0FF22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58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9" name="data_7185">
            <a:extLst xmlns:a="http://schemas.openxmlformats.org/drawingml/2006/main">
              <a:ext uri="{FF2B5EF4-FFF2-40B4-BE49-F238E27FC236}">
                <a16:creationId xmlns:a16="http://schemas.microsoft.com/office/drawing/2014/main" id="{94ED0162-85A8-48B8-8902-0FBB2AA5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680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0" name="data_7186">
            <a:extLst xmlns:a="http://schemas.openxmlformats.org/drawingml/2006/main">
              <a:ext uri="{FF2B5EF4-FFF2-40B4-BE49-F238E27FC236}">
                <a16:creationId xmlns:a16="http://schemas.microsoft.com/office/drawing/2014/main" id="{8B3CF868-D03E-4A9C-8673-858A81CA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772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1" name="data_7187">
            <a:extLst xmlns:a="http://schemas.openxmlformats.org/drawingml/2006/main">
              <a:ext uri="{FF2B5EF4-FFF2-40B4-BE49-F238E27FC236}">
                <a16:creationId xmlns:a16="http://schemas.microsoft.com/office/drawing/2014/main" id="{28B6A9E6-86EF-4F4F-BD6A-0DC0663DF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23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2" name="data_7188">
            <a:extLst xmlns:a="http://schemas.openxmlformats.org/drawingml/2006/main">
              <a:ext uri="{FF2B5EF4-FFF2-40B4-BE49-F238E27FC236}">
                <a16:creationId xmlns:a16="http://schemas.microsoft.com/office/drawing/2014/main" id="{BA588C24-2425-44DC-8F6D-1A26225ED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599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3" name="data_7189">
            <a:extLst xmlns:a="http://schemas.openxmlformats.org/drawingml/2006/main">
              <a:ext uri="{FF2B5EF4-FFF2-40B4-BE49-F238E27FC236}">
                <a16:creationId xmlns:a16="http://schemas.microsoft.com/office/drawing/2014/main" id="{3EFFFE8E-D89F-49D4-B0DB-085E2B0E7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948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4" name="data_7190">
            <a:extLst xmlns:a="http://schemas.openxmlformats.org/drawingml/2006/main">
              <a:ext uri="{FF2B5EF4-FFF2-40B4-BE49-F238E27FC236}">
                <a16:creationId xmlns:a16="http://schemas.microsoft.com/office/drawing/2014/main" id="{166DEFD0-01BE-4D6A-B3B1-20AE202C1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948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5" name="data_7191">
            <a:extLst xmlns:a="http://schemas.openxmlformats.org/drawingml/2006/main">
              <a:ext uri="{FF2B5EF4-FFF2-40B4-BE49-F238E27FC236}">
                <a16:creationId xmlns:a16="http://schemas.microsoft.com/office/drawing/2014/main" id="{D5314E2D-EE91-41FC-B797-41A61453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39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6" name="data_7192">
            <a:extLst xmlns:a="http://schemas.openxmlformats.org/drawingml/2006/main">
              <a:ext uri="{FF2B5EF4-FFF2-40B4-BE49-F238E27FC236}">
                <a16:creationId xmlns:a16="http://schemas.microsoft.com/office/drawing/2014/main" id="{E0A85C94-5B0D-4B92-993A-14AB553FC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120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7" name="data_7193">
            <a:extLst xmlns:a="http://schemas.openxmlformats.org/drawingml/2006/main">
              <a:ext uri="{FF2B5EF4-FFF2-40B4-BE49-F238E27FC236}">
                <a16:creationId xmlns:a16="http://schemas.microsoft.com/office/drawing/2014/main" id="{0AC8D4DC-207F-4892-9B41-7ACF4C5AF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993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8" name="data_7194">
            <a:extLst xmlns:a="http://schemas.openxmlformats.org/drawingml/2006/main">
              <a:ext uri="{FF2B5EF4-FFF2-40B4-BE49-F238E27FC236}">
                <a16:creationId xmlns:a16="http://schemas.microsoft.com/office/drawing/2014/main" id="{5DFCB96A-6AB0-4F8B-ACC6-80C7AE728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257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9" name="data_7195">
            <a:extLst xmlns:a="http://schemas.openxmlformats.org/drawingml/2006/main">
              <a:ext uri="{FF2B5EF4-FFF2-40B4-BE49-F238E27FC236}">
                <a16:creationId xmlns:a16="http://schemas.microsoft.com/office/drawing/2014/main" id="{35B6845A-D836-4B1E-80DB-365114308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371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0" name="data_7196">
            <a:extLst xmlns:a="http://schemas.openxmlformats.org/drawingml/2006/main">
              <a:ext uri="{FF2B5EF4-FFF2-40B4-BE49-F238E27FC236}">
                <a16:creationId xmlns:a16="http://schemas.microsoft.com/office/drawing/2014/main" id="{87BCE1E3-4196-4CE9-97D0-BE146D06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462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1" name="data_7197">
            <a:extLst xmlns:a="http://schemas.openxmlformats.org/drawingml/2006/main">
              <a:ext uri="{FF2B5EF4-FFF2-40B4-BE49-F238E27FC236}">
                <a16:creationId xmlns:a16="http://schemas.microsoft.com/office/drawing/2014/main" id="{00B22295-6367-4F72-9226-1EAF5552C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902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2" name="data_7198">
            <a:extLst xmlns:a="http://schemas.openxmlformats.org/drawingml/2006/main">
              <a:ext uri="{FF2B5EF4-FFF2-40B4-BE49-F238E27FC236}">
                <a16:creationId xmlns:a16="http://schemas.microsoft.com/office/drawing/2014/main" id="{E9E88EF0-0228-42A5-8436-EC321B8D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3843" y="37400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3" name="data_7199">
            <a:extLst xmlns:a="http://schemas.openxmlformats.org/drawingml/2006/main">
              <a:ext uri="{FF2B5EF4-FFF2-40B4-BE49-F238E27FC236}">
                <a16:creationId xmlns:a16="http://schemas.microsoft.com/office/drawing/2014/main" id="{10F0BB5A-5B82-4A1A-A98B-C45143E81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38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4" name="data_7200">
            <a:extLst xmlns:a="http://schemas.openxmlformats.org/drawingml/2006/main">
              <a:ext uri="{FF2B5EF4-FFF2-40B4-BE49-F238E27FC236}">
                <a16:creationId xmlns:a16="http://schemas.microsoft.com/office/drawing/2014/main" id="{FBE925D3-3C39-4C92-899B-6FD12AF2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2184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5" name="data_7201">
            <a:extLst xmlns:a="http://schemas.openxmlformats.org/drawingml/2006/main">
              <a:ext uri="{FF2B5EF4-FFF2-40B4-BE49-F238E27FC236}">
                <a16:creationId xmlns:a16="http://schemas.microsoft.com/office/drawing/2014/main" id="{EF31EB24-0EB3-4478-9BF7-A69E701E5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23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6" name="data_7202">
            <a:extLst xmlns:a="http://schemas.openxmlformats.org/drawingml/2006/main">
              <a:ext uri="{FF2B5EF4-FFF2-40B4-BE49-F238E27FC236}">
                <a16:creationId xmlns:a16="http://schemas.microsoft.com/office/drawing/2014/main" id="{3570B8EF-CCA8-4EAD-9C94-E604D3011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72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7" name="data_7203">
            <a:extLst xmlns:a="http://schemas.openxmlformats.org/drawingml/2006/main">
              <a:ext uri="{FF2B5EF4-FFF2-40B4-BE49-F238E27FC236}">
                <a16:creationId xmlns:a16="http://schemas.microsoft.com/office/drawing/2014/main" id="{1EACEA86-D4BC-471D-BF69-C1065E990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4367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8" name="data_7204">
            <a:extLst xmlns:a="http://schemas.openxmlformats.org/drawingml/2006/main">
              <a:ext uri="{FF2B5EF4-FFF2-40B4-BE49-F238E27FC236}">
                <a16:creationId xmlns:a16="http://schemas.microsoft.com/office/drawing/2014/main" id="{D0990F34-139E-44B9-9ED8-8A1646F29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3584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9" name="data_7205">
            <a:extLst xmlns:a="http://schemas.openxmlformats.org/drawingml/2006/main">
              <a:ext uri="{FF2B5EF4-FFF2-40B4-BE49-F238E27FC236}">
                <a16:creationId xmlns:a16="http://schemas.microsoft.com/office/drawing/2014/main" id="{D229AFCA-5D60-4E77-9E57-ECEC4A77F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61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0" name="data_7206">
            <a:extLst xmlns:a="http://schemas.openxmlformats.org/drawingml/2006/main">
              <a:ext uri="{FF2B5EF4-FFF2-40B4-BE49-F238E27FC236}">
                <a16:creationId xmlns:a16="http://schemas.microsoft.com/office/drawing/2014/main" id="{7D165023-AC9B-4F09-BD08-71493CCC4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244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1" name="data_7207">
            <a:extLst xmlns:a="http://schemas.openxmlformats.org/drawingml/2006/main">
              <a:ext uri="{FF2B5EF4-FFF2-40B4-BE49-F238E27FC236}">
                <a16:creationId xmlns:a16="http://schemas.microsoft.com/office/drawing/2014/main" id="{900919B9-6099-41C1-B4DD-7E88702C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159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2" name="data_7208">
            <a:extLst xmlns:a="http://schemas.openxmlformats.org/drawingml/2006/main">
              <a:ext uri="{FF2B5EF4-FFF2-40B4-BE49-F238E27FC236}">
                <a16:creationId xmlns:a16="http://schemas.microsoft.com/office/drawing/2014/main" id="{CF18BF82-DFBB-4228-B4BD-7E615620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5245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3" name="data_7209">
            <a:extLst xmlns:a="http://schemas.openxmlformats.org/drawingml/2006/main">
              <a:ext uri="{FF2B5EF4-FFF2-40B4-BE49-F238E27FC236}">
                <a16:creationId xmlns:a16="http://schemas.microsoft.com/office/drawing/2014/main" id="{56286089-F610-452C-A93E-A5887561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524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4" name="data_7210">
            <a:extLst xmlns:a="http://schemas.openxmlformats.org/drawingml/2006/main">
              <a:ext uri="{FF2B5EF4-FFF2-40B4-BE49-F238E27FC236}">
                <a16:creationId xmlns:a16="http://schemas.microsoft.com/office/drawing/2014/main" id="{78188720-BEC1-4D17-AED9-F763C749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43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5" name="data_7211">
            <a:extLst xmlns:a="http://schemas.openxmlformats.org/drawingml/2006/main">
              <a:ext uri="{FF2B5EF4-FFF2-40B4-BE49-F238E27FC236}">
                <a16:creationId xmlns:a16="http://schemas.microsoft.com/office/drawing/2014/main" id="{BEA04B5E-0608-4B8E-AA16-EBAA54194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39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6" name="data_7212">
            <a:extLst xmlns:a="http://schemas.openxmlformats.org/drawingml/2006/main">
              <a:ext uri="{FF2B5EF4-FFF2-40B4-BE49-F238E27FC236}">
                <a16:creationId xmlns:a16="http://schemas.microsoft.com/office/drawing/2014/main" id="{4EF81658-E3A4-4A9A-BE66-66615D27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625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7" name="data_7213">
            <a:extLst xmlns:a="http://schemas.openxmlformats.org/drawingml/2006/main">
              <a:ext uri="{FF2B5EF4-FFF2-40B4-BE49-F238E27FC236}">
                <a16:creationId xmlns:a16="http://schemas.microsoft.com/office/drawing/2014/main" id="{E2835F30-B63C-4D9D-A174-2815B741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07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8" name="data_7214">
            <a:extLst xmlns:a="http://schemas.openxmlformats.org/drawingml/2006/main">
              <a:ext uri="{FF2B5EF4-FFF2-40B4-BE49-F238E27FC236}">
                <a16:creationId xmlns:a16="http://schemas.microsoft.com/office/drawing/2014/main" id="{3425248D-1D3F-442D-A7FC-641A80EB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32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9" name="data_7215">
            <a:extLst xmlns:a="http://schemas.openxmlformats.org/drawingml/2006/main">
              <a:ext uri="{FF2B5EF4-FFF2-40B4-BE49-F238E27FC236}">
                <a16:creationId xmlns:a16="http://schemas.microsoft.com/office/drawing/2014/main" id="{2FE9A001-BE64-4BEE-B519-FEB5F4BB4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886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0" name="data_7216">
            <a:extLst xmlns:a="http://schemas.openxmlformats.org/drawingml/2006/main">
              <a:ext uri="{FF2B5EF4-FFF2-40B4-BE49-F238E27FC236}">
                <a16:creationId xmlns:a16="http://schemas.microsoft.com/office/drawing/2014/main" id="{D36719A6-B15B-40E1-AF57-65104FDD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2705" y="26698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1" name="data_7217">
            <a:extLst xmlns:a="http://schemas.openxmlformats.org/drawingml/2006/main">
              <a:ext uri="{FF2B5EF4-FFF2-40B4-BE49-F238E27FC236}">
                <a16:creationId xmlns:a16="http://schemas.microsoft.com/office/drawing/2014/main" id="{958C82BC-BE38-45AA-86AB-E03E2A880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7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2" name="data_7218">
            <a:extLst xmlns:a="http://schemas.openxmlformats.org/drawingml/2006/main">
              <a:ext uri="{FF2B5EF4-FFF2-40B4-BE49-F238E27FC236}">
                <a16:creationId xmlns:a16="http://schemas.microsoft.com/office/drawing/2014/main" id="{B4C540E8-2B19-46CA-8A29-8AC4B07F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394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3" name="data_7219">
            <a:extLst xmlns:a="http://schemas.openxmlformats.org/drawingml/2006/main">
              <a:ext uri="{FF2B5EF4-FFF2-40B4-BE49-F238E27FC236}">
                <a16:creationId xmlns:a16="http://schemas.microsoft.com/office/drawing/2014/main" id="{E223F32F-CF45-40B4-BF4E-B4FA87959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830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4" name="data_7220">
            <a:extLst xmlns:a="http://schemas.openxmlformats.org/drawingml/2006/main">
              <a:ext uri="{FF2B5EF4-FFF2-40B4-BE49-F238E27FC236}">
                <a16:creationId xmlns:a16="http://schemas.microsoft.com/office/drawing/2014/main" id="{2049A867-882E-43FB-8905-9375F98C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859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5" name="data_7221">
            <a:extLst xmlns:a="http://schemas.openxmlformats.org/drawingml/2006/main">
              <a:ext uri="{FF2B5EF4-FFF2-40B4-BE49-F238E27FC236}">
                <a16:creationId xmlns:a16="http://schemas.microsoft.com/office/drawing/2014/main" id="{E6240717-A0E7-4432-B19F-C4708B60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0490" y="36887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6" name="data_7222">
            <a:extLst xmlns:a="http://schemas.openxmlformats.org/drawingml/2006/main">
              <a:ext uri="{FF2B5EF4-FFF2-40B4-BE49-F238E27FC236}">
                <a16:creationId xmlns:a16="http://schemas.microsoft.com/office/drawing/2014/main" id="{3698E443-BDF8-4379-9AC0-E409CBC2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495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7" name="data_7223">
            <a:extLst xmlns:a="http://schemas.openxmlformats.org/drawingml/2006/main">
              <a:ext uri="{FF2B5EF4-FFF2-40B4-BE49-F238E27FC236}">
                <a16:creationId xmlns:a16="http://schemas.microsoft.com/office/drawing/2014/main" id="{A46B781C-8A96-4E17-A075-F264BAD20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7590" y="29320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8" name="data_7224">
            <a:extLst xmlns:a="http://schemas.openxmlformats.org/drawingml/2006/main">
              <a:ext uri="{FF2B5EF4-FFF2-40B4-BE49-F238E27FC236}">
                <a16:creationId xmlns:a16="http://schemas.microsoft.com/office/drawing/2014/main" id="{8C2432C2-7697-4DD7-9DB8-CB5EC7CBA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62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9" name="data_7225">
            <a:extLst xmlns:a="http://schemas.openxmlformats.org/drawingml/2006/main">
              <a:ext uri="{FF2B5EF4-FFF2-40B4-BE49-F238E27FC236}">
                <a16:creationId xmlns:a16="http://schemas.microsoft.com/office/drawing/2014/main" id="{CD31A9AE-91E4-422C-ADF5-2A5916D8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003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0" name="data_7226">
            <a:extLst xmlns:a="http://schemas.openxmlformats.org/drawingml/2006/main">
              <a:ext uri="{FF2B5EF4-FFF2-40B4-BE49-F238E27FC236}">
                <a16:creationId xmlns:a16="http://schemas.microsoft.com/office/drawing/2014/main" id="{B6F36F24-AAAF-4170-8C33-DC9B7587D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5114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1" name="data_7227">
            <a:extLst xmlns:a="http://schemas.openxmlformats.org/drawingml/2006/main">
              <a:ext uri="{FF2B5EF4-FFF2-40B4-BE49-F238E27FC236}">
                <a16:creationId xmlns:a16="http://schemas.microsoft.com/office/drawing/2014/main" id="{4A4FAB6A-05E3-4025-97E4-B757D76CF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602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2" name="data_7228">
            <a:extLst xmlns:a="http://schemas.openxmlformats.org/drawingml/2006/main">
              <a:ext uri="{FF2B5EF4-FFF2-40B4-BE49-F238E27FC236}">
                <a16:creationId xmlns:a16="http://schemas.microsoft.com/office/drawing/2014/main" id="{AE2C4935-3680-4861-A5EB-AE248C179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78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3" name="data_7229">
            <a:extLst xmlns:a="http://schemas.openxmlformats.org/drawingml/2006/main">
              <a:ext uri="{FF2B5EF4-FFF2-40B4-BE49-F238E27FC236}">
                <a16:creationId xmlns:a16="http://schemas.microsoft.com/office/drawing/2014/main" id="{FA231BAA-DFCB-47ED-BEED-E8F056294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830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4" name="data_7230">
            <a:extLst xmlns:a="http://schemas.openxmlformats.org/drawingml/2006/main">
              <a:ext uri="{FF2B5EF4-FFF2-40B4-BE49-F238E27FC236}">
                <a16:creationId xmlns:a16="http://schemas.microsoft.com/office/drawing/2014/main" id="{016D6A62-5AD2-4F56-BD2F-45963602D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7199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5" name="data_7231">
            <a:extLst xmlns:a="http://schemas.openxmlformats.org/drawingml/2006/main">
              <a:ext uri="{FF2B5EF4-FFF2-40B4-BE49-F238E27FC236}">
                <a16:creationId xmlns:a16="http://schemas.microsoft.com/office/drawing/2014/main" id="{07F39A8D-D48E-4973-86B8-00F4B1F0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253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6" name="data_7232">
            <a:extLst xmlns:a="http://schemas.openxmlformats.org/drawingml/2006/main">
              <a:ext uri="{FF2B5EF4-FFF2-40B4-BE49-F238E27FC236}">
                <a16:creationId xmlns:a16="http://schemas.microsoft.com/office/drawing/2014/main" id="{EED3D28E-4C4D-47A6-BC0D-7DECD3FC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462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7" name="data_7233">
            <a:extLst xmlns:a="http://schemas.openxmlformats.org/drawingml/2006/main">
              <a:ext uri="{FF2B5EF4-FFF2-40B4-BE49-F238E27FC236}">
                <a16:creationId xmlns:a16="http://schemas.microsoft.com/office/drawing/2014/main" id="{B604A89A-3FB8-4897-AB0E-4DA5E19C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873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8" name="data_7234">
            <a:extLst xmlns:a="http://schemas.openxmlformats.org/drawingml/2006/main">
              <a:ext uri="{FF2B5EF4-FFF2-40B4-BE49-F238E27FC236}">
                <a16:creationId xmlns:a16="http://schemas.microsoft.com/office/drawing/2014/main" id="{B2625AD7-A810-48C3-8D3A-2EF2BA50F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625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9" name="data_7235">
            <a:extLst xmlns:a="http://schemas.openxmlformats.org/drawingml/2006/main">
              <a:ext uri="{FF2B5EF4-FFF2-40B4-BE49-F238E27FC236}">
                <a16:creationId xmlns:a16="http://schemas.microsoft.com/office/drawing/2014/main" id="{93B8B2D1-B488-4DC2-A991-0994A2296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750" y="36557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0" name="data_7236">
            <a:extLst xmlns:a="http://schemas.openxmlformats.org/drawingml/2006/main">
              <a:ext uri="{FF2B5EF4-FFF2-40B4-BE49-F238E27FC236}">
                <a16:creationId xmlns:a16="http://schemas.microsoft.com/office/drawing/2014/main" id="{BA97BC30-7252-4258-BD12-AF727C243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644" y="381650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1" name="data_7237">
            <a:extLst xmlns:a="http://schemas.openxmlformats.org/drawingml/2006/main">
              <a:ext uri="{FF2B5EF4-FFF2-40B4-BE49-F238E27FC236}">
                <a16:creationId xmlns:a16="http://schemas.microsoft.com/office/drawing/2014/main" id="{17D653B2-FFAA-4D30-A713-6E62CADF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77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2" name="data_7238">
            <a:extLst xmlns:a="http://schemas.openxmlformats.org/drawingml/2006/main">
              <a:ext uri="{FF2B5EF4-FFF2-40B4-BE49-F238E27FC236}">
                <a16:creationId xmlns:a16="http://schemas.microsoft.com/office/drawing/2014/main" id="{66A9EBE6-3D82-4265-BC03-130E63427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169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3" name="data_7239">
            <a:extLst xmlns:a="http://schemas.openxmlformats.org/drawingml/2006/main">
              <a:ext uri="{FF2B5EF4-FFF2-40B4-BE49-F238E27FC236}">
                <a16:creationId xmlns:a16="http://schemas.microsoft.com/office/drawing/2014/main" id="{091E96C6-6E0E-4640-882B-A05DF001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3162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4" name="data_7240">
            <a:extLst xmlns:a="http://schemas.openxmlformats.org/drawingml/2006/main">
              <a:ext uri="{FF2B5EF4-FFF2-40B4-BE49-F238E27FC236}">
                <a16:creationId xmlns:a16="http://schemas.microsoft.com/office/drawing/2014/main" id="{D5D2D444-8B6A-4EC3-AA99-495B3222F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241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5" name="data_7241">
            <a:extLst xmlns:a="http://schemas.openxmlformats.org/drawingml/2006/main">
              <a:ext uri="{FF2B5EF4-FFF2-40B4-BE49-F238E27FC236}">
                <a16:creationId xmlns:a16="http://schemas.microsoft.com/office/drawing/2014/main" id="{5CFC2B0C-1574-412E-9A18-4B1C3DE0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856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6" name="data_7242">
            <a:extLst xmlns:a="http://schemas.openxmlformats.org/drawingml/2006/main">
              <a:ext uri="{FF2B5EF4-FFF2-40B4-BE49-F238E27FC236}">
                <a16:creationId xmlns:a16="http://schemas.microsoft.com/office/drawing/2014/main" id="{54112659-862A-499D-A36C-FD73CFDA6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439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7" name="data_7243">
            <a:extLst xmlns:a="http://schemas.openxmlformats.org/drawingml/2006/main">
              <a:ext uri="{FF2B5EF4-FFF2-40B4-BE49-F238E27FC236}">
                <a16:creationId xmlns:a16="http://schemas.microsoft.com/office/drawing/2014/main" id="{6480C5E7-E46B-471E-B278-3C1A0C98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44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8" name="data_7244">
            <a:extLst xmlns:a="http://schemas.openxmlformats.org/drawingml/2006/main">
              <a:ext uri="{FF2B5EF4-FFF2-40B4-BE49-F238E27FC236}">
                <a16:creationId xmlns:a16="http://schemas.microsoft.com/office/drawing/2014/main" id="{5C919A0A-91E1-4EF9-9BC6-3D6DB85D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65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9" name="data_7245">
            <a:extLst xmlns:a="http://schemas.openxmlformats.org/drawingml/2006/main">
              <a:ext uri="{FF2B5EF4-FFF2-40B4-BE49-F238E27FC236}">
                <a16:creationId xmlns:a16="http://schemas.microsoft.com/office/drawing/2014/main" id="{D9615EE1-2A23-4B36-8AC1-042682B91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7657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0" name="data_7246">
            <a:extLst xmlns:a="http://schemas.openxmlformats.org/drawingml/2006/main">
              <a:ext uri="{FF2B5EF4-FFF2-40B4-BE49-F238E27FC236}">
                <a16:creationId xmlns:a16="http://schemas.microsoft.com/office/drawing/2014/main" id="{247FADA1-290C-4D5E-A7F1-EAF8EBAC7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361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1" name="data_7247">
            <a:extLst xmlns:a="http://schemas.openxmlformats.org/drawingml/2006/main">
              <a:ext uri="{FF2B5EF4-FFF2-40B4-BE49-F238E27FC236}">
                <a16:creationId xmlns:a16="http://schemas.microsoft.com/office/drawing/2014/main" id="{E6C9DEB2-B6CE-4B21-AF5E-06101B88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267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2" name="data_7248">
            <a:extLst xmlns:a="http://schemas.openxmlformats.org/drawingml/2006/main">
              <a:ext uri="{FF2B5EF4-FFF2-40B4-BE49-F238E27FC236}">
                <a16:creationId xmlns:a16="http://schemas.microsoft.com/office/drawing/2014/main" id="{28912109-C6B6-4EED-825C-E5B3A044C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73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3" name="data_7249">
            <a:extLst xmlns:a="http://schemas.openxmlformats.org/drawingml/2006/main">
              <a:ext uri="{FF2B5EF4-FFF2-40B4-BE49-F238E27FC236}">
                <a16:creationId xmlns:a16="http://schemas.microsoft.com/office/drawing/2014/main" id="{88BE2EB5-65E0-4534-9369-1F4D57500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557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4" name="data_7250">
            <a:extLst xmlns:a="http://schemas.openxmlformats.org/drawingml/2006/main">
              <a:ext uri="{FF2B5EF4-FFF2-40B4-BE49-F238E27FC236}">
                <a16:creationId xmlns:a16="http://schemas.microsoft.com/office/drawing/2014/main" id="{DA70DB23-FE5F-41C0-B716-599C0803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355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5" name="data_7251">
            <a:extLst xmlns:a="http://schemas.openxmlformats.org/drawingml/2006/main">
              <a:ext uri="{FF2B5EF4-FFF2-40B4-BE49-F238E27FC236}">
                <a16:creationId xmlns:a16="http://schemas.microsoft.com/office/drawing/2014/main" id="{9B00202A-A8E6-4BA2-B979-F478AA2C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719" y="256738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6" name="data_7252">
            <a:extLst xmlns:a="http://schemas.openxmlformats.org/drawingml/2006/main">
              <a:ext uri="{FF2B5EF4-FFF2-40B4-BE49-F238E27FC236}">
                <a16:creationId xmlns:a16="http://schemas.microsoft.com/office/drawing/2014/main" id="{1604BB39-CD55-4B5B-BABE-FCCF534D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322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7" name="data_7253">
            <a:extLst xmlns:a="http://schemas.openxmlformats.org/drawingml/2006/main">
              <a:ext uri="{FF2B5EF4-FFF2-40B4-BE49-F238E27FC236}">
                <a16:creationId xmlns:a16="http://schemas.microsoft.com/office/drawing/2014/main" id="{F1F4DFE5-73FB-4DA0-8157-08959244A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2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8" name="data_7254">
            <a:extLst xmlns:a="http://schemas.openxmlformats.org/drawingml/2006/main">
              <a:ext uri="{FF2B5EF4-FFF2-40B4-BE49-F238E27FC236}">
                <a16:creationId xmlns:a16="http://schemas.microsoft.com/office/drawing/2014/main" id="{8FAC06B7-C220-4755-98A1-0C21DF45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873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9" name="data_7255">
            <a:extLst xmlns:a="http://schemas.openxmlformats.org/drawingml/2006/main">
              <a:ext uri="{FF2B5EF4-FFF2-40B4-BE49-F238E27FC236}">
                <a16:creationId xmlns:a16="http://schemas.microsoft.com/office/drawing/2014/main" id="{DAA34732-261F-4EB7-B6EC-591E6087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7394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0" name="data_7256">
            <a:extLst xmlns:a="http://schemas.openxmlformats.org/drawingml/2006/main">
              <a:ext uri="{FF2B5EF4-FFF2-40B4-BE49-F238E27FC236}">
                <a16:creationId xmlns:a16="http://schemas.microsoft.com/office/drawing/2014/main" id="{7C7BB897-F041-42D7-837F-29386A32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413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1" name="data_7257">
            <a:extLst xmlns:a="http://schemas.openxmlformats.org/drawingml/2006/main">
              <a:ext uri="{FF2B5EF4-FFF2-40B4-BE49-F238E27FC236}">
                <a16:creationId xmlns:a16="http://schemas.microsoft.com/office/drawing/2014/main" id="{767DDFAC-DA33-4ED6-BF4B-D644DE98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065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2" name="data_7258">
            <a:extLst xmlns:a="http://schemas.openxmlformats.org/drawingml/2006/main">
              <a:ext uri="{FF2B5EF4-FFF2-40B4-BE49-F238E27FC236}">
                <a16:creationId xmlns:a16="http://schemas.microsoft.com/office/drawing/2014/main" id="{71ADA14C-17BD-4F6D-B856-3E05C9C02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9446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3" name="data_7259">
            <a:extLst xmlns:a="http://schemas.openxmlformats.org/drawingml/2006/main">
              <a:ext uri="{FF2B5EF4-FFF2-40B4-BE49-F238E27FC236}">
                <a16:creationId xmlns:a16="http://schemas.microsoft.com/office/drawing/2014/main" id="{1C31F933-BD34-4D10-A2F5-CB39B1657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475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4" name="data_7260">
            <a:extLst xmlns:a="http://schemas.openxmlformats.org/drawingml/2006/main">
              <a:ext uri="{FF2B5EF4-FFF2-40B4-BE49-F238E27FC236}">
                <a16:creationId xmlns:a16="http://schemas.microsoft.com/office/drawing/2014/main" id="{BB93C3A7-F318-4EC8-8699-29AA40A7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1760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5" name="data_7261">
            <a:extLst xmlns:a="http://schemas.openxmlformats.org/drawingml/2006/main">
              <a:ext uri="{FF2B5EF4-FFF2-40B4-BE49-F238E27FC236}">
                <a16:creationId xmlns:a16="http://schemas.microsoft.com/office/drawing/2014/main" id="{BE0FFBDA-A38C-41C2-AF56-B9A83968C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9937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6" name="data_7262">
            <a:extLst xmlns:a="http://schemas.openxmlformats.org/drawingml/2006/main">
              <a:ext uri="{FF2B5EF4-FFF2-40B4-BE49-F238E27FC236}">
                <a16:creationId xmlns:a16="http://schemas.microsoft.com/office/drawing/2014/main" id="{21B849D9-E8CC-42BF-9D6B-F37CEB28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02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7" name="data_7263">
            <a:extLst xmlns:a="http://schemas.openxmlformats.org/drawingml/2006/main">
              <a:ext uri="{FF2B5EF4-FFF2-40B4-BE49-F238E27FC236}">
                <a16:creationId xmlns:a16="http://schemas.microsoft.com/office/drawing/2014/main" id="{BC422247-34D0-48A8-8051-FE29A058D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996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8" name="data_7264">
            <a:extLst xmlns:a="http://schemas.openxmlformats.org/drawingml/2006/main">
              <a:ext uri="{FF2B5EF4-FFF2-40B4-BE49-F238E27FC236}">
                <a16:creationId xmlns:a16="http://schemas.microsoft.com/office/drawing/2014/main" id="{61EC35E6-AE41-4228-9C12-F6118090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179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9" name="data_7265">
            <a:extLst xmlns:a="http://schemas.openxmlformats.org/drawingml/2006/main">
              <a:ext uri="{FF2B5EF4-FFF2-40B4-BE49-F238E27FC236}">
                <a16:creationId xmlns:a16="http://schemas.microsoft.com/office/drawing/2014/main" id="{3E3E10F5-77E6-42F2-9787-537E402E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27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0" name="data_7266">
            <a:extLst xmlns:a="http://schemas.openxmlformats.org/drawingml/2006/main">
              <a:ext uri="{FF2B5EF4-FFF2-40B4-BE49-F238E27FC236}">
                <a16:creationId xmlns:a16="http://schemas.microsoft.com/office/drawing/2014/main" id="{50884C8D-F06A-4526-AD1C-198D2308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068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1" name="data_7267">
            <a:extLst xmlns:a="http://schemas.openxmlformats.org/drawingml/2006/main">
              <a:ext uri="{FF2B5EF4-FFF2-40B4-BE49-F238E27FC236}">
                <a16:creationId xmlns:a16="http://schemas.microsoft.com/office/drawing/2014/main" id="{74CF3E7E-5739-4A55-9F38-6238722C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123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2" name="data_7268">
            <a:extLst xmlns:a="http://schemas.openxmlformats.org/drawingml/2006/main">
              <a:ext uri="{FF2B5EF4-FFF2-40B4-BE49-F238E27FC236}">
                <a16:creationId xmlns:a16="http://schemas.microsoft.com/office/drawing/2014/main" id="{B6CAF63F-90D3-46B0-AD08-6EB93A644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70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3" name="data_7269">
            <a:extLst xmlns:a="http://schemas.openxmlformats.org/drawingml/2006/main">
              <a:ext uri="{FF2B5EF4-FFF2-40B4-BE49-F238E27FC236}">
                <a16:creationId xmlns:a16="http://schemas.microsoft.com/office/drawing/2014/main" id="{6B3657DA-61DF-4894-9B95-269928D99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13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4" name="data_7270">
            <a:extLst xmlns:a="http://schemas.openxmlformats.org/drawingml/2006/main">
              <a:ext uri="{FF2B5EF4-FFF2-40B4-BE49-F238E27FC236}">
                <a16:creationId xmlns:a16="http://schemas.microsoft.com/office/drawing/2014/main" id="{B68F6FD6-AF41-4F18-9345-37C2A691D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394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5" name="data_7271">
            <a:extLst xmlns:a="http://schemas.openxmlformats.org/drawingml/2006/main">
              <a:ext uri="{FF2B5EF4-FFF2-40B4-BE49-F238E27FC236}">
                <a16:creationId xmlns:a16="http://schemas.microsoft.com/office/drawing/2014/main" id="{BFAD4D0C-C727-4EED-8F92-22D0BE4A0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654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6" name="data_7272">
            <a:extLst xmlns:a="http://schemas.openxmlformats.org/drawingml/2006/main">
              <a:ext uri="{FF2B5EF4-FFF2-40B4-BE49-F238E27FC236}">
                <a16:creationId xmlns:a16="http://schemas.microsoft.com/office/drawing/2014/main" id="{F48767DD-214A-4D8C-A21B-4E86B4FBF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573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7" name="data_7273">
            <a:extLst xmlns:a="http://schemas.openxmlformats.org/drawingml/2006/main">
              <a:ext uri="{FF2B5EF4-FFF2-40B4-BE49-F238E27FC236}">
                <a16:creationId xmlns:a16="http://schemas.microsoft.com/office/drawing/2014/main" id="{186F45F3-A7B8-4258-8DE3-CCE6247F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7850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8" name="data_7274">
            <a:extLst xmlns:a="http://schemas.openxmlformats.org/drawingml/2006/main">
              <a:ext uri="{FF2B5EF4-FFF2-40B4-BE49-F238E27FC236}">
                <a16:creationId xmlns:a16="http://schemas.microsoft.com/office/drawing/2014/main" id="{3831F9BE-B753-4BA2-A0CA-80A12211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9317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9" name="data_7275">
            <a:extLst xmlns:a="http://schemas.openxmlformats.org/drawingml/2006/main">
              <a:ext uri="{FF2B5EF4-FFF2-40B4-BE49-F238E27FC236}">
                <a16:creationId xmlns:a16="http://schemas.microsoft.com/office/drawing/2014/main" id="{4367AD93-DB7C-43DE-A3CF-B1DC5485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5605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0" name="data_7276">
            <a:extLst xmlns:a="http://schemas.openxmlformats.org/drawingml/2006/main">
              <a:ext uri="{FF2B5EF4-FFF2-40B4-BE49-F238E27FC236}">
                <a16:creationId xmlns:a16="http://schemas.microsoft.com/office/drawing/2014/main" id="{0F968B45-0797-4614-9D94-B6564D3E9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335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1" name="data_7277">
            <a:extLst xmlns:a="http://schemas.openxmlformats.org/drawingml/2006/main">
              <a:ext uri="{FF2B5EF4-FFF2-40B4-BE49-F238E27FC236}">
                <a16:creationId xmlns:a16="http://schemas.microsoft.com/office/drawing/2014/main" id="{60C22F16-E978-4664-92A0-1A538D4AB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934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2" name="data_7278">
            <a:extLst xmlns:a="http://schemas.openxmlformats.org/drawingml/2006/main">
              <a:ext uri="{FF2B5EF4-FFF2-40B4-BE49-F238E27FC236}">
                <a16:creationId xmlns:a16="http://schemas.microsoft.com/office/drawing/2014/main" id="{FD35B5C7-512B-4C77-AD19-85930D8B5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355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3" name="data_7279">
            <a:extLst xmlns:a="http://schemas.openxmlformats.org/drawingml/2006/main">
              <a:ext uri="{FF2B5EF4-FFF2-40B4-BE49-F238E27FC236}">
                <a16:creationId xmlns:a16="http://schemas.microsoft.com/office/drawing/2014/main" id="{E4CCDBFF-A62A-4BCB-8FC2-B2553B6E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37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4" name="data_7280">
            <a:extLst xmlns:a="http://schemas.openxmlformats.org/drawingml/2006/main">
              <a:ext uri="{FF2B5EF4-FFF2-40B4-BE49-F238E27FC236}">
                <a16:creationId xmlns:a16="http://schemas.microsoft.com/office/drawing/2014/main" id="{4192F302-7DB2-4CF0-99A8-F63AE9A74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472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5" name="data_7281">
            <a:extLst xmlns:a="http://schemas.openxmlformats.org/drawingml/2006/main">
              <a:ext uri="{FF2B5EF4-FFF2-40B4-BE49-F238E27FC236}">
                <a16:creationId xmlns:a16="http://schemas.microsoft.com/office/drawing/2014/main" id="{EC70C938-657A-4407-89C8-F6A44847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505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6" name="data_7282">
            <a:extLst xmlns:a="http://schemas.openxmlformats.org/drawingml/2006/main">
              <a:ext uri="{FF2B5EF4-FFF2-40B4-BE49-F238E27FC236}">
                <a16:creationId xmlns:a16="http://schemas.microsoft.com/office/drawing/2014/main" id="{9C470227-9A36-4B42-A2C8-181A8390C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465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7" name="data_7283">
            <a:extLst xmlns:a="http://schemas.openxmlformats.org/drawingml/2006/main">
              <a:ext uri="{FF2B5EF4-FFF2-40B4-BE49-F238E27FC236}">
                <a16:creationId xmlns:a16="http://schemas.microsoft.com/office/drawing/2014/main" id="{A3DA5B1A-5B0B-4019-B2A1-A5785E64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355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8" name="data_7284">
            <a:extLst xmlns:a="http://schemas.openxmlformats.org/drawingml/2006/main">
              <a:ext uri="{FF2B5EF4-FFF2-40B4-BE49-F238E27FC236}">
                <a16:creationId xmlns:a16="http://schemas.microsoft.com/office/drawing/2014/main" id="{985F5329-EEDB-492E-89E6-FD6825E80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52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9" name="data_7285">
            <a:extLst xmlns:a="http://schemas.openxmlformats.org/drawingml/2006/main">
              <a:ext uri="{FF2B5EF4-FFF2-40B4-BE49-F238E27FC236}">
                <a16:creationId xmlns:a16="http://schemas.microsoft.com/office/drawing/2014/main" id="{EF3E35B6-3875-44B7-AC0A-E9E9271B2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71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0" name="data_7286">
            <a:extLst xmlns:a="http://schemas.openxmlformats.org/drawingml/2006/main">
              <a:ext uri="{FF2B5EF4-FFF2-40B4-BE49-F238E27FC236}">
                <a16:creationId xmlns:a16="http://schemas.microsoft.com/office/drawing/2014/main" id="{E3A08698-DFBD-414A-891D-B2C7D826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765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1" name="data_7287">
            <a:extLst xmlns:a="http://schemas.openxmlformats.org/drawingml/2006/main">
              <a:ext uri="{FF2B5EF4-FFF2-40B4-BE49-F238E27FC236}">
                <a16:creationId xmlns:a16="http://schemas.microsoft.com/office/drawing/2014/main" id="{CFC045FB-68A9-44D5-A2FB-2FD8C9BA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08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2" name="data_7288">
            <a:extLst xmlns:a="http://schemas.openxmlformats.org/drawingml/2006/main">
              <a:ext uri="{FF2B5EF4-FFF2-40B4-BE49-F238E27FC236}">
                <a16:creationId xmlns:a16="http://schemas.microsoft.com/office/drawing/2014/main" id="{D02ACCE4-E87F-4C98-B782-05EF8739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275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3" name="data_7289">
            <a:extLst xmlns:a="http://schemas.openxmlformats.org/drawingml/2006/main">
              <a:ext uri="{FF2B5EF4-FFF2-40B4-BE49-F238E27FC236}">
                <a16:creationId xmlns:a16="http://schemas.microsoft.com/office/drawing/2014/main" id="{104EB580-5544-4E73-811E-219C11E9E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10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4" name="data_7290">
            <a:extLst xmlns:a="http://schemas.openxmlformats.org/drawingml/2006/main">
              <a:ext uri="{FF2B5EF4-FFF2-40B4-BE49-F238E27FC236}">
                <a16:creationId xmlns:a16="http://schemas.microsoft.com/office/drawing/2014/main" id="{41979592-8D21-4A93-BE16-842E4858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270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5" name="data_7291">
            <a:extLst xmlns:a="http://schemas.openxmlformats.org/drawingml/2006/main">
              <a:ext uri="{FF2B5EF4-FFF2-40B4-BE49-F238E27FC236}">
                <a16:creationId xmlns:a16="http://schemas.microsoft.com/office/drawing/2014/main" id="{930946BB-6761-4239-A6FD-E9B3874D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807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6" name="data_7292">
            <a:extLst xmlns:a="http://schemas.openxmlformats.org/drawingml/2006/main">
              <a:ext uri="{FF2B5EF4-FFF2-40B4-BE49-F238E27FC236}">
                <a16:creationId xmlns:a16="http://schemas.microsoft.com/office/drawing/2014/main" id="{CB6E7581-273D-456D-8C95-26B190AD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045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7" name="data_7293">
            <a:extLst xmlns:a="http://schemas.openxmlformats.org/drawingml/2006/main">
              <a:ext uri="{FF2B5EF4-FFF2-40B4-BE49-F238E27FC236}">
                <a16:creationId xmlns:a16="http://schemas.microsoft.com/office/drawing/2014/main" id="{862BBE3C-22EA-4B06-AA57-1CC52876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781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8" name="data_7294">
            <a:extLst xmlns:a="http://schemas.openxmlformats.org/drawingml/2006/main">
              <a:ext uri="{FF2B5EF4-FFF2-40B4-BE49-F238E27FC236}">
                <a16:creationId xmlns:a16="http://schemas.microsoft.com/office/drawing/2014/main" id="{23DC97C4-57CA-44B7-9711-D474DBAC0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765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9" name="data_7295">
            <a:extLst xmlns:a="http://schemas.openxmlformats.org/drawingml/2006/main">
              <a:ext uri="{FF2B5EF4-FFF2-40B4-BE49-F238E27FC236}">
                <a16:creationId xmlns:a16="http://schemas.microsoft.com/office/drawing/2014/main" id="{62954211-5991-4E5D-9C71-531D72D68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624" y="36204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0" name="data_7296">
            <a:extLst xmlns:a="http://schemas.openxmlformats.org/drawingml/2006/main">
              <a:ext uri="{FF2B5EF4-FFF2-40B4-BE49-F238E27FC236}">
                <a16:creationId xmlns:a16="http://schemas.microsoft.com/office/drawing/2014/main" id="{75DC43B3-CA1D-4193-9817-1D9C555D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4823" y="346856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1" name="data_7297">
            <a:extLst xmlns:a="http://schemas.openxmlformats.org/drawingml/2006/main">
              <a:ext uri="{FF2B5EF4-FFF2-40B4-BE49-F238E27FC236}">
                <a16:creationId xmlns:a16="http://schemas.microsoft.com/office/drawing/2014/main" id="{88E0AFEF-A22A-4C04-999E-F473B6D7B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5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2" name="data_7298">
            <a:extLst xmlns:a="http://schemas.openxmlformats.org/drawingml/2006/main">
              <a:ext uri="{FF2B5EF4-FFF2-40B4-BE49-F238E27FC236}">
                <a16:creationId xmlns:a16="http://schemas.microsoft.com/office/drawing/2014/main" id="{4E96829D-8386-4F73-9616-11DA5CF3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796" y="252696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3" name="data_7299">
            <a:extLst xmlns:a="http://schemas.openxmlformats.org/drawingml/2006/main">
              <a:ext uri="{FF2B5EF4-FFF2-40B4-BE49-F238E27FC236}">
                <a16:creationId xmlns:a16="http://schemas.microsoft.com/office/drawing/2014/main" id="{1988C579-EDC4-4D83-9850-E8A7016F6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208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4" name="data_7300">
            <a:extLst xmlns:a="http://schemas.openxmlformats.org/drawingml/2006/main">
              <a:ext uri="{FF2B5EF4-FFF2-40B4-BE49-F238E27FC236}">
                <a16:creationId xmlns:a16="http://schemas.microsoft.com/office/drawing/2014/main" id="{30D8956C-4B93-49F3-BC85-4F5302598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781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5" name="data_7301">
            <a:extLst xmlns:a="http://schemas.openxmlformats.org/drawingml/2006/main">
              <a:ext uri="{FF2B5EF4-FFF2-40B4-BE49-F238E27FC236}">
                <a16:creationId xmlns:a16="http://schemas.microsoft.com/office/drawing/2014/main" id="{28EADBE0-2ABC-4AA1-9F24-1E4DAB1A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1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6" name="data_7302">
            <a:extLst xmlns:a="http://schemas.openxmlformats.org/drawingml/2006/main">
              <a:ext uri="{FF2B5EF4-FFF2-40B4-BE49-F238E27FC236}">
                <a16:creationId xmlns:a16="http://schemas.microsoft.com/office/drawing/2014/main" id="{9D4BB5AD-10CB-4A94-9648-E1F1F3CE5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363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7" name="data_7303">
            <a:extLst xmlns:a="http://schemas.openxmlformats.org/drawingml/2006/main">
              <a:ext uri="{FF2B5EF4-FFF2-40B4-BE49-F238E27FC236}">
                <a16:creationId xmlns:a16="http://schemas.microsoft.com/office/drawing/2014/main" id="{FC998759-5882-4496-9C73-6BCBADE7D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80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8" name="data_7304">
            <a:extLst xmlns:a="http://schemas.openxmlformats.org/drawingml/2006/main">
              <a:ext uri="{FF2B5EF4-FFF2-40B4-BE49-F238E27FC236}">
                <a16:creationId xmlns:a16="http://schemas.microsoft.com/office/drawing/2014/main" id="{4DD9FB62-CB6D-447D-B0F2-D3C249A7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582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9" name="data_7305">
            <a:extLst xmlns:a="http://schemas.openxmlformats.org/drawingml/2006/main">
              <a:ext uri="{FF2B5EF4-FFF2-40B4-BE49-F238E27FC236}">
                <a16:creationId xmlns:a16="http://schemas.microsoft.com/office/drawing/2014/main" id="{156C925F-E778-4C84-B708-7A9F1BFDC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605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0" name="data_7306">
            <a:extLst xmlns:a="http://schemas.openxmlformats.org/drawingml/2006/main">
              <a:ext uri="{FF2B5EF4-FFF2-40B4-BE49-F238E27FC236}">
                <a16:creationId xmlns:a16="http://schemas.microsoft.com/office/drawing/2014/main" id="{368C2DF0-B8CA-4776-BFB3-5D8253DC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87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1" name="data_7307">
            <a:extLst xmlns:a="http://schemas.openxmlformats.org/drawingml/2006/main">
              <a:ext uri="{FF2B5EF4-FFF2-40B4-BE49-F238E27FC236}">
                <a16:creationId xmlns:a16="http://schemas.microsoft.com/office/drawing/2014/main" id="{1C319E79-87F6-4DE6-9C49-0D76DA95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915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2" name="data_7308">
            <a:extLst xmlns:a="http://schemas.openxmlformats.org/drawingml/2006/main">
              <a:ext uri="{FF2B5EF4-FFF2-40B4-BE49-F238E27FC236}">
                <a16:creationId xmlns:a16="http://schemas.microsoft.com/office/drawing/2014/main" id="{64141489-4BB1-48C1-80B9-137A8FFBB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378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3" name="data_7309">
            <a:extLst xmlns:a="http://schemas.openxmlformats.org/drawingml/2006/main">
              <a:ext uri="{FF2B5EF4-FFF2-40B4-BE49-F238E27FC236}">
                <a16:creationId xmlns:a16="http://schemas.microsoft.com/office/drawing/2014/main" id="{2263597C-4680-4FDE-9EC5-9356024A6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996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4" name="data_7310">
            <a:extLst xmlns:a="http://schemas.openxmlformats.org/drawingml/2006/main">
              <a:ext uri="{FF2B5EF4-FFF2-40B4-BE49-F238E27FC236}">
                <a16:creationId xmlns:a16="http://schemas.microsoft.com/office/drawing/2014/main" id="{22AF4394-E26F-4222-AFCF-670497AA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804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5" name="data_7311">
            <a:extLst xmlns:a="http://schemas.openxmlformats.org/drawingml/2006/main">
              <a:ext uri="{FF2B5EF4-FFF2-40B4-BE49-F238E27FC236}">
                <a16:creationId xmlns:a16="http://schemas.microsoft.com/office/drawing/2014/main" id="{3B05A1E6-D565-4F4B-B1B8-40DB4565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4137" y="302370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6" name="data_7312">
            <a:extLst xmlns:a="http://schemas.openxmlformats.org/drawingml/2006/main">
              <a:ext uri="{FF2B5EF4-FFF2-40B4-BE49-F238E27FC236}">
                <a16:creationId xmlns:a16="http://schemas.microsoft.com/office/drawing/2014/main" id="{0727657E-D66C-46F2-BE3C-E5D754450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074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7" name="data_7313">
            <a:extLst xmlns:a="http://schemas.openxmlformats.org/drawingml/2006/main">
              <a:ext uri="{FF2B5EF4-FFF2-40B4-BE49-F238E27FC236}">
                <a16:creationId xmlns:a16="http://schemas.microsoft.com/office/drawing/2014/main" id="{FC977C54-F160-414C-B991-9BAC0479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954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8" name="data_7314">
            <a:extLst xmlns:a="http://schemas.openxmlformats.org/drawingml/2006/main">
              <a:ext uri="{FF2B5EF4-FFF2-40B4-BE49-F238E27FC236}">
                <a16:creationId xmlns:a16="http://schemas.microsoft.com/office/drawing/2014/main" id="{B8F0CBAA-D21A-4410-A269-91E00BD73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573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9" name="data_7315">
            <a:extLst xmlns:a="http://schemas.openxmlformats.org/drawingml/2006/main">
              <a:ext uri="{FF2B5EF4-FFF2-40B4-BE49-F238E27FC236}">
                <a16:creationId xmlns:a16="http://schemas.microsoft.com/office/drawing/2014/main" id="{1A7D875A-833B-4E65-A82A-BDAFB7A6A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606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0" name="data_7316">
            <a:extLst xmlns:a="http://schemas.openxmlformats.org/drawingml/2006/main">
              <a:ext uri="{FF2B5EF4-FFF2-40B4-BE49-F238E27FC236}">
                <a16:creationId xmlns:a16="http://schemas.microsoft.com/office/drawing/2014/main" id="{DAF7C808-F4D1-4C2E-A28F-18C24F37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618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1" name="data_7317">
            <a:extLst xmlns:a="http://schemas.openxmlformats.org/drawingml/2006/main">
              <a:ext uri="{FF2B5EF4-FFF2-40B4-BE49-F238E27FC236}">
                <a16:creationId xmlns:a16="http://schemas.microsoft.com/office/drawing/2014/main" id="{002FDA8D-DF89-4397-BE55-AAE173AA9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882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2" name="data_7318">
            <a:extLst xmlns:a="http://schemas.openxmlformats.org/drawingml/2006/main">
              <a:ext uri="{FF2B5EF4-FFF2-40B4-BE49-F238E27FC236}">
                <a16:creationId xmlns:a16="http://schemas.microsoft.com/office/drawing/2014/main" id="{1166D93C-1FA1-4578-9141-576DA398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3" name="data_7319">
            <a:extLst xmlns:a="http://schemas.openxmlformats.org/drawingml/2006/main">
              <a:ext uri="{FF2B5EF4-FFF2-40B4-BE49-F238E27FC236}">
                <a16:creationId xmlns:a16="http://schemas.microsoft.com/office/drawing/2014/main" id="{38F9F601-9AFF-4976-B66E-9B7D7534A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36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4" name="data_7320">
            <a:extLst xmlns:a="http://schemas.openxmlformats.org/drawingml/2006/main">
              <a:ext uri="{FF2B5EF4-FFF2-40B4-BE49-F238E27FC236}">
                <a16:creationId xmlns:a16="http://schemas.microsoft.com/office/drawing/2014/main" id="{9AB0239F-04F3-401A-A9AC-E4ECF75B1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420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5" name="data_7321">
            <a:extLst xmlns:a="http://schemas.openxmlformats.org/drawingml/2006/main">
              <a:ext uri="{FF2B5EF4-FFF2-40B4-BE49-F238E27FC236}">
                <a16:creationId xmlns:a16="http://schemas.microsoft.com/office/drawing/2014/main" id="{80A80C0B-DB07-4AC1-BF76-57FEBEB25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430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6" name="data_7322">
            <a:extLst xmlns:a="http://schemas.openxmlformats.org/drawingml/2006/main">
              <a:ext uri="{FF2B5EF4-FFF2-40B4-BE49-F238E27FC236}">
                <a16:creationId xmlns:a16="http://schemas.microsoft.com/office/drawing/2014/main" id="{BDEDF51A-8BC1-4269-9234-2D3AEDA5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8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7" name="data_7323">
            <a:extLst xmlns:a="http://schemas.openxmlformats.org/drawingml/2006/main">
              <a:ext uri="{FF2B5EF4-FFF2-40B4-BE49-F238E27FC236}">
                <a16:creationId xmlns:a16="http://schemas.microsoft.com/office/drawing/2014/main" id="{8D1C05FA-A8D2-41AB-81DD-F3A33548B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175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8" name="data_7324">
            <a:extLst xmlns:a="http://schemas.openxmlformats.org/drawingml/2006/main">
              <a:ext uri="{FF2B5EF4-FFF2-40B4-BE49-F238E27FC236}">
                <a16:creationId xmlns:a16="http://schemas.microsoft.com/office/drawing/2014/main" id="{AE3B5557-74D6-488A-ADCC-D6ED8202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319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9" name="data_7325">
            <a:extLst xmlns:a="http://schemas.openxmlformats.org/drawingml/2006/main">
              <a:ext uri="{FF2B5EF4-FFF2-40B4-BE49-F238E27FC236}">
                <a16:creationId xmlns:a16="http://schemas.microsoft.com/office/drawing/2014/main" id="{A675ECCF-B641-4DBA-B2AD-73784F191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174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0" name="data_7326">
            <a:extLst xmlns:a="http://schemas.openxmlformats.org/drawingml/2006/main">
              <a:ext uri="{FF2B5EF4-FFF2-40B4-BE49-F238E27FC236}">
                <a16:creationId xmlns:a16="http://schemas.microsoft.com/office/drawing/2014/main" id="{B88A7365-4B93-4E3D-9FAC-5B4D5E955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5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1" name="data_7327">
            <a:extLst xmlns:a="http://schemas.openxmlformats.org/drawingml/2006/main">
              <a:ext uri="{FF2B5EF4-FFF2-40B4-BE49-F238E27FC236}">
                <a16:creationId xmlns:a16="http://schemas.microsoft.com/office/drawing/2014/main" id="{04800782-A14F-45E8-92AD-B37120184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979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2" name="data_7328">
            <a:extLst xmlns:a="http://schemas.openxmlformats.org/drawingml/2006/main">
              <a:ext uri="{FF2B5EF4-FFF2-40B4-BE49-F238E27FC236}">
                <a16:creationId xmlns:a16="http://schemas.microsoft.com/office/drawing/2014/main" id="{F0854E77-332A-4CCD-8852-8BC5CB57B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0129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3" name="data_7329">
            <a:extLst xmlns:a="http://schemas.openxmlformats.org/drawingml/2006/main">
              <a:ext uri="{FF2B5EF4-FFF2-40B4-BE49-F238E27FC236}">
                <a16:creationId xmlns:a16="http://schemas.microsoft.com/office/drawing/2014/main" id="{AA6C35A2-5A62-47A8-9C73-264B5852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804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4" name="data_7330">
            <a:extLst xmlns:a="http://schemas.openxmlformats.org/drawingml/2006/main">
              <a:ext uri="{FF2B5EF4-FFF2-40B4-BE49-F238E27FC236}">
                <a16:creationId xmlns:a16="http://schemas.microsoft.com/office/drawing/2014/main" id="{90AD9935-13A6-44A8-AA72-4CE01340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1890" y="27092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5" name="data_7331">
            <a:extLst xmlns:a="http://schemas.openxmlformats.org/drawingml/2006/main">
              <a:ext uri="{FF2B5EF4-FFF2-40B4-BE49-F238E27FC236}">
                <a16:creationId xmlns:a16="http://schemas.microsoft.com/office/drawing/2014/main" id="{6945A498-1465-4614-9D0D-DB0306DF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079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6" name="data_7332">
            <a:extLst xmlns:a="http://schemas.openxmlformats.org/drawingml/2006/main">
              <a:ext uri="{FF2B5EF4-FFF2-40B4-BE49-F238E27FC236}">
                <a16:creationId xmlns:a16="http://schemas.microsoft.com/office/drawing/2014/main" id="{04E0D549-2847-4953-A75D-149F90B9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462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7" name="data_7333">
            <a:extLst xmlns:a="http://schemas.openxmlformats.org/drawingml/2006/main">
              <a:ext uri="{FF2B5EF4-FFF2-40B4-BE49-F238E27FC236}">
                <a16:creationId xmlns:a16="http://schemas.microsoft.com/office/drawing/2014/main" id="{6D64B0E6-CDC7-4527-817E-3DC889F5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4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8" name="data_7334">
            <a:extLst xmlns:a="http://schemas.openxmlformats.org/drawingml/2006/main">
              <a:ext uri="{FF2B5EF4-FFF2-40B4-BE49-F238E27FC236}">
                <a16:creationId xmlns:a16="http://schemas.microsoft.com/office/drawing/2014/main" id="{C8D7A681-8B51-4B30-986F-A805C4B0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113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9" name="data_7335">
            <a:extLst xmlns:a="http://schemas.openxmlformats.org/drawingml/2006/main">
              <a:ext uri="{FF2B5EF4-FFF2-40B4-BE49-F238E27FC236}">
                <a16:creationId xmlns:a16="http://schemas.microsoft.com/office/drawing/2014/main" id="{4A174D82-97C7-4C9C-B11C-152D10A7F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1466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0" name="data_7336">
            <a:extLst xmlns:a="http://schemas.openxmlformats.org/drawingml/2006/main">
              <a:ext uri="{FF2B5EF4-FFF2-40B4-BE49-F238E27FC236}">
                <a16:creationId xmlns:a16="http://schemas.microsoft.com/office/drawing/2014/main" id="{0AC4A948-936C-4FCD-B9FD-6A30214C7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817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1" name="data_7337">
            <a:extLst xmlns:a="http://schemas.openxmlformats.org/drawingml/2006/main">
              <a:ext uri="{FF2B5EF4-FFF2-40B4-BE49-F238E27FC236}">
                <a16:creationId xmlns:a16="http://schemas.microsoft.com/office/drawing/2014/main" id="{838300CE-21BA-4B95-BF1F-93A5B1E5E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97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2" name="data_7338">
            <a:extLst xmlns:a="http://schemas.openxmlformats.org/drawingml/2006/main">
              <a:ext uri="{FF2B5EF4-FFF2-40B4-BE49-F238E27FC236}">
                <a16:creationId xmlns:a16="http://schemas.microsoft.com/office/drawing/2014/main" id="{FB69C19D-C981-40A5-A655-6C3ACE24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114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3" name="data_7339">
            <a:extLst xmlns:a="http://schemas.openxmlformats.org/drawingml/2006/main">
              <a:ext uri="{FF2B5EF4-FFF2-40B4-BE49-F238E27FC236}">
                <a16:creationId xmlns:a16="http://schemas.microsoft.com/office/drawing/2014/main" id="{A5CFEC5F-A7DC-4206-93E6-F394FAE6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370" y="26788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4" name="data_7340">
            <a:extLst xmlns:a="http://schemas.openxmlformats.org/drawingml/2006/main">
              <a:ext uri="{FF2B5EF4-FFF2-40B4-BE49-F238E27FC236}">
                <a16:creationId xmlns:a16="http://schemas.microsoft.com/office/drawing/2014/main" id="{8549967C-665D-47A3-9044-EE477607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2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5" name="data_7341">
            <a:extLst xmlns:a="http://schemas.openxmlformats.org/drawingml/2006/main">
              <a:ext uri="{FF2B5EF4-FFF2-40B4-BE49-F238E27FC236}">
                <a16:creationId xmlns:a16="http://schemas.microsoft.com/office/drawing/2014/main" id="{00C3A0E9-2BF0-49B8-AB09-44A9836C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954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6" name="data_7342">
            <a:extLst xmlns:a="http://schemas.openxmlformats.org/drawingml/2006/main">
              <a:ext uri="{FF2B5EF4-FFF2-40B4-BE49-F238E27FC236}">
                <a16:creationId xmlns:a16="http://schemas.microsoft.com/office/drawing/2014/main" id="{F95C2FD0-0FB0-4E27-929A-DCE7B7FE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527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7" name="data_7343">
            <a:extLst xmlns:a="http://schemas.openxmlformats.org/drawingml/2006/main">
              <a:ext uri="{FF2B5EF4-FFF2-40B4-BE49-F238E27FC236}">
                <a16:creationId xmlns:a16="http://schemas.microsoft.com/office/drawing/2014/main" id="{17C35623-8163-43D1-BD94-4E819965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791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8" name="data_7344">
            <a:extLst xmlns:a="http://schemas.openxmlformats.org/drawingml/2006/main">
              <a:ext uri="{FF2B5EF4-FFF2-40B4-BE49-F238E27FC236}">
                <a16:creationId xmlns:a16="http://schemas.microsoft.com/office/drawing/2014/main" id="{9E7A2553-8565-47D6-A377-F5AC6159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96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9" name="data_7345">
            <a:extLst xmlns:a="http://schemas.openxmlformats.org/drawingml/2006/main">
              <a:ext uri="{FF2B5EF4-FFF2-40B4-BE49-F238E27FC236}">
                <a16:creationId xmlns:a16="http://schemas.microsoft.com/office/drawing/2014/main" id="{7B2CBBF0-FCD4-4183-8B87-A41D7A236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5698" y="31204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0" name="data_7346">
            <a:extLst xmlns:a="http://schemas.openxmlformats.org/drawingml/2006/main">
              <a:ext uri="{FF2B5EF4-FFF2-40B4-BE49-F238E27FC236}">
                <a16:creationId xmlns:a16="http://schemas.microsoft.com/office/drawing/2014/main" id="{80446D9B-DABE-4BA3-9898-0A337118A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498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1" name="data_7347">
            <a:extLst xmlns:a="http://schemas.openxmlformats.org/drawingml/2006/main">
              <a:ext uri="{FF2B5EF4-FFF2-40B4-BE49-F238E27FC236}">
                <a16:creationId xmlns:a16="http://schemas.microsoft.com/office/drawing/2014/main" id="{3DA7B01A-C184-439A-A1BD-CDCDCABB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345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2" name="data_7348">
            <a:extLst xmlns:a="http://schemas.openxmlformats.org/drawingml/2006/main">
              <a:ext uri="{FF2B5EF4-FFF2-40B4-BE49-F238E27FC236}">
                <a16:creationId xmlns:a16="http://schemas.microsoft.com/office/drawing/2014/main" id="{83A6082F-7727-4D43-8EDD-CD2A49F84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5437" y="391279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3" name="data_7349">
            <a:extLst xmlns:a="http://schemas.openxmlformats.org/drawingml/2006/main">
              <a:ext uri="{FF2B5EF4-FFF2-40B4-BE49-F238E27FC236}">
                <a16:creationId xmlns:a16="http://schemas.microsoft.com/office/drawing/2014/main" id="{42EB9120-2A46-47E5-8D0C-0EC4A256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4656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4" name="data_7350">
            <a:extLst xmlns:a="http://schemas.openxmlformats.org/drawingml/2006/main">
              <a:ext uri="{FF2B5EF4-FFF2-40B4-BE49-F238E27FC236}">
                <a16:creationId xmlns:a16="http://schemas.microsoft.com/office/drawing/2014/main" id="{F43E7730-5BFA-49E7-A355-C914E7FEC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993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5" name="data_7351">
            <a:extLst xmlns:a="http://schemas.openxmlformats.org/drawingml/2006/main">
              <a:ext uri="{FF2B5EF4-FFF2-40B4-BE49-F238E27FC236}">
                <a16:creationId xmlns:a16="http://schemas.microsoft.com/office/drawing/2014/main" id="{D2AB30D9-7357-45D5-982C-E78E3EF91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9055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6" name="data_7352">
            <a:extLst xmlns:a="http://schemas.openxmlformats.org/drawingml/2006/main">
              <a:ext uri="{FF2B5EF4-FFF2-40B4-BE49-F238E27FC236}">
                <a16:creationId xmlns:a16="http://schemas.microsoft.com/office/drawing/2014/main" id="{020D13A2-61C3-4D7D-8222-3B3BB5AB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302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7" name="data_7353">
            <a:extLst xmlns:a="http://schemas.openxmlformats.org/drawingml/2006/main">
              <a:ext uri="{FF2B5EF4-FFF2-40B4-BE49-F238E27FC236}">
                <a16:creationId xmlns:a16="http://schemas.microsoft.com/office/drawing/2014/main" id="{E6DF78DF-97FC-4380-BBC6-7149ECCB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11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8" name="data_7354">
            <a:extLst xmlns:a="http://schemas.openxmlformats.org/drawingml/2006/main">
              <a:ext uri="{FF2B5EF4-FFF2-40B4-BE49-F238E27FC236}">
                <a16:creationId xmlns:a16="http://schemas.microsoft.com/office/drawing/2014/main" id="{488ED95D-C33E-4A7C-916D-2DE629DC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30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9" name="data_7355">
            <a:extLst xmlns:a="http://schemas.openxmlformats.org/drawingml/2006/main">
              <a:ext uri="{FF2B5EF4-FFF2-40B4-BE49-F238E27FC236}">
                <a16:creationId xmlns:a16="http://schemas.microsoft.com/office/drawing/2014/main" id="{8EFF6386-83F6-4AF3-8345-264BEE95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93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0" name="data_7356">
            <a:extLst xmlns:a="http://schemas.openxmlformats.org/drawingml/2006/main">
              <a:ext uri="{FF2B5EF4-FFF2-40B4-BE49-F238E27FC236}">
                <a16:creationId xmlns:a16="http://schemas.microsoft.com/office/drawing/2014/main" id="{FE858C6C-654C-42C4-9843-3272DD067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406" y="39191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1" name="data_7357">
            <a:extLst xmlns:a="http://schemas.openxmlformats.org/drawingml/2006/main">
              <a:ext uri="{FF2B5EF4-FFF2-40B4-BE49-F238E27FC236}">
                <a16:creationId xmlns:a16="http://schemas.microsoft.com/office/drawing/2014/main" id="{AC51C52E-D355-425B-8796-9F4D71E6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895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2" name="data_7358">
            <a:extLst xmlns:a="http://schemas.openxmlformats.org/drawingml/2006/main">
              <a:ext uri="{FF2B5EF4-FFF2-40B4-BE49-F238E27FC236}">
                <a16:creationId xmlns:a16="http://schemas.microsoft.com/office/drawing/2014/main" id="{BDA3DF8F-D087-49E8-834D-37CEE5222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21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3" name="data_7359">
            <a:extLst xmlns:a="http://schemas.openxmlformats.org/drawingml/2006/main">
              <a:ext uri="{FF2B5EF4-FFF2-40B4-BE49-F238E27FC236}">
                <a16:creationId xmlns:a16="http://schemas.microsoft.com/office/drawing/2014/main" id="{74DBC35D-9590-49E8-867B-731DD1D1B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5047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4" name="data_7360">
            <a:extLst xmlns:a="http://schemas.openxmlformats.org/drawingml/2006/main">
              <a:ext uri="{FF2B5EF4-FFF2-40B4-BE49-F238E27FC236}">
                <a16:creationId xmlns:a16="http://schemas.microsoft.com/office/drawing/2014/main" id="{B0F718F0-2A85-496B-B7EB-69FBD585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12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5" name="data_7361">
            <a:extLst xmlns:a="http://schemas.openxmlformats.org/drawingml/2006/main">
              <a:ext uri="{FF2B5EF4-FFF2-40B4-BE49-F238E27FC236}">
                <a16:creationId xmlns:a16="http://schemas.microsoft.com/office/drawing/2014/main" id="{AD53890D-B9E9-4066-A6BE-4D821276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191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6" name="data_7362">
            <a:extLst xmlns:a="http://schemas.openxmlformats.org/drawingml/2006/main">
              <a:ext uri="{FF2B5EF4-FFF2-40B4-BE49-F238E27FC236}">
                <a16:creationId xmlns:a16="http://schemas.microsoft.com/office/drawing/2014/main" id="{7AC22A41-6FC5-46DF-BF16-45567510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09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7" name="data_7363">
            <a:extLst xmlns:a="http://schemas.openxmlformats.org/drawingml/2006/main">
              <a:ext uri="{FF2B5EF4-FFF2-40B4-BE49-F238E27FC236}">
                <a16:creationId xmlns:a16="http://schemas.microsoft.com/office/drawing/2014/main" id="{A88A7223-61AB-42EA-9F48-1F845E475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361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8" name="data_7364">
            <a:extLst xmlns:a="http://schemas.openxmlformats.org/drawingml/2006/main">
              <a:ext uri="{FF2B5EF4-FFF2-40B4-BE49-F238E27FC236}">
                <a16:creationId xmlns:a16="http://schemas.microsoft.com/office/drawing/2014/main" id="{3BEFCB38-7E64-4E27-A3C0-2753CA552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983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9" name="data_7365">
            <a:extLst xmlns:a="http://schemas.openxmlformats.org/drawingml/2006/main">
              <a:ext uri="{FF2B5EF4-FFF2-40B4-BE49-F238E27FC236}">
                <a16:creationId xmlns:a16="http://schemas.microsoft.com/office/drawing/2014/main" id="{D7655D10-76A8-4CDB-9BF4-C312B8DB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74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0" name="data_7366">
            <a:extLst xmlns:a="http://schemas.openxmlformats.org/drawingml/2006/main">
              <a:ext uri="{FF2B5EF4-FFF2-40B4-BE49-F238E27FC236}">
                <a16:creationId xmlns:a16="http://schemas.microsoft.com/office/drawing/2014/main" id="{AD0854F5-E37D-4847-B926-5E3033D8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34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1" name="data_7367">
            <a:extLst xmlns:a="http://schemas.openxmlformats.org/drawingml/2006/main">
              <a:ext uri="{FF2B5EF4-FFF2-40B4-BE49-F238E27FC236}">
                <a16:creationId xmlns:a16="http://schemas.microsoft.com/office/drawing/2014/main" id="{EFD17757-E6C8-4989-81F0-9F44F52FD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90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2" name="data_7368">
            <a:extLst xmlns:a="http://schemas.openxmlformats.org/drawingml/2006/main">
              <a:ext uri="{FF2B5EF4-FFF2-40B4-BE49-F238E27FC236}">
                <a16:creationId xmlns:a16="http://schemas.microsoft.com/office/drawing/2014/main" id="{5F44AACB-3AF7-4A93-8A3D-E452FA769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50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3" name="data_7369">
            <a:extLst xmlns:a="http://schemas.openxmlformats.org/drawingml/2006/main">
              <a:ext uri="{FF2B5EF4-FFF2-40B4-BE49-F238E27FC236}">
                <a16:creationId xmlns:a16="http://schemas.microsoft.com/office/drawing/2014/main" id="{5A1184E1-8226-4793-B073-BB9FF1D2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50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4" name="data_7370">
            <a:extLst xmlns:a="http://schemas.openxmlformats.org/drawingml/2006/main">
              <a:ext uri="{FF2B5EF4-FFF2-40B4-BE49-F238E27FC236}">
                <a16:creationId xmlns:a16="http://schemas.microsoft.com/office/drawing/2014/main" id="{9565AC91-E5C6-4F0D-A4A2-C9809D821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341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5" name="data_7371">
            <a:extLst xmlns:a="http://schemas.openxmlformats.org/drawingml/2006/main">
              <a:ext uri="{FF2B5EF4-FFF2-40B4-BE49-F238E27FC236}">
                <a16:creationId xmlns:a16="http://schemas.microsoft.com/office/drawing/2014/main" id="{AECA07CB-227D-4F56-BBCC-BD7DC377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423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6" name="data_7372">
            <a:extLst xmlns:a="http://schemas.openxmlformats.org/drawingml/2006/main">
              <a:ext uri="{FF2B5EF4-FFF2-40B4-BE49-F238E27FC236}">
                <a16:creationId xmlns:a16="http://schemas.microsoft.com/office/drawing/2014/main" id="{F433DF7D-331B-4AD8-A3B2-31A2A6261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296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7" name="data_7373">
            <a:extLst xmlns:a="http://schemas.openxmlformats.org/drawingml/2006/main">
              <a:ext uri="{FF2B5EF4-FFF2-40B4-BE49-F238E27FC236}">
                <a16:creationId xmlns:a16="http://schemas.microsoft.com/office/drawing/2014/main" id="{2E4241A3-9807-4AF2-82CF-ABC76B4D9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560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8" name="data_7374">
            <a:extLst xmlns:a="http://schemas.openxmlformats.org/drawingml/2006/main">
              <a:ext uri="{FF2B5EF4-FFF2-40B4-BE49-F238E27FC236}">
                <a16:creationId xmlns:a16="http://schemas.microsoft.com/office/drawing/2014/main" id="{F32193B5-CE76-4DC6-91ED-074B49FA6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4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9" name="data_7375">
            <a:extLst xmlns:a="http://schemas.openxmlformats.org/drawingml/2006/main">
              <a:ext uri="{FF2B5EF4-FFF2-40B4-BE49-F238E27FC236}">
                <a16:creationId xmlns:a16="http://schemas.microsoft.com/office/drawing/2014/main" id="{41568217-5CE1-47A8-9EAC-D3288C7A4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765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0" name="data_7376">
            <a:extLst xmlns:a="http://schemas.openxmlformats.org/drawingml/2006/main">
              <a:ext uri="{FF2B5EF4-FFF2-40B4-BE49-F238E27FC236}">
                <a16:creationId xmlns:a16="http://schemas.microsoft.com/office/drawing/2014/main" id="{E42653B6-98B5-44F0-8891-F841B75E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05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1" name="data_7377">
            <a:extLst xmlns:a="http://schemas.openxmlformats.org/drawingml/2006/main">
              <a:ext uri="{FF2B5EF4-FFF2-40B4-BE49-F238E27FC236}">
                <a16:creationId xmlns:a16="http://schemas.microsoft.com/office/drawing/2014/main" id="{AE0EBDDC-75DA-4C30-A897-EDA463E07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6871" y="37400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2" name="data_7378">
            <a:extLst xmlns:a="http://schemas.openxmlformats.org/drawingml/2006/main">
              <a:ext uri="{FF2B5EF4-FFF2-40B4-BE49-F238E27FC236}">
                <a16:creationId xmlns:a16="http://schemas.microsoft.com/office/drawing/2014/main" id="{C5274425-49B7-4593-998D-DC5E2BAE8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41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3" name="data_7379">
            <a:extLst xmlns:a="http://schemas.openxmlformats.org/drawingml/2006/main">
              <a:ext uri="{FF2B5EF4-FFF2-40B4-BE49-F238E27FC236}">
                <a16:creationId xmlns:a16="http://schemas.microsoft.com/office/drawing/2014/main" id="{05F65456-C355-4865-9BC0-199CD35A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212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4" name="data_7380">
            <a:extLst xmlns:a="http://schemas.openxmlformats.org/drawingml/2006/main">
              <a:ext uri="{FF2B5EF4-FFF2-40B4-BE49-F238E27FC236}">
                <a16:creationId xmlns:a16="http://schemas.microsoft.com/office/drawing/2014/main" id="{5892A2F6-8906-4487-9230-3422298A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025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5" name="data_7381">
            <a:extLst xmlns:a="http://schemas.openxmlformats.org/drawingml/2006/main">
              <a:ext uri="{FF2B5EF4-FFF2-40B4-BE49-F238E27FC236}">
                <a16:creationId xmlns:a16="http://schemas.microsoft.com/office/drawing/2014/main" id="{964B1A2B-9344-44FA-B9EB-70A31259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29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6" name="data_7382">
            <a:extLst xmlns:a="http://schemas.openxmlformats.org/drawingml/2006/main">
              <a:ext uri="{FF2B5EF4-FFF2-40B4-BE49-F238E27FC236}">
                <a16:creationId xmlns:a16="http://schemas.microsoft.com/office/drawing/2014/main" id="{60D7AFAF-F982-4873-A6B6-66C68D314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7395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7" name="data_7383">
            <a:extLst xmlns:a="http://schemas.openxmlformats.org/drawingml/2006/main">
              <a:ext uri="{FF2B5EF4-FFF2-40B4-BE49-F238E27FC236}">
                <a16:creationId xmlns:a16="http://schemas.microsoft.com/office/drawing/2014/main" id="{165034E0-518F-4BAD-8F50-817D593B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6612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8" name="data_7384">
            <a:extLst xmlns:a="http://schemas.openxmlformats.org/drawingml/2006/main">
              <a:ext uri="{FF2B5EF4-FFF2-40B4-BE49-F238E27FC236}">
                <a16:creationId xmlns:a16="http://schemas.microsoft.com/office/drawing/2014/main" id="{E602896D-4C4E-4E18-BACB-3B468EADD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664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9" name="data_7385">
            <a:extLst xmlns:a="http://schemas.openxmlformats.org/drawingml/2006/main">
              <a:ext uri="{FF2B5EF4-FFF2-40B4-BE49-F238E27FC236}">
                <a16:creationId xmlns:a16="http://schemas.microsoft.com/office/drawing/2014/main" id="{3364DCAF-E0D4-4D27-AC72-9A1916EF2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47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0" name="data_7386">
            <a:extLst xmlns:a="http://schemas.openxmlformats.org/drawingml/2006/main">
              <a:ext uri="{FF2B5EF4-FFF2-40B4-BE49-F238E27FC236}">
                <a16:creationId xmlns:a16="http://schemas.microsoft.com/office/drawing/2014/main" id="{E917CFA8-A808-462B-8B25-B15755417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462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1" name="data_7387">
            <a:extLst xmlns:a="http://schemas.openxmlformats.org/drawingml/2006/main">
              <a:ext uri="{FF2B5EF4-FFF2-40B4-BE49-F238E27FC236}">
                <a16:creationId xmlns:a16="http://schemas.microsoft.com/office/drawing/2014/main" id="{46AA3EB7-4974-40E9-8F95-1B90054C8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8272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2" name="data_7388">
            <a:extLst xmlns:a="http://schemas.openxmlformats.org/drawingml/2006/main">
              <a:ext uri="{FF2B5EF4-FFF2-40B4-BE49-F238E27FC236}">
                <a16:creationId xmlns:a16="http://schemas.microsoft.com/office/drawing/2014/main" id="{53D943DB-4F59-4E20-99F5-F5B471E6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827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3" name="data_7389">
            <a:extLst xmlns:a="http://schemas.openxmlformats.org/drawingml/2006/main">
              <a:ext uri="{FF2B5EF4-FFF2-40B4-BE49-F238E27FC236}">
                <a16:creationId xmlns:a16="http://schemas.microsoft.com/office/drawing/2014/main" id="{F7F9AAAF-211F-4228-98E7-3939BD6B6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4461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4" name="data_7390">
            <a:extLst xmlns:a="http://schemas.openxmlformats.org/drawingml/2006/main">
              <a:ext uri="{FF2B5EF4-FFF2-40B4-BE49-F238E27FC236}">
                <a16:creationId xmlns:a16="http://schemas.microsoft.com/office/drawing/2014/main" id="{FC5E295F-F0F9-4CBD-BA5F-8C016744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341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5" name="data_7391">
            <a:extLst xmlns:a="http://schemas.openxmlformats.org/drawingml/2006/main">
              <a:ext uri="{FF2B5EF4-FFF2-40B4-BE49-F238E27FC236}">
                <a16:creationId xmlns:a16="http://schemas.microsoft.com/office/drawing/2014/main" id="{A0D9B452-62C6-4558-A1A2-AB3C98DE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928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6" name="data_7392">
            <a:extLst xmlns:a="http://schemas.openxmlformats.org/drawingml/2006/main">
              <a:ext uri="{FF2B5EF4-FFF2-40B4-BE49-F238E27FC236}">
                <a16:creationId xmlns:a16="http://schemas.microsoft.com/office/drawing/2014/main" id="{8767AE3E-8656-40E0-B3B8-4E7613B6D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009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7" name="data_7393">
            <a:extLst xmlns:a="http://schemas.openxmlformats.org/drawingml/2006/main">
              <a:ext uri="{FF2B5EF4-FFF2-40B4-BE49-F238E27FC236}">
                <a16:creationId xmlns:a16="http://schemas.microsoft.com/office/drawing/2014/main" id="{47DB92DB-96B8-449C-AC03-E24B0394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628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8" name="data_7394">
            <a:extLst xmlns:a="http://schemas.openxmlformats.org/drawingml/2006/main">
              <a:ext uri="{FF2B5EF4-FFF2-40B4-BE49-F238E27FC236}">
                <a16:creationId xmlns:a16="http://schemas.microsoft.com/office/drawing/2014/main" id="{B8290387-C5D4-4B87-B8C4-2E2FABA6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189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9" name="data_7395">
            <a:extLst xmlns:a="http://schemas.openxmlformats.org/drawingml/2006/main">
              <a:ext uri="{FF2B5EF4-FFF2-40B4-BE49-F238E27FC236}">
                <a16:creationId xmlns:a16="http://schemas.microsoft.com/office/drawing/2014/main" id="{58DD70EF-1A0B-49F2-8185-7700DB288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73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0" name="data_7396">
            <a:extLst xmlns:a="http://schemas.openxmlformats.org/drawingml/2006/main">
              <a:ext uri="{FF2B5EF4-FFF2-40B4-BE49-F238E27FC236}">
                <a16:creationId xmlns:a16="http://schemas.microsoft.com/office/drawing/2014/main" id="{923A39AE-83B5-4F89-95CC-409A80C6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57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1" name="data_7397">
            <a:extLst xmlns:a="http://schemas.openxmlformats.org/drawingml/2006/main">
              <a:ext uri="{FF2B5EF4-FFF2-40B4-BE49-F238E27FC236}">
                <a16:creationId xmlns:a16="http://schemas.microsoft.com/office/drawing/2014/main" id="{090382BA-1EA3-406A-AA72-57B2B4C5C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697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2" name="data_7398">
            <a:extLst xmlns:a="http://schemas.openxmlformats.org/drawingml/2006/main">
              <a:ext uri="{FF2B5EF4-FFF2-40B4-BE49-F238E27FC236}">
                <a16:creationId xmlns:a16="http://schemas.microsoft.com/office/drawing/2014/main" id="{CEF09EBE-0955-46F0-8069-80442AFC3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33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3" name="data_7399">
            <a:extLst xmlns:a="http://schemas.openxmlformats.org/drawingml/2006/main">
              <a:ext uri="{FF2B5EF4-FFF2-40B4-BE49-F238E27FC236}">
                <a16:creationId xmlns:a16="http://schemas.microsoft.com/office/drawing/2014/main" id="{2D2CBAA2-5BC0-4206-87F0-B246CBFB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162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4" name="data_7400">
            <a:extLst xmlns:a="http://schemas.openxmlformats.org/drawingml/2006/main">
              <a:ext uri="{FF2B5EF4-FFF2-40B4-BE49-F238E27FC236}">
                <a16:creationId xmlns:a16="http://schemas.microsoft.com/office/drawing/2014/main" id="{87BC026A-431D-4239-8D94-A69763A5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3518" y="36887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5" name="data_7401">
            <a:extLst xmlns:a="http://schemas.openxmlformats.org/drawingml/2006/main">
              <a:ext uri="{FF2B5EF4-FFF2-40B4-BE49-F238E27FC236}">
                <a16:creationId xmlns:a16="http://schemas.microsoft.com/office/drawing/2014/main" id="{D923D7B8-1A39-46E5-A399-E305D8DE1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97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6" name="data_7402">
            <a:extLst xmlns:a="http://schemas.openxmlformats.org/drawingml/2006/main">
              <a:ext uri="{FF2B5EF4-FFF2-40B4-BE49-F238E27FC236}">
                <a16:creationId xmlns:a16="http://schemas.microsoft.com/office/drawing/2014/main" id="{C7478E2B-AF3F-430E-83D1-6CBD081B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617" y="29320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7" name="data_7403">
            <a:extLst xmlns:a="http://schemas.openxmlformats.org/drawingml/2006/main">
              <a:ext uri="{FF2B5EF4-FFF2-40B4-BE49-F238E27FC236}">
                <a16:creationId xmlns:a16="http://schemas.microsoft.com/office/drawing/2014/main" id="{578A2A6E-4BB9-4B51-9934-38E7528D7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924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8" name="data_7404">
            <a:extLst xmlns:a="http://schemas.openxmlformats.org/drawingml/2006/main">
              <a:ext uri="{FF2B5EF4-FFF2-40B4-BE49-F238E27FC236}">
                <a16:creationId xmlns:a16="http://schemas.microsoft.com/office/drawing/2014/main" id="{A4484F92-2298-4251-B0B1-B8073778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306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9" name="data_7405">
            <a:extLst xmlns:a="http://schemas.openxmlformats.org/drawingml/2006/main">
              <a:ext uri="{FF2B5EF4-FFF2-40B4-BE49-F238E27FC236}">
                <a16:creationId xmlns:a16="http://schemas.microsoft.com/office/drawing/2014/main" id="{83E2456E-9EDF-4424-AB83-3299C6CEE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8142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0" name="data_7406">
            <a:extLst xmlns:a="http://schemas.openxmlformats.org/drawingml/2006/main">
              <a:ext uri="{FF2B5EF4-FFF2-40B4-BE49-F238E27FC236}">
                <a16:creationId xmlns:a16="http://schemas.microsoft.com/office/drawing/2014/main" id="{DD8F94DE-0A60-4098-B2F4-FA4ACB16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05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1" name="data_7407">
            <a:extLst xmlns:a="http://schemas.openxmlformats.org/drawingml/2006/main">
              <a:ext uri="{FF2B5EF4-FFF2-40B4-BE49-F238E27FC236}">
                <a16:creationId xmlns:a16="http://schemas.microsoft.com/office/drawing/2014/main" id="{B0199B31-8F70-41FD-A310-15505D432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38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2" name="data_7408">
            <a:extLst xmlns:a="http://schemas.openxmlformats.org/drawingml/2006/main">
              <a:ext uri="{FF2B5EF4-FFF2-40B4-BE49-F238E27FC236}">
                <a16:creationId xmlns:a16="http://schemas.microsoft.com/office/drawing/2014/main" id="{9141B36B-5B32-4119-A1CA-D589B488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33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3" name="data_7409">
            <a:extLst xmlns:a="http://schemas.openxmlformats.org/drawingml/2006/main">
              <a:ext uri="{FF2B5EF4-FFF2-40B4-BE49-F238E27FC236}">
                <a16:creationId xmlns:a16="http://schemas.microsoft.com/office/drawing/2014/main" id="{0446CECF-23C6-4016-9D53-320C60AB1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227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4" name="data_7410">
            <a:extLst xmlns:a="http://schemas.openxmlformats.org/drawingml/2006/main">
              <a:ext uri="{FF2B5EF4-FFF2-40B4-BE49-F238E27FC236}">
                <a16:creationId xmlns:a16="http://schemas.microsoft.com/office/drawing/2014/main" id="{7DE5BEE7-CE37-496E-AC4C-FD61706A6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281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5" name="data_7411">
            <a:extLst xmlns:a="http://schemas.openxmlformats.org/drawingml/2006/main">
              <a:ext uri="{FF2B5EF4-FFF2-40B4-BE49-F238E27FC236}">
                <a16:creationId xmlns:a16="http://schemas.microsoft.com/office/drawing/2014/main" id="{5D616172-0376-4AD8-99E0-246E30E6E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765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6" name="data_7412">
            <a:extLst xmlns:a="http://schemas.openxmlformats.org/drawingml/2006/main">
              <a:ext uri="{FF2B5EF4-FFF2-40B4-BE49-F238E27FC236}">
                <a16:creationId xmlns:a16="http://schemas.microsoft.com/office/drawing/2014/main" id="{E38B5BD9-D06B-44BE-A359-97944B200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17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7" name="data_7413">
            <a:extLst xmlns:a="http://schemas.openxmlformats.org/drawingml/2006/main">
              <a:ext uri="{FF2B5EF4-FFF2-40B4-BE49-F238E27FC236}">
                <a16:creationId xmlns:a16="http://schemas.microsoft.com/office/drawing/2014/main" id="{69628ED2-3DBE-449C-A434-34274EDBC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928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8" name="data_7414">
            <a:extLst xmlns:a="http://schemas.openxmlformats.org/drawingml/2006/main">
              <a:ext uri="{FF2B5EF4-FFF2-40B4-BE49-F238E27FC236}">
                <a16:creationId xmlns:a16="http://schemas.microsoft.com/office/drawing/2014/main" id="{967707F9-0A0D-4726-BDCA-82D52DE1E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777" y="359451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9" name="data_7415">
            <a:extLst xmlns:a="http://schemas.openxmlformats.org/drawingml/2006/main">
              <a:ext uri="{FF2B5EF4-FFF2-40B4-BE49-F238E27FC236}">
                <a16:creationId xmlns:a16="http://schemas.microsoft.com/office/drawing/2014/main" id="{4DB502F6-B9AE-4339-ACFE-897142A8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671" y="381650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0" name="data_7416">
            <a:extLst xmlns:a="http://schemas.openxmlformats.org/drawingml/2006/main">
              <a:ext uri="{FF2B5EF4-FFF2-40B4-BE49-F238E27FC236}">
                <a16:creationId xmlns:a16="http://schemas.microsoft.com/office/drawing/2014/main" id="{BC065991-F04D-490F-89CA-B4EEF9A8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80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1" name="data_7417">
            <a:extLst xmlns:a="http://schemas.openxmlformats.org/drawingml/2006/main">
              <a:ext uri="{FF2B5EF4-FFF2-40B4-BE49-F238E27FC236}">
                <a16:creationId xmlns:a16="http://schemas.microsoft.com/office/drawing/2014/main" id="{25570639-6066-4516-A9F6-DBEDB542F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472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2" name="data_7418">
            <a:extLst xmlns:a="http://schemas.openxmlformats.org/drawingml/2006/main">
              <a:ext uri="{FF2B5EF4-FFF2-40B4-BE49-F238E27FC236}">
                <a16:creationId xmlns:a16="http://schemas.microsoft.com/office/drawing/2014/main" id="{9D5FAFFD-AA57-4B41-9E40-46567E57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6189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3" name="data_7419">
            <a:extLst xmlns:a="http://schemas.openxmlformats.org/drawingml/2006/main">
              <a:ext uri="{FF2B5EF4-FFF2-40B4-BE49-F238E27FC236}">
                <a16:creationId xmlns:a16="http://schemas.microsoft.com/office/drawing/2014/main" id="{D4A3ECB8-DDC5-461D-AD48-65B17DBB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1269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4" name="data_7420">
            <a:extLst xmlns:a="http://schemas.openxmlformats.org/drawingml/2006/main">
              <a:ext uri="{FF2B5EF4-FFF2-40B4-BE49-F238E27FC236}">
                <a16:creationId xmlns:a16="http://schemas.microsoft.com/office/drawing/2014/main" id="{B375FD9B-5EDF-4645-B30E-F18D183D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59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5" name="data_7421">
            <a:extLst xmlns:a="http://schemas.openxmlformats.org/drawingml/2006/main">
              <a:ext uri="{FF2B5EF4-FFF2-40B4-BE49-F238E27FC236}">
                <a16:creationId xmlns:a16="http://schemas.microsoft.com/office/drawing/2014/main" id="{2C2C97C5-A4DF-4AF6-ABB0-8170DBE6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742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6" name="data_7422">
            <a:extLst xmlns:a="http://schemas.openxmlformats.org/drawingml/2006/main">
              <a:ext uri="{FF2B5EF4-FFF2-40B4-BE49-F238E27FC236}">
                <a16:creationId xmlns:a16="http://schemas.microsoft.com/office/drawing/2014/main" id="{4F5FC586-07F8-48B8-9318-CC04B9AF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4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7" name="data_7423">
            <a:extLst xmlns:a="http://schemas.openxmlformats.org/drawingml/2006/main">
              <a:ext uri="{FF2B5EF4-FFF2-40B4-BE49-F238E27FC236}">
                <a16:creationId xmlns:a16="http://schemas.microsoft.com/office/drawing/2014/main" id="{CF830D91-3533-4667-95CF-250668E34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367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8" name="data_7424">
            <a:extLst xmlns:a="http://schemas.openxmlformats.org/drawingml/2006/main">
              <a:ext uri="{FF2B5EF4-FFF2-40B4-BE49-F238E27FC236}">
                <a16:creationId xmlns:a16="http://schemas.microsoft.com/office/drawing/2014/main" id="{D3EA5489-E830-43B8-8E51-36F02D6FC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684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9" name="data_7425">
            <a:extLst xmlns:a="http://schemas.openxmlformats.org/drawingml/2006/main">
              <a:ext uri="{FF2B5EF4-FFF2-40B4-BE49-F238E27FC236}">
                <a16:creationId xmlns:a16="http://schemas.microsoft.com/office/drawing/2014/main" id="{71AF59BD-158A-4C8D-8B6C-C08D3442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664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0" name="data_7426">
            <a:extLst xmlns:a="http://schemas.openxmlformats.org/drawingml/2006/main">
              <a:ext uri="{FF2B5EF4-FFF2-40B4-BE49-F238E27FC236}">
                <a16:creationId xmlns:a16="http://schemas.microsoft.com/office/drawing/2014/main" id="{6C383D3E-A250-4D1E-95EC-939C70D13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70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1" name="data_7427">
            <a:extLst xmlns:a="http://schemas.openxmlformats.org/drawingml/2006/main">
              <a:ext uri="{FF2B5EF4-FFF2-40B4-BE49-F238E27FC236}">
                <a16:creationId xmlns:a16="http://schemas.microsoft.com/office/drawing/2014/main" id="{795D9D67-E535-4C72-9E97-A79FB1A4F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576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2" name="data_7428">
            <a:extLst xmlns:a="http://schemas.openxmlformats.org/drawingml/2006/main">
              <a:ext uri="{FF2B5EF4-FFF2-40B4-BE49-F238E27FC236}">
                <a16:creationId xmlns:a16="http://schemas.microsoft.com/office/drawing/2014/main" id="{943FB028-A825-4969-B254-64B4F774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59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3" name="data_7429">
            <a:extLst xmlns:a="http://schemas.openxmlformats.org/drawingml/2006/main">
              <a:ext uri="{FF2B5EF4-FFF2-40B4-BE49-F238E27FC236}">
                <a16:creationId xmlns:a16="http://schemas.microsoft.com/office/drawing/2014/main" id="{E298F253-A1E2-4F2A-8B70-7E5D8E8F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657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4" name="data_7430">
            <a:extLst xmlns:a="http://schemas.openxmlformats.org/drawingml/2006/main">
              <a:ext uri="{FF2B5EF4-FFF2-40B4-BE49-F238E27FC236}">
                <a16:creationId xmlns:a16="http://schemas.microsoft.com/office/drawing/2014/main" id="{D72BB4BC-2778-4011-8C59-59603D24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3747" y="256738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5" name="data_7431">
            <a:extLst xmlns:a="http://schemas.openxmlformats.org/drawingml/2006/main">
              <a:ext uri="{FF2B5EF4-FFF2-40B4-BE49-F238E27FC236}">
                <a16:creationId xmlns:a16="http://schemas.microsoft.com/office/drawing/2014/main" id="{7F432E33-B803-48A2-9EC4-1A3D030E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349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6" name="data_7432">
            <a:extLst xmlns:a="http://schemas.openxmlformats.org/drawingml/2006/main">
              <a:ext uri="{FF2B5EF4-FFF2-40B4-BE49-F238E27FC236}">
                <a16:creationId xmlns:a16="http://schemas.microsoft.com/office/drawing/2014/main" id="{DD4348CC-BC08-46E7-A8AC-F758224E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05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7" name="data_7433">
            <a:extLst xmlns:a="http://schemas.openxmlformats.org/drawingml/2006/main">
              <a:ext uri="{FF2B5EF4-FFF2-40B4-BE49-F238E27FC236}">
                <a16:creationId xmlns:a16="http://schemas.microsoft.com/office/drawing/2014/main" id="{D78F36F3-2E1D-4F0D-95BF-B8D8CCDF5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17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8" name="data_7434">
            <a:extLst xmlns:a="http://schemas.openxmlformats.org/drawingml/2006/main">
              <a:ext uri="{FF2B5EF4-FFF2-40B4-BE49-F238E27FC236}">
                <a16:creationId xmlns:a16="http://schemas.microsoft.com/office/drawing/2014/main" id="{10E328B1-1505-4E69-BF87-5EA01558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042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9" name="data_7435">
            <a:extLst xmlns:a="http://schemas.openxmlformats.org/drawingml/2006/main">
              <a:ext uri="{FF2B5EF4-FFF2-40B4-BE49-F238E27FC236}">
                <a16:creationId xmlns:a16="http://schemas.microsoft.com/office/drawing/2014/main" id="{4DA70715-7579-41E1-B16C-ADD1B2794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716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0" name="data_7436">
            <a:extLst xmlns:a="http://schemas.openxmlformats.org/drawingml/2006/main">
              <a:ext uri="{FF2B5EF4-FFF2-40B4-BE49-F238E27FC236}">
                <a16:creationId xmlns:a16="http://schemas.microsoft.com/office/drawing/2014/main" id="{E0139B3E-694E-4968-938D-74154D1E8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68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1" name="data_7437">
            <a:extLst xmlns:a="http://schemas.openxmlformats.org/drawingml/2006/main">
              <a:ext uri="{FF2B5EF4-FFF2-40B4-BE49-F238E27FC236}">
                <a16:creationId xmlns:a16="http://schemas.microsoft.com/office/drawing/2014/main" id="{DC7350C5-F73E-4705-B12A-FF5E225A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2473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2" name="data_7438">
            <a:extLst xmlns:a="http://schemas.openxmlformats.org/drawingml/2006/main">
              <a:ext uri="{FF2B5EF4-FFF2-40B4-BE49-F238E27FC236}">
                <a16:creationId xmlns:a16="http://schemas.microsoft.com/office/drawing/2014/main" id="{1DE8A574-64B9-405B-9E16-76EDBEA9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78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3" name="data_7439">
            <a:extLst xmlns:a="http://schemas.openxmlformats.org/drawingml/2006/main">
              <a:ext uri="{FF2B5EF4-FFF2-40B4-BE49-F238E27FC236}">
                <a16:creationId xmlns:a16="http://schemas.microsoft.com/office/drawing/2014/main" id="{F21AF0AC-8FBD-4E7F-AED2-E23220FBE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788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4" name="data_7440">
            <a:extLst xmlns:a="http://schemas.openxmlformats.org/drawingml/2006/main">
              <a:ext uri="{FF2B5EF4-FFF2-40B4-BE49-F238E27FC236}">
                <a16:creationId xmlns:a16="http://schemas.microsoft.com/office/drawing/2014/main" id="{36DB892B-71C5-483C-8C7D-C2FE5C6C4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65" y="24517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5" name="data_7441">
            <a:extLst xmlns:a="http://schemas.openxmlformats.org/drawingml/2006/main">
              <a:ext uri="{FF2B5EF4-FFF2-40B4-BE49-F238E27FC236}">
                <a16:creationId xmlns:a16="http://schemas.microsoft.com/office/drawing/2014/main" id="{C7B29605-9175-4B85-AD9B-5637DBBCC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205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6" name="data_7442">
            <a:extLst xmlns:a="http://schemas.openxmlformats.org/drawingml/2006/main">
              <a:ext uri="{FF2B5EF4-FFF2-40B4-BE49-F238E27FC236}">
                <a16:creationId xmlns:a16="http://schemas.microsoft.com/office/drawing/2014/main" id="{34117F05-21A1-47DD-BC67-FB9ACBFBB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299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7" name="data_7443">
            <a:extLst xmlns:a="http://schemas.openxmlformats.org/drawingml/2006/main">
              <a:ext uri="{FF2B5EF4-FFF2-40B4-BE49-F238E27FC236}">
                <a16:creationId xmlns:a16="http://schemas.microsoft.com/office/drawing/2014/main" id="{18861F4B-A341-4C7D-B620-BC48F95C7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8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8" name="data_7444">
            <a:extLst xmlns:a="http://schemas.openxmlformats.org/drawingml/2006/main">
              <a:ext uri="{FF2B5EF4-FFF2-40B4-BE49-F238E27FC236}">
                <a16:creationId xmlns:a16="http://schemas.microsoft.com/office/drawing/2014/main" id="{36BF1EAB-2957-4817-A7C1-74B71FC35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573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9" name="data_7445">
            <a:extLst xmlns:a="http://schemas.openxmlformats.org/drawingml/2006/main">
              <a:ext uri="{FF2B5EF4-FFF2-40B4-BE49-F238E27FC236}">
                <a16:creationId xmlns:a16="http://schemas.microsoft.com/office/drawing/2014/main" id="{7D768F92-FE71-4342-AB9B-EA1535C3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371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0" name="data_7446">
            <a:extLst xmlns:a="http://schemas.openxmlformats.org/drawingml/2006/main">
              <a:ext uri="{FF2B5EF4-FFF2-40B4-BE49-F238E27FC236}">
                <a16:creationId xmlns:a16="http://schemas.microsoft.com/office/drawing/2014/main" id="{945AB318-323C-4808-B768-AC149F22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26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1" name="data_7447">
            <a:extLst xmlns:a="http://schemas.openxmlformats.org/drawingml/2006/main">
              <a:ext uri="{FF2B5EF4-FFF2-40B4-BE49-F238E27FC236}">
                <a16:creationId xmlns:a16="http://schemas.microsoft.com/office/drawing/2014/main" id="{B4B5508E-EBBC-4F78-A9FB-F723E328C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9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2" name="data_7448">
            <a:extLst xmlns:a="http://schemas.openxmlformats.org/drawingml/2006/main">
              <a:ext uri="{FF2B5EF4-FFF2-40B4-BE49-F238E27FC236}">
                <a16:creationId xmlns:a16="http://schemas.microsoft.com/office/drawing/2014/main" id="{BCA4CFD9-D4F4-4E5A-94C3-B746B7ED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433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3" name="data_7449">
            <a:extLst xmlns:a="http://schemas.openxmlformats.org/drawingml/2006/main">
              <a:ext uri="{FF2B5EF4-FFF2-40B4-BE49-F238E27FC236}">
                <a16:creationId xmlns:a16="http://schemas.microsoft.com/office/drawing/2014/main" id="{2A688856-80E7-4662-85B0-EDCC7B240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69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4" name="data_7450">
            <a:extLst xmlns:a="http://schemas.openxmlformats.org/drawingml/2006/main">
              <a:ext uri="{FF2B5EF4-FFF2-40B4-BE49-F238E27FC236}">
                <a16:creationId xmlns:a16="http://schemas.microsoft.com/office/drawing/2014/main" id="{87786507-4814-47D8-A215-58542B0A4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957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5" name="data_7451">
            <a:extLst xmlns:a="http://schemas.openxmlformats.org/drawingml/2006/main">
              <a:ext uri="{FF2B5EF4-FFF2-40B4-BE49-F238E27FC236}">
                <a16:creationId xmlns:a16="http://schemas.microsoft.com/office/drawing/2014/main" id="{1E889C97-7369-4C60-9D3D-1E618CD8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876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6" name="data_7452">
            <a:extLst xmlns:a="http://schemas.openxmlformats.org/drawingml/2006/main">
              <a:ext uri="{FF2B5EF4-FFF2-40B4-BE49-F238E27FC236}">
                <a16:creationId xmlns:a16="http://schemas.microsoft.com/office/drawing/2014/main" id="{88E8D7BA-CBF7-4F68-8EC2-BBFE8BD5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878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7" name="data_7453">
            <a:extLst xmlns:a="http://schemas.openxmlformats.org/drawingml/2006/main">
              <a:ext uri="{FF2B5EF4-FFF2-40B4-BE49-F238E27FC236}">
                <a16:creationId xmlns:a16="http://schemas.microsoft.com/office/drawing/2014/main" id="{00197E11-C323-4DFE-9D5E-184EE26C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2344" y="31847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8" name="data_7454">
            <a:extLst xmlns:a="http://schemas.openxmlformats.org/drawingml/2006/main">
              <a:ext uri="{FF2B5EF4-FFF2-40B4-BE49-F238E27FC236}">
                <a16:creationId xmlns:a16="http://schemas.microsoft.com/office/drawing/2014/main" id="{A86709E8-7EBA-44E7-8871-9CE9827EC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632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9" name="data_7455">
            <a:extLst xmlns:a="http://schemas.openxmlformats.org/drawingml/2006/main">
              <a:ext uri="{FF2B5EF4-FFF2-40B4-BE49-F238E27FC236}">
                <a16:creationId xmlns:a16="http://schemas.microsoft.com/office/drawing/2014/main" id="{771E00C5-5BB9-4FA2-8F3B-42697B2B0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638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0" name="data_7456">
            <a:extLst xmlns:a="http://schemas.openxmlformats.org/drawingml/2006/main">
              <a:ext uri="{FF2B5EF4-FFF2-40B4-BE49-F238E27FC236}">
                <a16:creationId xmlns:a16="http://schemas.microsoft.com/office/drawing/2014/main" id="{02A3769B-BEAE-4E9A-B248-E17AFF71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237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1" name="data_7457">
            <a:extLst xmlns:a="http://schemas.openxmlformats.org/drawingml/2006/main">
              <a:ext uri="{FF2B5EF4-FFF2-40B4-BE49-F238E27FC236}">
                <a16:creationId xmlns:a16="http://schemas.microsoft.com/office/drawing/2014/main" id="{B217468C-2730-462E-8E98-26863FFF4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657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2" name="data_7458">
            <a:extLst xmlns:a="http://schemas.openxmlformats.org/drawingml/2006/main">
              <a:ext uri="{FF2B5EF4-FFF2-40B4-BE49-F238E27FC236}">
                <a16:creationId xmlns:a16="http://schemas.microsoft.com/office/drawing/2014/main" id="{04944067-F7D8-48F7-80C7-DA09B2421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40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3" name="data_7459">
            <a:extLst xmlns:a="http://schemas.openxmlformats.org/drawingml/2006/main">
              <a:ext uri="{FF2B5EF4-FFF2-40B4-BE49-F238E27FC236}">
                <a16:creationId xmlns:a16="http://schemas.microsoft.com/office/drawing/2014/main" id="{F748964A-42E6-422F-8C04-D845540F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75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4" name="data_7460">
            <a:extLst xmlns:a="http://schemas.openxmlformats.org/drawingml/2006/main">
              <a:ext uri="{FF2B5EF4-FFF2-40B4-BE49-F238E27FC236}">
                <a16:creationId xmlns:a16="http://schemas.microsoft.com/office/drawing/2014/main" id="{B60F4906-E2F9-45D2-B703-2E61C3942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807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5" name="data_7461">
            <a:extLst xmlns:a="http://schemas.openxmlformats.org/drawingml/2006/main">
              <a:ext uri="{FF2B5EF4-FFF2-40B4-BE49-F238E27FC236}">
                <a16:creationId xmlns:a16="http://schemas.microsoft.com/office/drawing/2014/main" id="{0FC4D3DC-6C4F-4EA2-8E13-6DD8888AE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68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6" name="data_7462">
            <a:extLst xmlns:a="http://schemas.openxmlformats.org/drawingml/2006/main">
              <a:ext uri="{FF2B5EF4-FFF2-40B4-BE49-F238E27FC236}">
                <a16:creationId xmlns:a16="http://schemas.microsoft.com/office/drawing/2014/main" id="{B39D2E37-86DE-43CE-ADF1-72E92A168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657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7" name="data_7463">
            <a:extLst xmlns:a="http://schemas.openxmlformats.org/drawingml/2006/main">
              <a:ext uri="{FF2B5EF4-FFF2-40B4-BE49-F238E27FC236}">
                <a16:creationId xmlns:a16="http://schemas.microsoft.com/office/drawing/2014/main" id="{E1E1F700-1DB6-43E7-ADE1-51101D6E2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830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8" name="data_7464">
            <a:extLst xmlns:a="http://schemas.openxmlformats.org/drawingml/2006/main">
              <a:ext uri="{FF2B5EF4-FFF2-40B4-BE49-F238E27FC236}">
                <a16:creationId xmlns:a16="http://schemas.microsoft.com/office/drawing/2014/main" id="{60BF82A6-D9D4-4F20-8D27-E733581B7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012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9" name="data_7465">
            <a:extLst xmlns:a="http://schemas.openxmlformats.org/drawingml/2006/main">
              <a:ext uri="{FF2B5EF4-FFF2-40B4-BE49-F238E27FC236}">
                <a16:creationId xmlns:a16="http://schemas.microsoft.com/office/drawing/2014/main" id="{15F767D5-C897-48DC-AF17-C32D353C8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68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0" name="data_7466">
            <a:extLst xmlns:a="http://schemas.openxmlformats.org/drawingml/2006/main">
              <a:ext uri="{FF2B5EF4-FFF2-40B4-BE49-F238E27FC236}">
                <a16:creationId xmlns:a16="http://schemas.microsoft.com/office/drawing/2014/main" id="{C6DCA474-3AA4-4D15-A076-DECF22A8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51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1" name="data_7467">
            <a:extLst xmlns:a="http://schemas.openxmlformats.org/drawingml/2006/main">
              <a:ext uri="{FF2B5EF4-FFF2-40B4-BE49-F238E27FC236}">
                <a16:creationId xmlns:a16="http://schemas.microsoft.com/office/drawing/2014/main" id="{9B9B54B7-7311-4458-AA03-8EF4B2EB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303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2" name="data_7468">
            <a:extLst xmlns:a="http://schemas.openxmlformats.org/drawingml/2006/main">
              <a:ext uri="{FF2B5EF4-FFF2-40B4-BE49-F238E27FC236}">
                <a16:creationId xmlns:a16="http://schemas.microsoft.com/office/drawing/2014/main" id="{B8F1AA61-028A-42DD-9043-0498F22CD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30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3" name="data_7469">
            <a:extLst xmlns:a="http://schemas.openxmlformats.org/drawingml/2006/main">
              <a:ext uri="{FF2B5EF4-FFF2-40B4-BE49-F238E27FC236}">
                <a16:creationId xmlns:a16="http://schemas.microsoft.com/office/drawing/2014/main" id="{8282E4D4-9E38-4155-9EC7-58970D46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73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4" name="data_7470">
            <a:extLst xmlns:a="http://schemas.openxmlformats.org/drawingml/2006/main">
              <a:ext uri="{FF2B5EF4-FFF2-40B4-BE49-F238E27FC236}">
                <a16:creationId xmlns:a16="http://schemas.microsoft.com/office/drawing/2014/main" id="{7708E64B-B8D5-46FA-B196-03925266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110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5" name="data_7471">
            <a:extLst xmlns:a="http://schemas.openxmlformats.org/drawingml/2006/main">
              <a:ext uri="{FF2B5EF4-FFF2-40B4-BE49-F238E27FC236}">
                <a16:creationId xmlns:a16="http://schemas.microsoft.com/office/drawing/2014/main" id="{71423E48-A715-4DA3-8BAE-CB1C7193C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348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6" name="data_7472">
            <a:extLst xmlns:a="http://schemas.openxmlformats.org/drawingml/2006/main">
              <a:ext uri="{FF2B5EF4-FFF2-40B4-BE49-F238E27FC236}">
                <a16:creationId xmlns:a16="http://schemas.microsoft.com/office/drawing/2014/main" id="{A64A9DD8-9F62-4DE0-AE0A-353991F9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084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7" name="data_7473">
            <a:extLst xmlns:a="http://schemas.openxmlformats.org/drawingml/2006/main">
              <a:ext uri="{FF2B5EF4-FFF2-40B4-BE49-F238E27FC236}">
                <a16:creationId xmlns:a16="http://schemas.microsoft.com/office/drawing/2014/main" id="{0884DED5-1A8B-4D02-B0B1-BDC15C3F5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068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8" name="data_7474">
            <a:extLst xmlns:a="http://schemas.openxmlformats.org/drawingml/2006/main">
              <a:ext uri="{FF2B5EF4-FFF2-40B4-BE49-F238E27FC236}">
                <a16:creationId xmlns:a16="http://schemas.microsoft.com/office/drawing/2014/main" id="{D7055047-A3EC-41F0-B0C6-07E796709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651" y="355209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9" name="data_7475">
            <a:extLst xmlns:a="http://schemas.openxmlformats.org/drawingml/2006/main">
              <a:ext uri="{FF2B5EF4-FFF2-40B4-BE49-F238E27FC236}">
                <a16:creationId xmlns:a16="http://schemas.microsoft.com/office/drawing/2014/main" id="{ACD220CB-BE09-484F-86EC-777384882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85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0" name="data_7476">
            <a:extLst xmlns:a="http://schemas.openxmlformats.org/drawingml/2006/main">
              <a:ext uri="{FF2B5EF4-FFF2-40B4-BE49-F238E27FC236}">
                <a16:creationId xmlns:a16="http://schemas.microsoft.com/office/drawing/2014/main" id="{A13DF17B-CD0F-49CE-81C8-4837293E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59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1" name="data_7477">
            <a:extLst xmlns:a="http://schemas.openxmlformats.org/drawingml/2006/main">
              <a:ext uri="{FF2B5EF4-FFF2-40B4-BE49-F238E27FC236}">
                <a16:creationId xmlns:a16="http://schemas.microsoft.com/office/drawing/2014/main" id="{98F2E494-E9C8-4BAA-8B4E-9B1A07D9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824" y="245862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2" name="data_7478">
            <a:extLst xmlns:a="http://schemas.openxmlformats.org/drawingml/2006/main">
              <a:ext uri="{FF2B5EF4-FFF2-40B4-BE49-F238E27FC236}">
                <a16:creationId xmlns:a16="http://schemas.microsoft.com/office/drawing/2014/main" id="{6916BBB7-E38A-4C25-B814-65C21CE0C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511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3" name="data_7479">
            <a:extLst xmlns:a="http://schemas.openxmlformats.org/drawingml/2006/main">
              <a:ext uri="{FF2B5EF4-FFF2-40B4-BE49-F238E27FC236}">
                <a16:creationId xmlns:a16="http://schemas.microsoft.com/office/drawing/2014/main" id="{C924AB1E-67A1-426E-8678-F622D869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084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4" name="data_7480">
            <a:extLst xmlns:a="http://schemas.openxmlformats.org/drawingml/2006/main">
              <a:ext uri="{FF2B5EF4-FFF2-40B4-BE49-F238E27FC236}">
                <a16:creationId xmlns:a16="http://schemas.microsoft.com/office/drawing/2014/main" id="{074D45DB-2447-4126-B9B1-5875BA492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340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5" name="data_7481">
            <a:extLst xmlns:a="http://schemas.openxmlformats.org/drawingml/2006/main">
              <a:ext uri="{FF2B5EF4-FFF2-40B4-BE49-F238E27FC236}">
                <a16:creationId xmlns:a16="http://schemas.microsoft.com/office/drawing/2014/main" id="{16FEEBCC-D338-4731-B742-EBA895D7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391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6" name="data_7482">
            <a:extLst xmlns:a="http://schemas.openxmlformats.org/drawingml/2006/main">
              <a:ext uri="{FF2B5EF4-FFF2-40B4-BE49-F238E27FC236}">
                <a16:creationId xmlns:a16="http://schemas.microsoft.com/office/drawing/2014/main" id="{0C2EE5B6-D779-4159-BA5E-C15CF172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007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7" name="data_7483">
            <a:extLst xmlns:a="http://schemas.openxmlformats.org/drawingml/2006/main">
              <a:ext uri="{FF2B5EF4-FFF2-40B4-BE49-F238E27FC236}">
                <a16:creationId xmlns:a16="http://schemas.microsoft.com/office/drawing/2014/main" id="{4C87596E-659B-4202-A3A6-54180C8DD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610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8" name="data_7484">
            <a:extLst xmlns:a="http://schemas.openxmlformats.org/drawingml/2006/main">
              <a:ext uri="{FF2B5EF4-FFF2-40B4-BE49-F238E27FC236}">
                <a16:creationId xmlns:a16="http://schemas.microsoft.com/office/drawing/2014/main" id="{810A41F9-3789-4987-8CB1-6167CABDC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908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9" name="data_7485">
            <a:extLst xmlns:a="http://schemas.openxmlformats.org/drawingml/2006/main">
              <a:ext uri="{FF2B5EF4-FFF2-40B4-BE49-F238E27FC236}">
                <a16:creationId xmlns:a16="http://schemas.microsoft.com/office/drawing/2014/main" id="{134A3E4F-3445-4711-AC80-9AB18B287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690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0" name="data_7486">
            <a:extLst xmlns:a="http://schemas.openxmlformats.org/drawingml/2006/main">
              <a:ext uri="{FF2B5EF4-FFF2-40B4-BE49-F238E27FC236}">
                <a16:creationId xmlns:a16="http://schemas.microsoft.com/office/drawing/2014/main" id="{DDA1C0DA-C599-4246-918A-13759945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18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1" name="data_7487">
            <a:extLst xmlns:a="http://schemas.openxmlformats.org/drawingml/2006/main">
              <a:ext uri="{FF2B5EF4-FFF2-40B4-BE49-F238E27FC236}">
                <a16:creationId xmlns:a16="http://schemas.microsoft.com/office/drawing/2014/main" id="{39B58446-E886-4DF4-8101-730FEBC56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680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2" name="data_7488">
            <a:extLst xmlns:a="http://schemas.openxmlformats.org/drawingml/2006/main">
              <a:ext uri="{FF2B5EF4-FFF2-40B4-BE49-F238E27FC236}">
                <a16:creationId xmlns:a16="http://schemas.microsoft.com/office/drawing/2014/main" id="{9CC3DD2C-CC27-4366-B8A5-B837C7A41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99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3" name="data_7489">
            <a:extLst xmlns:a="http://schemas.openxmlformats.org/drawingml/2006/main">
              <a:ext uri="{FF2B5EF4-FFF2-40B4-BE49-F238E27FC236}">
                <a16:creationId xmlns:a16="http://schemas.microsoft.com/office/drawing/2014/main" id="{D79394B2-942E-4DAE-8FAE-B04181FE8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107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4" name="data_7490">
            <a:extLst xmlns:a="http://schemas.openxmlformats.org/drawingml/2006/main">
              <a:ext uri="{FF2B5EF4-FFF2-40B4-BE49-F238E27FC236}">
                <a16:creationId xmlns:a16="http://schemas.microsoft.com/office/drawing/2014/main" id="{F5964FD9-DCAF-4AD8-B6B2-55E8D6CA5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7165" y="284678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5" name="data_7491">
            <a:extLst xmlns:a="http://schemas.openxmlformats.org/drawingml/2006/main">
              <a:ext uri="{FF2B5EF4-FFF2-40B4-BE49-F238E27FC236}">
                <a16:creationId xmlns:a16="http://schemas.microsoft.com/office/drawing/2014/main" id="{A13A6C78-32B3-4A5B-8DB4-BD36A545B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77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6" name="data_7492">
            <a:extLst xmlns:a="http://schemas.openxmlformats.org/drawingml/2006/main">
              <a:ext uri="{FF2B5EF4-FFF2-40B4-BE49-F238E27FC236}">
                <a16:creationId xmlns:a16="http://schemas.microsoft.com/office/drawing/2014/main" id="{B0E480DF-00D8-4B48-8E46-DE85D37DC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57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7" name="data_7493">
            <a:extLst xmlns:a="http://schemas.openxmlformats.org/drawingml/2006/main">
              <a:ext uri="{FF2B5EF4-FFF2-40B4-BE49-F238E27FC236}">
                <a16:creationId xmlns:a16="http://schemas.microsoft.com/office/drawing/2014/main" id="{F2686EBA-1396-40CB-9868-649BC4CA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76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8" name="data_7494">
            <a:extLst xmlns:a="http://schemas.openxmlformats.org/drawingml/2006/main">
              <a:ext uri="{FF2B5EF4-FFF2-40B4-BE49-F238E27FC236}">
                <a16:creationId xmlns:a16="http://schemas.microsoft.com/office/drawing/2014/main" id="{25B30D94-A455-4F2B-B79C-3947CC41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908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9" name="data_7495">
            <a:extLst xmlns:a="http://schemas.openxmlformats.org/drawingml/2006/main">
              <a:ext uri="{FF2B5EF4-FFF2-40B4-BE49-F238E27FC236}">
                <a16:creationId xmlns:a16="http://schemas.microsoft.com/office/drawing/2014/main" id="{C2D6E678-7226-45E1-9745-325AC90C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921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0" name="data_7496">
            <a:extLst xmlns:a="http://schemas.openxmlformats.org/drawingml/2006/main">
              <a:ext uri="{FF2B5EF4-FFF2-40B4-BE49-F238E27FC236}">
                <a16:creationId xmlns:a16="http://schemas.microsoft.com/office/drawing/2014/main" id="{CE460F15-6E18-423B-B08D-6DAC2F6EC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85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1" name="data_7497">
            <a:extLst xmlns:a="http://schemas.openxmlformats.org/drawingml/2006/main">
              <a:ext uri="{FF2B5EF4-FFF2-40B4-BE49-F238E27FC236}">
                <a16:creationId xmlns:a16="http://schemas.microsoft.com/office/drawing/2014/main" id="{11618CB7-841E-4BCE-A8AD-5BC802FD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449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2" name="data_7498">
            <a:extLst xmlns:a="http://schemas.openxmlformats.org/drawingml/2006/main">
              <a:ext uri="{FF2B5EF4-FFF2-40B4-BE49-F238E27FC236}">
                <a16:creationId xmlns:a16="http://schemas.microsoft.com/office/drawing/2014/main" id="{7360F6AE-04A4-4984-99CA-0881C6E57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39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3" name="data_7499">
            <a:extLst xmlns:a="http://schemas.openxmlformats.org/drawingml/2006/main">
              <a:ext uri="{FF2B5EF4-FFF2-40B4-BE49-F238E27FC236}">
                <a16:creationId xmlns:a16="http://schemas.microsoft.com/office/drawing/2014/main" id="{CAFEA62B-465E-40CB-A528-2C64F1D6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723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4" name="data_7500">
            <a:extLst xmlns:a="http://schemas.openxmlformats.org/drawingml/2006/main">
              <a:ext uri="{FF2B5EF4-FFF2-40B4-BE49-F238E27FC236}">
                <a16:creationId xmlns:a16="http://schemas.microsoft.com/office/drawing/2014/main" id="{8AD2E021-1E24-4B09-8411-6AE926067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327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5" name="data_7501">
            <a:extLst xmlns:a="http://schemas.openxmlformats.org/drawingml/2006/main">
              <a:ext uri="{FF2B5EF4-FFF2-40B4-BE49-F238E27FC236}">
                <a16:creationId xmlns:a16="http://schemas.microsoft.com/office/drawing/2014/main" id="{B3C5183A-156C-4615-8F84-11D9502E2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091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6" name="data_7502">
            <a:extLst xmlns:a="http://schemas.openxmlformats.org/drawingml/2006/main">
              <a:ext uri="{FF2B5EF4-FFF2-40B4-BE49-F238E27FC236}">
                <a16:creationId xmlns:a16="http://schemas.microsoft.com/office/drawing/2014/main" id="{3E0EE463-DF14-458A-99A7-63F9D4090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478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7" name="data_7503">
            <a:extLst xmlns:a="http://schemas.openxmlformats.org/drawingml/2006/main">
              <a:ext uri="{FF2B5EF4-FFF2-40B4-BE49-F238E27FC236}">
                <a16:creationId xmlns:a16="http://schemas.microsoft.com/office/drawing/2014/main" id="{0C147EE0-6C43-4827-B085-5B095149B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621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8" name="data_7504">
            <a:extLst xmlns:a="http://schemas.openxmlformats.org/drawingml/2006/main">
              <a:ext uri="{FF2B5EF4-FFF2-40B4-BE49-F238E27FC236}">
                <a16:creationId xmlns:a16="http://schemas.microsoft.com/office/drawing/2014/main" id="{6B30441E-754F-4AA6-A1D9-96D073FD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1201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9" name="data_7505">
            <a:extLst xmlns:a="http://schemas.openxmlformats.org/drawingml/2006/main">
              <a:ext uri="{FF2B5EF4-FFF2-40B4-BE49-F238E27FC236}">
                <a16:creationId xmlns:a16="http://schemas.microsoft.com/office/drawing/2014/main" id="{2D4181A9-E561-4B35-8A6F-32DEEF12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52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0" name="data_7506">
            <a:extLst xmlns:a="http://schemas.openxmlformats.org/drawingml/2006/main">
              <a:ext uri="{FF2B5EF4-FFF2-40B4-BE49-F238E27FC236}">
                <a16:creationId xmlns:a16="http://schemas.microsoft.com/office/drawing/2014/main" id="{80978DC8-7597-48A5-86B1-4912539D2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00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1" name="data_7507">
            <a:extLst xmlns:a="http://schemas.openxmlformats.org/drawingml/2006/main">
              <a:ext uri="{FF2B5EF4-FFF2-40B4-BE49-F238E27FC236}">
                <a16:creationId xmlns:a16="http://schemas.microsoft.com/office/drawing/2014/main" id="{4D7932A2-D876-4885-BD2D-F15FB042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3157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2" name="data_7508">
            <a:extLst xmlns:a="http://schemas.openxmlformats.org/drawingml/2006/main">
              <a:ext uri="{FF2B5EF4-FFF2-40B4-BE49-F238E27FC236}">
                <a16:creationId xmlns:a16="http://schemas.microsoft.com/office/drawing/2014/main" id="{897D8028-6AD3-4D9E-970F-A80C70B9C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107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3" name="data_7509">
            <a:extLst xmlns:a="http://schemas.openxmlformats.org/drawingml/2006/main">
              <a:ext uri="{FF2B5EF4-FFF2-40B4-BE49-F238E27FC236}">
                <a16:creationId xmlns:a16="http://schemas.microsoft.com/office/drawing/2014/main" id="{F48F431F-B291-4C74-ACAF-A3C01ACAC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917" y="25725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4" name="data_7510">
            <a:extLst xmlns:a="http://schemas.openxmlformats.org/drawingml/2006/main">
              <a:ext uri="{FF2B5EF4-FFF2-40B4-BE49-F238E27FC236}">
                <a16:creationId xmlns:a16="http://schemas.microsoft.com/office/drawing/2014/main" id="{890E4870-BC3A-4B5A-ACD6-684EECDDF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8107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5" name="data_7511">
            <a:extLst xmlns:a="http://schemas.openxmlformats.org/drawingml/2006/main">
              <a:ext uri="{FF2B5EF4-FFF2-40B4-BE49-F238E27FC236}">
                <a16:creationId xmlns:a16="http://schemas.microsoft.com/office/drawing/2014/main" id="{CAC51507-73D8-4C2F-AEBB-8C87D3A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765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6" name="data_7512">
            <a:extLst xmlns:a="http://schemas.openxmlformats.org/drawingml/2006/main">
              <a:ext uri="{FF2B5EF4-FFF2-40B4-BE49-F238E27FC236}">
                <a16:creationId xmlns:a16="http://schemas.microsoft.com/office/drawing/2014/main" id="{3937D877-132D-4D2E-979E-3538C5761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849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7" name="data_7513">
            <a:extLst xmlns:a="http://schemas.openxmlformats.org/drawingml/2006/main">
              <a:ext uri="{FF2B5EF4-FFF2-40B4-BE49-F238E27FC236}">
                <a16:creationId xmlns:a16="http://schemas.microsoft.com/office/drawing/2014/main" id="{17A94CFC-3D60-481B-B334-F5ABEA2C6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16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8" name="data_7514">
            <a:extLst xmlns:a="http://schemas.openxmlformats.org/drawingml/2006/main">
              <a:ext uri="{FF2B5EF4-FFF2-40B4-BE49-F238E27FC236}">
                <a16:creationId xmlns:a16="http://schemas.microsoft.com/office/drawing/2014/main" id="{DAD378E3-FB33-4F71-AA3A-AF0925BD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4494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9" name="data_7515">
            <a:extLst xmlns:a="http://schemas.openxmlformats.org/drawingml/2006/main">
              <a:ext uri="{FF2B5EF4-FFF2-40B4-BE49-F238E27FC236}">
                <a16:creationId xmlns:a16="http://schemas.microsoft.com/office/drawing/2014/main" id="{300905AA-E6E8-49CB-9BC0-E66286EE8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12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0" name="data_7516">
            <a:extLst xmlns:a="http://schemas.openxmlformats.org/drawingml/2006/main">
              <a:ext uri="{FF2B5EF4-FFF2-40B4-BE49-F238E27FC236}">
                <a16:creationId xmlns:a16="http://schemas.microsoft.com/office/drawing/2014/main" id="{B0F93977-4961-4747-B83D-AAC97106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7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1" name="data_7517">
            <a:extLst xmlns:a="http://schemas.openxmlformats.org/drawingml/2006/main">
              <a:ext uri="{FF2B5EF4-FFF2-40B4-BE49-F238E27FC236}">
                <a16:creationId xmlns:a16="http://schemas.microsoft.com/office/drawing/2014/main" id="{0C845011-3D88-40CC-8EFB-1047E669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16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2" name="data_7518">
            <a:extLst xmlns:a="http://schemas.openxmlformats.org/drawingml/2006/main">
              <a:ext uri="{FF2B5EF4-FFF2-40B4-BE49-F238E27FC236}">
                <a16:creationId xmlns:a16="http://schemas.microsoft.com/office/drawing/2014/main" id="{7158BAA7-730C-4E5F-80F6-7D07BEE6E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97" y="26788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3" name="data_7519">
            <a:extLst xmlns:a="http://schemas.openxmlformats.org/drawingml/2006/main">
              <a:ext uri="{FF2B5EF4-FFF2-40B4-BE49-F238E27FC236}">
                <a16:creationId xmlns:a16="http://schemas.microsoft.com/office/drawing/2014/main" id="{C4D2705E-F811-42AA-B1DE-3D850E86A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615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4" name="data_7520">
            <a:extLst xmlns:a="http://schemas.openxmlformats.org/drawingml/2006/main">
              <a:ext uri="{FF2B5EF4-FFF2-40B4-BE49-F238E27FC236}">
                <a16:creationId xmlns:a16="http://schemas.microsoft.com/office/drawing/2014/main" id="{1B755B2C-6E74-4BC0-AEA2-61C16E02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4982" y="33402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5" name="data_7521">
            <a:extLst xmlns:a="http://schemas.openxmlformats.org/drawingml/2006/main">
              <a:ext uri="{FF2B5EF4-FFF2-40B4-BE49-F238E27FC236}">
                <a16:creationId xmlns:a16="http://schemas.microsoft.com/office/drawing/2014/main" id="{6CCCB786-2907-4682-AA6C-979A5CD7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830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6" name="data_7522">
            <a:extLst xmlns:a="http://schemas.openxmlformats.org/drawingml/2006/main">
              <a:ext uri="{FF2B5EF4-FFF2-40B4-BE49-F238E27FC236}">
                <a16:creationId xmlns:a16="http://schemas.microsoft.com/office/drawing/2014/main" id="{3201FEE3-D7CD-4127-937E-7664A74B0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094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7" name="data_7523">
            <a:extLst xmlns:a="http://schemas.openxmlformats.org/drawingml/2006/main">
              <a:ext uri="{FF2B5EF4-FFF2-40B4-BE49-F238E27FC236}">
                <a16:creationId xmlns:a16="http://schemas.microsoft.com/office/drawing/2014/main" id="{02D3094F-A4F8-471E-8FA7-B367BDA8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599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8" name="data_7524">
            <a:extLst xmlns:a="http://schemas.openxmlformats.org/drawingml/2006/main">
              <a:ext uri="{FF2B5EF4-FFF2-40B4-BE49-F238E27FC236}">
                <a16:creationId xmlns:a16="http://schemas.microsoft.com/office/drawing/2014/main" id="{7C2F8F2D-90C5-4BB3-A022-449E420BD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726" y="312046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9" name="data_7525">
            <a:extLst xmlns:a="http://schemas.openxmlformats.org/drawingml/2006/main">
              <a:ext uri="{FF2B5EF4-FFF2-40B4-BE49-F238E27FC236}">
                <a16:creationId xmlns:a16="http://schemas.microsoft.com/office/drawing/2014/main" id="{2324FDD5-9876-4864-99E2-AE71D1F98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80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0" name="data_7526">
            <a:extLst xmlns:a="http://schemas.openxmlformats.org/drawingml/2006/main">
              <a:ext uri="{FF2B5EF4-FFF2-40B4-BE49-F238E27FC236}">
                <a16:creationId xmlns:a16="http://schemas.microsoft.com/office/drawing/2014/main" id="{4F22212C-1F91-4FBD-88DC-6C294029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647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1" name="data_7527">
            <a:extLst xmlns:a="http://schemas.openxmlformats.org/drawingml/2006/main">
              <a:ext uri="{FF2B5EF4-FFF2-40B4-BE49-F238E27FC236}">
                <a16:creationId xmlns:a16="http://schemas.microsoft.com/office/drawing/2014/main" id="{DC151ADE-3732-4FFE-A218-11F3FCB0E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465" y="391279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2" name="data_7528">
            <a:extLst xmlns:a="http://schemas.openxmlformats.org/drawingml/2006/main">
              <a:ext uri="{FF2B5EF4-FFF2-40B4-BE49-F238E27FC236}">
                <a16:creationId xmlns:a16="http://schemas.microsoft.com/office/drawing/2014/main" id="{1D43458E-D2AB-44BA-8D99-65B8857F7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7683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3" name="data_7529">
            <a:extLst xmlns:a="http://schemas.openxmlformats.org/drawingml/2006/main">
              <a:ext uri="{FF2B5EF4-FFF2-40B4-BE49-F238E27FC236}">
                <a16:creationId xmlns:a16="http://schemas.microsoft.com/office/drawing/2014/main" id="{7F07AFF5-BF2A-442C-8A86-73ACA8998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296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4" name="data_7530">
            <a:extLst xmlns:a="http://schemas.openxmlformats.org/drawingml/2006/main">
              <a:ext uri="{FF2B5EF4-FFF2-40B4-BE49-F238E27FC236}">
                <a16:creationId xmlns:a16="http://schemas.microsoft.com/office/drawing/2014/main" id="{332F8AA4-01CD-44B2-A2AF-F34BEA84E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2083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5" name="data_7531">
            <a:extLst xmlns:a="http://schemas.openxmlformats.org/drawingml/2006/main">
              <a:ext uri="{FF2B5EF4-FFF2-40B4-BE49-F238E27FC236}">
                <a16:creationId xmlns:a16="http://schemas.microsoft.com/office/drawing/2014/main" id="{0A244A61-3E0C-4A12-BADE-5D4369A73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605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6" name="data_7532">
            <a:extLst xmlns:a="http://schemas.openxmlformats.org/drawingml/2006/main">
              <a:ext uri="{FF2B5EF4-FFF2-40B4-BE49-F238E27FC236}">
                <a16:creationId xmlns:a16="http://schemas.microsoft.com/office/drawing/2014/main" id="{15443384-84F5-41CC-8A60-87CC444C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514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7" name="data_7533">
            <a:extLst xmlns:a="http://schemas.openxmlformats.org/drawingml/2006/main">
              <a:ext uri="{FF2B5EF4-FFF2-40B4-BE49-F238E27FC236}">
                <a16:creationId xmlns:a16="http://schemas.microsoft.com/office/drawing/2014/main" id="{D21874E4-7787-42BC-97E1-6E9C0224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133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8" name="data_7534">
            <a:extLst xmlns:a="http://schemas.openxmlformats.org/drawingml/2006/main">
              <a:ext uri="{FF2B5EF4-FFF2-40B4-BE49-F238E27FC236}">
                <a16:creationId xmlns:a16="http://schemas.microsoft.com/office/drawing/2014/main" id="{50FC562F-E756-43BA-9A8C-A1408C003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596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9" name="data_7535">
            <a:extLst xmlns:a="http://schemas.openxmlformats.org/drawingml/2006/main">
              <a:ext uri="{FF2B5EF4-FFF2-40B4-BE49-F238E27FC236}">
                <a16:creationId xmlns:a16="http://schemas.microsoft.com/office/drawing/2014/main" id="{ECC88152-64E3-45B8-86A8-201916783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8433" y="39191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0" name="data_7536">
            <a:extLst xmlns:a="http://schemas.openxmlformats.org/drawingml/2006/main">
              <a:ext uri="{FF2B5EF4-FFF2-40B4-BE49-F238E27FC236}">
                <a16:creationId xmlns:a16="http://schemas.microsoft.com/office/drawing/2014/main" id="{13F3B3A2-6094-4C31-BD78-F68928A96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198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1" name="data_7537">
            <a:extLst xmlns:a="http://schemas.openxmlformats.org/drawingml/2006/main">
              <a:ext uri="{FF2B5EF4-FFF2-40B4-BE49-F238E27FC236}">
                <a16:creationId xmlns:a16="http://schemas.microsoft.com/office/drawing/2014/main" id="{67529EBB-AF6E-42B0-B445-61B6CACF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24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2" name="data_7538">
            <a:extLst xmlns:a="http://schemas.openxmlformats.org/drawingml/2006/main">
              <a:ext uri="{FF2B5EF4-FFF2-40B4-BE49-F238E27FC236}">
                <a16:creationId xmlns:a16="http://schemas.microsoft.com/office/drawing/2014/main" id="{FFF9B308-BA4D-4F91-9332-036AC6AE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074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3" name="data_7539">
            <a:extLst xmlns:a="http://schemas.openxmlformats.org/drawingml/2006/main">
              <a:ext uri="{FF2B5EF4-FFF2-40B4-BE49-F238E27FC236}">
                <a16:creationId xmlns:a16="http://schemas.microsoft.com/office/drawing/2014/main" id="{CBF27843-6246-4810-9632-3E00A9108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6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4" name="data_7540">
            <a:extLst xmlns:a="http://schemas.openxmlformats.org/drawingml/2006/main">
              <a:ext uri="{FF2B5EF4-FFF2-40B4-BE49-F238E27FC236}">
                <a16:creationId xmlns:a16="http://schemas.microsoft.com/office/drawing/2014/main" id="{A06FDAED-B461-4763-8507-16C5CB787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4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5" name="data_7541">
            <a:extLst xmlns:a="http://schemas.openxmlformats.org/drawingml/2006/main">
              <a:ext uri="{FF2B5EF4-FFF2-40B4-BE49-F238E27FC236}">
                <a16:creationId xmlns:a16="http://schemas.microsoft.com/office/drawing/2014/main" id="{C6B623C8-BE20-46E9-8BE0-78B40A26B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00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6" name="data_7542">
            <a:extLst xmlns:a="http://schemas.openxmlformats.org/drawingml/2006/main">
              <a:ext uri="{FF2B5EF4-FFF2-40B4-BE49-F238E27FC236}">
                <a16:creationId xmlns:a16="http://schemas.microsoft.com/office/drawing/2014/main" id="{73B85EA5-7F6B-49C2-8362-CCAA35B74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664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7" name="data_7543">
            <a:extLst xmlns:a="http://schemas.openxmlformats.org/drawingml/2006/main">
              <a:ext uri="{FF2B5EF4-FFF2-40B4-BE49-F238E27FC236}">
                <a16:creationId xmlns:a16="http://schemas.microsoft.com/office/drawing/2014/main" id="{5EDF9654-1621-4C2E-BE9F-EDF7E7DB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286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8" name="data_7544">
            <a:extLst xmlns:a="http://schemas.openxmlformats.org/drawingml/2006/main">
              <a:ext uri="{FF2B5EF4-FFF2-40B4-BE49-F238E27FC236}">
                <a16:creationId xmlns:a16="http://schemas.microsoft.com/office/drawing/2014/main" id="{18FA4AC9-9BB1-44B0-B813-EE54E506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77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9" name="data_7545">
            <a:extLst xmlns:a="http://schemas.openxmlformats.org/drawingml/2006/main">
              <a:ext uri="{FF2B5EF4-FFF2-40B4-BE49-F238E27FC236}">
                <a16:creationId xmlns:a16="http://schemas.microsoft.com/office/drawing/2014/main" id="{AA251FA5-9097-4355-AFC5-CE623013D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37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0" name="data_7546">
            <a:extLst xmlns:a="http://schemas.openxmlformats.org/drawingml/2006/main">
              <a:ext uri="{FF2B5EF4-FFF2-40B4-BE49-F238E27FC236}">
                <a16:creationId xmlns:a16="http://schemas.microsoft.com/office/drawing/2014/main" id="{415332C5-F828-4944-BBEA-24D5D49F5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204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1" name="data_7547">
            <a:extLst xmlns:a="http://schemas.openxmlformats.org/drawingml/2006/main">
              <a:ext uri="{FF2B5EF4-FFF2-40B4-BE49-F238E27FC236}">
                <a16:creationId xmlns:a16="http://schemas.microsoft.com/office/drawing/2014/main" id="{B08A3EFF-4CB5-4CBB-9B1D-004F4C49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553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2" name="data_7548">
            <a:extLst xmlns:a="http://schemas.openxmlformats.org/drawingml/2006/main">
              <a:ext uri="{FF2B5EF4-FFF2-40B4-BE49-F238E27FC236}">
                <a16:creationId xmlns:a16="http://schemas.microsoft.com/office/drawing/2014/main" id="{91CF9313-EB1A-4008-A946-E0E4BABD7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553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3" name="data_7549">
            <a:extLst xmlns:a="http://schemas.openxmlformats.org/drawingml/2006/main">
              <a:ext uri="{FF2B5EF4-FFF2-40B4-BE49-F238E27FC236}">
                <a16:creationId xmlns:a16="http://schemas.microsoft.com/office/drawing/2014/main" id="{6FE96193-0F21-44ED-804B-0B6B204C0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644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4" name="data_7550">
            <a:extLst xmlns:a="http://schemas.openxmlformats.org/drawingml/2006/main">
              <a:ext uri="{FF2B5EF4-FFF2-40B4-BE49-F238E27FC236}">
                <a16:creationId xmlns:a16="http://schemas.microsoft.com/office/drawing/2014/main" id="{C2D33CAF-EA27-4D14-B45A-CA4A99AD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726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5" name="data_7551">
            <a:extLst xmlns:a="http://schemas.openxmlformats.org/drawingml/2006/main">
              <a:ext uri="{FF2B5EF4-FFF2-40B4-BE49-F238E27FC236}">
                <a16:creationId xmlns:a16="http://schemas.microsoft.com/office/drawing/2014/main" id="{569A4FE2-FD70-4E1A-BE54-ABC666D7D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599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6" name="data_7552">
            <a:extLst xmlns:a="http://schemas.openxmlformats.org/drawingml/2006/main">
              <a:ext uri="{FF2B5EF4-FFF2-40B4-BE49-F238E27FC236}">
                <a16:creationId xmlns:a16="http://schemas.microsoft.com/office/drawing/2014/main" id="{2BC0F24A-E984-4983-B840-2AB6A3CC4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862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7" name="data_7553">
            <a:extLst xmlns:a="http://schemas.openxmlformats.org/drawingml/2006/main">
              <a:ext uri="{FF2B5EF4-FFF2-40B4-BE49-F238E27FC236}">
                <a16:creationId xmlns:a16="http://schemas.microsoft.com/office/drawing/2014/main" id="{54BB46CD-C724-4AC9-8E8D-1C3C4BE5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977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8" name="data_7554">
            <a:extLst xmlns:a="http://schemas.openxmlformats.org/drawingml/2006/main">
              <a:ext uri="{FF2B5EF4-FFF2-40B4-BE49-F238E27FC236}">
                <a16:creationId xmlns:a16="http://schemas.microsoft.com/office/drawing/2014/main" id="{1835AF07-3DE9-40D1-98CC-D3BA9ADC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8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9" name="data_7555">
            <a:extLst xmlns:a="http://schemas.openxmlformats.org/drawingml/2006/main">
              <a:ext uri="{FF2B5EF4-FFF2-40B4-BE49-F238E27FC236}">
                <a16:creationId xmlns:a16="http://schemas.microsoft.com/office/drawing/2014/main" id="{0FBAE456-74AD-46AF-9D1E-2323945D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508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0" name="data_7556">
            <a:extLst xmlns:a="http://schemas.openxmlformats.org/drawingml/2006/main">
              <a:ext uri="{FF2B5EF4-FFF2-40B4-BE49-F238E27FC236}">
                <a16:creationId xmlns:a16="http://schemas.microsoft.com/office/drawing/2014/main" id="{687EA12A-FE52-43E1-BBEE-4870E80E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898" y="37400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1" name="data_7557">
            <a:extLst xmlns:a="http://schemas.openxmlformats.org/drawingml/2006/main">
              <a:ext uri="{FF2B5EF4-FFF2-40B4-BE49-F238E27FC236}">
                <a16:creationId xmlns:a16="http://schemas.microsoft.com/office/drawing/2014/main" id="{B510A300-6633-4D59-9CA4-D28316ABF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54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2" name="data_7558">
            <a:extLst xmlns:a="http://schemas.openxmlformats.org/drawingml/2006/main">
              <a:ext uri="{FF2B5EF4-FFF2-40B4-BE49-F238E27FC236}">
                <a16:creationId xmlns:a16="http://schemas.microsoft.com/office/drawing/2014/main" id="{36D3CB42-6962-4270-8BF2-87B07560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239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3" name="data_7559">
            <a:extLst xmlns:a="http://schemas.openxmlformats.org/drawingml/2006/main">
              <a:ext uri="{FF2B5EF4-FFF2-40B4-BE49-F238E27FC236}">
                <a16:creationId xmlns:a16="http://schemas.microsoft.com/office/drawing/2014/main" id="{224FDCB8-4F47-43C7-8FB4-99EBDAD91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328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4" name="data_7560">
            <a:extLst xmlns:a="http://schemas.openxmlformats.org/drawingml/2006/main">
              <a:ext uri="{FF2B5EF4-FFF2-40B4-BE49-F238E27FC236}">
                <a16:creationId xmlns:a16="http://schemas.microsoft.com/office/drawing/2014/main" id="{7ECDC851-5491-486D-AD61-52E6D1774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3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5" name="data_7561">
            <a:extLst xmlns:a="http://schemas.openxmlformats.org/drawingml/2006/main">
              <a:ext uri="{FF2B5EF4-FFF2-40B4-BE49-F238E27FC236}">
                <a16:creationId xmlns:a16="http://schemas.microsoft.com/office/drawing/2014/main" id="{3EFBFEB9-0360-4ED3-8D27-A6024C5E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0423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6" name="data_7562">
            <a:extLst xmlns:a="http://schemas.openxmlformats.org/drawingml/2006/main">
              <a:ext uri="{FF2B5EF4-FFF2-40B4-BE49-F238E27FC236}">
                <a16:creationId xmlns:a16="http://schemas.microsoft.com/office/drawing/2014/main" id="{4DAE9551-3FC0-4A4D-ABB3-4B1E69B7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9640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7" name="data_7563">
            <a:extLst xmlns:a="http://schemas.openxmlformats.org/drawingml/2006/main">
              <a:ext uri="{FF2B5EF4-FFF2-40B4-BE49-F238E27FC236}">
                <a16:creationId xmlns:a16="http://schemas.microsoft.com/office/drawing/2014/main" id="{93A25192-FE5E-410A-AE3D-B802C471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96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8" name="data_7564">
            <a:extLst xmlns:a="http://schemas.openxmlformats.org/drawingml/2006/main">
              <a:ext uri="{FF2B5EF4-FFF2-40B4-BE49-F238E27FC236}">
                <a16:creationId xmlns:a16="http://schemas.microsoft.com/office/drawing/2014/main" id="{255D3A15-8D39-458A-8895-9CCEBFA7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50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9" name="data_7565">
            <a:extLst xmlns:a="http://schemas.openxmlformats.org/drawingml/2006/main">
              <a:ext uri="{FF2B5EF4-FFF2-40B4-BE49-F238E27FC236}">
                <a16:creationId xmlns:a16="http://schemas.microsoft.com/office/drawing/2014/main" id="{0C34C133-7F99-44B4-A7A4-800671520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765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0" name="data_7566">
            <a:extLst xmlns:a="http://schemas.openxmlformats.org/drawingml/2006/main">
              <a:ext uri="{FF2B5EF4-FFF2-40B4-BE49-F238E27FC236}">
                <a16:creationId xmlns:a16="http://schemas.microsoft.com/office/drawing/2014/main" id="{DB581EC4-DAE6-4DDA-AB4E-D1F0E3B93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300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1" name="data_7567">
            <a:extLst xmlns:a="http://schemas.openxmlformats.org/drawingml/2006/main">
              <a:ext uri="{FF2B5EF4-FFF2-40B4-BE49-F238E27FC236}">
                <a16:creationId xmlns:a16="http://schemas.microsoft.com/office/drawing/2014/main" id="{3E989444-9BD3-43F1-9E2B-7D465C7CF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130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2" name="data_7568">
            <a:extLst xmlns:a="http://schemas.openxmlformats.org/drawingml/2006/main">
              <a:ext uri="{FF2B5EF4-FFF2-40B4-BE49-F238E27FC236}">
                <a16:creationId xmlns:a16="http://schemas.microsoft.com/office/drawing/2014/main" id="{E450DED2-63EF-4289-91C3-57387297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48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3" name="data_7569">
            <a:extLst xmlns:a="http://schemas.openxmlformats.org/drawingml/2006/main">
              <a:ext uri="{FF2B5EF4-FFF2-40B4-BE49-F238E27FC236}">
                <a16:creationId xmlns:a16="http://schemas.microsoft.com/office/drawing/2014/main" id="{FDA23BE3-B8D8-4AF8-8961-B51950E8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644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4" name="data_7570">
            <a:extLst xmlns:a="http://schemas.openxmlformats.org/drawingml/2006/main">
              <a:ext uri="{FF2B5EF4-FFF2-40B4-BE49-F238E27FC236}">
                <a16:creationId xmlns:a16="http://schemas.microsoft.com/office/drawing/2014/main" id="{2CDF57B1-7462-43A0-88A1-ACA320611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230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5" name="data_7571">
            <a:extLst xmlns:a="http://schemas.openxmlformats.org/drawingml/2006/main">
              <a:ext uri="{FF2B5EF4-FFF2-40B4-BE49-F238E27FC236}">
                <a16:creationId xmlns:a16="http://schemas.microsoft.com/office/drawing/2014/main" id="{FFF4A24B-9945-48DC-B88F-A1BFF388C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12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6" name="data_7572">
            <a:extLst xmlns:a="http://schemas.openxmlformats.org/drawingml/2006/main">
              <a:ext uri="{FF2B5EF4-FFF2-40B4-BE49-F238E27FC236}">
                <a16:creationId xmlns:a16="http://schemas.microsoft.com/office/drawing/2014/main" id="{7D2008F4-1C56-4101-A481-36F175A38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31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7" name="data_7573">
            <a:extLst xmlns:a="http://schemas.openxmlformats.org/drawingml/2006/main">
              <a:ext uri="{FF2B5EF4-FFF2-40B4-BE49-F238E27FC236}">
                <a16:creationId xmlns:a16="http://schemas.microsoft.com/office/drawing/2014/main" id="{445FE1D6-EDF7-4A8C-8043-BF960E301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91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8" name="data_7574">
            <a:extLst xmlns:a="http://schemas.openxmlformats.org/drawingml/2006/main">
              <a:ext uri="{FF2B5EF4-FFF2-40B4-BE49-F238E27FC236}">
                <a16:creationId xmlns:a16="http://schemas.microsoft.com/office/drawing/2014/main" id="{04BFCD68-E66F-45E3-B843-EADB7466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76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9" name="data_7575">
            <a:extLst xmlns:a="http://schemas.openxmlformats.org/drawingml/2006/main">
              <a:ext uri="{FF2B5EF4-FFF2-40B4-BE49-F238E27FC236}">
                <a16:creationId xmlns:a16="http://schemas.microsoft.com/office/drawing/2014/main" id="{718D0660-EABB-4122-A75F-4D2948BD1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879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0" name="data_7576">
            <a:extLst xmlns:a="http://schemas.openxmlformats.org/drawingml/2006/main">
              <a:ext uri="{FF2B5EF4-FFF2-40B4-BE49-F238E27FC236}">
                <a16:creationId xmlns:a16="http://schemas.microsoft.com/office/drawing/2014/main" id="{57474D5F-6824-4549-8955-0CAFABBB4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99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1" name="data_7577">
            <a:extLst xmlns:a="http://schemas.openxmlformats.org/drawingml/2006/main">
              <a:ext uri="{FF2B5EF4-FFF2-40B4-BE49-F238E27FC236}">
                <a16:creationId xmlns:a16="http://schemas.microsoft.com/office/drawing/2014/main" id="{6E4090B2-E376-4BBD-A979-2C663A074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436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2" name="data_7578">
            <a:extLst xmlns:a="http://schemas.openxmlformats.org/drawingml/2006/main">
              <a:ext uri="{FF2B5EF4-FFF2-40B4-BE49-F238E27FC236}">
                <a16:creationId xmlns:a16="http://schemas.microsoft.com/office/drawing/2014/main" id="{45982B5B-B619-450D-9531-B6AE0FD62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4655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3" name="data_7579">
            <a:extLst xmlns:a="http://schemas.openxmlformats.org/drawingml/2006/main">
              <a:ext uri="{FF2B5EF4-FFF2-40B4-BE49-F238E27FC236}">
                <a16:creationId xmlns:a16="http://schemas.microsoft.com/office/drawing/2014/main" id="{349B912A-EF71-41C2-ADC8-1799E1D09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6545" y="36887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4" name="data_7580">
            <a:extLst xmlns:a="http://schemas.openxmlformats.org/drawingml/2006/main">
              <a:ext uri="{FF2B5EF4-FFF2-40B4-BE49-F238E27FC236}">
                <a16:creationId xmlns:a16="http://schemas.microsoft.com/office/drawing/2014/main" id="{350AA490-59BA-4BFF-BD36-520C88500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00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5" name="data_7581">
            <a:extLst xmlns:a="http://schemas.openxmlformats.org/drawingml/2006/main">
              <a:ext uri="{FF2B5EF4-FFF2-40B4-BE49-F238E27FC236}">
                <a16:creationId xmlns:a16="http://schemas.microsoft.com/office/drawing/2014/main" id="{8609ED39-1254-4F63-9E96-9FFB297B3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645" y="293206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6" name="data_7582">
            <a:extLst xmlns:a="http://schemas.openxmlformats.org/drawingml/2006/main">
              <a:ext uri="{FF2B5EF4-FFF2-40B4-BE49-F238E27FC236}">
                <a16:creationId xmlns:a16="http://schemas.microsoft.com/office/drawing/2014/main" id="{5C36580B-12DB-4E08-8CA8-79796E3A6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27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7" name="data_7583">
            <a:extLst xmlns:a="http://schemas.openxmlformats.org/drawingml/2006/main">
              <a:ext uri="{FF2B5EF4-FFF2-40B4-BE49-F238E27FC236}">
                <a16:creationId xmlns:a16="http://schemas.microsoft.com/office/drawing/2014/main" id="{AC28CC3F-2010-44E9-BA8E-BD1ECBBC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608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8" name="data_7584">
            <a:extLst xmlns:a="http://schemas.openxmlformats.org/drawingml/2006/main">
              <a:ext uri="{FF2B5EF4-FFF2-40B4-BE49-F238E27FC236}">
                <a16:creationId xmlns:a16="http://schemas.microsoft.com/office/drawing/2014/main" id="{AC0D77DA-9D41-4E19-BA9B-8351C420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69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9" name="data_7585">
            <a:extLst xmlns:a="http://schemas.openxmlformats.org/drawingml/2006/main">
              <a:ext uri="{FF2B5EF4-FFF2-40B4-BE49-F238E27FC236}">
                <a16:creationId xmlns:a16="http://schemas.microsoft.com/office/drawing/2014/main" id="{2EDF8137-0E39-46D2-BFBA-CC387F483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208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0" name="data_7586">
            <a:extLst xmlns:a="http://schemas.openxmlformats.org/drawingml/2006/main">
              <a:ext uri="{FF2B5EF4-FFF2-40B4-BE49-F238E27FC236}">
                <a16:creationId xmlns:a16="http://schemas.microsoft.com/office/drawing/2014/main" id="{7E30DEE3-9C5F-49B6-B3B2-E1FE9157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683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1" name="data_7587">
            <a:extLst xmlns:a="http://schemas.openxmlformats.org/drawingml/2006/main">
              <a:ext uri="{FF2B5EF4-FFF2-40B4-BE49-F238E27FC236}">
                <a16:creationId xmlns:a16="http://schemas.microsoft.com/office/drawing/2014/main" id="{C1F68106-C142-48D8-BC8B-64EBF312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436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2" name="data_7588">
            <a:extLst xmlns:a="http://schemas.openxmlformats.org/drawingml/2006/main">
              <a:ext uri="{FF2B5EF4-FFF2-40B4-BE49-F238E27FC236}">
                <a16:creationId xmlns:a16="http://schemas.microsoft.com/office/drawing/2014/main" id="{A03E4BE6-C972-4C46-AFED-7040DF37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254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3" name="data_7589">
            <a:extLst xmlns:a="http://schemas.openxmlformats.org/drawingml/2006/main">
              <a:ext uri="{FF2B5EF4-FFF2-40B4-BE49-F238E27FC236}">
                <a16:creationId xmlns:a16="http://schemas.microsoft.com/office/drawing/2014/main" id="{6797F1ED-7A65-4CFB-941D-B16B4B9F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5308" y="32513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4" name="data_7590">
            <a:extLst xmlns:a="http://schemas.openxmlformats.org/drawingml/2006/main">
              <a:ext uri="{FF2B5EF4-FFF2-40B4-BE49-F238E27FC236}">
                <a16:creationId xmlns:a16="http://schemas.microsoft.com/office/drawing/2014/main" id="{BD49A238-2AB6-48ED-9655-67DED082D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8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5" name="data_7591">
            <a:extLst xmlns:a="http://schemas.openxmlformats.org/drawingml/2006/main">
              <a:ext uri="{FF2B5EF4-FFF2-40B4-BE49-F238E27FC236}">
                <a16:creationId xmlns:a16="http://schemas.microsoft.com/office/drawing/2014/main" id="{5A1C5C36-5FD4-4F94-B133-93C4E15A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78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6" name="data_7592">
            <a:extLst xmlns:a="http://schemas.openxmlformats.org/drawingml/2006/main">
              <a:ext uri="{FF2B5EF4-FFF2-40B4-BE49-F238E27FC236}">
                <a16:creationId xmlns:a16="http://schemas.microsoft.com/office/drawing/2014/main" id="{ADCB1334-65C3-45DD-B0D9-FE14F7A82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230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7" name="data_7593">
            <a:extLst xmlns:a="http://schemas.openxmlformats.org/drawingml/2006/main">
              <a:ext uri="{FF2B5EF4-FFF2-40B4-BE49-F238E27FC236}">
                <a16:creationId xmlns:a16="http://schemas.microsoft.com/office/drawing/2014/main" id="{F6261249-C67E-432A-B040-FB81FA55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6805" y="359451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8" name="data_7594">
            <a:extLst xmlns:a="http://schemas.openxmlformats.org/drawingml/2006/main">
              <a:ext uri="{FF2B5EF4-FFF2-40B4-BE49-F238E27FC236}">
                <a16:creationId xmlns:a16="http://schemas.microsoft.com/office/drawing/2014/main" id="{13EE7B5E-8F40-4E76-A77C-34E06AF39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5699" y="381650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9" name="data_7595">
            <a:extLst xmlns:a="http://schemas.openxmlformats.org/drawingml/2006/main">
              <a:ext uri="{FF2B5EF4-FFF2-40B4-BE49-F238E27FC236}">
                <a16:creationId xmlns:a16="http://schemas.microsoft.com/office/drawing/2014/main" id="{54485EE4-7531-4801-A340-5084F055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582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0" name="data_7596">
            <a:extLst xmlns:a="http://schemas.openxmlformats.org/drawingml/2006/main">
              <a:ext uri="{FF2B5EF4-FFF2-40B4-BE49-F238E27FC236}">
                <a16:creationId xmlns:a16="http://schemas.microsoft.com/office/drawing/2014/main" id="{2ED3EED7-12E5-467C-BF51-915FC295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775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1" name="data_7597">
            <a:extLst xmlns:a="http://schemas.openxmlformats.org/drawingml/2006/main">
              <a:ext uri="{FF2B5EF4-FFF2-40B4-BE49-F238E27FC236}">
                <a16:creationId xmlns:a16="http://schemas.microsoft.com/office/drawing/2014/main" id="{CE5AFE59-D9C7-46C2-97A6-DEFEDAFA7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17" y="35179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2" name="data_7598">
            <a:extLst xmlns:a="http://schemas.openxmlformats.org/drawingml/2006/main">
              <a:ext uri="{FF2B5EF4-FFF2-40B4-BE49-F238E27FC236}">
                <a16:creationId xmlns:a16="http://schemas.microsoft.com/office/drawing/2014/main" id="{F4213492-A713-443D-B70B-508AE5D33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4297" y="28960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3" name="data_7599">
            <a:extLst xmlns:a="http://schemas.openxmlformats.org/drawingml/2006/main">
              <a:ext uri="{FF2B5EF4-FFF2-40B4-BE49-F238E27FC236}">
                <a16:creationId xmlns:a16="http://schemas.microsoft.com/office/drawing/2014/main" id="{D0941EAD-0D09-4320-B09F-E37F029C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4622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4" name="data_7600">
            <a:extLst xmlns:a="http://schemas.openxmlformats.org/drawingml/2006/main">
              <a:ext uri="{FF2B5EF4-FFF2-40B4-BE49-F238E27FC236}">
                <a16:creationId xmlns:a16="http://schemas.microsoft.com/office/drawing/2014/main" id="{2127AEAE-3278-4088-9EB2-2F9411D36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45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5" name="data_7601">
            <a:extLst xmlns:a="http://schemas.openxmlformats.org/drawingml/2006/main">
              <a:ext uri="{FF2B5EF4-FFF2-40B4-BE49-F238E27FC236}">
                <a16:creationId xmlns:a16="http://schemas.microsoft.com/office/drawing/2014/main" id="{1BF3CAE4-D4E3-4074-9DF3-AD423242E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849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6" name="data_7602">
            <a:extLst xmlns:a="http://schemas.openxmlformats.org/drawingml/2006/main">
              <a:ext uri="{FF2B5EF4-FFF2-40B4-BE49-F238E27FC236}">
                <a16:creationId xmlns:a16="http://schemas.microsoft.com/office/drawing/2014/main" id="{8AA0CFA6-3AC2-4B5F-A5D5-2C6FF1C7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670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7" name="data_7603">
            <a:extLst xmlns:a="http://schemas.openxmlformats.org/drawingml/2006/main">
              <a:ext uri="{FF2B5EF4-FFF2-40B4-BE49-F238E27FC236}">
                <a16:creationId xmlns:a16="http://schemas.microsoft.com/office/drawing/2014/main" id="{54903C4D-75BA-4FD4-A3A4-2BCF8AAB5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712" y="28515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8" name="data_7604">
            <a:extLst xmlns:a="http://schemas.openxmlformats.org/drawingml/2006/main">
              <a:ext uri="{FF2B5EF4-FFF2-40B4-BE49-F238E27FC236}">
                <a16:creationId xmlns:a16="http://schemas.microsoft.com/office/drawing/2014/main" id="{6D58C93E-C246-445B-A906-4C7992818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671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9" name="data_7605">
            <a:extLst xmlns:a="http://schemas.openxmlformats.org/drawingml/2006/main">
              <a:ext uri="{FF2B5EF4-FFF2-40B4-BE49-F238E27FC236}">
                <a16:creationId xmlns:a16="http://schemas.microsoft.com/office/drawing/2014/main" id="{2EEBED42-AEA6-4F3B-B042-1372CB3C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2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0" name="data_7606">
            <a:extLst xmlns:a="http://schemas.openxmlformats.org/drawingml/2006/main">
              <a:ext uri="{FF2B5EF4-FFF2-40B4-BE49-F238E27FC236}">
                <a16:creationId xmlns:a16="http://schemas.microsoft.com/office/drawing/2014/main" id="{CED363D9-3E44-47D9-8CCB-2D80E2276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879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1" name="data_7607">
            <a:extLst xmlns:a="http://schemas.openxmlformats.org/drawingml/2006/main">
              <a:ext uri="{FF2B5EF4-FFF2-40B4-BE49-F238E27FC236}">
                <a16:creationId xmlns:a16="http://schemas.microsoft.com/office/drawing/2014/main" id="{AD38A7DA-2B88-4CC1-8C5B-B2703DA8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1626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2" name="data_7608">
            <a:extLst xmlns:a="http://schemas.openxmlformats.org/drawingml/2006/main">
              <a:ext uri="{FF2B5EF4-FFF2-40B4-BE49-F238E27FC236}">
                <a16:creationId xmlns:a16="http://schemas.microsoft.com/office/drawing/2014/main" id="{12C41FE9-011D-4099-828E-319C3F62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9606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3" name="data_7609">
            <a:extLst xmlns:a="http://schemas.openxmlformats.org/drawingml/2006/main">
              <a:ext uri="{FF2B5EF4-FFF2-40B4-BE49-F238E27FC236}">
                <a16:creationId xmlns:a16="http://schemas.microsoft.com/office/drawing/2014/main" id="{C6CC40AF-90A4-4521-B14D-C710A9257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6774" y="256738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4" name="data_7610">
            <a:extLst xmlns:a="http://schemas.openxmlformats.org/drawingml/2006/main">
              <a:ext uri="{FF2B5EF4-FFF2-40B4-BE49-F238E27FC236}">
                <a16:creationId xmlns:a16="http://schemas.microsoft.com/office/drawing/2014/main" id="{4BA9C1A6-6414-4F49-A612-A84E5B3F8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377" y="26929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5" name="data_7611">
            <a:extLst xmlns:a="http://schemas.openxmlformats.org/drawingml/2006/main">
              <a:ext uri="{FF2B5EF4-FFF2-40B4-BE49-F238E27FC236}">
                <a16:creationId xmlns:a16="http://schemas.microsoft.com/office/drawing/2014/main" id="{F6CB8A25-71CD-453E-92F6-E0E2D7F94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507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6" name="data_7612">
            <a:extLst xmlns:a="http://schemas.openxmlformats.org/drawingml/2006/main">
              <a:ext uri="{FF2B5EF4-FFF2-40B4-BE49-F238E27FC236}">
                <a16:creationId xmlns:a16="http://schemas.microsoft.com/office/drawing/2014/main" id="{C9D8CFE7-778C-4510-8A03-1675C9F45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787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7" name="data_7613">
            <a:extLst xmlns:a="http://schemas.openxmlformats.org/drawingml/2006/main">
              <a:ext uri="{FF2B5EF4-FFF2-40B4-BE49-F238E27FC236}">
                <a16:creationId xmlns:a16="http://schemas.microsoft.com/office/drawing/2014/main" id="{D5FED735-2631-4A3B-AA16-894AF9B3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449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8" name="data_7614">
            <a:extLst xmlns:a="http://schemas.openxmlformats.org/drawingml/2006/main">
              <a:ext uri="{FF2B5EF4-FFF2-40B4-BE49-F238E27FC236}">
                <a16:creationId xmlns:a16="http://schemas.microsoft.com/office/drawing/2014/main" id="{CD82C949-0FCE-4234-8772-CE0806EF5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019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9" name="data_7615">
            <a:extLst xmlns:a="http://schemas.openxmlformats.org/drawingml/2006/main">
              <a:ext uri="{FF2B5EF4-FFF2-40B4-BE49-F238E27FC236}">
                <a16:creationId xmlns:a16="http://schemas.microsoft.com/office/drawing/2014/main" id="{3A043E24-A60E-4CEF-A6D4-92EAA2066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670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0" name="data_7616">
            <a:extLst xmlns:a="http://schemas.openxmlformats.org/drawingml/2006/main">
              <a:ext uri="{FF2B5EF4-FFF2-40B4-BE49-F238E27FC236}">
                <a16:creationId xmlns:a16="http://schemas.microsoft.com/office/drawing/2014/main" id="{7D82FAF7-D4D1-4BE8-868A-8C03CD9D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5501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1" name="data_7617">
            <a:extLst xmlns:a="http://schemas.openxmlformats.org/drawingml/2006/main">
              <a:ext uri="{FF2B5EF4-FFF2-40B4-BE49-F238E27FC236}">
                <a16:creationId xmlns:a16="http://schemas.microsoft.com/office/drawing/2014/main" id="{FA931C11-C763-40EE-ABFC-CC91BDF92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081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2" name="data_7618">
            <a:extLst xmlns:a="http://schemas.openxmlformats.org/drawingml/2006/main">
              <a:ext uri="{FF2B5EF4-FFF2-40B4-BE49-F238E27FC236}">
                <a16:creationId xmlns:a16="http://schemas.microsoft.com/office/drawing/2014/main" id="{61CCD19C-6CDC-4234-BF3B-A96257767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7816" y="36660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3" name="data_7619">
            <a:extLst xmlns:a="http://schemas.openxmlformats.org/drawingml/2006/main">
              <a:ext uri="{FF2B5EF4-FFF2-40B4-BE49-F238E27FC236}">
                <a16:creationId xmlns:a16="http://schemas.microsoft.com/office/drawing/2014/main" id="{A0A9D834-5132-4C87-8F7D-530C28324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5992" y="245179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4" name="data_7620">
            <a:extLst xmlns:a="http://schemas.openxmlformats.org/drawingml/2006/main">
              <a:ext uri="{FF2B5EF4-FFF2-40B4-BE49-F238E27FC236}">
                <a16:creationId xmlns:a16="http://schemas.microsoft.com/office/drawing/2014/main" id="{6EAA01D7-D418-42ED-8375-58D672C84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5077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5" name="data_7621">
            <a:extLst xmlns:a="http://schemas.openxmlformats.org/drawingml/2006/main">
              <a:ext uri="{FF2B5EF4-FFF2-40B4-BE49-F238E27FC236}">
                <a16:creationId xmlns:a16="http://schemas.microsoft.com/office/drawing/2014/main" id="{759928C6-BBC9-43EF-9758-02B88B907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6023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6" name="data_7622">
            <a:extLst xmlns:a="http://schemas.openxmlformats.org/drawingml/2006/main">
              <a:ext uri="{FF2B5EF4-FFF2-40B4-BE49-F238E27FC236}">
                <a16:creationId xmlns:a16="http://schemas.microsoft.com/office/drawing/2014/main" id="{18622B8A-095F-4061-AD51-0124F9A6A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84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7" name="data_7623">
            <a:extLst xmlns:a="http://schemas.openxmlformats.org/drawingml/2006/main">
              <a:ext uri="{FF2B5EF4-FFF2-40B4-BE49-F238E27FC236}">
                <a16:creationId xmlns:a16="http://schemas.microsoft.com/office/drawing/2014/main" id="{2AA498DE-D187-487F-8603-9FF880DFB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87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8" name="data_7624">
            <a:extLst xmlns:a="http://schemas.openxmlformats.org/drawingml/2006/main">
              <a:ext uri="{FF2B5EF4-FFF2-40B4-BE49-F238E27FC236}">
                <a16:creationId xmlns:a16="http://schemas.microsoft.com/office/drawing/2014/main" id="{4410F1BB-D0D7-4D58-A8B8-2D54B9E7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673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9" name="data_7625">
            <a:extLst xmlns:a="http://schemas.openxmlformats.org/drawingml/2006/main">
              <a:ext uri="{FF2B5EF4-FFF2-40B4-BE49-F238E27FC236}">
                <a16:creationId xmlns:a16="http://schemas.microsoft.com/office/drawing/2014/main" id="{81994D2B-7BBA-4D0B-94B3-6D3C613F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729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0" name="data_7626">
            <a:extLst xmlns:a="http://schemas.openxmlformats.org/drawingml/2006/main">
              <a:ext uri="{FF2B5EF4-FFF2-40B4-BE49-F238E27FC236}">
                <a16:creationId xmlns:a16="http://schemas.microsoft.com/office/drawing/2014/main" id="{6E1958A6-FC5E-4F38-9565-D72B427F9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312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1" name="data_7627">
            <a:extLst xmlns:a="http://schemas.openxmlformats.org/drawingml/2006/main">
              <a:ext uri="{FF2B5EF4-FFF2-40B4-BE49-F238E27FC236}">
                <a16:creationId xmlns:a16="http://schemas.microsoft.com/office/drawing/2014/main" id="{4CDE0444-80CB-4E04-A110-3AA073CE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7359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2" name="data_7628">
            <a:extLst xmlns:a="http://schemas.openxmlformats.org/drawingml/2006/main">
              <a:ext uri="{FF2B5EF4-FFF2-40B4-BE49-F238E27FC236}">
                <a16:creationId xmlns:a16="http://schemas.microsoft.com/office/drawing/2014/main" id="{9DC3C073-5AA3-486E-AA57-ADA64431C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9998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3" name="data_7629">
            <a:extLst xmlns:a="http://schemas.openxmlformats.org/drawingml/2006/main">
              <a:ext uri="{FF2B5EF4-FFF2-40B4-BE49-F238E27FC236}">
                <a16:creationId xmlns:a16="http://schemas.microsoft.com/office/drawing/2014/main" id="{96B7B56B-6CD1-47FF-AED8-50C3E975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260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4" name="data_7630">
            <a:extLst xmlns:a="http://schemas.openxmlformats.org/drawingml/2006/main">
              <a:ext uri="{FF2B5EF4-FFF2-40B4-BE49-F238E27FC236}">
                <a16:creationId xmlns:a16="http://schemas.microsoft.com/office/drawing/2014/main" id="{A6F5B3BF-AB64-4447-8905-ADD10CD3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78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5" name="data_7631">
            <a:extLst xmlns:a="http://schemas.openxmlformats.org/drawingml/2006/main">
              <a:ext uri="{FF2B5EF4-FFF2-40B4-BE49-F238E27FC236}">
                <a16:creationId xmlns:a16="http://schemas.microsoft.com/office/drawing/2014/main" id="{EE074BDE-89AC-4168-A102-4A56B2707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906" y="254063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6" name="data_7632">
            <a:extLst xmlns:a="http://schemas.openxmlformats.org/drawingml/2006/main">
              <a:ext uri="{FF2B5EF4-FFF2-40B4-BE49-F238E27FC236}">
                <a16:creationId xmlns:a16="http://schemas.microsoft.com/office/drawing/2014/main" id="{06460FBB-2A37-4C4A-8CEC-26E0FA094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5372" y="31847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7" name="data_7633">
            <a:extLst xmlns:a="http://schemas.openxmlformats.org/drawingml/2006/main">
              <a:ext uri="{FF2B5EF4-FFF2-40B4-BE49-F238E27FC236}">
                <a16:creationId xmlns:a16="http://schemas.microsoft.com/office/drawing/2014/main" id="{F8FFFD9E-3E5A-40DF-B223-1223ADAD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1660" y="37083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8" name="data_7634">
            <a:extLst xmlns:a="http://schemas.openxmlformats.org/drawingml/2006/main">
              <a:ext uri="{FF2B5EF4-FFF2-40B4-BE49-F238E27FC236}">
                <a16:creationId xmlns:a16="http://schemas.microsoft.com/office/drawing/2014/main" id="{C8A0F2C3-D59D-4DFB-84CF-6C1681CE6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41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9" name="data_7635">
            <a:extLst xmlns:a="http://schemas.openxmlformats.org/drawingml/2006/main">
              <a:ext uri="{FF2B5EF4-FFF2-40B4-BE49-F238E27FC236}">
                <a16:creationId xmlns:a16="http://schemas.microsoft.com/office/drawing/2014/main" id="{4D3426E8-3C76-49EE-AE71-FB165B154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54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0" name="data_7636">
            <a:extLst xmlns:a="http://schemas.openxmlformats.org/drawingml/2006/main">
              <a:ext uri="{FF2B5EF4-FFF2-40B4-BE49-F238E27FC236}">
                <a16:creationId xmlns:a16="http://schemas.microsoft.com/office/drawing/2014/main" id="{B3BE7943-8ED8-4D24-BBBF-5DC332C3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9607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1" name="data_7637">
            <a:extLst xmlns:a="http://schemas.openxmlformats.org/drawingml/2006/main">
              <a:ext uri="{FF2B5EF4-FFF2-40B4-BE49-F238E27FC236}">
                <a16:creationId xmlns:a16="http://schemas.microsoft.com/office/drawing/2014/main" id="{36091BFA-5FDC-45DE-97CC-2F90B8B1C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8434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2" name="data_7638">
            <a:extLst xmlns:a="http://schemas.openxmlformats.org/drawingml/2006/main">
              <a:ext uri="{FF2B5EF4-FFF2-40B4-BE49-F238E27FC236}">
                <a16:creationId xmlns:a16="http://schemas.microsoft.com/office/drawing/2014/main" id="{C68C7F42-55F2-4F28-85CE-422FB93A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078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3" name="data_7639">
            <a:extLst xmlns:a="http://schemas.openxmlformats.org/drawingml/2006/main">
              <a:ext uri="{FF2B5EF4-FFF2-40B4-BE49-F238E27FC236}">
                <a16:creationId xmlns:a16="http://schemas.microsoft.com/office/drawing/2014/main" id="{D1D6ECA7-FE02-4CAB-AC57-EBCF0A65E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1106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4" name="data_7640">
            <a:extLst xmlns:a="http://schemas.openxmlformats.org/drawingml/2006/main">
              <a:ext uri="{FF2B5EF4-FFF2-40B4-BE49-F238E27FC236}">
                <a16:creationId xmlns:a16="http://schemas.microsoft.com/office/drawing/2014/main" id="{5C9D0D54-FEEC-46BE-B4A5-8531ECE5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071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5" name="data_7641">
            <a:extLst xmlns:a="http://schemas.openxmlformats.org/drawingml/2006/main">
              <a:ext uri="{FF2B5EF4-FFF2-40B4-BE49-F238E27FC236}">
                <a16:creationId xmlns:a16="http://schemas.microsoft.com/office/drawing/2014/main" id="{168FB652-00D1-47C4-B5CE-465986133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960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6" name="data_7642">
            <a:extLst xmlns:a="http://schemas.openxmlformats.org/drawingml/2006/main">
              <a:ext uri="{FF2B5EF4-FFF2-40B4-BE49-F238E27FC236}">
                <a16:creationId xmlns:a16="http://schemas.microsoft.com/office/drawing/2014/main" id="{CD583DC5-4251-4027-8FFE-5D555E2C3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133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7" name="data_7643">
            <a:extLst xmlns:a="http://schemas.openxmlformats.org/drawingml/2006/main">
              <a:ext uri="{FF2B5EF4-FFF2-40B4-BE49-F238E27FC236}">
                <a16:creationId xmlns:a16="http://schemas.microsoft.com/office/drawing/2014/main" id="{E7809BA2-213C-466C-822A-875307B0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156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8" name="data_7644">
            <a:extLst xmlns:a="http://schemas.openxmlformats.org/drawingml/2006/main">
              <a:ext uri="{FF2B5EF4-FFF2-40B4-BE49-F238E27FC236}">
                <a16:creationId xmlns:a16="http://schemas.microsoft.com/office/drawing/2014/main" id="{267CDBC3-E829-4F50-A7BF-63E0C4AAB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712" y="27775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9" name="data_7645">
            <a:extLst xmlns:a="http://schemas.openxmlformats.org/drawingml/2006/main">
              <a:ext uri="{FF2B5EF4-FFF2-40B4-BE49-F238E27FC236}">
                <a16:creationId xmlns:a16="http://schemas.microsoft.com/office/drawing/2014/main" id="{BD81939C-A973-4C76-8078-33D763C84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814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0" name="data_7646">
            <a:extLst xmlns:a="http://schemas.openxmlformats.org/drawingml/2006/main">
              <a:ext uri="{FF2B5EF4-FFF2-40B4-BE49-F238E27FC236}">
                <a16:creationId xmlns:a16="http://schemas.microsoft.com/office/drawing/2014/main" id="{94D96A25-42BA-40C9-B2F9-E27C01E9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4330" y="240737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1" name="data_7647">
            <a:extLst xmlns:a="http://schemas.openxmlformats.org/drawingml/2006/main">
              <a:ext uri="{FF2B5EF4-FFF2-40B4-BE49-F238E27FC236}">
                <a16:creationId xmlns:a16="http://schemas.microsoft.com/office/drawing/2014/main" id="{7FBAE621-9BDE-4220-A509-F7BCBAA7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158" y="262948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2" name="data_7648">
            <a:extLst xmlns:a="http://schemas.openxmlformats.org/drawingml/2006/main">
              <a:ext uri="{FF2B5EF4-FFF2-40B4-BE49-F238E27FC236}">
                <a16:creationId xmlns:a16="http://schemas.microsoft.com/office/drawing/2014/main" id="{B3ABC1B6-C4E2-4D65-BB40-5380DADE9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76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3" name="data_7649">
            <a:extLst xmlns:a="http://schemas.openxmlformats.org/drawingml/2006/main">
              <a:ext uri="{FF2B5EF4-FFF2-40B4-BE49-F238E27FC236}">
                <a16:creationId xmlns:a16="http://schemas.microsoft.com/office/drawing/2014/main" id="{A400BA35-2537-41CC-B91E-A0596E67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413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4" name="data_7650">
            <a:extLst xmlns:a="http://schemas.openxmlformats.org/drawingml/2006/main">
              <a:ext uri="{FF2B5EF4-FFF2-40B4-BE49-F238E27FC236}">
                <a16:creationId xmlns:a16="http://schemas.microsoft.com/office/drawing/2014/main" id="{67069411-1452-48AC-843E-B5884C4D1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6511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5" name="data_7651">
            <a:extLst xmlns:a="http://schemas.openxmlformats.org/drawingml/2006/main">
              <a:ext uri="{FF2B5EF4-FFF2-40B4-BE49-F238E27FC236}">
                <a16:creationId xmlns:a16="http://schemas.microsoft.com/office/drawing/2014/main" id="{E2D8C358-CAD7-4C77-BA5F-AC5B13B6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387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6" name="data_7652">
            <a:extLst xmlns:a="http://schemas.openxmlformats.org/drawingml/2006/main">
              <a:ext uri="{FF2B5EF4-FFF2-40B4-BE49-F238E27FC236}">
                <a16:creationId xmlns:a16="http://schemas.microsoft.com/office/drawing/2014/main" id="{8276EFBB-61EF-4A03-B0E7-4CFB3278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710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7" name="data_7653">
            <a:extLst xmlns:a="http://schemas.openxmlformats.org/drawingml/2006/main">
              <a:ext uri="{FF2B5EF4-FFF2-40B4-BE49-F238E27FC236}">
                <a16:creationId xmlns:a16="http://schemas.microsoft.com/office/drawing/2014/main" id="{676E3CAE-1231-4FFF-AA4B-2E7349237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679" y="355209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8" name="data_7654">
            <a:extLst xmlns:a="http://schemas.openxmlformats.org/drawingml/2006/main">
              <a:ext uri="{FF2B5EF4-FFF2-40B4-BE49-F238E27FC236}">
                <a16:creationId xmlns:a16="http://schemas.microsoft.com/office/drawing/2014/main" id="{80650033-0C33-4A45-B5BE-6E0E0CCB5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0878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9" name="data_7655">
            <a:extLst xmlns:a="http://schemas.openxmlformats.org/drawingml/2006/main">
              <a:ext uri="{FF2B5EF4-FFF2-40B4-BE49-F238E27FC236}">
                <a16:creationId xmlns:a16="http://schemas.microsoft.com/office/drawing/2014/main" id="{F60396D6-E9CF-4FF2-ACD2-9C217C4F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1625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0" name="data_7656">
            <a:extLst xmlns:a="http://schemas.openxmlformats.org/drawingml/2006/main">
              <a:ext uri="{FF2B5EF4-FFF2-40B4-BE49-F238E27FC236}">
                <a16:creationId xmlns:a16="http://schemas.microsoft.com/office/drawing/2014/main" id="{535C30ED-6FE6-48C7-9D74-B3494031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4852" y="245862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1" name="data_7657">
            <a:extLst xmlns:a="http://schemas.openxmlformats.org/drawingml/2006/main">
              <a:ext uri="{FF2B5EF4-FFF2-40B4-BE49-F238E27FC236}">
                <a16:creationId xmlns:a16="http://schemas.microsoft.com/office/drawing/2014/main" id="{F162D616-FE3A-4AF0-AE07-A7347735E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8140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2" name="data_7658">
            <a:extLst xmlns:a="http://schemas.openxmlformats.org/drawingml/2006/main">
              <a:ext uri="{FF2B5EF4-FFF2-40B4-BE49-F238E27FC236}">
                <a16:creationId xmlns:a16="http://schemas.microsoft.com/office/drawing/2014/main" id="{961E88A5-060B-4393-B6ED-E654529B5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873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3" name="data_7659">
            <a:extLst xmlns:a="http://schemas.openxmlformats.org/drawingml/2006/main">
              <a:ext uri="{FF2B5EF4-FFF2-40B4-BE49-F238E27FC236}">
                <a16:creationId xmlns:a16="http://schemas.microsoft.com/office/drawing/2014/main" id="{90BE2DBC-A21E-4DA4-8736-327A3BEA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8368" y="248140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4" name="data_7660">
            <a:extLst xmlns:a="http://schemas.openxmlformats.org/drawingml/2006/main">
              <a:ext uri="{FF2B5EF4-FFF2-40B4-BE49-F238E27FC236}">
                <a16:creationId xmlns:a16="http://schemas.microsoft.com/office/drawing/2014/main" id="{C2A3CAAA-C84E-4E48-AC85-400B1D89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418" y="329581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5" name="data_7661">
            <a:extLst xmlns:a="http://schemas.openxmlformats.org/drawingml/2006/main">
              <a:ext uri="{FF2B5EF4-FFF2-40B4-BE49-F238E27FC236}">
                <a16:creationId xmlns:a16="http://schemas.microsoft.com/office/drawing/2014/main" id="{25D849A1-8D31-4CFB-A2C3-A8BA8DA8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7035" y="34544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6" name="data_7662">
            <a:extLst xmlns:a="http://schemas.openxmlformats.org/drawingml/2006/main">
              <a:ext uri="{FF2B5EF4-FFF2-40B4-BE49-F238E27FC236}">
                <a16:creationId xmlns:a16="http://schemas.microsoft.com/office/drawing/2014/main" id="{30B46CC2-6619-4E71-9384-298C23CFB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638" y="32006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7" name="data_7663">
            <a:extLst xmlns:a="http://schemas.openxmlformats.org/drawingml/2006/main">
              <a:ext uri="{FF2B5EF4-FFF2-40B4-BE49-F238E27FC236}">
                <a16:creationId xmlns:a16="http://schemas.microsoft.com/office/drawing/2014/main" id="{19E7CE41-7A42-4926-BA5A-1DF3B7C8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11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8" name="data_7664">
            <a:extLst xmlns:a="http://schemas.openxmlformats.org/drawingml/2006/main">
              <a:ext uri="{FF2B5EF4-FFF2-40B4-BE49-F238E27FC236}">
                <a16:creationId xmlns:a16="http://schemas.microsoft.com/office/drawing/2014/main" id="{FB6F68F8-8BBD-4241-918F-A9E2794BF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9933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9" name="data_7665">
            <a:extLst xmlns:a="http://schemas.openxmlformats.org/drawingml/2006/main">
              <a:ext uri="{FF2B5EF4-FFF2-40B4-BE49-F238E27FC236}">
                <a16:creationId xmlns:a16="http://schemas.microsoft.com/office/drawing/2014/main" id="{8DA1CFCD-A69F-4173-A19A-2E3527FC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521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0" name="data_7666">
            <a:extLst xmlns:a="http://schemas.openxmlformats.org/drawingml/2006/main">
              <a:ext uri="{FF2B5EF4-FFF2-40B4-BE49-F238E27FC236}">
                <a16:creationId xmlns:a16="http://schemas.microsoft.com/office/drawing/2014/main" id="{23EEF0C6-4CE0-432F-BE24-DC68E15E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836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1" name="data_7667">
            <a:extLst xmlns:a="http://schemas.openxmlformats.org/drawingml/2006/main">
              <a:ext uri="{FF2B5EF4-FFF2-40B4-BE49-F238E27FC236}">
                <a16:creationId xmlns:a16="http://schemas.microsoft.com/office/drawing/2014/main" id="{8A48D4CE-D157-4875-80EA-87692CDE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602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2" name="data_7668">
            <a:extLst xmlns:a="http://schemas.openxmlformats.org/drawingml/2006/main">
              <a:ext uri="{FF2B5EF4-FFF2-40B4-BE49-F238E27FC236}">
                <a16:creationId xmlns:a16="http://schemas.microsoft.com/office/drawing/2014/main" id="{B75AE781-BB13-4C4F-A4ED-448F8D519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10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3" name="data_7669">
            <a:extLst xmlns:a="http://schemas.openxmlformats.org/drawingml/2006/main">
              <a:ext uri="{FF2B5EF4-FFF2-40B4-BE49-F238E27FC236}">
                <a16:creationId xmlns:a16="http://schemas.microsoft.com/office/drawing/2014/main" id="{156AEA25-557A-4F92-9BA7-11C7F7EAF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0193" y="28083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4" name="data_7670">
            <a:extLst xmlns:a="http://schemas.openxmlformats.org/drawingml/2006/main">
              <a:ext uri="{FF2B5EF4-FFF2-40B4-BE49-F238E27FC236}">
                <a16:creationId xmlns:a16="http://schemas.microsoft.com/office/drawing/2014/main" id="{7300DC38-4D3B-4207-B97B-048399039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680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5" name="data_7671">
            <a:extLst xmlns:a="http://schemas.openxmlformats.org/drawingml/2006/main">
              <a:ext uri="{FF2B5EF4-FFF2-40B4-BE49-F238E27FC236}">
                <a16:creationId xmlns:a16="http://schemas.microsoft.com/office/drawing/2014/main" id="{C511C851-C28B-47DA-9A24-407CA0C14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5602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6" name="data_7672">
            <a:extLst xmlns:a="http://schemas.openxmlformats.org/drawingml/2006/main">
              <a:ext uri="{FF2B5EF4-FFF2-40B4-BE49-F238E27FC236}">
                <a16:creationId xmlns:a16="http://schemas.microsoft.com/office/drawing/2014/main" id="{0871B479-6557-44B8-81EA-D84F284B3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1790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7" name="data_7673">
            <a:extLst xmlns:a="http://schemas.openxmlformats.org/drawingml/2006/main">
              <a:ext uri="{FF2B5EF4-FFF2-40B4-BE49-F238E27FC236}">
                <a16:creationId xmlns:a16="http://schemas.microsoft.com/office/drawing/2014/main" id="{671C573B-2D9F-4C18-AFB5-E02C29934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2115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8" name="data_7674">
            <a:extLst xmlns:a="http://schemas.openxmlformats.org/drawingml/2006/main">
              <a:ext uri="{FF2B5EF4-FFF2-40B4-BE49-F238E27FC236}">
                <a16:creationId xmlns:a16="http://schemas.microsoft.com/office/drawing/2014/main" id="{0E747AD7-0D43-4FE6-9079-C328A648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2244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9" name="data_7675">
            <a:extLst xmlns:a="http://schemas.openxmlformats.org/drawingml/2006/main">
              <a:ext uri="{FF2B5EF4-FFF2-40B4-BE49-F238E27FC236}">
                <a16:creationId xmlns:a16="http://schemas.microsoft.com/office/drawing/2014/main" id="{32F14D8B-47E1-4033-AC6C-AD7148F6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4882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0" name="data_7676">
            <a:extLst xmlns:a="http://schemas.openxmlformats.org/drawingml/2006/main">
              <a:ext uri="{FF2B5EF4-FFF2-40B4-BE49-F238E27FC236}">
                <a16:creationId xmlns:a16="http://schemas.microsoft.com/office/drawing/2014/main" id="{9DCFDBD8-E57B-482C-AFF5-D012304A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7521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1" name="data_7677">
            <a:extLst xmlns:a="http://schemas.openxmlformats.org/drawingml/2006/main">
              <a:ext uri="{FF2B5EF4-FFF2-40B4-BE49-F238E27FC236}">
                <a16:creationId xmlns:a16="http://schemas.microsoft.com/office/drawing/2014/main" id="{797A06E8-E7E9-49EC-8C3D-CAB8368A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418" y="218526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2" name="data_7678">
            <a:extLst xmlns:a="http://schemas.openxmlformats.org/drawingml/2006/main">
              <a:ext uri="{FF2B5EF4-FFF2-40B4-BE49-F238E27FC236}">
                <a16:creationId xmlns:a16="http://schemas.microsoft.com/office/drawing/2014/main" id="{F7DC1D8E-250A-4093-A7DF-286D2B30A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0258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3" name="data_7679">
            <a:extLst xmlns:a="http://schemas.openxmlformats.org/drawingml/2006/main">
              <a:ext uri="{FF2B5EF4-FFF2-40B4-BE49-F238E27FC236}">
                <a16:creationId xmlns:a16="http://schemas.microsoft.com/office/drawing/2014/main" id="{914260E6-8453-4DA3-8E66-89FE6654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0355" y="336985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4" name="data_7680">
            <a:extLst xmlns:a="http://schemas.openxmlformats.org/drawingml/2006/main">
              <a:ext uri="{FF2B5EF4-FFF2-40B4-BE49-F238E27FC236}">
                <a16:creationId xmlns:a16="http://schemas.microsoft.com/office/drawing/2014/main" id="{350098E7-3ACE-4432-9ACD-74C038A9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3939" y="307370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5" name="data_7681">
            <a:extLst xmlns:a="http://schemas.openxmlformats.org/drawingml/2006/main">
              <a:ext uri="{FF2B5EF4-FFF2-40B4-BE49-F238E27FC236}">
                <a16:creationId xmlns:a16="http://schemas.microsoft.com/office/drawing/2014/main" id="{CECAEAB0-EB02-47F1-9EE8-9212FE8E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7814" y="396214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6" name="data_7682">
            <a:extLst xmlns:a="http://schemas.openxmlformats.org/drawingml/2006/main">
              <a:ext uri="{FF2B5EF4-FFF2-40B4-BE49-F238E27FC236}">
                <a16:creationId xmlns:a16="http://schemas.microsoft.com/office/drawing/2014/main" id="{4ADB74A8-FECA-4745-B32E-0D5E8560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2116243"/>
            <a:ext cx="191" cy="1954578"/>
          </a:xfrm>
          <a:custGeom xmlns:a="http://schemas.openxmlformats.org/drawingml/2006/main"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2237" name="data_7683">
            <a:extLst xmlns:a="http://schemas.openxmlformats.org/drawingml/2006/main">
              <a:ext uri="{FF2B5EF4-FFF2-40B4-BE49-F238E27FC236}">
                <a16:creationId xmlns:a16="http://schemas.microsoft.com/office/drawing/2014/main" id="{E25FCA35-ACBF-43EA-BBB0-DC883DCC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4070821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2238" name="text_7684">
            <a:extLst xmlns:a="http://schemas.openxmlformats.org/drawingml/2006/main">
              <a:ext uri="{FF2B5EF4-FFF2-40B4-BE49-F238E27FC236}">
                <a16:creationId xmlns:a16="http://schemas.microsoft.com/office/drawing/2014/main" id="{AF94E4C2-8C1F-45C3-B0A6-072B9ECC0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47977" y="1802843"/>
            <a:ext cx="82997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239" name="text_7685">
            <a:extLst xmlns:a="http://schemas.openxmlformats.org/drawingml/2006/main">
              <a:ext uri="{FF2B5EF4-FFF2-40B4-BE49-F238E27FC236}">
                <a16:creationId xmlns:a16="http://schemas.microsoft.com/office/drawing/2014/main" id="{87EFCCC0-B0AE-4F5D-997C-F6E8708AE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38134" y="1837547"/>
            <a:ext cx="1263197" cy="188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Emap2lig</a:t>
            </a:r>
          </a:p>
        </p:txBody>
      </p:sp>
      <p:sp>
        <p:nvSpPr>
          <p:cNvPr id="2240" name="data_7686">
            <a:extLst xmlns:a="http://schemas.openxmlformats.org/drawingml/2006/main">
              <a:ext uri="{FF2B5EF4-FFF2-40B4-BE49-F238E27FC236}">
                <a16:creationId xmlns:a16="http://schemas.microsoft.com/office/drawing/2014/main" id="{4BD057DD-2B4E-433E-9D8D-9876B13E4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625" y="3447233"/>
            <a:ext cx="2049083" cy="534744"/>
          </a:xfrm>
          <a:custGeom xmlns:a="http://schemas.openxmlformats.org/drawingml/2006/main">
            <a:pathLst>
              <a:path w="2049083" h="534744">
                <a:moveTo>
                  <a:pt x="0" y="534744"/>
                </a:moveTo>
                <a:lnTo>
                  <a:pt x="26270" y="532839"/>
                </a:lnTo>
                <a:lnTo>
                  <a:pt x="26611" y="531523"/>
                </a:lnTo>
                <a:lnTo>
                  <a:pt x="34151" y="531024"/>
                </a:lnTo>
                <a:lnTo>
                  <a:pt x="35949" y="528677"/>
                </a:lnTo>
                <a:lnTo>
                  <a:pt x="42689" y="527237"/>
                </a:lnTo>
                <a:lnTo>
                  <a:pt x="44352" y="526340"/>
                </a:lnTo>
                <a:lnTo>
                  <a:pt x="48788" y="526174"/>
                </a:lnTo>
                <a:lnTo>
                  <a:pt x="50266" y="522797"/>
                </a:lnTo>
                <a:lnTo>
                  <a:pt x="56919" y="521374"/>
                </a:lnTo>
                <a:lnTo>
                  <a:pt x="58755" y="518620"/>
                </a:lnTo>
                <a:lnTo>
                  <a:pt x="68303" y="517908"/>
                </a:lnTo>
                <a:lnTo>
                  <a:pt x="70054" y="514990"/>
                </a:lnTo>
                <a:lnTo>
                  <a:pt x="75892" y="513621"/>
                </a:lnTo>
                <a:lnTo>
                  <a:pt x="76878" y="510269"/>
                </a:lnTo>
                <a:lnTo>
                  <a:pt x="85378" y="508580"/>
                </a:lnTo>
                <a:lnTo>
                  <a:pt x="85748" y="499231"/>
                </a:lnTo>
                <a:lnTo>
                  <a:pt x="97575" y="498212"/>
                </a:lnTo>
                <a:lnTo>
                  <a:pt x="97575" y="494269"/>
                </a:lnTo>
                <a:lnTo>
                  <a:pt x="107846" y="492366"/>
                </a:lnTo>
                <a:lnTo>
                  <a:pt x="109403" y="491657"/>
                </a:lnTo>
                <a:lnTo>
                  <a:pt x="113838" y="491507"/>
                </a:lnTo>
                <a:lnTo>
                  <a:pt x="115316" y="478901"/>
                </a:lnTo>
                <a:lnTo>
                  <a:pt x="124855" y="476990"/>
                </a:lnTo>
                <a:lnTo>
                  <a:pt x="125222" y="476718"/>
                </a:lnTo>
                <a:lnTo>
                  <a:pt x="136606" y="475352"/>
                </a:lnTo>
                <a:lnTo>
                  <a:pt x="136606" y="465757"/>
                </a:lnTo>
                <a:lnTo>
                  <a:pt x="146363" y="464813"/>
                </a:lnTo>
                <a:lnTo>
                  <a:pt x="147989" y="463123"/>
                </a:lnTo>
                <a:lnTo>
                  <a:pt x="151784" y="462809"/>
                </a:lnTo>
                <a:lnTo>
                  <a:pt x="151784" y="460051"/>
                </a:lnTo>
                <a:lnTo>
                  <a:pt x="170757" y="458301"/>
                </a:lnTo>
                <a:lnTo>
                  <a:pt x="171496" y="427237"/>
                </a:lnTo>
                <a:lnTo>
                  <a:pt x="186280" y="425597"/>
                </a:lnTo>
                <a:lnTo>
                  <a:pt x="188080" y="424551"/>
                </a:lnTo>
                <a:lnTo>
                  <a:pt x="195151" y="423902"/>
                </a:lnTo>
                <a:lnTo>
                  <a:pt x="195151" y="421775"/>
                </a:lnTo>
                <a:lnTo>
                  <a:pt x="204908" y="421498"/>
                </a:lnTo>
                <a:lnTo>
                  <a:pt x="205643" y="419241"/>
                </a:lnTo>
                <a:lnTo>
                  <a:pt x="221762" y="417286"/>
                </a:lnTo>
                <a:lnTo>
                  <a:pt x="221762" y="417243"/>
                </a:lnTo>
                <a:lnTo>
                  <a:pt x="227676" y="417200"/>
                </a:lnTo>
                <a:lnTo>
                  <a:pt x="227676" y="389762"/>
                </a:lnTo>
                <a:lnTo>
                  <a:pt x="239060" y="388916"/>
                </a:lnTo>
                <a:lnTo>
                  <a:pt x="239503" y="387715"/>
                </a:lnTo>
                <a:lnTo>
                  <a:pt x="243938" y="387608"/>
                </a:lnTo>
                <a:lnTo>
                  <a:pt x="245417" y="384729"/>
                </a:lnTo>
                <a:lnTo>
                  <a:pt x="253946" y="382802"/>
                </a:lnTo>
                <a:lnTo>
                  <a:pt x="253946" y="382675"/>
                </a:lnTo>
                <a:lnTo>
                  <a:pt x="256135" y="382675"/>
                </a:lnTo>
                <a:lnTo>
                  <a:pt x="257373" y="374359"/>
                </a:lnTo>
                <a:lnTo>
                  <a:pt x="273211" y="372477"/>
                </a:lnTo>
                <a:lnTo>
                  <a:pt x="274985" y="364823"/>
                </a:lnTo>
                <a:lnTo>
                  <a:pt x="284595" y="363811"/>
                </a:lnTo>
                <a:lnTo>
                  <a:pt x="286431" y="359403"/>
                </a:lnTo>
                <a:lnTo>
                  <a:pt x="292726" y="357760"/>
                </a:lnTo>
                <a:lnTo>
                  <a:pt x="293775" y="355526"/>
                </a:lnTo>
                <a:lnTo>
                  <a:pt x="303568" y="354983"/>
                </a:lnTo>
                <a:lnTo>
                  <a:pt x="303568" y="353328"/>
                </a:lnTo>
                <a:lnTo>
                  <a:pt x="315244" y="351721"/>
                </a:lnTo>
                <a:lnTo>
                  <a:pt x="316766" y="350961"/>
                </a:lnTo>
                <a:lnTo>
                  <a:pt x="341514" y="349762"/>
                </a:lnTo>
                <a:lnTo>
                  <a:pt x="342992" y="253691"/>
                </a:lnTo>
                <a:lnTo>
                  <a:pt x="367784" y="251899"/>
                </a:lnTo>
                <a:lnTo>
                  <a:pt x="369604" y="251474"/>
                </a:lnTo>
                <a:lnTo>
                  <a:pt x="379460" y="249573"/>
                </a:lnTo>
                <a:lnTo>
                  <a:pt x="379460" y="248470"/>
                </a:lnTo>
                <a:lnTo>
                  <a:pt x="394054" y="246550"/>
                </a:lnTo>
                <a:lnTo>
                  <a:pt x="395958" y="246024"/>
                </a:lnTo>
                <a:lnTo>
                  <a:pt x="398433" y="245875"/>
                </a:lnTo>
                <a:lnTo>
                  <a:pt x="398433" y="242400"/>
                </a:lnTo>
                <a:lnTo>
                  <a:pt x="409817" y="242251"/>
                </a:lnTo>
                <a:lnTo>
                  <a:pt x="411568" y="236845"/>
                </a:lnTo>
                <a:lnTo>
                  <a:pt x="426892" y="235154"/>
                </a:lnTo>
                <a:lnTo>
                  <a:pt x="426892" y="233913"/>
                </a:lnTo>
                <a:lnTo>
                  <a:pt x="455352" y="232290"/>
                </a:lnTo>
                <a:lnTo>
                  <a:pt x="455352" y="217129"/>
                </a:lnTo>
                <a:lnTo>
                  <a:pt x="483811" y="215389"/>
                </a:lnTo>
                <a:lnTo>
                  <a:pt x="483811" y="214975"/>
                </a:lnTo>
                <a:lnTo>
                  <a:pt x="493298" y="213407"/>
                </a:lnTo>
                <a:lnTo>
                  <a:pt x="494606" y="212470"/>
                </a:lnTo>
                <a:lnTo>
                  <a:pt x="512271" y="210997"/>
                </a:lnTo>
                <a:lnTo>
                  <a:pt x="514107" y="199310"/>
                </a:lnTo>
                <a:lnTo>
                  <a:pt x="536140" y="197347"/>
                </a:lnTo>
                <a:lnTo>
                  <a:pt x="536140" y="197240"/>
                </a:lnTo>
                <a:lnTo>
                  <a:pt x="546422" y="196634"/>
                </a:lnTo>
                <a:lnTo>
                  <a:pt x="546422" y="194483"/>
                </a:lnTo>
                <a:lnTo>
                  <a:pt x="569190" y="193743"/>
                </a:lnTo>
                <a:lnTo>
                  <a:pt x="570668" y="189674"/>
                </a:lnTo>
                <a:lnTo>
                  <a:pt x="597649" y="188268"/>
                </a:lnTo>
                <a:lnTo>
                  <a:pt x="597649" y="185786"/>
                </a:lnTo>
                <a:lnTo>
                  <a:pt x="626109" y="183836"/>
                </a:lnTo>
                <a:lnTo>
                  <a:pt x="626109" y="182844"/>
                </a:lnTo>
                <a:lnTo>
                  <a:pt x="683028" y="181865"/>
                </a:lnTo>
                <a:lnTo>
                  <a:pt x="683028" y="74333"/>
                </a:lnTo>
                <a:lnTo>
                  <a:pt x="761839" y="72629"/>
                </a:lnTo>
                <a:lnTo>
                  <a:pt x="761839" y="71738"/>
                </a:lnTo>
                <a:lnTo>
                  <a:pt x="819633" y="70207"/>
                </a:lnTo>
                <a:lnTo>
                  <a:pt x="819633" y="66236"/>
                </a:lnTo>
                <a:lnTo>
                  <a:pt x="893190" y="64332"/>
                </a:lnTo>
                <a:lnTo>
                  <a:pt x="893190" y="64205"/>
                </a:lnTo>
                <a:lnTo>
                  <a:pt x="956239" y="62288"/>
                </a:lnTo>
                <a:lnTo>
                  <a:pt x="956239" y="60303"/>
                </a:lnTo>
                <a:lnTo>
                  <a:pt x="1024541" y="59967"/>
                </a:lnTo>
                <a:lnTo>
                  <a:pt x="1024541" y="51901"/>
                </a:lnTo>
                <a:lnTo>
                  <a:pt x="1138379" y="50447"/>
                </a:lnTo>
                <a:lnTo>
                  <a:pt x="1138379" y="48793"/>
                </a:lnTo>
                <a:lnTo>
                  <a:pt x="1195298" y="48580"/>
                </a:lnTo>
                <a:lnTo>
                  <a:pt x="1195298" y="43616"/>
                </a:lnTo>
                <a:lnTo>
                  <a:pt x="1229450" y="43489"/>
                </a:lnTo>
                <a:lnTo>
                  <a:pt x="1229450" y="41504"/>
                </a:lnTo>
                <a:lnTo>
                  <a:pt x="1366055" y="40272"/>
                </a:lnTo>
                <a:lnTo>
                  <a:pt x="1366055" y="20418"/>
                </a:lnTo>
                <a:lnTo>
                  <a:pt x="1536812" y="20035"/>
                </a:lnTo>
                <a:lnTo>
                  <a:pt x="1536812" y="16312"/>
                </a:lnTo>
                <a:lnTo>
                  <a:pt x="1707569" y="14360"/>
                </a:lnTo>
                <a:lnTo>
                  <a:pt x="1707569" y="11879"/>
                </a:lnTo>
                <a:lnTo>
                  <a:pt x="2049083" y="9927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00878B"/>
            </a:solidFill>
            <a:prstDash val="solid"/>
          </a:ln>
        </p:spPr>
      </p:sp>
      <p:sp>
        <p:nvSpPr>
          <p:cNvPr id="2241" name="data_7687">
            <a:extLst xmlns:a="http://schemas.openxmlformats.org/drawingml/2006/main">
              <a:ext uri="{FF2B5EF4-FFF2-40B4-BE49-F238E27FC236}">
                <a16:creationId xmlns:a16="http://schemas.microsoft.com/office/drawing/2014/main" id="{7162E74D-AB78-4D89-B2BE-CB36F288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625" y="3759866"/>
            <a:ext cx="2049083" cy="222111"/>
          </a:xfrm>
          <a:custGeom xmlns:a="http://schemas.openxmlformats.org/drawingml/2006/main">
            <a:pathLst>
              <a:path w="2049083" h="222111">
                <a:moveTo>
                  <a:pt x="0" y="222111"/>
                </a:moveTo>
                <a:lnTo>
                  <a:pt x="1024541" y="222111"/>
                </a:lnTo>
                <a:lnTo>
                  <a:pt x="1024541" y="179122"/>
                </a:lnTo>
                <a:lnTo>
                  <a:pt x="1366055" y="179122"/>
                </a:lnTo>
                <a:lnTo>
                  <a:pt x="1366055" y="76464"/>
                </a:lnTo>
                <a:lnTo>
                  <a:pt x="2049083" y="76464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621">
            <a:solidFill>
              <a:srgbClr val="3A64C8"/>
            </a:solidFill>
            <a:prstDash val="solid"/>
          </a:ln>
        </p:spPr>
      </p:sp>
      <p:sp>
        <p:nvSpPr>
          <p:cNvPr id="2242" name="data_7688">
            <a:extLst xmlns:a="http://schemas.openxmlformats.org/drawingml/2006/main">
              <a:ext uri="{FF2B5EF4-FFF2-40B4-BE49-F238E27FC236}">
                <a16:creationId xmlns:a16="http://schemas.microsoft.com/office/drawing/2014/main" id="{048FAE98-CDE1-46AA-B4E6-EA0C6963E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990" y="3670819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2243" name="data_7689">
            <a:extLst xmlns:a="http://schemas.openxmlformats.org/drawingml/2006/main">
              <a:ext uri="{FF2B5EF4-FFF2-40B4-BE49-F238E27FC236}">
                <a16:creationId xmlns:a16="http://schemas.microsoft.com/office/drawing/2014/main" id="{C02AAB23-FCC7-487E-B87B-6DBD26D8F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1504" y="3491418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2244" name="data_7690">
            <a:extLst xmlns:a="http://schemas.openxmlformats.org/drawingml/2006/main">
              <a:ext uri="{FF2B5EF4-FFF2-40B4-BE49-F238E27FC236}">
                <a16:creationId xmlns:a16="http://schemas.microsoft.com/office/drawing/2014/main" id="{E19DB3E4-4BFE-4E7E-BF56-4BADFCA14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4532" y="3437503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2245" name="data_7691">
            <a:extLst xmlns:a="http://schemas.openxmlformats.org/drawingml/2006/main">
              <a:ext uri="{FF2B5EF4-FFF2-40B4-BE49-F238E27FC236}">
                <a16:creationId xmlns:a16="http://schemas.microsoft.com/office/drawing/2014/main" id="{3C0EB43E-5A2C-4671-B8CB-BE6DA6C8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7559" y="3417085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2246" name="data_7692">
            <a:extLst xmlns:a="http://schemas.openxmlformats.org/drawingml/2006/main">
              <a:ext uri="{FF2B5EF4-FFF2-40B4-BE49-F238E27FC236}">
                <a16:creationId xmlns:a16="http://schemas.microsoft.com/office/drawing/2014/main" id="{B569FD55-A7B2-4C2B-AE00-B0A1347D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9978" y="3931816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2247" name="data_7693">
            <a:extLst xmlns:a="http://schemas.openxmlformats.org/drawingml/2006/main">
              <a:ext uri="{FF2B5EF4-FFF2-40B4-BE49-F238E27FC236}">
                <a16:creationId xmlns:a16="http://schemas.microsoft.com/office/drawing/2014/main" id="{1A778F45-D0AC-4925-A5C9-C7A11BF7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92" y="3931816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2248" name="data_7694">
            <a:extLst xmlns:a="http://schemas.openxmlformats.org/drawingml/2006/main">
              <a:ext uri="{FF2B5EF4-FFF2-40B4-BE49-F238E27FC236}">
                <a16:creationId xmlns:a16="http://schemas.microsoft.com/office/drawing/2014/main" id="{4A09F0EF-0467-4E71-A64B-9EC3C9932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4520" y="3786170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2249" name="data_7695">
            <a:extLst xmlns:a="http://schemas.openxmlformats.org/drawingml/2006/main">
              <a:ext uri="{FF2B5EF4-FFF2-40B4-BE49-F238E27FC236}">
                <a16:creationId xmlns:a16="http://schemas.microsoft.com/office/drawing/2014/main" id="{F5298A4E-2C28-4CF4-81CB-92B42C86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7547" y="3709705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2250" name="data_7696">
            <a:extLst xmlns:a="http://schemas.openxmlformats.org/drawingml/2006/main">
              <a:ext uri="{FF2B5EF4-FFF2-40B4-BE49-F238E27FC236}">
                <a16:creationId xmlns:a16="http://schemas.microsoft.com/office/drawing/2014/main" id="{D63F6180-CB18-4C36-AD9B-BAF406D8E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5087202"/>
            <a:ext cx="2213010" cy="1954578"/>
          </a:xfrm>
          <a:custGeom xmlns:a="http://schemas.openxmlformats.org/drawingml/2006/main"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1" name="data_7697">
            <a:extLst xmlns:a="http://schemas.openxmlformats.org/drawingml/2006/main">
              <a:ext uri="{FF2B5EF4-FFF2-40B4-BE49-F238E27FC236}">
                <a16:creationId xmlns:a16="http://schemas.microsoft.com/office/drawing/2014/main" id="{FFB01C59-04A5-48EF-8639-53DD973C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480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4" y="1762082"/>
                </a:lnTo>
                <a:lnTo>
                  <a:pt x="3751" y="1747274"/>
                </a:lnTo>
                <a:lnTo>
                  <a:pt x="8201" y="1732467"/>
                </a:lnTo>
                <a:lnTo>
                  <a:pt x="14013" y="1717659"/>
                </a:lnTo>
                <a:lnTo>
                  <a:pt x="20825" y="1702852"/>
                </a:lnTo>
                <a:lnTo>
                  <a:pt x="28241" y="1688045"/>
                </a:lnTo>
                <a:lnTo>
                  <a:pt x="35867" y="1673237"/>
                </a:lnTo>
                <a:lnTo>
                  <a:pt x="43350" y="1658430"/>
                </a:lnTo>
                <a:lnTo>
                  <a:pt x="50397" y="1643622"/>
                </a:lnTo>
                <a:lnTo>
                  <a:pt x="56791" y="1628815"/>
                </a:lnTo>
                <a:lnTo>
                  <a:pt x="62398" y="1614007"/>
                </a:lnTo>
                <a:lnTo>
                  <a:pt x="67159" y="1599200"/>
                </a:lnTo>
                <a:lnTo>
                  <a:pt x="71081" y="1584393"/>
                </a:lnTo>
                <a:lnTo>
                  <a:pt x="74219" y="1569585"/>
                </a:lnTo>
                <a:lnTo>
                  <a:pt x="76658" y="1554778"/>
                </a:lnTo>
                <a:lnTo>
                  <a:pt x="78501" y="1539970"/>
                </a:lnTo>
                <a:lnTo>
                  <a:pt x="79855" y="1525163"/>
                </a:lnTo>
                <a:lnTo>
                  <a:pt x="80817" y="1510356"/>
                </a:lnTo>
                <a:lnTo>
                  <a:pt x="81476" y="1495548"/>
                </a:lnTo>
                <a:lnTo>
                  <a:pt x="81903" y="1480741"/>
                </a:lnTo>
                <a:lnTo>
                  <a:pt x="82156" y="1465933"/>
                </a:lnTo>
                <a:lnTo>
                  <a:pt x="82279" y="1451126"/>
                </a:lnTo>
                <a:lnTo>
                  <a:pt x="82303" y="1436319"/>
                </a:lnTo>
                <a:lnTo>
                  <a:pt x="82251" y="1421511"/>
                </a:lnTo>
                <a:lnTo>
                  <a:pt x="82138" y="1406704"/>
                </a:lnTo>
                <a:lnTo>
                  <a:pt x="81973" y="1391896"/>
                </a:lnTo>
                <a:lnTo>
                  <a:pt x="81761" y="1377089"/>
                </a:lnTo>
                <a:lnTo>
                  <a:pt x="81502" y="1362282"/>
                </a:lnTo>
                <a:lnTo>
                  <a:pt x="81197" y="1347474"/>
                </a:lnTo>
                <a:lnTo>
                  <a:pt x="80843" y="1332667"/>
                </a:lnTo>
                <a:lnTo>
                  <a:pt x="80438" y="1317859"/>
                </a:lnTo>
                <a:lnTo>
                  <a:pt x="79981" y="1303052"/>
                </a:lnTo>
                <a:lnTo>
                  <a:pt x="79473" y="1288245"/>
                </a:lnTo>
                <a:lnTo>
                  <a:pt x="78919" y="1273437"/>
                </a:lnTo>
                <a:lnTo>
                  <a:pt x="78324" y="1258630"/>
                </a:lnTo>
                <a:lnTo>
                  <a:pt x="77695" y="1243822"/>
                </a:lnTo>
                <a:lnTo>
                  <a:pt x="77043" y="1229015"/>
                </a:lnTo>
                <a:lnTo>
                  <a:pt x="76373" y="1214207"/>
                </a:lnTo>
                <a:lnTo>
                  <a:pt x="75691" y="1199400"/>
                </a:lnTo>
                <a:lnTo>
                  <a:pt x="74996" y="1184593"/>
                </a:lnTo>
                <a:lnTo>
                  <a:pt x="74278" y="1169785"/>
                </a:lnTo>
                <a:lnTo>
                  <a:pt x="73522" y="1154978"/>
                </a:lnTo>
                <a:lnTo>
                  <a:pt x="72702" y="1140170"/>
                </a:lnTo>
                <a:lnTo>
                  <a:pt x="71786" y="1125363"/>
                </a:lnTo>
                <a:lnTo>
                  <a:pt x="70735" y="1110556"/>
                </a:lnTo>
                <a:lnTo>
                  <a:pt x="69505" y="1095748"/>
                </a:lnTo>
                <a:lnTo>
                  <a:pt x="68058" y="1080941"/>
                </a:lnTo>
                <a:lnTo>
                  <a:pt x="66360" y="1066133"/>
                </a:lnTo>
                <a:lnTo>
                  <a:pt x="64390" y="1051326"/>
                </a:lnTo>
                <a:lnTo>
                  <a:pt x="62150" y="1036519"/>
                </a:lnTo>
                <a:lnTo>
                  <a:pt x="59666" y="1021711"/>
                </a:lnTo>
                <a:lnTo>
                  <a:pt x="56996" y="1006904"/>
                </a:lnTo>
                <a:lnTo>
                  <a:pt x="54230" y="992096"/>
                </a:lnTo>
                <a:lnTo>
                  <a:pt x="51490" y="977289"/>
                </a:lnTo>
                <a:lnTo>
                  <a:pt x="48922" y="962482"/>
                </a:lnTo>
                <a:lnTo>
                  <a:pt x="46685" y="947674"/>
                </a:lnTo>
                <a:lnTo>
                  <a:pt x="44940" y="932867"/>
                </a:lnTo>
                <a:lnTo>
                  <a:pt x="43830" y="918059"/>
                </a:lnTo>
                <a:lnTo>
                  <a:pt x="43471" y="903252"/>
                </a:lnTo>
                <a:lnTo>
                  <a:pt x="43930" y="888444"/>
                </a:lnTo>
                <a:lnTo>
                  <a:pt x="45222" y="873637"/>
                </a:lnTo>
                <a:lnTo>
                  <a:pt x="47307" y="858830"/>
                </a:lnTo>
                <a:lnTo>
                  <a:pt x="50089" y="844022"/>
                </a:lnTo>
                <a:lnTo>
                  <a:pt x="53431" y="829215"/>
                </a:lnTo>
                <a:lnTo>
                  <a:pt x="57164" y="814407"/>
                </a:lnTo>
                <a:lnTo>
                  <a:pt x="61106" y="799600"/>
                </a:lnTo>
                <a:lnTo>
                  <a:pt x="65080" y="784793"/>
                </a:lnTo>
                <a:lnTo>
                  <a:pt x="68926" y="769985"/>
                </a:lnTo>
                <a:lnTo>
                  <a:pt x="72514" y="755178"/>
                </a:lnTo>
                <a:lnTo>
                  <a:pt x="75748" y="740370"/>
                </a:lnTo>
                <a:lnTo>
                  <a:pt x="78571" y="725563"/>
                </a:lnTo>
                <a:lnTo>
                  <a:pt x="80962" y="710756"/>
                </a:lnTo>
                <a:lnTo>
                  <a:pt x="82928" y="695948"/>
                </a:lnTo>
                <a:lnTo>
                  <a:pt x="84498" y="681141"/>
                </a:lnTo>
                <a:lnTo>
                  <a:pt x="85719" y="666333"/>
                </a:lnTo>
                <a:lnTo>
                  <a:pt x="86642" y="651526"/>
                </a:lnTo>
                <a:lnTo>
                  <a:pt x="87322" y="636719"/>
                </a:lnTo>
                <a:lnTo>
                  <a:pt x="87810" y="621911"/>
                </a:lnTo>
                <a:lnTo>
                  <a:pt x="88151" y="607104"/>
                </a:lnTo>
                <a:lnTo>
                  <a:pt x="88383" y="592296"/>
                </a:lnTo>
                <a:lnTo>
                  <a:pt x="88537" y="577489"/>
                </a:lnTo>
                <a:lnTo>
                  <a:pt x="88637" y="562682"/>
                </a:lnTo>
                <a:lnTo>
                  <a:pt x="88700" y="547874"/>
                </a:lnTo>
                <a:lnTo>
                  <a:pt x="88739" y="533067"/>
                </a:lnTo>
                <a:lnTo>
                  <a:pt x="88763" y="518259"/>
                </a:lnTo>
                <a:lnTo>
                  <a:pt x="88776" y="503452"/>
                </a:lnTo>
                <a:lnTo>
                  <a:pt x="88784" y="488644"/>
                </a:lnTo>
                <a:lnTo>
                  <a:pt x="88789" y="473837"/>
                </a:lnTo>
                <a:lnTo>
                  <a:pt x="88791" y="459030"/>
                </a:lnTo>
                <a:lnTo>
                  <a:pt x="88792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6" y="459030"/>
                </a:lnTo>
                <a:lnTo>
                  <a:pt x="88799" y="473837"/>
                </a:lnTo>
                <a:lnTo>
                  <a:pt x="88803" y="488644"/>
                </a:lnTo>
                <a:lnTo>
                  <a:pt x="88811" y="503452"/>
                </a:lnTo>
                <a:lnTo>
                  <a:pt x="88825" y="518259"/>
                </a:lnTo>
                <a:lnTo>
                  <a:pt x="88848" y="533067"/>
                </a:lnTo>
                <a:lnTo>
                  <a:pt x="88887" y="547874"/>
                </a:lnTo>
                <a:lnTo>
                  <a:pt x="88950" y="562682"/>
                </a:lnTo>
                <a:lnTo>
                  <a:pt x="89050" y="577489"/>
                </a:lnTo>
                <a:lnTo>
                  <a:pt x="89204" y="592296"/>
                </a:lnTo>
                <a:lnTo>
                  <a:pt x="89436" y="607104"/>
                </a:lnTo>
                <a:lnTo>
                  <a:pt x="89777" y="621911"/>
                </a:lnTo>
                <a:lnTo>
                  <a:pt x="90265" y="636719"/>
                </a:lnTo>
                <a:lnTo>
                  <a:pt x="90945" y="651526"/>
                </a:lnTo>
                <a:lnTo>
                  <a:pt x="91868" y="666333"/>
                </a:lnTo>
                <a:lnTo>
                  <a:pt x="93089" y="681141"/>
                </a:lnTo>
                <a:lnTo>
                  <a:pt x="94660" y="695948"/>
                </a:lnTo>
                <a:lnTo>
                  <a:pt x="96625" y="710756"/>
                </a:lnTo>
                <a:lnTo>
                  <a:pt x="99016" y="725563"/>
                </a:lnTo>
                <a:lnTo>
                  <a:pt x="101839" y="740370"/>
                </a:lnTo>
                <a:lnTo>
                  <a:pt x="105074" y="755178"/>
                </a:lnTo>
                <a:lnTo>
                  <a:pt x="108661" y="769985"/>
                </a:lnTo>
                <a:lnTo>
                  <a:pt x="112507" y="784793"/>
                </a:lnTo>
                <a:lnTo>
                  <a:pt x="116481" y="799600"/>
                </a:lnTo>
                <a:lnTo>
                  <a:pt x="120424" y="814407"/>
                </a:lnTo>
                <a:lnTo>
                  <a:pt x="124156" y="829215"/>
                </a:lnTo>
                <a:lnTo>
                  <a:pt x="127498" y="844022"/>
                </a:lnTo>
                <a:lnTo>
                  <a:pt x="130280" y="858830"/>
                </a:lnTo>
                <a:lnTo>
                  <a:pt x="132365" y="873637"/>
                </a:lnTo>
                <a:lnTo>
                  <a:pt x="133657" y="888444"/>
                </a:lnTo>
                <a:lnTo>
                  <a:pt x="134116" y="903252"/>
                </a:lnTo>
                <a:lnTo>
                  <a:pt x="133757" y="918059"/>
                </a:lnTo>
                <a:lnTo>
                  <a:pt x="132648" y="932867"/>
                </a:lnTo>
                <a:lnTo>
                  <a:pt x="130902" y="947674"/>
                </a:lnTo>
                <a:lnTo>
                  <a:pt x="128665" y="962482"/>
                </a:lnTo>
                <a:lnTo>
                  <a:pt x="126097" y="977289"/>
                </a:lnTo>
                <a:lnTo>
                  <a:pt x="123357" y="992096"/>
                </a:lnTo>
                <a:lnTo>
                  <a:pt x="120592" y="1006904"/>
                </a:lnTo>
                <a:lnTo>
                  <a:pt x="117922" y="1021711"/>
                </a:lnTo>
                <a:lnTo>
                  <a:pt x="115437" y="1036519"/>
                </a:lnTo>
                <a:lnTo>
                  <a:pt x="113197" y="1051326"/>
                </a:lnTo>
                <a:lnTo>
                  <a:pt x="111227" y="1066133"/>
                </a:lnTo>
                <a:lnTo>
                  <a:pt x="109529" y="1080941"/>
                </a:lnTo>
                <a:lnTo>
                  <a:pt x="108082" y="1095748"/>
                </a:lnTo>
                <a:lnTo>
                  <a:pt x="106853" y="1110556"/>
                </a:lnTo>
                <a:lnTo>
                  <a:pt x="105801" y="1125363"/>
                </a:lnTo>
                <a:lnTo>
                  <a:pt x="104885" y="1140170"/>
                </a:lnTo>
                <a:lnTo>
                  <a:pt x="104065" y="1154978"/>
                </a:lnTo>
                <a:lnTo>
                  <a:pt x="103309" y="1169785"/>
                </a:lnTo>
                <a:lnTo>
                  <a:pt x="102592" y="1184593"/>
                </a:lnTo>
                <a:lnTo>
                  <a:pt x="101896" y="1199400"/>
                </a:lnTo>
                <a:lnTo>
                  <a:pt x="101214" y="1214207"/>
                </a:lnTo>
                <a:lnTo>
                  <a:pt x="100544" y="1229015"/>
                </a:lnTo>
                <a:lnTo>
                  <a:pt x="99892" y="1243822"/>
                </a:lnTo>
                <a:lnTo>
                  <a:pt x="99264" y="1258630"/>
                </a:lnTo>
                <a:lnTo>
                  <a:pt x="98668" y="1273437"/>
                </a:lnTo>
                <a:lnTo>
                  <a:pt x="98114" y="1288245"/>
                </a:lnTo>
                <a:lnTo>
                  <a:pt x="97606" y="1303052"/>
                </a:lnTo>
                <a:lnTo>
                  <a:pt x="97150" y="1317859"/>
                </a:lnTo>
                <a:lnTo>
                  <a:pt x="96745" y="1332667"/>
                </a:lnTo>
                <a:lnTo>
                  <a:pt x="96390" y="1347474"/>
                </a:lnTo>
                <a:lnTo>
                  <a:pt x="96085" y="1362282"/>
                </a:lnTo>
                <a:lnTo>
                  <a:pt x="95827" y="1377089"/>
                </a:lnTo>
                <a:lnTo>
                  <a:pt x="95614" y="1391896"/>
                </a:lnTo>
                <a:lnTo>
                  <a:pt x="95449" y="1406704"/>
                </a:lnTo>
                <a:lnTo>
                  <a:pt x="95336" y="1421511"/>
                </a:lnTo>
                <a:lnTo>
                  <a:pt x="95284" y="1436319"/>
                </a:lnTo>
                <a:lnTo>
                  <a:pt x="95308" y="1451126"/>
                </a:lnTo>
                <a:lnTo>
                  <a:pt x="95431" y="1465933"/>
                </a:lnTo>
                <a:lnTo>
                  <a:pt x="95684" y="1480741"/>
                </a:lnTo>
                <a:lnTo>
                  <a:pt x="96112" y="1495548"/>
                </a:lnTo>
                <a:lnTo>
                  <a:pt x="96770" y="1510356"/>
                </a:lnTo>
                <a:lnTo>
                  <a:pt x="97732" y="1525163"/>
                </a:lnTo>
                <a:lnTo>
                  <a:pt x="99086" y="1539970"/>
                </a:lnTo>
                <a:lnTo>
                  <a:pt x="100929" y="1554778"/>
                </a:lnTo>
                <a:lnTo>
                  <a:pt x="103368" y="1569585"/>
                </a:lnTo>
                <a:lnTo>
                  <a:pt x="106506" y="1584393"/>
                </a:lnTo>
                <a:lnTo>
                  <a:pt x="110428" y="1599200"/>
                </a:lnTo>
                <a:lnTo>
                  <a:pt x="115189" y="1614007"/>
                </a:lnTo>
                <a:lnTo>
                  <a:pt x="120796" y="1628815"/>
                </a:lnTo>
                <a:lnTo>
                  <a:pt x="127191" y="1643622"/>
                </a:lnTo>
                <a:lnTo>
                  <a:pt x="134237" y="1658430"/>
                </a:lnTo>
                <a:lnTo>
                  <a:pt x="141720" y="1673237"/>
                </a:lnTo>
                <a:lnTo>
                  <a:pt x="149347" y="1688045"/>
                </a:lnTo>
                <a:lnTo>
                  <a:pt x="156762" y="1702852"/>
                </a:lnTo>
                <a:lnTo>
                  <a:pt x="163574" y="1717659"/>
                </a:lnTo>
                <a:lnTo>
                  <a:pt x="169386" y="1732467"/>
                </a:lnTo>
                <a:lnTo>
                  <a:pt x="173836" y="1747274"/>
                </a:lnTo>
                <a:lnTo>
                  <a:pt x="176633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2000"/>
            </a:srgbClr>
          </a:solidFill>
          <a:ln xmlns:a="http://schemas.openxmlformats.org/drawingml/2006/main"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2" name="data_7698">
            <a:extLst xmlns:a="http://schemas.openxmlformats.org/drawingml/2006/main">
              <a:ext uri="{FF2B5EF4-FFF2-40B4-BE49-F238E27FC236}">
                <a16:creationId xmlns:a16="http://schemas.microsoft.com/office/drawing/2014/main" id="{66AA62BD-5E73-4750-AE2B-AAF089C0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1994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13255" y="1776889"/>
                </a:moveTo>
                <a:lnTo>
                  <a:pt x="64332" y="1776889"/>
                </a:lnTo>
                <a:lnTo>
                  <a:pt x="64571" y="1762082"/>
                </a:lnTo>
                <a:lnTo>
                  <a:pt x="65268" y="1747274"/>
                </a:lnTo>
                <a:lnTo>
                  <a:pt x="66378" y="1732467"/>
                </a:lnTo>
                <a:lnTo>
                  <a:pt x="67826" y="1717659"/>
                </a:lnTo>
                <a:lnTo>
                  <a:pt x="69522" y="1702852"/>
                </a:lnTo>
                <a:lnTo>
                  <a:pt x="71366" y="1688045"/>
                </a:lnTo>
                <a:lnTo>
                  <a:pt x="73260" y="1673237"/>
                </a:lnTo>
                <a:lnTo>
                  <a:pt x="75118" y="1658430"/>
                </a:lnTo>
                <a:lnTo>
                  <a:pt x="76868" y="1643622"/>
                </a:lnTo>
                <a:lnTo>
                  <a:pt x="78458" y="1628815"/>
                </a:lnTo>
                <a:lnTo>
                  <a:pt x="79860" y="1614007"/>
                </a:lnTo>
                <a:lnTo>
                  <a:pt x="81061" y="1599200"/>
                </a:lnTo>
                <a:lnTo>
                  <a:pt x="82067" y="1584393"/>
                </a:lnTo>
                <a:lnTo>
                  <a:pt x="82893" y="1569585"/>
                </a:lnTo>
                <a:lnTo>
                  <a:pt x="83563" y="1554778"/>
                </a:lnTo>
                <a:lnTo>
                  <a:pt x="84101" y="1539970"/>
                </a:lnTo>
                <a:lnTo>
                  <a:pt x="84533" y="1525163"/>
                </a:lnTo>
                <a:lnTo>
                  <a:pt x="84882" y="1510356"/>
                </a:lnTo>
                <a:lnTo>
                  <a:pt x="85163" y="1495548"/>
                </a:lnTo>
                <a:lnTo>
                  <a:pt x="85392" y="1480741"/>
                </a:lnTo>
                <a:lnTo>
                  <a:pt x="85579" y="1465933"/>
                </a:lnTo>
                <a:lnTo>
                  <a:pt x="85731" y="1451126"/>
                </a:lnTo>
                <a:lnTo>
                  <a:pt x="85853" y="1436319"/>
                </a:lnTo>
                <a:lnTo>
                  <a:pt x="85951" y="1421511"/>
                </a:lnTo>
                <a:lnTo>
                  <a:pt x="86029" y="1406704"/>
                </a:lnTo>
                <a:lnTo>
                  <a:pt x="86092" y="1391896"/>
                </a:lnTo>
                <a:lnTo>
                  <a:pt x="86146" y="1377089"/>
                </a:lnTo>
                <a:lnTo>
                  <a:pt x="86196" y="1362282"/>
                </a:lnTo>
                <a:lnTo>
                  <a:pt x="86246" y="1347474"/>
                </a:lnTo>
                <a:lnTo>
                  <a:pt x="86301" y="1332667"/>
                </a:lnTo>
                <a:lnTo>
                  <a:pt x="86363" y="1317859"/>
                </a:lnTo>
                <a:lnTo>
                  <a:pt x="86432" y="1303052"/>
                </a:lnTo>
                <a:lnTo>
                  <a:pt x="86509" y="1288245"/>
                </a:lnTo>
                <a:lnTo>
                  <a:pt x="86590" y="1273437"/>
                </a:lnTo>
                <a:lnTo>
                  <a:pt x="86671" y="1258630"/>
                </a:lnTo>
                <a:lnTo>
                  <a:pt x="86746" y="1243822"/>
                </a:lnTo>
                <a:lnTo>
                  <a:pt x="86810" y="1229015"/>
                </a:lnTo>
                <a:lnTo>
                  <a:pt x="86855" y="1214207"/>
                </a:lnTo>
                <a:lnTo>
                  <a:pt x="86875" y="1199400"/>
                </a:lnTo>
                <a:lnTo>
                  <a:pt x="86865" y="1184593"/>
                </a:lnTo>
                <a:lnTo>
                  <a:pt x="86819" y="1169785"/>
                </a:lnTo>
                <a:lnTo>
                  <a:pt x="86736" y="1154978"/>
                </a:lnTo>
                <a:lnTo>
                  <a:pt x="86614" y="1140170"/>
                </a:lnTo>
                <a:lnTo>
                  <a:pt x="86454" y="1125363"/>
                </a:lnTo>
                <a:lnTo>
                  <a:pt x="86259" y="1110556"/>
                </a:lnTo>
                <a:lnTo>
                  <a:pt x="86033" y="1095748"/>
                </a:lnTo>
                <a:lnTo>
                  <a:pt x="85780" y="1080941"/>
                </a:lnTo>
                <a:lnTo>
                  <a:pt x="85506" y="1066133"/>
                </a:lnTo>
                <a:lnTo>
                  <a:pt x="85217" y="1051326"/>
                </a:lnTo>
                <a:lnTo>
                  <a:pt x="84920" y="1036519"/>
                </a:lnTo>
                <a:lnTo>
                  <a:pt x="84623" y="1021711"/>
                </a:lnTo>
                <a:lnTo>
                  <a:pt x="84332" y="1006904"/>
                </a:lnTo>
                <a:lnTo>
                  <a:pt x="84057" y="992096"/>
                </a:lnTo>
                <a:lnTo>
                  <a:pt x="83808" y="977289"/>
                </a:lnTo>
                <a:lnTo>
                  <a:pt x="83593" y="962482"/>
                </a:lnTo>
                <a:lnTo>
                  <a:pt x="83425" y="947674"/>
                </a:lnTo>
                <a:lnTo>
                  <a:pt x="83310" y="932867"/>
                </a:lnTo>
                <a:lnTo>
                  <a:pt x="83257" y="918059"/>
                </a:lnTo>
                <a:lnTo>
                  <a:pt x="83268" y="903252"/>
                </a:lnTo>
                <a:lnTo>
                  <a:pt x="83344" y="888444"/>
                </a:lnTo>
                <a:lnTo>
                  <a:pt x="83477" y="873637"/>
                </a:lnTo>
                <a:lnTo>
                  <a:pt x="83659" y="858830"/>
                </a:lnTo>
                <a:lnTo>
                  <a:pt x="83872" y="844022"/>
                </a:lnTo>
                <a:lnTo>
                  <a:pt x="84100" y="829215"/>
                </a:lnTo>
                <a:lnTo>
                  <a:pt x="84322" y="814407"/>
                </a:lnTo>
                <a:lnTo>
                  <a:pt x="84518" y="799600"/>
                </a:lnTo>
                <a:lnTo>
                  <a:pt x="84671" y="784793"/>
                </a:lnTo>
                <a:lnTo>
                  <a:pt x="84766" y="769985"/>
                </a:lnTo>
                <a:lnTo>
                  <a:pt x="84795" y="755178"/>
                </a:lnTo>
                <a:lnTo>
                  <a:pt x="84754" y="740370"/>
                </a:lnTo>
                <a:lnTo>
                  <a:pt x="84646" y="725563"/>
                </a:lnTo>
                <a:lnTo>
                  <a:pt x="84476" y="710756"/>
                </a:lnTo>
                <a:lnTo>
                  <a:pt x="84258" y="695948"/>
                </a:lnTo>
                <a:lnTo>
                  <a:pt x="84002" y="681141"/>
                </a:lnTo>
                <a:lnTo>
                  <a:pt x="83725" y="666333"/>
                </a:lnTo>
                <a:lnTo>
                  <a:pt x="83440" y="651526"/>
                </a:lnTo>
                <a:lnTo>
                  <a:pt x="83160" y="636719"/>
                </a:lnTo>
                <a:lnTo>
                  <a:pt x="82895" y="621911"/>
                </a:lnTo>
                <a:lnTo>
                  <a:pt x="82655" y="607104"/>
                </a:lnTo>
                <a:lnTo>
                  <a:pt x="82444" y="592296"/>
                </a:lnTo>
                <a:lnTo>
                  <a:pt x="82267" y="577489"/>
                </a:lnTo>
                <a:lnTo>
                  <a:pt x="82126" y="562682"/>
                </a:lnTo>
                <a:lnTo>
                  <a:pt x="82024" y="547874"/>
                </a:lnTo>
                <a:lnTo>
                  <a:pt x="81963" y="533067"/>
                </a:lnTo>
                <a:lnTo>
                  <a:pt x="81946" y="518259"/>
                </a:lnTo>
                <a:lnTo>
                  <a:pt x="81977" y="503452"/>
                </a:lnTo>
                <a:lnTo>
                  <a:pt x="82060" y="488644"/>
                </a:lnTo>
                <a:lnTo>
                  <a:pt x="82198" y="473837"/>
                </a:lnTo>
                <a:lnTo>
                  <a:pt x="82396" y="459030"/>
                </a:lnTo>
                <a:lnTo>
                  <a:pt x="82651" y="444222"/>
                </a:lnTo>
                <a:lnTo>
                  <a:pt x="82962" y="429415"/>
                </a:lnTo>
                <a:lnTo>
                  <a:pt x="83321" y="414607"/>
                </a:lnTo>
                <a:lnTo>
                  <a:pt x="83715" y="399800"/>
                </a:lnTo>
                <a:lnTo>
                  <a:pt x="84129" y="384993"/>
                </a:lnTo>
                <a:lnTo>
                  <a:pt x="84543" y="370185"/>
                </a:lnTo>
                <a:lnTo>
                  <a:pt x="84933" y="355378"/>
                </a:lnTo>
                <a:lnTo>
                  <a:pt x="85273" y="340570"/>
                </a:lnTo>
                <a:lnTo>
                  <a:pt x="85530" y="325763"/>
                </a:lnTo>
                <a:lnTo>
                  <a:pt x="85669" y="310956"/>
                </a:lnTo>
                <a:lnTo>
                  <a:pt x="85647" y="296148"/>
                </a:lnTo>
                <a:lnTo>
                  <a:pt x="85411" y="281341"/>
                </a:lnTo>
                <a:lnTo>
                  <a:pt x="84896" y="266533"/>
                </a:lnTo>
                <a:lnTo>
                  <a:pt x="84027" y="251726"/>
                </a:lnTo>
                <a:lnTo>
                  <a:pt x="82711" y="236919"/>
                </a:lnTo>
                <a:lnTo>
                  <a:pt x="80846" y="222111"/>
                </a:lnTo>
                <a:lnTo>
                  <a:pt x="78324" y="207304"/>
                </a:lnTo>
                <a:lnTo>
                  <a:pt x="75042" y="192496"/>
                </a:lnTo>
                <a:lnTo>
                  <a:pt x="70915" y="177689"/>
                </a:lnTo>
                <a:lnTo>
                  <a:pt x="65888" y="162881"/>
                </a:lnTo>
                <a:lnTo>
                  <a:pt x="59962" y="148074"/>
                </a:lnTo>
                <a:lnTo>
                  <a:pt x="53201" y="133267"/>
                </a:lnTo>
                <a:lnTo>
                  <a:pt x="45752" y="118459"/>
                </a:lnTo>
                <a:lnTo>
                  <a:pt x="37846" y="103652"/>
                </a:lnTo>
                <a:lnTo>
                  <a:pt x="29791" y="88844"/>
                </a:lnTo>
                <a:lnTo>
                  <a:pt x="21964" y="74037"/>
                </a:lnTo>
                <a:lnTo>
                  <a:pt x="14776" y="59230"/>
                </a:lnTo>
                <a:lnTo>
                  <a:pt x="8646" y="44422"/>
                </a:lnTo>
                <a:lnTo>
                  <a:pt x="3954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2" y="14807"/>
                </a:lnTo>
                <a:lnTo>
                  <a:pt x="173633" y="29615"/>
                </a:lnTo>
                <a:lnTo>
                  <a:pt x="168941" y="44422"/>
                </a:lnTo>
                <a:lnTo>
                  <a:pt x="162811" y="59230"/>
                </a:lnTo>
                <a:lnTo>
                  <a:pt x="155624" y="74037"/>
                </a:lnTo>
                <a:lnTo>
                  <a:pt x="147796" y="88844"/>
                </a:lnTo>
                <a:lnTo>
                  <a:pt x="139742" y="103652"/>
                </a:lnTo>
                <a:lnTo>
                  <a:pt x="131835" y="118459"/>
                </a:lnTo>
                <a:lnTo>
                  <a:pt x="124386" y="133267"/>
                </a:lnTo>
                <a:lnTo>
                  <a:pt x="117625" y="148074"/>
                </a:lnTo>
                <a:lnTo>
                  <a:pt x="111699" y="162881"/>
                </a:lnTo>
                <a:lnTo>
                  <a:pt x="106673" y="177689"/>
                </a:lnTo>
                <a:lnTo>
                  <a:pt x="102545" y="192496"/>
                </a:lnTo>
                <a:lnTo>
                  <a:pt x="99263" y="207304"/>
                </a:lnTo>
                <a:lnTo>
                  <a:pt x="96742" y="222111"/>
                </a:lnTo>
                <a:lnTo>
                  <a:pt x="94877" y="236919"/>
                </a:lnTo>
                <a:lnTo>
                  <a:pt x="93560" y="251726"/>
                </a:lnTo>
                <a:lnTo>
                  <a:pt x="92691" y="266533"/>
                </a:lnTo>
                <a:lnTo>
                  <a:pt x="92177" y="281341"/>
                </a:lnTo>
                <a:lnTo>
                  <a:pt x="91941" y="296148"/>
                </a:lnTo>
                <a:lnTo>
                  <a:pt x="91918" y="310956"/>
                </a:lnTo>
                <a:lnTo>
                  <a:pt x="92057" y="325763"/>
                </a:lnTo>
                <a:lnTo>
                  <a:pt x="92314" y="340570"/>
                </a:lnTo>
                <a:lnTo>
                  <a:pt x="92654" y="355378"/>
                </a:lnTo>
                <a:lnTo>
                  <a:pt x="93044" y="370185"/>
                </a:lnTo>
                <a:lnTo>
                  <a:pt x="93458" y="384993"/>
                </a:lnTo>
                <a:lnTo>
                  <a:pt x="93872" y="399800"/>
                </a:lnTo>
                <a:lnTo>
                  <a:pt x="94267" y="414607"/>
                </a:lnTo>
                <a:lnTo>
                  <a:pt x="94625" y="429415"/>
                </a:lnTo>
                <a:lnTo>
                  <a:pt x="94936" y="444222"/>
                </a:lnTo>
                <a:lnTo>
                  <a:pt x="95192" y="459030"/>
                </a:lnTo>
                <a:lnTo>
                  <a:pt x="95389" y="473837"/>
                </a:lnTo>
                <a:lnTo>
                  <a:pt x="95528" y="488644"/>
                </a:lnTo>
                <a:lnTo>
                  <a:pt x="95610" y="503452"/>
                </a:lnTo>
                <a:lnTo>
                  <a:pt x="95641" y="518259"/>
                </a:lnTo>
                <a:lnTo>
                  <a:pt x="95624" y="533067"/>
                </a:lnTo>
                <a:lnTo>
                  <a:pt x="95563" y="547874"/>
                </a:lnTo>
                <a:lnTo>
                  <a:pt x="95461" y="562682"/>
                </a:lnTo>
                <a:lnTo>
                  <a:pt x="95320" y="577489"/>
                </a:lnTo>
                <a:lnTo>
                  <a:pt x="95143" y="592296"/>
                </a:lnTo>
                <a:lnTo>
                  <a:pt x="94933" y="607104"/>
                </a:lnTo>
                <a:lnTo>
                  <a:pt x="94692" y="621911"/>
                </a:lnTo>
                <a:lnTo>
                  <a:pt x="94428" y="636719"/>
                </a:lnTo>
                <a:lnTo>
                  <a:pt x="94147" y="651526"/>
                </a:lnTo>
                <a:lnTo>
                  <a:pt x="93862" y="666333"/>
                </a:lnTo>
                <a:lnTo>
                  <a:pt x="93585" y="681141"/>
                </a:lnTo>
                <a:lnTo>
                  <a:pt x="93330" y="695948"/>
                </a:lnTo>
                <a:lnTo>
                  <a:pt x="93111" y="710756"/>
                </a:lnTo>
                <a:lnTo>
                  <a:pt x="92942" y="725563"/>
                </a:lnTo>
                <a:lnTo>
                  <a:pt x="92833" y="740370"/>
                </a:lnTo>
                <a:lnTo>
                  <a:pt x="92793" y="755178"/>
                </a:lnTo>
                <a:lnTo>
                  <a:pt x="92821" y="769985"/>
                </a:lnTo>
                <a:lnTo>
                  <a:pt x="92917" y="784793"/>
                </a:lnTo>
                <a:lnTo>
                  <a:pt x="93069" y="799600"/>
                </a:lnTo>
                <a:lnTo>
                  <a:pt x="93265" y="814407"/>
                </a:lnTo>
                <a:lnTo>
                  <a:pt x="93487" y="829215"/>
                </a:lnTo>
                <a:lnTo>
                  <a:pt x="93715" y="844022"/>
                </a:lnTo>
                <a:lnTo>
                  <a:pt x="93928" y="858830"/>
                </a:lnTo>
                <a:lnTo>
                  <a:pt x="94110" y="873637"/>
                </a:lnTo>
                <a:lnTo>
                  <a:pt x="94243" y="888444"/>
                </a:lnTo>
                <a:lnTo>
                  <a:pt x="94319" y="903252"/>
                </a:lnTo>
                <a:lnTo>
                  <a:pt x="94330" y="918059"/>
                </a:lnTo>
                <a:lnTo>
                  <a:pt x="94277" y="932867"/>
                </a:lnTo>
                <a:lnTo>
                  <a:pt x="94163" y="947674"/>
                </a:lnTo>
                <a:lnTo>
                  <a:pt x="93994" y="962482"/>
                </a:lnTo>
                <a:lnTo>
                  <a:pt x="93780" y="977289"/>
                </a:lnTo>
                <a:lnTo>
                  <a:pt x="93530" y="992096"/>
                </a:lnTo>
                <a:lnTo>
                  <a:pt x="93255" y="1006904"/>
                </a:lnTo>
                <a:lnTo>
                  <a:pt x="92964" y="1021711"/>
                </a:lnTo>
                <a:lnTo>
                  <a:pt x="92667" y="1036519"/>
                </a:lnTo>
                <a:lnTo>
                  <a:pt x="92370" y="1051326"/>
                </a:lnTo>
                <a:lnTo>
                  <a:pt x="92081" y="1066133"/>
                </a:lnTo>
                <a:lnTo>
                  <a:pt x="91807" y="1080941"/>
                </a:lnTo>
                <a:lnTo>
                  <a:pt x="91554" y="1095748"/>
                </a:lnTo>
                <a:lnTo>
                  <a:pt x="91328" y="1110556"/>
                </a:lnTo>
                <a:lnTo>
                  <a:pt x="91133" y="1125363"/>
                </a:lnTo>
                <a:lnTo>
                  <a:pt x="90973" y="1140170"/>
                </a:lnTo>
                <a:lnTo>
                  <a:pt x="90851" y="1154978"/>
                </a:lnTo>
                <a:lnTo>
                  <a:pt x="90768" y="1169785"/>
                </a:lnTo>
                <a:lnTo>
                  <a:pt x="90722" y="1184593"/>
                </a:lnTo>
                <a:lnTo>
                  <a:pt x="90712" y="1199400"/>
                </a:lnTo>
                <a:lnTo>
                  <a:pt x="90732" y="1214207"/>
                </a:lnTo>
                <a:lnTo>
                  <a:pt x="90777" y="1229015"/>
                </a:lnTo>
                <a:lnTo>
                  <a:pt x="90841" y="1243822"/>
                </a:lnTo>
                <a:lnTo>
                  <a:pt x="90916" y="1258630"/>
                </a:lnTo>
                <a:lnTo>
                  <a:pt x="90997" y="1273437"/>
                </a:lnTo>
                <a:lnTo>
                  <a:pt x="91078" y="1288245"/>
                </a:lnTo>
                <a:lnTo>
                  <a:pt x="91155" y="1303052"/>
                </a:lnTo>
                <a:lnTo>
                  <a:pt x="91225" y="1317859"/>
                </a:lnTo>
                <a:lnTo>
                  <a:pt x="91286" y="1332667"/>
                </a:lnTo>
                <a:lnTo>
                  <a:pt x="91341" y="1347474"/>
                </a:lnTo>
                <a:lnTo>
                  <a:pt x="91391" y="1362282"/>
                </a:lnTo>
                <a:lnTo>
                  <a:pt x="91441" y="1377089"/>
                </a:lnTo>
                <a:lnTo>
                  <a:pt x="91495" y="1391896"/>
                </a:lnTo>
                <a:lnTo>
                  <a:pt x="91559" y="1406704"/>
                </a:lnTo>
                <a:lnTo>
                  <a:pt x="91637" y="1421511"/>
                </a:lnTo>
                <a:lnTo>
                  <a:pt x="91734" y="1436319"/>
                </a:lnTo>
                <a:lnTo>
                  <a:pt x="91857" y="1451126"/>
                </a:lnTo>
                <a:lnTo>
                  <a:pt x="92008" y="1465933"/>
                </a:lnTo>
                <a:lnTo>
                  <a:pt x="92195" y="1480741"/>
                </a:lnTo>
                <a:lnTo>
                  <a:pt x="92424" y="1495548"/>
                </a:lnTo>
                <a:lnTo>
                  <a:pt x="92706" y="1510356"/>
                </a:lnTo>
                <a:lnTo>
                  <a:pt x="93054" y="1525163"/>
                </a:lnTo>
                <a:lnTo>
                  <a:pt x="93486" y="1539970"/>
                </a:lnTo>
                <a:lnTo>
                  <a:pt x="94025" y="1554778"/>
                </a:lnTo>
                <a:lnTo>
                  <a:pt x="94694" y="1569585"/>
                </a:lnTo>
                <a:lnTo>
                  <a:pt x="95520" y="1584393"/>
                </a:lnTo>
                <a:lnTo>
                  <a:pt x="96526" y="1599200"/>
                </a:lnTo>
                <a:lnTo>
                  <a:pt x="97727" y="1614007"/>
                </a:lnTo>
                <a:lnTo>
                  <a:pt x="99129" y="1628815"/>
                </a:lnTo>
                <a:lnTo>
                  <a:pt x="100720" y="1643622"/>
                </a:lnTo>
                <a:lnTo>
                  <a:pt x="102469" y="1658430"/>
                </a:lnTo>
                <a:lnTo>
                  <a:pt x="104327" y="1673237"/>
                </a:lnTo>
                <a:lnTo>
                  <a:pt x="106221" y="1688045"/>
                </a:lnTo>
                <a:lnTo>
                  <a:pt x="108065" y="1702852"/>
                </a:lnTo>
                <a:lnTo>
                  <a:pt x="109761" y="1717659"/>
                </a:lnTo>
                <a:lnTo>
                  <a:pt x="111209" y="1732467"/>
                </a:lnTo>
                <a:lnTo>
                  <a:pt x="112319" y="1747274"/>
                </a:lnTo>
                <a:lnTo>
                  <a:pt x="113017" y="1762082"/>
                </a:lnTo>
                <a:lnTo>
                  <a:pt x="113255" y="1776889"/>
                </a:lnTo>
                <a:lnTo>
                  <a:pt x="113255" y="17768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2000"/>
            </a:srgbClr>
          </a:solidFill>
          <a:ln xmlns:a="http://schemas.openxmlformats.org/drawingml/2006/main"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3" name="data_7699">
            <a:extLst xmlns:a="http://schemas.openxmlformats.org/drawingml/2006/main">
              <a:ext uri="{FF2B5EF4-FFF2-40B4-BE49-F238E27FC236}">
                <a16:creationId xmlns:a16="http://schemas.microsoft.com/office/drawing/2014/main" id="{80DB9515-E371-4EC8-9E90-44D35072F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21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11510" y="1776889"/>
                </a:moveTo>
                <a:lnTo>
                  <a:pt x="66077" y="1776889"/>
                </a:lnTo>
                <a:lnTo>
                  <a:pt x="66298" y="1762082"/>
                </a:lnTo>
                <a:lnTo>
                  <a:pt x="66946" y="1747274"/>
                </a:lnTo>
                <a:lnTo>
                  <a:pt x="67977" y="1732467"/>
                </a:lnTo>
                <a:lnTo>
                  <a:pt x="69322" y="1717659"/>
                </a:lnTo>
                <a:lnTo>
                  <a:pt x="70897" y="1702852"/>
                </a:lnTo>
                <a:lnTo>
                  <a:pt x="72609" y="1688045"/>
                </a:lnTo>
                <a:lnTo>
                  <a:pt x="74368" y="1673237"/>
                </a:lnTo>
                <a:lnTo>
                  <a:pt x="76093" y="1658430"/>
                </a:lnTo>
                <a:lnTo>
                  <a:pt x="77718" y="1643622"/>
                </a:lnTo>
                <a:lnTo>
                  <a:pt x="79196" y="1628815"/>
                </a:lnTo>
                <a:lnTo>
                  <a:pt x="80497" y="1614007"/>
                </a:lnTo>
                <a:lnTo>
                  <a:pt x="81613" y="1599200"/>
                </a:lnTo>
                <a:lnTo>
                  <a:pt x="82547" y="1584393"/>
                </a:lnTo>
                <a:lnTo>
                  <a:pt x="83314" y="1569585"/>
                </a:lnTo>
                <a:lnTo>
                  <a:pt x="83936" y="1554778"/>
                </a:lnTo>
                <a:lnTo>
                  <a:pt x="84436" y="1539970"/>
                </a:lnTo>
                <a:lnTo>
                  <a:pt x="84837" y="1525163"/>
                </a:lnTo>
                <a:lnTo>
                  <a:pt x="85161" y="1510356"/>
                </a:lnTo>
                <a:lnTo>
                  <a:pt x="85422" y="1495548"/>
                </a:lnTo>
                <a:lnTo>
                  <a:pt x="85635" y="1480741"/>
                </a:lnTo>
                <a:lnTo>
                  <a:pt x="85808" y="1465933"/>
                </a:lnTo>
                <a:lnTo>
                  <a:pt x="85949" y="1451126"/>
                </a:lnTo>
                <a:lnTo>
                  <a:pt x="86063" y="1436319"/>
                </a:lnTo>
                <a:lnTo>
                  <a:pt x="86153" y="1421511"/>
                </a:lnTo>
                <a:lnTo>
                  <a:pt x="86226" y="1406704"/>
                </a:lnTo>
                <a:lnTo>
                  <a:pt x="86285" y="1391896"/>
                </a:lnTo>
                <a:lnTo>
                  <a:pt x="86335" y="1377089"/>
                </a:lnTo>
                <a:lnTo>
                  <a:pt x="86381" y="1362282"/>
                </a:lnTo>
                <a:lnTo>
                  <a:pt x="86428" y="1347474"/>
                </a:lnTo>
                <a:lnTo>
                  <a:pt x="86479" y="1332667"/>
                </a:lnTo>
                <a:lnTo>
                  <a:pt x="86536" y="1317859"/>
                </a:lnTo>
                <a:lnTo>
                  <a:pt x="86601" y="1303052"/>
                </a:lnTo>
                <a:lnTo>
                  <a:pt x="86672" y="1288245"/>
                </a:lnTo>
                <a:lnTo>
                  <a:pt x="86748" y="1273437"/>
                </a:lnTo>
                <a:lnTo>
                  <a:pt x="86824" y="1258630"/>
                </a:lnTo>
                <a:lnTo>
                  <a:pt x="86895" y="1243822"/>
                </a:lnTo>
                <a:lnTo>
                  <a:pt x="86955" y="1229015"/>
                </a:lnTo>
                <a:lnTo>
                  <a:pt x="87000" y="1214207"/>
                </a:lnTo>
                <a:lnTo>
                  <a:pt x="87022" y="1199400"/>
                </a:lnTo>
                <a:lnTo>
                  <a:pt x="87018" y="1184593"/>
                </a:lnTo>
                <a:lnTo>
                  <a:pt x="86985" y="1169785"/>
                </a:lnTo>
                <a:lnTo>
                  <a:pt x="86921" y="1154978"/>
                </a:lnTo>
                <a:lnTo>
                  <a:pt x="86827" y="1140170"/>
                </a:lnTo>
                <a:lnTo>
                  <a:pt x="86705" y="1125363"/>
                </a:lnTo>
                <a:lnTo>
                  <a:pt x="86560" y="1110556"/>
                </a:lnTo>
                <a:lnTo>
                  <a:pt x="86397" y="1095748"/>
                </a:lnTo>
                <a:lnTo>
                  <a:pt x="86222" y="1080941"/>
                </a:lnTo>
                <a:lnTo>
                  <a:pt x="86044" y="1066133"/>
                </a:lnTo>
                <a:lnTo>
                  <a:pt x="85867" y="1051326"/>
                </a:lnTo>
                <a:lnTo>
                  <a:pt x="85699" y="1036519"/>
                </a:lnTo>
                <a:lnTo>
                  <a:pt x="85545" y="1021711"/>
                </a:lnTo>
                <a:lnTo>
                  <a:pt x="85410" y="1006904"/>
                </a:lnTo>
                <a:lnTo>
                  <a:pt x="85297" y="992096"/>
                </a:lnTo>
                <a:lnTo>
                  <a:pt x="85211" y="977289"/>
                </a:lnTo>
                <a:lnTo>
                  <a:pt x="85153" y="962482"/>
                </a:lnTo>
                <a:lnTo>
                  <a:pt x="85125" y="947674"/>
                </a:lnTo>
                <a:lnTo>
                  <a:pt x="85129" y="932867"/>
                </a:lnTo>
                <a:lnTo>
                  <a:pt x="85164" y="918059"/>
                </a:lnTo>
                <a:lnTo>
                  <a:pt x="85228" y="903252"/>
                </a:lnTo>
                <a:lnTo>
                  <a:pt x="85316" y="888444"/>
                </a:lnTo>
                <a:lnTo>
                  <a:pt x="85422" y="873637"/>
                </a:lnTo>
                <a:lnTo>
                  <a:pt x="85538" y="858830"/>
                </a:lnTo>
                <a:lnTo>
                  <a:pt x="85652" y="844022"/>
                </a:lnTo>
                <a:lnTo>
                  <a:pt x="85753" y="829215"/>
                </a:lnTo>
                <a:lnTo>
                  <a:pt x="85830" y="814407"/>
                </a:lnTo>
                <a:lnTo>
                  <a:pt x="85872" y="799600"/>
                </a:lnTo>
                <a:lnTo>
                  <a:pt x="85869" y="784793"/>
                </a:lnTo>
                <a:lnTo>
                  <a:pt x="85817" y="769985"/>
                </a:lnTo>
                <a:lnTo>
                  <a:pt x="85712" y="755178"/>
                </a:lnTo>
                <a:lnTo>
                  <a:pt x="85556" y="740370"/>
                </a:lnTo>
                <a:lnTo>
                  <a:pt x="85354" y="725563"/>
                </a:lnTo>
                <a:lnTo>
                  <a:pt x="85115" y="710756"/>
                </a:lnTo>
                <a:lnTo>
                  <a:pt x="84850" y="695948"/>
                </a:lnTo>
                <a:lnTo>
                  <a:pt x="84572" y="681141"/>
                </a:lnTo>
                <a:lnTo>
                  <a:pt x="84295" y="666333"/>
                </a:lnTo>
                <a:lnTo>
                  <a:pt x="84031" y="651526"/>
                </a:lnTo>
                <a:lnTo>
                  <a:pt x="83792" y="636719"/>
                </a:lnTo>
                <a:lnTo>
                  <a:pt x="83589" y="621911"/>
                </a:lnTo>
                <a:lnTo>
                  <a:pt x="83429" y="607104"/>
                </a:lnTo>
                <a:lnTo>
                  <a:pt x="83316" y="592296"/>
                </a:lnTo>
                <a:lnTo>
                  <a:pt x="83252" y="577489"/>
                </a:lnTo>
                <a:lnTo>
                  <a:pt x="83239" y="562682"/>
                </a:lnTo>
                <a:lnTo>
                  <a:pt x="83274" y="547874"/>
                </a:lnTo>
                <a:lnTo>
                  <a:pt x="83356" y="533067"/>
                </a:lnTo>
                <a:lnTo>
                  <a:pt x="83481" y="518259"/>
                </a:lnTo>
                <a:lnTo>
                  <a:pt x="83646" y="503452"/>
                </a:lnTo>
                <a:lnTo>
                  <a:pt x="83849" y="488644"/>
                </a:lnTo>
                <a:lnTo>
                  <a:pt x="84084" y="473837"/>
                </a:lnTo>
                <a:lnTo>
                  <a:pt x="84349" y="459030"/>
                </a:lnTo>
                <a:lnTo>
                  <a:pt x="84637" y="444222"/>
                </a:lnTo>
                <a:lnTo>
                  <a:pt x="84943" y="429415"/>
                </a:lnTo>
                <a:lnTo>
                  <a:pt x="85258" y="414607"/>
                </a:lnTo>
                <a:lnTo>
                  <a:pt x="85573" y="399800"/>
                </a:lnTo>
                <a:lnTo>
                  <a:pt x="85874" y="384993"/>
                </a:lnTo>
                <a:lnTo>
                  <a:pt x="86150" y="370185"/>
                </a:lnTo>
                <a:lnTo>
                  <a:pt x="86383" y="355378"/>
                </a:lnTo>
                <a:lnTo>
                  <a:pt x="86555" y="340570"/>
                </a:lnTo>
                <a:lnTo>
                  <a:pt x="86642" y="325763"/>
                </a:lnTo>
                <a:lnTo>
                  <a:pt x="86615" y="310956"/>
                </a:lnTo>
                <a:lnTo>
                  <a:pt x="86438" y="296148"/>
                </a:lnTo>
                <a:lnTo>
                  <a:pt x="86061" y="281341"/>
                </a:lnTo>
                <a:lnTo>
                  <a:pt x="85424" y="266533"/>
                </a:lnTo>
                <a:lnTo>
                  <a:pt x="84448" y="251726"/>
                </a:lnTo>
                <a:lnTo>
                  <a:pt x="83044" y="236919"/>
                </a:lnTo>
                <a:lnTo>
                  <a:pt x="81107" y="222111"/>
                </a:lnTo>
                <a:lnTo>
                  <a:pt x="78528" y="207304"/>
                </a:lnTo>
                <a:lnTo>
                  <a:pt x="75201" y="192496"/>
                </a:lnTo>
                <a:lnTo>
                  <a:pt x="71038" y="177689"/>
                </a:lnTo>
                <a:lnTo>
                  <a:pt x="65984" y="162881"/>
                </a:lnTo>
                <a:lnTo>
                  <a:pt x="60036" y="148074"/>
                </a:lnTo>
                <a:lnTo>
                  <a:pt x="53258" y="133267"/>
                </a:lnTo>
                <a:lnTo>
                  <a:pt x="45795" y="118459"/>
                </a:lnTo>
                <a:lnTo>
                  <a:pt x="37877" y="103652"/>
                </a:lnTo>
                <a:lnTo>
                  <a:pt x="29814" y="88844"/>
                </a:lnTo>
                <a:lnTo>
                  <a:pt x="21979" y="74037"/>
                </a:lnTo>
                <a:lnTo>
                  <a:pt x="14786" y="59230"/>
                </a:lnTo>
                <a:lnTo>
                  <a:pt x="8652" y="44422"/>
                </a:lnTo>
                <a:lnTo>
                  <a:pt x="3956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1" y="29615"/>
                </a:lnTo>
                <a:lnTo>
                  <a:pt x="168936" y="44422"/>
                </a:lnTo>
                <a:lnTo>
                  <a:pt x="162801" y="59230"/>
                </a:lnTo>
                <a:lnTo>
                  <a:pt x="155608" y="74037"/>
                </a:lnTo>
                <a:lnTo>
                  <a:pt x="147773" y="88844"/>
                </a:lnTo>
                <a:lnTo>
                  <a:pt x="139710" y="103652"/>
                </a:lnTo>
                <a:lnTo>
                  <a:pt x="131792" y="118459"/>
                </a:lnTo>
                <a:lnTo>
                  <a:pt x="124329" y="133267"/>
                </a:lnTo>
                <a:lnTo>
                  <a:pt x="117552" y="148074"/>
                </a:lnTo>
                <a:lnTo>
                  <a:pt x="111603" y="162881"/>
                </a:lnTo>
                <a:lnTo>
                  <a:pt x="106549" y="177689"/>
                </a:lnTo>
                <a:lnTo>
                  <a:pt x="102386" y="192496"/>
                </a:lnTo>
                <a:lnTo>
                  <a:pt x="99059" y="207304"/>
                </a:lnTo>
                <a:lnTo>
                  <a:pt x="96480" y="222111"/>
                </a:lnTo>
                <a:lnTo>
                  <a:pt x="94543" y="236919"/>
                </a:lnTo>
                <a:lnTo>
                  <a:pt x="93139" y="251726"/>
                </a:lnTo>
                <a:lnTo>
                  <a:pt x="92164" y="266533"/>
                </a:lnTo>
                <a:lnTo>
                  <a:pt x="91526" y="281341"/>
                </a:lnTo>
                <a:lnTo>
                  <a:pt x="91149" y="296148"/>
                </a:lnTo>
                <a:lnTo>
                  <a:pt x="90972" y="310956"/>
                </a:lnTo>
                <a:lnTo>
                  <a:pt x="90945" y="325763"/>
                </a:lnTo>
                <a:lnTo>
                  <a:pt x="91033" y="340570"/>
                </a:lnTo>
                <a:lnTo>
                  <a:pt x="91204" y="355378"/>
                </a:lnTo>
                <a:lnTo>
                  <a:pt x="91437" y="370185"/>
                </a:lnTo>
                <a:lnTo>
                  <a:pt x="91713" y="384993"/>
                </a:lnTo>
                <a:lnTo>
                  <a:pt x="92015" y="399800"/>
                </a:lnTo>
                <a:lnTo>
                  <a:pt x="92329" y="414607"/>
                </a:lnTo>
                <a:lnTo>
                  <a:pt x="92644" y="429415"/>
                </a:lnTo>
                <a:lnTo>
                  <a:pt x="92950" y="444222"/>
                </a:lnTo>
                <a:lnTo>
                  <a:pt x="93239" y="459030"/>
                </a:lnTo>
                <a:lnTo>
                  <a:pt x="93503" y="473837"/>
                </a:lnTo>
                <a:lnTo>
                  <a:pt x="93739" y="488644"/>
                </a:lnTo>
                <a:lnTo>
                  <a:pt x="93941" y="503452"/>
                </a:lnTo>
                <a:lnTo>
                  <a:pt x="94106" y="518259"/>
                </a:lnTo>
                <a:lnTo>
                  <a:pt x="94231" y="533067"/>
                </a:lnTo>
                <a:lnTo>
                  <a:pt x="94313" y="547874"/>
                </a:lnTo>
                <a:lnTo>
                  <a:pt x="94348" y="562682"/>
                </a:lnTo>
                <a:lnTo>
                  <a:pt x="94335" y="577489"/>
                </a:lnTo>
                <a:lnTo>
                  <a:pt x="94271" y="592296"/>
                </a:lnTo>
                <a:lnTo>
                  <a:pt x="94158" y="607104"/>
                </a:lnTo>
                <a:lnTo>
                  <a:pt x="93998" y="621911"/>
                </a:lnTo>
                <a:lnTo>
                  <a:pt x="93795" y="636719"/>
                </a:lnTo>
                <a:lnTo>
                  <a:pt x="93556" y="651526"/>
                </a:lnTo>
                <a:lnTo>
                  <a:pt x="93293" y="666333"/>
                </a:lnTo>
                <a:lnTo>
                  <a:pt x="93015" y="681141"/>
                </a:lnTo>
                <a:lnTo>
                  <a:pt x="92737" y="695948"/>
                </a:lnTo>
                <a:lnTo>
                  <a:pt x="92472" y="710756"/>
                </a:lnTo>
                <a:lnTo>
                  <a:pt x="92233" y="725563"/>
                </a:lnTo>
                <a:lnTo>
                  <a:pt x="92032" y="740370"/>
                </a:lnTo>
                <a:lnTo>
                  <a:pt x="91875" y="755178"/>
                </a:lnTo>
                <a:lnTo>
                  <a:pt x="91770" y="769985"/>
                </a:lnTo>
                <a:lnTo>
                  <a:pt x="91718" y="784793"/>
                </a:lnTo>
                <a:lnTo>
                  <a:pt x="91715" y="799600"/>
                </a:lnTo>
                <a:lnTo>
                  <a:pt x="91757" y="814407"/>
                </a:lnTo>
                <a:lnTo>
                  <a:pt x="91834" y="829215"/>
                </a:lnTo>
                <a:lnTo>
                  <a:pt x="91935" y="844022"/>
                </a:lnTo>
                <a:lnTo>
                  <a:pt x="92050" y="858830"/>
                </a:lnTo>
                <a:lnTo>
                  <a:pt x="92165" y="873637"/>
                </a:lnTo>
                <a:lnTo>
                  <a:pt x="92271" y="888444"/>
                </a:lnTo>
                <a:lnTo>
                  <a:pt x="92359" y="903252"/>
                </a:lnTo>
                <a:lnTo>
                  <a:pt x="92423" y="918059"/>
                </a:lnTo>
                <a:lnTo>
                  <a:pt x="92458" y="932867"/>
                </a:lnTo>
                <a:lnTo>
                  <a:pt x="92462" y="947674"/>
                </a:lnTo>
                <a:lnTo>
                  <a:pt x="92434" y="962482"/>
                </a:lnTo>
                <a:lnTo>
                  <a:pt x="92376" y="977289"/>
                </a:lnTo>
                <a:lnTo>
                  <a:pt x="92290" y="992096"/>
                </a:lnTo>
                <a:lnTo>
                  <a:pt x="92177" y="1006904"/>
                </a:lnTo>
                <a:lnTo>
                  <a:pt x="92042" y="1021711"/>
                </a:lnTo>
                <a:lnTo>
                  <a:pt x="91888" y="1036519"/>
                </a:lnTo>
                <a:lnTo>
                  <a:pt x="91720" y="1051326"/>
                </a:lnTo>
                <a:lnTo>
                  <a:pt x="91544" y="1066133"/>
                </a:lnTo>
                <a:lnTo>
                  <a:pt x="91365" y="1080941"/>
                </a:lnTo>
                <a:lnTo>
                  <a:pt x="91191" y="1095748"/>
                </a:lnTo>
                <a:lnTo>
                  <a:pt x="91027" y="1110556"/>
                </a:lnTo>
                <a:lnTo>
                  <a:pt x="90882" y="1125363"/>
                </a:lnTo>
                <a:lnTo>
                  <a:pt x="90760" y="1140170"/>
                </a:lnTo>
                <a:lnTo>
                  <a:pt x="90666" y="1154978"/>
                </a:lnTo>
                <a:lnTo>
                  <a:pt x="90602" y="1169785"/>
                </a:lnTo>
                <a:lnTo>
                  <a:pt x="90569" y="1184593"/>
                </a:lnTo>
                <a:lnTo>
                  <a:pt x="90565" y="1199400"/>
                </a:lnTo>
                <a:lnTo>
                  <a:pt x="90588" y="1214207"/>
                </a:lnTo>
                <a:lnTo>
                  <a:pt x="90632" y="1229015"/>
                </a:lnTo>
                <a:lnTo>
                  <a:pt x="90693" y="1243822"/>
                </a:lnTo>
                <a:lnTo>
                  <a:pt x="90764" y="1258630"/>
                </a:lnTo>
                <a:lnTo>
                  <a:pt x="90839" y="1273437"/>
                </a:lnTo>
                <a:lnTo>
                  <a:pt x="90915" y="1288245"/>
                </a:lnTo>
                <a:lnTo>
                  <a:pt x="90986" y="1303052"/>
                </a:lnTo>
                <a:lnTo>
                  <a:pt x="91051" y="1317859"/>
                </a:lnTo>
                <a:lnTo>
                  <a:pt x="91109" y="1332667"/>
                </a:lnTo>
                <a:lnTo>
                  <a:pt x="91159" y="1347474"/>
                </a:lnTo>
                <a:lnTo>
                  <a:pt x="91206" y="1362282"/>
                </a:lnTo>
                <a:lnTo>
                  <a:pt x="91252" y="1377089"/>
                </a:lnTo>
                <a:lnTo>
                  <a:pt x="91302" y="1391896"/>
                </a:lnTo>
                <a:lnTo>
                  <a:pt x="91361" y="1406704"/>
                </a:lnTo>
                <a:lnTo>
                  <a:pt x="91434" y="1421511"/>
                </a:lnTo>
                <a:lnTo>
                  <a:pt x="91525" y="1436319"/>
                </a:lnTo>
                <a:lnTo>
                  <a:pt x="91638" y="1451126"/>
                </a:lnTo>
                <a:lnTo>
                  <a:pt x="91779" y="1465933"/>
                </a:lnTo>
                <a:lnTo>
                  <a:pt x="91952" y="1480741"/>
                </a:lnTo>
                <a:lnTo>
                  <a:pt x="92165" y="1495548"/>
                </a:lnTo>
                <a:lnTo>
                  <a:pt x="92427" y="1510356"/>
                </a:lnTo>
                <a:lnTo>
                  <a:pt x="92750" y="1525163"/>
                </a:lnTo>
                <a:lnTo>
                  <a:pt x="93151" y="1539970"/>
                </a:lnTo>
                <a:lnTo>
                  <a:pt x="93651" y="1554778"/>
                </a:lnTo>
                <a:lnTo>
                  <a:pt x="94273" y="1569585"/>
                </a:lnTo>
                <a:lnTo>
                  <a:pt x="95040" y="1584393"/>
                </a:lnTo>
                <a:lnTo>
                  <a:pt x="95974" y="1599200"/>
                </a:lnTo>
                <a:lnTo>
                  <a:pt x="97090" y="1614007"/>
                </a:lnTo>
                <a:lnTo>
                  <a:pt x="98392" y="1628815"/>
                </a:lnTo>
                <a:lnTo>
                  <a:pt x="99869" y="1643622"/>
                </a:lnTo>
                <a:lnTo>
                  <a:pt x="101494" y="1658430"/>
                </a:lnTo>
                <a:lnTo>
                  <a:pt x="103219" y="1673237"/>
                </a:lnTo>
                <a:lnTo>
                  <a:pt x="104978" y="1688045"/>
                </a:lnTo>
                <a:lnTo>
                  <a:pt x="106690" y="1702852"/>
                </a:lnTo>
                <a:lnTo>
                  <a:pt x="108265" y="1717659"/>
                </a:lnTo>
                <a:lnTo>
                  <a:pt x="109610" y="1732467"/>
                </a:lnTo>
                <a:lnTo>
                  <a:pt x="110641" y="1747274"/>
                </a:lnTo>
                <a:lnTo>
                  <a:pt x="111289" y="1762082"/>
                </a:lnTo>
                <a:lnTo>
                  <a:pt x="111510" y="1776889"/>
                </a:lnTo>
                <a:lnTo>
                  <a:pt x="111510" y="17768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2000"/>
            </a:srgbClr>
          </a:solidFill>
          <a:ln xmlns:a="http://schemas.openxmlformats.org/drawingml/2006/main"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4" name="data_7700">
            <a:extLst xmlns:a="http://schemas.openxmlformats.org/drawingml/2006/main">
              <a:ext uri="{FF2B5EF4-FFF2-40B4-BE49-F238E27FC236}">
                <a16:creationId xmlns:a16="http://schemas.microsoft.com/office/drawing/2014/main" id="{89292317-475A-40D3-9616-B15B20835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8049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08118" y="1776889"/>
                </a:moveTo>
                <a:lnTo>
                  <a:pt x="69469" y="1776889"/>
                </a:lnTo>
                <a:lnTo>
                  <a:pt x="69645" y="1762082"/>
                </a:lnTo>
                <a:lnTo>
                  <a:pt x="70161" y="1747274"/>
                </a:lnTo>
                <a:lnTo>
                  <a:pt x="70980" y="1732467"/>
                </a:lnTo>
                <a:lnTo>
                  <a:pt x="72046" y="1717659"/>
                </a:lnTo>
                <a:lnTo>
                  <a:pt x="73291" y="1702852"/>
                </a:lnTo>
                <a:lnTo>
                  <a:pt x="74639" y="1688045"/>
                </a:lnTo>
                <a:lnTo>
                  <a:pt x="76018" y="1673237"/>
                </a:lnTo>
                <a:lnTo>
                  <a:pt x="77363" y="1658430"/>
                </a:lnTo>
                <a:lnTo>
                  <a:pt x="78625" y="1643622"/>
                </a:lnTo>
                <a:lnTo>
                  <a:pt x="79767" y="1628815"/>
                </a:lnTo>
                <a:lnTo>
                  <a:pt x="80771" y="1614007"/>
                </a:lnTo>
                <a:lnTo>
                  <a:pt x="81633" y="1599200"/>
                </a:lnTo>
                <a:lnTo>
                  <a:pt x="82360" y="1584393"/>
                </a:lnTo>
                <a:lnTo>
                  <a:pt x="82969" y="1569585"/>
                </a:lnTo>
                <a:lnTo>
                  <a:pt x="83478" y="1554778"/>
                </a:lnTo>
                <a:lnTo>
                  <a:pt x="83908" y="1539970"/>
                </a:lnTo>
                <a:lnTo>
                  <a:pt x="84277" y="1525163"/>
                </a:lnTo>
                <a:lnTo>
                  <a:pt x="84598" y="1510356"/>
                </a:lnTo>
                <a:lnTo>
                  <a:pt x="84883" y="1495548"/>
                </a:lnTo>
                <a:lnTo>
                  <a:pt x="85138" y="1480741"/>
                </a:lnTo>
                <a:lnTo>
                  <a:pt x="85366" y="1465933"/>
                </a:lnTo>
                <a:lnTo>
                  <a:pt x="85568" y="1451126"/>
                </a:lnTo>
                <a:lnTo>
                  <a:pt x="85744" y="1436319"/>
                </a:lnTo>
                <a:lnTo>
                  <a:pt x="85897" y="1421511"/>
                </a:lnTo>
                <a:lnTo>
                  <a:pt x="86026" y="1406704"/>
                </a:lnTo>
                <a:lnTo>
                  <a:pt x="86136" y="1391896"/>
                </a:lnTo>
                <a:lnTo>
                  <a:pt x="86230" y="1377089"/>
                </a:lnTo>
                <a:lnTo>
                  <a:pt x="86312" y="1362282"/>
                </a:lnTo>
                <a:lnTo>
                  <a:pt x="86387" y="1347474"/>
                </a:lnTo>
                <a:lnTo>
                  <a:pt x="86461" y="1332667"/>
                </a:lnTo>
                <a:lnTo>
                  <a:pt x="86534" y="1317859"/>
                </a:lnTo>
                <a:lnTo>
                  <a:pt x="86611" y="1303052"/>
                </a:lnTo>
                <a:lnTo>
                  <a:pt x="86690" y="1288245"/>
                </a:lnTo>
                <a:lnTo>
                  <a:pt x="86771" y="1273437"/>
                </a:lnTo>
                <a:lnTo>
                  <a:pt x="86850" y="1258630"/>
                </a:lnTo>
                <a:lnTo>
                  <a:pt x="86923" y="1243822"/>
                </a:lnTo>
                <a:lnTo>
                  <a:pt x="86984" y="1229015"/>
                </a:lnTo>
                <a:lnTo>
                  <a:pt x="87029" y="1214207"/>
                </a:lnTo>
                <a:lnTo>
                  <a:pt x="87052" y="1199400"/>
                </a:lnTo>
                <a:lnTo>
                  <a:pt x="87049" y="1184593"/>
                </a:lnTo>
                <a:lnTo>
                  <a:pt x="87017" y="1169785"/>
                </a:lnTo>
                <a:lnTo>
                  <a:pt x="86954" y="1154978"/>
                </a:lnTo>
                <a:lnTo>
                  <a:pt x="86861" y="1140170"/>
                </a:lnTo>
                <a:lnTo>
                  <a:pt x="86742" y="1125363"/>
                </a:lnTo>
                <a:lnTo>
                  <a:pt x="86599" y="1110556"/>
                </a:lnTo>
                <a:lnTo>
                  <a:pt x="86439" y="1095748"/>
                </a:lnTo>
                <a:lnTo>
                  <a:pt x="86267" y="1080941"/>
                </a:lnTo>
                <a:lnTo>
                  <a:pt x="86092" y="1066133"/>
                </a:lnTo>
                <a:lnTo>
                  <a:pt x="85918" y="1051326"/>
                </a:lnTo>
                <a:lnTo>
                  <a:pt x="85753" y="1036519"/>
                </a:lnTo>
                <a:lnTo>
                  <a:pt x="85602" y="1021711"/>
                </a:lnTo>
                <a:lnTo>
                  <a:pt x="85469" y="1006904"/>
                </a:lnTo>
                <a:lnTo>
                  <a:pt x="85359" y="992096"/>
                </a:lnTo>
                <a:lnTo>
                  <a:pt x="85274" y="977289"/>
                </a:lnTo>
                <a:lnTo>
                  <a:pt x="85217" y="962482"/>
                </a:lnTo>
                <a:lnTo>
                  <a:pt x="85190" y="947674"/>
                </a:lnTo>
                <a:lnTo>
                  <a:pt x="85194" y="932867"/>
                </a:lnTo>
                <a:lnTo>
                  <a:pt x="85228" y="918059"/>
                </a:lnTo>
                <a:lnTo>
                  <a:pt x="85290" y="903252"/>
                </a:lnTo>
                <a:lnTo>
                  <a:pt x="85377" y="888444"/>
                </a:lnTo>
                <a:lnTo>
                  <a:pt x="85481" y="873637"/>
                </a:lnTo>
                <a:lnTo>
                  <a:pt x="85595" y="858830"/>
                </a:lnTo>
                <a:lnTo>
                  <a:pt x="85707" y="844022"/>
                </a:lnTo>
                <a:lnTo>
                  <a:pt x="85807" y="829215"/>
                </a:lnTo>
                <a:lnTo>
                  <a:pt x="85882" y="814407"/>
                </a:lnTo>
                <a:lnTo>
                  <a:pt x="85923" y="799600"/>
                </a:lnTo>
                <a:lnTo>
                  <a:pt x="85921" y="784793"/>
                </a:lnTo>
                <a:lnTo>
                  <a:pt x="85869" y="769985"/>
                </a:lnTo>
                <a:lnTo>
                  <a:pt x="85766" y="755178"/>
                </a:lnTo>
                <a:lnTo>
                  <a:pt x="85612" y="740370"/>
                </a:lnTo>
                <a:lnTo>
                  <a:pt x="85414" y="725563"/>
                </a:lnTo>
                <a:lnTo>
                  <a:pt x="85179" y="710756"/>
                </a:lnTo>
                <a:lnTo>
                  <a:pt x="84919" y="695948"/>
                </a:lnTo>
                <a:lnTo>
                  <a:pt x="84646" y="681141"/>
                </a:lnTo>
                <a:lnTo>
                  <a:pt x="84373" y="666333"/>
                </a:lnTo>
                <a:lnTo>
                  <a:pt x="84114" y="651526"/>
                </a:lnTo>
                <a:lnTo>
                  <a:pt x="83880" y="636719"/>
                </a:lnTo>
                <a:lnTo>
                  <a:pt x="83681" y="621911"/>
                </a:lnTo>
                <a:lnTo>
                  <a:pt x="83523" y="607104"/>
                </a:lnTo>
                <a:lnTo>
                  <a:pt x="83412" y="592296"/>
                </a:lnTo>
                <a:lnTo>
                  <a:pt x="83350" y="577489"/>
                </a:lnTo>
                <a:lnTo>
                  <a:pt x="83336" y="562682"/>
                </a:lnTo>
                <a:lnTo>
                  <a:pt x="83371" y="547874"/>
                </a:lnTo>
                <a:lnTo>
                  <a:pt x="83451" y="533067"/>
                </a:lnTo>
                <a:lnTo>
                  <a:pt x="83574" y="518259"/>
                </a:lnTo>
                <a:lnTo>
                  <a:pt x="83737" y="503452"/>
                </a:lnTo>
                <a:lnTo>
                  <a:pt x="83935" y="488644"/>
                </a:lnTo>
                <a:lnTo>
                  <a:pt x="84167" y="473837"/>
                </a:lnTo>
                <a:lnTo>
                  <a:pt x="84427" y="459030"/>
                </a:lnTo>
                <a:lnTo>
                  <a:pt x="84710" y="444222"/>
                </a:lnTo>
                <a:lnTo>
                  <a:pt x="85010" y="429415"/>
                </a:lnTo>
                <a:lnTo>
                  <a:pt x="85320" y="414607"/>
                </a:lnTo>
                <a:lnTo>
                  <a:pt x="85629" y="399800"/>
                </a:lnTo>
                <a:lnTo>
                  <a:pt x="85925" y="384993"/>
                </a:lnTo>
                <a:lnTo>
                  <a:pt x="86195" y="370185"/>
                </a:lnTo>
                <a:lnTo>
                  <a:pt x="86423" y="355378"/>
                </a:lnTo>
                <a:lnTo>
                  <a:pt x="86590" y="340570"/>
                </a:lnTo>
                <a:lnTo>
                  <a:pt x="86673" y="325763"/>
                </a:lnTo>
                <a:lnTo>
                  <a:pt x="86644" y="310956"/>
                </a:lnTo>
                <a:lnTo>
                  <a:pt x="86463" y="296148"/>
                </a:lnTo>
                <a:lnTo>
                  <a:pt x="86084" y="281341"/>
                </a:lnTo>
                <a:lnTo>
                  <a:pt x="85445" y="266533"/>
                </a:lnTo>
                <a:lnTo>
                  <a:pt x="84468" y="251726"/>
                </a:lnTo>
                <a:lnTo>
                  <a:pt x="83063" y="236919"/>
                </a:lnTo>
                <a:lnTo>
                  <a:pt x="81124" y="222111"/>
                </a:lnTo>
                <a:lnTo>
                  <a:pt x="78544" y="207304"/>
                </a:lnTo>
                <a:lnTo>
                  <a:pt x="75216" y="192496"/>
                </a:lnTo>
                <a:lnTo>
                  <a:pt x="71051" y="177689"/>
                </a:lnTo>
                <a:lnTo>
                  <a:pt x="65996" y="162881"/>
                </a:lnTo>
                <a:lnTo>
                  <a:pt x="60046" y="148074"/>
                </a:lnTo>
                <a:lnTo>
                  <a:pt x="53267" y="133267"/>
                </a:lnTo>
                <a:lnTo>
                  <a:pt x="45802" y="118459"/>
                </a:lnTo>
                <a:lnTo>
                  <a:pt x="37883" y="103652"/>
                </a:lnTo>
                <a:lnTo>
                  <a:pt x="29818" y="88844"/>
                </a:lnTo>
                <a:lnTo>
                  <a:pt x="21982" y="74037"/>
                </a:lnTo>
                <a:lnTo>
                  <a:pt x="14788" y="59230"/>
                </a:lnTo>
                <a:lnTo>
                  <a:pt x="8653" y="44422"/>
                </a:lnTo>
                <a:lnTo>
                  <a:pt x="3957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0" y="29615"/>
                </a:lnTo>
                <a:lnTo>
                  <a:pt x="168934" y="44422"/>
                </a:lnTo>
                <a:lnTo>
                  <a:pt x="162799" y="59230"/>
                </a:lnTo>
                <a:lnTo>
                  <a:pt x="155605" y="74037"/>
                </a:lnTo>
                <a:lnTo>
                  <a:pt x="147769" y="88844"/>
                </a:lnTo>
                <a:lnTo>
                  <a:pt x="139704" y="103652"/>
                </a:lnTo>
                <a:lnTo>
                  <a:pt x="131785" y="118459"/>
                </a:lnTo>
                <a:lnTo>
                  <a:pt x="124321" y="133267"/>
                </a:lnTo>
                <a:lnTo>
                  <a:pt x="117541" y="148074"/>
                </a:lnTo>
                <a:lnTo>
                  <a:pt x="111592" y="162881"/>
                </a:lnTo>
                <a:lnTo>
                  <a:pt x="106536" y="177689"/>
                </a:lnTo>
                <a:lnTo>
                  <a:pt x="102371" y="192496"/>
                </a:lnTo>
                <a:lnTo>
                  <a:pt x="99043" y="207304"/>
                </a:lnTo>
                <a:lnTo>
                  <a:pt x="96463" y="222111"/>
                </a:lnTo>
                <a:lnTo>
                  <a:pt x="94525" y="236919"/>
                </a:lnTo>
                <a:lnTo>
                  <a:pt x="93119" y="251726"/>
                </a:lnTo>
                <a:lnTo>
                  <a:pt x="92142" y="266533"/>
                </a:lnTo>
                <a:lnTo>
                  <a:pt x="91503" y="281341"/>
                </a:lnTo>
                <a:lnTo>
                  <a:pt x="91124" y="296148"/>
                </a:lnTo>
                <a:lnTo>
                  <a:pt x="90944" y="310956"/>
                </a:lnTo>
                <a:lnTo>
                  <a:pt x="90914" y="325763"/>
                </a:lnTo>
                <a:lnTo>
                  <a:pt x="90997" y="340570"/>
                </a:lnTo>
                <a:lnTo>
                  <a:pt x="91164" y="355378"/>
                </a:lnTo>
                <a:lnTo>
                  <a:pt x="91392" y="370185"/>
                </a:lnTo>
                <a:lnTo>
                  <a:pt x="91662" y="384993"/>
                </a:lnTo>
                <a:lnTo>
                  <a:pt x="91959" y="399800"/>
                </a:lnTo>
                <a:lnTo>
                  <a:pt x="92267" y="414607"/>
                </a:lnTo>
                <a:lnTo>
                  <a:pt x="92577" y="429415"/>
                </a:lnTo>
                <a:lnTo>
                  <a:pt x="92877" y="444222"/>
                </a:lnTo>
                <a:lnTo>
                  <a:pt x="93161" y="459030"/>
                </a:lnTo>
                <a:lnTo>
                  <a:pt x="93421" y="473837"/>
                </a:lnTo>
                <a:lnTo>
                  <a:pt x="93652" y="488644"/>
                </a:lnTo>
                <a:lnTo>
                  <a:pt x="93851" y="503452"/>
                </a:lnTo>
                <a:lnTo>
                  <a:pt x="94013" y="518259"/>
                </a:lnTo>
                <a:lnTo>
                  <a:pt x="94136" y="533067"/>
                </a:lnTo>
                <a:lnTo>
                  <a:pt x="94216" y="547874"/>
                </a:lnTo>
                <a:lnTo>
                  <a:pt x="94251" y="562682"/>
                </a:lnTo>
                <a:lnTo>
                  <a:pt x="94238" y="577489"/>
                </a:lnTo>
                <a:lnTo>
                  <a:pt x="94175" y="592296"/>
                </a:lnTo>
                <a:lnTo>
                  <a:pt x="94064" y="607104"/>
                </a:lnTo>
                <a:lnTo>
                  <a:pt x="93907" y="621911"/>
                </a:lnTo>
                <a:lnTo>
                  <a:pt x="93707" y="636719"/>
                </a:lnTo>
                <a:lnTo>
                  <a:pt x="93473" y="651526"/>
                </a:lnTo>
                <a:lnTo>
                  <a:pt x="93214" y="666333"/>
                </a:lnTo>
                <a:lnTo>
                  <a:pt x="92941" y="681141"/>
                </a:lnTo>
                <a:lnTo>
                  <a:pt x="92668" y="695948"/>
                </a:lnTo>
                <a:lnTo>
                  <a:pt x="92408" y="710756"/>
                </a:lnTo>
                <a:lnTo>
                  <a:pt x="92173" y="725563"/>
                </a:lnTo>
                <a:lnTo>
                  <a:pt x="91975" y="740370"/>
                </a:lnTo>
                <a:lnTo>
                  <a:pt x="91822" y="755178"/>
                </a:lnTo>
                <a:lnTo>
                  <a:pt x="91718" y="769985"/>
                </a:lnTo>
                <a:lnTo>
                  <a:pt x="91667" y="784793"/>
                </a:lnTo>
                <a:lnTo>
                  <a:pt x="91664" y="799600"/>
                </a:lnTo>
                <a:lnTo>
                  <a:pt x="91705" y="814407"/>
                </a:lnTo>
                <a:lnTo>
                  <a:pt x="91781" y="829215"/>
                </a:lnTo>
                <a:lnTo>
                  <a:pt x="91880" y="844022"/>
                </a:lnTo>
                <a:lnTo>
                  <a:pt x="91993" y="858830"/>
                </a:lnTo>
                <a:lnTo>
                  <a:pt x="92106" y="873637"/>
                </a:lnTo>
                <a:lnTo>
                  <a:pt x="92210" y="888444"/>
                </a:lnTo>
                <a:lnTo>
                  <a:pt x="92297" y="903252"/>
                </a:lnTo>
                <a:lnTo>
                  <a:pt x="92359" y="918059"/>
                </a:lnTo>
                <a:lnTo>
                  <a:pt x="92394" y="932867"/>
                </a:lnTo>
                <a:lnTo>
                  <a:pt x="92398" y="947674"/>
                </a:lnTo>
                <a:lnTo>
                  <a:pt x="92371" y="962482"/>
                </a:lnTo>
                <a:lnTo>
                  <a:pt x="92314" y="977289"/>
                </a:lnTo>
                <a:lnTo>
                  <a:pt x="92229" y="992096"/>
                </a:lnTo>
                <a:lnTo>
                  <a:pt x="92118" y="1006904"/>
                </a:lnTo>
                <a:lnTo>
                  <a:pt x="91985" y="1021711"/>
                </a:lnTo>
                <a:lnTo>
                  <a:pt x="91834" y="1036519"/>
                </a:lnTo>
                <a:lnTo>
                  <a:pt x="91669" y="1051326"/>
                </a:lnTo>
                <a:lnTo>
                  <a:pt x="91495" y="1066133"/>
                </a:lnTo>
                <a:lnTo>
                  <a:pt x="91320" y="1080941"/>
                </a:lnTo>
                <a:lnTo>
                  <a:pt x="91149" y="1095748"/>
                </a:lnTo>
                <a:lnTo>
                  <a:pt x="90988" y="1110556"/>
                </a:lnTo>
                <a:lnTo>
                  <a:pt x="90846" y="1125363"/>
                </a:lnTo>
                <a:lnTo>
                  <a:pt x="90726" y="1140170"/>
                </a:lnTo>
                <a:lnTo>
                  <a:pt x="90633" y="1154978"/>
                </a:lnTo>
                <a:lnTo>
                  <a:pt x="90571" y="1169785"/>
                </a:lnTo>
                <a:lnTo>
                  <a:pt x="90538" y="1184593"/>
                </a:lnTo>
                <a:lnTo>
                  <a:pt x="90535" y="1199400"/>
                </a:lnTo>
                <a:lnTo>
                  <a:pt x="90558" y="1214207"/>
                </a:lnTo>
                <a:lnTo>
                  <a:pt x="90603" y="1229015"/>
                </a:lnTo>
                <a:lnTo>
                  <a:pt x="90664" y="1243822"/>
                </a:lnTo>
                <a:lnTo>
                  <a:pt x="90737" y="1258630"/>
                </a:lnTo>
                <a:lnTo>
                  <a:pt x="90816" y="1273437"/>
                </a:lnTo>
                <a:lnTo>
                  <a:pt x="90897" y="1288245"/>
                </a:lnTo>
                <a:lnTo>
                  <a:pt x="90976" y="1303052"/>
                </a:lnTo>
                <a:lnTo>
                  <a:pt x="91053" y="1317859"/>
                </a:lnTo>
                <a:lnTo>
                  <a:pt x="91127" y="1332667"/>
                </a:lnTo>
                <a:lnTo>
                  <a:pt x="91200" y="1347474"/>
                </a:lnTo>
                <a:lnTo>
                  <a:pt x="91275" y="1362282"/>
                </a:lnTo>
                <a:lnTo>
                  <a:pt x="91357" y="1377089"/>
                </a:lnTo>
                <a:lnTo>
                  <a:pt x="91451" y="1391896"/>
                </a:lnTo>
                <a:lnTo>
                  <a:pt x="91561" y="1406704"/>
                </a:lnTo>
                <a:lnTo>
                  <a:pt x="91690" y="1421511"/>
                </a:lnTo>
                <a:lnTo>
                  <a:pt x="91843" y="1436319"/>
                </a:lnTo>
                <a:lnTo>
                  <a:pt x="92019" y="1451126"/>
                </a:lnTo>
                <a:lnTo>
                  <a:pt x="92221" y="1465933"/>
                </a:lnTo>
                <a:lnTo>
                  <a:pt x="92449" y="1480741"/>
                </a:lnTo>
                <a:lnTo>
                  <a:pt x="92704" y="1495548"/>
                </a:lnTo>
                <a:lnTo>
                  <a:pt x="92989" y="1510356"/>
                </a:lnTo>
                <a:lnTo>
                  <a:pt x="93311" y="1525163"/>
                </a:lnTo>
                <a:lnTo>
                  <a:pt x="93679" y="1539970"/>
                </a:lnTo>
                <a:lnTo>
                  <a:pt x="94109" y="1554778"/>
                </a:lnTo>
                <a:lnTo>
                  <a:pt x="94618" y="1569585"/>
                </a:lnTo>
                <a:lnTo>
                  <a:pt x="95227" y="1584393"/>
                </a:lnTo>
                <a:lnTo>
                  <a:pt x="95954" y="1599200"/>
                </a:lnTo>
                <a:lnTo>
                  <a:pt x="96816" y="1614007"/>
                </a:lnTo>
                <a:lnTo>
                  <a:pt x="97820" y="1628815"/>
                </a:lnTo>
                <a:lnTo>
                  <a:pt x="98963" y="1643622"/>
                </a:lnTo>
                <a:lnTo>
                  <a:pt x="100224" y="1658430"/>
                </a:lnTo>
                <a:lnTo>
                  <a:pt x="101569" y="1673237"/>
                </a:lnTo>
                <a:lnTo>
                  <a:pt x="102948" y="1688045"/>
                </a:lnTo>
                <a:lnTo>
                  <a:pt x="104296" y="1702852"/>
                </a:lnTo>
                <a:lnTo>
                  <a:pt x="105541" y="1717659"/>
                </a:lnTo>
                <a:lnTo>
                  <a:pt x="106607" y="1732467"/>
                </a:lnTo>
                <a:lnTo>
                  <a:pt x="107426" y="1747274"/>
                </a:lnTo>
                <a:lnTo>
                  <a:pt x="107942" y="1762082"/>
                </a:lnTo>
                <a:lnTo>
                  <a:pt x="108118" y="1776889"/>
                </a:lnTo>
                <a:lnTo>
                  <a:pt x="108118" y="1776889"/>
                </a:lnTo>
                <a:close/>
              </a:path>
            </a:pathLst>
          </a:custGeom>
          <a:solidFill xmlns:a="http://schemas.openxmlformats.org/drawingml/2006/main">
            <a:srgbClr val="138B8D">
              <a:alpha val="12000"/>
            </a:srgbClr>
          </a:solidFill>
          <a:ln xmlns:a="http://schemas.openxmlformats.org/drawingml/2006/main"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5" name="data_7701">
            <a:extLst xmlns:a="http://schemas.openxmlformats.org/drawingml/2006/main">
              <a:ext uri="{FF2B5EF4-FFF2-40B4-BE49-F238E27FC236}">
                <a16:creationId xmlns:a16="http://schemas.microsoft.com/office/drawing/2014/main" id="{A6768453-689D-4FDB-A59D-E8069335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60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256" name="text_7702">
            <a:extLst xmlns:a="http://schemas.openxmlformats.org/drawingml/2006/main">
              <a:ext uri="{FF2B5EF4-FFF2-40B4-BE49-F238E27FC236}">
                <a16:creationId xmlns:a16="http://schemas.microsoft.com/office/drawing/2014/main" id="{678908FA-EF43-4E92-B3A5-F31DB626D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4941" y="7133966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257" name="data_7703">
            <a:extLst xmlns:a="http://schemas.openxmlformats.org/drawingml/2006/main">
              <a:ext uri="{FF2B5EF4-FFF2-40B4-BE49-F238E27FC236}">
                <a16:creationId xmlns:a16="http://schemas.microsoft.com/office/drawing/2014/main" id="{11DBF098-0BC4-46CE-8AB0-A168788F0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9273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258" name="text_7704">
            <a:extLst xmlns:a="http://schemas.openxmlformats.org/drawingml/2006/main">
              <a:ext uri="{FF2B5EF4-FFF2-40B4-BE49-F238E27FC236}">
                <a16:creationId xmlns:a16="http://schemas.microsoft.com/office/drawing/2014/main" id="{79D60770-9F06-4A38-80D0-BE2565CAA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03636" y="7133966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259" name="data_7705">
            <a:extLst xmlns:a="http://schemas.openxmlformats.org/drawingml/2006/main">
              <a:ext uri="{FF2B5EF4-FFF2-40B4-BE49-F238E27FC236}">
                <a16:creationId xmlns:a16="http://schemas.microsoft.com/office/drawing/2014/main" id="{3AFA5907-A80B-4FF6-8D4D-E84B6CA80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0787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260" name="text_7706">
            <a:extLst xmlns:a="http://schemas.openxmlformats.org/drawingml/2006/main">
              <a:ext uri="{FF2B5EF4-FFF2-40B4-BE49-F238E27FC236}">
                <a16:creationId xmlns:a16="http://schemas.microsoft.com/office/drawing/2014/main" id="{51B61BF0-A1E6-4C86-9EEC-51A313BC8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12332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261" name="data_7707">
            <a:extLst xmlns:a="http://schemas.openxmlformats.org/drawingml/2006/main">
              <a:ext uri="{FF2B5EF4-FFF2-40B4-BE49-F238E27FC236}">
                <a16:creationId xmlns:a16="http://schemas.microsoft.com/office/drawing/2014/main" id="{9E4165A3-9BD8-43D0-B8B0-25D0CA84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3815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262" name="text_7708">
            <a:extLst xmlns:a="http://schemas.openxmlformats.org/drawingml/2006/main">
              <a:ext uri="{FF2B5EF4-FFF2-40B4-BE49-F238E27FC236}">
                <a16:creationId xmlns:a16="http://schemas.microsoft.com/office/drawing/2014/main" id="{B625CD52-A33F-437E-AA4D-00207E59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95359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2263" name="data_7709">
            <a:extLst xmlns:a="http://schemas.openxmlformats.org/drawingml/2006/main">
              <a:ext uri="{FF2B5EF4-FFF2-40B4-BE49-F238E27FC236}">
                <a16:creationId xmlns:a16="http://schemas.microsoft.com/office/drawing/2014/main" id="{DF980461-9082-43AC-ADA4-161CD255A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842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264" name="text_7710">
            <a:extLst xmlns:a="http://schemas.openxmlformats.org/drawingml/2006/main">
              <a:ext uri="{FF2B5EF4-FFF2-40B4-BE49-F238E27FC236}">
                <a16:creationId xmlns:a16="http://schemas.microsoft.com/office/drawing/2014/main" id="{5A8DD3A1-C26F-4475-B93F-5BF84F4A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78387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2265" name="text_7711">
            <a:extLst xmlns:a="http://schemas.openxmlformats.org/drawingml/2006/main">
              <a:ext uri="{FF2B5EF4-FFF2-40B4-BE49-F238E27FC236}">
                <a16:creationId xmlns:a16="http://schemas.microsoft.com/office/drawing/2014/main" id="{EAB52437-3162-4686-BF1F-757F280BC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72034" y="7316591"/>
            <a:ext cx="149234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2266" name="data_7712">
            <a:extLst xmlns:a="http://schemas.openxmlformats.org/drawingml/2006/main">
              <a:ext uri="{FF2B5EF4-FFF2-40B4-BE49-F238E27FC236}">
                <a16:creationId xmlns:a16="http://schemas.microsoft.com/office/drawing/2014/main" id="{542881D6-EBE9-43CB-ADE6-D4BAEDB4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6952935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2267" name="data_7713">
            <a:extLst xmlns:a="http://schemas.openxmlformats.org/drawingml/2006/main">
              <a:ext uri="{FF2B5EF4-FFF2-40B4-BE49-F238E27FC236}">
                <a16:creationId xmlns:a16="http://schemas.microsoft.com/office/drawing/2014/main" id="{E16BB4D2-9E46-4290-B131-C5518E1C4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65" y="6952935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268" name="text_7714">
            <a:extLst xmlns:a="http://schemas.openxmlformats.org/drawingml/2006/main">
              <a:ext uri="{FF2B5EF4-FFF2-40B4-BE49-F238E27FC236}">
                <a16:creationId xmlns:a16="http://schemas.microsoft.com/office/drawing/2014/main" id="{E88D252B-B3ED-4E45-B5B6-CF744446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5225" y="6894688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269" name="data_7715">
            <a:extLst xmlns:a="http://schemas.openxmlformats.org/drawingml/2006/main">
              <a:ext uri="{FF2B5EF4-FFF2-40B4-BE49-F238E27FC236}">
                <a16:creationId xmlns:a16="http://schemas.microsoft.com/office/drawing/2014/main" id="{65E09754-EAA2-4A54-8A4D-264E654D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6064491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2270" name="data_7716">
            <a:extLst xmlns:a="http://schemas.openxmlformats.org/drawingml/2006/main">
              <a:ext uri="{FF2B5EF4-FFF2-40B4-BE49-F238E27FC236}">
                <a16:creationId xmlns:a16="http://schemas.microsoft.com/office/drawing/2014/main" id="{BA3F0C7E-910A-4D2F-B259-CF520DC0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65" y="6064491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271" name="text_7717">
            <a:extLst xmlns:a="http://schemas.openxmlformats.org/drawingml/2006/main">
              <a:ext uri="{FF2B5EF4-FFF2-40B4-BE49-F238E27FC236}">
                <a16:creationId xmlns:a16="http://schemas.microsoft.com/office/drawing/2014/main" id="{F1031ABC-011A-41D4-ABC2-029F9378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69588" y="6006243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272" name="data_7718">
            <a:extLst xmlns:a="http://schemas.openxmlformats.org/drawingml/2006/main">
              <a:ext uri="{FF2B5EF4-FFF2-40B4-BE49-F238E27FC236}">
                <a16:creationId xmlns:a16="http://schemas.microsoft.com/office/drawing/2014/main" id="{7A9638BA-25DE-4F62-8E1D-79F17E5E8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5176046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2273" name="data_7719">
            <a:extLst xmlns:a="http://schemas.openxmlformats.org/drawingml/2006/main">
              <a:ext uri="{FF2B5EF4-FFF2-40B4-BE49-F238E27FC236}">
                <a16:creationId xmlns:a16="http://schemas.microsoft.com/office/drawing/2014/main" id="{7E30ECB9-CBD8-4CFB-8950-3B1E49F6F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065" y="5176046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274" name="text_7720">
            <a:extLst xmlns:a="http://schemas.openxmlformats.org/drawingml/2006/main">
              <a:ext uri="{FF2B5EF4-FFF2-40B4-BE49-F238E27FC236}">
                <a16:creationId xmlns:a16="http://schemas.microsoft.com/office/drawing/2014/main" id="{6FA6406F-7496-408F-B3CD-0CDF7B41C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3951" y="5117799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275" name="text_7721">
            <a:extLst xmlns:a="http://schemas.openxmlformats.org/drawingml/2006/main">
              <a:ext uri="{FF2B5EF4-FFF2-40B4-BE49-F238E27FC236}">
                <a16:creationId xmlns:a16="http://schemas.microsoft.com/office/drawing/2014/main" id="{15FAA27E-A49D-4E9B-A1B2-0F3D7017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-39675" y="5980252"/>
            <a:ext cx="1261933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Detected instances (%)</a:t>
            </a:r>
          </a:p>
        </p:txBody>
      </p:sp>
      <p:sp>
        <p:nvSpPr>
          <p:cNvPr id="2276" name="data_7722">
            <a:extLst xmlns:a="http://schemas.openxmlformats.org/drawingml/2006/main">
              <a:ext uri="{FF2B5EF4-FFF2-40B4-BE49-F238E27FC236}">
                <a16:creationId xmlns:a16="http://schemas.microsoft.com/office/drawing/2014/main" id="{F4D51CCD-D081-4BAB-AC82-7BA84130C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09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7" name="data_7723">
            <a:extLst xmlns:a="http://schemas.openxmlformats.org/drawingml/2006/main">
              <a:ext uri="{FF2B5EF4-FFF2-40B4-BE49-F238E27FC236}">
                <a16:creationId xmlns:a16="http://schemas.microsoft.com/office/drawing/2014/main" id="{6F3C506B-4AF7-4553-9D31-66668E70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48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8" name="data_7724">
            <a:extLst xmlns:a="http://schemas.openxmlformats.org/drawingml/2006/main">
              <a:ext uri="{FF2B5EF4-FFF2-40B4-BE49-F238E27FC236}">
                <a16:creationId xmlns:a16="http://schemas.microsoft.com/office/drawing/2014/main" id="{7BC031FA-7565-4A2B-9323-A9E29C9A7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73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9" name="data_7725">
            <a:extLst xmlns:a="http://schemas.openxmlformats.org/drawingml/2006/main">
              <a:ext uri="{FF2B5EF4-FFF2-40B4-BE49-F238E27FC236}">
                <a16:creationId xmlns:a16="http://schemas.microsoft.com/office/drawing/2014/main" id="{381D8C9F-24E7-4934-91F6-3AD17340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0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0" name="data_7726">
            <a:extLst xmlns:a="http://schemas.openxmlformats.org/drawingml/2006/main">
              <a:ext uri="{FF2B5EF4-FFF2-40B4-BE49-F238E27FC236}">
                <a16:creationId xmlns:a16="http://schemas.microsoft.com/office/drawing/2014/main" id="{737CD943-8C7D-4C43-9499-9C3AEB9B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33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1" name="data_7727">
            <a:extLst xmlns:a="http://schemas.openxmlformats.org/drawingml/2006/main">
              <a:ext uri="{FF2B5EF4-FFF2-40B4-BE49-F238E27FC236}">
                <a16:creationId xmlns:a16="http://schemas.microsoft.com/office/drawing/2014/main" id="{E2F98E45-C4C8-4DA5-A432-093E557B4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573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2" name="data_7728">
            <a:extLst xmlns:a="http://schemas.openxmlformats.org/drawingml/2006/main">
              <a:ext uri="{FF2B5EF4-FFF2-40B4-BE49-F238E27FC236}">
                <a16:creationId xmlns:a16="http://schemas.microsoft.com/office/drawing/2014/main" id="{D3B5AA0C-D927-4A28-B0DE-E8CF0A0A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296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3" name="data_7729">
            <a:extLst xmlns:a="http://schemas.openxmlformats.org/drawingml/2006/main">
              <a:ext uri="{FF2B5EF4-FFF2-40B4-BE49-F238E27FC236}">
                <a16:creationId xmlns:a16="http://schemas.microsoft.com/office/drawing/2014/main" id="{EF5D0A6D-1E7A-44A2-B8E1-DDA79744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547" y="61715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4" name="data_7730">
            <a:extLst xmlns:a="http://schemas.openxmlformats.org/drawingml/2006/main">
              <a:ext uri="{FF2B5EF4-FFF2-40B4-BE49-F238E27FC236}">
                <a16:creationId xmlns:a16="http://schemas.microsoft.com/office/drawing/2014/main" id="{C60B17C3-5793-4097-ADEE-FE1C60C8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291" y="61254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5" name="data_7731">
            <a:extLst xmlns:a="http://schemas.openxmlformats.org/drawingml/2006/main">
              <a:ext uri="{FF2B5EF4-FFF2-40B4-BE49-F238E27FC236}">
                <a16:creationId xmlns:a16="http://schemas.microsoft.com/office/drawing/2014/main" id="{6B4816A1-9798-4C28-8764-BC2ED9488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04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6" name="data_7732">
            <a:extLst xmlns:a="http://schemas.openxmlformats.org/drawingml/2006/main">
              <a:ext uri="{FF2B5EF4-FFF2-40B4-BE49-F238E27FC236}">
                <a16:creationId xmlns:a16="http://schemas.microsoft.com/office/drawing/2014/main" id="{F0A43950-E12B-49C0-B1D0-9571301E1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031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7" name="data_7733">
            <a:extLst xmlns:a="http://schemas.openxmlformats.org/drawingml/2006/main">
              <a:ext uri="{FF2B5EF4-FFF2-40B4-BE49-F238E27FC236}">
                <a16:creationId xmlns:a16="http://schemas.microsoft.com/office/drawing/2014/main" id="{21F8F6D2-3FDD-40AC-A103-CA300A20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64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8" name="data_7734">
            <a:extLst xmlns:a="http://schemas.openxmlformats.org/drawingml/2006/main">
              <a:ext uri="{FF2B5EF4-FFF2-40B4-BE49-F238E27FC236}">
                <a16:creationId xmlns:a16="http://schemas.microsoft.com/office/drawing/2014/main" id="{F692932E-5553-4AEF-9E66-305B46D7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762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9" name="data_7735">
            <a:extLst xmlns:a="http://schemas.openxmlformats.org/drawingml/2006/main">
              <a:ext uri="{FF2B5EF4-FFF2-40B4-BE49-F238E27FC236}">
                <a16:creationId xmlns:a16="http://schemas.microsoft.com/office/drawing/2014/main" id="{13605617-F088-4CBF-98E1-5000FD68B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70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0" name="data_7736">
            <a:extLst xmlns:a="http://schemas.openxmlformats.org/drawingml/2006/main">
              <a:ext uri="{FF2B5EF4-FFF2-40B4-BE49-F238E27FC236}">
                <a16:creationId xmlns:a16="http://schemas.microsoft.com/office/drawing/2014/main" id="{FB00D4EE-72FA-4C90-A4F8-93EAD8A88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289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1" name="data_7737">
            <a:extLst xmlns:a="http://schemas.openxmlformats.org/drawingml/2006/main">
              <a:ext uri="{FF2B5EF4-FFF2-40B4-BE49-F238E27FC236}">
                <a16:creationId xmlns:a16="http://schemas.microsoft.com/office/drawing/2014/main" id="{8415650D-B73F-4F94-A34D-9696166F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999" y="686964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2" name="data_7738">
            <a:extLst xmlns:a="http://schemas.openxmlformats.org/drawingml/2006/main">
              <a:ext uri="{FF2B5EF4-FFF2-40B4-BE49-F238E27FC236}">
                <a16:creationId xmlns:a16="http://schemas.microsoft.com/office/drawing/2014/main" id="{73816D48-B149-4915-A0AB-0FD0C549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64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3" name="data_7739">
            <a:extLst xmlns:a="http://schemas.openxmlformats.org/drawingml/2006/main">
              <a:ext uri="{FF2B5EF4-FFF2-40B4-BE49-F238E27FC236}">
                <a16:creationId xmlns:a16="http://schemas.microsoft.com/office/drawing/2014/main" id="{74B03181-EC04-4681-AC5E-9919049E3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646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4" name="data_7740">
            <a:extLst xmlns:a="http://schemas.openxmlformats.org/drawingml/2006/main">
              <a:ext uri="{FF2B5EF4-FFF2-40B4-BE49-F238E27FC236}">
                <a16:creationId xmlns:a16="http://schemas.microsoft.com/office/drawing/2014/main" id="{0D4A4B48-7BBE-4D51-B482-57A95D518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46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5" name="data_7741">
            <a:extLst xmlns:a="http://schemas.openxmlformats.org/drawingml/2006/main">
              <a:ext uri="{FF2B5EF4-FFF2-40B4-BE49-F238E27FC236}">
                <a16:creationId xmlns:a16="http://schemas.microsoft.com/office/drawing/2014/main" id="{72B59131-5868-403E-BC01-0E53E4CEB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0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6" name="data_7742">
            <a:extLst xmlns:a="http://schemas.openxmlformats.org/drawingml/2006/main">
              <a:ext uri="{FF2B5EF4-FFF2-40B4-BE49-F238E27FC236}">
                <a16:creationId xmlns:a16="http://schemas.microsoft.com/office/drawing/2014/main" id="{8E3B41C9-66BF-4F1D-BAD8-D3BB70F6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85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7" name="data_7743">
            <a:extLst xmlns:a="http://schemas.openxmlformats.org/drawingml/2006/main">
              <a:ext uri="{FF2B5EF4-FFF2-40B4-BE49-F238E27FC236}">
                <a16:creationId xmlns:a16="http://schemas.microsoft.com/office/drawing/2014/main" id="{AABF4C67-6414-4F5F-A24E-1E3669EA2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98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8" name="data_7744">
            <a:extLst xmlns:a="http://schemas.openxmlformats.org/drawingml/2006/main">
              <a:ext uri="{FF2B5EF4-FFF2-40B4-BE49-F238E27FC236}">
                <a16:creationId xmlns:a16="http://schemas.microsoft.com/office/drawing/2014/main" id="{01A28728-5FFE-415E-A281-B2A81C7D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05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9" name="data_7745">
            <a:extLst xmlns:a="http://schemas.openxmlformats.org/drawingml/2006/main">
              <a:ext uri="{FF2B5EF4-FFF2-40B4-BE49-F238E27FC236}">
                <a16:creationId xmlns:a16="http://schemas.microsoft.com/office/drawing/2014/main" id="{49C7E2CA-EEA1-4845-820A-00C3A69CD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065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0" name="data_7746">
            <a:extLst xmlns:a="http://schemas.openxmlformats.org/drawingml/2006/main">
              <a:ext uri="{FF2B5EF4-FFF2-40B4-BE49-F238E27FC236}">
                <a16:creationId xmlns:a16="http://schemas.microsoft.com/office/drawing/2014/main" id="{DC1FD281-E676-4D6B-A21A-86F731267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2865" y="624209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1" name="data_7747">
            <a:extLst xmlns:a="http://schemas.openxmlformats.org/drawingml/2006/main">
              <a:ext uri="{FF2B5EF4-FFF2-40B4-BE49-F238E27FC236}">
                <a16:creationId xmlns:a16="http://schemas.microsoft.com/office/drawing/2014/main" id="{ACC3EC69-E9E3-4099-AB17-33F819587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4691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2" name="data_7748">
            <a:extLst xmlns:a="http://schemas.openxmlformats.org/drawingml/2006/main">
              <a:ext uri="{FF2B5EF4-FFF2-40B4-BE49-F238E27FC236}">
                <a16:creationId xmlns:a16="http://schemas.microsoft.com/office/drawing/2014/main" id="{BF2FF3B5-9399-4BCD-8363-3459DD44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326" y="61254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3" name="data_7749">
            <a:extLst xmlns:a="http://schemas.openxmlformats.org/drawingml/2006/main">
              <a:ext uri="{FF2B5EF4-FFF2-40B4-BE49-F238E27FC236}">
                <a16:creationId xmlns:a16="http://schemas.microsoft.com/office/drawing/2014/main" id="{90E75723-CEAE-4162-B4CB-84BC592DB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92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4" name="data_7750">
            <a:extLst xmlns:a="http://schemas.openxmlformats.org/drawingml/2006/main">
              <a:ext uri="{FF2B5EF4-FFF2-40B4-BE49-F238E27FC236}">
                <a16:creationId xmlns:a16="http://schemas.microsoft.com/office/drawing/2014/main" id="{BD65475B-65EF-4BD9-B82F-421BF3FA4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8111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5" name="data_7751">
            <a:extLst xmlns:a="http://schemas.openxmlformats.org/drawingml/2006/main">
              <a:ext uri="{FF2B5EF4-FFF2-40B4-BE49-F238E27FC236}">
                <a16:creationId xmlns:a16="http://schemas.microsoft.com/office/drawing/2014/main" id="{5BE0A7A0-0A34-4CB3-A192-CA40D9A93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2572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6" name="data_7752">
            <a:extLst xmlns:a="http://schemas.openxmlformats.org/drawingml/2006/main">
              <a:ext uri="{FF2B5EF4-FFF2-40B4-BE49-F238E27FC236}">
                <a16:creationId xmlns:a16="http://schemas.microsoft.com/office/drawing/2014/main" id="{55839267-C6B0-4A8E-B80B-2CAB3D5FA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273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7" name="data_7753">
            <a:extLst xmlns:a="http://schemas.openxmlformats.org/drawingml/2006/main">
              <a:ext uri="{FF2B5EF4-FFF2-40B4-BE49-F238E27FC236}">
                <a16:creationId xmlns:a16="http://schemas.microsoft.com/office/drawing/2014/main" id="{11226885-CAD8-4E6F-927F-F9972A085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64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8" name="data_7754">
            <a:extLst xmlns:a="http://schemas.openxmlformats.org/drawingml/2006/main">
              <a:ext uri="{FF2B5EF4-FFF2-40B4-BE49-F238E27FC236}">
                <a16:creationId xmlns:a16="http://schemas.microsoft.com/office/drawing/2014/main" id="{7FD76708-57DA-4C5C-8EFF-A9A43A2A3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482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9" name="data_7755">
            <a:extLst xmlns:a="http://schemas.openxmlformats.org/drawingml/2006/main">
              <a:ext uri="{FF2B5EF4-FFF2-40B4-BE49-F238E27FC236}">
                <a16:creationId xmlns:a16="http://schemas.microsoft.com/office/drawing/2014/main" id="{B807F5F3-B7DE-4C46-8F35-34FE3EA85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52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0" name="data_7756">
            <a:extLst xmlns:a="http://schemas.openxmlformats.org/drawingml/2006/main">
              <a:ext uri="{FF2B5EF4-FFF2-40B4-BE49-F238E27FC236}">
                <a16:creationId xmlns:a16="http://schemas.microsoft.com/office/drawing/2014/main" id="{E5866288-2732-4B05-8DA7-A5C3B940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39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1" name="data_7757">
            <a:extLst xmlns:a="http://schemas.openxmlformats.org/drawingml/2006/main">
              <a:ext uri="{FF2B5EF4-FFF2-40B4-BE49-F238E27FC236}">
                <a16:creationId xmlns:a16="http://schemas.microsoft.com/office/drawing/2014/main" id="{12059F41-88AB-4CB7-8DE2-850A911B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782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2" name="data_7758">
            <a:extLst xmlns:a="http://schemas.openxmlformats.org/drawingml/2006/main">
              <a:ext uri="{FF2B5EF4-FFF2-40B4-BE49-F238E27FC236}">
                <a16:creationId xmlns:a16="http://schemas.microsoft.com/office/drawing/2014/main" id="{96480DBF-BB66-4573-A298-6B576464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62" y="6577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3" name="data_7759">
            <a:extLst xmlns:a="http://schemas.openxmlformats.org/drawingml/2006/main">
              <a:ext uri="{FF2B5EF4-FFF2-40B4-BE49-F238E27FC236}">
                <a16:creationId xmlns:a16="http://schemas.microsoft.com/office/drawing/2014/main" id="{8D4CF35B-F43F-45F9-97D8-117506EEB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618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4" name="data_7760">
            <a:extLst xmlns:a="http://schemas.openxmlformats.org/drawingml/2006/main">
              <a:ext uri="{FF2B5EF4-FFF2-40B4-BE49-F238E27FC236}">
                <a16:creationId xmlns:a16="http://schemas.microsoft.com/office/drawing/2014/main" id="{BDAEB836-9A86-4F80-9748-1C7A88FB2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202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5" name="data_7761">
            <a:extLst xmlns:a="http://schemas.openxmlformats.org/drawingml/2006/main">
              <a:ext uri="{FF2B5EF4-FFF2-40B4-BE49-F238E27FC236}">
                <a16:creationId xmlns:a16="http://schemas.microsoft.com/office/drawing/2014/main" id="{2889A75C-884A-4702-B935-1C6BCE0C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06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6" name="data_7762">
            <a:extLst xmlns:a="http://schemas.openxmlformats.org/drawingml/2006/main">
              <a:ext uri="{FF2B5EF4-FFF2-40B4-BE49-F238E27FC236}">
                <a16:creationId xmlns:a16="http://schemas.microsoft.com/office/drawing/2014/main" id="{A4E9AFD1-1AE3-4652-B2F6-066A950CE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827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7" name="data_7763">
            <a:extLst xmlns:a="http://schemas.openxmlformats.org/drawingml/2006/main">
              <a:ext uri="{FF2B5EF4-FFF2-40B4-BE49-F238E27FC236}">
                <a16:creationId xmlns:a16="http://schemas.microsoft.com/office/drawing/2014/main" id="{1432DEE3-7C33-4F8C-919D-51DFD758E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5277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8" name="data_7764">
            <a:extLst xmlns:a="http://schemas.openxmlformats.org/drawingml/2006/main">
              <a:ext uri="{FF2B5EF4-FFF2-40B4-BE49-F238E27FC236}">
                <a16:creationId xmlns:a16="http://schemas.microsoft.com/office/drawing/2014/main" id="{56146311-3B54-4B47-B6C9-1829C6A3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123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9" name="data_7765">
            <a:extLst xmlns:a="http://schemas.openxmlformats.org/drawingml/2006/main">
              <a:ext uri="{FF2B5EF4-FFF2-40B4-BE49-F238E27FC236}">
                <a16:creationId xmlns:a16="http://schemas.microsoft.com/office/drawing/2014/main" id="{A4943986-5423-4A76-9BB9-CE30E1F0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029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0" name="data_7766">
            <a:extLst xmlns:a="http://schemas.openxmlformats.org/drawingml/2006/main">
              <a:ext uri="{FF2B5EF4-FFF2-40B4-BE49-F238E27FC236}">
                <a16:creationId xmlns:a16="http://schemas.microsoft.com/office/drawing/2014/main" id="{94789D0A-2285-45C4-AD82-428139EA5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3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1" name="data_7767">
            <a:extLst xmlns:a="http://schemas.openxmlformats.org/drawingml/2006/main">
              <a:ext uri="{FF2B5EF4-FFF2-40B4-BE49-F238E27FC236}">
                <a16:creationId xmlns:a16="http://schemas.microsoft.com/office/drawing/2014/main" id="{F8297AD7-09EA-46BE-96B8-490CA8D7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19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2" name="data_7768">
            <a:extLst xmlns:a="http://schemas.openxmlformats.org/drawingml/2006/main">
              <a:ext uri="{FF2B5EF4-FFF2-40B4-BE49-F238E27FC236}">
                <a16:creationId xmlns:a16="http://schemas.microsoft.com/office/drawing/2014/main" id="{D0E9EA4E-C1D3-4123-95C9-9DB39DB7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117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3" name="data_7769">
            <a:extLst xmlns:a="http://schemas.openxmlformats.org/drawingml/2006/main">
              <a:ext uri="{FF2B5EF4-FFF2-40B4-BE49-F238E27FC236}">
                <a16:creationId xmlns:a16="http://schemas.microsoft.com/office/drawing/2014/main" id="{9B296BFF-BB7B-4FAB-8F86-F62BCD4CB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942" y="61715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4" name="data_7770">
            <a:extLst xmlns:a="http://schemas.openxmlformats.org/drawingml/2006/main">
              <a:ext uri="{FF2B5EF4-FFF2-40B4-BE49-F238E27FC236}">
                <a16:creationId xmlns:a16="http://schemas.microsoft.com/office/drawing/2014/main" id="{8D6F40D0-74FF-4380-BD3D-A9C291E9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664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5" name="data_7771">
            <a:extLst xmlns:a="http://schemas.openxmlformats.org/drawingml/2006/main">
              <a:ext uri="{FF2B5EF4-FFF2-40B4-BE49-F238E27FC236}">
                <a16:creationId xmlns:a16="http://schemas.microsoft.com/office/drawing/2014/main" id="{DD6990A8-64BB-4FCE-B7D1-4F65A03E8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5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6" name="data_7772">
            <a:extLst xmlns:a="http://schemas.openxmlformats.org/drawingml/2006/main">
              <a:ext uri="{FF2B5EF4-FFF2-40B4-BE49-F238E27FC236}">
                <a16:creationId xmlns:a16="http://schemas.microsoft.com/office/drawing/2014/main" id="{2AD06FDF-2A56-489F-B4EC-D29B61D56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015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7" name="data_7773">
            <a:extLst xmlns:a="http://schemas.openxmlformats.org/drawingml/2006/main">
              <a:ext uri="{FF2B5EF4-FFF2-40B4-BE49-F238E27FC236}">
                <a16:creationId xmlns:a16="http://schemas.microsoft.com/office/drawing/2014/main" id="{F3CE828B-5D2C-4BB4-B520-60FD3590C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75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8" name="data_7774">
            <a:extLst xmlns:a="http://schemas.openxmlformats.org/drawingml/2006/main">
              <a:ext uri="{FF2B5EF4-FFF2-40B4-BE49-F238E27FC236}">
                <a16:creationId xmlns:a16="http://schemas.microsoft.com/office/drawing/2014/main" id="{7B04E750-F6EF-4273-9103-419EDD16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27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9" name="data_7775">
            <a:extLst xmlns:a="http://schemas.openxmlformats.org/drawingml/2006/main">
              <a:ext uri="{FF2B5EF4-FFF2-40B4-BE49-F238E27FC236}">
                <a16:creationId xmlns:a16="http://schemas.microsoft.com/office/drawing/2014/main" id="{C3839439-47BE-4771-9AD4-C4602EAA0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938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0" name="data_7776">
            <a:extLst xmlns:a="http://schemas.openxmlformats.org/drawingml/2006/main">
              <a:ext uri="{FF2B5EF4-FFF2-40B4-BE49-F238E27FC236}">
                <a16:creationId xmlns:a16="http://schemas.microsoft.com/office/drawing/2014/main" id="{C08DE2C4-62C6-4377-98C6-2CA9F89A3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558" y="616312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1" name="data_7777">
            <a:extLst xmlns:a="http://schemas.openxmlformats.org/drawingml/2006/main">
              <a:ext uri="{FF2B5EF4-FFF2-40B4-BE49-F238E27FC236}">
                <a16:creationId xmlns:a16="http://schemas.microsoft.com/office/drawing/2014/main" id="{B5C1289F-8FBA-4552-B0F6-FAB4FCEC5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664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2" name="data_7778">
            <a:extLst xmlns:a="http://schemas.openxmlformats.org/drawingml/2006/main">
              <a:ext uri="{FF2B5EF4-FFF2-40B4-BE49-F238E27FC236}">
                <a16:creationId xmlns:a16="http://schemas.microsoft.com/office/drawing/2014/main" id="{27A513F0-9293-49A6-9BFB-3D9FB89EA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32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3" name="data_7779">
            <a:extLst xmlns:a="http://schemas.openxmlformats.org/drawingml/2006/main">
              <a:ext uri="{FF2B5EF4-FFF2-40B4-BE49-F238E27FC236}">
                <a16:creationId xmlns:a16="http://schemas.microsoft.com/office/drawing/2014/main" id="{DDF0445E-8A59-487E-8326-396DC3DF5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469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4" name="data_7780">
            <a:extLst xmlns:a="http://schemas.openxmlformats.org/drawingml/2006/main">
              <a:ext uri="{FF2B5EF4-FFF2-40B4-BE49-F238E27FC236}">
                <a16:creationId xmlns:a16="http://schemas.microsoft.com/office/drawing/2014/main" id="{BC35DD6F-0562-4DE4-9788-2B87B656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416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5" name="data_7781">
            <a:extLst xmlns:a="http://schemas.openxmlformats.org/drawingml/2006/main">
              <a:ext uri="{FF2B5EF4-FFF2-40B4-BE49-F238E27FC236}">
                <a16:creationId xmlns:a16="http://schemas.microsoft.com/office/drawing/2014/main" id="{C1C6A26C-53BB-4EB1-92DB-E47DC6539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5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6" name="data_7782">
            <a:extLst xmlns:a="http://schemas.openxmlformats.org/drawingml/2006/main">
              <a:ext uri="{FF2B5EF4-FFF2-40B4-BE49-F238E27FC236}">
                <a16:creationId xmlns:a16="http://schemas.microsoft.com/office/drawing/2014/main" id="{D2C9E448-DB12-4B31-9220-8BEA7363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937" y="678503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7" name="data_7783">
            <a:extLst xmlns:a="http://schemas.openxmlformats.org/drawingml/2006/main">
              <a:ext uri="{FF2B5EF4-FFF2-40B4-BE49-F238E27FC236}">
                <a16:creationId xmlns:a16="http://schemas.microsoft.com/office/drawing/2014/main" id="{0C3826E0-67B1-4957-9415-ACF11769F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3225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8" name="data_7784">
            <a:extLst xmlns:a="http://schemas.openxmlformats.org/drawingml/2006/main">
              <a:ext uri="{FF2B5EF4-FFF2-40B4-BE49-F238E27FC236}">
                <a16:creationId xmlns:a16="http://schemas.microsoft.com/office/drawing/2014/main" id="{0C76642E-30A9-45F3-A673-9793BC2A8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97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9" name="data_7785">
            <a:extLst xmlns:a="http://schemas.openxmlformats.org/drawingml/2006/main">
              <a:ext uri="{FF2B5EF4-FFF2-40B4-BE49-F238E27FC236}">
                <a16:creationId xmlns:a16="http://schemas.microsoft.com/office/drawing/2014/main" id="{F617B16D-8DA8-447E-AA9D-F83FC675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696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0" name="data_7786">
            <a:extLst xmlns:a="http://schemas.openxmlformats.org/drawingml/2006/main">
              <a:ext uri="{FF2B5EF4-FFF2-40B4-BE49-F238E27FC236}">
                <a16:creationId xmlns:a16="http://schemas.microsoft.com/office/drawing/2014/main" id="{DFCAC236-CB14-4A43-8780-CF2EFB9B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17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1" name="data_7787">
            <a:extLst xmlns:a="http://schemas.openxmlformats.org/drawingml/2006/main">
              <a:ext uri="{FF2B5EF4-FFF2-40B4-BE49-F238E27FC236}">
                <a16:creationId xmlns:a16="http://schemas.microsoft.com/office/drawing/2014/main" id="{DEB7ED46-BCEB-447E-BBD4-5CFF1A68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00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2" name="data_7788">
            <a:extLst xmlns:a="http://schemas.openxmlformats.org/drawingml/2006/main">
              <a:ext uri="{FF2B5EF4-FFF2-40B4-BE49-F238E27FC236}">
                <a16:creationId xmlns:a16="http://schemas.microsoft.com/office/drawing/2014/main" id="{9DA46D86-05E9-4756-A4B5-D93C1A120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34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3" name="data_7789">
            <a:extLst xmlns:a="http://schemas.openxmlformats.org/drawingml/2006/main">
              <a:ext uri="{FF2B5EF4-FFF2-40B4-BE49-F238E27FC236}">
                <a16:creationId xmlns:a16="http://schemas.microsoft.com/office/drawing/2014/main" id="{81222E4B-5D77-4F8F-8934-6D362A5D6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2671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4" name="data_7790">
            <a:extLst xmlns:a="http://schemas.openxmlformats.org/drawingml/2006/main">
              <a:ext uri="{FF2B5EF4-FFF2-40B4-BE49-F238E27FC236}">
                <a16:creationId xmlns:a16="http://schemas.microsoft.com/office/drawing/2014/main" id="{165AAF55-09FD-411C-9500-307A2701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117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5" name="data_7791">
            <a:extLst xmlns:a="http://schemas.openxmlformats.org/drawingml/2006/main">
              <a:ext uri="{FF2B5EF4-FFF2-40B4-BE49-F238E27FC236}">
                <a16:creationId xmlns:a16="http://schemas.microsoft.com/office/drawing/2014/main" id="{C4D63057-6B35-4979-9AC2-EF8ABAAC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527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6" name="data_7792">
            <a:extLst xmlns:a="http://schemas.openxmlformats.org/drawingml/2006/main">
              <a:ext uri="{FF2B5EF4-FFF2-40B4-BE49-F238E27FC236}">
                <a16:creationId xmlns:a16="http://schemas.microsoft.com/office/drawing/2014/main" id="{DB2F86C5-826B-4909-99E5-E716CE840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723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7" name="data_7793">
            <a:extLst xmlns:a="http://schemas.openxmlformats.org/drawingml/2006/main">
              <a:ext uri="{FF2B5EF4-FFF2-40B4-BE49-F238E27FC236}">
                <a16:creationId xmlns:a16="http://schemas.microsoft.com/office/drawing/2014/main" id="{C88A3F82-AB32-49B2-AC26-750A4FB8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32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8" name="data_7794">
            <a:extLst xmlns:a="http://schemas.openxmlformats.org/drawingml/2006/main">
              <a:ext uri="{FF2B5EF4-FFF2-40B4-BE49-F238E27FC236}">
                <a16:creationId xmlns:a16="http://schemas.microsoft.com/office/drawing/2014/main" id="{015818D4-CB5A-4747-8600-D0FDEC6F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570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9" name="data_7795">
            <a:extLst xmlns:a="http://schemas.openxmlformats.org/drawingml/2006/main">
              <a:ext uri="{FF2B5EF4-FFF2-40B4-BE49-F238E27FC236}">
                <a16:creationId xmlns:a16="http://schemas.microsoft.com/office/drawing/2014/main" id="{0525CEAB-CD35-4679-8B6E-03D7BB4E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07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0" name="data_7796">
            <a:extLst xmlns:a="http://schemas.openxmlformats.org/drawingml/2006/main">
              <a:ext uri="{FF2B5EF4-FFF2-40B4-BE49-F238E27FC236}">
                <a16:creationId xmlns:a16="http://schemas.microsoft.com/office/drawing/2014/main" id="{4656E8A6-76DB-49F6-85AC-D01204593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244" y="63180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1" name="data_7797">
            <a:extLst xmlns:a="http://schemas.openxmlformats.org/drawingml/2006/main">
              <a:ext uri="{FF2B5EF4-FFF2-40B4-BE49-F238E27FC236}">
                <a16:creationId xmlns:a16="http://schemas.microsoft.com/office/drawing/2014/main" id="{7AC4D553-A73C-411B-AC9C-2802D6B7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244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2" name="data_7798">
            <a:extLst xmlns:a="http://schemas.openxmlformats.org/drawingml/2006/main">
              <a:ext uri="{FF2B5EF4-FFF2-40B4-BE49-F238E27FC236}">
                <a16:creationId xmlns:a16="http://schemas.microsoft.com/office/drawing/2014/main" id="{7A528BE0-ED09-4CE1-AB41-B195E2FE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970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3" name="data_7799">
            <a:extLst xmlns:a="http://schemas.openxmlformats.org/drawingml/2006/main">
              <a:ext uri="{FF2B5EF4-FFF2-40B4-BE49-F238E27FC236}">
                <a16:creationId xmlns:a16="http://schemas.microsoft.com/office/drawing/2014/main" id="{239B1D3B-E549-441F-B13E-3AC47CB88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93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4" name="data_7800">
            <a:extLst xmlns:a="http://schemas.openxmlformats.org/drawingml/2006/main">
              <a:ext uri="{FF2B5EF4-FFF2-40B4-BE49-F238E27FC236}">
                <a16:creationId xmlns:a16="http://schemas.microsoft.com/office/drawing/2014/main" id="{1B6F5AD8-6692-47DC-8D02-ABF32B0C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98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5" name="data_7801">
            <a:extLst xmlns:a="http://schemas.openxmlformats.org/drawingml/2006/main">
              <a:ext uri="{FF2B5EF4-FFF2-40B4-BE49-F238E27FC236}">
                <a16:creationId xmlns:a16="http://schemas.microsoft.com/office/drawing/2014/main" id="{1498A5B6-846F-43D0-B4FB-A514B08B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60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6" name="data_7802">
            <a:extLst xmlns:a="http://schemas.openxmlformats.org/drawingml/2006/main">
              <a:ext uri="{FF2B5EF4-FFF2-40B4-BE49-F238E27FC236}">
                <a16:creationId xmlns:a16="http://schemas.microsoft.com/office/drawing/2014/main" id="{AC18B7B8-FEF7-4928-BDD5-C1DF7978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420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7" name="data_7803">
            <a:extLst xmlns:a="http://schemas.openxmlformats.org/drawingml/2006/main">
              <a:ext uri="{FF2B5EF4-FFF2-40B4-BE49-F238E27FC236}">
                <a16:creationId xmlns:a16="http://schemas.microsoft.com/office/drawing/2014/main" id="{DEB080AE-63F8-480D-89CE-9F1B28AB0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68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8" name="data_7804">
            <a:extLst xmlns:a="http://schemas.openxmlformats.org/drawingml/2006/main">
              <a:ext uri="{FF2B5EF4-FFF2-40B4-BE49-F238E27FC236}">
                <a16:creationId xmlns:a16="http://schemas.microsoft.com/office/drawing/2014/main" id="{628722BB-0847-4623-A56D-469A6EF7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49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9" name="data_7805">
            <a:extLst xmlns:a="http://schemas.openxmlformats.org/drawingml/2006/main">
              <a:ext uri="{FF2B5EF4-FFF2-40B4-BE49-F238E27FC236}">
                <a16:creationId xmlns:a16="http://schemas.microsoft.com/office/drawing/2014/main" id="{A744E103-6778-42F0-A2C9-58608702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140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0" name="data_7806">
            <a:extLst xmlns:a="http://schemas.openxmlformats.org/drawingml/2006/main">
              <a:ext uri="{FF2B5EF4-FFF2-40B4-BE49-F238E27FC236}">
                <a16:creationId xmlns:a16="http://schemas.microsoft.com/office/drawing/2014/main" id="{E81EB06F-9DEC-491E-AD1C-A076F3585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16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1" name="data_7807">
            <a:extLst xmlns:a="http://schemas.openxmlformats.org/drawingml/2006/main">
              <a:ext uri="{FF2B5EF4-FFF2-40B4-BE49-F238E27FC236}">
                <a16:creationId xmlns:a16="http://schemas.microsoft.com/office/drawing/2014/main" id="{3E12C5AE-F7F8-4EB6-B2FF-EA0CEBD8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335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2" name="data_7808">
            <a:extLst xmlns:a="http://schemas.openxmlformats.org/drawingml/2006/main">
              <a:ext uri="{FF2B5EF4-FFF2-40B4-BE49-F238E27FC236}">
                <a16:creationId xmlns:a16="http://schemas.microsoft.com/office/drawing/2014/main" id="{B3FB26E4-C86E-4BD7-A1CB-66B8479F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68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3" name="data_7809">
            <a:extLst xmlns:a="http://schemas.openxmlformats.org/drawingml/2006/main">
              <a:ext uri="{FF2B5EF4-FFF2-40B4-BE49-F238E27FC236}">
                <a16:creationId xmlns:a16="http://schemas.microsoft.com/office/drawing/2014/main" id="{9E77116B-430F-4625-98FD-57F5AB35F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80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4" name="data_7810">
            <a:extLst xmlns:a="http://schemas.openxmlformats.org/drawingml/2006/main">
              <a:ext uri="{FF2B5EF4-FFF2-40B4-BE49-F238E27FC236}">
                <a16:creationId xmlns:a16="http://schemas.microsoft.com/office/drawing/2014/main" id="{827D4FF0-B21A-45E4-BAA6-6309EB47D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6448" y="64000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5" name="data_7811">
            <a:extLst xmlns:a="http://schemas.openxmlformats.org/drawingml/2006/main">
              <a:ext uri="{FF2B5EF4-FFF2-40B4-BE49-F238E27FC236}">
                <a16:creationId xmlns:a16="http://schemas.microsoft.com/office/drawing/2014/main" id="{0DA5047E-C390-4105-B991-DAC9B672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98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6" name="data_7812">
            <a:extLst xmlns:a="http://schemas.openxmlformats.org/drawingml/2006/main">
              <a:ext uri="{FF2B5EF4-FFF2-40B4-BE49-F238E27FC236}">
                <a16:creationId xmlns:a16="http://schemas.microsoft.com/office/drawing/2014/main" id="{FBD7A87B-A0C4-4B3F-B633-77F4A3C5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182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7" name="data_7813">
            <a:extLst xmlns:a="http://schemas.openxmlformats.org/drawingml/2006/main">
              <a:ext uri="{FF2B5EF4-FFF2-40B4-BE49-F238E27FC236}">
                <a16:creationId xmlns:a16="http://schemas.microsoft.com/office/drawing/2014/main" id="{57C0314A-36CF-4BD8-ACF3-1A02BD4F3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192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8" name="data_7814">
            <a:extLst xmlns:a="http://schemas.openxmlformats.org/drawingml/2006/main">
              <a:ext uri="{FF2B5EF4-FFF2-40B4-BE49-F238E27FC236}">
                <a16:creationId xmlns:a16="http://schemas.microsoft.com/office/drawing/2014/main" id="{D4E0BA15-8FEC-4A8F-8E64-C0719955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5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9" name="data_7815">
            <a:extLst xmlns:a="http://schemas.openxmlformats.org/drawingml/2006/main">
              <a:ext uri="{FF2B5EF4-FFF2-40B4-BE49-F238E27FC236}">
                <a16:creationId xmlns:a16="http://schemas.microsoft.com/office/drawing/2014/main" id="{1F64CAB6-5F5C-4142-8B76-02C0B4763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379" y="674272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0" name="data_7816">
            <a:extLst xmlns:a="http://schemas.openxmlformats.org/drawingml/2006/main">
              <a:ext uri="{FF2B5EF4-FFF2-40B4-BE49-F238E27FC236}">
                <a16:creationId xmlns:a16="http://schemas.microsoft.com/office/drawing/2014/main" id="{5F76BE79-7BCC-47F8-A36B-F85189F4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460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1" name="data_7817">
            <a:extLst xmlns:a="http://schemas.openxmlformats.org/drawingml/2006/main">
              <a:ext uri="{FF2B5EF4-FFF2-40B4-BE49-F238E27FC236}">
                <a16:creationId xmlns:a16="http://schemas.microsoft.com/office/drawing/2014/main" id="{E1E7D698-B7A9-4AA9-B68A-5F9333452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99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2" name="data_7818">
            <a:extLst xmlns:a="http://schemas.openxmlformats.org/drawingml/2006/main">
              <a:ext uri="{FF2B5EF4-FFF2-40B4-BE49-F238E27FC236}">
                <a16:creationId xmlns:a16="http://schemas.microsoft.com/office/drawing/2014/main" id="{5C182176-EE91-45B5-82BC-B4357952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724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3" name="data_7819">
            <a:extLst xmlns:a="http://schemas.openxmlformats.org/drawingml/2006/main">
              <a:ext uri="{FF2B5EF4-FFF2-40B4-BE49-F238E27FC236}">
                <a16:creationId xmlns:a16="http://schemas.microsoft.com/office/drawing/2014/main" id="{D3057209-B8D9-4C0C-9A6F-3E112BEB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57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4" name="data_7820">
            <a:extLst xmlns:a="http://schemas.openxmlformats.org/drawingml/2006/main">
              <a:ext uri="{FF2B5EF4-FFF2-40B4-BE49-F238E27FC236}">
                <a16:creationId xmlns:a16="http://schemas.microsoft.com/office/drawing/2014/main" id="{83F4485E-FE1C-46A9-A40A-101AA2726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584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5" name="data_7821">
            <a:extLst xmlns:a="http://schemas.openxmlformats.org/drawingml/2006/main">
              <a:ext uri="{FF2B5EF4-FFF2-40B4-BE49-F238E27FC236}">
                <a16:creationId xmlns:a16="http://schemas.microsoft.com/office/drawing/2014/main" id="{2767CFFC-B749-45CF-8946-130DECDA8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724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6" name="data_7822">
            <a:extLst xmlns:a="http://schemas.openxmlformats.org/drawingml/2006/main">
              <a:ext uri="{FF2B5EF4-FFF2-40B4-BE49-F238E27FC236}">
                <a16:creationId xmlns:a16="http://schemas.microsoft.com/office/drawing/2014/main" id="{A40E4DE9-F392-4297-950B-A165787B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447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7" name="data_7823">
            <a:extLst xmlns:a="http://schemas.openxmlformats.org/drawingml/2006/main">
              <a:ext uri="{FF2B5EF4-FFF2-40B4-BE49-F238E27FC236}">
                <a16:creationId xmlns:a16="http://schemas.microsoft.com/office/drawing/2014/main" id="{102AFE56-6A4E-4ED4-AA35-8C3B0694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806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8" name="data_7824">
            <a:extLst xmlns:a="http://schemas.openxmlformats.org/drawingml/2006/main">
              <a:ext uri="{FF2B5EF4-FFF2-40B4-BE49-F238E27FC236}">
                <a16:creationId xmlns:a16="http://schemas.microsoft.com/office/drawing/2014/main" id="{05F3AB48-242A-432A-9D51-EC07E2F31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18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9" name="data_7825">
            <a:extLst xmlns:a="http://schemas.openxmlformats.org/drawingml/2006/main">
              <a:ext uri="{FF2B5EF4-FFF2-40B4-BE49-F238E27FC236}">
                <a16:creationId xmlns:a16="http://schemas.microsoft.com/office/drawing/2014/main" id="{E70F7701-E866-4DBB-9750-F2499D28A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955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0" name="data_7826">
            <a:extLst xmlns:a="http://schemas.openxmlformats.org/drawingml/2006/main">
              <a:ext uri="{FF2B5EF4-FFF2-40B4-BE49-F238E27FC236}">
                <a16:creationId xmlns:a16="http://schemas.microsoft.com/office/drawing/2014/main" id="{DA2CFEE5-D9CC-47FE-A721-8C0330B38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1544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1" name="data_7827">
            <a:extLst xmlns:a="http://schemas.openxmlformats.org/drawingml/2006/main">
              <a:ext uri="{FF2B5EF4-FFF2-40B4-BE49-F238E27FC236}">
                <a16:creationId xmlns:a16="http://schemas.microsoft.com/office/drawing/2014/main" id="{4303016F-2999-4CE8-848B-3EF17830F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516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2" name="data_7828">
            <a:extLst xmlns:a="http://schemas.openxmlformats.org/drawingml/2006/main">
              <a:ext uri="{FF2B5EF4-FFF2-40B4-BE49-F238E27FC236}">
                <a16:creationId xmlns:a16="http://schemas.microsoft.com/office/drawing/2014/main" id="{0DE71A22-C989-430E-966F-B72B7C170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913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3" name="data_7829">
            <a:extLst xmlns:a="http://schemas.openxmlformats.org/drawingml/2006/main">
              <a:ext uri="{FF2B5EF4-FFF2-40B4-BE49-F238E27FC236}">
                <a16:creationId xmlns:a16="http://schemas.microsoft.com/office/drawing/2014/main" id="{368C9F93-B37C-4E30-A000-D57BAF0B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822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4" name="data_7830">
            <a:extLst xmlns:a="http://schemas.openxmlformats.org/drawingml/2006/main">
              <a:ext uri="{FF2B5EF4-FFF2-40B4-BE49-F238E27FC236}">
                <a16:creationId xmlns:a16="http://schemas.microsoft.com/office/drawing/2014/main" id="{EE9CF476-65FA-4B56-906D-AC48D30EF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41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5" name="data_7831">
            <a:extLst xmlns:a="http://schemas.openxmlformats.org/drawingml/2006/main">
              <a:ext uri="{FF2B5EF4-FFF2-40B4-BE49-F238E27FC236}">
                <a16:creationId xmlns:a16="http://schemas.microsoft.com/office/drawing/2014/main" id="{CF542B5F-4657-4BBD-B767-3D46C0500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1513" y="686964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6" name="data_7832">
            <a:extLst xmlns:a="http://schemas.openxmlformats.org/drawingml/2006/main">
              <a:ext uri="{FF2B5EF4-FFF2-40B4-BE49-F238E27FC236}">
                <a16:creationId xmlns:a16="http://schemas.microsoft.com/office/drawing/2014/main" id="{8B321A09-05F8-46A0-9F7E-8FFA60AB8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1153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7" name="data_7833">
            <a:extLst xmlns:a="http://schemas.openxmlformats.org/drawingml/2006/main">
              <a:ext uri="{FF2B5EF4-FFF2-40B4-BE49-F238E27FC236}">
                <a16:creationId xmlns:a16="http://schemas.microsoft.com/office/drawing/2014/main" id="{52D00114-FF4F-4DA7-BBE7-80BD0324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160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8" name="data_7834">
            <a:extLst xmlns:a="http://schemas.openxmlformats.org/drawingml/2006/main">
              <a:ext uri="{FF2B5EF4-FFF2-40B4-BE49-F238E27FC236}">
                <a16:creationId xmlns:a16="http://schemas.microsoft.com/office/drawing/2014/main" id="{205390A1-CEC1-4DE1-8337-FF1693F8D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297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9" name="data_7835">
            <a:extLst xmlns:a="http://schemas.openxmlformats.org/drawingml/2006/main">
              <a:ext uri="{FF2B5EF4-FFF2-40B4-BE49-F238E27FC236}">
                <a16:creationId xmlns:a16="http://schemas.microsoft.com/office/drawing/2014/main" id="{257F9CFC-5BBB-41ED-A316-39157626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51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0" name="data_7836">
            <a:extLst xmlns:a="http://schemas.openxmlformats.org/drawingml/2006/main">
              <a:ext uri="{FF2B5EF4-FFF2-40B4-BE49-F238E27FC236}">
                <a16:creationId xmlns:a16="http://schemas.microsoft.com/office/drawing/2014/main" id="{8860A354-B890-4930-8353-BACAF7FD7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36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1" name="data_7837">
            <a:extLst xmlns:a="http://schemas.openxmlformats.org/drawingml/2006/main">
              <a:ext uri="{FF2B5EF4-FFF2-40B4-BE49-F238E27FC236}">
                <a16:creationId xmlns:a16="http://schemas.microsoft.com/office/drawing/2014/main" id="{0C1FF2D4-7DBD-4F7D-A1E5-D142747BC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3502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2" name="data_7838">
            <a:extLst xmlns:a="http://schemas.openxmlformats.org/drawingml/2006/main">
              <a:ext uri="{FF2B5EF4-FFF2-40B4-BE49-F238E27FC236}">
                <a16:creationId xmlns:a16="http://schemas.microsoft.com/office/drawing/2014/main" id="{CB472E03-B368-4E93-8B62-328009426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271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3" name="data_7839">
            <a:extLst xmlns:a="http://schemas.openxmlformats.org/drawingml/2006/main">
              <a:ext uri="{FF2B5EF4-FFF2-40B4-BE49-F238E27FC236}">
                <a16:creationId xmlns:a16="http://schemas.microsoft.com/office/drawing/2014/main" id="{386EE923-B22B-4EE5-84B7-002E17002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1579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4" name="data_7840">
            <a:extLst xmlns:a="http://schemas.openxmlformats.org/drawingml/2006/main">
              <a:ext uri="{FF2B5EF4-FFF2-40B4-BE49-F238E27FC236}">
                <a16:creationId xmlns:a16="http://schemas.microsoft.com/office/drawing/2014/main" id="{F20B24F1-869F-45FD-B5D9-BBC64074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379" y="61433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5" name="data_7841">
            <a:extLst xmlns:a="http://schemas.openxmlformats.org/drawingml/2006/main">
              <a:ext uri="{FF2B5EF4-FFF2-40B4-BE49-F238E27FC236}">
                <a16:creationId xmlns:a16="http://schemas.microsoft.com/office/drawing/2014/main" id="{A1A7B2E3-B347-4273-8EE3-130BF52E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6205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6" name="data_7842">
            <a:extLst xmlns:a="http://schemas.openxmlformats.org/drawingml/2006/main">
              <a:ext uri="{FF2B5EF4-FFF2-40B4-BE49-F238E27FC236}">
                <a16:creationId xmlns:a16="http://schemas.microsoft.com/office/drawing/2014/main" id="{D60DD8B8-40B8-495B-AE7F-765697F83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184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7" name="data_7843">
            <a:extLst xmlns:a="http://schemas.openxmlformats.org/drawingml/2006/main">
              <a:ext uri="{FF2B5EF4-FFF2-40B4-BE49-F238E27FC236}">
                <a16:creationId xmlns:a16="http://schemas.microsoft.com/office/drawing/2014/main" id="{F8676E95-5056-4D44-BBC9-607CF965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44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8" name="data_7844">
            <a:extLst xmlns:a="http://schemas.openxmlformats.org/drawingml/2006/main">
              <a:ext uri="{FF2B5EF4-FFF2-40B4-BE49-F238E27FC236}">
                <a16:creationId xmlns:a16="http://schemas.microsoft.com/office/drawing/2014/main" id="{B5DA4D10-3C56-4150-BB46-29881C5C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962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9" name="data_7845">
            <a:extLst xmlns:a="http://schemas.openxmlformats.org/drawingml/2006/main">
              <a:ext uri="{FF2B5EF4-FFF2-40B4-BE49-F238E27FC236}">
                <a16:creationId xmlns:a16="http://schemas.microsoft.com/office/drawing/2014/main" id="{D1A04A02-1B54-460C-B819-CFEC0C27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408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0" name="data_7846">
            <a:extLst xmlns:a="http://schemas.openxmlformats.org/drawingml/2006/main">
              <a:ext uri="{FF2B5EF4-FFF2-40B4-BE49-F238E27FC236}">
                <a16:creationId xmlns:a16="http://schemas.microsoft.com/office/drawing/2014/main" id="{12E82B8D-0F25-4294-8AC7-C30B0931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49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1" name="data_7847">
            <a:extLst xmlns:a="http://schemas.openxmlformats.org/drawingml/2006/main">
              <a:ext uri="{FF2B5EF4-FFF2-40B4-BE49-F238E27FC236}">
                <a16:creationId xmlns:a16="http://schemas.microsoft.com/office/drawing/2014/main" id="{DA05086A-2294-4CD5-8B0B-C6A3BD27D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16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2" name="data_7848">
            <a:extLst xmlns:a="http://schemas.openxmlformats.org/drawingml/2006/main">
              <a:ext uri="{FF2B5EF4-FFF2-40B4-BE49-F238E27FC236}">
                <a16:creationId xmlns:a16="http://schemas.microsoft.com/office/drawing/2014/main" id="{C1A87373-9789-4959-88B5-052DC4B2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33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3" name="data_7849">
            <a:extLst xmlns:a="http://schemas.openxmlformats.org/drawingml/2006/main">
              <a:ext uri="{FF2B5EF4-FFF2-40B4-BE49-F238E27FC236}">
                <a16:creationId xmlns:a16="http://schemas.microsoft.com/office/drawing/2014/main" id="{2F374957-853E-4A01-8BA1-F9545E37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866" y="61927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4" name="data_7850">
            <a:extLst xmlns:a="http://schemas.openxmlformats.org/drawingml/2006/main">
              <a:ext uri="{FF2B5EF4-FFF2-40B4-BE49-F238E27FC236}">
                <a16:creationId xmlns:a16="http://schemas.microsoft.com/office/drawing/2014/main" id="{98904247-5FC4-4AFD-9BE1-5FE86D8D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890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5" name="data_7851">
            <a:extLst xmlns:a="http://schemas.openxmlformats.org/drawingml/2006/main">
              <a:ext uri="{FF2B5EF4-FFF2-40B4-BE49-F238E27FC236}">
                <a16:creationId xmlns:a16="http://schemas.microsoft.com/office/drawing/2014/main" id="{9F1EA8BE-DDAB-4EBF-A2B8-3CDBB8E05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2296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6" name="data_7852">
            <a:extLst xmlns:a="http://schemas.openxmlformats.org/drawingml/2006/main">
              <a:ext uri="{FF2B5EF4-FFF2-40B4-BE49-F238E27FC236}">
                <a16:creationId xmlns:a16="http://schemas.microsoft.com/office/drawing/2014/main" id="{50A1CC08-71C1-414D-8811-4BEAA0737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7376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7" name="data_7853">
            <a:extLst xmlns:a="http://schemas.openxmlformats.org/drawingml/2006/main">
              <a:ext uri="{FF2B5EF4-FFF2-40B4-BE49-F238E27FC236}">
                <a16:creationId xmlns:a16="http://schemas.microsoft.com/office/drawing/2014/main" id="{C6993D4E-5791-475A-8D38-9A158F6A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70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8" name="data_7854">
            <a:extLst xmlns:a="http://schemas.openxmlformats.org/drawingml/2006/main">
              <a:ext uri="{FF2B5EF4-FFF2-40B4-BE49-F238E27FC236}">
                <a16:creationId xmlns:a16="http://schemas.microsoft.com/office/drawing/2014/main" id="{CF90D536-78A8-4CA5-9FFE-CF896500C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353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9" name="data_7855">
            <a:extLst xmlns:a="http://schemas.openxmlformats.org/drawingml/2006/main">
              <a:ext uri="{FF2B5EF4-FFF2-40B4-BE49-F238E27FC236}">
                <a16:creationId xmlns:a16="http://schemas.microsoft.com/office/drawing/2014/main" id="{74E78B66-97B9-4A8B-B5ED-E2FC1C07B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57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0" name="data_7856">
            <a:extLst xmlns:a="http://schemas.openxmlformats.org/drawingml/2006/main">
              <a:ext uri="{FF2B5EF4-FFF2-40B4-BE49-F238E27FC236}">
                <a16:creationId xmlns:a16="http://schemas.microsoft.com/office/drawing/2014/main" id="{7EEC618F-2EAC-47F1-865C-6D5D965FA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978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1" name="data_7857">
            <a:extLst xmlns:a="http://schemas.openxmlformats.org/drawingml/2006/main">
              <a:ext uri="{FF2B5EF4-FFF2-40B4-BE49-F238E27FC236}">
                <a16:creationId xmlns:a16="http://schemas.microsoft.com/office/drawing/2014/main" id="{B5D9D1AF-6ADA-4731-9CA4-7B0D8CDC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679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2" name="data_7858">
            <a:extLst xmlns:a="http://schemas.openxmlformats.org/drawingml/2006/main">
              <a:ext uri="{FF2B5EF4-FFF2-40B4-BE49-F238E27FC236}">
                <a16:creationId xmlns:a16="http://schemas.microsoft.com/office/drawing/2014/main" id="{247242F8-ADB9-4254-9876-C12F341D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75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3" name="data_7859">
            <a:extLst xmlns:a="http://schemas.openxmlformats.org/drawingml/2006/main">
              <a:ext uri="{FF2B5EF4-FFF2-40B4-BE49-F238E27FC236}">
                <a16:creationId xmlns:a16="http://schemas.microsoft.com/office/drawing/2014/main" id="{52BA8D26-7CB1-496E-8262-F4C4FF77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180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4" name="data_7860">
            <a:extLst xmlns:a="http://schemas.openxmlformats.org/drawingml/2006/main">
              <a:ext uri="{FF2B5EF4-FFF2-40B4-BE49-F238E27FC236}">
                <a16:creationId xmlns:a16="http://schemas.microsoft.com/office/drawing/2014/main" id="{7A84B873-0FC0-42D9-AAA4-7D8D7B0C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187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5" name="data_7861">
            <a:extLst xmlns:a="http://schemas.openxmlformats.org/drawingml/2006/main">
              <a:ext uri="{FF2B5EF4-FFF2-40B4-BE49-F238E27FC236}">
                <a16:creationId xmlns:a16="http://schemas.microsoft.com/office/drawing/2014/main" id="{721A1EA7-B4DA-4B84-AFF0-F995C9B5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47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6" name="data_7862">
            <a:extLst xmlns:a="http://schemas.openxmlformats.org/drawingml/2006/main">
              <a:ext uri="{FF2B5EF4-FFF2-40B4-BE49-F238E27FC236}">
                <a16:creationId xmlns:a16="http://schemas.microsoft.com/office/drawing/2014/main" id="{67C4649C-4FCC-4885-921A-B957026C9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68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7" name="data_7863">
            <a:extLst xmlns:a="http://schemas.openxmlformats.org/drawingml/2006/main">
              <a:ext uri="{FF2B5EF4-FFF2-40B4-BE49-F238E27FC236}">
                <a16:creationId xmlns:a16="http://schemas.microsoft.com/office/drawing/2014/main" id="{471209F3-B614-4E35-A191-268578FB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456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8" name="data_7864">
            <a:extLst xmlns:a="http://schemas.openxmlformats.org/drawingml/2006/main">
              <a:ext uri="{FF2B5EF4-FFF2-40B4-BE49-F238E27FC236}">
                <a16:creationId xmlns:a16="http://schemas.microsoft.com/office/drawing/2014/main" id="{98995D85-77DD-4FD0-8A14-22B5EC81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81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9" name="data_7865">
            <a:extLst xmlns:a="http://schemas.openxmlformats.org/drawingml/2006/main">
              <a:ext uri="{FF2B5EF4-FFF2-40B4-BE49-F238E27FC236}">
                <a16:creationId xmlns:a16="http://schemas.microsoft.com/office/drawing/2014/main" id="{3D8C0CA6-58EF-4429-8861-007219FF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786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0" name="data_7866">
            <a:extLst xmlns:a="http://schemas.openxmlformats.org/drawingml/2006/main">
              <a:ext uri="{FF2B5EF4-FFF2-40B4-BE49-F238E27FC236}">
                <a16:creationId xmlns:a16="http://schemas.microsoft.com/office/drawing/2014/main" id="{2EEB271E-3C55-4B6D-9283-330DBAD0B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652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1" name="data_7867">
            <a:extLst xmlns:a="http://schemas.openxmlformats.org/drawingml/2006/main">
              <a:ext uri="{FF2B5EF4-FFF2-40B4-BE49-F238E27FC236}">
                <a16:creationId xmlns:a16="http://schemas.microsoft.com/office/drawing/2014/main" id="{18D21716-52C8-41B9-90DA-1D6F310E4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327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2" name="data_7868">
            <a:extLst xmlns:a="http://schemas.openxmlformats.org/drawingml/2006/main">
              <a:ext uri="{FF2B5EF4-FFF2-40B4-BE49-F238E27FC236}">
                <a16:creationId xmlns:a16="http://schemas.microsoft.com/office/drawing/2014/main" id="{47193630-408B-43EA-9A34-43CBE09F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978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3" name="data_7869">
            <a:extLst xmlns:a="http://schemas.openxmlformats.org/drawingml/2006/main">
              <a:ext uri="{FF2B5EF4-FFF2-40B4-BE49-F238E27FC236}">
                <a16:creationId xmlns:a16="http://schemas.microsoft.com/office/drawing/2014/main" id="{D909E8E5-265A-45A1-A3BC-31E8B9E07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089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4" name="data_7870">
            <a:extLst xmlns:a="http://schemas.openxmlformats.org/drawingml/2006/main">
              <a:ext uri="{FF2B5EF4-FFF2-40B4-BE49-F238E27FC236}">
                <a16:creationId xmlns:a16="http://schemas.microsoft.com/office/drawing/2014/main" id="{B85D05CC-7B30-4161-B4CB-38B836297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9072" y="557082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5" name="data_7871">
            <a:extLst xmlns:a="http://schemas.openxmlformats.org/drawingml/2006/main">
              <a:ext uri="{FF2B5EF4-FFF2-40B4-BE49-F238E27FC236}">
                <a16:creationId xmlns:a16="http://schemas.microsoft.com/office/drawing/2014/main" id="{B0B55472-D8A8-49E8-925A-109BF32F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15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6" name="data_7872">
            <a:extLst xmlns:a="http://schemas.openxmlformats.org/drawingml/2006/main">
              <a:ext uri="{FF2B5EF4-FFF2-40B4-BE49-F238E27FC236}">
                <a16:creationId xmlns:a16="http://schemas.microsoft.com/office/drawing/2014/main" id="{F6E4106A-0811-410F-AE9E-EF5246D42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83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7" name="data_7873">
            <a:extLst xmlns:a="http://schemas.openxmlformats.org/drawingml/2006/main">
              <a:ext uri="{FF2B5EF4-FFF2-40B4-BE49-F238E27FC236}">
                <a16:creationId xmlns:a16="http://schemas.microsoft.com/office/drawing/2014/main" id="{B5DB7402-0CD8-4C9C-853B-400A6187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2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8" name="data_7874">
            <a:extLst xmlns:a="http://schemas.openxmlformats.org/drawingml/2006/main">
              <a:ext uri="{FF2B5EF4-FFF2-40B4-BE49-F238E27FC236}">
                <a16:creationId xmlns:a16="http://schemas.microsoft.com/office/drawing/2014/main" id="{47F4332C-7F1E-431F-80B3-1859D614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568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9" name="data_7875">
            <a:extLst xmlns:a="http://schemas.openxmlformats.org/drawingml/2006/main">
              <a:ext uri="{FF2B5EF4-FFF2-40B4-BE49-F238E27FC236}">
                <a16:creationId xmlns:a16="http://schemas.microsoft.com/office/drawing/2014/main" id="{4C60237F-3916-4A39-B65F-4E86168B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486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0" name="data_7876">
            <a:extLst xmlns:a="http://schemas.openxmlformats.org/drawingml/2006/main">
              <a:ext uri="{FF2B5EF4-FFF2-40B4-BE49-F238E27FC236}">
                <a16:creationId xmlns:a16="http://schemas.microsoft.com/office/drawing/2014/main" id="{D83D9667-9683-4D36-AE21-7F63BF14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8451" y="678503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1" name="data_7877">
            <a:extLst xmlns:a="http://schemas.openxmlformats.org/drawingml/2006/main">
              <a:ext uri="{FF2B5EF4-FFF2-40B4-BE49-F238E27FC236}">
                <a16:creationId xmlns:a16="http://schemas.microsoft.com/office/drawing/2014/main" id="{C5895B18-CDFC-4869-A34A-E9923851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4739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2" name="data_7878">
            <a:extLst xmlns:a="http://schemas.openxmlformats.org/drawingml/2006/main">
              <a:ext uri="{FF2B5EF4-FFF2-40B4-BE49-F238E27FC236}">
                <a16:creationId xmlns:a16="http://schemas.microsoft.com/office/drawing/2014/main" id="{119302AA-FF99-4EF0-8D45-A18ED8A4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4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3" name="data_7879">
            <a:extLst xmlns:a="http://schemas.openxmlformats.org/drawingml/2006/main">
              <a:ext uri="{FF2B5EF4-FFF2-40B4-BE49-F238E27FC236}">
                <a16:creationId xmlns:a16="http://schemas.microsoft.com/office/drawing/2014/main" id="{CC42C511-7C0D-4C14-B385-7247BCBA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48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4" name="data_7880">
            <a:extLst xmlns:a="http://schemas.openxmlformats.org/drawingml/2006/main">
              <a:ext uri="{FF2B5EF4-FFF2-40B4-BE49-F238E27FC236}">
                <a16:creationId xmlns:a16="http://schemas.microsoft.com/office/drawing/2014/main" id="{81DF2FB9-3697-4B01-B771-174FA2F8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268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5" name="data_7881">
            <a:extLst xmlns:a="http://schemas.openxmlformats.org/drawingml/2006/main">
              <a:ext uri="{FF2B5EF4-FFF2-40B4-BE49-F238E27FC236}">
                <a16:creationId xmlns:a16="http://schemas.microsoft.com/office/drawing/2014/main" id="{EDDFD510-5DA9-448F-983E-309FA055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151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6" name="data_7882">
            <a:extLst xmlns:a="http://schemas.openxmlformats.org/drawingml/2006/main">
              <a:ext uri="{FF2B5EF4-FFF2-40B4-BE49-F238E27FC236}">
                <a16:creationId xmlns:a16="http://schemas.microsoft.com/office/drawing/2014/main" id="{3F3AC9A3-9E6F-48B4-92BB-5C91BBAC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86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7" name="data_7883">
            <a:extLst xmlns:a="http://schemas.openxmlformats.org/drawingml/2006/main">
              <a:ext uri="{FF2B5EF4-FFF2-40B4-BE49-F238E27FC236}">
                <a16:creationId xmlns:a16="http://schemas.microsoft.com/office/drawing/2014/main" id="{05A77D31-6454-4EA2-9D86-8BD50A51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185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8" name="data_7884">
            <a:extLst xmlns:a="http://schemas.openxmlformats.org/drawingml/2006/main">
              <a:ext uri="{FF2B5EF4-FFF2-40B4-BE49-F238E27FC236}">
                <a16:creationId xmlns:a16="http://schemas.microsoft.com/office/drawing/2014/main" id="{937BFE1A-432C-455E-B1FB-89225EA0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68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9" name="data_7885">
            <a:extLst xmlns:a="http://schemas.openxmlformats.org/drawingml/2006/main">
              <a:ext uri="{FF2B5EF4-FFF2-40B4-BE49-F238E27FC236}">
                <a16:creationId xmlns:a16="http://schemas.microsoft.com/office/drawing/2014/main" id="{11921A32-9CC6-4C30-828F-87B98D58C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6791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0" name="data_7886">
            <a:extLst xmlns:a="http://schemas.openxmlformats.org/drawingml/2006/main">
              <a:ext uri="{FF2B5EF4-FFF2-40B4-BE49-F238E27FC236}">
                <a16:creationId xmlns:a16="http://schemas.microsoft.com/office/drawing/2014/main" id="{C787188A-1AB4-4F45-9174-436667FAC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23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1" name="data_7887">
            <a:extLst xmlns:a="http://schemas.openxmlformats.org/drawingml/2006/main">
              <a:ext uri="{FF2B5EF4-FFF2-40B4-BE49-F238E27FC236}">
                <a16:creationId xmlns:a16="http://schemas.microsoft.com/office/drawing/2014/main" id="{21E2E693-7FB4-4DD8-A5B4-85D99333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184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2" name="data_7888">
            <a:extLst xmlns:a="http://schemas.openxmlformats.org/drawingml/2006/main">
              <a:ext uri="{FF2B5EF4-FFF2-40B4-BE49-F238E27FC236}">
                <a16:creationId xmlns:a16="http://schemas.microsoft.com/office/drawing/2014/main" id="{AAE5FF2C-650C-4CF3-9B2E-CF0D5008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721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3" name="data_7889">
            <a:extLst xmlns:a="http://schemas.openxmlformats.org/drawingml/2006/main">
              <a:ext uri="{FF2B5EF4-FFF2-40B4-BE49-F238E27FC236}">
                <a16:creationId xmlns:a16="http://schemas.microsoft.com/office/drawing/2014/main" id="{7810CD32-7CF3-450F-8D30-FB7B831C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959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4" name="data_7890">
            <a:extLst xmlns:a="http://schemas.openxmlformats.org/drawingml/2006/main">
              <a:ext uri="{FF2B5EF4-FFF2-40B4-BE49-F238E27FC236}">
                <a16:creationId xmlns:a16="http://schemas.microsoft.com/office/drawing/2014/main" id="{8D6DA337-AAAD-434B-ABAA-525FB417E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758" y="58396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5" name="data_7891">
            <a:extLst xmlns:a="http://schemas.openxmlformats.org/drawingml/2006/main">
              <a:ext uri="{FF2B5EF4-FFF2-40B4-BE49-F238E27FC236}">
                <a16:creationId xmlns:a16="http://schemas.microsoft.com/office/drawing/2014/main" id="{A710AA51-4733-4F9A-9F12-7322D7D95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957" y="58472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6" name="data_7892">
            <a:extLst xmlns:a="http://schemas.openxmlformats.org/drawingml/2006/main">
              <a:ext uri="{FF2B5EF4-FFF2-40B4-BE49-F238E27FC236}">
                <a16:creationId xmlns:a16="http://schemas.microsoft.com/office/drawing/2014/main" id="{4C0D06D4-027C-43D3-9818-560C06C5F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21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7" name="data_7893">
            <a:extLst xmlns:a="http://schemas.openxmlformats.org/drawingml/2006/main">
              <a:ext uri="{FF2B5EF4-FFF2-40B4-BE49-F238E27FC236}">
                <a16:creationId xmlns:a16="http://schemas.microsoft.com/office/drawing/2014/main" id="{13F9C739-4E42-4B67-8AA6-44818306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44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8" name="data_7894">
            <a:extLst xmlns:a="http://schemas.openxmlformats.org/drawingml/2006/main">
              <a:ext uri="{FF2B5EF4-FFF2-40B4-BE49-F238E27FC236}">
                <a16:creationId xmlns:a16="http://schemas.microsoft.com/office/drawing/2014/main" id="{A2100D4D-0DA0-40B9-89E2-EDE43F3BB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498" y="53783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9" name="data_7895">
            <a:extLst xmlns:a="http://schemas.openxmlformats.org/drawingml/2006/main">
              <a:ext uri="{FF2B5EF4-FFF2-40B4-BE49-F238E27FC236}">
                <a16:creationId xmlns:a16="http://schemas.microsoft.com/office/drawing/2014/main" id="{FEF08040-F771-4908-B3B4-3EAC19D5C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011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0" name="data_7896">
            <a:extLst xmlns:a="http://schemas.openxmlformats.org/drawingml/2006/main">
              <a:ext uri="{FF2B5EF4-FFF2-40B4-BE49-F238E27FC236}">
                <a16:creationId xmlns:a16="http://schemas.microsoft.com/office/drawing/2014/main" id="{C07AC475-52E0-4D9E-8F25-9C87DBAD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71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1" name="data_7897">
            <a:extLst xmlns:a="http://schemas.openxmlformats.org/drawingml/2006/main">
              <a:ext uri="{FF2B5EF4-FFF2-40B4-BE49-F238E27FC236}">
                <a16:creationId xmlns:a16="http://schemas.microsoft.com/office/drawing/2014/main" id="{6920E677-4202-47AB-B8C9-D40C1EBC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519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2" name="data_7898">
            <a:extLst xmlns:a="http://schemas.openxmlformats.org/drawingml/2006/main">
              <a:ext uri="{FF2B5EF4-FFF2-40B4-BE49-F238E27FC236}">
                <a16:creationId xmlns:a16="http://schemas.microsoft.com/office/drawing/2014/main" id="{397AE4B8-3CFA-47D4-8AB7-022A5F2E4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3012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3" name="data_7899">
            <a:extLst xmlns:a="http://schemas.openxmlformats.org/drawingml/2006/main">
              <a:ext uri="{FF2B5EF4-FFF2-40B4-BE49-F238E27FC236}">
                <a16:creationId xmlns:a16="http://schemas.microsoft.com/office/drawing/2014/main" id="{476D84BF-ECBC-4629-80B7-CA72359E1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291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4" name="data_7900">
            <a:extLst xmlns:a="http://schemas.openxmlformats.org/drawingml/2006/main">
              <a:ext uri="{FF2B5EF4-FFF2-40B4-BE49-F238E27FC236}">
                <a16:creationId xmlns:a16="http://schemas.microsoft.com/office/drawing/2014/main" id="{22F539C8-DF4A-4160-A7DC-401D75EA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68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5" name="data_7901">
            <a:extLst xmlns:a="http://schemas.openxmlformats.org/drawingml/2006/main">
              <a:ext uri="{FF2B5EF4-FFF2-40B4-BE49-F238E27FC236}">
                <a16:creationId xmlns:a16="http://schemas.microsoft.com/office/drawing/2014/main" id="{8C810802-F685-4B97-BD8D-3F442C968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486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6" name="data_7902">
            <a:extLst xmlns:a="http://schemas.openxmlformats.org/drawingml/2006/main">
              <a:ext uri="{FF2B5EF4-FFF2-40B4-BE49-F238E27FC236}">
                <a16:creationId xmlns:a16="http://schemas.microsoft.com/office/drawing/2014/main" id="{18FB7610-016C-4C14-BB6E-F2F46922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519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7" name="data_7903">
            <a:extLst xmlns:a="http://schemas.openxmlformats.org/drawingml/2006/main">
              <a:ext uri="{FF2B5EF4-FFF2-40B4-BE49-F238E27FC236}">
                <a16:creationId xmlns:a16="http://schemas.microsoft.com/office/drawing/2014/main" id="{B1D1D847-0FF3-44DB-BA3C-C6AED19AB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532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8" name="data_7904">
            <a:extLst xmlns:a="http://schemas.openxmlformats.org/drawingml/2006/main">
              <a:ext uri="{FF2B5EF4-FFF2-40B4-BE49-F238E27FC236}">
                <a16:creationId xmlns:a16="http://schemas.microsoft.com/office/drawing/2014/main" id="{41A0E1D8-7DF0-46C6-83E1-613842528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962" y="64000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9" name="data_7905">
            <a:extLst xmlns:a="http://schemas.openxmlformats.org/drawingml/2006/main">
              <a:ext uri="{FF2B5EF4-FFF2-40B4-BE49-F238E27FC236}">
                <a16:creationId xmlns:a16="http://schemas.microsoft.com/office/drawing/2014/main" id="{173BA12B-FF80-4521-A962-A02EB4FB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49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0" name="data_7906">
            <a:extLst xmlns:a="http://schemas.openxmlformats.org/drawingml/2006/main">
              <a:ext uri="{FF2B5EF4-FFF2-40B4-BE49-F238E27FC236}">
                <a16:creationId xmlns:a16="http://schemas.microsoft.com/office/drawing/2014/main" id="{C30C857D-922C-44B6-B167-39273011F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333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1" name="data_7907">
            <a:extLst xmlns:a="http://schemas.openxmlformats.org/drawingml/2006/main">
              <a:ext uri="{FF2B5EF4-FFF2-40B4-BE49-F238E27FC236}">
                <a16:creationId xmlns:a16="http://schemas.microsoft.com/office/drawing/2014/main" id="{6665CDE9-8FD4-4DA4-AD1D-375A7D8C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343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2" name="data_7908">
            <a:extLst xmlns:a="http://schemas.openxmlformats.org/drawingml/2006/main">
              <a:ext uri="{FF2B5EF4-FFF2-40B4-BE49-F238E27FC236}">
                <a16:creationId xmlns:a16="http://schemas.microsoft.com/office/drawing/2014/main" id="{C72D71F7-D30F-499A-9ACF-51ECDE266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701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3" name="data_7909">
            <a:extLst xmlns:a="http://schemas.openxmlformats.org/drawingml/2006/main">
              <a:ext uri="{FF2B5EF4-FFF2-40B4-BE49-F238E27FC236}">
                <a16:creationId xmlns:a16="http://schemas.microsoft.com/office/drawing/2014/main" id="{540A5C84-7BD4-4FD7-9343-3D0D4D7A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893" y="674272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4" name="data_7910">
            <a:extLst xmlns:a="http://schemas.openxmlformats.org/drawingml/2006/main">
              <a:ext uri="{FF2B5EF4-FFF2-40B4-BE49-F238E27FC236}">
                <a16:creationId xmlns:a16="http://schemas.microsoft.com/office/drawing/2014/main" id="{C24F11CC-CB99-4C06-B68A-F80FD95A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63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5" name="data_7911">
            <a:extLst xmlns:a="http://schemas.openxmlformats.org/drawingml/2006/main">
              <a:ext uri="{FF2B5EF4-FFF2-40B4-BE49-F238E27FC236}">
                <a16:creationId xmlns:a16="http://schemas.microsoft.com/office/drawing/2014/main" id="{68D22C11-959E-465E-89DB-9FDF3F78F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02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6" name="data_7912">
            <a:extLst xmlns:a="http://schemas.openxmlformats.org/drawingml/2006/main">
              <a:ext uri="{FF2B5EF4-FFF2-40B4-BE49-F238E27FC236}">
                <a16:creationId xmlns:a16="http://schemas.microsoft.com/office/drawing/2014/main" id="{B3CA8B3B-C42C-4E39-8C39-E5230B56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027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7" name="data_7913">
            <a:extLst xmlns:a="http://schemas.openxmlformats.org/drawingml/2006/main">
              <a:ext uri="{FF2B5EF4-FFF2-40B4-BE49-F238E27FC236}">
                <a16:creationId xmlns:a16="http://schemas.microsoft.com/office/drawing/2014/main" id="{30E5CDF5-06AF-4D16-B223-3AB849DBF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060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8" name="data_7914">
            <a:extLst xmlns:a="http://schemas.openxmlformats.org/drawingml/2006/main">
              <a:ext uri="{FF2B5EF4-FFF2-40B4-BE49-F238E27FC236}">
                <a16:creationId xmlns:a16="http://schemas.microsoft.com/office/drawing/2014/main" id="{CCC43F98-3EDB-4901-92DF-D81F0D30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887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9" name="data_7915">
            <a:extLst xmlns:a="http://schemas.openxmlformats.org/drawingml/2006/main">
              <a:ext uri="{FF2B5EF4-FFF2-40B4-BE49-F238E27FC236}">
                <a16:creationId xmlns:a16="http://schemas.microsoft.com/office/drawing/2014/main" id="{A039CAC5-A438-485E-B6F9-4C71EB856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027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0" name="data_7916">
            <a:extLst xmlns:a="http://schemas.openxmlformats.org/drawingml/2006/main">
              <a:ext uri="{FF2B5EF4-FFF2-40B4-BE49-F238E27FC236}">
                <a16:creationId xmlns:a16="http://schemas.microsoft.com/office/drawing/2014/main" id="{3713CDFE-306D-4CC0-90B4-E7983F653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5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1" name="data_7917">
            <a:extLst xmlns:a="http://schemas.openxmlformats.org/drawingml/2006/main">
              <a:ext uri="{FF2B5EF4-FFF2-40B4-BE49-F238E27FC236}">
                <a16:creationId xmlns:a16="http://schemas.microsoft.com/office/drawing/2014/main" id="{8E99D5E7-D05C-4DD3-8B33-A647B26DB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10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2" name="data_7918">
            <a:extLst xmlns:a="http://schemas.openxmlformats.org/drawingml/2006/main">
              <a:ext uri="{FF2B5EF4-FFF2-40B4-BE49-F238E27FC236}">
                <a16:creationId xmlns:a16="http://schemas.microsoft.com/office/drawing/2014/main" id="{F9D6B33F-B3B1-4851-AC03-F096DA4D2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83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3" name="data_7919">
            <a:extLst xmlns:a="http://schemas.openxmlformats.org/drawingml/2006/main">
              <a:ext uri="{FF2B5EF4-FFF2-40B4-BE49-F238E27FC236}">
                <a16:creationId xmlns:a16="http://schemas.microsoft.com/office/drawing/2014/main" id="{45FB7C95-7FD0-4244-BB5F-385ECD09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58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4" name="data_7920">
            <a:extLst xmlns:a="http://schemas.openxmlformats.org/drawingml/2006/main">
              <a:ext uri="{FF2B5EF4-FFF2-40B4-BE49-F238E27FC236}">
                <a16:creationId xmlns:a16="http://schemas.microsoft.com/office/drawing/2014/main" id="{E766EC2D-9C81-4EDB-B77E-F029C9343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2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5" name="data_7921">
            <a:extLst xmlns:a="http://schemas.openxmlformats.org/drawingml/2006/main">
              <a:ext uri="{FF2B5EF4-FFF2-40B4-BE49-F238E27FC236}">
                <a16:creationId xmlns:a16="http://schemas.microsoft.com/office/drawing/2014/main" id="{45DFE5F6-B95B-4590-A1F4-6798547FA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81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6" name="data_7922">
            <a:extLst xmlns:a="http://schemas.openxmlformats.org/drawingml/2006/main">
              <a:ext uri="{FF2B5EF4-FFF2-40B4-BE49-F238E27FC236}">
                <a16:creationId xmlns:a16="http://schemas.microsoft.com/office/drawing/2014/main" id="{40059D93-F828-4D93-9B41-AD88E042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16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7" name="data_7923">
            <a:extLst xmlns:a="http://schemas.openxmlformats.org/drawingml/2006/main">
              <a:ext uri="{FF2B5EF4-FFF2-40B4-BE49-F238E27FC236}">
                <a16:creationId xmlns:a16="http://schemas.microsoft.com/office/drawing/2014/main" id="{D5D857F4-C147-440A-859A-5341CB64B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25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8" name="data_7924">
            <a:extLst xmlns:a="http://schemas.openxmlformats.org/drawingml/2006/main">
              <a:ext uri="{FF2B5EF4-FFF2-40B4-BE49-F238E27FC236}">
                <a16:creationId xmlns:a16="http://schemas.microsoft.com/office/drawing/2014/main" id="{9D05E72C-9DB2-4D6F-AA88-D2497C7D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743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9" name="data_7925">
            <a:extLst xmlns:a="http://schemas.openxmlformats.org/drawingml/2006/main">
              <a:ext uri="{FF2B5EF4-FFF2-40B4-BE49-F238E27FC236}">
                <a16:creationId xmlns:a16="http://schemas.microsoft.com/office/drawing/2014/main" id="{04A4A578-E633-4438-8143-955349EDC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4540" y="686964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0" name="data_7926">
            <a:extLst xmlns:a="http://schemas.openxmlformats.org/drawingml/2006/main">
              <a:ext uri="{FF2B5EF4-FFF2-40B4-BE49-F238E27FC236}">
                <a16:creationId xmlns:a16="http://schemas.microsoft.com/office/drawing/2014/main" id="{637D6E9F-BE95-4A02-9F12-753D8250E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181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1" name="data_7927">
            <a:extLst xmlns:a="http://schemas.openxmlformats.org/drawingml/2006/main">
              <a:ext uri="{FF2B5EF4-FFF2-40B4-BE49-F238E27FC236}">
                <a16:creationId xmlns:a16="http://schemas.microsoft.com/office/drawing/2014/main" id="{CC5AE7C7-B500-4BFD-AF17-8C5827B6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1187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2" name="data_7928">
            <a:extLst xmlns:a="http://schemas.openxmlformats.org/drawingml/2006/main">
              <a:ext uri="{FF2B5EF4-FFF2-40B4-BE49-F238E27FC236}">
                <a16:creationId xmlns:a16="http://schemas.microsoft.com/office/drawing/2014/main" id="{0CC0C553-5540-4694-8557-0C4C83128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600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3" name="data_7929">
            <a:extLst xmlns:a="http://schemas.openxmlformats.org/drawingml/2006/main">
              <a:ext uri="{FF2B5EF4-FFF2-40B4-BE49-F238E27FC236}">
                <a16:creationId xmlns:a16="http://schemas.microsoft.com/office/drawing/2014/main" id="{C8BF0F47-549F-46A9-A5E1-6D17497C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54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4" name="data_7930">
            <a:extLst xmlns:a="http://schemas.openxmlformats.org/drawingml/2006/main">
              <a:ext uri="{FF2B5EF4-FFF2-40B4-BE49-F238E27FC236}">
                <a16:creationId xmlns:a16="http://schemas.microsoft.com/office/drawing/2014/main" id="{A3AACC7E-4A37-443D-8017-267C2F5CF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39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5" name="data_7931">
            <a:extLst xmlns:a="http://schemas.openxmlformats.org/drawingml/2006/main">
              <a:ext uri="{FF2B5EF4-FFF2-40B4-BE49-F238E27FC236}">
                <a16:creationId xmlns:a16="http://schemas.microsoft.com/office/drawing/2014/main" id="{D2A8B52A-F24D-469A-9986-6849EEC3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6529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6" name="data_7932">
            <a:extLst xmlns:a="http://schemas.openxmlformats.org/drawingml/2006/main">
              <a:ext uri="{FF2B5EF4-FFF2-40B4-BE49-F238E27FC236}">
                <a16:creationId xmlns:a16="http://schemas.microsoft.com/office/drawing/2014/main" id="{0BB49323-8CD3-4B88-9194-44EE44E06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4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7" name="data_7933">
            <a:extLst xmlns:a="http://schemas.openxmlformats.org/drawingml/2006/main">
              <a:ext uri="{FF2B5EF4-FFF2-40B4-BE49-F238E27FC236}">
                <a16:creationId xmlns:a16="http://schemas.microsoft.com/office/drawing/2014/main" id="{4748BD34-B599-4369-A7C7-6145AAA21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607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8" name="data_7934">
            <a:extLst xmlns:a="http://schemas.openxmlformats.org/drawingml/2006/main">
              <a:ext uri="{FF2B5EF4-FFF2-40B4-BE49-F238E27FC236}">
                <a16:creationId xmlns:a16="http://schemas.microsoft.com/office/drawing/2014/main" id="{4C95FB48-904A-4DB7-B1B0-9045A501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407" y="61433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9" name="data_7935">
            <a:extLst xmlns:a="http://schemas.openxmlformats.org/drawingml/2006/main">
              <a:ext uri="{FF2B5EF4-FFF2-40B4-BE49-F238E27FC236}">
                <a16:creationId xmlns:a16="http://schemas.microsoft.com/office/drawing/2014/main" id="{04ED4D6F-E40D-49C0-9FD4-CB39301A9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9233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0" name="data_7936">
            <a:extLst xmlns:a="http://schemas.openxmlformats.org/drawingml/2006/main">
              <a:ext uri="{FF2B5EF4-FFF2-40B4-BE49-F238E27FC236}">
                <a16:creationId xmlns:a16="http://schemas.microsoft.com/office/drawing/2014/main" id="{241E44B7-4E1A-4A4A-A0DA-7818B5D33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6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1" name="data_7937">
            <a:extLst xmlns:a="http://schemas.openxmlformats.org/drawingml/2006/main">
              <a:ext uri="{FF2B5EF4-FFF2-40B4-BE49-F238E27FC236}">
                <a16:creationId xmlns:a16="http://schemas.microsoft.com/office/drawing/2014/main" id="{B600EF5B-BF7F-4697-8BCF-22ADD53D6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46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2" name="data_7938">
            <a:extLst xmlns:a="http://schemas.openxmlformats.org/drawingml/2006/main">
              <a:ext uri="{FF2B5EF4-FFF2-40B4-BE49-F238E27FC236}">
                <a16:creationId xmlns:a16="http://schemas.microsoft.com/office/drawing/2014/main" id="{26604DB7-2D4B-409C-BD59-6B12FF4C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65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3" name="data_7939">
            <a:extLst xmlns:a="http://schemas.openxmlformats.org/drawingml/2006/main">
              <a:ext uri="{FF2B5EF4-FFF2-40B4-BE49-F238E27FC236}">
                <a16:creationId xmlns:a16="http://schemas.microsoft.com/office/drawing/2014/main" id="{7FAB5A47-D270-45B8-BE73-59F19430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711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4" name="data_7940">
            <a:extLst xmlns:a="http://schemas.openxmlformats.org/drawingml/2006/main">
              <a:ext uri="{FF2B5EF4-FFF2-40B4-BE49-F238E27FC236}">
                <a16:creationId xmlns:a16="http://schemas.microsoft.com/office/drawing/2014/main" id="{5DBB37BF-6960-42DA-A16F-D26775DC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276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5" name="data_7941">
            <a:extLst xmlns:a="http://schemas.openxmlformats.org/drawingml/2006/main">
              <a:ext uri="{FF2B5EF4-FFF2-40B4-BE49-F238E27FC236}">
                <a16:creationId xmlns:a16="http://schemas.microsoft.com/office/drawing/2014/main" id="{124BD34B-D4FA-4AAC-B764-21C6C0EE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19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6" name="data_7942">
            <a:extLst xmlns:a="http://schemas.openxmlformats.org/drawingml/2006/main">
              <a:ext uri="{FF2B5EF4-FFF2-40B4-BE49-F238E27FC236}">
                <a16:creationId xmlns:a16="http://schemas.microsoft.com/office/drawing/2014/main" id="{866B196F-175B-4643-B33A-4D183247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936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7" name="data_7943">
            <a:extLst xmlns:a="http://schemas.openxmlformats.org/drawingml/2006/main">
              <a:ext uri="{FF2B5EF4-FFF2-40B4-BE49-F238E27FC236}">
                <a16:creationId xmlns:a16="http://schemas.microsoft.com/office/drawing/2014/main" id="{820C67B6-9D11-45EB-8606-B815F22C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0894" y="61927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8" name="data_7944">
            <a:extLst xmlns:a="http://schemas.openxmlformats.org/drawingml/2006/main">
              <a:ext uri="{FF2B5EF4-FFF2-40B4-BE49-F238E27FC236}">
                <a16:creationId xmlns:a16="http://schemas.microsoft.com/office/drawing/2014/main" id="{A9D5390F-4CC3-450F-B2D0-0C221E76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93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9" name="data_7945">
            <a:extLst xmlns:a="http://schemas.openxmlformats.org/drawingml/2006/main">
              <a:ext uri="{FF2B5EF4-FFF2-40B4-BE49-F238E27FC236}">
                <a16:creationId xmlns:a16="http://schemas.microsoft.com/office/drawing/2014/main" id="{26071F4E-DDDB-4D57-B5A0-03E340EA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5324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0" name="data_7946">
            <a:extLst xmlns:a="http://schemas.openxmlformats.org/drawingml/2006/main">
              <a:ext uri="{FF2B5EF4-FFF2-40B4-BE49-F238E27FC236}">
                <a16:creationId xmlns:a16="http://schemas.microsoft.com/office/drawing/2014/main" id="{7787A92B-1D3B-4EB5-A3BA-F258E0DB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0403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1" name="data_7947">
            <a:extLst xmlns:a="http://schemas.openxmlformats.org/drawingml/2006/main">
              <a:ext uri="{FF2B5EF4-FFF2-40B4-BE49-F238E27FC236}">
                <a16:creationId xmlns:a16="http://schemas.microsoft.com/office/drawing/2014/main" id="{80430E7A-6AD6-49BA-AC21-823DBAE1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72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2" name="data_7948">
            <a:extLst xmlns:a="http://schemas.openxmlformats.org/drawingml/2006/main">
              <a:ext uri="{FF2B5EF4-FFF2-40B4-BE49-F238E27FC236}">
                <a16:creationId xmlns:a16="http://schemas.microsoft.com/office/drawing/2014/main" id="{1176B1E6-ED0A-4C68-96D2-F6BFA7BA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656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3" name="data_7949">
            <a:extLst xmlns:a="http://schemas.openxmlformats.org/drawingml/2006/main">
              <a:ext uri="{FF2B5EF4-FFF2-40B4-BE49-F238E27FC236}">
                <a16:creationId xmlns:a16="http://schemas.microsoft.com/office/drawing/2014/main" id="{F911302C-389A-49FF-B190-86315AC8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6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4" name="data_7950">
            <a:extLst xmlns:a="http://schemas.openxmlformats.org/drawingml/2006/main">
              <a:ext uri="{FF2B5EF4-FFF2-40B4-BE49-F238E27FC236}">
                <a16:creationId xmlns:a16="http://schemas.microsoft.com/office/drawing/2014/main" id="{F046669A-5498-4D2B-B107-2939D0EE8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281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5" name="data_7951">
            <a:extLst xmlns:a="http://schemas.openxmlformats.org/drawingml/2006/main">
              <a:ext uri="{FF2B5EF4-FFF2-40B4-BE49-F238E27FC236}">
                <a16:creationId xmlns:a16="http://schemas.microsoft.com/office/drawing/2014/main" id="{30941AD6-AD45-447E-B0E2-D1614205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1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6" name="data_7952">
            <a:extLst xmlns:a="http://schemas.openxmlformats.org/drawingml/2006/main">
              <a:ext uri="{FF2B5EF4-FFF2-40B4-BE49-F238E27FC236}">
                <a16:creationId xmlns:a16="http://schemas.microsoft.com/office/drawing/2014/main" id="{15112605-B897-44C1-BDC5-907E77BAA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577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7" name="data_7953">
            <a:extLst xmlns:a="http://schemas.openxmlformats.org/drawingml/2006/main">
              <a:ext uri="{FF2B5EF4-FFF2-40B4-BE49-F238E27FC236}">
                <a16:creationId xmlns:a16="http://schemas.microsoft.com/office/drawing/2014/main" id="{C952E0D9-EDE0-4506-8CAF-68CC72FA4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483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8" name="data_7954">
            <a:extLst xmlns:a="http://schemas.openxmlformats.org/drawingml/2006/main">
              <a:ext uri="{FF2B5EF4-FFF2-40B4-BE49-F238E27FC236}">
                <a16:creationId xmlns:a16="http://schemas.microsoft.com/office/drawing/2014/main" id="{08FA1D75-F550-4A3E-8E29-BD3A578F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90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9" name="data_7955">
            <a:extLst xmlns:a="http://schemas.openxmlformats.org/drawingml/2006/main">
              <a:ext uri="{FF2B5EF4-FFF2-40B4-BE49-F238E27FC236}">
                <a16:creationId xmlns:a16="http://schemas.microsoft.com/office/drawing/2014/main" id="{8FA043B9-AFA5-4C68-A952-C0F6A90F1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773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0" name="data_7956">
            <a:extLst xmlns:a="http://schemas.openxmlformats.org/drawingml/2006/main">
              <a:ext uri="{FF2B5EF4-FFF2-40B4-BE49-F238E27FC236}">
                <a16:creationId xmlns:a16="http://schemas.microsoft.com/office/drawing/2014/main" id="{9133B5CC-6D96-4BB2-BEB3-0E8F0A812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571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1" name="data_7957">
            <a:extLst xmlns:a="http://schemas.openxmlformats.org/drawingml/2006/main">
              <a:ext uri="{FF2B5EF4-FFF2-40B4-BE49-F238E27FC236}">
                <a16:creationId xmlns:a16="http://schemas.microsoft.com/office/drawing/2014/main" id="{275CA60E-0E75-4BB4-8853-DD58E9D84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84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2" name="data_7958">
            <a:extLst xmlns:a="http://schemas.openxmlformats.org/drawingml/2006/main">
              <a:ext uri="{FF2B5EF4-FFF2-40B4-BE49-F238E27FC236}">
                <a16:creationId xmlns:a16="http://schemas.microsoft.com/office/drawing/2014/main" id="{E65BF871-821A-4A4D-8A42-6749556F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118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3" name="data_7959">
            <a:extLst xmlns:a="http://schemas.openxmlformats.org/drawingml/2006/main">
              <a:ext uri="{FF2B5EF4-FFF2-40B4-BE49-F238E27FC236}">
                <a16:creationId xmlns:a16="http://schemas.microsoft.com/office/drawing/2014/main" id="{2B5CBB3C-E31C-42CB-97F8-E6C728133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089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4" name="data_7960">
            <a:extLst xmlns:a="http://schemas.openxmlformats.org/drawingml/2006/main">
              <a:ext uri="{FF2B5EF4-FFF2-40B4-BE49-F238E27FC236}">
                <a16:creationId xmlns:a16="http://schemas.microsoft.com/office/drawing/2014/main" id="{52B41B45-AB13-4EFA-B8CF-AA1EEF07E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955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5" name="data_7961">
            <a:extLst xmlns:a="http://schemas.openxmlformats.org/drawingml/2006/main">
              <a:ext uri="{FF2B5EF4-FFF2-40B4-BE49-F238E27FC236}">
                <a16:creationId xmlns:a16="http://schemas.microsoft.com/office/drawing/2014/main" id="{889FE8A5-D5F8-456B-998D-03F5CDE0C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630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6" name="data_7962">
            <a:extLst xmlns:a="http://schemas.openxmlformats.org/drawingml/2006/main">
              <a:ext uri="{FF2B5EF4-FFF2-40B4-BE49-F238E27FC236}">
                <a16:creationId xmlns:a16="http://schemas.microsoft.com/office/drawing/2014/main" id="{31F94DAF-9C6A-4682-A2C2-C21C0F7E6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281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7" name="data_7963">
            <a:extLst xmlns:a="http://schemas.openxmlformats.org/drawingml/2006/main">
              <a:ext uri="{FF2B5EF4-FFF2-40B4-BE49-F238E27FC236}">
                <a16:creationId xmlns:a16="http://schemas.microsoft.com/office/drawing/2014/main" id="{86DA48ED-D309-4D22-A46C-CF0F48983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392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8" name="data_7964">
            <a:extLst xmlns:a="http://schemas.openxmlformats.org/drawingml/2006/main">
              <a:ext uri="{FF2B5EF4-FFF2-40B4-BE49-F238E27FC236}">
                <a16:creationId xmlns:a16="http://schemas.microsoft.com/office/drawing/2014/main" id="{A18B6738-8F93-4825-959A-6A1AA507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09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9" name="data_7965">
            <a:extLst xmlns:a="http://schemas.openxmlformats.org/drawingml/2006/main">
              <a:ext uri="{FF2B5EF4-FFF2-40B4-BE49-F238E27FC236}">
                <a16:creationId xmlns:a16="http://schemas.microsoft.com/office/drawing/2014/main" id="{D3AADDE9-5C90-40EF-8C53-8CF1D9F07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18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0" name="data_7966">
            <a:extLst xmlns:a="http://schemas.openxmlformats.org/drawingml/2006/main">
              <a:ext uri="{FF2B5EF4-FFF2-40B4-BE49-F238E27FC236}">
                <a16:creationId xmlns:a16="http://schemas.microsoft.com/office/drawing/2014/main" id="{CDE9CF40-4727-4ADC-A5C4-17096FE0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86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1" name="data_7967">
            <a:extLst xmlns:a="http://schemas.openxmlformats.org/drawingml/2006/main">
              <a:ext uri="{FF2B5EF4-FFF2-40B4-BE49-F238E27FC236}">
                <a16:creationId xmlns:a16="http://schemas.microsoft.com/office/drawing/2014/main" id="{DB6F676A-1690-4358-AAC9-43C35BB8C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923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2" name="data_7968">
            <a:extLst xmlns:a="http://schemas.openxmlformats.org/drawingml/2006/main">
              <a:ext uri="{FF2B5EF4-FFF2-40B4-BE49-F238E27FC236}">
                <a16:creationId xmlns:a16="http://schemas.microsoft.com/office/drawing/2014/main" id="{162A1BA4-E881-4375-A210-582596D9E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871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3" name="data_7969">
            <a:extLst xmlns:a="http://schemas.openxmlformats.org/drawingml/2006/main">
              <a:ext uri="{FF2B5EF4-FFF2-40B4-BE49-F238E27FC236}">
                <a16:creationId xmlns:a16="http://schemas.microsoft.com/office/drawing/2014/main" id="{37B1744E-A133-415C-93DE-B80BBA87B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89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4" name="data_7970">
            <a:extLst xmlns:a="http://schemas.openxmlformats.org/drawingml/2006/main">
              <a:ext uri="{FF2B5EF4-FFF2-40B4-BE49-F238E27FC236}">
                <a16:creationId xmlns:a16="http://schemas.microsoft.com/office/drawing/2014/main" id="{CB59CE4A-C4D9-4A4C-8C81-39230F92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1479" y="678503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5" name="data_7971">
            <a:extLst xmlns:a="http://schemas.openxmlformats.org/drawingml/2006/main">
              <a:ext uri="{FF2B5EF4-FFF2-40B4-BE49-F238E27FC236}">
                <a16:creationId xmlns:a16="http://schemas.microsoft.com/office/drawing/2014/main" id="{2288B3D9-E323-4821-887B-850551D4B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767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6" name="data_7972">
            <a:extLst xmlns:a="http://schemas.openxmlformats.org/drawingml/2006/main">
              <a:ext uri="{FF2B5EF4-FFF2-40B4-BE49-F238E27FC236}">
                <a16:creationId xmlns:a16="http://schemas.microsoft.com/office/drawing/2014/main" id="{A00D070E-B09E-4E79-A87F-467A1238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551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7" name="data_7973">
            <a:extLst xmlns:a="http://schemas.openxmlformats.org/drawingml/2006/main">
              <a:ext uri="{FF2B5EF4-FFF2-40B4-BE49-F238E27FC236}">
                <a16:creationId xmlns:a16="http://schemas.microsoft.com/office/drawing/2014/main" id="{06CB5EA3-B0B2-4EFE-BA4A-9A370047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51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8" name="data_7974">
            <a:extLst xmlns:a="http://schemas.openxmlformats.org/drawingml/2006/main">
              <a:ext uri="{FF2B5EF4-FFF2-40B4-BE49-F238E27FC236}">
                <a16:creationId xmlns:a16="http://schemas.microsoft.com/office/drawing/2014/main" id="{2F542A6F-10C7-49E5-B90D-D432FD02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571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9" name="data_7975">
            <a:extLst xmlns:a="http://schemas.openxmlformats.org/drawingml/2006/main">
              <a:ext uri="{FF2B5EF4-FFF2-40B4-BE49-F238E27FC236}">
                <a16:creationId xmlns:a16="http://schemas.microsoft.com/office/drawing/2014/main" id="{8CFCE90A-C55B-49AD-8F5F-2337A4AB3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454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0" name="data_7976">
            <a:extLst xmlns:a="http://schemas.openxmlformats.org/drawingml/2006/main">
              <a:ext uri="{FF2B5EF4-FFF2-40B4-BE49-F238E27FC236}">
                <a16:creationId xmlns:a16="http://schemas.microsoft.com/office/drawing/2014/main" id="{7FC61E74-5D1D-46D9-AF1F-76C7A721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688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1" name="data_7977">
            <a:extLst xmlns:a="http://schemas.openxmlformats.org/drawingml/2006/main">
              <a:ext uri="{FF2B5EF4-FFF2-40B4-BE49-F238E27FC236}">
                <a16:creationId xmlns:a16="http://schemas.microsoft.com/office/drawing/2014/main" id="{EE4BBA9B-9D0C-4B73-85B9-F87BA7633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721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2" name="data_7978">
            <a:extLst xmlns:a="http://schemas.openxmlformats.org/drawingml/2006/main">
              <a:ext uri="{FF2B5EF4-FFF2-40B4-BE49-F238E27FC236}">
                <a16:creationId xmlns:a16="http://schemas.microsoft.com/office/drawing/2014/main" id="{E777F97E-22CA-4D49-BD9B-DBEDDE56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571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3" name="data_7979">
            <a:extLst xmlns:a="http://schemas.openxmlformats.org/drawingml/2006/main">
              <a:ext uri="{FF2B5EF4-FFF2-40B4-BE49-F238E27FC236}">
                <a16:creationId xmlns:a16="http://schemas.microsoft.com/office/drawing/2014/main" id="{510D5C86-9049-4606-8B90-419E2FE27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19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4" name="data_7980">
            <a:extLst xmlns:a="http://schemas.openxmlformats.org/drawingml/2006/main">
              <a:ext uri="{FF2B5EF4-FFF2-40B4-BE49-F238E27FC236}">
                <a16:creationId xmlns:a16="http://schemas.microsoft.com/office/drawing/2014/main" id="{DF774060-297D-459A-AB8F-957B988F1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26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5" name="data_7981">
            <a:extLst xmlns:a="http://schemas.openxmlformats.org/drawingml/2006/main">
              <a:ext uri="{FF2B5EF4-FFF2-40B4-BE49-F238E27FC236}">
                <a16:creationId xmlns:a16="http://schemas.microsoft.com/office/drawing/2014/main" id="{3F6C165F-5822-4701-A175-5E5E08B9C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6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6" name="data_7982">
            <a:extLst xmlns:a="http://schemas.openxmlformats.org/drawingml/2006/main">
              <a:ext uri="{FF2B5EF4-FFF2-40B4-BE49-F238E27FC236}">
                <a16:creationId xmlns:a16="http://schemas.microsoft.com/office/drawing/2014/main" id="{74D43663-5345-4799-91D7-B6E4CF13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24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7" name="data_7983">
            <a:extLst xmlns:a="http://schemas.openxmlformats.org/drawingml/2006/main">
              <a:ext uri="{FF2B5EF4-FFF2-40B4-BE49-F238E27FC236}">
                <a16:creationId xmlns:a16="http://schemas.microsoft.com/office/drawing/2014/main" id="{3B513449-2EAB-4F84-9B89-3F790989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261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8" name="data_7984">
            <a:extLst xmlns:a="http://schemas.openxmlformats.org/drawingml/2006/main">
              <a:ext uri="{FF2B5EF4-FFF2-40B4-BE49-F238E27FC236}">
                <a16:creationId xmlns:a16="http://schemas.microsoft.com/office/drawing/2014/main" id="{AAEC84A5-B922-45A0-A38D-C05639549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786" y="58396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9" name="data_7985">
            <a:extLst xmlns:a="http://schemas.openxmlformats.org/drawingml/2006/main">
              <a:ext uri="{FF2B5EF4-FFF2-40B4-BE49-F238E27FC236}">
                <a16:creationId xmlns:a16="http://schemas.microsoft.com/office/drawing/2014/main" id="{CFA25167-F15D-420B-A7A1-1D9E18BD9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6985" y="58472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0" name="data_7986">
            <a:extLst xmlns:a="http://schemas.openxmlformats.org/drawingml/2006/main">
              <a:ext uri="{FF2B5EF4-FFF2-40B4-BE49-F238E27FC236}">
                <a16:creationId xmlns:a16="http://schemas.microsoft.com/office/drawing/2014/main" id="{9CDCF407-006B-443A-B23B-F64693C1F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424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1" name="data_7987">
            <a:extLst xmlns:a="http://schemas.openxmlformats.org/drawingml/2006/main">
              <a:ext uri="{FF2B5EF4-FFF2-40B4-BE49-F238E27FC236}">
                <a16:creationId xmlns:a16="http://schemas.microsoft.com/office/drawing/2014/main" id="{D1D5E7F1-6230-470D-A00C-24126CD9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4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2" name="data_7988">
            <a:extLst xmlns:a="http://schemas.openxmlformats.org/drawingml/2006/main">
              <a:ext uri="{FF2B5EF4-FFF2-40B4-BE49-F238E27FC236}">
                <a16:creationId xmlns:a16="http://schemas.microsoft.com/office/drawing/2014/main" id="{E73AB77B-F7CF-471D-B0E5-D1147DA6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525" y="53783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3" name="data_7989">
            <a:extLst xmlns:a="http://schemas.openxmlformats.org/drawingml/2006/main">
              <a:ext uri="{FF2B5EF4-FFF2-40B4-BE49-F238E27FC236}">
                <a16:creationId xmlns:a16="http://schemas.microsoft.com/office/drawing/2014/main" id="{5C742DE5-0F84-42D1-B060-5EE38DF6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14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4" name="data_7990">
            <a:extLst xmlns:a="http://schemas.openxmlformats.org/drawingml/2006/main">
              <a:ext uri="{FF2B5EF4-FFF2-40B4-BE49-F238E27FC236}">
                <a16:creationId xmlns:a16="http://schemas.microsoft.com/office/drawing/2014/main" id="{F364D138-6659-4887-82CB-3A39040B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74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5" name="data_7991">
            <a:extLst xmlns:a="http://schemas.openxmlformats.org/drawingml/2006/main">
              <a:ext uri="{FF2B5EF4-FFF2-40B4-BE49-F238E27FC236}">
                <a16:creationId xmlns:a16="http://schemas.microsoft.com/office/drawing/2014/main" id="{011E8959-2C60-4D97-890D-215DCBDC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822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6" name="data_7992">
            <a:extLst xmlns:a="http://schemas.openxmlformats.org/drawingml/2006/main">
              <a:ext uri="{FF2B5EF4-FFF2-40B4-BE49-F238E27FC236}">
                <a16:creationId xmlns:a16="http://schemas.microsoft.com/office/drawing/2014/main" id="{50BAD978-DF09-4666-A82F-AE1D85E4F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6040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7" name="data_7993">
            <a:extLst xmlns:a="http://schemas.openxmlformats.org/drawingml/2006/main">
              <a:ext uri="{FF2B5EF4-FFF2-40B4-BE49-F238E27FC236}">
                <a16:creationId xmlns:a16="http://schemas.microsoft.com/office/drawing/2014/main" id="{FE13ADD1-2D11-479B-AE01-36005324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94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8" name="data_7994">
            <a:extLst xmlns:a="http://schemas.openxmlformats.org/drawingml/2006/main">
              <a:ext uri="{FF2B5EF4-FFF2-40B4-BE49-F238E27FC236}">
                <a16:creationId xmlns:a16="http://schemas.microsoft.com/office/drawing/2014/main" id="{DA71C81D-7038-4BAD-94ED-7A15CE4CE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170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9" name="data_7995">
            <a:extLst xmlns:a="http://schemas.openxmlformats.org/drawingml/2006/main">
              <a:ext uri="{FF2B5EF4-FFF2-40B4-BE49-F238E27FC236}">
                <a16:creationId xmlns:a16="http://schemas.microsoft.com/office/drawing/2014/main" id="{514B0A3E-B46D-4D57-B6E4-27BA4A7C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789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0" name="data_7996">
            <a:extLst xmlns:a="http://schemas.openxmlformats.org/drawingml/2006/main">
              <a:ext uri="{FF2B5EF4-FFF2-40B4-BE49-F238E27FC236}">
                <a16:creationId xmlns:a16="http://schemas.microsoft.com/office/drawing/2014/main" id="{6A2A9B6F-705B-4610-BEA2-86FC38E5C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822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1" name="data_7997">
            <a:extLst xmlns:a="http://schemas.openxmlformats.org/drawingml/2006/main">
              <a:ext uri="{FF2B5EF4-FFF2-40B4-BE49-F238E27FC236}">
                <a16:creationId xmlns:a16="http://schemas.microsoft.com/office/drawing/2014/main" id="{E43D5ED7-71A8-47A3-9298-79448875B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835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2" name="data_7998">
            <a:extLst xmlns:a="http://schemas.openxmlformats.org/drawingml/2006/main">
              <a:ext uri="{FF2B5EF4-FFF2-40B4-BE49-F238E27FC236}">
                <a16:creationId xmlns:a16="http://schemas.microsoft.com/office/drawing/2014/main" id="{318A8ECD-45A7-4A2B-9591-131AD8EE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989" y="64000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3" name="data_7999">
            <a:extLst xmlns:a="http://schemas.openxmlformats.org/drawingml/2006/main">
              <a:ext uri="{FF2B5EF4-FFF2-40B4-BE49-F238E27FC236}">
                <a16:creationId xmlns:a16="http://schemas.microsoft.com/office/drawing/2014/main" id="{C54A8E3A-E352-4CFB-9DD8-E40C50BE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952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4" name="data_8000">
            <a:extLst xmlns:a="http://schemas.openxmlformats.org/drawingml/2006/main">
              <a:ext uri="{FF2B5EF4-FFF2-40B4-BE49-F238E27FC236}">
                <a16:creationId xmlns:a16="http://schemas.microsoft.com/office/drawing/2014/main" id="{BDDBAB05-7008-435A-9D1C-D32C6AEA7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636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5" name="data_8001">
            <a:extLst xmlns:a="http://schemas.openxmlformats.org/drawingml/2006/main">
              <a:ext uri="{FF2B5EF4-FFF2-40B4-BE49-F238E27FC236}">
                <a16:creationId xmlns:a16="http://schemas.microsoft.com/office/drawing/2014/main" id="{3CB5E572-C44F-4166-8DE0-1D247F04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646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6" name="data_8002">
            <a:extLst xmlns:a="http://schemas.openxmlformats.org/drawingml/2006/main">
              <a:ext uri="{FF2B5EF4-FFF2-40B4-BE49-F238E27FC236}">
                <a16:creationId xmlns:a16="http://schemas.microsoft.com/office/drawing/2014/main" id="{763D6904-24CB-4918-8C74-AE70A098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004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7" name="data_8003">
            <a:extLst xmlns:a="http://schemas.openxmlformats.org/drawingml/2006/main">
              <a:ext uri="{FF2B5EF4-FFF2-40B4-BE49-F238E27FC236}">
                <a16:creationId xmlns:a16="http://schemas.microsoft.com/office/drawing/2014/main" id="{5AD8EE4B-D9DF-4B8D-8C1D-D31A40938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920" y="674272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8" name="data_8004">
            <a:extLst xmlns:a="http://schemas.openxmlformats.org/drawingml/2006/main">
              <a:ext uri="{FF2B5EF4-FFF2-40B4-BE49-F238E27FC236}">
                <a16:creationId xmlns:a16="http://schemas.microsoft.com/office/drawing/2014/main" id="{75276D68-D744-44F7-9891-C406F4F7D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66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9" name="data_8005">
            <a:extLst xmlns:a="http://schemas.openxmlformats.org/drawingml/2006/main">
              <a:ext uri="{FF2B5EF4-FFF2-40B4-BE49-F238E27FC236}">
                <a16:creationId xmlns:a16="http://schemas.microsoft.com/office/drawing/2014/main" id="{3BC08526-A006-4137-96D6-3CA0F26D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05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0" name="data_8006">
            <a:extLst xmlns:a="http://schemas.openxmlformats.org/drawingml/2006/main">
              <a:ext uri="{FF2B5EF4-FFF2-40B4-BE49-F238E27FC236}">
                <a16:creationId xmlns:a16="http://schemas.microsoft.com/office/drawing/2014/main" id="{E28AC13D-04DB-499A-8E60-0F8ACED5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330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1" name="data_8007">
            <a:extLst xmlns:a="http://schemas.openxmlformats.org/drawingml/2006/main">
              <a:ext uri="{FF2B5EF4-FFF2-40B4-BE49-F238E27FC236}">
                <a16:creationId xmlns:a16="http://schemas.microsoft.com/office/drawing/2014/main" id="{C08C7D07-1E42-4039-A9C0-1496DE189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362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2" name="data_8008">
            <a:extLst xmlns:a="http://schemas.openxmlformats.org/drawingml/2006/main">
              <a:ext uri="{FF2B5EF4-FFF2-40B4-BE49-F238E27FC236}">
                <a16:creationId xmlns:a16="http://schemas.microsoft.com/office/drawing/2014/main" id="{C5D895D6-2390-4ACD-B844-ED4502467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190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3" name="data_8009">
            <a:extLst xmlns:a="http://schemas.openxmlformats.org/drawingml/2006/main">
              <a:ext uri="{FF2B5EF4-FFF2-40B4-BE49-F238E27FC236}">
                <a16:creationId xmlns:a16="http://schemas.microsoft.com/office/drawing/2014/main" id="{DCE419D0-331F-4C13-B51D-3B5523757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330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4" name="data_8010">
            <a:extLst xmlns:a="http://schemas.openxmlformats.org/drawingml/2006/main">
              <a:ext uri="{FF2B5EF4-FFF2-40B4-BE49-F238E27FC236}">
                <a16:creationId xmlns:a16="http://schemas.microsoft.com/office/drawing/2014/main" id="{1A4D4DB8-6C69-42F4-A037-ED3AD54BB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53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5" name="data_8011">
            <a:extLst xmlns:a="http://schemas.openxmlformats.org/drawingml/2006/main">
              <a:ext uri="{FF2B5EF4-FFF2-40B4-BE49-F238E27FC236}">
                <a16:creationId xmlns:a16="http://schemas.microsoft.com/office/drawing/2014/main" id="{00EAB349-CEE9-43EC-8062-95498D0C7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411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6" name="data_8012">
            <a:extLst xmlns:a="http://schemas.openxmlformats.org/drawingml/2006/main">
              <a:ext uri="{FF2B5EF4-FFF2-40B4-BE49-F238E27FC236}">
                <a16:creationId xmlns:a16="http://schemas.microsoft.com/office/drawing/2014/main" id="{BB2D8757-933C-4721-A88D-72B7114A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86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7" name="data_8013">
            <a:extLst xmlns:a="http://schemas.openxmlformats.org/drawingml/2006/main">
              <a:ext uri="{FF2B5EF4-FFF2-40B4-BE49-F238E27FC236}">
                <a16:creationId xmlns:a16="http://schemas.microsoft.com/office/drawing/2014/main" id="{2029873C-2170-4B40-BB35-4DDFC50A2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561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8" name="data_8014">
            <a:extLst xmlns:a="http://schemas.openxmlformats.org/drawingml/2006/main">
              <a:ext uri="{FF2B5EF4-FFF2-40B4-BE49-F238E27FC236}">
                <a16:creationId xmlns:a16="http://schemas.microsoft.com/office/drawing/2014/main" id="{5EA6B350-4F70-49A5-A337-5F23A58D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600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9" name="data_8015">
            <a:extLst xmlns:a="http://schemas.openxmlformats.org/drawingml/2006/main">
              <a:ext uri="{FF2B5EF4-FFF2-40B4-BE49-F238E27FC236}">
                <a16:creationId xmlns:a16="http://schemas.microsoft.com/office/drawing/2014/main" id="{3874A53B-00BE-47DC-9F86-3F1107374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121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0" name="data_8016">
            <a:extLst xmlns:a="http://schemas.openxmlformats.org/drawingml/2006/main">
              <a:ext uri="{FF2B5EF4-FFF2-40B4-BE49-F238E27FC236}">
                <a16:creationId xmlns:a16="http://schemas.microsoft.com/office/drawing/2014/main" id="{3F42F25D-279B-4F0B-AAF0-7045A18E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519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1" name="data_8017">
            <a:extLst xmlns:a="http://schemas.openxmlformats.org/drawingml/2006/main">
              <a:ext uri="{FF2B5EF4-FFF2-40B4-BE49-F238E27FC236}">
                <a16:creationId xmlns:a16="http://schemas.microsoft.com/office/drawing/2014/main" id="{1A0A01D5-3ACB-4C4E-9B85-EECB11F8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427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2" name="data_8018">
            <a:extLst xmlns:a="http://schemas.openxmlformats.org/drawingml/2006/main">
              <a:ext uri="{FF2B5EF4-FFF2-40B4-BE49-F238E27FC236}">
                <a16:creationId xmlns:a16="http://schemas.microsoft.com/office/drawing/2014/main" id="{E39EAA0D-FE4E-42C8-8BF4-51F15273A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046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3" name="data_8019">
            <a:extLst xmlns:a="http://schemas.openxmlformats.org/drawingml/2006/main">
              <a:ext uri="{FF2B5EF4-FFF2-40B4-BE49-F238E27FC236}">
                <a16:creationId xmlns:a16="http://schemas.microsoft.com/office/drawing/2014/main" id="{D00E4A0E-665C-4EBD-BA72-FD15667B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7568" y="686964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4" name="data_8020">
            <a:extLst xmlns:a="http://schemas.openxmlformats.org/drawingml/2006/main">
              <a:ext uri="{FF2B5EF4-FFF2-40B4-BE49-F238E27FC236}">
                <a16:creationId xmlns:a16="http://schemas.microsoft.com/office/drawing/2014/main" id="{95F28F68-4CA5-46A4-B8F6-EB62EEE0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7209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5" name="data_8021">
            <a:extLst xmlns:a="http://schemas.openxmlformats.org/drawingml/2006/main">
              <a:ext uri="{FF2B5EF4-FFF2-40B4-BE49-F238E27FC236}">
                <a16:creationId xmlns:a16="http://schemas.microsoft.com/office/drawing/2014/main" id="{83FEDFA3-B558-4CEF-ACEE-7E4A41DED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215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6" name="data_8022">
            <a:extLst xmlns:a="http://schemas.openxmlformats.org/drawingml/2006/main">
              <a:ext uri="{FF2B5EF4-FFF2-40B4-BE49-F238E27FC236}">
                <a16:creationId xmlns:a16="http://schemas.microsoft.com/office/drawing/2014/main" id="{F2506FA4-D77D-4D2E-9EA2-7F7E0487C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9033" y="671099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7" name="data_8023">
            <a:extLst xmlns:a="http://schemas.openxmlformats.org/drawingml/2006/main">
              <a:ext uri="{FF2B5EF4-FFF2-40B4-BE49-F238E27FC236}">
                <a16:creationId xmlns:a16="http://schemas.microsoft.com/office/drawing/2014/main" id="{D944D92F-98F0-41DE-884D-9F00A5F18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57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8" name="data_8024">
            <a:extLst xmlns:a="http://schemas.openxmlformats.org/drawingml/2006/main">
              <a:ext uri="{FF2B5EF4-FFF2-40B4-BE49-F238E27FC236}">
                <a16:creationId xmlns:a16="http://schemas.microsoft.com/office/drawing/2014/main" id="{237B0C3B-C3A5-428E-89D0-679DC7D19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42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9" name="data_8025">
            <a:extLst xmlns:a="http://schemas.openxmlformats.org/drawingml/2006/main">
              <a:ext uri="{FF2B5EF4-FFF2-40B4-BE49-F238E27FC236}">
                <a16:creationId xmlns:a16="http://schemas.microsoft.com/office/drawing/2014/main" id="{C10396EF-54B3-403E-8913-2C2F67B4C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9557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0" name="data_8026">
            <a:extLst xmlns:a="http://schemas.openxmlformats.org/drawingml/2006/main">
              <a:ext uri="{FF2B5EF4-FFF2-40B4-BE49-F238E27FC236}">
                <a16:creationId xmlns:a16="http://schemas.microsoft.com/office/drawing/2014/main" id="{52DC190F-4142-4DE6-8C88-160F83FD8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87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1" name="data_8027">
            <a:extLst xmlns:a="http://schemas.openxmlformats.org/drawingml/2006/main">
              <a:ext uri="{FF2B5EF4-FFF2-40B4-BE49-F238E27FC236}">
                <a16:creationId xmlns:a16="http://schemas.microsoft.com/office/drawing/2014/main" id="{5F831AAD-43EE-421F-82B6-4AD206A0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634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2" name="data_8028">
            <a:extLst xmlns:a="http://schemas.openxmlformats.org/drawingml/2006/main">
              <a:ext uri="{FF2B5EF4-FFF2-40B4-BE49-F238E27FC236}">
                <a16:creationId xmlns:a16="http://schemas.microsoft.com/office/drawing/2014/main" id="{DEC770D9-2B4E-4791-B3EA-3C4575DD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0434" y="614337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3" name="data_8029">
            <a:extLst xmlns:a="http://schemas.openxmlformats.org/drawingml/2006/main">
              <a:ext uri="{FF2B5EF4-FFF2-40B4-BE49-F238E27FC236}">
                <a16:creationId xmlns:a16="http://schemas.microsoft.com/office/drawing/2014/main" id="{6620C379-1BD1-4F3B-9A27-7250C9738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2260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4" name="data_8030">
            <a:extLst xmlns:a="http://schemas.openxmlformats.org/drawingml/2006/main">
              <a:ext uri="{FF2B5EF4-FFF2-40B4-BE49-F238E27FC236}">
                <a16:creationId xmlns:a16="http://schemas.microsoft.com/office/drawing/2014/main" id="{0BCA93F5-04A4-44FE-B434-6B1DFBF8F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89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5" name="data_8031">
            <a:extLst xmlns:a="http://schemas.openxmlformats.org/drawingml/2006/main">
              <a:ext uri="{FF2B5EF4-FFF2-40B4-BE49-F238E27FC236}">
                <a16:creationId xmlns:a16="http://schemas.microsoft.com/office/drawing/2014/main" id="{35E762FE-4463-4EC2-BB6C-10379422C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49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6" name="data_8032">
            <a:extLst xmlns:a="http://schemas.openxmlformats.org/drawingml/2006/main">
              <a:ext uri="{FF2B5EF4-FFF2-40B4-BE49-F238E27FC236}">
                <a16:creationId xmlns:a16="http://schemas.microsoft.com/office/drawing/2014/main" id="{00928A6B-A70C-4064-B1D8-6C569DF5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568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7" name="data_8033">
            <a:extLst xmlns:a="http://schemas.openxmlformats.org/drawingml/2006/main">
              <a:ext uri="{FF2B5EF4-FFF2-40B4-BE49-F238E27FC236}">
                <a16:creationId xmlns:a16="http://schemas.microsoft.com/office/drawing/2014/main" id="{E07D6A96-D33C-4A73-A599-6EAAF2B72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14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8" name="data_8034">
            <a:extLst xmlns:a="http://schemas.openxmlformats.org/drawingml/2006/main">
              <a:ext uri="{FF2B5EF4-FFF2-40B4-BE49-F238E27FC236}">
                <a16:creationId xmlns:a16="http://schemas.microsoft.com/office/drawing/2014/main" id="{700E2F1D-959D-46D2-ADCE-783A1088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0304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9" name="data_8035">
            <a:extLst xmlns:a="http://schemas.openxmlformats.org/drawingml/2006/main">
              <a:ext uri="{FF2B5EF4-FFF2-40B4-BE49-F238E27FC236}">
                <a16:creationId xmlns:a16="http://schemas.microsoft.com/office/drawing/2014/main" id="{AE4A7F9B-0980-47D0-BED3-6ABDAFFC9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21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0" name="data_8036">
            <a:extLst xmlns:a="http://schemas.openxmlformats.org/drawingml/2006/main">
              <a:ext uri="{FF2B5EF4-FFF2-40B4-BE49-F238E27FC236}">
                <a16:creationId xmlns:a16="http://schemas.microsoft.com/office/drawing/2014/main" id="{A9F0F810-E526-4435-A313-18EC36BF7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23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1" name="data_8037">
            <a:extLst xmlns:a="http://schemas.openxmlformats.org/drawingml/2006/main">
              <a:ext uri="{FF2B5EF4-FFF2-40B4-BE49-F238E27FC236}">
                <a16:creationId xmlns:a16="http://schemas.microsoft.com/office/drawing/2014/main" id="{E608FBD8-DBD9-47AB-8A02-D249DFE6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3921" y="61927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2" name="data_8038">
            <a:extLst xmlns:a="http://schemas.openxmlformats.org/drawingml/2006/main">
              <a:ext uri="{FF2B5EF4-FFF2-40B4-BE49-F238E27FC236}">
                <a16:creationId xmlns:a16="http://schemas.microsoft.com/office/drawing/2014/main" id="{7D4D8F32-668E-4091-800C-0E90557EC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96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3" name="data_8039">
            <a:extLst xmlns:a="http://schemas.openxmlformats.org/drawingml/2006/main">
              <a:ext uri="{FF2B5EF4-FFF2-40B4-BE49-F238E27FC236}">
                <a16:creationId xmlns:a16="http://schemas.microsoft.com/office/drawing/2014/main" id="{8CC0C1D0-89A1-4115-822A-41E76B20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352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4" name="data_8040">
            <a:extLst xmlns:a="http://schemas.openxmlformats.org/drawingml/2006/main">
              <a:ext uri="{FF2B5EF4-FFF2-40B4-BE49-F238E27FC236}">
                <a16:creationId xmlns:a16="http://schemas.microsoft.com/office/drawing/2014/main" id="{ED5E6098-89A8-4B54-9332-1817DF5F8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3431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5" name="data_8041">
            <a:extLst xmlns:a="http://schemas.openxmlformats.org/drawingml/2006/main">
              <a:ext uri="{FF2B5EF4-FFF2-40B4-BE49-F238E27FC236}">
                <a16:creationId xmlns:a16="http://schemas.microsoft.com/office/drawing/2014/main" id="{721646E4-19D9-4713-A3B8-D06FC8F7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75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6" name="data_8042">
            <a:extLst xmlns:a="http://schemas.openxmlformats.org/drawingml/2006/main">
              <a:ext uri="{FF2B5EF4-FFF2-40B4-BE49-F238E27FC236}">
                <a16:creationId xmlns:a16="http://schemas.microsoft.com/office/drawing/2014/main" id="{4036C800-2F57-4BA3-9B06-26ACCBE9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5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7" name="data_8043">
            <a:extLst xmlns:a="http://schemas.openxmlformats.org/drawingml/2006/main">
              <a:ext uri="{FF2B5EF4-FFF2-40B4-BE49-F238E27FC236}">
                <a16:creationId xmlns:a16="http://schemas.microsoft.com/office/drawing/2014/main" id="{93502596-1016-4D14-877B-70821BE7F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63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8" name="data_8044">
            <a:extLst xmlns:a="http://schemas.openxmlformats.org/drawingml/2006/main">
              <a:ext uri="{FF2B5EF4-FFF2-40B4-BE49-F238E27FC236}">
                <a16:creationId xmlns:a16="http://schemas.microsoft.com/office/drawing/2014/main" id="{003F93B8-29E4-49C4-9620-50F85CF2C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584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9" name="data_8045">
            <a:extLst xmlns:a="http://schemas.openxmlformats.org/drawingml/2006/main">
              <a:ext uri="{FF2B5EF4-FFF2-40B4-BE49-F238E27FC236}">
                <a16:creationId xmlns:a16="http://schemas.microsoft.com/office/drawing/2014/main" id="{EA154200-0F05-49E0-A04A-93B6921A2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284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0" name="data_8046">
            <a:extLst xmlns:a="http://schemas.openxmlformats.org/drawingml/2006/main">
              <a:ext uri="{FF2B5EF4-FFF2-40B4-BE49-F238E27FC236}">
                <a16:creationId xmlns:a16="http://schemas.microsoft.com/office/drawing/2014/main" id="{5A81C867-526E-483F-86E6-152F432CD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8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1" name="data_8047">
            <a:extLst xmlns:a="http://schemas.openxmlformats.org/drawingml/2006/main">
              <a:ext uri="{FF2B5EF4-FFF2-40B4-BE49-F238E27FC236}">
                <a16:creationId xmlns:a16="http://schemas.microsoft.com/office/drawing/2014/main" id="{89C8A537-11C8-49AD-82DA-4742ADC2D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786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2" name="data_8048">
            <a:extLst xmlns:a="http://schemas.openxmlformats.org/drawingml/2006/main">
              <a:ext uri="{FF2B5EF4-FFF2-40B4-BE49-F238E27FC236}">
                <a16:creationId xmlns:a16="http://schemas.microsoft.com/office/drawing/2014/main" id="{8D37C42A-E19B-408D-ABEC-A78CC25C5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792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3" name="data_8049">
            <a:extLst xmlns:a="http://schemas.openxmlformats.org/drawingml/2006/main">
              <a:ext uri="{FF2B5EF4-FFF2-40B4-BE49-F238E27FC236}">
                <a16:creationId xmlns:a16="http://schemas.microsoft.com/office/drawing/2014/main" id="{13E71604-05BF-4C6C-B987-F1E5C281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076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4" name="data_8050">
            <a:extLst xmlns:a="http://schemas.openxmlformats.org/drawingml/2006/main">
              <a:ext uri="{FF2B5EF4-FFF2-40B4-BE49-F238E27FC236}">
                <a16:creationId xmlns:a16="http://schemas.microsoft.com/office/drawing/2014/main" id="{3C286ED2-730C-43E4-A22A-02BF588A9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74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5" name="data_8051">
            <a:extLst xmlns:a="http://schemas.openxmlformats.org/drawingml/2006/main">
              <a:ext uri="{FF2B5EF4-FFF2-40B4-BE49-F238E27FC236}">
                <a16:creationId xmlns:a16="http://schemas.microsoft.com/office/drawing/2014/main" id="{DFFD4E87-0254-4083-9060-28574090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1511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6" name="data_8052">
            <a:extLst xmlns:a="http://schemas.openxmlformats.org/drawingml/2006/main">
              <a:ext uri="{FF2B5EF4-FFF2-40B4-BE49-F238E27FC236}">
                <a16:creationId xmlns:a16="http://schemas.microsoft.com/office/drawing/2014/main" id="{0CAB9BCD-AB8C-4325-A926-7910DB389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421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7" name="data_8053">
            <a:extLst xmlns:a="http://schemas.openxmlformats.org/drawingml/2006/main">
              <a:ext uri="{FF2B5EF4-FFF2-40B4-BE49-F238E27FC236}">
                <a16:creationId xmlns:a16="http://schemas.microsoft.com/office/drawing/2014/main" id="{3E7B8F1F-90CF-4BC0-AA66-12365B815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392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8" name="data_8054">
            <a:extLst xmlns:a="http://schemas.openxmlformats.org/drawingml/2006/main">
              <a:ext uri="{FF2B5EF4-FFF2-40B4-BE49-F238E27FC236}">
                <a16:creationId xmlns:a16="http://schemas.microsoft.com/office/drawing/2014/main" id="{B0009BA8-8E5E-473D-894C-3EDD0E3BF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258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9" name="data_8055">
            <a:extLst xmlns:a="http://schemas.openxmlformats.org/drawingml/2006/main">
              <a:ext uri="{FF2B5EF4-FFF2-40B4-BE49-F238E27FC236}">
                <a16:creationId xmlns:a16="http://schemas.microsoft.com/office/drawing/2014/main" id="{3B1E87B5-E842-4A97-A75E-4D11355FE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932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0" name="data_8056">
            <a:extLst xmlns:a="http://schemas.openxmlformats.org/drawingml/2006/main">
              <a:ext uri="{FF2B5EF4-FFF2-40B4-BE49-F238E27FC236}">
                <a16:creationId xmlns:a16="http://schemas.microsoft.com/office/drawing/2014/main" id="{9E27091E-45C3-4656-8091-8F479263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84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1" name="data_8057">
            <a:extLst xmlns:a="http://schemas.openxmlformats.org/drawingml/2006/main">
              <a:ext uri="{FF2B5EF4-FFF2-40B4-BE49-F238E27FC236}">
                <a16:creationId xmlns:a16="http://schemas.microsoft.com/office/drawing/2014/main" id="{F0C42976-CA83-4AEC-A185-4949957D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2" name="data_8058">
            <a:extLst xmlns:a="http://schemas.openxmlformats.org/drawingml/2006/main">
              <a:ext uri="{FF2B5EF4-FFF2-40B4-BE49-F238E27FC236}">
                <a16:creationId xmlns:a16="http://schemas.microsoft.com/office/drawing/2014/main" id="{0D61E640-AA44-48A1-9809-FE639D56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512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3" name="data_8059">
            <a:extLst xmlns:a="http://schemas.openxmlformats.org/drawingml/2006/main">
              <a:ext uri="{FF2B5EF4-FFF2-40B4-BE49-F238E27FC236}">
                <a16:creationId xmlns:a16="http://schemas.microsoft.com/office/drawing/2014/main" id="{9F877B77-19DF-4D84-ADCB-0B0B4865A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421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4" name="data_8060">
            <a:extLst xmlns:a="http://schemas.openxmlformats.org/drawingml/2006/main">
              <a:ext uri="{FF2B5EF4-FFF2-40B4-BE49-F238E27FC236}">
                <a16:creationId xmlns:a16="http://schemas.microsoft.com/office/drawing/2014/main" id="{4D8E9B92-52ED-46A5-AFC4-924DC755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789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5" name="data_8061">
            <a:extLst xmlns:a="http://schemas.openxmlformats.org/drawingml/2006/main">
              <a:ext uri="{FF2B5EF4-FFF2-40B4-BE49-F238E27FC236}">
                <a16:creationId xmlns:a16="http://schemas.microsoft.com/office/drawing/2014/main" id="{17A5BDE1-9E8C-4603-8A58-4F06E6468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2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6" name="data_8062">
            <a:extLst xmlns:a="http://schemas.openxmlformats.org/drawingml/2006/main">
              <a:ext uri="{FF2B5EF4-FFF2-40B4-BE49-F238E27FC236}">
                <a16:creationId xmlns:a16="http://schemas.microsoft.com/office/drawing/2014/main" id="{2778ADE3-8F01-4775-80F8-4407B9FB8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17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7" name="data_8063">
            <a:extLst xmlns:a="http://schemas.openxmlformats.org/drawingml/2006/main">
              <a:ext uri="{FF2B5EF4-FFF2-40B4-BE49-F238E27FC236}">
                <a16:creationId xmlns:a16="http://schemas.microsoft.com/office/drawing/2014/main" id="{7AC39960-C15E-46EF-9FB8-C024E8686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092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8" name="data_8064">
            <a:extLst xmlns:a="http://schemas.openxmlformats.org/drawingml/2006/main">
              <a:ext uri="{FF2B5EF4-FFF2-40B4-BE49-F238E27FC236}">
                <a16:creationId xmlns:a16="http://schemas.microsoft.com/office/drawing/2014/main" id="{6B3298B0-F2F0-4BE6-BD9C-B2D2244FD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506" y="678503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9" name="data_8065">
            <a:extLst xmlns:a="http://schemas.openxmlformats.org/drawingml/2006/main">
              <a:ext uri="{FF2B5EF4-FFF2-40B4-BE49-F238E27FC236}">
                <a16:creationId xmlns:a16="http://schemas.microsoft.com/office/drawing/2014/main" id="{EFFD73EB-B0A4-4AD6-B295-5C30BFAF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0794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0" name="data_8066">
            <a:extLst xmlns:a="http://schemas.openxmlformats.org/drawingml/2006/main">
              <a:ext uri="{FF2B5EF4-FFF2-40B4-BE49-F238E27FC236}">
                <a16:creationId xmlns:a16="http://schemas.microsoft.com/office/drawing/2014/main" id="{9D6E2B50-B953-4DE3-82D6-8BFBFC5C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854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1" name="data_8067">
            <a:extLst xmlns:a="http://schemas.openxmlformats.org/drawingml/2006/main">
              <a:ext uri="{FF2B5EF4-FFF2-40B4-BE49-F238E27FC236}">
                <a16:creationId xmlns:a16="http://schemas.microsoft.com/office/drawing/2014/main" id="{5CE68FDB-3671-42F0-9936-C474D237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53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2" name="data_8068">
            <a:extLst xmlns:a="http://schemas.openxmlformats.org/drawingml/2006/main">
              <a:ext uri="{FF2B5EF4-FFF2-40B4-BE49-F238E27FC236}">
                <a16:creationId xmlns:a16="http://schemas.microsoft.com/office/drawing/2014/main" id="{3CBE8CE7-BA5E-417E-A83D-CCE78ABB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874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3" name="data_8069">
            <a:extLst xmlns:a="http://schemas.openxmlformats.org/drawingml/2006/main">
              <a:ext uri="{FF2B5EF4-FFF2-40B4-BE49-F238E27FC236}">
                <a16:creationId xmlns:a16="http://schemas.microsoft.com/office/drawing/2014/main" id="{D9299FB7-841C-4E48-B900-725E5529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56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4" name="data_8070">
            <a:extLst xmlns:a="http://schemas.openxmlformats.org/drawingml/2006/main">
              <a:ext uri="{FF2B5EF4-FFF2-40B4-BE49-F238E27FC236}">
                <a16:creationId xmlns:a16="http://schemas.microsoft.com/office/drawing/2014/main" id="{8A9F9DFD-94C1-4A97-A137-AF9CA755B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991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5" name="data_8071">
            <a:extLst xmlns:a="http://schemas.openxmlformats.org/drawingml/2006/main">
              <a:ext uri="{FF2B5EF4-FFF2-40B4-BE49-F238E27FC236}">
                <a16:creationId xmlns:a16="http://schemas.microsoft.com/office/drawing/2014/main" id="{ED67C045-C535-4934-81EF-BB1357AE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024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6" name="data_8072">
            <a:extLst xmlns:a="http://schemas.openxmlformats.org/drawingml/2006/main">
              <a:ext uri="{FF2B5EF4-FFF2-40B4-BE49-F238E27FC236}">
                <a16:creationId xmlns:a16="http://schemas.microsoft.com/office/drawing/2014/main" id="{A5BDB3D5-E42E-41D4-AB4B-65A5488FA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74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7" name="data_8073">
            <a:extLst xmlns:a="http://schemas.openxmlformats.org/drawingml/2006/main">
              <a:ext uri="{FF2B5EF4-FFF2-40B4-BE49-F238E27FC236}">
                <a16:creationId xmlns:a16="http://schemas.microsoft.com/office/drawing/2014/main" id="{A3494689-2361-48FE-8369-918792658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2846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8" name="data_8074">
            <a:extLst xmlns:a="http://schemas.openxmlformats.org/drawingml/2006/main">
              <a:ext uri="{FF2B5EF4-FFF2-40B4-BE49-F238E27FC236}">
                <a16:creationId xmlns:a16="http://schemas.microsoft.com/office/drawing/2014/main" id="{8D358B32-20AA-47A9-957F-E1059EBEA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29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9" name="data_8075">
            <a:extLst xmlns:a="http://schemas.openxmlformats.org/drawingml/2006/main">
              <a:ext uri="{FF2B5EF4-FFF2-40B4-BE49-F238E27FC236}">
                <a16:creationId xmlns:a16="http://schemas.microsoft.com/office/drawing/2014/main" id="{4A1DA422-0F7F-4D06-9E40-D0B3A819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89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0" name="data_8076">
            <a:extLst xmlns:a="http://schemas.openxmlformats.org/drawingml/2006/main">
              <a:ext uri="{FF2B5EF4-FFF2-40B4-BE49-F238E27FC236}">
                <a16:creationId xmlns:a16="http://schemas.microsoft.com/office/drawing/2014/main" id="{42BA28A3-EC1D-433D-802E-2F824F886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6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1" name="data_8077">
            <a:extLst xmlns:a="http://schemas.openxmlformats.org/drawingml/2006/main">
              <a:ext uri="{FF2B5EF4-FFF2-40B4-BE49-F238E27FC236}">
                <a16:creationId xmlns:a16="http://schemas.microsoft.com/office/drawing/2014/main" id="{F8ECC57A-8165-4317-B896-3CC4373F0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64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2" name="data_8078">
            <a:extLst xmlns:a="http://schemas.openxmlformats.org/drawingml/2006/main">
              <a:ext uri="{FF2B5EF4-FFF2-40B4-BE49-F238E27FC236}">
                <a16:creationId xmlns:a16="http://schemas.microsoft.com/office/drawing/2014/main" id="{F70A4383-B8D2-4249-ABDE-2465B621D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813" y="58396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3" name="data_8079">
            <a:extLst xmlns:a="http://schemas.openxmlformats.org/drawingml/2006/main">
              <a:ext uri="{FF2B5EF4-FFF2-40B4-BE49-F238E27FC236}">
                <a16:creationId xmlns:a16="http://schemas.microsoft.com/office/drawing/2014/main" id="{B037DA2B-6000-4FB2-9950-FF579F51D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0013" y="58472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4" name="data_8080">
            <a:extLst xmlns:a="http://schemas.openxmlformats.org/drawingml/2006/main">
              <a:ext uri="{FF2B5EF4-FFF2-40B4-BE49-F238E27FC236}">
                <a16:creationId xmlns:a16="http://schemas.microsoft.com/office/drawing/2014/main" id="{5A7C60B8-79BF-4839-9A7F-5A6D2B2B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2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5" name="data_8081">
            <a:extLst xmlns:a="http://schemas.openxmlformats.org/drawingml/2006/main">
              <a:ext uri="{FF2B5EF4-FFF2-40B4-BE49-F238E27FC236}">
                <a16:creationId xmlns:a16="http://schemas.microsoft.com/office/drawing/2014/main" id="{4FD2B33F-BF48-4869-B01A-C8991943C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50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6" name="data_8082">
            <a:extLst xmlns:a="http://schemas.openxmlformats.org/drawingml/2006/main">
              <a:ext uri="{FF2B5EF4-FFF2-40B4-BE49-F238E27FC236}">
                <a16:creationId xmlns:a16="http://schemas.microsoft.com/office/drawing/2014/main" id="{8964003B-200F-4A28-82A4-B054B096E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553" y="53783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7" name="data_8083">
            <a:extLst xmlns:a="http://schemas.openxmlformats.org/drawingml/2006/main">
              <a:ext uri="{FF2B5EF4-FFF2-40B4-BE49-F238E27FC236}">
                <a16:creationId xmlns:a16="http://schemas.microsoft.com/office/drawing/2014/main" id="{95F1D745-1038-454F-BEBD-186C777C0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16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8" name="data_8084">
            <a:extLst xmlns:a="http://schemas.openxmlformats.org/drawingml/2006/main">
              <a:ext uri="{FF2B5EF4-FFF2-40B4-BE49-F238E27FC236}">
                <a16:creationId xmlns:a16="http://schemas.microsoft.com/office/drawing/2014/main" id="{D8B5E4C6-567E-429D-87B9-31D1B135F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177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9" name="data_8085">
            <a:extLst xmlns:a="http://schemas.openxmlformats.org/drawingml/2006/main">
              <a:ext uri="{FF2B5EF4-FFF2-40B4-BE49-F238E27FC236}">
                <a16:creationId xmlns:a16="http://schemas.microsoft.com/office/drawing/2014/main" id="{EBC15F2C-9408-4DF1-AB12-E963AEDE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124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0" name="data_8086">
            <a:extLst xmlns:a="http://schemas.openxmlformats.org/drawingml/2006/main">
              <a:ext uri="{FF2B5EF4-FFF2-40B4-BE49-F238E27FC236}">
                <a16:creationId xmlns:a16="http://schemas.microsoft.com/office/drawing/2014/main" id="{7B11850E-4F4F-4643-9121-EB14F73BC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9068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1" name="data_8087">
            <a:extLst xmlns:a="http://schemas.openxmlformats.org/drawingml/2006/main">
              <a:ext uri="{FF2B5EF4-FFF2-40B4-BE49-F238E27FC236}">
                <a16:creationId xmlns:a16="http://schemas.microsoft.com/office/drawing/2014/main" id="{5547CF25-D469-4C86-8FCD-15D568521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897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2" name="data_8088">
            <a:extLst xmlns:a="http://schemas.openxmlformats.org/drawingml/2006/main">
              <a:ext uri="{FF2B5EF4-FFF2-40B4-BE49-F238E27FC236}">
                <a16:creationId xmlns:a16="http://schemas.microsoft.com/office/drawing/2014/main" id="{1F145B1D-7603-4007-9CE6-8BD9776F5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73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3" name="data_8089">
            <a:extLst xmlns:a="http://schemas.openxmlformats.org/drawingml/2006/main">
              <a:ext uri="{FF2B5EF4-FFF2-40B4-BE49-F238E27FC236}">
                <a16:creationId xmlns:a16="http://schemas.microsoft.com/office/drawing/2014/main" id="{CE0237C6-5E0D-4EF5-97DF-F04A4D7A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092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4" name="data_8090">
            <a:extLst xmlns:a="http://schemas.openxmlformats.org/drawingml/2006/main">
              <a:ext uri="{FF2B5EF4-FFF2-40B4-BE49-F238E27FC236}">
                <a16:creationId xmlns:a16="http://schemas.microsoft.com/office/drawing/2014/main" id="{D0B9043D-4062-4057-89FD-8F6CA7C4B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25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5" name="data_8091">
            <a:extLst xmlns:a="http://schemas.openxmlformats.org/drawingml/2006/main">
              <a:ext uri="{FF2B5EF4-FFF2-40B4-BE49-F238E27FC236}">
                <a16:creationId xmlns:a16="http://schemas.microsoft.com/office/drawing/2014/main" id="{130E42ED-E0B9-481F-B62B-00961CDB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137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6" name="data_8092">
            <a:extLst xmlns:a="http://schemas.openxmlformats.org/drawingml/2006/main">
              <a:ext uri="{FF2B5EF4-FFF2-40B4-BE49-F238E27FC236}">
                <a16:creationId xmlns:a16="http://schemas.microsoft.com/office/drawing/2014/main" id="{64C0A557-6AC2-4262-B724-F9FCAED4E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017" y="64000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7" name="data_8093">
            <a:extLst xmlns:a="http://schemas.openxmlformats.org/drawingml/2006/main">
              <a:ext uri="{FF2B5EF4-FFF2-40B4-BE49-F238E27FC236}">
                <a16:creationId xmlns:a16="http://schemas.microsoft.com/office/drawing/2014/main" id="{7FBCADFD-8933-47DF-B234-FF8B710A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55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8" name="data_8094">
            <a:extLst xmlns:a="http://schemas.openxmlformats.org/drawingml/2006/main">
              <a:ext uri="{FF2B5EF4-FFF2-40B4-BE49-F238E27FC236}">
                <a16:creationId xmlns:a16="http://schemas.microsoft.com/office/drawing/2014/main" id="{CDF8DFE4-7A7D-4624-A82E-EA344090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939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9" name="data_8095">
            <a:extLst xmlns:a="http://schemas.openxmlformats.org/drawingml/2006/main">
              <a:ext uri="{FF2B5EF4-FFF2-40B4-BE49-F238E27FC236}">
                <a16:creationId xmlns:a16="http://schemas.microsoft.com/office/drawing/2014/main" id="{DAA8A030-507E-4905-B064-D4DAEFE9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0" name="data_8096">
            <a:extLst xmlns:a="http://schemas.openxmlformats.org/drawingml/2006/main">
              <a:ext uri="{FF2B5EF4-FFF2-40B4-BE49-F238E27FC236}">
                <a16:creationId xmlns:a16="http://schemas.microsoft.com/office/drawing/2014/main" id="{3AA2F159-866C-4C28-8126-8C03ECB96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307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1" name="data_8097">
            <a:extLst xmlns:a="http://schemas.openxmlformats.org/drawingml/2006/main">
              <a:ext uri="{FF2B5EF4-FFF2-40B4-BE49-F238E27FC236}">
                <a16:creationId xmlns:a16="http://schemas.microsoft.com/office/drawing/2014/main" id="{847FF23E-3FCB-4214-A8D8-5CCEC276F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948" y="674272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2" name="data_8098">
            <a:extLst xmlns:a="http://schemas.openxmlformats.org/drawingml/2006/main">
              <a:ext uri="{FF2B5EF4-FFF2-40B4-BE49-F238E27FC236}">
                <a16:creationId xmlns:a16="http://schemas.microsoft.com/office/drawing/2014/main" id="{77847BE6-CBDC-4C22-A2BD-BEB61460C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5087202"/>
            <a:ext cx="191" cy="1954578"/>
          </a:xfrm>
          <a:custGeom xmlns:a="http://schemas.openxmlformats.org/drawingml/2006/main"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2653" name="data_8099">
            <a:extLst xmlns:a="http://schemas.openxmlformats.org/drawingml/2006/main">
              <a:ext uri="{FF2B5EF4-FFF2-40B4-BE49-F238E27FC236}">
                <a16:creationId xmlns:a16="http://schemas.microsoft.com/office/drawing/2014/main" id="{6C5665FD-856F-4860-8B16-D0EE90D83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269" y="7041780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2654" name="text_8100">
            <a:extLst xmlns:a="http://schemas.openxmlformats.org/drawingml/2006/main">
              <a:ext uri="{FF2B5EF4-FFF2-40B4-BE49-F238E27FC236}">
                <a16:creationId xmlns:a16="http://schemas.microsoft.com/office/drawing/2014/main" id="{94673291-3FB5-4359-96B2-F29D2EE1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7111" y="4773801"/>
            <a:ext cx="104101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2655" name="text_8101">
            <a:extLst xmlns:a="http://schemas.openxmlformats.org/drawingml/2006/main">
              <a:ext uri="{FF2B5EF4-FFF2-40B4-BE49-F238E27FC236}">
                <a16:creationId xmlns:a16="http://schemas.microsoft.com/office/drawing/2014/main" id="{FE3845A4-D6E0-48FA-80F4-6F1DA9CC9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7269" y="4808505"/>
            <a:ext cx="1235599" cy="188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GT</a:t>
            </a:r>
          </a:p>
        </p:txBody>
      </p:sp>
      <p:sp>
        <p:nvSpPr>
          <p:cNvPr id="2656" name="data_8102">
            <a:extLst xmlns:a="http://schemas.openxmlformats.org/drawingml/2006/main">
              <a:ext uri="{FF2B5EF4-FFF2-40B4-BE49-F238E27FC236}">
                <a16:creationId xmlns:a16="http://schemas.microsoft.com/office/drawing/2014/main" id="{145C4E4D-0D74-4356-97B6-3F5CC7262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60" y="5650463"/>
            <a:ext cx="2049083" cy="1302473"/>
          </a:xfrm>
          <a:custGeom xmlns:a="http://schemas.openxmlformats.org/drawingml/2006/main">
            <a:pathLst>
              <a:path w="2049083" h="1302473">
                <a:moveTo>
                  <a:pt x="0" y="1302473"/>
                </a:moveTo>
                <a:lnTo>
                  <a:pt x="22768" y="1301223"/>
                </a:lnTo>
                <a:lnTo>
                  <a:pt x="22768" y="1300278"/>
                </a:lnTo>
                <a:lnTo>
                  <a:pt x="34151" y="1298408"/>
                </a:lnTo>
                <a:lnTo>
                  <a:pt x="35027" y="1296906"/>
                </a:lnTo>
                <a:lnTo>
                  <a:pt x="37946" y="1296793"/>
                </a:lnTo>
                <a:lnTo>
                  <a:pt x="37946" y="1293643"/>
                </a:lnTo>
                <a:lnTo>
                  <a:pt x="48788" y="1292455"/>
                </a:lnTo>
                <a:lnTo>
                  <a:pt x="48788" y="1289079"/>
                </a:lnTo>
                <a:lnTo>
                  <a:pt x="56919" y="1288110"/>
                </a:lnTo>
                <a:lnTo>
                  <a:pt x="56919" y="1283857"/>
                </a:lnTo>
                <a:lnTo>
                  <a:pt x="62093" y="1283615"/>
                </a:lnTo>
                <a:lnTo>
                  <a:pt x="62093" y="1280178"/>
                </a:lnTo>
                <a:lnTo>
                  <a:pt x="68303" y="1280178"/>
                </a:lnTo>
                <a:lnTo>
                  <a:pt x="70054" y="1276155"/>
                </a:lnTo>
                <a:lnTo>
                  <a:pt x="75892" y="1275480"/>
                </a:lnTo>
                <a:lnTo>
                  <a:pt x="75892" y="1272329"/>
                </a:lnTo>
                <a:lnTo>
                  <a:pt x="85378" y="1271772"/>
                </a:lnTo>
                <a:lnTo>
                  <a:pt x="85378" y="1263895"/>
                </a:lnTo>
                <a:lnTo>
                  <a:pt x="97575" y="1262466"/>
                </a:lnTo>
                <a:lnTo>
                  <a:pt x="97575" y="1253014"/>
                </a:lnTo>
                <a:lnTo>
                  <a:pt x="113838" y="1251730"/>
                </a:lnTo>
                <a:lnTo>
                  <a:pt x="113838" y="1226651"/>
                </a:lnTo>
                <a:lnTo>
                  <a:pt x="124187" y="1226408"/>
                </a:lnTo>
                <a:lnTo>
                  <a:pt x="125222" y="1222656"/>
                </a:lnTo>
                <a:lnTo>
                  <a:pt x="136606" y="1221687"/>
                </a:lnTo>
                <a:lnTo>
                  <a:pt x="136606" y="1206564"/>
                </a:lnTo>
                <a:lnTo>
                  <a:pt x="146363" y="1205535"/>
                </a:lnTo>
                <a:lnTo>
                  <a:pt x="147989" y="1202519"/>
                </a:lnTo>
                <a:lnTo>
                  <a:pt x="151784" y="1202277"/>
                </a:lnTo>
                <a:lnTo>
                  <a:pt x="151784" y="1200176"/>
                </a:lnTo>
                <a:lnTo>
                  <a:pt x="166379" y="1198262"/>
                </a:lnTo>
                <a:lnTo>
                  <a:pt x="166379" y="1198019"/>
                </a:lnTo>
                <a:lnTo>
                  <a:pt x="170757" y="1198019"/>
                </a:lnTo>
                <a:lnTo>
                  <a:pt x="170757" y="1156703"/>
                </a:lnTo>
                <a:lnTo>
                  <a:pt x="183892" y="1155515"/>
                </a:lnTo>
                <a:lnTo>
                  <a:pt x="183892" y="1154546"/>
                </a:lnTo>
                <a:lnTo>
                  <a:pt x="186280" y="1154546"/>
                </a:lnTo>
                <a:lnTo>
                  <a:pt x="186280" y="1151109"/>
                </a:lnTo>
                <a:lnTo>
                  <a:pt x="189730" y="1151109"/>
                </a:lnTo>
                <a:lnTo>
                  <a:pt x="189730" y="1149009"/>
                </a:lnTo>
                <a:lnTo>
                  <a:pt x="195151" y="1148451"/>
                </a:lnTo>
                <a:lnTo>
                  <a:pt x="195151" y="1141700"/>
                </a:lnTo>
                <a:lnTo>
                  <a:pt x="204908" y="1141458"/>
                </a:lnTo>
                <a:lnTo>
                  <a:pt x="204908" y="1137677"/>
                </a:lnTo>
                <a:lnTo>
                  <a:pt x="227676" y="1136150"/>
                </a:lnTo>
                <a:lnTo>
                  <a:pt x="227676" y="1088125"/>
                </a:lnTo>
                <a:lnTo>
                  <a:pt x="239060" y="1087156"/>
                </a:lnTo>
                <a:lnTo>
                  <a:pt x="239060" y="1085896"/>
                </a:lnTo>
                <a:lnTo>
                  <a:pt x="248374" y="1084303"/>
                </a:lnTo>
                <a:lnTo>
                  <a:pt x="248374" y="1080866"/>
                </a:lnTo>
                <a:lnTo>
                  <a:pt x="256135" y="1080624"/>
                </a:lnTo>
                <a:lnTo>
                  <a:pt x="256135" y="1073535"/>
                </a:lnTo>
                <a:lnTo>
                  <a:pt x="265622" y="1073293"/>
                </a:lnTo>
                <a:lnTo>
                  <a:pt x="265622" y="1070142"/>
                </a:lnTo>
                <a:lnTo>
                  <a:pt x="273211" y="1069900"/>
                </a:lnTo>
                <a:lnTo>
                  <a:pt x="273211" y="1052572"/>
                </a:lnTo>
                <a:lnTo>
                  <a:pt x="284595" y="1052330"/>
                </a:lnTo>
                <a:lnTo>
                  <a:pt x="284595" y="1047289"/>
                </a:lnTo>
                <a:lnTo>
                  <a:pt x="292726" y="1047047"/>
                </a:lnTo>
                <a:lnTo>
                  <a:pt x="292726" y="1040295"/>
                </a:lnTo>
                <a:lnTo>
                  <a:pt x="303568" y="1039738"/>
                </a:lnTo>
                <a:lnTo>
                  <a:pt x="303568" y="1037638"/>
                </a:lnTo>
                <a:lnTo>
                  <a:pt x="310467" y="1036450"/>
                </a:lnTo>
                <a:lnTo>
                  <a:pt x="310467" y="1033013"/>
                </a:lnTo>
                <a:lnTo>
                  <a:pt x="341514" y="1031656"/>
                </a:lnTo>
                <a:lnTo>
                  <a:pt x="341514" y="840568"/>
                </a:lnTo>
                <a:lnTo>
                  <a:pt x="367784" y="839454"/>
                </a:lnTo>
                <a:lnTo>
                  <a:pt x="367784" y="838484"/>
                </a:lnTo>
                <a:lnTo>
                  <a:pt x="372561" y="838484"/>
                </a:lnTo>
                <a:lnTo>
                  <a:pt x="372561" y="835047"/>
                </a:lnTo>
                <a:lnTo>
                  <a:pt x="387049" y="833302"/>
                </a:lnTo>
                <a:lnTo>
                  <a:pt x="387049" y="832987"/>
                </a:lnTo>
                <a:lnTo>
                  <a:pt x="390302" y="832987"/>
                </a:lnTo>
                <a:lnTo>
                  <a:pt x="390302" y="826236"/>
                </a:lnTo>
                <a:lnTo>
                  <a:pt x="398433" y="825267"/>
                </a:lnTo>
                <a:lnTo>
                  <a:pt x="398433" y="823377"/>
                </a:lnTo>
                <a:lnTo>
                  <a:pt x="409817" y="823134"/>
                </a:lnTo>
                <a:lnTo>
                  <a:pt x="411568" y="805564"/>
                </a:lnTo>
                <a:lnTo>
                  <a:pt x="420325" y="804514"/>
                </a:lnTo>
                <a:lnTo>
                  <a:pt x="420325" y="803544"/>
                </a:lnTo>
                <a:lnTo>
                  <a:pt x="426892" y="803544"/>
                </a:lnTo>
                <a:lnTo>
                  <a:pt x="426892" y="798819"/>
                </a:lnTo>
                <a:lnTo>
                  <a:pt x="434654" y="798261"/>
                </a:lnTo>
                <a:lnTo>
                  <a:pt x="434654" y="794824"/>
                </a:lnTo>
                <a:lnTo>
                  <a:pt x="443968" y="793232"/>
                </a:lnTo>
                <a:lnTo>
                  <a:pt x="443968" y="791972"/>
                </a:lnTo>
                <a:lnTo>
                  <a:pt x="455352" y="791002"/>
                </a:lnTo>
                <a:lnTo>
                  <a:pt x="455352" y="740562"/>
                </a:lnTo>
                <a:lnTo>
                  <a:pt x="478119" y="739035"/>
                </a:lnTo>
                <a:lnTo>
                  <a:pt x="478119" y="736830"/>
                </a:lnTo>
                <a:lnTo>
                  <a:pt x="487877" y="736587"/>
                </a:lnTo>
                <a:lnTo>
                  <a:pt x="489503" y="729521"/>
                </a:lnTo>
                <a:lnTo>
                  <a:pt x="496747" y="729279"/>
                </a:lnTo>
                <a:lnTo>
                  <a:pt x="496747" y="725842"/>
                </a:lnTo>
                <a:lnTo>
                  <a:pt x="512271" y="724315"/>
                </a:lnTo>
                <a:lnTo>
                  <a:pt x="512271" y="690920"/>
                </a:lnTo>
                <a:lnTo>
                  <a:pt x="531244" y="689708"/>
                </a:lnTo>
                <a:lnTo>
                  <a:pt x="531244" y="688658"/>
                </a:lnTo>
                <a:lnTo>
                  <a:pt x="542919" y="686750"/>
                </a:lnTo>
                <a:lnTo>
                  <a:pt x="542919" y="686508"/>
                </a:lnTo>
                <a:lnTo>
                  <a:pt x="546422" y="686508"/>
                </a:lnTo>
                <a:lnTo>
                  <a:pt x="546422" y="672960"/>
                </a:lnTo>
                <a:lnTo>
                  <a:pt x="558841" y="672718"/>
                </a:lnTo>
                <a:lnTo>
                  <a:pt x="560433" y="669039"/>
                </a:lnTo>
                <a:lnTo>
                  <a:pt x="569190" y="669039"/>
                </a:lnTo>
                <a:lnTo>
                  <a:pt x="569190" y="651469"/>
                </a:lnTo>
                <a:lnTo>
                  <a:pt x="585452" y="651226"/>
                </a:lnTo>
                <a:lnTo>
                  <a:pt x="586703" y="646933"/>
                </a:lnTo>
                <a:lnTo>
                  <a:pt x="597649" y="646376"/>
                </a:lnTo>
                <a:lnTo>
                  <a:pt x="597649" y="644013"/>
                </a:lnTo>
                <a:lnTo>
                  <a:pt x="614725" y="643528"/>
                </a:lnTo>
                <a:lnTo>
                  <a:pt x="614725" y="641323"/>
                </a:lnTo>
                <a:lnTo>
                  <a:pt x="620934" y="641323"/>
                </a:lnTo>
                <a:lnTo>
                  <a:pt x="621730" y="637644"/>
                </a:lnTo>
                <a:lnTo>
                  <a:pt x="639244" y="635736"/>
                </a:lnTo>
                <a:lnTo>
                  <a:pt x="639244" y="635494"/>
                </a:lnTo>
                <a:lnTo>
                  <a:pt x="683028" y="634209"/>
                </a:lnTo>
                <a:lnTo>
                  <a:pt x="683028" y="49306"/>
                </a:lnTo>
                <a:lnTo>
                  <a:pt x="1024541" y="48675"/>
                </a:lnTo>
                <a:lnTo>
                  <a:pt x="1024541" y="25047"/>
                </a:lnTo>
                <a:lnTo>
                  <a:pt x="1126996" y="23156"/>
                </a:lnTo>
                <a:lnTo>
                  <a:pt x="1126996" y="22841"/>
                </a:lnTo>
                <a:lnTo>
                  <a:pt x="1536812" y="21266"/>
                </a:lnTo>
                <a:lnTo>
                  <a:pt x="1536812" y="16540"/>
                </a:lnTo>
                <a:lnTo>
                  <a:pt x="1707569" y="16540"/>
                </a:lnTo>
                <a:lnTo>
                  <a:pt x="1707569" y="11814"/>
                </a:lnTo>
                <a:lnTo>
                  <a:pt x="1792948" y="11814"/>
                </a:lnTo>
                <a:lnTo>
                  <a:pt x="1792948" y="9452"/>
                </a:lnTo>
                <a:lnTo>
                  <a:pt x="1878326" y="9452"/>
                </a:lnTo>
                <a:lnTo>
                  <a:pt x="1878326" y="4726"/>
                </a:lnTo>
                <a:lnTo>
                  <a:pt x="2049083" y="4726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00878B"/>
            </a:solidFill>
            <a:prstDash val="solid"/>
          </a:ln>
        </p:spPr>
      </p:sp>
      <p:sp>
        <p:nvSpPr>
          <p:cNvPr id="2657" name="data_8103">
            <a:extLst xmlns:a="http://schemas.openxmlformats.org/drawingml/2006/main">
              <a:ext uri="{FF2B5EF4-FFF2-40B4-BE49-F238E27FC236}">
                <a16:creationId xmlns:a16="http://schemas.microsoft.com/office/drawing/2014/main" id="{DE57FE01-6575-4712-B6AE-204DF486E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60" y="5176046"/>
            <a:ext cx="2049083" cy="1776889"/>
          </a:xfrm>
          <a:custGeom xmlns:a="http://schemas.openxmlformats.org/drawingml/2006/main">
            <a:pathLst>
              <a:path w="2049083" h="1776889">
                <a:moveTo>
                  <a:pt x="0" y="1776889"/>
                </a:moveTo>
                <a:lnTo>
                  <a:pt x="341514" y="1776889"/>
                </a:lnTo>
                <a:lnTo>
                  <a:pt x="341514" y="1184593"/>
                </a:lnTo>
                <a:lnTo>
                  <a:pt x="455352" y="1184593"/>
                </a:lnTo>
                <a:lnTo>
                  <a:pt x="455352" y="977289"/>
                </a:lnTo>
                <a:lnTo>
                  <a:pt x="512271" y="977289"/>
                </a:lnTo>
                <a:lnTo>
                  <a:pt x="512271" y="888444"/>
                </a:lnTo>
                <a:lnTo>
                  <a:pt x="683028" y="888444"/>
                </a:lnTo>
                <a:lnTo>
                  <a:pt x="683028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621">
            <a:solidFill>
              <a:srgbClr val="3A64C8"/>
            </a:solidFill>
            <a:prstDash val="solid"/>
          </a:ln>
        </p:spPr>
      </p:sp>
      <p:sp>
        <p:nvSpPr>
          <p:cNvPr id="2658" name="data_8104">
            <a:extLst xmlns:a="http://schemas.openxmlformats.org/drawingml/2006/main">
              <a:ext uri="{FF2B5EF4-FFF2-40B4-BE49-F238E27FC236}">
                <a16:creationId xmlns:a16="http://schemas.microsoft.com/office/drawing/2014/main" id="{DF99BC60-F175-4C9E-849A-4A8094F6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125" y="6460882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2659" name="data_8105">
            <a:extLst xmlns:a="http://schemas.openxmlformats.org/drawingml/2006/main">
              <a:ext uri="{FF2B5EF4-FFF2-40B4-BE49-F238E27FC236}">
                <a16:creationId xmlns:a16="http://schemas.microsoft.com/office/drawing/2014/main" id="{87E169A0-C9C8-46E8-BB22-ADF39E706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639" y="5669620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2660" name="data_8106">
            <a:extLst xmlns:a="http://schemas.openxmlformats.org/drawingml/2006/main">
              <a:ext uri="{FF2B5EF4-FFF2-40B4-BE49-F238E27FC236}">
                <a16:creationId xmlns:a16="http://schemas.microsoft.com/office/drawing/2014/main" id="{3849324D-81D8-43C5-9153-5605D292C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3666" y="5641580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2661" name="data_8107">
            <a:extLst xmlns:a="http://schemas.openxmlformats.org/drawingml/2006/main">
              <a:ext uri="{FF2B5EF4-FFF2-40B4-BE49-F238E27FC236}">
                <a16:creationId xmlns:a16="http://schemas.microsoft.com/office/drawing/2014/main" id="{9E577FF9-913C-43D6-AD81-495236C4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694" y="5620314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2662" name="data_8108">
            <a:extLst xmlns:a="http://schemas.openxmlformats.org/drawingml/2006/main">
              <a:ext uri="{FF2B5EF4-FFF2-40B4-BE49-F238E27FC236}">
                <a16:creationId xmlns:a16="http://schemas.microsoft.com/office/drawing/2014/main" id="{1B62BEE4-6A69-45DC-B0D0-A35D97EF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113" y="6310478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2663" name="data_8109">
            <a:extLst xmlns:a="http://schemas.openxmlformats.org/drawingml/2006/main">
              <a:ext uri="{FF2B5EF4-FFF2-40B4-BE49-F238E27FC236}">
                <a16:creationId xmlns:a16="http://schemas.microsoft.com/office/drawing/2014/main" id="{66BF4741-15E1-4EC8-8339-A4F52422A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0627" y="5125886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2664" name="data_8110">
            <a:extLst xmlns:a="http://schemas.openxmlformats.org/drawingml/2006/main">
              <a:ext uri="{FF2B5EF4-FFF2-40B4-BE49-F238E27FC236}">
                <a16:creationId xmlns:a16="http://schemas.microsoft.com/office/drawing/2014/main" id="{F6D4518F-1BBB-4F10-891F-AA0F245A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654" y="5125886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2665" name="data_8111">
            <a:extLst xmlns:a="http://schemas.openxmlformats.org/drawingml/2006/main">
              <a:ext uri="{FF2B5EF4-FFF2-40B4-BE49-F238E27FC236}">
                <a16:creationId xmlns:a16="http://schemas.microsoft.com/office/drawing/2014/main" id="{AAED5D40-CF18-49B7-A571-8EA29EC5B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6682" y="5125886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2666" name="data_8112">
            <a:extLst xmlns:a="http://schemas.openxmlformats.org/drawingml/2006/main">
              <a:ext uri="{FF2B5EF4-FFF2-40B4-BE49-F238E27FC236}">
                <a16:creationId xmlns:a16="http://schemas.microsoft.com/office/drawing/2014/main" id="{BD4DE179-1781-4BF7-8983-C0E1D65A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5087202"/>
            <a:ext cx="2213010" cy="1954578"/>
          </a:xfrm>
          <a:custGeom xmlns:a="http://schemas.openxmlformats.org/drawingml/2006/main"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67" name="data_8113">
            <a:extLst xmlns:a="http://schemas.openxmlformats.org/drawingml/2006/main">
              <a:ext uri="{FF2B5EF4-FFF2-40B4-BE49-F238E27FC236}">
                <a16:creationId xmlns:a16="http://schemas.microsoft.com/office/drawing/2014/main" id="{245F32E0-8808-47A1-AD7B-3CEE74896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5913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48" y="1762082"/>
                </a:lnTo>
                <a:lnTo>
                  <a:pt x="3730" y="1747274"/>
                </a:lnTo>
                <a:lnTo>
                  <a:pt x="8161" y="1732467"/>
                </a:lnTo>
                <a:lnTo>
                  <a:pt x="13956" y="1717659"/>
                </a:lnTo>
                <a:lnTo>
                  <a:pt x="20762" y="1702852"/>
                </a:lnTo>
                <a:lnTo>
                  <a:pt x="28192" y="1688045"/>
                </a:lnTo>
                <a:lnTo>
                  <a:pt x="35859" y="1673237"/>
                </a:lnTo>
                <a:lnTo>
                  <a:pt x="43414" y="1658430"/>
                </a:lnTo>
                <a:lnTo>
                  <a:pt x="50565" y="1643622"/>
                </a:lnTo>
                <a:lnTo>
                  <a:pt x="57097" y="1628815"/>
                </a:lnTo>
                <a:lnTo>
                  <a:pt x="62870" y="1614007"/>
                </a:lnTo>
                <a:lnTo>
                  <a:pt x="67821" y="1599200"/>
                </a:lnTo>
                <a:lnTo>
                  <a:pt x="71949" y="1584393"/>
                </a:lnTo>
                <a:lnTo>
                  <a:pt x="75300" y="1569585"/>
                </a:lnTo>
                <a:lnTo>
                  <a:pt x="77955" y="1554778"/>
                </a:lnTo>
                <a:lnTo>
                  <a:pt x="80009" y="1539970"/>
                </a:lnTo>
                <a:lnTo>
                  <a:pt x="81562" y="1525163"/>
                </a:lnTo>
                <a:lnTo>
                  <a:pt x="82707" y="1510356"/>
                </a:lnTo>
                <a:lnTo>
                  <a:pt x="83528" y="1495548"/>
                </a:lnTo>
                <a:lnTo>
                  <a:pt x="84092" y="1480741"/>
                </a:lnTo>
                <a:lnTo>
                  <a:pt x="84451" y="1465933"/>
                </a:lnTo>
                <a:lnTo>
                  <a:pt x="84644" y="1451126"/>
                </a:lnTo>
                <a:lnTo>
                  <a:pt x="84697" y="1436319"/>
                </a:lnTo>
                <a:lnTo>
                  <a:pt x="84627" y="1421511"/>
                </a:lnTo>
                <a:lnTo>
                  <a:pt x="84443" y="1406704"/>
                </a:lnTo>
                <a:lnTo>
                  <a:pt x="84151" y="1391896"/>
                </a:lnTo>
                <a:lnTo>
                  <a:pt x="83751" y="1377089"/>
                </a:lnTo>
                <a:lnTo>
                  <a:pt x="83245" y="1362282"/>
                </a:lnTo>
                <a:lnTo>
                  <a:pt x="82634" y="1347474"/>
                </a:lnTo>
                <a:lnTo>
                  <a:pt x="81921" y="1332667"/>
                </a:lnTo>
                <a:lnTo>
                  <a:pt x="81113" y="1317859"/>
                </a:lnTo>
                <a:lnTo>
                  <a:pt x="80220" y="1303052"/>
                </a:lnTo>
                <a:lnTo>
                  <a:pt x="79259" y="1288245"/>
                </a:lnTo>
                <a:lnTo>
                  <a:pt x="78251" y="1273437"/>
                </a:lnTo>
                <a:lnTo>
                  <a:pt x="77222" y="1258630"/>
                </a:lnTo>
                <a:lnTo>
                  <a:pt x="76200" y="1243822"/>
                </a:lnTo>
                <a:lnTo>
                  <a:pt x="75216" y="1229015"/>
                </a:lnTo>
                <a:lnTo>
                  <a:pt x="74299" y="1214207"/>
                </a:lnTo>
                <a:lnTo>
                  <a:pt x="73473" y="1199400"/>
                </a:lnTo>
                <a:lnTo>
                  <a:pt x="72753" y="1184593"/>
                </a:lnTo>
                <a:lnTo>
                  <a:pt x="72145" y="1169785"/>
                </a:lnTo>
                <a:lnTo>
                  <a:pt x="71642" y="1154978"/>
                </a:lnTo>
                <a:lnTo>
                  <a:pt x="71223" y="1140170"/>
                </a:lnTo>
                <a:lnTo>
                  <a:pt x="70854" y="1125363"/>
                </a:lnTo>
                <a:lnTo>
                  <a:pt x="70489" y="1110556"/>
                </a:lnTo>
                <a:lnTo>
                  <a:pt x="70073" y="1095748"/>
                </a:lnTo>
                <a:lnTo>
                  <a:pt x="69549" y="1080941"/>
                </a:lnTo>
                <a:lnTo>
                  <a:pt x="68862" y="1066133"/>
                </a:lnTo>
                <a:lnTo>
                  <a:pt x="67965" y="1051326"/>
                </a:lnTo>
                <a:lnTo>
                  <a:pt x="66829" y="1036519"/>
                </a:lnTo>
                <a:lnTo>
                  <a:pt x="65449" y="1021711"/>
                </a:lnTo>
                <a:lnTo>
                  <a:pt x="63851" y="1006904"/>
                </a:lnTo>
                <a:lnTo>
                  <a:pt x="62089" y="992096"/>
                </a:lnTo>
                <a:lnTo>
                  <a:pt x="60252" y="977289"/>
                </a:lnTo>
                <a:lnTo>
                  <a:pt x="58453" y="962482"/>
                </a:lnTo>
                <a:lnTo>
                  <a:pt x="56823" y="947674"/>
                </a:lnTo>
                <a:lnTo>
                  <a:pt x="55498" y="932867"/>
                </a:lnTo>
                <a:lnTo>
                  <a:pt x="54606" y="918059"/>
                </a:lnTo>
                <a:lnTo>
                  <a:pt x="54251" y="903252"/>
                </a:lnTo>
                <a:lnTo>
                  <a:pt x="54504" y="888444"/>
                </a:lnTo>
                <a:lnTo>
                  <a:pt x="55392" y="873637"/>
                </a:lnTo>
                <a:lnTo>
                  <a:pt x="56895" y="858830"/>
                </a:lnTo>
                <a:lnTo>
                  <a:pt x="58949" y="844022"/>
                </a:lnTo>
                <a:lnTo>
                  <a:pt x="61454" y="829215"/>
                </a:lnTo>
                <a:lnTo>
                  <a:pt x="64280" y="814407"/>
                </a:lnTo>
                <a:lnTo>
                  <a:pt x="67289" y="799600"/>
                </a:lnTo>
                <a:lnTo>
                  <a:pt x="70340" y="784793"/>
                </a:lnTo>
                <a:lnTo>
                  <a:pt x="73306" y="769985"/>
                </a:lnTo>
                <a:lnTo>
                  <a:pt x="76084" y="755178"/>
                </a:lnTo>
                <a:lnTo>
                  <a:pt x="78595" y="740370"/>
                </a:lnTo>
                <a:lnTo>
                  <a:pt x="80793" y="725563"/>
                </a:lnTo>
                <a:lnTo>
                  <a:pt x="82658" y="710756"/>
                </a:lnTo>
                <a:lnTo>
                  <a:pt x="84194" y="695948"/>
                </a:lnTo>
                <a:lnTo>
                  <a:pt x="85423" y="681141"/>
                </a:lnTo>
                <a:lnTo>
                  <a:pt x="86380" y="666333"/>
                </a:lnTo>
                <a:lnTo>
                  <a:pt x="87104" y="651526"/>
                </a:lnTo>
                <a:lnTo>
                  <a:pt x="87637" y="636719"/>
                </a:lnTo>
                <a:lnTo>
                  <a:pt x="88020" y="621911"/>
                </a:lnTo>
                <a:lnTo>
                  <a:pt x="88288" y="607104"/>
                </a:lnTo>
                <a:lnTo>
                  <a:pt x="88471" y="592296"/>
                </a:lnTo>
                <a:lnTo>
                  <a:pt x="88592" y="577489"/>
                </a:lnTo>
                <a:lnTo>
                  <a:pt x="88670" y="562682"/>
                </a:lnTo>
                <a:lnTo>
                  <a:pt x="88720" y="547874"/>
                </a:lnTo>
                <a:lnTo>
                  <a:pt x="88751" y="533067"/>
                </a:lnTo>
                <a:lnTo>
                  <a:pt x="88769" y="518259"/>
                </a:lnTo>
                <a:lnTo>
                  <a:pt x="88780" y="503452"/>
                </a:lnTo>
                <a:lnTo>
                  <a:pt x="88786" y="488644"/>
                </a:lnTo>
                <a:lnTo>
                  <a:pt x="88790" y="473837"/>
                </a:lnTo>
                <a:lnTo>
                  <a:pt x="88792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6" y="459030"/>
                </a:lnTo>
                <a:lnTo>
                  <a:pt x="88798" y="473837"/>
                </a:lnTo>
                <a:lnTo>
                  <a:pt x="88801" y="488644"/>
                </a:lnTo>
                <a:lnTo>
                  <a:pt x="88807" y="503452"/>
                </a:lnTo>
                <a:lnTo>
                  <a:pt x="88818" y="518259"/>
                </a:lnTo>
                <a:lnTo>
                  <a:pt x="88836" y="533067"/>
                </a:lnTo>
                <a:lnTo>
                  <a:pt x="88867" y="547874"/>
                </a:lnTo>
                <a:lnTo>
                  <a:pt x="88917" y="562682"/>
                </a:lnTo>
                <a:lnTo>
                  <a:pt x="88995" y="577489"/>
                </a:lnTo>
                <a:lnTo>
                  <a:pt x="89117" y="592296"/>
                </a:lnTo>
                <a:lnTo>
                  <a:pt x="89299" y="607104"/>
                </a:lnTo>
                <a:lnTo>
                  <a:pt x="89567" y="621911"/>
                </a:lnTo>
                <a:lnTo>
                  <a:pt x="89950" y="636719"/>
                </a:lnTo>
                <a:lnTo>
                  <a:pt x="90484" y="651526"/>
                </a:lnTo>
                <a:lnTo>
                  <a:pt x="91208" y="666333"/>
                </a:lnTo>
                <a:lnTo>
                  <a:pt x="92164" y="681141"/>
                </a:lnTo>
                <a:lnTo>
                  <a:pt x="93393" y="695948"/>
                </a:lnTo>
                <a:lnTo>
                  <a:pt x="94929" y="710756"/>
                </a:lnTo>
                <a:lnTo>
                  <a:pt x="96794" y="725563"/>
                </a:lnTo>
                <a:lnTo>
                  <a:pt x="98992" y="740370"/>
                </a:lnTo>
                <a:lnTo>
                  <a:pt x="101504" y="755178"/>
                </a:lnTo>
                <a:lnTo>
                  <a:pt x="104281" y="769985"/>
                </a:lnTo>
                <a:lnTo>
                  <a:pt x="107247" y="784793"/>
                </a:lnTo>
                <a:lnTo>
                  <a:pt x="110298" y="799600"/>
                </a:lnTo>
                <a:lnTo>
                  <a:pt x="113307" y="814407"/>
                </a:lnTo>
                <a:lnTo>
                  <a:pt x="116134" y="829215"/>
                </a:lnTo>
                <a:lnTo>
                  <a:pt x="118638" y="844022"/>
                </a:lnTo>
                <a:lnTo>
                  <a:pt x="120692" y="858830"/>
                </a:lnTo>
                <a:lnTo>
                  <a:pt x="122195" y="873637"/>
                </a:lnTo>
                <a:lnTo>
                  <a:pt x="123083" y="888444"/>
                </a:lnTo>
                <a:lnTo>
                  <a:pt x="123336" y="903252"/>
                </a:lnTo>
                <a:lnTo>
                  <a:pt x="122981" y="918059"/>
                </a:lnTo>
                <a:lnTo>
                  <a:pt x="122089" y="932867"/>
                </a:lnTo>
                <a:lnTo>
                  <a:pt x="120764" y="947674"/>
                </a:lnTo>
                <a:lnTo>
                  <a:pt x="119134" y="962482"/>
                </a:lnTo>
                <a:lnTo>
                  <a:pt x="117335" y="977289"/>
                </a:lnTo>
                <a:lnTo>
                  <a:pt x="115498" y="992096"/>
                </a:lnTo>
                <a:lnTo>
                  <a:pt x="113736" y="1006904"/>
                </a:lnTo>
                <a:lnTo>
                  <a:pt x="112138" y="1021711"/>
                </a:lnTo>
                <a:lnTo>
                  <a:pt x="110759" y="1036519"/>
                </a:lnTo>
                <a:lnTo>
                  <a:pt x="109623" y="1051326"/>
                </a:lnTo>
                <a:lnTo>
                  <a:pt x="108725" y="1066133"/>
                </a:lnTo>
                <a:lnTo>
                  <a:pt x="108038" y="1080941"/>
                </a:lnTo>
                <a:lnTo>
                  <a:pt x="107514" y="1095748"/>
                </a:lnTo>
                <a:lnTo>
                  <a:pt x="107099" y="1110556"/>
                </a:lnTo>
                <a:lnTo>
                  <a:pt x="106734" y="1125363"/>
                </a:lnTo>
                <a:lnTo>
                  <a:pt x="106364" y="1140170"/>
                </a:lnTo>
                <a:lnTo>
                  <a:pt x="105945" y="1154978"/>
                </a:lnTo>
                <a:lnTo>
                  <a:pt x="105442" y="1169785"/>
                </a:lnTo>
                <a:lnTo>
                  <a:pt x="104834" y="1184593"/>
                </a:lnTo>
                <a:lnTo>
                  <a:pt x="104114" y="1199400"/>
                </a:lnTo>
                <a:lnTo>
                  <a:pt x="103288" y="1214207"/>
                </a:lnTo>
                <a:lnTo>
                  <a:pt x="102371" y="1229015"/>
                </a:lnTo>
                <a:lnTo>
                  <a:pt x="101387" y="1243822"/>
                </a:lnTo>
                <a:lnTo>
                  <a:pt x="100366" y="1258630"/>
                </a:lnTo>
                <a:lnTo>
                  <a:pt x="99336" y="1273437"/>
                </a:lnTo>
                <a:lnTo>
                  <a:pt x="98328" y="1288245"/>
                </a:lnTo>
                <a:lnTo>
                  <a:pt x="97367" y="1303052"/>
                </a:lnTo>
                <a:lnTo>
                  <a:pt x="96474" y="1317859"/>
                </a:lnTo>
                <a:lnTo>
                  <a:pt x="95666" y="1332667"/>
                </a:lnTo>
                <a:lnTo>
                  <a:pt x="94953" y="1347474"/>
                </a:lnTo>
                <a:lnTo>
                  <a:pt x="94342" y="1362282"/>
                </a:lnTo>
                <a:lnTo>
                  <a:pt x="93836" y="1377089"/>
                </a:lnTo>
                <a:lnTo>
                  <a:pt x="93436" y="1391896"/>
                </a:lnTo>
                <a:lnTo>
                  <a:pt x="93144" y="1406704"/>
                </a:lnTo>
                <a:lnTo>
                  <a:pt x="92960" y="1421511"/>
                </a:lnTo>
                <a:lnTo>
                  <a:pt x="92890" y="1436319"/>
                </a:lnTo>
                <a:lnTo>
                  <a:pt x="92943" y="1451126"/>
                </a:lnTo>
                <a:lnTo>
                  <a:pt x="93136" y="1465933"/>
                </a:lnTo>
                <a:lnTo>
                  <a:pt x="93495" y="1480741"/>
                </a:lnTo>
                <a:lnTo>
                  <a:pt x="94059" y="1495548"/>
                </a:lnTo>
                <a:lnTo>
                  <a:pt x="94880" y="1510356"/>
                </a:lnTo>
                <a:lnTo>
                  <a:pt x="96025" y="1525163"/>
                </a:lnTo>
                <a:lnTo>
                  <a:pt x="97578" y="1539970"/>
                </a:lnTo>
                <a:lnTo>
                  <a:pt x="99632" y="1554778"/>
                </a:lnTo>
                <a:lnTo>
                  <a:pt x="102287" y="1569585"/>
                </a:lnTo>
                <a:lnTo>
                  <a:pt x="105638" y="1584393"/>
                </a:lnTo>
                <a:lnTo>
                  <a:pt x="109766" y="1599200"/>
                </a:lnTo>
                <a:lnTo>
                  <a:pt x="114717" y="1614007"/>
                </a:lnTo>
                <a:lnTo>
                  <a:pt x="120490" y="1628815"/>
                </a:lnTo>
                <a:lnTo>
                  <a:pt x="127022" y="1643622"/>
                </a:lnTo>
                <a:lnTo>
                  <a:pt x="134174" y="1658430"/>
                </a:lnTo>
                <a:lnTo>
                  <a:pt x="141729" y="1673237"/>
                </a:lnTo>
                <a:lnTo>
                  <a:pt x="149396" y="1688045"/>
                </a:lnTo>
                <a:lnTo>
                  <a:pt x="156825" y="1702852"/>
                </a:lnTo>
                <a:lnTo>
                  <a:pt x="163631" y="1717659"/>
                </a:lnTo>
                <a:lnTo>
                  <a:pt x="169426" y="1732467"/>
                </a:lnTo>
                <a:lnTo>
                  <a:pt x="173857" y="1747274"/>
                </a:lnTo>
                <a:lnTo>
                  <a:pt x="176639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2000"/>
            </a:srgbClr>
          </a:solidFill>
          <a:ln xmlns:a="http://schemas.openxmlformats.org/drawingml/2006/main"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68" name="data_8114">
            <a:extLst xmlns:a="http://schemas.openxmlformats.org/drawingml/2006/main">
              <a:ext uri="{FF2B5EF4-FFF2-40B4-BE49-F238E27FC236}">
                <a16:creationId xmlns:a16="http://schemas.microsoft.com/office/drawing/2014/main" id="{E826FFBD-59A0-4592-A816-7FC086E54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7426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38567" y="1776889"/>
                </a:moveTo>
                <a:lnTo>
                  <a:pt x="39021" y="1776889"/>
                </a:lnTo>
                <a:lnTo>
                  <a:pt x="39517" y="1762082"/>
                </a:lnTo>
                <a:lnTo>
                  <a:pt x="40972" y="1747274"/>
                </a:lnTo>
                <a:lnTo>
                  <a:pt x="43292" y="1732467"/>
                </a:lnTo>
                <a:lnTo>
                  <a:pt x="46329" y="1717659"/>
                </a:lnTo>
                <a:lnTo>
                  <a:pt x="49900" y="1702852"/>
                </a:lnTo>
                <a:lnTo>
                  <a:pt x="53805" y="1688045"/>
                </a:lnTo>
                <a:lnTo>
                  <a:pt x="57843" y="1673237"/>
                </a:lnTo>
                <a:lnTo>
                  <a:pt x="61833" y="1658430"/>
                </a:lnTo>
                <a:lnTo>
                  <a:pt x="65624" y="1643622"/>
                </a:lnTo>
                <a:lnTo>
                  <a:pt x="69104" y="1628815"/>
                </a:lnTo>
                <a:lnTo>
                  <a:pt x="72198" y="1614007"/>
                </a:lnTo>
                <a:lnTo>
                  <a:pt x="74874" y="1599200"/>
                </a:lnTo>
                <a:lnTo>
                  <a:pt x="77130" y="1584393"/>
                </a:lnTo>
                <a:lnTo>
                  <a:pt x="78988" y="1569585"/>
                </a:lnTo>
                <a:lnTo>
                  <a:pt x="80489" y="1554778"/>
                </a:lnTo>
                <a:lnTo>
                  <a:pt x="81682" y="1539970"/>
                </a:lnTo>
                <a:lnTo>
                  <a:pt x="82616" y="1525163"/>
                </a:lnTo>
                <a:lnTo>
                  <a:pt x="83341" y="1510356"/>
                </a:lnTo>
                <a:lnTo>
                  <a:pt x="83898" y="1495548"/>
                </a:lnTo>
                <a:lnTo>
                  <a:pt x="84323" y="1480741"/>
                </a:lnTo>
                <a:lnTo>
                  <a:pt x="84647" y="1465933"/>
                </a:lnTo>
                <a:lnTo>
                  <a:pt x="84893" y="1451126"/>
                </a:lnTo>
                <a:lnTo>
                  <a:pt x="85079" y="1436319"/>
                </a:lnTo>
                <a:lnTo>
                  <a:pt x="85221" y="1421511"/>
                </a:lnTo>
                <a:lnTo>
                  <a:pt x="85331" y="1406704"/>
                </a:lnTo>
                <a:lnTo>
                  <a:pt x="85419" y="1391896"/>
                </a:lnTo>
                <a:lnTo>
                  <a:pt x="85493" y="1377089"/>
                </a:lnTo>
                <a:lnTo>
                  <a:pt x="85559" y="1362282"/>
                </a:lnTo>
                <a:lnTo>
                  <a:pt x="85618" y="1347474"/>
                </a:lnTo>
                <a:lnTo>
                  <a:pt x="85673" y="1332667"/>
                </a:lnTo>
                <a:lnTo>
                  <a:pt x="85719" y="1317859"/>
                </a:lnTo>
                <a:lnTo>
                  <a:pt x="85753" y="1303052"/>
                </a:lnTo>
                <a:lnTo>
                  <a:pt x="85770" y="1288245"/>
                </a:lnTo>
                <a:lnTo>
                  <a:pt x="85763" y="1273437"/>
                </a:lnTo>
                <a:lnTo>
                  <a:pt x="85726" y="1258630"/>
                </a:lnTo>
                <a:lnTo>
                  <a:pt x="85655" y="1243822"/>
                </a:lnTo>
                <a:lnTo>
                  <a:pt x="85546" y="1229015"/>
                </a:lnTo>
                <a:lnTo>
                  <a:pt x="85399" y="1214207"/>
                </a:lnTo>
                <a:lnTo>
                  <a:pt x="85216" y="1199400"/>
                </a:lnTo>
                <a:lnTo>
                  <a:pt x="84998" y="1184593"/>
                </a:lnTo>
                <a:lnTo>
                  <a:pt x="84748" y="1169785"/>
                </a:lnTo>
                <a:lnTo>
                  <a:pt x="84471" y="1154978"/>
                </a:lnTo>
                <a:lnTo>
                  <a:pt x="84167" y="1140170"/>
                </a:lnTo>
                <a:lnTo>
                  <a:pt x="83834" y="1125363"/>
                </a:lnTo>
                <a:lnTo>
                  <a:pt x="83467" y="1110556"/>
                </a:lnTo>
                <a:lnTo>
                  <a:pt x="83060" y="1095748"/>
                </a:lnTo>
                <a:lnTo>
                  <a:pt x="82599" y="1080941"/>
                </a:lnTo>
                <a:lnTo>
                  <a:pt x="82073" y="1066133"/>
                </a:lnTo>
                <a:lnTo>
                  <a:pt x="81471" y="1051326"/>
                </a:lnTo>
                <a:lnTo>
                  <a:pt x="80784" y="1036519"/>
                </a:lnTo>
                <a:lnTo>
                  <a:pt x="80010" y="1021711"/>
                </a:lnTo>
                <a:lnTo>
                  <a:pt x="79157" y="1006904"/>
                </a:lnTo>
                <a:lnTo>
                  <a:pt x="78246" y="992096"/>
                </a:lnTo>
                <a:lnTo>
                  <a:pt x="77305" y="977289"/>
                </a:lnTo>
                <a:lnTo>
                  <a:pt x="76378" y="962482"/>
                </a:lnTo>
                <a:lnTo>
                  <a:pt x="75511" y="947674"/>
                </a:lnTo>
                <a:lnTo>
                  <a:pt x="74759" y="932867"/>
                </a:lnTo>
                <a:lnTo>
                  <a:pt x="74170" y="918059"/>
                </a:lnTo>
                <a:lnTo>
                  <a:pt x="73785" y="903252"/>
                </a:lnTo>
                <a:lnTo>
                  <a:pt x="73634" y="888444"/>
                </a:lnTo>
                <a:lnTo>
                  <a:pt x="73726" y="873637"/>
                </a:lnTo>
                <a:lnTo>
                  <a:pt x="74053" y="858830"/>
                </a:lnTo>
                <a:lnTo>
                  <a:pt x="74587" y="844022"/>
                </a:lnTo>
                <a:lnTo>
                  <a:pt x="75283" y="829215"/>
                </a:lnTo>
                <a:lnTo>
                  <a:pt x="76084" y="814407"/>
                </a:lnTo>
                <a:lnTo>
                  <a:pt x="76926" y="799600"/>
                </a:lnTo>
                <a:lnTo>
                  <a:pt x="77744" y="784793"/>
                </a:lnTo>
                <a:lnTo>
                  <a:pt x="78478" y="769985"/>
                </a:lnTo>
                <a:lnTo>
                  <a:pt x="79079" y="755178"/>
                </a:lnTo>
                <a:lnTo>
                  <a:pt x="79510" y="740370"/>
                </a:lnTo>
                <a:lnTo>
                  <a:pt x="79751" y="725563"/>
                </a:lnTo>
                <a:lnTo>
                  <a:pt x="79800" y="710756"/>
                </a:lnTo>
                <a:lnTo>
                  <a:pt x="79670" y="695948"/>
                </a:lnTo>
                <a:lnTo>
                  <a:pt x="79389" y="681141"/>
                </a:lnTo>
                <a:lnTo>
                  <a:pt x="78994" y="666333"/>
                </a:lnTo>
                <a:lnTo>
                  <a:pt x="78533" y="651526"/>
                </a:lnTo>
                <a:lnTo>
                  <a:pt x="78052" y="636719"/>
                </a:lnTo>
                <a:lnTo>
                  <a:pt x="77601" y="621911"/>
                </a:lnTo>
                <a:lnTo>
                  <a:pt x="77222" y="607104"/>
                </a:lnTo>
                <a:lnTo>
                  <a:pt x="76950" y="592296"/>
                </a:lnTo>
                <a:lnTo>
                  <a:pt x="76809" y="577489"/>
                </a:lnTo>
                <a:lnTo>
                  <a:pt x="76813" y="562682"/>
                </a:lnTo>
                <a:lnTo>
                  <a:pt x="76963" y="547874"/>
                </a:lnTo>
                <a:lnTo>
                  <a:pt x="77251" y="533067"/>
                </a:lnTo>
                <a:lnTo>
                  <a:pt x="77662" y="518259"/>
                </a:lnTo>
                <a:lnTo>
                  <a:pt x="78175" y="503452"/>
                </a:lnTo>
                <a:lnTo>
                  <a:pt x="78763" y="488644"/>
                </a:lnTo>
                <a:lnTo>
                  <a:pt x="79403" y="473837"/>
                </a:lnTo>
                <a:lnTo>
                  <a:pt x="80070" y="459030"/>
                </a:lnTo>
                <a:lnTo>
                  <a:pt x="80740" y="444222"/>
                </a:lnTo>
                <a:lnTo>
                  <a:pt x="81394" y="429415"/>
                </a:lnTo>
                <a:lnTo>
                  <a:pt x="82014" y="414607"/>
                </a:lnTo>
                <a:lnTo>
                  <a:pt x="82585" y="399800"/>
                </a:lnTo>
                <a:lnTo>
                  <a:pt x="83093" y="384993"/>
                </a:lnTo>
                <a:lnTo>
                  <a:pt x="83525" y="370185"/>
                </a:lnTo>
                <a:lnTo>
                  <a:pt x="83867" y="355378"/>
                </a:lnTo>
                <a:lnTo>
                  <a:pt x="84103" y="340570"/>
                </a:lnTo>
                <a:lnTo>
                  <a:pt x="84214" y="325763"/>
                </a:lnTo>
                <a:lnTo>
                  <a:pt x="84176" y="310956"/>
                </a:lnTo>
                <a:lnTo>
                  <a:pt x="83958" y="296148"/>
                </a:lnTo>
                <a:lnTo>
                  <a:pt x="83517" y="281341"/>
                </a:lnTo>
                <a:lnTo>
                  <a:pt x="82801" y="266533"/>
                </a:lnTo>
                <a:lnTo>
                  <a:pt x="81743" y="251726"/>
                </a:lnTo>
                <a:lnTo>
                  <a:pt x="80263" y="236919"/>
                </a:lnTo>
                <a:lnTo>
                  <a:pt x="78271" y="222111"/>
                </a:lnTo>
                <a:lnTo>
                  <a:pt x="75668" y="207304"/>
                </a:lnTo>
                <a:lnTo>
                  <a:pt x="72360" y="192496"/>
                </a:lnTo>
                <a:lnTo>
                  <a:pt x="68268" y="177689"/>
                </a:lnTo>
                <a:lnTo>
                  <a:pt x="63343" y="162881"/>
                </a:lnTo>
                <a:lnTo>
                  <a:pt x="57582" y="148074"/>
                </a:lnTo>
                <a:lnTo>
                  <a:pt x="51047" y="133267"/>
                </a:lnTo>
                <a:lnTo>
                  <a:pt x="43873" y="118459"/>
                </a:lnTo>
                <a:lnTo>
                  <a:pt x="36275" y="103652"/>
                </a:lnTo>
                <a:lnTo>
                  <a:pt x="28547" y="88844"/>
                </a:lnTo>
                <a:lnTo>
                  <a:pt x="21043" y="74037"/>
                </a:lnTo>
                <a:lnTo>
                  <a:pt x="14156" y="59230"/>
                </a:lnTo>
                <a:lnTo>
                  <a:pt x="8283" y="44422"/>
                </a:lnTo>
                <a:lnTo>
                  <a:pt x="3788" y="29615"/>
                </a:lnTo>
                <a:lnTo>
                  <a:pt x="963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24" y="14807"/>
                </a:lnTo>
                <a:lnTo>
                  <a:pt x="173799" y="29615"/>
                </a:lnTo>
                <a:lnTo>
                  <a:pt x="169304" y="44422"/>
                </a:lnTo>
                <a:lnTo>
                  <a:pt x="163431" y="59230"/>
                </a:lnTo>
                <a:lnTo>
                  <a:pt x="156544" y="74037"/>
                </a:lnTo>
                <a:lnTo>
                  <a:pt x="149040" y="88844"/>
                </a:lnTo>
                <a:lnTo>
                  <a:pt x="141312" y="103652"/>
                </a:lnTo>
                <a:lnTo>
                  <a:pt x="133714" y="118459"/>
                </a:lnTo>
                <a:lnTo>
                  <a:pt x="126540" y="133267"/>
                </a:lnTo>
                <a:lnTo>
                  <a:pt x="120005" y="148074"/>
                </a:lnTo>
                <a:lnTo>
                  <a:pt x="114244" y="162881"/>
                </a:lnTo>
                <a:lnTo>
                  <a:pt x="109319" y="177689"/>
                </a:lnTo>
                <a:lnTo>
                  <a:pt x="105227" y="192496"/>
                </a:lnTo>
                <a:lnTo>
                  <a:pt x="101919" y="207304"/>
                </a:lnTo>
                <a:lnTo>
                  <a:pt x="99316" y="222111"/>
                </a:lnTo>
                <a:lnTo>
                  <a:pt x="97324" y="236919"/>
                </a:lnTo>
                <a:lnTo>
                  <a:pt x="95844" y="251726"/>
                </a:lnTo>
                <a:lnTo>
                  <a:pt x="94786" y="266533"/>
                </a:lnTo>
                <a:lnTo>
                  <a:pt x="94070" y="281341"/>
                </a:lnTo>
                <a:lnTo>
                  <a:pt x="93629" y="296148"/>
                </a:lnTo>
                <a:lnTo>
                  <a:pt x="93411" y="310956"/>
                </a:lnTo>
                <a:lnTo>
                  <a:pt x="93373" y="325763"/>
                </a:lnTo>
                <a:lnTo>
                  <a:pt x="93484" y="340570"/>
                </a:lnTo>
                <a:lnTo>
                  <a:pt x="93720" y="355378"/>
                </a:lnTo>
                <a:lnTo>
                  <a:pt x="94062" y="370185"/>
                </a:lnTo>
                <a:lnTo>
                  <a:pt x="94494" y="384993"/>
                </a:lnTo>
                <a:lnTo>
                  <a:pt x="95002" y="399800"/>
                </a:lnTo>
                <a:lnTo>
                  <a:pt x="95573" y="414607"/>
                </a:lnTo>
                <a:lnTo>
                  <a:pt x="96193" y="429415"/>
                </a:lnTo>
                <a:lnTo>
                  <a:pt x="96847" y="444222"/>
                </a:lnTo>
                <a:lnTo>
                  <a:pt x="97517" y="459030"/>
                </a:lnTo>
                <a:lnTo>
                  <a:pt x="98184" y="473837"/>
                </a:lnTo>
                <a:lnTo>
                  <a:pt x="98824" y="488644"/>
                </a:lnTo>
                <a:lnTo>
                  <a:pt x="99413" y="503452"/>
                </a:lnTo>
                <a:lnTo>
                  <a:pt x="99925" y="518259"/>
                </a:lnTo>
                <a:lnTo>
                  <a:pt x="100336" y="533067"/>
                </a:lnTo>
                <a:lnTo>
                  <a:pt x="100624" y="547874"/>
                </a:lnTo>
                <a:lnTo>
                  <a:pt x="100774" y="562682"/>
                </a:lnTo>
                <a:lnTo>
                  <a:pt x="100778" y="577489"/>
                </a:lnTo>
                <a:lnTo>
                  <a:pt x="100637" y="592296"/>
                </a:lnTo>
                <a:lnTo>
                  <a:pt x="100365" y="607104"/>
                </a:lnTo>
                <a:lnTo>
                  <a:pt x="99986" y="621911"/>
                </a:lnTo>
                <a:lnTo>
                  <a:pt x="99535" y="636719"/>
                </a:lnTo>
                <a:lnTo>
                  <a:pt x="99055" y="651526"/>
                </a:lnTo>
                <a:lnTo>
                  <a:pt x="98593" y="666333"/>
                </a:lnTo>
                <a:lnTo>
                  <a:pt x="98198" y="681141"/>
                </a:lnTo>
                <a:lnTo>
                  <a:pt x="97917" y="695948"/>
                </a:lnTo>
                <a:lnTo>
                  <a:pt x="97787" y="710756"/>
                </a:lnTo>
                <a:lnTo>
                  <a:pt x="97836" y="725563"/>
                </a:lnTo>
                <a:lnTo>
                  <a:pt x="98078" y="740370"/>
                </a:lnTo>
                <a:lnTo>
                  <a:pt x="98508" y="755178"/>
                </a:lnTo>
                <a:lnTo>
                  <a:pt x="99109" y="769985"/>
                </a:lnTo>
                <a:lnTo>
                  <a:pt x="99843" y="784793"/>
                </a:lnTo>
                <a:lnTo>
                  <a:pt x="100661" y="799600"/>
                </a:lnTo>
                <a:lnTo>
                  <a:pt x="101503" y="814407"/>
                </a:lnTo>
                <a:lnTo>
                  <a:pt x="102304" y="829215"/>
                </a:lnTo>
                <a:lnTo>
                  <a:pt x="103000" y="844022"/>
                </a:lnTo>
                <a:lnTo>
                  <a:pt x="103534" y="858830"/>
                </a:lnTo>
                <a:lnTo>
                  <a:pt x="103861" y="873637"/>
                </a:lnTo>
                <a:lnTo>
                  <a:pt x="103954" y="888444"/>
                </a:lnTo>
                <a:lnTo>
                  <a:pt x="103802" y="903252"/>
                </a:lnTo>
                <a:lnTo>
                  <a:pt x="103418" y="918059"/>
                </a:lnTo>
                <a:lnTo>
                  <a:pt x="102828" y="932867"/>
                </a:lnTo>
                <a:lnTo>
                  <a:pt x="102076" y="947674"/>
                </a:lnTo>
                <a:lnTo>
                  <a:pt x="101209" y="962482"/>
                </a:lnTo>
                <a:lnTo>
                  <a:pt x="100282" y="977289"/>
                </a:lnTo>
                <a:lnTo>
                  <a:pt x="99341" y="992096"/>
                </a:lnTo>
                <a:lnTo>
                  <a:pt x="98430" y="1006904"/>
                </a:lnTo>
                <a:lnTo>
                  <a:pt x="97577" y="1021711"/>
                </a:lnTo>
                <a:lnTo>
                  <a:pt x="96804" y="1036519"/>
                </a:lnTo>
                <a:lnTo>
                  <a:pt x="96116" y="1051326"/>
                </a:lnTo>
                <a:lnTo>
                  <a:pt x="95514" y="1066133"/>
                </a:lnTo>
                <a:lnTo>
                  <a:pt x="94988" y="1080941"/>
                </a:lnTo>
                <a:lnTo>
                  <a:pt x="94528" y="1095748"/>
                </a:lnTo>
                <a:lnTo>
                  <a:pt x="94120" y="1110556"/>
                </a:lnTo>
                <a:lnTo>
                  <a:pt x="93754" y="1125363"/>
                </a:lnTo>
                <a:lnTo>
                  <a:pt x="93421" y="1140170"/>
                </a:lnTo>
                <a:lnTo>
                  <a:pt x="93116" y="1154978"/>
                </a:lnTo>
                <a:lnTo>
                  <a:pt x="92839" y="1169785"/>
                </a:lnTo>
                <a:lnTo>
                  <a:pt x="92590" y="1184593"/>
                </a:lnTo>
                <a:lnTo>
                  <a:pt x="92372" y="1199400"/>
                </a:lnTo>
                <a:lnTo>
                  <a:pt x="92188" y="1214207"/>
                </a:lnTo>
                <a:lnTo>
                  <a:pt x="92041" y="1229015"/>
                </a:lnTo>
                <a:lnTo>
                  <a:pt x="91932" y="1243822"/>
                </a:lnTo>
                <a:lnTo>
                  <a:pt x="91861" y="1258630"/>
                </a:lnTo>
                <a:lnTo>
                  <a:pt x="91824" y="1273437"/>
                </a:lnTo>
                <a:lnTo>
                  <a:pt x="91817" y="1288245"/>
                </a:lnTo>
                <a:lnTo>
                  <a:pt x="91834" y="1303052"/>
                </a:lnTo>
                <a:lnTo>
                  <a:pt x="91868" y="1317859"/>
                </a:lnTo>
                <a:lnTo>
                  <a:pt x="91915" y="1332667"/>
                </a:lnTo>
                <a:lnTo>
                  <a:pt x="91969" y="1347474"/>
                </a:lnTo>
                <a:lnTo>
                  <a:pt x="92029" y="1362282"/>
                </a:lnTo>
                <a:lnTo>
                  <a:pt x="92094" y="1377089"/>
                </a:lnTo>
                <a:lnTo>
                  <a:pt x="92168" y="1391896"/>
                </a:lnTo>
                <a:lnTo>
                  <a:pt x="92257" y="1406704"/>
                </a:lnTo>
                <a:lnTo>
                  <a:pt x="92367" y="1421511"/>
                </a:lnTo>
                <a:lnTo>
                  <a:pt x="92508" y="1436319"/>
                </a:lnTo>
                <a:lnTo>
                  <a:pt x="92694" y="1451126"/>
                </a:lnTo>
                <a:lnTo>
                  <a:pt x="92940" y="1465933"/>
                </a:lnTo>
                <a:lnTo>
                  <a:pt x="93264" y="1480741"/>
                </a:lnTo>
                <a:lnTo>
                  <a:pt x="93689" y="1495548"/>
                </a:lnTo>
                <a:lnTo>
                  <a:pt x="94246" y="1510356"/>
                </a:lnTo>
                <a:lnTo>
                  <a:pt x="94971" y="1525163"/>
                </a:lnTo>
                <a:lnTo>
                  <a:pt x="95905" y="1539970"/>
                </a:lnTo>
                <a:lnTo>
                  <a:pt x="97098" y="1554778"/>
                </a:lnTo>
                <a:lnTo>
                  <a:pt x="98599" y="1569585"/>
                </a:lnTo>
                <a:lnTo>
                  <a:pt x="100457" y="1584393"/>
                </a:lnTo>
                <a:lnTo>
                  <a:pt x="102713" y="1599200"/>
                </a:lnTo>
                <a:lnTo>
                  <a:pt x="105389" y="1614007"/>
                </a:lnTo>
                <a:lnTo>
                  <a:pt x="108484" y="1628815"/>
                </a:lnTo>
                <a:lnTo>
                  <a:pt x="111963" y="1643622"/>
                </a:lnTo>
                <a:lnTo>
                  <a:pt x="115754" y="1658430"/>
                </a:lnTo>
                <a:lnTo>
                  <a:pt x="119744" y="1673237"/>
                </a:lnTo>
                <a:lnTo>
                  <a:pt x="123783" y="1688045"/>
                </a:lnTo>
                <a:lnTo>
                  <a:pt x="127687" y="1702852"/>
                </a:lnTo>
                <a:lnTo>
                  <a:pt x="131258" y="1717659"/>
                </a:lnTo>
                <a:lnTo>
                  <a:pt x="134295" y="1732467"/>
                </a:lnTo>
                <a:lnTo>
                  <a:pt x="136615" y="1747274"/>
                </a:lnTo>
                <a:lnTo>
                  <a:pt x="138070" y="1762082"/>
                </a:lnTo>
                <a:lnTo>
                  <a:pt x="138567" y="1776889"/>
                </a:lnTo>
                <a:lnTo>
                  <a:pt x="138567" y="177688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2000"/>
            </a:srgbClr>
          </a:solidFill>
          <a:ln xmlns:a="http://schemas.openxmlformats.org/drawingml/2006/main"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69" name="data_8115">
            <a:extLst xmlns:a="http://schemas.openxmlformats.org/drawingml/2006/main">
              <a:ext uri="{FF2B5EF4-FFF2-40B4-BE49-F238E27FC236}">
                <a16:creationId xmlns:a16="http://schemas.microsoft.com/office/drawing/2014/main" id="{2BBF5AFB-B7AF-449D-BCE9-980AD2D9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0454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24593" y="1776889"/>
                </a:moveTo>
                <a:lnTo>
                  <a:pt x="52994" y="1776889"/>
                </a:lnTo>
                <a:lnTo>
                  <a:pt x="53346" y="1762082"/>
                </a:lnTo>
                <a:lnTo>
                  <a:pt x="54376" y="1747274"/>
                </a:lnTo>
                <a:lnTo>
                  <a:pt x="56019" y="1732467"/>
                </a:lnTo>
                <a:lnTo>
                  <a:pt x="58170" y="1717659"/>
                </a:lnTo>
                <a:lnTo>
                  <a:pt x="60700" y="1702852"/>
                </a:lnTo>
                <a:lnTo>
                  <a:pt x="63467" y="1688045"/>
                </a:lnTo>
                <a:lnTo>
                  <a:pt x="66331" y="1673237"/>
                </a:lnTo>
                <a:lnTo>
                  <a:pt x="69162" y="1658430"/>
                </a:lnTo>
                <a:lnTo>
                  <a:pt x="71855" y="1643622"/>
                </a:lnTo>
                <a:lnTo>
                  <a:pt x="74329" y="1628815"/>
                </a:lnTo>
                <a:lnTo>
                  <a:pt x="76532" y="1614007"/>
                </a:lnTo>
                <a:lnTo>
                  <a:pt x="78441" y="1599200"/>
                </a:lnTo>
                <a:lnTo>
                  <a:pt x="80054" y="1584393"/>
                </a:lnTo>
                <a:lnTo>
                  <a:pt x="81387" y="1569585"/>
                </a:lnTo>
                <a:lnTo>
                  <a:pt x="82469" y="1554778"/>
                </a:lnTo>
                <a:lnTo>
                  <a:pt x="83332" y="1539970"/>
                </a:lnTo>
                <a:lnTo>
                  <a:pt x="84013" y="1525163"/>
                </a:lnTo>
                <a:lnTo>
                  <a:pt x="84545" y="1510356"/>
                </a:lnTo>
                <a:lnTo>
                  <a:pt x="84959" y="1495548"/>
                </a:lnTo>
                <a:lnTo>
                  <a:pt x="85280" y="1480741"/>
                </a:lnTo>
                <a:lnTo>
                  <a:pt x="85529" y="1465933"/>
                </a:lnTo>
                <a:lnTo>
                  <a:pt x="85723" y="1451126"/>
                </a:lnTo>
                <a:lnTo>
                  <a:pt x="85877" y="1436319"/>
                </a:lnTo>
                <a:lnTo>
                  <a:pt x="86002" y="1421511"/>
                </a:lnTo>
                <a:lnTo>
                  <a:pt x="86110" y="1406704"/>
                </a:lnTo>
                <a:lnTo>
                  <a:pt x="86208" y="1391896"/>
                </a:lnTo>
                <a:lnTo>
                  <a:pt x="86303" y="1377089"/>
                </a:lnTo>
                <a:lnTo>
                  <a:pt x="86401" y="1362282"/>
                </a:lnTo>
                <a:lnTo>
                  <a:pt x="86504" y="1347474"/>
                </a:lnTo>
                <a:lnTo>
                  <a:pt x="86613" y="1332667"/>
                </a:lnTo>
                <a:lnTo>
                  <a:pt x="86725" y="1317859"/>
                </a:lnTo>
                <a:lnTo>
                  <a:pt x="86835" y="1303052"/>
                </a:lnTo>
                <a:lnTo>
                  <a:pt x="86935" y="1288245"/>
                </a:lnTo>
                <a:lnTo>
                  <a:pt x="87018" y="1273437"/>
                </a:lnTo>
                <a:lnTo>
                  <a:pt x="87075" y="1258630"/>
                </a:lnTo>
                <a:lnTo>
                  <a:pt x="87098" y="1243822"/>
                </a:lnTo>
                <a:lnTo>
                  <a:pt x="87080" y="1229015"/>
                </a:lnTo>
                <a:lnTo>
                  <a:pt x="87016" y="1214207"/>
                </a:lnTo>
                <a:lnTo>
                  <a:pt x="86904" y="1199400"/>
                </a:lnTo>
                <a:lnTo>
                  <a:pt x="86745" y="1184593"/>
                </a:lnTo>
                <a:lnTo>
                  <a:pt x="86541" y="1169785"/>
                </a:lnTo>
                <a:lnTo>
                  <a:pt x="86296" y="1154978"/>
                </a:lnTo>
                <a:lnTo>
                  <a:pt x="86013" y="1140170"/>
                </a:lnTo>
                <a:lnTo>
                  <a:pt x="85697" y="1125363"/>
                </a:lnTo>
                <a:lnTo>
                  <a:pt x="85348" y="1110556"/>
                </a:lnTo>
                <a:lnTo>
                  <a:pt x="84965" y="1095748"/>
                </a:lnTo>
                <a:lnTo>
                  <a:pt x="84547" y="1080941"/>
                </a:lnTo>
                <a:lnTo>
                  <a:pt x="84087" y="1066133"/>
                </a:lnTo>
                <a:lnTo>
                  <a:pt x="83581" y="1051326"/>
                </a:lnTo>
                <a:lnTo>
                  <a:pt x="83024" y="1036519"/>
                </a:lnTo>
                <a:lnTo>
                  <a:pt x="82416" y="1021711"/>
                </a:lnTo>
                <a:lnTo>
                  <a:pt x="81763" y="1006904"/>
                </a:lnTo>
                <a:lnTo>
                  <a:pt x="81078" y="992096"/>
                </a:lnTo>
                <a:lnTo>
                  <a:pt x="80380" y="977289"/>
                </a:lnTo>
                <a:lnTo>
                  <a:pt x="79699" y="962482"/>
                </a:lnTo>
                <a:lnTo>
                  <a:pt x="79067" y="947674"/>
                </a:lnTo>
                <a:lnTo>
                  <a:pt x="78520" y="932867"/>
                </a:lnTo>
                <a:lnTo>
                  <a:pt x="78093" y="918059"/>
                </a:lnTo>
                <a:lnTo>
                  <a:pt x="77816" y="903252"/>
                </a:lnTo>
                <a:lnTo>
                  <a:pt x="77709" y="888444"/>
                </a:lnTo>
                <a:lnTo>
                  <a:pt x="77779" y="873637"/>
                </a:lnTo>
                <a:lnTo>
                  <a:pt x="78022" y="858830"/>
                </a:lnTo>
                <a:lnTo>
                  <a:pt x="78418" y="844022"/>
                </a:lnTo>
                <a:lnTo>
                  <a:pt x="78939" y="829215"/>
                </a:lnTo>
                <a:lnTo>
                  <a:pt x="79544" y="814407"/>
                </a:lnTo>
                <a:lnTo>
                  <a:pt x="80191" y="799600"/>
                </a:lnTo>
                <a:lnTo>
                  <a:pt x="80834" y="784793"/>
                </a:lnTo>
                <a:lnTo>
                  <a:pt x="81434" y="769985"/>
                </a:lnTo>
                <a:lnTo>
                  <a:pt x="81955" y="755178"/>
                </a:lnTo>
                <a:lnTo>
                  <a:pt x="82372" y="740370"/>
                </a:lnTo>
                <a:lnTo>
                  <a:pt x="82673" y="725563"/>
                </a:lnTo>
                <a:lnTo>
                  <a:pt x="82852" y="710756"/>
                </a:lnTo>
                <a:lnTo>
                  <a:pt x="82917" y="695948"/>
                </a:lnTo>
                <a:lnTo>
                  <a:pt x="82884" y="681141"/>
                </a:lnTo>
                <a:lnTo>
                  <a:pt x="82774" y="666333"/>
                </a:lnTo>
                <a:lnTo>
                  <a:pt x="82614" y="651526"/>
                </a:lnTo>
                <a:lnTo>
                  <a:pt x="82432" y="636719"/>
                </a:lnTo>
                <a:lnTo>
                  <a:pt x="82256" y="621911"/>
                </a:lnTo>
                <a:lnTo>
                  <a:pt x="82111" y="607104"/>
                </a:lnTo>
                <a:lnTo>
                  <a:pt x="82015" y="592296"/>
                </a:lnTo>
                <a:lnTo>
                  <a:pt x="81983" y="577489"/>
                </a:lnTo>
                <a:lnTo>
                  <a:pt x="82024" y="562682"/>
                </a:lnTo>
                <a:lnTo>
                  <a:pt x="82140" y="547874"/>
                </a:lnTo>
                <a:lnTo>
                  <a:pt x="82327" y="533067"/>
                </a:lnTo>
                <a:lnTo>
                  <a:pt x="82580" y="518259"/>
                </a:lnTo>
                <a:lnTo>
                  <a:pt x="82888" y="503452"/>
                </a:lnTo>
                <a:lnTo>
                  <a:pt x="83240" y="488644"/>
                </a:lnTo>
                <a:lnTo>
                  <a:pt x="83624" y="473837"/>
                </a:lnTo>
                <a:lnTo>
                  <a:pt x="84028" y="459030"/>
                </a:lnTo>
                <a:lnTo>
                  <a:pt x="84440" y="444222"/>
                </a:lnTo>
                <a:lnTo>
                  <a:pt x="84849" y="429415"/>
                </a:lnTo>
                <a:lnTo>
                  <a:pt x="85244" y="414607"/>
                </a:lnTo>
                <a:lnTo>
                  <a:pt x="85614" y="399800"/>
                </a:lnTo>
                <a:lnTo>
                  <a:pt x="85948" y="384993"/>
                </a:lnTo>
                <a:lnTo>
                  <a:pt x="86235" y="370185"/>
                </a:lnTo>
                <a:lnTo>
                  <a:pt x="86461" y="355378"/>
                </a:lnTo>
                <a:lnTo>
                  <a:pt x="86611" y="340570"/>
                </a:lnTo>
                <a:lnTo>
                  <a:pt x="86666" y="325763"/>
                </a:lnTo>
                <a:lnTo>
                  <a:pt x="86599" y="310956"/>
                </a:lnTo>
                <a:lnTo>
                  <a:pt x="86377" y="296148"/>
                </a:lnTo>
                <a:lnTo>
                  <a:pt x="85954" y="281341"/>
                </a:lnTo>
                <a:lnTo>
                  <a:pt x="85269" y="266533"/>
                </a:lnTo>
                <a:lnTo>
                  <a:pt x="84249" y="251726"/>
                </a:lnTo>
                <a:lnTo>
                  <a:pt x="82803" y="236919"/>
                </a:lnTo>
                <a:lnTo>
                  <a:pt x="80829" y="222111"/>
                </a:lnTo>
                <a:lnTo>
                  <a:pt x="78218" y="207304"/>
                </a:lnTo>
                <a:lnTo>
                  <a:pt x="74867" y="192496"/>
                </a:lnTo>
                <a:lnTo>
                  <a:pt x="70688" y="177689"/>
                </a:lnTo>
                <a:lnTo>
                  <a:pt x="65628" y="162881"/>
                </a:lnTo>
                <a:lnTo>
                  <a:pt x="59686" y="148074"/>
                </a:lnTo>
                <a:lnTo>
                  <a:pt x="52925" y="133267"/>
                </a:lnTo>
                <a:lnTo>
                  <a:pt x="45491" y="118459"/>
                </a:lnTo>
                <a:lnTo>
                  <a:pt x="37613" y="103652"/>
                </a:lnTo>
                <a:lnTo>
                  <a:pt x="29596" y="88844"/>
                </a:lnTo>
                <a:lnTo>
                  <a:pt x="21812" y="74037"/>
                </a:lnTo>
                <a:lnTo>
                  <a:pt x="14671" y="59230"/>
                </a:lnTo>
                <a:lnTo>
                  <a:pt x="8582" y="44422"/>
                </a:lnTo>
                <a:lnTo>
                  <a:pt x="3924" y="29615"/>
                </a:lnTo>
                <a:lnTo>
                  <a:pt x="998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9" y="14807"/>
                </a:lnTo>
                <a:lnTo>
                  <a:pt x="173663" y="29615"/>
                </a:lnTo>
                <a:lnTo>
                  <a:pt x="169005" y="44422"/>
                </a:lnTo>
                <a:lnTo>
                  <a:pt x="162917" y="59230"/>
                </a:lnTo>
                <a:lnTo>
                  <a:pt x="155775" y="74037"/>
                </a:lnTo>
                <a:lnTo>
                  <a:pt x="147991" y="88844"/>
                </a:lnTo>
                <a:lnTo>
                  <a:pt x="139975" y="103652"/>
                </a:lnTo>
                <a:lnTo>
                  <a:pt x="132096" y="118459"/>
                </a:lnTo>
                <a:lnTo>
                  <a:pt x="124662" y="133267"/>
                </a:lnTo>
                <a:lnTo>
                  <a:pt x="117902" y="148074"/>
                </a:lnTo>
                <a:lnTo>
                  <a:pt x="111959" y="162881"/>
                </a:lnTo>
                <a:lnTo>
                  <a:pt x="106899" y="177689"/>
                </a:lnTo>
                <a:lnTo>
                  <a:pt x="102720" y="192496"/>
                </a:lnTo>
                <a:lnTo>
                  <a:pt x="99369" y="207304"/>
                </a:lnTo>
                <a:lnTo>
                  <a:pt x="96758" y="222111"/>
                </a:lnTo>
                <a:lnTo>
                  <a:pt x="94784" y="236919"/>
                </a:lnTo>
                <a:lnTo>
                  <a:pt x="93338" y="251726"/>
                </a:lnTo>
                <a:lnTo>
                  <a:pt x="92318" y="266533"/>
                </a:lnTo>
                <a:lnTo>
                  <a:pt x="91634" y="281341"/>
                </a:lnTo>
                <a:lnTo>
                  <a:pt x="91210" y="296148"/>
                </a:lnTo>
                <a:lnTo>
                  <a:pt x="90988" y="310956"/>
                </a:lnTo>
                <a:lnTo>
                  <a:pt x="90922" y="325763"/>
                </a:lnTo>
                <a:lnTo>
                  <a:pt x="90976" y="340570"/>
                </a:lnTo>
                <a:lnTo>
                  <a:pt x="91126" y="355378"/>
                </a:lnTo>
                <a:lnTo>
                  <a:pt x="91352" y="370185"/>
                </a:lnTo>
                <a:lnTo>
                  <a:pt x="91639" y="384993"/>
                </a:lnTo>
                <a:lnTo>
                  <a:pt x="91973" y="399800"/>
                </a:lnTo>
                <a:lnTo>
                  <a:pt x="92343" y="414607"/>
                </a:lnTo>
                <a:lnTo>
                  <a:pt x="92738" y="429415"/>
                </a:lnTo>
                <a:lnTo>
                  <a:pt x="93147" y="444222"/>
                </a:lnTo>
                <a:lnTo>
                  <a:pt x="93559" y="459030"/>
                </a:lnTo>
                <a:lnTo>
                  <a:pt x="93963" y="473837"/>
                </a:lnTo>
                <a:lnTo>
                  <a:pt x="94347" y="488644"/>
                </a:lnTo>
                <a:lnTo>
                  <a:pt x="94700" y="503452"/>
                </a:lnTo>
                <a:lnTo>
                  <a:pt x="95008" y="518259"/>
                </a:lnTo>
                <a:lnTo>
                  <a:pt x="95260" y="533067"/>
                </a:lnTo>
                <a:lnTo>
                  <a:pt x="95447" y="547874"/>
                </a:lnTo>
                <a:lnTo>
                  <a:pt x="95563" y="562682"/>
                </a:lnTo>
                <a:lnTo>
                  <a:pt x="95604" y="577489"/>
                </a:lnTo>
                <a:lnTo>
                  <a:pt x="95572" y="592296"/>
                </a:lnTo>
                <a:lnTo>
                  <a:pt x="95476" y="607104"/>
                </a:lnTo>
                <a:lnTo>
                  <a:pt x="95331" y="621911"/>
                </a:lnTo>
                <a:lnTo>
                  <a:pt x="95155" y="636719"/>
                </a:lnTo>
                <a:lnTo>
                  <a:pt x="94973" y="651526"/>
                </a:lnTo>
                <a:lnTo>
                  <a:pt x="94814" y="666333"/>
                </a:lnTo>
                <a:lnTo>
                  <a:pt x="94704" y="681141"/>
                </a:lnTo>
                <a:lnTo>
                  <a:pt x="94670" y="695948"/>
                </a:lnTo>
                <a:lnTo>
                  <a:pt x="94735" y="710756"/>
                </a:lnTo>
                <a:lnTo>
                  <a:pt x="94915" y="725563"/>
                </a:lnTo>
                <a:lnTo>
                  <a:pt x="95215" y="740370"/>
                </a:lnTo>
                <a:lnTo>
                  <a:pt x="95633" y="755178"/>
                </a:lnTo>
                <a:lnTo>
                  <a:pt x="96154" y="769985"/>
                </a:lnTo>
                <a:lnTo>
                  <a:pt x="96753" y="784793"/>
                </a:lnTo>
                <a:lnTo>
                  <a:pt x="97396" y="799600"/>
                </a:lnTo>
                <a:lnTo>
                  <a:pt x="98043" y="814407"/>
                </a:lnTo>
                <a:lnTo>
                  <a:pt x="98648" y="829215"/>
                </a:lnTo>
                <a:lnTo>
                  <a:pt x="99169" y="844022"/>
                </a:lnTo>
                <a:lnTo>
                  <a:pt x="99566" y="858830"/>
                </a:lnTo>
                <a:lnTo>
                  <a:pt x="99808" y="873637"/>
                </a:lnTo>
                <a:lnTo>
                  <a:pt x="99879" y="888444"/>
                </a:lnTo>
                <a:lnTo>
                  <a:pt x="99771" y="903252"/>
                </a:lnTo>
                <a:lnTo>
                  <a:pt x="99494" y="918059"/>
                </a:lnTo>
                <a:lnTo>
                  <a:pt x="99067" y="932867"/>
                </a:lnTo>
                <a:lnTo>
                  <a:pt x="98520" y="947674"/>
                </a:lnTo>
                <a:lnTo>
                  <a:pt x="97888" y="962482"/>
                </a:lnTo>
                <a:lnTo>
                  <a:pt x="97207" y="977289"/>
                </a:lnTo>
                <a:lnTo>
                  <a:pt x="96509" y="992096"/>
                </a:lnTo>
                <a:lnTo>
                  <a:pt x="95824" y="1006904"/>
                </a:lnTo>
                <a:lnTo>
                  <a:pt x="95171" y="1021711"/>
                </a:lnTo>
                <a:lnTo>
                  <a:pt x="94564" y="1036519"/>
                </a:lnTo>
                <a:lnTo>
                  <a:pt x="94007" y="1051326"/>
                </a:lnTo>
                <a:lnTo>
                  <a:pt x="93500" y="1066133"/>
                </a:lnTo>
                <a:lnTo>
                  <a:pt x="93040" y="1080941"/>
                </a:lnTo>
                <a:lnTo>
                  <a:pt x="92622" y="1095748"/>
                </a:lnTo>
                <a:lnTo>
                  <a:pt x="92239" y="1110556"/>
                </a:lnTo>
                <a:lnTo>
                  <a:pt x="91891" y="1125363"/>
                </a:lnTo>
                <a:lnTo>
                  <a:pt x="91574" y="1140170"/>
                </a:lnTo>
                <a:lnTo>
                  <a:pt x="91291" y="1154978"/>
                </a:lnTo>
                <a:lnTo>
                  <a:pt x="91046" y="1169785"/>
                </a:lnTo>
                <a:lnTo>
                  <a:pt x="90842" y="1184593"/>
                </a:lnTo>
                <a:lnTo>
                  <a:pt x="90683" y="1199400"/>
                </a:lnTo>
                <a:lnTo>
                  <a:pt x="90571" y="1214207"/>
                </a:lnTo>
                <a:lnTo>
                  <a:pt x="90507" y="1229015"/>
                </a:lnTo>
                <a:lnTo>
                  <a:pt x="90489" y="1243822"/>
                </a:lnTo>
                <a:lnTo>
                  <a:pt x="90512" y="1258630"/>
                </a:lnTo>
                <a:lnTo>
                  <a:pt x="90569" y="1273437"/>
                </a:lnTo>
                <a:lnTo>
                  <a:pt x="90652" y="1288245"/>
                </a:lnTo>
                <a:lnTo>
                  <a:pt x="90752" y="1303052"/>
                </a:lnTo>
                <a:lnTo>
                  <a:pt x="90862" y="1317859"/>
                </a:lnTo>
                <a:lnTo>
                  <a:pt x="90974" y="1332667"/>
                </a:lnTo>
                <a:lnTo>
                  <a:pt x="91083" y="1347474"/>
                </a:lnTo>
                <a:lnTo>
                  <a:pt x="91186" y="1362282"/>
                </a:lnTo>
                <a:lnTo>
                  <a:pt x="91284" y="1377089"/>
                </a:lnTo>
                <a:lnTo>
                  <a:pt x="91379" y="1391896"/>
                </a:lnTo>
                <a:lnTo>
                  <a:pt x="91477" y="1406704"/>
                </a:lnTo>
                <a:lnTo>
                  <a:pt x="91585" y="1421511"/>
                </a:lnTo>
                <a:lnTo>
                  <a:pt x="91710" y="1436319"/>
                </a:lnTo>
                <a:lnTo>
                  <a:pt x="91864" y="1451126"/>
                </a:lnTo>
                <a:lnTo>
                  <a:pt x="92058" y="1465933"/>
                </a:lnTo>
                <a:lnTo>
                  <a:pt x="92307" y="1480741"/>
                </a:lnTo>
                <a:lnTo>
                  <a:pt x="92628" y="1495548"/>
                </a:lnTo>
                <a:lnTo>
                  <a:pt x="93042" y="1510356"/>
                </a:lnTo>
                <a:lnTo>
                  <a:pt x="93574" y="1525163"/>
                </a:lnTo>
                <a:lnTo>
                  <a:pt x="94255" y="1539970"/>
                </a:lnTo>
                <a:lnTo>
                  <a:pt x="95119" y="1554778"/>
                </a:lnTo>
                <a:lnTo>
                  <a:pt x="96200" y="1569585"/>
                </a:lnTo>
                <a:lnTo>
                  <a:pt x="97533" y="1584393"/>
                </a:lnTo>
                <a:lnTo>
                  <a:pt x="99146" y="1599200"/>
                </a:lnTo>
                <a:lnTo>
                  <a:pt x="101055" y="1614007"/>
                </a:lnTo>
                <a:lnTo>
                  <a:pt x="103258" y="1628815"/>
                </a:lnTo>
                <a:lnTo>
                  <a:pt x="105732" y="1643622"/>
                </a:lnTo>
                <a:lnTo>
                  <a:pt x="108425" y="1658430"/>
                </a:lnTo>
                <a:lnTo>
                  <a:pt x="111256" y="1673237"/>
                </a:lnTo>
                <a:lnTo>
                  <a:pt x="114120" y="1688045"/>
                </a:lnTo>
                <a:lnTo>
                  <a:pt x="116887" y="1702852"/>
                </a:lnTo>
                <a:lnTo>
                  <a:pt x="119417" y="1717659"/>
                </a:lnTo>
                <a:lnTo>
                  <a:pt x="121568" y="1732467"/>
                </a:lnTo>
                <a:lnTo>
                  <a:pt x="123211" y="1747274"/>
                </a:lnTo>
                <a:lnTo>
                  <a:pt x="124242" y="1762082"/>
                </a:lnTo>
                <a:lnTo>
                  <a:pt x="124593" y="1776889"/>
                </a:lnTo>
                <a:lnTo>
                  <a:pt x="124593" y="177688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2000"/>
            </a:srgbClr>
          </a:solidFill>
          <a:ln xmlns:a="http://schemas.openxmlformats.org/drawingml/2006/main"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70" name="data_8116">
            <a:extLst xmlns:a="http://schemas.openxmlformats.org/drawingml/2006/main">
              <a:ext uri="{FF2B5EF4-FFF2-40B4-BE49-F238E27FC236}">
                <a16:creationId xmlns:a16="http://schemas.microsoft.com/office/drawing/2014/main" id="{3516319A-FBB9-4585-954D-CC8337BC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482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16288" y="1776889"/>
                </a:moveTo>
                <a:lnTo>
                  <a:pt x="61299" y="1776889"/>
                </a:lnTo>
                <a:lnTo>
                  <a:pt x="61560" y="1762082"/>
                </a:lnTo>
                <a:lnTo>
                  <a:pt x="62327" y="1747274"/>
                </a:lnTo>
                <a:lnTo>
                  <a:pt x="63549" y="1732467"/>
                </a:lnTo>
                <a:lnTo>
                  <a:pt x="65151" y="1717659"/>
                </a:lnTo>
                <a:lnTo>
                  <a:pt x="67035" y="1702852"/>
                </a:lnTo>
                <a:lnTo>
                  <a:pt x="69098" y="1688045"/>
                </a:lnTo>
                <a:lnTo>
                  <a:pt x="71235" y="1673237"/>
                </a:lnTo>
                <a:lnTo>
                  <a:pt x="73351" y="1658430"/>
                </a:lnTo>
                <a:lnTo>
                  <a:pt x="75367" y="1643622"/>
                </a:lnTo>
                <a:lnTo>
                  <a:pt x="77223" y="1628815"/>
                </a:lnTo>
                <a:lnTo>
                  <a:pt x="78881" y="1614007"/>
                </a:lnTo>
                <a:lnTo>
                  <a:pt x="80323" y="1599200"/>
                </a:lnTo>
                <a:lnTo>
                  <a:pt x="81547" y="1584393"/>
                </a:lnTo>
                <a:lnTo>
                  <a:pt x="82566" y="1569585"/>
                </a:lnTo>
                <a:lnTo>
                  <a:pt x="83398" y="1554778"/>
                </a:lnTo>
                <a:lnTo>
                  <a:pt x="84069" y="1539970"/>
                </a:lnTo>
                <a:lnTo>
                  <a:pt x="84605" y="1525163"/>
                </a:lnTo>
                <a:lnTo>
                  <a:pt x="85029" y="1510356"/>
                </a:lnTo>
                <a:lnTo>
                  <a:pt x="85363" y="1495548"/>
                </a:lnTo>
                <a:lnTo>
                  <a:pt x="85627" y="1480741"/>
                </a:lnTo>
                <a:lnTo>
                  <a:pt x="85835" y="1465933"/>
                </a:lnTo>
                <a:lnTo>
                  <a:pt x="86000" y="1451126"/>
                </a:lnTo>
                <a:lnTo>
                  <a:pt x="86133" y="1436319"/>
                </a:lnTo>
                <a:lnTo>
                  <a:pt x="86242" y="1421511"/>
                </a:lnTo>
                <a:lnTo>
                  <a:pt x="86338" y="1406704"/>
                </a:lnTo>
                <a:lnTo>
                  <a:pt x="86426" y="1391896"/>
                </a:lnTo>
                <a:lnTo>
                  <a:pt x="86512" y="1377089"/>
                </a:lnTo>
                <a:lnTo>
                  <a:pt x="86601" y="1362282"/>
                </a:lnTo>
                <a:lnTo>
                  <a:pt x="86696" y="1347474"/>
                </a:lnTo>
                <a:lnTo>
                  <a:pt x="86795" y="1332667"/>
                </a:lnTo>
                <a:lnTo>
                  <a:pt x="86898" y="1317859"/>
                </a:lnTo>
                <a:lnTo>
                  <a:pt x="86998" y="1303052"/>
                </a:lnTo>
                <a:lnTo>
                  <a:pt x="87091" y="1288245"/>
                </a:lnTo>
                <a:lnTo>
                  <a:pt x="87167" y="1273437"/>
                </a:lnTo>
                <a:lnTo>
                  <a:pt x="87219" y="1258630"/>
                </a:lnTo>
                <a:lnTo>
                  <a:pt x="87241" y="1243822"/>
                </a:lnTo>
                <a:lnTo>
                  <a:pt x="87225" y="1229015"/>
                </a:lnTo>
                <a:lnTo>
                  <a:pt x="87168" y="1214207"/>
                </a:lnTo>
                <a:lnTo>
                  <a:pt x="87067" y="1199400"/>
                </a:lnTo>
                <a:lnTo>
                  <a:pt x="86925" y="1184593"/>
                </a:lnTo>
                <a:lnTo>
                  <a:pt x="86743" y="1169785"/>
                </a:lnTo>
                <a:lnTo>
                  <a:pt x="86526" y="1154978"/>
                </a:lnTo>
                <a:lnTo>
                  <a:pt x="86277" y="1140170"/>
                </a:lnTo>
                <a:lnTo>
                  <a:pt x="86002" y="1125363"/>
                </a:lnTo>
                <a:lnTo>
                  <a:pt x="85702" y="1110556"/>
                </a:lnTo>
                <a:lnTo>
                  <a:pt x="85378" y="1095748"/>
                </a:lnTo>
                <a:lnTo>
                  <a:pt x="85028" y="1080941"/>
                </a:lnTo>
                <a:lnTo>
                  <a:pt x="84649" y="1066133"/>
                </a:lnTo>
                <a:lnTo>
                  <a:pt x="84236" y="1051326"/>
                </a:lnTo>
                <a:lnTo>
                  <a:pt x="83786" y="1036519"/>
                </a:lnTo>
                <a:lnTo>
                  <a:pt x="83298" y="1021711"/>
                </a:lnTo>
                <a:lnTo>
                  <a:pt x="82775" y="1006904"/>
                </a:lnTo>
                <a:lnTo>
                  <a:pt x="82227" y="992096"/>
                </a:lnTo>
                <a:lnTo>
                  <a:pt x="81669" y="977289"/>
                </a:lnTo>
                <a:lnTo>
                  <a:pt x="81124" y="962482"/>
                </a:lnTo>
                <a:lnTo>
                  <a:pt x="80617" y="947674"/>
                </a:lnTo>
                <a:lnTo>
                  <a:pt x="80179" y="932867"/>
                </a:lnTo>
                <a:lnTo>
                  <a:pt x="79836" y="918059"/>
                </a:lnTo>
                <a:lnTo>
                  <a:pt x="79614" y="903252"/>
                </a:lnTo>
                <a:lnTo>
                  <a:pt x="79529" y="888444"/>
                </a:lnTo>
                <a:lnTo>
                  <a:pt x="79588" y="873637"/>
                </a:lnTo>
                <a:lnTo>
                  <a:pt x="79788" y="858830"/>
                </a:lnTo>
                <a:lnTo>
                  <a:pt x="80115" y="844022"/>
                </a:lnTo>
                <a:lnTo>
                  <a:pt x="80546" y="829215"/>
                </a:lnTo>
                <a:lnTo>
                  <a:pt x="81048" y="814407"/>
                </a:lnTo>
                <a:lnTo>
                  <a:pt x="81588" y="799600"/>
                </a:lnTo>
                <a:lnTo>
                  <a:pt x="82131" y="784793"/>
                </a:lnTo>
                <a:lnTo>
                  <a:pt x="82642" y="769985"/>
                </a:lnTo>
                <a:lnTo>
                  <a:pt x="83096" y="755178"/>
                </a:lnTo>
                <a:lnTo>
                  <a:pt x="83471" y="740370"/>
                </a:lnTo>
                <a:lnTo>
                  <a:pt x="83754" y="725563"/>
                </a:lnTo>
                <a:lnTo>
                  <a:pt x="83942" y="710756"/>
                </a:lnTo>
                <a:lnTo>
                  <a:pt x="84040" y="695948"/>
                </a:lnTo>
                <a:lnTo>
                  <a:pt x="84056" y="681141"/>
                </a:lnTo>
                <a:lnTo>
                  <a:pt x="84007" y="666333"/>
                </a:lnTo>
                <a:lnTo>
                  <a:pt x="83913" y="651526"/>
                </a:lnTo>
                <a:lnTo>
                  <a:pt x="83792" y="636719"/>
                </a:lnTo>
                <a:lnTo>
                  <a:pt x="83666" y="621911"/>
                </a:lnTo>
                <a:lnTo>
                  <a:pt x="83553" y="607104"/>
                </a:lnTo>
                <a:lnTo>
                  <a:pt x="83467" y="592296"/>
                </a:lnTo>
                <a:lnTo>
                  <a:pt x="83419" y="577489"/>
                </a:lnTo>
                <a:lnTo>
                  <a:pt x="83417" y="562682"/>
                </a:lnTo>
                <a:lnTo>
                  <a:pt x="83464" y="547874"/>
                </a:lnTo>
                <a:lnTo>
                  <a:pt x="83558" y="533067"/>
                </a:lnTo>
                <a:lnTo>
                  <a:pt x="83697" y="518259"/>
                </a:lnTo>
                <a:lnTo>
                  <a:pt x="83874" y="503452"/>
                </a:lnTo>
                <a:lnTo>
                  <a:pt x="84081" y="488644"/>
                </a:lnTo>
                <a:lnTo>
                  <a:pt x="84311" y="473837"/>
                </a:lnTo>
                <a:lnTo>
                  <a:pt x="84554" y="459030"/>
                </a:lnTo>
                <a:lnTo>
                  <a:pt x="84804" y="444222"/>
                </a:lnTo>
                <a:lnTo>
                  <a:pt x="85050" y="429415"/>
                </a:lnTo>
                <a:lnTo>
                  <a:pt x="85285" y="414607"/>
                </a:lnTo>
                <a:lnTo>
                  <a:pt x="85502" y="399800"/>
                </a:lnTo>
                <a:lnTo>
                  <a:pt x="85693" y="384993"/>
                </a:lnTo>
                <a:lnTo>
                  <a:pt x="85849" y="370185"/>
                </a:lnTo>
                <a:lnTo>
                  <a:pt x="85962" y="355378"/>
                </a:lnTo>
                <a:lnTo>
                  <a:pt x="86020" y="340570"/>
                </a:lnTo>
                <a:lnTo>
                  <a:pt x="86006" y="325763"/>
                </a:lnTo>
                <a:lnTo>
                  <a:pt x="85897" y="310956"/>
                </a:lnTo>
                <a:lnTo>
                  <a:pt x="85659" y="296148"/>
                </a:lnTo>
                <a:lnTo>
                  <a:pt x="85248" y="281341"/>
                </a:lnTo>
                <a:lnTo>
                  <a:pt x="84602" y="266533"/>
                </a:lnTo>
                <a:lnTo>
                  <a:pt x="83642" y="251726"/>
                </a:lnTo>
                <a:lnTo>
                  <a:pt x="82276" y="236919"/>
                </a:lnTo>
                <a:lnTo>
                  <a:pt x="80394" y="222111"/>
                </a:lnTo>
                <a:lnTo>
                  <a:pt x="77883" y="207304"/>
                </a:lnTo>
                <a:lnTo>
                  <a:pt x="74632" y="192496"/>
                </a:lnTo>
                <a:lnTo>
                  <a:pt x="70548" y="177689"/>
                </a:lnTo>
                <a:lnTo>
                  <a:pt x="65573" y="162881"/>
                </a:lnTo>
                <a:lnTo>
                  <a:pt x="59699" y="148074"/>
                </a:lnTo>
                <a:lnTo>
                  <a:pt x="52991" y="133267"/>
                </a:lnTo>
                <a:lnTo>
                  <a:pt x="45589" y="118459"/>
                </a:lnTo>
                <a:lnTo>
                  <a:pt x="37724" y="103652"/>
                </a:lnTo>
                <a:lnTo>
                  <a:pt x="29704" y="88844"/>
                </a:lnTo>
                <a:lnTo>
                  <a:pt x="21905" y="74037"/>
                </a:lnTo>
                <a:lnTo>
                  <a:pt x="14740" y="59230"/>
                </a:lnTo>
                <a:lnTo>
                  <a:pt x="8626" y="44422"/>
                </a:lnTo>
                <a:lnTo>
                  <a:pt x="3945" y="29615"/>
                </a:lnTo>
                <a:lnTo>
                  <a:pt x="1004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4" y="14807"/>
                </a:lnTo>
                <a:lnTo>
                  <a:pt x="173642" y="29615"/>
                </a:lnTo>
                <a:lnTo>
                  <a:pt x="168961" y="44422"/>
                </a:lnTo>
                <a:lnTo>
                  <a:pt x="162847" y="59230"/>
                </a:lnTo>
                <a:lnTo>
                  <a:pt x="155682" y="74037"/>
                </a:lnTo>
                <a:lnTo>
                  <a:pt x="147883" y="88844"/>
                </a:lnTo>
                <a:lnTo>
                  <a:pt x="139863" y="103652"/>
                </a:lnTo>
                <a:lnTo>
                  <a:pt x="131998" y="118459"/>
                </a:lnTo>
                <a:lnTo>
                  <a:pt x="124597" y="133267"/>
                </a:lnTo>
                <a:lnTo>
                  <a:pt x="117888" y="148074"/>
                </a:lnTo>
                <a:lnTo>
                  <a:pt x="112015" y="162881"/>
                </a:lnTo>
                <a:lnTo>
                  <a:pt x="107039" y="177689"/>
                </a:lnTo>
                <a:lnTo>
                  <a:pt x="102955" y="192496"/>
                </a:lnTo>
                <a:lnTo>
                  <a:pt x="99704" y="207304"/>
                </a:lnTo>
                <a:lnTo>
                  <a:pt x="97193" y="222111"/>
                </a:lnTo>
                <a:lnTo>
                  <a:pt x="95312" y="236919"/>
                </a:lnTo>
                <a:lnTo>
                  <a:pt x="93945" y="251726"/>
                </a:lnTo>
                <a:lnTo>
                  <a:pt x="92985" y="266533"/>
                </a:lnTo>
                <a:lnTo>
                  <a:pt x="92339" y="281341"/>
                </a:lnTo>
                <a:lnTo>
                  <a:pt x="91928" y="296148"/>
                </a:lnTo>
                <a:lnTo>
                  <a:pt x="91691" y="310956"/>
                </a:lnTo>
                <a:lnTo>
                  <a:pt x="91582" y="325763"/>
                </a:lnTo>
                <a:lnTo>
                  <a:pt x="91568" y="340570"/>
                </a:lnTo>
                <a:lnTo>
                  <a:pt x="91625" y="355378"/>
                </a:lnTo>
                <a:lnTo>
                  <a:pt x="91738" y="370185"/>
                </a:lnTo>
                <a:lnTo>
                  <a:pt x="91895" y="384993"/>
                </a:lnTo>
                <a:lnTo>
                  <a:pt x="92085" y="399800"/>
                </a:lnTo>
                <a:lnTo>
                  <a:pt x="92302" y="414607"/>
                </a:lnTo>
                <a:lnTo>
                  <a:pt x="92537" y="429415"/>
                </a:lnTo>
                <a:lnTo>
                  <a:pt x="92784" y="444222"/>
                </a:lnTo>
                <a:lnTo>
                  <a:pt x="93033" y="459030"/>
                </a:lnTo>
                <a:lnTo>
                  <a:pt x="93276" y="473837"/>
                </a:lnTo>
                <a:lnTo>
                  <a:pt x="93506" y="488644"/>
                </a:lnTo>
                <a:lnTo>
                  <a:pt x="93714" y="503452"/>
                </a:lnTo>
                <a:lnTo>
                  <a:pt x="93890" y="518259"/>
                </a:lnTo>
                <a:lnTo>
                  <a:pt x="94029" y="533067"/>
                </a:lnTo>
                <a:lnTo>
                  <a:pt x="94123" y="547874"/>
                </a:lnTo>
                <a:lnTo>
                  <a:pt x="94170" y="562682"/>
                </a:lnTo>
                <a:lnTo>
                  <a:pt x="94168" y="577489"/>
                </a:lnTo>
                <a:lnTo>
                  <a:pt x="94120" y="592296"/>
                </a:lnTo>
                <a:lnTo>
                  <a:pt x="94034" y="607104"/>
                </a:lnTo>
                <a:lnTo>
                  <a:pt x="93921" y="621911"/>
                </a:lnTo>
                <a:lnTo>
                  <a:pt x="93795" y="636719"/>
                </a:lnTo>
                <a:lnTo>
                  <a:pt x="93674" y="651526"/>
                </a:lnTo>
                <a:lnTo>
                  <a:pt x="93580" y="666333"/>
                </a:lnTo>
                <a:lnTo>
                  <a:pt x="93531" y="681141"/>
                </a:lnTo>
                <a:lnTo>
                  <a:pt x="93548" y="695948"/>
                </a:lnTo>
                <a:lnTo>
                  <a:pt x="93645" y="710756"/>
                </a:lnTo>
                <a:lnTo>
                  <a:pt x="93833" y="725563"/>
                </a:lnTo>
                <a:lnTo>
                  <a:pt x="94117" y="740370"/>
                </a:lnTo>
                <a:lnTo>
                  <a:pt x="94491" y="755178"/>
                </a:lnTo>
                <a:lnTo>
                  <a:pt x="94945" y="769985"/>
                </a:lnTo>
                <a:lnTo>
                  <a:pt x="95456" y="784793"/>
                </a:lnTo>
                <a:lnTo>
                  <a:pt x="95999" y="799600"/>
                </a:lnTo>
                <a:lnTo>
                  <a:pt x="96539" y="814407"/>
                </a:lnTo>
                <a:lnTo>
                  <a:pt x="97042" y="829215"/>
                </a:lnTo>
                <a:lnTo>
                  <a:pt x="97472" y="844022"/>
                </a:lnTo>
                <a:lnTo>
                  <a:pt x="97799" y="858830"/>
                </a:lnTo>
                <a:lnTo>
                  <a:pt x="97999" y="873637"/>
                </a:lnTo>
                <a:lnTo>
                  <a:pt x="98059" y="888444"/>
                </a:lnTo>
                <a:lnTo>
                  <a:pt x="97973" y="903252"/>
                </a:lnTo>
                <a:lnTo>
                  <a:pt x="97751" y="918059"/>
                </a:lnTo>
                <a:lnTo>
                  <a:pt x="97409" y="932867"/>
                </a:lnTo>
                <a:lnTo>
                  <a:pt x="96970" y="947674"/>
                </a:lnTo>
                <a:lnTo>
                  <a:pt x="96464" y="962482"/>
                </a:lnTo>
                <a:lnTo>
                  <a:pt x="95918" y="977289"/>
                </a:lnTo>
                <a:lnTo>
                  <a:pt x="95360" y="992096"/>
                </a:lnTo>
                <a:lnTo>
                  <a:pt x="94812" y="1006904"/>
                </a:lnTo>
                <a:lnTo>
                  <a:pt x="94289" y="1021711"/>
                </a:lnTo>
                <a:lnTo>
                  <a:pt x="93801" y="1036519"/>
                </a:lnTo>
                <a:lnTo>
                  <a:pt x="93351" y="1051326"/>
                </a:lnTo>
                <a:lnTo>
                  <a:pt x="92938" y="1066133"/>
                </a:lnTo>
                <a:lnTo>
                  <a:pt x="92559" y="1080941"/>
                </a:lnTo>
                <a:lnTo>
                  <a:pt x="92209" y="1095748"/>
                </a:lnTo>
                <a:lnTo>
                  <a:pt x="91885" y="1110556"/>
                </a:lnTo>
                <a:lnTo>
                  <a:pt x="91585" y="1125363"/>
                </a:lnTo>
                <a:lnTo>
                  <a:pt x="91310" y="1140170"/>
                </a:lnTo>
                <a:lnTo>
                  <a:pt x="91062" y="1154978"/>
                </a:lnTo>
                <a:lnTo>
                  <a:pt x="90844" y="1169785"/>
                </a:lnTo>
                <a:lnTo>
                  <a:pt x="90662" y="1184593"/>
                </a:lnTo>
                <a:lnTo>
                  <a:pt x="90520" y="1199400"/>
                </a:lnTo>
                <a:lnTo>
                  <a:pt x="90420" y="1214207"/>
                </a:lnTo>
                <a:lnTo>
                  <a:pt x="90362" y="1229015"/>
                </a:lnTo>
                <a:lnTo>
                  <a:pt x="90346" y="1243822"/>
                </a:lnTo>
                <a:lnTo>
                  <a:pt x="90368" y="1258630"/>
                </a:lnTo>
                <a:lnTo>
                  <a:pt x="90420" y="1273437"/>
                </a:lnTo>
                <a:lnTo>
                  <a:pt x="90497" y="1288245"/>
                </a:lnTo>
                <a:lnTo>
                  <a:pt x="90589" y="1303052"/>
                </a:lnTo>
                <a:lnTo>
                  <a:pt x="90689" y="1317859"/>
                </a:lnTo>
                <a:lnTo>
                  <a:pt x="90792" y="1332667"/>
                </a:lnTo>
                <a:lnTo>
                  <a:pt x="90891" y="1347474"/>
                </a:lnTo>
                <a:lnTo>
                  <a:pt x="90986" y="1362282"/>
                </a:lnTo>
                <a:lnTo>
                  <a:pt x="91075" y="1377089"/>
                </a:lnTo>
                <a:lnTo>
                  <a:pt x="91162" y="1391896"/>
                </a:lnTo>
                <a:lnTo>
                  <a:pt x="91249" y="1406704"/>
                </a:lnTo>
                <a:lnTo>
                  <a:pt x="91345" y="1421511"/>
                </a:lnTo>
                <a:lnTo>
                  <a:pt x="91455" y="1436319"/>
                </a:lnTo>
                <a:lnTo>
                  <a:pt x="91587" y="1451126"/>
                </a:lnTo>
                <a:lnTo>
                  <a:pt x="91752" y="1465933"/>
                </a:lnTo>
                <a:lnTo>
                  <a:pt x="91960" y="1480741"/>
                </a:lnTo>
                <a:lnTo>
                  <a:pt x="92224" y="1495548"/>
                </a:lnTo>
                <a:lnTo>
                  <a:pt x="92558" y="1510356"/>
                </a:lnTo>
                <a:lnTo>
                  <a:pt x="92983" y="1525163"/>
                </a:lnTo>
                <a:lnTo>
                  <a:pt x="93518" y="1539970"/>
                </a:lnTo>
                <a:lnTo>
                  <a:pt x="94189" y="1554778"/>
                </a:lnTo>
                <a:lnTo>
                  <a:pt x="95021" y="1569585"/>
                </a:lnTo>
                <a:lnTo>
                  <a:pt x="96040" y="1584393"/>
                </a:lnTo>
                <a:lnTo>
                  <a:pt x="97264" y="1599200"/>
                </a:lnTo>
                <a:lnTo>
                  <a:pt x="98706" y="1614007"/>
                </a:lnTo>
                <a:lnTo>
                  <a:pt x="100364" y="1628815"/>
                </a:lnTo>
                <a:lnTo>
                  <a:pt x="102220" y="1643622"/>
                </a:lnTo>
                <a:lnTo>
                  <a:pt x="104236" y="1658430"/>
                </a:lnTo>
                <a:lnTo>
                  <a:pt x="106352" y="1673237"/>
                </a:lnTo>
                <a:lnTo>
                  <a:pt x="108489" y="1688045"/>
                </a:lnTo>
                <a:lnTo>
                  <a:pt x="110552" y="1702852"/>
                </a:lnTo>
                <a:lnTo>
                  <a:pt x="112436" y="1717659"/>
                </a:lnTo>
                <a:lnTo>
                  <a:pt x="114038" y="1732467"/>
                </a:lnTo>
                <a:lnTo>
                  <a:pt x="115260" y="1747274"/>
                </a:lnTo>
                <a:lnTo>
                  <a:pt x="116027" y="1762082"/>
                </a:lnTo>
                <a:lnTo>
                  <a:pt x="116288" y="1776889"/>
                </a:lnTo>
                <a:lnTo>
                  <a:pt x="116288" y="1776889"/>
                </a:lnTo>
                <a:close/>
              </a:path>
            </a:pathLst>
          </a:custGeom>
          <a:solidFill xmlns:a="http://schemas.openxmlformats.org/drawingml/2006/main">
            <a:srgbClr val="5B72B7">
              <a:alpha val="12000"/>
            </a:srgbClr>
          </a:solidFill>
          <a:ln xmlns:a="http://schemas.openxmlformats.org/drawingml/2006/main"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71" name="data_8117">
            <a:extLst xmlns:a="http://schemas.openxmlformats.org/drawingml/2006/main">
              <a:ext uri="{FF2B5EF4-FFF2-40B4-BE49-F238E27FC236}">
                <a16:creationId xmlns:a16="http://schemas.microsoft.com/office/drawing/2014/main" id="{F4050C7F-2FF0-4C63-80BC-B6F6896BA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3192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672" name="text_8118">
            <a:extLst xmlns:a="http://schemas.openxmlformats.org/drawingml/2006/main">
              <a:ext uri="{FF2B5EF4-FFF2-40B4-BE49-F238E27FC236}">
                <a16:creationId xmlns:a16="http://schemas.microsoft.com/office/drawing/2014/main" id="{7060973E-2C22-4C6B-9139-D041C30C9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60374" y="7133966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673" name="data_8119">
            <a:extLst xmlns:a="http://schemas.openxmlformats.org/drawingml/2006/main">
              <a:ext uri="{FF2B5EF4-FFF2-40B4-BE49-F238E27FC236}">
                <a16:creationId xmlns:a16="http://schemas.microsoft.com/office/drawing/2014/main" id="{FD42FB6F-FE8F-45A4-A7E5-77856A4C1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706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674" name="text_8120">
            <a:extLst xmlns:a="http://schemas.openxmlformats.org/drawingml/2006/main">
              <a:ext uri="{FF2B5EF4-FFF2-40B4-BE49-F238E27FC236}">
                <a16:creationId xmlns:a16="http://schemas.microsoft.com/office/drawing/2014/main" id="{26CB7EFE-57D7-4A8E-B210-646A893D4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69069" y="7133966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675" name="data_8121">
            <a:extLst xmlns:a="http://schemas.openxmlformats.org/drawingml/2006/main">
              <a:ext uri="{FF2B5EF4-FFF2-40B4-BE49-F238E27FC236}">
                <a16:creationId xmlns:a16="http://schemas.microsoft.com/office/drawing/2014/main" id="{F97812AE-7F3A-45A7-B490-F0B4446C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220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676" name="text_8122">
            <a:extLst xmlns:a="http://schemas.openxmlformats.org/drawingml/2006/main">
              <a:ext uri="{FF2B5EF4-FFF2-40B4-BE49-F238E27FC236}">
                <a16:creationId xmlns:a16="http://schemas.microsoft.com/office/drawing/2014/main" id="{ECF5E4C9-8741-4B51-9394-B371CA9FD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7765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677" name="data_8123">
            <a:extLst xmlns:a="http://schemas.openxmlformats.org/drawingml/2006/main">
              <a:ext uri="{FF2B5EF4-FFF2-40B4-BE49-F238E27FC236}">
                <a16:creationId xmlns:a16="http://schemas.microsoft.com/office/drawing/2014/main" id="{C32DB753-259B-4B92-823E-36972DF5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9248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678" name="text_8124">
            <a:extLst xmlns:a="http://schemas.openxmlformats.org/drawingml/2006/main">
              <a:ext uri="{FF2B5EF4-FFF2-40B4-BE49-F238E27FC236}">
                <a16:creationId xmlns:a16="http://schemas.microsoft.com/office/drawing/2014/main" id="{E484BD17-95C0-4D97-821B-E1D099A8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60792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2679" name="data_8125">
            <a:extLst xmlns:a="http://schemas.openxmlformats.org/drawingml/2006/main">
              <a:ext uri="{FF2B5EF4-FFF2-40B4-BE49-F238E27FC236}">
                <a16:creationId xmlns:a16="http://schemas.microsoft.com/office/drawing/2014/main" id="{2684908C-C2B7-41C3-B3D1-1911F1DD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2275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680" name="text_8126">
            <a:extLst xmlns:a="http://schemas.openxmlformats.org/drawingml/2006/main">
              <a:ext uri="{FF2B5EF4-FFF2-40B4-BE49-F238E27FC236}">
                <a16:creationId xmlns:a16="http://schemas.microsoft.com/office/drawing/2014/main" id="{1BBA9B38-7485-4961-9792-D4C69E20F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43820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2681" name="text_8127">
            <a:extLst xmlns:a="http://schemas.openxmlformats.org/drawingml/2006/main">
              <a:ext uri="{FF2B5EF4-FFF2-40B4-BE49-F238E27FC236}">
                <a16:creationId xmlns:a16="http://schemas.microsoft.com/office/drawing/2014/main" id="{DB37D59D-23D7-4B71-8ADC-1E3F5DBC9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37467" y="7316591"/>
            <a:ext cx="149234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2682" name="data_8128">
            <a:extLst xmlns:a="http://schemas.openxmlformats.org/drawingml/2006/main">
              <a:ext uri="{FF2B5EF4-FFF2-40B4-BE49-F238E27FC236}">
                <a16:creationId xmlns:a16="http://schemas.microsoft.com/office/drawing/2014/main" id="{83CDC9E4-B71D-45A4-BA4F-024C1FDDE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6952935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2683" name="data_8129">
            <a:extLst xmlns:a="http://schemas.openxmlformats.org/drawingml/2006/main">
              <a:ext uri="{FF2B5EF4-FFF2-40B4-BE49-F238E27FC236}">
                <a16:creationId xmlns:a16="http://schemas.microsoft.com/office/drawing/2014/main" id="{50EC265C-4D76-4824-B2F1-ADBEBCA3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498" y="6952935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684" name="text_8130">
            <a:extLst xmlns:a="http://schemas.openxmlformats.org/drawingml/2006/main">
              <a:ext uri="{FF2B5EF4-FFF2-40B4-BE49-F238E27FC236}">
                <a16:creationId xmlns:a16="http://schemas.microsoft.com/office/drawing/2014/main" id="{64AF7B80-A04D-40FE-B3CF-67DCEE2B9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00658" y="6894688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685" name="data_8131">
            <a:extLst xmlns:a="http://schemas.openxmlformats.org/drawingml/2006/main">
              <a:ext uri="{FF2B5EF4-FFF2-40B4-BE49-F238E27FC236}">
                <a16:creationId xmlns:a16="http://schemas.microsoft.com/office/drawing/2014/main" id="{CEA7DB8B-5AF0-4737-B4CE-7CD7328FD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6064491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2686" name="data_8132">
            <a:extLst xmlns:a="http://schemas.openxmlformats.org/drawingml/2006/main">
              <a:ext uri="{FF2B5EF4-FFF2-40B4-BE49-F238E27FC236}">
                <a16:creationId xmlns:a16="http://schemas.microsoft.com/office/drawing/2014/main" id="{54B98835-3518-41C8-A135-85B1ECEAB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498" y="6064491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687" name="text_8133">
            <a:extLst xmlns:a="http://schemas.openxmlformats.org/drawingml/2006/main">
              <a:ext uri="{FF2B5EF4-FFF2-40B4-BE49-F238E27FC236}">
                <a16:creationId xmlns:a16="http://schemas.microsoft.com/office/drawing/2014/main" id="{2347B00F-B9BE-432D-BDE9-688C94EF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35021" y="6006243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688" name="data_8134">
            <a:extLst xmlns:a="http://schemas.openxmlformats.org/drawingml/2006/main">
              <a:ext uri="{FF2B5EF4-FFF2-40B4-BE49-F238E27FC236}">
                <a16:creationId xmlns:a16="http://schemas.microsoft.com/office/drawing/2014/main" id="{B055F0E6-83BF-4815-858C-3452DA1B5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5176046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2689" name="data_8135">
            <a:extLst xmlns:a="http://schemas.openxmlformats.org/drawingml/2006/main">
              <a:ext uri="{FF2B5EF4-FFF2-40B4-BE49-F238E27FC236}">
                <a16:creationId xmlns:a16="http://schemas.microsoft.com/office/drawing/2014/main" id="{A6D94FD5-9E80-4498-8A00-9785F710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498" y="5176046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2690" name="text_8136">
            <a:extLst xmlns:a="http://schemas.openxmlformats.org/drawingml/2006/main">
              <a:ext uri="{FF2B5EF4-FFF2-40B4-BE49-F238E27FC236}">
                <a16:creationId xmlns:a16="http://schemas.microsoft.com/office/drawing/2014/main" id="{E8DADD6E-5227-493D-9C7B-812E1EA48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69384" y="5117799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691" name="data_8137">
            <a:extLst xmlns:a="http://schemas.openxmlformats.org/drawingml/2006/main">
              <a:ext uri="{FF2B5EF4-FFF2-40B4-BE49-F238E27FC236}">
                <a16:creationId xmlns:a16="http://schemas.microsoft.com/office/drawing/2014/main" id="{6772A510-DBDC-44C8-BD99-0CE42BD34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852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2" name="data_8138">
            <a:extLst xmlns:a="http://schemas.openxmlformats.org/drawingml/2006/main">
              <a:ext uri="{FF2B5EF4-FFF2-40B4-BE49-F238E27FC236}">
                <a16:creationId xmlns:a16="http://schemas.microsoft.com/office/drawing/2014/main" id="{E6691724-8AFA-4D4C-B725-D05394DEE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91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3" name="data_8139">
            <a:extLst xmlns:a="http://schemas.openxmlformats.org/drawingml/2006/main">
              <a:ext uri="{FF2B5EF4-FFF2-40B4-BE49-F238E27FC236}">
                <a16:creationId xmlns:a16="http://schemas.microsoft.com/office/drawing/2014/main" id="{CB8098B7-839B-4851-B6C9-132201455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16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4" name="data_8140">
            <a:extLst xmlns:a="http://schemas.openxmlformats.org/drawingml/2006/main">
              <a:ext uri="{FF2B5EF4-FFF2-40B4-BE49-F238E27FC236}">
                <a16:creationId xmlns:a16="http://schemas.microsoft.com/office/drawing/2014/main" id="{C532D86E-A2DF-4605-A0FB-6F7787C5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149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5" name="data_8141">
            <a:extLst xmlns:a="http://schemas.openxmlformats.org/drawingml/2006/main">
              <a:ext uri="{FF2B5EF4-FFF2-40B4-BE49-F238E27FC236}">
                <a16:creationId xmlns:a16="http://schemas.microsoft.com/office/drawing/2014/main" id="{0FF43D78-D448-44C6-BEA0-50AC5103C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976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6" name="data_8142">
            <a:extLst xmlns:a="http://schemas.openxmlformats.org/drawingml/2006/main">
              <a:ext uri="{FF2B5EF4-FFF2-40B4-BE49-F238E27FC236}">
                <a16:creationId xmlns:a16="http://schemas.microsoft.com/office/drawing/2014/main" id="{5FC740DA-F161-47A8-9FAB-E312560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16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7" name="data_8143">
            <a:extLst xmlns:a="http://schemas.openxmlformats.org/drawingml/2006/main">
              <a:ext uri="{FF2B5EF4-FFF2-40B4-BE49-F238E27FC236}">
                <a16:creationId xmlns:a16="http://schemas.microsoft.com/office/drawing/2014/main" id="{51A2C685-E6D9-4000-8E92-B7567C9E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839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8" name="data_8144">
            <a:extLst xmlns:a="http://schemas.openxmlformats.org/drawingml/2006/main">
              <a:ext uri="{FF2B5EF4-FFF2-40B4-BE49-F238E27FC236}">
                <a16:creationId xmlns:a16="http://schemas.microsoft.com/office/drawing/2014/main" id="{78AD10B7-29FE-475B-B828-716E98164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1980" y="64254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9" name="data_8145">
            <a:extLst xmlns:a="http://schemas.openxmlformats.org/drawingml/2006/main">
              <a:ext uri="{FF2B5EF4-FFF2-40B4-BE49-F238E27FC236}">
                <a16:creationId xmlns:a16="http://schemas.microsoft.com/office/drawing/2014/main" id="{AA0735FD-FB22-4443-913E-528D652D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724" y="61254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0" name="data_8146">
            <a:extLst xmlns:a="http://schemas.openxmlformats.org/drawingml/2006/main">
              <a:ext uri="{FF2B5EF4-FFF2-40B4-BE49-F238E27FC236}">
                <a16:creationId xmlns:a16="http://schemas.microsoft.com/office/drawing/2014/main" id="{BE8AE5E9-4DB4-47ED-AC65-38457557C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47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1" name="data_8147">
            <a:extLst xmlns:a="http://schemas.openxmlformats.org/drawingml/2006/main">
              <a:ext uri="{FF2B5EF4-FFF2-40B4-BE49-F238E27FC236}">
                <a16:creationId xmlns:a16="http://schemas.microsoft.com/office/drawing/2014/main" id="{95B304E9-C6D3-44FC-ADC0-F3903F8B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463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2" name="data_8148">
            <a:extLst xmlns:a="http://schemas.openxmlformats.org/drawingml/2006/main">
              <a:ext uri="{FF2B5EF4-FFF2-40B4-BE49-F238E27FC236}">
                <a16:creationId xmlns:a16="http://schemas.microsoft.com/office/drawing/2014/main" id="{7B3A764A-7711-46A2-A78F-DA98140D0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908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3" name="data_8149">
            <a:extLst xmlns:a="http://schemas.openxmlformats.org/drawingml/2006/main">
              <a:ext uri="{FF2B5EF4-FFF2-40B4-BE49-F238E27FC236}">
                <a16:creationId xmlns:a16="http://schemas.microsoft.com/office/drawing/2014/main" id="{C894F5A3-573D-4C0F-9F45-7C248D93E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05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4" name="data_8150">
            <a:extLst xmlns:a="http://schemas.openxmlformats.org/drawingml/2006/main">
              <a:ext uri="{FF2B5EF4-FFF2-40B4-BE49-F238E27FC236}">
                <a16:creationId xmlns:a16="http://schemas.microsoft.com/office/drawing/2014/main" id="{B85282F0-733E-4B24-99E6-6B006D8DA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14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5" name="data_8151">
            <a:extLst xmlns:a="http://schemas.openxmlformats.org/drawingml/2006/main">
              <a:ext uri="{FF2B5EF4-FFF2-40B4-BE49-F238E27FC236}">
                <a16:creationId xmlns:a16="http://schemas.microsoft.com/office/drawing/2014/main" id="{BDD583BD-2A61-471A-AE28-D4D55D06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33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6" name="data_8152">
            <a:extLst xmlns:a="http://schemas.openxmlformats.org/drawingml/2006/main">
              <a:ext uri="{FF2B5EF4-FFF2-40B4-BE49-F238E27FC236}">
                <a16:creationId xmlns:a16="http://schemas.microsoft.com/office/drawing/2014/main" id="{9A3EBD16-B731-4BC2-A87D-B1F16014E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5431" y="68802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7" name="data_8153">
            <a:extLst xmlns:a="http://schemas.openxmlformats.org/drawingml/2006/main">
              <a:ext uri="{FF2B5EF4-FFF2-40B4-BE49-F238E27FC236}">
                <a16:creationId xmlns:a16="http://schemas.microsoft.com/office/drawing/2014/main" id="{8EA4CF26-B5DA-4BE5-A7B6-6C529BBE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507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8" name="data_8154">
            <a:extLst xmlns:a="http://schemas.openxmlformats.org/drawingml/2006/main">
              <a:ext uri="{FF2B5EF4-FFF2-40B4-BE49-F238E27FC236}">
                <a16:creationId xmlns:a16="http://schemas.microsoft.com/office/drawing/2014/main" id="{FF7F930D-9594-48D0-B596-683000C24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079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9" name="data_8155">
            <a:extLst xmlns:a="http://schemas.openxmlformats.org/drawingml/2006/main">
              <a:ext uri="{FF2B5EF4-FFF2-40B4-BE49-F238E27FC236}">
                <a16:creationId xmlns:a16="http://schemas.microsoft.com/office/drawing/2014/main" id="{14CACAB9-5ACD-483E-B838-1E15DAC6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689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0" name="data_8156">
            <a:extLst xmlns:a="http://schemas.openxmlformats.org/drawingml/2006/main">
              <a:ext uri="{FF2B5EF4-FFF2-40B4-BE49-F238E27FC236}">
                <a16:creationId xmlns:a16="http://schemas.microsoft.com/office/drawing/2014/main" id="{47EA6D79-AFD1-4C10-9DEC-A81809334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1" name="data_8157">
            <a:extLst xmlns:a="http://schemas.openxmlformats.org/drawingml/2006/main">
              <a:ext uri="{FF2B5EF4-FFF2-40B4-BE49-F238E27FC236}">
                <a16:creationId xmlns:a16="http://schemas.microsoft.com/office/drawing/2014/main" id="{7FC3C725-222F-4DE2-9BDE-B6C5B6AF2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28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2" name="data_8158">
            <a:extLst xmlns:a="http://schemas.openxmlformats.org/drawingml/2006/main">
              <a:ext uri="{FF2B5EF4-FFF2-40B4-BE49-F238E27FC236}">
                <a16:creationId xmlns:a16="http://schemas.microsoft.com/office/drawing/2014/main" id="{1BB8C2C3-B2AA-4FE8-8042-2277EDA5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742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3" name="data_8159">
            <a:extLst xmlns:a="http://schemas.openxmlformats.org/drawingml/2006/main">
              <a:ext uri="{FF2B5EF4-FFF2-40B4-BE49-F238E27FC236}">
                <a16:creationId xmlns:a16="http://schemas.microsoft.com/office/drawing/2014/main" id="{139906D7-732E-48AF-94CE-8C54BD769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6638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4" name="data_8160">
            <a:extLst xmlns:a="http://schemas.openxmlformats.org/drawingml/2006/main">
              <a:ext uri="{FF2B5EF4-FFF2-40B4-BE49-F238E27FC236}">
                <a16:creationId xmlns:a16="http://schemas.microsoft.com/office/drawing/2014/main" id="{1D92C1AE-F3DF-458C-85A9-4ADE9CDD3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498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5" name="data_8161">
            <a:extLst xmlns:a="http://schemas.openxmlformats.org/drawingml/2006/main">
              <a:ext uri="{FF2B5EF4-FFF2-40B4-BE49-F238E27FC236}">
                <a16:creationId xmlns:a16="http://schemas.microsoft.com/office/drawing/2014/main" id="{63B75F32-0DA5-4783-8E1A-D0F92E068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298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6" name="data_8162">
            <a:extLst xmlns:a="http://schemas.openxmlformats.org/drawingml/2006/main">
              <a:ext uri="{FF2B5EF4-FFF2-40B4-BE49-F238E27FC236}">
                <a16:creationId xmlns:a16="http://schemas.microsoft.com/office/drawing/2014/main" id="{8FF06F33-7F63-4CF3-AAC2-1418E9396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124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7" name="data_8163">
            <a:extLst xmlns:a="http://schemas.openxmlformats.org/drawingml/2006/main">
              <a:ext uri="{FF2B5EF4-FFF2-40B4-BE49-F238E27FC236}">
                <a16:creationId xmlns:a16="http://schemas.microsoft.com/office/drawing/2014/main" id="{D92BB168-A9D5-4551-B2FF-B01B5C65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759" y="62869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8" name="data_8164">
            <a:extLst xmlns:a="http://schemas.openxmlformats.org/drawingml/2006/main">
              <a:ext uri="{FF2B5EF4-FFF2-40B4-BE49-F238E27FC236}">
                <a16:creationId xmlns:a16="http://schemas.microsoft.com/office/drawing/2014/main" id="{BCFBA9D1-8CED-467A-96E6-8B3C37142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3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9" name="data_8165">
            <a:extLst xmlns:a="http://schemas.openxmlformats.org/drawingml/2006/main">
              <a:ext uri="{FF2B5EF4-FFF2-40B4-BE49-F238E27FC236}">
                <a16:creationId xmlns:a16="http://schemas.microsoft.com/office/drawing/2014/main" id="{F66EDE09-DB58-47D8-BBE3-6E0B6BB3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544" y="631119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0" name="data_8166">
            <a:extLst xmlns:a="http://schemas.openxmlformats.org/drawingml/2006/main">
              <a:ext uri="{FF2B5EF4-FFF2-40B4-BE49-F238E27FC236}">
                <a16:creationId xmlns:a16="http://schemas.microsoft.com/office/drawing/2014/main" id="{755F696F-3E65-41C2-BD3E-0051C2A9B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8005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1" name="data_8167">
            <a:extLst xmlns:a="http://schemas.openxmlformats.org/drawingml/2006/main">
              <a:ext uri="{FF2B5EF4-FFF2-40B4-BE49-F238E27FC236}">
                <a16:creationId xmlns:a16="http://schemas.microsoft.com/office/drawing/2014/main" id="{D90BF3E0-7D70-4E47-A235-B2216BA0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6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2" name="data_8168">
            <a:extLst xmlns:a="http://schemas.openxmlformats.org/drawingml/2006/main">
              <a:ext uri="{FF2B5EF4-FFF2-40B4-BE49-F238E27FC236}">
                <a16:creationId xmlns:a16="http://schemas.microsoft.com/office/drawing/2014/main" id="{0B4BE4CC-667D-4F12-B8F8-AF2EECF59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908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3" name="data_8169">
            <a:extLst xmlns:a="http://schemas.openxmlformats.org/drawingml/2006/main">
              <a:ext uri="{FF2B5EF4-FFF2-40B4-BE49-F238E27FC236}">
                <a16:creationId xmlns:a16="http://schemas.microsoft.com/office/drawing/2014/main" id="{BE3128EF-FEC9-4120-93A1-B38CF5426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025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4" name="data_8170">
            <a:extLst xmlns:a="http://schemas.openxmlformats.org/drawingml/2006/main">
              <a:ext uri="{FF2B5EF4-FFF2-40B4-BE49-F238E27FC236}">
                <a16:creationId xmlns:a16="http://schemas.microsoft.com/office/drawing/2014/main" id="{6C9A9FF7-33A0-47F9-B6DD-3C4C0818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785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5" name="data_8171">
            <a:extLst xmlns:a="http://schemas.openxmlformats.org/drawingml/2006/main">
              <a:ext uri="{FF2B5EF4-FFF2-40B4-BE49-F238E27FC236}">
                <a16:creationId xmlns:a16="http://schemas.microsoft.com/office/drawing/2014/main" id="{B9EBA758-B49A-4D74-AF89-39EA941AD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82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6" name="data_8172">
            <a:extLst xmlns:a="http://schemas.openxmlformats.org/drawingml/2006/main">
              <a:ext uri="{FF2B5EF4-FFF2-40B4-BE49-F238E27FC236}">
                <a16:creationId xmlns:a16="http://schemas.microsoft.com/office/drawing/2014/main" id="{86CFF848-1E9E-4CFE-AA1A-66C525824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6215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7" name="data_8173">
            <a:extLst xmlns:a="http://schemas.openxmlformats.org/drawingml/2006/main">
              <a:ext uri="{FF2B5EF4-FFF2-40B4-BE49-F238E27FC236}">
                <a16:creationId xmlns:a16="http://schemas.microsoft.com/office/drawing/2014/main" id="{51693792-80CF-438C-8945-786868762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295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8" name="data_8174">
            <a:extLst xmlns:a="http://schemas.openxmlformats.org/drawingml/2006/main">
              <a:ext uri="{FF2B5EF4-FFF2-40B4-BE49-F238E27FC236}">
                <a16:creationId xmlns:a16="http://schemas.microsoft.com/office/drawing/2014/main" id="{A1062F54-8A3D-4B9B-B596-25D96FC26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62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9" name="data_8175">
            <a:extLst xmlns:a="http://schemas.openxmlformats.org/drawingml/2006/main">
              <a:ext uri="{FF2B5EF4-FFF2-40B4-BE49-F238E27FC236}">
                <a16:creationId xmlns:a16="http://schemas.microsoft.com/office/drawing/2014/main" id="{4FCA62CD-E152-4999-8760-34998271D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745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0" name="data_8176">
            <a:extLst xmlns:a="http://schemas.openxmlformats.org/drawingml/2006/main">
              <a:ext uri="{FF2B5EF4-FFF2-40B4-BE49-F238E27FC236}">
                <a16:creationId xmlns:a16="http://schemas.microsoft.com/office/drawing/2014/main" id="{71BA4F9F-9B88-402A-A0E4-FA4DAF5A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549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1" name="data_8177">
            <a:extLst xmlns:a="http://schemas.openxmlformats.org/drawingml/2006/main">
              <a:ext uri="{FF2B5EF4-FFF2-40B4-BE49-F238E27FC236}">
                <a16:creationId xmlns:a16="http://schemas.microsoft.com/office/drawing/2014/main" id="{97DE2850-F44A-4386-B519-140C64AE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70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2" name="data_8178">
            <a:extLst xmlns:a="http://schemas.openxmlformats.org/drawingml/2006/main">
              <a:ext uri="{FF2B5EF4-FFF2-40B4-BE49-F238E27FC236}">
                <a16:creationId xmlns:a16="http://schemas.microsoft.com/office/drawing/2014/main" id="{CA397FE4-C0A7-4663-AEA9-443780994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0710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3" name="data_8179">
            <a:extLst xmlns:a="http://schemas.openxmlformats.org/drawingml/2006/main">
              <a:ext uri="{FF2B5EF4-FFF2-40B4-BE49-F238E27FC236}">
                <a16:creationId xmlns:a16="http://schemas.microsoft.com/office/drawing/2014/main" id="{46233F64-C18E-42EA-A15B-FF384E3A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666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4" name="data_8180">
            <a:extLst xmlns:a="http://schemas.openxmlformats.org/drawingml/2006/main">
              <a:ext uri="{FF2B5EF4-FFF2-40B4-BE49-F238E27FC236}">
                <a16:creationId xmlns:a16="http://schemas.microsoft.com/office/drawing/2014/main" id="{DA7659D8-660A-4AE0-B171-1E668AC6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72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5" name="data_8181">
            <a:extLst xmlns:a="http://schemas.openxmlformats.org/drawingml/2006/main">
              <a:ext uri="{FF2B5EF4-FFF2-40B4-BE49-F238E27FC236}">
                <a16:creationId xmlns:a16="http://schemas.microsoft.com/office/drawing/2014/main" id="{33E9EA66-3C53-44E2-9557-2EF8B91E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579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6" name="data_8182">
            <a:extLst xmlns:a="http://schemas.openxmlformats.org/drawingml/2006/main">
              <a:ext uri="{FF2B5EF4-FFF2-40B4-BE49-F238E27FC236}">
                <a16:creationId xmlns:a16="http://schemas.microsoft.com/office/drawing/2014/main" id="{5AE39B4C-FA17-4091-A12B-DE300D557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62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7" name="data_8183">
            <a:extLst xmlns:a="http://schemas.openxmlformats.org/drawingml/2006/main">
              <a:ext uri="{FF2B5EF4-FFF2-40B4-BE49-F238E27FC236}">
                <a16:creationId xmlns:a16="http://schemas.microsoft.com/office/drawing/2014/main" id="{180E25A0-33C5-4A2E-9EFE-A1C8C5C9F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6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8" name="data_8184">
            <a:extLst xmlns:a="http://schemas.openxmlformats.org/drawingml/2006/main">
              <a:ext uri="{FF2B5EF4-FFF2-40B4-BE49-F238E27FC236}">
                <a16:creationId xmlns:a16="http://schemas.microsoft.com/office/drawing/2014/main" id="{044F3872-C568-4FC7-9F88-643ED7471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375" y="61715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9" name="data_8185">
            <a:extLst xmlns:a="http://schemas.openxmlformats.org/drawingml/2006/main">
              <a:ext uri="{FF2B5EF4-FFF2-40B4-BE49-F238E27FC236}">
                <a16:creationId xmlns:a16="http://schemas.microsoft.com/office/drawing/2014/main" id="{E663EDE6-84A7-48D1-8997-79B988227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207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0" name="data_8186">
            <a:extLst xmlns:a="http://schemas.openxmlformats.org/drawingml/2006/main">
              <a:ext uri="{FF2B5EF4-FFF2-40B4-BE49-F238E27FC236}">
                <a16:creationId xmlns:a16="http://schemas.microsoft.com/office/drawing/2014/main" id="{0A620D88-5AFB-4653-916F-A10B04FE3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78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1" name="data_8187">
            <a:extLst xmlns:a="http://schemas.openxmlformats.org/drawingml/2006/main">
              <a:ext uri="{FF2B5EF4-FFF2-40B4-BE49-F238E27FC236}">
                <a16:creationId xmlns:a16="http://schemas.microsoft.com/office/drawing/2014/main" id="{68C1EFD6-2C9B-4063-8F10-C0557735C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447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2" name="data_8188">
            <a:extLst xmlns:a="http://schemas.openxmlformats.org/drawingml/2006/main">
              <a:ext uri="{FF2B5EF4-FFF2-40B4-BE49-F238E27FC236}">
                <a16:creationId xmlns:a16="http://schemas.microsoft.com/office/drawing/2014/main" id="{AA8B90A1-CE37-46E1-AF5E-7D263DB7D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719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3" name="data_8189">
            <a:extLst xmlns:a="http://schemas.openxmlformats.org/drawingml/2006/main">
              <a:ext uri="{FF2B5EF4-FFF2-40B4-BE49-F238E27FC236}">
                <a16:creationId xmlns:a16="http://schemas.microsoft.com/office/drawing/2014/main" id="{6CB90526-3660-4902-8EF1-746732D4E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70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4" name="data_8190">
            <a:extLst xmlns:a="http://schemas.openxmlformats.org/drawingml/2006/main">
              <a:ext uri="{FF2B5EF4-FFF2-40B4-BE49-F238E27FC236}">
                <a16:creationId xmlns:a16="http://schemas.microsoft.com/office/drawing/2014/main" id="{43DA5529-088B-4E7A-A347-4F6488540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81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5" name="data_8191">
            <a:extLst xmlns:a="http://schemas.openxmlformats.org/drawingml/2006/main">
              <a:ext uri="{FF2B5EF4-FFF2-40B4-BE49-F238E27FC236}">
                <a16:creationId xmlns:a16="http://schemas.microsoft.com/office/drawing/2014/main" id="{EA8FC507-8752-4E4C-AF5A-7469A1DBE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991" y="62519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6" name="data_8192">
            <a:extLst xmlns:a="http://schemas.openxmlformats.org/drawingml/2006/main">
              <a:ext uri="{FF2B5EF4-FFF2-40B4-BE49-F238E27FC236}">
                <a16:creationId xmlns:a16="http://schemas.microsoft.com/office/drawing/2014/main" id="{93870AF0-5FDC-4EC4-8EEB-9EB75EE67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207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7" name="data_8193">
            <a:extLst xmlns:a="http://schemas.openxmlformats.org/drawingml/2006/main">
              <a:ext uri="{FF2B5EF4-FFF2-40B4-BE49-F238E27FC236}">
                <a16:creationId xmlns:a16="http://schemas.microsoft.com/office/drawing/2014/main" id="{769E0A2F-C6B3-4A1D-94C9-35C1A815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75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8" name="data_8194">
            <a:extLst xmlns:a="http://schemas.openxmlformats.org/drawingml/2006/main">
              <a:ext uri="{FF2B5EF4-FFF2-40B4-BE49-F238E27FC236}">
                <a16:creationId xmlns:a16="http://schemas.microsoft.com/office/drawing/2014/main" id="{AFE6DDBC-238C-45F6-A52A-DD4D67482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12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9" name="data_8195">
            <a:extLst xmlns:a="http://schemas.openxmlformats.org/drawingml/2006/main">
              <a:ext uri="{FF2B5EF4-FFF2-40B4-BE49-F238E27FC236}">
                <a16:creationId xmlns:a16="http://schemas.microsoft.com/office/drawing/2014/main" id="{DC7B05F6-8B1E-4E78-82C6-F9A04519C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960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0" name="data_8196">
            <a:extLst xmlns:a="http://schemas.openxmlformats.org/drawingml/2006/main">
              <a:ext uri="{FF2B5EF4-FFF2-40B4-BE49-F238E27FC236}">
                <a16:creationId xmlns:a16="http://schemas.microsoft.com/office/drawing/2014/main" id="{FCC3E38B-AAA0-40CB-845B-020130865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78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1" name="data_8197">
            <a:extLst xmlns:a="http://schemas.openxmlformats.org/drawingml/2006/main">
              <a:ext uri="{FF2B5EF4-FFF2-40B4-BE49-F238E27FC236}">
                <a16:creationId xmlns:a16="http://schemas.microsoft.com/office/drawing/2014/main" id="{B8E2C45A-227B-46DF-A582-28D5AE101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2370" y="678503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2" name="data_8198">
            <a:extLst xmlns:a="http://schemas.openxmlformats.org/drawingml/2006/main">
              <a:ext uri="{FF2B5EF4-FFF2-40B4-BE49-F238E27FC236}">
                <a16:creationId xmlns:a16="http://schemas.microsoft.com/office/drawing/2014/main" id="{3AA4C6F9-103D-4C35-ABBE-20B3E8547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8658" y="680618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3" name="data_8199">
            <a:extLst xmlns:a="http://schemas.openxmlformats.org/drawingml/2006/main">
              <a:ext uri="{FF2B5EF4-FFF2-40B4-BE49-F238E27FC236}">
                <a16:creationId xmlns:a16="http://schemas.microsoft.com/office/drawing/2014/main" id="{E6F901BD-5354-49AB-91B2-1B948868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640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4" name="data_8200">
            <a:extLst xmlns:a="http://schemas.openxmlformats.org/drawingml/2006/main">
              <a:ext uri="{FF2B5EF4-FFF2-40B4-BE49-F238E27FC236}">
                <a16:creationId xmlns:a16="http://schemas.microsoft.com/office/drawing/2014/main" id="{41AAA122-56C3-422E-939C-22BC55DA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240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5" name="data_8201">
            <a:extLst xmlns:a="http://schemas.openxmlformats.org/drawingml/2006/main">
              <a:ext uri="{FF2B5EF4-FFF2-40B4-BE49-F238E27FC236}">
                <a16:creationId xmlns:a16="http://schemas.microsoft.com/office/drawing/2014/main" id="{2E5385A2-FCEA-471E-91DE-87297382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660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6" name="data_8202">
            <a:extLst xmlns:a="http://schemas.openxmlformats.org/drawingml/2006/main">
              <a:ext uri="{FF2B5EF4-FFF2-40B4-BE49-F238E27FC236}">
                <a16:creationId xmlns:a16="http://schemas.microsoft.com/office/drawing/2014/main" id="{8F269186-DF2D-45C9-9D0F-430D3472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543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7" name="data_8203">
            <a:extLst xmlns:a="http://schemas.openxmlformats.org/drawingml/2006/main">
              <a:ext uri="{FF2B5EF4-FFF2-40B4-BE49-F238E27FC236}">
                <a16:creationId xmlns:a16="http://schemas.microsoft.com/office/drawing/2014/main" id="{7CBF0E7F-E5D1-493C-AC6F-606764DF5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777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8" name="data_8204">
            <a:extLst xmlns:a="http://schemas.openxmlformats.org/drawingml/2006/main">
              <a:ext uri="{FF2B5EF4-FFF2-40B4-BE49-F238E27FC236}">
                <a16:creationId xmlns:a16="http://schemas.microsoft.com/office/drawing/2014/main" id="{54DE46C8-E807-43BD-9C6D-6669B20B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9" name="data_8205">
            <a:extLst xmlns:a="http://schemas.openxmlformats.org/drawingml/2006/main">
              <a:ext uri="{FF2B5EF4-FFF2-40B4-BE49-F238E27FC236}">
                <a16:creationId xmlns:a16="http://schemas.microsoft.com/office/drawing/2014/main" id="{E976A68B-0F3E-40B6-ABD9-903700627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6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0" name="data_8206">
            <a:extLst xmlns:a="http://schemas.openxmlformats.org/drawingml/2006/main">
              <a:ext uri="{FF2B5EF4-FFF2-40B4-BE49-F238E27FC236}">
                <a16:creationId xmlns:a16="http://schemas.microsoft.com/office/drawing/2014/main" id="{B382AB6D-DF34-468B-9D51-2434EBF18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071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1" name="data_8207">
            <a:extLst xmlns:a="http://schemas.openxmlformats.org/drawingml/2006/main">
              <a:ext uri="{FF2B5EF4-FFF2-40B4-BE49-F238E27FC236}">
                <a16:creationId xmlns:a16="http://schemas.microsoft.com/office/drawing/2014/main" id="{52856B5B-D326-49E4-9871-4C92867B7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156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2" name="data_8208">
            <a:extLst xmlns:a="http://schemas.openxmlformats.org/drawingml/2006/main">
              <a:ext uri="{FF2B5EF4-FFF2-40B4-BE49-F238E27FC236}">
                <a16:creationId xmlns:a16="http://schemas.microsoft.com/office/drawing/2014/main" id="{9CCD1FE7-7B8B-442A-9B08-BB30BA7D7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57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3" name="data_8209">
            <a:extLst xmlns:a="http://schemas.openxmlformats.org/drawingml/2006/main">
              <a:ext uri="{FF2B5EF4-FFF2-40B4-BE49-F238E27FC236}">
                <a16:creationId xmlns:a16="http://schemas.microsoft.com/office/drawing/2014/main" id="{DCCF890A-8477-4A65-A6DC-1A27504E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113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4" name="data_8210">
            <a:extLst xmlns:a="http://schemas.openxmlformats.org/drawingml/2006/main">
              <a:ext uri="{FF2B5EF4-FFF2-40B4-BE49-F238E27FC236}">
                <a16:creationId xmlns:a16="http://schemas.microsoft.com/office/drawing/2014/main" id="{47E27455-E648-4BDC-8216-B673B152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350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5" name="data_8211">
            <a:extLst xmlns:a="http://schemas.openxmlformats.org/drawingml/2006/main">
              <a:ext uri="{FF2B5EF4-FFF2-40B4-BE49-F238E27FC236}">
                <a16:creationId xmlns:a16="http://schemas.microsoft.com/office/drawing/2014/main" id="{59C86513-0141-4E31-A8A4-CD933DA50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677" y="638637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6" name="data_8212">
            <a:extLst xmlns:a="http://schemas.openxmlformats.org/drawingml/2006/main">
              <a:ext uri="{FF2B5EF4-FFF2-40B4-BE49-F238E27FC236}">
                <a16:creationId xmlns:a16="http://schemas.microsoft.com/office/drawing/2014/main" id="{4E747C81-AD85-4010-9BB6-C135C3CA6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7876" y="624209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7" name="data_8213">
            <a:extLst xmlns:a="http://schemas.openxmlformats.org/drawingml/2006/main">
              <a:ext uri="{FF2B5EF4-FFF2-40B4-BE49-F238E27FC236}">
                <a16:creationId xmlns:a16="http://schemas.microsoft.com/office/drawing/2014/main" id="{0C28C480-E3F8-48B8-8595-DD85C52A2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513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8" name="data_8214">
            <a:extLst xmlns:a="http://schemas.openxmlformats.org/drawingml/2006/main">
              <a:ext uri="{FF2B5EF4-FFF2-40B4-BE49-F238E27FC236}">
                <a16:creationId xmlns:a16="http://schemas.microsoft.com/office/drawing/2014/main" id="{B3414C4B-0179-43D0-A982-0C89EE2C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5366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9" name="data_8215">
            <a:extLst xmlns:a="http://schemas.openxmlformats.org/drawingml/2006/main">
              <a:ext uri="{FF2B5EF4-FFF2-40B4-BE49-F238E27FC236}">
                <a16:creationId xmlns:a16="http://schemas.microsoft.com/office/drawing/2014/main" id="{68611EE9-6552-4E74-9A94-B7261E0A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41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0" name="data_8216">
            <a:extLst xmlns:a="http://schemas.openxmlformats.org/drawingml/2006/main">
              <a:ext uri="{FF2B5EF4-FFF2-40B4-BE49-F238E27FC236}">
                <a16:creationId xmlns:a16="http://schemas.microsoft.com/office/drawing/2014/main" id="{FF02D090-2990-42DF-BCE9-E91714A12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403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1" name="data_8217">
            <a:extLst xmlns:a="http://schemas.openxmlformats.org/drawingml/2006/main">
              <a:ext uri="{FF2B5EF4-FFF2-40B4-BE49-F238E27FC236}">
                <a16:creationId xmlns:a16="http://schemas.microsoft.com/office/drawing/2014/main" id="{56BAE00C-F7F6-4D23-B8F4-6B8C11F3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63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2" name="data_8218">
            <a:extLst xmlns:a="http://schemas.openxmlformats.org/drawingml/2006/main">
              <a:ext uri="{FF2B5EF4-FFF2-40B4-BE49-F238E27FC236}">
                <a16:creationId xmlns:a16="http://schemas.microsoft.com/office/drawing/2014/main" id="{7D9FD32B-DEDE-494D-96B5-BAE89D277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911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3" name="data_8219">
            <a:extLst xmlns:a="http://schemas.openxmlformats.org/drawingml/2006/main">
              <a:ext uri="{FF2B5EF4-FFF2-40B4-BE49-F238E27FC236}">
                <a16:creationId xmlns:a16="http://schemas.microsoft.com/office/drawing/2014/main" id="{0F05D258-EA00-4EA3-A940-379E502A8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693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4" name="data_8220">
            <a:extLst xmlns:a="http://schemas.openxmlformats.org/drawingml/2006/main">
              <a:ext uri="{FF2B5EF4-FFF2-40B4-BE49-F238E27FC236}">
                <a16:creationId xmlns:a16="http://schemas.microsoft.com/office/drawing/2014/main" id="{EFE4B838-2EA2-482A-8D78-54A49D96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683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5" name="data_8221">
            <a:extLst xmlns:a="http://schemas.openxmlformats.org/drawingml/2006/main">
              <a:ext uri="{FF2B5EF4-FFF2-40B4-BE49-F238E27FC236}">
                <a16:creationId xmlns:a16="http://schemas.microsoft.com/office/drawing/2014/main" id="{9A0A52DE-FC4F-45EF-9612-37ED150CF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60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6" name="data_8222">
            <a:extLst xmlns:a="http://schemas.openxmlformats.org/drawingml/2006/main">
              <a:ext uri="{FF2B5EF4-FFF2-40B4-BE49-F238E27FC236}">
                <a16:creationId xmlns:a16="http://schemas.microsoft.com/office/drawing/2014/main" id="{0D665FCE-E7C0-4AD9-A981-E3431B320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878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7" name="data_8223">
            <a:extLst xmlns:a="http://schemas.openxmlformats.org/drawingml/2006/main">
              <a:ext uri="{FF2B5EF4-FFF2-40B4-BE49-F238E27FC236}">
                <a16:creationId xmlns:a16="http://schemas.microsoft.com/office/drawing/2014/main" id="{2AACA312-3150-4E8E-8F1B-26128D2E0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911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8" name="data_8224">
            <a:extLst xmlns:a="http://schemas.openxmlformats.org/drawingml/2006/main">
              <a:ext uri="{FF2B5EF4-FFF2-40B4-BE49-F238E27FC236}">
                <a16:creationId xmlns:a16="http://schemas.microsoft.com/office/drawing/2014/main" id="{362378A2-B0F2-4241-B160-965CD6B07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924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9" name="data_8225">
            <a:extLst xmlns:a="http://schemas.openxmlformats.org/drawingml/2006/main">
              <a:ext uri="{FF2B5EF4-FFF2-40B4-BE49-F238E27FC236}">
                <a16:creationId xmlns:a16="http://schemas.microsoft.com/office/drawing/2014/main" id="{F479F50F-4BC3-4176-98D0-B276E32A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881" y="66961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0" name="data_8226">
            <a:extLst xmlns:a="http://schemas.openxmlformats.org/drawingml/2006/main">
              <a:ext uri="{FF2B5EF4-FFF2-40B4-BE49-F238E27FC236}">
                <a16:creationId xmlns:a16="http://schemas.microsoft.com/office/drawing/2014/main" id="{86FA2C41-0D8A-4AD1-9A62-0CBC0AFC1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41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1" name="data_8227">
            <a:extLst xmlns:a="http://schemas.openxmlformats.org/drawingml/2006/main">
              <a:ext uri="{FF2B5EF4-FFF2-40B4-BE49-F238E27FC236}">
                <a16:creationId xmlns:a16="http://schemas.microsoft.com/office/drawing/2014/main" id="{D55251F1-A95B-481A-94D8-253038859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25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2" name="data_8228">
            <a:extLst xmlns:a="http://schemas.openxmlformats.org/drawingml/2006/main">
              <a:ext uri="{FF2B5EF4-FFF2-40B4-BE49-F238E27FC236}">
                <a16:creationId xmlns:a16="http://schemas.microsoft.com/office/drawing/2014/main" id="{9836BA5B-DFA1-4F59-93F0-F546C6BF0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735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3" name="data_8229">
            <a:extLst xmlns:a="http://schemas.openxmlformats.org/drawingml/2006/main">
              <a:ext uri="{FF2B5EF4-FFF2-40B4-BE49-F238E27FC236}">
                <a16:creationId xmlns:a16="http://schemas.microsoft.com/office/drawing/2014/main" id="{63D8F957-BF3A-4B16-8968-549D431F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09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4" name="data_8230">
            <a:extLst xmlns:a="http://schemas.openxmlformats.org/drawingml/2006/main">
              <a:ext uri="{FF2B5EF4-FFF2-40B4-BE49-F238E27FC236}">
                <a16:creationId xmlns:a16="http://schemas.microsoft.com/office/drawing/2014/main" id="{64410883-A6D0-451A-904C-53B26803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812" y="686964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5" name="data_8231">
            <a:extLst xmlns:a="http://schemas.openxmlformats.org/drawingml/2006/main">
              <a:ext uri="{FF2B5EF4-FFF2-40B4-BE49-F238E27FC236}">
                <a16:creationId xmlns:a16="http://schemas.microsoft.com/office/drawing/2014/main" id="{1A716FFB-3F91-4912-8AC3-9A554FED9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004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6" name="data_8232">
            <a:extLst xmlns:a="http://schemas.openxmlformats.org/drawingml/2006/main">
              <a:ext uri="{FF2B5EF4-FFF2-40B4-BE49-F238E27FC236}">
                <a16:creationId xmlns:a16="http://schemas.microsoft.com/office/drawing/2014/main" id="{254CE075-0FAB-4AF1-ACAF-B2C084D55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42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7" name="data_8233">
            <a:extLst xmlns:a="http://schemas.openxmlformats.org/drawingml/2006/main">
              <a:ext uri="{FF2B5EF4-FFF2-40B4-BE49-F238E27FC236}">
                <a16:creationId xmlns:a16="http://schemas.microsoft.com/office/drawing/2014/main" id="{464D9B89-ABAB-4ED8-92E4-CABBB2B6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267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8" name="data_8234">
            <a:extLst xmlns:a="http://schemas.openxmlformats.org/drawingml/2006/main">
              <a:ext uri="{FF2B5EF4-FFF2-40B4-BE49-F238E27FC236}">
                <a16:creationId xmlns:a16="http://schemas.microsoft.com/office/drawing/2014/main" id="{EFCE6F65-0FCB-41B2-A31F-A395E5B7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300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9" name="data_8235">
            <a:extLst xmlns:a="http://schemas.openxmlformats.org/drawingml/2006/main">
              <a:ext uri="{FF2B5EF4-FFF2-40B4-BE49-F238E27FC236}">
                <a16:creationId xmlns:a16="http://schemas.microsoft.com/office/drawing/2014/main" id="{6F23F110-BB31-423D-8431-E036F040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27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0" name="data_8236">
            <a:extLst xmlns:a="http://schemas.openxmlformats.org/drawingml/2006/main">
              <a:ext uri="{FF2B5EF4-FFF2-40B4-BE49-F238E27FC236}">
                <a16:creationId xmlns:a16="http://schemas.microsoft.com/office/drawing/2014/main" id="{836CCD71-978C-47AC-938D-6B83265A2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268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1" name="data_8237">
            <a:extLst xmlns:a="http://schemas.openxmlformats.org/drawingml/2006/main">
              <a:ext uri="{FF2B5EF4-FFF2-40B4-BE49-F238E27FC236}">
                <a16:creationId xmlns:a16="http://schemas.microsoft.com/office/drawing/2014/main" id="{6F56C940-6C58-4208-8123-801BEFA6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90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2" name="data_8238">
            <a:extLst xmlns:a="http://schemas.openxmlformats.org/drawingml/2006/main">
              <a:ext uri="{FF2B5EF4-FFF2-40B4-BE49-F238E27FC236}">
                <a16:creationId xmlns:a16="http://schemas.microsoft.com/office/drawing/2014/main" id="{1740C40B-9283-4588-9061-F69704D86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3494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3" name="data_8239">
            <a:extLst xmlns:a="http://schemas.openxmlformats.org/drawingml/2006/main">
              <a:ext uri="{FF2B5EF4-FFF2-40B4-BE49-F238E27FC236}">
                <a16:creationId xmlns:a16="http://schemas.microsoft.com/office/drawing/2014/main" id="{962B9E40-D723-49C8-9E83-00CE36B04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7238" y="531775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4" name="data_8240">
            <a:extLst xmlns:a="http://schemas.openxmlformats.org/drawingml/2006/main">
              <a:ext uri="{FF2B5EF4-FFF2-40B4-BE49-F238E27FC236}">
                <a16:creationId xmlns:a16="http://schemas.microsoft.com/office/drawing/2014/main" id="{E96A91F6-26BA-44DD-BD7A-C23CC45A8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499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5" name="data_8241">
            <a:extLst xmlns:a="http://schemas.openxmlformats.org/drawingml/2006/main">
              <a:ext uri="{FF2B5EF4-FFF2-40B4-BE49-F238E27FC236}">
                <a16:creationId xmlns:a16="http://schemas.microsoft.com/office/drawing/2014/main" id="{F19FBEE9-FC70-4629-81C4-CD3A5292C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977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6" name="data_8242">
            <a:extLst xmlns:a="http://schemas.openxmlformats.org/drawingml/2006/main">
              <a:ext uri="{FF2B5EF4-FFF2-40B4-BE49-F238E27FC236}">
                <a16:creationId xmlns:a16="http://schemas.microsoft.com/office/drawing/2014/main" id="{6A7E04D6-96DC-41FC-892D-C7BBED5C5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059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7" name="data_8243">
            <a:extLst xmlns:a="http://schemas.openxmlformats.org/drawingml/2006/main">
              <a:ext uri="{FF2B5EF4-FFF2-40B4-BE49-F238E27FC236}">
                <a16:creationId xmlns:a16="http://schemas.microsoft.com/office/drawing/2014/main" id="{2D322356-B634-4A60-AD06-7655233D7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456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8" name="data_8244">
            <a:extLst xmlns:a="http://schemas.openxmlformats.org/drawingml/2006/main">
              <a:ext uri="{FF2B5EF4-FFF2-40B4-BE49-F238E27FC236}">
                <a16:creationId xmlns:a16="http://schemas.microsoft.com/office/drawing/2014/main" id="{CC50667A-BEBE-4DB3-AD12-B893106FE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365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9" name="data_8245">
            <a:extLst xmlns:a="http://schemas.openxmlformats.org/drawingml/2006/main">
              <a:ext uri="{FF2B5EF4-FFF2-40B4-BE49-F238E27FC236}">
                <a16:creationId xmlns:a16="http://schemas.microsoft.com/office/drawing/2014/main" id="{200CC613-8F2E-4406-972A-56750016D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984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0" name="data_8246">
            <a:extLst xmlns:a="http://schemas.openxmlformats.org/drawingml/2006/main">
              <a:ext uri="{FF2B5EF4-FFF2-40B4-BE49-F238E27FC236}">
                <a16:creationId xmlns:a16="http://schemas.microsoft.com/office/drawing/2014/main" id="{3D0CD29C-1E60-4B1E-9B00-E386E3C36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945" y="68802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1" name="data_8247">
            <a:extLst xmlns:a="http://schemas.openxmlformats.org/drawingml/2006/main">
              <a:ext uri="{FF2B5EF4-FFF2-40B4-BE49-F238E27FC236}">
                <a16:creationId xmlns:a16="http://schemas.microsoft.com/office/drawing/2014/main" id="{690BD862-E873-40A7-8DE6-32E70A9E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586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2" name="data_8248">
            <a:extLst xmlns:a="http://schemas.openxmlformats.org/drawingml/2006/main">
              <a:ext uri="{FF2B5EF4-FFF2-40B4-BE49-F238E27FC236}">
                <a16:creationId xmlns:a16="http://schemas.microsoft.com/office/drawing/2014/main" id="{2C9683E0-EA77-4EDB-B8B6-8518BE9F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3592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3" name="data_8249">
            <a:extLst xmlns:a="http://schemas.openxmlformats.org/drawingml/2006/main">
              <a:ext uri="{FF2B5EF4-FFF2-40B4-BE49-F238E27FC236}">
                <a16:creationId xmlns:a16="http://schemas.microsoft.com/office/drawing/2014/main" id="{6399F4F2-D3D0-470C-96E9-1F741274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841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4" name="data_8250">
            <a:extLst xmlns:a="http://schemas.openxmlformats.org/drawingml/2006/main">
              <a:ext uri="{FF2B5EF4-FFF2-40B4-BE49-F238E27FC236}">
                <a16:creationId xmlns:a16="http://schemas.microsoft.com/office/drawing/2014/main" id="{EA0991B9-23FE-4DD0-81AF-B6E14EBC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95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5" name="data_8251">
            <a:extLst xmlns:a="http://schemas.openxmlformats.org/drawingml/2006/main">
              <a:ext uri="{FF2B5EF4-FFF2-40B4-BE49-F238E27FC236}">
                <a16:creationId xmlns:a16="http://schemas.microsoft.com/office/drawing/2014/main" id="{DC61BC6B-3F61-4DCF-B157-605E020B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179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6" name="data_8252">
            <a:extLst xmlns:a="http://schemas.openxmlformats.org/drawingml/2006/main">
              <a:ext uri="{FF2B5EF4-FFF2-40B4-BE49-F238E27FC236}">
                <a16:creationId xmlns:a16="http://schemas.microsoft.com/office/drawing/2014/main" id="{7F33F008-3360-4F23-ACB2-D673D497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893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7" name="data_8253">
            <a:extLst xmlns:a="http://schemas.openxmlformats.org/drawingml/2006/main">
              <a:ext uri="{FF2B5EF4-FFF2-40B4-BE49-F238E27FC236}">
                <a16:creationId xmlns:a16="http://schemas.microsoft.com/office/drawing/2014/main" id="{A5659D8C-F7CC-4751-899D-C4064422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815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8" name="data_8254">
            <a:extLst xmlns:a="http://schemas.openxmlformats.org/drawingml/2006/main">
              <a:ext uri="{FF2B5EF4-FFF2-40B4-BE49-F238E27FC236}">
                <a16:creationId xmlns:a16="http://schemas.microsoft.com/office/drawing/2014/main" id="{9B188215-A776-452A-8240-55252E5B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7012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9" name="data_8255">
            <a:extLst xmlns:a="http://schemas.openxmlformats.org/drawingml/2006/main">
              <a:ext uri="{FF2B5EF4-FFF2-40B4-BE49-F238E27FC236}">
                <a16:creationId xmlns:a16="http://schemas.microsoft.com/office/drawing/2014/main" id="{7008797C-7806-4C16-87E8-FC641305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812" y="624209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0" name="data_8256">
            <a:extLst xmlns:a="http://schemas.openxmlformats.org/drawingml/2006/main">
              <a:ext uri="{FF2B5EF4-FFF2-40B4-BE49-F238E27FC236}">
                <a16:creationId xmlns:a16="http://schemas.microsoft.com/office/drawing/2014/main" id="{0ADE0900-2A60-47F0-B85F-FBA737C5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1638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1" name="data_8257">
            <a:extLst xmlns:a="http://schemas.openxmlformats.org/drawingml/2006/main">
              <a:ext uri="{FF2B5EF4-FFF2-40B4-BE49-F238E27FC236}">
                <a16:creationId xmlns:a16="http://schemas.microsoft.com/office/drawing/2014/main" id="{B1F2C521-9742-4627-9EB8-85275F6F1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7273" y="531775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2" name="data_8258">
            <a:extLst xmlns:a="http://schemas.openxmlformats.org/drawingml/2006/main">
              <a:ext uri="{FF2B5EF4-FFF2-40B4-BE49-F238E27FC236}">
                <a16:creationId xmlns:a16="http://schemas.microsoft.com/office/drawing/2014/main" id="{942AF2E1-A151-4497-8208-0CB37E1F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87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3" name="data_8259">
            <a:extLst xmlns:a="http://schemas.openxmlformats.org/drawingml/2006/main">
              <a:ext uri="{FF2B5EF4-FFF2-40B4-BE49-F238E27FC236}">
                <a16:creationId xmlns:a16="http://schemas.microsoft.com/office/drawing/2014/main" id="{3A6DE148-3F9B-4791-91A4-1BF976B3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5057" y="595581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4" name="data_8260">
            <a:extLst xmlns:a="http://schemas.openxmlformats.org/drawingml/2006/main">
              <a:ext uri="{FF2B5EF4-FFF2-40B4-BE49-F238E27FC236}">
                <a16:creationId xmlns:a16="http://schemas.microsoft.com/office/drawing/2014/main" id="{B15AD116-6689-40A4-940E-65CE9D125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51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5" name="data_8261">
            <a:extLst xmlns:a="http://schemas.openxmlformats.org/drawingml/2006/main">
              <a:ext uri="{FF2B5EF4-FFF2-40B4-BE49-F238E27FC236}">
                <a16:creationId xmlns:a16="http://schemas.microsoft.com/office/drawing/2014/main" id="{02665D0B-2A05-46E3-9E67-FB3BF898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81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6" name="data_8262">
            <a:extLst xmlns:a="http://schemas.openxmlformats.org/drawingml/2006/main">
              <a:ext uri="{FF2B5EF4-FFF2-40B4-BE49-F238E27FC236}">
                <a16:creationId xmlns:a16="http://schemas.microsoft.com/office/drawing/2014/main" id="{8CB3A8FF-9281-4DCB-BE54-1FE7B1D4B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059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7" name="data_8263">
            <a:extLst xmlns:a="http://schemas.openxmlformats.org/drawingml/2006/main">
              <a:ext uri="{FF2B5EF4-FFF2-40B4-BE49-F238E27FC236}">
                <a16:creationId xmlns:a16="http://schemas.microsoft.com/office/drawing/2014/main" id="{0D426986-EA46-4A64-83F8-9EAE4A1B7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176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8" name="data_8264">
            <a:extLst xmlns:a="http://schemas.openxmlformats.org/drawingml/2006/main">
              <a:ext uri="{FF2B5EF4-FFF2-40B4-BE49-F238E27FC236}">
                <a16:creationId xmlns:a16="http://schemas.microsoft.com/office/drawing/2014/main" id="{D2A793B0-EEB6-462F-8909-F40BAE64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299" y="61927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9" name="data_8265">
            <a:extLst xmlns:a="http://schemas.openxmlformats.org/drawingml/2006/main">
              <a:ext uri="{FF2B5EF4-FFF2-40B4-BE49-F238E27FC236}">
                <a16:creationId xmlns:a16="http://schemas.microsoft.com/office/drawing/2014/main" id="{E84A1722-F8FE-4B90-9D48-33C9EEB2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434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0" name="data_8266">
            <a:extLst xmlns:a="http://schemas.openxmlformats.org/drawingml/2006/main">
              <a:ext uri="{FF2B5EF4-FFF2-40B4-BE49-F238E27FC236}">
                <a16:creationId xmlns:a16="http://schemas.microsoft.com/office/drawing/2014/main" id="{A05EEDE1-19EC-4D48-87BE-1605483D8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7729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1" name="data_8267">
            <a:extLst xmlns:a="http://schemas.openxmlformats.org/drawingml/2006/main">
              <a:ext uri="{FF2B5EF4-FFF2-40B4-BE49-F238E27FC236}">
                <a16:creationId xmlns:a16="http://schemas.microsoft.com/office/drawing/2014/main" id="{99B912FB-B314-4E19-9690-9496AAE44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809" y="58669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2" name="data_8268">
            <a:extLst xmlns:a="http://schemas.openxmlformats.org/drawingml/2006/main">
              <a:ext uri="{FF2B5EF4-FFF2-40B4-BE49-F238E27FC236}">
                <a16:creationId xmlns:a16="http://schemas.microsoft.com/office/drawing/2014/main" id="{A91EC82D-5590-4B38-8A93-F21AEFCF2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313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3" name="data_8269">
            <a:extLst xmlns:a="http://schemas.openxmlformats.org/drawingml/2006/main">
              <a:ext uri="{FF2B5EF4-FFF2-40B4-BE49-F238E27FC236}">
                <a16:creationId xmlns:a16="http://schemas.microsoft.com/office/drawing/2014/main" id="{A1FCBD2C-4232-4978-8645-FC47C3E87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896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4" name="data_8270">
            <a:extLst xmlns:a="http://schemas.openxmlformats.org/drawingml/2006/main">
              <a:ext uri="{FF2B5EF4-FFF2-40B4-BE49-F238E27FC236}">
                <a16:creationId xmlns:a16="http://schemas.microsoft.com/office/drawing/2014/main" id="{A50349AF-8CCC-4D23-848F-A6BEEE382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701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5" name="data_8271">
            <a:extLst xmlns:a="http://schemas.openxmlformats.org/drawingml/2006/main">
              <a:ext uri="{FF2B5EF4-FFF2-40B4-BE49-F238E27FC236}">
                <a16:creationId xmlns:a16="http://schemas.microsoft.com/office/drawing/2014/main" id="{5504B5FF-DCC9-44CA-BB39-FB02119F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521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6" name="data_8272">
            <a:extLst xmlns:a="http://schemas.openxmlformats.org/drawingml/2006/main">
              <a:ext uri="{FF2B5EF4-FFF2-40B4-BE49-F238E27FC236}">
                <a16:creationId xmlns:a16="http://schemas.microsoft.com/office/drawing/2014/main" id="{4140EBA3-2DD5-43E0-B0C2-71E64929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222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7" name="data_8273">
            <a:extLst xmlns:a="http://schemas.openxmlformats.org/drawingml/2006/main">
              <a:ext uri="{FF2B5EF4-FFF2-40B4-BE49-F238E27FC236}">
                <a16:creationId xmlns:a16="http://schemas.microsoft.com/office/drawing/2014/main" id="{9F84D148-F427-4E8E-B2D5-993014B3E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18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8" name="data_8274">
            <a:extLst xmlns:a="http://schemas.openxmlformats.org/drawingml/2006/main">
              <a:ext uri="{FF2B5EF4-FFF2-40B4-BE49-F238E27FC236}">
                <a16:creationId xmlns:a16="http://schemas.microsoft.com/office/drawing/2014/main" id="{F2361D77-E260-4AA1-B1DC-9CE1C0139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724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9" name="data_8275">
            <a:extLst xmlns:a="http://schemas.openxmlformats.org/drawingml/2006/main">
              <a:ext uri="{FF2B5EF4-FFF2-40B4-BE49-F238E27FC236}">
                <a16:creationId xmlns:a16="http://schemas.microsoft.com/office/drawing/2014/main" id="{B48C6310-9D78-4874-8459-6C5A2C38E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73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0" name="data_8276">
            <a:extLst xmlns:a="http://schemas.openxmlformats.org/drawingml/2006/main">
              <a:ext uri="{FF2B5EF4-FFF2-40B4-BE49-F238E27FC236}">
                <a16:creationId xmlns:a16="http://schemas.microsoft.com/office/drawing/2014/main" id="{7FE2825C-95B4-4424-82D8-81D2C7C77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013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1" name="data_8277">
            <a:extLst xmlns:a="http://schemas.openxmlformats.org/drawingml/2006/main">
              <a:ext uri="{FF2B5EF4-FFF2-40B4-BE49-F238E27FC236}">
                <a16:creationId xmlns:a16="http://schemas.microsoft.com/office/drawing/2014/main" id="{64F42E70-9FC5-4F10-8C83-F24C9BB48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811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2" name="data_8278">
            <a:extLst xmlns:a="http://schemas.openxmlformats.org/drawingml/2006/main">
              <a:ext uri="{FF2B5EF4-FFF2-40B4-BE49-F238E27FC236}">
                <a16:creationId xmlns:a16="http://schemas.microsoft.com/office/drawing/2014/main" id="{C98982CB-D2FC-4BAD-A4F4-B5F5A54BB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0889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3" name="data_8279">
            <a:extLst xmlns:a="http://schemas.openxmlformats.org/drawingml/2006/main">
              <a:ext uri="{FF2B5EF4-FFF2-40B4-BE49-F238E27FC236}">
                <a16:creationId xmlns:a16="http://schemas.microsoft.com/office/drawing/2014/main" id="{7EE9DE36-F1EB-4D4D-9EB4-B87F877B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59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4" name="data_8280">
            <a:extLst xmlns:a="http://schemas.openxmlformats.org/drawingml/2006/main">
              <a:ext uri="{FF2B5EF4-FFF2-40B4-BE49-F238E27FC236}">
                <a16:creationId xmlns:a16="http://schemas.microsoft.com/office/drawing/2014/main" id="{7CDF3754-406E-4330-BE92-F7ACD15E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329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5" name="data_8281">
            <a:extLst xmlns:a="http://schemas.openxmlformats.org/drawingml/2006/main">
              <a:ext uri="{FF2B5EF4-FFF2-40B4-BE49-F238E27FC236}">
                <a16:creationId xmlns:a16="http://schemas.microsoft.com/office/drawing/2014/main" id="{22104955-DED6-44EB-A51D-D6576E1A6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1961" y="551159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6" name="data_8282">
            <a:extLst xmlns:a="http://schemas.openxmlformats.org/drawingml/2006/main">
              <a:ext uri="{FF2B5EF4-FFF2-40B4-BE49-F238E27FC236}">
                <a16:creationId xmlns:a16="http://schemas.microsoft.com/office/drawing/2014/main" id="{C497A465-CD77-46E4-834E-A7D569823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7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7" name="data_8283">
            <a:extLst xmlns:a="http://schemas.openxmlformats.org/drawingml/2006/main">
              <a:ext uri="{FF2B5EF4-FFF2-40B4-BE49-F238E27FC236}">
                <a16:creationId xmlns:a16="http://schemas.microsoft.com/office/drawing/2014/main" id="{B32A5F4D-6A7E-4E01-A74D-FCE080550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22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8" name="data_8284">
            <a:extLst xmlns:a="http://schemas.openxmlformats.org/drawingml/2006/main">
              <a:ext uri="{FF2B5EF4-FFF2-40B4-BE49-F238E27FC236}">
                <a16:creationId xmlns:a16="http://schemas.microsoft.com/office/drawing/2014/main" id="{6AFA8047-FF63-49AC-B832-384229AF5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328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9" name="data_8285">
            <a:extLst xmlns:a="http://schemas.openxmlformats.org/drawingml/2006/main">
              <a:ext uri="{FF2B5EF4-FFF2-40B4-BE49-F238E27FC236}">
                <a16:creationId xmlns:a16="http://schemas.microsoft.com/office/drawing/2014/main" id="{7BED59F6-C702-4B42-976D-52ACECCD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504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0" name="data_8286">
            <a:extLst xmlns:a="http://schemas.openxmlformats.org/drawingml/2006/main">
              <a:ext uri="{FF2B5EF4-FFF2-40B4-BE49-F238E27FC236}">
                <a16:creationId xmlns:a16="http://schemas.microsoft.com/office/drawing/2014/main" id="{F99B0249-F8E4-4F4F-A3B6-1D514CFD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35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1" name="data_8287">
            <a:extLst xmlns:a="http://schemas.openxmlformats.org/drawingml/2006/main">
              <a:ext uri="{FF2B5EF4-FFF2-40B4-BE49-F238E27FC236}">
                <a16:creationId xmlns:a16="http://schemas.microsoft.com/office/drawing/2014/main" id="{F3ABBF14-8B9E-4041-ABC7-86350A37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727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2" name="data_8288">
            <a:extLst xmlns:a="http://schemas.openxmlformats.org/drawingml/2006/main">
              <a:ext uri="{FF2B5EF4-FFF2-40B4-BE49-F238E27FC236}">
                <a16:creationId xmlns:a16="http://schemas.microsoft.com/office/drawing/2014/main" id="{D90CDCAC-6D5A-4CC3-A96D-90ECDEE7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16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3" name="data_8289">
            <a:extLst xmlns:a="http://schemas.openxmlformats.org/drawingml/2006/main">
              <a:ext uri="{FF2B5EF4-FFF2-40B4-BE49-F238E27FC236}">
                <a16:creationId xmlns:a16="http://schemas.microsoft.com/office/drawing/2014/main" id="{8205555A-BF70-4F58-884D-C63D2F2C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111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4" name="data_8290">
            <a:extLst xmlns:a="http://schemas.openxmlformats.org/drawingml/2006/main">
              <a:ext uri="{FF2B5EF4-FFF2-40B4-BE49-F238E27FC236}">
                <a16:creationId xmlns:a16="http://schemas.microsoft.com/office/drawing/2014/main" id="{735E8C8A-191B-4A4B-86A7-D604C790A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030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5" name="data_8291">
            <a:extLst xmlns:a="http://schemas.openxmlformats.org/drawingml/2006/main">
              <a:ext uri="{FF2B5EF4-FFF2-40B4-BE49-F238E27FC236}">
                <a16:creationId xmlns:a16="http://schemas.microsoft.com/office/drawing/2014/main" id="{07E0AAB1-E8D7-4779-8C70-62EA6ED97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884" y="678503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6" name="data_8292">
            <a:extLst xmlns:a="http://schemas.openxmlformats.org/drawingml/2006/main">
              <a:ext uri="{FF2B5EF4-FFF2-40B4-BE49-F238E27FC236}">
                <a16:creationId xmlns:a16="http://schemas.microsoft.com/office/drawing/2014/main" id="{A6A8A647-9D47-4925-85D0-C338675BD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172" y="680618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7" name="data_8293">
            <a:extLst xmlns:a="http://schemas.openxmlformats.org/drawingml/2006/main">
              <a:ext uri="{FF2B5EF4-FFF2-40B4-BE49-F238E27FC236}">
                <a16:creationId xmlns:a16="http://schemas.microsoft.com/office/drawing/2014/main" id="{EDCB3559-8C81-4FAD-8994-F71E9532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792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8" name="data_8294">
            <a:extLst xmlns:a="http://schemas.openxmlformats.org/drawingml/2006/main">
              <a:ext uri="{FF2B5EF4-FFF2-40B4-BE49-F238E27FC236}">
                <a16:creationId xmlns:a16="http://schemas.microsoft.com/office/drawing/2014/main" id="{83BDB9FA-592C-47A6-8995-D9718A38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391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9" name="data_8295">
            <a:extLst xmlns:a="http://schemas.openxmlformats.org/drawingml/2006/main">
              <a:ext uri="{FF2B5EF4-FFF2-40B4-BE49-F238E27FC236}">
                <a16:creationId xmlns:a16="http://schemas.microsoft.com/office/drawing/2014/main" id="{B7743C5B-E999-4E72-A8B3-4B3EAD754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811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0" name="data_8296">
            <a:extLst xmlns:a="http://schemas.openxmlformats.org/drawingml/2006/main">
              <a:ext uri="{FF2B5EF4-FFF2-40B4-BE49-F238E27FC236}">
                <a16:creationId xmlns:a16="http://schemas.microsoft.com/office/drawing/2014/main" id="{071808C9-37B2-414D-B656-F6DFB3DDB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694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1" name="data_8297">
            <a:extLst xmlns:a="http://schemas.openxmlformats.org/drawingml/2006/main">
              <a:ext uri="{FF2B5EF4-FFF2-40B4-BE49-F238E27FC236}">
                <a16:creationId xmlns:a16="http://schemas.microsoft.com/office/drawing/2014/main" id="{4309001E-3881-4BA2-AC8E-B90C7A3AF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29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2" name="data_8298">
            <a:extLst xmlns:a="http://schemas.openxmlformats.org/drawingml/2006/main">
              <a:ext uri="{FF2B5EF4-FFF2-40B4-BE49-F238E27FC236}">
                <a16:creationId xmlns:a16="http://schemas.microsoft.com/office/drawing/2014/main" id="{FBE22979-D3E8-424F-AAB3-0647AE12F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961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3" name="data_8299">
            <a:extLst xmlns:a="http://schemas.openxmlformats.org/drawingml/2006/main">
              <a:ext uri="{FF2B5EF4-FFF2-40B4-BE49-F238E27FC236}">
                <a16:creationId xmlns:a16="http://schemas.microsoft.com/office/drawing/2014/main" id="{EDC3CC0D-1FF3-44C3-A3EF-3C35B5C97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811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4" name="data_8300">
            <a:extLst xmlns:a="http://schemas.openxmlformats.org/drawingml/2006/main">
              <a:ext uri="{FF2B5EF4-FFF2-40B4-BE49-F238E27FC236}">
                <a16:creationId xmlns:a16="http://schemas.microsoft.com/office/drawing/2014/main" id="{3B1BBCBA-5E7A-4F9C-ABFD-C68A9A9C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2224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5" name="data_8301">
            <a:extLst xmlns:a="http://schemas.openxmlformats.org/drawingml/2006/main">
              <a:ext uri="{FF2B5EF4-FFF2-40B4-BE49-F238E27FC236}">
                <a16:creationId xmlns:a16="http://schemas.microsoft.com/office/drawing/2014/main" id="{1AEB7B79-EC5B-4FA0-9231-62708786E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670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6" name="data_8302">
            <a:extLst xmlns:a="http://schemas.openxmlformats.org/drawingml/2006/main">
              <a:ext uri="{FF2B5EF4-FFF2-40B4-BE49-F238E27FC236}">
                <a16:creationId xmlns:a16="http://schemas.microsoft.com/office/drawing/2014/main" id="{26242E6B-F6C0-484E-BA26-42034811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727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7" name="data_8303">
            <a:extLst xmlns:a="http://schemas.openxmlformats.org/drawingml/2006/main">
              <a:ext uri="{FF2B5EF4-FFF2-40B4-BE49-F238E27FC236}">
                <a16:creationId xmlns:a16="http://schemas.microsoft.com/office/drawing/2014/main" id="{15FCCAD7-8026-4827-83DB-73702916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264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8" name="data_8304">
            <a:extLst xmlns:a="http://schemas.openxmlformats.org/drawingml/2006/main">
              <a:ext uri="{FF2B5EF4-FFF2-40B4-BE49-F238E27FC236}">
                <a16:creationId xmlns:a16="http://schemas.microsoft.com/office/drawing/2014/main" id="{DE789033-DBA1-406C-99A3-21CB20D0A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502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9" name="data_8305">
            <a:extLst xmlns:a="http://schemas.openxmlformats.org/drawingml/2006/main">
              <a:ext uri="{FF2B5EF4-FFF2-40B4-BE49-F238E27FC236}">
                <a16:creationId xmlns:a16="http://schemas.microsoft.com/office/drawing/2014/main" id="{63522AE7-D7C7-4020-8AB5-53EB928A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2191" y="62496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0" name="data_8306">
            <a:extLst xmlns:a="http://schemas.openxmlformats.org/drawingml/2006/main">
              <a:ext uri="{FF2B5EF4-FFF2-40B4-BE49-F238E27FC236}">
                <a16:creationId xmlns:a16="http://schemas.microsoft.com/office/drawing/2014/main" id="{592DF247-0595-440F-9D5D-F2B22F9F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939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1" name="data_8307">
            <a:extLst xmlns:a="http://schemas.openxmlformats.org/drawingml/2006/main">
              <a:ext uri="{FF2B5EF4-FFF2-40B4-BE49-F238E27FC236}">
                <a16:creationId xmlns:a16="http://schemas.microsoft.com/office/drawing/2014/main" id="{D90A7C31-72D3-49B1-8EDF-E5B4969E9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665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2" name="data_8308">
            <a:extLst xmlns:a="http://schemas.openxmlformats.org/drawingml/2006/main">
              <a:ext uri="{FF2B5EF4-FFF2-40B4-BE49-F238E27FC236}">
                <a16:creationId xmlns:a16="http://schemas.microsoft.com/office/drawing/2014/main" id="{0352FFC4-0BFF-4711-9059-25434BDE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6880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3" name="data_8309">
            <a:extLst xmlns:a="http://schemas.openxmlformats.org/drawingml/2006/main">
              <a:ext uri="{FF2B5EF4-FFF2-40B4-BE49-F238E27FC236}">
                <a16:creationId xmlns:a16="http://schemas.microsoft.com/office/drawing/2014/main" id="{47172E63-8CA6-4320-9B8B-36315290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930" y="53783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4" name="data_8310">
            <a:extLst xmlns:a="http://schemas.openxmlformats.org/drawingml/2006/main">
              <a:ext uri="{FF2B5EF4-FFF2-40B4-BE49-F238E27FC236}">
                <a16:creationId xmlns:a16="http://schemas.microsoft.com/office/drawing/2014/main" id="{847DC7E1-0943-45FC-9D99-84AB26B9C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554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5" name="data_8311">
            <a:extLst xmlns:a="http://schemas.openxmlformats.org/drawingml/2006/main">
              <a:ext uri="{FF2B5EF4-FFF2-40B4-BE49-F238E27FC236}">
                <a16:creationId xmlns:a16="http://schemas.microsoft.com/office/drawing/2014/main" id="{58509C05-724C-4367-AE66-F7EC771F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115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6" name="data_8312">
            <a:extLst xmlns:a="http://schemas.openxmlformats.org/drawingml/2006/main">
              <a:ext uri="{FF2B5EF4-FFF2-40B4-BE49-F238E27FC236}">
                <a16:creationId xmlns:a16="http://schemas.microsoft.com/office/drawing/2014/main" id="{D90570A8-13AF-4ABB-963B-9816BDE6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062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7" name="data_8313">
            <a:extLst xmlns:a="http://schemas.openxmlformats.org/drawingml/2006/main">
              <a:ext uri="{FF2B5EF4-FFF2-40B4-BE49-F238E27FC236}">
                <a16:creationId xmlns:a16="http://schemas.microsoft.com/office/drawing/2014/main" id="{4A79B465-08B9-4B5A-9C2A-94143327A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8445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8" name="data_8314">
            <a:extLst xmlns:a="http://schemas.openxmlformats.org/drawingml/2006/main">
              <a:ext uri="{FF2B5EF4-FFF2-40B4-BE49-F238E27FC236}">
                <a16:creationId xmlns:a16="http://schemas.microsoft.com/office/drawing/2014/main" id="{4E5AC87D-A749-42F1-B29D-B339FDA50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834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9" name="data_8315">
            <a:extLst xmlns:a="http://schemas.openxmlformats.org/drawingml/2006/main">
              <a:ext uri="{FF2B5EF4-FFF2-40B4-BE49-F238E27FC236}">
                <a16:creationId xmlns:a16="http://schemas.microsoft.com/office/drawing/2014/main" id="{E50A4053-4115-4BA2-A55C-DB11A5B10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1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0" name="data_8316">
            <a:extLst xmlns:a="http://schemas.openxmlformats.org/drawingml/2006/main">
              <a:ext uri="{FF2B5EF4-FFF2-40B4-BE49-F238E27FC236}">
                <a16:creationId xmlns:a16="http://schemas.microsoft.com/office/drawing/2014/main" id="{30107736-765D-4AD6-A323-F2C70906F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30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1" name="data_8317">
            <a:extLst xmlns:a="http://schemas.openxmlformats.org/drawingml/2006/main">
              <a:ext uri="{FF2B5EF4-FFF2-40B4-BE49-F238E27FC236}">
                <a16:creationId xmlns:a16="http://schemas.microsoft.com/office/drawing/2014/main" id="{BE39D9FA-7F89-4BB8-BA93-2D77F117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062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2" name="data_8318">
            <a:extLst xmlns:a="http://schemas.openxmlformats.org/drawingml/2006/main">
              <a:ext uri="{FF2B5EF4-FFF2-40B4-BE49-F238E27FC236}">
                <a16:creationId xmlns:a16="http://schemas.microsoft.com/office/drawing/2014/main" id="{531E2277-BDD4-48E4-B7C4-C08ADBC95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75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3" name="data_8319">
            <a:extLst xmlns:a="http://schemas.openxmlformats.org/drawingml/2006/main">
              <a:ext uri="{FF2B5EF4-FFF2-40B4-BE49-F238E27FC236}">
                <a16:creationId xmlns:a16="http://schemas.microsoft.com/office/drawing/2014/main" id="{59D69B53-856D-4494-B6F2-4E0F3CEA2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3394" y="66961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4" name="data_8320">
            <a:extLst xmlns:a="http://schemas.openxmlformats.org/drawingml/2006/main">
              <a:ext uri="{FF2B5EF4-FFF2-40B4-BE49-F238E27FC236}">
                <a16:creationId xmlns:a16="http://schemas.microsoft.com/office/drawing/2014/main" id="{DCA48F36-4355-4A46-B0DF-6CF75D27A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93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5" name="data_8321">
            <a:extLst xmlns:a="http://schemas.openxmlformats.org/drawingml/2006/main">
              <a:ext uri="{FF2B5EF4-FFF2-40B4-BE49-F238E27FC236}">
                <a16:creationId xmlns:a16="http://schemas.microsoft.com/office/drawing/2014/main" id="{4F55FBD8-9BA1-42DB-83F7-01EE9C138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877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6" name="data_8322">
            <a:extLst xmlns:a="http://schemas.openxmlformats.org/drawingml/2006/main">
              <a:ext uri="{FF2B5EF4-FFF2-40B4-BE49-F238E27FC236}">
                <a16:creationId xmlns:a16="http://schemas.microsoft.com/office/drawing/2014/main" id="{D119C608-1960-4BD3-B485-57367E268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86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7" name="data_8323">
            <a:extLst xmlns:a="http://schemas.openxmlformats.org/drawingml/2006/main">
              <a:ext uri="{FF2B5EF4-FFF2-40B4-BE49-F238E27FC236}">
                <a16:creationId xmlns:a16="http://schemas.microsoft.com/office/drawing/2014/main" id="{0314371C-B058-4B76-BDC7-0A8229B5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245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8" name="data_8324">
            <a:extLst xmlns:a="http://schemas.openxmlformats.org/drawingml/2006/main">
              <a:ext uri="{FF2B5EF4-FFF2-40B4-BE49-F238E27FC236}">
                <a16:creationId xmlns:a16="http://schemas.microsoft.com/office/drawing/2014/main" id="{2518B9BA-1E5C-4097-9892-B254A5D1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326" y="686964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9" name="data_8325">
            <a:extLst xmlns:a="http://schemas.openxmlformats.org/drawingml/2006/main">
              <a:ext uri="{FF2B5EF4-FFF2-40B4-BE49-F238E27FC236}">
                <a16:creationId xmlns:a16="http://schemas.microsoft.com/office/drawing/2014/main" id="{E414D839-D8B5-443E-84A2-B3EFD4EFC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06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0" name="data_8326">
            <a:extLst xmlns:a="http://schemas.openxmlformats.org/drawingml/2006/main">
              <a:ext uri="{FF2B5EF4-FFF2-40B4-BE49-F238E27FC236}">
                <a16:creationId xmlns:a16="http://schemas.microsoft.com/office/drawing/2014/main" id="{C4D12824-7DFA-44DA-B9FD-5F0C1ADC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45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1" name="data_8327">
            <a:extLst xmlns:a="http://schemas.openxmlformats.org/drawingml/2006/main">
              <a:ext uri="{FF2B5EF4-FFF2-40B4-BE49-F238E27FC236}">
                <a16:creationId xmlns:a16="http://schemas.microsoft.com/office/drawing/2014/main" id="{8DC0F8DD-8383-40C5-9D36-6DB6564DD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57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2" name="data_8328">
            <a:extLst xmlns:a="http://schemas.openxmlformats.org/drawingml/2006/main">
              <a:ext uri="{FF2B5EF4-FFF2-40B4-BE49-F238E27FC236}">
                <a16:creationId xmlns:a16="http://schemas.microsoft.com/office/drawing/2014/main" id="{5F5C7DE3-FC2D-4865-AE5D-5D730903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03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3" name="data_8329">
            <a:extLst xmlns:a="http://schemas.openxmlformats.org/drawingml/2006/main">
              <a:ext uri="{FF2B5EF4-FFF2-40B4-BE49-F238E27FC236}">
                <a16:creationId xmlns:a16="http://schemas.microsoft.com/office/drawing/2014/main" id="{9A42949C-B119-44AC-9FFD-A4637E193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3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4" name="data_8330">
            <a:extLst xmlns:a="http://schemas.openxmlformats.org/drawingml/2006/main">
              <a:ext uri="{FF2B5EF4-FFF2-40B4-BE49-F238E27FC236}">
                <a16:creationId xmlns:a16="http://schemas.microsoft.com/office/drawing/2014/main" id="{BC1A2BC3-E6EF-471F-B912-B69E83505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570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5" name="data_8331">
            <a:extLst xmlns:a="http://schemas.openxmlformats.org/drawingml/2006/main">
              <a:ext uri="{FF2B5EF4-FFF2-40B4-BE49-F238E27FC236}">
                <a16:creationId xmlns:a16="http://schemas.microsoft.com/office/drawing/2014/main" id="{23F6AAF5-413D-416D-9C1D-E96177DD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29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6" name="data_8332">
            <a:extLst xmlns:a="http://schemas.openxmlformats.org/drawingml/2006/main">
              <a:ext uri="{FF2B5EF4-FFF2-40B4-BE49-F238E27FC236}">
                <a16:creationId xmlns:a16="http://schemas.microsoft.com/office/drawing/2014/main" id="{F693A9CF-62C8-49DB-BCAB-F61887933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652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7" name="data_8333">
            <a:extLst xmlns:a="http://schemas.openxmlformats.org/drawingml/2006/main">
              <a:ext uri="{FF2B5EF4-FFF2-40B4-BE49-F238E27FC236}">
                <a16:creationId xmlns:a16="http://schemas.microsoft.com/office/drawing/2014/main" id="{591B8E4A-1DF0-41B7-ADFC-E55B72407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26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8" name="data_8334">
            <a:extLst xmlns:a="http://schemas.openxmlformats.org/drawingml/2006/main">
              <a:ext uri="{FF2B5EF4-FFF2-40B4-BE49-F238E27FC236}">
                <a16:creationId xmlns:a16="http://schemas.microsoft.com/office/drawing/2014/main" id="{BE67FAF9-FA3F-4B62-ACD3-FBAA62A3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801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9" name="data_8335">
            <a:extLst xmlns:a="http://schemas.openxmlformats.org/drawingml/2006/main">
              <a:ext uri="{FF2B5EF4-FFF2-40B4-BE49-F238E27FC236}">
                <a16:creationId xmlns:a16="http://schemas.microsoft.com/office/drawing/2014/main" id="{DA9412E0-5BA9-45B6-A1B1-AA7EFDA1A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0005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0" name="data_8336">
            <a:extLst xmlns:a="http://schemas.openxmlformats.org/drawingml/2006/main">
              <a:ext uri="{FF2B5EF4-FFF2-40B4-BE49-F238E27FC236}">
                <a16:creationId xmlns:a16="http://schemas.microsoft.com/office/drawing/2014/main" id="{AF09C8F3-9839-4AC4-ADC3-AAA876DC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62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1" name="data_8337">
            <a:extLst xmlns:a="http://schemas.openxmlformats.org/drawingml/2006/main">
              <a:ext uri="{FF2B5EF4-FFF2-40B4-BE49-F238E27FC236}">
                <a16:creationId xmlns:a16="http://schemas.microsoft.com/office/drawing/2014/main" id="{508F42C3-41CE-4EE9-A4D8-390574F6B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759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2" name="data_8338">
            <a:extLst xmlns:a="http://schemas.openxmlformats.org/drawingml/2006/main">
              <a:ext uri="{FF2B5EF4-FFF2-40B4-BE49-F238E27FC236}">
                <a16:creationId xmlns:a16="http://schemas.microsoft.com/office/drawing/2014/main" id="{B48B6712-A049-4C8A-B665-B7C25497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68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3" name="data_8339">
            <a:extLst xmlns:a="http://schemas.openxmlformats.org/drawingml/2006/main">
              <a:ext uri="{FF2B5EF4-FFF2-40B4-BE49-F238E27FC236}">
                <a16:creationId xmlns:a16="http://schemas.microsoft.com/office/drawing/2014/main" id="{E74D4BEE-5FB1-4E49-BD7A-7563B37B4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287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4" name="data_8340">
            <a:extLst xmlns:a="http://schemas.openxmlformats.org/drawingml/2006/main">
              <a:ext uri="{FF2B5EF4-FFF2-40B4-BE49-F238E27FC236}">
                <a16:creationId xmlns:a16="http://schemas.microsoft.com/office/drawing/2014/main" id="{9AA795C0-0CE3-4009-B382-5D539D33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9973" y="68802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5" name="data_8341">
            <a:extLst xmlns:a="http://schemas.openxmlformats.org/drawingml/2006/main">
              <a:ext uri="{FF2B5EF4-FFF2-40B4-BE49-F238E27FC236}">
                <a16:creationId xmlns:a16="http://schemas.microsoft.com/office/drawing/2014/main" id="{BCEA4A74-BD9A-4196-A26C-64A3B4A00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9614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6" name="data_8342">
            <a:extLst xmlns:a="http://schemas.openxmlformats.org/drawingml/2006/main">
              <a:ext uri="{FF2B5EF4-FFF2-40B4-BE49-F238E27FC236}">
                <a16:creationId xmlns:a16="http://schemas.microsoft.com/office/drawing/2014/main" id="{78956B23-B156-4735-B3DF-88AD8B5C2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6620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7" name="data_8343">
            <a:extLst xmlns:a="http://schemas.openxmlformats.org/drawingml/2006/main">
              <a:ext uri="{FF2B5EF4-FFF2-40B4-BE49-F238E27FC236}">
                <a16:creationId xmlns:a16="http://schemas.microsoft.com/office/drawing/2014/main" id="{B522D663-63C1-496C-98FD-18D397225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143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8" name="data_8344">
            <a:extLst xmlns:a="http://schemas.openxmlformats.org/drawingml/2006/main">
              <a:ext uri="{FF2B5EF4-FFF2-40B4-BE49-F238E27FC236}">
                <a16:creationId xmlns:a16="http://schemas.microsoft.com/office/drawing/2014/main" id="{1ACC0BEF-1FE4-4933-9F2B-31516B32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97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9" name="data_8345">
            <a:extLst xmlns:a="http://schemas.openxmlformats.org/drawingml/2006/main">
              <a:ext uri="{FF2B5EF4-FFF2-40B4-BE49-F238E27FC236}">
                <a16:creationId xmlns:a16="http://schemas.microsoft.com/office/drawing/2014/main" id="{747F54E8-3374-479D-BD9D-1E507DA23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82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0" name="data_8346">
            <a:extLst xmlns:a="http://schemas.openxmlformats.org/drawingml/2006/main">
              <a:ext uri="{FF2B5EF4-FFF2-40B4-BE49-F238E27FC236}">
                <a16:creationId xmlns:a16="http://schemas.microsoft.com/office/drawing/2014/main" id="{9A4B612C-AA08-42B6-9F0B-A2079A9F6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196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1" name="data_8347">
            <a:extLst xmlns:a="http://schemas.openxmlformats.org/drawingml/2006/main">
              <a:ext uri="{FF2B5EF4-FFF2-40B4-BE49-F238E27FC236}">
                <a16:creationId xmlns:a16="http://schemas.microsoft.com/office/drawing/2014/main" id="{758816FE-BF38-4DAF-9F19-B43DFB427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117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2" name="data_8348">
            <a:extLst xmlns:a="http://schemas.openxmlformats.org/drawingml/2006/main">
              <a:ext uri="{FF2B5EF4-FFF2-40B4-BE49-F238E27FC236}">
                <a16:creationId xmlns:a16="http://schemas.microsoft.com/office/drawing/2014/main" id="{C61BA9AD-273C-40B7-8A95-B9024563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040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3" name="data_8349">
            <a:extLst xmlns:a="http://schemas.openxmlformats.org/drawingml/2006/main">
              <a:ext uri="{FF2B5EF4-FFF2-40B4-BE49-F238E27FC236}">
                <a16:creationId xmlns:a16="http://schemas.microsoft.com/office/drawing/2014/main" id="{0D432DFC-7BB4-4009-8D0F-F328CB8E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2839" y="624209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4" name="data_8350">
            <a:extLst xmlns:a="http://schemas.openxmlformats.org/drawingml/2006/main">
              <a:ext uri="{FF2B5EF4-FFF2-40B4-BE49-F238E27FC236}">
                <a16:creationId xmlns:a16="http://schemas.microsoft.com/office/drawing/2014/main" id="{CA0C3040-872A-4408-9060-E5FF9AEBD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666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5" name="data_8351">
            <a:extLst xmlns:a="http://schemas.openxmlformats.org/drawingml/2006/main">
              <a:ext uri="{FF2B5EF4-FFF2-40B4-BE49-F238E27FC236}">
                <a16:creationId xmlns:a16="http://schemas.microsoft.com/office/drawing/2014/main" id="{4F2D56A0-D8A3-4702-A2B9-28CF2FC6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30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6" name="data_8352">
            <a:extLst xmlns:a="http://schemas.openxmlformats.org/drawingml/2006/main">
              <a:ext uri="{FF2B5EF4-FFF2-40B4-BE49-F238E27FC236}">
                <a16:creationId xmlns:a16="http://schemas.microsoft.com/office/drawing/2014/main" id="{50A48936-B3F4-48C0-A0CA-41086EC5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7" name="data_8353">
            <a:extLst xmlns:a="http://schemas.openxmlformats.org/drawingml/2006/main">
              <a:ext uri="{FF2B5EF4-FFF2-40B4-BE49-F238E27FC236}">
                <a16:creationId xmlns:a16="http://schemas.microsoft.com/office/drawing/2014/main" id="{7BC4AA45-B811-4967-B748-A9582DF6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8085" y="595581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8" name="data_8354">
            <a:extLst xmlns:a="http://schemas.openxmlformats.org/drawingml/2006/main">
              <a:ext uri="{FF2B5EF4-FFF2-40B4-BE49-F238E27FC236}">
                <a16:creationId xmlns:a16="http://schemas.microsoft.com/office/drawing/2014/main" id="{BCC02C70-B485-48AE-AAEB-67BDD8795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254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9" name="data_8355">
            <a:extLst xmlns:a="http://schemas.openxmlformats.org/drawingml/2006/main">
              <a:ext uri="{FF2B5EF4-FFF2-40B4-BE49-F238E27FC236}">
                <a16:creationId xmlns:a16="http://schemas.microsoft.com/office/drawing/2014/main" id="{F889634A-DFC8-4652-B43D-977BFEBD3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2709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0" name="data_8356">
            <a:extLst xmlns:a="http://schemas.openxmlformats.org/drawingml/2006/main">
              <a:ext uri="{FF2B5EF4-FFF2-40B4-BE49-F238E27FC236}">
                <a16:creationId xmlns:a16="http://schemas.microsoft.com/office/drawing/2014/main" id="{8B9D5E8F-E096-4F6B-8DF0-A745AD00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362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1" name="data_8357">
            <a:extLst xmlns:a="http://schemas.openxmlformats.org/drawingml/2006/main">
              <a:ext uri="{FF2B5EF4-FFF2-40B4-BE49-F238E27FC236}">
                <a16:creationId xmlns:a16="http://schemas.microsoft.com/office/drawing/2014/main" id="{6339714C-263E-4953-9975-27936AD20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79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2" name="data_8358">
            <a:extLst xmlns:a="http://schemas.openxmlformats.org/drawingml/2006/main">
              <a:ext uri="{FF2B5EF4-FFF2-40B4-BE49-F238E27FC236}">
                <a16:creationId xmlns:a16="http://schemas.microsoft.com/office/drawing/2014/main" id="{25F8D8CF-E39C-44C0-8D6E-75AE70227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327" y="61927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3" name="data_8359">
            <a:extLst xmlns:a="http://schemas.openxmlformats.org/drawingml/2006/main">
              <a:ext uri="{FF2B5EF4-FFF2-40B4-BE49-F238E27FC236}">
                <a16:creationId xmlns:a16="http://schemas.microsoft.com/office/drawing/2014/main" id="{B2064822-54DC-46D2-A640-C2E00480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736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4" name="data_8360">
            <a:extLst xmlns:a="http://schemas.openxmlformats.org/drawingml/2006/main">
              <a:ext uri="{FF2B5EF4-FFF2-40B4-BE49-F238E27FC236}">
                <a16:creationId xmlns:a16="http://schemas.microsoft.com/office/drawing/2014/main" id="{1DDF4EF3-D8BB-40B8-95EB-5D758938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0757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5" name="data_8361">
            <a:extLst xmlns:a="http://schemas.openxmlformats.org/drawingml/2006/main">
              <a:ext uri="{FF2B5EF4-FFF2-40B4-BE49-F238E27FC236}">
                <a16:creationId xmlns:a16="http://schemas.microsoft.com/office/drawing/2014/main" id="{B1955D37-60D8-459C-A1DF-B4E45F6C0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5836" y="58669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6" name="data_8362">
            <a:extLst xmlns:a="http://schemas.openxmlformats.org/drawingml/2006/main">
              <a:ext uri="{FF2B5EF4-FFF2-40B4-BE49-F238E27FC236}">
                <a16:creationId xmlns:a16="http://schemas.microsoft.com/office/drawing/2014/main" id="{C05DDADD-57CA-4D1C-804E-0CDEDD990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616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7" name="data_8363">
            <a:extLst xmlns:a="http://schemas.openxmlformats.org/drawingml/2006/main">
              <a:ext uri="{FF2B5EF4-FFF2-40B4-BE49-F238E27FC236}">
                <a16:creationId xmlns:a16="http://schemas.microsoft.com/office/drawing/2014/main" id="{CD4BE85A-A073-4642-B3D7-AA5AA112E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199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8" name="data_8364">
            <a:extLst xmlns:a="http://schemas.openxmlformats.org/drawingml/2006/main">
              <a:ext uri="{FF2B5EF4-FFF2-40B4-BE49-F238E27FC236}">
                <a16:creationId xmlns:a16="http://schemas.microsoft.com/office/drawing/2014/main" id="{47246626-3E0B-4199-BA69-24676B5B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03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9" name="data_8365">
            <a:extLst xmlns:a="http://schemas.openxmlformats.org/drawingml/2006/main">
              <a:ext uri="{FF2B5EF4-FFF2-40B4-BE49-F238E27FC236}">
                <a16:creationId xmlns:a16="http://schemas.microsoft.com/office/drawing/2014/main" id="{A3DCFA4C-9BF8-42DF-94FC-CDE46C2BC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824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0" name="data_8366">
            <a:extLst xmlns:a="http://schemas.openxmlformats.org/drawingml/2006/main">
              <a:ext uri="{FF2B5EF4-FFF2-40B4-BE49-F238E27FC236}">
                <a16:creationId xmlns:a16="http://schemas.microsoft.com/office/drawing/2014/main" id="{90C9F2B5-C786-46CA-9D27-9050AB35F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525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1" name="data_8367">
            <a:extLst xmlns:a="http://schemas.openxmlformats.org/drawingml/2006/main">
              <a:ext uri="{FF2B5EF4-FFF2-40B4-BE49-F238E27FC236}">
                <a16:creationId xmlns:a16="http://schemas.microsoft.com/office/drawing/2014/main" id="{62549069-14C1-40D1-9B46-CC420AF84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121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2" name="data_8368">
            <a:extLst xmlns:a="http://schemas.openxmlformats.org/drawingml/2006/main">
              <a:ext uri="{FF2B5EF4-FFF2-40B4-BE49-F238E27FC236}">
                <a16:creationId xmlns:a16="http://schemas.microsoft.com/office/drawing/2014/main" id="{035D3888-96D4-4DC4-A71C-F810F4EE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26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3" name="data_8369">
            <a:extLst xmlns:a="http://schemas.openxmlformats.org/drawingml/2006/main">
              <a:ext uri="{FF2B5EF4-FFF2-40B4-BE49-F238E27FC236}">
                <a16:creationId xmlns:a16="http://schemas.microsoft.com/office/drawing/2014/main" id="{9FF53B82-63C4-4348-A56D-5C6365AC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033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4" name="data_8370">
            <a:extLst xmlns:a="http://schemas.openxmlformats.org/drawingml/2006/main">
              <a:ext uri="{FF2B5EF4-FFF2-40B4-BE49-F238E27FC236}">
                <a16:creationId xmlns:a16="http://schemas.microsoft.com/office/drawing/2014/main" id="{0E05F9AA-C0F0-4E56-909D-82FB7F56C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316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5" name="data_8371">
            <a:extLst xmlns:a="http://schemas.openxmlformats.org/drawingml/2006/main">
              <a:ext uri="{FF2B5EF4-FFF2-40B4-BE49-F238E27FC236}">
                <a16:creationId xmlns:a16="http://schemas.microsoft.com/office/drawing/2014/main" id="{50DA32AC-B1BB-435F-92EF-A599F4E67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6" name="data_8372">
            <a:extLst xmlns:a="http://schemas.openxmlformats.org/drawingml/2006/main">
              <a:ext uri="{FF2B5EF4-FFF2-40B4-BE49-F238E27FC236}">
                <a16:creationId xmlns:a16="http://schemas.microsoft.com/office/drawing/2014/main" id="{E3EAD79E-DA53-4511-9AE3-543A6732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3917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7" name="data_8373">
            <a:extLst xmlns:a="http://schemas.openxmlformats.org/drawingml/2006/main">
              <a:ext uri="{FF2B5EF4-FFF2-40B4-BE49-F238E27FC236}">
                <a16:creationId xmlns:a16="http://schemas.microsoft.com/office/drawing/2014/main" id="{8D09BBC2-E5E0-4D4A-9AEB-E8871B13E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661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8" name="data_8374">
            <a:extLst xmlns:a="http://schemas.openxmlformats.org/drawingml/2006/main">
              <a:ext uri="{FF2B5EF4-FFF2-40B4-BE49-F238E27FC236}">
                <a16:creationId xmlns:a16="http://schemas.microsoft.com/office/drawing/2014/main" id="{8CCDCE77-A9B2-48A9-B9BF-3B3C9EBC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32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9" name="data_8375">
            <a:extLst xmlns:a="http://schemas.openxmlformats.org/drawingml/2006/main">
              <a:ext uri="{FF2B5EF4-FFF2-40B4-BE49-F238E27FC236}">
                <a16:creationId xmlns:a16="http://schemas.microsoft.com/office/drawing/2014/main" id="{FF1DA95B-1F75-49A2-AC6B-5FB5672E9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49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0" name="data_8376">
            <a:extLst xmlns:a="http://schemas.openxmlformats.org/drawingml/2006/main">
              <a:ext uri="{FF2B5EF4-FFF2-40B4-BE49-F238E27FC236}">
                <a16:creationId xmlns:a16="http://schemas.microsoft.com/office/drawing/2014/main" id="{8FD125D7-9010-47BD-ACA0-4C1298CB8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173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1" name="data_8377">
            <a:extLst xmlns:a="http://schemas.openxmlformats.org/drawingml/2006/main">
              <a:ext uri="{FF2B5EF4-FFF2-40B4-BE49-F238E27FC236}">
                <a16:creationId xmlns:a16="http://schemas.microsoft.com/office/drawing/2014/main" id="{68F90AD5-38BE-4B6E-8069-426D649D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824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2" name="data_8378">
            <a:extLst xmlns:a="http://schemas.openxmlformats.org/drawingml/2006/main">
              <a:ext uri="{FF2B5EF4-FFF2-40B4-BE49-F238E27FC236}">
                <a16:creationId xmlns:a16="http://schemas.microsoft.com/office/drawing/2014/main" id="{0406BE33-AE65-42DB-9048-4C7ACF584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9355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3" name="data_8379">
            <a:extLst xmlns:a="http://schemas.openxmlformats.org/drawingml/2006/main">
              <a:ext uri="{FF2B5EF4-FFF2-40B4-BE49-F238E27FC236}">
                <a16:creationId xmlns:a16="http://schemas.microsoft.com/office/drawing/2014/main" id="{EA33BC93-8A36-444D-B3FD-57D87C2B1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7532" y="521544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4" name="data_8380">
            <a:extLst xmlns:a="http://schemas.openxmlformats.org/drawingml/2006/main">
              <a:ext uri="{FF2B5EF4-FFF2-40B4-BE49-F238E27FC236}">
                <a16:creationId xmlns:a16="http://schemas.microsoft.com/office/drawing/2014/main" id="{69B69E41-8F71-40F9-A840-4767CD8B4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61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5" name="data_8381">
            <a:extLst xmlns:a="http://schemas.openxmlformats.org/drawingml/2006/main">
              <a:ext uri="{FF2B5EF4-FFF2-40B4-BE49-F238E27FC236}">
                <a16:creationId xmlns:a16="http://schemas.microsoft.com/office/drawing/2014/main" id="{F0382551-DC4F-47BD-AA97-A7260FD6A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29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6" name="data_8382">
            <a:extLst xmlns:a="http://schemas.openxmlformats.org/drawingml/2006/main">
              <a:ext uri="{FF2B5EF4-FFF2-40B4-BE49-F238E27FC236}">
                <a16:creationId xmlns:a16="http://schemas.microsoft.com/office/drawing/2014/main" id="{572D7FFA-C494-48BD-BF75-75421644F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466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7" name="data_8383">
            <a:extLst xmlns:a="http://schemas.openxmlformats.org/drawingml/2006/main">
              <a:ext uri="{FF2B5EF4-FFF2-40B4-BE49-F238E27FC236}">
                <a16:creationId xmlns:a16="http://schemas.microsoft.com/office/drawing/2014/main" id="{6623ACFC-50E3-428F-B470-ED567F6FF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14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8" name="data_8384">
            <a:extLst xmlns:a="http://schemas.openxmlformats.org/drawingml/2006/main">
              <a:ext uri="{FF2B5EF4-FFF2-40B4-BE49-F238E27FC236}">
                <a16:creationId xmlns:a16="http://schemas.microsoft.com/office/drawing/2014/main" id="{8B17551C-76AA-41AA-8CBB-85F8ACFD0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32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9" name="data_8385">
            <a:extLst xmlns:a="http://schemas.openxmlformats.org/drawingml/2006/main">
              <a:ext uri="{FF2B5EF4-FFF2-40B4-BE49-F238E27FC236}">
                <a16:creationId xmlns:a16="http://schemas.microsoft.com/office/drawing/2014/main" id="{87EE5070-CC1B-4B82-9CBD-2BA0BC420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6911" y="678503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0" name="data_8386">
            <a:extLst xmlns:a="http://schemas.openxmlformats.org/drawingml/2006/main">
              <a:ext uri="{FF2B5EF4-FFF2-40B4-BE49-F238E27FC236}">
                <a16:creationId xmlns:a16="http://schemas.microsoft.com/office/drawing/2014/main" id="{6369AC8A-6D3B-4D8D-B048-0FA58A3DE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3199" y="680618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1" name="data_8387">
            <a:extLst xmlns:a="http://schemas.openxmlformats.org/drawingml/2006/main">
              <a:ext uri="{FF2B5EF4-FFF2-40B4-BE49-F238E27FC236}">
                <a16:creationId xmlns:a16="http://schemas.microsoft.com/office/drawing/2014/main" id="{AA9196CA-F7D2-4A0D-99E3-11E379DFB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095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2" name="data_8388">
            <a:extLst xmlns:a="http://schemas.openxmlformats.org/drawingml/2006/main">
              <a:ext uri="{FF2B5EF4-FFF2-40B4-BE49-F238E27FC236}">
                <a16:creationId xmlns:a16="http://schemas.microsoft.com/office/drawing/2014/main" id="{9A727AE5-52FB-4020-BFC8-99986905C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694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3" name="data_8389">
            <a:extLst xmlns:a="http://schemas.openxmlformats.org/drawingml/2006/main">
              <a:ext uri="{FF2B5EF4-FFF2-40B4-BE49-F238E27FC236}">
                <a16:creationId xmlns:a16="http://schemas.microsoft.com/office/drawing/2014/main" id="{56FF8D0D-C80B-4A32-9380-8A13CA4F4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114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4" name="data_8390">
            <a:extLst xmlns:a="http://schemas.openxmlformats.org/drawingml/2006/main">
              <a:ext uri="{FF2B5EF4-FFF2-40B4-BE49-F238E27FC236}">
                <a16:creationId xmlns:a16="http://schemas.microsoft.com/office/drawing/2014/main" id="{CF0E6567-553F-4840-8A7A-45AFD83E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9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5" name="data_8391">
            <a:extLst xmlns:a="http://schemas.openxmlformats.org/drawingml/2006/main">
              <a:ext uri="{FF2B5EF4-FFF2-40B4-BE49-F238E27FC236}">
                <a16:creationId xmlns:a16="http://schemas.microsoft.com/office/drawing/2014/main" id="{C948203F-7C89-4273-8A35-33030653B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232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6" name="data_8392">
            <a:extLst xmlns:a="http://schemas.openxmlformats.org/drawingml/2006/main">
              <a:ext uri="{FF2B5EF4-FFF2-40B4-BE49-F238E27FC236}">
                <a16:creationId xmlns:a16="http://schemas.microsoft.com/office/drawing/2014/main" id="{4BFE026B-7A45-44EC-A415-13288648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64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7" name="data_8393">
            <a:extLst xmlns:a="http://schemas.openxmlformats.org/drawingml/2006/main">
              <a:ext uri="{FF2B5EF4-FFF2-40B4-BE49-F238E27FC236}">
                <a16:creationId xmlns:a16="http://schemas.microsoft.com/office/drawing/2014/main" id="{21682709-BFDC-44F0-979A-244D7257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114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8" name="data_8394">
            <a:extLst xmlns:a="http://schemas.openxmlformats.org/drawingml/2006/main">
              <a:ext uri="{FF2B5EF4-FFF2-40B4-BE49-F238E27FC236}">
                <a16:creationId xmlns:a16="http://schemas.microsoft.com/office/drawing/2014/main" id="{88193477-8B56-4EE9-BF11-A2ED1CE2B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5251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9" name="data_8395">
            <a:extLst xmlns:a="http://schemas.openxmlformats.org/drawingml/2006/main">
              <a:ext uri="{FF2B5EF4-FFF2-40B4-BE49-F238E27FC236}">
                <a16:creationId xmlns:a16="http://schemas.microsoft.com/office/drawing/2014/main" id="{535A557A-FA78-4776-A025-5690CA3AE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69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0" name="data_8396">
            <a:extLst xmlns:a="http://schemas.openxmlformats.org/drawingml/2006/main">
              <a:ext uri="{FF2B5EF4-FFF2-40B4-BE49-F238E27FC236}">
                <a16:creationId xmlns:a16="http://schemas.microsoft.com/office/drawing/2014/main" id="{AA1D2E6A-0C2D-4631-84F3-6ED2CF84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30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1" name="data_8397">
            <a:extLst xmlns:a="http://schemas.openxmlformats.org/drawingml/2006/main">
              <a:ext uri="{FF2B5EF4-FFF2-40B4-BE49-F238E27FC236}">
                <a16:creationId xmlns:a16="http://schemas.microsoft.com/office/drawing/2014/main" id="{8EF16C4B-517A-40A6-B2FF-2E3D27683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567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2" name="data_8398">
            <a:extLst xmlns:a="http://schemas.openxmlformats.org/drawingml/2006/main">
              <a:ext uri="{FF2B5EF4-FFF2-40B4-BE49-F238E27FC236}">
                <a16:creationId xmlns:a16="http://schemas.microsoft.com/office/drawing/2014/main" id="{AF2CD40C-A71E-4DA8-8E69-5683C1401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805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3" name="data_8399">
            <a:extLst xmlns:a="http://schemas.openxmlformats.org/drawingml/2006/main">
              <a:ext uri="{FF2B5EF4-FFF2-40B4-BE49-F238E27FC236}">
                <a16:creationId xmlns:a16="http://schemas.microsoft.com/office/drawing/2014/main" id="{BCCF986C-D712-4850-8FE0-D3497ADB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5219" y="62496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4" name="data_8400">
            <a:extLst xmlns:a="http://schemas.openxmlformats.org/drawingml/2006/main">
              <a:ext uri="{FF2B5EF4-FFF2-40B4-BE49-F238E27FC236}">
                <a16:creationId xmlns:a16="http://schemas.microsoft.com/office/drawing/2014/main" id="{48970F02-CE03-4041-9425-A62D8AF1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241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5" name="data_8401">
            <a:extLst xmlns:a="http://schemas.openxmlformats.org/drawingml/2006/main">
              <a:ext uri="{FF2B5EF4-FFF2-40B4-BE49-F238E27FC236}">
                <a16:creationId xmlns:a16="http://schemas.microsoft.com/office/drawing/2014/main" id="{4159DACF-F6E7-49C9-AF6B-EC9DB3C16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67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6" name="data_8402">
            <a:extLst xmlns:a="http://schemas.openxmlformats.org/drawingml/2006/main">
              <a:ext uri="{FF2B5EF4-FFF2-40B4-BE49-F238E27FC236}">
                <a16:creationId xmlns:a16="http://schemas.microsoft.com/office/drawing/2014/main" id="{AD3F86C7-FA3D-4FC9-8C66-0511722A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990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7" name="data_8403">
            <a:extLst xmlns:a="http://schemas.openxmlformats.org/drawingml/2006/main">
              <a:ext uri="{FF2B5EF4-FFF2-40B4-BE49-F238E27FC236}">
                <a16:creationId xmlns:a16="http://schemas.microsoft.com/office/drawing/2014/main" id="{FE120312-356C-4218-A6EB-8B50E08A0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958" y="53783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8" name="data_8404">
            <a:extLst xmlns:a="http://schemas.openxmlformats.org/drawingml/2006/main">
              <a:ext uri="{FF2B5EF4-FFF2-40B4-BE49-F238E27FC236}">
                <a16:creationId xmlns:a16="http://schemas.microsoft.com/office/drawing/2014/main" id="{1FD4D8EF-897A-473E-987E-4B71D69D6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85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9" name="data_8405">
            <a:extLst xmlns:a="http://schemas.openxmlformats.org/drawingml/2006/main">
              <a:ext uri="{FF2B5EF4-FFF2-40B4-BE49-F238E27FC236}">
                <a16:creationId xmlns:a16="http://schemas.microsoft.com/office/drawing/2014/main" id="{7EFB2E09-DB68-4A30-AEAD-B752E623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17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0" name="data_8406">
            <a:extLst xmlns:a="http://schemas.openxmlformats.org/drawingml/2006/main">
              <a:ext uri="{FF2B5EF4-FFF2-40B4-BE49-F238E27FC236}">
                <a16:creationId xmlns:a16="http://schemas.microsoft.com/office/drawing/2014/main" id="{CA34428B-6865-4D60-998A-51F349931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365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1" name="data_8407">
            <a:extLst xmlns:a="http://schemas.openxmlformats.org/drawingml/2006/main">
              <a:ext uri="{FF2B5EF4-FFF2-40B4-BE49-F238E27FC236}">
                <a16:creationId xmlns:a16="http://schemas.microsoft.com/office/drawing/2014/main" id="{EC17ABA9-22D3-46C9-B88C-927142311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1473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2" name="data_8408">
            <a:extLst xmlns:a="http://schemas.openxmlformats.org/drawingml/2006/main">
              <a:ext uri="{FF2B5EF4-FFF2-40B4-BE49-F238E27FC236}">
                <a16:creationId xmlns:a16="http://schemas.microsoft.com/office/drawing/2014/main" id="{203CFA02-6E58-429E-8182-D1613709B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37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3" name="data_8409">
            <a:extLst xmlns:a="http://schemas.openxmlformats.org/drawingml/2006/main">
              <a:ext uri="{FF2B5EF4-FFF2-40B4-BE49-F238E27FC236}">
                <a16:creationId xmlns:a16="http://schemas.microsoft.com/office/drawing/2014/main" id="{F3A11583-6DF8-437D-B3F4-08404E407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714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4" name="data_8410">
            <a:extLst xmlns:a="http://schemas.openxmlformats.org/drawingml/2006/main">
              <a:ext uri="{FF2B5EF4-FFF2-40B4-BE49-F238E27FC236}">
                <a16:creationId xmlns:a16="http://schemas.microsoft.com/office/drawing/2014/main" id="{96583EDE-84AC-4FA0-9195-2161F707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333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5" name="data_8411">
            <a:extLst xmlns:a="http://schemas.openxmlformats.org/drawingml/2006/main">
              <a:ext uri="{FF2B5EF4-FFF2-40B4-BE49-F238E27FC236}">
                <a16:creationId xmlns:a16="http://schemas.microsoft.com/office/drawing/2014/main" id="{447ECCCA-656E-4334-9E59-196DD511A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365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6" name="data_8412">
            <a:extLst xmlns:a="http://schemas.openxmlformats.org/drawingml/2006/main">
              <a:ext uri="{FF2B5EF4-FFF2-40B4-BE49-F238E27FC236}">
                <a16:creationId xmlns:a16="http://schemas.microsoft.com/office/drawing/2014/main" id="{FD821AF4-81B4-4FE4-ADE9-B7AAAFDF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378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7" name="data_8413">
            <a:extLst xmlns:a="http://schemas.openxmlformats.org/drawingml/2006/main">
              <a:ext uri="{FF2B5EF4-FFF2-40B4-BE49-F238E27FC236}">
                <a16:creationId xmlns:a16="http://schemas.microsoft.com/office/drawing/2014/main" id="{A8AC82E8-CDA8-480C-8E97-5603E933A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6422" y="66961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8" name="data_8414">
            <a:extLst xmlns:a="http://schemas.openxmlformats.org/drawingml/2006/main">
              <a:ext uri="{FF2B5EF4-FFF2-40B4-BE49-F238E27FC236}">
                <a16:creationId xmlns:a16="http://schemas.microsoft.com/office/drawing/2014/main" id="{428674D7-2E9C-4A06-AD3E-7544FF849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95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9" name="data_8415">
            <a:extLst xmlns:a="http://schemas.openxmlformats.org/drawingml/2006/main">
              <a:ext uri="{FF2B5EF4-FFF2-40B4-BE49-F238E27FC236}">
                <a16:creationId xmlns:a16="http://schemas.microsoft.com/office/drawing/2014/main" id="{735EEECF-508D-4049-B3B2-1C717890C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179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0" name="data_8416">
            <a:extLst xmlns:a="http://schemas.openxmlformats.org/drawingml/2006/main">
              <a:ext uri="{FF2B5EF4-FFF2-40B4-BE49-F238E27FC236}">
                <a16:creationId xmlns:a16="http://schemas.microsoft.com/office/drawing/2014/main" id="{4A96E6AF-0C7D-4680-A662-294230A4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189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1" name="data_8417">
            <a:extLst xmlns:a="http://schemas.openxmlformats.org/drawingml/2006/main">
              <a:ext uri="{FF2B5EF4-FFF2-40B4-BE49-F238E27FC236}">
                <a16:creationId xmlns:a16="http://schemas.microsoft.com/office/drawing/2014/main" id="{D05EEC40-7208-4790-97F4-2888387E1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547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2" name="data_8418">
            <a:extLst xmlns:a="http://schemas.openxmlformats.org/drawingml/2006/main">
              <a:ext uri="{FF2B5EF4-FFF2-40B4-BE49-F238E27FC236}">
                <a16:creationId xmlns:a16="http://schemas.microsoft.com/office/drawing/2014/main" id="{D5E9ADD2-169F-4F2F-BE76-8FF4B7E57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9353" y="686964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3" name="data_8419">
            <a:extLst xmlns:a="http://schemas.openxmlformats.org/drawingml/2006/main">
              <a:ext uri="{FF2B5EF4-FFF2-40B4-BE49-F238E27FC236}">
                <a16:creationId xmlns:a16="http://schemas.microsoft.com/office/drawing/2014/main" id="{9D03551B-900E-4B35-B6D9-143379A5D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609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4" name="data_8420">
            <a:extLst xmlns:a="http://schemas.openxmlformats.org/drawingml/2006/main">
              <a:ext uri="{FF2B5EF4-FFF2-40B4-BE49-F238E27FC236}">
                <a16:creationId xmlns:a16="http://schemas.microsoft.com/office/drawing/2014/main" id="{217E09CD-0AF0-43F5-8D58-29CB58656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48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5" name="data_8421">
            <a:extLst xmlns:a="http://schemas.openxmlformats.org/drawingml/2006/main">
              <a:ext uri="{FF2B5EF4-FFF2-40B4-BE49-F238E27FC236}">
                <a16:creationId xmlns:a16="http://schemas.microsoft.com/office/drawing/2014/main" id="{68A3A2CD-0ADE-4D20-B5B2-A20D74B0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73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6" name="data_8422">
            <a:extLst xmlns:a="http://schemas.openxmlformats.org/drawingml/2006/main">
              <a:ext uri="{FF2B5EF4-FFF2-40B4-BE49-F238E27FC236}">
                <a16:creationId xmlns:a16="http://schemas.microsoft.com/office/drawing/2014/main" id="{A1E237EF-EB89-4C86-A1A3-D8B581D6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906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7" name="data_8423">
            <a:extLst xmlns:a="http://schemas.openxmlformats.org/drawingml/2006/main">
              <a:ext uri="{FF2B5EF4-FFF2-40B4-BE49-F238E27FC236}">
                <a16:creationId xmlns:a16="http://schemas.microsoft.com/office/drawing/2014/main" id="{3017CF65-5F79-49D4-9ED6-18B4741B7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33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8" name="data_8424">
            <a:extLst xmlns:a="http://schemas.openxmlformats.org/drawingml/2006/main">
              <a:ext uri="{FF2B5EF4-FFF2-40B4-BE49-F238E27FC236}">
                <a16:creationId xmlns:a16="http://schemas.microsoft.com/office/drawing/2014/main" id="{38616F6A-BF3A-452A-8365-5B3BB32F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873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9" name="data_8425">
            <a:extLst xmlns:a="http://schemas.openxmlformats.org/drawingml/2006/main">
              <a:ext uri="{FF2B5EF4-FFF2-40B4-BE49-F238E27FC236}">
                <a16:creationId xmlns:a16="http://schemas.microsoft.com/office/drawing/2014/main" id="{3C4DB113-02ED-410A-B76D-44E258F3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596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0" name="data_8426">
            <a:extLst xmlns:a="http://schemas.openxmlformats.org/drawingml/2006/main">
              <a:ext uri="{FF2B5EF4-FFF2-40B4-BE49-F238E27FC236}">
                <a16:creationId xmlns:a16="http://schemas.microsoft.com/office/drawing/2014/main" id="{B8C38374-B8B9-4708-95C9-32DD03992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954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1" name="data_8427">
            <a:extLst xmlns:a="http://schemas.openxmlformats.org/drawingml/2006/main">
              <a:ext uri="{FF2B5EF4-FFF2-40B4-BE49-F238E27FC236}">
                <a16:creationId xmlns:a16="http://schemas.microsoft.com/office/drawing/2014/main" id="{3F51A120-5B24-4759-BA45-332284BB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329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2" name="data_8428">
            <a:extLst xmlns:a="http://schemas.openxmlformats.org/drawingml/2006/main">
              <a:ext uri="{FF2B5EF4-FFF2-40B4-BE49-F238E27FC236}">
                <a16:creationId xmlns:a16="http://schemas.microsoft.com/office/drawing/2014/main" id="{2A8842CE-C038-44D6-9D58-8537D9C1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04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3" name="data_8429">
            <a:extLst xmlns:a="http://schemas.openxmlformats.org/drawingml/2006/main">
              <a:ext uri="{FF2B5EF4-FFF2-40B4-BE49-F238E27FC236}">
                <a16:creationId xmlns:a16="http://schemas.microsoft.com/office/drawing/2014/main" id="{871AAC94-21FB-4C2B-8C59-65BAC261A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3032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4" name="data_8430">
            <a:extLst xmlns:a="http://schemas.openxmlformats.org/drawingml/2006/main">
              <a:ext uri="{FF2B5EF4-FFF2-40B4-BE49-F238E27FC236}">
                <a16:creationId xmlns:a16="http://schemas.microsoft.com/office/drawing/2014/main" id="{6ED979C3-16C5-48CB-AD41-89B3B6D4B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665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5" name="data_8431">
            <a:extLst xmlns:a="http://schemas.openxmlformats.org/drawingml/2006/main">
              <a:ext uri="{FF2B5EF4-FFF2-40B4-BE49-F238E27FC236}">
                <a16:creationId xmlns:a16="http://schemas.microsoft.com/office/drawing/2014/main" id="{46063B7C-3B8A-40E7-8EC5-3FB5311A9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062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6" name="data_8432">
            <a:extLst xmlns:a="http://schemas.openxmlformats.org/drawingml/2006/main">
              <a:ext uri="{FF2B5EF4-FFF2-40B4-BE49-F238E27FC236}">
                <a16:creationId xmlns:a16="http://schemas.microsoft.com/office/drawing/2014/main" id="{E9B693E8-7B2B-46B8-8BA8-8D5A7359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71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7" name="data_8433">
            <a:extLst xmlns:a="http://schemas.openxmlformats.org/drawingml/2006/main">
              <a:ext uri="{FF2B5EF4-FFF2-40B4-BE49-F238E27FC236}">
                <a16:creationId xmlns:a16="http://schemas.microsoft.com/office/drawing/2014/main" id="{BE6BB2B6-B46D-4046-8922-983C7168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590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8" name="data_8434">
            <a:extLst xmlns:a="http://schemas.openxmlformats.org/drawingml/2006/main">
              <a:ext uri="{FF2B5EF4-FFF2-40B4-BE49-F238E27FC236}">
                <a16:creationId xmlns:a16="http://schemas.microsoft.com/office/drawing/2014/main" id="{C2F9C7BB-8CA9-4E19-9428-FCEF55DF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3001" y="688022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9" name="data_8435">
            <a:extLst xmlns:a="http://schemas.openxmlformats.org/drawingml/2006/main">
              <a:ext uri="{FF2B5EF4-FFF2-40B4-BE49-F238E27FC236}">
                <a16:creationId xmlns:a16="http://schemas.microsoft.com/office/drawing/2014/main" id="{3785AE58-0A99-4D94-83AD-A1153EA2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41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0" name="data_8436">
            <a:extLst xmlns:a="http://schemas.openxmlformats.org/drawingml/2006/main">
              <a:ext uri="{FF2B5EF4-FFF2-40B4-BE49-F238E27FC236}">
                <a16:creationId xmlns:a16="http://schemas.microsoft.com/office/drawing/2014/main" id="{2DB8F5AC-E5B6-47F1-A401-4183CB30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9648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1" name="data_8437">
            <a:extLst xmlns:a="http://schemas.openxmlformats.org/drawingml/2006/main">
              <a:ext uri="{FF2B5EF4-FFF2-40B4-BE49-F238E27FC236}">
                <a16:creationId xmlns:a16="http://schemas.microsoft.com/office/drawing/2014/main" id="{C5AD1243-C546-4E12-8ECA-EBD9FE68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446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2" name="data_8438">
            <a:extLst xmlns:a="http://schemas.openxmlformats.org/drawingml/2006/main">
              <a:ext uri="{FF2B5EF4-FFF2-40B4-BE49-F238E27FC236}">
                <a16:creationId xmlns:a16="http://schemas.microsoft.com/office/drawing/2014/main" id="{E20AE529-0457-443E-8941-D0B3DC0B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000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3" name="data_8439">
            <a:extLst xmlns:a="http://schemas.openxmlformats.org/drawingml/2006/main">
              <a:ext uri="{FF2B5EF4-FFF2-40B4-BE49-F238E27FC236}">
                <a16:creationId xmlns:a16="http://schemas.microsoft.com/office/drawing/2014/main" id="{4B8F5E16-1DF7-4C09-B84E-5024C1903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85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4" name="data_8440">
            <a:extLst xmlns:a="http://schemas.openxmlformats.org/drawingml/2006/main">
              <a:ext uri="{FF2B5EF4-FFF2-40B4-BE49-F238E27FC236}">
                <a16:creationId xmlns:a16="http://schemas.microsoft.com/office/drawing/2014/main" id="{5780BF03-53F4-4BFD-A608-EB888465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499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5" name="data_8441">
            <a:extLst xmlns:a="http://schemas.openxmlformats.org/drawingml/2006/main">
              <a:ext uri="{FF2B5EF4-FFF2-40B4-BE49-F238E27FC236}">
                <a16:creationId xmlns:a16="http://schemas.microsoft.com/office/drawing/2014/main" id="{43FD479A-37F7-4F0E-8F04-97AF055B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420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6" name="data_8442">
            <a:extLst xmlns:a="http://schemas.openxmlformats.org/drawingml/2006/main">
              <a:ext uri="{FF2B5EF4-FFF2-40B4-BE49-F238E27FC236}">
                <a16:creationId xmlns:a16="http://schemas.microsoft.com/office/drawing/2014/main" id="{B3FC9AE2-9831-4500-B21B-293E989E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067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7" name="data_8443">
            <a:extLst xmlns:a="http://schemas.openxmlformats.org/drawingml/2006/main">
              <a:ext uri="{FF2B5EF4-FFF2-40B4-BE49-F238E27FC236}">
                <a16:creationId xmlns:a16="http://schemas.microsoft.com/office/drawing/2014/main" id="{8976BDEA-7C53-47F0-AB22-42D2BED8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867" y="624209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8" name="data_8444">
            <a:extLst xmlns:a="http://schemas.openxmlformats.org/drawingml/2006/main">
              <a:ext uri="{FF2B5EF4-FFF2-40B4-BE49-F238E27FC236}">
                <a16:creationId xmlns:a16="http://schemas.microsoft.com/office/drawing/2014/main" id="{0AC09AA6-10D5-409C-803B-947BAD67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7693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9" name="data_8445">
            <a:extLst xmlns:a="http://schemas.openxmlformats.org/drawingml/2006/main">
              <a:ext uri="{FF2B5EF4-FFF2-40B4-BE49-F238E27FC236}">
                <a16:creationId xmlns:a16="http://schemas.microsoft.com/office/drawing/2014/main" id="{2A674BE7-7D66-4375-8444-FC7AFE9B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32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0" name="data_8446">
            <a:extLst xmlns:a="http://schemas.openxmlformats.org/drawingml/2006/main">
              <a:ext uri="{FF2B5EF4-FFF2-40B4-BE49-F238E27FC236}">
                <a16:creationId xmlns:a16="http://schemas.microsoft.com/office/drawing/2014/main" id="{31BEE620-DA0E-4E3E-B374-565A2E74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892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1" name="data_8447">
            <a:extLst xmlns:a="http://schemas.openxmlformats.org/drawingml/2006/main">
              <a:ext uri="{FF2B5EF4-FFF2-40B4-BE49-F238E27FC236}">
                <a16:creationId xmlns:a16="http://schemas.microsoft.com/office/drawing/2014/main" id="{40434A78-D817-4422-9697-F4CCE2D97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1113" y="595581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2" name="data_8448">
            <a:extLst xmlns:a="http://schemas.openxmlformats.org/drawingml/2006/main">
              <a:ext uri="{FF2B5EF4-FFF2-40B4-BE49-F238E27FC236}">
                <a16:creationId xmlns:a16="http://schemas.microsoft.com/office/drawing/2014/main" id="{63FC4747-4844-4908-975B-73CF968E1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55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3" name="data_8449">
            <a:extLst xmlns:a="http://schemas.openxmlformats.org/drawingml/2006/main">
              <a:ext uri="{FF2B5EF4-FFF2-40B4-BE49-F238E27FC236}">
                <a16:creationId xmlns:a16="http://schemas.microsoft.com/office/drawing/2014/main" id="{9DC7D809-88F3-4816-BEDC-B6CADE19C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5737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4" name="data_8450">
            <a:extLst xmlns:a="http://schemas.openxmlformats.org/drawingml/2006/main">
              <a:ext uri="{FF2B5EF4-FFF2-40B4-BE49-F238E27FC236}">
                <a16:creationId xmlns:a16="http://schemas.microsoft.com/office/drawing/2014/main" id="{0E6319CB-31FF-4489-B85C-063EAF9D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65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5" name="data_8451">
            <a:extLst xmlns:a="http://schemas.openxmlformats.org/drawingml/2006/main">
              <a:ext uri="{FF2B5EF4-FFF2-40B4-BE49-F238E27FC236}">
                <a16:creationId xmlns:a16="http://schemas.microsoft.com/office/drawing/2014/main" id="{B1BAFB17-F4A2-4AC5-8DE5-EDF24743A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782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6" name="data_8452">
            <a:extLst xmlns:a="http://schemas.openxmlformats.org/drawingml/2006/main">
              <a:ext uri="{FF2B5EF4-FFF2-40B4-BE49-F238E27FC236}">
                <a16:creationId xmlns:a16="http://schemas.microsoft.com/office/drawing/2014/main" id="{DBB67E02-3D5E-4437-B74A-AE02C7EA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354" y="619273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7" name="data_8453">
            <a:extLst xmlns:a="http://schemas.openxmlformats.org/drawingml/2006/main">
              <a:ext uri="{FF2B5EF4-FFF2-40B4-BE49-F238E27FC236}">
                <a16:creationId xmlns:a16="http://schemas.microsoft.com/office/drawing/2014/main" id="{697CDB25-13AD-49C7-B35A-90540F5D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039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8" name="data_8454">
            <a:extLst xmlns:a="http://schemas.openxmlformats.org/drawingml/2006/main">
              <a:ext uri="{FF2B5EF4-FFF2-40B4-BE49-F238E27FC236}">
                <a16:creationId xmlns:a16="http://schemas.microsoft.com/office/drawing/2014/main" id="{EA546EBD-5D83-4F91-932E-DBD1DF8A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3784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9" name="data_8455">
            <a:extLst xmlns:a="http://schemas.openxmlformats.org/drawingml/2006/main">
              <a:ext uri="{FF2B5EF4-FFF2-40B4-BE49-F238E27FC236}">
                <a16:creationId xmlns:a16="http://schemas.microsoft.com/office/drawing/2014/main" id="{87E49F8B-3102-43F8-AC73-4E7A32A3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8864" y="58669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0" name="data_8456">
            <a:extLst xmlns:a="http://schemas.openxmlformats.org/drawingml/2006/main">
              <a:ext uri="{FF2B5EF4-FFF2-40B4-BE49-F238E27FC236}">
                <a16:creationId xmlns:a16="http://schemas.microsoft.com/office/drawing/2014/main" id="{CCB2EEC0-74E3-4FE5-8583-11D48892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918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1" name="data_8457">
            <a:extLst xmlns:a="http://schemas.openxmlformats.org/drawingml/2006/main">
              <a:ext uri="{FF2B5EF4-FFF2-40B4-BE49-F238E27FC236}">
                <a16:creationId xmlns:a16="http://schemas.microsoft.com/office/drawing/2014/main" id="{BEBA0BD8-B051-486A-BFF3-92664CE93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502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2" name="data_8458">
            <a:extLst xmlns:a="http://schemas.openxmlformats.org/drawingml/2006/main">
              <a:ext uri="{FF2B5EF4-FFF2-40B4-BE49-F238E27FC236}">
                <a16:creationId xmlns:a16="http://schemas.microsoft.com/office/drawing/2014/main" id="{190B6397-2D7D-4D99-A13A-3483FB67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306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3" name="data_8459">
            <a:extLst xmlns:a="http://schemas.openxmlformats.org/drawingml/2006/main">
              <a:ext uri="{FF2B5EF4-FFF2-40B4-BE49-F238E27FC236}">
                <a16:creationId xmlns:a16="http://schemas.microsoft.com/office/drawing/2014/main" id="{DD20D04E-2F1D-447F-A722-C85EDC97F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27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4" name="data_8460">
            <a:extLst xmlns:a="http://schemas.openxmlformats.org/drawingml/2006/main">
              <a:ext uri="{FF2B5EF4-FFF2-40B4-BE49-F238E27FC236}">
                <a16:creationId xmlns:a16="http://schemas.microsoft.com/office/drawing/2014/main" id="{A21A1B1D-4BB6-4AB5-9C55-4C79A57FD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827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5" name="data_8461">
            <a:extLst xmlns:a="http://schemas.openxmlformats.org/drawingml/2006/main">
              <a:ext uri="{FF2B5EF4-FFF2-40B4-BE49-F238E27FC236}">
                <a16:creationId xmlns:a16="http://schemas.microsoft.com/office/drawing/2014/main" id="{CA7EDCA5-A189-4C2D-8A07-2C622B3ED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423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6" name="data_8462">
            <a:extLst xmlns:a="http://schemas.openxmlformats.org/drawingml/2006/main">
              <a:ext uri="{FF2B5EF4-FFF2-40B4-BE49-F238E27FC236}">
                <a16:creationId xmlns:a16="http://schemas.microsoft.com/office/drawing/2014/main" id="{47BCF0F4-7A29-40E5-A33B-C33BF19B6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329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7" name="data_8463">
            <a:extLst xmlns:a="http://schemas.openxmlformats.org/drawingml/2006/main">
              <a:ext uri="{FF2B5EF4-FFF2-40B4-BE49-F238E27FC236}">
                <a16:creationId xmlns:a16="http://schemas.microsoft.com/office/drawing/2014/main" id="{DC6ABFB9-F0E8-488D-A440-D4270C21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336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8" name="data_8464">
            <a:extLst xmlns:a="http://schemas.openxmlformats.org/drawingml/2006/main">
              <a:ext uri="{FF2B5EF4-FFF2-40B4-BE49-F238E27FC236}">
                <a16:creationId xmlns:a16="http://schemas.microsoft.com/office/drawing/2014/main" id="{65027844-009D-4A8E-A1E3-0AAE2432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19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9" name="data_8465">
            <a:extLst xmlns:a="http://schemas.openxmlformats.org/drawingml/2006/main">
              <a:ext uri="{FF2B5EF4-FFF2-40B4-BE49-F238E27FC236}">
                <a16:creationId xmlns:a16="http://schemas.microsoft.com/office/drawing/2014/main" id="{FB2EC054-2789-4693-A8A1-F897C2469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417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0" name="data_8466">
            <a:extLst xmlns:a="http://schemas.openxmlformats.org/drawingml/2006/main">
              <a:ext uri="{FF2B5EF4-FFF2-40B4-BE49-F238E27FC236}">
                <a16:creationId xmlns:a16="http://schemas.microsoft.com/office/drawing/2014/main" id="{884E9443-5832-4CF9-86ED-54313FB7C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944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1" name="data_8467">
            <a:extLst xmlns:a="http://schemas.openxmlformats.org/drawingml/2006/main">
              <a:ext uri="{FF2B5EF4-FFF2-40B4-BE49-F238E27FC236}">
                <a16:creationId xmlns:a16="http://schemas.microsoft.com/office/drawing/2014/main" id="{51901056-B2F5-4ADA-9C5E-DC0148A1D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964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2" name="data_8468">
            <a:extLst xmlns:a="http://schemas.openxmlformats.org/drawingml/2006/main">
              <a:ext uri="{FF2B5EF4-FFF2-40B4-BE49-F238E27FC236}">
                <a16:creationId xmlns:a16="http://schemas.microsoft.com/office/drawing/2014/main" id="{40F10343-581D-44DD-AA1B-0D46475D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35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3" name="data_8469">
            <a:extLst xmlns:a="http://schemas.openxmlformats.org/drawingml/2006/main">
              <a:ext uri="{FF2B5EF4-FFF2-40B4-BE49-F238E27FC236}">
                <a16:creationId xmlns:a16="http://schemas.microsoft.com/office/drawing/2014/main" id="{E3A5B9E4-BC17-4632-96FD-F7C4D1B1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801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4" name="data_8470">
            <a:extLst xmlns:a="http://schemas.openxmlformats.org/drawingml/2006/main">
              <a:ext uri="{FF2B5EF4-FFF2-40B4-BE49-F238E27FC236}">
                <a16:creationId xmlns:a16="http://schemas.microsoft.com/office/drawing/2014/main" id="{8B5A4BA9-8D6C-485E-9229-0C874B073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476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5" name="data_8471">
            <a:extLst xmlns:a="http://schemas.openxmlformats.org/drawingml/2006/main">
              <a:ext uri="{FF2B5EF4-FFF2-40B4-BE49-F238E27FC236}">
                <a16:creationId xmlns:a16="http://schemas.microsoft.com/office/drawing/2014/main" id="{ADF4053B-6D24-44D3-AB4E-77B3FD1A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1276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6" name="data_8472">
            <a:extLst xmlns:a="http://schemas.openxmlformats.org/drawingml/2006/main">
              <a:ext uri="{FF2B5EF4-FFF2-40B4-BE49-F238E27FC236}">
                <a16:creationId xmlns:a16="http://schemas.microsoft.com/office/drawing/2014/main" id="{E8647469-DD6E-4D9D-AC68-9CF9E599A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2383" y="54523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7" name="data_8473">
            <a:extLst xmlns:a="http://schemas.openxmlformats.org/drawingml/2006/main">
              <a:ext uri="{FF2B5EF4-FFF2-40B4-BE49-F238E27FC236}">
                <a16:creationId xmlns:a16="http://schemas.microsoft.com/office/drawing/2014/main" id="{E9DAF22E-1098-4799-8158-74F21903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56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8" name="data_8474">
            <a:extLst xmlns:a="http://schemas.openxmlformats.org/drawingml/2006/main">
              <a:ext uri="{FF2B5EF4-FFF2-40B4-BE49-F238E27FC236}">
                <a16:creationId xmlns:a16="http://schemas.microsoft.com/office/drawing/2014/main" id="{E100940B-998B-491A-8376-A5E8E37F6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964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9" name="data_8475">
            <a:extLst xmlns:a="http://schemas.openxmlformats.org/drawingml/2006/main">
              <a:ext uri="{FF2B5EF4-FFF2-40B4-BE49-F238E27FC236}">
                <a16:creationId xmlns:a16="http://schemas.microsoft.com/office/drawing/2014/main" id="{8C999B85-BC02-49F1-B1F6-D8D5BC688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332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0" name="data_8476">
            <a:extLst xmlns:a="http://schemas.openxmlformats.org/drawingml/2006/main">
              <a:ext uri="{FF2B5EF4-FFF2-40B4-BE49-F238E27FC236}">
                <a16:creationId xmlns:a16="http://schemas.microsoft.com/office/drawing/2014/main" id="{8E21F49F-33FF-4497-9AA6-078EFB5E9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769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1" name="data_8477">
            <a:extLst xmlns:a="http://schemas.openxmlformats.org/drawingml/2006/main">
              <a:ext uri="{FF2B5EF4-FFF2-40B4-BE49-F238E27FC236}">
                <a16:creationId xmlns:a16="http://schemas.microsoft.com/office/drawing/2014/main" id="{B1AD77FF-46D3-4D4A-B2CC-FE20D2FD3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717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2" name="data_8478">
            <a:extLst xmlns:a="http://schemas.openxmlformats.org/drawingml/2006/main">
              <a:ext uri="{FF2B5EF4-FFF2-40B4-BE49-F238E27FC236}">
                <a16:creationId xmlns:a16="http://schemas.microsoft.com/office/drawing/2014/main" id="{19119FC7-EA72-43C3-BCDE-F658E533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635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3" name="data_8479">
            <a:extLst xmlns:a="http://schemas.openxmlformats.org/drawingml/2006/main">
              <a:ext uri="{FF2B5EF4-FFF2-40B4-BE49-F238E27FC236}">
                <a16:creationId xmlns:a16="http://schemas.microsoft.com/office/drawing/2014/main" id="{053187A2-CB60-418D-A271-E6F7C241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9939" y="678503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4" name="data_8480">
            <a:extLst xmlns:a="http://schemas.openxmlformats.org/drawingml/2006/main">
              <a:ext uri="{FF2B5EF4-FFF2-40B4-BE49-F238E27FC236}">
                <a16:creationId xmlns:a16="http://schemas.microsoft.com/office/drawing/2014/main" id="{32BF895B-4478-46E6-99AB-C1FCE7FEF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6227" y="680618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5" name="data_8481">
            <a:extLst xmlns:a="http://schemas.openxmlformats.org/drawingml/2006/main">
              <a:ext uri="{FF2B5EF4-FFF2-40B4-BE49-F238E27FC236}">
                <a16:creationId xmlns:a16="http://schemas.microsoft.com/office/drawing/2014/main" id="{74715C39-AF1E-4E1D-AF8F-7E0E9A1B7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397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6" name="data_8482">
            <a:extLst xmlns:a="http://schemas.openxmlformats.org/drawingml/2006/main">
              <a:ext uri="{FF2B5EF4-FFF2-40B4-BE49-F238E27FC236}">
                <a16:creationId xmlns:a16="http://schemas.microsoft.com/office/drawing/2014/main" id="{71B94794-9907-48AB-B2F5-7D752995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997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7" name="data_8483">
            <a:extLst xmlns:a="http://schemas.openxmlformats.org/drawingml/2006/main">
              <a:ext uri="{FF2B5EF4-FFF2-40B4-BE49-F238E27FC236}">
                <a16:creationId xmlns:a16="http://schemas.microsoft.com/office/drawing/2014/main" id="{DDE77300-57B1-4FD6-9EB7-6A7F45B0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41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8" name="data_8484">
            <a:extLst xmlns:a="http://schemas.openxmlformats.org/drawingml/2006/main">
              <a:ext uri="{FF2B5EF4-FFF2-40B4-BE49-F238E27FC236}">
                <a16:creationId xmlns:a16="http://schemas.microsoft.com/office/drawing/2014/main" id="{F9CC76D7-D094-4D7F-AE31-571E9AA1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300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9" name="data_8485">
            <a:extLst xmlns:a="http://schemas.openxmlformats.org/drawingml/2006/main">
              <a:ext uri="{FF2B5EF4-FFF2-40B4-BE49-F238E27FC236}">
                <a16:creationId xmlns:a16="http://schemas.microsoft.com/office/drawing/2014/main" id="{590CC43B-1498-4DF2-BDBF-B1AB65EF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534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0" name="data_8486">
            <a:extLst xmlns:a="http://schemas.openxmlformats.org/drawingml/2006/main">
              <a:ext uri="{FF2B5EF4-FFF2-40B4-BE49-F238E27FC236}">
                <a16:creationId xmlns:a16="http://schemas.microsoft.com/office/drawing/2014/main" id="{577A2EB1-BE37-4FF3-9D5F-6AF20D384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567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1" name="data_8487">
            <a:extLst xmlns:a="http://schemas.openxmlformats.org/drawingml/2006/main">
              <a:ext uri="{FF2B5EF4-FFF2-40B4-BE49-F238E27FC236}">
                <a16:creationId xmlns:a16="http://schemas.microsoft.com/office/drawing/2014/main" id="{00BB1FE6-1A67-4F54-AB5F-C8FF980EB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417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2" name="data_8488">
            <a:extLst xmlns:a="http://schemas.openxmlformats.org/drawingml/2006/main">
              <a:ext uri="{FF2B5EF4-FFF2-40B4-BE49-F238E27FC236}">
                <a16:creationId xmlns:a16="http://schemas.microsoft.com/office/drawing/2014/main" id="{ABA48735-8EAC-47E3-BC83-161AE68B7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8279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3" name="data_8489">
            <a:extLst xmlns:a="http://schemas.openxmlformats.org/drawingml/2006/main">
              <a:ext uri="{FF2B5EF4-FFF2-40B4-BE49-F238E27FC236}">
                <a16:creationId xmlns:a16="http://schemas.microsoft.com/office/drawing/2014/main" id="{2BF61B80-269F-4082-8E61-C8595BF2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772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4" name="data_8490">
            <a:extLst xmlns:a="http://schemas.openxmlformats.org/drawingml/2006/main">
              <a:ext uri="{FF2B5EF4-FFF2-40B4-BE49-F238E27FC236}">
                <a16:creationId xmlns:a16="http://schemas.microsoft.com/office/drawing/2014/main" id="{A54F89EA-3561-4515-9127-11EEEDB65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332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5" name="data_8491">
            <a:extLst xmlns:a="http://schemas.openxmlformats.org/drawingml/2006/main">
              <a:ext uri="{FF2B5EF4-FFF2-40B4-BE49-F238E27FC236}">
                <a16:creationId xmlns:a16="http://schemas.microsoft.com/office/drawing/2014/main" id="{655368C5-D08B-4F72-AAD0-E49107074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870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6" name="data_8492">
            <a:extLst xmlns:a="http://schemas.openxmlformats.org/drawingml/2006/main">
              <a:ext uri="{FF2B5EF4-FFF2-40B4-BE49-F238E27FC236}">
                <a16:creationId xmlns:a16="http://schemas.microsoft.com/office/drawing/2014/main" id="{69078F0B-824D-476A-80BA-2D1FFB4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107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7" name="data_8493">
            <a:extLst xmlns:a="http://schemas.openxmlformats.org/drawingml/2006/main">
              <a:ext uri="{FF2B5EF4-FFF2-40B4-BE49-F238E27FC236}">
                <a16:creationId xmlns:a16="http://schemas.microsoft.com/office/drawing/2014/main" id="{0C4A9A31-E6E1-4979-A210-C3E5F1FE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246" y="62496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8" name="data_8494">
            <a:extLst xmlns:a="http://schemas.openxmlformats.org/drawingml/2006/main">
              <a:ext uri="{FF2B5EF4-FFF2-40B4-BE49-F238E27FC236}">
                <a16:creationId xmlns:a16="http://schemas.microsoft.com/office/drawing/2014/main" id="{927D45FB-65EE-44E0-BD1A-79930575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544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9" name="data_8495">
            <a:extLst xmlns:a="http://schemas.openxmlformats.org/drawingml/2006/main">
              <a:ext uri="{FF2B5EF4-FFF2-40B4-BE49-F238E27FC236}">
                <a16:creationId xmlns:a16="http://schemas.microsoft.com/office/drawing/2014/main" id="{7FA9B004-C5B1-47D8-920D-E784963BD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270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0" name="data_8496">
            <a:extLst xmlns:a="http://schemas.openxmlformats.org/drawingml/2006/main">
              <a:ext uri="{FF2B5EF4-FFF2-40B4-BE49-F238E27FC236}">
                <a16:creationId xmlns:a16="http://schemas.microsoft.com/office/drawing/2014/main" id="{6F5547A8-31F5-4561-A26F-2E119AF4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93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1" name="data_8497">
            <a:extLst xmlns:a="http://schemas.openxmlformats.org/drawingml/2006/main">
              <a:ext uri="{FF2B5EF4-FFF2-40B4-BE49-F238E27FC236}">
                <a16:creationId xmlns:a16="http://schemas.microsoft.com/office/drawing/2014/main" id="{6335FA4A-34C4-4352-B57D-2BAEB8DB2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7986" y="53783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2" name="data_8498">
            <a:extLst xmlns:a="http://schemas.openxmlformats.org/drawingml/2006/main">
              <a:ext uri="{FF2B5EF4-FFF2-40B4-BE49-F238E27FC236}">
                <a16:creationId xmlns:a16="http://schemas.microsoft.com/office/drawing/2014/main" id="{0DCB7B7C-DAF5-474B-8F60-999199D8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160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3" name="data_8499">
            <a:extLst xmlns:a="http://schemas.openxmlformats.org/drawingml/2006/main">
              <a:ext uri="{FF2B5EF4-FFF2-40B4-BE49-F238E27FC236}">
                <a16:creationId xmlns:a16="http://schemas.microsoft.com/office/drawing/2014/main" id="{57999C6C-04A6-4E70-A161-E88D5CDA4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720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4" name="data_8500">
            <a:extLst xmlns:a="http://schemas.openxmlformats.org/drawingml/2006/main">
              <a:ext uri="{FF2B5EF4-FFF2-40B4-BE49-F238E27FC236}">
                <a16:creationId xmlns:a16="http://schemas.microsoft.com/office/drawing/2014/main" id="{4B63BD26-0087-4735-9B89-59C91C42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668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5" name="data_8501">
            <a:extLst xmlns:a="http://schemas.openxmlformats.org/drawingml/2006/main">
              <a:ext uri="{FF2B5EF4-FFF2-40B4-BE49-F238E27FC236}">
                <a16:creationId xmlns:a16="http://schemas.microsoft.com/office/drawing/2014/main" id="{8EB1A82A-ABED-4ED1-9553-835A7DCC9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4500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6" name="data_8502">
            <a:extLst xmlns:a="http://schemas.openxmlformats.org/drawingml/2006/main">
              <a:ext uri="{FF2B5EF4-FFF2-40B4-BE49-F238E27FC236}">
                <a16:creationId xmlns:a16="http://schemas.microsoft.com/office/drawing/2014/main" id="{39E775A0-C036-4F3D-8EF4-0DEFD4554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440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7" name="data_8503">
            <a:extLst xmlns:a="http://schemas.openxmlformats.org/drawingml/2006/main">
              <a:ext uri="{FF2B5EF4-FFF2-40B4-BE49-F238E27FC236}">
                <a16:creationId xmlns:a16="http://schemas.microsoft.com/office/drawing/2014/main" id="{1E66D6CE-1E08-46BE-B6A6-6F71E4E5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16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8" name="data_8504">
            <a:extLst xmlns:a="http://schemas.openxmlformats.org/drawingml/2006/main">
              <a:ext uri="{FF2B5EF4-FFF2-40B4-BE49-F238E27FC236}">
                <a16:creationId xmlns:a16="http://schemas.microsoft.com/office/drawing/2014/main" id="{49AC3FC4-0D74-486C-8348-6D741B9A3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635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9" name="data_8505">
            <a:extLst xmlns:a="http://schemas.openxmlformats.org/drawingml/2006/main">
              <a:ext uri="{FF2B5EF4-FFF2-40B4-BE49-F238E27FC236}">
                <a16:creationId xmlns:a16="http://schemas.microsoft.com/office/drawing/2014/main" id="{E6CBD256-881F-4924-9493-6E87A5609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668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0" name="data_8506">
            <a:extLst xmlns:a="http://schemas.openxmlformats.org/drawingml/2006/main">
              <a:ext uri="{FF2B5EF4-FFF2-40B4-BE49-F238E27FC236}">
                <a16:creationId xmlns:a16="http://schemas.microsoft.com/office/drawing/2014/main" id="{97163707-758F-4774-946E-F3FFFF29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681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1" name="data_8507">
            <a:extLst xmlns:a="http://schemas.openxmlformats.org/drawingml/2006/main">
              <a:ext uri="{FF2B5EF4-FFF2-40B4-BE49-F238E27FC236}">
                <a16:creationId xmlns:a16="http://schemas.microsoft.com/office/drawing/2014/main" id="{69515A21-D79C-4F80-87BE-01E59E625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9450" y="66961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2" name="data_8508">
            <a:extLst xmlns:a="http://schemas.openxmlformats.org/drawingml/2006/main">
              <a:ext uri="{FF2B5EF4-FFF2-40B4-BE49-F238E27FC236}">
                <a16:creationId xmlns:a16="http://schemas.microsoft.com/office/drawing/2014/main" id="{B07AC671-4115-46FA-AA34-EBC8B7AA1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798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3" name="data_8509">
            <a:extLst xmlns:a="http://schemas.openxmlformats.org/drawingml/2006/main">
              <a:ext uri="{FF2B5EF4-FFF2-40B4-BE49-F238E27FC236}">
                <a16:creationId xmlns:a16="http://schemas.microsoft.com/office/drawing/2014/main" id="{01DC44EF-9EC8-4660-95C7-95267D079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482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4" name="data_8510">
            <a:extLst xmlns:a="http://schemas.openxmlformats.org/drawingml/2006/main">
              <a:ext uri="{FF2B5EF4-FFF2-40B4-BE49-F238E27FC236}">
                <a16:creationId xmlns:a16="http://schemas.microsoft.com/office/drawing/2014/main" id="{FA253CAE-C350-49A6-B260-F97CC221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492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5" name="data_8511">
            <a:extLst xmlns:a="http://schemas.openxmlformats.org/drawingml/2006/main">
              <a:ext uri="{FF2B5EF4-FFF2-40B4-BE49-F238E27FC236}">
                <a16:creationId xmlns:a16="http://schemas.microsoft.com/office/drawing/2014/main" id="{4E518814-C5DA-461E-AFC5-F788CE01C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850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6" name="data_8512">
            <a:extLst xmlns:a="http://schemas.openxmlformats.org/drawingml/2006/main">
              <a:ext uri="{FF2B5EF4-FFF2-40B4-BE49-F238E27FC236}">
                <a16:creationId xmlns:a16="http://schemas.microsoft.com/office/drawing/2014/main" id="{35D92A36-2AE0-4305-A59A-2B80746E5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381" y="686964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7" name="data_8513">
            <a:extLst xmlns:a="http://schemas.openxmlformats.org/drawingml/2006/main">
              <a:ext uri="{FF2B5EF4-FFF2-40B4-BE49-F238E27FC236}">
                <a16:creationId xmlns:a16="http://schemas.microsoft.com/office/drawing/2014/main" id="{D5DFA434-091C-44F0-AF74-D39A2D58B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5087202"/>
            <a:ext cx="191" cy="1954578"/>
          </a:xfrm>
          <a:custGeom xmlns:a="http://schemas.openxmlformats.org/drawingml/2006/main"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3068" name="data_8514">
            <a:extLst xmlns:a="http://schemas.openxmlformats.org/drawingml/2006/main">
              <a:ext uri="{FF2B5EF4-FFF2-40B4-BE49-F238E27FC236}">
                <a16:creationId xmlns:a16="http://schemas.microsoft.com/office/drawing/2014/main" id="{588292F8-25DE-44CA-921B-026C45F0D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01" y="7041780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3069" name="text_8515">
            <a:extLst xmlns:a="http://schemas.openxmlformats.org/drawingml/2006/main">
              <a:ext uri="{FF2B5EF4-FFF2-40B4-BE49-F238E27FC236}">
                <a16:creationId xmlns:a16="http://schemas.microsoft.com/office/drawing/2014/main" id="{905A7008-1850-44AD-9417-8271D3AA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82544" y="4773801"/>
            <a:ext cx="98071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3070" name="text_8516">
            <a:extLst xmlns:a="http://schemas.openxmlformats.org/drawingml/2006/main">
              <a:ext uri="{FF2B5EF4-FFF2-40B4-BE49-F238E27FC236}">
                <a16:creationId xmlns:a16="http://schemas.microsoft.com/office/drawing/2014/main" id="{FCA7EF0B-CB47-447F-AE66-C4DB8670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72701" y="4808505"/>
            <a:ext cx="1311133" cy="188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CA2</a:t>
            </a:r>
          </a:p>
        </p:txBody>
      </p:sp>
      <p:sp>
        <p:nvSpPr>
          <p:cNvPr id="3071" name="data_8517">
            <a:extLst xmlns:a="http://schemas.openxmlformats.org/drawingml/2006/main">
              <a:ext uri="{FF2B5EF4-FFF2-40B4-BE49-F238E27FC236}">
                <a16:creationId xmlns:a16="http://schemas.microsoft.com/office/drawing/2014/main" id="{E3F7B793-EAD1-41D7-9761-5A48502F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3192" y="5735613"/>
            <a:ext cx="2049083" cy="1217322"/>
          </a:xfrm>
          <a:custGeom xmlns:a="http://schemas.openxmlformats.org/drawingml/2006/main">
            <a:pathLst>
              <a:path w="2049083" h="1217322">
                <a:moveTo>
                  <a:pt x="0" y="1217322"/>
                </a:moveTo>
                <a:lnTo>
                  <a:pt x="26270" y="1216072"/>
                </a:lnTo>
                <a:lnTo>
                  <a:pt x="26270" y="1215103"/>
                </a:lnTo>
                <a:lnTo>
                  <a:pt x="34151" y="1214203"/>
                </a:lnTo>
                <a:lnTo>
                  <a:pt x="35027" y="1212700"/>
                </a:lnTo>
                <a:lnTo>
                  <a:pt x="37946" y="1212700"/>
                </a:lnTo>
                <a:lnTo>
                  <a:pt x="37946" y="1209550"/>
                </a:lnTo>
                <a:lnTo>
                  <a:pt x="48788" y="1208362"/>
                </a:lnTo>
                <a:lnTo>
                  <a:pt x="48788" y="1205662"/>
                </a:lnTo>
                <a:lnTo>
                  <a:pt x="56919" y="1204692"/>
                </a:lnTo>
                <a:lnTo>
                  <a:pt x="56919" y="1200439"/>
                </a:lnTo>
                <a:lnTo>
                  <a:pt x="62093" y="1200197"/>
                </a:lnTo>
                <a:lnTo>
                  <a:pt x="62093" y="1196760"/>
                </a:lnTo>
                <a:lnTo>
                  <a:pt x="68303" y="1196760"/>
                </a:lnTo>
                <a:lnTo>
                  <a:pt x="70054" y="1193682"/>
                </a:lnTo>
                <a:lnTo>
                  <a:pt x="75892" y="1193682"/>
                </a:lnTo>
                <a:lnTo>
                  <a:pt x="75892" y="1190532"/>
                </a:lnTo>
                <a:lnTo>
                  <a:pt x="85378" y="1189974"/>
                </a:lnTo>
                <a:lnTo>
                  <a:pt x="85378" y="1182098"/>
                </a:lnTo>
                <a:lnTo>
                  <a:pt x="97575" y="1180668"/>
                </a:lnTo>
                <a:lnTo>
                  <a:pt x="97575" y="1173917"/>
                </a:lnTo>
                <a:lnTo>
                  <a:pt x="113838" y="1172633"/>
                </a:lnTo>
                <a:lnTo>
                  <a:pt x="113838" y="1147659"/>
                </a:lnTo>
                <a:lnTo>
                  <a:pt x="124187" y="1147416"/>
                </a:lnTo>
                <a:lnTo>
                  <a:pt x="125222" y="1143664"/>
                </a:lnTo>
                <a:lnTo>
                  <a:pt x="136606" y="1142695"/>
                </a:lnTo>
                <a:lnTo>
                  <a:pt x="136606" y="1124107"/>
                </a:lnTo>
                <a:lnTo>
                  <a:pt x="146363" y="1123077"/>
                </a:lnTo>
                <a:lnTo>
                  <a:pt x="147989" y="1120737"/>
                </a:lnTo>
                <a:lnTo>
                  <a:pt x="151784" y="1120494"/>
                </a:lnTo>
                <a:lnTo>
                  <a:pt x="151784" y="1118394"/>
                </a:lnTo>
                <a:lnTo>
                  <a:pt x="170757" y="1117182"/>
                </a:lnTo>
                <a:lnTo>
                  <a:pt x="170757" y="1082527"/>
                </a:lnTo>
                <a:lnTo>
                  <a:pt x="186280" y="1081000"/>
                </a:lnTo>
                <a:lnTo>
                  <a:pt x="186280" y="1077563"/>
                </a:lnTo>
                <a:lnTo>
                  <a:pt x="189730" y="1077563"/>
                </a:lnTo>
                <a:lnTo>
                  <a:pt x="189730" y="1075463"/>
                </a:lnTo>
                <a:lnTo>
                  <a:pt x="195151" y="1074905"/>
                </a:lnTo>
                <a:lnTo>
                  <a:pt x="195151" y="1068154"/>
                </a:lnTo>
                <a:lnTo>
                  <a:pt x="204908" y="1067912"/>
                </a:lnTo>
                <a:lnTo>
                  <a:pt x="204908" y="1064761"/>
                </a:lnTo>
                <a:lnTo>
                  <a:pt x="227676" y="1064276"/>
                </a:lnTo>
                <a:lnTo>
                  <a:pt x="227676" y="1017512"/>
                </a:lnTo>
                <a:lnTo>
                  <a:pt x="239060" y="1016542"/>
                </a:lnTo>
                <a:lnTo>
                  <a:pt x="239060" y="1015282"/>
                </a:lnTo>
                <a:lnTo>
                  <a:pt x="248374" y="1013689"/>
                </a:lnTo>
                <a:lnTo>
                  <a:pt x="248374" y="1011971"/>
                </a:lnTo>
                <a:lnTo>
                  <a:pt x="256135" y="1011729"/>
                </a:lnTo>
                <a:lnTo>
                  <a:pt x="256135" y="1004640"/>
                </a:lnTo>
                <a:lnTo>
                  <a:pt x="273211" y="1003840"/>
                </a:lnTo>
                <a:lnTo>
                  <a:pt x="273211" y="985567"/>
                </a:lnTo>
                <a:lnTo>
                  <a:pt x="284595" y="985325"/>
                </a:lnTo>
                <a:lnTo>
                  <a:pt x="284595" y="980599"/>
                </a:lnTo>
                <a:lnTo>
                  <a:pt x="292726" y="979630"/>
                </a:lnTo>
                <a:lnTo>
                  <a:pt x="292726" y="972879"/>
                </a:lnTo>
                <a:lnTo>
                  <a:pt x="307362" y="971029"/>
                </a:lnTo>
                <a:lnTo>
                  <a:pt x="307362" y="969769"/>
                </a:lnTo>
                <a:lnTo>
                  <a:pt x="310467" y="969769"/>
                </a:lnTo>
                <a:lnTo>
                  <a:pt x="310467" y="966332"/>
                </a:lnTo>
                <a:lnTo>
                  <a:pt x="341514" y="964974"/>
                </a:lnTo>
                <a:lnTo>
                  <a:pt x="341514" y="794567"/>
                </a:lnTo>
                <a:lnTo>
                  <a:pt x="367784" y="793452"/>
                </a:lnTo>
                <a:lnTo>
                  <a:pt x="367784" y="792483"/>
                </a:lnTo>
                <a:lnTo>
                  <a:pt x="372561" y="792483"/>
                </a:lnTo>
                <a:lnTo>
                  <a:pt x="372561" y="789046"/>
                </a:lnTo>
                <a:lnTo>
                  <a:pt x="390302" y="787616"/>
                </a:lnTo>
                <a:lnTo>
                  <a:pt x="390302" y="780865"/>
                </a:lnTo>
                <a:lnTo>
                  <a:pt x="398433" y="779896"/>
                </a:lnTo>
                <a:lnTo>
                  <a:pt x="398433" y="778320"/>
                </a:lnTo>
                <a:lnTo>
                  <a:pt x="409817" y="778078"/>
                </a:lnTo>
                <a:lnTo>
                  <a:pt x="411568" y="760823"/>
                </a:lnTo>
                <a:lnTo>
                  <a:pt x="417406" y="760823"/>
                </a:lnTo>
                <a:lnTo>
                  <a:pt x="417406" y="758722"/>
                </a:lnTo>
                <a:lnTo>
                  <a:pt x="426892" y="758165"/>
                </a:lnTo>
                <a:lnTo>
                  <a:pt x="426892" y="753439"/>
                </a:lnTo>
                <a:lnTo>
                  <a:pt x="434654" y="752882"/>
                </a:lnTo>
                <a:lnTo>
                  <a:pt x="434654" y="749445"/>
                </a:lnTo>
                <a:lnTo>
                  <a:pt x="446595" y="747537"/>
                </a:lnTo>
                <a:lnTo>
                  <a:pt x="446595" y="747295"/>
                </a:lnTo>
                <a:lnTo>
                  <a:pt x="455352" y="747295"/>
                </a:lnTo>
                <a:lnTo>
                  <a:pt x="455352" y="706306"/>
                </a:lnTo>
                <a:lnTo>
                  <a:pt x="478119" y="705506"/>
                </a:lnTo>
                <a:lnTo>
                  <a:pt x="478119" y="702356"/>
                </a:lnTo>
                <a:lnTo>
                  <a:pt x="487877" y="702113"/>
                </a:lnTo>
                <a:lnTo>
                  <a:pt x="489503" y="695047"/>
                </a:lnTo>
                <a:lnTo>
                  <a:pt x="496747" y="694805"/>
                </a:lnTo>
                <a:lnTo>
                  <a:pt x="496747" y="691368"/>
                </a:lnTo>
                <a:lnTo>
                  <a:pt x="512271" y="690568"/>
                </a:lnTo>
                <a:lnTo>
                  <a:pt x="512271" y="659378"/>
                </a:lnTo>
                <a:lnTo>
                  <a:pt x="536665" y="658336"/>
                </a:lnTo>
                <a:lnTo>
                  <a:pt x="536665" y="656986"/>
                </a:lnTo>
                <a:lnTo>
                  <a:pt x="546422" y="656744"/>
                </a:lnTo>
                <a:lnTo>
                  <a:pt x="546422" y="646032"/>
                </a:lnTo>
                <a:lnTo>
                  <a:pt x="558841" y="645789"/>
                </a:lnTo>
                <a:lnTo>
                  <a:pt x="560433" y="642110"/>
                </a:lnTo>
                <a:lnTo>
                  <a:pt x="569190" y="642110"/>
                </a:lnTo>
                <a:lnTo>
                  <a:pt x="569190" y="629266"/>
                </a:lnTo>
                <a:lnTo>
                  <a:pt x="586703" y="627358"/>
                </a:lnTo>
                <a:lnTo>
                  <a:pt x="586703" y="627116"/>
                </a:lnTo>
                <a:lnTo>
                  <a:pt x="597649" y="626558"/>
                </a:lnTo>
                <a:lnTo>
                  <a:pt x="597649" y="624195"/>
                </a:lnTo>
                <a:lnTo>
                  <a:pt x="614725" y="623711"/>
                </a:lnTo>
                <a:lnTo>
                  <a:pt x="614725" y="621821"/>
                </a:lnTo>
                <a:lnTo>
                  <a:pt x="620934" y="621821"/>
                </a:lnTo>
                <a:lnTo>
                  <a:pt x="621730" y="618141"/>
                </a:lnTo>
                <a:lnTo>
                  <a:pt x="637492" y="616234"/>
                </a:lnTo>
                <a:lnTo>
                  <a:pt x="639244" y="615676"/>
                </a:lnTo>
                <a:lnTo>
                  <a:pt x="683028" y="614707"/>
                </a:lnTo>
                <a:lnTo>
                  <a:pt x="683028" y="154391"/>
                </a:lnTo>
                <a:lnTo>
                  <a:pt x="780603" y="152673"/>
                </a:lnTo>
                <a:lnTo>
                  <a:pt x="780603" y="149973"/>
                </a:lnTo>
                <a:lnTo>
                  <a:pt x="796866" y="149973"/>
                </a:lnTo>
                <a:lnTo>
                  <a:pt x="796866" y="146507"/>
                </a:lnTo>
                <a:lnTo>
                  <a:pt x="808249" y="144789"/>
                </a:lnTo>
                <a:lnTo>
                  <a:pt x="808249" y="144474"/>
                </a:lnTo>
                <a:lnTo>
                  <a:pt x="819633" y="144474"/>
                </a:lnTo>
                <a:lnTo>
                  <a:pt x="819633" y="140378"/>
                </a:lnTo>
                <a:lnTo>
                  <a:pt x="910704" y="139118"/>
                </a:lnTo>
                <a:lnTo>
                  <a:pt x="910704" y="126201"/>
                </a:lnTo>
                <a:lnTo>
                  <a:pt x="975754" y="125885"/>
                </a:lnTo>
                <a:lnTo>
                  <a:pt x="975754" y="123185"/>
                </a:lnTo>
                <a:lnTo>
                  <a:pt x="1024541" y="122870"/>
                </a:lnTo>
                <a:lnTo>
                  <a:pt x="1024541" y="103967"/>
                </a:lnTo>
                <a:lnTo>
                  <a:pt x="1309136" y="102077"/>
                </a:lnTo>
                <a:lnTo>
                  <a:pt x="1309136" y="101762"/>
                </a:lnTo>
                <a:lnTo>
                  <a:pt x="1366055" y="101447"/>
                </a:lnTo>
                <a:lnTo>
                  <a:pt x="1366055" y="69941"/>
                </a:lnTo>
                <a:lnTo>
                  <a:pt x="1479893" y="69311"/>
                </a:lnTo>
                <a:lnTo>
                  <a:pt x="1479893" y="66161"/>
                </a:lnTo>
                <a:lnTo>
                  <a:pt x="1536812" y="66161"/>
                </a:lnTo>
                <a:lnTo>
                  <a:pt x="1536812" y="56709"/>
                </a:lnTo>
                <a:lnTo>
                  <a:pt x="1707569" y="56709"/>
                </a:lnTo>
                <a:lnTo>
                  <a:pt x="1707569" y="51983"/>
                </a:lnTo>
                <a:lnTo>
                  <a:pt x="1878326" y="51983"/>
                </a:lnTo>
                <a:lnTo>
                  <a:pt x="1878326" y="47258"/>
                </a:lnTo>
                <a:lnTo>
                  <a:pt x="2049083" y="47258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00878B"/>
            </a:solidFill>
            <a:prstDash val="solid"/>
          </a:ln>
        </p:spPr>
      </p:sp>
      <p:sp>
        <p:nvSpPr>
          <p:cNvPr id="3072" name="data_8518">
            <a:extLst xmlns:a="http://schemas.openxmlformats.org/drawingml/2006/main">
              <a:ext uri="{FF2B5EF4-FFF2-40B4-BE49-F238E27FC236}">
                <a16:creationId xmlns:a16="http://schemas.microsoft.com/office/drawing/2014/main" id="{953005BC-2369-45EA-A48A-00C5C3999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3192" y="5176046"/>
            <a:ext cx="2049083" cy="1776889"/>
          </a:xfrm>
          <a:custGeom xmlns:a="http://schemas.openxmlformats.org/drawingml/2006/main">
            <a:pathLst>
              <a:path w="2049083" h="1776889">
                <a:moveTo>
                  <a:pt x="0" y="1776889"/>
                </a:moveTo>
                <a:lnTo>
                  <a:pt x="341514" y="1776889"/>
                </a:lnTo>
                <a:lnTo>
                  <a:pt x="341514" y="1249680"/>
                </a:lnTo>
                <a:lnTo>
                  <a:pt x="367784" y="1249680"/>
                </a:lnTo>
                <a:lnTo>
                  <a:pt x="367784" y="1226900"/>
                </a:lnTo>
                <a:lnTo>
                  <a:pt x="390302" y="1226900"/>
                </a:lnTo>
                <a:lnTo>
                  <a:pt x="390302" y="1184593"/>
                </a:lnTo>
                <a:lnTo>
                  <a:pt x="455352" y="1184593"/>
                </a:lnTo>
                <a:lnTo>
                  <a:pt x="455352" y="1139031"/>
                </a:lnTo>
                <a:lnTo>
                  <a:pt x="512271" y="1139031"/>
                </a:lnTo>
                <a:lnTo>
                  <a:pt x="512271" y="1089673"/>
                </a:lnTo>
                <a:lnTo>
                  <a:pt x="683028" y="1089673"/>
                </a:lnTo>
                <a:lnTo>
                  <a:pt x="683028" y="592296"/>
                </a:lnTo>
                <a:lnTo>
                  <a:pt x="910704" y="592296"/>
                </a:lnTo>
                <a:lnTo>
                  <a:pt x="910704" y="549989"/>
                </a:lnTo>
                <a:lnTo>
                  <a:pt x="1024541" y="549989"/>
                </a:lnTo>
                <a:lnTo>
                  <a:pt x="1024541" y="475952"/>
                </a:lnTo>
                <a:lnTo>
                  <a:pt x="1366055" y="475952"/>
                </a:lnTo>
                <a:lnTo>
                  <a:pt x="1366055" y="333167"/>
                </a:lnTo>
                <a:lnTo>
                  <a:pt x="1479893" y="333167"/>
                </a:lnTo>
                <a:lnTo>
                  <a:pt x="1479893" y="259130"/>
                </a:lnTo>
                <a:lnTo>
                  <a:pt x="2049083" y="25913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621">
            <a:solidFill>
              <a:srgbClr val="3A64C8"/>
            </a:solidFill>
            <a:prstDash val="solid"/>
          </a:ln>
        </p:spPr>
      </p:sp>
      <p:sp>
        <p:nvSpPr>
          <p:cNvPr id="3073" name="data_8519">
            <a:extLst xmlns:a="http://schemas.openxmlformats.org/drawingml/2006/main">
              <a:ext uri="{FF2B5EF4-FFF2-40B4-BE49-F238E27FC236}">
                <a16:creationId xmlns:a16="http://schemas.microsoft.com/office/drawing/2014/main" id="{29666636-485E-401D-8BB0-64AE9E6A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4558" y="6500031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3074" name="data_8520">
            <a:extLst xmlns:a="http://schemas.openxmlformats.org/drawingml/2006/main">
              <a:ext uri="{FF2B5EF4-FFF2-40B4-BE49-F238E27FC236}">
                <a16:creationId xmlns:a16="http://schemas.microsoft.com/office/drawing/2014/main" id="{9384AF28-817B-40C3-A520-9F4F5EE43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6071" y="5859856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3075" name="data_8521">
            <a:extLst xmlns:a="http://schemas.openxmlformats.org/drawingml/2006/main">
              <a:ext uri="{FF2B5EF4-FFF2-40B4-BE49-F238E27FC236}">
                <a16:creationId xmlns:a16="http://schemas.microsoft.com/office/drawing/2014/main" id="{A244810A-9EBA-477B-9938-D94113A75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9099" y="5775406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3076" name="data_8522">
            <a:extLst xmlns:a="http://schemas.openxmlformats.org/drawingml/2006/main">
              <a:ext uri="{FF2B5EF4-FFF2-40B4-BE49-F238E27FC236}">
                <a16:creationId xmlns:a16="http://schemas.microsoft.com/office/drawing/2014/main" id="{AD22DC01-27BA-4B21-A1AB-D039363F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2127" y="5705464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3077" name="data_8523">
            <a:extLst xmlns:a="http://schemas.openxmlformats.org/drawingml/2006/main">
              <a:ext uri="{FF2B5EF4-FFF2-40B4-BE49-F238E27FC236}">
                <a16:creationId xmlns:a16="http://schemas.microsoft.com/office/drawing/2014/main" id="{01989869-EFEB-40F0-906F-CE5AB670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4546" y="6375566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3078" name="data_8524">
            <a:extLst xmlns:a="http://schemas.openxmlformats.org/drawingml/2006/main">
              <a:ext uri="{FF2B5EF4-FFF2-40B4-BE49-F238E27FC236}">
                <a16:creationId xmlns:a16="http://schemas.microsoft.com/office/drawing/2014/main" id="{EC89FD99-1D38-48C2-B9F6-1C471FC25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059" y="5718182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3079" name="data_8525">
            <a:extLst xmlns:a="http://schemas.openxmlformats.org/drawingml/2006/main">
              <a:ext uri="{FF2B5EF4-FFF2-40B4-BE49-F238E27FC236}">
                <a16:creationId xmlns:a16="http://schemas.microsoft.com/office/drawing/2014/main" id="{FFAE4A35-0755-49A2-B5D6-1729BAB1C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9087" y="5459052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3080" name="data_8526">
            <a:extLst xmlns:a="http://schemas.openxmlformats.org/drawingml/2006/main">
              <a:ext uri="{FF2B5EF4-FFF2-40B4-BE49-F238E27FC236}">
                <a16:creationId xmlns:a16="http://schemas.microsoft.com/office/drawing/2014/main" id="{B8AE2F68-27BB-4038-B97A-B187ACBFE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2115" y="5125886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3081" name="data_8527">
            <a:extLst xmlns:a="http://schemas.openxmlformats.org/drawingml/2006/main">
              <a:ext uri="{FF2B5EF4-FFF2-40B4-BE49-F238E27FC236}">
                <a16:creationId xmlns:a16="http://schemas.microsoft.com/office/drawing/2014/main" id="{4B9EF1BC-DE57-4352-A888-E44B37C1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5087202"/>
            <a:ext cx="2213010" cy="1954578"/>
          </a:xfrm>
          <a:custGeom xmlns:a="http://schemas.openxmlformats.org/drawingml/2006/main"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82" name="data_8528">
            <a:extLst xmlns:a="http://schemas.openxmlformats.org/drawingml/2006/main">
              <a:ext uri="{FF2B5EF4-FFF2-40B4-BE49-F238E27FC236}">
                <a16:creationId xmlns:a16="http://schemas.microsoft.com/office/drawing/2014/main" id="{DF686A25-A01F-4994-A604-F9B3D991F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1345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1001" y="1762082"/>
                </a:lnTo>
                <a:lnTo>
                  <a:pt x="3936" y="1747274"/>
                </a:lnTo>
                <a:lnTo>
                  <a:pt x="8605" y="1732467"/>
                </a:lnTo>
                <a:lnTo>
                  <a:pt x="14701" y="1717659"/>
                </a:lnTo>
                <a:lnTo>
                  <a:pt x="21841" y="1702852"/>
                </a:lnTo>
                <a:lnTo>
                  <a:pt x="29605" y="1688045"/>
                </a:lnTo>
                <a:lnTo>
                  <a:pt x="37578" y="1673237"/>
                </a:lnTo>
                <a:lnTo>
                  <a:pt x="45382" y="1658430"/>
                </a:lnTo>
                <a:lnTo>
                  <a:pt x="52704" y="1643622"/>
                </a:lnTo>
                <a:lnTo>
                  <a:pt x="59315" y="1628815"/>
                </a:lnTo>
                <a:lnTo>
                  <a:pt x="65070" y="1614007"/>
                </a:lnTo>
                <a:lnTo>
                  <a:pt x="69908" y="1599200"/>
                </a:lnTo>
                <a:lnTo>
                  <a:pt x="73837" y="1584393"/>
                </a:lnTo>
                <a:lnTo>
                  <a:pt x="76921" y="1569585"/>
                </a:lnTo>
                <a:lnTo>
                  <a:pt x="79260" y="1554778"/>
                </a:lnTo>
                <a:lnTo>
                  <a:pt x="80972" y="1539970"/>
                </a:lnTo>
                <a:lnTo>
                  <a:pt x="82182" y="1525163"/>
                </a:lnTo>
                <a:lnTo>
                  <a:pt x="83006" y="1510356"/>
                </a:lnTo>
                <a:lnTo>
                  <a:pt x="83549" y="1495548"/>
                </a:lnTo>
                <a:lnTo>
                  <a:pt x="83895" y="1480741"/>
                </a:lnTo>
                <a:lnTo>
                  <a:pt x="84111" y="1465933"/>
                </a:lnTo>
                <a:lnTo>
                  <a:pt x="84244" y="1451126"/>
                </a:lnTo>
                <a:lnTo>
                  <a:pt x="84325" y="1436319"/>
                </a:lnTo>
                <a:lnTo>
                  <a:pt x="84373" y="1421511"/>
                </a:lnTo>
                <a:lnTo>
                  <a:pt x="84395" y="1406704"/>
                </a:lnTo>
                <a:lnTo>
                  <a:pt x="84392" y="1391896"/>
                </a:lnTo>
                <a:lnTo>
                  <a:pt x="84359" y="1377089"/>
                </a:lnTo>
                <a:lnTo>
                  <a:pt x="84290" y="1362282"/>
                </a:lnTo>
                <a:lnTo>
                  <a:pt x="84180" y="1347474"/>
                </a:lnTo>
                <a:lnTo>
                  <a:pt x="84023" y="1332667"/>
                </a:lnTo>
                <a:lnTo>
                  <a:pt x="83816" y="1317859"/>
                </a:lnTo>
                <a:lnTo>
                  <a:pt x="83559" y="1303052"/>
                </a:lnTo>
                <a:lnTo>
                  <a:pt x="83255" y="1288245"/>
                </a:lnTo>
                <a:lnTo>
                  <a:pt x="82908" y="1273437"/>
                </a:lnTo>
                <a:lnTo>
                  <a:pt x="82525" y="1258630"/>
                </a:lnTo>
                <a:lnTo>
                  <a:pt x="82115" y="1243822"/>
                </a:lnTo>
                <a:lnTo>
                  <a:pt x="81686" y="1229015"/>
                </a:lnTo>
                <a:lnTo>
                  <a:pt x="81246" y="1214207"/>
                </a:lnTo>
                <a:lnTo>
                  <a:pt x="80801" y="1199400"/>
                </a:lnTo>
                <a:lnTo>
                  <a:pt x="80356" y="1184593"/>
                </a:lnTo>
                <a:lnTo>
                  <a:pt x="79911" y="1169785"/>
                </a:lnTo>
                <a:lnTo>
                  <a:pt x="79462" y="1154978"/>
                </a:lnTo>
                <a:lnTo>
                  <a:pt x="79002" y="1140170"/>
                </a:lnTo>
                <a:lnTo>
                  <a:pt x="78518" y="1125363"/>
                </a:lnTo>
                <a:lnTo>
                  <a:pt x="77994" y="1110556"/>
                </a:lnTo>
                <a:lnTo>
                  <a:pt x="77412" y="1095748"/>
                </a:lnTo>
                <a:lnTo>
                  <a:pt x="76752" y="1080941"/>
                </a:lnTo>
                <a:lnTo>
                  <a:pt x="75998" y="1066133"/>
                </a:lnTo>
                <a:lnTo>
                  <a:pt x="75135" y="1051326"/>
                </a:lnTo>
                <a:lnTo>
                  <a:pt x="74162" y="1036519"/>
                </a:lnTo>
                <a:lnTo>
                  <a:pt x="73086" y="1021711"/>
                </a:lnTo>
                <a:lnTo>
                  <a:pt x="71929" y="1006904"/>
                </a:lnTo>
                <a:lnTo>
                  <a:pt x="70731" y="992096"/>
                </a:lnTo>
                <a:lnTo>
                  <a:pt x="69545" y="977289"/>
                </a:lnTo>
                <a:lnTo>
                  <a:pt x="68438" y="962482"/>
                </a:lnTo>
                <a:lnTo>
                  <a:pt x="67485" y="947674"/>
                </a:lnTo>
                <a:lnTo>
                  <a:pt x="66761" y="932867"/>
                </a:lnTo>
                <a:lnTo>
                  <a:pt x="66336" y="918059"/>
                </a:lnTo>
                <a:lnTo>
                  <a:pt x="66263" y="903252"/>
                </a:lnTo>
                <a:lnTo>
                  <a:pt x="66577" y="888444"/>
                </a:lnTo>
                <a:lnTo>
                  <a:pt x="67285" y="873637"/>
                </a:lnTo>
                <a:lnTo>
                  <a:pt x="68368" y="858830"/>
                </a:lnTo>
                <a:lnTo>
                  <a:pt x="69779" y="844022"/>
                </a:lnTo>
                <a:lnTo>
                  <a:pt x="71453" y="829215"/>
                </a:lnTo>
                <a:lnTo>
                  <a:pt x="73309" y="814407"/>
                </a:lnTo>
                <a:lnTo>
                  <a:pt x="75258" y="799600"/>
                </a:lnTo>
                <a:lnTo>
                  <a:pt x="77216" y="784793"/>
                </a:lnTo>
                <a:lnTo>
                  <a:pt x="79105" y="769985"/>
                </a:lnTo>
                <a:lnTo>
                  <a:pt x="80863" y="755178"/>
                </a:lnTo>
                <a:lnTo>
                  <a:pt x="82445" y="740370"/>
                </a:lnTo>
                <a:lnTo>
                  <a:pt x="83824" y="725563"/>
                </a:lnTo>
                <a:lnTo>
                  <a:pt x="84990" y="710756"/>
                </a:lnTo>
                <a:lnTo>
                  <a:pt x="85947" y="695948"/>
                </a:lnTo>
                <a:lnTo>
                  <a:pt x="86711" y="681141"/>
                </a:lnTo>
                <a:lnTo>
                  <a:pt x="87304" y="666333"/>
                </a:lnTo>
                <a:lnTo>
                  <a:pt x="87752" y="651526"/>
                </a:lnTo>
                <a:lnTo>
                  <a:pt x="88082" y="636719"/>
                </a:lnTo>
                <a:lnTo>
                  <a:pt x="88318" y="621911"/>
                </a:lnTo>
                <a:lnTo>
                  <a:pt x="88483" y="607104"/>
                </a:lnTo>
                <a:lnTo>
                  <a:pt x="88595" y="592296"/>
                </a:lnTo>
                <a:lnTo>
                  <a:pt x="88670" y="577489"/>
                </a:lnTo>
                <a:lnTo>
                  <a:pt x="88718" y="562682"/>
                </a:lnTo>
                <a:lnTo>
                  <a:pt x="88749" y="547874"/>
                </a:lnTo>
                <a:lnTo>
                  <a:pt x="88767" y="533067"/>
                </a:lnTo>
                <a:lnTo>
                  <a:pt x="88779" y="518259"/>
                </a:lnTo>
                <a:lnTo>
                  <a:pt x="88785" y="503452"/>
                </a:lnTo>
                <a:lnTo>
                  <a:pt x="88789" y="488644"/>
                </a:lnTo>
                <a:lnTo>
                  <a:pt x="88791" y="473837"/>
                </a:lnTo>
                <a:lnTo>
                  <a:pt x="88792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4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4" y="444222"/>
                </a:lnTo>
                <a:lnTo>
                  <a:pt x="88795" y="459030"/>
                </a:lnTo>
                <a:lnTo>
                  <a:pt x="88796" y="473837"/>
                </a:lnTo>
                <a:lnTo>
                  <a:pt x="88798" y="488644"/>
                </a:lnTo>
                <a:lnTo>
                  <a:pt x="88802" y="503452"/>
                </a:lnTo>
                <a:lnTo>
                  <a:pt x="88808" y="518259"/>
                </a:lnTo>
                <a:lnTo>
                  <a:pt x="88820" y="533067"/>
                </a:lnTo>
                <a:lnTo>
                  <a:pt x="88839" y="547874"/>
                </a:lnTo>
                <a:lnTo>
                  <a:pt x="88869" y="562682"/>
                </a:lnTo>
                <a:lnTo>
                  <a:pt x="88917" y="577489"/>
                </a:lnTo>
                <a:lnTo>
                  <a:pt x="88992" y="592296"/>
                </a:lnTo>
                <a:lnTo>
                  <a:pt x="89104" y="607104"/>
                </a:lnTo>
                <a:lnTo>
                  <a:pt x="89269" y="621911"/>
                </a:lnTo>
                <a:lnTo>
                  <a:pt x="89505" y="636719"/>
                </a:lnTo>
                <a:lnTo>
                  <a:pt x="89835" y="651526"/>
                </a:lnTo>
                <a:lnTo>
                  <a:pt x="90283" y="666333"/>
                </a:lnTo>
                <a:lnTo>
                  <a:pt x="90876" y="681141"/>
                </a:lnTo>
                <a:lnTo>
                  <a:pt x="91640" y="695948"/>
                </a:lnTo>
                <a:lnTo>
                  <a:pt x="92598" y="710756"/>
                </a:lnTo>
                <a:lnTo>
                  <a:pt x="93764" y="725563"/>
                </a:lnTo>
                <a:lnTo>
                  <a:pt x="95142" y="740370"/>
                </a:lnTo>
                <a:lnTo>
                  <a:pt x="96724" y="755178"/>
                </a:lnTo>
                <a:lnTo>
                  <a:pt x="98482" y="769985"/>
                </a:lnTo>
                <a:lnTo>
                  <a:pt x="100372" y="784793"/>
                </a:lnTo>
                <a:lnTo>
                  <a:pt x="102329" y="799600"/>
                </a:lnTo>
                <a:lnTo>
                  <a:pt x="104279" y="814407"/>
                </a:lnTo>
                <a:lnTo>
                  <a:pt x="106134" y="829215"/>
                </a:lnTo>
                <a:lnTo>
                  <a:pt x="107808" y="844022"/>
                </a:lnTo>
                <a:lnTo>
                  <a:pt x="109220" y="858830"/>
                </a:lnTo>
                <a:lnTo>
                  <a:pt x="110302" y="873637"/>
                </a:lnTo>
                <a:lnTo>
                  <a:pt x="111010" y="888444"/>
                </a:lnTo>
                <a:lnTo>
                  <a:pt x="111324" y="903252"/>
                </a:lnTo>
                <a:lnTo>
                  <a:pt x="111252" y="918059"/>
                </a:lnTo>
                <a:lnTo>
                  <a:pt x="110826" y="932867"/>
                </a:lnTo>
                <a:lnTo>
                  <a:pt x="110102" y="947674"/>
                </a:lnTo>
                <a:lnTo>
                  <a:pt x="109149" y="962482"/>
                </a:lnTo>
                <a:lnTo>
                  <a:pt x="108042" y="977289"/>
                </a:lnTo>
                <a:lnTo>
                  <a:pt x="106856" y="992096"/>
                </a:lnTo>
                <a:lnTo>
                  <a:pt x="105658" y="1006904"/>
                </a:lnTo>
                <a:lnTo>
                  <a:pt x="104501" y="1021711"/>
                </a:lnTo>
                <a:lnTo>
                  <a:pt x="103425" y="1036519"/>
                </a:lnTo>
                <a:lnTo>
                  <a:pt x="102452" y="1051326"/>
                </a:lnTo>
                <a:lnTo>
                  <a:pt x="101590" y="1066133"/>
                </a:lnTo>
                <a:lnTo>
                  <a:pt x="100835" y="1080941"/>
                </a:lnTo>
                <a:lnTo>
                  <a:pt x="100175" y="1095748"/>
                </a:lnTo>
                <a:lnTo>
                  <a:pt x="99593" y="1110556"/>
                </a:lnTo>
                <a:lnTo>
                  <a:pt x="99069" y="1125363"/>
                </a:lnTo>
                <a:lnTo>
                  <a:pt x="98585" y="1140170"/>
                </a:lnTo>
                <a:lnTo>
                  <a:pt x="98125" y="1154978"/>
                </a:lnTo>
                <a:lnTo>
                  <a:pt x="97676" y="1169785"/>
                </a:lnTo>
                <a:lnTo>
                  <a:pt x="97231" y="1184593"/>
                </a:lnTo>
                <a:lnTo>
                  <a:pt x="96786" y="1199400"/>
                </a:lnTo>
                <a:lnTo>
                  <a:pt x="96341" y="1214207"/>
                </a:lnTo>
                <a:lnTo>
                  <a:pt x="95901" y="1229015"/>
                </a:lnTo>
                <a:lnTo>
                  <a:pt x="95472" y="1243822"/>
                </a:lnTo>
                <a:lnTo>
                  <a:pt x="95062" y="1258630"/>
                </a:lnTo>
                <a:lnTo>
                  <a:pt x="94679" y="1273437"/>
                </a:lnTo>
                <a:lnTo>
                  <a:pt x="94332" y="1288245"/>
                </a:lnTo>
                <a:lnTo>
                  <a:pt x="94028" y="1303052"/>
                </a:lnTo>
                <a:lnTo>
                  <a:pt x="93771" y="1317859"/>
                </a:lnTo>
                <a:lnTo>
                  <a:pt x="93564" y="1332667"/>
                </a:lnTo>
                <a:lnTo>
                  <a:pt x="93407" y="1347474"/>
                </a:lnTo>
                <a:lnTo>
                  <a:pt x="93297" y="1362282"/>
                </a:lnTo>
                <a:lnTo>
                  <a:pt x="93228" y="1377089"/>
                </a:lnTo>
                <a:lnTo>
                  <a:pt x="93195" y="1391896"/>
                </a:lnTo>
                <a:lnTo>
                  <a:pt x="93192" y="1406704"/>
                </a:lnTo>
                <a:lnTo>
                  <a:pt x="93214" y="1421511"/>
                </a:lnTo>
                <a:lnTo>
                  <a:pt x="93262" y="1436319"/>
                </a:lnTo>
                <a:lnTo>
                  <a:pt x="93343" y="1451126"/>
                </a:lnTo>
                <a:lnTo>
                  <a:pt x="93476" y="1465933"/>
                </a:lnTo>
                <a:lnTo>
                  <a:pt x="93692" y="1480741"/>
                </a:lnTo>
                <a:lnTo>
                  <a:pt x="94039" y="1495548"/>
                </a:lnTo>
                <a:lnTo>
                  <a:pt x="94581" y="1510356"/>
                </a:lnTo>
                <a:lnTo>
                  <a:pt x="95406" y="1525163"/>
                </a:lnTo>
                <a:lnTo>
                  <a:pt x="96615" y="1539970"/>
                </a:lnTo>
                <a:lnTo>
                  <a:pt x="98327" y="1554778"/>
                </a:lnTo>
                <a:lnTo>
                  <a:pt x="100666" y="1569585"/>
                </a:lnTo>
                <a:lnTo>
                  <a:pt x="103750" y="1584393"/>
                </a:lnTo>
                <a:lnTo>
                  <a:pt x="107679" y="1599200"/>
                </a:lnTo>
                <a:lnTo>
                  <a:pt x="112517" y="1614007"/>
                </a:lnTo>
                <a:lnTo>
                  <a:pt x="118272" y="1628815"/>
                </a:lnTo>
                <a:lnTo>
                  <a:pt x="124883" y="1643622"/>
                </a:lnTo>
                <a:lnTo>
                  <a:pt x="132206" y="1658430"/>
                </a:lnTo>
                <a:lnTo>
                  <a:pt x="140009" y="1673237"/>
                </a:lnTo>
                <a:lnTo>
                  <a:pt x="147982" y="1688045"/>
                </a:lnTo>
                <a:lnTo>
                  <a:pt x="155746" y="1702852"/>
                </a:lnTo>
                <a:lnTo>
                  <a:pt x="162886" y="1717659"/>
                </a:lnTo>
                <a:lnTo>
                  <a:pt x="168982" y="1732467"/>
                </a:lnTo>
                <a:lnTo>
                  <a:pt x="173651" y="1747274"/>
                </a:lnTo>
                <a:lnTo>
                  <a:pt x="176586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2000"/>
            </a:srgbClr>
          </a:solidFill>
          <a:ln xmlns:a="http://schemas.openxmlformats.org/drawingml/2006/main"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3" name="data_8529">
            <a:extLst xmlns:a="http://schemas.openxmlformats.org/drawingml/2006/main">
              <a:ext uri="{FF2B5EF4-FFF2-40B4-BE49-F238E27FC236}">
                <a16:creationId xmlns:a16="http://schemas.microsoft.com/office/drawing/2014/main" id="{9B70A92A-6A1C-49D2-AD1C-6D64367EA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859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86" y="1762082"/>
                </a:lnTo>
                <a:lnTo>
                  <a:pt x="3877" y="1747274"/>
                </a:lnTo>
                <a:lnTo>
                  <a:pt x="8472" y="1732467"/>
                </a:lnTo>
                <a:lnTo>
                  <a:pt x="14465" y="1717659"/>
                </a:lnTo>
                <a:lnTo>
                  <a:pt x="21473" y="1702852"/>
                </a:lnTo>
                <a:lnTo>
                  <a:pt x="29079" y="1688045"/>
                </a:lnTo>
                <a:lnTo>
                  <a:pt x="36868" y="1673237"/>
                </a:lnTo>
                <a:lnTo>
                  <a:pt x="44465" y="1658430"/>
                </a:lnTo>
                <a:lnTo>
                  <a:pt x="51561" y="1643622"/>
                </a:lnTo>
                <a:lnTo>
                  <a:pt x="57931" y="1628815"/>
                </a:lnTo>
                <a:lnTo>
                  <a:pt x="63435" y="1614007"/>
                </a:lnTo>
                <a:lnTo>
                  <a:pt x="68020" y="1599200"/>
                </a:lnTo>
                <a:lnTo>
                  <a:pt x="71700" y="1584393"/>
                </a:lnTo>
                <a:lnTo>
                  <a:pt x="74549" y="1569585"/>
                </a:lnTo>
                <a:lnTo>
                  <a:pt x="76673" y="1554778"/>
                </a:lnTo>
                <a:lnTo>
                  <a:pt x="78199" y="1539970"/>
                </a:lnTo>
                <a:lnTo>
                  <a:pt x="79258" y="1525163"/>
                </a:lnTo>
                <a:lnTo>
                  <a:pt x="79971" y="1510356"/>
                </a:lnTo>
                <a:lnTo>
                  <a:pt x="80444" y="1495548"/>
                </a:lnTo>
                <a:lnTo>
                  <a:pt x="80763" y="1480741"/>
                </a:lnTo>
                <a:lnTo>
                  <a:pt x="80989" y="1465933"/>
                </a:lnTo>
                <a:lnTo>
                  <a:pt x="81163" y="1451126"/>
                </a:lnTo>
                <a:lnTo>
                  <a:pt x="81309" y="1436319"/>
                </a:lnTo>
                <a:lnTo>
                  <a:pt x="81433" y="1421511"/>
                </a:lnTo>
                <a:lnTo>
                  <a:pt x="81535" y="1406704"/>
                </a:lnTo>
                <a:lnTo>
                  <a:pt x="81604" y="1391896"/>
                </a:lnTo>
                <a:lnTo>
                  <a:pt x="81631" y="1377089"/>
                </a:lnTo>
                <a:lnTo>
                  <a:pt x="81607" y="1362282"/>
                </a:lnTo>
                <a:lnTo>
                  <a:pt x="81527" y="1347474"/>
                </a:lnTo>
                <a:lnTo>
                  <a:pt x="81391" y="1332667"/>
                </a:lnTo>
                <a:lnTo>
                  <a:pt x="81207" y="1317859"/>
                </a:lnTo>
                <a:lnTo>
                  <a:pt x="80987" y="1303052"/>
                </a:lnTo>
                <a:lnTo>
                  <a:pt x="80752" y="1288245"/>
                </a:lnTo>
                <a:lnTo>
                  <a:pt x="80521" y="1273437"/>
                </a:lnTo>
                <a:lnTo>
                  <a:pt x="80320" y="1258630"/>
                </a:lnTo>
                <a:lnTo>
                  <a:pt x="80170" y="1243822"/>
                </a:lnTo>
                <a:lnTo>
                  <a:pt x="80093" y="1229015"/>
                </a:lnTo>
                <a:lnTo>
                  <a:pt x="80104" y="1214207"/>
                </a:lnTo>
                <a:lnTo>
                  <a:pt x="80212" y="1199400"/>
                </a:lnTo>
                <a:lnTo>
                  <a:pt x="80420" y="1184593"/>
                </a:lnTo>
                <a:lnTo>
                  <a:pt x="80722" y="1169785"/>
                </a:lnTo>
                <a:lnTo>
                  <a:pt x="81105" y="1154978"/>
                </a:lnTo>
                <a:lnTo>
                  <a:pt x="81549" y="1140170"/>
                </a:lnTo>
                <a:lnTo>
                  <a:pt x="82029" y="1125363"/>
                </a:lnTo>
                <a:lnTo>
                  <a:pt x="82515" y="1110556"/>
                </a:lnTo>
                <a:lnTo>
                  <a:pt x="82975" y="1095748"/>
                </a:lnTo>
                <a:lnTo>
                  <a:pt x="83378" y="1080941"/>
                </a:lnTo>
                <a:lnTo>
                  <a:pt x="83698" y="1066133"/>
                </a:lnTo>
                <a:lnTo>
                  <a:pt x="83910" y="1051326"/>
                </a:lnTo>
                <a:lnTo>
                  <a:pt x="83999" y="1036519"/>
                </a:lnTo>
                <a:lnTo>
                  <a:pt x="83959" y="1021711"/>
                </a:lnTo>
                <a:lnTo>
                  <a:pt x="83794" y="1006904"/>
                </a:lnTo>
                <a:lnTo>
                  <a:pt x="83516" y="992096"/>
                </a:lnTo>
                <a:lnTo>
                  <a:pt x="83149" y="977289"/>
                </a:lnTo>
                <a:lnTo>
                  <a:pt x="82721" y="962482"/>
                </a:lnTo>
                <a:lnTo>
                  <a:pt x="82269" y="947674"/>
                </a:lnTo>
                <a:lnTo>
                  <a:pt x="81830" y="932867"/>
                </a:lnTo>
                <a:lnTo>
                  <a:pt x="81437" y="918059"/>
                </a:lnTo>
                <a:lnTo>
                  <a:pt x="81123" y="903252"/>
                </a:lnTo>
                <a:lnTo>
                  <a:pt x="80909" y="888444"/>
                </a:lnTo>
                <a:lnTo>
                  <a:pt x="80809" y="873637"/>
                </a:lnTo>
                <a:lnTo>
                  <a:pt x="80825" y="858830"/>
                </a:lnTo>
                <a:lnTo>
                  <a:pt x="80952" y="844022"/>
                </a:lnTo>
                <a:lnTo>
                  <a:pt x="81174" y="829215"/>
                </a:lnTo>
                <a:lnTo>
                  <a:pt x="81469" y="814407"/>
                </a:lnTo>
                <a:lnTo>
                  <a:pt x="81815" y="799600"/>
                </a:lnTo>
                <a:lnTo>
                  <a:pt x="82185" y="784793"/>
                </a:lnTo>
                <a:lnTo>
                  <a:pt x="82559" y="769985"/>
                </a:lnTo>
                <a:lnTo>
                  <a:pt x="82915" y="755178"/>
                </a:lnTo>
                <a:lnTo>
                  <a:pt x="83240" y="740370"/>
                </a:lnTo>
                <a:lnTo>
                  <a:pt x="83522" y="725563"/>
                </a:lnTo>
                <a:lnTo>
                  <a:pt x="83754" y="710756"/>
                </a:lnTo>
                <a:lnTo>
                  <a:pt x="83932" y="695948"/>
                </a:lnTo>
                <a:lnTo>
                  <a:pt x="84052" y="681141"/>
                </a:lnTo>
                <a:lnTo>
                  <a:pt x="84114" y="666333"/>
                </a:lnTo>
                <a:lnTo>
                  <a:pt x="84115" y="651526"/>
                </a:lnTo>
                <a:lnTo>
                  <a:pt x="84057" y="636719"/>
                </a:lnTo>
                <a:lnTo>
                  <a:pt x="83938" y="621911"/>
                </a:lnTo>
                <a:lnTo>
                  <a:pt x="83762" y="607104"/>
                </a:lnTo>
                <a:lnTo>
                  <a:pt x="83534" y="592296"/>
                </a:lnTo>
                <a:lnTo>
                  <a:pt x="83262" y="577489"/>
                </a:lnTo>
                <a:lnTo>
                  <a:pt x="82957" y="562682"/>
                </a:lnTo>
                <a:lnTo>
                  <a:pt x="82634" y="547874"/>
                </a:lnTo>
                <a:lnTo>
                  <a:pt x="82308" y="533067"/>
                </a:lnTo>
                <a:lnTo>
                  <a:pt x="81997" y="518259"/>
                </a:lnTo>
                <a:lnTo>
                  <a:pt x="81717" y="503452"/>
                </a:lnTo>
                <a:lnTo>
                  <a:pt x="81483" y="488644"/>
                </a:lnTo>
                <a:lnTo>
                  <a:pt x="81305" y="473837"/>
                </a:lnTo>
                <a:lnTo>
                  <a:pt x="81191" y="459030"/>
                </a:lnTo>
                <a:lnTo>
                  <a:pt x="81142" y="444222"/>
                </a:lnTo>
                <a:lnTo>
                  <a:pt x="81156" y="429415"/>
                </a:lnTo>
                <a:lnTo>
                  <a:pt x="81226" y="414607"/>
                </a:lnTo>
                <a:lnTo>
                  <a:pt x="81345" y="399800"/>
                </a:lnTo>
                <a:lnTo>
                  <a:pt x="81499" y="384993"/>
                </a:lnTo>
                <a:lnTo>
                  <a:pt x="81679" y="370185"/>
                </a:lnTo>
                <a:lnTo>
                  <a:pt x="81870" y="355378"/>
                </a:lnTo>
                <a:lnTo>
                  <a:pt x="82059" y="340570"/>
                </a:lnTo>
                <a:lnTo>
                  <a:pt x="82228" y="325763"/>
                </a:lnTo>
                <a:lnTo>
                  <a:pt x="82356" y="310956"/>
                </a:lnTo>
                <a:lnTo>
                  <a:pt x="82415" y="296148"/>
                </a:lnTo>
                <a:lnTo>
                  <a:pt x="82367" y="281341"/>
                </a:lnTo>
                <a:lnTo>
                  <a:pt x="82164" y="266533"/>
                </a:lnTo>
                <a:lnTo>
                  <a:pt x="81743" y="251726"/>
                </a:lnTo>
                <a:lnTo>
                  <a:pt x="81033" y="236919"/>
                </a:lnTo>
                <a:lnTo>
                  <a:pt x="79949" y="222111"/>
                </a:lnTo>
                <a:lnTo>
                  <a:pt x="78406" y="207304"/>
                </a:lnTo>
                <a:lnTo>
                  <a:pt x="76319" y="192496"/>
                </a:lnTo>
                <a:lnTo>
                  <a:pt x="73619" y="177689"/>
                </a:lnTo>
                <a:lnTo>
                  <a:pt x="70261" y="162881"/>
                </a:lnTo>
                <a:lnTo>
                  <a:pt x="66240" y="148074"/>
                </a:lnTo>
                <a:lnTo>
                  <a:pt x="61599" y="133267"/>
                </a:lnTo>
                <a:lnTo>
                  <a:pt x="56441" y="118459"/>
                </a:lnTo>
                <a:lnTo>
                  <a:pt x="50930" y="103652"/>
                </a:lnTo>
                <a:lnTo>
                  <a:pt x="45289" y="88844"/>
                </a:lnTo>
                <a:lnTo>
                  <a:pt x="39787" y="74037"/>
                </a:lnTo>
                <a:lnTo>
                  <a:pt x="34723" y="59230"/>
                </a:lnTo>
                <a:lnTo>
                  <a:pt x="30394" y="44422"/>
                </a:lnTo>
                <a:lnTo>
                  <a:pt x="27077" y="29615"/>
                </a:lnTo>
                <a:lnTo>
                  <a:pt x="24991" y="14807"/>
                </a:lnTo>
                <a:lnTo>
                  <a:pt x="24279" y="0"/>
                </a:lnTo>
                <a:lnTo>
                  <a:pt x="153308" y="0"/>
                </a:lnTo>
                <a:lnTo>
                  <a:pt x="153308" y="0"/>
                </a:lnTo>
                <a:lnTo>
                  <a:pt x="152596" y="14807"/>
                </a:lnTo>
                <a:lnTo>
                  <a:pt x="150510" y="29615"/>
                </a:lnTo>
                <a:lnTo>
                  <a:pt x="147193" y="44422"/>
                </a:lnTo>
                <a:lnTo>
                  <a:pt x="142865" y="59230"/>
                </a:lnTo>
                <a:lnTo>
                  <a:pt x="137800" y="74037"/>
                </a:lnTo>
                <a:lnTo>
                  <a:pt x="132298" y="88844"/>
                </a:lnTo>
                <a:lnTo>
                  <a:pt x="126657" y="103652"/>
                </a:lnTo>
                <a:lnTo>
                  <a:pt x="121147" y="118459"/>
                </a:lnTo>
                <a:lnTo>
                  <a:pt x="115988" y="133267"/>
                </a:lnTo>
                <a:lnTo>
                  <a:pt x="111347" y="148074"/>
                </a:lnTo>
                <a:lnTo>
                  <a:pt x="107326" y="162881"/>
                </a:lnTo>
                <a:lnTo>
                  <a:pt x="103968" y="177689"/>
                </a:lnTo>
                <a:lnTo>
                  <a:pt x="101268" y="192496"/>
                </a:lnTo>
                <a:lnTo>
                  <a:pt x="99181" y="207304"/>
                </a:lnTo>
                <a:lnTo>
                  <a:pt x="97638" y="222111"/>
                </a:lnTo>
                <a:lnTo>
                  <a:pt x="96555" y="236919"/>
                </a:lnTo>
                <a:lnTo>
                  <a:pt x="95844" y="251726"/>
                </a:lnTo>
                <a:lnTo>
                  <a:pt x="95423" y="266533"/>
                </a:lnTo>
                <a:lnTo>
                  <a:pt x="95220" y="281341"/>
                </a:lnTo>
                <a:lnTo>
                  <a:pt x="95172" y="296148"/>
                </a:lnTo>
                <a:lnTo>
                  <a:pt x="95231" y="310956"/>
                </a:lnTo>
                <a:lnTo>
                  <a:pt x="95359" y="325763"/>
                </a:lnTo>
                <a:lnTo>
                  <a:pt x="95529" y="340570"/>
                </a:lnTo>
                <a:lnTo>
                  <a:pt x="95717" y="355378"/>
                </a:lnTo>
                <a:lnTo>
                  <a:pt x="95908" y="370185"/>
                </a:lnTo>
                <a:lnTo>
                  <a:pt x="96088" y="384993"/>
                </a:lnTo>
                <a:lnTo>
                  <a:pt x="96243" y="399800"/>
                </a:lnTo>
                <a:lnTo>
                  <a:pt x="96361" y="414607"/>
                </a:lnTo>
                <a:lnTo>
                  <a:pt x="96431" y="429415"/>
                </a:lnTo>
                <a:lnTo>
                  <a:pt x="96445" y="444222"/>
                </a:lnTo>
                <a:lnTo>
                  <a:pt x="96396" y="459030"/>
                </a:lnTo>
                <a:lnTo>
                  <a:pt x="96282" y="473837"/>
                </a:lnTo>
                <a:lnTo>
                  <a:pt x="96104" y="488644"/>
                </a:lnTo>
                <a:lnTo>
                  <a:pt x="95870" y="503452"/>
                </a:lnTo>
                <a:lnTo>
                  <a:pt x="95590" y="518259"/>
                </a:lnTo>
                <a:lnTo>
                  <a:pt x="95279" y="533067"/>
                </a:lnTo>
                <a:lnTo>
                  <a:pt x="94953" y="547874"/>
                </a:lnTo>
                <a:lnTo>
                  <a:pt x="94630" y="562682"/>
                </a:lnTo>
                <a:lnTo>
                  <a:pt x="94325" y="577489"/>
                </a:lnTo>
                <a:lnTo>
                  <a:pt x="94053" y="592296"/>
                </a:lnTo>
                <a:lnTo>
                  <a:pt x="93825" y="607104"/>
                </a:lnTo>
                <a:lnTo>
                  <a:pt x="93649" y="621911"/>
                </a:lnTo>
                <a:lnTo>
                  <a:pt x="93531" y="636719"/>
                </a:lnTo>
                <a:lnTo>
                  <a:pt x="93472" y="651526"/>
                </a:lnTo>
                <a:lnTo>
                  <a:pt x="93473" y="666333"/>
                </a:lnTo>
                <a:lnTo>
                  <a:pt x="93535" y="681141"/>
                </a:lnTo>
                <a:lnTo>
                  <a:pt x="93656" y="695948"/>
                </a:lnTo>
                <a:lnTo>
                  <a:pt x="93833" y="710756"/>
                </a:lnTo>
                <a:lnTo>
                  <a:pt x="94066" y="725563"/>
                </a:lnTo>
                <a:lnTo>
                  <a:pt x="94348" y="740370"/>
                </a:lnTo>
                <a:lnTo>
                  <a:pt x="94672" y="755178"/>
                </a:lnTo>
                <a:lnTo>
                  <a:pt x="95029" y="769985"/>
                </a:lnTo>
                <a:lnTo>
                  <a:pt x="95402" y="784793"/>
                </a:lnTo>
                <a:lnTo>
                  <a:pt x="95772" y="799600"/>
                </a:lnTo>
                <a:lnTo>
                  <a:pt x="96118" y="814407"/>
                </a:lnTo>
                <a:lnTo>
                  <a:pt x="96413" y="829215"/>
                </a:lnTo>
                <a:lnTo>
                  <a:pt x="96635" y="844022"/>
                </a:lnTo>
                <a:lnTo>
                  <a:pt x="96762" y="858830"/>
                </a:lnTo>
                <a:lnTo>
                  <a:pt x="96778" y="873637"/>
                </a:lnTo>
                <a:lnTo>
                  <a:pt x="96678" y="888444"/>
                </a:lnTo>
                <a:lnTo>
                  <a:pt x="96464" y="903252"/>
                </a:lnTo>
                <a:lnTo>
                  <a:pt x="96150" y="918059"/>
                </a:lnTo>
                <a:lnTo>
                  <a:pt x="95757" y="932867"/>
                </a:lnTo>
                <a:lnTo>
                  <a:pt x="95318" y="947674"/>
                </a:lnTo>
                <a:lnTo>
                  <a:pt x="94866" y="962482"/>
                </a:lnTo>
                <a:lnTo>
                  <a:pt x="94438" y="977289"/>
                </a:lnTo>
                <a:lnTo>
                  <a:pt x="94071" y="992096"/>
                </a:lnTo>
                <a:lnTo>
                  <a:pt x="93793" y="1006904"/>
                </a:lnTo>
                <a:lnTo>
                  <a:pt x="93628" y="1021711"/>
                </a:lnTo>
                <a:lnTo>
                  <a:pt x="93588" y="1036519"/>
                </a:lnTo>
                <a:lnTo>
                  <a:pt x="93677" y="1051326"/>
                </a:lnTo>
                <a:lnTo>
                  <a:pt x="93889" y="1066133"/>
                </a:lnTo>
                <a:lnTo>
                  <a:pt x="94209" y="1080941"/>
                </a:lnTo>
                <a:lnTo>
                  <a:pt x="94612" y="1095748"/>
                </a:lnTo>
                <a:lnTo>
                  <a:pt x="95073" y="1110556"/>
                </a:lnTo>
                <a:lnTo>
                  <a:pt x="95558" y="1125363"/>
                </a:lnTo>
                <a:lnTo>
                  <a:pt x="96038" y="1140170"/>
                </a:lnTo>
                <a:lnTo>
                  <a:pt x="96482" y="1154978"/>
                </a:lnTo>
                <a:lnTo>
                  <a:pt x="96865" y="1169785"/>
                </a:lnTo>
                <a:lnTo>
                  <a:pt x="97167" y="1184593"/>
                </a:lnTo>
                <a:lnTo>
                  <a:pt x="97375" y="1199400"/>
                </a:lnTo>
                <a:lnTo>
                  <a:pt x="97483" y="1214207"/>
                </a:lnTo>
                <a:lnTo>
                  <a:pt x="97494" y="1229015"/>
                </a:lnTo>
                <a:lnTo>
                  <a:pt x="97417" y="1243822"/>
                </a:lnTo>
                <a:lnTo>
                  <a:pt x="97267" y="1258630"/>
                </a:lnTo>
                <a:lnTo>
                  <a:pt x="97066" y="1273437"/>
                </a:lnTo>
                <a:lnTo>
                  <a:pt x="96836" y="1288245"/>
                </a:lnTo>
                <a:lnTo>
                  <a:pt x="96600" y="1303052"/>
                </a:lnTo>
                <a:lnTo>
                  <a:pt x="96381" y="1317859"/>
                </a:lnTo>
                <a:lnTo>
                  <a:pt x="96196" y="1332667"/>
                </a:lnTo>
                <a:lnTo>
                  <a:pt x="96060" y="1347474"/>
                </a:lnTo>
                <a:lnTo>
                  <a:pt x="95980" y="1362282"/>
                </a:lnTo>
                <a:lnTo>
                  <a:pt x="95956" y="1377089"/>
                </a:lnTo>
                <a:lnTo>
                  <a:pt x="95983" y="1391896"/>
                </a:lnTo>
                <a:lnTo>
                  <a:pt x="96052" y="1406704"/>
                </a:lnTo>
                <a:lnTo>
                  <a:pt x="96154" y="1421511"/>
                </a:lnTo>
                <a:lnTo>
                  <a:pt x="96278" y="1436319"/>
                </a:lnTo>
                <a:lnTo>
                  <a:pt x="96424" y="1451126"/>
                </a:lnTo>
                <a:lnTo>
                  <a:pt x="96598" y="1465933"/>
                </a:lnTo>
                <a:lnTo>
                  <a:pt x="96824" y="1480741"/>
                </a:lnTo>
                <a:lnTo>
                  <a:pt x="97143" y="1495548"/>
                </a:lnTo>
                <a:lnTo>
                  <a:pt x="97616" y="1510356"/>
                </a:lnTo>
                <a:lnTo>
                  <a:pt x="98330" y="1525163"/>
                </a:lnTo>
                <a:lnTo>
                  <a:pt x="99388" y="1539970"/>
                </a:lnTo>
                <a:lnTo>
                  <a:pt x="100915" y="1554778"/>
                </a:lnTo>
                <a:lnTo>
                  <a:pt x="103039" y="1569585"/>
                </a:lnTo>
                <a:lnTo>
                  <a:pt x="105887" y="1584393"/>
                </a:lnTo>
                <a:lnTo>
                  <a:pt x="109568" y="1599200"/>
                </a:lnTo>
                <a:lnTo>
                  <a:pt x="114152" y="1614007"/>
                </a:lnTo>
                <a:lnTo>
                  <a:pt x="119656" y="1628815"/>
                </a:lnTo>
                <a:lnTo>
                  <a:pt x="126026" y="1643622"/>
                </a:lnTo>
                <a:lnTo>
                  <a:pt x="133122" y="1658430"/>
                </a:lnTo>
                <a:lnTo>
                  <a:pt x="140719" y="1673237"/>
                </a:lnTo>
                <a:lnTo>
                  <a:pt x="148508" y="1688045"/>
                </a:lnTo>
                <a:lnTo>
                  <a:pt x="156114" y="1702852"/>
                </a:lnTo>
                <a:lnTo>
                  <a:pt x="163122" y="1717659"/>
                </a:lnTo>
                <a:lnTo>
                  <a:pt x="169115" y="1732467"/>
                </a:lnTo>
                <a:lnTo>
                  <a:pt x="173710" y="1747274"/>
                </a:lnTo>
                <a:lnTo>
                  <a:pt x="176601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2000"/>
            </a:srgbClr>
          </a:solidFill>
          <a:ln xmlns:a="http://schemas.openxmlformats.org/drawingml/2006/main"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4" name="data_8530">
            <a:extLst xmlns:a="http://schemas.openxmlformats.org/drawingml/2006/main">
              <a:ext uri="{FF2B5EF4-FFF2-40B4-BE49-F238E27FC236}">
                <a16:creationId xmlns:a16="http://schemas.microsoft.com/office/drawing/2014/main" id="{CDBF0971-4C50-4574-8089-E1898024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5887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74340" y="1776889"/>
                </a:moveTo>
                <a:lnTo>
                  <a:pt x="3247" y="1776889"/>
                </a:lnTo>
                <a:lnTo>
                  <a:pt x="4185" y="1762082"/>
                </a:lnTo>
                <a:lnTo>
                  <a:pt x="6932" y="1747274"/>
                </a:lnTo>
                <a:lnTo>
                  <a:pt x="11304" y="1732467"/>
                </a:lnTo>
                <a:lnTo>
                  <a:pt x="17011" y="1717659"/>
                </a:lnTo>
                <a:lnTo>
                  <a:pt x="23697" y="1702852"/>
                </a:lnTo>
                <a:lnTo>
                  <a:pt x="30968" y="1688045"/>
                </a:lnTo>
                <a:lnTo>
                  <a:pt x="38435" y="1673237"/>
                </a:lnTo>
                <a:lnTo>
                  <a:pt x="45745" y="1658430"/>
                </a:lnTo>
                <a:lnTo>
                  <a:pt x="52605" y="1643622"/>
                </a:lnTo>
                <a:lnTo>
                  <a:pt x="58800" y="1628815"/>
                </a:lnTo>
                <a:lnTo>
                  <a:pt x="64193" y="1614007"/>
                </a:lnTo>
                <a:lnTo>
                  <a:pt x="68727" y="1599200"/>
                </a:lnTo>
                <a:lnTo>
                  <a:pt x="72409" y="1584393"/>
                </a:lnTo>
                <a:lnTo>
                  <a:pt x="75299" y="1569585"/>
                </a:lnTo>
                <a:lnTo>
                  <a:pt x="77487" y="1554778"/>
                </a:lnTo>
                <a:lnTo>
                  <a:pt x="79084" y="1539970"/>
                </a:lnTo>
                <a:lnTo>
                  <a:pt x="80200" y="1525163"/>
                </a:lnTo>
                <a:lnTo>
                  <a:pt x="80945" y="1510356"/>
                </a:lnTo>
                <a:lnTo>
                  <a:pt x="81409" y="1495548"/>
                </a:lnTo>
                <a:lnTo>
                  <a:pt x="81671" y="1480741"/>
                </a:lnTo>
                <a:lnTo>
                  <a:pt x="81789" y="1465933"/>
                </a:lnTo>
                <a:lnTo>
                  <a:pt x="81807" y="1451126"/>
                </a:lnTo>
                <a:lnTo>
                  <a:pt x="81756" y="1436319"/>
                </a:lnTo>
                <a:lnTo>
                  <a:pt x="81655" y="1421511"/>
                </a:lnTo>
                <a:lnTo>
                  <a:pt x="81517" y="1406704"/>
                </a:lnTo>
                <a:lnTo>
                  <a:pt x="81350" y="1391896"/>
                </a:lnTo>
                <a:lnTo>
                  <a:pt x="81159" y="1377089"/>
                </a:lnTo>
                <a:lnTo>
                  <a:pt x="80947" y="1362282"/>
                </a:lnTo>
                <a:lnTo>
                  <a:pt x="80720" y="1347474"/>
                </a:lnTo>
                <a:lnTo>
                  <a:pt x="80482" y="1332667"/>
                </a:lnTo>
                <a:lnTo>
                  <a:pt x="80242" y="1317859"/>
                </a:lnTo>
                <a:lnTo>
                  <a:pt x="80008" y="1303052"/>
                </a:lnTo>
                <a:lnTo>
                  <a:pt x="79792" y="1288245"/>
                </a:lnTo>
                <a:lnTo>
                  <a:pt x="79606" y="1273437"/>
                </a:lnTo>
                <a:lnTo>
                  <a:pt x="79465" y="1258630"/>
                </a:lnTo>
                <a:lnTo>
                  <a:pt x="79381" y="1243822"/>
                </a:lnTo>
                <a:lnTo>
                  <a:pt x="79369" y="1229015"/>
                </a:lnTo>
                <a:lnTo>
                  <a:pt x="79438" y="1214207"/>
                </a:lnTo>
                <a:lnTo>
                  <a:pt x="79596" y="1199400"/>
                </a:lnTo>
                <a:lnTo>
                  <a:pt x="79843" y="1184593"/>
                </a:lnTo>
                <a:lnTo>
                  <a:pt x="80175" y="1169785"/>
                </a:lnTo>
                <a:lnTo>
                  <a:pt x="80579" y="1154978"/>
                </a:lnTo>
                <a:lnTo>
                  <a:pt x="81036" y="1140170"/>
                </a:lnTo>
                <a:lnTo>
                  <a:pt x="81523" y="1125363"/>
                </a:lnTo>
                <a:lnTo>
                  <a:pt x="82008" y="1110556"/>
                </a:lnTo>
                <a:lnTo>
                  <a:pt x="82460" y="1095748"/>
                </a:lnTo>
                <a:lnTo>
                  <a:pt x="82847" y="1080941"/>
                </a:lnTo>
                <a:lnTo>
                  <a:pt x="83140" y="1066133"/>
                </a:lnTo>
                <a:lnTo>
                  <a:pt x="83317" y="1051326"/>
                </a:lnTo>
                <a:lnTo>
                  <a:pt x="83361" y="1036519"/>
                </a:lnTo>
                <a:lnTo>
                  <a:pt x="83269" y="1021711"/>
                </a:lnTo>
                <a:lnTo>
                  <a:pt x="83047" y="1006904"/>
                </a:lnTo>
                <a:lnTo>
                  <a:pt x="82714" y="992096"/>
                </a:lnTo>
                <a:lnTo>
                  <a:pt x="82299" y="977289"/>
                </a:lnTo>
                <a:lnTo>
                  <a:pt x="81838" y="962482"/>
                </a:lnTo>
                <a:lnTo>
                  <a:pt x="81375" y="947674"/>
                </a:lnTo>
                <a:lnTo>
                  <a:pt x="80950" y="932867"/>
                </a:lnTo>
                <a:lnTo>
                  <a:pt x="80605" y="918059"/>
                </a:lnTo>
                <a:lnTo>
                  <a:pt x="80372" y="903252"/>
                </a:lnTo>
                <a:lnTo>
                  <a:pt x="80271" y="888444"/>
                </a:lnTo>
                <a:lnTo>
                  <a:pt x="80312" y="873637"/>
                </a:lnTo>
                <a:lnTo>
                  <a:pt x="80490" y="858830"/>
                </a:lnTo>
                <a:lnTo>
                  <a:pt x="80788" y="844022"/>
                </a:lnTo>
                <a:lnTo>
                  <a:pt x="81177" y="829215"/>
                </a:lnTo>
                <a:lnTo>
                  <a:pt x="81624" y="814407"/>
                </a:lnTo>
                <a:lnTo>
                  <a:pt x="82089" y="799600"/>
                </a:lnTo>
                <a:lnTo>
                  <a:pt x="82535" y="784793"/>
                </a:lnTo>
                <a:lnTo>
                  <a:pt x="82927" y="769985"/>
                </a:lnTo>
                <a:lnTo>
                  <a:pt x="83237" y="755178"/>
                </a:lnTo>
                <a:lnTo>
                  <a:pt x="83447" y="740370"/>
                </a:lnTo>
                <a:lnTo>
                  <a:pt x="83547" y="725563"/>
                </a:lnTo>
                <a:lnTo>
                  <a:pt x="83533" y="710756"/>
                </a:lnTo>
                <a:lnTo>
                  <a:pt x="83413" y="695948"/>
                </a:lnTo>
                <a:lnTo>
                  <a:pt x="83201" y="681141"/>
                </a:lnTo>
                <a:lnTo>
                  <a:pt x="82914" y="666333"/>
                </a:lnTo>
                <a:lnTo>
                  <a:pt x="82575" y="651526"/>
                </a:lnTo>
                <a:lnTo>
                  <a:pt x="82207" y="636719"/>
                </a:lnTo>
                <a:lnTo>
                  <a:pt x="81836" y="621911"/>
                </a:lnTo>
                <a:lnTo>
                  <a:pt x="81483" y="607104"/>
                </a:lnTo>
                <a:lnTo>
                  <a:pt x="81169" y="592296"/>
                </a:lnTo>
                <a:lnTo>
                  <a:pt x="80912" y="577489"/>
                </a:lnTo>
                <a:lnTo>
                  <a:pt x="80724" y="562682"/>
                </a:lnTo>
                <a:lnTo>
                  <a:pt x="80615" y="547874"/>
                </a:lnTo>
                <a:lnTo>
                  <a:pt x="80587" y="533067"/>
                </a:lnTo>
                <a:lnTo>
                  <a:pt x="80640" y="518259"/>
                </a:lnTo>
                <a:lnTo>
                  <a:pt x="80770" y="503452"/>
                </a:lnTo>
                <a:lnTo>
                  <a:pt x="80968" y="488644"/>
                </a:lnTo>
                <a:lnTo>
                  <a:pt x="81223" y="473837"/>
                </a:lnTo>
                <a:lnTo>
                  <a:pt x="81524" y="459030"/>
                </a:lnTo>
                <a:lnTo>
                  <a:pt x="81857" y="444222"/>
                </a:lnTo>
                <a:lnTo>
                  <a:pt x="82207" y="429415"/>
                </a:lnTo>
                <a:lnTo>
                  <a:pt x="82563" y="414607"/>
                </a:lnTo>
                <a:lnTo>
                  <a:pt x="82912" y="399800"/>
                </a:lnTo>
                <a:lnTo>
                  <a:pt x="83243" y="384993"/>
                </a:lnTo>
                <a:lnTo>
                  <a:pt x="83548" y="370185"/>
                </a:lnTo>
                <a:lnTo>
                  <a:pt x="83816" y="355378"/>
                </a:lnTo>
                <a:lnTo>
                  <a:pt x="84035" y="340570"/>
                </a:lnTo>
                <a:lnTo>
                  <a:pt x="84191" y="325763"/>
                </a:lnTo>
                <a:lnTo>
                  <a:pt x="84258" y="310956"/>
                </a:lnTo>
                <a:lnTo>
                  <a:pt x="84204" y="296148"/>
                </a:lnTo>
                <a:lnTo>
                  <a:pt x="83981" y="281341"/>
                </a:lnTo>
                <a:lnTo>
                  <a:pt x="83524" y="266533"/>
                </a:lnTo>
                <a:lnTo>
                  <a:pt x="82752" y="251726"/>
                </a:lnTo>
                <a:lnTo>
                  <a:pt x="81565" y="236919"/>
                </a:lnTo>
                <a:lnTo>
                  <a:pt x="79852" y="222111"/>
                </a:lnTo>
                <a:lnTo>
                  <a:pt x="77493" y="207304"/>
                </a:lnTo>
                <a:lnTo>
                  <a:pt x="74373" y="192496"/>
                </a:lnTo>
                <a:lnTo>
                  <a:pt x="70398" y="177689"/>
                </a:lnTo>
                <a:lnTo>
                  <a:pt x="65508" y="162881"/>
                </a:lnTo>
                <a:lnTo>
                  <a:pt x="59697" y="148074"/>
                </a:lnTo>
                <a:lnTo>
                  <a:pt x="53028" y="133267"/>
                </a:lnTo>
                <a:lnTo>
                  <a:pt x="45649" y="118459"/>
                </a:lnTo>
                <a:lnTo>
                  <a:pt x="37790" y="103652"/>
                </a:lnTo>
                <a:lnTo>
                  <a:pt x="29767" y="88844"/>
                </a:lnTo>
                <a:lnTo>
                  <a:pt x="21957" y="74037"/>
                </a:lnTo>
                <a:lnTo>
                  <a:pt x="14778" y="59230"/>
                </a:lnTo>
                <a:lnTo>
                  <a:pt x="8649" y="44422"/>
                </a:lnTo>
                <a:lnTo>
                  <a:pt x="3956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1" y="29615"/>
                </a:lnTo>
                <a:lnTo>
                  <a:pt x="168938" y="44422"/>
                </a:lnTo>
                <a:lnTo>
                  <a:pt x="162810" y="59230"/>
                </a:lnTo>
                <a:lnTo>
                  <a:pt x="155630" y="74037"/>
                </a:lnTo>
                <a:lnTo>
                  <a:pt x="147820" y="88844"/>
                </a:lnTo>
                <a:lnTo>
                  <a:pt x="139797" y="103652"/>
                </a:lnTo>
                <a:lnTo>
                  <a:pt x="131939" y="118459"/>
                </a:lnTo>
                <a:lnTo>
                  <a:pt x="124559" y="133267"/>
                </a:lnTo>
                <a:lnTo>
                  <a:pt x="117891" y="148074"/>
                </a:lnTo>
                <a:lnTo>
                  <a:pt x="112079" y="162881"/>
                </a:lnTo>
                <a:lnTo>
                  <a:pt x="107189" y="177689"/>
                </a:lnTo>
                <a:lnTo>
                  <a:pt x="103214" y="192496"/>
                </a:lnTo>
                <a:lnTo>
                  <a:pt x="100095" y="207304"/>
                </a:lnTo>
                <a:lnTo>
                  <a:pt x="97735" y="222111"/>
                </a:lnTo>
                <a:lnTo>
                  <a:pt x="96022" y="236919"/>
                </a:lnTo>
                <a:lnTo>
                  <a:pt x="94835" y="251726"/>
                </a:lnTo>
                <a:lnTo>
                  <a:pt x="94063" y="266533"/>
                </a:lnTo>
                <a:lnTo>
                  <a:pt x="93607" y="281341"/>
                </a:lnTo>
                <a:lnTo>
                  <a:pt x="93383" y="296148"/>
                </a:lnTo>
                <a:lnTo>
                  <a:pt x="93329" y="310956"/>
                </a:lnTo>
                <a:lnTo>
                  <a:pt x="93397" y="325763"/>
                </a:lnTo>
                <a:lnTo>
                  <a:pt x="93552" y="340570"/>
                </a:lnTo>
                <a:lnTo>
                  <a:pt x="93771" y="355378"/>
                </a:lnTo>
                <a:lnTo>
                  <a:pt x="94039" y="370185"/>
                </a:lnTo>
                <a:lnTo>
                  <a:pt x="94344" y="384993"/>
                </a:lnTo>
                <a:lnTo>
                  <a:pt x="94676" y="399800"/>
                </a:lnTo>
                <a:lnTo>
                  <a:pt x="95025" y="414607"/>
                </a:lnTo>
                <a:lnTo>
                  <a:pt x="95380" y="429415"/>
                </a:lnTo>
                <a:lnTo>
                  <a:pt x="95731" y="444222"/>
                </a:lnTo>
                <a:lnTo>
                  <a:pt x="96063" y="459030"/>
                </a:lnTo>
                <a:lnTo>
                  <a:pt x="96364" y="473837"/>
                </a:lnTo>
                <a:lnTo>
                  <a:pt x="96620" y="488644"/>
                </a:lnTo>
                <a:lnTo>
                  <a:pt x="96818" y="503452"/>
                </a:lnTo>
                <a:lnTo>
                  <a:pt x="96947" y="518259"/>
                </a:lnTo>
                <a:lnTo>
                  <a:pt x="97000" y="533067"/>
                </a:lnTo>
                <a:lnTo>
                  <a:pt x="96972" y="547874"/>
                </a:lnTo>
                <a:lnTo>
                  <a:pt x="96863" y="562682"/>
                </a:lnTo>
                <a:lnTo>
                  <a:pt x="96675" y="577489"/>
                </a:lnTo>
                <a:lnTo>
                  <a:pt x="96418" y="592296"/>
                </a:lnTo>
                <a:lnTo>
                  <a:pt x="96104" y="607104"/>
                </a:lnTo>
                <a:lnTo>
                  <a:pt x="95752" y="621911"/>
                </a:lnTo>
                <a:lnTo>
                  <a:pt x="95380" y="636719"/>
                </a:lnTo>
                <a:lnTo>
                  <a:pt x="95012" y="651526"/>
                </a:lnTo>
                <a:lnTo>
                  <a:pt x="94673" y="666333"/>
                </a:lnTo>
                <a:lnTo>
                  <a:pt x="94387" y="681141"/>
                </a:lnTo>
                <a:lnTo>
                  <a:pt x="94174" y="695948"/>
                </a:lnTo>
                <a:lnTo>
                  <a:pt x="94054" y="710756"/>
                </a:lnTo>
                <a:lnTo>
                  <a:pt x="94041" y="725563"/>
                </a:lnTo>
                <a:lnTo>
                  <a:pt x="94140" y="740370"/>
                </a:lnTo>
                <a:lnTo>
                  <a:pt x="94350" y="755178"/>
                </a:lnTo>
                <a:lnTo>
                  <a:pt x="94661" y="769985"/>
                </a:lnTo>
                <a:lnTo>
                  <a:pt x="95053" y="784793"/>
                </a:lnTo>
                <a:lnTo>
                  <a:pt x="95498" y="799600"/>
                </a:lnTo>
                <a:lnTo>
                  <a:pt x="95963" y="814407"/>
                </a:lnTo>
                <a:lnTo>
                  <a:pt x="96410" y="829215"/>
                </a:lnTo>
                <a:lnTo>
                  <a:pt x="96800" y="844022"/>
                </a:lnTo>
                <a:lnTo>
                  <a:pt x="97097" y="858830"/>
                </a:lnTo>
                <a:lnTo>
                  <a:pt x="97275" y="873637"/>
                </a:lnTo>
                <a:lnTo>
                  <a:pt x="97316" y="888444"/>
                </a:lnTo>
                <a:lnTo>
                  <a:pt x="97216" y="903252"/>
                </a:lnTo>
                <a:lnTo>
                  <a:pt x="96982" y="918059"/>
                </a:lnTo>
                <a:lnTo>
                  <a:pt x="96637" y="932867"/>
                </a:lnTo>
                <a:lnTo>
                  <a:pt x="96213" y="947674"/>
                </a:lnTo>
                <a:lnTo>
                  <a:pt x="95749" y="962482"/>
                </a:lnTo>
                <a:lnTo>
                  <a:pt x="95288" y="977289"/>
                </a:lnTo>
                <a:lnTo>
                  <a:pt x="94873" y="992096"/>
                </a:lnTo>
                <a:lnTo>
                  <a:pt x="94540" y="1006904"/>
                </a:lnTo>
                <a:lnTo>
                  <a:pt x="94319" y="1021711"/>
                </a:lnTo>
                <a:lnTo>
                  <a:pt x="94226" y="1036519"/>
                </a:lnTo>
                <a:lnTo>
                  <a:pt x="94271" y="1051326"/>
                </a:lnTo>
                <a:lnTo>
                  <a:pt x="94447" y="1066133"/>
                </a:lnTo>
                <a:lnTo>
                  <a:pt x="94740" y="1080941"/>
                </a:lnTo>
                <a:lnTo>
                  <a:pt x="95127" y="1095748"/>
                </a:lnTo>
                <a:lnTo>
                  <a:pt x="95579" y="1110556"/>
                </a:lnTo>
                <a:lnTo>
                  <a:pt x="96065" y="1125363"/>
                </a:lnTo>
                <a:lnTo>
                  <a:pt x="96551" y="1140170"/>
                </a:lnTo>
                <a:lnTo>
                  <a:pt x="97008" y="1154978"/>
                </a:lnTo>
                <a:lnTo>
                  <a:pt x="97412" y="1169785"/>
                </a:lnTo>
                <a:lnTo>
                  <a:pt x="97744" y="1184593"/>
                </a:lnTo>
                <a:lnTo>
                  <a:pt x="97991" y="1199400"/>
                </a:lnTo>
                <a:lnTo>
                  <a:pt x="98149" y="1214207"/>
                </a:lnTo>
                <a:lnTo>
                  <a:pt x="98218" y="1229015"/>
                </a:lnTo>
                <a:lnTo>
                  <a:pt x="98206" y="1243822"/>
                </a:lnTo>
                <a:lnTo>
                  <a:pt x="98122" y="1258630"/>
                </a:lnTo>
                <a:lnTo>
                  <a:pt x="97981" y="1273437"/>
                </a:lnTo>
                <a:lnTo>
                  <a:pt x="97795" y="1288245"/>
                </a:lnTo>
                <a:lnTo>
                  <a:pt x="97579" y="1303052"/>
                </a:lnTo>
                <a:lnTo>
                  <a:pt x="97345" y="1317859"/>
                </a:lnTo>
                <a:lnTo>
                  <a:pt x="97105" y="1332667"/>
                </a:lnTo>
                <a:lnTo>
                  <a:pt x="96868" y="1347474"/>
                </a:lnTo>
                <a:lnTo>
                  <a:pt x="96640" y="1362282"/>
                </a:lnTo>
                <a:lnTo>
                  <a:pt x="96429" y="1377089"/>
                </a:lnTo>
                <a:lnTo>
                  <a:pt x="96237" y="1391896"/>
                </a:lnTo>
                <a:lnTo>
                  <a:pt x="96070" y="1406704"/>
                </a:lnTo>
                <a:lnTo>
                  <a:pt x="95932" y="1421511"/>
                </a:lnTo>
                <a:lnTo>
                  <a:pt x="95831" y="1436319"/>
                </a:lnTo>
                <a:lnTo>
                  <a:pt x="95780" y="1451126"/>
                </a:lnTo>
                <a:lnTo>
                  <a:pt x="95798" y="1465933"/>
                </a:lnTo>
                <a:lnTo>
                  <a:pt x="95917" y="1480741"/>
                </a:lnTo>
                <a:lnTo>
                  <a:pt x="96178" y="1495548"/>
                </a:lnTo>
                <a:lnTo>
                  <a:pt x="96643" y="1510356"/>
                </a:lnTo>
                <a:lnTo>
                  <a:pt x="97387" y="1525163"/>
                </a:lnTo>
                <a:lnTo>
                  <a:pt x="98504" y="1539970"/>
                </a:lnTo>
                <a:lnTo>
                  <a:pt x="100100" y="1554778"/>
                </a:lnTo>
                <a:lnTo>
                  <a:pt x="102288" y="1569585"/>
                </a:lnTo>
                <a:lnTo>
                  <a:pt x="105178" y="1584393"/>
                </a:lnTo>
                <a:lnTo>
                  <a:pt x="108860" y="1599200"/>
                </a:lnTo>
                <a:lnTo>
                  <a:pt x="113394" y="1614007"/>
                </a:lnTo>
                <a:lnTo>
                  <a:pt x="118788" y="1628815"/>
                </a:lnTo>
                <a:lnTo>
                  <a:pt x="124982" y="1643622"/>
                </a:lnTo>
                <a:lnTo>
                  <a:pt x="131842" y="1658430"/>
                </a:lnTo>
                <a:lnTo>
                  <a:pt x="139152" y="1673237"/>
                </a:lnTo>
                <a:lnTo>
                  <a:pt x="146619" y="1688045"/>
                </a:lnTo>
                <a:lnTo>
                  <a:pt x="153890" y="1702852"/>
                </a:lnTo>
                <a:lnTo>
                  <a:pt x="160576" y="1717659"/>
                </a:lnTo>
                <a:lnTo>
                  <a:pt x="166284" y="1732467"/>
                </a:lnTo>
                <a:lnTo>
                  <a:pt x="170655" y="1747274"/>
                </a:lnTo>
                <a:lnTo>
                  <a:pt x="173403" y="1762082"/>
                </a:lnTo>
                <a:lnTo>
                  <a:pt x="174340" y="1776889"/>
                </a:lnTo>
                <a:lnTo>
                  <a:pt x="174340" y="177688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2000"/>
            </a:srgbClr>
          </a:solidFill>
          <a:ln xmlns:a="http://schemas.openxmlformats.org/drawingml/2006/main"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5" name="data_8531">
            <a:extLst xmlns:a="http://schemas.openxmlformats.org/drawingml/2006/main">
              <a:ext uri="{FF2B5EF4-FFF2-40B4-BE49-F238E27FC236}">
                <a16:creationId xmlns:a16="http://schemas.microsoft.com/office/drawing/2014/main" id="{6A5F2179-49EE-43F2-A513-1C2640E0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8914" y="5176046"/>
            <a:ext cx="177587" cy="1776889"/>
          </a:xfrm>
          <a:custGeom xmlns:a="http://schemas.openxmlformats.org/drawingml/2006/main">
            <a:pathLst>
              <a:path w="177587" h="1776889">
                <a:moveTo>
                  <a:pt x="166897" y="1776889"/>
                </a:moveTo>
                <a:lnTo>
                  <a:pt x="10690" y="1776889"/>
                </a:lnTo>
                <a:lnTo>
                  <a:pt x="11545" y="1762082"/>
                </a:lnTo>
                <a:lnTo>
                  <a:pt x="14050" y="1747274"/>
                </a:lnTo>
                <a:lnTo>
                  <a:pt x="18035" y="1732467"/>
                </a:lnTo>
                <a:lnTo>
                  <a:pt x="23239" y="1717659"/>
                </a:lnTo>
                <a:lnTo>
                  <a:pt x="29334" y="1702852"/>
                </a:lnTo>
                <a:lnTo>
                  <a:pt x="35962" y="1688045"/>
                </a:lnTo>
                <a:lnTo>
                  <a:pt x="42769" y="1673237"/>
                </a:lnTo>
                <a:lnTo>
                  <a:pt x="49431" y="1658430"/>
                </a:lnTo>
                <a:lnTo>
                  <a:pt x="55682" y="1643622"/>
                </a:lnTo>
                <a:lnTo>
                  <a:pt x="61325" y="1628815"/>
                </a:lnTo>
                <a:lnTo>
                  <a:pt x="66236" y="1614007"/>
                </a:lnTo>
                <a:lnTo>
                  <a:pt x="70364" y="1599200"/>
                </a:lnTo>
                <a:lnTo>
                  <a:pt x="73714" y="1584393"/>
                </a:lnTo>
                <a:lnTo>
                  <a:pt x="76341" y="1569585"/>
                </a:lnTo>
                <a:lnTo>
                  <a:pt x="78328" y="1554778"/>
                </a:lnTo>
                <a:lnTo>
                  <a:pt x="79775" y="1539970"/>
                </a:lnTo>
                <a:lnTo>
                  <a:pt x="80785" y="1525163"/>
                </a:lnTo>
                <a:lnTo>
                  <a:pt x="81456" y="1510356"/>
                </a:lnTo>
                <a:lnTo>
                  <a:pt x="81873" y="1495548"/>
                </a:lnTo>
                <a:lnTo>
                  <a:pt x="82105" y="1480741"/>
                </a:lnTo>
                <a:lnTo>
                  <a:pt x="82207" y="1465933"/>
                </a:lnTo>
                <a:lnTo>
                  <a:pt x="82218" y="1451126"/>
                </a:lnTo>
                <a:lnTo>
                  <a:pt x="82166" y="1436319"/>
                </a:lnTo>
                <a:lnTo>
                  <a:pt x="82068" y="1421511"/>
                </a:lnTo>
                <a:lnTo>
                  <a:pt x="81937" y="1406704"/>
                </a:lnTo>
                <a:lnTo>
                  <a:pt x="81778" y="1391896"/>
                </a:lnTo>
                <a:lnTo>
                  <a:pt x="81597" y="1377089"/>
                </a:lnTo>
                <a:lnTo>
                  <a:pt x="81397" y="1362282"/>
                </a:lnTo>
                <a:lnTo>
                  <a:pt x="81183" y="1347474"/>
                </a:lnTo>
                <a:lnTo>
                  <a:pt x="80959" y="1332667"/>
                </a:lnTo>
                <a:lnTo>
                  <a:pt x="80733" y="1317859"/>
                </a:lnTo>
                <a:lnTo>
                  <a:pt x="80513" y="1303052"/>
                </a:lnTo>
                <a:lnTo>
                  <a:pt x="80309" y="1288245"/>
                </a:lnTo>
                <a:lnTo>
                  <a:pt x="80134" y="1273437"/>
                </a:lnTo>
                <a:lnTo>
                  <a:pt x="80001" y="1258630"/>
                </a:lnTo>
                <a:lnTo>
                  <a:pt x="79923" y="1243822"/>
                </a:lnTo>
                <a:lnTo>
                  <a:pt x="79913" y="1229015"/>
                </a:lnTo>
                <a:lnTo>
                  <a:pt x="79980" y="1214207"/>
                </a:lnTo>
                <a:lnTo>
                  <a:pt x="80132" y="1199400"/>
                </a:lnTo>
                <a:lnTo>
                  <a:pt x="80370" y="1184593"/>
                </a:lnTo>
                <a:lnTo>
                  <a:pt x="80689" y="1169785"/>
                </a:lnTo>
                <a:lnTo>
                  <a:pt x="81081" y="1154978"/>
                </a:lnTo>
                <a:lnTo>
                  <a:pt x="81527" y="1140170"/>
                </a:lnTo>
                <a:lnTo>
                  <a:pt x="82007" y="1125363"/>
                </a:lnTo>
                <a:lnTo>
                  <a:pt x="82493" y="1110556"/>
                </a:lnTo>
                <a:lnTo>
                  <a:pt x="82957" y="1095748"/>
                </a:lnTo>
                <a:lnTo>
                  <a:pt x="83371" y="1080941"/>
                </a:lnTo>
                <a:lnTo>
                  <a:pt x="83707" y="1066133"/>
                </a:lnTo>
                <a:lnTo>
                  <a:pt x="83947" y="1051326"/>
                </a:lnTo>
                <a:lnTo>
                  <a:pt x="84075" y="1036519"/>
                </a:lnTo>
                <a:lnTo>
                  <a:pt x="84086" y="1021711"/>
                </a:lnTo>
                <a:lnTo>
                  <a:pt x="83985" y="1006904"/>
                </a:lnTo>
                <a:lnTo>
                  <a:pt x="83785" y="992096"/>
                </a:lnTo>
                <a:lnTo>
                  <a:pt x="83511" y="977289"/>
                </a:lnTo>
                <a:lnTo>
                  <a:pt x="83190" y="962482"/>
                </a:lnTo>
                <a:lnTo>
                  <a:pt x="82858" y="947674"/>
                </a:lnTo>
                <a:lnTo>
                  <a:pt x="82549" y="932867"/>
                </a:lnTo>
                <a:lnTo>
                  <a:pt x="82295" y="918059"/>
                </a:lnTo>
                <a:lnTo>
                  <a:pt x="82124" y="903252"/>
                </a:lnTo>
                <a:lnTo>
                  <a:pt x="82054" y="888444"/>
                </a:lnTo>
                <a:lnTo>
                  <a:pt x="82093" y="873637"/>
                </a:lnTo>
                <a:lnTo>
                  <a:pt x="82241" y="858830"/>
                </a:lnTo>
                <a:lnTo>
                  <a:pt x="82487" y="844022"/>
                </a:lnTo>
                <a:lnTo>
                  <a:pt x="82812" y="829215"/>
                </a:lnTo>
                <a:lnTo>
                  <a:pt x="83192" y="814407"/>
                </a:lnTo>
                <a:lnTo>
                  <a:pt x="83601" y="799600"/>
                </a:lnTo>
                <a:lnTo>
                  <a:pt x="84013" y="784793"/>
                </a:lnTo>
                <a:lnTo>
                  <a:pt x="84404" y="769985"/>
                </a:lnTo>
                <a:lnTo>
                  <a:pt x="84756" y="755178"/>
                </a:lnTo>
                <a:lnTo>
                  <a:pt x="85055" y="740370"/>
                </a:lnTo>
                <a:lnTo>
                  <a:pt x="85291" y="725563"/>
                </a:lnTo>
                <a:lnTo>
                  <a:pt x="85461" y="710756"/>
                </a:lnTo>
                <a:lnTo>
                  <a:pt x="85562" y="695948"/>
                </a:lnTo>
                <a:lnTo>
                  <a:pt x="85598" y="681141"/>
                </a:lnTo>
                <a:lnTo>
                  <a:pt x="85569" y="666333"/>
                </a:lnTo>
                <a:lnTo>
                  <a:pt x="85480" y="651526"/>
                </a:lnTo>
                <a:lnTo>
                  <a:pt x="85334" y="636719"/>
                </a:lnTo>
                <a:lnTo>
                  <a:pt x="85134" y="621911"/>
                </a:lnTo>
                <a:lnTo>
                  <a:pt x="84885" y="607104"/>
                </a:lnTo>
                <a:lnTo>
                  <a:pt x="84591" y="592296"/>
                </a:lnTo>
                <a:lnTo>
                  <a:pt x="84257" y="577489"/>
                </a:lnTo>
                <a:lnTo>
                  <a:pt x="83893" y="562682"/>
                </a:lnTo>
                <a:lnTo>
                  <a:pt x="83506" y="547874"/>
                </a:lnTo>
                <a:lnTo>
                  <a:pt x="83108" y="533067"/>
                </a:lnTo>
                <a:lnTo>
                  <a:pt x="82713" y="518259"/>
                </a:lnTo>
                <a:lnTo>
                  <a:pt x="82333" y="503452"/>
                </a:lnTo>
                <a:lnTo>
                  <a:pt x="81983" y="488644"/>
                </a:lnTo>
                <a:lnTo>
                  <a:pt x="81676" y="473837"/>
                </a:lnTo>
                <a:lnTo>
                  <a:pt x="81421" y="459030"/>
                </a:lnTo>
                <a:lnTo>
                  <a:pt x="81229" y="444222"/>
                </a:lnTo>
                <a:lnTo>
                  <a:pt x="81103" y="429415"/>
                </a:lnTo>
                <a:lnTo>
                  <a:pt x="81046" y="414607"/>
                </a:lnTo>
                <a:lnTo>
                  <a:pt x="81056" y="399800"/>
                </a:lnTo>
                <a:lnTo>
                  <a:pt x="81128" y="384993"/>
                </a:lnTo>
                <a:lnTo>
                  <a:pt x="81254" y="370185"/>
                </a:lnTo>
                <a:lnTo>
                  <a:pt x="81421" y="355378"/>
                </a:lnTo>
                <a:lnTo>
                  <a:pt x="81612" y="340570"/>
                </a:lnTo>
                <a:lnTo>
                  <a:pt x="81801" y="325763"/>
                </a:lnTo>
                <a:lnTo>
                  <a:pt x="81958" y="310956"/>
                </a:lnTo>
                <a:lnTo>
                  <a:pt x="82036" y="296148"/>
                </a:lnTo>
                <a:lnTo>
                  <a:pt x="81978" y="281341"/>
                </a:lnTo>
                <a:lnTo>
                  <a:pt x="81709" y="266533"/>
                </a:lnTo>
                <a:lnTo>
                  <a:pt x="81138" y="251726"/>
                </a:lnTo>
                <a:lnTo>
                  <a:pt x="80156" y="236919"/>
                </a:lnTo>
                <a:lnTo>
                  <a:pt x="78644" y="222111"/>
                </a:lnTo>
                <a:lnTo>
                  <a:pt x="76477" y="207304"/>
                </a:lnTo>
                <a:lnTo>
                  <a:pt x="73535" y="192496"/>
                </a:lnTo>
                <a:lnTo>
                  <a:pt x="69720" y="177689"/>
                </a:lnTo>
                <a:lnTo>
                  <a:pt x="64971" y="162881"/>
                </a:lnTo>
                <a:lnTo>
                  <a:pt x="59280" y="148074"/>
                </a:lnTo>
                <a:lnTo>
                  <a:pt x="52713" y="133267"/>
                </a:lnTo>
                <a:lnTo>
                  <a:pt x="45417" y="118459"/>
                </a:lnTo>
                <a:lnTo>
                  <a:pt x="37625" y="103652"/>
                </a:lnTo>
                <a:lnTo>
                  <a:pt x="29653" y="88844"/>
                </a:lnTo>
                <a:lnTo>
                  <a:pt x="21883" y="74037"/>
                </a:lnTo>
                <a:lnTo>
                  <a:pt x="14733" y="59230"/>
                </a:lnTo>
                <a:lnTo>
                  <a:pt x="8625" y="44422"/>
                </a:lnTo>
                <a:lnTo>
                  <a:pt x="3946" y="29615"/>
                </a:lnTo>
                <a:lnTo>
                  <a:pt x="1004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3" y="14807"/>
                </a:lnTo>
                <a:lnTo>
                  <a:pt x="173641" y="29615"/>
                </a:lnTo>
                <a:lnTo>
                  <a:pt x="168962" y="44422"/>
                </a:lnTo>
                <a:lnTo>
                  <a:pt x="162854" y="59230"/>
                </a:lnTo>
                <a:lnTo>
                  <a:pt x="155704" y="74037"/>
                </a:lnTo>
                <a:lnTo>
                  <a:pt x="147934" y="88844"/>
                </a:lnTo>
                <a:lnTo>
                  <a:pt x="139962" y="103652"/>
                </a:lnTo>
                <a:lnTo>
                  <a:pt x="132170" y="118459"/>
                </a:lnTo>
                <a:lnTo>
                  <a:pt x="124874" y="133267"/>
                </a:lnTo>
                <a:lnTo>
                  <a:pt x="118307" y="148074"/>
                </a:lnTo>
                <a:lnTo>
                  <a:pt x="112616" y="162881"/>
                </a:lnTo>
                <a:lnTo>
                  <a:pt x="107867" y="177689"/>
                </a:lnTo>
                <a:lnTo>
                  <a:pt x="104052" y="192496"/>
                </a:lnTo>
                <a:lnTo>
                  <a:pt x="101110" y="207304"/>
                </a:lnTo>
                <a:lnTo>
                  <a:pt x="98943" y="222111"/>
                </a:lnTo>
                <a:lnTo>
                  <a:pt x="97431" y="236919"/>
                </a:lnTo>
                <a:lnTo>
                  <a:pt x="96449" y="251726"/>
                </a:lnTo>
                <a:lnTo>
                  <a:pt x="95878" y="266533"/>
                </a:lnTo>
                <a:lnTo>
                  <a:pt x="95609" y="281341"/>
                </a:lnTo>
                <a:lnTo>
                  <a:pt x="95551" y="296148"/>
                </a:lnTo>
                <a:lnTo>
                  <a:pt x="95630" y="310956"/>
                </a:lnTo>
                <a:lnTo>
                  <a:pt x="95786" y="325763"/>
                </a:lnTo>
                <a:lnTo>
                  <a:pt x="95976" y="340570"/>
                </a:lnTo>
                <a:lnTo>
                  <a:pt x="96166" y="355378"/>
                </a:lnTo>
                <a:lnTo>
                  <a:pt x="96333" y="370185"/>
                </a:lnTo>
                <a:lnTo>
                  <a:pt x="96459" y="384993"/>
                </a:lnTo>
                <a:lnTo>
                  <a:pt x="96531" y="399800"/>
                </a:lnTo>
                <a:lnTo>
                  <a:pt x="96541" y="414607"/>
                </a:lnTo>
                <a:lnTo>
                  <a:pt x="96484" y="429415"/>
                </a:lnTo>
                <a:lnTo>
                  <a:pt x="96358" y="444222"/>
                </a:lnTo>
                <a:lnTo>
                  <a:pt x="96166" y="459030"/>
                </a:lnTo>
                <a:lnTo>
                  <a:pt x="95911" y="473837"/>
                </a:lnTo>
                <a:lnTo>
                  <a:pt x="95604" y="488644"/>
                </a:lnTo>
                <a:lnTo>
                  <a:pt x="95254" y="503452"/>
                </a:lnTo>
                <a:lnTo>
                  <a:pt x="94874" y="518259"/>
                </a:lnTo>
                <a:lnTo>
                  <a:pt x="94479" y="533067"/>
                </a:lnTo>
                <a:lnTo>
                  <a:pt x="94081" y="547874"/>
                </a:lnTo>
                <a:lnTo>
                  <a:pt x="93695" y="562682"/>
                </a:lnTo>
                <a:lnTo>
                  <a:pt x="93330" y="577489"/>
                </a:lnTo>
                <a:lnTo>
                  <a:pt x="92996" y="592296"/>
                </a:lnTo>
                <a:lnTo>
                  <a:pt x="92702" y="607104"/>
                </a:lnTo>
                <a:lnTo>
                  <a:pt x="92453" y="621911"/>
                </a:lnTo>
                <a:lnTo>
                  <a:pt x="92253" y="636719"/>
                </a:lnTo>
                <a:lnTo>
                  <a:pt x="92107" y="651526"/>
                </a:lnTo>
                <a:lnTo>
                  <a:pt x="92018" y="666333"/>
                </a:lnTo>
                <a:lnTo>
                  <a:pt x="91989" y="681141"/>
                </a:lnTo>
                <a:lnTo>
                  <a:pt x="92025" y="695948"/>
                </a:lnTo>
                <a:lnTo>
                  <a:pt x="92126" y="710756"/>
                </a:lnTo>
                <a:lnTo>
                  <a:pt x="92296" y="725563"/>
                </a:lnTo>
                <a:lnTo>
                  <a:pt x="92532" y="740370"/>
                </a:lnTo>
                <a:lnTo>
                  <a:pt x="92831" y="755178"/>
                </a:lnTo>
                <a:lnTo>
                  <a:pt x="93183" y="769985"/>
                </a:lnTo>
                <a:lnTo>
                  <a:pt x="93575" y="784793"/>
                </a:lnTo>
                <a:lnTo>
                  <a:pt x="93986" y="799600"/>
                </a:lnTo>
                <a:lnTo>
                  <a:pt x="94395" y="814407"/>
                </a:lnTo>
                <a:lnTo>
                  <a:pt x="94775" y="829215"/>
                </a:lnTo>
                <a:lnTo>
                  <a:pt x="95100" y="844022"/>
                </a:lnTo>
                <a:lnTo>
                  <a:pt x="95346" y="858830"/>
                </a:lnTo>
                <a:lnTo>
                  <a:pt x="95494" y="873637"/>
                </a:lnTo>
                <a:lnTo>
                  <a:pt x="95533" y="888444"/>
                </a:lnTo>
                <a:lnTo>
                  <a:pt x="95463" y="903252"/>
                </a:lnTo>
                <a:lnTo>
                  <a:pt x="95292" y="918059"/>
                </a:lnTo>
                <a:lnTo>
                  <a:pt x="95038" y="932867"/>
                </a:lnTo>
                <a:lnTo>
                  <a:pt x="94729" y="947674"/>
                </a:lnTo>
                <a:lnTo>
                  <a:pt x="94397" y="962482"/>
                </a:lnTo>
                <a:lnTo>
                  <a:pt x="94076" y="977289"/>
                </a:lnTo>
                <a:lnTo>
                  <a:pt x="93802" y="992096"/>
                </a:lnTo>
                <a:lnTo>
                  <a:pt x="93602" y="1006904"/>
                </a:lnTo>
                <a:lnTo>
                  <a:pt x="93501" y="1021711"/>
                </a:lnTo>
                <a:lnTo>
                  <a:pt x="93512" y="1036519"/>
                </a:lnTo>
                <a:lnTo>
                  <a:pt x="93640" y="1051326"/>
                </a:lnTo>
                <a:lnTo>
                  <a:pt x="93880" y="1066133"/>
                </a:lnTo>
                <a:lnTo>
                  <a:pt x="94217" y="1080941"/>
                </a:lnTo>
                <a:lnTo>
                  <a:pt x="94630" y="1095748"/>
                </a:lnTo>
                <a:lnTo>
                  <a:pt x="95094" y="1110556"/>
                </a:lnTo>
                <a:lnTo>
                  <a:pt x="95580" y="1125363"/>
                </a:lnTo>
                <a:lnTo>
                  <a:pt x="96060" y="1140170"/>
                </a:lnTo>
                <a:lnTo>
                  <a:pt x="96506" y="1154978"/>
                </a:lnTo>
                <a:lnTo>
                  <a:pt x="96898" y="1169785"/>
                </a:lnTo>
                <a:lnTo>
                  <a:pt x="97218" y="1184593"/>
                </a:lnTo>
                <a:lnTo>
                  <a:pt x="97455" y="1199400"/>
                </a:lnTo>
                <a:lnTo>
                  <a:pt x="97607" y="1214207"/>
                </a:lnTo>
                <a:lnTo>
                  <a:pt x="97674" y="1229015"/>
                </a:lnTo>
                <a:lnTo>
                  <a:pt x="97664" y="1243822"/>
                </a:lnTo>
                <a:lnTo>
                  <a:pt x="97586" y="1258630"/>
                </a:lnTo>
                <a:lnTo>
                  <a:pt x="97453" y="1273437"/>
                </a:lnTo>
                <a:lnTo>
                  <a:pt x="97278" y="1288245"/>
                </a:lnTo>
                <a:lnTo>
                  <a:pt x="97074" y="1303052"/>
                </a:lnTo>
                <a:lnTo>
                  <a:pt x="96854" y="1317859"/>
                </a:lnTo>
                <a:lnTo>
                  <a:pt x="96628" y="1332667"/>
                </a:lnTo>
                <a:lnTo>
                  <a:pt x="96404" y="1347474"/>
                </a:lnTo>
                <a:lnTo>
                  <a:pt x="96190" y="1362282"/>
                </a:lnTo>
                <a:lnTo>
                  <a:pt x="95990" y="1377089"/>
                </a:lnTo>
                <a:lnTo>
                  <a:pt x="95809" y="1391896"/>
                </a:lnTo>
                <a:lnTo>
                  <a:pt x="95650" y="1406704"/>
                </a:lnTo>
                <a:lnTo>
                  <a:pt x="95519" y="1421511"/>
                </a:lnTo>
                <a:lnTo>
                  <a:pt x="95422" y="1436319"/>
                </a:lnTo>
                <a:lnTo>
                  <a:pt x="95369" y="1451126"/>
                </a:lnTo>
                <a:lnTo>
                  <a:pt x="95380" y="1465933"/>
                </a:lnTo>
                <a:lnTo>
                  <a:pt x="95482" y="1480741"/>
                </a:lnTo>
                <a:lnTo>
                  <a:pt x="95714" y="1495548"/>
                </a:lnTo>
                <a:lnTo>
                  <a:pt x="96131" y="1510356"/>
                </a:lnTo>
                <a:lnTo>
                  <a:pt x="96802" y="1525163"/>
                </a:lnTo>
                <a:lnTo>
                  <a:pt x="97812" y="1539970"/>
                </a:lnTo>
                <a:lnTo>
                  <a:pt x="99260" y="1554778"/>
                </a:lnTo>
                <a:lnTo>
                  <a:pt x="101247" y="1569585"/>
                </a:lnTo>
                <a:lnTo>
                  <a:pt x="103873" y="1584393"/>
                </a:lnTo>
                <a:lnTo>
                  <a:pt x="107224" y="1599200"/>
                </a:lnTo>
                <a:lnTo>
                  <a:pt x="111351" y="1614007"/>
                </a:lnTo>
                <a:lnTo>
                  <a:pt x="116262" y="1628815"/>
                </a:lnTo>
                <a:lnTo>
                  <a:pt x="121905" y="1643622"/>
                </a:lnTo>
                <a:lnTo>
                  <a:pt x="128156" y="1658430"/>
                </a:lnTo>
                <a:lnTo>
                  <a:pt x="134818" y="1673237"/>
                </a:lnTo>
                <a:lnTo>
                  <a:pt x="141625" y="1688045"/>
                </a:lnTo>
                <a:lnTo>
                  <a:pt x="148253" y="1702852"/>
                </a:lnTo>
                <a:lnTo>
                  <a:pt x="154348" y="1717659"/>
                </a:lnTo>
                <a:lnTo>
                  <a:pt x="159552" y="1732467"/>
                </a:lnTo>
                <a:lnTo>
                  <a:pt x="163537" y="1747274"/>
                </a:lnTo>
                <a:lnTo>
                  <a:pt x="166043" y="1762082"/>
                </a:lnTo>
                <a:lnTo>
                  <a:pt x="166897" y="1776889"/>
                </a:lnTo>
                <a:lnTo>
                  <a:pt x="166897" y="1776889"/>
                </a:lnTo>
                <a:close/>
              </a:path>
            </a:pathLst>
          </a:custGeom>
          <a:solidFill xmlns:a="http://schemas.openxmlformats.org/drawingml/2006/main">
            <a:srgbClr val="A1ABB3">
              <a:alpha val="12000"/>
            </a:srgbClr>
          </a:solidFill>
          <a:ln xmlns:a="http://schemas.openxmlformats.org/drawingml/2006/main"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6" name="data_8532">
            <a:extLst xmlns:a="http://schemas.openxmlformats.org/drawingml/2006/main">
              <a:ext uri="{FF2B5EF4-FFF2-40B4-BE49-F238E27FC236}">
                <a16:creationId xmlns:a16="http://schemas.microsoft.com/office/drawing/2014/main" id="{DCD68201-2F60-47EF-A494-B82BBD840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625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3087" name="text_8533">
            <a:extLst xmlns:a="http://schemas.openxmlformats.org/drawingml/2006/main">
              <a:ext uri="{FF2B5EF4-FFF2-40B4-BE49-F238E27FC236}">
                <a16:creationId xmlns:a16="http://schemas.microsoft.com/office/drawing/2014/main" id="{E1FBDC82-DB12-4086-9BC8-327A0125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25807" y="7133966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088" name="data_8534">
            <a:extLst xmlns:a="http://schemas.openxmlformats.org/drawingml/2006/main">
              <a:ext uri="{FF2B5EF4-FFF2-40B4-BE49-F238E27FC236}">
                <a16:creationId xmlns:a16="http://schemas.microsoft.com/office/drawing/2014/main" id="{85D68837-BBB8-410B-B4D7-6BA72B9D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139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3089" name="text_8535">
            <a:extLst xmlns:a="http://schemas.openxmlformats.org/drawingml/2006/main">
              <a:ext uri="{FF2B5EF4-FFF2-40B4-BE49-F238E27FC236}">
                <a16:creationId xmlns:a16="http://schemas.microsoft.com/office/drawing/2014/main" id="{6792F2BB-213C-4EB8-97EF-00981102E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234502" y="7133966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3090" name="data_8536">
            <a:extLst xmlns:a="http://schemas.openxmlformats.org/drawingml/2006/main">
              <a:ext uri="{FF2B5EF4-FFF2-40B4-BE49-F238E27FC236}">
                <a16:creationId xmlns:a16="http://schemas.microsoft.com/office/drawing/2014/main" id="{39BDEDD8-F2F8-4E89-8CBF-B7050175D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1653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3091" name="text_8537">
            <a:extLst xmlns:a="http://schemas.openxmlformats.org/drawingml/2006/main">
              <a:ext uri="{FF2B5EF4-FFF2-40B4-BE49-F238E27FC236}">
                <a16:creationId xmlns:a16="http://schemas.microsoft.com/office/drawing/2014/main" id="{9A624445-F1A8-4427-8144-23E9BEAC1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43197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3092" name="data_8538">
            <a:extLst xmlns:a="http://schemas.openxmlformats.org/drawingml/2006/main">
              <a:ext uri="{FF2B5EF4-FFF2-40B4-BE49-F238E27FC236}">
                <a16:creationId xmlns:a16="http://schemas.microsoft.com/office/drawing/2014/main" id="{21A68E0F-6D52-471C-8956-A1190AFAA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680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3093" name="text_8539">
            <a:extLst xmlns:a="http://schemas.openxmlformats.org/drawingml/2006/main">
              <a:ext uri="{FF2B5EF4-FFF2-40B4-BE49-F238E27FC236}">
                <a16:creationId xmlns:a16="http://schemas.microsoft.com/office/drawing/2014/main" id="{52102653-20F3-401D-9BF6-20A91DBFA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26225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3094" name="data_8540">
            <a:extLst xmlns:a="http://schemas.openxmlformats.org/drawingml/2006/main">
              <a:ext uri="{FF2B5EF4-FFF2-40B4-BE49-F238E27FC236}">
                <a16:creationId xmlns:a16="http://schemas.microsoft.com/office/drawing/2014/main" id="{8F68AF55-6672-4073-B93A-D9BC9BA4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7708" y="7041780"/>
            <a:ext cx="191" cy="53203"/>
          </a:xfrm>
          <a:custGeom xmlns:a="http://schemas.openxmlformats.org/drawingml/2006/main"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3095" name="text_8541">
            <a:extLst xmlns:a="http://schemas.openxmlformats.org/drawingml/2006/main">
              <a:ext uri="{FF2B5EF4-FFF2-40B4-BE49-F238E27FC236}">
                <a16:creationId xmlns:a16="http://schemas.microsoft.com/office/drawing/2014/main" id="{7759BC28-F255-45B2-B98A-AC375F5D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09253" y="7133966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3096" name="text_8542">
            <a:extLst xmlns:a="http://schemas.openxmlformats.org/drawingml/2006/main">
              <a:ext uri="{FF2B5EF4-FFF2-40B4-BE49-F238E27FC236}">
                <a16:creationId xmlns:a16="http://schemas.microsoft.com/office/drawing/2014/main" id="{B20016F0-59C2-4F79-A537-55A5EE15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02900" y="7316591"/>
            <a:ext cx="1492345" cy="159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3097" name="data_8543">
            <a:extLst xmlns:a="http://schemas.openxmlformats.org/drawingml/2006/main">
              <a:ext uri="{FF2B5EF4-FFF2-40B4-BE49-F238E27FC236}">
                <a16:creationId xmlns:a16="http://schemas.microsoft.com/office/drawing/2014/main" id="{CE0F1D34-4B56-40D4-9BB5-4930B286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6952935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3098" name="data_8544">
            <a:extLst xmlns:a="http://schemas.openxmlformats.org/drawingml/2006/main">
              <a:ext uri="{FF2B5EF4-FFF2-40B4-BE49-F238E27FC236}">
                <a16:creationId xmlns:a16="http://schemas.microsoft.com/office/drawing/2014/main" id="{BEAFC2E3-17E1-4884-840E-EE0E19BD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4931" y="6952935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3099" name="text_8545">
            <a:extLst xmlns:a="http://schemas.openxmlformats.org/drawingml/2006/main">
              <a:ext uri="{FF2B5EF4-FFF2-40B4-BE49-F238E27FC236}">
                <a16:creationId xmlns:a16="http://schemas.microsoft.com/office/drawing/2014/main" id="{AC6ABFC5-7504-47E7-8E41-AF057079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66091" y="6894688"/>
            <a:ext cx="74504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100" name="data_8546">
            <a:extLst xmlns:a="http://schemas.openxmlformats.org/drawingml/2006/main">
              <a:ext uri="{FF2B5EF4-FFF2-40B4-BE49-F238E27FC236}">
                <a16:creationId xmlns:a16="http://schemas.microsoft.com/office/drawing/2014/main" id="{77C74623-E4E9-4E2F-8DEE-FCA7987DC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6064491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3101" name="data_8547">
            <a:extLst xmlns:a="http://schemas.openxmlformats.org/drawingml/2006/main">
              <a:ext uri="{FF2B5EF4-FFF2-40B4-BE49-F238E27FC236}">
                <a16:creationId xmlns:a16="http://schemas.microsoft.com/office/drawing/2014/main" id="{4CD3DDC6-C30C-41C2-AB69-2A238CA0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4931" y="6064491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3102" name="text_8548">
            <a:extLst xmlns:a="http://schemas.openxmlformats.org/drawingml/2006/main">
              <a:ext uri="{FF2B5EF4-FFF2-40B4-BE49-F238E27FC236}">
                <a16:creationId xmlns:a16="http://schemas.microsoft.com/office/drawing/2014/main" id="{37AC610C-F973-495C-99A1-C747F0A6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0454" y="6006243"/>
            <a:ext cx="140141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3103" name="data_8549">
            <a:extLst xmlns:a="http://schemas.openxmlformats.org/drawingml/2006/main">
              <a:ext uri="{FF2B5EF4-FFF2-40B4-BE49-F238E27FC236}">
                <a16:creationId xmlns:a16="http://schemas.microsoft.com/office/drawing/2014/main" id="{76AD1E2E-F960-4D13-87FA-4FCE63F9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5176046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54">
            <a:solidFill>
              <a:srgbClr val="DEE5EA"/>
            </a:solidFill>
            <a:prstDash val="solid"/>
          </a:ln>
        </p:spPr>
      </p:sp>
      <p:sp>
        <p:nvSpPr>
          <p:cNvPr id="3104" name="data_8550">
            <a:extLst xmlns:a="http://schemas.openxmlformats.org/drawingml/2006/main">
              <a:ext uri="{FF2B5EF4-FFF2-40B4-BE49-F238E27FC236}">
                <a16:creationId xmlns:a16="http://schemas.microsoft.com/office/drawing/2014/main" id="{484B6367-2572-4A2E-B23D-85CE3D616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4931" y="5176046"/>
            <a:ext cx="53203" cy="191"/>
          </a:xfrm>
          <a:custGeom xmlns:a="http://schemas.openxmlformats.org/drawingml/2006/main"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 xmlns:a="http://schemas.openxmlformats.org/drawingml/2006/main">
            <a:srgbClr val="263746"/>
          </a:solidFill>
          <a:ln xmlns:a="http://schemas.openxmlformats.org/drawingml/2006/main" w="10641">
            <a:solidFill>
              <a:srgbClr val="263746"/>
            </a:solidFill>
            <a:prstDash val="solid"/>
          </a:ln>
        </p:spPr>
      </p:sp>
      <p:sp>
        <p:nvSpPr>
          <p:cNvPr id="3105" name="text_8551">
            <a:extLst xmlns:a="http://schemas.openxmlformats.org/drawingml/2006/main">
              <a:ext uri="{FF2B5EF4-FFF2-40B4-BE49-F238E27FC236}">
                <a16:creationId xmlns:a16="http://schemas.microsoft.com/office/drawing/2014/main" id="{39967220-0890-44B3-BA0A-EB3A3711E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34817" y="5117799"/>
            <a:ext cx="205778" cy="1618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3106" name="data_8552">
            <a:extLst xmlns:a="http://schemas.openxmlformats.org/drawingml/2006/main">
              <a:ext uri="{FF2B5EF4-FFF2-40B4-BE49-F238E27FC236}">
                <a16:creationId xmlns:a16="http://schemas.microsoft.com/office/drawing/2014/main" id="{84EEFF71-ACD2-4766-BBF1-342B754AA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95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7" name="data_8553">
            <a:extLst xmlns:a="http://schemas.openxmlformats.org/drawingml/2006/main">
              <a:ext uri="{FF2B5EF4-FFF2-40B4-BE49-F238E27FC236}">
                <a16:creationId xmlns:a16="http://schemas.microsoft.com/office/drawing/2014/main" id="{AE6ADDE1-9F2C-4797-85D1-F9E73D5F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348" y="62041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8" name="data_8554">
            <a:extLst xmlns:a="http://schemas.openxmlformats.org/drawingml/2006/main">
              <a:ext uri="{FF2B5EF4-FFF2-40B4-BE49-F238E27FC236}">
                <a16:creationId xmlns:a16="http://schemas.microsoft.com/office/drawing/2014/main" id="{C437387F-E033-4F03-83C0-4315DE66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659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9" name="data_8555">
            <a:extLst xmlns:a="http://schemas.openxmlformats.org/drawingml/2006/main">
              <a:ext uri="{FF2B5EF4-FFF2-40B4-BE49-F238E27FC236}">
                <a16:creationId xmlns:a16="http://schemas.microsoft.com/office/drawing/2014/main" id="{03FD1A65-FB7B-45EA-8AAC-4369903D7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92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0" name="data_8556">
            <a:extLst xmlns:a="http://schemas.openxmlformats.org/drawingml/2006/main">
              <a:ext uri="{FF2B5EF4-FFF2-40B4-BE49-F238E27FC236}">
                <a16:creationId xmlns:a16="http://schemas.microsoft.com/office/drawing/2014/main" id="{9106E439-7BD7-4F55-94AF-B0302F28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519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1" name="data_8557">
            <a:extLst xmlns:a="http://schemas.openxmlformats.org/drawingml/2006/main">
              <a:ext uri="{FF2B5EF4-FFF2-40B4-BE49-F238E27FC236}">
                <a16:creationId xmlns:a16="http://schemas.microsoft.com/office/drawing/2014/main" id="{5403C7EB-956E-4DAB-96DB-78DA8375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659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2" name="data_8558">
            <a:extLst xmlns:a="http://schemas.openxmlformats.org/drawingml/2006/main">
              <a:ext uri="{FF2B5EF4-FFF2-40B4-BE49-F238E27FC236}">
                <a16:creationId xmlns:a16="http://schemas.microsoft.com/office/drawing/2014/main" id="{92889568-3752-4D04-B0D2-C3F01125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82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3" name="data_8559">
            <a:extLst xmlns:a="http://schemas.openxmlformats.org/drawingml/2006/main">
              <a:ext uri="{FF2B5EF4-FFF2-40B4-BE49-F238E27FC236}">
                <a16:creationId xmlns:a16="http://schemas.microsoft.com/office/drawing/2014/main" id="{DD7F1BCA-8CBB-4A8F-8EBC-1D76E85BD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413" y="61715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4" name="data_8560">
            <a:extLst xmlns:a="http://schemas.openxmlformats.org/drawingml/2006/main">
              <a:ext uri="{FF2B5EF4-FFF2-40B4-BE49-F238E27FC236}">
                <a16:creationId xmlns:a16="http://schemas.microsoft.com/office/drawing/2014/main" id="{BE5A3602-64BD-4C89-BA45-27CAB24B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1157" y="612543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5" name="data_8561">
            <a:extLst xmlns:a="http://schemas.openxmlformats.org/drawingml/2006/main">
              <a:ext uri="{FF2B5EF4-FFF2-40B4-BE49-F238E27FC236}">
                <a16:creationId xmlns:a16="http://schemas.microsoft.com/office/drawing/2014/main" id="{AA1A1978-7DD7-4CB0-8FEC-1E252918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91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6" name="data_8562">
            <a:extLst xmlns:a="http://schemas.openxmlformats.org/drawingml/2006/main">
              <a:ext uri="{FF2B5EF4-FFF2-40B4-BE49-F238E27FC236}">
                <a16:creationId xmlns:a16="http://schemas.microsoft.com/office/drawing/2014/main" id="{82D8D5C9-2398-4F57-8FE0-DD3AB6B62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089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7" name="data_8563">
            <a:extLst xmlns:a="http://schemas.openxmlformats.org/drawingml/2006/main">
              <a:ext uri="{FF2B5EF4-FFF2-40B4-BE49-F238E27FC236}">
                <a16:creationId xmlns:a16="http://schemas.microsoft.com/office/drawing/2014/main" id="{39C527B3-938E-46BE-8F6C-39067F635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451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8" name="data_8564">
            <a:extLst xmlns:a="http://schemas.openxmlformats.org/drawingml/2006/main">
              <a:ext uri="{FF2B5EF4-FFF2-40B4-BE49-F238E27FC236}">
                <a16:creationId xmlns:a16="http://schemas.microsoft.com/office/drawing/2014/main" id="{772E852B-B0CF-46B4-9B40-E626DFDA7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848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9" name="data_8565">
            <a:extLst xmlns:a="http://schemas.openxmlformats.org/drawingml/2006/main">
              <a:ext uri="{FF2B5EF4-FFF2-40B4-BE49-F238E27FC236}">
                <a16:creationId xmlns:a16="http://schemas.microsoft.com/office/drawing/2014/main" id="{ABD11E45-EFDF-4AB8-AE5E-F95F17EE2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57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0" name="data_8566">
            <a:extLst xmlns:a="http://schemas.openxmlformats.org/drawingml/2006/main">
              <a:ext uri="{FF2B5EF4-FFF2-40B4-BE49-F238E27FC236}">
                <a16:creationId xmlns:a16="http://schemas.microsoft.com/office/drawing/2014/main" id="{BB46E913-27FD-4217-B6B3-FFBF43C9C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376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1" name="data_8567">
            <a:extLst xmlns:a="http://schemas.openxmlformats.org/drawingml/2006/main">
              <a:ext uri="{FF2B5EF4-FFF2-40B4-BE49-F238E27FC236}">
                <a16:creationId xmlns:a16="http://schemas.microsoft.com/office/drawing/2014/main" id="{9FF262F1-88B3-4FEE-B004-E62A8CAE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0864" y="690137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2" name="data_8568">
            <a:extLst xmlns:a="http://schemas.openxmlformats.org/drawingml/2006/main">
              <a:ext uri="{FF2B5EF4-FFF2-40B4-BE49-F238E27FC236}">
                <a16:creationId xmlns:a16="http://schemas.microsoft.com/office/drawing/2014/main" id="{724975EE-98B9-4FF3-B1EC-0300122AA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050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3" name="data_8569">
            <a:extLst xmlns:a="http://schemas.openxmlformats.org/drawingml/2006/main">
              <a:ext uri="{FF2B5EF4-FFF2-40B4-BE49-F238E27FC236}">
                <a16:creationId xmlns:a16="http://schemas.microsoft.com/office/drawing/2014/main" id="{3D3745B3-B2BC-41D7-B10F-F124C78D1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751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4" name="data_8570">
            <a:extLst xmlns:a="http://schemas.openxmlformats.org/drawingml/2006/main">
              <a:ext uri="{FF2B5EF4-FFF2-40B4-BE49-F238E27FC236}">
                <a16:creationId xmlns:a16="http://schemas.microsoft.com/office/drawing/2014/main" id="{AFC2FC90-B234-413E-9FA8-784C7C8A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232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5" name="data_8571">
            <a:extLst xmlns:a="http://schemas.openxmlformats.org/drawingml/2006/main">
              <a:ext uri="{FF2B5EF4-FFF2-40B4-BE49-F238E27FC236}">
                <a16:creationId xmlns:a16="http://schemas.microsoft.com/office/drawing/2014/main" id="{A4B23401-C2B8-456A-9D70-EC3540DA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86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6" name="data_8572">
            <a:extLst xmlns:a="http://schemas.openxmlformats.org/drawingml/2006/main">
              <a:ext uri="{FF2B5EF4-FFF2-40B4-BE49-F238E27FC236}">
                <a16:creationId xmlns:a16="http://schemas.microsoft.com/office/drawing/2014/main" id="{8E95C921-D356-490D-B138-5CEAFE159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571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7" name="data_8573">
            <a:extLst xmlns:a="http://schemas.openxmlformats.org/drawingml/2006/main">
              <a:ext uri="{FF2B5EF4-FFF2-40B4-BE49-F238E27FC236}">
                <a16:creationId xmlns:a16="http://schemas.microsoft.com/office/drawing/2014/main" id="{3116EEED-E800-4876-A1CD-F15CBA20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285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8" name="data_8574">
            <a:extLst xmlns:a="http://schemas.openxmlformats.org/drawingml/2006/main">
              <a:ext uri="{FF2B5EF4-FFF2-40B4-BE49-F238E27FC236}">
                <a16:creationId xmlns:a16="http://schemas.microsoft.com/office/drawing/2014/main" id="{0A35B2D3-A7DE-4472-8C4A-6D18D0A0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2071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9" name="data_8575">
            <a:extLst xmlns:a="http://schemas.openxmlformats.org/drawingml/2006/main">
              <a:ext uri="{FF2B5EF4-FFF2-40B4-BE49-F238E27FC236}">
                <a16:creationId xmlns:a16="http://schemas.microsoft.com/office/drawing/2014/main" id="{1292E656-F1B8-4E3B-9B19-19FCEB29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093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0" name="data_8576">
            <a:extLst xmlns:a="http://schemas.openxmlformats.org/drawingml/2006/main">
              <a:ext uri="{FF2B5EF4-FFF2-40B4-BE49-F238E27FC236}">
                <a16:creationId xmlns:a16="http://schemas.microsoft.com/office/drawing/2014/main" id="{B55AB2EC-F262-4DB9-8F16-8A9118B9E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731" y="64395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1" name="data_8577">
            <a:extLst xmlns:a="http://schemas.openxmlformats.org/drawingml/2006/main">
              <a:ext uri="{FF2B5EF4-FFF2-40B4-BE49-F238E27FC236}">
                <a16:creationId xmlns:a16="http://schemas.microsoft.com/office/drawing/2014/main" id="{A743A744-D42E-4235-AF58-0123D185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5557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2" name="data_8578">
            <a:extLst xmlns:a="http://schemas.openxmlformats.org/drawingml/2006/main">
              <a:ext uri="{FF2B5EF4-FFF2-40B4-BE49-F238E27FC236}">
                <a16:creationId xmlns:a16="http://schemas.microsoft.com/office/drawing/2014/main" id="{2F9CE150-092D-4653-A0D5-C1C8BEEBD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1191" y="62869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3" name="data_8579">
            <a:extLst xmlns:a="http://schemas.openxmlformats.org/drawingml/2006/main">
              <a:ext uri="{FF2B5EF4-FFF2-40B4-BE49-F238E27FC236}">
                <a16:creationId xmlns:a16="http://schemas.microsoft.com/office/drawing/2014/main" id="{6EA936D9-FB05-4943-A264-0FC1BFF4B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679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4" name="data_8580">
            <a:extLst xmlns:a="http://schemas.openxmlformats.org/drawingml/2006/main">
              <a:ext uri="{FF2B5EF4-FFF2-40B4-BE49-F238E27FC236}">
                <a16:creationId xmlns:a16="http://schemas.microsoft.com/office/drawing/2014/main" id="{F3D3C68A-8D1A-48F3-9D2C-A6C4BE1B9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8976" y="6577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5" name="data_8581">
            <a:extLst xmlns:a="http://schemas.openxmlformats.org/drawingml/2006/main">
              <a:ext uri="{FF2B5EF4-FFF2-40B4-BE49-F238E27FC236}">
                <a16:creationId xmlns:a16="http://schemas.microsoft.com/office/drawing/2014/main" id="{92BCFBE1-DDAD-4687-9355-820E5DDC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34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6" name="data_8582">
            <a:extLst xmlns:a="http://schemas.openxmlformats.org/drawingml/2006/main">
              <a:ext uri="{FF2B5EF4-FFF2-40B4-BE49-F238E27FC236}">
                <a16:creationId xmlns:a16="http://schemas.microsoft.com/office/drawing/2014/main" id="{0AD88746-2899-4FB5-8120-6AD1FE4F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3600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7" name="data_8583">
            <a:extLst xmlns:a="http://schemas.openxmlformats.org/drawingml/2006/main">
              <a:ext uri="{FF2B5EF4-FFF2-40B4-BE49-F238E27FC236}">
                <a16:creationId xmlns:a16="http://schemas.microsoft.com/office/drawing/2014/main" id="{85239DAB-4474-4743-879D-65437670B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51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8" name="data_8584">
            <a:extLst xmlns:a="http://schemas.openxmlformats.org/drawingml/2006/main">
              <a:ext uri="{FF2B5EF4-FFF2-40B4-BE49-F238E27FC236}">
                <a16:creationId xmlns:a16="http://schemas.microsoft.com/office/drawing/2014/main" id="{4255A8FB-5557-4D95-A3A4-5AC2E40A4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568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9" name="data_8585">
            <a:extLst xmlns:a="http://schemas.openxmlformats.org/drawingml/2006/main">
              <a:ext uri="{FF2B5EF4-FFF2-40B4-BE49-F238E27FC236}">
                <a16:creationId xmlns:a16="http://schemas.microsoft.com/office/drawing/2014/main" id="{F072C651-1A3C-4EA3-B596-4A1E534E0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21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0" name="data_8586">
            <a:extLst xmlns:a="http://schemas.openxmlformats.org/drawingml/2006/main">
              <a:ext uri="{FF2B5EF4-FFF2-40B4-BE49-F238E27FC236}">
                <a16:creationId xmlns:a16="http://schemas.microsoft.com/office/drawing/2014/main" id="{BF4293CA-D64A-4C94-B96D-8BDFBB96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826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1" name="data_8587">
            <a:extLst xmlns:a="http://schemas.openxmlformats.org/drawingml/2006/main">
              <a:ext uri="{FF2B5EF4-FFF2-40B4-BE49-F238E27FC236}">
                <a16:creationId xmlns:a16="http://schemas.microsoft.com/office/drawing/2014/main" id="{486B3830-024A-4855-8EE8-CE365106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164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2" name="data_8588">
            <a:extLst xmlns:a="http://schemas.openxmlformats.org/drawingml/2006/main">
              <a:ext uri="{FF2B5EF4-FFF2-40B4-BE49-F238E27FC236}">
                <a16:creationId xmlns:a16="http://schemas.microsoft.com/office/drawing/2014/main" id="{D3B4EE19-6628-4479-A214-1295EB2E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728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3" name="data_8589">
            <a:extLst xmlns:a="http://schemas.openxmlformats.org/drawingml/2006/main">
              <a:ext uri="{FF2B5EF4-FFF2-40B4-BE49-F238E27FC236}">
                <a16:creationId xmlns:a16="http://schemas.microsoft.com/office/drawing/2014/main" id="{2A1BC815-871C-4ED6-8071-FE0AA794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705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4" name="data_8590">
            <a:extLst xmlns:a="http://schemas.openxmlformats.org/drawingml/2006/main">
              <a:ext uri="{FF2B5EF4-FFF2-40B4-BE49-F238E27FC236}">
                <a16:creationId xmlns:a16="http://schemas.microsoft.com/office/drawing/2014/main" id="{A00B5A7E-CDCF-4BDD-A9EB-AA3DF670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88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5" name="data_8591">
            <a:extLst xmlns:a="http://schemas.openxmlformats.org/drawingml/2006/main">
              <a:ext uri="{FF2B5EF4-FFF2-40B4-BE49-F238E27FC236}">
                <a16:creationId xmlns:a16="http://schemas.microsoft.com/office/drawing/2014/main" id="{1E720C95-80ED-4BC5-80CB-D8A3E9A05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092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6" name="data_8592">
            <a:extLst xmlns:a="http://schemas.openxmlformats.org/drawingml/2006/main">
              <a:ext uri="{FF2B5EF4-FFF2-40B4-BE49-F238E27FC236}">
                <a16:creationId xmlns:a16="http://schemas.microsoft.com/office/drawing/2014/main" id="{A51F39AE-87C4-488D-9E80-F6634B01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13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7" name="data_8593">
            <a:extLst xmlns:a="http://schemas.openxmlformats.org/drawingml/2006/main">
              <a:ext uri="{FF2B5EF4-FFF2-40B4-BE49-F238E27FC236}">
                <a16:creationId xmlns:a16="http://schemas.microsoft.com/office/drawing/2014/main" id="{4A39C48D-F2AA-4CFA-9888-F5E4AC54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143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8" name="data_8594">
            <a:extLst xmlns:a="http://schemas.openxmlformats.org/drawingml/2006/main">
              <a:ext uri="{FF2B5EF4-FFF2-40B4-BE49-F238E27FC236}">
                <a16:creationId xmlns:a16="http://schemas.microsoft.com/office/drawing/2014/main" id="{0AD1A830-3124-450B-8D20-4D974D3BF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10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9" name="data_8595">
            <a:extLst xmlns:a="http://schemas.openxmlformats.org/drawingml/2006/main">
              <a:ext uri="{FF2B5EF4-FFF2-40B4-BE49-F238E27FC236}">
                <a16:creationId xmlns:a16="http://schemas.microsoft.com/office/drawing/2014/main" id="{0CD408BD-05FB-4E60-8C61-03050DAC0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116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0" name="data_8596">
            <a:extLst xmlns:a="http://schemas.openxmlformats.org/drawingml/2006/main">
              <a:ext uri="{FF2B5EF4-FFF2-40B4-BE49-F238E27FC236}">
                <a16:creationId xmlns:a16="http://schemas.microsoft.com/office/drawing/2014/main" id="{4C14897F-BA3D-4897-B061-A2110F689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122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1" name="data_8597">
            <a:extLst xmlns:a="http://schemas.openxmlformats.org/drawingml/2006/main">
              <a:ext uri="{FF2B5EF4-FFF2-40B4-BE49-F238E27FC236}">
                <a16:creationId xmlns:a16="http://schemas.microsoft.com/office/drawing/2014/main" id="{8D1FE4FA-851E-4978-8F37-D3459CA6E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405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2" name="data_8598">
            <a:extLst xmlns:a="http://schemas.openxmlformats.org/drawingml/2006/main">
              <a:ext uri="{FF2B5EF4-FFF2-40B4-BE49-F238E27FC236}">
                <a16:creationId xmlns:a16="http://schemas.microsoft.com/office/drawing/2014/main" id="{1DF31D33-0F4D-43FA-ADFA-3A574974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0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3" name="data_8599">
            <a:extLst xmlns:a="http://schemas.openxmlformats.org/drawingml/2006/main">
              <a:ext uri="{FF2B5EF4-FFF2-40B4-BE49-F238E27FC236}">
                <a16:creationId xmlns:a16="http://schemas.microsoft.com/office/drawing/2014/main" id="{A825EE66-837F-4222-A65B-5C0C7A9D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4808" y="617158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4" name="data_8600">
            <a:extLst xmlns:a="http://schemas.openxmlformats.org/drawingml/2006/main">
              <a:ext uri="{FF2B5EF4-FFF2-40B4-BE49-F238E27FC236}">
                <a16:creationId xmlns:a16="http://schemas.microsoft.com/office/drawing/2014/main" id="{FE673103-9BC6-4439-B491-95D901684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751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5" name="data_8601">
            <a:extLst xmlns:a="http://schemas.openxmlformats.org/drawingml/2006/main">
              <a:ext uri="{FF2B5EF4-FFF2-40B4-BE49-F238E27FC236}">
                <a16:creationId xmlns:a16="http://schemas.microsoft.com/office/drawing/2014/main" id="{7843C406-D19D-4FF1-8FE3-FE2735262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721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6" name="data_8602">
            <a:extLst xmlns:a="http://schemas.openxmlformats.org/drawingml/2006/main">
              <a:ext uri="{FF2B5EF4-FFF2-40B4-BE49-F238E27FC236}">
                <a16:creationId xmlns:a16="http://schemas.microsoft.com/office/drawing/2014/main" id="{7A49CCCB-70D6-4C14-82D1-1DBDB33C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5880" y="62223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7" name="data_8603">
            <a:extLst xmlns:a="http://schemas.openxmlformats.org/drawingml/2006/main">
              <a:ext uri="{FF2B5EF4-FFF2-40B4-BE49-F238E27FC236}">
                <a16:creationId xmlns:a16="http://schemas.microsoft.com/office/drawing/2014/main" id="{2155EE27-2780-4B5C-A3AB-604E0EE0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262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8" name="data_8604">
            <a:extLst xmlns:a="http://schemas.openxmlformats.org/drawingml/2006/main">
              <a:ext uri="{FF2B5EF4-FFF2-40B4-BE49-F238E27FC236}">
                <a16:creationId xmlns:a16="http://schemas.microsoft.com/office/drawing/2014/main" id="{D0E51014-866C-4C64-8521-A62C6D0D0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914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9" name="data_8605">
            <a:extLst xmlns:a="http://schemas.openxmlformats.org/drawingml/2006/main">
              <a:ext uri="{FF2B5EF4-FFF2-40B4-BE49-F238E27FC236}">
                <a16:creationId xmlns:a16="http://schemas.microsoft.com/office/drawing/2014/main" id="{3476FFED-39AD-4462-9E0A-943C9657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024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0" name="data_8606">
            <a:extLst xmlns:a="http://schemas.openxmlformats.org/drawingml/2006/main">
              <a:ext uri="{FF2B5EF4-FFF2-40B4-BE49-F238E27FC236}">
                <a16:creationId xmlns:a16="http://schemas.microsoft.com/office/drawing/2014/main" id="{2899BC4D-509E-4124-AA40-63C0FC724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423" y="607427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1" name="data_8607">
            <a:extLst xmlns:a="http://schemas.openxmlformats.org/drawingml/2006/main">
              <a:ext uri="{FF2B5EF4-FFF2-40B4-BE49-F238E27FC236}">
                <a16:creationId xmlns:a16="http://schemas.microsoft.com/office/drawing/2014/main" id="{2AED6D85-7092-4814-9FD4-CE86152B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50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2" name="data_8608">
            <a:extLst xmlns:a="http://schemas.openxmlformats.org/drawingml/2006/main">
              <a:ext uri="{FF2B5EF4-FFF2-40B4-BE49-F238E27FC236}">
                <a16:creationId xmlns:a16="http://schemas.microsoft.com/office/drawing/2014/main" id="{BF2C0933-BDAB-4516-AFEF-2688400F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119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3" name="data_8609">
            <a:extLst xmlns:a="http://schemas.openxmlformats.org/drawingml/2006/main">
              <a:ext uri="{FF2B5EF4-FFF2-40B4-BE49-F238E27FC236}">
                <a16:creationId xmlns:a16="http://schemas.microsoft.com/office/drawing/2014/main" id="{2A025468-DC64-4343-9D08-961E2F835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555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4" name="data_8610">
            <a:extLst xmlns:a="http://schemas.openxmlformats.org/drawingml/2006/main">
              <a:ext uri="{FF2B5EF4-FFF2-40B4-BE49-F238E27FC236}">
                <a16:creationId xmlns:a16="http://schemas.microsoft.com/office/drawing/2014/main" id="{355D015F-A4C7-4C3A-AE7E-05079503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503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5" name="data_8611">
            <a:extLst xmlns:a="http://schemas.openxmlformats.org/drawingml/2006/main">
              <a:ext uri="{FF2B5EF4-FFF2-40B4-BE49-F238E27FC236}">
                <a16:creationId xmlns:a16="http://schemas.microsoft.com/office/drawing/2014/main" id="{5990E016-9893-43F3-9055-86BCB241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422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6" name="data_8612">
            <a:extLst xmlns:a="http://schemas.openxmlformats.org/drawingml/2006/main">
              <a:ext uri="{FF2B5EF4-FFF2-40B4-BE49-F238E27FC236}">
                <a16:creationId xmlns:a16="http://schemas.microsoft.com/office/drawing/2014/main" id="{9BFEB3EB-3762-4396-AD6C-6905C1F3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803" y="663695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7" name="data_8613">
            <a:extLst xmlns:a="http://schemas.openxmlformats.org/drawingml/2006/main">
              <a:ext uri="{FF2B5EF4-FFF2-40B4-BE49-F238E27FC236}">
                <a16:creationId xmlns:a16="http://schemas.microsoft.com/office/drawing/2014/main" id="{FB3C5A4E-B261-42C8-B862-EEAA8B47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091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8" name="data_8614">
            <a:extLst xmlns:a="http://schemas.openxmlformats.org/drawingml/2006/main">
              <a:ext uri="{FF2B5EF4-FFF2-40B4-BE49-F238E27FC236}">
                <a16:creationId xmlns:a16="http://schemas.microsoft.com/office/drawing/2014/main" id="{E239ABA0-F396-45FF-AF35-B4BF5FBA1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184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9" name="data_8615">
            <a:extLst xmlns:a="http://schemas.openxmlformats.org/drawingml/2006/main">
              <a:ext uri="{FF2B5EF4-FFF2-40B4-BE49-F238E27FC236}">
                <a16:creationId xmlns:a16="http://schemas.microsoft.com/office/drawing/2014/main" id="{7C165969-B643-4962-8146-06D91F2D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783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0" name="data_8616">
            <a:extLst xmlns:a="http://schemas.openxmlformats.org/drawingml/2006/main">
              <a:ext uri="{FF2B5EF4-FFF2-40B4-BE49-F238E27FC236}">
                <a16:creationId xmlns:a16="http://schemas.microsoft.com/office/drawing/2014/main" id="{71FA0835-3BE8-4F86-A7C2-67079C7E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03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1" name="data_8617">
            <a:extLst xmlns:a="http://schemas.openxmlformats.org/drawingml/2006/main">
              <a:ext uri="{FF2B5EF4-FFF2-40B4-BE49-F238E27FC236}">
                <a16:creationId xmlns:a16="http://schemas.microsoft.com/office/drawing/2014/main" id="{7D65CE76-2B0C-4E4C-A223-F06B1DE73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086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2" name="data_8618">
            <a:extLst xmlns:a="http://schemas.openxmlformats.org/drawingml/2006/main">
              <a:ext uri="{FF2B5EF4-FFF2-40B4-BE49-F238E27FC236}">
                <a16:creationId xmlns:a16="http://schemas.microsoft.com/office/drawing/2014/main" id="{81E45E82-75A8-42ED-ADFE-75C045545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321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3" name="data_8619">
            <a:extLst xmlns:a="http://schemas.openxmlformats.org/drawingml/2006/main">
              <a:ext uri="{FF2B5EF4-FFF2-40B4-BE49-F238E27FC236}">
                <a16:creationId xmlns:a16="http://schemas.microsoft.com/office/drawing/2014/main" id="{EEB8F72F-D197-4981-8AFD-7C589700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35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4" name="data_8620">
            <a:extLst xmlns:a="http://schemas.openxmlformats.org/drawingml/2006/main">
              <a:ext uri="{FF2B5EF4-FFF2-40B4-BE49-F238E27FC236}">
                <a16:creationId xmlns:a16="http://schemas.microsoft.com/office/drawing/2014/main" id="{D9F8A0CD-EC22-48D7-9BFE-48715460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20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5" name="data_8621">
            <a:extLst xmlns:a="http://schemas.openxmlformats.org/drawingml/2006/main">
              <a:ext uri="{FF2B5EF4-FFF2-40B4-BE49-F238E27FC236}">
                <a16:creationId xmlns:a16="http://schemas.microsoft.com/office/drawing/2014/main" id="{608CF67A-CD1B-4221-9B41-76B8146B4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14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6" name="data_8622">
            <a:extLst xmlns:a="http://schemas.openxmlformats.org/drawingml/2006/main">
              <a:ext uri="{FF2B5EF4-FFF2-40B4-BE49-F238E27FC236}">
                <a16:creationId xmlns:a16="http://schemas.microsoft.com/office/drawing/2014/main" id="{B2A6418D-8AE4-49D8-84B5-B7AFE9E3E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589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7" name="data_8623">
            <a:extLst xmlns:a="http://schemas.openxmlformats.org/drawingml/2006/main">
              <a:ext uri="{FF2B5EF4-FFF2-40B4-BE49-F238E27FC236}">
                <a16:creationId xmlns:a16="http://schemas.microsoft.com/office/drawing/2014/main" id="{E8363B77-BF1C-4A16-883F-BADEFA5A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119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8" name="data_8624">
            <a:extLst xmlns:a="http://schemas.openxmlformats.org/drawingml/2006/main">
              <a:ext uri="{FF2B5EF4-FFF2-40B4-BE49-F238E27FC236}">
                <a16:creationId xmlns:a16="http://schemas.microsoft.com/office/drawing/2014/main" id="{ED8CA1E1-9AB6-4B8C-BB8A-D858DF1F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56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9" name="data_8625">
            <a:extLst xmlns:a="http://schemas.openxmlformats.org/drawingml/2006/main">
              <a:ext uri="{FF2B5EF4-FFF2-40B4-BE49-F238E27FC236}">
                <a16:creationId xmlns:a16="http://schemas.microsoft.com/office/drawing/2014/main" id="{6A635636-1714-44E6-96F1-DD20BF909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894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0" name="data_8626">
            <a:extLst xmlns:a="http://schemas.openxmlformats.org/drawingml/2006/main">
              <a:ext uri="{FF2B5EF4-FFF2-40B4-BE49-F238E27FC236}">
                <a16:creationId xmlns:a16="http://schemas.microsoft.com/office/drawing/2014/main" id="{6ACC1B97-C5D7-4104-84C5-0118E9BB3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6110" y="665974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1" name="data_8627">
            <a:extLst xmlns:a="http://schemas.openxmlformats.org/drawingml/2006/main">
              <a:ext uri="{FF2B5EF4-FFF2-40B4-BE49-F238E27FC236}">
                <a16:creationId xmlns:a16="http://schemas.microsoft.com/office/drawing/2014/main" id="{E6CAA32B-31D1-4098-907C-60AEBD79D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3309" y="653824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2" name="data_8628">
            <a:extLst xmlns:a="http://schemas.openxmlformats.org/drawingml/2006/main">
              <a:ext uri="{FF2B5EF4-FFF2-40B4-BE49-F238E27FC236}">
                <a16:creationId xmlns:a16="http://schemas.microsoft.com/office/drawing/2014/main" id="{E7DD646B-D9EF-446B-A343-E3CEF838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057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3" name="data_8629">
            <a:extLst xmlns:a="http://schemas.openxmlformats.org/drawingml/2006/main">
              <a:ext uri="{FF2B5EF4-FFF2-40B4-BE49-F238E27FC236}">
                <a16:creationId xmlns:a16="http://schemas.microsoft.com/office/drawing/2014/main" id="{2BF6D0FD-4F28-4835-A4E0-53E98032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079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4" name="data_8630">
            <a:extLst xmlns:a="http://schemas.openxmlformats.org/drawingml/2006/main">
              <a:ext uri="{FF2B5EF4-FFF2-40B4-BE49-F238E27FC236}">
                <a16:creationId xmlns:a16="http://schemas.microsoft.com/office/drawing/2014/main" id="{5199B248-F9DC-4D71-BBE8-4BF23DE5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849" y="62667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5" name="data_8631">
            <a:extLst xmlns:a="http://schemas.openxmlformats.org/drawingml/2006/main">
              <a:ext uri="{FF2B5EF4-FFF2-40B4-BE49-F238E27FC236}">
                <a16:creationId xmlns:a16="http://schemas.microsoft.com/office/drawing/2014/main" id="{E997C8D5-6A22-46C6-8540-ED1CFD0A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9466" y="64254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6" name="data_8632">
            <a:extLst xmlns:a="http://schemas.openxmlformats.org/drawingml/2006/main">
              <a:ext uri="{FF2B5EF4-FFF2-40B4-BE49-F238E27FC236}">
                <a16:creationId xmlns:a16="http://schemas.microsoft.com/office/drawing/2014/main" id="{11908D4F-814C-4587-8D62-3B8F80CC5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506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7" name="data_8633">
            <a:extLst xmlns:a="http://schemas.openxmlformats.org/drawingml/2006/main">
              <a:ext uri="{FF2B5EF4-FFF2-40B4-BE49-F238E27FC236}">
                <a16:creationId xmlns:a16="http://schemas.microsoft.com/office/drawing/2014/main" id="{B3CEA689-BD7D-4F16-A68A-52C554236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454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8" name="data_8634">
            <a:extLst xmlns:a="http://schemas.openxmlformats.org/drawingml/2006/main">
              <a:ext uri="{FF2B5EF4-FFF2-40B4-BE49-F238E27FC236}">
                <a16:creationId xmlns:a16="http://schemas.microsoft.com/office/drawing/2014/main" id="{EF133817-5314-4EDC-96B1-EB6C4B08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36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9" name="data_8635">
            <a:extLst xmlns:a="http://schemas.openxmlformats.org/drawingml/2006/main">
              <a:ext uri="{FF2B5EF4-FFF2-40B4-BE49-F238E27FC236}">
                <a16:creationId xmlns:a16="http://schemas.microsoft.com/office/drawing/2014/main" id="{9713AF69-6359-436D-A36E-A39F77E36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26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0" name="data_8636">
            <a:extLst xmlns:a="http://schemas.openxmlformats.org/drawingml/2006/main">
              <a:ext uri="{FF2B5EF4-FFF2-40B4-BE49-F238E27FC236}">
                <a16:creationId xmlns:a16="http://schemas.microsoft.com/office/drawing/2014/main" id="{1970EC20-2044-47E2-A6C1-963BC15DE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803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1" name="data_8637">
            <a:extLst xmlns:a="http://schemas.openxmlformats.org/drawingml/2006/main">
              <a:ext uri="{FF2B5EF4-FFF2-40B4-BE49-F238E27FC236}">
                <a16:creationId xmlns:a16="http://schemas.microsoft.com/office/drawing/2014/main" id="{9DA8A4E5-C202-4703-8199-6590758E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22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2" name="data_8638">
            <a:extLst xmlns:a="http://schemas.openxmlformats.org/drawingml/2006/main">
              <a:ext uri="{FF2B5EF4-FFF2-40B4-BE49-F238E27FC236}">
                <a16:creationId xmlns:a16="http://schemas.microsoft.com/office/drawing/2014/main" id="{205CF60F-C0C6-495E-BF60-9BF8D8A4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454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3" name="data_8639">
            <a:extLst xmlns:a="http://schemas.openxmlformats.org/drawingml/2006/main">
              <a:ext uri="{FF2B5EF4-FFF2-40B4-BE49-F238E27FC236}">
                <a16:creationId xmlns:a16="http://schemas.microsoft.com/office/drawing/2014/main" id="{34C3A3E5-D739-4A3A-8ECB-3A3E50A1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467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4" name="data_8640">
            <a:extLst xmlns:a="http://schemas.openxmlformats.org/drawingml/2006/main">
              <a:ext uri="{FF2B5EF4-FFF2-40B4-BE49-F238E27FC236}">
                <a16:creationId xmlns:a16="http://schemas.microsoft.com/office/drawing/2014/main" id="{A014EF33-B210-438D-85E0-4124E25CD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731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5" name="data_8641">
            <a:extLst xmlns:a="http://schemas.openxmlformats.org/drawingml/2006/main">
              <a:ext uri="{FF2B5EF4-FFF2-40B4-BE49-F238E27FC236}">
                <a16:creationId xmlns:a16="http://schemas.microsoft.com/office/drawing/2014/main" id="{F1F361D7-70A8-4D61-AE17-86A831F1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84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6" name="data_8642">
            <a:extLst xmlns:a="http://schemas.openxmlformats.org/drawingml/2006/main">
              <a:ext uri="{FF2B5EF4-FFF2-40B4-BE49-F238E27FC236}">
                <a16:creationId xmlns:a16="http://schemas.microsoft.com/office/drawing/2014/main" id="{BFAFC982-1E9D-423D-A0FD-690B9530B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268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7" name="data_8643">
            <a:extLst xmlns:a="http://schemas.openxmlformats.org/drawingml/2006/main">
              <a:ext uri="{FF2B5EF4-FFF2-40B4-BE49-F238E27FC236}">
                <a16:creationId xmlns:a16="http://schemas.microsoft.com/office/drawing/2014/main" id="{44F59A5A-411A-4ECA-8B84-3F1BBAEC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278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8" name="data_8644">
            <a:extLst xmlns:a="http://schemas.openxmlformats.org/drawingml/2006/main">
              <a:ext uri="{FF2B5EF4-FFF2-40B4-BE49-F238E27FC236}">
                <a16:creationId xmlns:a16="http://schemas.microsoft.com/office/drawing/2014/main" id="{8B783BDA-3F64-4293-B2CC-3A39D324A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636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9" name="data_8645">
            <a:extLst xmlns:a="http://schemas.openxmlformats.org/drawingml/2006/main">
              <a:ext uri="{FF2B5EF4-FFF2-40B4-BE49-F238E27FC236}">
                <a16:creationId xmlns:a16="http://schemas.microsoft.com/office/drawing/2014/main" id="{B55B92AD-4354-4840-89CA-B2C06737C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024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0" name="data_8646">
            <a:extLst xmlns:a="http://schemas.openxmlformats.org/drawingml/2006/main">
              <a:ext uri="{FF2B5EF4-FFF2-40B4-BE49-F238E27FC236}">
                <a16:creationId xmlns:a16="http://schemas.microsoft.com/office/drawing/2014/main" id="{F8E91282-3F1D-4A8E-846B-B32A57D2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547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1" name="data_8647">
            <a:extLst xmlns:a="http://schemas.openxmlformats.org/drawingml/2006/main">
              <a:ext uri="{FF2B5EF4-FFF2-40B4-BE49-F238E27FC236}">
                <a16:creationId xmlns:a16="http://schemas.microsoft.com/office/drawing/2014/main" id="{FCD1887D-BCE2-49B9-B072-E165DE18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8862" y="599910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2" name="data_8648">
            <a:extLst xmlns:a="http://schemas.openxmlformats.org/drawingml/2006/main">
              <a:ext uri="{FF2B5EF4-FFF2-40B4-BE49-F238E27FC236}">
                <a16:creationId xmlns:a16="http://schemas.microsoft.com/office/drawing/2014/main" id="{3470AAD5-F6A1-4964-A30E-E0B0ED04B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110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3" name="data_8649">
            <a:extLst xmlns:a="http://schemas.openxmlformats.org/drawingml/2006/main">
              <a:ext uri="{FF2B5EF4-FFF2-40B4-BE49-F238E27FC236}">
                <a16:creationId xmlns:a16="http://schemas.microsoft.com/office/drawing/2014/main" id="{C897ECC5-BB5F-4C8D-8B39-A324FE0A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43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4" name="data_8650">
            <a:extLst xmlns:a="http://schemas.openxmlformats.org/drawingml/2006/main">
              <a:ext uri="{FF2B5EF4-FFF2-40B4-BE49-F238E27FC236}">
                <a16:creationId xmlns:a16="http://schemas.microsoft.com/office/drawing/2014/main" id="{18540D04-9956-4D66-9E31-C0EF4EA5E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671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5" name="data_8651">
            <a:extLst xmlns:a="http://schemas.openxmlformats.org/drawingml/2006/main">
              <a:ext uri="{FF2B5EF4-FFF2-40B4-BE49-F238E27FC236}">
                <a16:creationId xmlns:a16="http://schemas.microsoft.com/office/drawing/2014/main" id="{3475B8E4-D4A4-4D8F-A42F-ABC9DA59F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811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6" name="data_8652">
            <a:extLst xmlns:a="http://schemas.openxmlformats.org/drawingml/2006/main">
              <a:ext uri="{FF2B5EF4-FFF2-40B4-BE49-F238E27FC236}">
                <a16:creationId xmlns:a16="http://schemas.microsoft.com/office/drawing/2014/main" id="{2A9B0A3C-2EA8-4BC1-9EFD-95171156B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534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7" name="data_8653">
            <a:extLst xmlns:a="http://schemas.openxmlformats.org/drawingml/2006/main">
              <a:ext uri="{FF2B5EF4-FFF2-40B4-BE49-F238E27FC236}">
                <a16:creationId xmlns:a16="http://schemas.microsoft.com/office/drawing/2014/main" id="{1DB0F6F6-4DF2-4F4A-928C-655D2CE1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92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8" name="data_8654">
            <a:extLst xmlns:a="http://schemas.openxmlformats.org/drawingml/2006/main">
              <a:ext uri="{FF2B5EF4-FFF2-40B4-BE49-F238E27FC236}">
                <a16:creationId xmlns:a16="http://schemas.microsoft.com/office/drawing/2014/main" id="{096288E4-B4C2-47EC-97F5-269E8151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670" y="54792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9" name="data_8655">
            <a:extLst xmlns:a="http://schemas.openxmlformats.org/drawingml/2006/main">
              <a:ext uri="{FF2B5EF4-FFF2-40B4-BE49-F238E27FC236}">
                <a16:creationId xmlns:a16="http://schemas.microsoft.com/office/drawing/2014/main" id="{A024886C-AE93-457A-B37F-1DA930B60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042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0" name="data_8656">
            <a:extLst xmlns:a="http://schemas.openxmlformats.org/drawingml/2006/main">
              <a:ext uri="{FF2B5EF4-FFF2-40B4-BE49-F238E27FC236}">
                <a16:creationId xmlns:a16="http://schemas.microsoft.com/office/drawing/2014/main" id="{D221C5AB-FAAA-4B71-B641-2499DFEED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41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1" name="data_8657">
            <a:extLst xmlns:a="http://schemas.openxmlformats.org/drawingml/2006/main">
              <a:ext uri="{FF2B5EF4-FFF2-40B4-BE49-F238E27FC236}">
                <a16:creationId xmlns:a16="http://schemas.microsoft.com/office/drawing/2014/main" id="{3C6165A3-2BF6-4216-BE02-D806AF2E2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602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2" name="data_8658">
            <a:extLst xmlns:a="http://schemas.openxmlformats.org/drawingml/2006/main">
              <a:ext uri="{FF2B5EF4-FFF2-40B4-BE49-F238E27FC236}">
                <a16:creationId xmlns:a16="http://schemas.microsoft.com/office/drawing/2014/main" id="{A924E542-FB55-4257-A003-2FFC23EB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00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3" name="data_8659">
            <a:extLst xmlns:a="http://schemas.openxmlformats.org/drawingml/2006/main">
              <a:ext uri="{FF2B5EF4-FFF2-40B4-BE49-F238E27FC236}">
                <a16:creationId xmlns:a16="http://schemas.microsoft.com/office/drawing/2014/main" id="{B9EF21EA-57AD-413E-A32C-6E9604599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908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4" name="data_8660">
            <a:extLst xmlns:a="http://schemas.openxmlformats.org/drawingml/2006/main">
              <a:ext uri="{FF2B5EF4-FFF2-40B4-BE49-F238E27FC236}">
                <a16:creationId xmlns:a16="http://schemas.microsoft.com/office/drawing/2014/main" id="{902BA354-FA0C-47B7-9ACE-2A8451819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527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5" name="data_8661">
            <a:extLst xmlns:a="http://schemas.openxmlformats.org/drawingml/2006/main">
              <a:ext uri="{FF2B5EF4-FFF2-40B4-BE49-F238E27FC236}">
                <a16:creationId xmlns:a16="http://schemas.microsoft.com/office/drawing/2014/main" id="{674C899F-0820-45E1-A8F9-474095F56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2378" y="690137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6" name="data_8662">
            <a:extLst xmlns:a="http://schemas.openxmlformats.org/drawingml/2006/main">
              <a:ext uri="{FF2B5EF4-FFF2-40B4-BE49-F238E27FC236}">
                <a16:creationId xmlns:a16="http://schemas.microsoft.com/office/drawing/2014/main" id="{4B360DDA-7E6F-4EBA-9B8F-3124D2C7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19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7" name="data_8663">
            <a:extLst xmlns:a="http://schemas.openxmlformats.org/drawingml/2006/main">
              <a:ext uri="{FF2B5EF4-FFF2-40B4-BE49-F238E27FC236}">
                <a16:creationId xmlns:a16="http://schemas.microsoft.com/office/drawing/2014/main" id="{57CABE95-C382-44FA-804C-9AB940D01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902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8" name="data_8664">
            <a:extLst xmlns:a="http://schemas.openxmlformats.org/drawingml/2006/main">
              <a:ext uri="{FF2B5EF4-FFF2-40B4-BE49-F238E27FC236}">
                <a16:creationId xmlns:a16="http://schemas.microsoft.com/office/drawing/2014/main" id="{B50DC77A-ECDE-4253-B237-A5DD4B780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3843" y="671099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9" name="data_8665">
            <a:extLst xmlns:a="http://schemas.openxmlformats.org/drawingml/2006/main">
              <a:ext uri="{FF2B5EF4-FFF2-40B4-BE49-F238E27FC236}">
                <a16:creationId xmlns:a16="http://schemas.microsoft.com/office/drawing/2014/main" id="{C5CCC90E-72D7-4C41-BFE9-B6AABA88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38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0" name="data_8666">
            <a:extLst xmlns:a="http://schemas.openxmlformats.org/drawingml/2006/main">
              <a:ext uri="{FF2B5EF4-FFF2-40B4-BE49-F238E27FC236}">
                <a16:creationId xmlns:a16="http://schemas.microsoft.com/office/drawing/2014/main" id="{4668BA6C-1BBF-4839-A3C9-61FCA392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23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1" name="data_8667">
            <a:extLst xmlns:a="http://schemas.openxmlformats.org/drawingml/2006/main">
              <a:ext uri="{FF2B5EF4-FFF2-40B4-BE49-F238E27FC236}">
                <a16:creationId xmlns:a16="http://schemas.microsoft.com/office/drawing/2014/main" id="{AE114EC8-0355-4965-8721-934881C7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4367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2" name="data_8668">
            <a:extLst xmlns:a="http://schemas.openxmlformats.org/drawingml/2006/main">
              <a:ext uri="{FF2B5EF4-FFF2-40B4-BE49-F238E27FC236}">
                <a16:creationId xmlns:a16="http://schemas.microsoft.com/office/drawing/2014/main" id="{3B9ACFAE-2E66-4F7B-883E-54C8B12D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358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3" name="data_8669">
            <a:extLst xmlns:a="http://schemas.openxmlformats.org/drawingml/2006/main">
              <a:ext uri="{FF2B5EF4-FFF2-40B4-BE49-F238E27FC236}">
                <a16:creationId xmlns:a16="http://schemas.microsoft.com/office/drawing/2014/main" id="{4AB6F40F-8B78-4E12-BC0B-8B019D4B3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244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4" name="data_8670">
            <a:extLst xmlns:a="http://schemas.openxmlformats.org/drawingml/2006/main">
              <a:ext uri="{FF2B5EF4-FFF2-40B4-BE49-F238E27FC236}">
                <a16:creationId xmlns:a16="http://schemas.microsoft.com/office/drawing/2014/main" id="{9B636E80-75EB-4256-9563-06BD6D483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5245" y="64395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5" name="data_8671">
            <a:extLst xmlns:a="http://schemas.openxmlformats.org/drawingml/2006/main">
              <a:ext uri="{FF2B5EF4-FFF2-40B4-BE49-F238E27FC236}">
                <a16:creationId xmlns:a16="http://schemas.microsoft.com/office/drawing/2014/main" id="{F968C267-A112-46D5-9335-3929FD78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071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6" name="data_8672">
            <a:extLst xmlns:a="http://schemas.openxmlformats.org/drawingml/2006/main">
              <a:ext uri="{FF2B5EF4-FFF2-40B4-BE49-F238E27FC236}">
                <a16:creationId xmlns:a16="http://schemas.microsoft.com/office/drawing/2014/main" id="{DAE266DE-B604-4675-825D-DD219343A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2705" y="56408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7" name="data_8673">
            <a:extLst xmlns:a="http://schemas.openxmlformats.org/drawingml/2006/main">
              <a:ext uri="{FF2B5EF4-FFF2-40B4-BE49-F238E27FC236}">
                <a16:creationId xmlns:a16="http://schemas.microsoft.com/office/drawing/2014/main" id="{9503FEEB-0A47-46EB-983F-66F6D1764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830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8" name="data_8674">
            <a:extLst xmlns:a="http://schemas.openxmlformats.org/drawingml/2006/main">
              <a:ext uri="{FF2B5EF4-FFF2-40B4-BE49-F238E27FC236}">
                <a16:creationId xmlns:a16="http://schemas.microsoft.com/office/drawing/2014/main" id="{D25290FA-9D13-4F68-98AA-8B911A36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0490" y="6577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9" name="data_8675">
            <a:extLst xmlns:a="http://schemas.openxmlformats.org/drawingml/2006/main">
              <a:ext uri="{FF2B5EF4-FFF2-40B4-BE49-F238E27FC236}">
                <a16:creationId xmlns:a16="http://schemas.microsoft.com/office/drawing/2014/main" id="{ADA9736A-395C-44F5-B78B-6F6CCEA7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495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0" name="data_8676">
            <a:extLst xmlns:a="http://schemas.openxmlformats.org/drawingml/2006/main">
              <a:ext uri="{FF2B5EF4-FFF2-40B4-BE49-F238E27FC236}">
                <a16:creationId xmlns:a16="http://schemas.microsoft.com/office/drawing/2014/main" id="{D16EFB97-4248-4FAE-BE24-8C5E3ADE3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5114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1" name="data_8677">
            <a:extLst xmlns:a="http://schemas.openxmlformats.org/drawingml/2006/main">
              <a:ext uri="{FF2B5EF4-FFF2-40B4-BE49-F238E27FC236}">
                <a16:creationId xmlns:a16="http://schemas.microsoft.com/office/drawing/2014/main" id="{5DF6AC00-1F41-4192-B802-453CA27F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602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2" name="data_8678">
            <a:extLst xmlns:a="http://schemas.openxmlformats.org/drawingml/2006/main">
              <a:ext uri="{FF2B5EF4-FFF2-40B4-BE49-F238E27FC236}">
                <a16:creationId xmlns:a16="http://schemas.microsoft.com/office/drawing/2014/main" id="{6CE72641-8243-4D07-872F-4BD3C2A53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719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3" name="data_8679">
            <a:extLst xmlns:a="http://schemas.openxmlformats.org/drawingml/2006/main">
              <a:ext uri="{FF2B5EF4-FFF2-40B4-BE49-F238E27FC236}">
                <a16:creationId xmlns:a16="http://schemas.microsoft.com/office/drawing/2014/main" id="{4AA3C95C-5B37-4214-9052-5668F9AC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873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4" name="data_8680">
            <a:extLst xmlns:a="http://schemas.openxmlformats.org/drawingml/2006/main">
              <a:ext uri="{FF2B5EF4-FFF2-40B4-BE49-F238E27FC236}">
                <a16:creationId xmlns:a16="http://schemas.microsoft.com/office/drawing/2014/main" id="{D59662AB-8E10-44E8-81E7-A31F1579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7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5" name="data_8681">
            <a:extLst xmlns:a="http://schemas.openxmlformats.org/drawingml/2006/main">
              <a:ext uri="{FF2B5EF4-FFF2-40B4-BE49-F238E27FC236}">
                <a16:creationId xmlns:a16="http://schemas.microsoft.com/office/drawing/2014/main" id="{43869033-F883-4E26-9EB3-6FC55490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3162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6" name="data_8682">
            <a:extLst xmlns:a="http://schemas.openxmlformats.org/drawingml/2006/main">
              <a:ext uri="{FF2B5EF4-FFF2-40B4-BE49-F238E27FC236}">
                <a16:creationId xmlns:a16="http://schemas.microsoft.com/office/drawing/2014/main" id="{4FC8B9F9-6615-4D8B-B768-03490D33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241" y="58669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7" name="data_8683">
            <a:extLst xmlns:a="http://schemas.openxmlformats.org/drawingml/2006/main">
              <a:ext uri="{FF2B5EF4-FFF2-40B4-BE49-F238E27FC236}">
                <a16:creationId xmlns:a16="http://schemas.microsoft.com/office/drawing/2014/main" id="{EA328A2E-F58F-42AD-9C59-0B2A72BD4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856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8" name="data_8684">
            <a:extLst xmlns:a="http://schemas.openxmlformats.org/drawingml/2006/main">
              <a:ext uri="{FF2B5EF4-FFF2-40B4-BE49-F238E27FC236}">
                <a16:creationId xmlns:a16="http://schemas.microsoft.com/office/drawing/2014/main" id="{25F7FE35-88E8-4189-B756-30A4D6612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439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9" name="data_8685">
            <a:extLst xmlns:a="http://schemas.openxmlformats.org/drawingml/2006/main">
              <a:ext uri="{FF2B5EF4-FFF2-40B4-BE49-F238E27FC236}">
                <a16:creationId xmlns:a16="http://schemas.microsoft.com/office/drawing/2014/main" id="{ED6389F1-F4B1-4D1A-B251-6928BA76E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44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0" name="data_8686">
            <a:extLst xmlns:a="http://schemas.openxmlformats.org/drawingml/2006/main">
              <a:ext uri="{FF2B5EF4-FFF2-40B4-BE49-F238E27FC236}">
                <a16:creationId xmlns:a16="http://schemas.microsoft.com/office/drawing/2014/main" id="{F5B28E64-9AA9-404E-B39D-61C09969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65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1" name="data_8687">
            <a:extLst xmlns:a="http://schemas.openxmlformats.org/drawingml/2006/main">
              <a:ext uri="{FF2B5EF4-FFF2-40B4-BE49-F238E27FC236}">
                <a16:creationId xmlns:a16="http://schemas.microsoft.com/office/drawing/2014/main" id="{FD8F4A34-66EA-45D5-BDAA-055A50D3F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765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2" name="data_8688">
            <a:extLst xmlns:a="http://schemas.openxmlformats.org/drawingml/2006/main">
              <a:ext uri="{FF2B5EF4-FFF2-40B4-BE49-F238E27FC236}">
                <a16:creationId xmlns:a16="http://schemas.microsoft.com/office/drawing/2014/main" id="{A9824E18-64F8-462F-8E00-6F09A6E9F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361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3" name="data_8689">
            <a:extLst xmlns:a="http://schemas.openxmlformats.org/drawingml/2006/main">
              <a:ext uri="{FF2B5EF4-FFF2-40B4-BE49-F238E27FC236}">
                <a16:creationId xmlns:a16="http://schemas.microsoft.com/office/drawing/2014/main" id="{2CE1D0DA-32FC-4D92-95C1-20871AB2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267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4" name="data_8690">
            <a:extLst xmlns:a="http://schemas.openxmlformats.org/drawingml/2006/main">
              <a:ext uri="{FF2B5EF4-FFF2-40B4-BE49-F238E27FC236}">
                <a16:creationId xmlns:a16="http://schemas.microsoft.com/office/drawing/2014/main" id="{A6B66B7B-8010-4E37-8531-977FEC6E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73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5" name="data_8691">
            <a:extLst xmlns:a="http://schemas.openxmlformats.org/drawingml/2006/main">
              <a:ext uri="{FF2B5EF4-FFF2-40B4-BE49-F238E27FC236}">
                <a16:creationId xmlns:a16="http://schemas.microsoft.com/office/drawing/2014/main" id="{8919FDB2-6AC9-4A75-B9A6-C146A5D7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557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6" name="data_8692">
            <a:extLst xmlns:a="http://schemas.openxmlformats.org/drawingml/2006/main">
              <a:ext uri="{FF2B5EF4-FFF2-40B4-BE49-F238E27FC236}">
                <a16:creationId xmlns:a16="http://schemas.microsoft.com/office/drawing/2014/main" id="{ECFDFC57-EC0C-48E3-ACA7-BC2537F74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355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7" name="data_8693">
            <a:extLst xmlns:a="http://schemas.openxmlformats.org/drawingml/2006/main">
              <a:ext uri="{FF2B5EF4-FFF2-40B4-BE49-F238E27FC236}">
                <a16:creationId xmlns:a16="http://schemas.microsoft.com/office/drawing/2014/main" id="{589190E1-5195-44A2-9C8B-52792E7D4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322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8" name="data_8694">
            <a:extLst xmlns:a="http://schemas.openxmlformats.org/drawingml/2006/main">
              <a:ext uri="{FF2B5EF4-FFF2-40B4-BE49-F238E27FC236}">
                <a16:creationId xmlns:a16="http://schemas.microsoft.com/office/drawing/2014/main" id="{95D34235-BE85-4FFC-9CA7-AEAFD044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2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9" name="data_8695">
            <a:extLst xmlns:a="http://schemas.openxmlformats.org/drawingml/2006/main">
              <a:ext uri="{FF2B5EF4-FFF2-40B4-BE49-F238E27FC236}">
                <a16:creationId xmlns:a16="http://schemas.microsoft.com/office/drawing/2014/main" id="{13329138-DB5D-474A-A57A-8316BF6CE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873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0" name="data_8696">
            <a:extLst xmlns:a="http://schemas.openxmlformats.org/drawingml/2006/main">
              <a:ext uri="{FF2B5EF4-FFF2-40B4-BE49-F238E27FC236}">
                <a16:creationId xmlns:a16="http://schemas.microsoft.com/office/drawing/2014/main" id="{F3BC07E0-99AF-4DA4-AEC6-6695F4CCC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7394" y="58669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1" name="data_8697">
            <a:extLst xmlns:a="http://schemas.openxmlformats.org/drawingml/2006/main">
              <a:ext uri="{FF2B5EF4-FFF2-40B4-BE49-F238E27FC236}">
                <a16:creationId xmlns:a16="http://schemas.microsoft.com/office/drawing/2014/main" id="{3E2A3155-74FF-42FB-B15E-1075496AC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413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2" name="data_8698">
            <a:extLst xmlns:a="http://schemas.openxmlformats.org/drawingml/2006/main">
              <a:ext uri="{FF2B5EF4-FFF2-40B4-BE49-F238E27FC236}">
                <a16:creationId xmlns:a16="http://schemas.microsoft.com/office/drawing/2014/main" id="{FE6E7FBC-23E2-4754-B2AD-8C290FE8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065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3" name="data_8699">
            <a:extLst xmlns:a="http://schemas.openxmlformats.org/drawingml/2006/main">
              <a:ext uri="{FF2B5EF4-FFF2-40B4-BE49-F238E27FC236}">
                <a16:creationId xmlns:a16="http://schemas.microsoft.com/office/drawing/2014/main" id="{A7AA03FC-E51F-49F9-BE27-6DAA2778C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1760" y="663695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4" name="data_8700">
            <a:extLst xmlns:a="http://schemas.openxmlformats.org/drawingml/2006/main">
              <a:ext uri="{FF2B5EF4-FFF2-40B4-BE49-F238E27FC236}">
                <a16:creationId xmlns:a16="http://schemas.microsoft.com/office/drawing/2014/main" id="{D23E70A7-4187-428A-9C82-AF667E394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9937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5" name="data_8701">
            <a:extLst xmlns:a="http://schemas.openxmlformats.org/drawingml/2006/main">
              <a:ext uri="{FF2B5EF4-FFF2-40B4-BE49-F238E27FC236}">
                <a16:creationId xmlns:a16="http://schemas.microsoft.com/office/drawing/2014/main" id="{D8F1DD86-81DB-4FDF-9B68-32211F34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02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6" name="data_8702">
            <a:extLst xmlns:a="http://schemas.openxmlformats.org/drawingml/2006/main">
              <a:ext uri="{FF2B5EF4-FFF2-40B4-BE49-F238E27FC236}">
                <a16:creationId xmlns:a16="http://schemas.microsoft.com/office/drawing/2014/main" id="{3E85A12E-3922-4E81-A298-84B494B3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27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7" name="data_8703">
            <a:extLst xmlns:a="http://schemas.openxmlformats.org/drawingml/2006/main">
              <a:ext uri="{FF2B5EF4-FFF2-40B4-BE49-F238E27FC236}">
                <a16:creationId xmlns:a16="http://schemas.microsoft.com/office/drawing/2014/main" id="{25D9AE08-088B-41B5-83C6-1F8D9D7E3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707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8" name="data_8704">
            <a:extLst xmlns:a="http://schemas.openxmlformats.org/drawingml/2006/main">
              <a:ext uri="{FF2B5EF4-FFF2-40B4-BE49-F238E27FC236}">
                <a16:creationId xmlns:a16="http://schemas.microsoft.com/office/drawing/2014/main" id="{53F822CE-40A7-444C-944B-1E2FF5BF5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654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9" name="data_8705">
            <a:extLst xmlns:a="http://schemas.openxmlformats.org/drawingml/2006/main">
              <a:ext uri="{FF2B5EF4-FFF2-40B4-BE49-F238E27FC236}">
                <a16:creationId xmlns:a16="http://schemas.microsoft.com/office/drawing/2014/main" id="{6911D211-A399-4E5F-AECD-883459ABA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5734" y="54523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0" name="data_8706">
            <a:extLst xmlns:a="http://schemas.openxmlformats.org/drawingml/2006/main">
              <a:ext uri="{FF2B5EF4-FFF2-40B4-BE49-F238E27FC236}">
                <a16:creationId xmlns:a16="http://schemas.microsoft.com/office/drawing/2014/main" id="{F9FE04A9-9C75-4A55-84ED-D049227DF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9317" y="663695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1" name="data_8707">
            <a:extLst xmlns:a="http://schemas.openxmlformats.org/drawingml/2006/main">
              <a:ext uri="{FF2B5EF4-FFF2-40B4-BE49-F238E27FC236}">
                <a16:creationId xmlns:a16="http://schemas.microsoft.com/office/drawing/2014/main" id="{DF38759D-C68C-4722-81CC-E933F948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5605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2" name="data_8708">
            <a:extLst xmlns:a="http://schemas.openxmlformats.org/drawingml/2006/main">
              <a:ext uri="{FF2B5EF4-FFF2-40B4-BE49-F238E27FC236}">
                <a16:creationId xmlns:a16="http://schemas.microsoft.com/office/drawing/2014/main" id="{002867A9-DA9E-4535-8210-67CCE9928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3355" y="53339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3" name="data_8709">
            <a:extLst xmlns:a="http://schemas.openxmlformats.org/drawingml/2006/main">
              <a:ext uri="{FF2B5EF4-FFF2-40B4-BE49-F238E27FC236}">
                <a16:creationId xmlns:a16="http://schemas.microsoft.com/office/drawing/2014/main" id="{C567C973-ED6D-48D5-A13B-543169AF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934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4" name="data_8710">
            <a:extLst xmlns:a="http://schemas.openxmlformats.org/drawingml/2006/main">
              <a:ext uri="{FF2B5EF4-FFF2-40B4-BE49-F238E27FC236}">
                <a16:creationId xmlns:a16="http://schemas.microsoft.com/office/drawing/2014/main" id="{B33CB469-313E-4D25-B0AC-9AE6FB80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355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5" name="data_8711">
            <a:extLst xmlns:a="http://schemas.openxmlformats.org/drawingml/2006/main">
              <a:ext uri="{FF2B5EF4-FFF2-40B4-BE49-F238E27FC236}">
                <a16:creationId xmlns:a16="http://schemas.microsoft.com/office/drawing/2014/main" id="{BB065D7A-6AEE-4EAF-A449-20A38F9E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37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6" name="data_8712">
            <a:extLst xmlns:a="http://schemas.openxmlformats.org/drawingml/2006/main">
              <a:ext uri="{FF2B5EF4-FFF2-40B4-BE49-F238E27FC236}">
                <a16:creationId xmlns:a16="http://schemas.microsoft.com/office/drawing/2014/main" id="{664002BC-20D0-4DB3-ACE2-94DEF4F1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472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7" name="data_8713">
            <a:extLst xmlns:a="http://schemas.openxmlformats.org/drawingml/2006/main">
              <a:ext uri="{FF2B5EF4-FFF2-40B4-BE49-F238E27FC236}">
                <a16:creationId xmlns:a16="http://schemas.microsoft.com/office/drawing/2014/main" id="{DD543AA5-98A3-4B8C-BE7D-45DFDBF57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505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8" name="data_8714">
            <a:extLst xmlns:a="http://schemas.openxmlformats.org/drawingml/2006/main">
              <a:ext uri="{FF2B5EF4-FFF2-40B4-BE49-F238E27FC236}">
                <a16:creationId xmlns:a16="http://schemas.microsoft.com/office/drawing/2014/main" id="{E879A89D-4390-4C6B-8D0C-298A8C7A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355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9" name="data_8715">
            <a:extLst xmlns:a="http://schemas.openxmlformats.org/drawingml/2006/main">
              <a:ext uri="{FF2B5EF4-FFF2-40B4-BE49-F238E27FC236}">
                <a16:creationId xmlns:a16="http://schemas.microsoft.com/office/drawing/2014/main" id="{96F3F6CD-3AB7-46FC-B7C6-CD2664E22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7657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0" name="data_8716">
            <a:extLst xmlns:a="http://schemas.openxmlformats.org/drawingml/2006/main">
              <a:ext uri="{FF2B5EF4-FFF2-40B4-BE49-F238E27FC236}">
                <a16:creationId xmlns:a16="http://schemas.microsoft.com/office/drawing/2014/main" id="{1A432CCD-B8F5-4BDC-B88C-1BB97C05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103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1" name="data_8717">
            <a:extLst xmlns:a="http://schemas.openxmlformats.org/drawingml/2006/main">
              <a:ext uri="{FF2B5EF4-FFF2-40B4-BE49-F238E27FC236}">
                <a16:creationId xmlns:a16="http://schemas.microsoft.com/office/drawing/2014/main" id="{158CE208-07E3-4BAF-A28E-2B4BE41CE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270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2" name="data_8718">
            <a:extLst xmlns:a="http://schemas.openxmlformats.org/drawingml/2006/main">
              <a:ext uri="{FF2B5EF4-FFF2-40B4-BE49-F238E27FC236}">
                <a16:creationId xmlns:a16="http://schemas.microsoft.com/office/drawing/2014/main" id="{1E3DDB4B-BAC3-4642-B1D8-C083D317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807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3" name="data_8719">
            <a:extLst xmlns:a="http://schemas.openxmlformats.org/drawingml/2006/main">
              <a:ext uri="{FF2B5EF4-FFF2-40B4-BE49-F238E27FC236}">
                <a16:creationId xmlns:a16="http://schemas.microsoft.com/office/drawing/2014/main" id="{5A5723A4-74E0-473C-87C6-AB0437906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045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4" name="data_8720">
            <a:extLst xmlns:a="http://schemas.openxmlformats.org/drawingml/2006/main">
              <a:ext uri="{FF2B5EF4-FFF2-40B4-BE49-F238E27FC236}">
                <a16:creationId xmlns:a16="http://schemas.microsoft.com/office/drawing/2014/main" id="{CC46C8DC-7773-4D34-913E-73E25D15F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624" y="659139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5" name="data_8721">
            <a:extLst xmlns:a="http://schemas.openxmlformats.org/drawingml/2006/main">
              <a:ext uri="{FF2B5EF4-FFF2-40B4-BE49-F238E27FC236}">
                <a16:creationId xmlns:a16="http://schemas.microsoft.com/office/drawing/2014/main" id="{37FA3B05-4E18-4880-997F-56640BEA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4823" y="64395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6" name="data_8722">
            <a:extLst xmlns:a="http://schemas.openxmlformats.org/drawingml/2006/main">
              <a:ext uri="{FF2B5EF4-FFF2-40B4-BE49-F238E27FC236}">
                <a16:creationId xmlns:a16="http://schemas.microsoft.com/office/drawing/2014/main" id="{0A7100E0-277F-4055-AB9E-42A64C91A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208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7" name="data_8723">
            <a:extLst xmlns:a="http://schemas.openxmlformats.org/drawingml/2006/main">
              <a:ext uri="{FF2B5EF4-FFF2-40B4-BE49-F238E27FC236}">
                <a16:creationId xmlns:a16="http://schemas.microsoft.com/office/drawing/2014/main" id="{5EB14F14-B1C5-4D8D-9B82-86F770CF6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1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8" name="data_8724">
            <a:extLst xmlns:a="http://schemas.openxmlformats.org/drawingml/2006/main">
              <a:ext uri="{FF2B5EF4-FFF2-40B4-BE49-F238E27FC236}">
                <a16:creationId xmlns:a16="http://schemas.microsoft.com/office/drawing/2014/main" id="{47997C16-25A8-4F01-9C86-E16B2995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363" y="62667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9" name="data_8725">
            <a:extLst xmlns:a="http://schemas.openxmlformats.org/drawingml/2006/main">
              <a:ext uri="{FF2B5EF4-FFF2-40B4-BE49-F238E27FC236}">
                <a16:creationId xmlns:a16="http://schemas.microsoft.com/office/drawing/2014/main" id="{03C5E4CD-0768-4186-8A64-050DCF96B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80" y="64254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0" name="data_8726">
            <a:extLst xmlns:a="http://schemas.openxmlformats.org/drawingml/2006/main">
              <a:ext uri="{FF2B5EF4-FFF2-40B4-BE49-F238E27FC236}">
                <a16:creationId xmlns:a16="http://schemas.microsoft.com/office/drawing/2014/main" id="{FF43F354-EAC6-4877-97BE-2D1714AF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582" y="54523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1" name="data_8727">
            <a:extLst xmlns:a="http://schemas.openxmlformats.org/drawingml/2006/main">
              <a:ext uri="{FF2B5EF4-FFF2-40B4-BE49-F238E27FC236}">
                <a16:creationId xmlns:a16="http://schemas.microsoft.com/office/drawing/2014/main" id="{7C8D34D5-0C4C-4429-A88F-5C526432A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605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2" name="data_8728">
            <a:extLst xmlns:a="http://schemas.openxmlformats.org/drawingml/2006/main">
              <a:ext uri="{FF2B5EF4-FFF2-40B4-BE49-F238E27FC236}">
                <a16:creationId xmlns:a16="http://schemas.microsoft.com/office/drawing/2014/main" id="{267AE219-CBFD-4FD7-85BE-35A22BB7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878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3" name="data_8729">
            <a:extLst xmlns:a="http://schemas.openxmlformats.org/drawingml/2006/main">
              <a:ext uri="{FF2B5EF4-FFF2-40B4-BE49-F238E27FC236}">
                <a16:creationId xmlns:a16="http://schemas.microsoft.com/office/drawing/2014/main" id="{602C7BC9-012A-4C40-940A-30BA3542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378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4" name="data_8730">
            <a:extLst xmlns:a="http://schemas.openxmlformats.org/drawingml/2006/main">
              <a:ext uri="{FF2B5EF4-FFF2-40B4-BE49-F238E27FC236}">
                <a16:creationId xmlns:a16="http://schemas.microsoft.com/office/drawing/2014/main" id="{27F81DF0-472C-44C2-A42D-794B8C763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954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5" name="data_8731">
            <a:extLst xmlns:a="http://schemas.openxmlformats.org/drawingml/2006/main">
              <a:ext uri="{FF2B5EF4-FFF2-40B4-BE49-F238E27FC236}">
                <a16:creationId xmlns:a16="http://schemas.microsoft.com/office/drawing/2014/main" id="{EBFF4E5D-696B-47E8-8446-6582B29E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573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6" name="data_8732">
            <a:extLst xmlns:a="http://schemas.openxmlformats.org/drawingml/2006/main">
              <a:ext uri="{FF2B5EF4-FFF2-40B4-BE49-F238E27FC236}">
                <a16:creationId xmlns:a16="http://schemas.microsoft.com/office/drawing/2014/main" id="{2D81A410-06B8-4E3A-A9C8-5A6A499D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606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7" name="data_8733">
            <a:extLst xmlns:a="http://schemas.openxmlformats.org/drawingml/2006/main">
              <a:ext uri="{FF2B5EF4-FFF2-40B4-BE49-F238E27FC236}">
                <a16:creationId xmlns:a16="http://schemas.microsoft.com/office/drawing/2014/main" id="{3EF38F4A-5E55-40FC-B5FD-01C8AE37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618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8" name="data_8734">
            <a:extLst xmlns:a="http://schemas.openxmlformats.org/drawingml/2006/main">
              <a:ext uri="{FF2B5EF4-FFF2-40B4-BE49-F238E27FC236}">
                <a16:creationId xmlns:a16="http://schemas.microsoft.com/office/drawing/2014/main" id="{2A59BEE1-9D69-4AC4-A376-4B8825938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882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9" name="data_8735">
            <a:extLst xmlns:a="http://schemas.openxmlformats.org/drawingml/2006/main">
              <a:ext uri="{FF2B5EF4-FFF2-40B4-BE49-F238E27FC236}">
                <a16:creationId xmlns:a16="http://schemas.microsoft.com/office/drawing/2014/main" id="{D5562896-0463-4B07-B330-4E6CBA89B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36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0" name="data_8736">
            <a:extLst xmlns:a="http://schemas.openxmlformats.org/drawingml/2006/main">
              <a:ext uri="{FF2B5EF4-FFF2-40B4-BE49-F238E27FC236}">
                <a16:creationId xmlns:a16="http://schemas.microsoft.com/office/drawing/2014/main" id="{CAD0FBF6-A4E0-44FF-8B4C-DD7380434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420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1" name="data_8737">
            <a:extLst xmlns:a="http://schemas.openxmlformats.org/drawingml/2006/main">
              <a:ext uri="{FF2B5EF4-FFF2-40B4-BE49-F238E27FC236}">
                <a16:creationId xmlns:a16="http://schemas.microsoft.com/office/drawing/2014/main" id="{18DE9448-B6C6-4004-9AD3-A5BF5D180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430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2" name="data_8738">
            <a:extLst xmlns:a="http://schemas.openxmlformats.org/drawingml/2006/main">
              <a:ext uri="{FF2B5EF4-FFF2-40B4-BE49-F238E27FC236}">
                <a16:creationId xmlns:a16="http://schemas.microsoft.com/office/drawing/2014/main" id="{D11BD0D1-40FB-4F91-B5B2-057DEBFD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8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3" name="data_8739">
            <a:extLst xmlns:a="http://schemas.openxmlformats.org/drawingml/2006/main">
              <a:ext uri="{FF2B5EF4-FFF2-40B4-BE49-F238E27FC236}">
                <a16:creationId xmlns:a16="http://schemas.microsoft.com/office/drawing/2014/main" id="{F67DD544-9FA7-47C6-B9E7-72978A37C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175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4" name="data_8740">
            <a:extLst xmlns:a="http://schemas.openxmlformats.org/drawingml/2006/main">
              <a:ext uri="{FF2B5EF4-FFF2-40B4-BE49-F238E27FC236}">
                <a16:creationId xmlns:a16="http://schemas.microsoft.com/office/drawing/2014/main" id="{0EF5C710-3A81-4908-99FD-EEFB3D7CB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50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5" name="data_8741">
            <a:extLst xmlns:a="http://schemas.openxmlformats.org/drawingml/2006/main">
              <a:ext uri="{FF2B5EF4-FFF2-40B4-BE49-F238E27FC236}">
                <a16:creationId xmlns:a16="http://schemas.microsoft.com/office/drawing/2014/main" id="{2AD2927C-5313-4C03-B48B-5AAEDA739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1890" y="568017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6" name="data_8742">
            <a:extLst xmlns:a="http://schemas.openxmlformats.org/drawingml/2006/main">
              <a:ext uri="{FF2B5EF4-FFF2-40B4-BE49-F238E27FC236}">
                <a16:creationId xmlns:a16="http://schemas.microsoft.com/office/drawing/2014/main" id="{CE1A4830-A0DE-45BA-A1D7-5951C9E3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113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7" name="data_8743">
            <a:extLst xmlns:a="http://schemas.openxmlformats.org/drawingml/2006/main">
              <a:ext uri="{FF2B5EF4-FFF2-40B4-BE49-F238E27FC236}">
                <a16:creationId xmlns:a16="http://schemas.microsoft.com/office/drawing/2014/main" id="{2BE8885E-DE2A-414C-9CDA-20BB81522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146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8" name="data_8744">
            <a:extLst xmlns:a="http://schemas.openxmlformats.org/drawingml/2006/main">
              <a:ext uri="{FF2B5EF4-FFF2-40B4-BE49-F238E27FC236}">
                <a16:creationId xmlns:a16="http://schemas.microsoft.com/office/drawing/2014/main" id="{20B070A3-E3D1-46FE-A932-C575C8D14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973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9" name="data_8745">
            <a:extLst xmlns:a="http://schemas.openxmlformats.org/drawingml/2006/main">
              <a:ext uri="{FF2B5EF4-FFF2-40B4-BE49-F238E27FC236}">
                <a16:creationId xmlns:a16="http://schemas.microsoft.com/office/drawing/2014/main" id="{3CF36172-D265-4C75-AB50-66809DC9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114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0" name="data_8746">
            <a:extLst xmlns:a="http://schemas.openxmlformats.org/drawingml/2006/main">
              <a:ext uri="{FF2B5EF4-FFF2-40B4-BE49-F238E27FC236}">
                <a16:creationId xmlns:a16="http://schemas.microsoft.com/office/drawing/2014/main" id="{B6C9076B-F293-4EE7-B93C-26A8BF4F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37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1" name="data_8747">
            <a:extLst xmlns:a="http://schemas.openxmlformats.org/drawingml/2006/main">
              <a:ext uri="{FF2B5EF4-FFF2-40B4-BE49-F238E27FC236}">
                <a16:creationId xmlns:a16="http://schemas.microsoft.com/office/drawing/2014/main" id="{7569D0E9-B0EF-4D76-8545-D63C047C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195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2" name="data_8748">
            <a:extLst xmlns:a="http://schemas.openxmlformats.org/drawingml/2006/main">
              <a:ext uri="{FF2B5EF4-FFF2-40B4-BE49-F238E27FC236}">
                <a16:creationId xmlns:a16="http://schemas.microsoft.com/office/drawing/2014/main" id="{5F3DA2DA-79DB-47B7-A987-07853AA73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5698" y="54792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3" name="data_8749">
            <a:extLst xmlns:a="http://schemas.openxmlformats.org/drawingml/2006/main">
              <a:ext uri="{FF2B5EF4-FFF2-40B4-BE49-F238E27FC236}">
                <a16:creationId xmlns:a16="http://schemas.microsoft.com/office/drawing/2014/main" id="{974C16A6-485B-4B51-B8DC-CFEE9CDC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345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4" name="data_8750">
            <a:extLst xmlns:a="http://schemas.openxmlformats.org/drawingml/2006/main">
              <a:ext uri="{FF2B5EF4-FFF2-40B4-BE49-F238E27FC236}">
                <a16:creationId xmlns:a16="http://schemas.microsoft.com/office/drawing/2014/main" id="{3B0015E8-547F-41E5-937B-67DC35F6F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5437" y="685907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5" name="data_8751">
            <a:extLst xmlns:a="http://schemas.openxmlformats.org/drawingml/2006/main">
              <a:ext uri="{FF2B5EF4-FFF2-40B4-BE49-F238E27FC236}">
                <a16:creationId xmlns:a16="http://schemas.microsoft.com/office/drawing/2014/main" id="{BA57B2D3-415C-45D5-B3A8-2705D1F34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905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6" name="data_8752">
            <a:extLst xmlns:a="http://schemas.openxmlformats.org/drawingml/2006/main">
              <a:ext uri="{FF2B5EF4-FFF2-40B4-BE49-F238E27FC236}">
                <a16:creationId xmlns:a16="http://schemas.microsoft.com/office/drawing/2014/main" id="{7C5C7940-F9DB-4B5C-8FFE-9E23EE53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302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7" name="data_8753">
            <a:extLst xmlns:a="http://schemas.openxmlformats.org/drawingml/2006/main">
              <a:ext uri="{FF2B5EF4-FFF2-40B4-BE49-F238E27FC236}">
                <a16:creationId xmlns:a16="http://schemas.microsoft.com/office/drawing/2014/main" id="{51646144-D21B-4E03-B93C-FE06B5EC3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11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8" name="data_8754">
            <a:extLst xmlns:a="http://schemas.openxmlformats.org/drawingml/2006/main">
              <a:ext uri="{FF2B5EF4-FFF2-40B4-BE49-F238E27FC236}">
                <a16:creationId xmlns:a16="http://schemas.microsoft.com/office/drawing/2014/main" id="{40D67EF3-3619-4A11-9B54-CC4B2EDE6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30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9" name="data_8755">
            <a:extLst xmlns:a="http://schemas.openxmlformats.org/drawingml/2006/main">
              <a:ext uri="{FF2B5EF4-FFF2-40B4-BE49-F238E27FC236}">
                <a16:creationId xmlns:a16="http://schemas.microsoft.com/office/drawing/2014/main" id="{4DD4B746-F1FE-4EDC-A4BF-187AD5CB7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406" y="690137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0" name="data_8756">
            <a:extLst xmlns:a="http://schemas.openxmlformats.org/drawingml/2006/main">
              <a:ext uri="{FF2B5EF4-FFF2-40B4-BE49-F238E27FC236}">
                <a16:creationId xmlns:a16="http://schemas.microsoft.com/office/drawing/2014/main" id="{2E26CEF7-E5D3-4C34-BAF0-F235E43B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5047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1" name="data_8757">
            <a:extLst xmlns:a="http://schemas.openxmlformats.org/drawingml/2006/main">
              <a:ext uri="{FF2B5EF4-FFF2-40B4-BE49-F238E27FC236}">
                <a16:creationId xmlns:a16="http://schemas.microsoft.com/office/drawing/2014/main" id="{417883A6-C267-44D5-AC13-0602435B7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05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2" name="data_8758">
            <a:extLst xmlns:a="http://schemas.openxmlformats.org/drawingml/2006/main">
              <a:ext uri="{FF2B5EF4-FFF2-40B4-BE49-F238E27FC236}">
                <a16:creationId xmlns:a16="http://schemas.microsoft.com/office/drawing/2014/main" id="{7F5F2BB6-1B8F-40BF-8F8E-487CB6DB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6871" y="671099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3" name="data_8759">
            <a:extLst xmlns:a="http://schemas.openxmlformats.org/drawingml/2006/main">
              <a:ext uri="{FF2B5EF4-FFF2-40B4-BE49-F238E27FC236}">
                <a16:creationId xmlns:a16="http://schemas.microsoft.com/office/drawing/2014/main" id="{CDCDCDDC-6690-455E-9A8A-4A05DDA3F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41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4" name="data_8760">
            <a:extLst xmlns:a="http://schemas.openxmlformats.org/drawingml/2006/main">
              <a:ext uri="{FF2B5EF4-FFF2-40B4-BE49-F238E27FC236}">
                <a16:creationId xmlns:a16="http://schemas.microsoft.com/office/drawing/2014/main" id="{574A4DE1-A9BD-436A-9350-BE6E24DD7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025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5" name="data_8761">
            <a:extLst xmlns:a="http://schemas.openxmlformats.org/drawingml/2006/main">
              <a:ext uri="{FF2B5EF4-FFF2-40B4-BE49-F238E27FC236}">
                <a16:creationId xmlns:a16="http://schemas.microsoft.com/office/drawing/2014/main" id="{BC2DC962-208C-46E6-A5DF-5DD3BCD1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7395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6" name="data_8762">
            <a:extLst xmlns:a="http://schemas.openxmlformats.org/drawingml/2006/main">
              <a:ext uri="{FF2B5EF4-FFF2-40B4-BE49-F238E27FC236}">
                <a16:creationId xmlns:a16="http://schemas.microsoft.com/office/drawing/2014/main" id="{A95501A5-08BD-42F6-846F-A70E0D43C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661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7" name="data_8763">
            <a:extLst xmlns:a="http://schemas.openxmlformats.org/drawingml/2006/main">
              <a:ext uri="{FF2B5EF4-FFF2-40B4-BE49-F238E27FC236}">
                <a16:creationId xmlns:a16="http://schemas.microsoft.com/office/drawing/2014/main" id="{C8239336-48D9-4BFA-8945-C5AC40F68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47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8" name="data_8764">
            <a:extLst xmlns:a="http://schemas.openxmlformats.org/drawingml/2006/main">
              <a:ext uri="{FF2B5EF4-FFF2-40B4-BE49-F238E27FC236}">
                <a16:creationId xmlns:a16="http://schemas.microsoft.com/office/drawing/2014/main" id="{9630E65F-F08B-4AC0-A2AE-A7DD273C8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8272" y="64395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9" name="data_8765">
            <a:extLst xmlns:a="http://schemas.openxmlformats.org/drawingml/2006/main">
              <a:ext uri="{FF2B5EF4-FFF2-40B4-BE49-F238E27FC236}">
                <a16:creationId xmlns:a16="http://schemas.microsoft.com/office/drawing/2014/main" id="{AA23F6AD-2D1B-4A10-81C2-C5FB5D11E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0098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0" name="data_8766">
            <a:extLst xmlns:a="http://schemas.openxmlformats.org/drawingml/2006/main">
              <a:ext uri="{FF2B5EF4-FFF2-40B4-BE49-F238E27FC236}">
                <a16:creationId xmlns:a16="http://schemas.microsoft.com/office/drawing/2014/main" id="{2FB43F4F-BF4F-4062-A3DB-39F12857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73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1" name="data_8767">
            <a:extLst xmlns:a="http://schemas.openxmlformats.org/drawingml/2006/main">
              <a:ext uri="{FF2B5EF4-FFF2-40B4-BE49-F238E27FC236}">
                <a16:creationId xmlns:a16="http://schemas.microsoft.com/office/drawing/2014/main" id="{2DADB72F-0E64-4039-951F-418353E6D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33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2" name="data_8768">
            <a:extLst xmlns:a="http://schemas.openxmlformats.org/drawingml/2006/main">
              <a:ext uri="{FF2B5EF4-FFF2-40B4-BE49-F238E27FC236}">
                <a16:creationId xmlns:a16="http://schemas.microsoft.com/office/drawing/2014/main" id="{AA31D0D9-C97E-4A26-B090-ADEA2F38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3518" y="6577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3" name="data_8769">
            <a:extLst xmlns:a="http://schemas.openxmlformats.org/drawingml/2006/main">
              <a:ext uri="{FF2B5EF4-FFF2-40B4-BE49-F238E27FC236}">
                <a16:creationId xmlns:a16="http://schemas.microsoft.com/office/drawing/2014/main" id="{959886F2-97DD-4209-8504-CD884684C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97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4" name="data_8770">
            <a:extLst xmlns:a="http://schemas.openxmlformats.org/drawingml/2006/main">
              <a:ext uri="{FF2B5EF4-FFF2-40B4-BE49-F238E27FC236}">
                <a16:creationId xmlns:a16="http://schemas.microsoft.com/office/drawing/2014/main" id="{5B7FD21D-E562-4B09-9769-0BDEBE30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8142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5" name="data_8771">
            <a:extLst xmlns:a="http://schemas.openxmlformats.org/drawingml/2006/main">
              <a:ext uri="{FF2B5EF4-FFF2-40B4-BE49-F238E27FC236}">
                <a16:creationId xmlns:a16="http://schemas.microsoft.com/office/drawing/2014/main" id="{50A6CA91-F76D-4D5C-9D61-44644B29D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05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6" name="data_8772">
            <a:extLst xmlns:a="http://schemas.openxmlformats.org/drawingml/2006/main">
              <a:ext uri="{FF2B5EF4-FFF2-40B4-BE49-F238E27FC236}">
                <a16:creationId xmlns:a16="http://schemas.microsoft.com/office/drawing/2014/main" id="{9524A0E0-FCC7-4704-BCA6-CE640F18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22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7" name="data_8773">
            <a:extLst xmlns:a="http://schemas.openxmlformats.org/drawingml/2006/main">
              <a:ext uri="{FF2B5EF4-FFF2-40B4-BE49-F238E27FC236}">
                <a16:creationId xmlns:a16="http://schemas.microsoft.com/office/drawing/2014/main" id="{F67D5C15-A840-4D11-88CB-77320AA1E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17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8" name="data_8774">
            <a:extLst xmlns:a="http://schemas.openxmlformats.org/drawingml/2006/main">
              <a:ext uri="{FF2B5EF4-FFF2-40B4-BE49-F238E27FC236}">
                <a16:creationId xmlns:a16="http://schemas.microsoft.com/office/drawing/2014/main" id="{0E21F5F7-AFEB-426D-900E-66DBAE76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80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9" name="data_8775">
            <a:extLst xmlns:a="http://schemas.openxmlformats.org/drawingml/2006/main">
              <a:ext uri="{FF2B5EF4-FFF2-40B4-BE49-F238E27FC236}">
                <a16:creationId xmlns:a16="http://schemas.microsoft.com/office/drawing/2014/main" id="{4BC358A9-DF8F-4487-8CD9-1FAF3391D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6189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0" name="data_8776">
            <a:extLst xmlns:a="http://schemas.openxmlformats.org/drawingml/2006/main">
              <a:ext uri="{FF2B5EF4-FFF2-40B4-BE49-F238E27FC236}">
                <a16:creationId xmlns:a16="http://schemas.microsoft.com/office/drawing/2014/main" id="{8D574547-73FF-440D-9B34-CFAF7533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1269" y="58669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1" name="data_8777">
            <a:extLst xmlns:a="http://schemas.openxmlformats.org/drawingml/2006/main">
              <a:ext uri="{FF2B5EF4-FFF2-40B4-BE49-F238E27FC236}">
                <a16:creationId xmlns:a16="http://schemas.microsoft.com/office/drawing/2014/main" id="{9201525E-6C75-47D1-AF7A-C9EB0C14D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59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2" name="data_8778">
            <a:extLst xmlns:a="http://schemas.openxmlformats.org/drawingml/2006/main">
              <a:ext uri="{FF2B5EF4-FFF2-40B4-BE49-F238E27FC236}">
                <a16:creationId xmlns:a16="http://schemas.microsoft.com/office/drawing/2014/main" id="{C903C649-0F60-46D4-BA83-458906DFA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742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3" name="data_8779">
            <a:extLst xmlns:a="http://schemas.openxmlformats.org/drawingml/2006/main">
              <a:ext uri="{FF2B5EF4-FFF2-40B4-BE49-F238E27FC236}">
                <a16:creationId xmlns:a16="http://schemas.microsoft.com/office/drawing/2014/main" id="{A8CDFE2C-F83D-46D5-9324-BE69B50D0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47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4" name="data_8780">
            <a:extLst xmlns:a="http://schemas.openxmlformats.org/drawingml/2006/main">
              <a:ext uri="{FF2B5EF4-FFF2-40B4-BE49-F238E27FC236}">
                <a16:creationId xmlns:a16="http://schemas.microsoft.com/office/drawing/2014/main" id="{83602B2F-2997-480C-BCD3-DCFC81AE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367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5" name="data_8781">
            <a:extLst xmlns:a="http://schemas.openxmlformats.org/drawingml/2006/main">
              <a:ext uri="{FF2B5EF4-FFF2-40B4-BE49-F238E27FC236}">
                <a16:creationId xmlns:a16="http://schemas.microsoft.com/office/drawing/2014/main" id="{66180E60-ACDC-4BA0-A7D9-8A21077D9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68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6" name="data_8782">
            <a:extLst xmlns:a="http://schemas.openxmlformats.org/drawingml/2006/main">
              <a:ext uri="{FF2B5EF4-FFF2-40B4-BE49-F238E27FC236}">
                <a16:creationId xmlns:a16="http://schemas.microsoft.com/office/drawing/2014/main" id="{B2651906-BC3E-4048-A6DC-E106848F0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664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7" name="data_8783">
            <a:extLst xmlns:a="http://schemas.openxmlformats.org/drawingml/2006/main">
              <a:ext uri="{FF2B5EF4-FFF2-40B4-BE49-F238E27FC236}">
                <a16:creationId xmlns:a16="http://schemas.microsoft.com/office/drawing/2014/main" id="{792FFFBA-0EBE-431A-812F-CE8C2343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70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8" name="data_8784">
            <a:extLst xmlns:a="http://schemas.openxmlformats.org/drawingml/2006/main">
              <a:ext uri="{FF2B5EF4-FFF2-40B4-BE49-F238E27FC236}">
                <a16:creationId xmlns:a16="http://schemas.microsoft.com/office/drawing/2014/main" id="{3086C8E7-4FDC-4D0A-9008-875395153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576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9" name="data_8785">
            <a:extLst xmlns:a="http://schemas.openxmlformats.org/drawingml/2006/main">
              <a:ext uri="{FF2B5EF4-FFF2-40B4-BE49-F238E27FC236}">
                <a16:creationId xmlns:a16="http://schemas.microsoft.com/office/drawing/2014/main" id="{FEE6850B-31DA-4F3C-B314-E64940DA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859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0" name="data_8786">
            <a:extLst xmlns:a="http://schemas.openxmlformats.org/drawingml/2006/main">
              <a:ext uri="{FF2B5EF4-FFF2-40B4-BE49-F238E27FC236}">
                <a16:creationId xmlns:a16="http://schemas.microsoft.com/office/drawing/2014/main" id="{BE401568-2637-47B6-8402-85960F19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657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1" name="data_8787">
            <a:extLst xmlns:a="http://schemas.openxmlformats.org/drawingml/2006/main">
              <a:ext uri="{FF2B5EF4-FFF2-40B4-BE49-F238E27FC236}">
                <a16:creationId xmlns:a16="http://schemas.microsoft.com/office/drawing/2014/main" id="{ECBB59CC-AAF0-40B4-8DE7-90437E49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349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2" name="data_8788">
            <a:extLst xmlns:a="http://schemas.openxmlformats.org/drawingml/2006/main">
              <a:ext uri="{FF2B5EF4-FFF2-40B4-BE49-F238E27FC236}">
                <a16:creationId xmlns:a16="http://schemas.microsoft.com/office/drawing/2014/main" id="{7435DC3D-34E2-4853-9A38-2EA713B4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205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3" name="data_8789">
            <a:extLst xmlns:a="http://schemas.openxmlformats.org/drawingml/2006/main">
              <a:ext uri="{FF2B5EF4-FFF2-40B4-BE49-F238E27FC236}">
                <a16:creationId xmlns:a16="http://schemas.microsoft.com/office/drawing/2014/main" id="{8080FA92-6919-49E8-9B62-5BD0A8B4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17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4" name="data_8790">
            <a:extLst xmlns:a="http://schemas.openxmlformats.org/drawingml/2006/main">
              <a:ext uri="{FF2B5EF4-FFF2-40B4-BE49-F238E27FC236}">
                <a16:creationId xmlns:a16="http://schemas.microsoft.com/office/drawing/2014/main" id="{F3210F28-7AC2-4297-B930-5380A7DC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042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5" name="data_8791">
            <a:extLst xmlns:a="http://schemas.openxmlformats.org/drawingml/2006/main">
              <a:ext uri="{FF2B5EF4-FFF2-40B4-BE49-F238E27FC236}">
                <a16:creationId xmlns:a16="http://schemas.microsoft.com/office/drawing/2014/main" id="{D75E3316-509C-4FBB-AA0B-C5D4E169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716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6" name="data_8792">
            <a:extLst xmlns:a="http://schemas.openxmlformats.org/drawingml/2006/main">
              <a:ext uri="{FF2B5EF4-FFF2-40B4-BE49-F238E27FC236}">
                <a16:creationId xmlns:a16="http://schemas.microsoft.com/office/drawing/2014/main" id="{C3798052-7DA5-47E9-8486-DDAE4B4CC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68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7" name="data_8793">
            <a:extLst xmlns:a="http://schemas.openxmlformats.org/drawingml/2006/main">
              <a:ext uri="{FF2B5EF4-FFF2-40B4-BE49-F238E27FC236}">
                <a16:creationId xmlns:a16="http://schemas.microsoft.com/office/drawing/2014/main" id="{86C2808D-CA43-4250-A4C5-0D28C1F89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788" y="663695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8" name="data_8794">
            <a:extLst xmlns:a="http://schemas.openxmlformats.org/drawingml/2006/main">
              <a:ext uri="{FF2B5EF4-FFF2-40B4-BE49-F238E27FC236}">
                <a16:creationId xmlns:a16="http://schemas.microsoft.com/office/drawing/2014/main" id="{1C60A387-5B39-40CA-B3E2-3274120E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65" y="54227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9" name="data_8795">
            <a:extLst xmlns:a="http://schemas.openxmlformats.org/drawingml/2006/main">
              <a:ext uri="{FF2B5EF4-FFF2-40B4-BE49-F238E27FC236}">
                <a16:creationId xmlns:a16="http://schemas.microsoft.com/office/drawing/2014/main" id="{E3327E86-3ACB-4E86-ADF2-E767E68A1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205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0" name="data_8796">
            <a:extLst xmlns:a="http://schemas.openxmlformats.org/drawingml/2006/main">
              <a:ext uri="{FF2B5EF4-FFF2-40B4-BE49-F238E27FC236}">
                <a16:creationId xmlns:a16="http://schemas.microsoft.com/office/drawing/2014/main" id="{A1DB0F6F-C815-44EC-ACFE-F94DE708E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573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1" name="data_8797">
            <a:extLst xmlns:a="http://schemas.openxmlformats.org/drawingml/2006/main">
              <a:ext uri="{FF2B5EF4-FFF2-40B4-BE49-F238E27FC236}">
                <a16:creationId xmlns:a16="http://schemas.microsoft.com/office/drawing/2014/main" id="{3813F820-40D3-4CCB-B4F8-52F04B929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9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2" name="data_8798">
            <a:extLst xmlns:a="http://schemas.openxmlformats.org/drawingml/2006/main">
              <a:ext uri="{FF2B5EF4-FFF2-40B4-BE49-F238E27FC236}">
                <a16:creationId xmlns:a16="http://schemas.microsoft.com/office/drawing/2014/main" id="{B2EFA39D-2D9F-4D88-BEDD-F6C356533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957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3" name="data_8799">
            <a:extLst xmlns:a="http://schemas.openxmlformats.org/drawingml/2006/main">
              <a:ext uri="{FF2B5EF4-FFF2-40B4-BE49-F238E27FC236}">
                <a16:creationId xmlns:a16="http://schemas.microsoft.com/office/drawing/2014/main" id="{334F0BBB-AF8C-4EB1-9210-AE40846D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876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4" name="data_8800">
            <a:extLst xmlns:a="http://schemas.openxmlformats.org/drawingml/2006/main">
              <a:ext uri="{FF2B5EF4-FFF2-40B4-BE49-F238E27FC236}">
                <a16:creationId xmlns:a16="http://schemas.microsoft.com/office/drawing/2014/main" id="{A63D570D-05C1-40DD-A750-8C77FCBD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2344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5" name="data_8801">
            <a:extLst xmlns:a="http://schemas.openxmlformats.org/drawingml/2006/main">
              <a:ext uri="{FF2B5EF4-FFF2-40B4-BE49-F238E27FC236}">
                <a16:creationId xmlns:a16="http://schemas.microsoft.com/office/drawing/2014/main" id="{EFA57BF7-051A-4DE1-9F4F-65192FF0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632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6" name="data_8802">
            <a:extLst xmlns:a="http://schemas.openxmlformats.org/drawingml/2006/main">
              <a:ext uri="{FF2B5EF4-FFF2-40B4-BE49-F238E27FC236}">
                <a16:creationId xmlns:a16="http://schemas.microsoft.com/office/drawing/2014/main" id="{613EA727-39CB-4FD8-9A6D-EDAC21E5A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638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7" name="data_8803">
            <a:extLst xmlns:a="http://schemas.openxmlformats.org/drawingml/2006/main">
              <a:ext uri="{FF2B5EF4-FFF2-40B4-BE49-F238E27FC236}">
                <a16:creationId xmlns:a16="http://schemas.microsoft.com/office/drawing/2014/main" id="{B20121F2-36B0-4D53-8EF3-9F6A7A84B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237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8" name="data_8804">
            <a:extLst xmlns:a="http://schemas.openxmlformats.org/drawingml/2006/main">
              <a:ext uri="{FF2B5EF4-FFF2-40B4-BE49-F238E27FC236}">
                <a16:creationId xmlns:a16="http://schemas.microsoft.com/office/drawing/2014/main" id="{C07DEAFA-F83D-443C-8281-879F9E249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657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9" name="data_8805">
            <a:extLst xmlns:a="http://schemas.openxmlformats.org/drawingml/2006/main">
              <a:ext uri="{FF2B5EF4-FFF2-40B4-BE49-F238E27FC236}">
                <a16:creationId xmlns:a16="http://schemas.microsoft.com/office/drawing/2014/main" id="{968EE548-DFF6-4BF0-B84A-BFACA63D0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40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0" name="data_8806">
            <a:extLst xmlns:a="http://schemas.openxmlformats.org/drawingml/2006/main">
              <a:ext uri="{FF2B5EF4-FFF2-40B4-BE49-F238E27FC236}">
                <a16:creationId xmlns:a16="http://schemas.microsoft.com/office/drawing/2014/main" id="{1F06BDEE-1DD0-447B-B70C-674FE3929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75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1" name="data_8807">
            <a:extLst xmlns:a="http://schemas.openxmlformats.org/drawingml/2006/main">
              <a:ext uri="{FF2B5EF4-FFF2-40B4-BE49-F238E27FC236}">
                <a16:creationId xmlns:a16="http://schemas.microsoft.com/office/drawing/2014/main" id="{63768668-4DF2-4657-9BE9-EAC1FD76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8078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2" name="data_8808">
            <a:extLst xmlns:a="http://schemas.openxmlformats.org/drawingml/2006/main">
              <a:ext uri="{FF2B5EF4-FFF2-40B4-BE49-F238E27FC236}">
                <a16:creationId xmlns:a16="http://schemas.microsoft.com/office/drawing/2014/main" id="{F6E4B11A-A50C-4B3B-B497-1215BA154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657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3" name="data_8809">
            <a:extLst xmlns:a="http://schemas.openxmlformats.org/drawingml/2006/main">
              <a:ext uri="{FF2B5EF4-FFF2-40B4-BE49-F238E27FC236}">
                <a16:creationId xmlns:a16="http://schemas.microsoft.com/office/drawing/2014/main" id="{38B097A6-B4BD-4935-9C5A-12E23A886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684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4" name="data_8810">
            <a:extLst xmlns:a="http://schemas.openxmlformats.org/drawingml/2006/main">
              <a:ext uri="{FF2B5EF4-FFF2-40B4-BE49-F238E27FC236}">
                <a16:creationId xmlns:a16="http://schemas.microsoft.com/office/drawing/2014/main" id="{AE12532F-4AE7-4466-8EA0-E99FDC78A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30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5" name="data_8811">
            <a:extLst xmlns:a="http://schemas.openxmlformats.org/drawingml/2006/main">
              <a:ext uri="{FF2B5EF4-FFF2-40B4-BE49-F238E27FC236}">
                <a16:creationId xmlns:a16="http://schemas.microsoft.com/office/drawing/2014/main" id="{16065C08-38C7-44FA-A8F1-8F892948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573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6" name="data_8812">
            <a:extLst xmlns:a="http://schemas.openxmlformats.org/drawingml/2006/main">
              <a:ext uri="{FF2B5EF4-FFF2-40B4-BE49-F238E27FC236}">
                <a16:creationId xmlns:a16="http://schemas.microsoft.com/office/drawing/2014/main" id="{18FADE0F-1CFB-4F70-B9E0-CF52526F3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110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7" name="data_8813">
            <a:extLst xmlns:a="http://schemas.openxmlformats.org/drawingml/2006/main">
              <a:ext uri="{FF2B5EF4-FFF2-40B4-BE49-F238E27FC236}">
                <a16:creationId xmlns:a16="http://schemas.microsoft.com/office/drawing/2014/main" id="{B5FD40CB-1F72-4ABB-BEC5-68A4A0853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348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8" name="data_8814">
            <a:extLst xmlns:a="http://schemas.openxmlformats.org/drawingml/2006/main">
              <a:ext uri="{FF2B5EF4-FFF2-40B4-BE49-F238E27FC236}">
                <a16:creationId xmlns:a16="http://schemas.microsoft.com/office/drawing/2014/main" id="{980DBFEE-0672-4B20-B3B0-DAB872B3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651" y="65230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9" name="data_8815">
            <a:extLst xmlns:a="http://schemas.openxmlformats.org/drawingml/2006/main">
              <a:ext uri="{FF2B5EF4-FFF2-40B4-BE49-F238E27FC236}">
                <a16:creationId xmlns:a16="http://schemas.microsoft.com/office/drawing/2014/main" id="{9265022E-E1EE-49A5-AFFE-442460E9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850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0" name="data_8816">
            <a:extLst xmlns:a="http://schemas.openxmlformats.org/drawingml/2006/main">
              <a:ext uri="{FF2B5EF4-FFF2-40B4-BE49-F238E27FC236}">
                <a16:creationId xmlns:a16="http://schemas.microsoft.com/office/drawing/2014/main" id="{CFA53182-1FF4-4445-88C9-BCF26FBA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511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1" name="data_8817">
            <a:extLst xmlns:a="http://schemas.openxmlformats.org/drawingml/2006/main">
              <a:ext uri="{FF2B5EF4-FFF2-40B4-BE49-F238E27FC236}">
                <a16:creationId xmlns:a16="http://schemas.microsoft.com/office/drawing/2014/main" id="{DE140432-F0E5-4442-B077-864104C6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340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2" name="data_8818">
            <a:extLst xmlns:a="http://schemas.openxmlformats.org/drawingml/2006/main">
              <a:ext uri="{FF2B5EF4-FFF2-40B4-BE49-F238E27FC236}">
                <a16:creationId xmlns:a16="http://schemas.microsoft.com/office/drawing/2014/main" id="{442058AF-4140-4432-9268-DFDB597F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391" y="62667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3" name="data_8819">
            <a:extLst xmlns:a="http://schemas.openxmlformats.org/drawingml/2006/main">
              <a:ext uri="{FF2B5EF4-FFF2-40B4-BE49-F238E27FC236}">
                <a16:creationId xmlns:a16="http://schemas.microsoft.com/office/drawing/2014/main" id="{B831A574-064A-4599-92B3-1954D3E9C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007" y="64254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4" name="data_8820">
            <a:extLst xmlns:a="http://schemas.openxmlformats.org/drawingml/2006/main">
              <a:ext uri="{FF2B5EF4-FFF2-40B4-BE49-F238E27FC236}">
                <a16:creationId xmlns:a16="http://schemas.microsoft.com/office/drawing/2014/main" id="{CCBCBAC4-9A5B-4994-A061-6BC00E566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61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5" name="data_8821">
            <a:extLst xmlns:a="http://schemas.openxmlformats.org/drawingml/2006/main">
              <a:ext uri="{FF2B5EF4-FFF2-40B4-BE49-F238E27FC236}">
                <a16:creationId xmlns:a16="http://schemas.microsoft.com/office/drawing/2014/main" id="{28CD5C4C-CBBF-4DB9-B95C-0D11D0D84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908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6" name="data_8822">
            <a:extLst xmlns:a="http://schemas.openxmlformats.org/drawingml/2006/main">
              <a:ext uri="{FF2B5EF4-FFF2-40B4-BE49-F238E27FC236}">
                <a16:creationId xmlns:a16="http://schemas.microsoft.com/office/drawing/2014/main" id="{EACE3E95-D28C-4FAC-B251-D17EDB5F2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6906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7" name="data_8823">
            <a:extLst xmlns:a="http://schemas.openxmlformats.org/drawingml/2006/main">
              <a:ext uri="{FF2B5EF4-FFF2-40B4-BE49-F238E27FC236}">
                <a16:creationId xmlns:a16="http://schemas.microsoft.com/office/drawing/2014/main" id="{53DFDBB6-690B-49C0-BB21-CFF518FA8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680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8" name="data_8824">
            <a:extLst xmlns:a="http://schemas.openxmlformats.org/drawingml/2006/main">
              <a:ext uri="{FF2B5EF4-FFF2-40B4-BE49-F238E27FC236}">
                <a16:creationId xmlns:a16="http://schemas.microsoft.com/office/drawing/2014/main" id="{404F14E2-CC24-44E0-8C70-9288B4470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57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9" name="data_8825">
            <a:extLst xmlns:a="http://schemas.openxmlformats.org/drawingml/2006/main">
              <a:ext uri="{FF2B5EF4-FFF2-40B4-BE49-F238E27FC236}">
                <a16:creationId xmlns:a16="http://schemas.microsoft.com/office/drawing/2014/main" id="{E900C7FA-B214-40CB-B86A-8AAE3D98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76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0" name="data_8826">
            <a:extLst xmlns:a="http://schemas.openxmlformats.org/drawingml/2006/main">
              <a:ext uri="{FF2B5EF4-FFF2-40B4-BE49-F238E27FC236}">
                <a16:creationId xmlns:a16="http://schemas.microsoft.com/office/drawing/2014/main" id="{1B6E989D-1F53-4B55-825D-5AB6A8B19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908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1" name="data_8827">
            <a:extLst xmlns:a="http://schemas.openxmlformats.org/drawingml/2006/main">
              <a:ext uri="{FF2B5EF4-FFF2-40B4-BE49-F238E27FC236}">
                <a16:creationId xmlns:a16="http://schemas.microsoft.com/office/drawing/2014/main" id="{DF6A943D-7FCB-4C6C-80DD-D42EDBDF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921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2" name="data_8828">
            <a:extLst xmlns:a="http://schemas.openxmlformats.org/drawingml/2006/main">
              <a:ext uri="{FF2B5EF4-FFF2-40B4-BE49-F238E27FC236}">
                <a16:creationId xmlns:a16="http://schemas.microsoft.com/office/drawing/2014/main" id="{5367E5C9-3D7E-4F70-A22A-F2C39002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185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3" name="data_8829">
            <a:extLst xmlns:a="http://schemas.openxmlformats.org/drawingml/2006/main">
              <a:ext uri="{FF2B5EF4-FFF2-40B4-BE49-F238E27FC236}">
                <a16:creationId xmlns:a16="http://schemas.microsoft.com/office/drawing/2014/main" id="{521F8D86-C194-4374-B759-A632150A8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39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4" name="data_8830">
            <a:extLst xmlns:a="http://schemas.openxmlformats.org/drawingml/2006/main">
              <a:ext uri="{FF2B5EF4-FFF2-40B4-BE49-F238E27FC236}">
                <a16:creationId xmlns:a16="http://schemas.microsoft.com/office/drawing/2014/main" id="{FEDD5E4C-99CC-4C8B-99F1-C6D73C2AE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723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5" name="data_8831">
            <a:extLst xmlns:a="http://schemas.openxmlformats.org/drawingml/2006/main">
              <a:ext uri="{FF2B5EF4-FFF2-40B4-BE49-F238E27FC236}">
                <a16:creationId xmlns:a16="http://schemas.microsoft.com/office/drawing/2014/main" id="{6EA9013C-840A-455B-92E9-01BCF6EDF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32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6" name="data_8832">
            <a:extLst xmlns:a="http://schemas.openxmlformats.org/drawingml/2006/main">
              <a:ext uri="{FF2B5EF4-FFF2-40B4-BE49-F238E27FC236}">
                <a16:creationId xmlns:a16="http://schemas.microsoft.com/office/drawing/2014/main" id="{A4EA7958-8CDC-4377-A97C-0063949E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091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7" name="data_8833">
            <a:extLst xmlns:a="http://schemas.openxmlformats.org/drawingml/2006/main">
              <a:ext uri="{FF2B5EF4-FFF2-40B4-BE49-F238E27FC236}">
                <a16:creationId xmlns:a16="http://schemas.microsoft.com/office/drawing/2014/main" id="{76A649E4-265F-409E-A9D4-264FC52B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478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8" name="data_8834">
            <a:extLst xmlns:a="http://schemas.openxmlformats.org/drawingml/2006/main">
              <a:ext uri="{FF2B5EF4-FFF2-40B4-BE49-F238E27FC236}">
                <a16:creationId xmlns:a16="http://schemas.microsoft.com/office/drawing/2014/main" id="{0CE42F49-C94B-4844-92A9-0C97F21C4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52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9" name="data_8835">
            <a:extLst xmlns:a="http://schemas.openxmlformats.org/drawingml/2006/main">
              <a:ext uri="{FF2B5EF4-FFF2-40B4-BE49-F238E27FC236}">
                <a16:creationId xmlns:a16="http://schemas.microsoft.com/office/drawing/2014/main" id="{F137395D-9906-48AE-9E60-735B805E4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917" y="55434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0" name="data_8836">
            <a:extLst xmlns:a="http://schemas.openxmlformats.org/drawingml/2006/main">
              <a:ext uri="{FF2B5EF4-FFF2-40B4-BE49-F238E27FC236}">
                <a16:creationId xmlns:a16="http://schemas.microsoft.com/office/drawing/2014/main" id="{9C164373-B470-4F42-A47C-B515FCF5D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165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1" name="data_8837">
            <a:extLst xmlns:a="http://schemas.openxmlformats.org/drawingml/2006/main">
              <a:ext uri="{FF2B5EF4-FFF2-40B4-BE49-F238E27FC236}">
                <a16:creationId xmlns:a16="http://schemas.microsoft.com/office/drawing/2014/main" id="{9139E75E-CAD5-413A-BDE4-A1890595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449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2" name="data_8838">
            <a:extLst xmlns:a="http://schemas.openxmlformats.org/drawingml/2006/main">
              <a:ext uri="{FF2B5EF4-FFF2-40B4-BE49-F238E27FC236}">
                <a16:creationId xmlns:a16="http://schemas.microsoft.com/office/drawing/2014/main" id="{022C2125-6544-431F-8A00-B5E82AA0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76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3" name="data_8839">
            <a:extLst xmlns:a="http://schemas.openxmlformats.org/drawingml/2006/main">
              <a:ext uri="{FF2B5EF4-FFF2-40B4-BE49-F238E27FC236}">
                <a16:creationId xmlns:a16="http://schemas.microsoft.com/office/drawing/2014/main" id="{E3938B23-674C-4290-A69A-17BADDE6F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16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4" name="data_8840">
            <a:extLst xmlns:a="http://schemas.openxmlformats.org/drawingml/2006/main">
              <a:ext uri="{FF2B5EF4-FFF2-40B4-BE49-F238E27FC236}">
                <a16:creationId xmlns:a16="http://schemas.microsoft.com/office/drawing/2014/main" id="{EF7716C4-6E47-41CC-BA04-2D8C6430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9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5" name="data_8841">
            <a:extLst xmlns:a="http://schemas.openxmlformats.org/drawingml/2006/main">
              <a:ext uri="{FF2B5EF4-FFF2-40B4-BE49-F238E27FC236}">
                <a16:creationId xmlns:a16="http://schemas.microsoft.com/office/drawing/2014/main" id="{522D3C2C-B991-45B8-9CD5-A664152F6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498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6" name="data_8842">
            <a:extLst xmlns:a="http://schemas.openxmlformats.org/drawingml/2006/main">
              <a:ext uri="{FF2B5EF4-FFF2-40B4-BE49-F238E27FC236}">
                <a16:creationId xmlns:a16="http://schemas.microsoft.com/office/drawing/2014/main" id="{AD44886F-23EB-4DB3-A19A-4D463F13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726" y="547928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7" name="data_8843">
            <a:extLst xmlns:a="http://schemas.openxmlformats.org/drawingml/2006/main">
              <a:ext uri="{FF2B5EF4-FFF2-40B4-BE49-F238E27FC236}">
                <a16:creationId xmlns:a16="http://schemas.microsoft.com/office/drawing/2014/main" id="{8D4879AF-719A-4D94-B0BB-7068D234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647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8" name="data_8844">
            <a:extLst xmlns:a="http://schemas.openxmlformats.org/drawingml/2006/main">
              <a:ext uri="{FF2B5EF4-FFF2-40B4-BE49-F238E27FC236}">
                <a16:creationId xmlns:a16="http://schemas.microsoft.com/office/drawing/2014/main" id="{83BAB21C-C358-4EE6-A1E3-B86E4BB9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465" y="685907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9" name="data_8845">
            <a:extLst xmlns:a="http://schemas.openxmlformats.org/drawingml/2006/main">
              <a:ext uri="{FF2B5EF4-FFF2-40B4-BE49-F238E27FC236}">
                <a16:creationId xmlns:a16="http://schemas.microsoft.com/office/drawing/2014/main" id="{F1B0A818-B42E-4607-B552-E54919A03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2083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0" name="data_8846">
            <a:extLst xmlns:a="http://schemas.openxmlformats.org/drawingml/2006/main">
              <a:ext uri="{FF2B5EF4-FFF2-40B4-BE49-F238E27FC236}">
                <a16:creationId xmlns:a16="http://schemas.microsoft.com/office/drawing/2014/main" id="{BEEE1D2F-560A-4AAA-9697-970BD881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605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1" name="data_8847">
            <a:extLst xmlns:a="http://schemas.openxmlformats.org/drawingml/2006/main">
              <a:ext uri="{FF2B5EF4-FFF2-40B4-BE49-F238E27FC236}">
                <a16:creationId xmlns:a16="http://schemas.microsoft.com/office/drawing/2014/main" id="{591A912C-75CB-4B0D-B928-B5A14A76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514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2" name="data_8848">
            <a:extLst xmlns:a="http://schemas.openxmlformats.org/drawingml/2006/main">
              <a:ext uri="{FF2B5EF4-FFF2-40B4-BE49-F238E27FC236}">
                <a16:creationId xmlns:a16="http://schemas.microsoft.com/office/drawing/2014/main" id="{636A3855-E40E-4014-BCC7-73C588D4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133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3" name="data_8849">
            <a:extLst xmlns:a="http://schemas.openxmlformats.org/drawingml/2006/main">
              <a:ext uri="{FF2B5EF4-FFF2-40B4-BE49-F238E27FC236}">
                <a16:creationId xmlns:a16="http://schemas.microsoft.com/office/drawing/2014/main" id="{3CAB812E-CBC0-48C1-9081-B7988832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8433" y="690137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4" name="data_8850">
            <a:extLst xmlns:a="http://schemas.openxmlformats.org/drawingml/2006/main">
              <a:ext uri="{FF2B5EF4-FFF2-40B4-BE49-F238E27FC236}">
                <a16:creationId xmlns:a16="http://schemas.microsoft.com/office/drawing/2014/main" id="{AF902003-34D1-4C13-9916-5E1BE4371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074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5" name="data_8851">
            <a:extLst xmlns:a="http://schemas.openxmlformats.org/drawingml/2006/main">
              <a:ext uri="{FF2B5EF4-FFF2-40B4-BE49-F238E27FC236}">
                <a16:creationId xmlns:a16="http://schemas.microsoft.com/office/drawing/2014/main" id="{9EF518B8-6C07-422C-A3C2-F705476B0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508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6" name="data_8852">
            <a:extLst xmlns:a="http://schemas.openxmlformats.org/drawingml/2006/main">
              <a:ext uri="{FF2B5EF4-FFF2-40B4-BE49-F238E27FC236}">
                <a16:creationId xmlns:a16="http://schemas.microsoft.com/office/drawing/2014/main" id="{13990658-6FDD-4D0E-87E6-81A8DA781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898" y="671099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7" name="data_8853">
            <a:extLst xmlns:a="http://schemas.openxmlformats.org/drawingml/2006/main">
              <a:ext uri="{FF2B5EF4-FFF2-40B4-BE49-F238E27FC236}">
                <a16:creationId xmlns:a16="http://schemas.microsoft.com/office/drawing/2014/main" id="{B02946C7-1150-46F1-82EA-6FE0DFAD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543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8" name="data_8854">
            <a:extLst xmlns:a="http://schemas.openxmlformats.org/drawingml/2006/main">
              <a:ext uri="{FF2B5EF4-FFF2-40B4-BE49-F238E27FC236}">
                <a16:creationId xmlns:a16="http://schemas.microsoft.com/office/drawing/2014/main" id="{E6D7FB54-B426-4196-B60B-943DC2F4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328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9" name="data_8855">
            <a:extLst xmlns:a="http://schemas.openxmlformats.org/drawingml/2006/main">
              <a:ext uri="{FF2B5EF4-FFF2-40B4-BE49-F238E27FC236}">
                <a16:creationId xmlns:a16="http://schemas.microsoft.com/office/drawing/2014/main" id="{E9AC4C7A-0BD2-4D8C-BFA5-D437FFEE6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0423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0" name="data_8856">
            <a:extLst xmlns:a="http://schemas.openxmlformats.org/drawingml/2006/main">
              <a:ext uri="{FF2B5EF4-FFF2-40B4-BE49-F238E27FC236}">
                <a16:creationId xmlns:a16="http://schemas.microsoft.com/office/drawing/2014/main" id="{461E57EF-1387-4CB8-B1E1-2D477010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964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1" name="data_8857">
            <a:extLst xmlns:a="http://schemas.openxmlformats.org/drawingml/2006/main">
              <a:ext uri="{FF2B5EF4-FFF2-40B4-BE49-F238E27FC236}">
                <a16:creationId xmlns:a16="http://schemas.microsoft.com/office/drawing/2014/main" id="{C80F50A7-055D-4F41-839E-415A008D3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50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2" name="data_8858">
            <a:extLst xmlns:a="http://schemas.openxmlformats.org/drawingml/2006/main">
              <a:ext uri="{FF2B5EF4-FFF2-40B4-BE49-F238E27FC236}">
                <a16:creationId xmlns:a16="http://schemas.microsoft.com/office/drawing/2014/main" id="{C2B27EDE-19C7-43A0-AEE5-66471BC2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300" y="643952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3" name="data_8859">
            <a:extLst xmlns:a="http://schemas.openxmlformats.org/drawingml/2006/main">
              <a:ext uri="{FF2B5EF4-FFF2-40B4-BE49-F238E27FC236}">
                <a16:creationId xmlns:a16="http://schemas.microsoft.com/office/drawing/2014/main" id="{46666CCA-68C9-4F8B-A4A0-A7B58CA97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126" y="574851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4" name="data_8860">
            <a:extLst xmlns:a="http://schemas.openxmlformats.org/drawingml/2006/main">
              <a:ext uri="{FF2B5EF4-FFF2-40B4-BE49-F238E27FC236}">
                <a16:creationId xmlns:a16="http://schemas.microsoft.com/office/drawing/2014/main" id="{51065026-7166-45FA-BD28-0527D9D6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76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5" name="data_8861">
            <a:extLst xmlns:a="http://schemas.openxmlformats.org/drawingml/2006/main">
              <a:ext uri="{FF2B5EF4-FFF2-40B4-BE49-F238E27FC236}">
                <a16:creationId xmlns:a16="http://schemas.microsoft.com/office/drawing/2014/main" id="{5AE2540D-77EE-4A6C-85D5-93B9DA7D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4361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6" name="data_8862">
            <a:extLst xmlns:a="http://schemas.openxmlformats.org/drawingml/2006/main">
              <a:ext uri="{FF2B5EF4-FFF2-40B4-BE49-F238E27FC236}">
                <a16:creationId xmlns:a16="http://schemas.microsoft.com/office/drawing/2014/main" id="{7E446BB5-FD78-40D9-9763-D5244575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6545" y="6577730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7" name="data_8863">
            <a:extLst xmlns:a="http://schemas.openxmlformats.org/drawingml/2006/main">
              <a:ext uri="{FF2B5EF4-FFF2-40B4-BE49-F238E27FC236}">
                <a16:creationId xmlns:a16="http://schemas.microsoft.com/office/drawing/2014/main" id="{BC9A6C59-4382-4CD5-B60D-63F161DCB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00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8" name="data_8864">
            <a:extLst xmlns:a="http://schemas.openxmlformats.org/drawingml/2006/main">
              <a:ext uri="{FF2B5EF4-FFF2-40B4-BE49-F238E27FC236}">
                <a16:creationId xmlns:a16="http://schemas.microsoft.com/office/drawing/2014/main" id="{A72C464E-7C05-4E2A-82BB-8A15FFC76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69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9" name="data_8865">
            <a:extLst xmlns:a="http://schemas.openxmlformats.org/drawingml/2006/main">
              <a:ext uri="{FF2B5EF4-FFF2-40B4-BE49-F238E27FC236}">
                <a16:creationId xmlns:a16="http://schemas.microsoft.com/office/drawing/2014/main" id="{9E2F4AED-CDF8-43E9-B96A-DC93E8CB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208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0" name="data_8866">
            <a:extLst xmlns:a="http://schemas.openxmlformats.org/drawingml/2006/main">
              <a:ext uri="{FF2B5EF4-FFF2-40B4-BE49-F238E27FC236}">
                <a16:creationId xmlns:a16="http://schemas.microsoft.com/office/drawing/2014/main" id="{E1137DF2-21CC-47FF-A424-2C440E9E4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25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1" name="data_8867">
            <a:extLst xmlns:a="http://schemas.openxmlformats.org/drawingml/2006/main">
              <a:ext uri="{FF2B5EF4-FFF2-40B4-BE49-F238E27FC236}">
                <a16:creationId xmlns:a16="http://schemas.microsoft.com/office/drawing/2014/main" id="{1FC64D16-AABB-439D-A4FA-E7311888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78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2" name="data_8868">
            <a:extLst xmlns:a="http://schemas.openxmlformats.org/drawingml/2006/main">
              <a:ext uri="{FF2B5EF4-FFF2-40B4-BE49-F238E27FC236}">
                <a16:creationId xmlns:a16="http://schemas.microsoft.com/office/drawing/2014/main" id="{E8982955-4042-4B7B-B284-9B723ECF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582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3" name="data_8869">
            <a:extLst xmlns:a="http://schemas.openxmlformats.org/drawingml/2006/main">
              <a:ext uri="{FF2B5EF4-FFF2-40B4-BE49-F238E27FC236}">
                <a16:creationId xmlns:a16="http://schemas.microsoft.com/office/drawing/2014/main" id="{E3B321BB-840C-45B1-A33C-2ECD02E38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17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4" name="data_8870">
            <a:extLst xmlns:a="http://schemas.openxmlformats.org/drawingml/2006/main">
              <a:ext uri="{FF2B5EF4-FFF2-40B4-BE49-F238E27FC236}">
                <a16:creationId xmlns:a16="http://schemas.microsoft.com/office/drawing/2014/main" id="{E7D563E2-3780-4057-BD83-C6FF0518D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4297" y="58669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5" name="data_8871">
            <a:extLst xmlns:a="http://schemas.openxmlformats.org/drawingml/2006/main">
              <a:ext uri="{FF2B5EF4-FFF2-40B4-BE49-F238E27FC236}">
                <a16:creationId xmlns:a16="http://schemas.microsoft.com/office/drawing/2014/main" id="{9E9AA0A0-4E85-4F9B-9ECB-D962CD6A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4622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6" name="data_8872">
            <a:extLst xmlns:a="http://schemas.openxmlformats.org/drawingml/2006/main">
              <a:ext uri="{FF2B5EF4-FFF2-40B4-BE49-F238E27FC236}">
                <a16:creationId xmlns:a16="http://schemas.microsoft.com/office/drawing/2014/main" id="{71A0CF19-3C61-47B8-B58C-46A7A912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45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7" name="data_8873">
            <a:extLst xmlns:a="http://schemas.openxmlformats.org/drawingml/2006/main">
              <a:ext uri="{FF2B5EF4-FFF2-40B4-BE49-F238E27FC236}">
                <a16:creationId xmlns:a16="http://schemas.microsoft.com/office/drawing/2014/main" id="{2382FCB8-D011-469E-8E23-F0F4C0BD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8498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8" name="data_8874">
            <a:extLst xmlns:a="http://schemas.openxmlformats.org/drawingml/2006/main">
              <a:ext uri="{FF2B5EF4-FFF2-40B4-BE49-F238E27FC236}">
                <a16:creationId xmlns:a16="http://schemas.microsoft.com/office/drawing/2014/main" id="{7F663A0C-7FE8-4614-970B-9ADE9F32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670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9" name="data_8875">
            <a:extLst xmlns:a="http://schemas.openxmlformats.org/drawingml/2006/main">
              <a:ext uri="{FF2B5EF4-FFF2-40B4-BE49-F238E27FC236}">
                <a16:creationId xmlns:a16="http://schemas.microsoft.com/office/drawing/2014/main" id="{0F50116D-DB5D-4508-A900-CF053A14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71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0" name="data_8876">
            <a:extLst xmlns:a="http://schemas.openxmlformats.org/drawingml/2006/main">
              <a:ext uri="{FF2B5EF4-FFF2-40B4-BE49-F238E27FC236}">
                <a16:creationId xmlns:a16="http://schemas.microsoft.com/office/drawing/2014/main" id="{B23E8B95-C42E-486C-881C-D80353D9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67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1" name="data_8877">
            <a:extLst xmlns:a="http://schemas.openxmlformats.org/drawingml/2006/main">
              <a:ext uri="{FF2B5EF4-FFF2-40B4-BE49-F238E27FC236}">
                <a16:creationId xmlns:a16="http://schemas.microsoft.com/office/drawing/2014/main" id="{3A08A6E3-1499-441D-8D0C-0345AED7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2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2" name="data_8878">
            <a:extLst xmlns:a="http://schemas.openxmlformats.org/drawingml/2006/main">
              <a:ext uri="{FF2B5EF4-FFF2-40B4-BE49-F238E27FC236}">
                <a16:creationId xmlns:a16="http://schemas.microsoft.com/office/drawing/2014/main" id="{55771AC5-D3C5-4E30-B5AC-19008060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8793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3" name="data_8879">
            <a:extLst xmlns:a="http://schemas.openxmlformats.org/drawingml/2006/main">
              <a:ext uri="{FF2B5EF4-FFF2-40B4-BE49-F238E27FC236}">
                <a16:creationId xmlns:a16="http://schemas.microsoft.com/office/drawing/2014/main" id="{7B96AEBF-BC56-46B8-8A9A-E22C4757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162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4" name="data_8880">
            <a:extLst xmlns:a="http://schemas.openxmlformats.org/drawingml/2006/main">
              <a:ext uri="{FF2B5EF4-FFF2-40B4-BE49-F238E27FC236}">
                <a16:creationId xmlns:a16="http://schemas.microsoft.com/office/drawing/2014/main" id="{8615460F-AEF9-496E-AF98-C7B8E6E5F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960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5" name="data_8881">
            <a:extLst xmlns:a="http://schemas.openxmlformats.org/drawingml/2006/main">
              <a:ext uri="{FF2B5EF4-FFF2-40B4-BE49-F238E27FC236}">
                <a16:creationId xmlns:a16="http://schemas.microsoft.com/office/drawing/2014/main" id="{C83AB079-933D-470D-B3E3-2B1319D2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377" y="566390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6" name="data_8882">
            <a:extLst xmlns:a="http://schemas.openxmlformats.org/drawingml/2006/main">
              <a:ext uri="{FF2B5EF4-FFF2-40B4-BE49-F238E27FC236}">
                <a16:creationId xmlns:a16="http://schemas.microsoft.com/office/drawing/2014/main" id="{896A33A4-629D-48E3-9148-A760263E8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507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7" name="data_8883">
            <a:extLst xmlns:a="http://schemas.openxmlformats.org/drawingml/2006/main">
              <a:ext uri="{FF2B5EF4-FFF2-40B4-BE49-F238E27FC236}">
                <a16:creationId xmlns:a16="http://schemas.microsoft.com/office/drawing/2014/main" id="{F1057581-1CCA-44E8-BEA2-F31494E4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787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8" name="data_8884">
            <a:extLst xmlns:a="http://schemas.openxmlformats.org/drawingml/2006/main">
              <a:ext uri="{FF2B5EF4-FFF2-40B4-BE49-F238E27FC236}">
                <a16:creationId xmlns:a16="http://schemas.microsoft.com/office/drawing/2014/main" id="{20680277-DA43-4BBA-98DF-CA9897D60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44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9" name="data_8885">
            <a:extLst xmlns:a="http://schemas.openxmlformats.org/drawingml/2006/main">
              <a:ext uri="{FF2B5EF4-FFF2-40B4-BE49-F238E27FC236}">
                <a16:creationId xmlns:a16="http://schemas.microsoft.com/office/drawing/2014/main" id="{058BD8EE-136E-4DDE-9535-5142EDD9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019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0" name="data_8886">
            <a:extLst xmlns:a="http://schemas.openxmlformats.org/drawingml/2006/main">
              <a:ext uri="{FF2B5EF4-FFF2-40B4-BE49-F238E27FC236}">
                <a16:creationId xmlns:a16="http://schemas.microsoft.com/office/drawing/2014/main" id="{C7A36EE3-FF45-4C18-B041-9E2FC4A8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670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1" name="data_8887">
            <a:extLst xmlns:a="http://schemas.openxmlformats.org/drawingml/2006/main">
              <a:ext uri="{FF2B5EF4-FFF2-40B4-BE49-F238E27FC236}">
                <a16:creationId xmlns:a16="http://schemas.microsoft.com/office/drawing/2014/main" id="{5505160F-827E-4C8A-9B5A-848B61F6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7816" y="6636959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2" name="data_8888">
            <a:extLst xmlns:a="http://schemas.openxmlformats.org/drawingml/2006/main">
              <a:ext uri="{FF2B5EF4-FFF2-40B4-BE49-F238E27FC236}">
                <a16:creationId xmlns:a16="http://schemas.microsoft.com/office/drawing/2014/main" id="{8CF40C43-2EB5-4F84-A901-B4BA467F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5992" y="5422752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3" name="data_8889">
            <a:extLst xmlns:a="http://schemas.openxmlformats.org/drawingml/2006/main">
              <a:ext uri="{FF2B5EF4-FFF2-40B4-BE49-F238E27FC236}">
                <a16:creationId xmlns:a16="http://schemas.microsoft.com/office/drawing/2014/main" id="{7E4E5161-303E-4917-8ADC-A524EEF2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507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4" name="data_8890">
            <a:extLst xmlns:a="http://schemas.openxmlformats.org/drawingml/2006/main">
              <a:ext uri="{FF2B5EF4-FFF2-40B4-BE49-F238E27FC236}">
                <a16:creationId xmlns:a16="http://schemas.microsoft.com/office/drawing/2014/main" id="{B440A067-14B5-4081-8D34-42A7B113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8759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5" name="data_8891">
            <a:extLst xmlns:a="http://schemas.openxmlformats.org/drawingml/2006/main">
              <a:ext uri="{FF2B5EF4-FFF2-40B4-BE49-F238E27FC236}">
                <a16:creationId xmlns:a16="http://schemas.microsoft.com/office/drawing/2014/main" id="{AE2373C3-1FB2-4579-BF3F-93FA7996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3125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6" name="data_8892">
            <a:extLst xmlns:a="http://schemas.openxmlformats.org/drawingml/2006/main">
              <a:ext uri="{FF2B5EF4-FFF2-40B4-BE49-F238E27FC236}">
                <a16:creationId xmlns:a16="http://schemas.microsoft.com/office/drawing/2014/main" id="{C7EC73D1-54C8-4E88-94B5-5D165D3DE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2603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7" name="data_8893">
            <a:extLst xmlns:a="http://schemas.openxmlformats.org/drawingml/2006/main">
              <a:ext uri="{FF2B5EF4-FFF2-40B4-BE49-F238E27FC236}">
                <a16:creationId xmlns:a16="http://schemas.microsoft.com/office/drawing/2014/main" id="{AD7D7034-4089-441A-B7E0-91577CA8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78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8" name="data_8894">
            <a:extLst xmlns:a="http://schemas.openxmlformats.org/drawingml/2006/main">
              <a:ext uri="{FF2B5EF4-FFF2-40B4-BE49-F238E27FC236}">
                <a16:creationId xmlns:a16="http://schemas.microsoft.com/office/drawing/2014/main" id="{FE74AF01-DBB9-4BB9-9471-C2FF9CD46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5372" y="648888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9" name="data_8895">
            <a:extLst xmlns:a="http://schemas.openxmlformats.org/drawingml/2006/main">
              <a:ext uri="{FF2B5EF4-FFF2-40B4-BE49-F238E27FC236}">
                <a16:creationId xmlns:a16="http://schemas.microsoft.com/office/drawing/2014/main" id="{B09B553A-F08B-4830-9528-DC9CD4020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1660" y="667926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0" name="data_8896">
            <a:extLst xmlns:a="http://schemas.openxmlformats.org/drawingml/2006/main">
              <a:ext uri="{FF2B5EF4-FFF2-40B4-BE49-F238E27FC236}">
                <a16:creationId xmlns:a16="http://schemas.microsoft.com/office/drawing/2014/main" id="{49D2148B-89DA-4C67-8459-B149F1CAF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41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1" name="data_8897">
            <a:extLst xmlns:a="http://schemas.openxmlformats.org/drawingml/2006/main">
              <a:ext uri="{FF2B5EF4-FFF2-40B4-BE49-F238E27FC236}">
                <a16:creationId xmlns:a16="http://schemas.microsoft.com/office/drawing/2014/main" id="{DE14D913-CD2E-472F-8D01-4D527C49F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540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2" name="data_8898">
            <a:extLst xmlns:a="http://schemas.openxmlformats.org/drawingml/2006/main">
              <a:ext uri="{FF2B5EF4-FFF2-40B4-BE49-F238E27FC236}">
                <a16:creationId xmlns:a16="http://schemas.microsoft.com/office/drawing/2014/main" id="{90227BD7-C723-4EC7-9089-554F2D583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9607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3" name="data_8899">
            <a:extLst xmlns:a="http://schemas.openxmlformats.org/drawingml/2006/main">
              <a:ext uri="{FF2B5EF4-FFF2-40B4-BE49-F238E27FC236}">
                <a16:creationId xmlns:a16="http://schemas.microsoft.com/office/drawing/2014/main" id="{83117955-A1A0-40F5-9A8B-5A4A9C3DA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843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4" name="data_8900">
            <a:extLst xmlns:a="http://schemas.openxmlformats.org/drawingml/2006/main">
              <a:ext uri="{FF2B5EF4-FFF2-40B4-BE49-F238E27FC236}">
                <a16:creationId xmlns:a16="http://schemas.microsoft.com/office/drawing/2014/main" id="{09B6286B-1F9B-4926-8F90-3A78F4C9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0781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5" name="data_8901">
            <a:extLst xmlns:a="http://schemas.openxmlformats.org/drawingml/2006/main">
              <a:ext uri="{FF2B5EF4-FFF2-40B4-BE49-F238E27FC236}">
                <a16:creationId xmlns:a16="http://schemas.microsoft.com/office/drawing/2014/main" id="{2A330FFF-4E3F-4440-9B8D-D7DEC1CB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1106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6" name="data_8902">
            <a:extLst xmlns:a="http://schemas.openxmlformats.org/drawingml/2006/main">
              <a:ext uri="{FF2B5EF4-FFF2-40B4-BE49-F238E27FC236}">
                <a16:creationId xmlns:a16="http://schemas.microsoft.com/office/drawing/2014/main" id="{9F8A0751-2BD1-4F8F-97FE-E5BE0D2A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9606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7" name="data_8903">
            <a:extLst xmlns:a="http://schemas.openxmlformats.org/drawingml/2006/main">
              <a:ext uri="{FF2B5EF4-FFF2-40B4-BE49-F238E27FC236}">
                <a16:creationId xmlns:a16="http://schemas.microsoft.com/office/drawing/2014/main" id="{93268D8B-3A60-48E8-8C11-44AD7826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712" y="560044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8" name="data_8904">
            <a:extLst xmlns:a="http://schemas.openxmlformats.org/drawingml/2006/main">
              <a:ext uri="{FF2B5EF4-FFF2-40B4-BE49-F238E27FC236}">
                <a16:creationId xmlns:a16="http://schemas.microsoft.com/office/drawing/2014/main" id="{1191008B-FA99-4FAE-A81E-A2E497ECC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15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9" name="data_8905">
            <a:extLst xmlns:a="http://schemas.openxmlformats.org/drawingml/2006/main">
              <a:ext uri="{FF2B5EF4-FFF2-40B4-BE49-F238E27FC236}">
                <a16:creationId xmlns:a16="http://schemas.microsoft.com/office/drawing/2014/main" id="{3BDB9D69-C7FB-4D33-B991-F23F40FD8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8760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0" name="data_8906">
            <a:extLst xmlns:a="http://schemas.openxmlformats.org/drawingml/2006/main">
              <a:ext uri="{FF2B5EF4-FFF2-40B4-BE49-F238E27FC236}">
                <a16:creationId xmlns:a16="http://schemas.microsoft.com/office/drawing/2014/main" id="{D4835F07-6681-4035-AA49-DC951751E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413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1" name="data_8907">
            <a:extLst xmlns:a="http://schemas.openxmlformats.org/drawingml/2006/main">
              <a:ext uri="{FF2B5EF4-FFF2-40B4-BE49-F238E27FC236}">
                <a16:creationId xmlns:a16="http://schemas.microsoft.com/office/drawing/2014/main" id="{76C6B669-11A9-4178-BC51-09C10008C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6511" y="6044663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2" name="data_8908">
            <a:extLst xmlns:a="http://schemas.openxmlformats.org/drawingml/2006/main">
              <a:ext uri="{FF2B5EF4-FFF2-40B4-BE49-F238E27FC236}">
                <a16:creationId xmlns:a16="http://schemas.microsoft.com/office/drawing/2014/main" id="{F747797A-160E-4527-94DC-952ACFDBD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679" y="6523056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3" name="data_8909">
            <a:extLst xmlns:a="http://schemas.openxmlformats.org/drawingml/2006/main">
              <a:ext uri="{FF2B5EF4-FFF2-40B4-BE49-F238E27FC236}">
                <a16:creationId xmlns:a16="http://schemas.microsoft.com/office/drawing/2014/main" id="{0CFBAA0C-B768-4778-83A6-5E64EBBC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0878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4" name="data_8910">
            <a:extLst xmlns:a="http://schemas.openxmlformats.org/drawingml/2006/main">
              <a:ext uri="{FF2B5EF4-FFF2-40B4-BE49-F238E27FC236}">
                <a16:creationId xmlns:a16="http://schemas.microsoft.com/office/drawing/2014/main" id="{BA100093-AB1E-45E1-9DAB-5728822B1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814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5" name="data_8911">
            <a:extLst xmlns:a="http://schemas.openxmlformats.org/drawingml/2006/main">
              <a:ext uri="{FF2B5EF4-FFF2-40B4-BE49-F238E27FC236}">
                <a16:creationId xmlns:a16="http://schemas.microsoft.com/office/drawing/2014/main" id="{B54CFFA8-A27C-44E9-9BC5-08DD77AE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8368" y="545236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6" name="data_8912">
            <a:extLst xmlns:a="http://schemas.openxmlformats.org/drawingml/2006/main">
              <a:ext uri="{FF2B5EF4-FFF2-40B4-BE49-F238E27FC236}">
                <a16:creationId xmlns:a16="http://schemas.microsoft.com/office/drawing/2014/main" id="{CA8D83C6-0819-430A-BB7F-241F53DA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418" y="6266774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7" name="data_8913">
            <a:extLst xmlns:a="http://schemas.openxmlformats.org/drawingml/2006/main">
              <a:ext uri="{FF2B5EF4-FFF2-40B4-BE49-F238E27FC236}">
                <a16:creationId xmlns:a16="http://schemas.microsoft.com/office/drawing/2014/main" id="{44B8B47E-6810-462E-A560-D8481EB5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7035" y="6425425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8" name="data_8914">
            <a:extLst xmlns:a="http://schemas.openxmlformats.org/drawingml/2006/main">
              <a:ext uri="{FF2B5EF4-FFF2-40B4-BE49-F238E27FC236}">
                <a16:creationId xmlns:a16="http://schemas.microsoft.com/office/drawing/2014/main" id="{EEB9DB2D-5270-4447-A99E-87C08772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63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9" name="data_8915">
            <a:extLst xmlns:a="http://schemas.openxmlformats.org/drawingml/2006/main">
              <a:ext uri="{FF2B5EF4-FFF2-40B4-BE49-F238E27FC236}">
                <a16:creationId xmlns:a16="http://schemas.microsoft.com/office/drawing/2014/main" id="{70FD2404-F074-4EC1-8CE5-4D4D569B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11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0" name="data_8916">
            <a:extLst xmlns:a="http://schemas.openxmlformats.org/drawingml/2006/main">
              <a:ext uri="{FF2B5EF4-FFF2-40B4-BE49-F238E27FC236}">
                <a16:creationId xmlns:a16="http://schemas.microsoft.com/office/drawing/2014/main" id="{89690722-7411-49B2-B498-A2A17104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9933" y="6340811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1" name="data_8917">
            <a:extLst xmlns:a="http://schemas.openxmlformats.org/drawingml/2006/main">
              <a:ext uri="{FF2B5EF4-FFF2-40B4-BE49-F238E27FC236}">
                <a16:creationId xmlns:a16="http://schemas.microsoft.com/office/drawing/2014/main" id="{CA40EDA0-8D13-4025-91E6-D3EBB37C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836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2" name="data_8918">
            <a:extLst xmlns:a="http://schemas.openxmlformats.org/drawingml/2006/main">
              <a:ext uri="{FF2B5EF4-FFF2-40B4-BE49-F238E27FC236}">
                <a16:creationId xmlns:a16="http://schemas.microsoft.com/office/drawing/2014/main" id="{4335354C-61A4-44E9-962B-97C6EB07A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5602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3" name="data_8919">
            <a:extLst xmlns:a="http://schemas.openxmlformats.org/drawingml/2006/main">
              <a:ext uri="{FF2B5EF4-FFF2-40B4-BE49-F238E27FC236}">
                <a16:creationId xmlns:a16="http://schemas.microsoft.com/office/drawing/2014/main" id="{1BA0ED2F-1E46-45AA-A1BA-C67F0ED1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1790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4" name="data_8920">
            <a:extLst xmlns:a="http://schemas.openxmlformats.org/drawingml/2006/main">
              <a:ext uri="{FF2B5EF4-FFF2-40B4-BE49-F238E27FC236}">
                <a16:creationId xmlns:a16="http://schemas.microsoft.com/office/drawing/2014/main" id="{5EEE07D2-8CFD-4E81-9195-07A7FEC31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211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5" name="data_8921">
            <a:extLst xmlns:a="http://schemas.openxmlformats.org/drawingml/2006/main">
              <a:ext uri="{FF2B5EF4-FFF2-40B4-BE49-F238E27FC236}">
                <a16:creationId xmlns:a16="http://schemas.microsoft.com/office/drawing/2014/main" id="{44DDA1C1-3A21-471F-AF44-7D9F7EB2D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2244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6" name="data_8922">
            <a:extLst xmlns:a="http://schemas.openxmlformats.org/drawingml/2006/main">
              <a:ext uri="{FF2B5EF4-FFF2-40B4-BE49-F238E27FC236}">
                <a16:creationId xmlns:a16="http://schemas.microsoft.com/office/drawing/2014/main" id="{ADC2D960-4286-4348-88CF-CD216DAEC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4882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7" name="data_8923">
            <a:extLst xmlns:a="http://schemas.openxmlformats.org/drawingml/2006/main">
              <a:ext uri="{FF2B5EF4-FFF2-40B4-BE49-F238E27FC236}">
                <a16:creationId xmlns:a16="http://schemas.microsoft.com/office/drawing/2014/main" id="{EC159550-6AE6-4373-A0E3-BBDF34AC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341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8" name="data_8924">
            <a:extLst xmlns:a="http://schemas.openxmlformats.org/drawingml/2006/main">
              <a:ext uri="{FF2B5EF4-FFF2-40B4-BE49-F238E27FC236}">
                <a16:creationId xmlns:a16="http://schemas.microsoft.com/office/drawing/2014/main" id="{8E57B8B4-7BEE-4949-926E-C67AB6A7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0258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9" name="data_8925">
            <a:extLst xmlns:a="http://schemas.openxmlformats.org/drawingml/2006/main">
              <a:ext uri="{FF2B5EF4-FFF2-40B4-BE49-F238E27FC236}">
                <a16:creationId xmlns:a16="http://schemas.microsoft.com/office/drawing/2014/main" id="{35995880-9D8D-4B06-B50F-A68822D68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0355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0" name="data_8926">
            <a:extLst xmlns:a="http://schemas.openxmlformats.org/drawingml/2006/main">
              <a:ext uri="{FF2B5EF4-FFF2-40B4-BE49-F238E27FC236}">
                <a16:creationId xmlns:a16="http://schemas.microsoft.com/office/drawing/2014/main" id="{8498A2E9-8D78-4E6F-AE38-D02D0759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3939" y="5156218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1" name="data_8927">
            <a:extLst xmlns:a="http://schemas.openxmlformats.org/drawingml/2006/main">
              <a:ext uri="{FF2B5EF4-FFF2-40B4-BE49-F238E27FC236}">
                <a16:creationId xmlns:a16="http://schemas.microsoft.com/office/drawing/2014/main" id="{5D26489C-D7A9-4241-86DD-8F1EC279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7814" y="6933107"/>
            <a:ext cx="39655" cy="3965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>
              <a:alpha val="4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2" name="data_8928">
            <a:extLst xmlns:a="http://schemas.openxmlformats.org/drawingml/2006/main">
              <a:ext uri="{FF2B5EF4-FFF2-40B4-BE49-F238E27FC236}">
                <a16:creationId xmlns:a16="http://schemas.microsoft.com/office/drawing/2014/main" id="{737D881F-30C6-463F-BC05-E133100F9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5087202"/>
            <a:ext cx="191" cy="1954578"/>
          </a:xfrm>
          <a:custGeom xmlns:a="http://schemas.openxmlformats.org/drawingml/2006/main"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3483" name="data_8929">
            <a:extLst xmlns:a="http://schemas.openxmlformats.org/drawingml/2006/main">
              <a:ext uri="{FF2B5EF4-FFF2-40B4-BE49-F238E27FC236}">
                <a16:creationId xmlns:a16="http://schemas.microsoft.com/office/drawing/2014/main" id="{1E33B4A2-FA08-4F43-8E29-6691D666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34" y="7041780"/>
            <a:ext cx="2213010" cy="191"/>
          </a:xfrm>
          <a:custGeom xmlns:a="http://schemas.openxmlformats.org/drawingml/2006/main"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2414">
            <a:solidFill>
              <a:srgbClr val="000000"/>
            </a:solidFill>
            <a:prstDash val="solid"/>
          </a:ln>
        </p:spPr>
      </p:sp>
      <p:sp>
        <p:nvSpPr>
          <p:cNvPr id="3484" name="text_8930">
            <a:extLst xmlns:a="http://schemas.openxmlformats.org/drawingml/2006/main">
              <a:ext uri="{FF2B5EF4-FFF2-40B4-BE49-F238E27FC236}">
                <a16:creationId xmlns:a16="http://schemas.microsoft.com/office/drawing/2014/main" id="{D957B224-B534-450E-9B49-0B04ADC3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47977" y="4773801"/>
            <a:ext cx="64908" cy="22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3485" name="text_8931">
            <a:extLst xmlns:a="http://schemas.openxmlformats.org/drawingml/2006/main">
              <a:ext uri="{FF2B5EF4-FFF2-40B4-BE49-F238E27FC236}">
                <a16:creationId xmlns:a16="http://schemas.microsoft.com/office/drawing/2014/main" id="{6E4D776E-3E69-4E97-9A46-4EC9728F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38134" y="4808505"/>
            <a:ext cx="1629200" cy="188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Emap2lig</a:t>
            </a:r>
          </a:p>
        </p:txBody>
      </p:sp>
      <p:sp>
        <p:nvSpPr>
          <p:cNvPr id="3486" name="data_8932">
            <a:extLst xmlns:a="http://schemas.openxmlformats.org/drawingml/2006/main">
              <a:ext uri="{FF2B5EF4-FFF2-40B4-BE49-F238E27FC236}">
                <a16:creationId xmlns:a16="http://schemas.microsoft.com/office/drawing/2014/main" id="{AA1C023C-1CDF-4301-9B35-B56BBEE8C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625" y="6036870"/>
            <a:ext cx="2049083" cy="916065"/>
          </a:xfrm>
          <a:custGeom xmlns:a="http://schemas.openxmlformats.org/drawingml/2006/main">
            <a:pathLst>
              <a:path w="2049083" h="916065">
                <a:moveTo>
                  <a:pt x="0" y="916065"/>
                </a:moveTo>
                <a:lnTo>
                  <a:pt x="26270" y="914613"/>
                </a:lnTo>
                <a:lnTo>
                  <a:pt x="26270" y="913643"/>
                </a:lnTo>
                <a:lnTo>
                  <a:pt x="37946" y="912141"/>
                </a:lnTo>
                <a:lnTo>
                  <a:pt x="37946" y="910040"/>
                </a:lnTo>
                <a:lnTo>
                  <a:pt x="48788" y="909483"/>
                </a:lnTo>
                <a:lnTo>
                  <a:pt x="48788" y="906782"/>
                </a:lnTo>
                <a:lnTo>
                  <a:pt x="56919" y="905813"/>
                </a:lnTo>
                <a:lnTo>
                  <a:pt x="56919" y="902347"/>
                </a:lnTo>
                <a:lnTo>
                  <a:pt x="68303" y="900387"/>
                </a:lnTo>
                <a:lnTo>
                  <a:pt x="70054" y="896994"/>
                </a:lnTo>
                <a:lnTo>
                  <a:pt x="75892" y="896994"/>
                </a:lnTo>
                <a:lnTo>
                  <a:pt x="75892" y="894893"/>
                </a:lnTo>
                <a:lnTo>
                  <a:pt x="85378" y="893609"/>
                </a:lnTo>
                <a:lnTo>
                  <a:pt x="85378" y="886520"/>
                </a:lnTo>
                <a:lnTo>
                  <a:pt x="97575" y="885721"/>
                </a:lnTo>
                <a:lnTo>
                  <a:pt x="97575" y="878970"/>
                </a:lnTo>
                <a:lnTo>
                  <a:pt x="113838" y="877467"/>
                </a:lnTo>
                <a:lnTo>
                  <a:pt x="113838" y="860107"/>
                </a:lnTo>
                <a:lnTo>
                  <a:pt x="124187" y="859865"/>
                </a:lnTo>
                <a:lnTo>
                  <a:pt x="125222" y="856113"/>
                </a:lnTo>
                <a:lnTo>
                  <a:pt x="136606" y="855870"/>
                </a:lnTo>
                <a:lnTo>
                  <a:pt x="136606" y="842323"/>
                </a:lnTo>
                <a:lnTo>
                  <a:pt x="157622" y="840473"/>
                </a:lnTo>
                <a:lnTo>
                  <a:pt x="159373" y="839916"/>
                </a:lnTo>
                <a:lnTo>
                  <a:pt x="170757" y="839916"/>
                </a:lnTo>
                <a:lnTo>
                  <a:pt x="170757" y="807308"/>
                </a:lnTo>
                <a:lnTo>
                  <a:pt x="186280" y="806750"/>
                </a:lnTo>
                <a:lnTo>
                  <a:pt x="186280" y="803314"/>
                </a:lnTo>
                <a:lnTo>
                  <a:pt x="195151" y="801706"/>
                </a:lnTo>
                <a:lnTo>
                  <a:pt x="195151" y="796305"/>
                </a:lnTo>
                <a:lnTo>
                  <a:pt x="204908" y="796063"/>
                </a:lnTo>
                <a:lnTo>
                  <a:pt x="204908" y="792912"/>
                </a:lnTo>
                <a:lnTo>
                  <a:pt x="227676" y="792113"/>
                </a:lnTo>
                <a:lnTo>
                  <a:pt x="227676" y="758717"/>
                </a:lnTo>
                <a:lnTo>
                  <a:pt x="243938" y="758160"/>
                </a:lnTo>
                <a:lnTo>
                  <a:pt x="243938" y="755459"/>
                </a:lnTo>
                <a:lnTo>
                  <a:pt x="248374" y="755459"/>
                </a:lnTo>
                <a:lnTo>
                  <a:pt x="248374" y="752022"/>
                </a:lnTo>
                <a:lnTo>
                  <a:pt x="256135" y="751465"/>
                </a:lnTo>
                <a:lnTo>
                  <a:pt x="256135" y="744376"/>
                </a:lnTo>
                <a:lnTo>
                  <a:pt x="265622" y="744061"/>
                </a:lnTo>
                <a:lnTo>
                  <a:pt x="265622" y="741961"/>
                </a:lnTo>
                <a:lnTo>
                  <a:pt x="273211" y="741719"/>
                </a:lnTo>
                <a:lnTo>
                  <a:pt x="273211" y="728171"/>
                </a:lnTo>
                <a:lnTo>
                  <a:pt x="292726" y="726645"/>
                </a:lnTo>
                <a:lnTo>
                  <a:pt x="292726" y="721244"/>
                </a:lnTo>
                <a:lnTo>
                  <a:pt x="310467" y="720371"/>
                </a:lnTo>
                <a:lnTo>
                  <a:pt x="310467" y="716934"/>
                </a:lnTo>
                <a:lnTo>
                  <a:pt x="341514" y="715892"/>
                </a:lnTo>
                <a:lnTo>
                  <a:pt x="341514" y="576865"/>
                </a:lnTo>
                <a:lnTo>
                  <a:pt x="372561" y="575750"/>
                </a:lnTo>
                <a:lnTo>
                  <a:pt x="372561" y="572313"/>
                </a:lnTo>
                <a:lnTo>
                  <a:pt x="390302" y="571683"/>
                </a:lnTo>
                <a:lnTo>
                  <a:pt x="390302" y="566282"/>
                </a:lnTo>
                <a:lnTo>
                  <a:pt x="409817" y="565967"/>
                </a:lnTo>
                <a:lnTo>
                  <a:pt x="411568" y="555958"/>
                </a:lnTo>
                <a:lnTo>
                  <a:pt x="426892" y="555716"/>
                </a:lnTo>
                <a:lnTo>
                  <a:pt x="426892" y="553353"/>
                </a:lnTo>
                <a:lnTo>
                  <a:pt x="434654" y="553038"/>
                </a:lnTo>
                <a:lnTo>
                  <a:pt x="434654" y="549601"/>
                </a:lnTo>
                <a:lnTo>
                  <a:pt x="455352" y="549358"/>
                </a:lnTo>
                <a:lnTo>
                  <a:pt x="455352" y="514460"/>
                </a:lnTo>
                <a:lnTo>
                  <a:pt x="487877" y="514145"/>
                </a:lnTo>
                <a:lnTo>
                  <a:pt x="487877" y="508744"/>
                </a:lnTo>
                <a:lnTo>
                  <a:pt x="496747" y="508744"/>
                </a:lnTo>
                <a:lnTo>
                  <a:pt x="496747" y="505307"/>
                </a:lnTo>
                <a:lnTo>
                  <a:pt x="512271" y="505065"/>
                </a:lnTo>
                <a:lnTo>
                  <a:pt x="512271" y="483799"/>
                </a:lnTo>
                <a:lnTo>
                  <a:pt x="546422" y="482999"/>
                </a:lnTo>
                <a:lnTo>
                  <a:pt x="546422" y="473233"/>
                </a:lnTo>
                <a:lnTo>
                  <a:pt x="569190" y="472918"/>
                </a:lnTo>
                <a:lnTo>
                  <a:pt x="569190" y="460001"/>
                </a:lnTo>
                <a:lnTo>
                  <a:pt x="585452" y="459686"/>
                </a:lnTo>
                <a:lnTo>
                  <a:pt x="585452" y="456985"/>
                </a:lnTo>
                <a:lnTo>
                  <a:pt x="614725" y="455305"/>
                </a:lnTo>
                <a:lnTo>
                  <a:pt x="614725" y="453415"/>
                </a:lnTo>
                <a:lnTo>
                  <a:pt x="626109" y="451696"/>
                </a:lnTo>
                <a:lnTo>
                  <a:pt x="626109" y="451381"/>
                </a:lnTo>
                <a:lnTo>
                  <a:pt x="683028" y="450654"/>
                </a:lnTo>
                <a:lnTo>
                  <a:pt x="683028" y="131026"/>
                </a:lnTo>
                <a:lnTo>
                  <a:pt x="745121" y="130154"/>
                </a:lnTo>
                <a:lnTo>
                  <a:pt x="745121" y="128436"/>
                </a:lnTo>
                <a:lnTo>
                  <a:pt x="761839" y="126545"/>
                </a:lnTo>
                <a:lnTo>
                  <a:pt x="761839" y="125576"/>
                </a:lnTo>
                <a:lnTo>
                  <a:pt x="796866" y="125576"/>
                </a:lnTo>
                <a:lnTo>
                  <a:pt x="796866" y="118960"/>
                </a:lnTo>
                <a:lnTo>
                  <a:pt x="808249" y="116999"/>
                </a:lnTo>
                <a:lnTo>
                  <a:pt x="808249" y="116684"/>
                </a:lnTo>
                <a:lnTo>
                  <a:pt x="819633" y="116442"/>
                </a:lnTo>
                <a:lnTo>
                  <a:pt x="819633" y="112661"/>
                </a:lnTo>
                <a:lnTo>
                  <a:pt x="869308" y="112176"/>
                </a:lnTo>
                <a:lnTo>
                  <a:pt x="869308" y="110458"/>
                </a:lnTo>
                <a:lnTo>
                  <a:pt x="1024541" y="108616"/>
                </a:lnTo>
                <a:lnTo>
                  <a:pt x="1024541" y="103890"/>
                </a:lnTo>
                <a:lnTo>
                  <a:pt x="1138379" y="103648"/>
                </a:lnTo>
                <a:lnTo>
                  <a:pt x="1138379" y="98922"/>
                </a:lnTo>
                <a:lnTo>
                  <a:pt x="1195298" y="98680"/>
                </a:lnTo>
                <a:lnTo>
                  <a:pt x="1195298" y="93954"/>
                </a:lnTo>
                <a:lnTo>
                  <a:pt x="1229450" y="93712"/>
                </a:lnTo>
                <a:lnTo>
                  <a:pt x="1229450" y="89931"/>
                </a:lnTo>
                <a:lnTo>
                  <a:pt x="1366055" y="88093"/>
                </a:lnTo>
                <a:lnTo>
                  <a:pt x="1366055" y="34534"/>
                </a:lnTo>
                <a:lnTo>
                  <a:pt x="1593731" y="33807"/>
                </a:lnTo>
                <a:lnTo>
                  <a:pt x="1593731" y="24356"/>
                </a:lnTo>
                <a:lnTo>
                  <a:pt x="1707569" y="24114"/>
                </a:lnTo>
                <a:lnTo>
                  <a:pt x="1707569" y="19388"/>
                </a:lnTo>
                <a:lnTo>
                  <a:pt x="2049083" y="18903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00878B"/>
            </a:solidFill>
            <a:prstDash val="solid"/>
          </a:ln>
        </p:spPr>
      </p:sp>
      <p:sp>
        <p:nvSpPr>
          <p:cNvPr id="3487" name="data_8933">
            <a:extLst xmlns:a="http://schemas.openxmlformats.org/drawingml/2006/main">
              <a:ext uri="{FF2B5EF4-FFF2-40B4-BE49-F238E27FC236}">
                <a16:creationId xmlns:a16="http://schemas.microsoft.com/office/drawing/2014/main" id="{EC783CBE-9600-4D24-B2C3-42192D1D4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625" y="6064491"/>
            <a:ext cx="2049083" cy="888444"/>
          </a:xfrm>
          <a:custGeom xmlns:a="http://schemas.openxmlformats.org/drawingml/2006/main">
            <a:pathLst>
              <a:path w="2049083" h="888444">
                <a:moveTo>
                  <a:pt x="0" y="888444"/>
                </a:moveTo>
                <a:lnTo>
                  <a:pt x="569190" y="888444"/>
                </a:lnTo>
                <a:lnTo>
                  <a:pt x="569190" y="872579"/>
                </a:lnTo>
                <a:lnTo>
                  <a:pt x="683028" y="872579"/>
                </a:lnTo>
                <a:lnTo>
                  <a:pt x="683028" y="296148"/>
                </a:lnTo>
                <a:lnTo>
                  <a:pt x="1366055" y="296148"/>
                </a:lnTo>
                <a:lnTo>
                  <a:pt x="1366055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621">
            <a:solidFill>
              <a:srgbClr val="3A64C8"/>
            </a:solidFill>
            <a:prstDash val="solid"/>
          </a:ln>
        </p:spPr>
      </p:sp>
      <p:sp>
        <p:nvSpPr>
          <p:cNvPr id="3488" name="data_8934">
            <a:extLst xmlns:a="http://schemas.openxmlformats.org/drawingml/2006/main">
              <a:ext uri="{FF2B5EF4-FFF2-40B4-BE49-F238E27FC236}">
                <a16:creationId xmlns:a16="http://schemas.microsoft.com/office/drawing/2014/main" id="{14535CC5-DE59-4C57-802E-1EB1AB7B9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990" y="6583586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3489" name="data_8935">
            <a:extLst xmlns:a="http://schemas.openxmlformats.org/drawingml/2006/main">
              <a:ext uri="{FF2B5EF4-FFF2-40B4-BE49-F238E27FC236}">
                <a16:creationId xmlns:a16="http://schemas.microsoft.com/office/drawing/2014/main" id="{B12DF079-0106-454A-AFB2-CBEB4D95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1504" y="6137748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3490" name="data_8936">
            <a:extLst xmlns:a="http://schemas.openxmlformats.org/drawingml/2006/main">
              <a:ext uri="{FF2B5EF4-FFF2-40B4-BE49-F238E27FC236}">
                <a16:creationId xmlns:a16="http://schemas.microsoft.com/office/drawing/2014/main" id="{2E280775-789B-4B81-9705-EF474E55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4532" y="6041256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3491" name="data_8937">
            <a:extLst xmlns:a="http://schemas.openxmlformats.org/drawingml/2006/main">
              <a:ext uri="{FF2B5EF4-FFF2-40B4-BE49-F238E27FC236}">
                <a16:creationId xmlns:a16="http://schemas.microsoft.com/office/drawing/2014/main" id="{68E29BA0-D996-4D2E-B309-B875AD5F8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7559" y="6006722"/>
            <a:ext cx="60297" cy="602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6207">
            <a:solidFill>
              <a:srgbClr val="FFFFFF"/>
            </a:solidFill>
            <a:prstDash val="solid"/>
          </a:ln>
        </p:spPr>
      </p:sp>
      <p:sp>
        <p:nvSpPr>
          <p:cNvPr id="3492" name="data_8938">
            <a:extLst xmlns:a="http://schemas.openxmlformats.org/drawingml/2006/main">
              <a:ext uri="{FF2B5EF4-FFF2-40B4-BE49-F238E27FC236}">
                <a16:creationId xmlns:a16="http://schemas.microsoft.com/office/drawing/2014/main" id="{CD4E3E5A-1004-4916-A4AE-55EDADB55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9978" y="6902775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3493" name="data_8939">
            <a:extLst xmlns:a="http://schemas.openxmlformats.org/drawingml/2006/main">
              <a:ext uri="{FF2B5EF4-FFF2-40B4-BE49-F238E27FC236}">
                <a16:creationId xmlns:a16="http://schemas.microsoft.com/office/drawing/2014/main" id="{31284940-872C-4CE8-BFE2-ACB3C9F3B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92" y="6310478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3494" name="data_8940">
            <a:extLst xmlns:a="http://schemas.openxmlformats.org/drawingml/2006/main">
              <a:ext uri="{FF2B5EF4-FFF2-40B4-BE49-F238E27FC236}">
                <a16:creationId xmlns:a16="http://schemas.microsoft.com/office/drawing/2014/main" id="{5A01DA58-4447-4735-B9B8-796AF8CA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4520" y="6014330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3495" name="data_8941">
            <a:extLst xmlns:a="http://schemas.openxmlformats.org/drawingml/2006/main">
              <a:ext uri="{FF2B5EF4-FFF2-40B4-BE49-F238E27FC236}">
                <a16:creationId xmlns:a16="http://schemas.microsoft.com/office/drawing/2014/main" id="{A07C67EF-B3A0-4FC3-852E-97315F30B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7547" y="6014330"/>
            <a:ext cx="100321" cy="100321"/>
          </a:xfrm>
          <a:custGeom xmlns:a="http://schemas.openxmlformats.org/drawingml/2006/main"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5961">
            <a:solidFill>
              <a:srgbClr val="3A64C8"/>
            </a:solidFill>
            <a:prstDash val="solid"/>
          </a:ln>
        </p:spPr>
      </p:sp>
      <p:sp>
        <p:nvSpPr>
          <p:cNvPr id="3496" name="data_8942">
            <a:extLst xmlns:a="http://schemas.openxmlformats.org/drawingml/2006/main">
              <a:ext uri="{FF2B5EF4-FFF2-40B4-BE49-F238E27FC236}">
                <a16:creationId xmlns:a16="http://schemas.microsoft.com/office/drawing/2014/main" id="{E5E599DC-9785-4E9F-94D2-967F59F94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820" y="1142567"/>
            <a:ext cx="269563" cy="191"/>
          </a:xfrm>
          <a:custGeom xmlns:a="http://schemas.openxmlformats.org/drawingml/2006/main">
            <a:pathLst>
              <a:path w="269563" h="191">
                <a:moveTo>
                  <a:pt x="0" y="0"/>
                </a:moveTo>
                <a:lnTo>
                  <a:pt x="134782" y="0"/>
                </a:lnTo>
                <a:lnTo>
                  <a:pt x="2695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31922">
            <a:solidFill>
              <a:srgbClr val="00878B"/>
            </a:solidFill>
            <a:prstDash val="solid"/>
          </a:ln>
        </p:spPr>
      </p:sp>
      <p:sp>
        <p:nvSpPr>
          <p:cNvPr id="3497" name="data_8943">
            <a:extLst xmlns:a="http://schemas.openxmlformats.org/drawingml/2006/main">
              <a:ext uri="{FF2B5EF4-FFF2-40B4-BE49-F238E27FC236}">
                <a16:creationId xmlns:a16="http://schemas.microsoft.com/office/drawing/2014/main" id="{9B5C277A-6A2A-4776-BB78-F323A5DA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2000" y="1115965"/>
            <a:ext cx="53203" cy="5320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8B"/>
          </a:solidFill>
          <a:ln xmlns:a="http://schemas.openxmlformats.org/drawingml/2006/main" w="17734">
            <a:solidFill>
              <a:srgbClr val="00878B"/>
            </a:solidFill>
            <a:prstDash val="solid"/>
          </a:ln>
        </p:spPr>
      </p:sp>
      <p:sp>
        <p:nvSpPr>
          <p:cNvPr id="3498" name="text_8944">
            <a:extLst xmlns:a="http://schemas.openxmlformats.org/drawingml/2006/main">
              <a:ext uri="{FF2B5EF4-FFF2-40B4-BE49-F238E27FC236}">
                <a16:creationId xmlns:a16="http://schemas.microsoft.com/office/drawing/2014/main" id="{9304818A-D43A-4399-B544-63CCAC6B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11208" y="1083263"/>
            <a:ext cx="326548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</a:t>
            </a:r>
          </a:p>
        </p:txBody>
      </p:sp>
      <p:sp>
        <p:nvSpPr>
          <p:cNvPr id="3499" name="data_8945">
            <a:extLst xmlns:a="http://schemas.openxmlformats.org/drawingml/2006/main">
              <a:ext uri="{FF2B5EF4-FFF2-40B4-BE49-F238E27FC236}">
                <a16:creationId xmlns:a16="http://schemas.microsoft.com/office/drawing/2014/main" id="{553CD366-5C41-40CF-A3D0-D7E0E14F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8456" y="1142567"/>
            <a:ext cx="269563" cy="191"/>
          </a:xfrm>
          <a:custGeom xmlns:a="http://schemas.openxmlformats.org/drawingml/2006/main">
            <a:pathLst>
              <a:path w="269563" h="191">
                <a:moveTo>
                  <a:pt x="0" y="0"/>
                </a:moveTo>
                <a:lnTo>
                  <a:pt x="134782" y="0"/>
                </a:lnTo>
                <a:lnTo>
                  <a:pt x="2695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8621">
            <a:solidFill>
              <a:srgbClr val="3A64C8"/>
            </a:solidFill>
            <a:prstDash val="solid"/>
          </a:ln>
        </p:spPr>
      </p:sp>
      <p:sp>
        <p:nvSpPr>
          <p:cNvPr id="3500" name="data_8946">
            <a:extLst xmlns:a="http://schemas.openxmlformats.org/drawingml/2006/main">
              <a:ext uri="{FF2B5EF4-FFF2-40B4-BE49-F238E27FC236}">
                <a16:creationId xmlns:a16="http://schemas.microsoft.com/office/drawing/2014/main" id="{4C638A3F-F28B-4871-B52A-AE40CAEF3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348" y="1098677"/>
            <a:ext cx="87781" cy="87781"/>
          </a:xfrm>
          <a:custGeom xmlns:a="http://schemas.openxmlformats.org/drawingml/2006/main">
            <a:pathLst>
              <a:path w="87781" h="87781">
                <a:moveTo>
                  <a:pt x="43890" y="87781"/>
                </a:moveTo>
                <a:lnTo>
                  <a:pt x="87781" y="43890"/>
                </a:lnTo>
                <a:lnTo>
                  <a:pt x="43890" y="0"/>
                </a:lnTo>
                <a:lnTo>
                  <a:pt x="0" y="43890"/>
                </a:lnTo>
                <a:lnTo>
                  <a:pt x="43890" y="87781"/>
                </a:lnTo>
                <a:close/>
              </a:path>
            </a:pathLst>
          </a:cu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7734">
            <a:solidFill>
              <a:srgbClr val="3A64C8"/>
            </a:solidFill>
            <a:prstDash val="solid"/>
          </a:ln>
        </p:spPr>
      </p:sp>
      <p:sp>
        <p:nvSpPr>
          <p:cNvPr id="3501" name="text_8947">
            <a:extLst xmlns:a="http://schemas.openxmlformats.org/drawingml/2006/main">
              <a:ext uri="{FF2B5EF4-FFF2-40B4-BE49-F238E27FC236}">
                <a16:creationId xmlns:a16="http://schemas.microsoft.com/office/drawing/2014/main" id="{63E2EAC1-6D8A-41F2-8012-E094F63D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75845" y="1083263"/>
            <a:ext cx="428308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Median</a:t>
            </a:r>
          </a:p>
        </p:txBody>
      </p:sp>
      <p:sp>
        <p:nvSpPr>
          <p:cNvPr id="3502" name="data_8948">
            <a:extLst xmlns:a="http://schemas.openxmlformats.org/drawingml/2006/main">
              <a:ext uri="{FF2B5EF4-FFF2-40B4-BE49-F238E27FC236}">
                <a16:creationId xmlns:a16="http://schemas.microsoft.com/office/drawing/2014/main" id="{C9E1DC64-3F13-43A3-815D-6454A9C44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3033" y="1115965"/>
            <a:ext cx="53203" cy="5320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8C97"/>
          </a:solidFill>
          <a:ln xmlns:a="http://schemas.openxmlformats.org/drawingml/2006/main" w="17734">
            <a:solidFill>
              <a:srgbClr val="7F8C97"/>
            </a:solidFill>
            <a:prstDash val="solid"/>
          </a:ln>
        </p:spPr>
      </p:sp>
      <p:sp>
        <p:nvSpPr>
          <p:cNvPr id="3503" name="text_8949">
            <a:extLst xmlns:a="http://schemas.openxmlformats.org/drawingml/2006/main">
              <a:ext uri="{FF2B5EF4-FFF2-40B4-BE49-F238E27FC236}">
                <a16:creationId xmlns:a16="http://schemas.microsoft.com/office/drawing/2014/main" id="{9B1745DE-6170-4651-867A-08637CD6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2242" y="1083263"/>
            <a:ext cx="800710" cy="168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1278594593"/>
      </p:ext>
    </p:extLst>
  </p:cSld>
  <p:extLst>
    <p:ext uri="{6950BFC3-D8DA-4A85-94F7-54DA5524770B}">
      <p188:commentRel xmlns:r="http://schemas.openxmlformats.org/officeDocument/2006/relationships" xmlns:p188="http://schemas.microsoft.com/office/powerpoint/2018/8/main" r:id="R2e2ac7da1602438d"/>
    </p:ext>
  </p:extLs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1" name="data_0">
            <a:extLst>
              <a:ext uri="{FF2B5EF4-FFF2-40B4-BE49-F238E27FC236}">
                <a16:creationId xmlns:a16="http://schemas.microsoft.com/office/drawing/2014/main" id="{01CAFD2A-9033-4A5E-9238-28C97CB4BE9D}"/>
              </a:ext>
            </a:extLst>
          </p:cNvPr>
          <p:cNvSpPr>
            <a:spLocks/>
          </p:cNvSpPr>
          <p:nvPr/>
        </p:nvSpPr>
        <p:spPr>
          <a:xfrm>
            <a:off x="238125" y="504560"/>
            <a:ext cx="9048750" cy="7791979"/>
          </a:xfrm>
          <a:custGeom>
            <a:avLst/>
            <a:gdLst/>
            <a:ahLst/>
            <a:cxnLst/>
            <a:rect l="0" t="0" r="0" b="0"/>
            <a:pathLst>
              <a:path w="9048750" h="7791979">
                <a:moveTo>
                  <a:pt x="0" y="7791979"/>
                </a:moveTo>
                <a:lnTo>
                  <a:pt x="9048750" y="7791979"/>
                </a:lnTo>
                <a:lnTo>
                  <a:pt x="9048750" y="0"/>
                </a:lnTo>
                <a:lnTo>
                  <a:pt x="0" y="0"/>
                </a:lnTo>
                <a:lnTo>
                  <a:pt x="0" y="7791979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1">
            <a:extLst>
              <a:ext uri="{FF2B5EF4-FFF2-40B4-BE49-F238E27FC236}">
                <a16:creationId xmlns:a16="http://schemas.microsoft.com/office/drawing/2014/main" id="{4BEF8165-0534-41A9-8213-CF48CAF53A06}"/>
              </a:ext>
            </a:extLst>
          </p:cNvPr>
          <p:cNvSpPr>
            <a:spLocks/>
          </p:cNvSpPr>
          <p:nvPr/>
        </p:nvSpPr>
        <p:spPr>
          <a:xfrm>
            <a:off x="1007269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2">
            <a:extLst>
              <a:ext uri="{FF2B5EF4-FFF2-40B4-BE49-F238E27FC236}">
                <a16:creationId xmlns:a16="http://schemas.microsoft.com/office/drawing/2014/main" id="{3DED3436-DF6A-408D-B9D4-1ABD21AC88D1}"/>
              </a:ext>
            </a:extLst>
          </p:cNvPr>
          <p:cNvSpPr>
            <a:spLocks/>
          </p:cNvSpPr>
          <p:nvPr/>
        </p:nvSpPr>
        <p:spPr>
          <a:xfrm>
            <a:off x="1475865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3">
            <a:extLst>
              <a:ext uri="{FF2B5EF4-FFF2-40B4-BE49-F238E27FC236}">
                <a16:creationId xmlns:a16="http://schemas.microsoft.com/office/drawing/2014/main" id="{13A26B58-3228-4AFF-9212-30AC05990E1B}"/>
              </a:ext>
            </a:extLst>
          </p:cNvPr>
          <p:cNvSpPr>
            <a:spLocks/>
          </p:cNvSpPr>
          <p:nvPr/>
        </p:nvSpPr>
        <p:spPr>
          <a:xfrm>
            <a:off x="1109400" y="3615928"/>
            <a:ext cx="74179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5" name="data_4">
            <a:extLst>
              <a:ext uri="{FF2B5EF4-FFF2-40B4-BE49-F238E27FC236}">
                <a16:creationId xmlns:a16="http://schemas.microsoft.com/office/drawing/2014/main" id="{DE12643E-26EC-425F-A2D9-D4D271775B59}"/>
              </a:ext>
            </a:extLst>
          </p:cNvPr>
          <p:cNvSpPr>
            <a:spLocks/>
          </p:cNvSpPr>
          <p:nvPr/>
        </p:nvSpPr>
        <p:spPr>
          <a:xfrm>
            <a:off x="2413057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" name="text_5">
            <a:extLst>
              <a:ext uri="{FF2B5EF4-FFF2-40B4-BE49-F238E27FC236}">
                <a16:creationId xmlns:a16="http://schemas.microsoft.com/office/drawing/2014/main" id="{D3F8F180-E273-47F4-AF37-7E9EB07CE97D}"/>
              </a:ext>
            </a:extLst>
          </p:cNvPr>
          <p:cNvSpPr>
            <a:spLocks/>
          </p:cNvSpPr>
          <p:nvPr/>
        </p:nvSpPr>
        <p:spPr>
          <a:xfrm>
            <a:off x="2052957" y="361592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7" name="text_6">
            <a:extLst>
              <a:ext uri="{FF2B5EF4-FFF2-40B4-BE49-F238E27FC236}">
                <a16:creationId xmlns:a16="http://schemas.microsoft.com/office/drawing/2014/main" id="{ADE92164-72CD-4A6A-9AA9-C1E982AEEBC1}"/>
              </a:ext>
            </a:extLst>
          </p:cNvPr>
          <p:cNvSpPr>
            <a:spLocks/>
          </p:cNvSpPr>
          <p:nvPr/>
        </p:nvSpPr>
        <p:spPr>
          <a:xfrm>
            <a:off x="2174280" y="3735645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8" name="text_7">
            <a:extLst>
              <a:ext uri="{FF2B5EF4-FFF2-40B4-BE49-F238E27FC236}">
                <a16:creationId xmlns:a16="http://schemas.microsoft.com/office/drawing/2014/main" id="{799000B8-6DE0-41C5-A84D-D68DD00BEF05}"/>
              </a:ext>
            </a:extLst>
          </p:cNvPr>
          <p:cNvSpPr>
            <a:spLocks/>
          </p:cNvSpPr>
          <p:nvPr/>
        </p:nvSpPr>
        <p:spPr>
          <a:xfrm>
            <a:off x="2240130" y="3735645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9" name="text_8">
            <a:extLst>
              <a:ext uri="{FF2B5EF4-FFF2-40B4-BE49-F238E27FC236}">
                <a16:creationId xmlns:a16="http://schemas.microsoft.com/office/drawing/2014/main" id="{925F4C3B-5520-43E9-8AA7-387E235D2479}"/>
              </a:ext>
            </a:extLst>
          </p:cNvPr>
          <p:cNvSpPr>
            <a:spLocks/>
          </p:cNvSpPr>
          <p:nvPr/>
        </p:nvSpPr>
        <p:spPr>
          <a:xfrm>
            <a:off x="2309340" y="3735645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0" name="text_9">
            <a:extLst>
              <a:ext uri="{FF2B5EF4-FFF2-40B4-BE49-F238E27FC236}">
                <a16:creationId xmlns:a16="http://schemas.microsoft.com/office/drawing/2014/main" id="{F3D8052F-776B-4494-8ED1-6237B3D84AA3}"/>
              </a:ext>
            </a:extLst>
          </p:cNvPr>
          <p:cNvSpPr>
            <a:spLocks/>
          </p:cNvSpPr>
          <p:nvPr/>
        </p:nvSpPr>
        <p:spPr>
          <a:xfrm>
            <a:off x="2383093" y="3735645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11" name="text_10">
            <a:extLst>
              <a:ext uri="{FF2B5EF4-FFF2-40B4-BE49-F238E27FC236}">
                <a16:creationId xmlns:a16="http://schemas.microsoft.com/office/drawing/2014/main" id="{DE1F51A4-B518-40B3-B7E2-E2E8FA1F78BE}"/>
              </a:ext>
            </a:extLst>
          </p:cNvPr>
          <p:cNvSpPr>
            <a:spLocks/>
          </p:cNvSpPr>
          <p:nvPr/>
        </p:nvSpPr>
        <p:spPr>
          <a:xfrm>
            <a:off x="2464876" y="3735645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2" name="text_11">
            <a:extLst>
              <a:ext uri="{FF2B5EF4-FFF2-40B4-BE49-F238E27FC236}">
                <a16:creationId xmlns:a16="http://schemas.microsoft.com/office/drawing/2014/main" id="{3A996943-F195-407C-93B4-A9C56C343536}"/>
              </a:ext>
            </a:extLst>
          </p:cNvPr>
          <p:cNvSpPr>
            <a:spLocks/>
          </p:cNvSpPr>
          <p:nvPr/>
        </p:nvSpPr>
        <p:spPr>
          <a:xfrm>
            <a:off x="2533884" y="3783780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3" name="text_12">
            <a:extLst>
              <a:ext uri="{FF2B5EF4-FFF2-40B4-BE49-F238E27FC236}">
                <a16:creationId xmlns:a16="http://schemas.microsoft.com/office/drawing/2014/main" id="{6449DF47-9D62-4932-8D71-1F5B262DFF76}"/>
              </a:ext>
            </a:extLst>
          </p:cNvPr>
          <p:cNvSpPr>
            <a:spLocks/>
          </p:cNvSpPr>
          <p:nvPr/>
        </p:nvSpPr>
        <p:spPr>
          <a:xfrm>
            <a:off x="2579107" y="3783780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text_13">
            <a:extLst>
              <a:ext uri="{FF2B5EF4-FFF2-40B4-BE49-F238E27FC236}">
                <a16:creationId xmlns:a16="http://schemas.microsoft.com/office/drawing/2014/main" id="{000CE97A-0BE5-4487-A5D5-3AA4DEFB583D}"/>
              </a:ext>
            </a:extLst>
          </p:cNvPr>
          <p:cNvSpPr>
            <a:spLocks/>
          </p:cNvSpPr>
          <p:nvPr/>
        </p:nvSpPr>
        <p:spPr>
          <a:xfrm>
            <a:off x="2601631" y="3783780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5" name="data_14">
            <a:extLst>
              <a:ext uri="{FF2B5EF4-FFF2-40B4-BE49-F238E27FC236}">
                <a16:creationId xmlns:a16="http://schemas.microsoft.com/office/drawing/2014/main" id="{FAEFB243-A0BB-4EA4-AD14-A459012AD167}"/>
              </a:ext>
            </a:extLst>
          </p:cNvPr>
          <p:cNvSpPr>
            <a:spLocks/>
          </p:cNvSpPr>
          <p:nvPr/>
        </p:nvSpPr>
        <p:spPr>
          <a:xfrm>
            <a:off x="1007269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" name="data_15">
            <a:extLst>
              <a:ext uri="{FF2B5EF4-FFF2-40B4-BE49-F238E27FC236}">
                <a16:creationId xmlns:a16="http://schemas.microsoft.com/office/drawing/2014/main" id="{78EEC56A-81A7-4431-B4A6-CD66F2A668AF}"/>
              </a:ext>
            </a:extLst>
          </p:cNvPr>
          <p:cNvSpPr>
            <a:spLocks/>
          </p:cNvSpPr>
          <p:nvPr/>
        </p:nvSpPr>
        <p:spPr>
          <a:xfrm>
            <a:off x="962933" y="347921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" name="text_16">
            <a:extLst>
              <a:ext uri="{FF2B5EF4-FFF2-40B4-BE49-F238E27FC236}">
                <a16:creationId xmlns:a16="http://schemas.microsoft.com/office/drawing/2014/main" id="{6226D894-ED8C-46A6-88B3-ED60A6AF7819}"/>
              </a:ext>
            </a:extLst>
          </p:cNvPr>
          <p:cNvSpPr>
            <a:spLocks/>
          </p:cNvSpPr>
          <p:nvPr/>
        </p:nvSpPr>
        <p:spPr>
          <a:xfrm>
            <a:off x="739209" y="34217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8" name="data_17">
            <a:extLst>
              <a:ext uri="{FF2B5EF4-FFF2-40B4-BE49-F238E27FC236}">
                <a16:creationId xmlns:a16="http://schemas.microsoft.com/office/drawing/2014/main" id="{15C649D9-A741-4D6E-B5C7-0E081669E5F1}"/>
              </a:ext>
            </a:extLst>
          </p:cNvPr>
          <p:cNvSpPr>
            <a:spLocks/>
          </p:cNvSpPr>
          <p:nvPr/>
        </p:nvSpPr>
        <p:spPr>
          <a:xfrm>
            <a:off x="1007269" y="259506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9" name="data_18">
            <a:extLst>
              <a:ext uri="{FF2B5EF4-FFF2-40B4-BE49-F238E27FC236}">
                <a16:creationId xmlns:a16="http://schemas.microsoft.com/office/drawing/2014/main" id="{1AF32FE2-497C-449C-B52A-C8AB591A174E}"/>
              </a:ext>
            </a:extLst>
          </p:cNvPr>
          <p:cNvSpPr>
            <a:spLocks/>
          </p:cNvSpPr>
          <p:nvPr/>
        </p:nvSpPr>
        <p:spPr>
          <a:xfrm>
            <a:off x="962933" y="259506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0" name="text_19">
            <a:extLst>
              <a:ext uri="{FF2B5EF4-FFF2-40B4-BE49-F238E27FC236}">
                <a16:creationId xmlns:a16="http://schemas.microsoft.com/office/drawing/2014/main" id="{F585887C-4A4F-4ACA-AD42-585129D042B8}"/>
              </a:ext>
            </a:extLst>
          </p:cNvPr>
          <p:cNvSpPr>
            <a:spLocks/>
          </p:cNvSpPr>
          <p:nvPr/>
        </p:nvSpPr>
        <p:spPr>
          <a:xfrm>
            <a:off x="739209" y="253761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1" name="data_20">
            <a:extLst>
              <a:ext uri="{FF2B5EF4-FFF2-40B4-BE49-F238E27FC236}">
                <a16:creationId xmlns:a16="http://schemas.microsoft.com/office/drawing/2014/main" id="{ABAD1765-2579-45C3-AF4B-582AD79B8C95}"/>
              </a:ext>
            </a:extLst>
          </p:cNvPr>
          <p:cNvSpPr>
            <a:spLocks/>
          </p:cNvSpPr>
          <p:nvPr/>
        </p:nvSpPr>
        <p:spPr>
          <a:xfrm>
            <a:off x="1007269" y="171092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2" name="data_21">
            <a:extLst>
              <a:ext uri="{FF2B5EF4-FFF2-40B4-BE49-F238E27FC236}">
                <a16:creationId xmlns:a16="http://schemas.microsoft.com/office/drawing/2014/main" id="{004CA115-20D8-492B-979D-79982147CA1B}"/>
              </a:ext>
            </a:extLst>
          </p:cNvPr>
          <p:cNvSpPr>
            <a:spLocks/>
          </p:cNvSpPr>
          <p:nvPr/>
        </p:nvSpPr>
        <p:spPr>
          <a:xfrm>
            <a:off x="962933" y="17109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3" name="text_22">
            <a:extLst>
              <a:ext uri="{FF2B5EF4-FFF2-40B4-BE49-F238E27FC236}">
                <a16:creationId xmlns:a16="http://schemas.microsoft.com/office/drawing/2014/main" id="{146943BC-7C74-47A9-BEF3-ACC00C014276}"/>
              </a:ext>
            </a:extLst>
          </p:cNvPr>
          <p:cNvSpPr>
            <a:spLocks/>
          </p:cNvSpPr>
          <p:nvPr/>
        </p:nvSpPr>
        <p:spPr>
          <a:xfrm>
            <a:off x="739209" y="165347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4" name="text_23">
            <a:extLst>
              <a:ext uri="{FF2B5EF4-FFF2-40B4-BE49-F238E27FC236}">
                <a16:creationId xmlns:a16="http://schemas.microsoft.com/office/drawing/2014/main" id="{CF57A121-D450-48A7-A5EC-5DCBA94EAB79}"/>
              </a:ext>
            </a:extLst>
          </p:cNvPr>
          <p:cNvSpPr>
            <a:spLocks/>
          </p:cNvSpPr>
          <p:nvPr/>
        </p:nvSpPr>
        <p:spPr>
          <a:xfrm rot="-5400000">
            <a:off x="470001" y="2457780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25" name="data_24">
            <a:extLst>
              <a:ext uri="{FF2B5EF4-FFF2-40B4-BE49-F238E27FC236}">
                <a16:creationId xmlns:a16="http://schemas.microsoft.com/office/drawing/2014/main" id="{CD6D9B9A-90CB-46A8-8D60-8407F0CE7EAD}"/>
              </a:ext>
            </a:extLst>
          </p:cNvPr>
          <p:cNvSpPr>
            <a:spLocks/>
          </p:cNvSpPr>
          <p:nvPr/>
        </p:nvSpPr>
        <p:spPr>
          <a:xfrm>
            <a:off x="1154876" y="3042788"/>
            <a:ext cx="192124" cy="436423"/>
          </a:xfrm>
          <a:custGeom>
            <a:avLst/>
            <a:gdLst/>
            <a:ahLst/>
            <a:cxnLst/>
            <a:rect l="0" t="0" r="0" b="0"/>
            <a:pathLst>
              <a:path w="192124" h="436423">
                <a:moveTo>
                  <a:pt x="0" y="436423"/>
                </a:moveTo>
                <a:lnTo>
                  <a:pt x="192124" y="436423"/>
                </a:lnTo>
                <a:lnTo>
                  <a:pt x="192124" y="0"/>
                </a:lnTo>
                <a:lnTo>
                  <a:pt x="0" y="0"/>
                </a:lnTo>
                <a:lnTo>
                  <a:pt x="0" y="436423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6" name="data_25">
            <a:extLst>
              <a:ext uri="{FF2B5EF4-FFF2-40B4-BE49-F238E27FC236}">
                <a16:creationId xmlns:a16="http://schemas.microsoft.com/office/drawing/2014/main" id="{7FB4F399-A7FF-4980-B9AF-02C9AD3F6117}"/>
              </a:ext>
            </a:extLst>
          </p:cNvPr>
          <p:cNvSpPr>
            <a:spLocks/>
          </p:cNvSpPr>
          <p:nvPr/>
        </p:nvSpPr>
        <p:spPr>
          <a:xfrm>
            <a:off x="1379803" y="2635956"/>
            <a:ext cx="192124" cy="843255"/>
          </a:xfrm>
          <a:custGeom>
            <a:avLst/>
            <a:gdLst/>
            <a:ahLst/>
            <a:cxnLst/>
            <a:rect l="0" t="0" r="0" b="0"/>
            <a:pathLst>
              <a:path w="192124" h="843255">
                <a:moveTo>
                  <a:pt x="0" y="843255"/>
                </a:moveTo>
                <a:lnTo>
                  <a:pt x="192124" y="843255"/>
                </a:lnTo>
                <a:lnTo>
                  <a:pt x="192124" y="0"/>
                </a:lnTo>
                <a:lnTo>
                  <a:pt x="0" y="0"/>
                </a:lnTo>
                <a:lnTo>
                  <a:pt x="0" y="843255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" name="data_26">
            <a:extLst>
              <a:ext uri="{FF2B5EF4-FFF2-40B4-BE49-F238E27FC236}">
                <a16:creationId xmlns:a16="http://schemas.microsoft.com/office/drawing/2014/main" id="{E140A1C3-6CA3-436D-81DE-2F83AD6AE7F7}"/>
              </a:ext>
            </a:extLst>
          </p:cNvPr>
          <p:cNvSpPr>
            <a:spLocks/>
          </p:cNvSpPr>
          <p:nvPr/>
        </p:nvSpPr>
        <p:spPr>
          <a:xfrm>
            <a:off x="1604729" y="2445650"/>
            <a:ext cx="192124" cy="1033561"/>
          </a:xfrm>
          <a:custGeom>
            <a:avLst/>
            <a:gdLst/>
            <a:ahLst/>
            <a:cxnLst/>
            <a:rect l="0" t="0" r="0" b="0"/>
            <a:pathLst>
              <a:path w="192124" h="1033561">
                <a:moveTo>
                  <a:pt x="0" y="1033561"/>
                </a:moveTo>
                <a:lnTo>
                  <a:pt x="192124" y="1033561"/>
                </a:lnTo>
                <a:lnTo>
                  <a:pt x="192124" y="0"/>
                </a:lnTo>
                <a:lnTo>
                  <a:pt x="0" y="0"/>
                </a:lnTo>
                <a:lnTo>
                  <a:pt x="0" y="1033561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8" name="data_27">
            <a:extLst>
              <a:ext uri="{FF2B5EF4-FFF2-40B4-BE49-F238E27FC236}">
                <a16:creationId xmlns:a16="http://schemas.microsoft.com/office/drawing/2014/main" id="{A1FDB5B4-D9C8-4EBD-81A8-E010C3F78C48}"/>
              </a:ext>
            </a:extLst>
          </p:cNvPr>
          <p:cNvSpPr>
            <a:spLocks/>
          </p:cNvSpPr>
          <p:nvPr/>
        </p:nvSpPr>
        <p:spPr>
          <a:xfrm>
            <a:off x="2092068" y="3003536"/>
            <a:ext cx="192124" cy="475675"/>
          </a:xfrm>
          <a:custGeom>
            <a:avLst/>
            <a:gdLst/>
            <a:ahLst/>
            <a:cxnLst/>
            <a:rect l="0" t="0" r="0" b="0"/>
            <a:pathLst>
              <a:path w="192124" h="475675">
                <a:moveTo>
                  <a:pt x="0" y="475675"/>
                </a:moveTo>
                <a:lnTo>
                  <a:pt x="192124" y="475675"/>
                </a:lnTo>
                <a:lnTo>
                  <a:pt x="192124" y="0"/>
                </a:lnTo>
                <a:lnTo>
                  <a:pt x="0" y="0"/>
                </a:lnTo>
                <a:lnTo>
                  <a:pt x="0" y="475675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9" name="data_28">
            <a:extLst>
              <a:ext uri="{FF2B5EF4-FFF2-40B4-BE49-F238E27FC236}">
                <a16:creationId xmlns:a16="http://schemas.microsoft.com/office/drawing/2014/main" id="{DFA4B2C1-35F0-433A-A470-D6BF071DF289}"/>
              </a:ext>
            </a:extLst>
          </p:cNvPr>
          <p:cNvSpPr>
            <a:spLocks/>
          </p:cNvSpPr>
          <p:nvPr/>
        </p:nvSpPr>
        <p:spPr>
          <a:xfrm>
            <a:off x="2316995" y="2522774"/>
            <a:ext cx="192124" cy="956436"/>
          </a:xfrm>
          <a:custGeom>
            <a:avLst/>
            <a:gdLst/>
            <a:ahLst/>
            <a:cxnLst/>
            <a:rect l="0" t="0" r="0" b="0"/>
            <a:pathLst>
              <a:path w="192124" h="956436">
                <a:moveTo>
                  <a:pt x="0" y="956436"/>
                </a:moveTo>
                <a:lnTo>
                  <a:pt x="192124" y="956436"/>
                </a:lnTo>
                <a:lnTo>
                  <a:pt x="192124" y="0"/>
                </a:lnTo>
                <a:lnTo>
                  <a:pt x="0" y="0"/>
                </a:lnTo>
                <a:lnTo>
                  <a:pt x="0" y="956436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0" name="data_29">
            <a:extLst>
              <a:ext uri="{FF2B5EF4-FFF2-40B4-BE49-F238E27FC236}">
                <a16:creationId xmlns:a16="http://schemas.microsoft.com/office/drawing/2014/main" id="{9BC0C2B9-809F-4E8B-97C7-6D547A86B45E}"/>
              </a:ext>
            </a:extLst>
          </p:cNvPr>
          <p:cNvSpPr>
            <a:spLocks/>
          </p:cNvSpPr>
          <p:nvPr/>
        </p:nvSpPr>
        <p:spPr>
          <a:xfrm>
            <a:off x="2541921" y="2306548"/>
            <a:ext cx="192124" cy="1172663"/>
          </a:xfrm>
          <a:custGeom>
            <a:avLst/>
            <a:gdLst/>
            <a:ahLst/>
            <a:cxnLst/>
            <a:rect l="0" t="0" r="0" b="0"/>
            <a:pathLst>
              <a:path w="192124" h="1172663">
                <a:moveTo>
                  <a:pt x="0" y="1172663"/>
                </a:moveTo>
                <a:lnTo>
                  <a:pt x="192124" y="1172663"/>
                </a:lnTo>
                <a:lnTo>
                  <a:pt x="192124" y="0"/>
                </a:lnTo>
                <a:lnTo>
                  <a:pt x="0" y="0"/>
                </a:lnTo>
                <a:lnTo>
                  <a:pt x="0" y="117266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31" name="data_30">
            <a:extLst>
              <a:ext uri="{FF2B5EF4-FFF2-40B4-BE49-F238E27FC236}">
                <a16:creationId xmlns:a16="http://schemas.microsoft.com/office/drawing/2014/main" id="{90D4BC70-67F3-451C-9B8C-2F02D2E1AC51}"/>
              </a:ext>
            </a:extLst>
          </p:cNvPr>
          <p:cNvSpPr>
            <a:spLocks/>
          </p:cNvSpPr>
          <p:nvPr/>
        </p:nvSpPr>
        <p:spPr>
          <a:xfrm>
            <a:off x="119589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" name="data_31">
            <a:extLst>
              <a:ext uri="{FF2B5EF4-FFF2-40B4-BE49-F238E27FC236}">
                <a16:creationId xmlns:a16="http://schemas.microsoft.com/office/drawing/2014/main" id="{33F2CE71-C094-47E6-98B9-78384D4A02D0}"/>
              </a:ext>
            </a:extLst>
          </p:cNvPr>
          <p:cNvSpPr>
            <a:spLocks/>
          </p:cNvSpPr>
          <p:nvPr/>
        </p:nvSpPr>
        <p:spPr>
          <a:xfrm>
            <a:off x="125775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" name="data_32">
            <a:extLst>
              <a:ext uri="{FF2B5EF4-FFF2-40B4-BE49-F238E27FC236}">
                <a16:creationId xmlns:a16="http://schemas.microsoft.com/office/drawing/2014/main" id="{3BEE2A31-835B-46E0-95EF-99195DDFCD84}"/>
              </a:ext>
            </a:extLst>
          </p:cNvPr>
          <p:cNvSpPr>
            <a:spLocks/>
          </p:cNvSpPr>
          <p:nvPr/>
        </p:nvSpPr>
        <p:spPr>
          <a:xfrm>
            <a:off x="1171894" y="32047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" name="data_33">
            <a:extLst>
              <a:ext uri="{FF2B5EF4-FFF2-40B4-BE49-F238E27FC236}">
                <a16:creationId xmlns:a16="http://schemas.microsoft.com/office/drawing/2014/main" id="{81183E9F-E9E7-477D-A5E9-56A8E7C50ACC}"/>
              </a:ext>
            </a:extLst>
          </p:cNvPr>
          <p:cNvSpPr>
            <a:spLocks/>
          </p:cNvSpPr>
          <p:nvPr/>
        </p:nvSpPr>
        <p:spPr>
          <a:xfrm>
            <a:off x="122401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" name="data_34">
            <a:extLst>
              <a:ext uri="{FF2B5EF4-FFF2-40B4-BE49-F238E27FC236}">
                <a16:creationId xmlns:a16="http://schemas.microsoft.com/office/drawing/2014/main" id="{481E5661-CEDB-49F3-BADE-E71AC3C256CA}"/>
              </a:ext>
            </a:extLst>
          </p:cNvPr>
          <p:cNvSpPr>
            <a:spLocks/>
          </p:cNvSpPr>
          <p:nvPr/>
        </p:nvSpPr>
        <p:spPr>
          <a:xfrm>
            <a:off x="1183607" y="25267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" name="data_35">
            <a:extLst>
              <a:ext uri="{FF2B5EF4-FFF2-40B4-BE49-F238E27FC236}">
                <a16:creationId xmlns:a16="http://schemas.microsoft.com/office/drawing/2014/main" id="{C2C01458-2E10-4239-A2EA-4A00E5AD106B}"/>
              </a:ext>
            </a:extLst>
          </p:cNvPr>
          <p:cNvSpPr>
            <a:spLocks/>
          </p:cNvSpPr>
          <p:nvPr/>
        </p:nvSpPr>
        <p:spPr>
          <a:xfrm>
            <a:off x="127595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" name="data_36">
            <a:extLst>
              <a:ext uri="{FF2B5EF4-FFF2-40B4-BE49-F238E27FC236}">
                <a16:creationId xmlns:a16="http://schemas.microsoft.com/office/drawing/2014/main" id="{B88CDE93-69EC-4261-8AE0-A968455BE5EA}"/>
              </a:ext>
            </a:extLst>
          </p:cNvPr>
          <p:cNvSpPr>
            <a:spLocks/>
          </p:cNvSpPr>
          <p:nvPr/>
        </p:nvSpPr>
        <p:spPr>
          <a:xfrm>
            <a:off x="124224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" name="data_37">
            <a:extLst>
              <a:ext uri="{FF2B5EF4-FFF2-40B4-BE49-F238E27FC236}">
                <a16:creationId xmlns:a16="http://schemas.microsoft.com/office/drawing/2014/main" id="{F8735903-5A94-4958-974C-6E61802DA24E}"/>
              </a:ext>
            </a:extLst>
          </p:cNvPr>
          <p:cNvSpPr>
            <a:spLocks/>
          </p:cNvSpPr>
          <p:nvPr/>
        </p:nvSpPr>
        <p:spPr>
          <a:xfrm>
            <a:off x="1226594" y="22836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" name="data_38">
            <a:extLst>
              <a:ext uri="{FF2B5EF4-FFF2-40B4-BE49-F238E27FC236}">
                <a16:creationId xmlns:a16="http://schemas.microsoft.com/office/drawing/2014/main" id="{79E720C4-455E-42EA-AA55-AD23C21A72F8}"/>
              </a:ext>
            </a:extLst>
          </p:cNvPr>
          <p:cNvSpPr>
            <a:spLocks/>
          </p:cNvSpPr>
          <p:nvPr/>
        </p:nvSpPr>
        <p:spPr>
          <a:xfrm>
            <a:off x="1179513" y="33685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" name="data_39">
            <a:extLst>
              <a:ext uri="{FF2B5EF4-FFF2-40B4-BE49-F238E27FC236}">
                <a16:creationId xmlns:a16="http://schemas.microsoft.com/office/drawing/2014/main" id="{1CB0C9B6-F535-491C-94C7-F42E1C06E5BA}"/>
              </a:ext>
            </a:extLst>
          </p:cNvPr>
          <p:cNvSpPr>
            <a:spLocks/>
          </p:cNvSpPr>
          <p:nvPr/>
        </p:nvSpPr>
        <p:spPr>
          <a:xfrm>
            <a:off x="1208993" y="29568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" name="data_40">
            <a:extLst>
              <a:ext uri="{FF2B5EF4-FFF2-40B4-BE49-F238E27FC236}">
                <a16:creationId xmlns:a16="http://schemas.microsoft.com/office/drawing/2014/main" id="{4C396D5B-D387-49C1-9D6D-6E56053BC24E}"/>
              </a:ext>
            </a:extLst>
          </p:cNvPr>
          <p:cNvSpPr>
            <a:spLocks/>
          </p:cNvSpPr>
          <p:nvPr/>
        </p:nvSpPr>
        <p:spPr>
          <a:xfrm>
            <a:off x="1211994" y="27105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" name="data_41">
            <a:extLst>
              <a:ext uri="{FF2B5EF4-FFF2-40B4-BE49-F238E27FC236}">
                <a16:creationId xmlns:a16="http://schemas.microsoft.com/office/drawing/2014/main" id="{B5851AA8-2D4B-4391-A364-80E94B042BBA}"/>
              </a:ext>
            </a:extLst>
          </p:cNvPr>
          <p:cNvSpPr>
            <a:spLocks/>
          </p:cNvSpPr>
          <p:nvPr/>
        </p:nvSpPr>
        <p:spPr>
          <a:xfrm>
            <a:off x="1231411" y="279354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" name="data_42">
            <a:extLst>
              <a:ext uri="{FF2B5EF4-FFF2-40B4-BE49-F238E27FC236}">
                <a16:creationId xmlns:a16="http://schemas.microsoft.com/office/drawing/2014/main" id="{695F0E04-00D1-4CD8-8DBD-C5938697095D}"/>
              </a:ext>
            </a:extLst>
          </p:cNvPr>
          <p:cNvSpPr>
            <a:spLocks/>
          </p:cNvSpPr>
          <p:nvPr/>
        </p:nvSpPr>
        <p:spPr>
          <a:xfrm>
            <a:off x="1269787" y="26494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" name="data_43">
            <a:extLst>
              <a:ext uri="{FF2B5EF4-FFF2-40B4-BE49-F238E27FC236}">
                <a16:creationId xmlns:a16="http://schemas.microsoft.com/office/drawing/2014/main" id="{AB890F89-F1E1-42F9-8707-C221484534A1}"/>
              </a:ext>
            </a:extLst>
          </p:cNvPr>
          <p:cNvSpPr>
            <a:spLocks/>
          </p:cNvSpPr>
          <p:nvPr/>
        </p:nvSpPr>
        <p:spPr>
          <a:xfrm>
            <a:off x="1237095" y="34035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" name="data_44">
            <a:extLst>
              <a:ext uri="{FF2B5EF4-FFF2-40B4-BE49-F238E27FC236}">
                <a16:creationId xmlns:a16="http://schemas.microsoft.com/office/drawing/2014/main" id="{6A785278-D405-4DA7-89C7-9AF8AD6C484D}"/>
              </a:ext>
            </a:extLst>
          </p:cNvPr>
          <p:cNvSpPr>
            <a:spLocks/>
          </p:cNvSpPr>
          <p:nvPr/>
        </p:nvSpPr>
        <p:spPr>
          <a:xfrm>
            <a:off x="1287427" y="31381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" name="data_45">
            <a:extLst>
              <a:ext uri="{FF2B5EF4-FFF2-40B4-BE49-F238E27FC236}">
                <a16:creationId xmlns:a16="http://schemas.microsoft.com/office/drawing/2014/main" id="{695693CE-CE8A-469F-A0F6-EA67E6D2E227}"/>
              </a:ext>
            </a:extLst>
          </p:cNvPr>
          <p:cNvSpPr>
            <a:spLocks/>
          </p:cNvSpPr>
          <p:nvPr/>
        </p:nvSpPr>
        <p:spPr>
          <a:xfrm>
            <a:off x="1184811" y="296130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" name="data_46">
            <a:extLst>
              <a:ext uri="{FF2B5EF4-FFF2-40B4-BE49-F238E27FC236}">
                <a16:creationId xmlns:a16="http://schemas.microsoft.com/office/drawing/2014/main" id="{FFD6A7DD-F3FA-4CED-8821-EE138EE894D0}"/>
              </a:ext>
            </a:extLst>
          </p:cNvPr>
          <p:cNvSpPr>
            <a:spLocks/>
          </p:cNvSpPr>
          <p:nvPr/>
        </p:nvSpPr>
        <p:spPr>
          <a:xfrm>
            <a:off x="117480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" name="data_47">
            <a:extLst>
              <a:ext uri="{FF2B5EF4-FFF2-40B4-BE49-F238E27FC236}">
                <a16:creationId xmlns:a16="http://schemas.microsoft.com/office/drawing/2014/main" id="{4492B349-54FE-4FE1-970C-B83A35FD36CB}"/>
              </a:ext>
            </a:extLst>
          </p:cNvPr>
          <p:cNvSpPr>
            <a:spLocks/>
          </p:cNvSpPr>
          <p:nvPr/>
        </p:nvSpPr>
        <p:spPr>
          <a:xfrm>
            <a:off x="1259663" y="29137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" name="data_48">
            <a:extLst>
              <a:ext uri="{FF2B5EF4-FFF2-40B4-BE49-F238E27FC236}">
                <a16:creationId xmlns:a16="http://schemas.microsoft.com/office/drawing/2014/main" id="{13421162-57DC-495E-B739-F5969B3D73D5}"/>
              </a:ext>
            </a:extLst>
          </p:cNvPr>
          <p:cNvSpPr>
            <a:spLocks/>
          </p:cNvSpPr>
          <p:nvPr/>
        </p:nvSpPr>
        <p:spPr>
          <a:xfrm>
            <a:off x="1279176" y="26570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" name="data_49">
            <a:extLst>
              <a:ext uri="{FF2B5EF4-FFF2-40B4-BE49-F238E27FC236}">
                <a16:creationId xmlns:a16="http://schemas.microsoft.com/office/drawing/2014/main" id="{B2F8F20C-1605-4B3D-AFEB-E635947B4205}"/>
              </a:ext>
            </a:extLst>
          </p:cNvPr>
          <p:cNvSpPr>
            <a:spLocks/>
          </p:cNvSpPr>
          <p:nvPr/>
        </p:nvSpPr>
        <p:spPr>
          <a:xfrm>
            <a:off x="1293123" y="26854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" name="data_50">
            <a:extLst>
              <a:ext uri="{FF2B5EF4-FFF2-40B4-BE49-F238E27FC236}">
                <a16:creationId xmlns:a16="http://schemas.microsoft.com/office/drawing/2014/main" id="{0081A9F9-853A-455A-8A4C-F37E5CA11999}"/>
              </a:ext>
            </a:extLst>
          </p:cNvPr>
          <p:cNvSpPr>
            <a:spLocks/>
          </p:cNvSpPr>
          <p:nvPr/>
        </p:nvSpPr>
        <p:spPr>
          <a:xfrm>
            <a:off x="1283950" y="29661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" name="data_51">
            <a:extLst>
              <a:ext uri="{FF2B5EF4-FFF2-40B4-BE49-F238E27FC236}">
                <a16:creationId xmlns:a16="http://schemas.microsoft.com/office/drawing/2014/main" id="{657B547B-1081-4094-AB67-A335F4F408D6}"/>
              </a:ext>
            </a:extLst>
          </p:cNvPr>
          <p:cNvSpPr>
            <a:spLocks/>
          </p:cNvSpPr>
          <p:nvPr/>
        </p:nvSpPr>
        <p:spPr>
          <a:xfrm>
            <a:off x="123403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" name="data_52">
            <a:extLst>
              <a:ext uri="{FF2B5EF4-FFF2-40B4-BE49-F238E27FC236}">
                <a16:creationId xmlns:a16="http://schemas.microsoft.com/office/drawing/2014/main" id="{1A94006D-DF9C-4ED5-9B1B-F05AE1D4E902}"/>
              </a:ext>
            </a:extLst>
          </p:cNvPr>
          <p:cNvSpPr>
            <a:spLocks/>
          </p:cNvSpPr>
          <p:nvPr/>
        </p:nvSpPr>
        <p:spPr>
          <a:xfrm>
            <a:off x="1271645" y="26080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" name="data_53">
            <a:extLst>
              <a:ext uri="{FF2B5EF4-FFF2-40B4-BE49-F238E27FC236}">
                <a16:creationId xmlns:a16="http://schemas.microsoft.com/office/drawing/2014/main" id="{60E1346D-8BD1-4B03-B550-95A6EBA62FA7}"/>
              </a:ext>
            </a:extLst>
          </p:cNvPr>
          <p:cNvSpPr>
            <a:spLocks/>
          </p:cNvSpPr>
          <p:nvPr/>
        </p:nvSpPr>
        <p:spPr>
          <a:xfrm>
            <a:off x="1164952" y="23208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" name="data_54">
            <a:extLst>
              <a:ext uri="{FF2B5EF4-FFF2-40B4-BE49-F238E27FC236}">
                <a16:creationId xmlns:a16="http://schemas.microsoft.com/office/drawing/2014/main" id="{95DA79ED-F024-47A0-8E22-C440BAD6F7D2}"/>
              </a:ext>
            </a:extLst>
          </p:cNvPr>
          <p:cNvSpPr>
            <a:spLocks/>
          </p:cNvSpPr>
          <p:nvPr/>
        </p:nvSpPr>
        <p:spPr>
          <a:xfrm>
            <a:off x="116326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" name="data_55">
            <a:extLst>
              <a:ext uri="{FF2B5EF4-FFF2-40B4-BE49-F238E27FC236}">
                <a16:creationId xmlns:a16="http://schemas.microsoft.com/office/drawing/2014/main" id="{12E5AC8F-41D5-44A9-807E-F9B343A12DBB}"/>
              </a:ext>
            </a:extLst>
          </p:cNvPr>
          <p:cNvSpPr>
            <a:spLocks/>
          </p:cNvSpPr>
          <p:nvPr/>
        </p:nvSpPr>
        <p:spPr>
          <a:xfrm>
            <a:off x="126580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" name="data_56">
            <a:extLst>
              <a:ext uri="{FF2B5EF4-FFF2-40B4-BE49-F238E27FC236}">
                <a16:creationId xmlns:a16="http://schemas.microsoft.com/office/drawing/2014/main" id="{E5FD68C1-2F44-44BA-AB71-A8A70E587B18}"/>
              </a:ext>
            </a:extLst>
          </p:cNvPr>
          <p:cNvSpPr>
            <a:spLocks/>
          </p:cNvSpPr>
          <p:nvPr/>
        </p:nvSpPr>
        <p:spPr>
          <a:xfrm>
            <a:off x="1279556" y="29642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" name="data_57">
            <a:extLst>
              <a:ext uri="{FF2B5EF4-FFF2-40B4-BE49-F238E27FC236}">
                <a16:creationId xmlns:a16="http://schemas.microsoft.com/office/drawing/2014/main" id="{E54E4004-EF0E-4704-AF06-CF82A464A0CB}"/>
              </a:ext>
            </a:extLst>
          </p:cNvPr>
          <p:cNvSpPr>
            <a:spLocks/>
          </p:cNvSpPr>
          <p:nvPr/>
        </p:nvSpPr>
        <p:spPr>
          <a:xfrm>
            <a:off x="12657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" name="data_58">
            <a:extLst>
              <a:ext uri="{FF2B5EF4-FFF2-40B4-BE49-F238E27FC236}">
                <a16:creationId xmlns:a16="http://schemas.microsoft.com/office/drawing/2014/main" id="{62A3EF7E-F7D1-4E0E-A878-ACFBF60938B6}"/>
              </a:ext>
            </a:extLst>
          </p:cNvPr>
          <p:cNvSpPr>
            <a:spLocks/>
          </p:cNvSpPr>
          <p:nvPr/>
        </p:nvSpPr>
        <p:spPr>
          <a:xfrm>
            <a:off x="1246328" y="23167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" name="data_59">
            <a:extLst>
              <a:ext uri="{FF2B5EF4-FFF2-40B4-BE49-F238E27FC236}">
                <a16:creationId xmlns:a16="http://schemas.microsoft.com/office/drawing/2014/main" id="{C82E3878-EEA6-4565-BF5D-858CA15B179C}"/>
              </a:ext>
            </a:extLst>
          </p:cNvPr>
          <p:cNvSpPr>
            <a:spLocks/>
          </p:cNvSpPr>
          <p:nvPr/>
        </p:nvSpPr>
        <p:spPr>
          <a:xfrm>
            <a:off x="1193844" y="24688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" name="data_60">
            <a:extLst>
              <a:ext uri="{FF2B5EF4-FFF2-40B4-BE49-F238E27FC236}">
                <a16:creationId xmlns:a16="http://schemas.microsoft.com/office/drawing/2014/main" id="{52E11171-7836-45A8-943B-56C4C87CFF37}"/>
              </a:ext>
            </a:extLst>
          </p:cNvPr>
          <p:cNvSpPr>
            <a:spLocks/>
          </p:cNvSpPr>
          <p:nvPr/>
        </p:nvSpPr>
        <p:spPr>
          <a:xfrm>
            <a:off x="12774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" name="data_61">
            <a:extLst>
              <a:ext uri="{FF2B5EF4-FFF2-40B4-BE49-F238E27FC236}">
                <a16:creationId xmlns:a16="http://schemas.microsoft.com/office/drawing/2014/main" id="{D3CBA8AF-B525-4729-BB32-ACB52AE32716}"/>
              </a:ext>
            </a:extLst>
          </p:cNvPr>
          <p:cNvSpPr>
            <a:spLocks/>
          </p:cNvSpPr>
          <p:nvPr/>
        </p:nvSpPr>
        <p:spPr>
          <a:xfrm>
            <a:off x="1246568" y="27395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" name="data_62">
            <a:extLst>
              <a:ext uri="{FF2B5EF4-FFF2-40B4-BE49-F238E27FC236}">
                <a16:creationId xmlns:a16="http://schemas.microsoft.com/office/drawing/2014/main" id="{97EDFA58-0FD5-4936-8033-8AEB153E6CE9}"/>
              </a:ext>
            </a:extLst>
          </p:cNvPr>
          <p:cNvSpPr>
            <a:spLocks/>
          </p:cNvSpPr>
          <p:nvPr/>
        </p:nvSpPr>
        <p:spPr>
          <a:xfrm>
            <a:off x="119109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" name="data_63">
            <a:extLst>
              <a:ext uri="{FF2B5EF4-FFF2-40B4-BE49-F238E27FC236}">
                <a16:creationId xmlns:a16="http://schemas.microsoft.com/office/drawing/2014/main" id="{72B32C62-39EB-47DD-B8C4-08D7A4A410C2}"/>
              </a:ext>
            </a:extLst>
          </p:cNvPr>
          <p:cNvSpPr>
            <a:spLocks/>
          </p:cNvSpPr>
          <p:nvPr/>
        </p:nvSpPr>
        <p:spPr>
          <a:xfrm>
            <a:off x="1261614" y="26837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" name="data_64">
            <a:extLst>
              <a:ext uri="{FF2B5EF4-FFF2-40B4-BE49-F238E27FC236}">
                <a16:creationId xmlns:a16="http://schemas.microsoft.com/office/drawing/2014/main" id="{7D8950E5-CDE1-46E6-935A-55C70D078DA2}"/>
              </a:ext>
            </a:extLst>
          </p:cNvPr>
          <p:cNvSpPr>
            <a:spLocks/>
          </p:cNvSpPr>
          <p:nvPr/>
        </p:nvSpPr>
        <p:spPr>
          <a:xfrm>
            <a:off x="120539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" name="data_65">
            <a:extLst>
              <a:ext uri="{FF2B5EF4-FFF2-40B4-BE49-F238E27FC236}">
                <a16:creationId xmlns:a16="http://schemas.microsoft.com/office/drawing/2014/main" id="{1FC64F6A-EFD8-4D71-8504-CF4121FFCA5D}"/>
              </a:ext>
            </a:extLst>
          </p:cNvPr>
          <p:cNvSpPr>
            <a:spLocks/>
          </p:cNvSpPr>
          <p:nvPr/>
        </p:nvSpPr>
        <p:spPr>
          <a:xfrm>
            <a:off x="1174389" y="29976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" name="data_66">
            <a:extLst>
              <a:ext uri="{FF2B5EF4-FFF2-40B4-BE49-F238E27FC236}">
                <a16:creationId xmlns:a16="http://schemas.microsoft.com/office/drawing/2014/main" id="{91CFAAEB-59E9-4853-AE80-565316A63B67}"/>
              </a:ext>
            </a:extLst>
          </p:cNvPr>
          <p:cNvSpPr>
            <a:spLocks/>
          </p:cNvSpPr>
          <p:nvPr/>
        </p:nvSpPr>
        <p:spPr>
          <a:xfrm>
            <a:off x="127021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" name="data_67">
            <a:extLst>
              <a:ext uri="{FF2B5EF4-FFF2-40B4-BE49-F238E27FC236}">
                <a16:creationId xmlns:a16="http://schemas.microsoft.com/office/drawing/2014/main" id="{E67D24F6-A505-4F10-ACAA-2CD5CF29C7FD}"/>
              </a:ext>
            </a:extLst>
          </p:cNvPr>
          <p:cNvSpPr>
            <a:spLocks/>
          </p:cNvSpPr>
          <p:nvPr/>
        </p:nvSpPr>
        <p:spPr>
          <a:xfrm>
            <a:off x="1229507" y="2680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" name="data_68">
            <a:extLst>
              <a:ext uri="{FF2B5EF4-FFF2-40B4-BE49-F238E27FC236}">
                <a16:creationId xmlns:a16="http://schemas.microsoft.com/office/drawing/2014/main" id="{1F02959D-D60F-4BC0-9CB9-4EFB3F285744}"/>
              </a:ext>
            </a:extLst>
          </p:cNvPr>
          <p:cNvSpPr>
            <a:spLocks/>
          </p:cNvSpPr>
          <p:nvPr/>
        </p:nvSpPr>
        <p:spPr>
          <a:xfrm>
            <a:off x="120430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" name="data_69">
            <a:extLst>
              <a:ext uri="{FF2B5EF4-FFF2-40B4-BE49-F238E27FC236}">
                <a16:creationId xmlns:a16="http://schemas.microsoft.com/office/drawing/2014/main" id="{2865A9A0-37D7-4E1D-BFC4-68D1A0C81AF9}"/>
              </a:ext>
            </a:extLst>
          </p:cNvPr>
          <p:cNvSpPr>
            <a:spLocks/>
          </p:cNvSpPr>
          <p:nvPr/>
        </p:nvSpPr>
        <p:spPr>
          <a:xfrm>
            <a:off x="1170759" y="22431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" name="data_70">
            <a:extLst>
              <a:ext uri="{FF2B5EF4-FFF2-40B4-BE49-F238E27FC236}">
                <a16:creationId xmlns:a16="http://schemas.microsoft.com/office/drawing/2014/main" id="{27D43CD8-D9BA-4176-9C38-DE9C1F445326}"/>
              </a:ext>
            </a:extLst>
          </p:cNvPr>
          <p:cNvSpPr>
            <a:spLocks/>
          </p:cNvSpPr>
          <p:nvPr/>
        </p:nvSpPr>
        <p:spPr>
          <a:xfrm>
            <a:off x="128836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" name="data_71">
            <a:extLst>
              <a:ext uri="{FF2B5EF4-FFF2-40B4-BE49-F238E27FC236}">
                <a16:creationId xmlns:a16="http://schemas.microsoft.com/office/drawing/2014/main" id="{36670FC8-3DB7-4968-93E9-849548B231C9}"/>
              </a:ext>
            </a:extLst>
          </p:cNvPr>
          <p:cNvSpPr>
            <a:spLocks/>
          </p:cNvSpPr>
          <p:nvPr/>
        </p:nvSpPr>
        <p:spPr>
          <a:xfrm>
            <a:off x="1206358" y="23692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" name="data_72">
            <a:extLst>
              <a:ext uri="{FF2B5EF4-FFF2-40B4-BE49-F238E27FC236}">
                <a16:creationId xmlns:a16="http://schemas.microsoft.com/office/drawing/2014/main" id="{80503CD9-45C7-470B-8AC1-4F05C4B05CE6}"/>
              </a:ext>
            </a:extLst>
          </p:cNvPr>
          <p:cNvSpPr>
            <a:spLocks/>
          </p:cNvSpPr>
          <p:nvPr/>
        </p:nvSpPr>
        <p:spPr>
          <a:xfrm>
            <a:off x="127065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" name="data_73">
            <a:extLst>
              <a:ext uri="{FF2B5EF4-FFF2-40B4-BE49-F238E27FC236}">
                <a16:creationId xmlns:a16="http://schemas.microsoft.com/office/drawing/2014/main" id="{D58220C5-A258-446C-9093-910D50279B38}"/>
              </a:ext>
            </a:extLst>
          </p:cNvPr>
          <p:cNvSpPr>
            <a:spLocks/>
          </p:cNvSpPr>
          <p:nvPr/>
        </p:nvSpPr>
        <p:spPr>
          <a:xfrm>
            <a:off x="1232773" y="33929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" name="data_74">
            <a:extLst>
              <a:ext uri="{FF2B5EF4-FFF2-40B4-BE49-F238E27FC236}">
                <a16:creationId xmlns:a16="http://schemas.microsoft.com/office/drawing/2014/main" id="{31D8482A-FE8F-4E24-BF1E-CB5E98DAB72C}"/>
              </a:ext>
            </a:extLst>
          </p:cNvPr>
          <p:cNvSpPr>
            <a:spLocks/>
          </p:cNvSpPr>
          <p:nvPr/>
        </p:nvSpPr>
        <p:spPr>
          <a:xfrm>
            <a:off x="116465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" name="data_75">
            <a:extLst>
              <a:ext uri="{FF2B5EF4-FFF2-40B4-BE49-F238E27FC236}">
                <a16:creationId xmlns:a16="http://schemas.microsoft.com/office/drawing/2014/main" id="{56821FF4-D6FE-4D69-AA54-A0A967B51C2C}"/>
              </a:ext>
            </a:extLst>
          </p:cNvPr>
          <p:cNvSpPr>
            <a:spLocks/>
          </p:cNvSpPr>
          <p:nvPr/>
        </p:nvSpPr>
        <p:spPr>
          <a:xfrm>
            <a:off x="119503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" name="data_76">
            <a:extLst>
              <a:ext uri="{FF2B5EF4-FFF2-40B4-BE49-F238E27FC236}">
                <a16:creationId xmlns:a16="http://schemas.microsoft.com/office/drawing/2014/main" id="{4E7E6FD9-7C21-41B6-82A5-1CD016005744}"/>
              </a:ext>
            </a:extLst>
          </p:cNvPr>
          <p:cNvSpPr>
            <a:spLocks/>
          </p:cNvSpPr>
          <p:nvPr/>
        </p:nvSpPr>
        <p:spPr>
          <a:xfrm>
            <a:off x="1171947" y="30335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" name="data_77">
            <a:extLst>
              <a:ext uri="{FF2B5EF4-FFF2-40B4-BE49-F238E27FC236}">
                <a16:creationId xmlns:a16="http://schemas.microsoft.com/office/drawing/2014/main" id="{7DA9AB14-37F2-4933-A852-C43CC2A6FEE5}"/>
              </a:ext>
            </a:extLst>
          </p:cNvPr>
          <p:cNvSpPr>
            <a:spLocks/>
          </p:cNvSpPr>
          <p:nvPr/>
        </p:nvSpPr>
        <p:spPr>
          <a:xfrm>
            <a:off x="121950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" name="data_78">
            <a:extLst>
              <a:ext uri="{FF2B5EF4-FFF2-40B4-BE49-F238E27FC236}">
                <a16:creationId xmlns:a16="http://schemas.microsoft.com/office/drawing/2014/main" id="{4025CE4F-0839-4866-8FB6-10D77DE52288}"/>
              </a:ext>
            </a:extLst>
          </p:cNvPr>
          <p:cNvSpPr>
            <a:spLocks/>
          </p:cNvSpPr>
          <p:nvPr/>
        </p:nvSpPr>
        <p:spPr>
          <a:xfrm>
            <a:off x="1261819" y="27694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" name="data_79">
            <a:extLst>
              <a:ext uri="{FF2B5EF4-FFF2-40B4-BE49-F238E27FC236}">
                <a16:creationId xmlns:a16="http://schemas.microsoft.com/office/drawing/2014/main" id="{2C7D9A37-3921-437B-9B81-E3B31AFE7B0D}"/>
              </a:ext>
            </a:extLst>
          </p:cNvPr>
          <p:cNvSpPr>
            <a:spLocks/>
          </p:cNvSpPr>
          <p:nvPr/>
        </p:nvSpPr>
        <p:spPr>
          <a:xfrm>
            <a:off x="1300230" y="24944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" name="data_80">
            <a:extLst>
              <a:ext uri="{FF2B5EF4-FFF2-40B4-BE49-F238E27FC236}">
                <a16:creationId xmlns:a16="http://schemas.microsoft.com/office/drawing/2014/main" id="{45DA22C0-371E-4327-A758-0B2A76E1D14D}"/>
              </a:ext>
            </a:extLst>
          </p:cNvPr>
          <p:cNvSpPr>
            <a:spLocks/>
          </p:cNvSpPr>
          <p:nvPr/>
        </p:nvSpPr>
        <p:spPr>
          <a:xfrm>
            <a:off x="1227574" y="31651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" name="data_81">
            <a:extLst>
              <a:ext uri="{FF2B5EF4-FFF2-40B4-BE49-F238E27FC236}">
                <a16:creationId xmlns:a16="http://schemas.microsoft.com/office/drawing/2014/main" id="{621A21C8-2ACF-42F8-ADA7-E1DECA1181BC}"/>
              </a:ext>
            </a:extLst>
          </p:cNvPr>
          <p:cNvSpPr>
            <a:spLocks/>
          </p:cNvSpPr>
          <p:nvPr/>
        </p:nvSpPr>
        <p:spPr>
          <a:xfrm>
            <a:off x="11981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" name="data_82">
            <a:extLst>
              <a:ext uri="{FF2B5EF4-FFF2-40B4-BE49-F238E27FC236}">
                <a16:creationId xmlns:a16="http://schemas.microsoft.com/office/drawing/2014/main" id="{C585DF00-640F-455C-8735-6699BB69E2E4}"/>
              </a:ext>
            </a:extLst>
          </p:cNvPr>
          <p:cNvSpPr>
            <a:spLocks/>
          </p:cNvSpPr>
          <p:nvPr/>
        </p:nvSpPr>
        <p:spPr>
          <a:xfrm>
            <a:off x="1210859" y="31731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" name="data_83">
            <a:extLst>
              <a:ext uri="{FF2B5EF4-FFF2-40B4-BE49-F238E27FC236}">
                <a16:creationId xmlns:a16="http://schemas.microsoft.com/office/drawing/2014/main" id="{A26E2595-46C4-453A-9D90-D30E0D5A2F67}"/>
              </a:ext>
            </a:extLst>
          </p:cNvPr>
          <p:cNvSpPr>
            <a:spLocks/>
          </p:cNvSpPr>
          <p:nvPr/>
        </p:nvSpPr>
        <p:spPr>
          <a:xfrm>
            <a:off x="1185233" y="25352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" name="data_84">
            <a:extLst>
              <a:ext uri="{FF2B5EF4-FFF2-40B4-BE49-F238E27FC236}">
                <a16:creationId xmlns:a16="http://schemas.microsoft.com/office/drawing/2014/main" id="{F71EF87D-D78D-4C36-831A-27589F146B19}"/>
              </a:ext>
            </a:extLst>
          </p:cNvPr>
          <p:cNvSpPr>
            <a:spLocks/>
          </p:cNvSpPr>
          <p:nvPr/>
        </p:nvSpPr>
        <p:spPr>
          <a:xfrm>
            <a:off x="1182511" y="33532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" name="data_85">
            <a:extLst>
              <a:ext uri="{FF2B5EF4-FFF2-40B4-BE49-F238E27FC236}">
                <a16:creationId xmlns:a16="http://schemas.microsoft.com/office/drawing/2014/main" id="{25C0BCA8-43E0-4565-A27A-F53127DCBB47}"/>
              </a:ext>
            </a:extLst>
          </p:cNvPr>
          <p:cNvSpPr>
            <a:spLocks/>
          </p:cNvSpPr>
          <p:nvPr/>
        </p:nvSpPr>
        <p:spPr>
          <a:xfrm>
            <a:off x="1265704" y="25888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" name="data_86">
            <a:extLst>
              <a:ext uri="{FF2B5EF4-FFF2-40B4-BE49-F238E27FC236}">
                <a16:creationId xmlns:a16="http://schemas.microsoft.com/office/drawing/2014/main" id="{0746F57F-37DE-4544-A78E-42C2D49D2A5C}"/>
              </a:ext>
            </a:extLst>
          </p:cNvPr>
          <p:cNvSpPr>
            <a:spLocks/>
          </p:cNvSpPr>
          <p:nvPr/>
        </p:nvSpPr>
        <p:spPr>
          <a:xfrm>
            <a:off x="1293898" y="28701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" name="data_87">
            <a:extLst>
              <a:ext uri="{FF2B5EF4-FFF2-40B4-BE49-F238E27FC236}">
                <a16:creationId xmlns:a16="http://schemas.microsoft.com/office/drawing/2014/main" id="{00FEC999-B51C-43F7-B043-A5F7472A7812}"/>
              </a:ext>
            </a:extLst>
          </p:cNvPr>
          <p:cNvSpPr>
            <a:spLocks/>
          </p:cNvSpPr>
          <p:nvPr/>
        </p:nvSpPr>
        <p:spPr>
          <a:xfrm>
            <a:off x="1246744" y="25830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" name="data_88">
            <a:extLst>
              <a:ext uri="{FF2B5EF4-FFF2-40B4-BE49-F238E27FC236}">
                <a16:creationId xmlns:a16="http://schemas.microsoft.com/office/drawing/2014/main" id="{8014722B-7BEF-458C-BC21-07A66406555D}"/>
              </a:ext>
            </a:extLst>
          </p:cNvPr>
          <p:cNvSpPr>
            <a:spLocks/>
          </p:cNvSpPr>
          <p:nvPr/>
        </p:nvSpPr>
        <p:spPr>
          <a:xfrm>
            <a:off x="1193954" y="23157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" name="data_89">
            <a:extLst>
              <a:ext uri="{FF2B5EF4-FFF2-40B4-BE49-F238E27FC236}">
                <a16:creationId xmlns:a16="http://schemas.microsoft.com/office/drawing/2014/main" id="{1FC23383-4391-497C-A7D0-0280F6BA435C}"/>
              </a:ext>
            </a:extLst>
          </p:cNvPr>
          <p:cNvSpPr>
            <a:spLocks/>
          </p:cNvSpPr>
          <p:nvPr/>
        </p:nvSpPr>
        <p:spPr>
          <a:xfrm>
            <a:off x="1216709" y="25954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" name="data_90">
            <a:extLst>
              <a:ext uri="{FF2B5EF4-FFF2-40B4-BE49-F238E27FC236}">
                <a16:creationId xmlns:a16="http://schemas.microsoft.com/office/drawing/2014/main" id="{277C26A7-AB34-4D93-8111-9A6B182AAC08}"/>
              </a:ext>
            </a:extLst>
          </p:cNvPr>
          <p:cNvSpPr>
            <a:spLocks/>
          </p:cNvSpPr>
          <p:nvPr/>
        </p:nvSpPr>
        <p:spPr>
          <a:xfrm>
            <a:off x="1241453" y="27359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" name="data_91">
            <a:extLst>
              <a:ext uri="{FF2B5EF4-FFF2-40B4-BE49-F238E27FC236}">
                <a16:creationId xmlns:a16="http://schemas.microsoft.com/office/drawing/2014/main" id="{8C8CD4BD-D4AF-4821-9CCF-C9F2A7EB9261}"/>
              </a:ext>
            </a:extLst>
          </p:cNvPr>
          <p:cNvSpPr>
            <a:spLocks/>
          </p:cNvSpPr>
          <p:nvPr/>
        </p:nvSpPr>
        <p:spPr>
          <a:xfrm>
            <a:off x="129931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" name="data_92">
            <a:extLst>
              <a:ext uri="{FF2B5EF4-FFF2-40B4-BE49-F238E27FC236}">
                <a16:creationId xmlns:a16="http://schemas.microsoft.com/office/drawing/2014/main" id="{5A48A68A-50BA-45D8-8606-7D5DC25BA55E}"/>
              </a:ext>
            </a:extLst>
          </p:cNvPr>
          <p:cNvSpPr>
            <a:spLocks/>
          </p:cNvSpPr>
          <p:nvPr/>
        </p:nvSpPr>
        <p:spPr>
          <a:xfrm>
            <a:off x="117566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" name="data_93">
            <a:extLst>
              <a:ext uri="{FF2B5EF4-FFF2-40B4-BE49-F238E27FC236}">
                <a16:creationId xmlns:a16="http://schemas.microsoft.com/office/drawing/2014/main" id="{99286086-2318-46B4-8439-055CECADB188}"/>
              </a:ext>
            </a:extLst>
          </p:cNvPr>
          <p:cNvSpPr>
            <a:spLocks/>
          </p:cNvSpPr>
          <p:nvPr/>
        </p:nvSpPr>
        <p:spPr>
          <a:xfrm>
            <a:off x="120248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" name="data_94">
            <a:extLst>
              <a:ext uri="{FF2B5EF4-FFF2-40B4-BE49-F238E27FC236}">
                <a16:creationId xmlns:a16="http://schemas.microsoft.com/office/drawing/2014/main" id="{0B5730D8-5E57-45D7-9559-8BA8511DD05E}"/>
              </a:ext>
            </a:extLst>
          </p:cNvPr>
          <p:cNvSpPr>
            <a:spLocks/>
          </p:cNvSpPr>
          <p:nvPr/>
        </p:nvSpPr>
        <p:spPr>
          <a:xfrm>
            <a:off x="1195418" y="25122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" name="data_95">
            <a:extLst>
              <a:ext uri="{FF2B5EF4-FFF2-40B4-BE49-F238E27FC236}">
                <a16:creationId xmlns:a16="http://schemas.microsoft.com/office/drawing/2014/main" id="{DDA833B7-CE3A-44B0-BAD7-708CEF002F3F}"/>
              </a:ext>
            </a:extLst>
          </p:cNvPr>
          <p:cNvSpPr>
            <a:spLocks/>
          </p:cNvSpPr>
          <p:nvPr/>
        </p:nvSpPr>
        <p:spPr>
          <a:xfrm>
            <a:off x="1276000" y="33741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" name="data_96">
            <a:extLst>
              <a:ext uri="{FF2B5EF4-FFF2-40B4-BE49-F238E27FC236}">
                <a16:creationId xmlns:a16="http://schemas.microsoft.com/office/drawing/2014/main" id="{16BC500B-063D-4602-AC64-0818DC6F5581}"/>
              </a:ext>
            </a:extLst>
          </p:cNvPr>
          <p:cNvSpPr>
            <a:spLocks/>
          </p:cNvSpPr>
          <p:nvPr/>
        </p:nvSpPr>
        <p:spPr>
          <a:xfrm>
            <a:off x="119384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" name="data_97">
            <a:extLst>
              <a:ext uri="{FF2B5EF4-FFF2-40B4-BE49-F238E27FC236}">
                <a16:creationId xmlns:a16="http://schemas.microsoft.com/office/drawing/2014/main" id="{022AFECA-B38B-4475-8CAE-3E6C8C6E8D7D}"/>
              </a:ext>
            </a:extLst>
          </p:cNvPr>
          <p:cNvSpPr>
            <a:spLocks/>
          </p:cNvSpPr>
          <p:nvPr/>
        </p:nvSpPr>
        <p:spPr>
          <a:xfrm>
            <a:off x="116958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" name="data_98">
            <a:extLst>
              <a:ext uri="{FF2B5EF4-FFF2-40B4-BE49-F238E27FC236}">
                <a16:creationId xmlns:a16="http://schemas.microsoft.com/office/drawing/2014/main" id="{EB501E7B-3B6A-43B0-9C6C-31314F4C3256}"/>
              </a:ext>
            </a:extLst>
          </p:cNvPr>
          <p:cNvSpPr>
            <a:spLocks/>
          </p:cNvSpPr>
          <p:nvPr/>
        </p:nvSpPr>
        <p:spPr>
          <a:xfrm>
            <a:off x="1232934" y="24521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" name="data_99">
            <a:extLst>
              <a:ext uri="{FF2B5EF4-FFF2-40B4-BE49-F238E27FC236}">
                <a16:creationId xmlns:a16="http://schemas.microsoft.com/office/drawing/2014/main" id="{7945C0AB-A513-42DC-832F-0F4C7718E529}"/>
              </a:ext>
            </a:extLst>
          </p:cNvPr>
          <p:cNvSpPr>
            <a:spLocks/>
          </p:cNvSpPr>
          <p:nvPr/>
        </p:nvSpPr>
        <p:spPr>
          <a:xfrm>
            <a:off x="126096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" name="data_100">
            <a:extLst>
              <a:ext uri="{FF2B5EF4-FFF2-40B4-BE49-F238E27FC236}">
                <a16:creationId xmlns:a16="http://schemas.microsoft.com/office/drawing/2014/main" id="{43066F4D-24F6-4495-AB1D-756EBF86F07E}"/>
              </a:ext>
            </a:extLst>
          </p:cNvPr>
          <p:cNvSpPr>
            <a:spLocks/>
          </p:cNvSpPr>
          <p:nvPr/>
        </p:nvSpPr>
        <p:spPr>
          <a:xfrm>
            <a:off x="1301273" y="25743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" name="data_101">
            <a:extLst>
              <a:ext uri="{FF2B5EF4-FFF2-40B4-BE49-F238E27FC236}">
                <a16:creationId xmlns:a16="http://schemas.microsoft.com/office/drawing/2014/main" id="{3C7BC0AC-B93C-4D41-81EC-33C226ED327B}"/>
              </a:ext>
            </a:extLst>
          </p:cNvPr>
          <p:cNvSpPr>
            <a:spLocks/>
          </p:cNvSpPr>
          <p:nvPr/>
        </p:nvSpPr>
        <p:spPr>
          <a:xfrm>
            <a:off x="1301958" y="27521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" name="data_102">
            <a:extLst>
              <a:ext uri="{FF2B5EF4-FFF2-40B4-BE49-F238E27FC236}">
                <a16:creationId xmlns:a16="http://schemas.microsoft.com/office/drawing/2014/main" id="{2C221952-6B0A-4277-9597-76AA8CB2856C}"/>
              </a:ext>
            </a:extLst>
          </p:cNvPr>
          <p:cNvSpPr>
            <a:spLocks/>
          </p:cNvSpPr>
          <p:nvPr/>
        </p:nvSpPr>
        <p:spPr>
          <a:xfrm>
            <a:off x="1302215" y="33503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" name="data_103">
            <a:extLst>
              <a:ext uri="{FF2B5EF4-FFF2-40B4-BE49-F238E27FC236}">
                <a16:creationId xmlns:a16="http://schemas.microsoft.com/office/drawing/2014/main" id="{7CBEEDC7-F6AC-4ACA-88E3-C715B07AD560}"/>
              </a:ext>
            </a:extLst>
          </p:cNvPr>
          <p:cNvSpPr>
            <a:spLocks/>
          </p:cNvSpPr>
          <p:nvPr/>
        </p:nvSpPr>
        <p:spPr>
          <a:xfrm>
            <a:off x="1296826" y="31686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" name="data_104">
            <a:extLst>
              <a:ext uri="{FF2B5EF4-FFF2-40B4-BE49-F238E27FC236}">
                <a16:creationId xmlns:a16="http://schemas.microsoft.com/office/drawing/2014/main" id="{5C8C51EE-BDEA-448C-BBDD-726D7AB26B8D}"/>
              </a:ext>
            </a:extLst>
          </p:cNvPr>
          <p:cNvSpPr>
            <a:spLocks/>
          </p:cNvSpPr>
          <p:nvPr/>
        </p:nvSpPr>
        <p:spPr>
          <a:xfrm>
            <a:off x="1215968" y="29952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" name="data_105">
            <a:extLst>
              <a:ext uri="{FF2B5EF4-FFF2-40B4-BE49-F238E27FC236}">
                <a16:creationId xmlns:a16="http://schemas.microsoft.com/office/drawing/2014/main" id="{0DB5A060-20F3-4ECD-B6BC-EC4756DB44B6}"/>
              </a:ext>
            </a:extLst>
          </p:cNvPr>
          <p:cNvSpPr>
            <a:spLocks/>
          </p:cNvSpPr>
          <p:nvPr/>
        </p:nvSpPr>
        <p:spPr>
          <a:xfrm>
            <a:off x="1292453" y="32106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" name="data_106">
            <a:extLst>
              <a:ext uri="{FF2B5EF4-FFF2-40B4-BE49-F238E27FC236}">
                <a16:creationId xmlns:a16="http://schemas.microsoft.com/office/drawing/2014/main" id="{8111E318-DB03-43E1-B553-6134981EBE4D}"/>
              </a:ext>
            </a:extLst>
          </p:cNvPr>
          <p:cNvSpPr>
            <a:spLocks/>
          </p:cNvSpPr>
          <p:nvPr/>
        </p:nvSpPr>
        <p:spPr>
          <a:xfrm>
            <a:off x="121024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" name="data_107">
            <a:extLst>
              <a:ext uri="{FF2B5EF4-FFF2-40B4-BE49-F238E27FC236}">
                <a16:creationId xmlns:a16="http://schemas.microsoft.com/office/drawing/2014/main" id="{5A1CB5A5-E2AE-4D5E-A66E-E5F924E706A2}"/>
              </a:ext>
            </a:extLst>
          </p:cNvPr>
          <p:cNvSpPr>
            <a:spLocks/>
          </p:cNvSpPr>
          <p:nvPr/>
        </p:nvSpPr>
        <p:spPr>
          <a:xfrm>
            <a:off x="1257783" y="22915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" name="data_108">
            <a:extLst>
              <a:ext uri="{FF2B5EF4-FFF2-40B4-BE49-F238E27FC236}">
                <a16:creationId xmlns:a16="http://schemas.microsoft.com/office/drawing/2014/main" id="{D56B1C17-46F0-4808-8558-80CB83C93EBD}"/>
              </a:ext>
            </a:extLst>
          </p:cNvPr>
          <p:cNvSpPr>
            <a:spLocks/>
          </p:cNvSpPr>
          <p:nvPr/>
        </p:nvSpPr>
        <p:spPr>
          <a:xfrm>
            <a:off x="1174096" y="34033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" name="data_109">
            <a:extLst>
              <a:ext uri="{FF2B5EF4-FFF2-40B4-BE49-F238E27FC236}">
                <a16:creationId xmlns:a16="http://schemas.microsoft.com/office/drawing/2014/main" id="{6E4BF9A6-D585-4ACF-BCD6-5BEDA71519AF}"/>
              </a:ext>
            </a:extLst>
          </p:cNvPr>
          <p:cNvSpPr>
            <a:spLocks/>
          </p:cNvSpPr>
          <p:nvPr/>
        </p:nvSpPr>
        <p:spPr>
          <a:xfrm>
            <a:off x="1236504" y="34603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" name="data_110">
            <a:extLst>
              <a:ext uri="{FF2B5EF4-FFF2-40B4-BE49-F238E27FC236}">
                <a16:creationId xmlns:a16="http://schemas.microsoft.com/office/drawing/2014/main" id="{CE4182DB-4904-4E3B-9B5B-AE5FEEA0A186}"/>
              </a:ext>
            </a:extLst>
          </p:cNvPr>
          <p:cNvSpPr>
            <a:spLocks/>
          </p:cNvSpPr>
          <p:nvPr/>
        </p:nvSpPr>
        <p:spPr>
          <a:xfrm>
            <a:off x="1301897" y="23187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" name="data_111">
            <a:extLst>
              <a:ext uri="{FF2B5EF4-FFF2-40B4-BE49-F238E27FC236}">
                <a16:creationId xmlns:a16="http://schemas.microsoft.com/office/drawing/2014/main" id="{A2B6A6E1-9FDC-4A5C-A7FB-696136788D9A}"/>
              </a:ext>
            </a:extLst>
          </p:cNvPr>
          <p:cNvSpPr>
            <a:spLocks/>
          </p:cNvSpPr>
          <p:nvPr/>
        </p:nvSpPr>
        <p:spPr>
          <a:xfrm>
            <a:off x="1193284" y="26341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" name="data_112">
            <a:extLst>
              <a:ext uri="{FF2B5EF4-FFF2-40B4-BE49-F238E27FC236}">
                <a16:creationId xmlns:a16="http://schemas.microsoft.com/office/drawing/2014/main" id="{4763A88A-7684-47F3-B16D-ADFDBF6E03FA}"/>
              </a:ext>
            </a:extLst>
          </p:cNvPr>
          <p:cNvSpPr>
            <a:spLocks/>
          </p:cNvSpPr>
          <p:nvPr/>
        </p:nvSpPr>
        <p:spPr>
          <a:xfrm>
            <a:off x="1170642" y="2387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" name="data_113">
            <a:extLst>
              <a:ext uri="{FF2B5EF4-FFF2-40B4-BE49-F238E27FC236}">
                <a16:creationId xmlns:a16="http://schemas.microsoft.com/office/drawing/2014/main" id="{99365AF5-0C8A-4FBA-AEF6-D959E0D7A164}"/>
              </a:ext>
            </a:extLst>
          </p:cNvPr>
          <p:cNvSpPr>
            <a:spLocks/>
          </p:cNvSpPr>
          <p:nvPr/>
        </p:nvSpPr>
        <p:spPr>
          <a:xfrm>
            <a:off x="1248028" y="34339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" name="data_114">
            <a:extLst>
              <a:ext uri="{FF2B5EF4-FFF2-40B4-BE49-F238E27FC236}">
                <a16:creationId xmlns:a16="http://schemas.microsoft.com/office/drawing/2014/main" id="{C17ECFEB-859C-4154-9603-D6F251A5EAAB}"/>
              </a:ext>
            </a:extLst>
          </p:cNvPr>
          <p:cNvSpPr>
            <a:spLocks/>
          </p:cNvSpPr>
          <p:nvPr/>
        </p:nvSpPr>
        <p:spPr>
          <a:xfrm>
            <a:off x="1280093" y="21231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" name="data_115">
            <a:extLst>
              <a:ext uri="{FF2B5EF4-FFF2-40B4-BE49-F238E27FC236}">
                <a16:creationId xmlns:a16="http://schemas.microsoft.com/office/drawing/2014/main" id="{6BDF3580-8F18-4959-BC93-60D896553C49}"/>
              </a:ext>
            </a:extLst>
          </p:cNvPr>
          <p:cNvSpPr>
            <a:spLocks/>
          </p:cNvSpPr>
          <p:nvPr/>
        </p:nvSpPr>
        <p:spPr>
          <a:xfrm>
            <a:off x="1212926" y="27188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" name="data_116">
            <a:extLst>
              <a:ext uri="{FF2B5EF4-FFF2-40B4-BE49-F238E27FC236}">
                <a16:creationId xmlns:a16="http://schemas.microsoft.com/office/drawing/2014/main" id="{F761CA08-CBA4-4CE8-BC4E-7AA69447F7AA}"/>
              </a:ext>
            </a:extLst>
          </p:cNvPr>
          <p:cNvSpPr>
            <a:spLocks/>
          </p:cNvSpPr>
          <p:nvPr/>
        </p:nvSpPr>
        <p:spPr>
          <a:xfrm>
            <a:off x="118043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" name="data_117">
            <a:extLst>
              <a:ext uri="{FF2B5EF4-FFF2-40B4-BE49-F238E27FC236}">
                <a16:creationId xmlns:a16="http://schemas.microsoft.com/office/drawing/2014/main" id="{5E0860D2-365E-4A90-95AE-B69C63C9F4A5}"/>
              </a:ext>
            </a:extLst>
          </p:cNvPr>
          <p:cNvSpPr>
            <a:spLocks/>
          </p:cNvSpPr>
          <p:nvPr/>
        </p:nvSpPr>
        <p:spPr>
          <a:xfrm>
            <a:off x="124869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" name="data_118">
            <a:extLst>
              <a:ext uri="{FF2B5EF4-FFF2-40B4-BE49-F238E27FC236}">
                <a16:creationId xmlns:a16="http://schemas.microsoft.com/office/drawing/2014/main" id="{7BF5027A-315E-43D9-BD79-5470CC32255A}"/>
              </a:ext>
            </a:extLst>
          </p:cNvPr>
          <p:cNvSpPr>
            <a:spLocks/>
          </p:cNvSpPr>
          <p:nvPr/>
        </p:nvSpPr>
        <p:spPr>
          <a:xfrm>
            <a:off x="128020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" name="data_119">
            <a:extLst>
              <a:ext uri="{FF2B5EF4-FFF2-40B4-BE49-F238E27FC236}">
                <a16:creationId xmlns:a16="http://schemas.microsoft.com/office/drawing/2014/main" id="{DC5CA4AB-8169-4B11-AC5A-DD2FA0EAAAFC}"/>
              </a:ext>
            </a:extLst>
          </p:cNvPr>
          <p:cNvSpPr>
            <a:spLocks/>
          </p:cNvSpPr>
          <p:nvPr/>
        </p:nvSpPr>
        <p:spPr>
          <a:xfrm>
            <a:off x="1300877" y="23869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" name="data_120">
            <a:extLst>
              <a:ext uri="{FF2B5EF4-FFF2-40B4-BE49-F238E27FC236}">
                <a16:creationId xmlns:a16="http://schemas.microsoft.com/office/drawing/2014/main" id="{3BDB7F28-84BB-41A5-93D5-95DD852797F1}"/>
              </a:ext>
            </a:extLst>
          </p:cNvPr>
          <p:cNvSpPr>
            <a:spLocks/>
          </p:cNvSpPr>
          <p:nvPr/>
        </p:nvSpPr>
        <p:spPr>
          <a:xfrm>
            <a:off x="129147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" name="data_121">
            <a:extLst>
              <a:ext uri="{FF2B5EF4-FFF2-40B4-BE49-F238E27FC236}">
                <a16:creationId xmlns:a16="http://schemas.microsoft.com/office/drawing/2014/main" id="{D164AE51-76CE-4714-92FE-8796930E25AF}"/>
              </a:ext>
            </a:extLst>
          </p:cNvPr>
          <p:cNvSpPr>
            <a:spLocks/>
          </p:cNvSpPr>
          <p:nvPr/>
        </p:nvSpPr>
        <p:spPr>
          <a:xfrm>
            <a:off x="1246474" y="33453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" name="data_122">
            <a:extLst>
              <a:ext uri="{FF2B5EF4-FFF2-40B4-BE49-F238E27FC236}">
                <a16:creationId xmlns:a16="http://schemas.microsoft.com/office/drawing/2014/main" id="{0AEC9A28-8BC2-4493-84EF-3B6B848C8656}"/>
              </a:ext>
            </a:extLst>
          </p:cNvPr>
          <p:cNvSpPr>
            <a:spLocks/>
          </p:cNvSpPr>
          <p:nvPr/>
        </p:nvSpPr>
        <p:spPr>
          <a:xfrm>
            <a:off x="119952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" name="data_123">
            <a:extLst>
              <a:ext uri="{FF2B5EF4-FFF2-40B4-BE49-F238E27FC236}">
                <a16:creationId xmlns:a16="http://schemas.microsoft.com/office/drawing/2014/main" id="{B3948FC9-A9FB-42D1-8057-F2FD9D0281D5}"/>
              </a:ext>
            </a:extLst>
          </p:cNvPr>
          <p:cNvSpPr>
            <a:spLocks/>
          </p:cNvSpPr>
          <p:nvPr/>
        </p:nvSpPr>
        <p:spPr>
          <a:xfrm>
            <a:off x="1211717" y="30080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" name="data_124">
            <a:extLst>
              <a:ext uri="{FF2B5EF4-FFF2-40B4-BE49-F238E27FC236}">
                <a16:creationId xmlns:a16="http://schemas.microsoft.com/office/drawing/2014/main" id="{920DE6BB-2E6A-4119-A4C0-71FAAB288A45}"/>
              </a:ext>
            </a:extLst>
          </p:cNvPr>
          <p:cNvSpPr>
            <a:spLocks/>
          </p:cNvSpPr>
          <p:nvPr/>
        </p:nvSpPr>
        <p:spPr>
          <a:xfrm>
            <a:off x="129746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" name="data_125">
            <a:extLst>
              <a:ext uri="{FF2B5EF4-FFF2-40B4-BE49-F238E27FC236}">
                <a16:creationId xmlns:a16="http://schemas.microsoft.com/office/drawing/2014/main" id="{1E5B3311-4B9E-48D7-B982-A24F489ECF70}"/>
              </a:ext>
            </a:extLst>
          </p:cNvPr>
          <p:cNvSpPr>
            <a:spLocks/>
          </p:cNvSpPr>
          <p:nvPr/>
        </p:nvSpPr>
        <p:spPr>
          <a:xfrm>
            <a:off x="1274939" y="30056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" name="data_126">
            <a:extLst>
              <a:ext uri="{FF2B5EF4-FFF2-40B4-BE49-F238E27FC236}">
                <a16:creationId xmlns:a16="http://schemas.microsoft.com/office/drawing/2014/main" id="{17AD94AB-08D8-4B48-B095-F8B8E2D473B9}"/>
              </a:ext>
            </a:extLst>
          </p:cNvPr>
          <p:cNvSpPr>
            <a:spLocks/>
          </p:cNvSpPr>
          <p:nvPr/>
        </p:nvSpPr>
        <p:spPr>
          <a:xfrm>
            <a:off x="12141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" name="data_127">
            <a:extLst>
              <a:ext uri="{FF2B5EF4-FFF2-40B4-BE49-F238E27FC236}">
                <a16:creationId xmlns:a16="http://schemas.microsoft.com/office/drawing/2014/main" id="{FC39D7CA-7496-402F-B11C-03A033D5CBB1}"/>
              </a:ext>
            </a:extLst>
          </p:cNvPr>
          <p:cNvSpPr>
            <a:spLocks/>
          </p:cNvSpPr>
          <p:nvPr/>
        </p:nvSpPr>
        <p:spPr>
          <a:xfrm>
            <a:off x="1220468" y="270225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" name="data_128">
            <a:extLst>
              <a:ext uri="{FF2B5EF4-FFF2-40B4-BE49-F238E27FC236}">
                <a16:creationId xmlns:a16="http://schemas.microsoft.com/office/drawing/2014/main" id="{78A5F56A-64DF-4992-9CBA-F2567EBE8221}"/>
              </a:ext>
            </a:extLst>
          </p:cNvPr>
          <p:cNvSpPr>
            <a:spLocks/>
          </p:cNvSpPr>
          <p:nvPr/>
        </p:nvSpPr>
        <p:spPr>
          <a:xfrm>
            <a:off x="1190781" y="31509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" name="data_129">
            <a:extLst>
              <a:ext uri="{FF2B5EF4-FFF2-40B4-BE49-F238E27FC236}">
                <a16:creationId xmlns:a16="http://schemas.microsoft.com/office/drawing/2014/main" id="{BD530BD5-50AC-4E1D-A4E8-B938397E50D2}"/>
              </a:ext>
            </a:extLst>
          </p:cNvPr>
          <p:cNvSpPr>
            <a:spLocks/>
          </p:cNvSpPr>
          <p:nvPr/>
        </p:nvSpPr>
        <p:spPr>
          <a:xfrm>
            <a:off x="1198646" y="25421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" name="data_130">
            <a:extLst>
              <a:ext uri="{FF2B5EF4-FFF2-40B4-BE49-F238E27FC236}">
                <a16:creationId xmlns:a16="http://schemas.microsoft.com/office/drawing/2014/main" id="{01F5373F-D296-472E-B3CD-041B7F348716}"/>
              </a:ext>
            </a:extLst>
          </p:cNvPr>
          <p:cNvSpPr>
            <a:spLocks/>
          </p:cNvSpPr>
          <p:nvPr/>
        </p:nvSpPr>
        <p:spPr>
          <a:xfrm>
            <a:off x="1209281" y="21075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" name="data_131">
            <a:extLst>
              <a:ext uri="{FF2B5EF4-FFF2-40B4-BE49-F238E27FC236}">
                <a16:creationId xmlns:a16="http://schemas.microsoft.com/office/drawing/2014/main" id="{E61A4D53-DCCF-4915-A399-CADD83C0609C}"/>
              </a:ext>
            </a:extLst>
          </p:cNvPr>
          <p:cNvSpPr>
            <a:spLocks/>
          </p:cNvSpPr>
          <p:nvPr/>
        </p:nvSpPr>
        <p:spPr>
          <a:xfrm>
            <a:off x="1290116" y="34467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" name="data_132">
            <a:extLst>
              <a:ext uri="{FF2B5EF4-FFF2-40B4-BE49-F238E27FC236}">
                <a16:creationId xmlns:a16="http://schemas.microsoft.com/office/drawing/2014/main" id="{E112FC10-9471-4236-9965-995165BB02F7}"/>
              </a:ext>
            </a:extLst>
          </p:cNvPr>
          <p:cNvSpPr>
            <a:spLocks/>
          </p:cNvSpPr>
          <p:nvPr/>
        </p:nvSpPr>
        <p:spPr>
          <a:xfrm>
            <a:off x="124280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" name="data_133">
            <a:extLst>
              <a:ext uri="{FF2B5EF4-FFF2-40B4-BE49-F238E27FC236}">
                <a16:creationId xmlns:a16="http://schemas.microsoft.com/office/drawing/2014/main" id="{C1725142-A68B-4093-9C5B-D5524A641DD0}"/>
              </a:ext>
            </a:extLst>
          </p:cNvPr>
          <p:cNvSpPr>
            <a:spLocks/>
          </p:cNvSpPr>
          <p:nvPr/>
        </p:nvSpPr>
        <p:spPr>
          <a:xfrm>
            <a:off x="1261664" y="28950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" name="data_134">
            <a:extLst>
              <a:ext uri="{FF2B5EF4-FFF2-40B4-BE49-F238E27FC236}">
                <a16:creationId xmlns:a16="http://schemas.microsoft.com/office/drawing/2014/main" id="{4F6D773E-60AF-46EF-A7C1-DC952D3F10F7}"/>
              </a:ext>
            </a:extLst>
          </p:cNvPr>
          <p:cNvSpPr>
            <a:spLocks/>
          </p:cNvSpPr>
          <p:nvPr/>
        </p:nvSpPr>
        <p:spPr>
          <a:xfrm>
            <a:off x="1216957" y="32026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" name="data_135">
            <a:extLst>
              <a:ext uri="{FF2B5EF4-FFF2-40B4-BE49-F238E27FC236}">
                <a16:creationId xmlns:a16="http://schemas.microsoft.com/office/drawing/2014/main" id="{7788B872-2499-4E28-A65B-49CDB11A7D13}"/>
              </a:ext>
            </a:extLst>
          </p:cNvPr>
          <p:cNvSpPr>
            <a:spLocks/>
          </p:cNvSpPr>
          <p:nvPr/>
        </p:nvSpPr>
        <p:spPr>
          <a:xfrm>
            <a:off x="1201441" y="33235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" name="data_136">
            <a:extLst>
              <a:ext uri="{FF2B5EF4-FFF2-40B4-BE49-F238E27FC236}">
                <a16:creationId xmlns:a16="http://schemas.microsoft.com/office/drawing/2014/main" id="{32F823C7-2D28-4881-9B30-E10E32B0064E}"/>
              </a:ext>
            </a:extLst>
          </p:cNvPr>
          <p:cNvSpPr>
            <a:spLocks/>
          </p:cNvSpPr>
          <p:nvPr/>
        </p:nvSpPr>
        <p:spPr>
          <a:xfrm>
            <a:off x="1189594" y="26397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" name="data_137">
            <a:extLst>
              <a:ext uri="{FF2B5EF4-FFF2-40B4-BE49-F238E27FC236}">
                <a16:creationId xmlns:a16="http://schemas.microsoft.com/office/drawing/2014/main" id="{86BE5AC7-39A9-433B-B948-833AF74FB3CB}"/>
              </a:ext>
            </a:extLst>
          </p:cNvPr>
          <p:cNvSpPr>
            <a:spLocks/>
          </p:cNvSpPr>
          <p:nvPr/>
        </p:nvSpPr>
        <p:spPr>
          <a:xfrm>
            <a:off x="1205345" y="23291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" name="data_138">
            <a:extLst>
              <a:ext uri="{FF2B5EF4-FFF2-40B4-BE49-F238E27FC236}">
                <a16:creationId xmlns:a16="http://schemas.microsoft.com/office/drawing/2014/main" id="{033DE82A-B269-4280-8CFC-F8FA9A8E8377}"/>
              </a:ext>
            </a:extLst>
          </p:cNvPr>
          <p:cNvSpPr>
            <a:spLocks/>
          </p:cNvSpPr>
          <p:nvPr/>
        </p:nvSpPr>
        <p:spPr>
          <a:xfrm>
            <a:off x="130038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" name="data_139">
            <a:extLst>
              <a:ext uri="{FF2B5EF4-FFF2-40B4-BE49-F238E27FC236}">
                <a16:creationId xmlns:a16="http://schemas.microsoft.com/office/drawing/2014/main" id="{8277B7A7-72CD-42E3-BE8A-EA798808B2E0}"/>
              </a:ext>
            </a:extLst>
          </p:cNvPr>
          <p:cNvSpPr>
            <a:spLocks/>
          </p:cNvSpPr>
          <p:nvPr/>
        </p:nvSpPr>
        <p:spPr>
          <a:xfrm>
            <a:off x="1173998" y="27748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" name="data_140">
            <a:extLst>
              <a:ext uri="{FF2B5EF4-FFF2-40B4-BE49-F238E27FC236}">
                <a16:creationId xmlns:a16="http://schemas.microsoft.com/office/drawing/2014/main" id="{B2A5765C-BBDC-4327-B37D-A256C58EC821}"/>
              </a:ext>
            </a:extLst>
          </p:cNvPr>
          <p:cNvSpPr>
            <a:spLocks/>
          </p:cNvSpPr>
          <p:nvPr/>
        </p:nvSpPr>
        <p:spPr>
          <a:xfrm>
            <a:off x="1195910" y="29354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" name="data_141">
            <a:extLst>
              <a:ext uri="{FF2B5EF4-FFF2-40B4-BE49-F238E27FC236}">
                <a16:creationId xmlns:a16="http://schemas.microsoft.com/office/drawing/2014/main" id="{2C0F7641-D1EB-4B9C-A197-85EF79C292B4}"/>
              </a:ext>
            </a:extLst>
          </p:cNvPr>
          <p:cNvSpPr>
            <a:spLocks/>
          </p:cNvSpPr>
          <p:nvPr/>
        </p:nvSpPr>
        <p:spPr>
          <a:xfrm>
            <a:off x="118538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" name="data_142">
            <a:extLst>
              <a:ext uri="{FF2B5EF4-FFF2-40B4-BE49-F238E27FC236}">
                <a16:creationId xmlns:a16="http://schemas.microsoft.com/office/drawing/2014/main" id="{EC7FA8E6-6BE3-4F2B-B1CD-00DFA38FA0EC}"/>
              </a:ext>
            </a:extLst>
          </p:cNvPr>
          <p:cNvSpPr>
            <a:spLocks/>
          </p:cNvSpPr>
          <p:nvPr/>
        </p:nvSpPr>
        <p:spPr>
          <a:xfrm>
            <a:off x="12196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" name="data_143">
            <a:extLst>
              <a:ext uri="{FF2B5EF4-FFF2-40B4-BE49-F238E27FC236}">
                <a16:creationId xmlns:a16="http://schemas.microsoft.com/office/drawing/2014/main" id="{A2F26561-B776-42CD-9E14-A2D606F95C03}"/>
              </a:ext>
            </a:extLst>
          </p:cNvPr>
          <p:cNvSpPr>
            <a:spLocks/>
          </p:cNvSpPr>
          <p:nvPr/>
        </p:nvSpPr>
        <p:spPr>
          <a:xfrm>
            <a:off x="1265839" y="27685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" name="data_144">
            <a:extLst>
              <a:ext uri="{FF2B5EF4-FFF2-40B4-BE49-F238E27FC236}">
                <a16:creationId xmlns:a16="http://schemas.microsoft.com/office/drawing/2014/main" id="{64562BA6-2D73-4EFC-9A20-B86D6BFDD824}"/>
              </a:ext>
            </a:extLst>
          </p:cNvPr>
          <p:cNvSpPr>
            <a:spLocks/>
          </p:cNvSpPr>
          <p:nvPr/>
        </p:nvSpPr>
        <p:spPr>
          <a:xfrm>
            <a:off x="117096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" name="data_145">
            <a:extLst>
              <a:ext uri="{FF2B5EF4-FFF2-40B4-BE49-F238E27FC236}">
                <a16:creationId xmlns:a16="http://schemas.microsoft.com/office/drawing/2014/main" id="{8558DD86-7B52-4A0C-A1D7-3DF99983AB69}"/>
              </a:ext>
            </a:extLst>
          </p:cNvPr>
          <p:cNvSpPr>
            <a:spLocks/>
          </p:cNvSpPr>
          <p:nvPr/>
        </p:nvSpPr>
        <p:spPr>
          <a:xfrm>
            <a:off x="11700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" name="data_146">
            <a:extLst>
              <a:ext uri="{FF2B5EF4-FFF2-40B4-BE49-F238E27FC236}">
                <a16:creationId xmlns:a16="http://schemas.microsoft.com/office/drawing/2014/main" id="{96B3229A-2602-4D72-BB6B-5FD90C484D58}"/>
              </a:ext>
            </a:extLst>
          </p:cNvPr>
          <p:cNvSpPr>
            <a:spLocks/>
          </p:cNvSpPr>
          <p:nvPr/>
        </p:nvSpPr>
        <p:spPr>
          <a:xfrm>
            <a:off x="1290403" y="32139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" name="data_147">
            <a:extLst>
              <a:ext uri="{FF2B5EF4-FFF2-40B4-BE49-F238E27FC236}">
                <a16:creationId xmlns:a16="http://schemas.microsoft.com/office/drawing/2014/main" id="{02F4F0C6-5771-44D9-B0F9-BC01F472C7FD}"/>
              </a:ext>
            </a:extLst>
          </p:cNvPr>
          <p:cNvSpPr>
            <a:spLocks/>
          </p:cNvSpPr>
          <p:nvPr/>
        </p:nvSpPr>
        <p:spPr>
          <a:xfrm>
            <a:off x="124419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" name="data_148">
            <a:extLst>
              <a:ext uri="{FF2B5EF4-FFF2-40B4-BE49-F238E27FC236}">
                <a16:creationId xmlns:a16="http://schemas.microsoft.com/office/drawing/2014/main" id="{8B39CD04-6C20-4DAE-AFA4-D2B01034CA5F}"/>
              </a:ext>
            </a:extLst>
          </p:cNvPr>
          <p:cNvSpPr>
            <a:spLocks/>
          </p:cNvSpPr>
          <p:nvPr/>
        </p:nvSpPr>
        <p:spPr>
          <a:xfrm>
            <a:off x="12169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" name="data_149">
            <a:extLst>
              <a:ext uri="{FF2B5EF4-FFF2-40B4-BE49-F238E27FC236}">
                <a16:creationId xmlns:a16="http://schemas.microsoft.com/office/drawing/2014/main" id="{E764A60F-F127-4495-ACB4-8DD7032ACC3D}"/>
              </a:ext>
            </a:extLst>
          </p:cNvPr>
          <p:cNvSpPr>
            <a:spLocks/>
          </p:cNvSpPr>
          <p:nvPr/>
        </p:nvSpPr>
        <p:spPr>
          <a:xfrm>
            <a:off x="1183092" y="21708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" name="data_150">
            <a:extLst>
              <a:ext uri="{FF2B5EF4-FFF2-40B4-BE49-F238E27FC236}">
                <a16:creationId xmlns:a16="http://schemas.microsoft.com/office/drawing/2014/main" id="{8EDC482E-7AB4-4241-93A7-1B7E32544A9C}"/>
              </a:ext>
            </a:extLst>
          </p:cNvPr>
          <p:cNvSpPr>
            <a:spLocks/>
          </p:cNvSpPr>
          <p:nvPr/>
        </p:nvSpPr>
        <p:spPr>
          <a:xfrm>
            <a:off x="1233160" y="33184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" name="data_151">
            <a:extLst>
              <a:ext uri="{FF2B5EF4-FFF2-40B4-BE49-F238E27FC236}">
                <a16:creationId xmlns:a16="http://schemas.microsoft.com/office/drawing/2014/main" id="{A1DD2886-8AE8-4505-9800-7E3B64D79FA3}"/>
              </a:ext>
            </a:extLst>
          </p:cNvPr>
          <p:cNvSpPr>
            <a:spLocks/>
          </p:cNvSpPr>
          <p:nvPr/>
        </p:nvSpPr>
        <p:spPr>
          <a:xfrm>
            <a:off x="1269194" y="34609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" name="data_152">
            <a:extLst>
              <a:ext uri="{FF2B5EF4-FFF2-40B4-BE49-F238E27FC236}">
                <a16:creationId xmlns:a16="http://schemas.microsoft.com/office/drawing/2014/main" id="{BC110AF8-A540-4D2A-AD23-06AA6F58A60F}"/>
              </a:ext>
            </a:extLst>
          </p:cNvPr>
          <p:cNvSpPr>
            <a:spLocks/>
          </p:cNvSpPr>
          <p:nvPr/>
        </p:nvSpPr>
        <p:spPr>
          <a:xfrm>
            <a:off x="1302933" y="34450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" name="data_153">
            <a:extLst>
              <a:ext uri="{FF2B5EF4-FFF2-40B4-BE49-F238E27FC236}">
                <a16:creationId xmlns:a16="http://schemas.microsoft.com/office/drawing/2014/main" id="{135B1F8C-EF80-469E-853A-BCAF26102EF6}"/>
              </a:ext>
            </a:extLst>
          </p:cNvPr>
          <p:cNvSpPr>
            <a:spLocks/>
          </p:cNvSpPr>
          <p:nvPr/>
        </p:nvSpPr>
        <p:spPr>
          <a:xfrm>
            <a:off x="1240708" y="26962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" name="data_154">
            <a:extLst>
              <a:ext uri="{FF2B5EF4-FFF2-40B4-BE49-F238E27FC236}">
                <a16:creationId xmlns:a16="http://schemas.microsoft.com/office/drawing/2014/main" id="{273BBA5F-9CFB-4848-B19E-03D2B68D1409}"/>
              </a:ext>
            </a:extLst>
          </p:cNvPr>
          <p:cNvSpPr>
            <a:spLocks/>
          </p:cNvSpPr>
          <p:nvPr/>
        </p:nvSpPr>
        <p:spPr>
          <a:xfrm>
            <a:off x="1195869" y="31475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" name="data_155">
            <a:extLst>
              <a:ext uri="{FF2B5EF4-FFF2-40B4-BE49-F238E27FC236}">
                <a16:creationId xmlns:a16="http://schemas.microsoft.com/office/drawing/2014/main" id="{3D067F2E-B508-471D-AA30-C9000B18390C}"/>
              </a:ext>
            </a:extLst>
          </p:cNvPr>
          <p:cNvSpPr>
            <a:spLocks/>
          </p:cNvSpPr>
          <p:nvPr/>
        </p:nvSpPr>
        <p:spPr>
          <a:xfrm>
            <a:off x="1282911" y="34104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" name="data_156">
            <a:extLst>
              <a:ext uri="{FF2B5EF4-FFF2-40B4-BE49-F238E27FC236}">
                <a16:creationId xmlns:a16="http://schemas.microsoft.com/office/drawing/2014/main" id="{D70AA383-EAD8-44A2-B2F5-D16CDD2E81F6}"/>
              </a:ext>
            </a:extLst>
          </p:cNvPr>
          <p:cNvSpPr>
            <a:spLocks/>
          </p:cNvSpPr>
          <p:nvPr/>
        </p:nvSpPr>
        <p:spPr>
          <a:xfrm>
            <a:off x="1173843" y="34592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" name="data_157">
            <a:extLst>
              <a:ext uri="{FF2B5EF4-FFF2-40B4-BE49-F238E27FC236}">
                <a16:creationId xmlns:a16="http://schemas.microsoft.com/office/drawing/2014/main" id="{82F24780-2E02-4C36-B563-5FB6215F8CDD}"/>
              </a:ext>
            </a:extLst>
          </p:cNvPr>
          <p:cNvSpPr>
            <a:spLocks/>
          </p:cNvSpPr>
          <p:nvPr/>
        </p:nvSpPr>
        <p:spPr>
          <a:xfrm>
            <a:off x="126082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" name="data_158">
            <a:extLst>
              <a:ext uri="{FF2B5EF4-FFF2-40B4-BE49-F238E27FC236}">
                <a16:creationId xmlns:a16="http://schemas.microsoft.com/office/drawing/2014/main" id="{43C26125-63A2-48EC-BE2C-C711A60FB128}"/>
              </a:ext>
            </a:extLst>
          </p:cNvPr>
          <p:cNvSpPr>
            <a:spLocks/>
          </p:cNvSpPr>
          <p:nvPr/>
        </p:nvSpPr>
        <p:spPr>
          <a:xfrm>
            <a:off x="1291497" y="29660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" name="data_159">
            <a:extLst>
              <a:ext uri="{FF2B5EF4-FFF2-40B4-BE49-F238E27FC236}">
                <a16:creationId xmlns:a16="http://schemas.microsoft.com/office/drawing/2014/main" id="{DE69468B-F7F9-429E-BD85-1C620FC86EE5}"/>
              </a:ext>
            </a:extLst>
          </p:cNvPr>
          <p:cNvSpPr>
            <a:spLocks/>
          </p:cNvSpPr>
          <p:nvPr/>
        </p:nvSpPr>
        <p:spPr>
          <a:xfrm>
            <a:off x="1210714" y="26149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" name="data_160">
            <a:extLst>
              <a:ext uri="{FF2B5EF4-FFF2-40B4-BE49-F238E27FC236}">
                <a16:creationId xmlns:a16="http://schemas.microsoft.com/office/drawing/2014/main" id="{903609A6-B9EA-47F7-A5AB-60E906DAE98D}"/>
              </a:ext>
            </a:extLst>
          </p:cNvPr>
          <p:cNvSpPr>
            <a:spLocks/>
          </p:cNvSpPr>
          <p:nvPr/>
        </p:nvSpPr>
        <p:spPr>
          <a:xfrm>
            <a:off x="1173604" y="24814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" name="data_161">
            <a:extLst>
              <a:ext uri="{FF2B5EF4-FFF2-40B4-BE49-F238E27FC236}">
                <a16:creationId xmlns:a16="http://schemas.microsoft.com/office/drawing/2014/main" id="{47118FEE-9397-47E8-A5FE-D3D779AFBEBF}"/>
              </a:ext>
            </a:extLst>
          </p:cNvPr>
          <p:cNvSpPr>
            <a:spLocks/>
          </p:cNvSpPr>
          <p:nvPr/>
        </p:nvSpPr>
        <p:spPr>
          <a:xfrm>
            <a:off x="1248265" y="31939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" name="data_162">
            <a:extLst>
              <a:ext uri="{FF2B5EF4-FFF2-40B4-BE49-F238E27FC236}">
                <a16:creationId xmlns:a16="http://schemas.microsoft.com/office/drawing/2014/main" id="{C2DFC6B6-CC6B-42ED-BFB9-17C55CF18E74}"/>
              </a:ext>
            </a:extLst>
          </p:cNvPr>
          <p:cNvSpPr>
            <a:spLocks/>
          </p:cNvSpPr>
          <p:nvPr/>
        </p:nvSpPr>
        <p:spPr>
          <a:xfrm>
            <a:off x="11978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" name="data_163">
            <a:extLst>
              <a:ext uri="{FF2B5EF4-FFF2-40B4-BE49-F238E27FC236}">
                <a16:creationId xmlns:a16="http://schemas.microsoft.com/office/drawing/2014/main" id="{BCD783F3-121A-4B2D-95C4-EB949EE3AB12}"/>
              </a:ext>
            </a:extLst>
          </p:cNvPr>
          <p:cNvSpPr>
            <a:spLocks/>
          </p:cNvSpPr>
          <p:nvPr/>
        </p:nvSpPr>
        <p:spPr>
          <a:xfrm>
            <a:off x="1163739" y="23406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" name="data_164">
            <a:extLst>
              <a:ext uri="{FF2B5EF4-FFF2-40B4-BE49-F238E27FC236}">
                <a16:creationId xmlns:a16="http://schemas.microsoft.com/office/drawing/2014/main" id="{228E4036-C21B-4D65-AE44-04BE669FF4C3}"/>
              </a:ext>
            </a:extLst>
          </p:cNvPr>
          <p:cNvSpPr>
            <a:spLocks/>
          </p:cNvSpPr>
          <p:nvPr/>
        </p:nvSpPr>
        <p:spPr>
          <a:xfrm>
            <a:off x="1299240" y="27320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" name="data_165">
            <a:extLst>
              <a:ext uri="{FF2B5EF4-FFF2-40B4-BE49-F238E27FC236}">
                <a16:creationId xmlns:a16="http://schemas.microsoft.com/office/drawing/2014/main" id="{0E5F98B2-E80E-4F41-A6CD-F06D0A1160A5}"/>
              </a:ext>
            </a:extLst>
          </p:cNvPr>
          <p:cNvSpPr>
            <a:spLocks/>
          </p:cNvSpPr>
          <p:nvPr/>
        </p:nvSpPr>
        <p:spPr>
          <a:xfrm>
            <a:off x="1264196" y="23570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" name="data_166">
            <a:extLst>
              <a:ext uri="{FF2B5EF4-FFF2-40B4-BE49-F238E27FC236}">
                <a16:creationId xmlns:a16="http://schemas.microsoft.com/office/drawing/2014/main" id="{BD08D69B-B2C3-4908-B78A-DE3EB721D7B8}"/>
              </a:ext>
            </a:extLst>
          </p:cNvPr>
          <p:cNvSpPr>
            <a:spLocks/>
          </p:cNvSpPr>
          <p:nvPr/>
        </p:nvSpPr>
        <p:spPr>
          <a:xfrm>
            <a:off x="1296977" y="28193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" name="data_167">
            <a:extLst>
              <a:ext uri="{FF2B5EF4-FFF2-40B4-BE49-F238E27FC236}">
                <a16:creationId xmlns:a16="http://schemas.microsoft.com/office/drawing/2014/main" id="{1BBDD59B-32F9-4894-8484-80AA85C38370}"/>
              </a:ext>
            </a:extLst>
          </p:cNvPr>
          <p:cNvSpPr>
            <a:spLocks/>
          </p:cNvSpPr>
          <p:nvPr/>
        </p:nvSpPr>
        <p:spPr>
          <a:xfrm>
            <a:off x="1163591" y="26800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" name="data_168">
            <a:extLst>
              <a:ext uri="{FF2B5EF4-FFF2-40B4-BE49-F238E27FC236}">
                <a16:creationId xmlns:a16="http://schemas.microsoft.com/office/drawing/2014/main" id="{07B636A7-AB68-422D-A689-69DDF40AC80B}"/>
              </a:ext>
            </a:extLst>
          </p:cNvPr>
          <p:cNvSpPr>
            <a:spLocks/>
          </p:cNvSpPr>
          <p:nvPr/>
        </p:nvSpPr>
        <p:spPr>
          <a:xfrm>
            <a:off x="1273211" y="31977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" name="data_169">
            <a:extLst>
              <a:ext uri="{FF2B5EF4-FFF2-40B4-BE49-F238E27FC236}">
                <a16:creationId xmlns:a16="http://schemas.microsoft.com/office/drawing/2014/main" id="{DADADA8D-A553-488A-9E12-DDEB7C2AF5FF}"/>
              </a:ext>
            </a:extLst>
          </p:cNvPr>
          <p:cNvSpPr>
            <a:spLocks/>
          </p:cNvSpPr>
          <p:nvPr/>
        </p:nvSpPr>
        <p:spPr>
          <a:xfrm>
            <a:off x="120202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" name="data_170">
            <a:extLst>
              <a:ext uri="{FF2B5EF4-FFF2-40B4-BE49-F238E27FC236}">
                <a16:creationId xmlns:a16="http://schemas.microsoft.com/office/drawing/2014/main" id="{6053A814-3ECF-4E12-87E2-924A42A779A7}"/>
              </a:ext>
            </a:extLst>
          </p:cNvPr>
          <p:cNvSpPr>
            <a:spLocks/>
          </p:cNvSpPr>
          <p:nvPr/>
        </p:nvSpPr>
        <p:spPr>
          <a:xfrm>
            <a:off x="1224551" y="25676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" name="data_171">
            <a:extLst>
              <a:ext uri="{FF2B5EF4-FFF2-40B4-BE49-F238E27FC236}">
                <a16:creationId xmlns:a16="http://schemas.microsoft.com/office/drawing/2014/main" id="{F3173DBC-D8E0-45AA-A16A-A010B6F9ED72}"/>
              </a:ext>
            </a:extLst>
          </p:cNvPr>
          <p:cNvSpPr>
            <a:spLocks/>
          </p:cNvSpPr>
          <p:nvPr/>
        </p:nvSpPr>
        <p:spPr>
          <a:xfrm>
            <a:off x="124687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3" name="data_172">
            <a:extLst>
              <a:ext uri="{FF2B5EF4-FFF2-40B4-BE49-F238E27FC236}">
                <a16:creationId xmlns:a16="http://schemas.microsoft.com/office/drawing/2014/main" id="{E868ED2D-7F5B-4DE9-8A37-463720DE4412}"/>
              </a:ext>
            </a:extLst>
          </p:cNvPr>
          <p:cNvSpPr>
            <a:spLocks/>
          </p:cNvSpPr>
          <p:nvPr/>
        </p:nvSpPr>
        <p:spPr>
          <a:xfrm>
            <a:off x="1295762" y="281177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4" name="data_173">
            <a:extLst>
              <a:ext uri="{FF2B5EF4-FFF2-40B4-BE49-F238E27FC236}">
                <a16:creationId xmlns:a16="http://schemas.microsoft.com/office/drawing/2014/main" id="{C365217A-C316-4EA6-9CB1-AE4F7F8CB4DB}"/>
              </a:ext>
            </a:extLst>
          </p:cNvPr>
          <p:cNvSpPr>
            <a:spLocks/>
          </p:cNvSpPr>
          <p:nvPr/>
        </p:nvSpPr>
        <p:spPr>
          <a:xfrm>
            <a:off x="118245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5" name="data_174">
            <a:extLst>
              <a:ext uri="{FF2B5EF4-FFF2-40B4-BE49-F238E27FC236}">
                <a16:creationId xmlns:a16="http://schemas.microsoft.com/office/drawing/2014/main" id="{05607644-22E1-42D0-8133-AA9B42AFC33D}"/>
              </a:ext>
            </a:extLst>
          </p:cNvPr>
          <p:cNvSpPr>
            <a:spLocks/>
          </p:cNvSpPr>
          <p:nvPr/>
        </p:nvSpPr>
        <p:spPr>
          <a:xfrm>
            <a:off x="1255491" y="28120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6" name="data_175">
            <a:extLst>
              <a:ext uri="{FF2B5EF4-FFF2-40B4-BE49-F238E27FC236}">
                <a16:creationId xmlns:a16="http://schemas.microsoft.com/office/drawing/2014/main" id="{564E858F-BBDD-4E8C-8833-3609F606287F}"/>
              </a:ext>
            </a:extLst>
          </p:cNvPr>
          <p:cNvSpPr>
            <a:spLocks/>
          </p:cNvSpPr>
          <p:nvPr/>
        </p:nvSpPr>
        <p:spPr>
          <a:xfrm>
            <a:off x="1229561" y="26340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7" name="data_176">
            <a:extLst>
              <a:ext uri="{FF2B5EF4-FFF2-40B4-BE49-F238E27FC236}">
                <a16:creationId xmlns:a16="http://schemas.microsoft.com/office/drawing/2014/main" id="{9CC6342C-6D93-41B8-BCA1-DD314472D3F0}"/>
              </a:ext>
            </a:extLst>
          </p:cNvPr>
          <p:cNvSpPr>
            <a:spLocks/>
          </p:cNvSpPr>
          <p:nvPr/>
        </p:nvSpPr>
        <p:spPr>
          <a:xfrm>
            <a:off x="1231764" y="26030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8" name="data_177">
            <a:extLst>
              <a:ext uri="{FF2B5EF4-FFF2-40B4-BE49-F238E27FC236}">
                <a16:creationId xmlns:a16="http://schemas.microsoft.com/office/drawing/2014/main" id="{68B93BCB-886B-4090-9084-90BD12C824B9}"/>
              </a:ext>
            </a:extLst>
          </p:cNvPr>
          <p:cNvSpPr>
            <a:spLocks/>
          </p:cNvSpPr>
          <p:nvPr/>
        </p:nvSpPr>
        <p:spPr>
          <a:xfrm>
            <a:off x="1183148" y="33016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" name="data_178">
            <a:extLst>
              <a:ext uri="{FF2B5EF4-FFF2-40B4-BE49-F238E27FC236}">
                <a16:creationId xmlns:a16="http://schemas.microsoft.com/office/drawing/2014/main" id="{73C3B84C-B266-49FD-8552-91BC069E743D}"/>
              </a:ext>
            </a:extLst>
          </p:cNvPr>
          <p:cNvSpPr>
            <a:spLocks/>
          </p:cNvSpPr>
          <p:nvPr/>
        </p:nvSpPr>
        <p:spPr>
          <a:xfrm>
            <a:off x="1289788" y="25293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" name="data_179">
            <a:extLst>
              <a:ext uri="{FF2B5EF4-FFF2-40B4-BE49-F238E27FC236}">
                <a16:creationId xmlns:a16="http://schemas.microsoft.com/office/drawing/2014/main" id="{9AE8434B-308B-4956-AD09-01BAE1370FC5}"/>
              </a:ext>
            </a:extLst>
          </p:cNvPr>
          <p:cNvSpPr>
            <a:spLocks/>
          </p:cNvSpPr>
          <p:nvPr/>
        </p:nvSpPr>
        <p:spPr>
          <a:xfrm>
            <a:off x="1209976" y="285662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" name="data_180">
            <a:extLst>
              <a:ext uri="{FF2B5EF4-FFF2-40B4-BE49-F238E27FC236}">
                <a16:creationId xmlns:a16="http://schemas.microsoft.com/office/drawing/2014/main" id="{7F747769-8811-4F18-BEC2-FA17C8104979}"/>
              </a:ext>
            </a:extLst>
          </p:cNvPr>
          <p:cNvSpPr>
            <a:spLocks/>
          </p:cNvSpPr>
          <p:nvPr/>
        </p:nvSpPr>
        <p:spPr>
          <a:xfrm>
            <a:off x="1296716" y="21124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" name="data_181">
            <a:extLst>
              <a:ext uri="{FF2B5EF4-FFF2-40B4-BE49-F238E27FC236}">
                <a16:creationId xmlns:a16="http://schemas.microsoft.com/office/drawing/2014/main" id="{4BBD6171-26E9-4F4E-9463-9C79216B8842}"/>
              </a:ext>
            </a:extLst>
          </p:cNvPr>
          <p:cNvSpPr>
            <a:spLocks/>
          </p:cNvSpPr>
          <p:nvPr/>
        </p:nvSpPr>
        <p:spPr>
          <a:xfrm>
            <a:off x="1225030" y="31779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" name="data_182">
            <a:extLst>
              <a:ext uri="{FF2B5EF4-FFF2-40B4-BE49-F238E27FC236}">
                <a16:creationId xmlns:a16="http://schemas.microsoft.com/office/drawing/2014/main" id="{DB80788F-3A61-4E72-94EC-9B2A27B81E7B}"/>
              </a:ext>
            </a:extLst>
          </p:cNvPr>
          <p:cNvSpPr>
            <a:spLocks/>
          </p:cNvSpPr>
          <p:nvPr/>
        </p:nvSpPr>
        <p:spPr>
          <a:xfrm>
            <a:off x="122477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" name="data_183">
            <a:extLst>
              <a:ext uri="{FF2B5EF4-FFF2-40B4-BE49-F238E27FC236}">
                <a16:creationId xmlns:a16="http://schemas.microsoft.com/office/drawing/2014/main" id="{F16C201A-A871-4923-8F4F-0DF87755A13B}"/>
              </a:ext>
            </a:extLst>
          </p:cNvPr>
          <p:cNvSpPr>
            <a:spLocks/>
          </p:cNvSpPr>
          <p:nvPr/>
        </p:nvSpPr>
        <p:spPr>
          <a:xfrm>
            <a:off x="1256069" y="29158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" name="data_184">
            <a:extLst>
              <a:ext uri="{FF2B5EF4-FFF2-40B4-BE49-F238E27FC236}">
                <a16:creationId xmlns:a16="http://schemas.microsoft.com/office/drawing/2014/main" id="{12C617A1-3D5B-44CB-97BF-10C2E0A9C3F6}"/>
              </a:ext>
            </a:extLst>
          </p:cNvPr>
          <p:cNvSpPr>
            <a:spLocks/>
          </p:cNvSpPr>
          <p:nvPr/>
        </p:nvSpPr>
        <p:spPr>
          <a:xfrm>
            <a:off x="1291255" y="28495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" name="data_185">
            <a:extLst>
              <a:ext uri="{FF2B5EF4-FFF2-40B4-BE49-F238E27FC236}">
                <a16:creationId xmlns:a16="http://schemas.microsoft.com/office/drawing/2014/main" id="{D3F14A4D-3995-4B4A-AD02-2B6E95D554FE}"/>
              </a:ext>
            </a:extLst>
          </p:cNvPr>
          <p:cNvSpPr>
            <a:spLocks/>
          </p:cNvSpPr>
          <p:nvPr/>
        </p:nvSpPr>
        <p:spPr>
          <a:xfrm>
            <a:off x="11957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" name="data_186">
            <a:extLst>
              <a:ext uri="{FF2B5EF4-FFF2-40B4-BE49-F238E27FC236}">
                <a16:creationId xmlns:a16="http://schemas.microsoft.com/office/drawing/2014/main" id="{4B950C01-9456-4188-B32B-2F251B53C5E2}"/>
              </a:ext>
            </a:extLst>
          </p:cNvPr>
          <p:cNvSpPr>
            <a:spLocks/>
          </p:cNvSpPr>
          <p:nvPr/>
        </p:nvSpPr>
        <p:spPr>
          <a:xfrm>
            <a:off x="1252562" y="27239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" name="data_187">
            <a:extLst>
              <a:ext uri="{FF2B5EF4-FFF2-40B4-BE49-F238E27FC236}">
                <a16:creationId xmlns:a16="http://schemas.microsoft.com/office/drawing/2014/main" id="{9F4D64BC-CA8D-4B15-BA79-B23DEEDA6EDD}"/>
              </a:ext>
            </a:extLst>
          </p:cNvPr>
          <p:cNvSpPr>
            <a:spLocks/>
          </p:cNvSpPr>
          <p:nvPr/>
        </p:nvSpPr>
        <p:spPr>
          <a:xfrm>
            <a:off x="1218660" y="25799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" name="data_188">
            <a:extLst>
              <a:ext uri="{FF2B5EF4-FFF2-40B4-BE49-F238E27FC236}">
                <a16:creationId xmlns:a16="http://schemas.microsoft.com/office/drawing/2014/main" id="{2F199BC7-CB1B-47F2-B6E5-0A923EF15EA4}"/>
              </a:ext>
            </a:extLst>
          </p:cNvPr>
          <p:cNvSpPr>
            <a:spLocks/>
          </p:cNvSpPr>
          <p:nvPr/>
        </p:nvSpPr>
        <p:spPr>
          <a:xfrm>
            <a:off x="125161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" name="data_189">
            <a:extLst>
              <a:ext uri="{FF2B5EF4-FFF2-40B4-BE49-F238E27FC236}">
                <a16:creationId xmlns:a16="http://schemas.microsoft.com/office/drawing/2014/main" id="{5DB8EEE6-50D3-4F66-A75D-9F6036F114CC}"/>
              </a:ext>
            </a:extLst>
          </p:cNvPr>
          <p:cNvSpPr>
            <a:spLocks/>
          </p:cNvSpPr>
          <p:nvPr/>
        </p:nvSpPr>
        <p:spPr>
          <a:xfrm>
            <a:off x="1289345" y="23263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" name="data_190">
            <a:extLst>
              <a:ext uri="{FF2B5EF4-FFF2-40B4-BE49-F238E27FC236}">
                <a16:creationId xmlns:a16="http://schemas.microsoft.com/office/drawing/2014/main" id="{C37A8B58-CE2A-409C-BB0B-A64BBF713C36}"/>
              </a:ext>
            </a:extLst>
          </p:cNvPr>
          <p:cNvSpPr>
            <a:spLocks/>
          </p:cNvSpPr>
          <p:nvPr/>
        </p:nvSpPr>
        <p:spPr>
          <a:xfrm>
            <a:off x="1188237" y="33285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" name="data_191">
            <a:extLst>
              <a:ext uri="{FF2B5EF4-FFF2-40B4-BE49-F238E27FC236}">
                <a16:creationId xmlns:a16="http://schemas.microsoft.com/office/drawing/2014/main" id="{3809407E-0818-4465-A62F-3748B6C8C4B1}"/>
              </a:ext>
            </a:extLst>
          </p:cNvPr>
          <p:cNvSpPr>
            <a:spLocks/>
          </p:cNvSpPr>
          <p:nvPr/>
        </p:nvSpPr>
        <p:spPr>
          <a:xfrm>
            <a:off x="122633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" name="data_192">
            <a:extLst>
              <a:ext uri="{FF2B5EF4-FFF2-40B4-BE49-F238E27FC236}">
                <a16:creationId xmlns:a16="http://schemas.microsoft.com/office/drawing/2014/main" id="{D44770FF-FA5E-4EBE-BF78-552A4DBEF0FD}"/>
              </a:ext>
            </a:extLst>
          </p:cNvPr>
          <p:cNvSpPr>
            <a:spLocks/>
          </p:cNvSpPr>
          <p:nvPr/>
        </p:nvSpPr>
        <p:spPr>
          <a:xfrm>
            <a:off x="11737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" name="data_193">
            <a:extLst>
              <a:ext uri="{FF2B5EF4-FFF2-40B4-BE49-F238E27FC236}">
                <a16:creationId xmlns:a16="http://schemas.microsoft.com/office/drawing/2014/main" id="{4537DF22-F123-406E-93DE-E5AD171AEF69}"/>
              </a:ext>
            </a:extLst>
          </p:cNvPr>
          <p:cNvSpPr>
            <a:spLocks/>
          </p:cNvSpPr>
          <p:nvPr/>
        </p:nvSpPr>
        <p:spPr>
          <a:xfrm>
            <a:off x="1247139" y="301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" name="data_194">
            <a:extLst>
              <a:ext uri="{FF2B5EF4-FFF2-40B4-BE49-F238E27FC236}">
                <a16:creationId xmlns:a16="http://schemas.microsoft.com/office/drawing/2014/main" id="{0F900E80-2318-4A33-8D49-71C928D967F8}"/>
              </a:ext>
            </a:extLst>
          </p:cNvPr>
          <p:cNvSpPr>
            <a:spLocks/>
          </p:cNvSpPr>
          <p:nvPr/>
        </p:nvSpPr>
        <p:spPr>
          <a:xfrm>
            <a:off x="120905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" name="data_195">
            <a:extLst>
              <a:ext uri="{FF2B5EF4-FFF2-40B4-BE49-F238E27FC236}">
                <a16:creationId xmlns:a16="http://schemas.microsoft.com/office/drawing/2014/main" id="{AE02E018-B103-4E7E-A7E0-A399A17BF01C}"/>
              </a:ext>
            </a:extLst>
          </p:cNvPr>
          <p:cNvSpPr>
            <a:spLocks/>
          </p:cNvSpPr>
          <p:nvPr/>
        </p:nvSpPr>
        <p:spPr>
          <a:xfrm>
            <a:off x="1221228" y="24265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" name="data_196">
            <a:extLst>
              <a:ext uri="{FF2B5EF4-FFF2-40B4-BE49-F238E27FC236}">
                <a16:creationId xmlns:a16="http://schemas.microsoft.com/office/drawing/2014/main" id="{18DDEDE4-62DF-4516-8BBC-BF99A55D7DF4}"/>
              </a:ext>
            </a:extLst>
          </p:cNvPr>
          <p:cNvSpPr>
            <a:spLocks/>
          </p:cNvSpPr>
          <p:nvPr/>
        </p:nvSpPr>
        <p:spPr>
          <a:xfrm>
            <a:off x="120905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" name="data_197">
            <a:extLst>
              <a:ext uri="{FF2B5EF4-FFF2-40B4-BE49-F238E27FC236}">
                <a16:creationId xmlns:a16="http://schemas.microsoft.com/office/drawing/2014/main" id="{3CFF970E-59C2-4EBC-BCBC-4C9922F10BDF}"/>
              </a:ext>
            </a:extLst>
          </p:cNvPr>
          <p:cNvSpPr>
            <a:spLocks/>
          </p:cNvSpPr>
          <p:nvPr/>
        </p:nvSpPr>
        <p:spPr>
          <a:xfrm>
            <a:off x="1202894" y="28248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" name="data_198">
            <a:extLst>
              <a:ext uri="{FF2B5EF4-FFF2-40B4-BE49-F238E27FC236}">
                <a16:creationId xmlns:a16="http://schemas.microsoft.com/office/drawing/2014/main" id="{74B5BFF0-D7BC-4ED9-896F-31204A09FA2C}"/>
              </a:ext>
            </a:extLst>
          </p:cNvPr>
          <p:cNvSpPr>
            <a:spLocks/>
          </p:cNvSpPr>
          <p:nvPr/>
        </p:nvSpPr>
        <p:spPr>
          <a:xfrm>
            <a:off x="1269690" y="27927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" name="data_199">
            <a:extLst>
              <a:ext uri="{FF2B5EF4-FFF2-40B4-BE49-F238E27FC236}">
                <a16:creationId xmlns:a16="http://schemas.microsoft.com/office/drawing/2014/main" id="{E27B5D58-EB79-4E34-9FCC-4576C77488EB}"/>
              </a:ext>
            </a:extLst>
          </p:cNvPr>
          <p:cNvSpPr>
            <a:spLocks/>
          </p:cNvSpPr>
          <p:nvPr/>
        </p:nvSpPr>
        <p:spPr>
          <a:xfrm>
            <a:off x="1217174" y="27136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" name="data_200">
            <a:extLst>
              <a:ext uri="{FF2B5EF4-FFF2-40B4-BE49-F238E27FC236}">
                <a16:creationId xmlns:a16="http://schemas.microsoft.com/office/drawing/2014/main" id="{E3430357-6B49-433A-B240-1D2CD63B6BFF}"/>
              </a:ext>
            </a:extLst>
          </p:cNvPr>
          <p:cNvSpPr>
            <a:spLocks/>
          </p:cNvSpPr>
          <p:nvPr/>
        </p:nvSpPr>
        <p:spPr>
          <a:xfrm>
            <a:off x="1284465" y="21592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" name="data_201">
            <a:extLst>
              <a:ext uri="{FF2B5EF4-FFF2-40B4-BE49-F238E27FC236}">
                <a16:creationId xmlns:a16="http://schemas.microsoft.com/office/drawing/2014/main" id="{ADCBEFFD-0C75-4718-85A0-2594D25328E5}"/>
              </a:ext>
            </a:extLst>
          </p:cNvPr>
          <p:cNvSpPr>
            <a:spLocks/>
          </p:cNvSpPr>
          <p:nvPr/>
        </p:nvSpPr>
        <p:spPr>
          <a:xfrm>
            <a:off x="1205181" y="29820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" name="data_202">
            <a:extLst>
              <a:ext uri="{FF2B5EF4-FFF2-40B4-BE49-F238E27FC236}">
                <a16:creationId xmlns:a16="http://schemas.microsoft.com/office/drawing/2014/main" id="{ED680C1B-084A-44F0-AEAB-406779C8B4B6}"/>
              </a:ext>
            </a:extLst>
          </p:cNvPr>
          <p:cNvSpPr>
            <a:spLocks/>
          </p:cNvSpPr>
          <p:nvPr/>
        </p:nvSpPr>
        <p:spPr>
          <a:xfrm>
            <a:off x="1176729" y="270236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" name="data_203">
            <a:extLst>
              <a:ext uri="{FF2B5EF4-FFF2-40B4-BE49-F238E27FC236}">
                <a16:creationId xmlns:a16="http://schemas.microsoft.com/office/drawing/2014/main" id="{D97E237C-6038-417D-A9BD-956B3A2995B8}"/>
              </a:ext>
            </a:extLst>
          </p:cNvPr>
          <p:cNvSpPr>
            <a:spLocks/>
          </p:cNvSpPr>
          <p:nvPr/>
        </p:nvSpPr>
        <p:spPr>
          <a:xfrm>
            <a:off x="116833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" name="data_204">
            <a:extLst>
              <a:ext uri="{FF2B5EF4-FFF2-40B4-BE49-F238E27FC236}">
                <a16:creationId xmlns:a16="http://schemas.microsoft.com/office/drawing/2014/main" id="{FA8C9E87-C2A4-4AB2-AA6F-678B052B1E69}"/>
              </a:ext>
            </a:extLst>
          </p:cNvPr>
          <p:cNvSpPr>
            <a:spLocks/>
          </p:cNvSpPr>
          <p:nvPr/>
        </p:nvSpPr>
        <p:spPr>
          <a:xfrm>
            <a:off x="1262166" y="332560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" name="data_205">
            <a:extLst>
              <a:ext uri="{FF2B5EF4-FFF2-40B4-BE49-F238E27FC236}">
                <a16:creationId xmlns:a16="http://schemas.microsoft.com/office/drawing/2014/main" id="{C38A69C4-7BA2-4198-93F3-2B711E85C037}"/>
              </a:ext>
            </a:extLst>
          </p:cNvPr>
          <p:cNvSpPr>
            <a:spLocks/>
          </p:cNvSpPr>
          <p:nvPr/>
        </p:nvSpPr>
        <p:spPr>
          <a:xfrm>
            <a:off x="1273242" y="25743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" name="data_206">
            <a:extLst>
              <a:ext uri="{FF2B5EF4-FFF2-40B4-BE49-F238E27FC236}">
                <a16:creationId xmlns:a16="http://schemas.microsoft.com/office/drawing/2014/main" id="{66F646A8-8F5C-457D-ADBA-5353A4FC7637}"/>
              </a:ext>
            </a:extLst>
          </p:cNvPr>
          <p:cNvSpPr>
            <a:spLocks/>
          </p:cNvSpPr>
          <p:nvPr/>
        </p:nvSpPr>
        <p:spPr>
          <a:xfrm>
            <a:off x="1284969" y="29219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8" name="data_207">
            <a:extLst>
              <a:ext uri="{FF2B5EF4-FFF2-40B4-BE49-F238E27FC236}">
                <a16:creationId xmlns:a16="http://schemas.microsoft.com/office/drawing/2014/main" id="{E8EC44D7-2BD4-42AC-B5E0-21536E479ADC}"/>
              </a:ext>
            </a:extLst>
          </p:cNvPr>
          <p:cNvSpPr>
            <a:spLocks/>
          </p:cNvSpPr>
          <p:nvPr/>
        </p:nvSpPr>
        <p:spPr>
          <a:xfrm>
            <a:off x="123969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9" name="data_208">
            <a:extLst>
              <a:ext uri="{FF2B5EF4-FFF2-40B4-BE49-F238E27FC236}">
                <a16:creationId xmlns:a16="http://schemas.microsoft.com/office/drawing/2014/main" id="{5D063C04-698C-4C7B-8AF7-CF32A4AA03D3}"/>
              </a:ext>
            </a:extLst>
          </p:cNvPr>
          <p:cNvSpPr>
            <a:spLocks/>
          </p:cNvSpPr>
          <p:nvPr/>
        </p:nvSpPr>
        <p:spPr>
          <a:xfrm>
            <a:off x="1236233" y="29607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0" name="data_209">
            <a:extLst>
              <a:ext uri="{FF2B5EF4-FFF2-40B4-BE49-F238E27FC236}">
                <a16:creationId xmlns:a16="http://schemas.microsoft.com/office/drawing/2014/main" id="{E761FA28-B979-4731-8A0C-950AC15C25EC}"/>
              </a:ext>
            </a:extLst>
          </p:cNvPr>
          <p:cNvSpPr>
            <a:spLocks/>
          </p:cNvSpPr>
          <p:nvPr/>
        </p:nvSpPr>
        <p:spPr>
          <a:xfrm>
            <a:off x="1441116" y="22332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1" name="data_210">
            <a:extLst>
              <a:ext uri="{FF2B5EF4-FFF2-40B4-BE49-F238E27FC236}">
                <a16:creationId xmlns:a16="http://schemas.microsoft.com/office/drawing/2014/main" id="{BE2AD5E9-5F6B-4D11-BE35-A42817D98BEF}"/>
              </a:ext>
            </a:extLst>
          </p:cNvPr>
          <p:cNvSpPr>
            <a:spLocks/>
          </p:cNvSpPr>
          <p:nvPr/>
        </p:nvSpPr>
        <p:spPr>
          <a:xfrm>
            <a:off x="1528209" y="19472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2" name="data_211">
            <a:extLst>
              <a:ext uri="{FF2B5EF4-FFF2-40B4-BE49-F238E27FC236}">
                <a16:creationId xmlns:a16="http://schemas.microsoft.com/office/drawing/2014/main" id="{D6D1D77F-6F69-4FD0-BE3A-20364CD15EAA}"/>
              </a:ext>
            </a:extLst>
          </p:cNvPr>
          <p:cNvSpPr>
            <a:spLocks/>
          </p:cNvSpPr>
          <p:nvPr/>
        </p:nvSpPr>
        <p:spPr>
          <a:xfrm>
            <a:off x="1524327" y="21284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3" name="data_212">
            <a:extLst>
              <a:ext uri="{FF2B5EF4-FFF2-40B4-BE49-F238E27FC236}">
                <a16:creationId xmlns:a16="http://schemas.microsoft.com/office/drawing/2014/main" id="{4D051536-6774-44F4-B5D1-CD6B6E5813EC}"/>
              </a:ext>
            </a:extLst>
          </p:cNvPr>
          <p:cNvSpPr>
            <a:spLocks/>
          </p:cNvSpPr>
          <p:nvPr/>
        </p:nvSpPr>
        <p:spPr>
          <a:xfrm>
            <a:off x="1475213" y="32769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4" name="data_213">
            <a:extLst>
              <a:ext uri="{FF2B5EF4-FFF2-40B4-BE49-F238E27FC236}">
                <a16:creationId xmlns:a16="http://schemas.microsoft.com/office/drawing/2014/main" id="{40CAD010-A8A2-4266-B298-D4E914B25FB7}"/>
              </a:ext>
            </a:extLst>
          </p:cNvPr>
          <p:cNvSpPr>
            <a:spLocks/>
          </p:cNvSpPr>
          <p:nvPr/>
        </p:nvSpPr>
        <p:spPr>
          <a:xfrm>
            <a:off x="1499709" y="2233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5" name="data_214">
            <a:extLst>
              <a:ext uri="{FF2B5EF4-FFF2-40B4-BE49-F238E27FC236}">
                <a16:creationId xmlns:a16="http://schemas.microsoft.com/office/drawing/2014/main" id="{5CDD5763-CEF7-4A59-BB71-C4289A544005}"/>
              </a:ext>
            </a:extLst>
          </p:cNvPr>
          <p:cNvSpPr>
            <a:spLocks/>
          </p:cNvSpPr>
          <p:nvPr/>
        </p:nvSpPr>
        <p:spPr>
          <a:xfrm>
            <a:off x="1394453" y="24510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6" name="data_215">
            <a:extLst>
              <a:ext uri="{FF2B5EF4-FFF2-40B4-BE49-F238E27FC236}">
                <a16:creationId xmlns:a16="http://schemas.microsoft.com/office/drawing/2014/main" id="{375E2CD0-7F0D-4C8A-9E49-A609F44A5DC1}"/>
              </a:ext>
            </a:extLst>
          </p:cNvPr>
          <p:cNvSpPr>
            <a:spLocks/>
          </p:cNvSpPr>
          <p:nvPr/>
        </p:nvSpPr>
        <p:spPr>
          <a:xfrm>
            <a:off x="1430330" y="20194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7" name="data_216">
            <a:extLst>
              <a:ext uri="{FF2B5EF4-FFF2-40B4-BE49-F238E27FC236}">
                <a16:creationId xmlns:a16="http://schemas.microsoft.com/office/drawing/2014/main" id="{68C5B391-F683-48C6-AB5F-67A025CD2665}"/>
              </a:ext>
            </a:extLst>
          </p:cNvPr>
          <p:cNvSpPr>
            <a:spLocks/>
          </p:cNvSpPr>
          <p:nvPr/>
        </p:nvSpPr>
        <p:spPr>
          <a:xfrm>
            <a:off x="1419466" y="20523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8" name="data_217">
            <a:extLst>
              <a:ext uri="{FF2B5EF4-FFF2-40B4-BE49-F238E27FC236}">
                <a16:creationId xmlns:a16="http://schemas.microsoft.com/office/drawing/2014/main" id="{EED3B948-9B8E-4EF0-98EA-E867ADD35807}"/>
              </a:ext>
            </a:extLst>
          </p:cNvPr>
          <p:cNvSpPr>
            <a:spLocks/>
          </p:cNvSpPr>
          <p:nvPr/>
        </p:nvSpPr>
        <p:spPr>
          <a:xfrm>
            <a:off x="1435987" y="24964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9" name="data_218">
            <a:extLst>
              <a:ext uri="{FF2B5EF4-FFF2-40B4-BE49-F238E27FC236}">
                <a16:creationId xmlns:a16="http://schemas.microsoft.com/office/drawing/2014/main" id="{842AD2D8-DC4B-42F2-9C1A-BD8AFB5C2499}"/>
              </a:ext>
            </a:extLst>
          </p:cNvPr>
          <p:cNvSpPr>
            <a:spLocks/>
          </p:cNvSpPr>
          <p:nvPr/>
        </p:nvSpPr>
        <p:spPr>
          <a:xfrm>
            <a:off x="1395813" y="19633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0" name="data_219">
            <a:extLst>
              <a:ext uri="{FF2B5EF4-FFF2-40B4-BE49-F238E27FC236}">
                <a16:creationId xmlns:a16="http://schemas.microsoft.com/office/drawing/2014/main" id="{0B880DEE-DDCF-4218-B855-D3B1D003A8B5}"/>
              </a:ext>
            </a:extLst>
          </p:cNvPr>
          <p:cNvSpPr>
            <a:spLocks/>
          </p:cNvSpPr>
          <p:nvPr/>
        </p:nvSpPr>
        <p:spPr>
          <a:xfrm>
            <a:off x="1510562" y="26951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1" name="data_220">
            <a:extLst>
              <a:ext uri="{FF2B5EF4-FFF2-40B4-BE49-F238E27FC236}">
                <a16:creationId xmlns:a16="http://schemas.microsoft.com/office/drawing/2014/main" id="{988009DA-1DE1-497E-BB6D-52BA836BFD78}"/>
              </a:ext>
            </a:extLst>
          </p:cNvPr>
          <p:cNvSpPr>
            <a:spLocks/>
          </p:cNvSpPr>
          <p:nvPr/>
        </p:nvSpPr>
        <p:spPr>
          <a:xfrm>
            <a:off x="1450031" y="24659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2" name="data_221">
            <a:extLst>
              <a:ext uri="{FF2B5EF4-FFF2-40B4-BE49-F238E27FC236}">
                <a16:creationId xmlns:a16="http://schemas.microsoft.com/office/drawing/2014/main" id="{788064E6-10EB-4131-87DF-1E7ED7471D39}"/>
              </a:ext>
            </a:extLst>
          </p:cNvPr>
          <p:cNvSpPr>
            <a:spLocks/>
          </p:cNvSpPr>
          <p:nvPr/>
        </p:nvSpPr>
        <p:spPr>
          <a:xfrm>
            <a:off x="1482728" y="25617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3" name="data_222">
            <a:extLst>
              <a:ext uri="{FF2B5EF4-FFF2-40B4-BE49-F238E27FC236}">
                <a16:creationId xmlns:a16="http://schemas.microsoft.com/office/drawing/2014/main" id="{F650DF7A-C792-409B-A523-2055401F9B3E}"/>
              </a:ext>
            </a:extLst>
          </p:cNvPr>
          <p:cNvSpPr>
            <a:spLocks/>
          </p:cNvSpPr>
          <p:nvPr/>
        </p:nvSpPr>
        <p:spPr>
          <a:xfrm>
            <a:off x="1415427" y="23101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4" name="data_223">
            <a:extLst>
              <a:ext uri="{FF2B5EF4-FFF2-40B4-BE49-F238E27FC236}">
                <a16:creationId xmlns:a16="http://schemas.microsoft.com/office/drawing/2014/main" id="{1A680EAA-AE1F-482C-BBF4-634D43730497}"/>
              </a:ext>
            </a:extLst>
          </p:cNvPr>
          <p:cNvSpPr>
            <a:spLocks/>
          </p:cNvSpPr>
          <p:nvPr/>
        </p:nvSpPr>
        <p:spPr>
          <a:xfrm>
            <a:off x="1453376" y="20454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5" name="data_224">
            <a:extLst>
              <a:ext uri="{FF2B5EF4-FFF2-40B4-BE49-F238E27FC236}">
                <a16:creationId xmlns:a16="http://schemas.microsoft.com/office/drawing/2014/main" id="{0D6D8218-8D02-45F0-A748-7A34EF90E64B}"/>
              </a:ext>
            </a:extLst>
          </p:cNvPr>
          <p:cNvSpPr>
            <a:spLocks/>
          </p:cNvSpPr>
          <p:nvPr/>
        </p:nvSpPr>
        <p:spPr>
          <a:xfrm>
            <a:off x="1432808" y="20857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6" name="data_225">
            <a:extLst>
              <a:ext uri="{FF2B5EF4-FFF2-40B4-BE49-F238E27FC236}">
                <a16:creationId xmlns:a16="http://schemas.microsoft.com/office/drawing/2014/main" id="{15DAD434-3330-4A94-B001-EA8AD6CE8BDB}"/>
              </a:ext>
            </a:extLst>
          </p:cNvPr>
          <p:cNvSpPr>
            <a:spLocks/>
          </p:cNvSpPr>
          <p:nvPr/>
        </p:nvSpPr>
        <p:spPr>
          <a:xfrm>
            <a:off x="1408716" y="25709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7" name="data_226">
            <a:extLst>
              <a:ext uri="{FF2B5EF4-FFF2-40B4-BE49-F238E27FC236}">
                <a16:creationId xmlns:a16="http://schemas.microsoft.com/office/drawing/2014/main" id="{E0CAB590-8224-458B-8D4F-5E328F3099F5}"/>
              </a:ext>
            </a:extLst>
          </p:cNvPr>
          <p:cNvSpPr>
            <a:spLocks/>
          </p:cNvSpPr>
          <p:nvPr/>
        </p:nvSpPr>
        <p:spPr>
          <a:xfrm>
            <a:off x="1404711" y="25892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8" name="data_227">
            <a:extLst>
              <a:ext uri="{FF2B5EF4-FFF2-40B4-BE49-F238E27FC236}">
                <a16:creationId xmlns:a16="http://schemas.microsoft.com/office/drawing/2014/main" id="{8137E122-E8FA-460C-8D93-67A4FA27732C}"/>
              </a:ext>
            </a:extLst>
          </p:cNvPr>
          <p:cNvSpPr>
            <a:spLocks/>
          </p:cNvSpPr>
          <p:nvPr/>
        </p:nvSpPr>
        <p:spPr>
          <a:xfrm>
            <a:off x="1510331" y="24809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9" name="data_228">
            <a:extLst>
              <a:ext uri="{FF2B5EF4-FFF2-40B4-BE49-F238E27FC236}">
                <a16:creationId xmlns:a16="http://schemas.microsoft.com/office/drawing/2014/main" id="{911F323E-3EFD-4911-B512-6D146FD8D78C}"/>
              </a:ext>
            </a:extLst>
          </p:cNvPr>
          <p:cNvSpPr>
            <a:spLocks/>
          </p:cNvSpPr>
          <p:nvPr/>
        </p:nvSpPr>
        <p:spPr>
          <a:xfrm>
            <a:off x="1464283" y="23998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0" name="data_229">
            <a:extLst>
              <a:ext uri="{FF2B5EF4-FFF2-40B4-BE49-F238E27FC236}">
                <a16:creationId xmlns:a16="http://schemas.microsoft.com/office/drawing/2014/main" id="{2206FA75-91D3-474D-A7EF-0B3DEF80F95E}"/>
              </a:ext>
            </a:extLst>
          </p:cNvPr>
          <p:cNvSpPr>
            <a:spLocks/>
          </p:cNvSpPr>
          <p:nvPr/>
        </p:nvSpPr>
        <p:spPr>
          <a:xfrm>
            <a:off x="1437357" y="30468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1" name="data_230">
            <a:extLst>
              <a:ext uri="{FF2B5EF4-FFF2-40B4-BE49-F238E27FC236}">
                <a16:creationId xmlns:a16="http://schemas.microsoft.com/office/drawing/2014/main" id="{17430A70-B040-497B-89C7-AA2C97AEFE70}"/>
              </a:ext>
            </a:extLst>
          </p:cNvPr>
          <p:cNvSpPr>
            <a:spLocks/>
          </p:cNvSpPr>
          <p:nvPr/>
        </p:nvSpPr>
        <p:spPr>
          <a:xfrm>
            <a:off x="1509940" y="26748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2" name="data_231">
            <a:extLst>
              <a:ext uri="{FF2B5EF4-FFF2-40B4-BE49-F238E27FC236}">
                <a16:creationId xmlns:a16="http://schemas.microsoft.com/office/drawing/2014/main" id="{E2FF6622-B64D-440A-ADFD-EEF3383ADCA2}"/>
              </a:ext>
            </a:extLst>
          </p:cNvPr>
          <p:cNvSpPr>
            <a:spLocks/>
          </p:cNvSpPr>
          <p:nvPr/>
        </p:nvSpPr>
        <p:spPr>
          <a:xfrm>
            <a:off x="1413238" y="24841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3" name="data_232">
            <a:extLst>
              <a:ext uri="{FF2B5EF4-FFF2-40B4-BE49-F238E27FC236}">
                <a16:creationId xmlns:a16="http://schemas.microsoft.com/office/drawing/2014/main" id="{36759BDD-9A26-40C1-9EB0-F6B6C64371F4}"/>
              </a:ext>
            </a:extLst>
          </p:cNvPr>
          <p:cNvSpPr>
            <a:spLocks/>
          </p:cNvSpPr>
          <p:nvPr/>
        </p:nvSpPr>
        <p:spPr>
          <a:xfrm>
            <a:off x="1400755" y="19925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4" name="data_233">
            <a:extLst>
              <a:ext uri="{FF2B5EF4-FFF2-40B4-BE49-F238E27FC236}">
                <a16:creationId xmlns:a16="http://schemas.microsoft.com/office/drawing/2014/main" id="{1B45EF50-F1CB-4E4D-8247-D677BCFD253F}"/>
              </a:ext>
            </a:extLst>
          </p:cNvPr>
          <p:cNvSpPr>
            <a:spLocks/>
          </p:cNvSpPr>
          <p:nvPr/>
        </p:nvSpPr>
        <p:spPr>
          <a:xfrm>
            <a:off x="1439584" y="32247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5" name="data_234">
            <a:extLst>
              <a:ext uri="{FF2B5EF4-FFF2-40B4-BE49-F238E27FC236}">
                <a16:creationId xmlns:a16="http://schemas.microsoft.com/office/drawing/2014/main" id="{6DB314BB-E9FC-4141-B43C-D9D794959162}"/>
              </a:ext>
            </a:extLst>
          </p:cNvPr>
          <p:cNvSpPr>
            <a:spLocks/>
          </p:cNvSpPr>
          <p:nvPr/>
        </p:nvSpPr>
        <p:spPr>
          <a:xfrm>
            <a:off x="140842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6" name="data_235">
            <a:extLst>
              <a:ext uri="{FF2B5EF4-FFF2-40B4-BE49-F238E27FC236}">
                <a16:creationId xmlns:a16="http://schemas.microsoft.com/office/drawing/2014/main" id="{9DFB6EC7-2214-4A01-BE64-F3B7DD293E16}"/>
              </a:ext>
            </a:extLst>
          </p:cNvPr>
          <p:cNvSpPr>
            <a:spLocks/>
          </p:cNvSpPr>
          <p:nvPr/>
        </p:nvSpPr>
        <p:spPr>
          <a:xfrm>
            <a:off x="1483951" y="28610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7" name="data_236">
            <a:extLst>
              <a:ext uri="{FF2B5EF4-FFF2-40B4-BE49-F238E27FC236}">
                <a16:creationId xmlns:a16="http://schemas.microsoft.com/office/drawing/2014/main" id="{C051D1E6-5886-4B6D-B52A-DE09AFB27A7E}"/>
              </a:ext>
            </a:extLst>
          </p:cNvPr>
          <p:cNvSpPr>
            <a:spLocks/>
          </p:cNvSpPr>
          <p:nvPr/>
        </p:nvSpPr>
        <p:spPr>
          <a:xfrm>
            <a:off x="1400220" y="29732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8" name="data_237">
            <a:extLst>
              <a:ext uri="{FF2B5EF4-FFF2-40B4-BE49-F238E27FC236}">
                <a16:creationId xmlns:a16="http://schemas.microsoft.com/office/drawing/2014/main" id="{24A21A22-D904-4C21-909E-29807180CB5C}"/>
              </a:ext>
            </a:extLst>
          </p:cNvPr>
          <p:cNvSpPr>
            <a:spLocks/>
          </p:cNvSpPr>
          <p:nvPr/>
        </p:nvSpPr>
        <p:spPr>
          <a:xfrm>
            <a:off x="1446177" y="19691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9" name="data_238">
            <a:extLst>
              <a:ext uri="{FF2B5EF4-FFF2-40B4-BE49-F238E27FC236}">
                <a16:creationId xmlns:a16="http://schemas.microsoft.com/office/drawing/2014/main" id="{68C0549E-EF6C-48DF-8FDD-82FB5CD41068}"/>
              </a:ext>
            </a:extLst>
          </p:cNvPr>
          <p:cNvSpPr>
            <a:spLocks/>
          </p:cNvSpPr>
          <p:nvPr/>
        </p:nvSpPr>
        <p:spPr>
          <a:xfrm>
            <a:off x="1452524" y="19680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0" name="data_239">
            <a:extLst>
              <a:ext uri="{FF2B5EF4-FFF2-40B4-BE49-F238E27FC236}">
                <a16:creationId xmlns:a16="http://schemas.microsoft.com/office/drawing/2014/main" id="{23430A0A-BCAF-4C29-8040-C8D8C8309C44}"/>
              </a:ext>
            </a:extLst>
          </p:cNvPr>
          <p:cNvSpPr>
            <a:spLocks/>
          </p:cNvSpPr>
          <p:nvPr/>
        </p:nvSpPr>
        <p:spPr>
          <a:xfrm>
            <a:off x="150417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1" name="data_240">
            <a:extLst>
              <a:ext uri="{FF2B5EF4-FFF2-40B4-BE49-F238E27FC236}">
                <a16:creationId xmlns:a16="http://schemas.microsoft.com/office/drawing/2014/main" id="{363D4F07-8E18-45F8-99C5-4AAFC70B30EB}"/>
              </a:ext>
            </a:extLst>
          </p:cNvPr>
          <p:cNvSpPr>
            <a:spLocks/>
          </p:cNvSpPr>
          <p:nvPr/>
        </p:nvSpPr>
        <p:spPr>
          <a:xfrm>
            <a:off x="1471635" y="2586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2" name="data_241">
            <a:extLst>
              <a:ext uri="{FF2B5EF4-FFF2-40B4-BE49-F238E27FC236}">
                <a16:creationId xmlns:a16="http://schemas.microsoft.com/office/drawing/2014/main" id="{4EA360FD-F0C6-403D-93E8-44A65F27861C}"/>
              </a:ext>
            </a:extLst>
          </p:cNvPr>
          <p:cNvSpPr>
            <a:spLocks/>
          </p:cNvSpPr>
          <p:nvPr/>
        </p:nvSpPr>
        <p:spPr>
          <a:xfrm>
            <a:off x="143028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3" name="data_242">
            <a:extLst>
              <a:ext uri="{FF2B5EF4-FFF2-40B4-BE49-F238E27FC236}">
                <a16:creationId xmlns:a16="http://schemas.microsoft.com/office/drawing/2014/main" id="{E9A9DEFC-7DA8-4868-9702-30132D4126F6}"/>
              </a:ext>
            </a:extLst>
          </p:cNvPr>
          <p:cNvSpPr>
            <a:spLocks/>
          </p:cNvSpPr>
          <p:nvPr/>
        </p:nvSpPr>
        <p:spPr>
          <a:xfrm>
            <a:off x="1394891" y="26787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4" name="data_243">
            <a:extLst>
              <a:ext uri="{FF2B5EF4-FFF2-40B4-BE49-F238E27FC236}">
                <a16:creationId xmlns:a16="http://schemas.microsoft.com/office/drawing/2014/main" id="{0524EFE8-376A-4486-8EBF-70F71FEADC2A}"/>
              </a:ext>
            </a:extLst>
          </p:cNvPr>
          <p:cNvSpPr>
            <a:spLocks/>
          </p:cNvSpPr>
          <p:nvPr/>
        </p:nvSpPr>
        <p:spPr>
          <a:xfrm>
            <a:off x="1390348" y="23262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5" name="data_244">
            <a:extLst>
              <a:ext uri="{FF2B5EF4-FFF2-40B4-BE49-F238E27FC236}">
                <a16:creationId xmlns:a16="http://schemas.microsoft.com/office/drawing/2014/main" id="{E41039A1-2C9B-45E4-B511-151854058147}"/>
              </a:ext>
            </a:extLst>
          </p:cNvPr>
          <p:cNvSpPr>
            <a:spLocks/>
          </p:cNvSpPr>
          <p:nvPr/>
        </p:nvSpPr>
        <p:spPr>
          <a:xfrm>
            <a:off x="141063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6" name="data_245">
            <a:extLst>
              <a:ext uri="{FF2B5EF4-FFF2-40B4-BE49-F238E27FC236}">
                <a16:creationId xmlns:a16="http://schemas.microsoft.com/office/drawing/2014/main" id="{77A547CA-1A55-4312-BF4E-98BDED40FE1C}"/>
              </a:ext>
            </a:extLst>
          </p:cNvPr>
          <p:cNvSpPr>
            <a:spLocks/>
          </p:cNvSpPr>
          <p:nvPr/>
        </p:nvSpPr>
        <p:spPr>
          <a:xfrm>
            <a:off x="142625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7" name="data_246">
            <a:extLst>
              <a:ext uri="{FF2B5EF4-FFF2-40B4-BE49-F238E27FC236}">
                <a16:creationId xmlns:a16="http://schemas.microsoft.com/office/drawing/2014/main" id="{0C0C5D78-8040-48D3-A1F0-6E637AD4877E}"/>
              </a:ext>
            </a:extLst>
          </p:cNvPr>
          <p:cNvSpPr>
            <a:spLocks/>
          </p:cNvSpPr>
          <p:nvPr/>
        </p:nvSpPr>
        <p:spPr>
          <a:xfrm>
            <a:off x="1511930" y="25906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8" name="data_247">
            <a:extLst>
              <a:ext uri="{FF2B5EF4-FFF2-40B4-BE49-F238E27FC236}">
                <a16:creationId xmlns:a16="http://schemas.microsoft.com/office/drawing/2014/main" id="{EE92C133-65CF-43F3-AA3B-007C06B5034C}"/>
              </a:ext>
            </a:extLst>
          </p:cNvPr>
          <p:cNvSpPr>
            <a:spLocks/>
          </p:cNvSpPr>
          <p:nvPr/>
        </p:nvSpPr>
        <p:spPr>
          <a:xfrm>
            <a:off x="1411717" y="1927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9" name="data_248">
            <a:extLst>
              <a:ext uri="{FF2B5EF4-FFF2-40B4-BE49-F238E27FC236}">
                <a16:creationId xmlns:a16="http://schemas.microsoft.com/office/drawing/2014/main" id="{E7048A1A-5219-41BE-9657-8474E64193F1}"/>
              </a:ext>
            </a:extLst>
          </p:cNvPr>
          <p:cNvSpPr>
            <a:spLocks/>
          </p:cNvSpPr>
          <p:nvPr/>
        </p:nvSpPr>
        <p:spPr>
          <a:xfrm>
            <a:off x="1478675" y="19837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0" name="data_249">
            <a:extLst>
              <a:ext uri="{FF2B5EF4-FFF2-40B4-BE49-F238E27FC236}">
                <a16:creationId xmlns:a16="http://schemas.microsoft.com/office/drawing/2014/main" id="{707A2D07-550D-4374-B896-B06D88F6918F}"/>
              </a:ext>
            </a:extLst>
          </p:cNvPr>
          <p:cNvSpPr>
            <a:spLocks/>
          </p:cNvSpPr>
          <p:nvPr/>
        </p:nvSpPr>
        <p:spPr>
          <a:xfrm>
            <a:off x="148827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1" name="data_250">
            <a:extLst>
              <a:ext uri="{FF2B5EF4-FFF2-40B4-BE49-F238E27FC236}">
                <a16:creationId xmlns:a16="http://schemas.microsoft.com/office/drawing/2014/main" id="{6F5738C0-9EC2-438C-96DF-26BB4F630C2D}"/>
              </a:ext>
            </a:extLst>
          </p:cNvPr>
          <p:cNvSpPr>
            <a:spLocks/>
          </p:cNvSpPr>
          <p:nvPr/>
        </p:nvSpPr>
        <p:spPr>
          <a:xfrm>
            <a:off x="1465419" y="20162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2" name="data_251">
            <a:extLst>
              <a:ext uri="{FF2B5EF4-FFF2-40B4-BE49-F238E27FC236}">
                <a16:creationId xmlns:a16="http://schemas.microsoft.com/office/drawing/2014/main" id="{19A524D3-A942-4664-8C6F-7A7DC1E632FE}"/>
              </a:ext>
            </a:extLst>
          </p:cNvPr>
          <p:cNvSpPr>
            <a:spLocks/>
          </p:cNvSpPr>
          <p:nvPr/>
        </p:nvSpPr>
        <p:spPr>
          <a:xfrm>
            <a:off x="1441238" y="27581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3" name="data_252">
            <a:extLst>
              <a:ext uri="{FF2B5EF4-FFF2-40B4-BE49-F238E27FC236}">
                <a16:creationId xmlns:a16="http://schemas.microsoft.com/office/drawing/2014/main" id="{CA99F129-A7F5-4EB0-BE3B-747C2D193D4F}"/>
              </a:ext>
            </a:extLst>
          </p:cNvPr>
          <p:cNvSpPr>
            <a:spLocks/>
          </p:cNvSpPr>
          <p:nvPr/>
        </p:nvSpPr>
        <p:spPr>
          <a:xfrm>
            <a:off x="1487093" y="2176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4" name="data_253">
            <a:extLst>
              <a:ext uri="{FF2B5EF4-FFF2-40B4-BE49-F238E27FC236}">
                <a16:creationId xmlns:a16="http://schemas.microsoft.com/office/drawing/2014/main" id="{405BA3F2-310B-4FA9-8B82-B8F3E5781576}"/>
              </a:ext>
            </a:extLst>
          </p:cNvPr>
          <p:cNvSpPr>
            <a:spLocks/>
          </p:cNvSpPr>
          <p:nvPr/>
        </p:nvSpPr>
        <p:spPr>
          <a:xfrm>
            <a:off x="1417457" y="22489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5" name="data_254">
            <a:extLst>
              <a:ext uri="{FF2B5EF4-FFF2-40B4-BE49-F238E27FC236}">
                <a16:creationId xmlns:a16="http://schemas.microsoft.com/office/drawing/2014/main" id="{7EDA5C23-01EE-4A9C-AF13-1BB241D96A5F}"/>
              </a:ext>
            </a:extLst>
          </p:cNvPr>
          <p:cNvSpPr>
            <a:spLocks/>
          </p:cNvSpPr>
          <p:nvPr/>
        </p:nvSpPr>
        <p:spPr>
          <a:xfrm>
            <a:off x="1392754" y="27905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6" name="data_255">
            <a:extLst>
              <a:ext uri="{FF2B5EF4-FFF2-40B4-BE49-F238E27FC236}">
                <a16:creationId xmlns:a16="http://schemas.microsoft.com/office/drawing/2014/main" id="{2573470B-554F-48CB-9E12-72832C4B18FE}"/>
              </a:ext>
            </a:extLst>
          </p:cNvPr>
          <p:cNvSpPr>
            <a:spLocks/>
          </p:cNvSpPr>
          <p:nvPr/>
        </p:nvSpPr>
        <p:spPr>
          <a:xfrm>
            <a:off x="1525048" y="27485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7" name="data_256">
            <a:extLst>
              <a:ext uri="{FF2B5EF4-FFF2-40B4-BE49-F238E27FC236}">
                <a16:creationId xmlns:a16="http://schemas.microsoft.com/office/drawing/2014/main" id="{5BF61DE6-0C7F-4645-9AED-B3D53EE09936}"/>
              </a:ext>
            </a:extLst>
          </p:cNvPr>
          <p:cNvSpPr>
            <a:spLocks/>
          </p:cNvSpPr>
          <p:nvPr/>
        </p:nvSpPr>
        <p:spPr>
          <a:xfrm>
            <a:off x="1486627" y="33288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8" name="data_257">
            <a:extLst>
              <a:ext uri="{FF2B5EF4-FFF2-40B4-BE49-F238E27FC236}">
                <a16:creationId xmlns:a16="http://schemas.microsoft.com/office/drawing/2014/main" id="{3E4E8D5D-4A84-4A0E-90BD-1F6FC1C2FBC5}"/>
              </a:ext>
            </a:extLst>
          </p:cNvPr>
          <p:cNvSpPr>
            <a:spLocks/>
          </p:cNvSpPr>
          <p:nvPr/>
        </p:nvSpPr>
        <p:spPr>
          <a:xfrm>
            <a:off x="1429576" y="266155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9" name="data_258">
            <a:extLst>
              <a:ext uri="{FF2B5EF4-FFF2-40B4-BE49-F238E27FC236}">
                <a16:creationId xmlns:a16="http://schemas.microsoft.com/office/drawing/2014/main" id="{EFA07097-EB98-4972-BAD4-8E53C8F1A33F}"/>
              </a:ext>
            </a:extLst>
          </p:cNvPr>
          <p:cNvSpPr>
            <a:spLocks/>
          </p:cNvSpPr>
          <p:nvPr/>
        </p:nvSpPr>
        <p:spPr>
          <a:xfrm>
            <a:off x="1409737" y="20261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0" name="data_259">
            <a:extLst>
              <a:ext uri="{FF2B5EF4-FFF2-40B4-BE49-F238E27FC236}">
                <a16:creationId xmlns:a16="http://schemas.microsoft.com/office/drawing/2014/main" id="{C4408629-11F3-4A69-BD60-DCBCB2347B0B}"/>
              </a:ext>
            </a:extLst>
          </p:cNvPr>
          <p:cNvSpPr>
            <a:spLocks/>
          </p:cNvSpPr>
          <p:nvPr/>
        </p:nvSpPr>
        <p:spPr>
          <a:xfrm>
            <a:off x="1513100" y="23610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1" name="data_260">
            <a:extLst>
              <a:ext uri="{FF2B5EF4-FFF2-40B4-BE49-F238E27FC236}">
                <a16:creationId xmlns:a16="http://schemas.microsoft.com/office/drawing/2014/main" id="{CDF4F38D-03FA-4ACF-B787-75A9A81A20E5}"/>
              </a:ext>
            </a:extLst>
          </p:cNvPr>
          <p:cNvSpPr>
            <a:spLocks/>
          </p:cNvSpPr>
          <p:nvPr/>
        </p:nvSpPr>
        <p:spPr>
          <a:xfrm>
            <a:off x="141607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2" name="data_261">
            <a:extLst>
              <a:ext uri="{FF2B5EF4-FFF2-40B4-BE49-F238E27FC236}">
                <a16:creationId xmlns:a16="http://schemas.microsoft.com/office/drawing/2014/main" id="{C854B51B-CD04-45E2-8BAC-5A895253DC58}"/>
              </a:ext>
            </a:extLst>
          </p:cNvPr>
          <p:cNvSpPr>
            <a:spLocks/>
          </p:cNvSpPr>
          <p:nvPr/>
        </p:nvSpPr>
        <p:spPr>
          <a:xfrm>
            <a:off x="1481982" y="25075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3" name="data_262">
            <a:extLst>
              <a:ext uri="{FF2B5EF4-FFF2-40B4-BE49-F238E27FC236}">
                <a16:creationId xmlns:a16="http://schemas.microsoft.com/office/drawing/2014/main" id="{9FFFA282-A1D7-494B-8051-5C125D694FAD}"/>
              </a:ext>
            </a:extLst>
          </p:cNvPr>
          <p:cNvSpPr>
            <a:spLocks/>
          </p:cNvSpPr>
          <p:nvPr/>
        </p:nvSpPr>
        <p:spPr>
          <a:xfrm>
            <a:off x="1409789" y="25382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4" name="data_263">
            <a:extLst>
              <a:ext uri="{FF2B5EF4-FFF2-40B4-BE49-F238E27FC236}">
                <a16:creationId xmlns:a16="http://schemas.microsoft.com/office/drawing/2014/main" id="{1CA034D6-2AEF-4194-9338-A8FD496028A3}"/>
              </a:ext>
            </a:extLst>
          </p:cNvPr>
          <p:cNvSpPr>
            <a:spLocks/>
          </p:cNvSpPr>
          <p:nvPr/>
        </p:nvSpPr>
        <p:spPr>
          <a:xfrm>
            <a:off x="1464944" y="23711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5" name="data_264">
            <a:extLst>
              <a:ext uri="{FF2B5EF4-FFF2-40B4-BE49-F238E27FC236}">
                <a16:creationId xmlns:a16="http://schemas.microsoft.com/office/drawing/2014/main" id="{A1BF8E4B-ABB4-4F67-9AEE-F1F67DB39382}"/>
              </a:ext>
            </a:extLst>
          </p:cNvPr>
          <p:cNvSpPr>
            <a:spLocks/>
          </p:cNvSpPr>
          <p:nvPr/>
        </p:nvSpPr>
        <p:spPr>
          <a:xfrm>
            <a:off x="1520505" y="24626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6" name="data_265">
            <a:extLst>
              <a:ext uri="{FF2B5EF4-FFF2-40B4-BE49-F238E27FC236}">
                <a16:creationId xmlns:a16="http://schemas.microsoft.com/office/drawing/2014/main" id="{0A454E3E-8CBF-478F-BBC2-D95E7CC49274}"/>
              </a:ext>
            </a:extLst>
          </p:cNvPr>
          <p:cNvSpPr>
            <a:spLocks/>
          </p:cNvSpPr>
          <p:nvPr/>
        </p:nvSpPr>
        <p:spPr>
          <a:xfrm>
            <a:off x="1439146" y="33555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7" name="data_266">
            <a:extLst>
              <a:ext uri="{FF2B5EF4-FFF2-40B4-BE49-F238E27FC236}">
                <a16:creationId xmlns:a16="http://schemas.microsoft.com/office/drawing/2014/main" id="{DB7340F7-F656-40B3-82B8-03D7D62E4CFE}"/>
              </a:ext>
            </a:extLst>
          </p:cNvPr>
          <p:cNvSpPr>
            <a:spLocks/>
          </p:cNvSpPr>
          <p:nvPr/>
        </p:nvSpPr>
        <p:spPr>
          <a:xfrm>
            <a:off x="1411546" y="19232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8" name="data_267">
            <a:extLst>
              <a:ext uri="{FF2B5EF4-FFF2-40B4-BE49-F238E27FC236}">
                <a16:creationId xmlns:a16="http://schemas.microsoft.com/office/drawing/2014/main" id="{E03E35C5-D939-4F98-86C6-6A0CDBB96E51}"/>
              </a:ext>
            </a:extLst>
          </p:cNvPr>
          <p:cNvSpPr>
            <a:spLocks/>
          </p:cNvSpPr>
          <p:nvPr/>
        </p:nvSpPr>
        <p:spPr>
          <a:xfrm>
            <a:off x="1465584" y="21818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9" name="data_268">
            <a:extLst>
              <a:ext uri="{FF2B5EF4-FFF2-40B4-BE49-F238E27FC236}">
                <a16:creationId xmlns:a16="http://schemas.microsoft.com/office/drawing/2014/main" id="{3FB55ACE-5AC6-4D8F-8303-F8B84166F726}"/>
              </a:ext>
            </a:extLst>
          </p:cNvPr>
          <p:cNvSpPr>
            <a:spLocks/>
          </p:cNvSpPr>
          <p:nvPr/>
        </p:nvSpPr>
        <p:spPr>
          <a:xfrm>
            <a:off x="1439625" y="20680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0" name="data_269">
            <a:extLst>
              <a:ext uri="{FF2B5EF4-FFF2-40B4-BE49-F238E27FC236}">
                <a16:creationId xmlns:a16="http://schemas.microsoft.com/office/drawing/2014/main" id="{02D2C76D-9CDA-4B3F-9547-7674B30A8038}"/>
              </a:ext>
            </a:extLst>
          </p:cNvPr>
          <p:cNvSpPr>
            <a:spLocks/>
          </p:cNvSpPr>
          <p:nvPr/>
        </p:nvSpPr>
        <p:spPr>
          <a:xfrm>
            <a:off x="1443484" y="24596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1" name="data_270">
            <a:extLst>
              <a:ext uri="{FF2B5EF4-FFF2-40B4-BE49-F238E27FC236}">
                <a16:creationId xmlns:a16="http://schemas.microsoft.com/office/drawing/2014/main" id="{193103DC-C255-4FA3-A237-9107CA34DFF1}"/>
              </a:ext>
            </a:extLst>
          </p:cNvPr>
          <p:cNvSpPr>
            <a:spLocks/>
          </p:cNvSpPr>
          <p:nvPr/>
        </p:nvSpPr>
        <p:spPr>
          <a:xfrm>
            <a:off x="1438123" y="18315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2" name="data_271">
            <a:extLst>
              <a:ext uri="{FF2B5EF4-FFF2-40B4-BE49-F238E27FC236}">
                <a16:creationId xmlns:a16="http://schemas.microsoft.com/office/drawing/2014/main" id="{FA710C9E-4B79-4606-95B1-BF1FBFE59D2A}"/>
              </a:ext>
            </a:extLst>
          </p:cNvPr>
          <p:cNvSpPr>
            <a:spLocks/>
          </p:cNvSpPr>
          <p:nvPr/>
        </p:nvSpPr>
        <p:spPr>
          <a:xfrm>
            <a:off x="1512439" y="24360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3" name="data_272">
            <a:extLst>
              <a:ext uri="{FF2B5EF4-FFF2-40B4-BE49-F238E27FC236}">
                <a16:creationId xmlns:a16="http://schemas.microsoft.com/office/drawing/2014/main" id="{351EC667-C6E2-4DF5-8B2B-207657924245}"/>
              </a:ext>
            </a:extLst>
          </p:cNvPr>
          <p:cNvSpPr>
            <a:spLocks/>
          </p:cNvSpPr>
          <p:nvPr/>
        </p:nvSpPr>
        <p:spPr>
          <a:xfrm>
            <a:off x="1428286" y="31382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" name="data_273">
            <a:extLst>
              <a:ext uri="{FF2B5EF4-FFF2-40B4-BE49-F238E27FC236}">
                <a16:creationId xmlns:a16="http://schemas.microsoft.com/office/drawing/2014/main" id="{D115A12B-C78B-4984-B1DE-6F213BC9441F}"/>
              </a:ext>
            </a:extLst>
          </p:cNvPr>
          <p:cNvSpPr>
            <a:spLocks/>
          </p:cNvSpPr>
          <p:nvPr/>
        </p:nvSpPr>
        <p:spPr>
          <a:xfrm>
            <a:off x="1426073" y="31675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" name="data_274">
            <a:extLst>
              <a:ext uri="{FF2B5EF4-FFF2-40B4-BE49-F238E27FC236}">
                <a16:creationId xmlns:a16="http://schemas.microsoft.com/office/drawing/2014/main" id="{8982622F-9A98-4D0B-9F94-DF3ABB1C7285}"/>
              </a:ext>
            </a:extLst>
          </p:cNvPr>
          <p:cNvSpPr>
            <a:spLocks/>
          </p:cNvSpPr>
          <p:nvPr/>
        </p:nvSpPr>
        <p:spPr>
          <a:xfrm>
            <a:off x="1469371" y="26977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" name="data_275">
            <a:extLst>
              <a:ext uri="{FF2B5EF4-FFF2-40B4-BE49-F238E27FC236}">
                <a16:creationId xmlns:a16="http://schemas.microsoft.com/office/drawing/2014/main" id="{63D36EA3-2C8F-47CD-9F47-58B1CC92EEB9}"/>
              </a:ext>
            </a:extLst>
          </p:cNvPr>
          <p:cNvSpPr>
            <a:spLocks/>
          </p:cNvSpPr>
          <p:nvPr/>
        </p:nvSpPr>
        <p:spPr>
          <a:xfrm>
            <a:off x="1415521" y="29465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" name="data_276">
            <a:extLst>
              <a:ext uri="{FF2B5EF4-FFF2-40B4-BE49-F238E27FC236}">
                <a16:creationId xmlns:a16="http://schemas.microsoft.com/office/drawing/2014/main" id="{7D4956E2-4D37-4573-A671-F5867085F88E}"/>
              </a:ext>
            </a:extLst>
          </p:cNvPr>
          <p:cNvSpPr>
            <a:spLocks/>
          </p:cNvSpPr>
          <p:nvPr/>
        </p:nvSpPr>
        <p:spPr>
          <a:xfrm>
            <a:off x="144804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" name="data_277">
            <a:extLst>
              <a:ext uri="{FF2B5EF4-FFF2-40B4-BE49-F238E27FC236}">
                <a16:creationId xmlns:a16="http://schemas.microsoft.com/office/drawing/2014/main" id="{B472F739-2CC8-44BA-90F7-0C966B38EE5E}"/>
              </a:ext>
            </a:extLst>
          </p:cNvPr>
          <p:cNvSpPr>
            <a:spLocks/>
          </p:cNvSpPr>
          <p:nvPr/>
        </p:nvSpPr>
        <p:spPr>
          <a:xfrm>
            <a:off x="1426138" y="22886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" name="data_278">
            <a:extLst>
              <a:ext uri="{FF2B5EF4-FFF2-40B4-BE49-F238E27FC236}">
                <a16:creationId xmlns:a16="http://schemas.microsoft.com/office/drawing/2014/main" id="{73B50B76-5179-4CFE-A3C2-4F6B6766F71D}"/>
              </a:ext>
            </a:extLst>
          </p:cNvPr>
          <p:cNvSpPr>
            <a:spLocks/>
          </p:cNvSpPr>
          <p:nvPr/>
        </p:nvSpPr>
        <p:spPr>
          <a:xfrm>
            <a:off x="1478448" y="29024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" name="data_279">
            <a:extLst>
              <a:ext uri="{FF2B5EF4-FFF2-40B4-BE49-F238E27FC236}">
                <a16:creationId xmlns:a16="http://schemas.microsoft.com/office/drawing/2014/main" id="{27880102-A10A-4945-A913-2C4A75C24067}"/>
              </a:ext>
            </a:extLst>
          </p:cNvPr>
          <p:cNvSpPr>
            <a:spLocks/>
          </p:cNvSpPr>
          <p:nvPr/>
        </p:nvSpPr>
        <p:spPr>
          <a:xfrm>
            <a:off x="1400621" y="19292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" name="data_280">
            <a:extLst>
              <a:ext uri="{FF2B5EF4-FFF2-40B4-BE49-F238E27FC236}">
                <a16:creationId xmlns:a16="http://schemas.microsoft.com/office/drawing/2014/main" id="{F0D367A4-D071-4C2F-BC3A-4BFA6F7CF496}"/>
              </a:ext>
            </a:extLst>
          </p:cNvPr>
          <p:cNvSpPr>
            <a:spLocks/>
          </p:cNvSpPr>
          <p:nvPr/>
        </p:nvSpPr>
        <p:spPr>
          <a:xfrm>
            <a:off x="1434343" y="27729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" name="data_281">
            <a:extLst>
              <a:ext uri="{FF2B5EF4-FFF2-40B4-BE49-F238E27FC236}">
                <a16:creationId xmlns:a16="http://schemas.microsoft.com/office/drawing/2014/main" id="{BF5F62F6-7053-4A29-AADE-C9E4415EFCDF}"/>
              </a:ext>
            </a:extLst>
          </p:cNvPr>
          <p:cNvSpPr>
            <a:spLocks/>
          </p:cNvSpPr>
          <p:nvPr/>
        </p:nvSpPr>
        <p:spPr>
          <a:xfrm>
            <a:off x="1488890" y="25270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" name="data_282">
            <a:extLst>
              <a:ext uri="{FF2B5EF4-FFF2-40B4-BE49-F238E27FC236}">
                <a16:creationId xmlns:a16="http://schemas.microsoft.com/office/drawing/2014/main" id="{71AFC338-8C58-489E-B65F-4080BC10FC54}"/>
              </a:ext>
            </a:extLst>
          </p:cNvPr>
          <p:cNvSpPr>
            <a:spLocks/>
          </p:cNvSpPr>
          <p:nvPr/>
        </p:nvSpPr>
        <p:spPr>
          <a:xfrm>
            <a:off x="1401532" y="21725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" name="data_283">
            <a:extLst>
              <a:ext uri="{FF2B5EF4-FFF2-40B4-BE49-F238E27FC236}">
                <a16:creationId xmlns:a16="http://schemas.microsoft.com/office/drawing/2014/main" id="{CC42695D-1EBA-41D7-B48A-8DB91E810374}"/>
              </a:ext>
            </a:extLst>
          </p:cNvPr>
          <p:cNvSpPr>
            <a:spLocks/>
          </p:cNvSpPr>
          <p:nvPr/>
        </p:nvSpPr>
        <p:spPr>
          <a:xfrm>
            <a:off x="1482051" y="29254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" name="data_284">
            <a:extLst>
              <a:ext uri="{FF2B5EF4-FFF2-40B4-BE49-F238E27FC236}">
                <a16:creationId xmlns:a16="http://schemas.microsoft.com/office/drawing/2014/main" id="{FCB731BD-CA94-4E29-9829-FB9D7CC0888E}"/>
              </a:ext>
            </a:extLst>
          </p:cNvPr>
          <p:cNvSpPr>
            <a:spLocks/>
          </p:cNvSpPr>
          <p:nvPr/>
        </p:nvSpPr>
        <p:spPr>
          <a:xfrm>
            <a:off x="1410486" y="30220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" name="data_285">
            <a:extLst>
              <a:ext uri="{FF2B5EF4-FFF2-40B4-BE49-F238E27FC236}">
                <a16:creationId xmlns:a16="http://schemas.microsoft.com/office/drawing/2014/main" id="{6AD32416-0390-4F99-85A4-8126E13DB8BF}"/>
              </a:ext>
            </a:extLst>
          </p:cNvPr>
          <p:cNvSpPr>
            <a:spLocks/>
          </p:cNvSpPr>
          <p:nvPr/>
        </p:nvSpPr>
        <p:spPr>
          <a:xfrm>
            <a:off x="150636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" name="data_286">
            <a:extLst>
              <a:ext uri="{FF2B5EF4-FFF2-40B4-BE49-F238E27FC236}">
                <a16:creationId xmlns:a16="http://schemas.microsoft.com/office/drawing/2014/main" id="{B92797F8-3E6C-4198-9BB5-56F08D2CAB1E}"/>
              </a:ext>
            </a:extLst>
          </p:cNvPr>
          <p:cNvSpPr>
            <a:spLocks/>
          </p:cNvSpPr>
          <p:nvPr/>
        </p:nvSpPr>
        <p:spPr>
          <a:xfrm>
            <a:off x="1454303" y="2061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" name="data_287">
            <a:extLst>
              <a:ext uri="{FF2B5EF4-FFF2-40B4-BE49-F238E27FC236}">
                <a16:creationId xmlns:a16="http://schemas.microsoft.com/office/drawing/2014/main" id="{10AF5B2B-C0D8-47D0-938F-9E5C478AAC95}"/>
              </a:ext>
            </a:extLst>
          </p:cNvPr>
          <p:cNvSpPr>
            <a:spLocks/>
          </p:cNvSpPr>
          <p:nvPr/>
        </p:nvSpPr>
        <p:spPr>
          <a:xfrm>
            <a:off x="1451635" y="22526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" name="data_288">
            <a:extLst>
              <a:ext uri="{FF2B5EF4-FFF2-40B4-BE49-F238E27FC236}">
                <a16:creationId xmlns:a16="http://schemas.microsoft.com/office/drawing/2014/main" id="{E7C716C9-76BA-47F3-9E17-C5342F2F035C}"/>
              </a:ext>
            </a:extLst>
          </p:cNvPr>
          <p:cNvSpPr>
            <a:spLocks/>
          </p:cNvSpPr>
          <p:nvPr/>
        </p:nvSpPr>
        <p:spPr>
          <a:xfrm>
            <a:off x="1445106" y="21198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" name="data_289">
            <a:extLst>
              <a:ext uri="{FF2B5EF4-FFF2-40B4-BE49-F238E27FC236}">
                <a16:creationId xmlns:a16="http://schemas.microsoft.com/office/drawing/2014/main" id="{F47EF251-3A2E-402F-AC8D-DCA3CB15766A}"/>
              </a:ext>
            </a:extLst>
          </p:cNvPr>
          <p:cNvSpPr>
            <a:spLocks/>
          </p:cNvSpPr>
          <p:nvPr/>
        </p:nvSpPr>
        <p:spPr>
          <a:xfrm>
            <a:off x="1524425" y="19984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" name="data_290">
            <a:extLst>
              <a:ext uri="{FF2B5EF4-FFF2-40B4-BE49-F238E27FC236}">
                <a16:creationId xmlns:a16="http://schemas.microsoft.com/office/drawing/2014/main" id="{471C9BD8-3D59-4708-9BBD-6F1F0F2BD256}"/>
              </a:ext>
            </a:extLst>
          </p:cNvPr>
          <p:cNvSpPr>
            <a:spLocks/>
          </p:cNvSpPr>
          <p:nvPr/>
        </p:nvSpPr>
        <p:spPr>
          <a:xfrm>
            <a:off x="142812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" name="data_291">
            <a:extLst>
              <a:ext uri="{FF2B5EF4-FFF2-40B4-BE49-F238E27FC236}">
                <a16:creationId xmlns:a16="http://schemas.microsoft.com/office/drawing/2014/main" id="{61E61153-600C-40DC-BE3A-4FA64E7ED74F}"/>
              </a:ext>
            </a:extLst>
          </p:cNvPr>
          <p:cNvSpPr>
            <a:spLocks/>
          </p:cNvSpPr>
          <p:nvPr/>
        </p:nvSpPr>
        <p:spPr>
          <a:xfrm>
            <a:off x="1507497" y="21256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" name="data_292">
            <a:extLst>
              <a:ext uri="{FF2B5EF4-FFF2-40B4-BE49-F238E27FC236}">
                <a16:creationId xmlns:a16="http://schemas.microsoft.com/office/drawing/2014/main" id="{372FC174-3AC6-4419-B2E3-A1C3A05DCB76}"/>
              </a:ext>
            </a:extLst>
          </p:cNvPr>
          <p:cNvSpPr>
            <a:spLocks/>
          </p:cNvSpPr>
          <p:nvPr/>
        </p:nvSpPr>
        <p:spPr>
          <a:xfrm>
            <a:off x="1437491" y="22207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" name="data_293">
            <a:extLst>
              <a:ext uri="{FF2B5EF4-FFF2-40B4-BE49-F238E27FC236}">
                <a16:creationId xmlns:a16="http://schemas.microsoft.com/office/drawing/2014/main" id="{61BA813C-BE04-40DD-B6BE-4CC2558E1C7E}"/>
              </a:ext>
            </a:extLst>
          </p:cNvPr>
          <p:cNvSpPr>
            <a:spLocks/>
          </p:cNvSpPr>
          <p:nvPr/>
        </p:nvSpPr>
        <p:spPr>
          <a:xfrm>
            <a:off x="1424154" y="19176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" name="data_294">
            <a:extLst>
              <a:ext uri="{FF2B5EF4-FFF2-40B4-BE49-F238E27FC236}">
                <a16:creationId xmlns:a16="http://schemas.microsoft.com/office/drawing/2014/main" id="{51713F3D-4823-419C-B315-E2710F728531}"/>
              </a:ext>
            </a:extLst>
          </p:cNvPr>
          <p:cNvSpPr>
            <a:spLocks/>
          </p:cNvSpPr>
          <p:nvPr/>
        </p:nvSpPr>
        <p:spPr>
          <a:xfrm>
            <a:off x="1527988" y="29661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" name="data_295">
            <a:extLst>
              <a:ext uri="{FF2B5EF4-FFF2-40B4-BE49-F238E27FC236}">
                <a16:creationId xmlns:a16="http://schemas.microsoft.com/office/drawing/2014/main" id="{6C3C0EB8-88B4-42C5-8635-0A91F12E2556}"/>
              </a:ext>
            </a:extLst>
          </p:cNvPr>
          <p:cNvSpPr>
            <a:spLocks/>
          </p:cNvSpPr>
          <p:nvPr/>
        </p:nvSpPr>
        <p:spPr>
          <a:xfrm>
            <a:off x="1452741" y="26009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" name="data_296">
            <a:extLst>
              <a:ext uri="{FF2B5EF4-FFF2-40B4-BE49-F238E27FC236}">
                <a16:creationId xmlns:a16="http://schemas.microsoft.com/office/drawing/2014/main" id="{247816D0-F3F0-47B4-A583-F11E54184CFF}"/>
              </a:ext>
            </a:extLst>
          </p:cNvPr>
          <p:cNvSpPr>
            <a:spLocks/>
          </p:cNvSpPr>
          <p:nvPr/>
        </p:nvSpPr>
        <p:spPr>
          <a:xfrm>
            <a:off x="1455439" y="17972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" name="data_297">
            <a:extLst>
              <a:ext uri="{FF2B5EF4-FFF2-40B4-BE49-F238E27FC236}">
                <a16:creationId xmlns:a16="http://schemas.microsoft.com/office/drawing/2014/main" id="{339E2FD5-79E4-403F-B44F-5F61043C415B}"/>
              </a:ext>
            </a:extLst>
          </p:cNvPr>
          <p:cNvSpPr>
            <a:spLocks/>
          </p:cNvSpPr>
          <p:nvPr/>
        </p:nvSpPr>
        <p:spPr>
          <a:xfrm>
            <a:off x="1442778" y="32153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" name="data_298">
            <a:extLst>
              <a:ext uri="{FF2B5EF4-FFF2-40B4-BE49-F238E27FC236}">
                <a16:creationId xmlns:a16="http://schemas.microsoft.com/office/drawing/2014/main" id="{43976884-6A2C-43EA-BC8C-C861EBD72697}"/>
              </a:ext>
            </a:extLst>
          </p:cNvPr>
          <p:cNvSpPr>
            <a:spLocks/>
          </p:cNvSpPr>
          <p:nvPr/>
        </p:nvSpPr>
        <p:spPr>
          <a:xfrm>
            <a:off x="1490619" y="19735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" name="data_299">
            <a:extLst>
              <a:ext uri="{FF2B5EF4-FFF2-40B4-BE49-F238E27FC236}">
                <a16:creationId xmlns:a16="http://schemas.microsoft.com/office/drawing/2014/main" id="{5EF178D5-A99C-4C41-A27B-5FD3857AA66F}"/>
              </a:ext>
            </a:extLst>
          </p:cNvPr>
          <p:cNvSpPr>
            <a:spLocks/>
          </p:cNvSpPr>
          <p:nvPr/>
        </p:nvSpPr>
        <p:spPr>
          <a:xfrm>
            <a:off x="1469631" y="28267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" name="data_300">
            <a:extLst>
              <a:ext uri="{FF2B5EF4-FFF2-40B4-BE49-F238E27FC236}">
                <a16:creationId xmlns:a16="http://schemas.microsoft.com/office/drawing/2014/main" id="{DC4559B7-3BE5-48DB-89D6-DB07064D9F21}"/>
              </a:ext>
            </a:extLst>
          </p:cNvPr>
          <p:cNvSpPr>
            <a:spLocks/>
          </p:cNvSpPr>
          <p:nvPr/>
        </p:nvSpPr>
        <p:spPr>
          <a:xfrm>
            <a:off x="1508963" y="311284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" name="data_301">
            <a:extLst>
              <a:ext uri="{FF2B5EF4-FFF2-40B4-BE49-F238E27FC236}">
                <a16:creationId xmlns:a16="http://schemas.microsoft.com/office/drawing/2014/main" id="{E6F58D97-DB8D-4789-9B37-873EBF327D5A}"/>
              </a:ext>
            </a:extLst>
          </p:cNvPr>
          <p:cNvSpPr>
            <a:spLocks/>
          </p:cNvSpPr>
          <p:nvPr/>
        </p:nvSpPr>
        <p:spPr>
          <a:xfrm>
            <a:off x="1464759" y="18258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" name="data_302">
            <a:extLst>
              <a:ext uri="{FF2B5EF4-FFF2-40B4-BE49-F238E27FC236}">
                <a16:creationId xmlns:a16="http://schemas.microsoft.com/office/drawing/2014/main" id="{4A4B348C-A5AE-4539-8FCC-50D589B2C7F9}"/>
              </a:ext>
            </a:extLst>
          </p:cNvPr>
          <p:cNvSpPr>
            <a:spLocks/>
          </p:cNvSpPr>
          <p:nvPr/>
        </p:nvSpPr>
        <p:spPr>
          <a:xfrm>
            <a:off x="1441600" y="20756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" name="data_303">
            <a:extLst>
              <a:ext uri="{FF2B5EF4-FFF2-40B4-BE49-F238E27FC236}">
                <a16:creationId xmlns:a16="http://schemas.microsoft.com/office/drawing/2014/main" id="{60B29766-BFFF-44E8-A86D-3EF41F7F1133}"/>
              </a:ext>
            </a:extLst>
          </p:cNvPr>
          <p:cNvSpPr>
            <a:spLocks/>
          </p:cNvSpPr>
          <p:nvPr/>
        </p:nvSpPr>
        <p:spPr>
          <a:xfrm>
            <a:off x="143114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" name="data_304">
            <a:extLst>
              <a:ext uri="{FF2B5EF4-FFF2-40B4-BE49-F238E27FC236}">
                <a16:creationId xmlns:a16="http://schemas.microsoft.com/office/drawing/2014/main" id="{EE16C374-7281-419A-B638-C586A84EAFF0}"/>
              </a:ext>
            </a:extLst>
          </p:cNvPr>
          <p:cNvSpPr>
            <a:spLocks/>
          </p:cNvSpPr>
          <p:nvPr/>
        </p:nvSpPr>
        <p:spPr>
          <a:xfrm>
            <a:off x="1442889" y="27821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" name="data_305">
            <a:extLst>
              <a:ext uri="{FF2B5EF4-FFF2-40B4-BE49-F238E27FC236}">
                <a16:creationId xmlns:a16="http://schemas.microsoft.com/office/drawing/2014/main" id="{3071ADF0-28B5-4B1F-AD10-4614D994E911}"/>
              </a:ext>
            </a:extLst>
          </p:cNvPr>
          <p:cNvSpPr>
            <a:spLocks/>
          </p:cNvSpPr>
          <p:nvPr/>
        </p:nvSpPr>
        <p:spPr>
          <a:xfrm>
            <a:off x="1458627" y="26978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" name="data_306">
            <a:extLst>
              <a:ext uri="{FF2B5EF4-FFF2-40B4-BE49-F238E27FC236}">
                <a16:creationId xmlns:a16="http://schemas.microsoft.com/office/drawing/2014/main" id="{FDD39B58-ECA9-4E69-B73B-166E2800AD12}"/>
              </a:ext>
            </a:extLst>
          </p:cNvPr>
          <p:cNvSpPr>
            <a:spLocks/>
          </p:cNvSpPr>
          <p:nvPr/>
        </p:nvSpPr>
        <p:spPr>
          <a:xfrm>
            <a:off x="1463349" y="28105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" name="data_307">
            <a:extLst>
              <a:ext uri="{FF2B5EF4-FFF2-40B4-BE49-F238E27FC236}">
                <a16:creationId xmlns:a16="http://schemas.microsoft.com/office/drawing/2014/main" id="{B2EE0D2B-44EA-4EB4-ACAE-5CD9B87280EE}"/>
              </a:ext>
            </a:extLst>
          </p:cNvPr>
          <p:cNvSpPr>
            <a:spLocks/>
          </p:cNvSpPr>
          <p:nvPr/>
        </p:nvSpPr>
        <p:spPr>
          <a:xfrm>
            <a:off x="151088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" name="data_308">
            <a:extLst>
              <a:ext uri="{FF2B5EF4-FFF2-40B4-BE49-F238E27FC236}">
                <a16:creationId xmlns:a16="http://schemas.microsoft.com/office/drawing/2014/main" id="{68FEDB41-BD8F-40B0-AFFD-AA782014358A}"/>
              </a:ext>
            </a:extLst>
          </p:cNvPr>
          <p:cNvSpPr>
            <a:spLocks/>
          </p:cNvSpPr>
          <p:nvPr/>
        </p:nvSpPr>
        <p:spPr>
          <a:xfrm>
            <a:off x="1520030" y="24533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" name="data_309">
            <a:extLst>
              <a:ext uri="{FF2B5EF4-FFF2-40B4-BE49-F238E27FC236}">
                <a16:creationId xmlns:a16="http://schemas.microsoft.com/office/drawing/2014/main" id="{E43F3CC3-8D03-44F9-949E-C32A82D00766}"/>
              </a:ext>
            </a:extLst>
          </p:cNvPr>
          <p:cNvSpPr>
            <a:spLocks/>
          </p:cNvSpPr>
          <p:nvPr/>
        </p:nvSpPr>
        <p:spPr>
          <a:xfrm>
            <a:off x="1427458" y="19874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" name="data_310">
            <a:extLst>
              <a:ext uri="{FF2B5EF4-FFF2-40B4-BE49-F238E27FC236}">
                <a16:creationId xmlns:a16="http://schemas.microsoft.com/office/drawing/2014/main" id="{C84A58E5-C0AA-4EB2-8366-417F4493F68D}"/>
              </a:ext>
            </a:extLst>
          </p:cNvPr>
          <p:cNvSpPr>
            <a:spLocks/>
          </p:cNvSpPr>
          <p:nvPr/>
        </p:nvSpPr>
        <p:spPr>
          <a:xfrm>
            <a:off x="1410465" y="31660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" name="data_311">
            <a:extLst>
              <a:ext uri="{FF2B5EF4-FFF2-40B4-BE49-F238E27FC236}">
                <a16:creationId xmlns:a16="http://schemas.microsoft.com/office/drawing/2014/main" id="{56B5E373-E9FF-4DA9-93A5-AA8EA9C3771A}"/>
              </a:ext>
            </a:extLst>
          </p:cNvPr>
          <p:cNvSpPr>
            <a:spLocks/>
          </p:cNvSpPr>
          <p:nvPr/>
        </p:nvSpPr>
        <p:spPr>
          <a:xfrm>
            <a:off x="150951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" name="data_312">
            <a:extLst>
              <a:ext uri="{FF2B5EF4-FFF2-40B4-BE49-F238E27FC236}">
                <a16:creationId xmlns:a16="http://schemas.microsoft.com/office/drawing/2014/main" id="{902472BC-29E7-436E-A839-6E06693DB928}"/>
              </a:ext>
            </a:extLst>
          </p:cNvPr>
          <p:cNvSpPr>
            <a:spLocks/>
          </p:cNvSpPr>
          <p:nvPr/>
        </p:nvSpPr>
        <p:spPr>
          <a:xfrm>
            <a:off x="139209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" name="data_313">
            <a:extLst>
              <a:ext uri="{FF2B5EF4-FFF2-40B4-BE49-F238E27FC236}">
                <a16:creationId xmlns:a16="http://schemas.microsoft.com/office/drawing/2014/main" id="{964C7E26-3283-4EF7-B44F-36E5AB734C22}"/>
              </a:ext>
            </a:extLst>
          </p:cNvPr>
          <p:cNvSpPr>
            <a:spLocks/>
          </p:cNvSpPr>
          <p:nvPr/>
        </p:nvSpPr>
        <p:spPr>
          <a:xfrm>
            <a:off x="1471957" y="28836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" name="data_314">
            <a:extLst>
              <a:ext uri="{FF2B5EF4-FFF2-40B4-BE49-F238E27FC236}">
                <a16:creationId xmlns:a16="http://schemas.microsoft.com/office/drawing/2014/main" id="{6F58A6FB-FD8A-47EE-BFEE-42315AAF0548}"/>
              </a:ext>
            </a:extLst>
          </p:cNvPr>
          <p:cNvSpPr>
            <a:spLocks/>
          </p:cNvSpPr>
          <p:nvPr/>
        </p:nvSpPr>
        <p:spPr>
          <a:xfrm>
            <a:off x="1482038" y="29559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" name="data_315">
            <a:extLst>
              <a:ext uri="{FF2B5EF4-FFF2-40B4-BE49-F238E27FC236}">
                <a16:creationId xmlns:a16="http://schemas.microsoft.com/office/drawing/2014/main" id="{D26F01C7-FA2C-42F2-950A-FE9A5C302AF3}"/>
              </a:ext>
            </a:extLst>
          </p:cNvPr>
          <p:cNvSpPr>
            <a:spLocks/>
          </p:cNvSpPr>
          <p:nvPr/>
        </p:nvSpPr>
        <p:spPr>
          <a:xfrm>
            <a:off x="1495292" y="192171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" name="data_316">
            <a:extLst>
              <a:ext uri="{FF2B5EF4-FFF2-40B4-BE49-F238E27FC236}">
                <a16:creationId xmlns:a16="http://schemas.microsoft.com/office/drawing/2014/main" id="{DFA12365-4FFD-4D40-80C1-FACF90054E5F}"/>
              </a:ext>
            </a:extLst>
          </p:cNvPr>
          <p:cNvSpPr>
            <a:spLocks/>
          </p:cNvSpPr>
          <p:nvPr/>
        </p:nvSpPr>
        <p:spPr>
          <a:xfrm>
            <a:off x="1499607" y="22741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" name="data_317">
            <a:extLst>
              <a:ext uri="{FF2B5EF4-FFF2-40B4-BE49-F238E27FC236}">
                <a16:creationId xmlns:a16="http://schemas.microsoft.com/office/drawing/2014/main" id="{68D9D7A9-4A2A-491B-BA30-9E366D94844F}"/>
              </a:ext>
            </a:extLst>
          </p:cNvPr>
          <p:cNvSpPr>
            <a:spLocks/>
          </p:cNvSpPr>
          <p:nvPr/>
        </p:nvSpPr>
        <p:spPr>
          <a:xfrm>
            <a:off x="1478281" y="27804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" name="data_318">
            <a:extLst>
              <a:ext uri="{FF2B5EF4-FFF2-40B4-BE49-F238E27FC236}">
                <a16:creationId xmlns:a16="http://schemas.microsoft.com/office/drawing/2014/main" id="{F82EF272-AE48-4460-90F1-1A27FA5B900A}"/>
              </a:ext>
            </a:extLst>
          </p:cNvPr>
          <p:cNvSpPr>
            <a:spLocks/>
          </p:cNvSpPr>
          <p:nvPr/>
        </p:nvSpPr>
        <p:spPr>
          <a:xfrm>
            <a:off x="1409181" y="26887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" name="data_319">
            <a:extLst>
              <a:ext uri="{FF2B5EF4-FFF2-40B4-BE49-F238E27FC236}">
                <a16:creationId xmlns:a16="http://schemas.microsoft.com/office/drawing/2014/main" id="{F9D55C09-544D-443D-865D-F7B0A73E9053}"/>
              </a:ext>
            </a:extLst>
          </p:cNvPr>
          <p:cNvSpPr>
            <a:spLocks/>
          </p:cNvSpPr>
          <p:nvPr/>
        </p:nvSpPr>
        <p:spPr>
          <a:xfrm>
            <a:off x="1434594" y="29242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" name="data_320">
            <a:extLst>
              <a:ext uri="{FF2B5EF4-FFF2-40B4-BE49-F238E27FC236}">
                <a16:creationId xmlns:a16="http://schemas.microsoft.com/office/drawing/2014/main" id="{DA38E96F-A8E6-4DCC-9208-A3EA51202B67}"/>
              </a:ext>
            </a:extLst>
          </p:cNvPr>
          <p:cNvSpPr>
            <a:spLocks/>
          </p:cNvSpPr>
          <p:nvPr/>
        </p:nvSpPr>
        <p:spPr>
          <a:xfrm>
            <a:off x="1389204" y="25355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" name="data_321">
            <a:extLst>
              <a:ext uri="{FF2B5EF4-FFF2-40B4-BE49-F238E27FC236}">
                <a16:creationId xmlns:a16="http://schemas.microsoft.com/office/drawing/2014/main" id="{01CF01D5-43DF-46ED-B5A2-5A2DE5BD66F2}"/>
              </a:ext>
            </a:extLst>
          </p:cNvPr>
          <p:cNvSpPr>
            <a:spLocks/>
          </p:cNvSpPr>
          <p:nvPr/>
        </p:nvSpPr>
        <p:spPr>
          <a:xfrm>
            <a:off x="1526718" y="24138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" name="data_322">
            <a:extLst>
              <a:ext uri="{FF2B5EF4-FFF2-40B4-BE49-F238E27FC236}">
                <a16:creationId xmlns:a16="http://schemas.microsoft.com/office/drawing/2014/main" id="{1C51F14E-1DD0-4A4C-BBBC-8F5152BA8C85}"/>
              </a:ext>
            </a:extLst>
          </p:cNvPr>
          <p:cNvSpPr>
            <a:spLocks/>
          </p:cNvSpPr>
          <p:nvPr/>
        </p:nvSpPr>
        <p:spPr>
          <a:xfrm>
            <a:off x="1435843" y="21423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" name="data_323">
            <a:extLst>
              <a:ext uri="{FF2B5EF4-FFF2-40B4-BE49-F238E27FC236}">
                <a16:creationId xmlns:a16="http://schemas.microsoft.com/office/drawing/2014/main" id="{7CB378E0-F53B-488D-BCF2-35E810B46276}"/>
              </a:ext>
            </a:extLst>
          </p:cNvPr>
          <p:cNvSpPr>
            <a:spLocks/>
          </p:cNvSpPr>
          <p:nvPr/>
        </p:nvSpPr>
        <p:spPr>
          <a:xfrm>
            <a:off x="1482142" y="24798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" name="data_324">
            <a:extLst>
              <a:ext uri="{FF2B5EF4-FFF2-40B4-BE49-F238E27FC236}">
                <a16:creationId xmlns:a16="http://schemas.microsoft.com/office/drawing/2014/main" id="{BC7B9E88-BA46-4F68-B008-0A37DE9F465D}"/>
              </a:ext>
            </a:extLst>
          </p:cNvPr>
          <p:cNvSpPr>
            <a:spLocks/>
          </p:cNvSpPr>
          <p:nvPr/>
        </p:nvSpPr>
        <p:spPr>
          <a:xfrm>
            <a:off x="1401866" y="29080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" name="data_325">
            <a:extLst>
              <a:ext uri="{FF2B5EF4-FFF2-40B4-BE49-F238E27FC236}">
                <a16:creationId xmlns:a16="http://schemas.microsoft.com/office/drawing/2014/main" id="{70C9BBE2-8B29-4E70-84F4-2A6CFF2A5D01}"/>
              </a:ext>
            </a:extLst>
          </p:cNvPr>
          <p:cNvSpPr>
            <a:spLocks/>
          </p:cNvSpPr>
          <p:nvPr/>
        </p:nvSpPr>
        <p:spPr>
          <a:xfrm>
            <a:off x="1412581" y="31512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" name="data_326">
            <a:extLst>
              <a:ext uri="{FF2B5EF4-FFF2-40B4-BE49-F238E27FC236}">
                <a16:creationId xmlns:a16="http://schemas.microsoft.com/office/drawing/2014/main" id="{38C5AE1D-C89D-4C22-9F2C-9C8D30DBCB57}"/>
              </a:ext>
            </a:extLst>
          </p:cNvPr>
          <p:cNvSpPr>
            <a:spLocks/>
          </p:cNvSpPr>
          <p:nvPr/>
        </p:nvSpPr>
        <p:spPr>
          <a:xfrm>
            <a:off x="1516068" y="2091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" name="data_327">
            <a:extLst>
              <a:ext uri="{FF2B5EF4-FFF2-40B4-BE49-F238E27FC236}">
                <a16:creationId xmlns:a16="http://schemas.microsoft.com/office/drawing/2014/main" id="{100463AE-4B60-49B1-A2C0-0C3BBC0E46A2}"/>
              </a:ext>
            </a:extLst>
          </p:cNvPr>
          <p:cNvSpPr>
            <a:spLocks/>
          </p:cNvSpPr>
          <p:nvPr/>
        </p:nvSpPr>
        <p:spPr>
          <a:xfrm>
            <a:off x="145031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" name="data_328">
            <a:extLst>
              <a:ext uri="{FF2B5EF4-FFF2-40B4-BE49-F238E27FC236}">
                <a16:creationId xmlns:a16="http://schemas.microsoft.com/office/drawing/2014/main" id="{0F92D45F-86C1-4595-9585-B8DB3619B0EC}"/>
              </a:ext>
            </a:extLst>
          </p:cNvPr>
          <p:cNvSpPr>
            <a:spLocks/>
          </p:cNvSpPr>
          <p:nvPr/>
        </p:nvSpPr>
        <p:spPr>
          <a:xfrm>
            <a:off x="1396291" y="20203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" name="data_329">
            <a:extLst>
              <a:ext uri="{FF2B5EF4-FFF2-40B4-BE49-F238E27FC236}">
                <a16:creationId xmlns:a16="http://schemas.microsoft.com/office/drawing/2014/main" id="{8CA1E893-F24D-4166-90AD-18AE33CE5291}"/>
              </a:ext>
            </a:extLst>
          </p:cNvPr>
          <p:cNvSpPr>
            <a:spLocks/>
          </p:cNvSpPr>
          <p:nvPr/>
        </p:nvSpPr>
        <p:spPr>
          <a:xfrm>
            <a:off x="1436332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1" name="data_330">
            <a:extLst>
              <a:ext uri="{FF2B5EF4-FFF2-40B4-BE49-F238E27FC236}">
                <a16:creationId xmlns:a16="http://schemas.microsoft.com/office/drawing/2014/main" id="{AD881834-0FC5-48FE-8BE0-DA22E657A8B2}"/>
              </a:ext>
            </a:extLst>
          </p:cNvPr>
          <p:cNvSpPr>
            <a:spLocks/>
          </p:cNvSpPr>
          <p:nvPr/>
        </p:nvSpPr>
        <p:spPr>
          <a:xfrm>
            <a:off x="1407418" y="23938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2" name="data_331">
            <a:extLst>
              <a:ext uri="{FF2B5EF4-FFF2-40B4-BE49-F238E27FC236}">
                <a16:creationId xmlns:a16="http://schemas.microsoft.com/office/drawing/2014/main" id="{5043CAD8-CCF0-4BF2-BA60-DDF97BDCEF82}"/>
              </a:ext>
            </a:extLst>
          </p:cNvPr>
          <p:cNvSpPr>
            <a:spLocks/>
          </p:cNvSpPr>
          <p:nvPr/>
        </p:nvSpPr>
        <p:spPr>
          <a:xfrm>
            <a:off x="1432198" y="29579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3" name="data_332">
            <a:extLst>
              <a:ext uri="{FF2B5EF4-FFF2-40B4-BE49-F238E27FC236}">
                <a16:creationId xmlns:a16="http://schemas.microsoft.com/office/drawing/2014/main" id="{1B3533BA-3FAB-44B8-8570-A9F810A8BAF5}"/>
              </a:ext>
            </a:extLst>
          </p:cNvPr>
          <p:cNvSpPr>
            <a:spLocks/>
          </p:cNvSpPr>
          <p:nvPr/>
        </p:nvSpPr>
        <p:spPr>
          <a:xfrm>
            <a:off x="1463313" y="30950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4" name="data_333">
            <a:extLst>
              <a:ext uri="{FF2B5EF4-FFF2-40B4-BE49-F238E27FC236}">
                <a16:creationId xmlns:a16="http://schemas.microsoft.com/office/drawing/2014/main" id="{D3D7686E-5AB1-474B-AF2D-B7B5F587AD56}"/>
              </a:ext>
            </a:extLst>
          </p:cNvPr>
          <p:cNvSpPr>
            <a:spLocks/>
          </p:cNvSpPr>
          <p:nvPr/>
        </p:nvSpPr>
        <p:spPr>
          <a:xfrm>
            <a:off x="1423062" y="20702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5" name="data_334">
            <a:extLst>
              <a:ext uri="{FF2B5EF4-FFF2-40B4-BE49-F238E27FC236}">
                <a16:creationId xmlns:a16="http://schemas.microsoft.com/office/drawing/2014/main" id="{6B2DFECF-C78F-4DBB-9FB9-6B04F9C1F3DF}"/>
              </a:ext>
            </a:extLst>
          </p:cNvPr>
          <p:cNvSpPr>
            <a:spLocks/>
          </p:cNvSpPr>
          <p:nvPr/>
        </p:nvSpPr>
        <p:spPr>
          <a:xfrm>
            <a:off x="1487137" y="19069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6" name="data_335">
            <a:extLst>
              <a:ext uri="{FF2B5EF4-FFF2-40B4-BE49-F238E27FC236}">
                <a16:creationId xmlns:a16="http://schemas.microsoft.com/office/drawing/2014/main" id="{9939B763-AB51-4463-AE8C-92EDD75A862F}"/>
              </a:ext>
            </a:extLst>
          </p:cNvPr>
          <p:cNvSpPr>
            <a:spLocks/>
          </p:cNvSpPr>
          <p:nvPr/>
        </p:nvSpPr>
        <p:spPr>
          <a:xfrm>
            <a:off x="1472454" y="30185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7" name="data_336">
            <a:extLst>
              <a:ext uri="{FF2B5EF4-FFF2-40B4-BE49-F238E27FC236}">
                <a16:creationId xmlns:a16="http://schemas.microsoft.com/office/drawing/2014/main" id="{BF5B17A7-8FAC-45FC-A508-EF95A748E03C}"/>
              </a:ext>
            </a:extLst>
          </p:cNvPr>
          <p:cNvSpPr>
            <a:spLocks/>
          </p:cNvSpPr>
          <p:nvPr/>
        </p:nvSpPr>
        <p:spPr>
          <a:xfrm>
            <a:off x="145465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8" name="data_337">
            <a:extLst>
              <a:ext uri="{FF2B5EF4-FFF2-40B4-BE49-F238E27FC236}">
                <a16:creationId xmlns:a16="http://schemas.microsoft.com/office/drawing/2014/main" id="{0C049FEE-10DB-4008-A55F-1B2D5CD28FA6}"/>
              </a:ext>
            </a:extLst>
          </p:cNvPr>
          <p:cNvSpPr>
            <a:spLocks/>
          </p:cNvSpPr>
          <p:nvPr/>
        </p:nvSpPr>
        <p:spPr>
          <a:xfrm>
            <a:off x="1489230" y="24919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9" name="data_338">
            <a:extLst>
              <a:ext uri="{FF2B5EF4-FFF2-40B4-BE49-F238E27FC236}">
                <a16:creationId xmlns:a16="http://schemas.microsoft.com/office/drawing/2014/main" id="{4569A284-F87A-41EF-883E-855847EE6C19}"/>
              </a:ext>
            </a:extLst>
          </p:cNvPr>
          <p:cNvSpPr>
            <a:spLocks/>
          </p:cNvSpPr>
          <p:nvPr/>
        </p:nvSpPr>
        <p:spPr>
          <a:xfrm>
            <a:off x="1477620" y="19832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0" name="data_339">
            <a:extLst>
              <a:ext uri="{FF2B5EF4-FFF2-40B4-BE49-F238E27FC236}">
                <a16:creationId xmlns:a16="http://schemas.microsoft.com/office/drawing/2014/main" id="{DE57FD9C-A1B0-4527-919B-24465C758C61}"/>
              </a:ext>
            </a:extLst>
          </p:cNvPr>
          <p:cNvSpPr>
            <a:spLocks/>
          </p:cNvSpPr>
          <p:nvPr/>
        </p:nvSpPr>
        <p:spPr>
          <a:xfrm>
            <a:off x="1418979" y="23383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1" name="data_340">
            <a:extLst>
              <a:ext uri="{FF2B5EF4-FFF2-40B4-BE49-F238E27FC236}">
                <a16:creationId xmlns:a16="http://schemas.microsoft.com/office/drawing/2014/main" id="{B9B919F9-6B3E-4C14-BE8C-684631CA5E7A}"/>
              </a:ext>
            </a:extLst>
          </p:cNvPr>
          <p:cNvSpPr>
            <a:spLocks/>
          </p:cNvSpPr>
          <p:nvPr/>
        </p:nvSpPr>
        <p:spPr>
          <a:xfrm>
            <a:off x="1481621" y="24482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2" name="data_341">
            <a:extLst>
              <a:ext uri="{FF2B5EF4-FFF2-40B4-BE49-F238E27FC236}">
                <a16:creationId xmlns:a16="http://schemas.microsoft.com/office/drawing/2014/main" id="{9810F9DF-8B44-4C78-9691-687543B72391}"/>
              </a:ext>
            </a:extLst>
          </p:cNvPr>
          <p:cNvSpPr>
            <a:spLocks/>
          </p:cNvSpPr>
          <p:nvPr/>
        </p:nvSpPr>
        <p:spPr>
          <a:xfrm>
            <a:off x="1434285" y="20338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3" name="data_342">
            <a:extLst>
              <a:ext uri="{FF2B5EF4-FFF2-40B4-BE49-F238E27FC236}">
                <a16:creationId xmlns:a16="http://schemas.microsoft.com/office/drawing/2014/main" id="{57B4EAD3-E257-451A-9D20-4E680BD220DC}"/>
              </a:ext>
            </a:extLst>
          </p:cNvPr>
          <p:cNvSpPr>
            <a:spLocks/>
          </p:cNvSpPr>
          <p:nvPr/>
        </p:nvSpPr>
        <p:spPr>
          <a:xfrm>
            <a:off x="1489631" y="20616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4" name="data_343">
            <a:extLst>
              <a:ext uri="{FF2B5EF4-FFF2-40B4-BE49-F238E27FC236}">
                <a16:creationId xmlns:a16="http://schemas.microsoft.com/office/drawing/2014/main" id="{335DE6B8-4500-4E38-B265-889DC80CAE15}"/>
              </a:ext>
            </a:extLst>
          </p:cNvPr>
          <p:cNvSpPr>
            <a:spLocks/>
          </p:cNvSpPr>
          <p:nvPr/>
        </p:nvSpPr>
        <p:spPr>
          <a:xfrm>
            <a:off x="1469217" y="24999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5" name="data_344">
            <a:extLst>
              <a:ext uri="{FF2B5EF4-FFF2-40B4-BE49-F238E27FC236}">
                <a16:creationId xmlns:a16="http://schemas.microsoft.com/office/drawing/2014/main" id="{8BD9ECA2-A251-472B-9DEC-613423CB2B50}"/>
              </a:ext>
            </a:extLst>
          </p:cNvPr>
          <p:cNvSpPr>
            <a:spLocks/>
          </p:cNvSpPr>
          <p:nvPr/>
        </p:nvSpPr>
        <p:spPr>
          <a:xfrm>
            <a:off x="1398820" y="22617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6" name="data_345">
            <a:extLst>
              <a:ext uri="{FF2B5EF4-FFF2-40B4-BE49-F238E27FC236}">
                <a16:creationId xmlns:a16="http://schemas.microsoft.com/office/drawing/2014/main" id="{9EBB7C42-FB07-453F-93F9-22443F5CB117}"/>
              </a:ext>
            </a:extLst>
          </p:cNvPr>
          <p:cNvSpPr>
            <a:spLocks/>
          </p:cNvSpPr>
          <p:nvPr/>
        </p:nvSpPr>
        <p:spPr>
          <a:xfrm>
            <a:off x="1489029" y="26310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7" name="data_346">
            <a:extLst>
              <a:ext uri="{FF2B5EF4-FFF2-40B4-BE49-F238E27FC236}">
                <a16:creationId xmlns:a16="http://schemas.microsoft.com/office/drawing/2014/main" id="{E230FCA5-7E07-4CE0-99E8-EE9844C5A0EA}"/>
              </a:ext>
            </a:extLst>
          </p:cNvPr>
          <p:cNvSpPr>
            <a:spLocks/>
          </p:cNvSpPr>
          <p:nvPr/>
        </p:nvSpPr>
        <p:spPr>
          <a:xfrm>
            <a:off x="1499978" y="21461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8" name="data_347">
            <a:extLst>
              <a:ext uri="{FF2B5EF4-FFF2-40B4-BE49-F238E27FC236}">
                <a16:creationId xmlns:a16="http://schemas.microsoft.com/office/drawing/2014/main" id="{80DCDA14-90DA-4F7D-89C1-28E1FCADD106}"/>
              </a:ext>
            </a:extLst>
          </p:cNvPr>
          <p:cNvSpPr>
            <a:spLocks/>
          </p:cNvSpPr>
          <p:nvPr/>
        </p:nvSpPr>
        <p:spPr>
          <a:xfrm>
            <a:off x="148375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9" name="data_348">
            <a:extLst>
              <a:ext uri="{FF2B5EF4-FFF2-40B4-BE49-F238E27FC236}">
                <a16:creationId xmlns:a16="http://schemas.microsoft.com/office/drawing/2014/main" id="{6BFE2A40-09C7-47E0-AF99-66B554D1E1EA}"/>
              </a:ext>
            </a:extLst>
          </p:cNvPr>
          <p:cNvSpPr>
            <a:spLocks/>
          </p:cNvSpPr>
          <p:nvPr/>
        </p:nvSpPr>
        <p:spPr>
          <a:xfrm>
            <a:off x="1456879" y="24827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0" name="data_349">
            <a:extLst>
              <a:ext uri="{FF2B5EF4-FFF2-40B4-BE49-F238E27FC236}">
                <a16:creationId xmlns:a16="http://schemas.microsoft.com/office/drawing/2014/main" id="{8D0B8BC7-730F-4830-8ADA-93BB053E1DDF}"/>
              </a:ext>
            </a:extLst>
          </p:cNvPr>
          <p:cNvSpPr>
            <a:spLocks/>
          </p:cNvSpPr>
          <p:nvPr/>
        </p:nvSpPr>
        <p:spPr>
          <a:xfrm>
            <a:off x="1425117" y="20686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1" name="data_350">
            <a:extLst>
              <a:ext uri="{FF2B5EF4-FFF2-40B4-BE49-F238E27FC236}">
                <a16:creationId xmlns:a16="http://schemas.microsoft.com/office/drawing/2014/main" id="{9496B130-1A0F-4E58-BF8B-06FCA5325AC8}"/>
              </a:ext>
            </a:extLst>
          </p:cNvPr>
          <p:cNvSpPr>
            <a:spLocks/>
          </p:cNvSpPr>
          <p:nvPr/>
        </p:nvSpPr>
        <p:spPr>
          <a:xfrm>
            <a:off x="1396962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2" name="data_351">
            <a:extLst>
              <a:ext uri="{FF2B5EF4-FFF2-40B4-BE49-F238E27FC236}">
                <a16:creationId xmlns:a16="http://schemas.microsoft.com/office/drawing/2014/main" id="{5A67B02C-81AB-4C74-A4F8-628AE1654ACC}"/>
              </a:ext>
            </a:extLst>
          </p:cNvPr>
          <p:cNvSpPr>
            <a:spLocks/>
          </p:cNvSpPr>
          <p:nvPr/>
        </p:nvSpPr>
        <p:spPr>
          <a:xfrm>
            <a:off x="1494454" y="243838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3" name="data_352">
            <a:extLst>
              <a:ext uri="{FF2B5EF4-FFF2-40B4-BE49-F238E27FC236}">
                <a16:creationId xmlns:a16="http://schemas.microsoft.com/office/drawing/2014/main" id="{125AE625-AEC6-4D19-B636-7F95D7D89FDE}"/>
              </a:ext>
            </a:extLst>
          </p:cNvPr>
          <p:cNvSpPr>
            <a:spLocks/>
          </p:cNvSpPr>
          <p:nvPr/>
        </p:nvSpPr>
        <p:spPr>
          <a:xfrm>
            <a:off x="150963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4" name="data_353">
            <a:extLst>
              <a:ext uri="{FF2B5EF4-FFF2-40B4-BE49-F238E27FC236}">
                <a16:creationId xmlns:a16="http://schemas.microsoft.com/office/drawing/2014/main" id="{B15AD60B-B8FA-41CF-86C9-187373AEAF04}"/>
              </a:ext>
            </a:extLst>
          </p:cNvPr>
          <p:cNvSpPr>
            <a:spLocks/>
          </p:cNvSpPr>
          <p:nvPr/>
        </p:nvSpPr>
        <p:spPr>
          <a:xfrm>
            <a:off x="1492258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5" name="data_354">
            <a:extLst>
              <a:ext uri="{FF2B5EF4-FFF2-40B4-BE49-F238E27FC236}">
                <a16:creationId xmlns:a16="http://schemas.microsoft.com/office/drawing/2014/main" id="{19B9C210-DC9C-4F53-AF9C-8DF4387775C4}"/>
              </a:ext>
            </a:extLst>
          </p:cNvPr>
          <p:cNvSpPr>
            <a:spLocks/>
          </p:cNvSpPr>
          <p:nvPr/>
        </p:nvSpPr>
        <p:spPr>
          <a:xfrm>
            <a:off x="1425585" y="326964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6" name="data_355">
            <a:extLst>
              <a:ext uri="{FF2B5EF4-FFF2-40B4-BE49-F238E27FC236}">
                <a16:creationId xmlns:a16="http://schemas.microsoft.com/office/drawing/2014/main" id="{9A0A4E10-6505-4036-B630-B855E58BB374}"/>
              </a:ext>
            </a:extLst>
          </p:cNvPr>
          <p:cNvSpPr>
            <a:spLocks/>
          </p:cNvSpPr>
          <p:nvPr/>
        </p:nvSpPr>
        <p:spPr>
          <a:xfrm>
            <a:off x="1472876" y="25385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7" name="data_356">
            <a:extLst>
              <a:ext uri="{FF2B5EF4-FFF2-40B4-BE49-F238E27FC236}">
                <a16:creationId xmlns:a16="http://schemas.microsoft.com/office/drawing/2014/main" id="{A8157BA3-DB14-4C37-B2FB-344CBC5BEDC6}"/>
              </a:ext>
            </a:extLst>
          </p:cNvPr>
          <p:cNvSpPr>
            <a:spLocks/>
          </p:cNvSpPr>
          <p:nvPr/>
        </p:nvSpPr>
        <p:spPr>
          <a:xfrm>
            <a:off x="1406227" y="32318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8" name="data_357">
            <a:extLst>
              <a:ext uri="{FF2B5EF4-FFF2-40B4-BE49-F238E27FC236}">
                <a16:creationId xmlns:a16="http://schemas.microsoft.com/office/drawing/2014/main" id="{97CE2D2C-553F-4951-8AC4-13A4B736D449}"/>
              </a:ext>
            </a:extLst>
          </p:cNvPr>
          <p:cNvSpPr>
            <a:spLocks/>
          </p:cNvSpPr>
          <p:nvPr/>
        </p:nvSpPr>
        <p:spPr>
          <a:xfrm>
            <a:off x="1474506" y="23490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9" name="data_358">
            <a:extLst>
              <a:ext uri="{FF2B5EF4-FFF2-40B4-BE49-F238E27FC236}">
                <a16:creationId xmlns:a16="http://schemas.microsoft.com/office/drawing/2014/main" id="{C4C07113-8B7E-4EE3-8D39-CCF7EEF203AC}"/>
              </a:ext>
            </a:extLst>
          </p:cNvPr>
          <p:cNvSpPr>
            <a:spLocks/>
          </p:cNvSpPr>
          <p:nvPr/>
        </p:nvSpPr>
        <p:spPr>
          <a:xfrm>
            <a:off x="1479252" y="203679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0" name="data_359">
            <a:extLst>
              <a:ext uri="{FF2B5EF4-FFF2-40B4-BE49-F238E27FC236}">
                <a16:creationId xmlns:a16="http://schemas.microsoft.com/office/drawing/2014/main" id="{E82FD78E-F30A-4E55-84BB-EB85C9FF9842}"/>
              </a:ext>
            </a:extLst>
          </p:cNvPr>
          <p:cNvSpPr>
            <a:spLocks/>
          </p:cNvSpPr>
          <p:nvPr/>
        </p:nvSpPr>
        <p:spPr>
          <a:xfrm>
            <a:off x="1449026" y="289228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1" name="data_360">
            <a:extLst>
              <a:ext uri="{FF2B5EF4-FFF2-40B4-BE49-F238E27FC236}">
                <a16:creationId xmlns:a16="http://schemas.microsoft.com/office/drawing/2014/main" id="{AB56C3A1-66EA-458D-8369-F24790123EC4}"/>
              </a:ext>
            </a:extLst>
          </p:cNvPr>
          <p:cNvSpPr>
            <a:spLocks/>
          </p:cNvSpPr>
          <p:nvPr/>
        </p:nvSpPr>
        <p:spPr>
          <a:xfrm>
            <a:off x="1479352" y="21228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2" name="data_361">
            <a:extLst>
              <a:ext uri="{FF2B5EF4-FFF2-40B4-BE49-F238E27FC236}">
                <a16:creationId xmlns:a16="http://schemas.microsoft.com/office/drawing/2014/main" id="{90B8C94E-FF9D-476C-AE17-C6D06B1D2FA7}"/>
              </a:ext>
            </a:extLst>
          </p:cNvPr>
          <p:cNvSpPr>
            <a:spLocks/>
          </p:cNvSpPr>
          <p:nvPr/>
        </p:nvSpPr>
        <p:spPr>
          <a:xfrm>
            <a:off x="1497726" y="29656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3" name="data_362">
            <a:extLst>
              <a:ext uri="{FF2B5EF4-FFF2-40B4-BE49-F238E27FC236}">
                <a16:creationId xmlns:a16="http://schemas.microsoft.com/office/drawing/2014/main" id="{8B47C887-A2EA-4858-9CCC-FB4AEE699D18}"/>
              </a:ext>
            </a:extLst>
          </p:cNvPr>
          <p:cNvSpPr>
            <a:spLocks/>
          </p:cNvSpPr>
          <p:nvPr/>
        </p:nvSpPr>
        <p:spPr>
          <a:xfrm>
            <a:off x="1508925" y="24522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4" name="data_363">
            <a:extLst>
              <a:ext uri="{FF2B5EF4-FFF2-40B4-BE49-F238E27FC236}">
                <a16:creationId xmlns:a16="http://schemas.microsoft.com/office/drawing/2014/main" id="{45A6BF05-43AE-4E1D-96DF-3B7E1F6DD3D5}"/>
              </a:ext>
            </a:extLst>
          </p:cNvPr>
          <p:cNvSpPr>
            <a:spLocks/>
          </p:cNvSpPr>
          <p:nvPr/>
        </p:nvSpPr>
        <p:spPr>
          <a:xfrm>
            <a:off x="1526640" y="31032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5" name="data_364">
            <a:extLst>
              <a:ext uri="{FF2B5EF4-FFF2-40B4-BE49-F238E27FC236}">
                <a16:creationId xmlns:a16="http://schemas.microsoft.com/office/drawing/2014/main" id="{41305746-03AE-412C-B89C-51F58F731C1F}"/>
              </a:ext>
            </a:extLst>
          </p:cNvPr>
          <p:cNvSpPr>
            <a:spLocks/>
          </p:cNvSpPr>
          <p:nvPr/>
        </p:nvSpPr>
        <p:spPr>
          <a:xfrm>
            <a:off x="1397505" y="26336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6" name="data_365">
            <a:extLst>
              <a:ext uri="{FF2B5EF4-FFF2-40B4-BE49-F238E27FC236}">
                <a16:creationId xmlns:a16="http://schemas.microsoft.com/office/drawing/2014/main" id="{B1CB54C9-D8F7-45B4-B599-6E5683CB7095}"/>
              </a:ext>
            </a:extLst>
          </p:cNvPr>
          <p:cNvSpPr>
            <a:spLocks/>
          </p:cNvSpPr>
          <p:nvPr/>
        </p:nvSpPr>
        <p:spPr>
          <a:xfrm>
            <a:off x="1473015" y="226192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7" name="data_366">
            <a:extLst>
              <a:ext uri="{FF2B5EF4-FFF2-40B4-BE49-F238E27FC236}">
                <a16:creationId xmlns:a16="http://schemas.microsoft.com/office/drawing/2014/main" id="{A4A142B7-D1D7-4B51-98D5-FB6C747FC94F}"/>
              </a:ext>
            </a:extLst>
          </p:cNvPr>
          <p:cNvSpPr>
            <a:spLocks/>
          </p:cNvSpPr>
          <p:nvPr/>
        </p:nvSpPr>
        <p:spPr>
          <a:xfrm>
            <a:off x="1437106" y="2091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8" name="data_367">
            <a:extLst>
              <a:ext uri="{FF2B5EF4-FFF2-40B4-BE49-F238E27FC236}">
                <a16:creationId xmlns:a16="http://schemas.microsoft.com/office/drawing/2014/main" id="{E043CF8A-2CF4-4507-B985-DA9524AD4566}"/>
              </a:ext>
            </a:extLst>
          </p:cNvPr>
          <p:cNvSpPr>
            <a:spLocks/>
          </p:cNvSpPr>
          <p:nvPr/>
        </p:nvSpPr>
        <p:spPr>
          <a:xfrm>
            <a:off x="1473003" y="29314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9" name="data_368">
            <a:extLst>
              <a:ext uri="{FF2B5EF4-FFF2-40B4-BE49-F238E27FC236}">
                <a16:creationId xmlns:a16="http://schemas.microsoft.com/office/drawing/2014/main" id="{C2E23E21-BDA2-4886-9F46-3E33E259CC96}"/>
              </a:ext>
            </a:extLst>
          </p:cNvPr>
          <p:cNvSpPr>
            <a:spLocks/>
          </p:cNvSpPr>
          <p:nvPr/>
        </p:nvSpPr>
        <p:spPr>
          <a:xfrm>
            <a:off x="1505546" y="20926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0" name="data_369">
            <a:extLst>
              <a:ext uri="{FF2B5EF4-FFF2-40B4-BE49-F238E27FC236}">
                <a16:creationId xmlns:a16="http://schemas.microsoft.com/office/drawing/2014/main" id="{905B09BB-9D69-4AA0-9F8B-53ADE83338D7}"/>
              </a:ext>
            </a:extLst>
          </p:cNvPr>
          <p:cNvSpPr>
            <a:spLocks/>
          </p:cNvSpPr>
          <p:nvPr/>
        </p:nvSpPr>
        <p:spPr>
          <a:xfrm>
            <a:off x="1507907" y="32026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1" name="data_370">
            <a:extLst>
              <a:ext uri="{FF2B5EF4-FFF2-40B4-BE49-F238E27FC236}">
                <a16:creationId xmlns:a16="http://schemas.microsoft.com/office/drawing/2014/main" id="{E4E94DBA-7071-42DF-B083-4170B9450348}"/>
              </a:ext>
            </a:extLst>
          </p:cNvPr>
          <p:cNvSpPr>
            <a:spLocks/>
          </p:cNvSpPr>
          <p:nvPr/>
        </p:nvSpPr>
        <p:spPr>
          <a:xfrm>
            <a:off x="1404632" y="20453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2" name="data_371">
            <a:extLst>
              <a:ext uri="{FF2B5EF4-FFF2-40B4-BE49-F238E27FC236}">
                <a16:creationId xmlns:a16="http://schemas.microsoft.com/office/drawing/2014/main" id="{A47E2A26-E99D-49D6-ACA1-E8DA24B37A97}"/>
              </a:ext>
            </a:extLst>
          </p:cNvPr>
          <p:cNvSpPr>
            <a:spLocks/>
          </p:cNvSpPr>
          <p:nvPr/>
        </p:nvSpPr>
        <p:spPr>
          <a:xfrm>
            <a:off x="1410534" y="23630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3" name="data_372">
            <a:extLst>
              <a:ext uri="{FF2B5EF4-FFF2-40B4-BE49-F238E27FC236}">
                <a16:creationId xmlns:a16="http://schemas.microsoft.com/office/drawing/2014/main" id="{74B88F69-A7D4-4281-B711-7F3E1CC688C6}"/>
              </a:ext>
            </a:extLst>
          </p:cNvPr>
          <p:cNvSpPr>
            <a:spLocks/>
          </p:cNvSpPr>
          <p:nvPr/>
        </p:nvSpPr>
        <p:spPr>
          <a:xfrm>
            <a:off x="1410512" y="20403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4" name="data_373">
            <a:extLst>
              <a:ext uri="{FF2B5EF4-FFF2-40B4-BE49-F238E27FC236}">
                <a16:creationId xmlns:a16="http://schemas.microsoft.com/office/drawing/2014/main" id="{2727A7E5-E415-4870-9D3C-40AE838368C4}"/>
              </a:ext>
            </a:extLst>
          </p:cNvPr>
          <p:cNvSpPr>
            <a:spLocks/>
          </p:cNvSpPr>
          <p:nvPr/>
        </p:nvSpPr>
        <p:spPr>
          <a:xfrm>
            <a:off x="1484637" y="30308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5" name="data_374">
            <a:extLst>
              <a:ext uri="{FF2B5EF4-FFF2-40B4-BE49-F238E27FC236}">
                <a16:creationId xmlns:a16="http://schemas.microsoft.com/office/drawing/2014/main" id="{A576F55A-D9A2-4984-9566-83E9C0DEC036}"/>
              </a:ext>
            </a:extLst>
          </p:cNvPr>
          <p:cNvSpPr>
            <a:spLocks/>
          </p:cNvSpPr>
          <p:nvPr/>
        </p:nvSpPr>
        <p:spPr>
          <a:xfrm>
            <a:off x="1403296" y="22648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6" name="data_375">
            <a:extLst>
              <a:ext uri="{FF2B5EF4-FFF2-40B4-BE49-F238E27FC236}">
                <a16:creationId xmlns:a16="http://schemas.microsoft.com/office/drawing/2014/main" id="{3AD4A4FC-46FB-49B1-A91D-C9B2B58CD1DF}"/>
              </a:ext>
            </a:extLst>
          </p:cNvPr>
          <p:cNvSpPr>
            <a:spLocks/>
          </p:cNvSpPr>
          <p:nvPr/>
        </p:nvSpPr>
        <p:spPr>
          <a:xfrm>
            <a:off x="1486230" y="26664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7" name="data_376">
            <a:extLst>
              <a:ext uri="{FF2B5EF4-FFF2-40B4-BE49-F238E27FC236}">
                <a16:creationId xmlns:a16="http://schemas.microsoft.com/office/drawing/2014/main" id="{7FFF35BE-9FD7-4A6A-98FD-A46551665411}"/>
              </a:ext>
            </a:extLst>
          </p:cNvPr>
          <p:cNvSpPr>
            <a:spLocks/>
          </p:cNvSpPr>
          <p:nvPr/>
        </p:nvSpPr>
        <p:spPr>
          <a:xfrm>
            <a:off x="1452004" y="26704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8" name="data_377">
            <a:extLst>
              <a:ext uri="{FF2B5EF4-FFF2-40B4-BE49-F238E27FC236}">
                <a16:creationId xmlns:a16="http://schemas.microsoft.com/office/drawing/2014/main" id="{DAC63B1A-8F31-47B7-B749-F2CA94527582}"/>
              </a:ext>
            </a:extLst>
          </p:cNvPr>
          <p:cNvSpPr>
            <a:spLocks/>
          </p:cNvSpPr>
          <p:nvPr/>
        </p:nvSpPr>
        <p:spPr>
          <a:xfrm>
            <a:off x="1440019" y="26747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9" name="data_378">
            <a:extLst>
              <a:ext uri="{FF2B5EF4-FFF2-40B4-BE49-F238E27FC236}">
                <a16:creationId xmlns:a16="http://schemas.microsoft.com/office/drawing/2014/main" id="{F0462494-215D-4D31-8EE6-85C34D350B90}"/>
              </a:ext>
            </a:extLst>
          </p:cNvPr>
          <p:cNvSpPr>
            <a:spLocks/>
          </p:cNvSpPr>
          <p:nvPr/>
        </p:nvSpPr>
        <p:spPr>
          <a:xfrm>
            <a:off x="1409171" y="26373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0" name="data_379">
            <a:extLst>
              <a:ext uri="{FF2B5EF4-FFF2-40B4-BE49-F238E27FC236}">
                <a16:creationId xmlns:a16="http://schemas.microsoft.com/office/drawing/2014/main" id="{E79399F1-5918-4E93-8BA6-8140CA824A83}"/>
              </a:ext>
            </a:extLst>
          </p:cNvPr>
          <p:cNvSpPr>
            <a:spLocks/>
          </p:cNvSpPr>
          <p:nvPr/>
        </p:nvSpPr>
        <p:spPr>
          <a:xfrm>
            <a:off x="1452885" y="21474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1" name="data_380">
            <a:extLst>
              <a:ext uri="{FF2B5EF4-FFF2-40B4-BE49-F238E27FC236}">
                <a16:creationId xmlns:a16="http://schemas.microsoft.com/office/drawing/2014/main" id="{D470DE3D-2E78-4C85-801A-A3E9EDDED5DC}"/>
              </a:ext>
            </a:extLst>
          </p:cNvPr>
          <p:cNvSpPr>
            <a:spLocks/>
          </p:cNvSpPr>
          <p:nvPr/>
        </p:nvSpPr>
        <p:spPr>
          <a:xfrm>
            <a:off x="1428869" y="33515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2" name="data_381">
            <a:extLst>
              <a:ext uri="{FF2B5EF4-FFF2-40B4-BE49-F238E27FC236}">
                <a16:creationId xmlns:a16="http://schemas.microsoft.com/office/drawing/2014/main" id="{104D010B-8D72-4D29-B35B-5A4B0D441CBE}"/>
              </a:ext>
            </a:extLst>
          </p:cNvPr>
          <p:cNvSpPr>
            <a:spLocks/>
          </p:cNvSpPr>
          <p:nvPr/>
        </p:nvSpPr>
        <p:spPr>
          <a:xfrm>
            <a:off x="1516944" y="27324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3" name="data_382">
            <a:extLst>
              <a:ext uri="{FF2B5EF4-FFF2-40B4-BE49-F238E27FC236}">
                <a16:creationId xmlns:a16="http://schemas.microsoft.com/office/drawing/2014/main" id="{0D657094-D53F-4096-A8D9-57066D8A0B47}"/>
              </a:ext>
            </a:extLst>
          </p:cNvPr>
          <p:cNvSpPr>
            <a:spLocks/>
          </p:cNvSpPr>
          <p:nvPr/>
        </p:nvSpPr>
        <p:spPr>
          <a:xfrm>
            <a:off x="1499786" y="23305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4" name="data_383">
            <a:extLst>
              <a:ext uri="{FF2B5EF4-FFF2-40B4-BE49-F238E27FC236}">
                <a16:creationId xmlns:a16="http://schemas.microsoft.com/office/drawing/2014/main" id="{13BB7228-25DA-4B76-A950-BEBD1A39503F}"/>
              </a:ext>
            </a:extLst>
          </p:cNvPr>
          <p:cNvSpPr>
            <a:spLocks/>
          </p:cNvSpPr>
          <p:nvPr/>
        </p:nvSpPr>
        <p:spPr>
          <a:xfrm>
            <a:off x="1471576" y="28104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5" name="data_384">
            <a:extLst>
              <a:ext uri="{FF2B5EF4-FFF2-40B4-BE49-F238E27FC236}">
                <a16:creationId xmlns:a16="http://schemas.microsoft.com/office/drawing/2014/main" id="{58B82F02-45F0-470B-AEFB-7368D6E88076}"/>
              </a:ext>
            </a:extLst>
          </p:cNvPr>
          <p:cNvSpPr>
            <a:spLocks/>
          </p:cNvSpPr>
          <p:nvPr/>
        </p:nvSpPr>
        <p:spPr>
          <a:xfrm>
            <a:off x="140925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6" name="data_385">
            <a:extLst>
              <a:ext uri="{FF2B5EF4-FFF2-40B4-BE49-F238E27FC236}">
                <a16:creationId xmlns:a16="http://schemas.microsoft.com/office/drawing/2014/main" id="{14E96EB9-62A9-4362-AE89-DFE083D3ADBF}"/>
              </a:ext>
            </a:extLst>
          </p:cNvPr>
          <p:cNvSpPr>
            <a:spLocks/>
          </p:cNvSpPr>
          <p:nvPr/>
        </p:nvSpPr>
        <p:spPr>
          <a:xfrm>
            <a:off x="1434467" y="31197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7" name="data_386">
            <a:extLst>
              <a:ext uri="{FF2B5EF4-FFF2-40B4-BE49-F238E27FC236}">
                <a16:creationId xmlns:a16="http://schemas.microsoft.com/office/drawing/2014/main" id="{FE5D6353-ADE8-4F31-8822-EABD9E6D24DC}"/>
              </a:ext>
            </a:extLst>
          </p:cNvPr>
          <p:cNvSpPr>
            <a:spLocks/>
          </p:cNvSpPr>
          <p:nvPr/>
        </p:nvSpPr>
        <p:spPr>
          <a:xfrm>
            <a:off x="142639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8" name="data_387">
            <a:extLst>
              <a:ext uri="{FF2B5EF4-FFF2-40B4-BE49-F238E27FC236}">
                <a16:creationId xmlns:a16="http://schemas.microsoft.com/office/drawing/2014/main" id="{8E054E46-0040-4C84-8051-D477C1A45011}"/>
              </a:ext>
            </a:extLst>
          </p:cNvPr>
          <p:cNvSpPr>
            <a:spLocks/>
          </p:cNvSpPr>
          <p:nvPr/>
        </p:nvSpPr>
        <p:spPr>
          <a:xfrm>
            <a:off x="148355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9" name="data_388">
            <a:extLst>
              <a:ext uri="{FF2B5EF4-FFF2-40B4-BE49-F238E27FC236}">
                <a16:creationId xmlns:a16="http://schemas.microsoft.com/office/drawing/2014/main" id="{5614D761-8768-40D7-BCD5-2A013FEB85E7}"/>
              </a:ext>
            </a:extLst>
          </p:cNvPr>
          <p:cNvSpPr>
            <a:spLocks/>
          </p:cNvSpPr>
          <p:nvPr/>
        </p:nvSpPr>
        <p:spPr>
          <a:xfrm>
            <a:off x="1705723" y="19769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0" name="data_389">
            <a:extLst>
              <a:ext uri="{FF2B5EF4-FFF2-40B4-BE49-F238E27FC236}">
                <a16:creationId xmlns:a16="http://schemas.microsoft.com/office/drawing/2014/main" id="{63ED086A-C65F-4387-914D-94A4B61C9BAA}"/>
              </a:ext>
            </a:extLst>
          </p:cNvPr>
          <p:cNvSpPr>
            <a:spLocks/>
          </p:cNvSpPr>
          <p:nvPr/>
        </p:nvSpPr>
        <p:spPr>
          <a:xfrm>
            <a:off x="1629409" y="186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1" name="data_390">
            <a:extLst>
              <a:ext uri="{FF2B5EF4-FFF2-40B4-BE49-F238E27FC236}">
                <a16:creationId xmlns:a16="http://schemas.microsoft.com/office/drawing/2014/main" id="{11115C8B-EAAD-4250-A300-62ECF4A932A4}"/>
              </a:ext>
            </a:extLst>
          </p:cNvPr>
          <p:cNvSpPr>
            <a:spLocks/>
          </p:cNvSpPr>
          <p:nvPr/>
        </p:nvSpPr>
        <p:spPr>
          <a:xfrm>
            <a:off x="1736330" y="19683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2" name="data_391">
            <a:extLst>
              <a:ext uri="{FF2B5EF4-FFF2-40B4-BE49-F238E27FC236}">
                <a16:creationId xmlns:a16="http://schemas.microsoft.com/office/drawing/2014/main" id="{2A81323A-0987-424C-A853-5C2B634D0EAA}"/>
              </a:ext>
            </a:extLst>
          </p:cNvPr>
          <p:cNvSpPr>
            <a:spLocks/>
          </p:cNvSpPr>
          <p:nvPr/>
        </p:nvSpPr>
        <p:spPr>
          <a:xfrm>
            <a:off x="1630533" y="32293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3" name="data_392">
            <a:extLst>
              <a:ext uri="{FF2B5EF4-FFF2-40B4-BE49-F238E27FC236}">
                <a16:creationId xmlns:a16="http://schemas.microsoft.com/office/drawing/2014/main" id="{02AB9224-2571-4789-B446-2DA7DF64B81E}"/>
              </a:ext>
            </a:extLst>
          </p:cNvPr>
          <p:cNvSpPr>
            <a:spLocks/>
          </p:cNvSpPr>
          <p:nvPr/>
        </p:nvSpPr>
        <p:spPr>
          <a:xfrm>
            <a:off x="1696787" y="20875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4" name="data_393">
            <a:extLst>
              <a:ext uri="{FF2B5EF4-FFF2-40B4-BE49-F238E27FC236}">
                <a16:creationId xmlns:a16="http://schemas.microsoft.com/office/drawing/2014/main" id="{C79B7C4E-2E8B-4588-8540-1FE3928BAFE8}"/>
              </a:ext>
            </a:extLst>
          </p:cNvPr>
          <p:cNvSpPr>
            <a:spLocks/>
          </p:cNvSpPr>
          <p:nvPr/>
        </p:nvSpPr>
        <p:spPr>
          <a:xfrm>
            <a:off x="1698249" y="21659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5" name="data_394">
            <a:extLst>
              <a:ext uri="{FF2B5EF4-FFF2-40B4-BE49-F238E27FC236}">
                <a16:creationId xmlns:a16="http://schemas.microsoft.com/office/drawing/2014/main" id="{4FAC796C-740B-4BE4-A63E-332EDD63CAB7}"/>
              </a:ext>
            </a:extLst>
          </p:cNvPr>
          <p:cNvSpPr>
            <a:spLocks/>
          </p:cNvSpPr>
          <p:nvPr/>
        </p:nvSpPr>
        <p:spPr>
          <a:xfrm>
            <a:off x="1752741" y="19967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" name="data_395">
            <a:extLst>
              <a:ext uri="{FF2B5EF4-FFF2-40B4-BE49-F238E27FC236}">
                <a16:creationId xmlns:a16="http://schemas.microsoft.com/office/drawing/2014/main" id="{B6262CB8-B734-44E3-A7F8-B448BD211527}"/>
              </a:ext>
            </a:extLst>
          </p:cNvPr>
          <p:cNvSpPr>
            <a:spLocks/>
          </p:cNvSpPr>
          <p:nvPr/>
        </p:nvSpPr>
        <p:spPr>
          <a:xfrm>
            <a:off x="1693842" y="20493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" name="data_396">
            <a:extLst>
              <a:ext uri="{FF2B5EF4-FFF2-40B4-BE49-F238E27FC236}">
                <a16:creationId xmlns:a16="http://schemas.microsoft.com/office/drawing/2014/main" id="{B1C316C1-25F0-497F-AB15-F617BBFFDDA5}"/>
              </a:ext>
            </a:extLst>
          </p:cNvPr>
          <p:cNvSpPr>
            <a:spLocks/>
          </p:cNvSpPr>
          <p:nvPr/>
        </p:nvSpPr>
        <p:spPr>
          <a:xfrm>
            <a:off x="1692966" y="278784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" name="data_397">
            <a:extLst>
              <a:ext uri="{FF2B5EF4-FFF2-40B4-BE49-F238E27FC236}">
                <a16:creationId xmlns:a16="http://schemas.microsoft.com/office/drawing/2014/main" id="{8830A433-220A-43A6-9469-E57C39C02E42}"/>
              </a:ext>
            </a:extLst>
          </p:cNvPr>
          <p:cNvSpPr>
            <a:spLocks/>
          </p:cNvSpPr>
          <p:nvPr/>
        </p:nvSpPr>
        <p:spPr>
          <a:xfrm>
            <a:off x="1692917" y="27144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" name="data_398">
            <a:extLst>
              <a:ext uri="{FF2B5EF4-FFF2-40B4-BE49-F238E27FC236}">
                <a16:creationId xmlns:a16="http://schemas.microsoft.com/office/drawing/2014/main" id="{65497E75-2443-4D2E-99ED-2029A58611B0}"/>
              </a:ext>
            </a:extLst>
          </p:cNvPr>
          <p:cNvSpPr>
            <a:spLocks/>
          </p:cNvSpPr>
          <p:nvPr/>
        </p:nvSpPr>
        <p:spPr>
          <a:xfrm>
            <a:off x="1661337" y="27506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" name="data_399">
            <a:extLst>
              <a:ext uri="{FF2B5EF4-FFF2-40B4-BE49-F238E27FC236}">
                <a16:creationId xmlns:a16="http://schemas.microsoft.com/office/drawing/2014/main" id="{35D5B2C7-3657-48E7-B1FC-BA1792DF8EE7}"/>
              </a:ext>
            </a:extLst>
          </p:cNvPr>
          <p:cNvSpPr>
            <a:spLocks/>
          </p:cNvSpPr>
          <p:nvPr/>
        </p:nvSpPr>
        <p:spPr>
          <a:xfrm>
            <a:off x="1621338" y="20098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" name="data_400">
            <a:extLst>
              <a:ext uri="{FF2B5EF4-FFF2-40B4-BE49-F238E27FC236}">
                <a16:creationId xmlns:a16="http://schemas.microsoft.com/office/drawing/2014/main" id="{13D27A2E-CB7A-460C-88C5-8F42A45AD879}"/>
              </a:ext>
            </a:extLst>
          </p:cNvPr>
          <p:cNvSpPr>
            <a:spLocks/>
          </p:cNvSpPr>
          <p:nvPr/>
        </p:nvSpPr>
        <p:spPr>
          <a:xfrm>
            <a:off x="1733773" y="22225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" name="data_401">
            <a:extLst>
              <a:ext uri="{FF2B5EF4-FFF2-40B4-BE49-F238E27FC236}">
                <a16:creationId xmlns:a16="http://schemas.microsoft.com/office/drawing/2014/main" id="{FBD9C338-308F-42E1-8B67-9A2643C0E62A}"/>
              </a:ext>
            </a:extLst>
          </p:cNvPr>
          <p:cNvSpPr>
            <a:spLocks/>
          </p:cNvSpPr>
          <p:nvPr/>
        </p:nvSpPr>
        <p:spPr>
          <a:xfrm>
            <a:off x="1613627" y="25864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" name="data_402">
            <a:extLst>
              <a:ext uri="{FF2B5EF4-FFF2-40B4-BE49-F238E27FC236}">
                <a16:creationId xmlns:a16="http://schemas.microsoft.com/office/drawing/2014/main" id="{B22FA25D-4331-4C2D-97CE-799AC633B661}"/>
              </a:ext>
            </a:extLst>
          </p:cNvPr>
          <p:cNvSpPr>
            <a:spLocks/>
          </p:cNvSpPr>
          <p:nvPr/>
        </p:nvSpPr>
        <p:spPr>
          <a:xfrm>
            <a:off x="1751763" y="20530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" name="data_403">
            <a:extLst>
              <a:ext uri="{FF2B5EF4-FFF2-40B4-BE49-F238E27FC236}">
                <a16:creationId xmlns:a16="http://schemas.microsoft.com/office/drawing/2014/main" id="{E1F55F23-2264-4CEF-81EB-CFDD5920E9C6}"/>
              </a:ext>
            </a:extLst>
          </p:cNvPr>
          <p:cNvSpPr>
            <a:spLocks/>
          </p:cNvSpPr>
          <p:nvPr/>
        </p:nvSpPr>
        <p:spPr>
          <a:xfrm>
            <a:off x="1737248" y="20587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" name="data_404">
            <a:extLst>
              <a:ext uri="{FF2B5EF4-FFF2-40B4-BE49-F238E27FC236}">
                <a16:creationId xmlns:a16="http://schemas.microsoft.com/office/drawing/2014/main" id="{AEC77015-285C-441D-8B98-DD980F4D526C}"/>
              </a:ext>
            </a:extLst>
          </p:cNvPr>
          <p:cNvSpPr>
            <a:spLocks/>
          </p:cNvSpPr>
          <p:nvPr/>
        </p:nvSpPr>
        <p:spPr>
          <a:xfrm>
            <a:off x="1664009" y="28776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" name="data_405">
            <a:extLst>
              <a:ext uri="{FF2B5EF4-FFF2-40B4-BE49-F238E27FC236}">
                <a16:creationId xmlns:a16="http://schemas.microsoft.com/office/drawing/2014/main" id="{7158EA26-AF8A-4567-B8C2-6217C602A89E}"/>
              </a:ext>
            </a:extLst>
          </p:cNvPr>
          <p:cNvSpPr>
            <a:spLocks/>
          </p:cNvSpPr>
          <p:nvPr/>
        </p:nvSpPr>
        <p:spPr>
          <a:xfrm>
            <a:off x="1717795" y="21364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" name="data_406">
            <a:extLst>
              <a:ext uri="{FF2B5EF4-FFF2-40B4-BE49-F238E27FC236}">
                <a16:creationId xmlns:a16="http://schemas.microsoft.com/office/drawing/2014/main" id="{E34E9503-BF98-4AAD-8934-8D30039783A7}"/>
              </a:ext>
            </a:extLst>
          </p:cNvPr>
          <p:cNvSpPr>
            <a:spLocks/>
          </p:cNvSpPr>
          <p:nvPr/>
        </p:nvSpPr>
        <p:spPr>
          <a:xfrm>
            <a:off x="1651181" y="21873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" name="data_407">
            <a:extLst>
              <a:ext uri="{FF2B5EF4-FFF2-40B4-BE49-F238E27FC236}">
                <a16:creationId xmlns:a16="http://schemas.microsoft.com/office/drawing/2014/main" id="{F31706FC-CE3B-4C27-B11A-71F812E77487}"/>
              </a:ext>
            </a:extLst>
          </p:cNvPr>
          <p:cNvSpPr>
            <a:spLocks/>
          </p:cNvSpPr>
          <p:nvPr/>
        </p:nvSpPr>
        <p:spPr>
          <a:xfrm>
            <a:off x="1618778" y="2240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" name="data_408">
            <a:extLst>
              <a:ext uri="{FF2B5EF4-FFF2-40B4-BE49-F238E27FC236}">
                <a16:creationId xmlns:a16="http://schemas.microsoft.com/office/drawing/2014/main" id="{85EA2176-04CE-44A2-81DF-FC406E26C5EB}"/>
              </a:ext>
            </a:extLst>
          </p:cNvPr>
          <p:cNvSpPr>
            <a:spLocks/>
          </p:cNvSpPr>
          <p:nvPr/>
        </p:nvSpPr>
        <p:spPr>
          <a:xfrm>
            <a:off x="1731593" y="26481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" name="data_409">
            <a:extLst>
              <a:ext uri="{FF2B5EF4-FFF2-40B4-BE49-F238E27FC236}">
                <a16:creationId xmlns:a16="http://schemas.microsoft.com/office/drawing/2014/main" id="{0F2DDDDC-7ECF-4CB0-8484-6AE92C9CCED2}"/>
              </a:ext>
            </a:extLst>
          </p:cNvPr>
          <p:cNvSpPr>
            <a:spLocks/>
          </p:cNvSpPr>
          <p:nvPr/>
        </p:nvSpPr>
        <p:spPr>
          <a:xfrm>
            <a:off x="1629036" y="22124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" name="data_410">
            <a:extLst>
              <a:ext uri="{FF2B5EF4-FFF2-40B4-BE49-F238E27FC236}">
                <a16:creationId xmlns:a16="http://schemas.microsoft.com/office/drawing/2014/main" id="{6CA340C8-F138-41A3-9A14-DE47EDCFF26E}"/>
              </a:ext>
            </a:extLst>
          </p:cNvPr>
          <p:cNvSpPr>
            <a:spLocks/>
          </p:cNvSpPr>
          <p:nvPr/>
        </p:nvSpPr>
        <p:spPr>
          <a:xfrm>
            <a:off x="1640746" y="24194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" name="data_411">
            <a:extLst>
              <a:ext uri="{FF2B5EF4-FFF2-40B4-BE49-F238E27FC236}">
                <a16:creationId xmlns:a16="http://schemas.microsoft.com/office/drawing/2014/main" id="{C3200FE1-AED4-4346-B25F-17616544D52B}"/>
              </a:ext>
            </a:extLst>
          </p:cNvPr>
          <p:cNvSpPr>
            <a:spLocks/>
          </p:cNvSpPr>
          <p:nvPr/>
        </p:nvSpPr>
        <p:spPr>
          <a:xfrm>
            <a:off x="1643515" y="19865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" name="data_412">
            <a:extLst>
              <a:ext uri="{FF2B5EF4-FFF2-40B4-BE49-F238E27FC236}">
                <a16:creationId xmlns:a16="http://schemas.microsoft.com/office/drawing/2014/main" id="{023737CA-6A89-46D9-9B8C-69A522EB5FBA}"/>
              </a:ext>
            </a:extLst>
          </p:cNvPr>
          <p:cNvSpPr>
            <a:spLocks/>
          </p:cNvSpPr>
          <p:nvPr/>
        </p:nvSpPr>
        <p:spPr>
          <a:xfrm>
            <a:off x="1717650" y="30428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" name="data_413">
            <a:extLst>
              <a:ext uri="{FF2B5EF4-FFF2-40B4-BE49-F238E27FC236}">
                <a16:creationId xmlns:a16="http://schemas.microsoft.com/office/drawing/2014/main" id="{E19016E2-11A3-4BEA-89A9-61624C3C0FB5}"/>
              </a:ext>
            </a:extLst>
          </p:cNvPr>
          <p:cNvSpPr>
            <a:spLocks/>
          </p:cNvSpPr>
          <p:nvPr/>
        </p:nvSpPr>
        <p:spPr>
          <a:xfrm>
            <a:off x="168055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" name="data_414">
            <a:extLst>
              <a:ext uri="{FF2B5EF4-FFF2-40B4-BE49-F238E27FC236}">
                <a16:creationId xmlns:a16="http://schemas.microsoft.com/office/drawing/2014/main" id="{FCA8C074-25F3-4309-9A83-57CE912AF556}"/>
              </a:ext>
            </a:extLst>
          </p:cNvPr>
          <p:cNvSpPr>
            <a:spLocks/>
          </p:cNvSpPr>
          <p:nvPr/>
        </p:nvSpPr>
        <p:spPr>
          <a:xfrm>
            <a:off x="1613349" y="2876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" name="data_415">
            <a:extLst>
              <a:ext uri="{FF2B5EF4-FFF2-40B4-BE49-F238E27FC236}">
                <a16:creationId xmlns:a16="http://schemas.microsoft.com/office/drawing/2014/main" id="{6B2CFFC1-BFDF-4818-9187-59A397FA370F}"/>
              </a:ext>
            </a:extLst>
          </p:cNvPr>
          <p:cNvSpPr>
            <a:spLocks/>
          </p:cNvSpPr>
          <p:nvPr/>
        </p:nvSpPr>
        <p:spPr>
          <a:xfrm>
            <a:off x="1631910" y="29008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" name="data_416">
            <a:extLst>
              <a:ext uri="{FF2B5EF4-FFF2-40B4-BE49-F238E27FC236}">
                <a16:creationId xmlns:a16="http://schemas.microsoft.com/office/drawing/2014/main" id="{6CBD32AA-AE9D-4E0C-80FD-8CA999FA6643}"/>
              </a:ext>
            </a:extLst>
          </p:cNvPr>
          <p:cNvSpPr>
            <a:spLocks/>
          </p:cNvSpPr>
          <p:nvPr/>
        </p:nvSpPr>
        <p:spPr>
          <a:xfrm>
            <a:off x="1681645" y="19716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" name="data_417">
            <a:extLst>
              <a:ext uri="{FF2B5EF4-FFF2-40B4-BE49-F238E27FC236}">
                <a16:creationId xmlns:a16="http://schemas.microsoft.com/office/drawing/2014/main" id="{104B49B3-C22B-456D-BDBC-65867504879E}"/>
              </a:ext>
            </a:extLst>
          </p:cNvPr>
          <p:cNvSpPr>
            <a:spLocks/>
          </p:cNvSpPr>
          <p:nvPr/>
        </p:nvSpPr>
        <p:spPr>
          <a:xfrm>
            <a:off x="1731921" y="19622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" name="data_418">
            <a:extLst>
              <a:ext uri="{FF2B5EF4-FFF2-40B4-BE49-F238E27FC236}">
                <a16:creationId xmlns:a16="http://schemas.microsoft.com/office/drawing/2014/main" id="{62CBA5DC-9503-4125-8BA3-C28AC2250A6B}"/>
              </a:ext>
            </a:extLst>
          </p:cNvPr>
          <p:cNvSpPr>
            <a:spLocks/>
          </p:cNvSpPr>
          <p:nvPr/>
        </p:nvSpPr>
        <p:spPr>
          <a:xfrm>
            <a:off x="1667715" y="27813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" name="data_419">
            <a:extLst>
              <a:ext uri="{FF2B5EF4-FFF2-40B4-BE49-F238E27FC236}">
                <a16:creationId xmlns:a16="http://schemas.microsoft.com/office/drawing/2014/main" id="{857B599E-DFAB-424C-B7D1-B853BB829B2A}"/>
              </a:ext>
            </a:extLst>
          </p:cNvPr>
          <p:cNvSpPr>
            <a:spLocks/>
          </p:cNvSpPr>
          <p:nvPr/>
        </p:nvSpPr>
        <p:spPr>
          <a:xfrm>
            <a:off x="1669252" y="24069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" name="data_420">
            <a:extLst>
              <a:ext uri="{FF2B5EF4-FFF2-40B4-BE49-F238E27FC236}">
                <a16:creationId xmlns:a16="http://schemas.microsoft.com/office/drawing/2014/main" id="{4D5AEBAB-61FE-40B6-B756-668BEF68DA65}"/>
              </a:ext>
            </a:extLst>
          </p:cNvPr>
          <p:cNvSpPr>
            <a:spLocks/>
          </p:cNvSpPr>
          <p:nvPr/>
        </p:nvSpPr>
        <p:spPr>
          <a:xfrm>
            <a:off x="162648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" name="data_421">
            <a:extLst>
              <a:ext uri="{FF2B5EF4-FFF2-40B4-BE49-F238E27FC236}">
                <a16:creationId xmlns:a16="http://schemas.microsoft.com/office/drawing/2014/main" id="{0CE24CB2-1A2C-4954-BB45-BD13B9A2A2B9}"/>
              </a:ext>
            </a:extLst>
          </p:cNvPr>
          <p:cNvSpPr>
            <a:spLocks/>
          </p:cNvSpPr>
          <p:nvPr/>
        </p:nvSpPr>
        <p:spPr>
          <a:xfrm>
            <a:off x="1713232" y="28912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" name="data_422">
            <a:extLst>
              <a:ext uri="{FF2B5EF4-FFF2-40B4-BE49-F238E27FC236}">
                <a16:creationId xmlns:a16="http://schemas.microsoft.com/office/drawing/2014/main" id="{A3534C54-ABD2-4420-8D02-F18CAE82C8B3}"/>
              </a:ext>
            </a:extLst>
          </p:cNvPr>
          <p:cNvSpPr>
            <a:spLocks/>
          </p:cNvSpPr>
          <p:nvPr/>
        </p:nvSpPr>
        <p:spPr>
          <a:xfrm>
            <a:off x="1685085" y="18210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" name="data_423">
            <a:extLst>
              <a:ext uri="{FF2B5EF4-FFF2-40B4-BE49-F238E27FC236}">
                <a16:creationId xmlns:a16="http://schemas.microsoft.com/office/drawing/2014/main" id="{7280BDD2-AD48-42F1-BA1A-A920CA071256}"/>
              </a:ext>
            </a:extLst>
          </p:cNvPr>
          <p:cNvSpPr>
            <a:spLocks/>
          </p:cNvSpPr>
          <p:nvPr/>
        </p:nvSpPr>
        <p:spPr>
          <a:xfrm>
            <a:off x="1637022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" name="data_424">
            <a:extLst>
              <a:ext uri="{FF2B5EF4-FFF2-40B4-BE49-F238E27FC236}">
                <a16:creationId xmlns:a16="http://schemas.microsoft.com/office/drawing/2014/main" id="{19C8EEDA-6735-4B55-9EF0-F493262D5C09}"/>
              </a:ext>
            </a:extLst>
          </p:cNvPr>
          <p:cNvSpPr>
            <a:spLocks/>
          </p:cNvSpPr>
          <p:nvPr/>
        </p:nvSpPr>
        <p:spPr>
          <a:xfrm>
            <a:off x="1745120" y="2386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" name="data_425">
            <a:extLst>
              <a:ext uri="{FF2B5EF4-FFF2-40B4-BE49-F238E27FC236}">
                <a16:creationId xmlns:a16="http://schemas.microsoft.com/office/drawing/2014/main" id="{49BE813F-4D73-4E08-A95D-4A0D15398D6F}"/>
              </a:ext>
            </a:extLst>
          </p:cNvPr>
          <p:cNvSpPr>
            <a:spLocks/>
          </p:cNvSpPr>
          <p:nvPr/>
        </p:nvSpPr>
        <p:spPr>
          <a:xfrm>
            <a:off x="1687325" y="25196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" name="data_426">
            <a:extLst>
              <a:ext uri="{FF2B5EF4-FFF2-40B4-BE49-F238E27FC236}">
                <a16:creationId xmlns:a16="http://schemas.microsoft.com/office/drawing/2014/main" id="{E5EA6251-6612-4201-B87D-B7D5EB8583FA}"/>
              </a:ext>
            </a:extLst>
          </p:cNvPr>
          <p:cNvSpPr>
            <a:spLocks/>
          </p:cNvSpPr>
          <p:nvPr/>
        </p:nvSpPr>
        <p:spPr>
          <a:xfrm>
            <a:off x="1645505" y="18731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" name="data_427">
            <a:extLst>
              <a:ext uri="{FF2B5EF4-FFF2-40B4-BE49-F238E27FC236}">
                <a16:creationId xmlns:a16="http://schemas.microsoft.com/office/drawing/2014/main" id="{B2CD5860-4F3F-4749-8C7A-FB34E0335282}"/>
              </a:ext>
            </a:extLst>
          </p:cNvPr>
          <p:cNvSpPr>
            <a:spLocks/>
          </p:cNvSpPr>
          <p:nvPr/>
        </p:nvSpPr>
        <p:spPr>
          <a:xfrm>
            <a:off x="1744613" y="19837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" name="data_428">
            <a:extLst>
              <a:ext uri="{FF2B5EF4-FFF2-40B4-BE49-F238E27FC236}">
                <a16:creationId xmlns:a16="http://schemas.microsoft.com/office/drawing/2014/main" id="{671B90EB-0C83-4AD4-821D-57125776B41E}"/>
              </a:ext>
            </a:extLst>
          </p:cNvPr>
          <p:cNvSpPr>
            <a:spLocks/>
          </p:cNvSpPr>
          <p:nvPr/>
        </p:nvSpPr>
        <p:spPr>
          <a:xfrm>
            <a:off x="1627078" y="23881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" name="data_429">
            <a:extLst>
              <a:ext uri="{FF2B5EF4-FFF2-40B4-BE49-F238E27FC236}">
                <a16:creationId xmlns:a16="http://schemas.microsoft.com/office/drawing/2014/main" id="{CA29489D-0EE1-49A6-A35A-A0FC494DB94C}"/>
              </a:ext>
            </a:extLst>
          </p:cNvPr>
          <p:cNvSpPr>
            <a:spLocks/>
          </p:cNvSpPr>
          <p:nvPr/>
        </p:nvSpPr>
        <p:spPr>
          <a:xfrm>
            <a:off x="1613070" y="20296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" name="data_430">
            <a:extLst>
              <a:ext uri="{FF2B5EF4-FFF2-40B4-BE49-F238E27FC236}">
                <a16:creationId xmlns:a16="http://schemas.microsoft.com/office/drawing/2014/main" id="{384FBD15-EB8F-499B-AB10-8ECFEE438265}"/>
              </a:ext>
            </a:extLst>
          </p:cNvPr>
          <p:cNvSpPr>
            <a:spLocks/>
          </p:cNvSpPr>
          <p:nvPr/>
        </p:nvSpPr>
        <p:spPr>
          <a:xfrm>
            <a:off x="1718158" y="18194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" name="data_431">
            <a:extLst>
              <a:ext uri="{FF2B5EF4-FFF2-40B4-BE49-F238E27FC236}">
                <a16:creationId xmlns:a16="http://schemas.microsoft.com/office/drawing/2014/main" id="{EFCEDB25-F7F4-4561-B6BC-752A190E0A16}"/>
              </a:ext>
            </a:extLst>
          </p:cNvPr>
          <p:cNvSpPr>
            <a:spLocks/>
          </p:cNvSpPr>
          <p:nvPr/>
        </p:nvSpPr>
        <p:spPr>
          <a:xfrm>
            <a:off x="1741057" y="19562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" name="data_432">
            <a:extLst>
              <a:ext uri="{FF2B5EF4-FFF2-40B4-BE49-F238E27FC236}">
                <a16:creationId xmlns:a16="http://schemas.microsoft.com/office/drawing/2014/main" id="{C531DFCA-047D-4F04-9049-6273850C2D68}"/>
              </a:ext>
            </a:extLst>
          </p:cNvPr>
          <p:cNvSpPr>
            <a:spLocks/>
          </p:cNvSpPr>
          <p:nvPr/>
        </p:nvSpPr>
        <p:spPr>
          <a:xfrm>
            <a:off x="1709875" y="21692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" name="data_433">
            <a:extLst>
              <a:ext uri="{FF2B5EF4-FFF2-40B4-BE49-F238E27FC236}">
                <a16:creationId xmlns:a16="http://schemas.microsoft.com/office/drawing/2014/main" id="{F034727A-E850-493E-8D60-09CA7D613EBC}"/>
              </a:ext>
            </a:extLst>
          </p:cNvPr>
          <p:cNvSpPr>
            <a:spLocks/>
          </p:cNvSpPr>
          <p:nvPr/>
        </p:nvSpPr>
        <p:spPr>
          <a:xfrm>
            <a:off x="1736365" y="19080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" name="data_434">
            <a:extLst>
              <a:ext uri="{FF2B5EF4-FFF2-40B4-BE49-F238E27FC236}">
                <a16:creationId xmlns:a16="http://schemas.microsoft.com/office/drawing/2014/main" id="{152BAC28-6904-4E93-A2F1-A5BF651D8470}"/>
              </a:ext>
            </a:extLst>
          </p:cNvPr>
          <p:cNvSpPr>
            <a:spLocks/>
          </p:cNvSpPr>
          <p:nvPr/>
        </p:nvSpPr>
        <p:spPr>
          <a:xfrm>
            <a:off x="1621802" y="25697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" name="data_435">
            <a:extLst>
              <a:ext uri="{FF2B5EF4-FFF2-40B4-BE49-F238E27FC236}">
                <a16:creationId xmlns:a16="http://schemas.microsoft.com/office/drawing/2014/main" id="{7430C413-F5DD-479D-8652-0F4FC3F9FA1F}"/>
              </a:ext>
            </a:extLst>
          </p:cNvPr>
          <p:cNvSpPr>
            <a:spLocks/>
          </p:cNvSpPr>
          <p:nvPr/>
        </p:nvSpPr>
        <p:spPr>
          <a:xfrm>
            <a:off x="1723664" y="20869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" name="data_436">
            <a:extLst>
              <a:ext uri="{FF2B5EF4-FFF2-40B4-BE49-F238E27FC236}">
                <a16:creationId xmlns:a16="http://schemas.microsoft.com/office/drawing/2014/main" id="{E090E66A-3DD6-4227-96DB-6043E8AE3399}"/>
              </a:ext>
            </a:extLst>
          </p:cNvPr>
          <p:cNvSpPr>
            <a:spLocks/>
          </p:cNvSpPr>
          <p:nvPr/>
        </p:nvSpPr>
        <p:spPr>
          <a:xfrm>
            <a:off x="1624781" y="23952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" name="data_437">
            <a:extLst>
              <a:ext uri="{FF2B5EF4-FFF2-40B4-BE49-F238E27FC236}">
                <a16:creationId xmlns:a16="http://schemas.microsoft.com/office/drawing/2014/main" id="{1571AFA3-C8C6-4199-9225-F63BD0E69EE4}"/>
              </a:ext>
            </a:extLst>
          </p:cNvPr>
          <p:cNvSpPr>
            <a:spLocks/>
          </p:cNvSpPr>
          <p:nvPr/>
        </p:nvSpPr>
        <p:spPr>
          <a:xfrm>
            <a:off x="1618315" y="20229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" name="data_438">
            <a:extLst>
              <a:ext uri="{FF2B5EF4-FFF2-40B4-BE49-F238E27FC236}">
                <a16:creationId xmlns:a16="http://schemas.microsoft.com/office/drawing/2014/main" id="{429D36BA-FE9C-42CB-8294-A5437116CBAB}"/>
              </a:ext>
            </a:extLst>
          </p:cNvPr>
          <p:cNvSpPr>
            <a:spLocks/>
          </p:cNvSpPr>
          <p:nvPr/>
        </p:nvSpPr>
        <p:spPr>
          <a:xfrm>
            <a:off x="1675398" y="21242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" name="data_439">
            <a:extLst>
              <a:ext uri="{FF2B5EF4-FFF2-40B4-BE49-F238E27FC236}">
                <a16:creationId xmlns:a16="http://schemas.microsoft.com/office/drawing/2014/main" id="{A14557B2-7049-411F-A3FE-CFCF444BE260}"/>
              </a:ext>
            </a:extLst>
          </p:cNvPr>
          <p:cNvSpPr>
            <a:spLocks/>
          </p:cNvSpPr>
          <p:nvPr/>
        </p:nvSpPr>
        <p:spPr>
          <a:xfrm>
            <a:off x="1747062" y="23116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" name="data_440">
            <a:extLst>
              <a:ext uri="{FF2B5EF4-FFF2-40B4-BE49-F238E27FC236}">
                <a16:creationId xmlns:a16="http://schemas.microsoft.com/office/drawing/2014/main" id="{A13AB110-1251-41D3-B20D-AFEC26634EEF}"/>
              </a:ext>
            </a:extLst>
          </p:cNvPr>
          <p:cNvSpPr>
            <a:spLocks/>
          </p:cNvSpPr>
          <p:nvPr/>
        </p:nvSpPr>
        <p:spPr>
          <a:xfrm>
            <a:off x="1644625" y="24465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" name="data_441">
            <a:extLst>
              <a:ext uri="{FF2B5EF4-FFF2-40B4-BE49-F238E27FC236}">
                <a16:creationId xmlns:a16="http://schemas.microsoft.com/office/drawing/2014/main" id="{A1B9E9DC-187F-4AB8-804B-F2757B46CE90}"/>
              </a:ext>
            </a:extLst>
          </p:cNvPr>
          <p:cNvSpPr>
            <a:spLocks/>
          </p:cNvSpPr>
          <p:nvPr/>
        </p:nvSpPr>
        <p:spPr>
          <a:xfrm>
            <a:off x="1662187" y="24675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" name="data_442">
            <a:extLst>
              <a:ext uri="{FF2B5EF4-FFF2-40B4-BE49-F238E27FC236}">
                <a16:creationId xmlns:a16="http://schemas.microsoft.com/office/drawing/2014/main" id="{8CCB56F6-8357-4734-B70D-D2AB7AC22D84}"/>
              </a:ext>
            </a:extLst>
          </p:cNvPr>
          <p:cNvSpPr>
            <a:spLocks/>
          </p:cNvSpPr>
          <p:nvPr/>
        </p:nvSpPr>
        <p:spPr>
          <a:xfrm>
            <a:off x="1730237" y="24682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" name="data_443">
            <a:extLst>
              <a:ext uri="{FF2B5EF4-FFF2-40B4-BE49-F238E27FC236}">
                <a16:creationId xmlns:a16="http://schemas.microsoft.com/office/drawing/2014/main" id="{6BF387AD-1E78-433D-AB95-8F45DEF900EF}"/>
              </a:ext>
            </a:extLst>
          </p:cNvPr>
          <p:cNvSpPr>
            <a:spLocks/>
          </p:cNvSpPr>
          <p:nvPr/>
        </p:nvSpPr>
        <p:spPr>
          <a:xfrm>
            <a:off x="1622762" y="24575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" name="data_444">
            <a:extLst>
              <a:ext uri="{FF2B5EF4-FFF2-40B4-BE49-F238E27FC236}">
                <a16:creationId xmlns:a16="http://schemas.microsoft.com/office/drawing/2014/main" id="{5BC64010-CA05-4738-8743-F3DF3D8C5F7D}"/>
              </a:ext>
            </a:extLst>
          </p:cNvPr>
          <p:cNvSpPr>
            <a:spLocks/>
          </p:cNvSpPr>
          <p:nvPr/>
        </p:nvSpPr>
        <p:spPr>
          <a:xfrm>
            <a:off x="1696766" y="28605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" name="data_445">
            <a:extLst>
              <a:ext uri="{FF2B5EF4-FFF2-40B4-BE49-F238E27FC236}">
                <a16:creationId xmlns:a16="http://schemas.microsoft.com/office/drawing/2014/main" id="{1F783293-078F-4CFF-8B02-FDCEF270EA3C}"/>
              </a:ext>
            </a:extLst>
          </p:cNvPr>
          <p:cNvSpPr>
            <a:spLocks/>
          </p:cNvSpPr>
          <p:nvPr/>
        </p:nvSpPr>
        <p:spPr>
          <a:xfrm>
            <a:off x="1699626" y="19229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" name="data_446">
            <a:extLst>
              <a:ext uri="{FF2B5EF4-FFF2-40B4-BE49-F238E27FC236}">
                <a16:creationId xmlns:a16="http://schemas.microsoft.com/office/drawing/2014/main" id="{61311445-5C56-4E2B-B066-F6074ED6007A}"/>
              </a:ext>
            </a:extLst>
          </p:cNvPr>
          <p:cNvSpPr>
            <a:spLocks/>
          </p:cNvSpPr>
          <p:nvPr/>
        </p:nvSpPr>
        <p:spPr>
          <a:xfrm>
            <a:off x="1698135" y="21316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" name="data_447">
            <a:extLst>
              <a:ext uri="{FF2B5EF4-FFF2-40B4-BE49-F238E27FC236}">
                <a16:creationId xmlns:a16="http://schemas.microsoft.com/office/drawing/2014/main" id="{BF719637-97CD-48A0-8C87-A427D85D68F7}"/>
              </a:ext>
            </a:extLst>
          </p:cNvPr>
          <p:cNvSpPr>
            <a:spLocks/>
          </p:cNvSpPr>
          <p:nvPr/>
        </p:nvSpPr>
        <p:spPr>
          <a:xfrm>
            <a:off x="1709134" y="20201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" name="data_448">
            <a:extLst>
              <a:ext uri="{FF2B5EF4-FFF2-40B4-BE49-F238E27FC236}">
                <a16:creationId xmlns:a16="http://schemas.microsoft.com/office/drawing/2014/main" id="{A5F94BF3-2F3D-40EF-87F4-76D939E9C989}"/>
              </a:ext>
            </a:extLst>
          </p:cNvPr>
          <p:cNvSpPr>
            <a:spLocks/>
          </p:cNvSpPr>
          <p:nvPr/>
        </p:nvSpPr>
        <p:spPr>
          <a:xfrm>
            <a:off x="1709319" y="25829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" name="data_449">
            <a:extLst>
              <a:ext uri="{FF2B5EF4-FFF2-40B4-BE49-F238E27FC236}">
                <a16:creationId xmlns:a16="http://schemas.microsoft.com/office/drawing/2014/main" id="{FA8C4038-7DB1-46FB-B5D4-961A5FCD9013}"/>
              </a:ext>
            </a:extLst>
          </p:cNvPr>
          <p:cNvSpPr>
            <a:spLocks/>
          </p:cNvSpPr>
          <p:nvPr/>
        </p:nvSpPr>
        <p:spPr>
          <a:xfrm>
            <a:off x="1643416" y="18225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" name="data_450">
            <a:extLst>
              <a:ext uri="{FF2B5EF4-FFF2-40B4-BE49-F238E27FC236}">
                <a16:creationId xmlns:a16="http://schemas.microsoft.com/office/drawing/2014/main" id="{6350BF43-6807-4030-893E-C9DBAD4CA1EB}"/>
              </a:ext>
            </a:extLst>
          </p:cNvPr>
          <p:cNvSpPr>
            <a:spLocks/>
          </p:cNvSpPr>
          <p:nvPr/>
        </p:nvSpPr>
        <p:spPr>
          <a:xfrm>
            <a:off x="1744255" y="17896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" name="data_451">
            <a:extLst>
              <a:ext uri="{FF2B5EF4-FFF2-40B4-BE49-F238E27FC236}">
                <a16:creationId xmlns:a16="http://schemas.microsoft.com/office/drawing/2014/main" id="{C159130A-9324-4C4C-B3F7-963685AA5581}"/>
              </a:ext>
            </a:extLst>
          </p:cNvPr>
          <p:cNvSpPr>
            <a:spLocks/>
          </p:cNvSpPr>
          <p:nvPr/>
        </p:nvSpPr>
        <p:spPr>
          <a:xfrm>
            <a:off x="1717594" y="19093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" name="data_452">
            <a:extLst>
              <a:ext uri="{FF2B5EF4-FFF2-40B4-BE49-F238E27FC236}">
                <a16:creationId xmlns:a16="http://schemas.microsoft.com/office/drawing/2014/main" id="{E4F4BFA7-81E4-4162-A337-4160F8176D1F}"/>
              </a:ext>
            </a:extLst>
          </p:cNvPr>
          <p:cNvSpPr>
            <a:spLocks/>
          </p:cNvSpPr>
          <p:nvPr/>
        </p:nvSpPr>
        <p:spPr>
          <a:xfrm>
            <a:off x="1656083" y="20711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" name="data_453">
            <a:extLst>
              <a:ext uri="{FF2B5EF4-FFF2-40B4-BE49-F238E27FC236}">
                <a16:creationId xmlns:a16="http://schemas.microsoft.com/office/drawing/2014/main" id="{8ACFDBAA-C067-44A6-9EA4-5E78CAE79F0E}"/>
              </a:ext>
            </a:extLst>
          </p:cNvPr>
          <p:cNvSpPr>
            <a:spLocks/>
          </p:cNvSpPr>
          <p:nvPr/>
        </p:nvSpPr>
        <p:spPr>
          <a:xfrm>
            <a:off x="1671798" y="24720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" name="data_454">
            <a:extLst>
              <a:ext uri="{FF2B5EF4-FFF2-40B4-BE49-F238E27FC236}">
                <a16:creationId xmlns:a16="http://schemas.microsoft.com/office/drawing/2014/main" id="{D87599EA-8739-46E8-9064-CCF34576594F}"/>
              </a:ext>
            </a:extLst>
          </p:cNvPr>
          <p:cNvSpPr>
            <a:spLocks/>
          </p:cNvSpPr>
          <p:nvPr/>
        </p:nvSpPr>
        <p:spPr>
          <a:xfrm>
            <a:off x="1624958" y="28235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" name="data_455">
            <a:extLst>
              <a:ext uri="{FF2B5EF4-FFF2-40B4-BE49-F238E27FC236}">
                <a16:creationId xmlns:a16="http://schemas.microsoft.com/office/drawing/2014/main" id="{876C91F5-2354-4607-B1A7-D37EC083E716}"/>
              </a:ext>
            </a:extLst>
          </p:cNvPr>
          <p:cNvSpPr>
            <a:spLocks/>
          </p:cNvSpPr>
          <p:nvPr/>
        </p:nvSpPr>
        <p:spPr>
          <a:xfrm>
            <a:off x="1660070" y="24649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" name="data_456">
            <a:extLst>
              <a:ext uri="{FF2B5EF4-FFF2-40B4-BE49-F238E27FC236}">
                <a16:creationId xmlns:a16="http://schemas.microsoft.com/office/drawing/2014/main" id="{9C7FDDBD-DB4B-424B-BBC8-AB177B7C4D2B}"/>
              </a:ext>
            </a:extLst>
          </p:cNvPr>
          <p:cNvSpPr>
            <a:spLocks/>
          </p:cNvSpPr>
          <p:nvPr/>
        </p:nvSpPr>
        <p:spPr>
          <a:xfrm>
            <a:off x="1620778" y="22709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" name="data_457">
            <a:extLst>
              <a:ext uri="{FF2B5EF4-FFF2-40B4-BE49-F238E27FC236}">
                <a16:creationId xmlns:a16="http://schemas.microsoft.com/office/drawing/2014/main" id="{26897FDB-593C-408F-84DE-7392AC06D2B8}"/>
              </a:ext>
            </a:extLst>
          </p:cNvPr>
          <p:cNvSpPr>
            <a:spLocks/>
          </p:cNvSpPr>
          <p:nvPr/>
        </p:nvSpPr>
        <p:spPr>
          <a:xfrm>
            <a:off x="1725557" y="27879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" name="data_458">
            <a:extLst>
              <a:ext uri="{FF2B5EF4-FFF2-40B4-BE49-F238E27FC236}">
                <a16:creationId xmlns:a16="http://schemas.microsoft.com/office/drawing/2014/main" id="{4E62B710-E822-4847-82F1-209187234B78}"/>
              </a:ext>
            </a:extLst>
          </p:cNvPr>
          <p:cNvSpPr>
            <a:spLocks/>
          </p:cNvSpPr>
          <p:nvPr/>
        </p:nvSpPr>
        <p:spPr>
          <a:xfrm>
            <a:off x="1698512" y="19209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" name="data_459">
            <a:extLst>
              <a:ext uri="{FF2B5EF4-FFF2-40B4-BE49-F238E27FC236}">
                <a16:creationId xmlns:a16="http://schemas.microsoft.com/office/drawing/2014/main" id="{9277499E-AA76-44BE-801F-A71536CAF295}"/>
              </a:ext>
            </a:extLst>
          </p:cNvPr>
          <p:cNvSpPr>
            <a:spLocks/>
          </p:cNvSpPr>
          <p:nvPr/>
        </p:nvSpPr>
        <p:spPr>
          <a:xfrm>
            <a:off x="1726717" y="25759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" name="data_460">
            <a:extLst>
              <a:ext uri="{FF2B5EF4-FFF2-40B4-BE49-F238E27FC236}">
                <a16:creationId xmlns:a16="http://schemas.microsoft.com/office/drawing/2014/main" id="{4FF530F5-5C16-4DE7-B725-DC453D1CD7F6}"/>
              </a:ext>
            </a:extLst>
          </p:cNvPr>
          <p:cNvSpPr>
            <a:spLocks/>
          </p:cNvSpPr>
          <p:nvPr/>
        </p:nvSpPr>
        <p:spPr>
          <a:xfrm>
            <a:off x="1688333" y="23963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" name="data_461">
            <a:extLst>
              <a:ext uri="{FF2B5EF4-FFF2-40B4-BE49-F238E27FC236}">
                <a16:creationId xmlns:a16="http://schemas.microsoft.com/office/drawing/2014/main" id="{63BB2E0A-A901-43F8-A479-1B0D2E22A286}"/>
              </a:ext>
            </a:extLst>
          </p:cNvPr>
          <p:cNvSpPr>
            <a:spLocks/>
          </p:cNvSpPr>
          <p:nvPr/>
        </p:nvSpPr>
        <p:spPr>
          <a:xfrm>
            <a:off x="1623119" y="19089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" name="data_462">
            <a:extLst>
              <a:ext uri="{FF2B5EF4-FFF2-40B4-BE49-F238E27FC236}">
                <a16:creationId xmlns:a16="http://schemas.microsoft.com/office/drawing/2014/main" id="{10766E34-979A-4224-992F-78F1C62B2F50}"/>
              </a:ext>
            </a:extLst>
          </p:cNvPr>
          <p:cNvSpPr>
            <a:spLocks/>
          </p:cNvSpPr>
          <p:nvPr/>
        </p:nvSpPr>
        <p:spPr>
          <a:xfrm>
            <a:off x="1730428" y="27761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" name="data_463">
            <a:extLst>
              <a:ext uri="{FF2B5EF4-FFF2-40B4-BE49-F238E27FC236}">
                <a16:creationId xmlns:a16="http://schemas.microsoft.com/office/drawing/2014/main" id="{EA79407C-E346-419D-B14A-8901C0D1B18B}"/>
              </a:ext>
            </a:extLst>
          </p:cNvPr>
          <p:cNvSpPr>
            <a:spLocks/>
          </p:cNvSpPr>
          <p:nvPr/>
        </p:nvSpPr>
        <p:spPr>
          <a:xfrm>
            <a:off x="1631781" y="24332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" name="data_464">
            <a:extLst>
              <a:ext uri="{FF2B5EF4-FFF2-40B4-BE49-F238E27FC236}">
                <a16:creationId xmlns:a16="http://schemas.microsoft.com/office/drawing/2014/main" id="{509BAB30-A371-4B40-8EF6-DD8A153B7D1B}"/>
              </a:ext>
            </a:extLst>
          </p:cNvPr>
          <p:cNvSpPr>
            <a:spLocks/>
          </p:cNvSpPr>
          <p:nvPr/>
        </p:nvSpPr>
        <p:spPr>
          <a:xfrm>
            <a:off x="1694915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" name="data_465">
            <a:extLst>
              <a:ext uri="{FF2B5EF4-FFF2-40B4-BE49-F238E27FC236}">
                <a16:creationId xmlns:a16="http://schemas.microsoft.com/office/drawing/2014/main" id="{F7963263-0173-4C46-9E85-98AF0E540DFA}"/>
              </a:ext>
            </a:extLst>
          </p:cNvPr>
          <p:cNvSpPr>
            <a:spLocks/>
          </p:cNvSpPr>
          <p:nvPr/>
        </p:nvSpPr>
        <p:spPr>
          <a:xfrm>
            <a:off x="1669422" y="19033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" name="data_466">
            <a:extLst>
              <a:ext uri="{FF2B5EF4-FFF2-40B4-BE49-F238E27FC236}">
                <a16:creationId xmlns:a16="http://schemas.microsoft.com/office/drawing/2014/main" id="{A75DBF4C-17B5-4FAD-9056-FD19089F602A}"/>
              </a:ext>
            </a:extLst>
          </p:cNvPr>
          <p:cNvSpPr>
            <a:spLocks/>
          </p:cNvSpPr>
          <p:nvPr/>
        </p:nvSpPr>
        <p:spPr>
          <a:xfrm>
            <a:off x="1638710" y="22698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" name="data_467">
            <a:extLst>
              <a:ext uri="{FF2B5EF4-FFF2-40B4-BE49-F238E27FC236}">
                <a16:creationId xmlns:a16="http://schemas.microsoft.com/office/drawing/2014/main" id="{0AEC071C-E182-4C8F-BD80-44D97B6ABDF3}"/>
              </a:ext>
            </a:extLst>
          </p:cNvPr>
          <p:cNvSpPr>
            <a:spLocks/>
          </p:cNvSpPr>
          <p:nvPr/>
        </p:nvSpPr>
        <p:spPr>
          <a:xfrm>
            <a:off x="1726069" y="2237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" name="data_468">
            <a:extLst>
              <a:ext uri="{FF2B5EF4-FFF2-40B4-BE49-F238E27FC236}">
                <a16:creationId xmlns:a16="http://schemas.microsoft.com/office/drawing/2014/main" id="{DB87DCC8-6D67-4A0E-911B-2E33B13A9B7C}"/>
              </a:ext>
            </a:extLst>
          </p:cNvPr>
          <p:cNvSpPr>
            <a:spLocks/>
          </p:cNvSpPr>
          <p:nvPr/>
        </p:nvSpPr>
        <p:spPr>
          <a:xfrm>
            <a:off x="1646218" y="19875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" name="data_469">
            <a:extLst>
              <a:ext uri="{FF2B5EF4-FFF2-40B4-BE49-F238E27FC236}">
                <a16:creationId xmlns:a16="http://schemas.microsoft.com/office/drawing/2014/main" id="{F7E4EC8B-6A5B-4C64-A30C-0E4AFCDB07EC}"/>
              </a:ext>
            </a:extLst>
          </p:cNvPr>
          <p:cNvSpPr>
            <a:spLocks/>
          </p:cNvSpPr>
          <p:nvPr/>
        </p:nvSpPr>
        <p:spPr>
          <a:xfrm>
            <a:off x="1726840" y="25988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" name="data_470">
            <a:extLst>
              <a:ext uri="{FF2B5EF4-FFF2-40B4-BE49-F238E27FC236}">
                <a16:creationId xmlns:a16="http://schemas.microsoft.com/office/drawing/2014/main" id="{1B79AD79-D896-4777-B44E-A4FA1DF9C7CE}"/>
              </a:ext>
            </a:extLst>
          </p:cNvPr>
          <p:cNvSpPr>
            <a:spLocks/>
          </p:cNvSpPr>
          <p:nvPr/>
        </p:nvSpPr>
        <p:spPr>
          <a:xfrm>
            <a:off x="1668816" y="21181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" name="data_471">
            <a:extLst>
              <a:ext uri="{FF2B5EF4-FFF2-40B4-BE49-F238E27FC236}">
                <a16:creationId xmlns:a16="http://schemas.microsoft.com/office/drawing/2014/main" id="{90C3F12B-AAA3-470B-A878-C06ABC3EFDA7}"/>
              </a:ext>
            </a:extLst>
          </p:cNvPr>
          <p:cNvSpPr>
            <a:spLocks/>
          </p:cNvSpPr>
          <p:nvPr/>
        </p:nvSpPr>
        <p:spPr>
          <a:xfrm>
            <a:off x="1721190" y="22185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" name="data_472">
            <a:extLst>
              <a:ext uri="{FF2B5EF4-FFF2-40B4-BE49-F238E27FC236}">
                <a16:creationId xmlns:a16="http://schemas.microsoft.com/office/drawing/2014/main" id="{653D3DB7-7B28-4942-BDC2-CCE35F70A06F}"/>
              </a:ext>
            </a:extLst>
          </p:cNvPr>
          <p:cNvSpPr>
            <a:spLocks/>
          </p:cNvSpPr>
          <p:nvPr/>
        </p:nvSpPr>
        <p:spPr>
          <a:xfrm>
            <a:off x="1632000" y="19157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" name="data_473">
            <a:extLst>
              <a:ext uri="{FF2B5EF4-FFF2-40B4-BE49-F238E27FC236}">
                <a16:creationId xmlns:a16="http://schemas.microsoft.com/office/drawing/2014/main" id="{CAFC65C9-ECC5-40F3-89A8-3FF42240796F}"/>
              </a:ext>
            </a:extLst>
          </p:cNvPr>
          <p:cNvSpPr>
            <a:spLocks/>
          </p:cNvSpPr>
          <p:nvPr/>
        </p:nvSpPr>
        <p:spPr>
          <a:xfrm>
            <a:off x="1706388" y="29178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" name="data_474">
            <a:extLst>
              <a:ext uri="{FF2B5EF4-FFF2-40B4-BE49-F238E27FC236}">
                <a16:creationId xmlns:a16="http://schemas.microsoft.com/office/drawing/2014/main" id="{7DCAE100-5521-4BFB-B1F5-FEA43BAEABF7}"/>
              </a:ext>
            </a:extLst>
          </p:cNvPr>
          <p:cNvSpPr>
            <a:spLocks/>
          </p:cNvSpPr>
          <p:nvPr/>
        </p:nvSpPr>
        <p:spPr>
          <a:xfrm>
            <a:off x="1634376" y="25744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" name="data_475">
            <a:extLst>
              <a:ext uri="{FF2B5EF4-FFF2-40B4-BE49-F238E27FC236}">
                <a16:creationId xmlns:a16="http://schemas.microsoft.com/office/drawing/2014/main" id="{C8899116-CA5C-443D-B7BA-D0D5419E024A}"/>
              </a:ext>
            </a:extLst>
          </p:cNvPr>
          <p:cNvSpPr>
            <a:spLocks/>
          </p:cNvSpPr>
          <p:nvPr/>
        </p:nvSpPr>
        <p:spPr>
          <a:xfrm>
            <a:off x="1624753" y="17352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" name="data_476">
            <a:extLst>
              <a:ext uri="{FF2B5EF4-FFF2-40B4-BE49-F238E27FC236}">
                <a16:creationId xmlns:a16="http://schemas.microsoft.com/office/drawing/2014/main" id="{4C056E7B-8F6C-4139-9509-5350CD6DC3B2}"/>
              </a:ext>
            </a:extLst>
          </p:cNvPr>
          <p:cNvSpPr>
            <a:spLocks/>
          </p:cNvSpPr>
          <p:nvPr/>
        </p:nvSpPr>
        <p:spPr>
          <a:xfrm>
            <a:off x="1645207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" name="data_477">
            <a:extLst>
              <a:ext uri="{FF2B5EF4-FFF2-40B4-BE49-F238E27FC236}">
                <a16:creationId xmlns:a16="http://schemas.microsoft.com/office/drawing/2014/main" id="{A7535E2B-E292-4CBC-8ED9-7B00FD634DEB}"/>
              </a:ext>
            </a:extLst>
          </p:cNvPr>
          <p:cNvSpPr>
            <a:spLocks/>
          </p:cNvSpPr>
          <p:nvPr/>
        </p:nvSpPr>
        <p:spPr>
          <a:xfrm>
            <a:off x="1656701" y="19585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" name="data_478">
            <a:extLst>
              <a:ext uri="{FF2B5EF4-FFF2-40B4-BE49-F238E27FC236}">
                <a16:creationId xmlns:a16="http://schemas.microsoft.com/office/drawing/2014/main" id="{B49C09AE-B4D7-4BA0-8478-1F95340F64BC}"/>
              </a:ext>
            </a:extLst>
          </p:cNvPr>
          <p:cNvSpPr>
            <a:spLocks/>
          </p:cNvSpPr>
          <p:nvPr/>
        </p:nvSpPr>
        <p:spPr>
          <a:xfrm>
            <a:off x="1710889" y="29420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" name="data_479">
            <a:extLst>
              <a:ext uri="{FF2B5EF4-FFF2-40B4-BE49-F238E27FC236}">
                <a16:creationId xmlns:a16="http://schemas.microsoft.com/office/drawing/2014/main" id="{B5FE02C9-99EE-456E-8A5E-B55FC09E8B9A}"/>
              </a:ext>
            </a:extLst>
          </p:cNvPr>
          <p:cNvSpPr>
            <a:spLocks/>
          </p:cNvSpPr>
          <p:nvPr/>
        </p:nvSpPr>
        <p:spPr>
          <a:xfrm>
            <a:off x="1670160" y="30739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" name="data_480">
            <a:extLst>
              <a:ext uri="{FF2B5EF4-FFF2-40B4-BE49-F238E27FC236}">
                <a16:creationId xmlns:a16="http://schemas.microsoft.com/office/drawing/2014/main" id="{E07FA2F5-A427-4DBD-AE8E-CB859C5A841F}"/>
              </a:ext>
            </a:extLst>
          </p:cNvPr>
          <p:cNvSpPr>
            <a:spLocks/>
          </p:cNvSpPr>
          <p:nvPr/>
        </p:nvSpPr>
        <p:spPr>
          <a:xfrm>
            <a:off x="1735674" y="17571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2" name="data_481">
            <a:extLst>
              <a:ext uri="{FF2B5EF4-FFF2-40B4-BE49-F238E27FC236}">
                <a16:creationId xmlns:a16="http://schemas.microsoft.com/office/drawing/2014/main" id="{D00652F2-55DF-46CA-9F6E-21C16BA7AF18}"/>
              </a:ext>
            </a:extLst>
          </p:cNvPr>
          <p:cNvSpPr>
            <a:spLocks/>
          </p:cNvSpPr>
          <p:nvPr/>
        </p:nvSpPr>
        <p:spPr>
          <a:xfrm>
            <a:off x="1678108" y="19407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3" name="data_482">
            <a:extLst>
              <a:ext uri="{FF2B5EF4-FFF2-40B4-BE49-F238E27FC236}">
                <a16:creationId xmlns:a16="http://schemas.microsoft.com/office/drawing/2014/main" id="{7E054DDD-2DFF-4677-A911-7DFB0DDFD18C}"/>
              </a:ext>
            </a:extLst>
          </p:cNvPr>
          <p:cNvSpPr>
            <a:spLocks/>
          </p:cNvSpPr>
          <p:nvPr/>
        </p:nvSpPr>
        <p:spPr>
          <a:xfrm>
            <a:off x="1717294" y="18130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4" name="data_483">
            <a:extLst>
              <a:ext uri="{FF2B5EF4-FFF2-40B4-BE49-F238E27FC236}">
                <a16:creationId xmlns:a16="http://schemas.microsoft.com/office/drawing/2014/main" id="{0881F328-0547-445F-BDC8-DA6465E37B87}"/>
              </a:ext>
            </a:extLst>
          </p:cNvPr>
          <p:cNvSpPr>
            <a:spLocks/>
          </p:cNvSpPr>
          <p:nvPr/>
        </p:nvSpPr>
        <p:spPr>
          <a:xfrm>
            <a:off x="1665979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5" name="data_484">
            <a:extLst>
              <a:ext uri="{FF2B5EF4-FFF2-40B4-BE49-F238E27FC236}">
                <a16:creationId xmlns:a16="http://schemas.microsoft.com/office/drawing/2014/main" id="{5381A404-ADE1-4C37-9457-372CD4C46D69}"/>
              </a:ext>
            </a:extLst>
          </p:cNvPr>
          <p:cNvSpPr>
            <a:spLocks/>
          </p:cNvSpPr>
          <p:nvPr/>
        </p:nvSpPr>
        <p:spPr>
          <a:xfrm>
            <a:off x="1740165" y="26884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6" name="data_485">
            <a:extLst>
              <a:ext uri="{FF2B5EF4-FFF2-40B4-BE49-F238E27FC236}">
                <a16:creationId xmlns:a16="http://schemas.microsoft.com/office/drawing/2014/main" id="{1116A2E4-8753-49FA-8ED4-BC2B7350D089}"/>
              </a:ext>
            </a:extLst>
          </p:cNvPr>
          <p:cNvSpPr>
            <a:spLocks/>
          </p:cNvSpPr>
          <p:nvPr/>
        </p:nvSpPr>
        <p:spPr>
          <a:xfrm>
            <a:off x="1660462" y="27974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7" name="data_486">
            <a:extLst>
              <a:ext uri="{FF2B5EF4-FFF2-40B4-BE49-F238E27FC236}">
                <a16:creationId xmlns:a16="http://schemas.microsoft.com/office/drawing/2014/main" id="{2A3723BC-67CF-493B-A771-3E4544042C74}"/>
              </a:ext>
            </a:extLst>
          </p:cNvPr>
          <p:cNvSpPr>
            <a:spLocks/>
          </p:cNvSpPr>
          <p:nvPr/>
        </p:nvSpPr>
        <p:spPr>
          <a:xfrm>
            <a:off x="1613591" y="30229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8" name="data_487">
            <a:extLst>
              <a:ext uri="{FF2B5EF4-FFF2-40B4-BE49-F238E27FC236}">
                <a16:creationId xmlns:a16="http://schemas.microsoft.com/office/drawing/2014/main" id="{F173BBBF-686A-492C-93DC-80C00310C460}"/>
              </a:ext>
            </a:extLst>
          </p:cNvPr>
          <p:cNvSpPr>
            <a:spLocks/>
          </p:cNvSpPr>
          <p:nvPr/>
        </p:nvSpPr>
        <p:spPr>
          <a:xfrm>
            <a:off x="1653090" y="22588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9" name="data_488">
            <a:extLst>
              <a:ext uri="{FF2B5EF4-FFF2-40B4-BE49-F238E27FC236}">
                <a16:creationId xmlns:a16="http://schemas.microsoft.com/office/drawing/2014/main" id="{7212E84D-CC33-4F83-B22A-6D0570A563BE}"/>
              </a:ext>
            </a:extLst>
          </p:cNvPr>
          <p:cNvSpPr>
            <a:spLocks/>
          </p:cNvSpPr>
          <p:nvPr/>
        </p:nvSpPr>
        <p:spPr>
          <a:xfrm>
            <a:off x="1666297" y="19748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0" name="data_489">
            <a:extLst>
              <a:ext uri="{FF2B5EF4-FFF2-40B4-BE49-F238E27FC236}">
                <a16:creationId xmlns:a16="http://schemas.microsoft.com/office/drawing/2014/main" id="{1B3EA300-1299-486E-8192-0CABDC131C09}"/>
              </a:ext>
            </a:extLst>
          </p:cNvPr>
          <p:cNvSpPr>
            <a:spLocks/>
          </p:cNvSpPr>
          <p:nvPr/>
        </p:nvSpPr>
        <p:spPr>
          <a:xfrm>
            <a:off x="1702108" y="19502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1" name="data_490">
            <a:extLst>
              <a:ext uri="{FF2B5EF4-FFF2-40B4-BE49-F238E27FC236}">
                <a16:creationId xmlns:a16="http://schemas.microsoft.com/office/drawing/2014/main" id="{D62FDACC-2F57-4743-9DE8-9B360D6AA614}"/>
              </a:ext>
            </a:extLst>
          </p:cNvPr>
          <p:cNvSpPr>
            <a:spLocks/>
          </p:cNvSpPr>
          <p:nvPr/>
        </p:nvSpPr>
        <p:spPr>
          <a:xfrm>
            <a:off x="1750318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2" name="data_491">
            <a:extLst>
              <a:ext uri="{FF2B5EF4-FFF2-40B4-BE49-F238E27FC236}">
                <a16:creationId xmlns:a16="http://schemas.microsoft.com/office/drawing/2014/main" id="{9C411016-587A-4C3D-AADD-9D8A1387C94E}"/>
              </a:ext>
            </a:extLst>
          </p:cNvPr>
          <p:cNvSpPr>
            <a:spLocks/>
          </p:cNvSpPr>
          <p:nvPr/>
        </p:nvSpPr>
        <p:spPr>
          <a:xfrm>
            <a:off x="1627097" y="22109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3" name="data_492">
            <a:extLst>
              <a:ext uri="{FF2B5EF4-FFF2-40B4-BE49-F238E27FC236}">
                <a16:creationId xmlns:a16="http://schemas.microsoft.com/office/drawing/2014/main" id="{2C02B20D-6FA8-465D-A943-8551A947E7B7}"/>
              </a:ext>
            </a:extLst>
          </p:cNvPr>
          <p:cNvSpPr>
            <a:spLocks/>
          </p:cNvSpPr>
          <p:nvPr/>
        </p:nvSpPr>
        <p:spPr>
          <a:xfrm>
            <a:off x="1627789" y="30371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4" name="data_493">
            <a:extLst>
              <a:ext uri="{FF2B5EF4-FFF2-40B4-BE49-F238E27FC236}">
                <a16:creationId xmlns:a16="http://schemas.microsoft.com/office/drawing/2014/main" id="{0B648B5C-FB93-4B13-AC58-2394E7BD5910}"/>
              </a:ext>
            </a:extLst>
          </p:cNvPr>
          <p:cNvSpPr>
            <a:spLocks/>
          </p:cNvSpPr>
          <p:nvPr/>
        </p:nvSpPr>
        <p:spPr>
          <a:xfrm>
            <a:off x="1741864" y="24644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5" name="data_494">
            <a:extLst>
              <a:ext uri="{FF2B5EF4-FFF2-40B4-BE49-F238E27FC236}">
                <a16:creationId xmlns:a16="http://schemas.microsoft.com/office/drawing/2014/main" id="{CD37261B-C183-401E-9460-B849B068BB75}"/>
              </a:ext>
            </a:extLst>
          </p:cNvPr>
          <p:cNvSpPr>
            <a:spLocks/>
          </p:cNvSpPr>
          <p:nvPr/>
        </p:nvSpPr>
        <p:spPr>
          <a:xfrm>
            <a:off x="1628268" y="19113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6" name="data_495">
            <a:extLst>
              <a:ext uri="{FF2B5EF4-FFF2-40B4-BE49-F238E27FC236}">
                <a16:creationId xmlns:a16="http://schemas.microsoft.com/office/drawing/2014/main" id="{F8004EEC-80B1-4F8E-A362-9689FD68CBC0}"/>
              </a:ext>
            </a:extLst>
          </p:cNvPr>
          <p:cNvSpPr>
            <a:spLocks/>
          </p:cNvSpPr>
          <p:nvPr/>
        </p:nvSpPr>
        <p:spPr>
          <a:xfrm>
            <a:off x="1726308" y="20883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7" name="data_496">
            <a:extLst>
              <a:ext uri="{FF2B5EF4-FFF2-40B4-BE49-F238E27FC236}">
                <a16:creationId xmlns:a16="http://schemas.microsoft.com/office/drawing/2014/main" id="{EE624C90-66FA-4B65-BF46-901BC6BC93B6}"/>
              </a:ext>
            </a:extLst>
          </p:cNvPr>
          <p:cNvSpPr>
            <a:spLocks/>
          </p:cNvSpPr>
          <p:nvPr/>
        </p:nvSpPr>
        <p:spPr>
          <a:xfrm>
            <a:off x="1622887" y="28349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8" name="data_497">
            <a:extLst>
              <a:ext uri="{FF2B5EF4-FFF2-40B4-BE49-F238E27FC236}">
                <a16:creationId xmlns:a16="http://schemas.microsoft.com/office/drawing/2014/main" id="{5B0DC34A-76A8-48F6-835D-4E9758B0791D}"/>
              </a:ext>
            </a:extLst>
          </p:cNvPr>
          <p:cNvSpPr>
            <a:spLocks/>
          </p:cNvSpPr>
          <p:nvPr/>
        </p:nvSpPr>
        <p:spPr>
          <a:xfrm>
            <a:off x="1718306" y="25929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9" name="data_498">
            <a:extLst>
              <a:ext uri="{FF2B5EF4-FFF2-40B4-BE49-F238E27FC236}">
                <a16:creationId xmlns:a16="http://schemas.microsoft.com/office/drawing/2014/main" id="{2F9FF4EF-3B10-4C81-8AEF-5383A1F4A6EF}"/>
              </a:ext>
            </a:extLst>
          </p:cNvPr>
          <p:cNvSpPr>
            <a:spLocks/>
          </p:cNvSpPr>
          <p:nvPr/>
        </p:nvSpPr>
        <p:spPr>
          <a:xfrm>
            <a:off x="1645026" y="233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0" name="data_499">
            <a:extLst>
              <a:ext uri="{FF2B5EF4-FFF2-40B4-BE49-F238E27FC236}">
                <a16:creationId xmlns:a16="http://schemas.microsoft.com/office/drawing/2014/main" id="{7AC16DEC-ADEE-416A-9421-C470863091D7}"/>
              </a:ext>
            </a:extLst>
          </p:cNvPr>
          <p:cNvSpPr>
            <a:spLocks/>
          </p:cNvSpPr>
          <p:nvPr/>
        </p:nvSpPr>
        <p:spPr>
          <a:xfrm>
            <a:off x="1717020" y="25930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1" name="data_500">
            <a:extLst>
              <a:ext uri="{FF2B5EF4-FFF2-40B4-BE49-F238E27FC236}">
                <a16:creationId xmlns:a16="http://schemas.microsoft.com/office/drawing/2014/main" id="{A0D33D2B-014D-4905-B023-51E5A59EC649}"/>
              </a:ext>
            </a:extLst>
          </p:cNvPr>
          <p:cNvSpPr>
            <a:spLocks/>
          </p:cNvSpPr>
          <p:nvPr/>
        </p:nvSpPr>
        <p:spPr>
          <a:xfrm>
            <a:off x="1650751" y="23616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2" name="data_501">
            <a:extLst>
              <a:ext uri="{FF2B5EF4-FFF2-40B4-BE49-F238E27FC236}">
                <a16:creationId xmlns:a16="http://schemas.microsoft.com/office/drawing/2014/main" id="{47FCEA85-7850-4849-AAD5-6D6782B69670}"/>
              </a:ext>
            </a:extLst>
          </p:cNvPr>
          <p:cNvSpPr>
            <a:spLocks/>
          </p:cNvSpPr>
          <p:nvPr/>
        </p:nvSpPr>
        <p:spPr>
          <a:xfrm>
            <a:off x="1664945" y="21379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3" name="data_502">
            <a:extLst>
              <a:ext uri="{FF2B5EF4-FFF2-40B4-BE49-F238E27FC236}">
                <a16:creationId xmlns:a16="http://schemas.microsoft.com/office/drawing/2014/main" id="{ACC9930F-BC42-419A-9ECF-74A2C7C3C764}"/>
              </a:ext>
            </a:extLst>
          </p:cNvPr>
          <p:cNvSpPr>
            <a:spLocks/>
          </p:cNvSpPr>
          <p:nvPr/>
        </p:nvSpPr>
        <p:spPr>
          <a:xfrm>
            <a:off x="1752909" y="24592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4" name="data_503">
            <a:extLst>
              <a:ext uri="{FF2B5EF4-FFF2-40B4-BE49-F238E27FC236}">
                <a16:creationId xmlns:a16="http://schemas.microsoft.com/office/drawing/2014/main" id="{DB6B48D5-0C9A-426E-8C81-0A996CBD8654}"/>
              </a:ext>
            </a:extLst>
          </p:cNvPr>
          <p:cNvSpPr>
            <a:spLocks/>
          </p:cNvSpPr>
          <p:nvPr/>
        </p:nvSpPr>
        <p:spPr>
          <a:xfrm>
            <a:off x="1676972" y="29043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5" name="data_504">
            <a:extLst>
              <a:ext uri="{FF2B5EF4-FFF2-40B4-BE49-F238E27FC236}">
                <a16:creationId xmlns:a16="http://schemas.microsoft.com/office/drawing/2014/main" id="{9EAD6B4A-6F6B-401E-8CF5-B882DB7FFE26}"/>
              </a:ext>
            </a:extLst>
          </p:cNvPr>
          <p:cNvSpPr>
            <a:spLocks/>
          </p:cNvSpPr>
          <p:nvPr/>
        </p:nvSpPr>
        <p:spPr>
          <a:xfrm>
            <a:off x="1716467" y="30844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6" name="data_505">
            <a:extLst>
              <a:ext uri="{FF2B5EF4-FFF2-40B4-BE49-F238E27FC236}">
                <a16:creationId xmlns:a16="http://schemas.microsoft.com/office/drawing/2014/main" id="{BD8D0BE2-93D7-41F2-B796-1FC71B0DA1A0}"/>
              </a:ext>
            </a:extLst>
          </p:cNvPr>
          <p:cNvSpPr>
            <a:spLocks/>
          </p:cNvSpPr>
          <p:nvPr/>
        </p:nvSpPr>
        <p:spPr>
          <a:xfrm>
            <a:off x="1689894" y="20052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7" name="data_506">
            <a:extLst>
              <a:ext uri="{FF2B5EF4-FFF2-40B4-BE49-F238E27FC236}">
                <a16:creationId xmlns:a16="http://schemas.microsoft.com/office/drawing/2014/main" id="{F20386B8-4EB0-4E10-BC87-B3E31DCCABD9}"/>
              </a:ext>
            </a:extLst>
          </p:cNvPr>
          <p:cNvSpPr>
            <a:spLocks/>
          </p:cNvSpPr>
          <p:nvPr/>
        </p:nvSpPr>
        <p:spPr>
          <a:xfrm>
            <a:off x="1635028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8" name="data_507">
            <a:extLst>
              <a:ext uri="{FF2B5EF4-FFF2-40B4-BE49-F238E27FC236}">
                <a16:creationId xmlns:a16="http://schemas.microsoft.com/office/drawing/2014/main" id="{06AD476A-CB13-434C-A6B5-28C8448C729A}"/>
              </a:ext>
            </a:extLst>
          </p:cNvPr>
          <p:cNvSpPr>
            <a:spLocks/>
          </p:cNvSpPr>
          <p:nvPr/>
        </p:nvSpPr>
        <p:spPr>
          <a:xfrm>
            <a:off x="1707241" y="20258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9" name="data_508">
            <a:extLst>
              <a:ext uri="{FF2B5EF4-FFF2-40B4-BE49-F238E27FC236}">
                <a16:creationId xmlns:a16="http://schemas.microsoft.com/office/drawing/2014/main" id="{F4481D3F-9176-4AAA-9ECA-8B7EBA75C8BC}"/>
              </a:ext>
            </a:extLst>
          </p:cNvPr>
          <p:cNvSpPr>
            <a:spLocks/>
          </p:cNvSpPr>
          <p:nvPr/>
        </p:nvSpPr>
        <p:spPr>
          <a:xfrm>
            <a:off x="1731191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0" name="data_509">
            <a:extLst>
              <a:ext uri="{FF2B5EF4-FFF2-40B4-BE49-F238E27FC236}">
                <a16:creationId xmlns:a16="http://schemas.microsoft.com/office/drawing/2014/main" id="{24034E68-8A9C-42E7-AD52-F5448DB2DE3F}"/>
              </a:ext>
            </a:extLst>
          </p:cNvPr>
          <p:cNvSpPr>
            <a:spLocks/>
          </p:cNvSpPr>
          <p:nvPr/>
        </p:nvSpPr>
        <p:spPr>
          <a:xfrm>
            <a:off x="1715207" y="23730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1" name="data_510">
            <a:extLst>
              <a:ext uri="{FF2B5EF4-FFF2-40B4-BE49-F238E27FC236}">
                <a16:creationId xmlns:a16="http://schemas.microsoft.com/office/drawing/2014/main" id="{CD2BA3F4-A2E7-49A6-AFD0-F1B1AEA971C6}"/>
              </a:ext>
            </a:extLst>
          </p:cNvPr>
          <p:cNvSpPr>
            <a:spLocks/>
          </p:cNvSpPr>
          <p:nvPr/>
        </p:nvSpPr>
        <p:spPr>
          <a:xfrm>
            <a:off x="1705055" y="27141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2" name="data_511">
            <a:extLst>
              <a:ext uri="{FF2B5EF4-FFF2-40B4-BE49-F238E27FC236}">
                <a16:creationId xmlns:a16="http://schemas.microsoft.com/office/drawing/2014/main" id="{F4CA04A9-3B2D-4D5F-8002-A38112673204}"/>
              </a:ext>
            </a:extLst>
          </p:cNvPr>
          <p:cNvSpPr>
            <a:spLocks/>
          </p:cNvSpPr>
          <p:nvPr/>
        </p:nvSpPr>
        <p:spPr>
          <a:xfrm>
            <a:off x="1727331" y="24841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3" name="data_512">
            <a:extLst>
              <a:ext uri="{FF2B5EF4-FFF2-40B4-BE49-F238E27FC236}">
                <a16:creationId xmlns:a16="http://schemas.microsoft.com/office/drawing/2014/main" id="{39727D69-27D0-44D5-8714-75682A19862C}"/>
              </a:ext>
            </a:extLst>
          </p:cNvPr>
          <p:cNvSpPr>
            <a:spLocks/>
          </p:cNvSpPr>
          <p:nvPr/>
        </p:nvSpPr>
        <p:spPr>
          <a:xfrm>
            <a:off x="1704627" y="25381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4" name="data_513">
            <a:extLst>
              <a:ext uri="{FF2B5EF4-FFF2-40B4-BE49-F238E27FC236}">
                <a16:creationId xmlns:a16="http://schemas.microsoft.com/office/drawing/2014/main" id="{DA535695-638C-485D-A988-BC0171F698F1}"/>
              </a:ext>
            </a:extLst>
          </p:cNvPr>
          <p:cNvSpPr>
            <a:spLocks/>
          </p:cNvSpPr>
          <p:nvPr/>
        </p:nvSpPr>
        <p:spPr>
          <a:xfrm>
            <a:off x="1614351" y="18896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5" name="data_514">
            <a:extLst>
              <a:ext uri="{FF2B5EF4-FFF2-40B4-BE49-F238E27FC236}">
                <a16:creationId xmlns:a16="http://schemas.microsoft.com/office/drawing/2014/main" id="{DD2165E6-118B-4556-9363-0C8F32E6B483}"/>
              </a:ext>
            </a:extLst>
          </p:cNvPr>
          <p:cNvSpPr>
            <a:spLocks/>
          </p:cNvSpPr>
          <p:nvPr/>
        </p:nvSpPr>
        <p:spPr>
          <a:xfrm>
            <a:off x="1741639" y="18858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6" name="data_515">
            <a:extLst>
              <a:ext uri="{FF2B5EF4-FFF2-40B4-BE49-F238E27FC236}">
                <a16:creationId xmlns:a16="http://schemas.microsoft.com/office/drawing/2014/main" id="{A6FFD1D5-15AF-4E9C-A906-EACD4A53FC7A}"/>
              </a:ext>
            </a:extLst>
          </p:cNvPr>
          <p:cNvSpPr>
            <a:spLocks/>
          </p:cNvSpPr>
          <p:nvPr/>
        </p:nvSpPr>
        <p:spPr>
          <a:xfrm>
            <a:off x="1657886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7" name="data_516">
            <a:extLst>
              <a:ext uri="{FF2B5EF4-FFF2-40B4-BE49-F238E27FC236}">
                <a16:creationId xmlns:a16="http://schemas.microsoft.com/office/drawing/2014/main" id="{5AEAB9EB-F950-4981-8246-6B0D6F79412D}"/>
              </a:ext>
            </a:extLst>
          </p:cNvPr>
          <p:cNvSpPr>
            <a:spLocks/>
          </p:cNvSpPr>
          <p:nvPr/>
        </p:nvSpPr>
        <p:spPr>
          <a:xfrm>
            <a:off x="1700984" y="22372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8" name="data_517">
            <a:extLst>
              <a:ext uri="{FF2B5EF4-FFF2-40B4-BE49-F238E27FC236}">
                <a16:creationId xmlns:a16="http://schemas.microsoft.com/office/drawing/2014/main" id="{353BFA72-7AB7-49BA-AC31-BB09A7574B36}"/>
              </a:ext>
            </a:extLst>
          </p:cNvPr>
          <p:cNvSpPr>
            <a:spLocks/>
          </p:cNvSpPr>
          <p:nvPr/>
        </p:nvSpPr>
        <p:spPr>
          <a:xfrm>
            <a:off x="1679566" y="19689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9" name="data_518">
            <a:extLst>
              <a:ext uri="{FF2B5EF4-FFF2-40B4-BE49-F238E27FC236}">
                <a16:creationId xmlns:a16="http://schemas.microsoft.com/office/drawing/2014/main" id="{6868D267-1D3E-4C2C-8F7E-22EE86CC616F}"/>
              </a:ext>
            </a:extLst>
          </p:cNvPr>
          <p:cNvSpPr>
            <a:spLocks/>
          </p:cNvSpPr>
          <p:nvPr/>
        </p:nvSpPr>
        <p:spPr>
          <a:xfrm>
            <a:off x="1673571" y="24433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0" name="data_519">
            <a:extLst>
              <a:ext uri="{FF2B5EF4-FFF2-40B4-BE49-F238E27FC236}">
                <a16:creationId xmlns:a16="http://schemas.microsoft.com/office/drawing/2014/main" id="{66F607B2-162B-4CB4-84F8-A2896D83888F}"/>
              </a:ext>
            </a:extLst>
          </p:cNvPr>
          <p:cNvSpPr>
            <a:spLocks/>
          </p:cNvSpPr>
          <p:nvPr/>
        </p:nvSpPr>
        <p:spPr>
          <a:xfrm>
            <a:off x="1720607" y="23879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1" name="data_520">
            <a:extLst>
              <a:ext uri="{FF2B5EF4-FFF2-40B4-BE49-F238E27FC236}">
                <a16:creationId xmlns:a16="http://schemas.microsoft.com/office/drawing/2014/main" id="{7471F185-30E6-449E-B866-5A186A112DA4}"/>
              </a:ext>
            </a:extLst>
          </p:cNvPr>
          <p:cNvSpPr>
            <a:spLocks/>
          </p:cNvSpPr>
          <p:nvPr/>
        </p:nvSpPr>
        <p:spPr>
          <a:xfrm>
            <a:off x="1686467" y="202541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2" name="data_521">
            <a:extLst>
              <a:ext uri="{FF2B5EF4-FFF2-40B4-BE49-F238E27FC236}">
                <a16:creationId xmlns:a16="http://schemas.microsoft.com/office/drawing/2014/main" id="{66DDCC16-0577-496A-8D09-5EA80B0CE7C6}"/>
              </a:ext>
            </a:extLst>
          </p:cNvPr>
          <p:cNvSpPr>
            <a:spLocks/>
          </p:cNvSpPr>
          <p:nvPr/>
        </p:nvSpPr>
        <p:spPr>
          <a:xfrm>
            <a:off x="1628469" y="20668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3" name="data_522">
            <a:extLst>
              <a:ext uri="{FF2B5EF4-FFF2-40B4-BE49-F238E27FC236}">
                <a16:creationId xmlns:a16="http://schemas.microsoft.com/office/drawing/2014/main" id="{F0F8A00E-9A3B-4A01-BBA6-053E1149FA06}"/>
              </a:ext>
            </a:extLst>
          </p:cNvPr>
          <p:cNvSpPr>
            <a:spLocks/>
          </p:cNvSpPr>
          <p:nvPr/>
        </p:nvSpPr>
        <p:spPr>
          <a:xfrm>
            <a:off x="1723896" y="24701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4" name="data_523">
            <a:extLst>
              <a:ext uri="{FF2B5EF4-FFF2-40B4-BE49-F238E27FC236}">
                <a16:creationId xmlns:a16="http://schemas.microsoft.com/office/drawing/2014/main" id="{56DCAD41-8A6E-4C62-8551-375019669CA5}"/>
              </a:ext>
            </a:extLst>
          </p:cNvPr>
          <p:cNvSpPr>
            <a:spLocks/>
          </p:cNvSpPr>
          <p:nvPr/>
        </p:nvSpPr>
        <p:spPr>
          <a:xfrm>
            <a:off x="1661532" y="18966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5" name="data_524">
            <a:extLst>
              <a:ext uri="{FF2B5EF4-FFF2-40B4-BE49-F238E27FC236}">
                <a16:creationId xmlns:a16="http://schemas.microsoft.com/office/drawing/2014/main" id="{1E88310B-DC8B-4353-9BAA-4D930A4ABCC5}"/>
              </a:ext>
            </a:extLst>
          </p:cNvPr>
          <p:cNvSpPr>
            <a:spLocks/>
          </p:cNvSpPr>
          <p:nvPr/>
        </p:nvSpPr>
        <p:spPr>
          <a:xfrm>
            <a:off x="1638632" y="23104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6" name="data_525">
            <a:extLst>
              <a:ext uri="{FF2B5EF4-FFF2-40B4-BE49-F238E27FC236}">
                <a16:creationId xmlns:a16="http://schemas.microsoft.com/office/drawing/2014/main" id="{0A8BE30C-15F8-4A31-BFEE-4937DA94E0DF}"/>
              </a:ext>
            </a:extLst>
          </p:cNvPr>
          <p:cNvSpPr>
            <a:spLocks/>
          </p:cNvSpPr>
          <p:nvPr/>
        </p:nvSpPr>
        <p:spPr>
          <a:xfrm>
            <a:off x="1630348" y="21352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7" name="data_526">
            <a:extLst>
              <a:ext uri="{FF2B5EF4-FFF2-40B4-BE49-F238E27FC236}">
                <a16:creationId xmlns:a16="http://schemas.microsoft.com/office/drawing/2014/main" id="{5EB42575-F820-41F6-8A24-D57222AA616C}"/>
              </a:ext>
            </a:extLst>
          </p:cNvPr>
          <p:cNvSpPr>
            <a:spLocks/>
          </p:cNvSpPr>
          <p:nvPr/>
        </p:nvSpPr>
        <p:spPr>
          <a:xfrm>
            <a:off x="1637155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8" name="data_527">
            <a:extLst>
              <a:ext uri="{FF2B5EF4-FFF2-40B4-BE49-F238E27FC236}">
                <a16:creationId xmlns:a16="http://schemas.microsoft.com/office/drawing/2014/main" id="{564C045B-82D5-4EF5-BEC9-585135443B4F}"/>
              </a:ext>
            </a:extLst>
          </p:cNvPr>
          <p:cNvSpPr>
            <a:spLocks/>
          </p:cNvSpPr>
          <p:nvPr/>
        </p:nvSpPr>
        <p:spPr>
          <a:xfrm>
            <a:off x="1746812" y="22725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9" name="data_528">
            <a:extLst>
              <a:ext uri="{FF2B5EF4-FFF2-40B4-BE49-F238E27FC236}">
                <a16:creationId xmlns:a16="http://schemas.microsoft.com/office/drawing/2014/main" id="{327C27DD-DDA4-434D-94F9-13239E13EAF7}"/>
              </a:ext>
            </a:extLst>
          </p:cNvPr>
          <p:cNvSpPr>
            <a:spLocks/>
          </p:cNvSpPr>
          <p:nvPr/>
        </p:nvSpPr>
        <p:spPr>
          <a:xfrm>
            <a:off x="1690175" y="20394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0" name="data_529">
            <a:extLst>
              <a:ext uri="{FF2B5EF4-FFF2-40B4-BE49-F238E27FC236}">
                <a16:creationId xmlns:a16="http://schemas.microsoft.com/office/drawing/2014/main" id="{39DD1A1F-7530-4628-BC8E-BCE74A56C844}"/>
              </a:ext>
            </a:extLst>
          </p:cNvPr>
          <p:cNvSpPr>
            <a:spLocks/>
          </p:cNvSpPr>
          <p:nvPr/>
        </p:nvSpPr>
        <p:spPr>
          <a:xfrm>
            <a:off x="1632367" y="17816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1" name="data_530">
            <a:extLst>
              <a:ext uri="{FF2B5EF4-FFF2-40B4-BE49-F238E27FC236}">
                <a16:creationId xmlns:a16="http://schemas.microsoft.com/office/drawing/2014/main" id="{B7CA5DD4-0C25-460C-A2F6-BDE4C4E7F419}"/>
              </a:ext>
            </a:extLst>
          </p:cNvPr>
          <p:cNvSpPr>
            <a:spLocks/>
          </p:cNvSpPr>
          <p:nvPr/>
        </p:nvSpPr>
        <p:spPr>
          <a:xfrm>
            <a:off x="1713164" y="25327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2" name="data_531">
            <a:extLst>
              <a:ext uri="{FF2B5EF4-FFF2-40B4-BE49-F238E27FC236}">
                <a16:creationId xmlns:a16="http://schemas.microsoft.com/office/drawing/2014/main" id="{AEB9C1CB-9014-4046-8F5D-FE27295ECB0B}"/>
              </a:ext>
            </a:extLst>
          </p:cNvPr>
          <p:cNvSpPr>
            <a:spLocks/>
          </p:cNvSpPr>
          <p:nvPr/>
        </p:nvSpPr>
        <p:spPr>
          <a:xfrm>
            <a:off x="171589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3" name="data_532">
            <a:extLst>
              <a:ext uri="{FF2B5EF4-FFF2-40B4-BE49-F238E27FC236}">
                <a16:creationId xmlns:a16="http://schemas.microsoft.com/office/drawing/2014/main" id="{8A95B4B5-F382-4450-BEEF-EE7AEFCE668E}"/>
              </a:ext>
            </a:extLst>
          </p:cNvPr>
          <p:cNvSpPr>
            <a:spLocks/>
          </p:cNvSpPr>
          <p:nvPr/>
        </p:nvSpPr>
        <p:spPr>
          <a:xfrm>
            <a:off x="1751711" y="33222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4" name="data_533">
            <a:extLst>
              <a:ext uri="{FF2B5EF4-FFF2-40B4-BE49-F238E27FC236}">
                <a16:creationId xmlns:a16="http://schemas.microsoft.com/office/drawing/2014/main" id="{C0A800BD-8D3E-4A8F-95CE-A39DDF19C26B}"/>
              </a:ext>
            </a:extLst>
          </p:cNvPr>
          <p:cNvSpPr>
            <a:spLocks/>
          </p:cNvSpPr>
          <p:nvPr/>
        </p:nvSpPr>
        <p:spPr>
          <a:xfrm>
            <a:off x="1619087" y="25254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5" name="data_534">
            <a:extLst>
              <a:ext uri="{FF2B5EF4-FFF2-40B4-BE49-F238E27FC236}">
                <a16:creationId xmlns:a16="http://schemas.microsoft.com/office/drawing/2014/main" id="{A92055B7-E6F3-43BF-92FB-4E5A7A73668D}"/>
              </a:ext>
            </a:extLst>
          </p:cNvPr>
          <p:cNvSpPr>
            <a:spLocks/>
          </p:cNvSpPr>
          <p:nvPr/>
        </p:nvSpPr>
        <p:spPr>
          <a:xfrm>
            <a:off x="1664925" y="22823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6" name="data_535">
            <a:extLst>
              <a:ext uri="{FF2B5EF4-FFF2-40B4-BE49-F238E27FC236}">
                <a16:creationId xmlns:a16="http://schemas.microsoft.com/office/drawing/2014/main" id="{937471C2-0870-4DE3-8C17-36579582075F}"/>
              </a:ext>
            </a:extLst>
          </p:cNvPr>
          <p:cNvSpPr>
            <a:spLocks/>
          </p:cNvSpPr>
          <p:nvPr/>
        </p:nvSpPr>
        <p:spPr>
          <a:xfrm>
            <a:off x="1669847" y="3246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7" name="data_536">
            <a:extLst>
              <a:ext uri="{FF2B5EF4-FFF2-40B4-BE49-F238E27FC236}">
                <a16:creationId xmlns:a16="http://schemas.microsoft.com/office/drawing/2014/main" id="{049802C4-F03F-416F-B7C7-E3780C394E08}"/>
              </a:ext>
            </a:extLst>
          </p:cNvPr>
          <p:cNvSpPr>
            <a:spLocks/>
          </p:cNvSpPr>
          <p:nvPr/>
        </p:nvSpPr>
        <p:spPr>
          <a:xfrm>
            <a:off x="1691702" y="22247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8" name="data_537">
            <a:extLst>
              <a:ext uri="{FF2B5EF4-FFF2-40B4-BE49-F238E27FC236}">
                <a16:creationId xmlns:a16="http://schemas.microsoft.com/office/drawing/2014/main" id="{D59F92B1-E41D-4CC4-820C-6F2E16AA6F2A}"/>
              </a:ext>
            </a:extLst>
          </p:cNvPr>
          <p:cNvSpPr>
            <a:spLocks/>
          </p:cNvSpPr>
          <p:nvPr/>
        </p:nvSpPr>
        <p:spPr>
          <a:xfrm>
            <a:off x="1683693" y="20902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9" name="data_538">
            <a:extLst>
              <a:ext uri="{FF2B5EF4-FFF2-40B4-BE49-F238E27FC236}">
                <a16:creationId xmlns:a16="http://schemas.microsoft.com/office/drawing/2014/main" id="{16D6395B-20F0-47DA-8572-039C1D6EF95C}"/>
              </a:ext>
            </a:extLst>
          </p:cNvPr>
          <p:cNvSpPr>
            <a:spLocks/>
          </p:cNvSpPr>
          <p:nvPr/>
        </p:nvSpPr>
        <p:spPr>
          <a:xfrm>
            <a:off x="1649427" y="18901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0" name="data_539">
            <a:extLst>
              <a:ext uri="{FF2B5EF4-FFF2-40B4-BE49-F238E27FC236}">
                <a16:creationId xmlns:a16="http://schemas.microsoft.com/office/drawing/2014/main" id="{047F6880-A443-4B87-BCC3-38FD3DF30007}"/>
              </a:ext>
            </a:extLst>
          </p:cNvPr>
          <p:cNvSpPr>
            <a:spLocks/>
          </p:cNvSpPr>
          <p:nvPr/>
        </p:nvSpPr>
        <p:spPr>
          <a:xfrm>
            <a:off x="1723587" y="20269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1" name="data_540">
            <a:extLst>
              <a:ext uri="{FF2B5EF4-FFF2-40B4-BE49-F238E27FC236}">
                <a16:creationId xmlns:a16="http://schemas.microsoft.com/office/drawing/2014/main" id="{74580AF9-8E0C-4CEA-A85F-8BF76A09A9A8}"/>
              </a:ext>
            </a:extLst>
          </p:cNvPr>
          <p:cNvSpPr>
            <a:spLocks/>
          </p:cNvSpPr>
          <p:nvPr/>
        </p:nvSpPr>
        <p:spPr>
          <a:xfrm>
            <a:off x="1620101" y="294234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2" name="data_541">
            <a:extLst>
              <a:ext uri="{FF2B5EF4-FFF2-40B4-BE49-F238E27FC236}">
                <a16:creationId xmlns:a16="http://schemas.microsoft.com/office/drawing/2014/main" id="{37E7A9D0-85BE-4CAC-8F6B-2BBB78064264}"/>
              </a:ext>
            </a:extLst>
          </p:cNvPr>
          <p:cNvSpPr>
            <a:spLocks/>
          </p:cNvSpPr>
          <p:nvPr/>
        </p:nvSpPr>
        <p:spPr>
          <a:xfrm>
            <a:off x="1705442" y="23882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3" name="data_542">
            <a:extLst>
              <a:ext uri="{FF2B5EF4-FFF2-40B4-BE49-F238E27FC236}">
                <a16:creationId xmlns:a16="http://schemas.microsoft.com/office/drawing/2014/main" id="{DDDB468B-D969-424C-BC60-ACF518E0266A}"/>
              </a:ext>
            </a:extLst>
          </p:cNvPr>
          <p:cNvSpPr>
            <a:spLocks/>
          </p:cNvSpPr>
          <p:nvPr/>
        </p:nvSpPr>
        <p:spPr>
          <a:xfrm>
            <a:off x="1686794" y="31003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4" name="data_543">
            <a:extLst>
              <a:ext uri="{FF2B5EF4-FFF2-40B4-BE49-F238E27FC236}">
                <a16:creationId xmlns:a16="http://schemas.microsoft.com/office/drawing/2014/main" id="{E1E7DF19-F10A-4F64-98F7-EE4A579FA1E5}"/>
              </a:ext>
            </a:extLst>
          </p:cNvPr>
          <p:cNvSpPr>
            <a:spLocks/>
          </p:cNvSpPr>
          <p:nvPr/>
        </p:nvSpPr>
        <p:spPr>
          <a:xfrm>
            <a:off x="1685526" y="27440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5" name="data_544">
            <a:extLst>
              <a:ext uri="{FF2B5EF4-FFF2-40B4-BE49-F238E27FC236}">
                <a16:creationId xmlns:a16="http://schemas.microsoft.com/office/drawing/2014/main" id="{1A42F6EE-39A1-4F6A-B14D-5F04112996E8}"/>
              </a:ext>
            </a:extLst>
          </p:cNvPr>
          <p:cNvSpPr>
            <a:spLocks/>
          </p:cNvSpPr>
          <p:nvPr/>
        </p:nvSpPr>
        <p:spPr>
          <a:xfrm>
            <a:off x="1662690" y="22981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6" name="data_545">
            <a:extLst>
              <a:ext uri="{FF2B5EF4-FFF2-40B4-BE49-F238E27FC236}">
                <a16:creationId xmlns:a16="http://schemas.microsoft.com/office/drawing/2014/main" id="{BCD733A8-0DD3-4658-9C4E-A11097726E2C}"/>
              </a:ext>
            </a:extLst>
          </p:cNvPr>
          <p:cNvSpPr>
            <a:spLocks/>
          </p:cNvSpPr>
          <p:nvPr/>
        </p:nvSpPr>
        <p:spPr>
          <a:xfrm>
            <a:off x="1719553" y="19914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7" name="data_546">
            <a:extLst>
              <a:ext uri="{FF2B5EF4-FFF2-40B4-BE49-F238E27FC236}">
                <a16:creationId xmlns:a16="http://schemas.microsoft.com/office/drawing/2014/main" id="{4DD9B01F-8642-4D7A-85F5-40AB4275D1E5}"/>
              </a:ext>
            </a:extLst>
          </p:cNvPr>
          <p:cNvSpPr>
            <a:spLocks/>
          </p:cNvSpPr>
          <p:nvPr/>
        </p:nvSpPr>
        <p:spPr>
          <a:xfrm>
            <a:off x="1659292" y="25848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8" name="data_547">
            <a:extLst>
              <a:ext uri="{FF2B5EF4-FFF2-40B4-BE49-F238E27FC236}">
                <a16:creationId xmlns:a16="http://schemas.microsoft.com/office/drawing/2014/main" id="{6C487AF9-30BA-4427-B6A7-BE2CE4518CA2}"/>
              </a:ext>
            </a:extLst>
          </p:cNvPr>
          <p:cNvSpPr>
            <a:spLocks/>
          </p:cNvSpPr>
          <p:nvPr/>
        </p:nvSpPr>
        <p:spPr>
          <a:xfrm>
            <a:off x="1659903" y="20940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9" name="data_548">
            <a:extLst>
              <a:ext uri="{FF2B5EF4-FFF2-40B4-BE49-F238E27FC236}">
                <a16:creationId xmlns:a16="http://schemas.microsoft.com/office/drawing/2014/main" id="{E9859F03-B143-4C21-A18F-5E43BF030693}"/>
              </a:ext>
            </a:extLst>
          </p:cNvPr>
          <p:cNvSpPr>
            <a:spLocks/>
          </p:cNvSpPr>
          <p:nvPr/>
        </p:nvSpPr>
        <p:spPr>
          <a:xfrm>
            <a:off x="1689583" y="32096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0" name="data_549">
            <a:extLst>
              <a:ext uri="{FF2B5EF4-FFF2-40B4-BE49-F238E27FC236}">
                <a16:creationId xmlns:a16="http://schemas.microsoft.com/office/drawing/2014/main" id="{0E946963-7E4D-4EDF-82EC-E7ECAD5BFFD6}"/>
              </a:ext>
            </a:extLst>
          </p:cNvPr>
          <p:cNvSpPr>
            <a:spLocks/>
          </p:cNvSpPr>
          <p:nvPr/>
        </p:nvSpPr>
        <p:spPr>
          <a:xfrm>
            <a:off x="1701414" y="20060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1" name="data_550">
            <a:extLst>
              <a:ext uri="{FF2B5EF4-FFF2-40B4-BE49-F238E27FC236}">
                <a16:creationId xmlns:a16="http://schemas.microsoft.com/office/drawing/2014/main" id="{08218ADC-1F73-41E9-B207-6119C2823B18}"/>
              </a:ext>
            </a:extLst>
          </p:cNvPr>
          <p:cNvSpPr>
            <a:spLocks/>
          </p:cNvSpPr>
          <p:nvPr/>
        </p:nvSpPr>
        <p:spPr>
          <a:xfrm>
            <a:off x="1712252" y="23887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2" name="data_551">
            <a:extLst>
              <a:ext uri="{FF2B5EF4-FFF2-40B4-BE49-F238E27FC236}">
                <a16:creationId xmlns:a16="http://schemas.microsoft.com/office/drawing/2014/main" id="{27002B48-3DB1-4D61-88A0-9BF993711B29}"/>
              </a:ext>
            </a:extLst>
          </p:cNvPr>
          <p:cNvSpPr>
            <a:spLocks/>
          </p:cNvSpPr>
          <p:nvPr/>
        </p:nvSpPr>
        <p:spPr>
          <a:xfrm>
            <a:off x="1690303" y="20062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3" name="data_552">
            <a:extLst>
              <a:ext uri="{FF2B5EF4-FFF2-40B4-BE49-F238E27FC236}">
                <a16:creationId xmlns:a16="http://schemas.microsoft.com/office/drawing/2014/main" id="{7B97D53F-2C81-4A77-9865-73FDFCEE412C}"/>
              </a:ext>
            </a:extLst>
          </p:cNvPr>
          <p:cNvSpPr>
            <a:spLocks/>
          </p:cNvSpPr>
          <p:nvPr/>
        </p:nvSpPr>
        <p:spPr>
          <a:xfrm>
            <a:off x="1634718" y="24016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4" name="data_553">
            <a:extLst>
              <a:ext uri="{FF2B5EF4-FFF2-40B4-BE49-F238E27FC236}">
                <a16:creationId xmlns:a16="http://schemas.microsoft.com/office/drawing/2014/main" id="{05D2A589-3703-45C1-A986-99CB77AD1068}"/>
              </a:ext>
            </a:extLst>
          </p:cNvPr>
          <p:cNvSpPr>
            <a:spLocks/>
          </p:cNvSpPr>
          <p:nvPr/>
        </p:nvSpPr>
        <p:spPr>
          <a:xfrm>
            <a:off x="1664109" y="22555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5" name="data_554">
            <a:extLst>
              <a:ext uri="{FF2B5EF4-FFF2-40B4-BE49-F238E27FC236}">
                <a16:creationId xmlns:a16="http://schemas.microsoft.com/office/drawing/2014/main" id="{91F97588-1EAA-48DF-8E36-C5DFE402724F}"/>
              </a:ext>
            </a:extLst>
          </p:cNvPr>
          <p:cNvSpPr>
            <a:spLocks/>
          </p:cNvSpPr>
          <p:nvPr/>
        </p:nvSpPr>
        <p:spPr>
          <a:xfrm>
            <a:off x="1747284" y="26440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6" name="data_555">
            <a:extLst>
              <a:ext uri="{FF2B5EF4-FFF2-40B4-BE49-F238E27FC236}">
                <a16:creationId xmlns:a16="http://schemas.microsoft.com/office/drawing/2014/main" id="{FE630445-C092-4948-A00F-9DA9199F0232}"/>
              </a:ext>
            </a:extLst>
          </p:cNvPr>
          <p:cNvSpPr>
            <a:spLocks/>
          </p:cNvSpPr>
          <p:nvPr/>
        </p:nvSpPr>
        <p:spPr>
          <a:xfrm>
            <a:off x="1658626" y="25831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7" name="data_556">
            <a:extLst>
              <a:ext uri="{FF2B5EF4-FFF2-40B4-BE49-F238E27FC236}">
                <a16:creationId xmlns:a16="http://schemas.microsoft.com/office/drawing/2014/main" id="{8B6BAAB2-04D8-47FE-866C-854FC0BA05D1}"/>
              </a:ext>
            </a:extLst>
          </p:cNvPr>
          <p:cNvSpPr>
            <a:spLocks/>
          </p:cNvSpPr>
          <p:nvPr/>
        </p:nvSpPr>
        <p:spPr>
          <a:xfrm>
            <a:off x="1623699" y="25100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8" name="data_557">
            <a:extLst>
              <a:ext uri="{FF2B5EF4-FFF2-40B4-BE49-F238E27FC236}">
                <a16:creationId xmlns:a16="http://schemas.microsoft.com/office/drawing/2014/main" id="{EE156E99-CA2F-4ACE-8794-276A800F09A3}"/>
              </a:ext>
            </a:extLst>
          </p:cNvPr>
          <p:cNvSpPr>
            <a:spLocks/>
          </p:cNvSpPr>
          <p:nvPr/>
        </p:nvSpPr>
        <p:spPr>
          <a:xfrm>
            <a:off x="1744568" y="2241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9" name="data_558">
            <a:extLst>
              <a:ext uri="{FF2B5EF4-FFF2-40B4-BE49-F238E27FC236}">
                <a16:creationId xmlns:a16="http://schemas.microsoft.com/office/drawing/2014/main" id="{12BB35FF-69EE-4AFB-B892-717879E91D4F}"/>
              </a:ext>
            </a:extLst>
          </p:cNvPr>
          <p:cNvSpPr>
            <a:spLocks/>
          </p:cNvSpPr>
          <p:nvPr/>
        </p:nvSpPr>
        <p:spPr>
          <a:xfrm>
            <a:off x="1686582" y="19910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0" name="data_559">
            <a:extLst>
              <a:ext uri="{FF2B5EF4-FFF2-40B4-BE49-F238E27FC236}">
                <a16:creationId xmlns:a16="http://schemas.microsoft.com/office/drawing/2014/main" id="{8698E6A9-0113-456E-9596-BFEABBF06B1E}"/>
              </a:ext>
            </a:extLst>
          </p:cNvPr>
          <p:cNvSpPr>
            <a:spLocks/>
          </p:cNvSpPr>
          <p:nvPr/>
        </p:nvSpPr>
        <p:spPr>
          <a:xfrm>
            <a:off x="1744484" y="32690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1" name="data_560">
            <a:extLst>
              <a:ext uri="{FF2B5EF4-FFF2-40B4-BE49-F238E27FC236}">
                <a16:creationId xmlns:a16="http://schemas.microsoft.com/office/drawing/2014/main" id="{F2FE5455-A2E3-44FC-BFE8-C5569023B665}"/>
              </a:ext>
            </a:extLst>
          </p:cNvPr>
          <p:cNvSpPr>
            <a:spLocks/>
          </p:cNvSpPr>
          <p:nvPr/>
        </p:nvSpPr>
        <p:spPr>
          <a:xfrm>
            <a:off x="1626099" y="22471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2" name="data_561">
            <a:extLst>
              <a:ext uri="{FF2B5EF4-FFF2-40B4-BE49-F238E27FC236}">
                <a16:creationId xmlns:a16="http://schemas.microsoft.com/office/drawing/2014/main" id="{8946123D-ADA3-4BF7-BC18-57241C4BF436}"/>
              </a:ext>
            </a:extLst>
          </p:cNvPr>
          <p:cNvSpPr>
            <a:spLocks/>
          </p:cNvSpPr>
          <p:nvPr/>
        </p:nvSpPr>
        <p:spPr>
          <a:xfrm>
            <a:off x="1702613" y="22600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3" name="data_562">
            <a:extLst>
              <a:ext uri="{FF2B5EF4-FFF2-40B4-BE49-F238E27FC236}">
                <a16:creationId xmlns:a16="http://schemas.microsoft.com/office/drawing/2014/main" id="{E0970A3D-C957-430F-BF13-CDB82FA5FBA2}"/>
              </a:ext>
            </a:extLst>
          </p:cNvPr>
          <p:cNvSpPr>
            <a:spLocks/>
          </p:cNvSpPr>
          <p:nvPr/>
        </p:nvSpPr>
        <p:spPr>
          <a:xfrm>
            <a:off x="1634068" y="22241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4" name="data_563">
            <a:extLst>
              <a:ext uri="{FF2B5EF4-FFF2-40B4-BE49-F238E27FC236}">
                <a16:creationId xmlns:a16="http://schemas.microsoft.com/office/drawing/2014/main" id="{18E0877E-389F-49EE-8D58-30CCD462B9CA}"/>
              </a:ext>
            </a:extLst>
          </p:cNvPr>
          <p:cNvSpPr>
            <a:spLocks/>
          </p:cNvSpPr>
          <p:nvPr/>
        </p:nvSpPr>
        <p:spPr>
          <a:xfrm>
            <a:off x="1717377" y="23201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5" name="data_564">
            <a:extLst>
              <a:ext uri="{FF2B5EF4-FFF2-40B4-BE49-F238E27FC236}">
                <a16:creationId xmlns:a16="http://schemas.microsoft.com/office/drawing/2014/main" id="{EBF22485-3B3B-4AEE-9232-AF6B6EE21FAF}"/>
              </a:ext>
            </a:extLst>
          </p:cNvPr>
          <p:cNvSpPr>
            <a:spLocks/>
          </p:cNvSpPr>
          <p:nvPr/>
        </p:nvSpPr>
        <p:spPr>
          <a:xfrm>
            <a:off x="1710443" y="34513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6" name="data_565">
            <a:extLst>
              <a:ext uri="{FF2B5EF4-FFF2-40B4-BE49-F238E27FC236}">
                <a16:creationId xmlns:a16="http://schemas.microsoft.com/office/drawing/2014/main" id="{58DDD0CB-4761-454A-9DB0-AD9CB0B5BC30}"/>
              </a:ext>
            </a:extLst>
          </p:cNvPr>
          <p:cNvSpPr>
            <a:spLocks/>
          </p:cNvSpPr>
          <p:nvPr/>
        </p:nvSpPr>
        <p:spPr>
          <a:xfrm>
            <a:off x="162780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7" name="data_566">
            <a:extLst>
              <a:ext uri="{FF2B5EF4-FFF2-40B4-BE49-F238E27FC236}">
                <a16:creationId xmlns:a16="http://schemas.microsoft.com/office/drawing/2014/main" id="{72DFDEDD-C556-47B8-A0A9-BB0C1ACE987F}"/>
              </a:ext>
            </a:extLst>
          </p:cNvPr>
          <p:cNvSpPr>
            <a:spLocks/>
          </p:cNvSpPr>
          <p:nvPr/>
        </p:nvSpPr>
        <p:spPr>
          <a:xfrm>
            <a:off x="1720502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8" name="data_567">
            <a:extLst>
              <a:ext uri="{FF2B5EF4-FFF2-40B4-BE49-F238E27FC236}">
                <a16:creationId xmlns:a16="http://schemas.microsoft.com/office/drawing/2014/main" id="{7B1D4878-F1DF-4454-A3EF-D38D7B638590}"/>
              </a:ext>
            </a:extLst>
          </p:cNvPr>
          <p:cNvSpPr>
            <a:spLocks/>
          </p:cNvSpPr>
          <p:nvPr/>
        </p:nvSpPr>
        <p:spPr>
          <a:xfrm>
            <a:off x="212183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9" name="data_568">
            <a:extLst>
              <a:ext uri="{FF2B5EF4-FFF2-40B4-BE49-F238E27FC236}">
                <a16:creationId xmlns:a16="http://schemas.microsoft.com/office/drawing/2014/main" id="{C7FAA7A7-3BEC-4604-8D9C-0A4DE8400033}"/>
              </a:ext>
            </a:extLst>
          </p:cNvPr>
          <p:cNvSpPr>
            <a:spLocks/>
          </p:cNvSpPr>
          <p:nvPr/>
        </p:nvSpPr>
        <p:spPr>
          <a:xfrm>
            <a:off x="210406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0" name="data_569">
            <a:extLst>
              <a:ext uri="{FF2B5EF4-FFF2-40B4-BE49-F238E27FC236}">
                <a16:creationId xmlns:a16="http://schemas.microsoft.com/office/drawing/2014/main" id="{8B916313-1885-4E2B-AA88-DAE5D76AD1E6}"/>
              </a:ext>
            </a:extLst>
          </p:cNvPr>
          <p:cNvSpPr>
            <a:spLocks/>
          </p:cNvSpPr>
          <p:nvPr/>
        </p:nvSpPr>
        <p:spPr>
          <a:xfrm>
            <a:off x="212093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1" name="data_570">
            <a:extLst>
              <a:ext uri="{FF2B5EF4-FFF2-40B4-BE49-F238E27FC236}">
                <a16:creationId xmlns:a16="http://schemas.microsoft.com/office/drawing/2014/main" id="{A29390CE-2A31-4336-9F12-6165DCBB6240}"/>
              </a:ext>
            </a:extLst>
          </p:cNvPr>
          <p:cNvSpPr>
            <a:spLocks/>
          </p:cNvSpPr>
          <p:nvPr/>
        </p:nvSpPr>
        <p:spPr>
          <a:xfrm>
            <a:off x="212358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2" name="data_571">
            <a:extLst>
              <a:ext uri="{FF2B5EF4-FFF2-40B4-BE49-F238E27FC236}">
                <a16:creationId xmlns:a16="http://schemas.microsoft.com/office/drawing/2014/main" id="{58056E3C-2032-41A9-9FDF-7FC4F9CA4195}"/>
              </a:ext>
            </a:extLst>
          </p:cNvPr>
          <p:cNvSpPr>
            <a:spLocks/>
          </p:cNvSpPr>
          <p:nvPr/>
        </p:nvSpPr>
        <p:spPr>
          <a:xfrm>
            <a:off x="2219067" y="25573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3" name="data_572">
            <a:extLst>
              <a:ext uri="{FF2B5EF4-FFF2-40B4-BE49-F238E27FC236}">
                <a16:creationId xmlns:a16="http://schemas.microsoft.com/office/drawing/2014/main" id="{27047A28-844D-4CE7-B0EF-BB8A46F45801}"/>
              </a:ext>
            </a:extLst>
          </p:cNvPr>
          <p:cNvSpPr>
            <a:spLocks/>
          </p:cNvSpPr>
          <p:nvPr/>
        </p:nvSpPr>
        <p:spPr>
          <a:xfrm>
            <a:off x="221066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4" name="data_573">
            <a:extLst>
              <a:ext uri="{FF2B5EF4-FFF2-40B4-BE49-F238E27FC236}">
                <a16:creationId xmlns:a16="http://schemas.microsoft.com/office/drawing/2014/main" id="{E4D1E57A-A5EA-4C0D-8D9C-91AD3E33CAB1}"/>
              </a:ext>
            </a:extLst>
          </p:cNvPr>
          <p:cNvSpPr>
            <a:spLocks/>
          </p:cNvSpPr>
          <p:nvPr/>
        </p:nvSpPr>
        <p:spPr>
          <a:xfrm>
            <a:off x="210734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5" name="data_574">
            <a:extLst>
              <a:ext uri="{FF2B5EF4-FFF2-40B4-BE49-F238E27FC236}">
                <a16:creationId xmlns:a16="http://schemas.microsoft.com/office/drawing/2014/main" id="{D6D97400-9511-4B9D-BC39-5E69106C51A5}"/>
              </a:ext>
            </a:extLst>
          </p:cNvPr>
          <p:cNvSpPr>
            <a:spLocks/>
          </p:cNvSpPr>
          <p:nvPr/>
        </p:nvSpPr>
        <p:spPr>
          <a:xfrm>
            <a:off x="2194035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6" name="data_575">
            <a:extLst>
              <a:ext uri="{FF2B5EF4-FFF2-40B4-BE49-F238E27FC236}">
                <a16:creationId xmlns:a16="http://schemas.microsoft.com/office/drawing/2014/main" id="{89549297-3A2A-4B30-B3BE-1413C9293A28}"/>
              </a:ext>
            </a:extLst>
          </p:cNvPr>
          <p:cNvSpPr>
            <a:spLocks/>
          </p:cNvSpPr>
          <p:nvPr/>
        </p:nvSpPr>
        <p:spPr>
          <a:xfrm>
            <a:off x="212630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7" name="data_576">
            <a:extLst>
              <a:ext uri="{FF2B5EF4-FFF2-40B4-BE49-F238E27FC236}">
                <a16:creationId xmlns:a16="http://schemas.microsoft.com/office/drawing/2014/main" id="{375F1A67-DD9D-480B-AA1D-AD8A108EB773}"/>
              </a:ext>
            </a:extLst>
          </p:cNvPr>
          <p:cNvSpPr>
            <a:spLocks/>
          </p:cNvSpPr>
          <p:nvPr/>
        </p:nvSpPr>
        <p:spPr>
          <a:xfrm>
            <a:off x="2154858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8" name="data_577">
            <a:extLst>
              <a:ext uri="{FF2B5EF4-FFF2-40B4-BE49-F238E27FC236}">
                <a16:creationId xmlns:a16="http://schemas.microsoft.com/office/drawing/2014/main" id="{09533049-6314-4936-8D68-CDC80E682901}"/>
              </a:ext>
            </a:extLst>
          </p:cNvPr>
          <p:cNvSpPr>
            <a:spLocks/>
          </p:cNvSpPr>
          <p:nvPr/>
        </p:nvSpPr>
        <p:spPr>
          <a:xfrm>
            <a:off x="2224395" y="1910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9" name="data_578">
            <a:extLst>
              <a:ext uri="{FF2B5EF4-FFF2-40B4-BE49-F238E27FC236}">
                <a16:creationId xmlns:a16="http://schemas.microsoft.com/office/drawing/2014/main" id="{4808FD1A-536F-4671-AC8F-2B2157F74020}"/>
              </a:ext>
            </a:extLst>
          </p:cNvPr>
          <p:cNvSpPr>
            <a:spLocks/>
          </p:cNvSpPr>
          <p:nvPr/>
        </p:nvSpPr>
        <p:spPr>
          <a:xfrm>
            <a:off x="2233792" y="25759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0" name="data_579">
            <a:extLst>
              <a:ext uri="{FF2B5EF4-FFF2-40B4-BE49-F238E27FC236}">
                <a16:creationId xmlns:a16="http://schemas.microsoft.com/office/drawing/2014/main" id="{9E38DE7D-CB39-4638-9566-19EA5E0B3B3F}"/>
              </a:ext>
            </a:extLst>
          </p:cNvPr>
          <p:cNvSpPr>
            <a:spLocks/>
          </p:cNvSpPr>
          <p:nvPr/>
        </p:nvSpPr>
        <p:spPr>
          <a:xfrm>
            <a:off x="2151929" y="2056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1" name="data_580">
            <a:extLst>
              <a:ext uri="{FF2B5EF4-FFF2-40B4-BE49-F238E27FC236}">
                <a16:creationId xmlns:a16="http://schemas.microsoft.com/office/drawing/2014/main" id="{F1FCE9FF-541C-4A93-8367-ABAF83C8BED6}"/>
              </a:ext>
            </a:extLst>
          </p:cNvPr>
          <p:cNvSpPr>
            <a:spLocks/>
          </p:cNvSpPr>
          <p:nvPr/>
        </p:nvSpPr>
        <p:spPr>
          <a:xfrm>
            <a:off x="2205492" y="343937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2" name="data_581">
            <a:extLst>
              <a:ext uri="{FF2B5EF4-FFF2-40B4-BE49-F238E27FC236}">
                <a16:creationId xmlns:a16="http://schemas.microsoft.com/office/drawing/2014/main" id="{87E62374-D441-4499-8854-3D7EF224B551}"/>
              </a:ext>
            </a:extLst>
          </p:cNvPr>
          <p:cNvSpPr>
            <a:spLocks/>
          </p:cNvSpPr>
          <p:nvPr/>
        </p:nvSpPr>
        <p:spPr>
          <a:xfrm>
            <a:off x="2176067" y="29702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3" name="data_582">
            <a:extLst>
              <a:ext uri="{FF2B5EF4-FFF2-40B4-BE49-F238E27FC236}">
                <a16:creationId xmlns:a16="http://schemas.microsoft.com/office/drawing/2014/main" id="{9E85B8DB-7D12-4715-984E-9FE8D8F4A729}"/>
              </a:ext>
            </a:extLst>
          </p:cNvPr>
          <p:cNvSpPr>
            <a:spLocks/>
          </p:cNvSpPr>
          <p:nvPr/>
        </p:nvSpPr>
        <p:spPr>
          <a:xfrm>
            <a:off x="2198602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4" name="data_583">
            <a:extLst>
              <a:ext uri="{FF2B5EF4-FFF2-40B4-BE49-F238E27FC236}">
                <a16:creationId xmlns:a16="http://schemas.microsoft.com/office/drawing/2014/main" id="{2E76EEE8-933F-4317-8E29-B8972DA310BB}"/>
              </a:ext>
            </a:extLst>
          </p:cNvPr>
          <p:cNvSpPr>
            <a:spLocks/>
          </p:cNvSpPr>
          <p:nvPr/>
        </p:nvSpPr>
        <p:spPr>
          <a:xfrm>
            <a:off x="211520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5" name="data_584">
            <a:extLst>
              <a:ext uri="{FF2B5EF4-FFF2-40B4-BE49-F238E27FC236}">
                <a16:creationId xmlns:a16="http://schemas.microsoft.com/office/drawing/2014/main" id="{8D9B604C-E8B9-451C-8423-104AABBEDEBC}"/>
              </a:ext>
            </a:extLst>
          </p:cNvPr>
          <p:cNvSpPr>
            <a:spLocks/>
          </p:cNvSpPr>
          <p:nvPr/>
        </p:nvSpPr>
        <p:spPr>
          <a:xfrm>
            <a:off x="2231708" y="3166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6" name="data_585">
            <a:extLst>
              <a:ext uri="{FF2B5EF4-FFF2-40B4-BE49-F238E27FC236}">
                <a16:creationId xmlns:a16="http://schemas.microsoft.com/office/drawing/2014/main" id="{B42A6B0B-0FC3-4F9C-BA55-632A723A69E3}"/>
              </a:ext>
            </a:extLst>
          </p:cNvPr>
          <p:cNvSpPr>
            <a:spLocks/>
          </p:cNvSpPr>
          <p:nvPr/>
        </p:nvSpPr>
        <p:spPr>
          <a:xfrm>
            <a:off x="2169545" y="20906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7" name="data_586">
            <a:extLst>
              <a:ext uri="{FF2B5EF4-FFF2-40B4-BE49-F238E27FC236}">
                <a16:creationId xmlns:a16="http://schemas.microsoft.com/office/drawing/2014/main" id="{1EAF3C24-4784-443C-81BA-F301E07655C4}"/>
              </a:ext>
            </a:extLst>
          </p:cNvPr>
          <p:cNvSpPr>
            <a:spLocks/>
          </p:cNvSpPr>
          <p:nvPr/>
        </p:nvSpPr>
        <p:spPr>
          <a:xfrm>
            <a:off x="2179137" y="26399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8" name="data_587">
            <a:extLst>
              <a:ext uri="{FF2B5EF4-FFF2-40B4-BE49-F238E27FC236}">
                <a16:creationId xmlns:a16="http://schemas.microsoft.com/office/drawing/2014/main" id="{5C263BF8-44A7-4A71-BBB3-1A7E24922082}"/>
              </a:ext>
            </a:extLst>
          </p:cNvPr>
          <p:cNvSpPr>
            <a:spLocks/>
          </p:cNvSpPr>
          <p:nvPr/>
        </p:nvSpPr>
        <p:spPr>
          <a:xfrm>
            <a:off x="2218018" y="28737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9" name="data_588">
            <a:extLst>
              <a:ext uri="{FF2B5EF4-FFF2-40B4-BE49-F238E27FC236}">
                <a16:creationId xmlns:a16="http://schemas.microsoft.com/office/drawing/2014/main" id="{D8EEFCC5-BB92-47CA-90EA-3F7E747898CB}"/>
              </a:ext>
            </a:extLst>
          </p:cNvPr>
          <p:cNvSpPr>
            <a:spLocks/>
          </p:cNvSpPr>
          <p:nvPr/>
        </p:nvSpPr>
        <p:spPr>
          <a:xfrm>
            <a:off x="213390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0" name="data_589">
            <a:extLst>
              <a:ext uri="{FF2B5EF4-FFF2-40B4-BE49-F238E27FC236}">
                <a16:creationId xmlns:a16="http://schemas.microsoft.com/office/drawing/2014/main" id="{A8F84E56-72D3-40F5-9C52-97E3DB487065}"/>
              </a:ext>
            </a:extLst>
          </p:cNvPr>
          <p:cNvSpPr>
            <a:spLocks/>
          </p:cNvSpPr>
          <p:nvPr/>
        </p:nvSpPr>
        <p:spPr>
          <a:xfrm>
            <a:off x="2146759" y="24005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1" name="data_590">
            <a:extLst>
              <a:ext uri="{FF2B5EF4-FFF2-40B4-BE49-F238E27FC236}">
                <a16:creationId xmlns:a16="http://schemas.microsoft.com/office/drawing/2014/main" id="{8B7FD4C6-4330-41C1-8E9D-72C55C1B2B40}"/>
              </a:ext>
            </a:extLst>
          </p:cNvPr>
          <p:cNvSpPr>
            <a:spLocks/>
          </p:cNvSpPr>
          <p:nvPr/>
        </p:nvSpPr>
        <p:spPr>
          <a:xfrm>
            <a:off x="2192155" y="23562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2" name="data_591">
            <a:extLst>
              <a:ext uri="{FF2B5EF4-FFF2-40B4-BE49-F238E27FC236}">
                <a16:creationId xmlns:a16="http://schemas.microsoft.com/office/drawing/2014/main" id="{648BAD5B-455C-4D3F-84C1-58B5EE057F5D}"/>
              </a:ext>
            </a:extLst>
          </p:cNvPr>
          <p:cNvSpPr>
            <a:spLocks/>
          </p:cNvSpPr>
          <p:nvPr/>
        </p:nvSpPr>
        <p:spPr>
          <a:xfrm>
            <a:off x="210203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3" name="data_592">
            <a:extLst>
              <a:ext uri="{FF2B5EF4-FFF2-40B4-BE49-F238E27FC236}">
                <a16:creationId xmlns:a16="http://schemas.microsoft.com/office/drawing/2014/main" id="{7432541E-16A6-4901-9684-CABB71CB2C55}"/>
              </a:ext>
            </a:extLst>
          </p:cNvPr>
          <p:cNvSpPr>
            <a:spLocks/>
          </p:cNvSpPr>
          <p:nvPr/>
        </p:nvSpPr>
        <p:spPr>
          <a:xfrm>
            <a:off x="210180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4" name="data_593">
            <a:extLst>
              <a:ext uri="{FF2B5EF4-FFF2-40B4-BE49-F238E27FC236}">
                <a16:creationId xmlns:a16="http://schemas.microsoft.com/office/drawing/2014/main" id="{601A12AF-261F-4665-8A0D-9D7BC84AD372}"/>
              </a:ext>
            </a:extLst>
          </p:cNvPr>
          <p:cNvSpPr>
            <a:spLocks/>
          </p:cNvSpPr>
          <p:nvPr/>
        </p:nvSpPr>
        <p:spPr>
          <a:xfrm>
            <a:off x="2129043" y="265101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5" name="data_594">
            <a:extLst>
              <a:ext uri="{FF2B5EF4-FFF2-40B4-BE49-F238E27FC236}">
                <a16:creationId xmlns:a16="http://schemas.microsoft.com/office/drawing/2014/main" id="{72DD5E0E-441E-43B9-8738-4B89A42C6B57}"/>
              </a:ext>
            </a:extLst>
          </p:cNvPr>
          <p:cNvSpPr>
            <a:spLocks/>
          </p:cNvSpPr>
          <p:nvPr/>
        </p:nvSpPr>
        <p:spPr>
          <a:xfrm>
            <a:off x="220487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6" name="data_595">
            <a:extLst>
              <a:ext uri="{FF2B5EF4-FFF2-40B4-BE49-F238E27FC236}">
                <a16:creationId xmlns:a16="http://schemas.microsoft.com/office/drawing/2014/main" id="{9A2E7343-DB66-4EB5-A503-73A1D3865E04}"/>
              </a:ext>
            </a:extLst>
          </p:cNvPr>
          <p:cNvSpPr>
            <a:spLocks/>
          </p:cNvSpPr>
          <p:nvPr/>
        </p:nvSpPr>
        <p:spPr>
          <a:xfrm>
            <a:off x="2120899" y="31021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7" name="data_596">
            <a:extLst>
              <a:ext uri="{FF2B5EF4-FFF2-40B4-BE49-F238E27FC236}">
                <a16:creationId xmlns:a16="http://schemas.microsoft.com/office/drawing/2014/main" id="{C956D263-0012-447C-A40E-8BA23FCF6213}"/>
              </a:ext>
            </a:extLst>
          </p:cNvPr>
          <p:cNvSpPr>
            <a:spLocks/>
          </p:cNvSpPr>
          <p:nvPr/>
        </p:nvSpPr>
        <p:spPr>
          <a:xfrm>
            <a:off x="2127668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8" name="data_597">
            <a:extLst>
              <a:ext uri="{FF2B5EF4-FFF2-40B4-BE49-F238E27FC236}">
                <a16:creationId xmlns:a16="http://schemas.microsoft.com/office/drawing/2014/main" id="{72F0B44A-7A0A-4435-AB90-A116E338DDCD}"/>
              </a:ext>
            </a:extLst>
          </p:cNvPr>
          <p:cNvSpPr>
            <a:spLocks/>
          </p:cNvSpPr>
          <p:nvPr/>
        </p:nvSpPr>
        <p:spPr>
          <a:xfrm>
            <a:off x="21152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9" name="data_598">
            <a:extLst>
              <a:ext uri="{FF2B5EF4-FFF2-40B4-BE49-F238E27FC236}">
                <a16:creationId xmlns:a16="http://schemas.microsoft.com/office/drawing/2014/main" id="{1669FB49-D56D-43A6-8FB2-676F77E4E982}"/>
              </a:ext>
            </a:extLst>
          </p:cNvPr>
          <p:cNvSpPr>
            <a:spLocks/>
          </p:cNvSpPr>
          <p:nvPr/>
        </p:nvSpPr>
        <p:spPr>
          <a:xfrm>
            <a:off x="2213070" y="31154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0" name="data_599">
            <a:extLst>
              <a:ext uri="{FF2B5EF4-FFF2-40B4-BE49-F238E27FC236}">
                <a16:creationId xmlns:a16="http://schemas.microsoft.com/office/drawing/2014/main" id="{85E7BFED-8522-41DD-BED1-FDDD01D9D9BC}"/>
              </a:ext>
            </a:extLst>
          </p:cNvPr>
          <p:cNvSpPr>
            <a:spLocks/>
          </p:cNvSpPr>
          <p:nvPr/>
        </p:nvSpPr>
        <p:spPr>
          <a:xfrm>
            <a:off x="222427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1" name="data_600">
            <a:extLst>
              <a:ext uri="{FF2B5EF4-FFF2-40B4-BE49-F238E27FC236}">
                <a16:creationId xmlns:a16="http://schemas.microsoft.com/office/drawing/2014/main" id="{75AF6551-D28F-4495-9861-277E6AD5CC75}"/>
              </a:ext>
            </a:extLst>
          </p:cNvPr>
          <p:cNvSpPr>
            <a:spLocks/>
          </p:cNvSpPr>
          <p:nvPr/>
        </p:nvSpPr>
        <p:spPr>
          <a:xfrm>
            <a:off x="2229398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2" name="data_601">
            <a:extLst>
              <a:ext uri="{FF2B5EF4-FFF2-40B4-BE49-F238E27FC236}">
                <a16:creationId xmlns:a16="http://schemas.microsoft.com/office/drawing/2014/main" id="{52F128F6-5AF2-4DB2-9B4F-0BF2F79CB57F}"/>
              </a:ext>
            </a:extLst>
          </p:cNvPr>
          <p:cNvSpPr>
            <a:spLocks/>
          </p:cNvSpPr>
          <p:nvPr/>
        </p:nvSpPr>
        <p:spPr>
          <a:xfrm>
            <a:off x="218336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3" name="data_602">
            <a:extLst>
              <a:ext uri="{FF2B5EF4-FFF2-40B4-BE49-F238E27FC236}">
                <a16:creationId xmlns:a16="http://schemas.microsoft.com/office/drawing/2014/main" id="{E6EC381D-81EE-4DAA-8F6A-A9AED32AEC96}"/>
              </a:ext>
            </a:extLst>
          </p:cNvPr>
          <p:cNvSpPr>
            <a:spLocks/>
          </p:cNvSpPr>
          <p:nvPr/>
        </p:nvSpPr>
        <p:spPr>
          <a:xfrm>
            <a:off x="211847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4" name="data_603">
            <a:extLst>
              <a:ext uri="{FF2B5EF4-FFF2-40B4-BE49-F238E27FC236}">
                <a16:creationId xmlns:a16="http://schemas.microsoft.com/office/drawing/2014/main" id="{5D54AC39-ED2B-452D-B371-BB53221B73B4}"/>
              </a:ext>
            </a:extLst>
          </p:cNvPr>
          <p:cNvSpPr>
            <a:spLocks/>
          </p:cNvSpPr>
          <p:nvPr/>
        </p:nvSpPr>
        <p:spPr>
          <a:xfrm>
            <a:off x="211308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5" name="data_604">
            <a:extLst>
              <a:ext uri="{FF2B5EF4-FFF2-40B4-BE49-F238E27FC236}">
                <a16:creationId xmlns:a16="http://schemas.microsoft.com/office/drawing/2014/main" id="{76792FBA-D9D8-46B3-B820-2A0E6F11339A}"/>
              </a:ext>
            </a:extLst>
          </p:cNvPr>
          <p:cNvSpPr>
            <a:spLocks/>
          </p:cNvSpPr>
          <p:nvPr/>
        </p:nvSpPr>
        <p:spPr>
          <a:xfrm>
            <a:off x="2167794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6" name="data_605">
            <a:extLst>
              <a:ext uri="{FF2B5EF4-FFF2-40B4-BE49-F238E27FC236}">
                <a16:creationId xmlns:a16="http://schemas.microsoft.com/office/drawing/2014/main" id="{EA43EA78-E2E3-44F4-866F-E2FF3FEAD2BB}"/>
              </a:ext>
            </a:extLst>
          </p:cNvPr>
          <p:cNvSpPr>
            <a:spLocks/>
          </p:cNvSpPr>
          <p:nvPr/>
        </p:nvSpPr>
        <p:spPr>
          <a:xfrm>
            <a:off x="216867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7" name="data_606">
            <a:extLst>
              <a:ext uri="{FF2B5EF4-FFF2-40B4-BE49-F238E27FC236}">
                <a16:creationId xmlns:a16="http://schemas.microsoft.com/office/drawing/2014/main" id="{ED6407FC-DC00-46DB-AF32-1C4C7B7FF44D}"/>
              </a:ext>
            </a:extLst>
          </p:cNvPr>
          <p:cNvSpPr>
            <a:spLocks/>
          </p:cNvSpPr>
          <p:nvPr/>
        </p:nvSpPr>
        <p:spPr>
          <a:xfrm>
            <a:off x="2118629" y="19142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8" name="data_607">
            <a:extLst>
              <a:ext uri="{FF2B5EF4-FFF2-40B4-BE49-F238E27FC236}">
                <a16:creationId xmlns:a16="http://schemas.microsoft.com/office/drawing/2014/main" id="{A348E099-37AC-4B42-A258-02A4EA4EE1DF}"/>
              </a:ext>
            </a:extLst>
          </p:cNvPr>
          <p:cNvSpPr>
            <a:spLocks/>
          </p:cNvSpPr>
          <p:nvPr/>
        </p:nvSpPr>
        <p:spPr>
          <a:xfrm>
            <a:off x="21934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9" name="data_608">
            <a:extLst>
              <a:ext uri="{FF2B5EF4-FFF2-40B4-BE49-F238E27FC236}">
                <a16:creationId xmlns:a16="http://schemas.microsoft.com/office/drawing/2014/main" id="{43B3C173-CDE2-4806-8CC9-6C0D8D75C430}"/>
              </a:ext>
            </a:extLst>
          </p:cNvPr>
          <p:cNvSpPr>
            <a:spLocks/>
          </p:cNvSpPr>
          <p:nvPr/>
        </p:nvSpPr>
        <p:spPr>
          <a:xfrm>
            <a:off x="2203862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0" name="data_609">
            <a:extLst>
              <a:ext uri="{FF2B5EF4-FFF2-40B4-BE49-F238E27FC236}">
                <a16:creationId xmlns:a16="http://schemas.microsoft.com/office/drawing/2014/main" id="{F9FAB284-AC86-4DB3-A5AA-DDD5E9353884}"/>
              </a:ext>
            </a:extLst>
          </p:cNvPr>
          <p:cNvSpPr>
            <a:spLocks/>
          </p:cNvSpPr>
          <p:nvPr/>
        </p:nvSpPr>
        <p:spPr>
          <a:xfrm>
            <a:off x="220566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1" name="data_610">
            <a:extLst>
              <a:ext uri="{FF2B5EF4-FFF2-40B4-BE49-F238E27FC236}">
                <a16:creationId xmlns:a16="http://schemas.microsoft.com/office/drawing/2014/main" id="{3B73FE23-DFFB-44A9-814F-AA096455943D}"/>
              </a:ext>
            </a:extLst>
          </p:cNvPr>
          <p:cNvSpPr>
            <a:spLocks/>
          </p:cNvSpPr>
          <p:nvPr/>
        </p:nvSpPr>
        <p:spPr>
          <a:xfrm>
            <a:off x="2195727" y="34369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2" name="data_611">
            <a:extLst>
              <a:ext uri="{FF2B5EF4-FFF2-40B4-BE49-F238E27FC236}">
                <a16:creationId xmlns:a16="http://schemas.microsoft.com/office/drawing/2014/main" id="{B5962F6C-C85A-4A16-BB9F-17B10C6104F3}"/>
              </a:ext>
            </a:extLst>
          </p:cNvPr>
          <p:cNvSpPr>
            <a:spLocks/>
          </p:cNvSpPr>
          <p:nvPr/>
        </p:nvSpPr>
        <p:spPr>
          <a:xfrm>
            <a:off x="221332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3" name="data_612">
            <a:extLst>
              <a:ext uri="{FF2B5EF4-FFF2-40B4-BE49-F238E27FC236}">
                <a16:creationId xmlns:a16="http://schemas.microsoft.com/office/drawing/2014/main" id="{2D545412-5E66-462F-BEA7-0A86AD1F4DB2}"/>
              </a:ext>
            </a:extLst>
          </p:cNvPr>
          <p:cNvSpPr>
            <a:spLocks/>
          </p:cNvSpPr>
          <p:nvPr/>
        </p:nvSpPr>
        <p:spPr>
          <a:xfrm>
            <a:off x="214366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4" name="data_613">
            <a:extLst>
              <a:ext uri="{FF2B5EF4-FFF2-40B4-BE49-F238E27FC236}">
                <a16:creationId xmlns:a16="http://schemas.microsoft.com/office/drawing/2014/main" id="{0D112AE4-06C2-4F85-90C7-0CA7D5E460A7}"/>
              </a:ext>
            </a:extLst>
          </p:cNvPr>
          <p:cNvSpPr>
            <a:spLocks/>
          </p:cNvSpPr>
          <p:nvPr/>
        </p:nvSpPr>
        <p:spPr>
          <a:xfrm>
            <a:off x="2148966" y="29855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5" name="data_614">
            <a:extLst>
              <a:ext uri="{FF2B5EF4-FFF2-40B4-BE49-F238E27FC236}">
                <a16:creationId xmlns:a16="http://schemas.microsoft.com/office/drawing/2014/main" id="{9021C791-EF6C-4468-91BB-79D22DE63E6C}"/>
              </a:ext>
            </a:extLst>
          </p:cNvPr>
          <p:cNvSpPr>
            <a:spLocks/>
          </p:cNvSpPr>
          <p:nvPr/>
        </p:nvSpPr>
        <p:spPr>
          <a:xfrm>
            <a:off x="219513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6" name="data_615">
            <a:extLst>
              <a:ext uri="{FF2B5EF4-FFF2-40B4-BE49-F238E27FC236}">
                <a16:creationId xmlns:a16="http://schemas.microsoft.com/office/drawing/2014/main" id="{06C7A018-7827-4FA7-86D8-12D6A1DE5499}"/>
              </a:ext>
            </a:extLst>
          </p:cNvPr>
          <p:cNvSpPr>
            <a:spLocks/>
          </p:cNvSpPr>
          <p:nvPr/>
        </p:nvSpPr>
        <p:spPr>
          <a:xfrm>
            <a:off x="2100225" y="21352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7" name="data_616">
            <a:extLst>
              <a:ext uri="{FF2B5EF4-FFF2-40B4-BE49-F238E27FC236}">
                <a16:creationId xmlns:a16="http://schemas.microsoft.com/office/drawing/2014/main" id="{86B2DD6B-CA8D-4253-834D-B1941CE4B7FD}"/>
              </a:ext>
            </a:extLst>
          </p:cNvPr>
          <p:cNvSpPr>
            <a:spLocks/>
          </p:cNvSpPr>
          <p:nvPr/>
        </p:nvSpPr>
        <p:spPr>
          <a:xfrm>
            <a:off x="2148748" y="3019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8" name="data_617">
            <a:extLst>
              <a:ext uri="{FF2B5EF4-FFF2-40B4-BE49-F238E27FC236}">
                <a16:creationId xmlns:a16="http://schemas.microsoft.com/office/drawing/2014/main" id="{6DAA331A-2FE1-40D2-B7A5-887653021D19}"/>
              </a:ext>
            </a:extLst>
          </p:cNvPr>
          <p:cNvSpPr>
            <a:spLocks/>
          </p:cNvSpPr>
          <p:nvPr/>
        </p:nvSpPr>
        <p:spPr>
          <a:xfrm>
            <a:off x="2153050" y="336201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9" name="data_618">
            <a:extLst>
              <a:ext uri="{FF2B5EF4-FFF2-40B4-BE49-F238E27FC236}">
                <a16:creationId xmlns:a16="http://schemas.microsoft.com/office/drawing/2014/main" id="{4B351B07-6D93-4E2D-9FC4-9CB82E90CEB0}"/>
              </a:ext>
            </a:extLst>
          </p:cNvPr>
          <p:cNvSpPr>
            <a:spLocks/>
          </p:cNvSpPr>
          <p:nvPr/>
        </p:nvSpPr>
        <p:spPr>
          <a:xfrm>
            <a:off x="215442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0" name="data_619">
            <a:extLst>
              <a:ext uri="{FF2B5EF4-FFF2-40B4-BE49-F238E27FC236}">
                <a16:creationId xmlns:a16="http://schemas.microsoft.com/office/drawing/2014/main" id="{6477B895-DD88-40F1-B8B0-65B34E9D61EF}"/>
              </a:ext>
            </a:extLst>
          </p:cNvPr>
          <p:cNvSpPr>
            <a:spLocks/>
          </p:cNvSpPr>
          <p:nvPr/>
        </p:nvSpPr>
        <p:spPr>
          <a:xfrm>
            <a:off x="2149370" y="34504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1" name="data_620">
            <a:extLst>
              <a:ext uri="{FF2B5EF4-FFF2-40B4-BE49-F238E27FC236}">
                <a16:creationId xmlns:a16="http://schemas.microsoft.com/office/drawing/2014/main" id="{94E5B22B-CC87-455C-BEE5-823BDDF155FE}"/>
              </a:ext>
            </a:extLst>
          </p:cNvPr>
          <p:cNvSpPr>
            <a:spLocks/>
          </p:cNvSpPr>
          <p:nvPr/>
        </p:nvSpPr>
        <p:spPr>
          <a:xfrm>
            <a:off x="2208836" y="242231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2" name="data_621">
            <a:extLst>
              <a:ext uri="{FF2B5EF4-FFF2-40B4-BE49-F238E27FC236}">
                <a16:creationId xmlns:a16="http://schemas.microsoft.com/office/drawing/2014/main" id="{07BCBF9E-CCC9-4C20-AA7A-F4E0C536EF0A}"/>
              </a:ext>
            </a:extLst>
          </p:cNvPr>
          <p:cNvSpPr>
            <a:spLocks/>
          </p:cNvSpPr>
          <p:nvPr/>
        </p:nvSpPr>
        <p:spPr>
          <a:xfrm>
            <a:off x="2143814" y="33772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3" name="data_622">
            <a:extLst>
              <a:ext uri="{FF2B5EF4-FFF2-40B4-BE49-F238E27FC236}">
                <a16:creationId xmlns:a16="http://schemas.microsoft.com/office/drawing/2014/main" id="{45FAFDFF-20A4-433C-865D-ED872DBC70B6}"/>
              </a:ext>
            </a:extLst>
          </p:cNvPr>
          <p:cNvSpPr>
            <a:spLocks/>
          </p:cNvSpPr>
          <p:nvPr/>
        </p:nvSpPr>
        <p:spPr>
          <a:xfrm>
            <a:off x="2211091" y="25134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4" name="data_623">
            <a:extLst>
              <a:ext uri="{FF2B5EF4-FFF2-40B4-BE49-F238E27FC236}">
                <a16:creationId xmlns:a16="http://schemas.microsoft.com/office/drawing/2014/main" id="{5E7E57EC-B8F5-49ED-9B66-FFA8E6E20620}"/>
              </a:ext>
            </a:extLst>
          </p:cNvPr>
          <p:cNvSpPr>
            <a:spLocks/>
          </p:cNvSpPr>
          <p:nvPr/>
        </p:nvSpPr>
        <p:spPr>
          <a:xfrm>
            <a:off x="2182616" y="33772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5" name="data_624">
            <a:extLst>
              <a:ext uri="{FF2B5EF4-FFF2-40B4-BE49-F238E27FC236}">
                <a16:creationId xmlns:a16="http://schemas.microsoft.com/office/drawing/2014/main" id="{8957BE5E-AA1A-4454-869A-1423CFABE338}"/>
              </a:ext>
            </a:extLst>
          </p:cNvPr>
          <p:cNvSpPr>
            <a:spLocks/>
          </p:cNvSpPr>
          <p:nvPr/>
        </p:nvSpPr>
        <p:spPr>
          <a:xfrm>
            <a:off x="2198518" y="285362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6" name="data_625">
            <a:extLst>
              <a:ext uri="{FF2B5EF4-FFF2-40B4-BE49-F238E27FC236}">
                <a16:creationId xmlns:a16="http://schemas.microsoft.com/office/drawing/2014/main" id="{9DE85D19-7986-40E2-998F-08D6DB6FE8E2}"/>
              </a:ext>
            </a:extLst>
          </p:cNvPr>
          <p:cNvSpPr>
            <a:spLocks/>
          </p:cNvSpPr>
          <p:nvPr/>
        </p:nvSpPr>
        <p:spPr>
          <a:xfrm>
            <a:off x="2180662" y="34267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7" name="data_626">
            <a:extLst>
              <a:ext uri="{FF2B5EF4-FFF2-40B4-BE49-F238E27FC236}">
                <a16:creationId xmlns:a16="http://schemas.microsoft.com/office/drawing/2014/main" id="{52E4E908-3AE7-4EEB-87D2-7F3220335CE6}"/>
              </a:ext>
            </a:extLst>
          </p:cNvPr>
          <p:cNvSpPr>
            <a:spLocks/>
          </p:cNvSpPr>
          <p:nvPr/>
        </p:nvSpPr>
        <p:spPr>
          <a:xfrm>
            <a:off x="2122934" y="22826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8" name="data_627">
            <a:extLst>
              <a:ext uri="{FF2B5EF4-FFF2-40B4-BE49-F238E27FC236}">
                <a16:creationId xmlns:a16="http://schemas.microsoft.com/office/drawing/2014/main" id="{8AB3256C-FABF-4F81-B7BA-3372F4AD54B6}"/>
              </a:ext>
            </a:extLst>
          </p:cNvPr>
          <p:cNvSpPr>
            <a:spLocks/>
          </p:cNvSpPr>
          <p:nvPr/>
        </p:nvSpPr>
        <p:spPr>
          <a:xfrm>
            <a:off x="2184397" y="29457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9" name="data_628">
            <a:extLst>
              <a:ext uri="{FF2B5EF4-FFF2-40B4-BE49-F238E27FC236}">
                <a16:creationId xmlns:a16="http://schemas.microsoft.com/office/drawing/2014/main" id="{E1AB4783-2CBB-487E-9FFD-C11C20CF90CD}"/>
              </a:ext>
            </a:extLst>
          </p:cNvPr>
          <p:cNvSpPr>
            <a:spLocks/>
          </p:cNvSpPr>
          <p:nvPr/>
        </p:nvSpPr>
        <p:spPr>
          <a:xfrm>
            <a:off x="213997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0" name="data_629">
            <a:extLst>
              <a:ext uri="{FF2B5EF4-FFF2-40B4-BE49-F238E27FC236}">
                <a16:creationId xmlns:a16="http://schemas.microsoft.com/office/drawing/2014/main" id="{FE407CBA-C458-463B-95BB-9EFCB1DCF372}"/>
              </a:ext>
            </a:extLst>
          </p:cNvPr>
          <p:cNvSpPr>
            <a:spLocks/>
          </p:cNvSpPr>
          <p:nvPr/>
        </p:nvSpPr>
        <p:spPr>
          <a:xfrm>
            <a:off x="217714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1" name="data_630">
            <a:extLst>
              <a:ext uri="{FF2B5EF4-FFF2-40B4-BE49-F238E27FC236}">
                <a16:creationId xmlns:a16="http://schemas.microsoft.com/office/drawing/2014/main" id="{D3C2DA5F-AA25-431B-ACA6-DD056D8AB8B1}"/>
              </a:ext>
            </a:extLst>
          </p:cNvPr>
          <p:cNvSpPr>
            <a:spLocks/>
          </p:cNvSpPr>
          <p:nvPr/>
        </p:nvSpPr>
        <p:spPr>
          <a:xfrm>
            <a:off x="214260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2" name="data_631">
            <a:extLst>
              <a:ext uri="{FF2B5EF4-FFF2-40B4-BE49-F238E27FC236}">
                <a16:creationId xmlns:a16="http://schemas.microsoft.com/office/drawing/2014/main" id="{2EC8E93E-F5AE-4521-B229-EEE5EA52C11B}"/>
              </a:ext>
            </a:extLst>
          </p:cNvPr>
          <p:cNvSpPr>
            <a:spLocks/>
          </p:cNvSpPr>
          <p:nvPr/>
        </p:nvSpPr>
        <p:spPr>
          <a:xfrm>
            <a:off x="2230814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3" name="data_632">
            <a:extLst>
              <a:ext uri="{FF2B5EF4-FFF2-40B4-BE49-F238E27FC236}">
                <a16:creationId xmlns:a16="http://schemas.microsoft.com/office/drawing/2014/main" id="{13FCA6A1-B3CF-4BF3-AC3B-9994115F8949}"/>
              </a:ext>
            </a:extLst>
          </p:cNvPr>
          <p:cNvSpPr>
            <a:spLocks/>
          </p:cNvSpPr>
          <p:nvPr/>
        </p:nvSpPr>
        <p:spPr>
          <a:xfrm>
            <a:off x="2183617" y="33141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4" name="data_633">
            <a:extLst>
              <a:ext uri="{FF2B5EF4-FFF2-40B4-BE49-F238E27FC236}">
                <a16:creationId xmlns:a16="http://schemas.microsoft.com/office/drawing/2014/main" id="{232CDEE5-A95A-44DE-8568-DD1D06F872AD}"/>
              </a:ext>
            </a:extLst>
          </p:cNvPr>
          <p:cNvSpPr>
            <a:spLocks/>
          </p:cNvSpPr>
          <p:nvPr/>
        </p:nvSpPr>
        <p:spPr>
          <a:xfrm>
            <a:off x="21560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5" name="data_634">
            <a:extLst>
              <a:ext uri="{FF2B5EF4-FFF2-40B4-BE49-F238E27FC236}">
                <a16:creationId xmlns:a16="http://schemas.microsoft.com/office/drawing/2014/main" id="{CC1E009C-578C-4BAC-825D-DA220F339E39}"/>
              </a:ext>
            </a:extLst>
          </p:cNvPr>
          <p:cNvSpPr>
            <a:spLocks/>
          </p:cNvSpPr>
          <p:nvPr/>
        </p:nvSpPr>
        <p:spPr>
          <a:xfrm>
            <a:off x="2146290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6" name="data_635">
            <a:extLst>
              <a:ext uri="{FF2B5EF4-FFF2-40B4-BE49-F238E27FC236}">
                <a16:creationId xmlns:a16="http://schemas.microsoft.com/office/drawing/2014/main" id="{1DAACC76-7F29-42FF-A42F-624A91E1F37A}"/>
              </a:ext>
            </a:extLst>
          </p:cNvPr>
          <p:cNvSpPr>
            <a:spLocks/>
          </p:cNvSpPr>
          <p:nvPr/>
        </p:nvSpPr>
        <p:spPr>
          <a:xfrm>
            <a:off x="2146341" y="24510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7" name="data_636">
            <a:extLst>
              <a:ext uri="{FF2B5EF4-FFF2-40B4-BE49-F238E27FC236}">
                <a16:creationId xmlns:a16="http://schemas.microsoft.com/office/drawing/2014/main" id="{94479754-CC05-4B26-97E7-5DADF40033EE}"/>
              </a:ext>
            </a:extLst>
          </p:cNvPr>
          <p:cNvSpPr>
            <a:spLocks/>
          </p:cNvSpPr>
          <p:nvPr/>
        </p:nvSpPr>
        <p:spPr>
          <a:xfrm>
            <a:off x="221654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8" name="data_637">
            <a:extLst>
              <a:ext uri="{FF2B5EF4-FFF2-40B4-BE49-F238E27FC236}">
                <a16:creationId xmlns:a16="http://schemas.microsoft.com/office/drawing/2014/main" id="{AF899CDD-A4C6-48EE-915D-FC400DA4BBD5}"/>
              </a:ext>
            </a:extLst>
          </p:cNvPr>
          <p:cNvSpPr>
            <a:spLocks/>
          </p:cNvSpPr>
          <p:nvPr/>
        </p:nvSpPr>
        <p:spPr>
          <a:xfrm>
            <a:off x="2168961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9" name="data_638">
            <a:extLst>
              <a:ext uri="{FF2B5EF4-FFF2-40B4-BE49-F238E27FC236}">
                <a16:creationId xmlns:a16="http://schemas.microsoft.com/office/drawing/2014/main" id="{AADA1FB8-55E0-4355-96DF-18E88ADA59E1}"/>
              </a:ext>
            </a:extLst>
          </p:cNvPr>
          <p:cNvSpPr>
            <a:spLocks/>
          </p:cNvSpPr>
          <p:nvPr/>
        </p:nvSpPr>
        <p:spPr>
          <a:xfrm>
            <a:off x="2163290" y="23931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0" name="data_639">
            <a:extLst>
              <a:ext uri="{FF2B5EF4-FFF2-40B4-BE49-F238E27FC236}">
                <a16:creationId xmlns:a16="http://schemas.microsoft.com/office/drawing/2014/main" id="{908FD274-BD9F-465F-A722-B03EE81A1DEE}"/>
              </a:ext>
            </a:extLst>
          </p:cNvPr>
          <p:cNvSpPr>
            <a:spLocks/>
          </p:cNvSpPr>
          <p:nvPr/>
        </p:nvSpPr>
        <p:spPr>
          <a:xfrm>
            <a:off x="210040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1" name="data_640">
            <a:extLst>
              <a:ext uri="{FF2B5EF4-FFF2-40B4-BE49-F238E27FC236}">
                <a16:creationId xmlns:a16="http://schemas.microsoft.com/office/drawing/2014/main" id="{3FF738F5-2F20-427A-973E-8934F157587D}"/>
              </a:ext>
            </a:extLst>
          </p:cNvPr>
          <p:cNvSpPr>
            <a:spLocks/>
          </p:cNvSpPr>
          <p:nvPr/>
        </p:nvSpPr>
        <p:spPr>
          <a:xfrm>
            <a:off x="2220583" y="30930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2" name="data_641">
            <a:extLst>
              <a:ext uri="{FF2B5EF4-FFF2-40B4-BE49-F238E27FC236}">
                <a16:creationId xmlns:a16="http://schemas.microsoft.com/office/drawing/2014/main" id="{8C989048-9161-4E2A-ADA8-5D02431EC297}"/>
              </a:ext>
            </a:extLst>
          </p:cNvPr>
          <p:cNvSpPr>
            <a:spLocks/>
          </p:cNvSpPr>
          <p:nvPr/>
        </p:nvSpPr>
        <p:spPr>
          <a:xfrm>
            <a:off x="2127524" y="3032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3" name="data_642">
            <a:extLst>
              <a:ext uri="{FF2B5EF4-FFF2-40B4-BE49-F238E27FC236}">
                <a16:creationId xmlns:a16="http://schemas.microsoft.com/office/drawing/2014/main" id="{A71F7085-652C-4218-A901-2E18F0DAC32A}"/>
              </a:ext>
            </a:extLst>
          </p:cNvPr>
          <p:cNvSpPr>
            <a:spLocks/>
          </p:cNvSpPr>
          <p:nvPr/>
        </p:nvSpPr>
        <p:spPr>
          <a:xfrm>
            <a:off x="2130630" y="32405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4" name="data_643">
            <a:extLst>
              <a:ext uri="{FF2B5EF4-FFF2-40B4-BE49-F238E27FC236}">
                <a16:creationId xmlns:a16="http://schemas.microsoft.com/office/drawing/2014/main" id="{FE5CEF32-DBF7-4AE5-B011-31E06DFAABA4}"/>
              </a:ext>
            </a:extLst>
          </p:cNvPr>
          <p:cNvSpPr>
            <a:spLocks/>
          </p:cNvSpPr>
          <p:nvPr/>
        </p:nvSpPr>
        <p:spPr>
          <a:xfrm>
            <a:off x="22107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5" name="data_644">
            <a:extLst>
              <a:ext uri="{FF2B5EF4-FFF2-40B4-BE49-F238E27FC236}">
                <a16:creationId xmlns:a16="http://schemas.microsoft.com/office/drawing/2014/main" id="{DD228929-2BEE-4A9D-9542-68E0F8B6C97C}"/>
              </a:ext>
            </a:extLst>
          </p:cNvPr>
          <p:cNvSpPr>
            <a:spLocks/>
          </p:cNvSpPr>
          <p:nvPr/>
        </p:nvSpPr>
        <p:spPr>
          <a:xfrm>
            <a:off x="2147492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6" name="data_645">
            <a:extLst>
              <a:ext uri="{FF2B5EF4-FFF2-40B4-BE49-F238E27FC236}">
                <a16:creationId xmlns:a16="http://schemas.microsoft.com/office/drawing/2014/main" id="{23948F1C-8280-44C9-BCDE-5C8BAB557BD6}"/>
              </a:ext>
            </a:extLst>
          </p:cNvPr>
          <p:cNvSpPr>
            <a:spLocks/>
          </p:cNvSpPr>
          <p:nvPr/>
        </p:nvSpPr>
        <p:spPr>
          <a:xfrm>
            <a:off x="222286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7" name="data_646">
            <a:extLst>
              <a:ext uri="{FF2B5EF4-FFF2-40B4-BE49-F238E27FC236}">
                <a16:creationId xmlns:a16="http://schemas.microsoft.com/office/drawing/2014/main" id="{3434AC72-C77C-4D2C-A97E-4E83C3183FFF}"/>
              </a:ext>
            </a:extLst>
          </p:cNvPr>
          <p:cNvSpPr>
            <a:spLocks/>
          </p:cNvSpPr>
          <p:nvPr/>
        </p:nvSpPr>
        <p:spPr>
          <a:xfrm>
            <a:off x="221692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8" name="data_647">
            <a:extLst>
              <a:ext uri="{FF2B5EF4-FFF2-40B4-BE49-F238E27FC236}">
                <a16:creationId xmlns:a16="http://schemas.microsoft.com/office/drawing/2014/main" id="{409D08FB-3E86-4130-AAB7-36176D28F70D}"/>
              </a:ext>
            </a:extLst>
          </p:cNvPr>
          <p:cNvSpPr>
            <a:spLocks/>
          </p:cNvSpPr>
          <p:nvPr/>
        </p:nvSpPr>
        <p:spPr>
          <a:xfrm>
            <a:off x="2133536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9" name="data_648">
            <a:extLst>
              <a:ext uri="{FF2B5EF4-FFF2-40B4-BE49-F238E27FC236}">
                <a16:creationId xmlns:a16="http://schemas.microsoft.com/office/drawing/2014/main" id="{5CDE61FD-C8FC-418C-8A87-D306995DA17F}"/>
              </a:ext>
            </a:extLst>
          </p:cNvPr>
          <p:cNvSpPr>
            <a:spLocks/>
          </p:cNvSpPr>
          <p:nvPr/>
        </p:nvSpPr>
        <p:spPr>
          <a:xfrm>
            <a:off x="2126756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0" name="data_649">
            <a:extLst>
              <a:ext uri="{FF2B5EF4-FFF2-40B4-BE49-F238E27FC236}">
                <a16:creationId xmlns:a16="http://schemas.microsoft.com/office/drawing/2014/main" id="{F14A92A3-CE89-4484-B7BE-8E3C81EB7AC7}"/>
              </a:ext>
            </a:extLst>
          </p:cNvPr>
          <p:cNvSpPr>
            <a:spLocks/>
          </p:cNvSpPr>
          <p:nvPr/>
        </p:nvSpPr>
        <p:spPr>
          <a:xfrm>
            <a:off x="2188756" y="25015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1" name="data_650">
            <a:extLst>
              <a:ext uri="{FF2B5EF4-FFF2-40B4-BE49-F238E27FC236}">
                <a16:creationId xmlns:a16="http://schemas.microsoft.com/office/drawing/2014/main" id="{F14C8EB6-F536-4F75-8828-67EFE264AABE}"/>
              </a:ext>
            </a:extLst>
          </p:cNvPr>
          <p:cNvSpPr>
            <a:spLocks/>
          </p:cNvSpPr>
          <p:nvPr/>
        </p:nvSpPr>
        <p:spPr>
          <a:xfrm>
            <a:off x="2150906" y="32404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2" name="data_651">
            <a:extLst>
              <a:ext uri="{FF2B5EF4-FFF2-40B4-BE49-F238E27FC236}">
                <a16:creationId xmlns:a16="http://schemas.microsoft.com/office/drawing/2014/main" id="{96980851-71AC-40DA-9D19-072102794A48}"/>
              </a:ext>
            </a:extLst>
          </p:cNvPr>
          <p:cNvSpPr>
            <a:spLocks/>
          </p:cNvSpPr>
          <p:nvPr/>
        </p:nvSpPr>
        <p:spPr>
          <a:xfrm>
            <a:off x="2186012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3" name="data_652">
            <a:extLst>
              <a:ext uri="{FF2B5EF4-FFF2-40B4-BE49-F238E27FC236}">
                <a16:creationId xmlns:a16="http://schemas.microsoft.com/office/drawing/2014/main" id="{A03FA404-481B-4608-81BE-2602DD1756B6}"/>
              </a:ext>
            </a:extLst>
          </p:cNvPr>
          <p:cNvSpPr>
            <a:spLocks/>
          </p:cNvSpPr>
          <p:nvPr/>
        </p:nvSpPr>
        <p:spPr>
          <a:xfrm>
            <a:off x="2219818" y="34002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4" name="data_653">
            <a:extLst>
              <a:ext uri="{FF2B5EF4-FFF2-40B4-BE49-F238E27FC236}">
                <a16:creationId xmlns:a16="http://schemas.microsoft.com/office/drawing/2014/main" id="{5BF17FD8-8782-4B71-9162-8CF55D9F5AAC}"/>
              </a:ext>
            </a:extLst>
          </p:cNvPr>
          <p:cNvSpPr>
            <a:spLocks/>
          </p:cNvSpPr>
          <p:nvPr/>
        </p:nvSpPr>
        <p:spPr>
          <a:xfrm>
            <a:off x="210352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5" name="data_654">
            <a:extLst>
              <a:ext uri="{FF2B5EF4-FFF2-40B4-BE49-F238E27FC236}">
                <a16:creationId xmlns:a16="http://schemas.microsoft.com/office/drawing/2014/main" id="{D54285FA-345E-4F17-BF23-5F3C316DC5C1}"/>
              </a:ext>
            </a:extLst>
          </p:cNvPr>
          <p:cNvSpPr>
            <a:spLocks/>
          </p:cNvSpPr>
          <p:nvPr/>
        </p:nvSpPr>
        <p:spPr>
          <a:xfrm>
            <a:off x="210655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6" name="data_655">
            <a:extLst>
              <a:ext uri="{FF2B5EF4-FFF2-40B4-BE49-F238E27FC236}">
                <a16:creationId xmlns:a16="http://schemas.microsoft.com/office/drawing/2014/main" id="{C3721134-9944-4943-9743-C3FEE38FBEFC}"/>
              </a:ext>
            </a:extLst>
          </p:cNvPr>
          <p:cNvSpPr>
            <a:spLocks/>
          </p:cNvSpPr>
          <p:nvPr/>
        </p:nvSpPr>
        <p:spPr>
          <a:xfrm>
            <a:off x="213350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7" name="data_656">
            <a:extLst>
              <a:ext uri="{FF2B5EF4-FFF2-40B4-BE49-F238E27FC236}">
                <a16:creationId xmlns:a16="http://schemas.microsoft.com/office/drawing/2014/main" id="{9EF186A7-1E71-48F6-A313-41529CC5FF53}"/>
              </a:ext>
            </a:extLst>
          </p:cNvPr>
          <p:cNvSpPr>
            <a:spLocks/>
          </p:cNvSpPr>
          <p:nvPr/>
        </p:nvSpPr>
        <p:spPr>
          <a:xfrm>
            <a:off x="2211881" y="175533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8" name="data_657">
            <a:extLst>
              <a:ext uri="{FF2B5EF4-FFF2-40B4-BE49-F238E27FC236}">
                <a16:creationId xmlns:a16="http://schemas.microsoft.com/office/drawing/2014/main" id="{B91C8E0B-95D5-4DED-ADF9-66F596AA594B}"/>
              </a:ext>
            </a:extLst>
          </p:cNvPr>
          <p:cNvSpPr>
            <a:spLocks/>
          </p:cNvSpPr>
          <p:nvPr/>
        </p:nvSpPr>
        <p:spPr>
          <a:xfrm>
            <a:off x="223754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9" name="data_658">
            <a:extLst>
              <a:ext uri="{FF2B5EF4-FFF2-40B4-BE49-F238E27FC236}">
                <a16:creationId xmlns:a16="http://schemas.microsoft.com/office/drawing/2014/main" id="{7E6E8FFB-DC37-487E-89F7-5D40868F9238}"/>
              </a:ext>
            </a:extLst>
          </p:cNvPr>
          <p:cNvSpPr>
            <a:spLocks/>
          </p:cNvSpPr>
          <p:nvPr/>
        </p:nvSpPr>
        <p:spPr>
          <a:xfrm>
            <a:off x="220706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0" name="data_659">
            <a:extLst>
              <a:ext uri="{FF2B5EF4-FFF2-40B4-BE49-F238E27FC236}">
                <a16:creationId xmlns:a16="http://schemas.microsoft.com/office/drawing/2014/main" id="{406CC149-F4DE-4580-8FA4-3C7E7EE43E20}"/>
              </a:ext>
            </a:extLst>
          </p:cNvPr>
          <p:cNvSpPr>
            <a:spLocks/>
          </p:cNvSpPr>
          <p:nvPr/>
        </p:nvSpPr>
        <p:spPr>
          <a:xfrm>
            <a:off x="21382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1" name="data_660">
            <a:extLst>
              <a:ext uri="{FF2B5EF4-FFF2-40B4-BE49-F238E27FC236}">
                <a16:creationId xmlns:a16="http://schemas.microsoft.com/office/drawing/2014/main" id="{CCB5CEC2-25E2-4E96-A2F1-E0560B726D7D}"/>
              </a:ext>
            </a:extLst>
          </p:cNvPr>
          <p:cNvSpPr>
            <a:spLocks/>
          </p:cNvSpPr>
          <p:nvPr/>
        </p:nvSpPr>
        <p:spPr>
          <a:xfrm>
            <a:off x="2138489" y="316606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2" name="data_661">
            <a:extLst>
              <a:ext uri="{FF2B5EF4-FFF2-40B4-BE49-F238E27FC236}">
                <a16:creationId xmlns:a16="http://schemas.microsoft.com/office/drawing/2014/main" id="{FFA2AA2E-8F25-4895-ACEB-53FDC7009F57}"/>
              </a:ext>
            </a:extLst>
          </p:cNvPr>
          <p:cNvSpPr>
            <a:spLocks/>
          </p:cNvSpPr>
          <p:nvPr/>
        </p:nvSpPr>
        <p:spPr>
          <a:xfrm>
            <a:off x="215014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3" name="data_662">
            <a:extLst>
              <a:ext uri="{FF2B5EF4-FFF2-40B4-BE49-F238E27FC236}">
                <a16:creationId xmlns:a16="http://schemas.microsoft.com/office/drawing/2014/main" id="{5AA7530C-1A4E-4A43-BB21-5D34BC605493}"/>
              </a:ext>
            </a:extLst>
          </p:cNvPr>
          <p:cNvSpPr>
            <a:spLocks/>
          </p:cNvSpPr>
          <p:nvPr/>
        </p:nvSpPr>
        <p:spPr>
          <a:xfrm>
            <a:off x="2139804" y="3166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4" name="data_663">
            <a:extLst>
              <a:ext uri="{FF2B5EF4-FFF2-40B4-BE49-F238E27FC236}">
                <a16:creationId xmlns:a16="http://schemas.microsoft.com/office/drawing/2014/main" id="{8A05414A-77D2-434E-8E64-92D25EDC03F5}"/>
              </a:ext>
            </a:extLst>
          </p:cNvPr>
          <p:cNvSpPr>
            <a:spLocks/>
          </p:cNvSpPr>
          <p:nvPr/>
        </p:nvSpPr>
        <p:spPr>
          <a:xfrm>
            <a:off x="218087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5" name="data_664">
            <a:extLst>
              <a:ext uri="{FF2B5EF4-FFF2-40B4-BE49-F238E27FC236}">
                <a16:creationId xmlns:a16="http://schemas.microsoft.com/office/drawing/2014/main" id="{74A5ABE8-2584-48A5-8572-55DE9254C3DA}"/>
              </a:ext>
            </a:extLst>
          </p:cNvPr>
          <p:cNvSpPr>
            <a:spLocks/>
          </p:cNvSpPr>
          <p:nvPr/>
        </p:nvSpPr>
        <p:spPr>
          <a:xfrm>
            <a:off x="2174485" y="2245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6" name="data_665">
            <a:extLst>
              <a:ext uri="{FF2B5EF4-FFF2-40B4-BE49-F238E27FC236}">
                <a16:creationId xmlns:a16="http://schemas.microsoft.com/office/drawing/2014/main" id="{9942D025-BF3C-4161-A5B4-B0B329613388}"/>
              </a:ext>
            </a:extLst>
          </p:cNvPr>
          <p:cNvSpPr>
            <a:spLocks/>
          </p:cNvSpPr>
          <p:nvPr/>
        </p:nvSpPr>
        <p:spPr>
          <a:xfrm>
            <a:off x="2142764" y="32088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7" name="data_666">
            <a:extLst>
              <a:ext uri="{FF2B5EF4-FFF2-40B4-BE49-F238E27FC236}">
                <a16:creationId xmlns:a16="http://schemas.microsoft.com/office/drawing/2014/main" id="{7AE79E86-F0B2-4E36-A9AA-41244159D298}"/>
              </a:ext>
            </a:extLst>
          </p:cNvPr>
          <p:cNvSpPr>
            <a:spLocks/>
          </p:cNvSpPr>
          <p:nvPr/>
        </p:nvSpPr>
        <p:spPr>
          <a:xfrm>
            <a:off x="2206195" y="23776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8" name="data_667">
            <a:extLst>
              <a:ext uri="{FF2B5EF4-FFF2-40B4-BE49-F238E27FC236}">
                <a16:creationId xmlns:a16="http://schemas.microsoft.com/office/drawing/2014/main" id="{893A4BE9-FCFC-4D8C-B8D6-78D9F5DC0E39}"/>
              </a:ext>
            </a:extLst>
          </p:cNvPr>
          <p:cNvSpPr>
            <a:spLocks/>
          </p:cNvSpPr>
          <p:nvPr/>
        </p:nvSpPr>
        <p:spPr>
          <a:xfrm>
            <a:off x="2239203" y="22826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9" name="data_668">
            <a:extLst>
              <a:ext uri="{FF2B5EF4-FFF2-40B4-BE49-F238E27FC236}">
                <a16:creationId xmlns:a16="http://schemas.microsoft.com/office/drawing/2014/main" id="{9379B7E1-378C-4281-8F63-8F9BDDDD955E}"/>
              </a:ext>
            </a:extLst>
          </p:cNvPr>
          <p:cNvSpPr>
            <a:spLocks/>
          </p:cNvSpPr>
          <p:nvPr/>
        </p:nvSpPr>
        <p:spPr>
          <a:xfrm>
            <a:off x="218003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0" name="data_669">
            <a:extLst>
              <a:ext uri="{FF2B5EF4-FFF2-40B4-BE49-F238E27FC236}">
                <a16:creationId xmlns:a16="http://schemas.microsoft.com/office/drawing/2014/main" id="{7A5C076D-3B3D-482E-8999-CD95C38DAD87}"/>
              </a:ext>
            </a:extLst>
          </p:cNvPr>
          <p:cNvSpPr>
            <a:spLocks/>
          </p:cNvSpPr>
          <p:nvPr/>
        </p:nvSpPr>
        <p:spPr>
          <a:xfrm>
            <a:off x="213830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1" name="data_670">
            <a:extLst>
              <a:ext uri="{FF2B5EF4-FFF2-40B4-BE49-F238E27FC236}">
                <a16:creationId xmlns:a16="http://schemas.microsoft.com/office/drawing/2014/main" id="{A32B5449-8D09-459C-8301-647B13889F6C}"/>
              </a:ext>
            </a:extLst>
          </p:cNvPr>
          <p:cNvSpPr>
            <a:spLocks/>
          </p:cNvSpPr>
          <p:nvPr/>
        </p:nvSpPr>
        <p:spPr>
          <a:xfrm>
            <a:off x="2176508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2" name="data_671">
            <a:extLst>
              <a:ext uri="{FF2B5EF4-FFF2-40B4-BE49-F238E27FC236}">
                <a16:creationId xmlns:a16="http://schemas.microsoft.com/office/drawing/2014/main" id="{2BCFDF18-1773-40D4-A6B5-4D98C0217993}"/>
              </a:ext>
            </a:extLst>
          </p:cNvPr>
          <p:cNvSpPr>
            <a:spLocks/>
          </p:cNvSpPr>
          <p:nvPr/>
        </p:nvSpPr>
        <p:spPr>
          <a:xfrm>
            <a:off x="2141176" y="27443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3" name="data_672">
            <a:extLst>
              <a:ext uri="{FF2B5EF4-FFF2-40B4-BE49-F238E27FC236}">
                <a16:creationId xmlns:a16="http://schemas.microsoft.com/office/drawing/2014/main" id="{2625040E-7E2A-42CD-BF74-9B92DFDC8598}"/>
              </a:ext>
            </a:extLst>
          </p:cNvPr>
          <p:cNvSpPr>
            <a:spLocks/>
          </p:cNvSpPr>
          <p:nvPr/>
        </p:nvSpPr>
        <p:spPr>
          <a:xfrm>
            <a:off x="2195040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4" name="data_673">
            <a:extLst>
              <a:ext uri="{FF2B5EF4-FFF2-40B4-BE49-F238E27FC236}">
                <a16:creationId xmlns:a16="http://schemas.microsoft.com/office/drawing/2014/main" id="{67B68BDB-D746-4D42-98A8-6320BBFAB86D}"/>
              </a:ext>
            </a:extLst>
          </p:cNvPr>
          <p:cNvSpPr>
            <a:spLocks/>
          </p:cNvSpPr>
          <p:nvPr/>
        </p:nvSpPr>
        <p:spPr>
          <a:xfrm>
            <a:off x="2150145" y="26728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5" name="data_674">
            <a:extLst>
              <a:ext uri="{FF2B5EF4-FFF2-40B4-BE49-F238E27FC236}">
                <a16:creationId xmlns:a16="http://schemas.microsoft.com/office/drawing/2014/main" id="{F165E987-39C3-4123-9CE3-2BE6DB29B8BE}"/>
              </a:ext>
            </a:extLst>
          </p:cNvPr>
          <p:cNvSpPr>
            <a:spLocks/>
          </p:cNvSpPr>
          <p:nvPr/>
        </p:nvSpPr>
        <p:spPr>
          <a:xfrm>
            <a:off x="2182661" y="28425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6" name="data_675">
            <a:extLst>
              <a:ext uri="{FF2B5EF4-FFF2-40B4-BE49-F238E27FC236}">
                <a16:creationId xmlns:a16="http://schemas.microsoft.com/office/drawing/2014/main" id="{96492A04-CF89-4A6B-AACD-159C1466074B}"/>
              </a:ext>
            </a:extLst>
          </p:cNvPr>
          <p:cNvSpPr>
            <a:spLocks/>
          </p:cNvSpPr>
          <p:nvPr/>
        </p:nvSpPr>
        <p:spPr>
          <a:xfrm>
            <a:off x="212230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7" name="data_676">
            <a:extLst>
              <a:ext uri="{FF2B5EF4-FFF2-40B4-BE49-F238E27FC236}">
                <a16:creationId xmlns:a16="http://schemas.microsoft.com/office/drawing/2014/main" id="{CB48EA7F-C09B-4E4D-B443-1C21157FFA5C}"/>
              </a:ext>
            </a:extLst>
          </p:cNvPr>
          <p:cNvSpPr>
            <a:spLocks/>
          </p:cNvSpPr>
          <p:nvPr/>
        </p:nvSpPr>
        <p:spPr>
          <a:xfrm>
            <a:off x="21939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8" name="data_677">
            <a:extLst>
              <a:ext uri="{FF2B5EF4-FFF2-40B4-BE49-F238E27FC236}">
                <a16:creationId xmlns:a16="http://schemas.microsoft.com/office/drawing/2014/main" id="{1F5EC4D1-555B-4707-9A07-704380F460C1}"/>
              </a:ext>
            </a:extLst>
          </p:cNvPr>
          <p:cNvSpPr>
            <a:spLocks/>
          </p:cNvSpPr>
          <p:nvPr/>
        </p:nvSpPr>
        <p:spPr>
          <a:xfrm>
            <a:off x="2239655" y="3019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9" name="data_678">
            <a:extLst>
              <a:ext uri="{FF2B5EF4-FFF2-40B4-BE49-F238E27FC236}">
                <a16:creationId xmlns:a16="http://schemas.microsoft.com/office/drawing/2014/main" id="{962619AD-623B-49E3-A272-B6FB8D3C467A}"/>
              </a:ext>
            </a:extLst>
          </p:cNvPr>
          <p:cNvSpPr>
            <a:spLocks/>
          </p:cNvSpPr>
          <p:nvPr/>
        </p:nvSpPr>
        <p:spPr>
          <a:xfrm>
            <a:off x="216682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0" name="data_679">
            <a:extLst>
              <a:ext uri="{FF2B5EF4-FFF2-40B4-BE49-F238E27FC236}">
                <a16:creationId xmlns:a16="http://schemas.microsoft.com/office/drawing/2014/main" id="{E475F140-1FC0-48A0-BF0E-176339204E7E}"/>
              </a:ext>
            </a:extLst>
          </p:cNvPr>
          <p:cNvSpPr>
            <a:spLocks/>
          </p:cNvSpPr>
          <p:nvPr/>
        </p:nvSpPr>
        <p:spPr>
          <a:xfrm>
            <a:off x="218331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1" name="data_680">
            <a:extLst>
              <a:ext uri="{FF2B5EF4-FFF2-40B4-BE49-F238E27FC236}">
                <a16:creationId xmlns:a16="http://schemas.microsoft.com/office/drawing/2014/main" id="{C8EDAA84-5E5D-4092-9BDD-76D75AC5414C}"/>
              </a:ext>
            </a:extLst>
          </p:cNvPr>
          <p:cNvSpPr>
            <a:spLocks/>
          </p:cNvSpPr>
          <p:nvPr/>
        </p:nvSpPr>
        <p:spPr>
          <a:xfrm>
            <a:off x="2141375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2" name="data_681">
            <a:extLst>
              <a:ext uri="{FF2B5EF4-FFF2-40B4-BE49-F238E27FC236}">
                <a16:creationId xmlns:a16="http://schemas.microsoft.com/office/drawing/2014/main" id="{633A8E60-955C-4F85-8FBF-DE7AE0C8BAF0}"/>
              </a:ext>
            </a:extLst>
          </p:cNvPr>
          <p:cNvSpPr>
            <a:spLocks/>
          </p:cNvSpPr>
          <p:nvPr/>
        </p:nvSpPr>
        <p:spPr>
          <a:xfrm>
            <a:off x="211156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3" name="data_682">
            <a:extLst>
              <a:ext uri="{FF2B5EF4-FFF2-40B4-BE49-F238E27FC236}">
                <a16:creationId xmlns:a16="http://schemas.microsoft.com/office/drawing/2014/main" id="{92069B16-C57D-4C7E-B69E-2998FDEC7E0E}"/>
              </a:ext>
            </a:extLst>
          </p:cNvPr>
          <p:cNvSpPr>
            <a:spLocks/>
          </p:cNvSpPr>
          <p:nvPr/>
        </p:nvSpPr>
        <p:spPr>
          <a:xfrm>
            <a:off x="212277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4" name="data_683">
            <a:extLst>
              <a:ext uri="{FF2B5EF4-FFF2-40B4-BE49-F238E27FC236}">
                <a16:creationId xmlns:a16="http://schemas.microsoft.com/office/drawing/2014/main" id="{9EC8CFC6-883E-4490-BA08-E485A39F863F}"/>
              </a:ext>
            </a:extLst>
          </p:cNvPr>
          <p:cNvSpPr>
            <a:spLocks/>
          </p:cNvSpPr>
          <p:nvPr/>
        </p:nvSpPr>
        <p:spPr>
          <a:xfrm>
            <a:off x="2161125" y="30319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5" name="data_684">
            <a:extLst>
              <a:ext uri="{FF2B5EF4-FFF2-40B4-BE49-F238E27FC236}">
                <a16:creationId xmlns:a16="http://schemas.microsoft.com/office/drawing/2014/main" id="{D8421840-095F-4FA0-9FA1-D51BE947688D}"/>
              </a:ext>
            </a:extLst>
          </p:cNvPr>
          <p:cNvSpPr>
            <a:spLocks/>
          </p:cNvSpPr>
          <p:nvPr/>
        </p:nvSpPr>
        <p:spPr>
          <a:xfrm>
            <a:off x="220179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6" name="data_685">
            <a:extLst>
              <a:ext uri="{FF2B5EF4-FFF2-40B4-BE49-F238E27FC236}">
                <a16:creationId xmlns:a16="http://schemas.microsoft.com/office/drawing/2014/main" id="{82E55085-786C-4547-B9C1-E34DEB04F5F9}"/>
              </a:ext>
            </a:extLst>
          </p:cNvPr>
          <p:cNvSpPr>
            <a:spLocks/>
          </p:cNvSpPr>
          <p:nvPr/>
        </p:nvSpPr>
        <p:spPr>
          <a:xfrm>
            <a:off x="22053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7" name="data_686">
            <a:extLst>
              <a:ext uri="{FF2B5EF4-FFF2-40B4-BE49-F238E27FC236}">
                <a16:creationId xmlns:a16="http://schemas.microsoft.com/office/drawing/2014/main" id="{4E6E8CA2-5B92-4927-B9A9-9B1D495B88E8}"/>
              </a:ext>
            </a:extLst>
          </p:cNvPr>
          <p:cNvSpPr>
            <a:spLocks/>
          </p:cNvSpPr>
          <p:nvPr/>
        </p:nvSpPr>
        <p:spPr>
          <a:xfrm>
            <a:off x="2214698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8" name="data_687">
            <a:extLst>
              <a:ext uri="{FF2B5EF4-FFF2-40B4-BE49-F238E27FC236}">
                <a16:creationId xmlns:a16="http://schemas.microsoft.com/office/drawing/2014/main" id="{4EF47ADF-2ED6-44C8-AF96-2FC0686A7E64}"/>
              </a:ext>
            </a:extLst>
          </p:cNvPr>
          <p:cNvSpPr>
            <a:spLocks/>
          </p:cNvSpPr>
          <p:nvPr/>
        </p:nvSpPr>
        <p:spPr>
          <a:xfrm>
            <a:off x="2203664" y="34172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9" name="data_688">
            <a:extLst>
              <a:ext uri="{FF2B5EF4-FFF2-40B4-BE49-F238E27FC236}">
                <a16:creationId xmlns:a16="http://schemas.microsoft.com/office/drawing/2014/main" id="{A2B671EE-9808-4980-85C6-10989A6C2DAF}"/>
              </a:ext>
            </a:extLst>
          </p:cNvPr>
          <p:cNvSpPr>
            <a:spLocks/>
          </p:cNvSpPr>
          <p:nvPr/>
        </p:nvSpPr>
        <p:spPr>
          <a:xfrm>
            <a:off x="212596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0" name="data_689">
            <a:extLst>
              <a:ext uri="{FF2B5EF4-FFF2-40B4-BE49-F238E27FC236}">
                <a16:creationId xmlns:a16="http://schemas.microsoft.com/office/drawing/2014/main" id="{8E7EEDC2-EFFB-4FD3-BB6B-0066DA83928D}"/>
              </a:ext>
            </a:extLst>
          </p:cNvPr>
          <p:cNvSpPr>
            <a:spLocks/>
          </p:cNvSpPr>
          <p:nvPr/>
        </p:nvSpPr>
        <p:spPr>
          <a:xfrm>
            <a:off x="223320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1" name="data_690">
            <a:extLst>
              <a:ext uri="{FF2B5EF4-FFF2-40B4-BE49-F238E27FC236}">
                <a16:creationId xmlns:a16="http://schemas.microsoft.com/office/drawing/2014/main" id="{8CA38772-0C3F-461C-B8DD-28F4DFA20961}"/>
              </a:ext>
            </a:extLst>
          </p:cNvPr>
          <p:cNvSpPr>
            <a:spLocks/>
          </p:cNvSpPr>
          <p:nvPr/>
        </p:nvSpPr>
        <p:spPr>
          <a:xfrm>
            <a:off x="2203586" y="278560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2" name="data_691">
            <a:extLst>
              <a:ext uri="{FF2B5EF4-FFF2-40B4-BE49-F238E27FC236}">
                <a16:creationId xmlns:a16="http://schemas.microsoft.com/office/drawing/2014/main" id="{24FF5369-D0CF-4DE2-B133-9DA15B6BE1A5}"/>
              </a:ext>
            </a:extLst>
          </p:cNvPr>
          <p:cNvSpPr>
            <a:spLocks/>
          </p:cNvSpPr>
          <p:nvPr/>
        </p:nvSpPr>
        <p:spPr>
          <a:xfrm>
            <a:off x="215848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3" name="data_692">
            <a:extLst>
              <a:ext uri="{FF2B5EF4-FFF2-40B4-BE49-F238E27FC236}">
                <a16:creationId xmlns:a16="http://schemas.microsoft.com/office/drawing/2014/main" id="{1843BAFE-29BB-46D6-9F1C-9CACC9A1EEBB}"/>
              </a:ext>
            </a:extLst>
          </p:cNvPr>
          <p:cNvSpPr>
            <a:spLocks/>
          </p:cNvSpPr>
          <p:nvPr/>
        </p:nvSpPr>
        <p:spPr>
          <a:xfrm>
            <a:off x="215349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4" name="data_693">
            <a:extLst>
              <a:ext uri="{FF2B5EF4-FFF2-40B4-BE49-F238E27FC236}">
                <a16:creationId xmlns:a16="http://schemas.microsoft.com/office/drawing/2014/main" id="{6F93CDB0-3018-4645-935A-301B59B5BDE3}"/>
              </a:ext>
            </a:extLst>
          </p:cNvPr>
          <p:cNvSpPr>
            <a:spLocks/>
          </p:cNvSpPr>
          <p:nvPr/>
        </p:nvSpPr>
        <p:spPr>
          <a:xfrm>
            <a:off x="221026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5" name="data_694">
            <a:extLst>
              <a:ext uri="{FF2B5EF4-FFF2-40B4-BE49-F238E27FC236}">
                <a16:creationId xmlns:a16="http://schemas.microsoft.com/office/drawing/2014/main" id="{5910B456-729C-4B4C-9758-8B2F76563997}"/>
              </a:ext>
            </a:extLst>
          </p:cNvPr>
          <p:cNvSpPr>
            <a:spLocks/>
          </p:cNvSpPr>
          <p:nvPr/>
        </p:nvSpPr>
        <p:spPr>
          <a:xfrm>
            <a:off x="210479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6" name="data_695">
            <a:extLst>
              <a:ext uri="{FF2B5EF4-FFF2-40B4-BE49-F238E27FC236}">
                <a16:creationId xmlns:a16="http://schemas.microsoft.com/office/drawing/2014/main" id="{7868475E-1E2D-422E-8D70-ED723D2951D6}"/>
              </a:ext>
            </a:extLst>
          </p:cNvPr>
          <p:cNvSpPr>
            <a:spLocks/>
          </p:cNvSpPr>
          <p:nvPr/>
        </p:nvSpPr>
        <p:spPr>
          <a:xfrm>
            <a:off x="220728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7" name="data_696">
            <a:extLst>
              <a:ext uri="{FF2B5EF4-FFF2-40B4-BE49-F238E27FC236}">
                <a16:creationId xmlns:a16="http://schemas.microsoft.com/office/drawing/2014/main" id="{D8B7E312-A1A7-4FD4-B7E8-30F6086D678B}"/>
              </a:ext>
            </a:extLst>
          </p:cNvPr>
          <p:cNvSpPr>
            <a:spLocks/>
          </p:cNvSpPr>
          <p:nvPr/>
        </p:nvSpPr>
        <p:spPr>
          <a:xfrm>
            <a:off x="2175984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8" name="data_697">
            <a:extLst>
              <a:ext uri="{FF2B5EF4-FFF2-40B4-BE49-F238E27FC236}">
                <a16:creationId xmlns:a16="http://schemas.microsoft.com/office/drawing/2014/main" id="{DED7D72E-BFF5-4122-96EA-98E163BF7263}"/>
              </a:ext>
            </a:extLst>
          </p:cNvPr>
          <p:cNvSpPr>
            <a:spLocks/>
          </p:cNvSpPr>
          <p:nvPr/>
        </p:nvSpPr>
        <p:spPr>
          <a:xfrm>
            <a:off x="2192619" y="33604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9" name="data_698">
            <a:extLst>
              <a:ext uri="{FF2B5EF4-FFF2-40B4-BE49-F238E27FC236}">
                <a16:creationId xmlns:a16="http://schemas.microsoft.com/office/drawing/2014/main" id="{FF1C2031-075A-4EB1-9B5E-EAA6A41BF683}"/>
              </a:ext>
            </a:extLst>
          </p:cNvPr>
          <p:cNvSpPr>
            <a:spLocks/>
          </p:cNvSpPr>
          <p:nvPr/>
        </p:nvSpPr>
        <p:spPr>
          <a:xfrm>
            <a:off x="2197319" y="3019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0" name="data_699">
            <a:extLst>
              <a:ext uri="{FF2B5EF4-FFF2-40B4-BE49-F238E27FC236}">
                <a16:creationId xmlns:a16="http://schemas.microsoft.com/office/drawing/2014/main" id="{B9BEB345-7535-40BF-B880-A2D128A4D0A5}"/>
              </a:ext>
            </a:extLst>
          </p:cNvPr>
          <p:cNvSpPr>
            <a:spLocks/>
          </p:cNvSpPr>
          <p:nvPr/>
        </p:nvSpPr>
        <p:spPr>
          <a:xfrm>
            <a:off x="219430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1" name="data_700">
            <a:extLst>
              <a:ext uri="{FF2B5EF4-FFF2-40B4-BE49-F238E27FC236}">
                <a16:creationId xmlns:a16="http://schemas.microsoft.com/office/drawing/2014/main" id="{5EF7398F-616C-4EC6-811B-F9F91BC0959B}"/>
              </a:ext>
            </a:extLst>
          </p:cNvPr>
          <p:cNvSpPr>
            <a:spLocks/>
          </p:cNvSpPr>
          <p:nvPr/>
        </p:nvSpPr>
        <p:spPr>
          <a:xfrm>
            <a:off x="2238420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2" name="data_701">
            <a:extLst>
              <a:ext uri="{FF2B5EF4-FFF2-40B4-BE49-F238E27FC236}">
                <a16:creationId xmlns:a16="http://schemas.microsoft.com/office/drawing/2014/main" id="{F8F7FC1C-2133-40B3-B0EB-2758BA92F867}"/>
              </a:ext>
            </a:extLst>
          </p:cNvPr>
          <p:cNvSpPr>
            <a:spLocks/>
          </p:cNvSpPr>
          <p:nvPr/>
        </p:nvSpPr>
        <p:spPr>
          <a:xfrm>
            <a:off x="2119964" y="19879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3" name="data_702">
            <a:extLst>
              <a:ext uri="{FF2B5EF4-FFF2-40B4-BE49-F238E27FC236}">
                <a16:creationId xmlns:a16="http://schemas.microsoft.com/office/drawing/2014/main" id="{599A27AD-736F-4EBA-9DCD-51DC03B001FF}"/>
              </a:ext>
            </a:extLst>
          </p:cNvPr>
          <p:cNvSpPr>
            <a:spLocks/>
          </p:cNvSpPr>
          <p:nvPr/>
        </p:nvSpPr>
        <p:spPr>
          <a:xfrm>
            <a:off x="2215420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4" name="data_703">
            <a:extLst>
              <a:ext uri="{FF2B5EF4-FFF2-40B4-BE49-F238E27FC236}">
                <a16:creationId xmlns:a16="http://schemas.microsoft.com/office/drawing/2014/main" id="{D2247A9D-3618-474B-8D9D-36EA58AEC3A3}"/>
              </a:ext>
            </a:extLst>
          </p:cNvPr>
          <p:cNvSpPr>
            <a:spLocks/>
          </p:cNvSpPr>
          <p:nvPr/>
        </p:nvSpPr>
        <p:spPr>
          <a:xfrm>
            <a:off x="2122744" y="241524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5" name="data_704">
            <a:extLst>
              <a:ext uri="{FF2B5EF4-FFF2-40B4-BE49-F238E27FC236}">
                <a16:creationId xmlns:a16="http://schemas.microsoft.com/office/drawing/2014/main" id="{60695D5D-7B4C-44AA-A6A7-5775FBEA67D8}"/>
              </a:ext>
            </a:extLst>
          </p:cNvPr>
          <p:cNvSpPr>
            <a:spLocks/>
          </p:cNvSpPr>
          <p:nvPr/>
        </p:nvSpPr>
        <p:spPr>
          <a:xfrm>
            <a:off x="2157767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6" name="data_705">
            <a:extLst>
              <a:ext uri="{FF2B5EF4-FFF2-40B4-BE49-F238E27FC236}">
                <a16:creationId xmlns:a16="http://schemas.microsoft.com/office/drawing/2014/main" id="{803024A5-F3D9-4794-A32F-DEE3B2B61ED4}"/>
              </a:ext>
            </a:extLst>
          </p:cNvPr>
          <p:cNvSpPr>
            <a:spLocks/>
          </p:cNvSpPr>
          <p:nvPr/>
        </p:nvSpPr>
        <p:spPr>
          <a:xfrm>
            <a:off x="2107657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7" name="data_706">
            <a:extLst>
              <a:ext uri="{FF2B5EF4-FFF2-40B4-BE49-F238E27FC236}">
                <a16:creationId xmlns:a16="http://schemas.microsoft.com/office/drawing/2014/main" id="{97D2842E-B7C1-4C44-8F16-40EAEEBE1AB1}"/>
              </a:ext>
            </a:extLst>
          </p:cNvPr>
          <p:cNvSpPr>
            <a:spLocks/>
          </p:cNvSpPr>
          <p:nvPr/>
        </p:nvSpPr>
        <p:spPr>
          <a:xfrm>
            <a:off x="216643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8" name="data_707">
            <a:extLst>
              <a:ext uri="{FF2B5EF4-FFF2-40B4-BE49-F238E27FC236}">
                <a16:creationId xmlns:a16="http://schemas.microsoft.com/office/drawing/2014/main" id="{FEBF0697-1C27-4A7C-889B-02A6249A3D47}"/>
              </a:ext>
            </a:extLst>
          </p:cNvPr>
          <p:cNvSpPr>
            <a:spLocks/>
          </p:cNvSpPr>
          <p:nvPr/>
        </p:nvSpPr>
        <p:spPr>
          <a:xfrm>
            <a:off x="2175410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9" name="data_708">
            <a:extLst>
              <a:ext uri="{FF2B5EF4-FFF2-40B4-BE49-F238E27FC236}">
                <a16:creationId xmlns:a16="http://schemas.microsoft.com/office/drawing/2014/main" id="{F4C6ABBD-4505-4FC3-8767-83E5C3B1CAE5}"/>
              </a:ext>
            </a:extLst>
          </p:cNvPr>
          <p:cNvSpPr>
            <a:spLocks/>
          </p:cNvSpPr>
          <p:nvPr/>
        </p:nvSpPr>
        <p:spPr>
          <a:xfrm>
            <a:off x="2153398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0" name="data_709">
            <a:extLst>
              <a:ext uri="{FF2B5EF4-FFF2-40B4-BE49-F238E27FC236}">
                <a16:creationId xmlns:a16="http://schemas.microsoft.com/office/drawing/2014/main" id="{A12859D5-84CC-42A4-A5DC-6085FE0C45B2}"/>
              </a:ext>
            </a:extLst>
          </p:cNvPr>
          <p:cNvSpPr>
            <a:spLocks/>
          </p:cNvSpPr>
          <p:nvPr/>
        </p:nvSpPr>
        <p:spPr>
          <a:xfrm>
            <a:off x="2107337" y="34418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1" name="data_710">
            <a:extLst>
              <a:ext uri="{FF2B5EF4-FFF2-40B4-BE49-F238E27FC236}">
                <a16:creationId xmlns:a16="http://schemas.microsoft.com/office/drawing/2014/main" id="{49E39D78-B31B-40FB-B80F-8AB4A056FF5A}"/>
              </a:ext>
            </a:extLst>
          </p:cNvPr>
          <p:cNvSpPr>
            <a:spLocks/>
          </p:cNvSpPr>
          <p:nvPr/>
        </p:nvSpPr>
        <p:spPr>
          <a:xfrm>
            <a:off x="21364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2" name="data_711">
            <a:extLst>
              <a:ext uri="{FF2B5EF4-FFF2-40B4-BE49-F238E27FC236}">
                <a16:creationId xmlns:a16="http://schemas.microsoft.com/office/drawing/2014/main" id="{6BCE06F0-1640-4279-9250-D582B7CBD243}"/>
              </a:ext>
            </a:extLst>
          </p:cNvPr>
          <p:cNvSpPr>
            <a:spLocks/>
          </p:cNvSpPr>
          <p:nvPr/>
        </p:nvSpPr>
        <p:spPr>
          <a:xfrm>
            <a:off x="2207192" y="31962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3" name="data_712">
            <a:extLst>
              <a:ext uri="{FF2B5EF4-FFF2-40B4-BE49-F238E27FC236}">
                <a16:creationId xmlns:a16="http://schemas.microsoft.com/office/drawing/2014/main" id="{ED5146B4-2461-4450-890D-A8CD2CC758A1}"/>
              </a:ext>
            </a:extLst>
          </p:cNvPr>
          <p:cNvSpPr>
            <a:spLocks/>
          </p:cNvSpPr>
          <p:nvPr/>
        </p:nvSpPr>
        <p:spPr>
          <a:xfrm>
            <a:off x="2104432" y="345305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4" name="data_713">
            <a:extLst>
              <a:ext uri="{FF2B5EF4-FFF2-40B4-BE49-F238E27FC236}">
                <a16:creationId xmlns:a16="http://schemas.microsoft.com/office/drawing/2014/main" id="{B4CE1EB2-E24D-4BFB-9644-FC1EF327F594}"/>
              </a:ext>
            </a:extLst>
          </p:cNvPr>
          <p:cNvSpPr>
            <a:spLocks/>
          </p:cNvSpPr>
          <p:nvPr/>
        </p:nvSpPr>
        <p:spPr>
          <a:xfrm>
            <a:off x="2208047" y="25181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5" name="data_714">
            <a:extLst>
              <a:ext uri="{FF2B5EF4-FFF2-40B4-BE49-F238E27FC236}">
                <a16:creationId xmlns:a16="http://schemas.microsoft.com/office/drawing/2014/main" id="{1330CC5A-0876-4391-93BE-9A83E983451F}"/>
              </a:ext>
            </a:extLst>
          </p:cNvPr>
          <p:cNvSpPr>
            <a:spLocks/>
          </p:cNvSpPr>
          <p:nvPr/>
        </p:nvSpPr>
        <p:spPr>
          <a:xfrm>
            <a:off x="21924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6" name="data_715">
            <a:extLst>
              <a:ext uri="{FF2B5EF4-FFF2-40B4-BE49-F238E27FC236}">
                <a16:creationId xmlns:a16="http://schemas.microsoft.com/office/drawing/2014/main" id="{DD448C2B-B4C9-4334-BFCC-26F4AAA70D29}"/>
              </a:ext>
            </a:extLst>
          </p:cNvPr>
          <p:cNvSpPr>
            <a:spLocks/>
          </p:cNvSpPr>
          <p:nvPr/>
        </p:nvSpPr>
        <p:spPr>
          <a:xfrm>
            <a:off x="2115939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7" name="data_716">
            <a:extLst>
              <a:ext uri="{FF2B5EF4-FFF2-40B4-BE49-F238E27FC236}">
                <a16:creationId xmlns:a16="http://schemas.microsoft.com/office/drawing/2014/main" id="{7AA91090-B330-4D00-AACC-F79938F03575}"/>
              </a:ext>
            </a:extLst>
          </p:cNvPr>
          <p:cNvSpPr>
            <a:spLocks/>
          </p:cNvSpPr>
          <p:nvPr/>
        </p:nvSpPr>
        <p:spPr>
          <a:xfrm>
            <a:off x="2125429" y="21412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8" name="data_717">
            <a:extLst>
              <a:ext uri="{FF2B5EF4-FFF2-40B4-BE49-F238E27FC236}">
                <a16:creationId xmlns:a16="http://schemas.microsoft.com/office/drawing/2014/main" id="{653E252B-AEBC-41D6-9754-0DC7E8E07E89}"/>
              </a:ext>
            </a:extLst>
          </p:cNvPr>
          <p:cNvSpPr>
            <a:spLocks/>
          </p:cNvSpPr>
          <p:nvPr/>
        </p:nvSpPr>
        <p:spPr>
          <a:xfrm>
            <a:off x="2222030" y="28720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9" name="data_718">
            <a:extLst>
              <a:ext uri="{FF2B5EF4-FFF2-40B4-BE49-F238E27FC236}">
                <a16:creationId xmlns:a16="http://schemas.microsoft.com/office/drawing/2014/main" id="{04B14B1D-F4E0-40A7-8AD9-EB98D6E27E80}"/>
              </a:ext>
            </a:extLst>
          </p:cNvPr>
          <p:cNvSpPr>
            <a:spLocks/>
          </p:cNvSpPr>
          <p:nvPr/>
        </p:nvSpPr>
        <p:spPr>
          <a:xfrm>
            <a:off x="2188969" y="32846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0" name="data_719">
            <a:extLst>
              <a:ext uri="{FF2B5EF4-FFF2-40B4-BE49-F238E27FC236}">
                <a16:creationId xmlns:a16="http://schemas.microsoft.com/office/drawing/2014/main" id="{63E46B84-6392-4EEC-80A0-5B37A8A8292F}"/>
              </a:ext>
            </a:extLst>
          </p:cNvPr>
          <p:cNvSpPr>
            <a:spLocks/>
          </p:cNvSpPr>
          <p:nvPr/>
        </p:nvSpPr>
        <p:spPr>
          <a:xfrm>
            <a:off x="2122131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1" name="data_720">
            <a:extLst>
              <a:ext uri="{FF2B5EF4-FFF2-40B4-BE49-F238E27FC236}">
                <a16:creationId xmlns:a16="http://schemas.microsoft.com/office/drawing/2014/main" id="{8173426E-575F-4B8E-82C1-5264844E4539}"/>
              </a:ext>
            </a:extLst>
          </p:cNvPr>
          <p:cNvSpPr>
            <a:spLocks/>
          </p:cNvSpPr>
          <p:nvPr/>
        </p:nvSpPr>
        <p:spPr>
          <a:xfrm>
            <a:off x="2158602" y="24005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2" name="data_721">
            <a:extLst>
              <a:ext uri="{FF2B5EF4-FFF2-40B4-BE49-F238E27FC236}">
                <a16:creationId xmlns:a16="http://schemas.microsoft.com/office/drawing/2014/main" id="{3DA5B2E0-6689-4392-8E54-E0044DECAAC7}"/>
              </a:ext>
            </a:extLst>
          </p:cNvPr>
          <p:cNvSpPr>
            <a:spLocks/>
          </p:cNvSpPr>
          <p:nvPr/>
        </p:nvSpPr>
        <p:spPr>
          <a:xfrm>
            <a:off x="2188526" y="30556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3" name="data_722">
            <a:extLst>
              <a:ext uri="{FF2B5EF4-FFF2-40B4-BE49-F238E27FC236}">
                <a16:creationId xmlns:a16="http://schemas.microsoft.com/office/drawing/2014/main" id="{B8C226FA-5990-42A7-AF63-A97BF559DC36}"/>
              </a:ext>
            </a:extLst>
          </p:cNvPr>
          <p:cNvSpPr>
            <a:spLocks/>
          </p:cNvSpPr>
          <p:nvPr/>
        </p:nvSpPr>
        <p:spPr>
          <a:xfrm>
            <a:off x="21529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4" name="data_723">
            <a:extLst>
              <a:ext uri="{FF2B5EF4-FFF2-40B4-BE49-F238E27FC236}">
                <a16:creationId xmlns:a16="http://schemas.microsoft.com/office/drawing/2014/main" id="{D465DD1E-ED61-416E-A814-E6DE9C0B006D}"/>
              </a:ext>
            </a:extLst>
          </p:cNvPr>
          <p:cNvSpPr>
            <a:spLocks/>
          </p:cNvSpPr>
          <p:nvPr/>
        </p:nvSpPr>
        <p:spPr>
          <a:xfrm>
            <a:off x="2181613" y="19879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5" name="data_724">
            <a:extLst>
              <a:ext uri="{FF2B5EF4-FFF2-40B4-BE49-F238E27FC236}">
                <a16:creationId xmlns:a16="http://schemas.microsoft.com/office/drawing/2014/main" id="{04EE8D28-CB9B-42B1-AD51-65662E744B31}"/>
              </a:ext>
            </a:extLst>
          </p:cNvPr>
          <p:cNvSpPr>
            <a:spLocks/>
          </p:cNvSpPr>
          <p:nvPr/>
        </p:nvSpPr>
        <p:spPr>
          <a:xfrm>
            <a:off x="2137217" y="25773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6" name="data_725">
            <a:extLst>
              <a:ext uri="{FF2B5EF4-FFF2-40B4-BE49-F238E27FC236}">
                <a16:creationId xmlns:a16="http://schemas.microsoft.com/office/drawing/2014/main" id="{7D791D60-8048-4183-A50A-9213E8D2A070}"/>
              </a:ext>
            </a:extLst>
          </p:cNvPr>
          <p:cNvSpPr>
            <a:spLocks/>
          </p:cNvSpPr>
          <p:nvPr/>
        </p:nvSpPr>
        <p:spPr>
          <a:xfrm>
            <a:off x="2165913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7" name="data_726">
            <a:extLst>
              <a:ext uri="{FF2B5EF4-FFF2-40B4-BE49-F238E27FC236}">
                <a16:creationId xmlns:a16="http://schemas.microsoft.com/office/drawing/2014/main" id="{460EF5B0-7BE5-463D-BDB1-383F2DEE5012}"/>
              </a:ext>
            </a:extLst>
          </p:cNvPr>
          <p:cNvSpPr>
            <a:spLocks/>
          </p:cNvSpPr>
          <p:nvPr/>
        </p:nvSpPr>
        <p:spPr>
          <a:xfrm>
            <a:off x="2227191" y="27836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8" name="data_727">
            <a:extLst>
              <a:ext uri="{FF2B5EF4-FFF2-40B4-BE49-F238E27FC236}">
                <a16:creationId xmlns:a16="http://schemas.microsoft.com/office/drawing/2014/main" id="{50C0F2FD-61B6-46D6-BEFD-229147A690B5}"/>
              </a:ext>
            </a:extLst>
          </p:cNvPr>
          <p:cNvSpPr>
            <a:spLocks/>
          </p:cNvSpPr>
          <p:nvPr/>
        </p:nvSpPr>
        <p:spPr>
          <a:xfrm>
            <a:off x="2138770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9" name="data_728">
            <a:extLst>
              <a:ext uri="{FF2B5EF4-FFF2-40B4-BE49-F238E27FC236}">
                <a16:creationId xmlns:a16="http://schemas.microsoft.com/office/drawing/2014/main" id="{85551E62-410B-4A6B-BAC9-745A7F051386}"/>
              </a:ext>
            </a:extLst>
          </p:cNvPr>
          <p:cNvSpPr>
            <a:spLocks/>
          </p:cNvSpPr>
          <p:nvPr/>
        </p:nvSpPr>
        <p:spPr>
          <a:xfrm>
            <a:off x="2172832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0" name="data_729">
            <a:extLst>
              <a:ext uri="{FF2B5EF4-FFF2-40B4-BE49-F238E27FC236}">
                <a16:creationId xmlns:a16="http://schemas.microsoft.com/office/drawing/2014/main" id="{789CC470-049C-453E-A2AF-94FC27A174B7}"/>
              </a:ext>
            </a:extLst>
          </p:cNvPr>
          <p:cNvSpPr>
            <a:spLocks/>
          </p:cNvSpPr>
          <p:nvPr/>
        </p:nvSpPr>
        <p:spPr>
          <a:xfrm>
            <a:off x="2217755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1" name="data_730">
            <a:extLst>
              <a:ext uri="{FF2B5EF4-FFF2-40B4-BE49-F238E27FC236}">
                <a16:creationId xmlns:a16="http://schemas.microsoft.com/office/drawing/2014/main" id="{E4479F99-7CAC-4D60-9D25-B01786EFFCDE}"/>
              </a:ext>
            </a:extLst>
          </p:cNvPr>
          <p:cNvSpPr>
            <a:spLocks/>
          </p:cNvSpPr>
          <p:nvPr/>
        </p:nvSpPr>
        <p:spPr>
          <a:xfrm>
            <a:off x="2143226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2" name="data_731">
            <a:extLst>
              <a:ext uri="{FF2B5EF4-FFF2-40B4-BE49-F238E27FC236}">
                <a16:creationId xmlns:a16="http://schemas.microsoft.com/office/drawing/2014/main" id="{DF138556-11DD-4976-99CC-D85BA30A99F2}"/>
              </a:ext>
            </a:extLst>
          </p:cNvPr>
          <p:cNvSpPr>
            <a:spLocks/>
          </p:cNvSpPr>
          <p:nvPr/>
        </p:nvSpPr>
        <p:spPr>
          <a:xfrm>
            <a:off x="214274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3" name="data_732">
            <a:extLst>
              <a:ext uri="{FF2B5EF4-FFF2-40B4-BE49-F238E27FC236}">
                <a16:creationId xmlns:a16="http://schemas.microsoft.com/office/drawing/2014/main" id="{81D76C61-482D-4F34-AD90-D4A1A6DCB6FC}"/>
              </a:ext>
            </a:extLst>
          </p:cNvPr>
          <p:cNvSpPr>
            <a:spLocks/>
          </p:cNvSpPr>
          <p:nvPr/>
        </p:nvSpPr>
        <p:spPr>
          <a:xfrm>
            <a:off x="2143946" y="28449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4" name="data_733">
            <a:extLst>
              <a:ext uri="{FF2B5EF4-FFF2-40B4-BE49-F238E27FC236}">
                <a16:creationId xmlns:a16="http://schemas.microsoft.com/office/drawing/2014/main" id="{CBB01679-7F03-4A8C-8366-ED7D4AFB1EC3}"/>
              </a:ext>
            </a:extLst>
          </p:cNvPr>
          <p:cNvSpPr>
            <a:spLocks/>
          </p:cNvSpPr>
          <p:nvPr/>
        </p:nvSpPr>
        <p:spPr>
          <a:xfrm>
            <a:off x="221309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5" name="data_734">
            <a:extLst>
              <a:ext uri="{FF2B5EF4-FFF2-40B4-BE49-F238E27FC236}">
                <a16:creationId xmlns:a16="http://schemas.microsoft.com/office/drawing/2014/main" id="{1110F59E-26C0-4E1D-9761-190725248863}"/>
              </a:ext>
            </a:extLst>
          </p:cNvPr>
          <p:cNvSpPr>
            <a:spLocks/>
          </p:cNvSpPr>
          <p:nvPr/>
        </p:nvSpPr>
        <p:spPr>
          <a:xfrm>
            <a:off x="2200632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6" name="data_735">
            <a:extLst>
              <a:ext uri="{FF2B5EF4-FFF2-40B4-BE49-F238E27FC236}">
                <a16:creationId xmlns:a16="http://schemas.microsoft.com/office/drawing/2014/main" id="{BEB9259A-C1E7-4815-9F84-0126A19D07F0}"/>
              </a:ext>
            </a:extLst>
          </p:cNvPr>
          <p:cNvSpPr>
            <a:spLocks/>
          </p:cNvSpPr>
          <p:nvPr/>
        </p:nvSpPr>
        <p:spPr>
          <a:xfrm>
            <a:off x="2206917" y="29836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7" name="data_736">
            <a:extLst>
              <a:ext uri="{FF2B5EF4-FFF2-40B4-BE49-F238E27FC236}">
                <a16:creationId xmlns:a16="http://schemas.microsoft.com/office/drawing/2014/main" id="{E198C0A6-57E4-487A-9B4F-AF36DE8DB5A8}"/>
              </a:ext>
            </a:extLst>
          </p:cNvPr>
          <p:cNvSpPr>
            <a:spLocks/>
          </p:cNvSpPr>
          <p:nvPr/>
        </p:nvSpPr>
        <p:spPr>
          <a:xfrm>
            <a:off x="2163928" y="27541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8" name="data_737">
            <a:extLst>
              <a:ext uri="{FF2B5EF4-FFF2-40B4-BE49-F238E27FC236}">
                <a16:creationId xmlns:a16="http://schemas.microsoft.com/office/drawing/2014/main" id="{0A4757F9-53C1-4318-A3DD-3456FDA8C2FD}"/>
              </a:ext>
            </a:extLst>
          </p:cNvPr>
          <p:cNvSpPr>
            <a:spLocks/>
          </p:cNvSpPr>
          <p:nvPr/>
        </p:nvSpPr>
        <p:spPr>
          <a:xfrm>
            <a:off x="2107290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9" name="data_738">
            <a:extLst>
              <a:ext uri="{FF2B5EF4-FFF2-40B4-BE49-F238E27FC236}">
                <a16:creationId xmlns:a16="http://schemas.microsoft.com/office/drawing/2014/main" id="{547B572C-BFA2-4EAC-A3C1-FE03049100CA}"/>
              </a:ext>
            </a:extLst>
          </p:cNvPr>
          <p:cNvSpPr>
            <a:spLocks/>
          </p:cNvSpPr>
          <p:nvPr/>
        </p:nvSpPr>
        <p:spPr>
          <a:xfrm>
            <a:off x="2105704" y="33895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0" name="data_739">
            <a:extLst>
              <a:ext uri="{FF2B5EF4-FFF2-40B4-BE49-F238E27FC236}">
                <a16:creationId xmlns:a16="http://schemas.microsoft.com/office/drawing/2014/main" id="{06F0BF67-9D6C-4C0A-8F46-D41A8D7C576D}"/>
              </a:ext>
            </a:extLst>
          </p:cNvPr>
          <p:cNvSpPr>
            <a:spLocks/>
          </p:cNvSpPr>
          <p:nvPr/>
        </p:nvSpPr>
        <p:spPr>
          <a:xfrm>
            <a:off x="2175816" y="297028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1" name="data_740">
            <a:extLst>
              <a:ext uri="{FF2B5EF4-FFF2-40B4-BE49-F238E27FC236}">
                <a16:creationId xmlns:a16="http://schemas.microsoft.com/office/drawing/2014/main" id="{4B0FDCDF-C521-45FB-937C-30F5C24A6370}"/>
              </a:ext>
            </a:extLst>
          </p:cNvPr>
          <p:cNvSpPr>
            <a:spLocks/>
          </p:cNvSpPr>
          <p:nvPr/>
        </p:nvSpPr>
        <p:spPr>
          <a:xfrm>
            <a:off x="2180959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2" name="data_741">
            <a:extLst>
              <a:ext uri="{FF2B5EF4-FFF2-40B4-BE49-F238E27FC236}">
                <a16:creationId xmlns:a16="http://schemas.microsoft.com/office/drawing/2014/main" id="{CCFAB465-B078-455E-8FBB-8752863CE447}"/>
              </a:ext>
            </a:extLst>
          </p:cNvPr>
          <p:cNvSpPr>
            <a:spLocks/>
          </p:cNvSpPr>
          <p:nvPr/>
        </p:nvSpPr>
        <p:spPr>
          <a:xfrm>
            <a:off x="2225467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3" name="data_742">
            <a:extLst>
              <a:ext uri="{FF2B5EF4-FFF2-40B4-BE49-F238E27FC236}">
                <a16:creationId xmlns:a16="http://schemas.microsoft.com/office/drawing/2014/main" id="{0D3FAAB1-0A72-4AA5-9C0D-BAD1A2D29BA9}"/>
              </a:ext>
            </a:extLst>
          </p:cNvPr>
          <p:cNvSpPr>
            <a:spLocks/>
          </p:cNvSpPr>
          <p:nvPr/>
        </p:nvSpPr>
        <p:spPr>
          <a:xfrm>
            <a:off x="2128216" y="16931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4" name="data_743">
            <a:extLst>
              <a:ext uri="{FF2B5EF4-FFF2-40B4-BE49-F238E27FC236}">
                <a16:creationId xmlns:a16="http://schemas.microsoft.com/office/drawing/2014/main" id="{8C48AD55-5731-4F7E-BA02-5DEA0E7B26B8}"/>
              </a:ext>
            </a:extLst>
          </p:cNvPr>
          <p:cNvSpPr>
            <a:spLocks/>
          </p:cNvSpPr>
          <p:nvPr/>
        </p:nvSpPr>
        <p:spPr>
          <a:xfrm>
            <a:off x="2208412" y="28212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5" name="data_744">
            <a:extLst>
              <a:ext uri="{FF2B5EF4-FFF2-40B4-BE49-F238E27FC236}">
                <a16:creationId xmlns:a16="http://schemas.microsoft.com/office/drawing/2014/main" id="{086C6461-C7F0-4A91-9EF6-46586335E449}"/>
              </a:ext>
            </a:extLst>
          </p:cNvPr>
          <p:cNvSpPr>
            <a:spLocks/>
          </p:cNvSpPr>
          <p:nvPr/>
        </p:nvSpPr>
        <p:spPr>
          <a:xfrm>
            <a:off x="2126464" y="34614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6" name="data_745">
            <a:extLst>
              <a:ext uri="{FF2B5EF4-FFF2-40B4-BE49-F238E27FC236}">
                <a16:creationId xmlns:a16="http://schemas.microsoft.com/office/drawing/2014/main" id="{A262936A-59C5-459B-A166-9DF8FA8744DF}"/>
              </a:ext>
            </a:extLst>
          </p:cNvPr>
          <p:cNvSpPr>
            <a:spLocks/>
          </p:cNvSpPr>
          <p:nvPr/>
        </p:nvSpPr>
        <p:spPr>
          <a:xfrm>
            <a:off x="2135089" y="31240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7" name="data_746">
            <a:extLst>
              <a:ext uri="{FF2B5EF4-FFF2-40B4-BE49-F238E27FC236}">
                <a16:creationId xmlns:a16="http://schemas.microsoft.com/office/drawing/2014/main" id="{D7EC5DD1-5537-49AE-A94A-A4BB363D8718}"/>
              </a:ext>
            </a:extLst>
          </p:cNvPr>
          <p:cNvSpPr>
            <a:spLocks/>
          </p:cNvSpPr>
          <p:nvPr/>
        </p:nvSpPr>
        <p:spPr>
          <a:xfrm>
            <a:off x="240316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8" name="data_747">
            <a:extLst>
              <a:ext uri="{FF2B5EF4-FFF2-40B4-BE49-F238E27FC236}">
                <a16:creationId xmlns:a16="http://schemas.microsoft.com/office/drawing/2014/main" id="{B94DB86D-3F20-4DC0-BFB3-3992B6EA25B4}"/>
              </a:ext>
            </a:extLst>
          </p:cNvPr>
          <p:cNvSpPr>
            <a:spLocks/>
          </p:cNvSpPr>
          <p:nvPr/>
        </p:nvSpPr>
        <p:spPr>
          <a:xfrm>
            <a:off x="2452010" y="21626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9" name="data_748">
            <a:extLst>
              <a:ext uri="{FF2B5EF4-FFF2-40B4-BE49-F238E27FC236}">
                <a16:creationId xmlns:a16="http://schemas.microsoft.com/office/drawing/2014/main" id="{BF154824-A1FC-4A08-9382-1209EAB4D927}"/>
              </a:ext>
            </a:extLst>
          </p:cNvPr>
          <p:cNvSpPr>
            <a:spLocks/>
          </p:cNvSpPr>
          <p:nvPr/>
        </p:nvSpPr>
        <p:spPr>
          <a:xfrm>
            <a:off x="244553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0" name="data_749">
            <a:extLst>
              <a:ext uri="{FF2B5EF4-FFF2-40B4-BE49-F238E27FC236}">
                <a16:creationId xmlns:a16="http://schemas.microsoft.com/office/drawing/2014/main" id="{E390684B-4C84-4CF8-938E-4AC0B0037B1D}"/>
              </a:ext>
            </a:extLst>
          </p:cNvPr>
          <p:cNvSpPr>
            <a:spLocks/>
          </p:cNvSpPr>
          <p:nvPr/>
        </p:nvSpPr>
        <p:spPr>
          <a:xfrm>
            <a:off x="2379490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1" name="data_750">
            <a:extLst>
              <a:ext uri="{FF2B5EF4-FFF2-40B4-BE49-F238E27FC236}">
                <a16:creationId xmlns:a16="http://schemas.microsoft.com/office/drawing/2014/main" id="{FD51F1A4-3D8D-497B-851C-550376B1E018}"/>
              </a:ext>
            </a:extLst>
          </p:cNvPr>
          <p:cNvSpPr>
            <a:spLocks/>
          </p:cNvSpPr>
          <p:nvPr/>
        </p:nvSpPr>
        <p:spPr>
          <a:xfrm>
            <a:off x="2359406" y="24539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2" name="data_751">
            <a:extLst>
              <a:ext uri="{FF2B5EF4-FFF2-40B4-BE49-F238E27FC236}">
                <a16:creationId xmlns:a16="http://schemas.microsoft.com/office/drawing/2014/main" id="{4684C47E-CE39-497E-9DCB-A4CA1E43DC4C}"/>
              </a:ext>
            </a:extLst>
          </p:cNvPr>
          <p:cNvSpPr>
            <a:spLocks/>
          </p:cNvSpPr>
          <p:nvPr/>
        </p:nvSpPr>
        <p:spPr>
          <a:xfrm>
            <a:off x="2368222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3" name="data_752">
            <a:extLst>
              <a:ext uri="{FF2B5EF4-FFF2-40B4-BE49-F238E27FC236}">
                <a16:creationId xmlns:a16="http://schemas.microsoft.com/office/drawing/2014/main" id="{5E2EF16F-DDDC-44EC-88A1-C9E59B65146C}"/>
              </a:ext>
            </a:extLst>
          </p:cNvPr>
          <p:cNvSpPr>
            <a:spLocks/>
          </p:cNvSpPr>
          <p:nvPr/>
        </p:nvSpPr>
        <p:spPr>
          <a:xfrm>
            <a:off x="239623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4" name="data_753">
            <a:extLst>
              <a:ext uri="{FF2B5EF4-FFF2-40B4-BE49-F238E27FC236}">
                <a16:creationId xmlns:a16="http://schemas.microsoft.com/office/drawing/2014/main" id="{E79E0DE8-DC31-41F3-9BFF-37AFDE53072F}"/>
              </a:ext>
            </a:extLst>
          </p:cNvPr>
          <p:cNvSpPr>
            <a:spLocks/>
          </p:cNvSpPr>
          <p:nvPr/>
        </p:nvSpPr>
        <p:spPr>
          <a:xfrm>
            <a:off x="242665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5" name="data_754">
            <a:extLst>
              <a:ext uri="{FF2B5EF4-FFF2-40B4-BE49-F238E27FC236}">
                <a16:creationId xmlns:a16="http://schemas.microsoft.com/office/drawing/2014/main" id="{9A3A4B79-E3E7-4495-96B7-DB7E24FA2AAB}"/>
              </a:ext>
            </a:extLst>
          </p:cNvPr>
          <p:cNvSpPr>
            <a:spLocks/>
          </p:cNvSpPr>
          <p:nvPr/>
        </p:nvSpPr>
        <p:spPr>
          <a:xfrm>
            <a:off x="2331375" y="29899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6" name="data_755">
            <a:extLst>
              <a:ext uri="{FF2B5EF4-FFF2-40B4-BE49-F238E27FC236}">
                <a16:creationId xmlns:a16="http://schemas.microsoft.com/office/drawing/2014/main" id="{F6CCD164-AC21-43FF-B758-8BC41A4DF65D}"/>
              </a:ext>
            </a:extLst>
          </p:cNvPr>
          <p:cNvSpPr>
            <a:spLocks/>
          </p:cNvSpPr>
          <p:nvPr/>
        </p:nvSpPr>
        <p:spPr>
          <a:xfrm>
            <a:off x="242588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7" name="data_756">
            <a:extLst>
              <a:ext uri="{FF2B5EF4-FFF2-40B4-BE49-F238E27FC236}">
                <a16:creationId xmlns:a16="http://schemas.microsoft.com/office/drawing/2014/main" id="{03C42F88-421D-4EAA-9BCF-E9DAB0CB15EF}"/>
              </a:ext>
            </a:extLst>
          </p:cNvPr>
          <p:cNvSpPr>
            <a:spLocks/>
          </p:cNvSpPr>
          <p:nvPr/>
        </p:nvSpPr>
        <p:spPr>
          <a:xfrm>
            <a:off x="2329996" y="26093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8" name="data_757">
            <a:extLst>
              <a:ext uri="{FF2B5EF4-FFF2-40B4-BE49-F238E27FC236}">
                <a16:creationId xmlns:a16="http://schemas.microsoft.com/office/drawing/2014/main" id="{B29E2502-87AD-4BBC-A87C-F7E64B76F0C0}"/>
              </a:ext>
            </a:extLst>
          </p:cNvPr>
          <p:cNvSpPr>
            <a:spLocks/>
          </p:cNvSpPr>
          <p:nvPr/>
        </p:nvSpPr>
        <p:spPr>
          <a:xfrm>
            <a:off x="2420813" y="23925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9" name="data_758">
            <a:extLst>
              <a:ext uri="{FF2B5EF4-FFF2-40B4-BE49-F238E27FC236}">
                <a16:creationId xmlns:a16="http://schemas.microsoft.com/office/drawing/2014/main" id="{75EF0FD2-08C3-4A6F-A454-75454D25F263}"/>
              </a:ext>
            </a:extLst>
          </p:cNvPr>
          <p:cNvSpPr>
            <a:spLocks/>
          </p:cNvSpPr>
          <p:nvPr/>
        </p:nvSpPr>
        <p:spPr>
          <a:xfrm>
            <a:off x="2452799" y="26523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0" name="data_759">
            <a:extLst>
              <a:ext uri="{FF2B5EF4-FFF2-40B4-BE49-F238E27FC236}">
                <a16:creationId xmlns:a16="http://schemas.microsoft.com/office/drawing/2014/main" id="{8B3A01B1-D197-4D7B-8C23-50991A8F7CD2}"/>
              </a:ext>
            </a:extLst>
          </p:cNvPr>
          <p:cNvSpPr>
            <a:spLocks/>
          </p:cNvSpPr>
          <p:nvPr/>
        </p:nvSpPr>
        <p:spPr>
          <a:xfrm>
            <a:off x="2364435" y="23562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1" name="data_760">
            <a:extLst>
              <a:ext uri="{FF2B5EF4-FFF2-40B4-BE49-F238E27FC236}">
                <a16:creationId xmlns:a16="http://schemas.microsoft.com/office/drawing/2014/main" id="{588E8676-7AE7-403F-91B9-32EA26E57152}"/>
              </a:ext>
            </a:extLst>
          </p:cNvPr>
          <p:cNvSpPr>
            <a:spLocks/>
          </p:cNvSpPr>
          <p:nvPr/>
        </p:nvSpPr>
        <p:spPr>
          <a:xfrm>
            <a:off x="2351196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2" name="data_761">
            <a:extLst>
              <a:ext uri="{FF2B5EF4-FFF2-40B4-BE49-F238E27FC236}">
                <a16:creationId xmlns:a16="http://schemas.microsoft.com/office/drawing/2014/main" id="{A3166189-8ED6-41D4-80F9-7034F490BA81}"/>
              </a:ext>
            </a:extLst>
          </p:cNvPr>
          <p:cNvSpPr>
            <a:spLocks/>
          </p:cNvSpPr>
          <p:nvPr/>
        </p:nvSpPr>
        <p:spPr>
          <a:xfrm>
            <a:off x="2334795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3" name="data_762">
            <a:extLst>
              <a:ext uri="{FF2B5EF4-FFF2-40B4-BE49-F238E27FC236}">
                <a16:creationId xmlns:a16="http://schemas.microsoft.com/office/drawing/2014/main" id="{6FCA61D6-221C-4AE5-80D9-3F5C2117CC20}"/>
              </a:ext>
            </a:extLst>
          </p:cNvPr>
          <p:cNvSpPr>
            <a:spLocks/>
          </p:cNvSpPr>
          <p:nvPr/>
        </p:nvSpPr>
        <p:spPr>
          <a:xfrm>
            <a:off x="2364118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4" name="data_763">
            <a:extLst>
              <a:ext uri="{FF2B5EF4-FFF2-40B4-BE49-F238E27FC236}">
                <a16:creationId xmlns:a16="http://schemas.microsoft.com/office/drawing/2014/main" id="{EE934DB4-1D34-418D-B123-7296725CA6EC}"/>
              </a:ext>
            </a:extLst>
          </p:cNvPr>
          <p:cNvSpPr>
            <a:spLocks/>
          </p:cNvSpPr>
          <p:nvPr/>
        </p:nvSpPr>
        <p:spPr>
          <a:xfrm>
            <a:off x="245891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5" name="data_764">
            <a:extLst>
              <a:ext uri="{FF2B5EF4-FFF2-40B4-BE49-F238E27FC236}">
                <a16:creationId xmlns:a16="http://schemas.microsoft.com/office/drawing/2014/main" id="{DB69051F-C35F-4223-ADD6-18A1650835CE}"/>
              </a:ext>
            </a:extLst>
          </p:cNvPr>
          <p:cNvSpPr>
            <a:spLocks/>
          </p:cNvSpPr>
          <p:nvPr/>
        </p:nvSpPr>
        <p:spPr>
          <a:xfrm>
            <a:off x="2365631" y="17667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6" name="data_765">
            <a:extLst>
              <a:ext uri="{FF2B5EF4-FFF2-40B4-BE49-F238E27FC236}">
                <a16:creationId xmlns:a16="http://schemas.microsoft.com/office/drawing/2014/main" id="{14E126AB-D3B9-4ED3-BA8A-6B08C887DA04}"/>
              </a:ext>
            </a:extLst>
          </p:cNvPr>
          <p:cNvSpPr>
            <a:spLocks/>
          </p:cNvSpPr>
          <p:nvPr/>
        </p:nvSpPr>
        <p:spPr>
          <a:xfrm>
            <a:off x="2341067" y="213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7" name="data_766">
            <a:extLst>
              <a:ext uri="{FF2B5EF4-FFF2-40B4-BE49-F238E27FC236}">
                <a16:creationId xmlns:a16="http://schemas.microsoft.com/office/drawing/2014/main" id="{2B08CD7E-4949-4505-9F42-5F584118DAB5}"/>
              </a:ext>
            </a:extLst>
          </p:cNvPr>
          <p:cNvSpPr>
            <a:spLocks/>
          </p:cNvSpPr>
          <p:nvPr/>
        </p:nvSpPr>
        <p:spPr>
          <a:xfrm>
            <a:off x="2370873" y="2650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8" name="data_767">
            <a:extLst>
              <a:ext uri="{FF2B5EF4-FFF2-40B4-BE49-F238E27FC236}">
                <a16:creationId xmlns:a16="http://schemas.microsoft.com/office/drawing/2014/main" id="{2B35FB89-F983-4D7C-A967-560BA67BC5EA}"/>
              </a:ext>
            </a:extLst>
          </p:cNvPr>
          <p:cNvSpPr>
            <a:spLocks/>
          </p:cNvSpPr>
          <p:nvPr/>
        </p:nvSpPr>
        <p:spPr>
          <a:xfrm>
            <a:off x="2376022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9" name="data_768">
            <a:extLst>
              <a:ext uri="{FF2B5EF4-FFF2-40B4-BE49-F238E27FC236}">
                <a16:creationId xmlns:a16="http://schemas.microsoft.com/office/drawing/2014/main" id="{B96A34C8-8CA1-4BEE-AEC4-8BFDB764C2B6}"/>
              </a:ext>
            </a:extLst>
          </p:cNvPr>
          <p:cNvSpPr>
            <a:spLocks/>
          </p:cNvSpPr>
          <p:nvPr/>
        </p:nvSpPr>
        <p:spPr>
          <a:xfrm>
            <a:off x="2441499" y="20468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0" name="data_769">
            <a:extLst>
              <a:ext uri="{FF2B5EF4-FFF2-40B4-BE49-F238E27FC236}">
                <a16:creationId xmlns:a16="http://schemas.microsoft.com/office/drawing/2014/main" id="{EB29B36B-31E8-4138-BC0D-A126D2A122E7}"/>
              </a:ext>
            </a:extLst>
          </p:cNvPr>
          <p:cNvSpPr>
            <a:spLocks/>
          </p:cNvSpPr>
          <p:nvPr/>
        </p:nvSpPr>
        <p:spPr>
          <a:xfrm>
            <a:off x="2432055" y="23562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1" name="data_770">
            <a:extLst>
              <a:ext uri="{FF2B5EF4-FFF2-40B4-BE49-F238E27FC236}">
                <a16:creationId xmlns:a16="http://schemas.microsoft.com/office/drawing/2014/main" id="{42DDFC92-0EE2-4BD3-AF3B-58F0FEEAC370}"/>
              </a:ext>
            </a:extLst>
          </p:cNvPr>
          <p:cNvSpPr>
            <a:spLocks/>
          </p:cNvSpPr>
          <p:nvPr/>
        </p:nvSpPr>
        <p:spPr>
          <a:xfrm>
            <a:off x="2328197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2" name="data_771">
            <a:extLst>
              <a:ext uri="{FF2B5EF4-FFF2-40B4-BE49-F238E27FC236}">
                <a16:creationId xmlns:a16="http://schemas.microsoft.com/office/drawing/2014/main" id="{BF037FC8-845F-44EF-AF4D-207168BB44FC}"/>
              </a:ext>
            </a:extLst>
          </p:cNvPr>
          <p:cNvSpPr>
            <a:spLocks/>
          </p:cNvSpPr>
          <p:nvPr/>
        </p:nvSpPr>
        <p:spPr>
          <a:xfrm>
            <a:off x="2451064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3" name="data_772">
            <a:extLst>
              <a:ext uri="{FF2B5EF4-FFF2-40B4-BE49-F238E27FC236}">
                <a16:creationId xmlns:a16="http://schemas.microsoft.com/office/drawing/2014/main" id="{E1C7DA2A-40F7-40BD-A445-450560E33442}"/>
              </a:ext>
            </a:extLst>
          </p:cNvPr>
          <p:cNvSpPr>
            <a:spLocks/>
          </p:cNvSpPr>
          <p:nvPr/>
        </p:nvSpPr>
        <p:spPr>
          <a:xfrm>
            <a:off x="2369317" y="26952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4" name="data_773">
            <a:extLst>
              <a:ext uri="{FF2B5EF4-FFF2-40B4-BE49-F238E27FC236}">
                <a16:creationId xmlns:a16="http://schemas.microsoft.com/office/drawing/2014/main" id="{BC7B3AC1-0173-4A67-9545-64EB3C15CEB3}"/>
              </a:ext>
            </a:extLst>
          </p:cNvPr>
          <p:cNvSpPr>
            <a:spLocks/>
          </p:cNvSpPr>
          <p:nvPr/>
        </p:nvSpPr>
        <p:spPr>
          <a:xfrm>
            <a:off x="2362603" y="30901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5" name="data_774">
            <a:extLst>
              <a:ext uri="{FF2B5EF4-FFF2-40B4-BE49-F238E27FC236}">
                <a16:creationId xmlns:a16="http://schemas.microsoft.com/office/drawing/2014/main" id="{28276A84-C901-4AA4-92B5-8A0C291BB548}"/>
              </a:ext>
            </a:extLst>
          </p:cNvPr>
          <p:cNvSpPr>
            <a:spLocks/>
          </p:cNvSpPr>
          <p:nvPr/>
        </p:nvSpPr>
        <p:spPr>
          <a:xfrm>
            <a:off x="2398220" y="29562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6" name="data_775">
            <a:extLst>
              <a:ext uri="{FF2B5EF4-FFF2-40B4-BE49-F238E27FC236}">
                <a16:creationId xmlns:a16="http://schemas.microsoft.com/office/drawing/2014/main" id="{CDE456C6-A363-42E2-9142-B0E17A6A6354}"/>
              </a:ext>
            </a:extLst>
          </p:cNvPr>
          <p:cNvSpPr>
            <a:spLocks/>
          </p:cNvSpPr>
          <p:nvPr/>
        </p:nvSpPr>
        <p:spPr>
          <a:xfrm>
            <a:off x="244590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7" name="data_776">
            <a:extLst>
              <a:ext uri="{FF2B5EF4-FFF2-40B4-BE49-F238E27FC236}">
                <a16:creationId xmlns:a16="http://schemas.microsoft.com/office/drawing/2014/main" id="{B2184C92-101B-4DB7-B1C0-6F42855AB27B}"/>
              </a:ext>
            </a:extLst>
          </p:cNvPr>
          <p:cNvSpPr>
            <a:spLocks/>
          </p:cNvSpPr>
          <p:nvPr/>
        </p:nvSpPr>
        <p:spPr>
          <a:xfrm>
            <a:off x="244229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8" name="data_777">
            <a:extLst>
              <a:ext uri="{FF2B5EF4-FFF2-40B4-BE49-F238E27FC236}">
                <a16:creationId xmlns:a16="http://schemas.microsoft.com/office/drawing/2014/main" id="{849FDBCD-1DB7-4024-AE83-BBA876E8646F}"/>
              </a:ext>
            </a:extLst>
          </p:cNvPr>
          <p:cNvSpPr>
            <a:spLocks/>
          </p:cNvSpPr>
          <p:nvPr/>
        </p:nvSpPr>
        <p:spPr>
          <a:xfrm>
            <a:off x="2390140" y="30202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9" name="data_778">
            <a:extLst>
              <a:ext uri="{FF2B5EF4-FFF2-40B4-BE49-F238E27FC236}">
                <a16:creationId xmlns:a16="http://schemas.microsoft.com/office/drawing/2014/main" id="{81A98FAA-10C7-4FD1-85C4-71D2095B2424}"/>
              </a:ext>
            </a:extLst>
          </p:cNvPr>
          <p:cNvSpPr>
            <a:spLocks/>
          </p:cNvSpPr>
          <p:nvPr/>
        </p:nvSpPr>
        <p:spPr>
          <a:xfrm>
            <a:off x="2428447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0" name="data_779">
            <a:extLst>
              <a:ext uri="{FF2B5EF4-FFF2-40B4-BE49-F238E27FC236}">
                <a16:creationId xmlns:a16="http://schemas.microsoft.com/office/drawing/2014/main" id="{19AF4000-4BD1-46EF-8B37-AE483E30BB00}"/>
              </a:ext>
            </a:extLst>
          </p:cNvPr>
          <p:cNvSpPr>
            <a:spLocks/>
          </p:cNvSpPr>
          <p:nvPr/>
        </p:nvSpPr>
        <p:spPr>
          <a:xfrm>
            <a:off x="2447176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1" name="data_780">
            <a:extLst>
              <a:ext uri="{FF2B5EF4-FFF2-40B4-BE49-F238E27FC236}">
                <a16:creationId xmlns:a16="http://schemas.microsoft.com/office/drawing/2014/main" id="{CE2B4737-678F-43ED-BBB6-FBF056CBF5EC}"/>
              </a:ext>
            </a:extLst>
          </p:cNvPr>
          <p:cNvSpPr>
            <a:spLocks/>
          </p:cNvSpPr>
          <p:nvPr/>
        </p:nvSpPr>
        <p:spPr>
          <a:xfrm>
            <a:off x="239910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2" name="data_781">
            <a:extLst>
              <a:ext uri="{FF2B5EF4-FFF2-40B4-BE49-F238E27FC236}">
                <a16:creationId xmlns:a16="http://schemas.microsoft.com/office/drawing/2014/main" id="{3E367DAB-FA0A-4660-AB26-7FC703553037}"/>
              </a:ext>
            </a:extLst>
          </p:cNvPr>
          <p:cNvSpPr>
            <a:spLocks/>
          </p:cNvSpPr>
          <p:nvPr/>
        </p:nvSpPr>
        <p:spPr>
          <a:xfrm>
            <a:off x="242023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3" name="data_782">
            <a:extLst>
              <a:ext uri="{FF2B5EF4-FFF2-40B4-BE49-F238E27FC236}">
                <a16:creationId xmlns:a16="http://schemas.microsoft.com/office/drawing/2014/main" id="{385666CE-ABD0-4C79-9615-A673DACAE7E3}"/>
              </a:ext>
            </a:extLst>
          </p:cNvPr>
          <p:cNvSpPr>
            <a:spLocks/>
          </p:cNvSpPr>
          <p:nvPr/>
        </p:nvSpPr>
        <p:spPr>
          <a:xfrm>
            <a:off x="240094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4" name="data_783">
            <a:extLst>
              <a:ext uri="{FF2B5EF4-FFF2-40B4-BE49-F238E27FC236}">
                <a16:creationId xmlns:a16="http://schemas.microsoft.com/office/drawing/2014/main" id="{F23104CF-47CE-4B4E-8A0C-B00D35A8A790}"/>
              </a:ext>
            </a:extLst>
          </p:cNvPr>
          <p:cNvSpPr>
            <a:spLocks/>
          </p:cNvSpPr>
          <p:nvPr/>
        </p:nvSpPr>
        <p:spPr>
          <a:xfrm>
            <a:off x="242013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5" name="data_784">
            <a:extLst>
              <a:ext uri="{FF2B5EF4-FFF2-40B4-BE49-F238E27FC236}">
                <a16:creationId xmlns:a16="http://schemas.microsoft.com/office/drawing/2014/main" id="{2969E758-FD1A-4D43-8019-A4D65CFF7F5D}"/>
              </a:ext>
            </a:extLst>
          </p:cNvPr>
          <p:cNvSpPr>
            <a:spLocks/>
          </p:cNvSpPr>
          <p:nvPr/>
        </p:nvSpPr>
        <p:spPr>
          <a:xfrm>
            <a:off x="236310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6" name="data_785">
            <a:extLst>
              <a:ext uri="{FF2B5EF4-FFF2-40B4-BE49-F238E27FC236}">
                <a16:creationId xmlns:a16="http://schemas.microsoft.com/office/drawing/2014/main" id="{471AFDB2-B146-4998-BD64-5248556C4A53}"/>
              </a:ext>
            </a:extLst>
          </p:cNvPr>
          <p:cNvSpPr>
            <a:spLocks/>
          </p:cNvSpPr>
          <p:nvPr/>
        </p:nvSpPr>
        <p:spPr>
          <a:xfrm>
            <a:off x="2438590" y="19142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7" name="data_786">
            <a:extLst>
              <a:ext uri="{FF2B5EF4-FFF2-40B4-BE49-F238E27FC236}">
                <a16:creationId xmlns:a16="http://schemas.microsoft.com/office/drawing/2014/main" id="{8558C33B-7320-4B39-823D-3A8369075DC0}"/>
              </a:ext>
            </a:extLst>
          </p:cNvPr>
          <p:cNvSpPr>
            <a:spLocks/>
          </p:cNvSpPr>
          <p:nvPr/>
        </p:nvSpPr>
        <p:spPr>
          <a:xfrm>
            <a:off x="2389655" y="32650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8" name="data_787">
            <a:extLst>
              <a:ext uri="{FF2B5EF4-FFF2-40B4-BE49-F238E27FC236}">
                <a16:creationId xmlns:a16="http://schemas.microsoft.com/office/drawing/2014/main" id="{A06863A3-6C7B-47FB-A83A-D3659B44E9DA}"/>
              </a:ext>
            </a:extLst>
          </p:cNvPr>
          <p:cNvSpPr>
            <a:spLocks/>
          </p:cNvSpPr>
          <p:nvPr/>
        </p:nvSpPr>
        <p:spPr>
          <a:xfrm>
            <a:off x="2445939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9" name="data_788">
            <a:extLst>
              <a:ext uri="{FF2B5EF4-FFF2-40B4-BE49-F238E27FC236}">
                <a16:creationId xmlns:a16="http://schemas.microsoft.com/office/drawing/2014/main" id="{F7DF36C2-B244-4FA4-9AA0-51D596265636}"/>
              </a:ext>
            </a:extLst>
          </p:cNvPr>
          <p:cNvSpPr>
            <a:spLocks/>
          </p:cNvSpPr>
          <p:nvPr/>
        </p:nvSpPr>
        <p:spPr>
          <a:xfrm>
            <a:off x="241615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0" name="data_789">
            <a:extLst>
              <a:ext uri="{FF2B5EF4-FFF2-40B4-BE49-F238E27FC236}">
                <a16:creationId xmlns:a16="http://schemas.microsoft.com/office/drawing/2014/main" id="{E97ED91D-EF88-4FA6-BEBF-FBB948F5E2A3}"/>
              </a:ext>
            </a:extLst>
          </p:cNvPr>
          <p:cNvSpPr>
            <a:spLocks/>
          </p:cNvSpPr>
          <p:nvPr/>
        </p:nvSpPr>
        <p:spPr>
          <a:xfrm>
            <a:off x="2348058" y="20780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1" name="data_790">
            <a:extLst>
              <a:ext uri="{FF2B5EF4-FFF2-40B4-BE49-F238E27FC236}">
                <a16:creationId xmlns:a16="http://schemas.microsoft.com/office/drawing/2014/main" id="{025E26D7-DC14-4C52-817A-D0E5F1D1110D}"/>
              </a:ext>
            </a:extLst>
          </p:cNvPr>
          <p:cNvSpPr>
            <a:spLocks/>
          </p:cNvSpPr>
          <p:nvPr/>
        </p:nvSpPr>
        <p:spPr>
          <a:xfrm>
            <a:off x="2427655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2" name="data_791">
            <a:extLst>
              <a:ext uri="{FF2B5EF4-FFF2-40B4-BE49-F238E27FC236}">
                <a16:creationId xmlns:a16="http://schemas.microsoft.com/office/drawing/2014/main" id="{DE1F6A6A-2124-41E2-9899-04F3A7BE5BA2}"/>
              </a:ext>
            </a:extLst>
          </p:cNvPr>
          <p:cNvSpPr>
            <a:spLocks/>
          </p:cNvSpPr>
          <p:nvPr/>
        </p:nvSpPr>
        <p:spPr>
          <a:xfrm>
            <a:off x="2425046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3" name="data_792">
            <a:extLst>
              <a:ext uri="{FF2B5EF4-FFF2-40B4-BE49-F238E27FC236}">
                <a16:creationId xmlns:a16="http://schemas.microsoft.com/office/drawing/2014/main" id="{DBF505A1-A80E-4767-98CE-9F6F648EDC4B}"/>
              </a:ext>
            </a:extLst>
          </p:cNvPr>
          <p:cNvSpPr>
            <a:spLocks/>
          </p:cNvSpPr>
          <p:nvPr/>
        </p:nvSpPr>
        <p:spPr>
          <a:xfrm>
            <a:off x="2385523" y="29175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4" name="data_793">
            <a:extLst>
              <a:ext uri="{FF2B5EF4-FFF2-40B4-BE49-F238E27FC236}">
                <a16:creationId xmlns:a16="http://schemas.microsoft.com/office/drawing/2014/main" id="{5872EB67-46D8-4AC7-835C-97C93CFE3AEE}"/>
              </a:ext>
            </a:extLst>
          </p:cNvPr>
          <p:cNvSpPr>
            <a:spLocks/>
          </p:cNvSpPr>
          <p:nvPr/>
        </p:nvSpPr>
        <p:spPr>
          <a:xfrm>
            <a:off x="2439962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5" name="data_794">
            <a:extLst>
              <a:ext uri="{FF2B5EF4-FFF2-40B4-BE49-F238E27FC236}">
                <a16:creationId xmlns:a16="http://schemas.microsoft.com/office/drawing/2014/main" id="{13260846-BF12-44AD-BCD8-541E54CF03AA}"/>
              </a:ext>
            </a:extLst>
          </p:cNvPr>
          <p:cNvSpPr>
            <a:spLocks/>
          </p:cNvSpPr>
          <p:nvPr/>
        </p:nvSpPr>
        <p:spPr>
          <a:xfrm>
            <a:off x="2417123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6" name="data_795">
            <a:extLst>
              <a:ext uri="{FF2B5EF4-FFF2-40B4-BE49-F238E27FC236}">
                <a16:creationId xmlns:a16="http://schemas.microsoft.com/office/drawing/2014/main" id="{E2827AF1-B191-4C01-9F1A-09EAF2E2B99A}"/>
              </a:ext>
            </a:extLst>
          </p:cNvPr>
          <p:cNvSpPr>
            <a:spLocks/>
          </p:cNvSpPr>
          <p:nvPr/>
        </p:nvSpPr>
        <p:spPr>
          <a:xfrm>
            <a:off x="2348436" y="213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7" name="data_796">
            <a:extLst>
              <a:ext uri="{FF2B5EF4-FFF2-40B4-BE49-F238E27FC236}">
                <a16:creationId xmlns:a16="http://schemas.microsoft.com/office/drawing/2014/main" id="{739B99AF-B826-4907-BAAB-9AB49F473B73}"/>
              </a:ext>
            </a:extLst>
          </p:cNvPr>
          <p:cNvSpPr>
            <a:spLocks/>
          </p:cNvSpPr>
          <p:nvPr/>
        </p:nvSpPr>
        <p:spPr>
          <a:xfrm>
            <a:off x="2457221" y="29770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8" name="data_797">
            <a:extLst>
              <a:ext uri="{FF2B5EF4-FFF2-40B4-BE49-F238E27FC236}">
                <a16:creationId xmlns:a16="http://schemas.microsoft.com/office/drawing/2014/main" id="{D854B4FE-CE8E-402B-A47C-B62F8FC2E98F}"/>
              </a:ext>
            </a:extLst>
          </p:cNvPr>
          <p:cNvSpPr>
            <a:spLocks/>
          </p:cNvSpPr>
          <p:nvPr/>
        </p:nvSpPr>
        <p:spPr>
          <a:xfrm>
            <a:off x="239725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9" name="data_798">
            <a:extLst>
              <a:ext uri="{FF2B5EF4-FFF2-40B4-BE49-F238E27FC236}">
                <a16:creationId xmlns:a16="http://schemas.microsoft.com/office/drawing/2014/main" id="{D68BF8B4-98A9-4CA0-842D-163B706A8D67}"/>
              </a:ext>
            </a:extLst>
          </p:cNvPr>
          <p:cNvSpPr>
            <a:spLocks/>
          </p:cNvSpPr>
          <p:nvPr/>
        </p:nvSpPr>
        <p:spPr>
          <a:xfrm>
            <a:off x="2345223" y="21849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0" name="data_799">
            <a:extLst>
              <a:ext uri="{FF2B5EF4-FFF2-40B4-BE49-F238E27FC236}">
                <a16:creationId xmlns:a16="http://schemas.microsoft.com/office/drawing/2014/main" id="{840BE7D3-2404-432C-9DD1-C805E80460FB}"/>
              </a:ext>
            </a:extLst>
          </p:cNvPr>
          <p:cNvSpPr>
            <a:spLocks/>
          </p:cNvSpPr>
          <p:nvPr/>
        </p:nvSpPr>
        <p:spPr>
          <a:xfrm>
            <a:off x="2359502" y="22702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1" name="data_800">
            <a:extLst>
              <a:ext uri="{FF2B5EF4-FFF2-40B4-BE49-F238E27FC236}">
                <a16:creationId xmlns:a16="http://schemas.microsoft.com/office/drawing/2014/main" id="{3729B7EB-2F4D-46E4-880A-284B12E1C6F2}"/>
              </a:ext>
            </a:extLst>
          </p:cNvPr>
          <p:cNvSpPr>
            <a:spLocks/>
          </p:cNvSpPr>
          <p:nvPr/>
        </p:nvSpPr>
        <p:spPr>
          <a:xfrm>
            <a:off x="2433279" y="23793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2" name="data_801">
            <a:extLst>
              <a:ext uri="{FF2B5EF4-FFF2-40B4-BE49-F238E27FC236}">
                <a16:creationId xmlns:a16="http://schemas.microsoft.com/office/drawing/2014/main" id="{F83742CF-8F58-49F0-9E5D-150FCADC7150}"/>
              </a:ext>
            </a:extLst>
          </p:cNvPr>
          <p:cNvSpPr>
            <a:spLocks/>
          </p:cNvSpPr>
          <p:nvPr/>
        </p:nvSpPr>
        <p:spPr>
          <a:xfrm>
            <a:off x="2464770" y="24110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3" name="data_802">
            <a:extLst>
              <a:ext uri="{FF2B5EF4-FFF2-40B4-BE49-F238E27FC236}">
                <a16:creationId xmlns:a16="http://schemas.microsoft.com/office/drawing/2014/main" id="{F3DBB70D-B140-471E-A57F-CA34DCD92061}"/>
              </a:ext>
            </a:extLst>
          </p:cNvPr>
          <p:cNvSpPr>
            <a:spLocks/>
          </p:cNvSpPr>
          <p:nvPr/>
        </p:nvSpPr>
        <p:spPr>
          <a:xfrm>
            <a:off x="2422276" y="27036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4" name="data_803">
            <a:extLst>
              <a:ext uri="{FF2B5EF4-FFF2-40B4-BE49-F238E27FC236}">
                <a16:creationId xmlns:a16="http://schemas.microsoft.com/office/drawing/2014/main" id="{7525ADF2-B4DD-4EF0-A026-EC41BC174D07}"/>
              </a:ext>
            </a:extLst>
          </p:cNvPr>
          <p:cNvSpPr>
            <a:spLocks/>
          </p:cNvSpPr>
          <p:nvPr/>
        </p:nvSpPr>
        <p:spPr>
          <a:xfrm>
            <a:off x="2418259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5" name="data_804">
            <a:extLst>
              <a:ext uri="{FF2B5EF4-FFF2-40B4-BE49-F238E27FC236}">
                <a16:creationId xmlns:a16="http://schemas.microsoft.com/office/drawing/2014/main" id="{AF86C373-5748-443E-986C-2C359558264C}"/>
              </a:ext>
            </a:extLst>
          </p:cNvPr>
          <p:cNvSpPr>
            <a:spLocks/>
          </p:cNvSpPr>
          <p:nvPr/>
        </p:nvSpPr>
        <p:spPr>
          <a:xfrm>
            <a:off x="2392628" y="34207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6" name="data_805">
            <a:extLst>
              <a:ext uri="{FF2B5EF4-FFF2-40B4-BE49-F238E27FC236}">
                <a16:creationId xmlns:a16="http://schemas.microsoft.com/office/drawing/2014/main" id="{71CECD78-A547-4F83-B60B-39B56DC0E5BB}"/>
              </a:ext>
            </a:extLst>
          </p:cNvPr>
          <p:cNvSpPr>
            <a:spLocks/>
          </p:cNvSpPr>
          <p:nvPr/>
        </p:nvSpPr>
        <p:spPr>
          <a:xfrm>
            <a:off x="2404250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7" name="data_806">
            <a:extLst>
              <a:ext uri="{FF2B5EF4-FFF2-40B4-BE49-F238E27FC236}">
                <a16:creationId xmlns:a16="http://schemas.microsoft.com/office/drawing/2014/main" id="{8B979436-73A4-4189-830E-BF471FCD57A1}"/>
              </a:ext>
            </a:extLst>
          </p:cNvPr>
          <p:cNvSpPr>
            <a:spLocks/>
          </p:cNvSpPr>
          <p:nvPr/>
        </p:nvSpPr>
        <p:spPr>
          <a:xfrm>
            <a:off x="2381105" y="2260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8" name="data_807">
            <a:extLst>
              <a:ext uri="{FF2B5EF4-FFF2-40B4-BE49-F238E27FC236}">
                <a16:creationId xmlns:a16="http://schemas.microsoft.com/office/drawing/2014/main" id="{EDD215A8-4A18-4FE1-AD25-37602281E965}"/>
              </a:ext>
            </a:extLst>
          </p:cNvPr>
          <p:cNvSpPr>
            <a:spLocks/>
          </p:cNvSpPr>
          <p:nvPr/>
        </p:nvSpPr>
        <p:spPr>
          <a:xfrm>
            <a:off x="238031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9" name="data_808">
            <a:extLst>
              <a:ext uri="{FF2B5EF4-FFF2-40B4-BE49-F238E27FC236}">
                <a16:creationId xmlns:a16="http://schemas.microsoft.com/office/drawing/2014/main" id="{B4C7C2F0-855E-4916-84AC-654747649301}"/>
              </a:ext>
            </a:extLst>
          </p:cNvPr>
          <p:cNvSpPr>
            <a:spLocks/>
          </p:cNvSpPr>
          <p:nvPr/>
        </p:nvSpPr>
        <p:spPr>
          <a:xfrm>
            <a:off x="245156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0" name="data_809">
            <a:extLst>
              <a:ext uri="{FF2B5EF4-FFF2-40B4-BE49-F238E27FC236}">
                <a16:creationId xmlns:a16="http://schemas.microsoft.com/office/drawing/2014/main" id="{891BC10C-2F02-48C9-ADED-0DFB357CBB72}"/>
              </a:ext>
            </a:extLst>
          </p:cNvPr>
          <p:cNvSpPr>
            <a:spLocks/>
          </p:cNvSpPr>
          <p:nvPr/>
        </p:nvSpPr>
        <p:spPr>
          <a:xfrm>
            <a:off x="2428661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1" name="data_810">
            <a:extLst>
              <a:ext uri="{FF2B5EF4-FFF2-40B4-BE49-F238E27FC236}">
                <a16:creationId xmlns:a16="http://schemas.microsoft.com/office/drawing/2014/main" id="{6CA2DFF3-6A12-4D1C-8091-E14221A34161}"/>
              </a:ext>
            </a:extLst>
          </p:cNvPr>
          <p:cNvSpPr>
            <a:spLocks/>
          </p:cNvSpPr>
          <p:nvPr/>
        </p:nvSpPr>
        <p:spPr>
          <a:xfrm>
            <a:off x="239325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2" name="data_811">
            <a:extLst>
              <a:ext uri="{FF2B5EF4-FFF2-40B4-BE49-F238E27FC236}">
                <a16:creationId xmlns:a16="http://schemas.microsoft.com/office/drawing/2014/main" id="{1142C96E-16F9-40FF-A423-1CCEE1DDBC99}"/>
              </a:ext>
            </a:extLst>
          </p:cNvPr>
          <p:cNvSpPr>
            <a:spLocks/>
          </p:cNvSpPr>
          <p:nvPr/>
        </p:nvSpPr>
        <p:spPr>
          <a:xfrm>
            <a:off x="2377764" y="26475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3" name="data_812">
            <a:extLst>
              <a:ext uri="{FF2B5EF4-FFF2-40B4-BE49-F238E27FC236}">
                <a16:creationId xmlns:a16="http://schemas.microsoft.com/office/drawing/2014/main" id="{6D21BF23-F81A-4907-A322-2F711F2AADE2}"/>
              </a:ext>
            </a:extLst>
          </p:cNvPr>
          <p:cNvSpPr>
            <a:spLocks/>
          </p:cNvSpPr>
          <p:nvPr/>
        </p:nvSpPr>
        <p:spPr>
          <a:xfrm>
            <a:off x="2379477" y="22705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4" name="data_813">
            <a:extLst>
              <a:ext uri="{FF2B5EF4-FFF2-40B4-BE49-F238E27FC236}">
                <a16:creationId xmlns:a16="http://schemas.microsoft.com/office/drawing/2014/main" id="{A028FB84-95CB-4EE9-8F48-78211CF4BD50}"/>
              </a:ext>
            </a:extLst>
          </p:cNvPr>
          <p:cNvSpPr>
            <a:spLocks/>
          </p:cNvSpPr>
          <p:nvPr/>
        </p:nvSpPr>
        <p:spPr>
          <a:xfrm>
            <a:off x="2460466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5" name="data_814">
            <a:extLst>
              <a:ext uri="{FF2B5EF4-FFF2-40B4-BE49-F238E27FC236}">
                <a16:creationId xmlns:a16="http://schemas.microsoft.com/office/drawing/2014/main" id="{D23F89C0-33A1-4599-B3B0-DDEC71863771}"/>
              </a:ext>
            </a:extLst>
          </p:cNvPr>
          <p:cNvSpPr>
            <a:spLocks/>
          </p:cNvSpPr>
          <p:nvPr/>
        </p:nvSpPr>
        <p:spPr>
          <a:xfrm>
            <a:off x="241919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6" name="data_815">
            <a:extLst>
              <a:ext uri="{FF2B5EF4-FFF2-40B4-BE49-F238E27FC236}">
                <a16:creationId xmlns:a16="http://schemas.microsoft.com/office/drawing/2014/main" id="{FBF8B666-23B5-4004-A36F-A3FCDF3178FD}"/>
              </a:ext>
            </a:extLst>
          </p:cNvPr>
          <p:cNvSpPr>
            <a:spLocks/>
          </p:cNvSpPr>
          <p:nvPr/>
        </p:nvSpPr>
        <p:spPr>
          <a:xfrm>
            <a:off x="2364223" y="24394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7" name="data_816">
            <a:extLst>
              <a:ext uri="{FF2B5EF4-FFF2-40B4-BE49-F238E27FC236}">
                <a16:creationId xmlns:a16="http://schemas.microsoft.com/office/drawing/2014/main" id="{9919F680-5FD0-4D36-8D67-FBB4586A8E7E}"/>
              </a:ext>
            </a:extLst>
          </p:cNvPr>
          <p:cNvSpPr>
            <a:spLocks/>
          </p:cNvSpPr>
          <p:nvPr/>
        </p:nvSpPr>
        <p:spPr>
          <a:xfrm>
            <a:off x="2457988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8" name="data_817">
            <a:extLst>
              <a:ext uri="{FF2B5EF4-FFF2-40B4-BE49-F238E27FC236}">
                <a16:creationId xmlns:a16="http://schemas.microsoft.com/office/drawing/2014/main" id="{348B92D3-FBAB-48FB-B57B-43B199270447}"/>
              </a:ext>
            </a:extLst>
          </p:cNvPr>
          <p:cNvSpPr>
            <a:spLocks/>
          </p:cNvSpPr>
          <p:nvPr/>
        </p:nvSpPr>
        <p:spPr>
          <a:xfrm>
            <a:off x="2409046" y="17816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9" name="data_818">
            <a:extLst>
              <a:ext uri="{FF2B5EF4-FFF2-40B4-BE49-F238E27FC236}">
                <a16:creationId xmlns:a16="http://schemas.microsoft.com/office/drawing/2014/main" id="{54568ADB-4E12-4727-87D7-67BBC71105FB}"/>
              </a:ext>
            </a:extLst>
          </p:cNvPr>
          <p:cNvSpPr>
            <a:spLocks/>
          </p:cNvSpPr>
          <p:nvPr/>
        </p:nvSpPr>
        <p:spPr>
          <a:xfrm>
            <a:off x="2357003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0" name="data_819">
            <a:extLst>
              <a:ext uri="{FF2B5EF4-FFF2-40B4-BE49-F238E27FC236}">
                <a16:creationId xmlns:a16="http://schemas.microsoft.com/office/drawing/2014/main" id="{6ECCC7B7-62D8-42EC-82CF-704738D8DC9A}"/>
              </a:ext>
            </a:extLst>
          </p:cNvPr>
          <p:cNvSpPr>
            <a:spLocks/>
          </p:cNvSpPr>
          <p:nvPr/>
        </p:nvSpPr>
        <p:spPr>
          <a:xfrm>
            <a:off x="2419723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1" name="data_820">
            <a:extLst>
              <a:ext uri="{FF2B5EF4-FFF2-40B4-BE49-F238E27FC236}">
                <a16:creationId xmlns:a16="http://schemas.microsoft.com/office/drawing/2014/main" id="{599E32BC-3A9E-4F82-A023-25717DB541AF}"/>
              </a:ext>
            </a:extLst>
          </p:cNvPr>
          <p:cNvSpPr>
            <a:spLocks/>
          </p:cNvSpPr>
          <p:nvPr/>
        </p:nvSpPr>
        <p:spPr>
          <a:xfrm>
            <a:off x="2445451" y="32678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2" name="data_821">
            <a:extLst>
              <a:ext uri="{FF2B5EF4-FFF2-40B4-BE49-F238E27FC236}">
                <a16:creationId xmlns:a16="http://schemas.microsoft.com/office/drawing/2014/main" id="{7FC41B42-55B1-4DA2-9AF9-5950ABBCBBBD}"/>
              </a:ext>
            </a:extLst>
          </p:cNvPr>
          <p:cNvSpPr>
            <a:spLocks/>
          </p:cNvSpPr>
          <p:nvPr/>
        </p:nvSpPr>
        <p:spPr>
          <a:xfrm>
            <a:off x="2365450" y="24619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3" name="data_822">
            <a:extLst>
              <a:ext uri="{FF2B5EF4-FFF2-40B4-BE49-F238E27FC236}">
                <a16:creationId xmlns:a16="http://schemas.microsoft.com/office/drawing/2014/main" id="{F3993160-7475-4DA7-9B06-FF3F4F65C0F2}"/>
              </a:ext>
            </a:extLst>
          </p:cNvPr>
          <p:cNvSpPr>
            <a:spLocks/>
          </p:cNvSpPr>
          <p:nvPr/>
        </p:nvSpPr>
        <p:spPr>
          <a:xfrm>
            <a:off x="2361855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4" name="data_823">
            <a:extLst>
              <a:ext uri="{FF2B5EF4-FFF2-40B4-BE49-F238E27FC236}">
                <a16:creationId xmlns:a16="http://schemas.microsoft.com/office/drawing/2014/main" id="{96FB7200-24B4-447D-B978-8E1F21902859}"/>
              </a:ext>
            </a:extLst>
          </p:cNvPr>
          <p:cNvSpPr>
            <a:spLocks/>
          </p:cNvSpPr>
          <p:nvPr/>
        </p:nvSpPr>
        <p:spPr>
          <a:xfrm>
            <a:off x="2417464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5" name="data_824">
            <a:extLst>
              <a:ext uri="{FF2B5EF4-FFF2-40B4-BE49-F238E27FC236}">
                <a16:creationId xmlns:a16="http://schemas.microsoft.com/office/drawing/2014/main" id="{631EF4D3-8FFE-4F16-B6FD-511FA04D52D3}"/>
              </a:ext>
            </a:extLst>
          </p:cNvPr>
          <p:cNvSpPr>
            <a:spLocks/>
          </p:cNvSpPr>
          <p:nvPr/>
        </p:nvSpPr>
        <p:spPr>
          <a:xfrm>
            <a:off x="2451853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6" name="data_825">
            <a:extLst>
              <a:ext uri="{FF2B5EF4-FFF2-40B4-BE49-F238E27FC236}">
                <a16:creationId xmlns:a16="http://schemas.microsoft.com/office/drawing/2014/main" id="{79D6B265-18E0-437D-8E6C-4CB491B349A0}"/>
              </a:ext>
            </a:extLst>
          </p:cNvPr>
          <p:cNvSpPr>
            <a:spLocks/>
          </p:cNvSpPr>
          <p:nvPr/>
        </p:nvSpPr>
        <p:spPr>
          <a:xfrm>
            <a:off x="2333497" y="19257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7" name="data_826">
            <a:extLst>
              <a:ext uri="{FF2B5EF4-FFF2-40B4-BE49-F238E27FC236}">
                <a16:creationId xmlns:a16="http://schemas.microsoft.com/office/drawing/2014/main" id="{4AC6033A-BEDB-4420-82D5-18FDF62F8509}"/>
              </a:ext>
            </a:extLst>
          </p:cNvPr>
          <p:cNvSpPr>
            <a:spLocks/>
          </p:cNvSpPr>
          <p:nvPr/>
        </p:nvSpPr>
        <p:spPr>
          <a:xfrm>
            <a:off x="2405746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8" name="data_827">
            <a:extLst>
              <a:ext uri="{FF2B5EF4-FFF2-40B4-BE49-F238E27FC236}">
                <a16:creationId xmlns:a16="http://schemas.microsoft.com/office/drawing/2014/main" id="{68ACDC78-370B-4697-8B79-5265BF983A7E}"/>
              </a:ext>
            </a:extLst>
          </p:cNvPr>
          <p:cNvSpPr>
            <a:spLocks/>
          </p:cNvSpPr>
          <p:nvPr/>
        </p:nvSpPr>
        <p:spPr>
          <a:xfrm>
            <a:off x="2379133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9" name="data_828">
            <a:extLst>
              <a:ext uri="{FF2B5EF4-FFF2-40B4-BE49-F238E27FC236}">
                <a16:creationId xmlns:a16="http://schemas.microsoft.com/office/drawing/2014/main" id="{57D6EE5D-6B99-4B2F-BD47-015CD9C3057B}"/>
              </a:ext>
            </a:extLst>
          </p:cNvPr>
          <p:cNvSpPr>
            <a:spLocks/>
          </p:cNvSpPr>
          <p:nvPr/>
        </p:nvSpPr>
        <p:spPr>
          <a:xfrm>
            <a:off x="2355469" y="21984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0" name="data_829">
            <a:extLst>
              <a:ext uri="{FF2B5EF4-FFF2-40B4-BE49-F238E27FC236}">
                <a16:creationId xmlns:a16="http://schemas.microsoft.com/office/drawing/2014/main" id="{5E63EDFD-B0F8-4738-B802-39591C2ED26B}"/>
              </a:ext>
            </a:extLst>
          </p:cNvPr>
          <p:cNvSpPr>
            <a:spLocks/>
          </p:cNvSpPr>
          <p:nvPr/>
        </p:nvSpPr>
        <p:spPr>
          <a:xfrm>
            <a:off x="240641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1" name="data_830">
            <a:extLst>
              <a:ext uri="{FF2B5EF4-FFF2-40B4-BE49-F238E27FC236}">
                <a16:creationId xmlns:a16="http://schemas.microsoft.com/office/drawing/2014/main" id="{04EBE611-EDFC-4170-BE98-22CC96FC2759}"/>
              </a:ext>
            </a:extLst>
          </p:cNvPr>
          <p:cNvSpPr>
            <a:spLocks/>
          </p:cNvSpPr>
          <p:nvPr/>
        </p:nvSpPr>
        <p:spPr>
          <a:xfrm>
            <a:off x="2399033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2" name="data_831">
            <a:extLst>
              <a:ext uri="{FF2B5EF4-FFF2-40B4-BE49-F238E27FC236}">
                <a16:creationId xmlns:a16="http://schemas.microsoft.com/office/drawing/2014/main" id="{2FFC741A-8EE4-40C8-936F-8A3664A4C369}"/>
              </a:ext>
            </a:extLst>
          </p:cNvPr>
          <p:cNvSpPr>
            <a:spLocks/>
          </p:cNvSpPr>
          <p:nvPr/>
        </p:nvSpPr>
        <p:spPr>
          <a:xfrm>
            <a:off x="2353037" y="29262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3" name="data_832">
            <a:extLst>
              <a:ext uri="{FF2B5EF4-FFF2-40B4-BE49-F238E27FC236}">
                <a16:creationId xmlns:a16="http://schemas.microsoft.com/office/drawing/2014/main" id="{5BF51B44-DB37-42C2-A6B5-1ABAD352742A}"/>
              </a:ext>
            </a:extLst>
          </p:cNvPr>
          <p:cNvSpPr>
            <a:spLocks/>
          </p:cNvSpPr>
          <p:nvPr/>
        </p:nvSpPr>
        <p:spPr>
          <a:xfrm>
            <a:off x="2381029" y="24790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4" name="data_833">
            <a:extLst>
              <a:ext uri="{FF2B5EF4-FFF2-40B4-BE49-F238E27FC236}">
                <a16:creationId xmlns:a16="http://schemas.microsoft.com/office/drawing/2014/main" id="{B67164DB-F96F-4345-A2C1-95B030FD433F}"/>
              </a:ext>
            </a:extLst>
          </p:cNvPr>
          <p:cNvSpPr>
            <a:spLocks/>
          </p:cNvSpPr>
          <p:nvPr/>
        </p:nvSpPr>
        <p:spPr>
          <a:xfrm>
            <a:off x="2328116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5" name="data_834">
            <a:extLst>
              <a:ext uri="{FF2B5EF4-FFF2-40B4-BE49-F238E27FC236}">
                <a16:creationId xmlns:a16="http://schemas.microsoft.com/office/drawing/2014/main" id="{7C1F89FA-4F0B-404F-B9DD-5CF95F0E3315}"/>
              </a:ext>
            </a:extLst>
          </p:cNvPr>
          <p:cNvSpPr>
            <a:spLocks/>
          </p:cNvSpPr>
          <p:nvPr/>
        </p:nvSpPr>
        <p:spPr>
          <a:xfrm>
            <a:off x="2374380" y="27198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6" name="data_835">
            <a:extLst>
              <a:ext uri="{FF2B5EF4-FFF2-40B4-BE49-F238E27FC236}">
                <a16:creationId xmlns:a16="http://schemas.microsoft.com/office/drawing/2014/main" id="{E296ABB2-5DB7-473C-A235-961C99578577}"/>
              </a:ext>
            </a:extLst>
          </p:cNvPr>
          <p:cNvSpPr>
            <a:spLocks/>
          </p:cNvSpPr>
          <p:nvPr/>
        </p:nvSpPr>
        <p:spPr>
          <a:xfrm>
            <a:off x="2408620" y="17828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7" name="data_836">
            <a:extLst>
              <a:ext uri="{FF2B5EF4-FFF2-40B4-BE49-F238E27FC236}">
                <a16:creationId xmlns:a16="http://schemas.microsoft.com/office/drawing/2014/main" id="{6FC443B8-ECB1-406F-8F0B-DFF8D5BC0399}"/>
              </a:ext>
            </a:extLst>
          </p:cNvPr>
          <p:cNvSpPr>
            <a:spLocks/>
          </p:cNvSpPr>
          <p:nvPr/>
        </p:nvSpPr>
        <p:spPr>
          <a:xfrm>
            <a:off x="2359826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8" name="data_837">
            <a:extLst>
              <a:ext uri="{FF2B5EF4-FFF2-40B4-BE49-F238E27FC236}">
                <a16:creationId xmlns:a16="http://schemas.microsoft.com/office/drawing/2014/main" id="{FF4E99AC-D22A-4793-AF3B-919EC3368FFF}"/>
              </a:ext>
            </a:extLst>
          </p:cNvPr>
          <p:cNvSpPr>
            <a:spLocks/>
          </p:cNvSpPr>
          <p:nvPr/>
        </p:nvSpPr>
        <p:spPr>
          <a:xfrm>
            <a:off x="2454302" y="28720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9" name="data_838">
            <a:extLst>
              <a:ext uri="{FF2B5EF4-FFF2-40B4-BE49-F238E27FC236}">
                <a16:creationId xmlns:a16="http://schemas.microsoft.com/office/drawing/2014/main" id="{F648A8B2-EB8B-4264-B6CF-190429EAFA30}"/>
              </a:ext>
            </a:extLst>
          </p:cNvPr>
          <p:cNvSpPr>
            <a:spLocks/>
          </p:cNvSpPr>
          <p:nvPr/>
        </p:nvSpPr>
        <p:spPr>
          <a:xfrm>
            <a:off x="2428447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0" name="data_839">
            <a:extLst>
              <a:ext uri="{FF2B5EF4-FFF2-40B4-BE49-F238E27FC236}">
                <a16:creationId xmlns:a16="http://schemas.microsoft.com/office/drawing/2014/main" id="{08DA2F28-5E3B-4414-BF66-43640DE245B2}"/>
              </a:ext>
            </a:extLst>
          </p:cNvPr>
          <p:cNvSpPr>
            <a:spLocks/>
          </p:cNvSpPr>
          <p:nvPr/>
        </p:nvSpPr>
        <p:spPr>
          <a:xfrm>
            <a:off x="2431419" y="18405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1" name="data_840">
            <a:extLst>
              <a:ext uri="{FF2B5EF4-FFF2-40B4-BE49-F238E27FC236}">
                <a16:creationId xmlns:a16="http://schemas.microsoft.com/office/drawing/2014/main" id="{1BF3846F-0315-432D-A89B-2CEA84756935}"/>
              </a:ext>
            </a:extLst>
          </p:cNvPr>
          <p:cNvSpPr>
            <a:spLocks/>
          </p:cNvSpPr>
          <p:nvPr/>
        </p:nvSpPr>
        <p:spPr>
          <a:xfrm>
            <a:off x="233513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2" name="data_841">
            <a:extLst>
              <a:ext uri="{FF2B5EF4-FFF2-40B4-BE49-F238E27FC236}">
                <a16:creationId xmlns:a16="http://schemas.microsoft.com/office/drawing/2014/main" id="{031871C2-8A46-4D1F-9D51-E1F872A20768}"/>
              </a:ext>
            </a:extLst>
          </p:cNvPr>
          <p:cNvSpPr>
            <a:spLocks/>
          </p:cNvSpPr>
          <p:nvPr/>
        </p:nvSpPr>
        <p:spPr>
          <a:xfrm>
            <a:off x="2335150" y="29702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3" name="data_842">
            <a:extLst>
              <a:ext uri="{FF2B5EF4-FFF2-40B4-BE49-F238E27FC236}">
                <a16:creationId xmlns:a16="http://schemas.microsoft.com/office/drawing/2014/main" id="{0F7052F6-9723-4380-8DC2-BE149CE36D28}"/>
              </a:ext>
            </a:extLst>
          </p:cNvPr>
          <p:cNvSpPr>
            <a:spLocks/>
          </p:cNvSpPr>
          <p:nvPr/>
        </p:nvSpPr>
        <p:spPr>
          <a:xfrm>
            <a:off x="2449124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4" name="data_843">
            <a:extLst>
              <a:ext uri="{FF2B5EF4-FFF2-40B4-BE49-F238E27FC236}">
                <a16:creationId xmlns:a16="http://schemas.microsoft.com/office/drawing/2014/main" id="{BA1854C8-1808-41CB-B878-614E7780C251}"/>
              </a:ext>
            </a:extLst>
          </p:cNvPr>
          <p:cNvSpPr>
            <a:spLocks/>
          </p:cNvSpPr>
          <p:nvPr/>
        </p:nvSpPr>
        <p:spPr>
          <a:xfrm>
            <a:off x="2339274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5" name="data_844">
            <a:extLst>
              <a:ext uri="{FF2B5EF4-FFF2-40B4-BE49-F238E27FC236}">
                <a16:creationId xmlns:a16="http://schemas.microsoft.com/office/drawing/2014/main" id="{14557238-AFD6-44A1-A7C3-8AE0E944ACA6}"/>
              </a:ext>
            </a:extLst>
          </p:cNvPr>
          <p:cNvSpPr>
            <a:spLocks/>
          </p:cNvSpPr>
          <p:nvPr/>
        </p:nvSpPr>
        <p:spPr>
          <a:xfrm>
            <a:off x="2382015" y="32088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6" name="data_845">
            <a:extLst>
              <a:ext uri="{FF2B5EF4-FFF2-40B4-BE49-F238E27FC236}">
                <a16:creationId xmlns:a16="http://schemas.microsoft.com/office/drawing/2014/main" id="{E99321FD-8741-45F7-B86D-E15A69C9F8B7}"/>
              </a:ext>
            </a:extLst>
          </p:cNvPr>
          <p:cNvSpPr>
            <a:spLocks/>
          </p:cNvSpPr>
          <p:nvPr/>
        </p:nvSpPr>
        <p:spPr>
          <a:xfrm>
            <a:off x="2360799" y="26152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7" name="data_846">
            <a:extLst>
              <a:ext uri="{FF2B5EF4-FFF2-40B4-BE49-F238E27FC236}">
                <a16:creationId xmlns:a16="http://schemas.microsoft.com/office/drawing/2014/main" id="{E883BD67-DE18-417E-A5D2-5051A4D145CB}"/>
              </a:ext>
            </a:extLst>
          </p:cNvPr>
          <p:cNvSpPr>
            <a:spLocks/>
          </p:cNvSpPr>
          <p:nvPr/>
        </p:nvSpPr>
        <p:spPr>
          <a:xfrm>
            <a:off x="2375349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8" name="data_847">
            <a:extLst>
              <a:ext uri="{FF2B5EF4-FFF2-40B4-BE49-F238E27FC236}">
                <a16:creationId xmlns:a16="http://schemas.microsoft.com/office/drawing/2014/main" id="{392EC607-17AE-4003-953C-F96D1A9AD18E}"/>
              </a:ext>
            </a:extLst>
          </p:cNvPr>
          <p:cNvSpPr>
            <a:spLocks/>
          </p:cNvSpPr>
          <p:nvPr/>
        </p:nvSpPr>
        <p:spPr>
          <a:xfrm>
            <a:off x="2433222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9" name="data_848">
            <a:extLst>
              <a:ext uri="{FF2B5EF4-FFF2-40B4-BE49-F238E27FC236}">
                <a16:creationId xmlns:a16="http://schemas.microsoft.com/office/drawing/2014/main" id="{6FD41AE6-2875-4A17-ADAD-D432BA6A6D51}"/>
              </a:ext>
            </a:extLst>
          </p:cNvPr>
          <p:cNvSpPr>
            <a:spLocks/>
          </p:cNvSpPr>
          <p:nvPr/>
        </p:nvSpPr>
        <p:spPr>
          <a:xfrm>
            <a:off x="238022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0" name="data_849">
            <a:extLst>
              <a:ext uri="{FF2B5EF4-FFF2-40B4-BE49-F238E27FC236}">
                <a16:creationId xmlns:a16="http://schemas.microsoft.com/office/drawing/2014/main" id="{BE6E4567-E94C-4615-9CBD-221B0675F246}"/>
              </a:ext>
            </a:extLst>
          </p:cNvPr>
          <p:cNvSpPr>
            <a:spLocks/>
          </p:cNvSpPr>
          <p:nvPr/>
        </p:nvSpPr>
        <p:spPr>
          <a:xfrm>
            <a:off x="2376531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1" name="data_850">
            <a:extLst>
              <a:ext uri="{FF2B5EF4-FFF2-40B4-BE49-F238E27FC236}">
                <a16:creationId xmlns:a16="http://schemas.microsoft.com/office/drawing/2014/main" id="{B9093A96-E238-4BBB-8101-B6E619B41DA4}"/>
              </a:ext>
            </a:extLst>
          </p:cNvPr>
          <p:cNvSpPr>
            <a:spLocks/>
          </p:cNvSpPr>
          <p:nvPr/>
        </p:nvSpPr>
        <p:spPr>
          <a:xfrm>
            <a:off x="2346834" y="21217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2" name="data_851">
            <a:extLst>
              <a:ext uri="{FF2B5EF4-FFF2-40B4-BE49-F238E27FC236}">
                <a16:creationId xmlns:a16="http://schemas.microsoft.com/office/drawing/2014/main" id="{C7BA6F54-28A3-4CDC-921E-BB5D6F088A50}"/>
              </a:ext>
            </a:extLst>
          </p:cNvPr>
          <p:cNvSpPr>
            <a:spLocks/>
          </p:cNvSpPr>
          <p:nvPr/>
        </p:nvSpPr>
        <p:spPr>
          <a:xfrm>
            <a:off x="2386150" y="22605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3" name="data_852">
            <a:extLst>
              <a:ext uri="{FF2B5EF4-FFF2-40B4-BE49-F238E27FC236}">
                <a16:creationId xmlns:a16="http://schemas.microsoft.com/office/drawing/2014/main" id="{40634B5D-F830-4B53-A0EE-D697CD85AFE7}"/>
              </a:ext>
            </a:extLst>
          </p:cNvPr>
          <p:cNvSpPr>
            <a:spLocks/>
          </p:cNvSpPr>
          <p:nvPr/>
        </p:nvSpPr>
        <p:spPr>
          <a:xfrm>
            <a:off x="2454232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4" name="data_853">
            <a:extLst>
              <a:ext uri="{FF2B5EF4-FFF2-40B4-BE49-F238E27FC236}">
                <a16:creationId xmlns:a16="http://schemas.microsoft.com/office/drawing/2014/main" id="{E381CDF3-992E-428A-B208-657B725BC794}"/>
              </a:ext>
            </a:extLst>
          </p:cNvPr>
          <p:cNvSpPr>
            <a:spLocks/>
          </p:cNvSpPr>
          <p:nvPr/>
        </p:nvSpPr>
        <p:spPr>
          <a:xfrm>
            <a:off x="2464645" y="29330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5" name="data_854">
            <a:extLst>
              <a:ext uri="{FF2B5EF4-FFF2-40B4-BE49-F238E27FC236}">
                <a16:creationId xmlns:a16="http://schemas.microsoft.com/office/drawing/2014/main" id="{059323D5-7E19-4D16-A66C-984172A5837E}"/>
              </a:ext>
            </a:extLst>
          </p:cNvPr>
          <p:cNvSpPr>
            <a:spLocks/>
          </p:cNvSpPr>
          <p:nvPr/>
        </p:nvSpPr>
        <p:spPr>
          <a:xfrm>
            <a:off x="2364115" y="22236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6" name="data_855">
            <a:extLst>
              <a:ext uri="{FF2B5EF4-FFF2-40B4-BE49-F238E27FC236}">
                <a16:creationId xmlns:a16="http://schemas.microsoft.com/office/drawing/2014/main" id="{1B9E98C2-47F3-45B8-B6AA-812729BB8098}"/>
              </a:ext>
            </a:extLst>
          </p:cNvPr>
          <p:cNvSpPr>
            <a:spLocks/>
          </p:cNvSpPr>
          <p:nvPr/>
        </p:nvSpPr>
        <p:spPr>
          <a:xfrm>
            <a:off x="2447351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7" name="data_856">
            <a:extLst>
              <a:ext uri="{FF2B5EF4-FFF2-40B4-BE49-F238E27FC236}">
                <a16:creationId xmlns:a16="http://schemas.microsoft.com/office/drawing/2014/main" id="{DC588D66-F37B-4C77-A671-579AF3F099DA}"/>
              </a:ext>
            </a:extLst>
          </p:cNvPr>
          <p:cNvSpPr>
            <a:spLocks/>
          </p:cNvSpPr>
          <p:nvPr/>
        </p:nvSpPr>
        <p:spPr>
          <a:xfrm>
            <a:off x="2425602" y="213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8" name="data_857">
            <a:extLst>
              <a:ext uri="{FF2B5EF4-FFF2-40B4-BE49-F238E27FC236}">
                <a16:creationId xmlns:a16="http://schemas.microsoft.com/office/drawing/2014/main" id="{37D97C0F-3D67-48EC-917B-FD0BCC23568C}"/>
              </a:ext>
            </a:extLst>
          </p:cNvPr>
          <p:cNvSpPr>
            <a:spLocks/>
          </p:cNvSpPr>
          <p:nvPr/>
        </p:nvSpPr>
        <p:spPr>
          <a:xfrm>
            <a:off x="234136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9" name="data_858">
            <a:extLst>
              <a:ext uri="{FF2B5EF4-FFF2-40B4-BE49-F238E27FC236}">
                <a16:creationId xmlns:a16="http://schemas.microsoft.com/office/drawing/2014/main" id="{738B4A8F-100F-4C9B-AE41-46E37BF3B633}"/>
              </a:ext>
            </a:extLst>
          </p:cNvPr>
          <p:cNvSpPr>
            <a:spLocks/>
          </p:cNvSpPr>
          <p:nvPr/>
        </p:nvSpPr>
        <p:spPr>
          <a:xfrm>
            <a:off x="2336990" y="22268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0" name="data_859">
            <a:extLst>
              <a:ext uri="{FF2B5EF4-FFF2-40B4-BE49-F238E27FC236}">
                <a16:creationId xmlns:a16="http://schemas.microsoft.com/office/drawing/2014/main" id="{F28B7DD1-49FE-4E26-A45A-48DDB59C76DE}"/>
              </a:ext>
            </a:extLst>
          </p:cNvPr>
          <p:cNvSpPr>
            <a:spLocks/>
          </p:cNvSpPr>
          <p:nvPr/>
        </p:nvSpPr>
        <p:spPr>
          <a:xfrm>
            <a:off x="2354617" y="19879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1" name="data_860">
            <a:extLst>
              <a:ext uri="{FF2B5EF4-FFF2-40B4-BE49-F238E27FC236}">
                <a16:creationId xmlns:a16="http://schemas.microsoft.com/office/drawing/2014/main" id="{6288C92D-5DE5-44DE-9156-86C3661C81E9}"/>
              </a:ext>
            </a:extLst>
          </p:cNvPr>
          <p:cNvSpPr>
            <a:spLocks/>
          </p:cNvSpPr>
          <p:nvPr/>
        </p:nvSpPr>
        <p:spPr>
          <a:xfrm>
            <a:off x="2391931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2" name="data_861">
            <a:extLst>
              <a:ext uri="{FF2B5EF4-FFF2-40B4-BE49-F238E27FC236}">
                <a16:creationId xmlns:a16="http://schemas.microsoft.com/office/drawing/2014/main" id="{73FABA22-CFDD-4AC4-B820-488FD282407F}"/>
              </a:ext>
            </a:extLst>
          </p:cNvPr>
          <p:cNvSpPr>
            <a:spLocks/>
          </p:cNvSpPr>
          <p:nvPr/>
        </p:nvSpPr>
        <p:spPr>
          <a:xfrm>
            <a:off x="2453692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3" name="data_862">
            <a:extLst>
              <a:ext uri="{FF2B5EF4-FFF2-40B4-BE49-F238E27FC236}">
                <a16:creationId xmlns:a16="http://schemas.microsoft.com/office/drawing/2014/main" id="{8041B25B-D3B2-46D7-AB52-7FA5B80144BE}"/>
              </a:ext>
            </a:extLst>
          </p:cNvPr>
          <p:cNvSpPr>
            <a:spLocks/>
          </p:cNvSpPr>
          <p:nvPr/>
        </p:nvSpPr>
        <p:spPr>
          <a:xfrm>
            <a:off x="2333702" y="276281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4" name="data_863">
            <a:extLst>
              <a:ext uri="{FF2B5EF4-FFF2-40B4-BE49-F238E27FC236}">
                <a16:creationId xmlns:a16="http://schemas.microsoft.com/office/drawing/2014/main" id="{0ABA949E-4FA5-4364-A267-DCD86BBDA279}"/>
              </a:ext>
            </a:extLst>
          </p:cNvPr>
          <p:cNvSpPr>
            <a:spLocks/>
          </p:cNvSpPr>
          <p:nvPr/>
        </p:nvSpPr>
        <p:spPr>
          <a:xfrm>
            <a:off x="234570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5" name="data_864">
            <a:extLst>
              <a:ext uri="{FF2B5EF4-FFF2-40B4-BE49-F238E27FC236}">
                <a16:creationId xmlns:a16="http://schemas.microsoft.com/office/drawing/2014/main" id="{0AAF59C7-6264-4943-B797-FB5BFF9B34D3}"/>
              </a:ext>
            </a:extLst>
          </p:cNvPr>
          <p:cNvSpPr>
            <a:spLocks/>
          </p:cNvSpPr>
          <p:nvPr/>
        </p:nvSpPr>
        <p:spPr>
          <a:xfrm>
            <a:off x="234401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6" name="data_865">
            <a:extLst>
              <a:ext uri="{FF2B5EF4-FFF2-40B4-BE49-F238E27FC236}">
                <a16:creationId xmlns:a16="http://schemas.microsoft.com/office/drawing/2014/main" id="{E40D582E-2157-4CF7-BC6D-4B403FCBE847}"/>
              </a:ext>
            </a:extLst>
          </p:cNvPr>
          <p:cNvSpPr>
            <a:spLocks/>
          </p:cNvSpPr>
          <p:nvPr/>
        </p:nvSpPr>
        <p:spPr>
          <a:xfrm>
            <a:off x="2394360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7" name="data_866">
            <a:extLst>
              <a:ext uri="{FF2B5EF4-FFF2-40B4-BE49-F238E27FC236}">
                <a16:creationId xmlns:a16="http://schemas.microsoft.com/office/drawing/2014/main" id="{0714938C-AB02-400D-9DF9-CF872DCE13DE}"/>
              </a:ext>
            </a:extLst>
          </p:cNvPr>
          <p:cNvSpPr>
            <a:spLocks/>
          </p:cNvSpPr>
          <p:nvPr/>
        </p:nvSpPr>
        <p:spPr>
          <a:xfrm>
            <a:off x="233758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8" name="data_867">
            <a:extLst>
              <a:ext uri="{FF2B5EF4-FFF2-40B4-BE49-F238E27FC236}">
                <a16:creationId xmlns:a16="http://schemas.microsoft.com/office/drawing/2014/main" id="{CA29193B-0E21-42F1-8FE0-5BD4CBFDD724}"/>
              </a:ext>
            </a:extLst>
          </p:cNvPr>
          <p:cNvSpPr>
            <a:spLocks/>
          </p:cNvSpPr>
          <p:nvPr/>
        </p:nvSpPr>
        <p:spPr>
          <a:xfrm>
            <a:off x="2397505" y="24769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9" name="data_868">
            <a:extLst>
              <a:ext uri="{FF2B5EF4-FFF2-40B4-BE49-F238E27FC236}">
                <a16:creationId xmlns:a16="http://schemas.microsoft.com/office/drawing/2014/main" id="{BFB8FC14-E35D-4AE3-ABF4-6EB75269CE4B}"/>
              </a:ext>
            </a:extLst>
          </p:cNvPr>
          <p:cNvSpPr>
            <a:spLocks/>
          </p:cNvSpPr>
          <p:nvPr/>
        </p:nvSpPr>
        <p:spPr>
          <a:xfrm>
            <a:off x="2380333" y="17844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0" name="data_869">
            <a:extLst>
              <a:ext uri="{FF2B5EF4-FFF2-40B4-BE49-F238E27FC236}">
                <a16:creationId xmlns:a16="http://schemas.microsoft.com/office/drawing/2014/main" id="{84F56402-9C64-46C4-9338-54CE5FB8F6B6}"/>
              </a:ext>
            </a:extLst>
          </p:cNvPr>
          <p:cNvSpPr>
            <a:spLocks/>
          </p:cNvSpPr>
          <p:nvPr/>
        </p:nvSpPr>
        <p:spPr>
          <a:xfrm>
            <a:off x="2397468" y="31022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1" name="data_870">
            <a:extLst>
              <a:ext uri="{FF2B5EF4-FFF2-40B4-BE49-F238E27FC236}">
                <a16:creationId xmlns:a16="http://schemas.microsoft.com/office/drawing/2014/main" id="{32D898E8-5A77-43F0-A981-3DC5CEB60497}"/>
              </a:ext>
            </a:extLst>
          </p:cNvPr>
          <p:cNvSpPr>
            <a:spLocks/>
          </p:cNvSpPr>
          <p:nvPr/>
        </p:nvSpPr>
        <p:spPr>
          <a:xfrm>
            <a:off x="2415357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2" name="data_871">
            <a:extLst>
              <a:ext uri="{FF2B5EF4-FFF2-40B4-BE49-F238E27FC236}">
                <a16:creationId xmlns:a16="http://schemas.microsoft.com/office/drawing/2014/main" id="{ADD02738-1B36-423E-844E-CFAAB2ABDD85}"/>
              </a:ext>
            </a:extLst>
          </p:cNvPr>
          <p:cNvSpPr>
            <a:spLocks/>
          </p:cNvSpPr>
          <p:nvPr/>
        </p:nvSpPr>
        <p:spPr>
          <a:xfrm>
            <a:off x="243693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3" name="data_872">
            <a:extLst>
              <a:ext uri="{FF2B5EF4-FFF2-40B4-BE49-F238E27FC236}">
                <a16:creationId xmlns:a16="http://schemas.microsoft.com/office/drawing/2014/main" id="{726BAD14-1B4D-4129-BDF7-15BE649C0896}"/>
              </a:ext>
            </a:extLst>
          </p:cNvPr>
          <p:cNvSpPr>
            <a:spLocks/>
          </p:cNvSpPr>
          <p:nvPr/>
        </p:nvSpPr>
        <p:spPr>
          <a:xfrm>
            <a:off x="2413769" y="26608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4" name="data_873">
            <a:extLst>
              <a:ext uri="{FF2B5EF4-FFF2-40B4-BE49-F238E27FC236}">
                <a16:creationId xmlns:a16="http://schemas.microsoft.com/office/drawing/2014/main" id="{EBABED07-CAFF-406B-B270-B782DC79A0CA}"/>
              </a:ext>
            </a:extLst>
          </p:cNvPr>
          <p:cNvSpPr>
            <a:spLocks/>
          </p:cNvSpPr>
          <p:nvPr/>
        </p:nvSpPr>
        <p:spPr>
          <a:xfrm>
            <a:off x="2342893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5" name="data_874">
            <a:extLst>
              <a:ext uri="{FF2B5EF4-FFF2-40B4-BE49-F238E27FC236}">
                <a16:creationId xmlns:a16="http://schemas.microsoft.com/office/drawing/2014/main" id="{8E65D37E-EB0A-48C8-BD4D-715E2BFD2728}"/>
              </a:ext>
            </a:extLst>
          </p:cNvPr>
          <p:cNvSpPr>
            <a:spLocks/>
          </p:cNvSpPr>
          <p:nvPr/>
        </p:nvSpPr>
        <p:spPr>
          <a:xfrm>
            <a:off x="244859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6" name="data_875">
            <a:extLst>
              <a:ext uri="{FF2B5EF4-FFF2-40B4-BE49-F238E27FC236}">
                <a16:creationId xmlns:a16="http://schemas.microsoft.com/office/drawing/2014/main" id="{9570E958-E987-4989-8119-703D22AB15F8}"/>
              </a:ext>
            </a:extLst>
          </p:cNvPr>
          <p:cNvSpPr>
            <a:spLocks/>
          </p:cNvSpPr>
          <p:nvPr/>
        </p:nvSpPr>
        <p:spPr>
          <a:xfrm>
            <a:off x="2464184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7" name="data_876">
            <a:extLst>
              <a:ext uri="{FF2B5EF4-FFF2-40B4-BE49-F238E27FC236}">
                <a16:creationId xmlns:a16="http://schemas.microsoft.com/office/drawing/2014/main" id="{F7F055B2-F7BC-4AA1-8BF4-4950DB5BE203}"/>
              </a:ext>
            </a:extLst>
          </p:cNvPr>
          <p:cNvSpPr>
            <a:spLocks/>
          </p:cNvSpPr>
          <p:nvPr/>
        </p:nvSpPr>
        <p:spPr>
          <a:xfrm>
            <a:off x="2445522" y="34509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8" name="data_877">
            <a:extLst>
              <a:ext uri="{FF2B5EF4-FFF2-40B4-BE49-F238E27FC236}">
                <a16:creationId xmlns:a16="http://schemas.microsoft.com/office/drawing/2014/main" id="{C96187F6-4530-4D27-81FD-889DBB7EED49}"/>
              </a:ext>
            </a:extLst>
          </p:cNvPr>
          <p:cNvSpPr>
            <a:spLocks/>
          </p:cNvSpPr>
          <p:nvPr/>
        </p:nvSpPr>
        <p:spPr>
          <a:xfrm>
            <a:off x="2462751" y="3166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9" name="data_878">
            <a:extLst>
              <a:ext uri="{FF2B5EF4-FFF2-40B4-BE49-F238E27FC236}">
                <a16:creationId xmlns:a16="http://schemas.microsoft.com/office/drawing/2014/main" id="{B5127A35-8538-4AC9-A507-B026B59F74E4}"/>
              </a:ext>
            </a:extLst>
          </p:cNvPr>
          <p:cNvSpPr>
            <a:spLocks/>
          </p:cNvSpPr>
          <p:nvPr/>
        </p:nvSpPr>
        <p:spPr>
          <a:xfrm>
            <a:off x="241710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0" name="data_879">
            <a:extLst>
              <a:ext uri="{FF2B5EF4-FFF2-40B4-BE49-F238E27FC236}">
                <a16:creationId xmlns:a16="http://schemas.microsoft.com/office/drawing/2014/main" id="{80026B68-2340-4634-838B-B20DC5C3CA24}"/>
              </a:ext>
            </a:extLst>
          </p:cNvPr>
          <p:cNvSpPr>
            <a:spLocks/>
          </p:cNvSpPr>
          <p:nvPr/>
        </p:nvSpPr>
        <p:spPr>
          <a:xfrm>
            <a:off x="2363071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1" name="data_880">
            <a:extLst>
              <a:ext uri="{FF2B5EF4-FFF2-40B4-BE49-F238E27FC236}">
                <a16:creationId xmlns:a16="http://schemas.microsoft.com/office/drawing/2014/main" id="{801E442B-FD9A-4069-AF0E-02254DA51222}"/>
              </a:ext>
            </a:extLst>
          </p:cNvPr>
          <p:cNvSpPr>
            <a:spLocks/>
          </p:cNvSpPr>
          <p:nvPr/>
        </p:nvSpPr>
        <p:spPr>
          <a:xfrm>
            <a:off x="2379644" y="27268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2" name="data_881">
            <a:extLst>
              <a:ext uri="{FF2B5EF4-FFF2-40B4-BE49-F238E27FC236}">
                <a16:creationId xmlns:a16="http://schemas.microsoft.com/office/drawing/2014/main" id="{AE1AC1F5-D0C1-40E8-AFA0-B4ED5A3B0436}"/>
              </a:ext>
            </a:extLst>
          </p:cNvPr>
          <p:cNvSpPr>
            <a:spLocks/>
          </p:cNvSpPr>
          <p:nvPr/>
        </p:nvSpPr>
        <p:spPr>
          <a:xfrm>
            <a:off x="2346226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3" name="data_882">
            <a:extLst>
              <a:ext uri="{FF2B5EF4-FFF2-40B4-BE49-F238E27FC236}">
                <a16:creationId xmlns:a16="http://schemas.microsoft.com/office/drawing/2014/main" id="{4D8F2073-037F-4F59-AF85-3753820F9EB4}"/>
              </a:ext>
            </a:extLst>
          </p:cNvPr>
          <p:cNvSpPr>
            <a:spLocks/>
          </p:cNvSpPr>
          <p:nvPr/>
        </p:nvSpPr>
        <p:spPr>
          <a:xfrm>
            <a:off x="2348400" y="26608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4" name="data_883">
            <a:extLst>
              <a:ext uri="{FF2B5EF4-FFF2-40B4-BE49-F238E27FC236}">
                <a16:creationId xmlns:a16="http://schemas.microsoft.com/office/drawing/2014/main" id="{9C55BEBB-5148-456C-8118-074C411749BD}"/>
              </a:ext>
            </a:extLst>
          </p:cNvPr>
          <p:cNvSpPr>
            <a:spLocks/>
          </p:cNvSpPr>
          <p:nvPr/>
        </p:nvSpPr>
        <p:spPr>
          <a:xfrm>
            <a:off x="2413644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5" name="data_884">
            <a:extLst>
              <a:ext uri="{FF2B5EF4-FFF2-40B4-BE49-F238E27FC236}">
                <a16:creationId xmlns:a16="http://schemas.microsoft.com/office/drawing/2014/main" id="{264F5FB3-ABB5-4725-90D3-0B00B83407F2}"/>
              </a:ext>
            </a:extLst>
          </p:cNvPr>
          <p:cNvSpPr>
            <a:spLocks/>
          </p:cNvSpPr>
          <p:nvPr/>
        </p:nvSpPr>
        <p:spPr>
          <a:xfrm>
            <a:off x="2330910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6" name="data_885">
            <a:extLst>
              <a:ext uri="{FF2B5EF4-FFF2-40B4-BE49-F238E27FC236}">
                <a16:creationId xmlns:a16="http://schemas.microsoft.com/office/drawing/2014/main" id="{B5748F3C-CCFB-4A89-9728-2ABB42D46A17}"/>
              </a:ext>
            </a:extLst>
          </p:cNvPr>
          <p:cNvSpPr>
            <a:spLocks/>
          </p:cNvSpPr>
          <p:nvPr/>
        </p:nvSpPr>
        <p:spPr>
          <a:xfrm>
            <a:off x="2416120" y="27246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7" name="data_886">
            <a:extLst>
              <a:ext uri="{FF2B5EF4-FFF2-40B4-BE49-F238E27FC236}">
                <a16:creationId xmlns:a16="http://schemas.microsoft.com/office/drawing/2014/main" id="{F3F2194E-91D0-4469-803A-354768942B5B}"/>
              </a:ext>
            </a:extLst>
          </p:cNvPr>
          <p:cNvSpPr>
            <a:spLocks/>
          </p:cNvSpPr>
          <p:nvPr/>
        </p:nvSpPr>
        <p:spPr>
          <a:xfrm>
            <a:off x="2445484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8" name="data_887">
            <a:extLst>
              <a:ext uri="{FF2B5EF4-FFF2-40B4-BE49-F238E27FC236}">
                <a16:creationId xmlns:a16="http://schemas.microsoft.com/office/drawing/2014/main" id="{A1C23221-73B9-4AFA-969B-67A9989E6480}"/>
              </a:ext>
            </a:extLst>
          </p:cNvPr>
          <p:cNvSpPr>
            <a:spLocks/>
          </p:cNvSpPr>
          <p:nvPr/>
        </p:nvSpPr>
        <p:spPr>
          <a:xfrm>
            <a:off x="243498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9" name="data_888">
            <a:extLst>
              <a:ext uri="{FF2B5EF4-FFF2-40B4-BE49-F238E27FC236}">
                <a16:creationId xmlns:a16="http://schemas.microsoft.com/office/drawing/2014/main" id="{3C62C528-003C-43AE-9898-B14B6817BFCC}"/>
              </a:ext>
            </a:extLst>
          </p:cNvPr>
          <p:cNvSpPr>
            <a:spLocks/>
          </p:cNvSpPr>
          <p:nvPr/>
        </p:nvSpPr>
        <p:spPr>
          <a:xfrm>
            <a:off x="2387414" y="29039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0" name="data_889">
            <a:extLst>
              <a:ext uri="{FF2B5EF4-FFF2-40B4-BE49-F238E27FC236}">
                <a16:creationId xmlns:a16="http://schemas.microsoft.com/office/drawing/2014/main" id="{23EDFD90-015C-4E89-A002-2F48A18C08F9}"/>
              </a:ext>
            </a:extLst>
          </p:cNvPr>
          <p:cNvSpPr>
            <a:spLocks/>
          </p:cNvSpPr>
          <p:nvPr/>
        </p:nvSpPr>
        <p:spPr>
          <a:xfrm>
            <a:off x="2377041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1" name="data_890">
            <a:extLst>
              <a:ext uri="{FF2B5EF4-FFF2-40B4-BE49-F238E27FC236}">
                <a16:creationId xmlns:a16="http://schemas.microsoft.com/office/drawing/2014/main" id="{ACF62CCB-3E50-4267-9E0E-51FFAF7A5432}"/>
              </a:ext>
            </a:extLst>
          </p:cNvPr>
          <p:cNvSpPr>
            <a:spLocks/>
          </p:cNvSpPr>
          <p:nvPr/>
        </p:nvSpPr>
        <p:spPr>
          <a:xfrm>
            <a:off x="2457719" y="291156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2" name="data_891">
            <a:extLst>
              <a:ext uri="{FF2B5EF4-FFF2-40B4-BE49-F238E27FC236}">
                <a16:creationId xmlns:a16="http://schemas.microsoft.com/office/drawing/2014/main" id="{558838E5-FDFB-48B0-A8B1-228BC04E8F69}"/>
              </a:ext>
            </a:extLst>
          </p:cNvPr>
          <p:cNvSpPr>
            <a:spLocks/>
          </p:cNvSpPr>
          <p:nvPr/>
        </p:nvSpPr>
        <p:spPr>
          <a:xfrm>
            <a:off x="2409323" y="33376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3" name="data_892">
            <a:extLst>
              <a:ext uri="{FF2B5EF4-FFF2-40B4-BE49-F238E27FC236}">
                <a16:creationId xmlns:a16="http://schemas.microsoft.com/office/drawing/2014/main" id="{DD05D68D-25F7-4575-9DD6-93154F03504E}"/>
              </a:ext>
            </a:extLst>
          </p:cNvPr>
          <p:cNvSpPr>
            <a:spLocks/>
          </p:cNvSpPr>
          <p:nvPr/>
        </p:nvSpPr>
        <p:spPr>
          <a:xfrm>
            <a:off x="2425192" y="22915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4" name="data_893">
            <a:extLst>
              <a:ext uri="{FF2B5EF4-FFF2-40B4-BE49-F238E27FC236}">
                <a16:creationId xmlns:a16="http://schemas.microsoft.com/office/drawing/2014/main" id="{56A83581-AB6E-46DB-802C-321AFEF9D817}"/>
              </a:ext>
            </a:extLst>
          </p:cNvPr>
          <p:cNvSpPr>
            <a:spLocks/>
          </p:cNvSpPr>
          <p:nvPr/>
        </p:nvSpPr>
        <p:spPr>
          <a:xfrm>
            <a:off x="238638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5" name="data_894">
            <a:extLst>
              <a:ext uri="{FF2B5EF4-FFF2-40B4-BE49-F238E27FC236}">
                <a16:creationId xmlns:a16="http://schemas.microsoft.com/office/drawing/2014/main" id="{D3210003-82A1-431D-BB8A-3D60181AFA4F}"/>
              </a:ext>
            </a:extLst>
          </p:cNvPr>
          <p:cNvSpPr>
            <a:spLocks/>
          </p:cNvSpPr>
          <p:nvPr/>
        </p:nvSpPr>
        <p:spPr>
          <a:xfrm>
            <a:off x="2427114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6" name="data_895">
            <a:extLst>
              <a:ext uri="{FF2B5EF4-FFF2-40B4-BE49-F238E27FC236}">
                <a16:creationId xmlns:a16="http://schemas.microsoft.com/office/drawing/2014/main" id="{03747870-578A-4163-87CF-E297659376C1}"/>
              </a:ext>
            </a:extLst>
          </p:cNvPr>
          <p:cNvSpPr>
            <a:spLocks/>
          </p:cNvSpPr>
          <p:nvPr/>
        </p:nvSpPr>
        <p:spPr>
          <a:xfrm>
            <a:off x="242308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7" name="data_896">
            <a:extLst>
              <a:ext uri="{FF2B5EF4-FFF2-40B4-BE49-F238E27FC236}">
                <a16:creationId xmlns:a16="http://schemas.microsoft.com/office/drawing/2014/main" id="{E6DA64A3-3901-4EC7-BC54-D2E4B2E59910}"/>
              </a:ext>
            </a:extLst>
          </p:cNvPr>
          <p:cNvSpPr>
            <a:spLocks/>
          </p:cNvSpPr>
          <p:nvPr/>
        </p:nvSpPr>
        <p:spPr>
          <a:xfrm>
            <a:off x="2399410" y="2282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8" name="data_897">
            <a:extLst>
              <a:ext uri="{FF2B5EF4-FFF2-40B4-BE49-F238E27FC236}">
                <a16:creationId xmlns:a16="http://schemas.microsoft.com/office/drawing/2014/main" id="{3C715A88-0C23-4DCE-AA73-1B35B02083EA}"/>
              </a:ext>
            </a:extLst>
          </p:cNvPr>
          <p:cNvSpPr>
            <a:spLocks/>
          </p:cNvSpPr>
          <p:nvPr/>
        </p:nvSpPr>
        <p:spPr>
          <a:xfrm>
            <a:off x="245820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9" name="data_898">
            <a:extLst>
              <a:ext uri="{FF2B5EF4-FFF2-40B4-BE49-F238E27FC236}">
                <a16:creationId xmlns:a16="http://schemas.microsoft.com/office/drawing/2014/main" id="{FCB5B204-2558-4358-A4C4-9BF2E59A18AD}"/>
              </a:ext>
            </a:extLst>
          </p:cNvPr>
          <p:cNvSpPr>
            <a:spLocks/>
          </p:cNvSpPr>
          <p:nvPr/>
        </p:nvSpPr>
        <p:spPr>
          <a:xfrm>
            <a:off x="2388227" y="30194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0" name="data_899">
            <a:extLst>
              <a:ext uri="{FF2B5EF4-FFF2-40B4-BE49-F238E27FC236}">
                <a16:creationId xmlns:a16="http://schemas.microsoft.com/office/drawing/2014/main" id="{4FCB0B75-B254-4176-8ECD-72EF581927CD}"/>
              </a:ext>
            </a:extLst>
          </p:cNvPr>
          <p:cNvSpPr>
            <a:spLocks/>
          </p:cNvSpPr>
          <p:nvPr/>
        </p:nvSpPr>
        <p:spPr>
          <a:xfrm>
            <a:off x="2388792" y="22315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1" name="data_900">
            <a:extLst>
              <a:ext uri="{FF2B5EF4-FFF2-40B4-BE49-F238E27FC236}">
                <a16:creationId xmlns:a16="http://schemas.microsoft.com/office/drawing/2014/main" id="{45705A0C-EC64-4A09-9231-4C4368298013}"/>
              </a:ext>
            </a:extLst>
          </p:cNvPr>
          <p:cNvSpPr>
            <a:spLocks/>
          </p:cNvSpPr>
          <p:nvPr/>
        </p:nvSpPr>
        <p:spPr>
          <a:xfrm>
            <a:off x="2427289" y="30881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2" name="data_901">
            <a:extLst>
              <a:ext uri="{FF2B5EF4-FFF2-40B4-BE49-F238E27FC236}">
                <a16:creationId xmlns:a16="http://schemas.microsoft.com/office/drawing/2014/main" id="{A2786700-D4FD-44B6-AA95-61BE2DA3A4A7}"/>
              </a:ext>
            </a:extLst>
          </p:cNvPr>
          <p:cNvSpPr>
            <a:spLocks/>
          </p:cNvSpPr>
          <p:nvPr/>
        </p:nvSpPr>
        <p:spPr>
          <a:xfrm>
            <a:off x="2383677" y="22641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3" name="data_902">
            <a:extLst>
              <a:ext uri="{FF2B5EF4-FFF2-40B4-BE49-F238E27FC236}">
                <a16:creationId xmlns:a16="http://schemas.microsoft.com/office/drawing/2014/main" id="{50BB57F4-BFAF-41D3-92E8-1405FDE0FA71}"/>
              </a:ext>
            </a:extLst>
          </p:cNvPr>
          <p:cNvSpPr>
            <a:spLocks/>
          </p:cNvSpPr>
          <p:nvPr/>
        </p:nvSpPr>
        <p:spPr>
          <a:xfrm>
            <a:off x="2432217" y="27246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4" name="data_903">
            <a:extLst>
              <a:ext uri="{FF2B5EF4-FFF2-40B4-BE49-F238E27FC236}">
                <a16:creationId xmlns:a16="http://schemas.microsoft.com/office/drawing/2014/main" id="{48680506-5EA1-49C3-8A65-B08C40F3B4E4}"/>
              </a:ext>
            </a:extLst>
          </p:cNvPr>
          <p:cNvSpPr>
            <a:spLocks/>
          </p:cNvSpPr>
          <p:nvPr/>
        </p:nvSpPr>
        <p:spPr>
          <a:xfrm>
            <a:off x="2412833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5" name="data_904">
            <a:extLst>
              <a:ext uri="{FF2B5EF4-FFF2-40B4-BE49-F238E27FC236}">
                <a16:creationId xmlns:a16="http://schemas.microsoft.com/office/drawing/2014/main" id="{E5287F40-0181-40A7-8D5E-EBABF6B835F6}"/>
              </a:ext>
            </a:extLst>
          </p:cNvPr>
          <p:cNvSpPr>
            <a:spLocks/>
          </p:cNvSpPr>
          <p:nvPr/>
        </p:nvSpPr>
        <p:spPr>
          <a:xfrm>
            <a:off x="2341384" y="29309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6" name="data_905">
            <a:extLst>
              <a:ext uri="{FF2B5EF4-FFF2-40B4-BE49-F238E27FC236}">
                <a16:creationId xmlns:a16="http://schemas.microsoft.com/office/drawing/2014/main" id="{C139B669-7DF7-420F-9538-72DCF3E64CB8}"/>
              </a:ext>
            </a:extLst>
          </p:cNvPr>
          <p:cNvSpPr>
            <a:spLocks/>
          </p:cNvSpPr>
          <p:nvPr/>
        </p:nvSpPr>
        <p:spPr>
          <a:xfrm>
            <a:off x="2349041" y="24005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7" name="data_906">
            <a:extLst>
              <a:ext uri="{FF2B5EF4-FFF2-40B4-BE49-F238E27FC236}">
                <a16:creationId xmlns:a16="http://schemas.microsoft.com/office/drawing/2014/main" id="{7540AB4E-0DD0-45DC-B8C0-AB91183C862B}"/>
              </a:ext>
            </a:extLst>
          </p:cNvPr>
          <p:cNvSpPr>
            <a:spLocks/>
          </p:cNvSpPr>
          <p:nvPr/>
        </p:nvSpPr>
        <p:spPr>
          <a:xfrm>
            <a:off x="2422401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8" name="data_907">
            <a:extLst>
              <a:ext uri="{FF2B5EF4-FFF2-40B4-BE49-F238E27FC236}">
                <a16:creationId xmlns:a16="http://schemas.microsoft.com/office/drawing/2014/main" id="{5184D552-305C-4456-81EC-C12EE897DF0D}"/>
              </a:ext>
            </a:extLst>
          </p:cNvPr>
          <p:cNvSpPr>
            <a:spLocks/>
          </p:cNvSpPr>
          <p:nvPr/>
        </p:nvSpPr>
        <p:spPr>
          <a:xfrm>
            <a:off x="2347772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9" name="data_908">
            <a:extLst>
              <a:ext uri="{FF2B5EF4-FFF2-40B4-BE49-F238E27FC236}">
                <a16:creationId xmlns:a16="http://schemas.microsoft.com/office/drawing/2014/main" id="{6AADC000-5785-4A56-95CF-655D84D73EC9}"/>
              </a:ext>
            </a:extLst>
          </p:cNvPr>
          <p:cNvSpPr>
            <a:spLocks/>
          </p:cNvSpPr>
          <p:nvPr/>
        </p:nvSpPr>
        <p:spPr>
          <a:xfrm>
            <a:off x="2335739" y="24790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0" name="data_909">
            <a:extLst>
              <a:ext uri="{FF2B5EF4-FFF2-40B4-BE49-F238E27FC236}">
                <a16:creationId xmlns:a16="http://schemas.microsoft.com/office/drawing/2014/main" id="{65839B56-6033-4E64-8F2D-128BEF6BFFDE}"/>
              </a:ext>
            </a:extLst>
          </p:cNvPr>
          <p:cNvSpPr>
            <a:spLocks/>
          </p:cNvSpPr>
          <p:nvPr/>
        </p:nvSpPr>
        <p:spPr>
          <a:xfrm>
            <a:off x="234741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1" name="data_910">
            <a:extLst>
              <a:ext uri="{FF2B5EF4-FFF2-40B4-BE49-F238E27FC236}">
                <a16:creationId xmlns:a16="http://schemas.microsoft.com/office/drawing/2014/main" id="{C4788219-79F1-4FB9-9B81-DF8D607B1492}"/>
              </a:ext>
            </a:extLst>
          </p:cNvPr>
          <p:cNvSpPr>
            <a:spLocks/>
          </p:cNvSpPr>
          <p:nvPr/>
        </p:nvSpPr>
        <p:spPr>
          <a:xfrm>
            <a:off x="2371267" y="19879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2" name="data_911">
            <a:extLst>
              <a:ext uri="{FF2B5EF4-FFF2-40B4-BE49-F238E27FC236}">
                <a16:creationId xmlns:a16="http://schemas.microsoft.com/office/drawing/2014/main" id="{DD9CC4EB-22AE-4ECD-B039-E1AABF94DC48}"/>
              </a:ext>
            </a:extLst>
          </p:cNvPr>
          <p:cNvSpPr>
            <a:spLocks/>
          </p:cNvSpPr>
          <p:nvPr/>
        </p:nvSpPr>
        <p:spPr>
          <a:xfrm>
            <a:off x="2384361" y="301128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3" name="data_912">
            <a:extLst>
              <a:ext uri="{FF2B5EF4-FFF2-40B4-BE49-F238E27FC236}">
                <a16:creationId xmlns:a16="http://schemas.microsoft.com/office/drawing/2014/main" id="{50B7DE6A-D632-4BCE-8269-83747683A0AC}"/>
              </a:ext>
            </a:extLst>
          </p:cNvPr>
          <p:cNvSpPr>
            <a:spLocks/>
          </p:cNvSpPr>
          <p:nvPr/>
        </p:nvSpPr>
        <p:spPr>
          <a:xfrm>
            <a:off x="2345538" y="27050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4" name="data_913">
            <a:extLst>
              <a:ext uri="{FF2B5EF4-FFF2-40B4-BE49-F238E27FC236}">
                <a16:creationId xmlns:a16="http://schemas.microsoft.com/office/drawing/2014/main" id="{F5A6943C-AC40-4083-83C0-5D90F92075A9}"/>
              </a:ext>
            </a:extLst>
          </p:cNvPr>
          <p:cNvSpPr>
            <a:spLocks/>
          </p:cNvSpPr>
          <p:nvPr/>
        </p:nvSpPr>
        <p:spPr>
          <a:xfrm>
            <a:off x="2354249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5" name="data_914">
            <a:extLst>
              <a:ext uri="{FF2B5EF4-FFF2-40B4-BE49-F238E27FC236}">
                <a16:creationId xmlns:a16="http://schemas.microsoft.com/office/drawing/2014/main" id="{6CCFF4B6-5444-4FF2-AA27-4B3AF008F87F}"/>
              </a:ext>
            </a:extLst>
          </p:cNvPr>
          <p:cNvSpPr>
            <a:spLocks/>
          </p:cNvSpPr>
          <p:nvPr/>
        </p:nvSpPr>
        <p:spPr>
          <a:xfrm>
            <a:off x="2463150" y="26464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6" name="data_915">
            <a:extLst>
              <a:ext uri="{FF2B5EF4-FFF2-40B4-BE49-F238E27FC236}">
                <a16:creationId xmlns:a16="http://schemas.microsoft.com/office/drawing/2014/main" id="{5ED7FDEF-AB04-491E-B5BF-E4E30F8FDFD6}"/>
              </a:ext>
            </a:extLst>
          </p:cNvPr>
          <p:cNvSpPr>
            <a:spLocks/>
          </p:cNvSpPr>
          <p:nvPr/>
        </p:nvSpPr>
        <p:spPr>
          <a:xfrm>
            <a:off x="2400412" y="27541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7" name="data_916">
            <a:extLst>
              <a:ext uri="{FF2B5EF4-FFF2-40B4-BE49-F238E27FC236}">
                <a16:creationId xmlns:a16="http://schemas.microsoft.com/office/drawing/2014/main" id="{02F41B8E-BD8A-4F0D-BFE8-255B3E16D32F}"/>
              </a:ext>
            </a:extLst>
          </p:cNvPr>
          <p:cNvSpPr>
            <a:spLocks/>
          </p:cNvSpPr>
          <p:nvPr/>
        </p:nvSpPr>
        <p:spPr>
          <a:xfrm>
            <a:off x="2437580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8" name="data_917">
            <a:extLst>
              <a:ext uri="{FF2B5EF4-FFF2-40B4-BE49-F238E27FC236}">
                <a16:creationId xmlns:a16="http://schemas.microsoft.com/office/drawing/2014/main" id="{1E34FBDC-8114-48DD-B032-74D336CC68DA}"/>
              </a:ext>
            </a:extLst>
          </p:cNvPr>
          <p:cNvSpPr>
            <a:spLocks/>
          </p:cNvSpPr>
          <p:nvPr/>
        </p:nvSpPr>
        <p:spPr>
          <a:xfrm>
            <a:off x="2358134" y="30846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9" name="data_918">
            <a:extLst>
              <a:ext uri="{FF2B5EF4-FFF2-40B4-BE49-F238E27FC236}">
                <a16:creationId xmlns:a16="http://schemas.microsoft.com/office/drawing/2014/main" id="{DFE97B7D-9ABD-445C-ABF5-38617899C283}"/>
              </a:ext>
            </a:extLst>
          </p:cNvPr>
          <p:cNvSpPr>
            <a:spLocks/>
          </p:cNvSpPr>
          <p:nvPr/>
        </p:nvSpPr>
        <p:spPr>
          <a:xfrm>
            <a:off x="2327162" y="33141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0" name="data_919">
            <a:extLst>
              <a:ext uri="{FF2B5EF4-FFF2-40B4-BE49-F238E27FC236}">
                <a16:creationId xmlns:a16="http://schemas.microsoft.com/office/drawing/2014/main" id="{71F20FB4-FF08-48CE-9F74-85C6766BED5E}"/>
              </a:ext>
            </a:extLst>
          </p:cNvPr>
          <p:cNvSpPr>
            <a:spLocks/>
          </p:cNvSpPr>
          <p:nvPr/>
        </p:nvSpPr>
        <p:spPr>
          <a:xfrm>
            <a:off x="2363698" y="16931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1" name="data_920">
            <a:extLst>
              <a:ext uri="{FF2B5EF4-FFF2-40B4-BE49-F238E27FC236}">
                <a16:creationId xmlns:a16="http://schemas.microsoft.com/office/drawing/2014/main" id="{38A39620-F3F2-4662-8379-A098866C2560}"/>
              </a:ext>
            </a:extLst>
          </p:cNvPr>
          <p:cNvSpPr>
            <a:spLocks/>
          </p:cNvSpPr>
          <p:nvPr/>
        </p:nvSpPr>
        <p:spPr>
          <a:xfrm>
            <a:off x="2439607" y="2577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2" name="data_921">
            <a:extLst>
              <a:ext uri="{FF2B5EF4-FFF2-40B4-BE49-F238E27FC236}">
                <a16:creationId xmlns:a16="http://schemas.microsoft.com/office/drawing/2014/main" id="{B37E688D-1A1D-4496-84C5-A59ADEF6B7D8}"/>
              </a:ext>
            </a:extLst>
          </p:cNvPr>
          <p:cNvSpPr>
            <a:spLocks/>
          </p:cNvSpPr>
          <p:nvPr/>
        </p:nvSpPr>
        <p:spPr>
          <a:xfrm>
            <a:off x="2418779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3" name="data_922">
            <a:extLst>
              <a:ext uri="{FF2B5EF4-FFF2-40B4-BE49-F238E27FC236}">
                <a16:creationId xmlns:a16="http://schemas.microsoft.com/office/drawing/2014/main" id="{9E15F60A-31CB-4CEB-8B26-585FC9D2D818}"/>
              </a:ext>
            </a:extLst>
          </p:cNvPr>
          <p:cNvSpPr>
            <a:spLocks/>
          </p:cNvSpPr>
          <p:nvPr/>
        </p:nvSpPr>
        <p:spPr>
          <a:xfrm>
            <a:off x="2437729" y="27711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4" name="data_923">
            <a:extLst>
              <a:ext uri="{FF2B5EF4-FFF2-40B4-BE49-F238E27FC236}">
                <a16:creationId xmlns:a16="http://schemas.microsoft.com/office/drawing/2014/main" id="{0138A41F-9706-42F3-96A6-0D9C8E1519A1}"/>
              </a:ext>
            </a:extLst>
          </p:cNvPr>
          <p:cNvSpPr>
            <a:spLocks/>
          </p:cNvSpPr>
          <p:nvPr/>
        </p:nvSpPr>
        <p:spPr>
          <a:xfrm>
            <a:off x="2349634" y="34614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5" name="data_924">
            <a:extLst>
              <a:ext uri="{FF2B5EF4-FFF2-40B4-BE49-F238E27FC236}">
                <a16:creationId xmlns:a16="http://schemas.microsoft.com/office/drawing/2014/main" id="{43A63303-1D1C-44B7-9BFB-DB69DFA9AA91}"/>
              </a:ext>
            </a:extLst>
          </p:cNvPr>
          <p:cNvSpPr>
            <a:spLocks/>
          </p:cNvSpPr>
          <p:nvPr/>
        </p:nvSpPr>
        <p:spPr>
          <a:xfrm>
            <a:off x="2341796" y="33351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6" name="data_925">
            <a:extLst>
              <a:ext uri="{FF2B5EF4-FFF2-40B4-BE49-F238E27FC236}">
                <a16:creationId xmlns:a16="http://schemas.microsoft.com/office/drawing/2014/main" id="{C2E617EB-030A-424B-B365-124734737F45}"/>
              </a:ext>
            </a:extLst>
          </p:cNvPr>
          <p:cNvSpPr>
            <a:spLocks/>
          </p:cNvSpPr>
          <p:nvPr/>
        </p:nvSpPr>
        <p:spPr>
          <a:xfrm>
            <a:off x="260228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7" name="data_926">
            <a:extLst>
              <a:ext uri="{FF2B5EF4-FFF2-40B4-BE49-F238E27FC236}">
                <a16:creationId xmlns:a16="http://schemas.microsoft.com/office/drawing/2014/main" id="{3E1ABFEC-8B0D-4D1E-8EE8-7319D53D2CDB}"/>
              </a:ext>
            </a:extLst>
          </p:cNvPr>
          <p:cNvSpPr>
            <a:spLocks/>
          </p:cNvSpPr>
          <p:nvPr/>
        </p:nvSpPr>
        <p:spPr>
          <a:xfrm>
            <a:off x="266250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8" name="data_927">
            <a:extLst>
              <a:ext uri="{FF2B5EF4-FFF2-40B4-BE49-F238E27FC236}">
                <a16:creationId xmlns:a16="http://schemas.microsoft.com/office/drawing/2014/main" id="{73099845-E3F9-413E-AF54-B65C90E82A62}"/>
              </a:ext>
            </a:extLst>
          </p:cNvPr>
          <p:cNvSpPr>
            <a:spLocks/>
          </p:cNvSpPr>
          <p:nvPr/>
        </p:nvSpPr>
        <p:spPr>
          <a:xfrm>
            <a:off x="268449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9" name="data_928">
            <a:extLst>
              <a:ext uri="{FF2B5EF4-FFF2-40B4-BE49-F238E27FC236}">
                <a16:creationId xmlns:a16="http://schemas.microsoft.com/office/drawing/2014/main" id="{92F7C535-D439-4ADA-A2A2-6AD4E4116725}"/>
              </a:ext>
            </a:extLst>
          </p:cNvPr>
          <p:cNvSpPr>
            <a:spLocks/>
          </p:cNvSpPr>
          <p:nvPr/>
        </p:nvSpPr>
        <p:spPr>
          <a:xfrm>
            <a:off x="2611545" y="326500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0" name="data_929">
            <a:extLst>
              <a:ext uri="{FF2B5EF4-FFF2-40B4-BE49-F238E27FC236}">
                <a16:creationId xmlns:a16="http://schemas.microsoft.com/office/drawing/2014/main" id="{FB099E58-CDA2-4A29-8001-B3DAB7090D7B}"/>
              </a:ext>
            </a:extLst>
          </p:cNvPr>
          <p:cNvSpPr>
            <a:spLocks/>
          </p:cNvSpPr>
          <p:nvPr/>
        </p:nvSpPr>
        <p:spPr>
          <a:xfrm>
            <a:off x="2684492" y="24454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1" name="data_930">
            <a:extLst>
              <a:ext uri="{FF2B5EF4-FFF2-40B4-BE49-F238E27FC236}">
                <a16:creationId xmlns:a16="http://schemas.microsoft.com/office/drawing/2014/main" id="{A692DE08-11D5-4960-84BC-A244FE392F21}"/>
              </a:ext>
            </a:extLst>
          </p:cNvPr>
          <p:cNvSpPr>
            <a:spLocks/>
          </p:cNvSpPr>
          <p:nvPr/>
        </p:nvSpPr>
        <p:spPr>
          <a:xfrm>
            <a:off x="268165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2" name="data_931">
            <a:extLst>
              <a:ext uri="{FF2B5EF4-FFF2-40B4-BE49-F238E27FC236}">
                <a16:creationId xmlns:a16="http://schemas.microsoft.com/office/drawing/2014/main" id="{50EC7379-1554-4AEB-9D86-1A2110BFDADC}"/>
              </a:ext>
            </a:extLst>
          </p:cNvPr>
          <p:cNvSpPr>
            <a:spLocks/>
          </p:cNvSpPr>
          <p:nvPr/>
        </p:nvSpPr>
        <p:spPr>
          <a:xfrm>
            <a:off x="259172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3" name="data_932">
            <a:extLst>
              <a:ext uri="{FF2B5EF4-FFF2-40B4-BE49-F238E27FC236}">
                <a16:creationId xmlns:a16="http://schemas.microsoft.com/office/drawing/2014/main" id="{87B4D31E-D352-4DC0-BF2D-77F01AA975A4}"/>
              </a:ext>
            </a:extLst>
          </p:cNvPr>
          <p:cNvSpPr>
            <a:spLocks/>
          </p:cNvSpPr>
          <p:nvPr/>
        </p:nvSpPr>
        <p:spPr>
          <a:xfrm>
            <a:off x="262873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4" name="data_933">
            <a:extLst>
              <a:ext uri="{FF2B5EF4-FFF2-40B4-BE49-F238E27FC236}">
                <a16:creationId xmlns:a16="http://schemas.microsoft.com/office/drawing/2014/main" id="{A22FCE97-44D1-4D5E-A8F9-1F65BB22D8EA}"/>
              </a:ext>
            </a:extLst>
          </p:cNvPr>
          <p:cNvSpPr>
            <a:spLocks/>
          </p:cNvSpPr>
          <p:nvPr/>
        </p:nvSpPr>
        <p:spPr>
          <a:xfrm>
            <a:off x="2649406" y="31412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5" name="data_934">
            <a:extLst>
              <a:ext uri="{FF2B5EF4-FFF2-40B4-BE49-F238E27FC236}">
                <a16:creationId xmlns:a16="http://schemas.microsoft.com/office/drawing/2014/main" id="{012B10EB-1B5D-4CC5-8EA7-83F22D3CC638}"/>
              </a:ext>
            </a:extLst>
          </p:cNvPr>
          <p:cNvSpPr>
            <a:spLocks/>
          </p:cNvSpPr>
          <p:nvPr/>
        </p:nvSpPr>
        <p:spPr>
          <a:xfrm>
            <a:off x="264530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6" name="data_935">
            <a:extLst>
              <a:ext uri="{FF2B5EF4-FFF2-40B4-BE49-F238E27FC236}">
                <a16:creationId xmlns:a16="http://schemas.microsoft.com/office/drawing/2014/main" id="{4586D35D-B765-40DD-9CDD-77352F5F7FB8}"/>
              </a:ext>
            </a:extLst>
          </p:cNvPr>
          <p:cNvSpPr>
            <a:spLocks/>
          </p:cNvSpPr>
          <p:nvPr/>
        </p:nvSpPr>
        <p:spPr>
          <a:xfrm>
            <a:off x="2554777" y="247110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7" name="data_936">
            <a:extLst>
              <a:ext uri="{FF2B5EF4-FFF2-40B4-BE49-F238E27FC236}">
                <a16:creationId xmlns:a16="http://schemas.microsoft.com/office/drawing/2014/main" id="{88811315-9630-4A6C-A906-EE0A8FA8B9A3}"/>
              </a:ext>
            </a:extLst>
          </p:cNvPr>
          <p:cNvSpPr>
            <a:spLocks/>
          </p:cNvSpPr>
          <p:nvPr/>
        </p:nvSpPr>
        <p:spPr>
          <a:xfrm>
            <a:off x="266431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8" name="data_937">
            <a:extLst>
              <a:ext uri="{FF2B5EF4-FFF2-40B4-BE49-F238E27FC236}">
                <a16:creationId xmlns:a16="http://schemas.microsoft.com/office/drawing/2014/main" id="{A814B533-98BB-4040-88DB-D7B8B9A6F0BE}"/>
              </a:ext>
            </a:extLst>
          </p:cNvPr>
          <p:cNvSpPr>
            <a:spLocks/>
          </p:cNvSpPr>
          <p:nvPr/>
        </p:nvSpPr>
        <p:spPr>
          <a:xfrm>
            <a:off x="262835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9" name="data_938">
            <a:extLst>
              <a:ext uri="{FF2B5EF4-FFF2-40B4-BE49-F238E27FC236}">
                <a16:creationId xmlns:a16="http://schemas.microsoft.com/office/drawing/2014/main" id="{E23D58B5-CD50-43D4-A776-E781EAA26F58}"/>
              </a:ext>
            </a:extLst>
          </p:cNvPr>
          <p:cNvSpPr>
            <a:spLocks/>
          </p:cNvSpPr>
          <p:nvPr/>
        </p:nvSpPr>
        <p:spPr>
          <a:xfrm>
            <a:off x="2656459" y="21668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0" name="data_939">
            <a:extLst>
              <a:ext uri="{FF2B5EF4-FFF2-40B4-BE49-F238E27FC236}">
                <a16:creationId xmlns:a16="http://schemas.microsoft.com/office/drawing/2014/main" id="{AED4ECB6-3A7B-47CA-A910-1791371C1578}"/>
              </a:ext>
            </a:extLst>
          </p:cNvPr>
          <p:cNvSpPr>
            <a:spLocks/>
          </p:cNvSpPr>
          <p:nvPr/>
        </p:nvSpPr>
        <p:spPr>
          <a:xfrm>
            <a:off x="2677956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1" name="data_940">
            <a:extLst>
              <a:ext uri="{FF2B5EF4-FFF2-40B4-BE49-F238E27FC236}">
                <a16:creationId xmlns:a16="http://schemas.microsoft.com/office/drawing/2014/main" id="{AF135DCF-7490-483B-88AB-30D526068190}"/>
              </a:ext>
            </a:extLst>
          </p:cNvPr>
          <p:cNvSpPr>
            <a:spLocks/>
          </p:cNvSpPr>
          <p:nvPr/>
        </p:nvSpPr>
        <p:spPr>
          <a:xfrm>
            <a:off x="2623586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2" name="data_941">
            <a:extLst>
              <a:ext uri="{FF2B5EF4-FFF2-40B4-BE49-F238E27FC236}">
                <a16:creationId xmlns:a16="http://schemas.microsoft.com/office/drawing/2014/main" id="{D492D6DE-5052-4B17-8C17-3B0BC1006916}"/>
              </a:ext>
            </a:extLst>
          </p:cNvPr>
          <p:cNvSpPr>
            <a:spLocks/>
          </p:cNvSpPr>
          <p:nvPr/>
        </p:nvSpPr>
        <p:spPr>
          <a:xfrm>
            <a:off x="2609213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3" name="data_942">
            <a:extLst>
              <a:ext uri="{FF2B5EF4-FFF2-40B4-BE49-F238E27FC236}">
                <a16:creationId xmlns:a16="http://schemas.microsoft.com/office/drawing/2014/main" id="{FF068C0F-89D0-45AC-90C9-38FB251BE9A8}"/>
              </a:ext>
            </a:extLst>
          </p:cNvPr>
          <p:cNvSpPr>
            <a:spLocks/>
          </p:cNvSpPr>
          <p:nvPr/>
        </p:nvSpPr>
        <p:spPr>
          <a:xfrm>
            <a:off x="256397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4" name="data_943">
            <a:extLst>
              <a:ext uri="{FF2B5EF4-FFF2-40B4-BE49-F238E27FC236}">
                <a16:creationId xmlns:a16="http://schemas.microsoft.com/office/drawing/2014/main" id="{549C0E71-8D5B-4B38-AB0C-DC1114DFB778}"/>
              </a:ext>
            </a:extLst>
          </p:cNvPr>
          <p:cNvSpPr>
            <a:spLocks/>
          </p:cNvSpPr>
          <p:nvPr/>
        </p:nvSpPr>
        <p:spPr>
          <a:xfrm>
            <a:off x="262510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5" name="data_944">
            <a:extLst>
              <a:ext uri="{FF2B5EF4-FFF2-40B4-BE49-F238E27FC236}">
                <a16:creationId xmlns:a16="http://schemas.microsoft.com/office/drawing/2014/main" id="{27ABEAF2-6D83-41A9-8031-0EA89AFA76C8}"/>
              </a:ext>
            </a:extLst>
          </p:cNvPr>
          <p:cNvSpPr>
            <a:spLocks/>
          </p:cNvSpPr>
          <p:nvPr/>
        </p:nvSpPr>
        <p:spPr>
          <a:xfrm>
            <a:off x="263543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6" name="data_945">
            <a:extLst>
              <a:ext uri="{FF2B5EF4-FFF2-40B4-BE49-F238E27FC236}">
                <a16:creationId xmlns:a16="http://schemas.microsoft.com/office/drawing/2014/main" id="{62C36126-E26A-47E1-A570-F7B4039CB0E8}"/>
              </a:ext>
            </a:extLst>
          </p:cNvPr>
          <p:cNvSpPr>
            <a:spLocks/>
          </p:cNvSpPr>
          <p:nvPr/>
        </p:nvSpPr>
        <p:spPr>
          <a:xfrm>
            <a:off x="2598917" y="23808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7" name="data_946">
            <a:extLst>
              <a:ext uri="{FF2B5EF4-FFF2-40B4-BE49-F238E27FC236}">
                <a16:creationId xmlns:a16="http://schemas.microsoft.com/office/drawing/2014/main" id="{F930A78F-9A7B-4202-B31B-AE6A77CE1382}"/>
              </a:ext>
            </a:extLst>
          </p:cNvPr>
          <p:cNvSpPr>
            <a:spLocks/>
          </p:cNvSpPr>
          <p:nvPr/>
        </p:nvSpPr>
        <p:spPr>
          <a:xfrm>
            <a:off x="261062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8" name="data_947">
            <a:extLst>
              <a:ext uri="{FF2B5EF4-FFF2-40B4-BE49-F238E27FC236}">
                <a16:creationId xmlns:a16="http://schemas.microsoft.com/office/drawing/2014/main" id="{94FDB657-16FD-4517-9F9D-D73F1183AABC}"/>
              </a:ext>
            </a:extLst>
          </p:cNvPr>
          <p:cNvSpPr>
            <a:spLocks/>
          </p:cNvSpPr>
          <p:nvPr/>
        </p:nvSpPr>
        <p:spPr>
          <a:xfrm>
            <a:off x="2678283" y="20468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9" name="data_948">
            <a:extLst>
              <a:ext uri="{FF2B5EF4-FFF2-40B4-BE49-F238E27FC236}">
                <a16:creationId xmlns:a16="http://schemas.microsoft.com/office/drawing/2014/main" id="{8744CD66-F9FE-41B6-B286-ED1BFB407C2D}"/>
              </a:ext>
            </a:extLst>
          </p:cNvPr>
          <p:cNvSpPr>
            <a:spLocks/>
          </p:cNvSpPr>
          <p:nvPr/>
        </p:nvSpPr>
        <p:spPr>
          <a:xfrm>
            <a:off x="2579276" y="23562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0" name="data_949">
            <a:extLst>
              <a:ext uri="{FF2B5EF4-FFF2-40B4-BE49-F238E27FC236}">
                <a16:creationId xmlns:a16="http://schemas.microsoft.com/office/drawing/2014/main" id="{508074EF-B19A-4230-B1FF-652BC75C02BC}"/>
              </a:ext>
            </a:extLst>
          </p:cNvPr>
          <p:cNvSpPr>
            <a:spLocks/>
          </p:cNvSpPr>
          <p:nvPr/>
        </p:nvSpPr>
        <p:spPr>
          <a:xfrm>
            <a:off x="2558912" y="27541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1" name="data_950">
            <a:extLst>
              <a:ext uri="{FF2B5EF4-FFF2-40B4-BE49-F238E27FC236}">
                <a16:creationId xmlns:a16="http://schemas.microsoft.com/office/drawing/2014/main" id="{0B784C5F-983F-489C-94EC-409CD2EA0769}"/>
              </a:ext>
            </a:extLst>
          </p:cNvPr>
          <p:cNvSpPr>
            <a:spLocks/>
          </p:cNvSpPr>
          <p:nvPr/>
        </p:nvSpPr>
        <p:spPr>
          <a:xfrm>
            <a:off x="260786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2" name="data_951">
            <a:extLst>
              <a:ext uri="{FF2B5EF4-FFF2-40B4-BE49-F238E27FC236}">
                <a16:creationId xmlns:a16="http://schemas.microsoft.com/office/drawing/2014/main" id="{3854DD07-0D84-4838-8F72-069C900A4302}"/>
              </a:ext>
            </a:extLst>
          </p:cNvPr>
          <p:cNvSpPr>
            <a:spLocks/>
          </p:cNvSpPr>
          <p:nvPr/>
        </p:nvSpPr>
        <p:spPr>
          <a:xfrm>
            <a:off x="2603134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3" name="data_952">
            <a:extLst>
              <a:ext uri="{FF2B5EF4-FFF2-40B4-BE49-F238E27FC236}">
                <a16:creationId xmlns:a16="http://schemas.microsoft.com/office/drawing/2014/main" id="{7567B6A5-409E-473F-9A88-F9B0BC13E2DA}"/>
              </a:ext>
            </a:extLst>
          </p:cNvPr>
          <p:cNvSpPr>
            <a:spLocks/>
          </p:cNvSpPr>
          <p:nvPr/>
        </p:nvSpPr>
        <p:spPr>
          <a:xfrm>
            <a:off x="2637567" y="30622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4" name="data_953">
            <a:extLst>
              <a:ext uri="{FF2B5EF4-FFF2-40B4-BE49-F238E27FC236}">
                <a16:creationId xmlns:a16="http://schemas.microsoft.com/office/drawing/2014/main" id="{7675E9A9-6680-4724-9C02-583B54129D2D}"/>
              </a:ext>
            </a:extLst>
          </p:cNvPr>
          <p:cNvSpPr>
            <a:spLocks/>
          </p:cNvSpPr>
          <p:nvPr/>
        </p:nvSpPr>
        <p:spPr>
          <a:xfrm>
            <a:off x="2672678" y="29562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5" name="data_954">
            <a:extLst>
              <a:ext uri="{FF2B5EF4-FFF2-40B4-BE49-F238E27FC236}">
                <a16:creationId xmlns:a16="http://schemas.microsoft.com/office/drawing/2014/main" id="{ED46AC9D-69CF-40FF-A0CB-B9129F813D76}"/>
              </a:ext>
            </a:extLst>
          </p:cNvPr>
          <p:cNvSpPr>
            <a:spLocks/>
          </p:cNvSpPr>
          <p:nvPr/>
        </p:nvSpPr>
        <p:spPr>
          <a:xfrm>
            <a:off x="260008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6" name="data_955">
            <a:extLst>
              <a:ext uri="{FF2B5EF4-FFF2-40B4-BE49-F238E27FC236}">
                <a16:creationId xmlns:a16="http://schemas.microsoft.com/office/drawing/2014/main" id="{7A8E6113-5E5A-43BD-8035-518CCE92B894}"/>
              </a:ext>
            </a:extLst>
          </p:cNvPr>
          <p:cNvSpPr>
            <a:spLocks/>
          </p:cNvSpPr>
          <p:nvPr/>
        </p:nvSpPr>
        <p:spPr>
          <a:xfrm>
            <a:off x="256538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7" name="data_956">
            <a:extLst>
              <a:ext uri="{FF2B5EF4-FFF2-40B4-BE49-F238E27FC236}">
                <a16:creationId xmlns:a16="http://schemas.microsoft.com/office/drawing/2014/main" id="{36201CB4-596D-4789-BF93-B915E234210C}"/>
              </a:ext>
            </a:extLst>
          </p:cNvPr>
          <p:cNvSpPr>
            <a:spLocks/>
          </p:cNvSpPr>
          <p:nvPr/>
        </p:nvSpPr>
        <p:spPr>
          <a:xfrm>
            <a:off x="2653233" y="28283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8" name="data_957">
            <a:extLst>
              <a:ext uri="{FF2B5EF4-FFF2-40B4-BE49-F238E27FC236}">
                <a16:creationId xmlns:a16="http://schemas.microsoft.com/office/drawing/2014/main" id="{6EEDAFE9-845E-4E7F-B605-6F9BFAE2D929}"/>
              </a:ext>
            </a:extLst>
          </p:cNvPr>
          <p:cNvSpPr>
            <a:spLocks/>
          </p:cNvSpPr>
          <p:nvPr/>
        </p:nvSpPr>
        <p:spPr>
          <a:xfrm>
            <a:off x="2631034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9" name="data_958">
            <a:extLst>
              <a:ext uri="{FF2B5EF4-FFF2-40B4-BE49-F238E27FC236}">
                <a16:creationId xmlns:a16="http://schemas.microsoft.com/office/drawing/2014/main" id="{5A8B000F-5BAF-41EE-BDB0-41E2C65D859E}"/>
              </a:ext>
            </a:extLst>
          </p:cNvPr>
          <p:cNvSpPr>
            <a:spLocks/>
          </p:cNvSpPr>
          <p:nvPr/>
        </p:nvSpPr>
        <p:spPr>
          <a:xfrm>
            <a:off x="2646340" y="3019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0" name="data_959">
            <a:extLst>
              <a:ext uri="{FF2B5EF4-FFF2-40B4-BE49-F238E27FC236}">
                <a16:creationId xmlns:a16="http://schemas.microsoft.com/office/drawing/2014/main" id="{51C5DCE9-E487-4766-A241-3186F8D63568}"/>
              </a:ext>
            </a:extLst>
          </p:cNvPr>
          <p:cNvSpPr>
            <a:spLocks/>
          </p:cNvSpPr>
          <p:nvPr/>
        </p:nvSpPr>
        <p:spPr>
          <a:xfrm>
            <a:off x="267066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1" name="data_960">
            <a:extLst>
              <a:ext uri="{FF2B5EF4-FFF2-40B4-BE49-F238E27FC236}">
                <a16:creationId xmlns:a16="http://schemas.microsoft.com/office/drawing/2014/main" id="{0464E0E8-9582-4292-A2B0-9FBCED4EAB53}"/>
              </a:ext>
            </a:extLst>
          </p:cNvPr>
          <p:cNvSpPr>
            <a:spLocks/>
          </p:cNvSpPr>
          <p:nvPr/>
        </p:nvSpPr>
        <p:spPr>
          <a:xfrm>
            <a:off x="2658079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2" name="data_961">
            <a:extLst>
              <a:ext uri="{FF2B5EF4-FFF2-40B4-BE49-F238E27FC236}">
                <a16:creationId xmlns:a16="http://schemas.microsoft.com/office/drawing/2014/main" id="{0531882E-0B3F-4E0A-BEF0-976FD499A4AF}"/>
              </a:ext>
            </a:extLst>
          </p:cNvPr>
          <p:cNvSpPr>
            <a:spLocks/>
          </p:cNvSpPr>
          <p:nvPr/>
        </p:nvSpPr>
        <p:spPr>
          <a:xfrm>
            <a:off x="266044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3" name="data_962">
            <a:extLst>
              <a:ext uri="{FF2B5EF4-FFF2-40B4-BE49-F238E27FC236}">
                <a16:creationId xmlns:a16="http://schemas.microsoft.com/office/drawing/2014/main" id="{4BE98EDE-000E-46CA-A305-FD385BEA0968}"/>
              </a:ext>
            </a:extLst>
          </p:cNvPr>
          <p:cNvSpPr>
            <a:spLocks/>
          </p:cNvSpPr>
          <p:nvPr/>
        </p:nvSpPr>
        <p:spPr>
          <a:xfrm>
            <a:off x="266394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4" name="data_963">
            <a:extLst>
              <a:ext uri="{FF2B5EF4-FFF2-40B4-BE49-F238E27FC236}">
                <a16:creationId xmlns:a16="http://schemas.microsoft.com/office/drawing/2014/main" id="{2E116CF0-2A7E-409E-8CD8-008F7155186C}"/>
              </a:ext>
            </a:extLst>
          </p:cNvPr>
          <p:cNvSpPr>
            <a:spLocks/>
          </p:cNvSpPr>
          <p:nvPr/>
        </p:nvSpPr>
        <p:spPr>
          <a:xfrm>
            <a:off x="266780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5" name="data_964">
            <a:extLst>
              <a:ext uri="{FF2B5EF4-FFF2-40B4-BE49-F238E27FC236}">
                <a16:creationId xmlns:a16="http://schemas.microsoft.com/office/drawing/2014/main" id="{8CD8A523-84E9-439B-9E16-1E9F127E6F47}"/>
              </a:ext>
            </a:extLst>
          </p:cNvPr>
          <p:cNvSpPr>
            <a:spLocks/>
          </p:cNvSpPr>
          <p:nvPr/>
        </p:nvSpPr>
        <p:spPr>
          <a:xfrm>
            <a:off x="2607338" y="191422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6" name="data_965">
            <a:extLst>
              <a:ext uri="{FF2B5EF4-FFF2-40B4-BE49-F238E27FC236}">
                <a16:creationId xmlns:a16="http://schemas.microsoft.com/office/drawing/2014/main" id="{99BEA6BF-BA0E-42BB-B9AE-ABF936B31CD5}"/>
              </a:ext>
            </a:extLst>
          </p:cNvPr>
          <p:cNvSpPr>
            <a:spLocks/>
          </p:cNvSpPr>
          <p:nvPr/>
        </p:nvSpPr>
        <p:spPr>
          <a:xfrm>
            <a:off x="2640467" y="24790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7" name="data_966">
            <a:extLst>
              <a:ext uri="{FF2B5EF4-FFF2-40B4-BE49-F238E27FC236}">
                <a16:creationId xmlns:a16="http://schemas.microsoft.com/office/drawing/2014/main" id="{5A607785-5ECB-4888-94E9-F0AAEA35CCEA}"/>
              </a:ext>
            </a:extLst>
          </p:cNvPr>
          <p:cNvSpPr>
            <a:spLocks/>
          </p:cNvSpPr>
          <p:nvPr/>
        </p:nvSpPr>
        <p:spPr>
          <a:xfrm>
            <a:off x="2604733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8" name="data_967">
            <a:extLst>
              <a:ext uri="{FF2B5EF4-FFF2-40B4-BE49-F238E27FC236}">
                <a16:creationId xmlns:a16="http://schemas.microsoft.com/office/drawing/2014/main" id="{DCBE7E9A-ECC8-4300-BD32-4832B7D9F056}"/>
              </a:ext>
            </a:extLst>
          </p:cNvPr>
          <p:cNvSpPr>
            <a:spLocks/>
          </p:cNvSpPr>
          <p:nvPr/>
        </p:nvSpPr>
        <p:spPr>
          <a:xfrm>
            <a:off x="262521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9" name="data_968">
            <a:extLst>
              <a:ext uri="{FF2B5EF4-FFF2-40B4-BE49-F238E27FC236}">
                <a16:creationId xmlns:a16="http://schemas.microsoft.com/office/drawing/2014/main" id="{94CE0B17-ABF8-4D8D-9CE6-45BE2F432BC0}"/>
              </a:ext>
            </a:extLst>
          </p:cNvPr>
          <p:cNvSpPr>
            <a:spLocks/>
          </p:cNvSpPr>
          <p:nvPr/>
        </p:nvSpPr>
        <p:spPr>
          <a:xfrm>
            <a:off x="258961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0" name="data_969">
            <a:extLst>
              <a:ext uri="{FF2B5EF4-FFF2-40B4-BE49-F238E27FC236}">
                <a16:creationId xmlns:a16="http://schemas.microsoft.com/office/drawing/2014/main" id="{E9D5BED9-1297-465D-B45E-0ADD3867FF65}"/>
              </a:ext>
            </a:extLst>
          </p:cNvPr>
          <p:cNvSpPr>
            <a:spLocks/>
          </p:cNvSpPr>
          <p:nvPr/>
        </p:nvSpPr>
        <p:spPr>
          <a:xfrm>
            <a:off x="264485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1" name="data_970">
            <a:extLst>
              <a:ext uri="{FF2B5EF4-FFF2-40B4-BE49-F238E27FC236}">
                <a16:creationId xmlns:a16="http://schemas.microsoft.com/office/drawing/2014/main" id="{893037E4-CDFF-48F7-B93A-A6D16E38994B}"/>
              </a:ext>
            </a:extLst>
          </p:cNvPr>
          <p:cNvSpPr>
            <a:spLocks/>
          </p:cNvSpPr>
          <p:nvPr/>
        </p:nvSpPr>
        <p:spPr>
          <a:xfrm>
            <a:off x="260952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2" name="data_971">
            <a:extLst>
              <a:ext uri="{FF2B5EF4-FFF2-40B4-BE49-F238E27FC236}">
                <a16:creationId xmlns:a16="http://schemas.microsoft.com/office/drawing/2014/main" id="{FED8DE75-B5C6-451B-B414-18CCDDF82916}"/>
              </a:ext>
            </a:extLst>
          </p:cNvPr>
          <p:cNvSpPr>
            <a:spLocks/>
          </p:cNvSpPr>
          <p:nvPr/>
        </p:nvSpPr>
        <p:spPr>
          <a:xfrm>
            <a:off x="2627130" y="20594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3" name="data_972">
            <a:extLst>
              <a:ext uri="{FF2B5EF4-FFF2-40B4-BE49-F238E27FC236}">
                <a16:creationId xmlns:a16="http://schemas.microsoft.com/office/drawing/2014/main" id="{68A9B1CA-E411-4E79-9305-C1CA341E9A9E}"/>
              </a:ext>
            </a:extLst>
          </p:cNvPr>
          <p:cNvSpPr>
            <a:spLocks/>
          </p:cNvSpPr>
          <p:nvPr/>
        </p:nvSpPr>
        <p:spPr>
          <a:xfrm>
            <a:off x="261561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4" name="data_973">
            <a:extLst>
              <a:ext uri="{FF2B5EF4-FFF2-40B4-BE49-F238E27FC236}">
                <a16:creationId xmlns:a16="http://schemas.microsoft.com/office/drawing/2014/main" id="{E3E515D4-EB38-4F02-965D-AC2A498025E4}"/>
              </a:ext>
            </a:extLst>
          </p:cNvPr>
          <p:cNvSpPr>
            <a:spLocks/>
          </p:cNvSpPr>
          <p:nvPr/>
        </p:nvSpPr>
        <p:spPr>
          <a:xfrm>
            <a:off x="267058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5" name="data_974">
            <a:extLst>
              <a:ext uri="{FF2B5EF4-FFF2-40B4-BE49-F238E27FC236}">
                <a16:creationId xmlns:a16="http://schemas.microsoft.com/office/drawing/2014/main" id="{2889640F-65E5-4C40-82EF-CA49A8F65586}"/>
              </a:ext>
            </a:extLst>
          </p:cNvPr>
          <p:cNvSpPr>
            <a:spLocks/>
          </p:cNvSpPr>
          <p:nvPr/>
        </p:nvSpPr>
        <p:spPr>
          <a:xfrm>
            <a:off x="2614490" y="21352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6" name="data_975">
            <a:extLst>
              <a:ext uri="{FF2B5EF4-FFF2-40B4-BE49-F238E27FC236}">
                <a16:creationId xmlns:a16="http://schemas.microsoft.com/office/drawing/2014/main" id="{7F170145-D1E0-4599-B8B5-2A13F7783CE8}"/>
              </a:ext>
            </a:extLst>
          </p:cNvPr>
          <p:cNvSpPr>
            <a:spLocks/>
          </p:cNvSpPr>
          <p:nvPr/>
        </p:nvSpPr>
        <p:spPr>
          <a:xfrm>
            <a:off x="2660888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7" name="data_976">
            <a:extLst>
              <a:ext uri="{FF2B5EF4-FFF2-40B4-BE49-F238E27FC236}">
                <a16:creationId xmlns:a16="http://schemas.microsoft.com/office/drawing/2014/main" id="{E6A05473-08EB-4AA4-90A0-CBA669330B99}"/>
              </a:ext>
            </a:extLst>
          </p:cNvPr>
          <p:cNvSpPr>
            <a:spLocks/>
          </p:cNvSpPr>
          <p:nvPr/>
        </p:nvSpPr>
        <p:spPr>
          <a:xfrm>
            <a:off x="263923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8" name="data_977">
            <a:extLst>
              <a:ext uri="{FF2B5EF4-FFF2-40B4-BE49-F238E27FC236}">
                <a16:creationId xmlns:a16="http://schemas.microsoft.com/office/drawing/2014/main" id="{2D2B499B-2C8F-4C7F-98A7-6DFE84068F46}"/>
              </a:ext>
            </a:extLst>
          </p:cNvPr>
          <p:cNvSpPr>
            <a:spLocks/>
          </p:cNvSpPr>
          <p:nvPr/>
        </p:nvSpPr>
        <p:spPr>
          <a:xfrm>
            <a:off x="2642814" y="18317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9" name="data_978">
            <a:extLst>
              <a:ext uri="{FF2B5EF4-FFF2-40B4-BE49-F238E27FC236}">
                <a16:creationId xmlns:a16="http://schemas.microsoft.com/office/drawing/2014/main" id="{7FB3162F-D12C-4FB2-BE18-60A543986CC6}"/>
              </a:ext>
            </a:extLst>
          </p:cNvPr>
          <p:cNvSpPr>
            <a:spLocks/>
          </p:cNvSpPr>
          <p:nvPr/>
        </p:nvSpPr>
        <p:spPr>
          <a:xfrm>
            <a:off x="2591616" y="21895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0" name="data_979">
            <a:extLst>
              <a:ext uri="{FF2B5EF4-FFF2-40B4-BE49-F238E27FC236}">
                <a16:creationId xmlns:a16="http://schemas.microsoft.com/office/drawing/2014/main" id="{1D1A34D9-1BA6-401A-B15B-6C647878E264}"/>
              </a:ext>
            </a:extLst>
          </p:cNvPr>
          <p:cNvSpPr>
            <a:spLocks/>
          </p:cNvSpPr>
          <p:nvPr/>
        </p:nvSpPr>
        <p:spPr>
          <a:xfrm>
            <a:off x="2594616" y="23153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1" name="data_980">
            <a:extLst>
              <a:ext uri="{FF2B5EF4-FFF2-40B4-BE49-F238E27FC236}">
                <a16:creationId xmlns:a16="http://schemas.microsoft.com/office/drawing/2014/main" id="{D7625811-66AB-4A6F-90D0-36B414086644}"/>
              </a:ext>
            </a:extLst>
          </p:cNvPr>
          <p:cNvSpPr>
            <a:spLocks/>
          </p:cNvSpPr>
          <p:nvPr/>
        </p:nvSpPr>
        <p:spPr>
          <a:xfrm>
            <a:off x="2671233" y="24110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2" name="data_981">
            <a:extLst>
              <a:ext uri="{FF2B5EF4-FFF2-40B4-BE49-F238E27FC236}">
                <a16:creationId xmlns:a16="http://schemas.microsoft.com/office/drawing/2014/main" id="{DB988B15-B3F9-416B-BA13-A8065386A092}"/>
              </a:ext>
            </a:extLst>
          </p:cNvPr>
          <p:cNvSpPr>
            <a:spLocks/>
          </p:cNvSpPr>
          <p:nvPr/>
        </p:nvSpPr>
        <p:spPr>
          <a:xfrm>
            <a:off x="2561541" y="24510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3" name="data_982">
            <a:extLst>
              <a:ext uri="{FF2B5EF4-FFF2-40B4-BE49-F238E27FC236}">
                <a16:creationId xmlns:a16="http://schemas.microsoft.com/office/drawing/2014/main" id="{AF56CB1A-0F4E-482F-AC56-39A234C4ABC6}"/>
              </a:ext>
            </a:extLst>
          </p:cNvPr>
          <p:cNvSpPr>
            <a:spLocks/>
          </p:cNvSpPr>
          <p:nvPr/>
        </p:nvSpPr>
        <p:spPr>
          <a:xfrm>
            <a:off x="2642354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4" name="data_983">
            <a:extLst>
              <a:ext uri="{FF2B5EF4-FFF2-40B4-BE49-F238E27FC236}">
                <a16:creationId xmlns:a16="http://schemas.microsoft.com/office/drawing/2014/main" id="{CE44C3D5-3E9D-4148-BB72-ADA80F8048BB}"/>
              </a:ext>
            </a:extLst>
          </p:cNvPr>
          <p:cNvSpPr>
            <a:spLocks/>
          </p:cNvSpPr>
          <p:nvPr/>
        </p:nvSpPr>
        <p:spPr>
          <a:xfrm>
            <a:off x="2601123" y="34145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5" name="data_984">
            <a:extLst>
              <a:ext uri="{FF2B5EF4-FFF2-40B4-BE49-F238E27FC236}">
                <a16:creationId xmlns:a16="http://schemas.microsoft.com/office/drawing/2014/main" id="{515E832E-D656-4BF3-86A8-D51E0D2C3366}"/>
              </a:ext>
            </a:extLst>
          </p:cNvPr>
          <p:cNvSpPr>
            <a:spLocks/>
          </p:cNvSpPr>
          <p:nvPr/>
        </p:nvSpPr>
        <p:spPr>
          <a:xfrm>
            <a:off x="2570748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6" name="data_985">
            <a:extLst>
              <a:ext uri="{FF2B5EF4-FFF2-40B4-BE49-F238E27FC236}">
                <a16:creationId xmlns:a16="http://schemas.microsoft.com/office/drawing/2014/main" id="{E40D75EF-5628-4A35-BECE-D920B04CCEBF}"/>
              </a:ext>
            </a:extLst>
          </p:cNvPr>
          <p:cNvSpPr>
            <a:spLocks/>
          </p:cNvSpPr>
          <p:nvPr/>
        </p:nvSpPr>
        <p:spPr>
          <a:xfrm>
            <a:off x="2603097" y="23194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7" name="data_986">
            <a:extLst>
              <a:ext uri="{FF2B5EF4-FFF2-40B4-BE49-F238E27FC236}">
                <a16:creationId xmlns:a16="http://schemas.microsoft.com/office/drawing/2014/main" id="{F73E7B44-4AA7-46E7-A2BB-A86D099BCF5B}"/>
              </a:ext>
            </a:extLst>
          </p:cNvPr>
          <p:cNvSpPr>
            <a:spLocks/>
          </p:cNvSpPr>
          <p:nvPr/>
        </p:nvSpPr>
        <p:spPr>
          <a:xfrm>
            <a:off x="259150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8" name="data_987">
            <a:extLst>
              <a:ext uri="{FF2B5EF4-FFF2-40B4-BE49-F238E27FC236}">
                <a16:creationId xmlns:a16="http://schemas.microsoft.com/office/drawing/2014/main" id="{FF789F79-4223-4EB7-BE42-F0CDD3FC09FC}"/>
              </a:ext>
            </a:extLst>
          </p:cNvPr>
          <p:cNvSpPr>
            <a:spLocks/>
          </p:cNvSpPr>
          <p:nvPr/>
        </p:nvSpPr>
        <p:spPr>
          <a:xfrm>
            <a:off x="263299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9" name="data_988">
            <a:extLst>
              <a:ext uri="{FF2B5EF4-FFF2-40B4-BE49-F238E27FC236}">
                <a16:creationId xmlns:a16="http://schemas.microsoft.com/office/drawing/2014/main" id="{D0EEA69A-B1CC-4E38-B8AE-40AA8657F482}"/>
              </a:ext>
            </a:extLst>
          </p:cNvPr>
          <p:cNvSpPr>
            <a:spLocks/>
          </p:cNvSpPr>
          <p:nvPr/>
        </p:nvSpPr>
        <p:spPr>
          <a:xfrm>
            <a:off x="257090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0" name="data_989">
            <a:extLst>
              <a:ext uri="{FF2B5EF4-FFF2-40B4-BE49-F238E27FC236}">
                <a16:creationId xmlns:a16="http://schemas.microsoft.com/office/drawing/2014/main" id="{C0CAA8CD-FF84-4985-8F9D-4AC1313B7F30}"/>
              </a:ext>
            </a:extLst>
          </p:cNvPr>
          <p:cNvSpPr>
            <a:spLocks/>
          </p:cNvSpPr>
          <p:nvPr/>
        </p:nvSpPr>
        <p:spPr>
          <a:xfrm>
            <a:off x="256477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1" name="data_990">
            <a:extLst>
              <a:ext uri="{FF2B5EF4-FFF2-40B4-BE49-F238E27FC236}">
                <a16:creationId xmlns:a16="http://schemas.microsoft.com/office/drawing/2014/main" id="{980C7898-6259-43D2-B157-1C4C799D19FC}"/>
              </a:ext>
            </a:extLst>
          </p:cNvPr>
          <p:cNvSpPr>
            <a:spLocks/>
          </p:cNvSpPr>
          <p:nvPr/>
        </p:nvSpPr>
        <p:spPr>
          <a:xfrm>
            <a:off x="2561169" y="24152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2" name="data_991">
            <a:extLst>
              <a:ext uri="{FF2B5EF4-FFF2-40B4-BE49-F238E27FC236}">
                <a16:creationId xmlns:a16="http://schemas.microsoft.com/office/drawing/2014/main" id="{CAB9B9F5-F39F-41CF-A3E5-A3FBCECAAF87}"/>
              </a:ext>
            </a:extLst>
          </p:cNvPr>
          <p:cNvSpPr>
            <a:spLocks/>
          </p:cNvSpPr>
          <p:nvPr/>
        </p:nvSpPr>
        <p:spPr>
          <a:xfrm>
            <a:off x="2620417" y="25647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3" name="data_992">
            <a:extLst>
              <a:ext uri="{FF2B5EF4-FFF2-40B4-BE49-F238E27FC236}">
                <a16:creationId xmlns:a16="http://schemas.microsoft.com/office/drawing/2014/main" id="{1AD52AEA-2A50-4933-8677-60F5F1E888A4}"/>
              </a:ext>
            </a:extLst>
          </p:cNvPr>
          <p:cNvSpPr>
            <a:spLocks/>
          </p:cNvSpPr>
          <p:nvPr/>
        </p:nvSpPr>
        <p:spPr>
          <a:xfrm>
            <a:off x="2614370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4" name="data_993">
            <a:extLst>
              <a:ext uri="{FF2B5EF4-FFF2-40B4-BE49-F238E27FC236}">
                <a16:creationId xmlns:a16="http://schemas.microsoft.com/office/drawing/2014/main" id="{F4440335-94E9-43A9-9416-81823D746292}"/>
              </a:ext>
            </a:extLst>
          </p:cNvPr>
          <p:cNvSpPr>
            <a:spLocks/>
          </p:cNvSpPr>
          <p:nvPr/>
        </p:nvSpPr>
        <p:spPr>
          <a:xfrm>
            <a:off x="266308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5" name="data_994">
            <a:extLst>
              <a:ext uri="{FF2B5EF4-FFF2-40B4-BE49-F238E27FC236}">
                <a16:creationId xmlns:a16="http://schemas.microsoft.com/office/drawing/2014/main" id="{804E7436-E3E5-4FB1-87D9-C03215806726}"/>
              </a:ext>
            </a:extLst>
          </p:cNvPr>
          <p:cNvSpPr>
            <a:spLocks/>
          </p:cNvSpPr>
          <p:nvPr/>
        </p:nvSpPr>
        <p:spPr>
          <a:xfrm>
            <a:off x="2619729" y="20370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6" name="data_995">
            <a:extLst>
              <a:ext uri="{FF2B5EF4-FFF2-40B4-BE49-F238E27FC236}">
                <a16:creationId xmlns:a16="http://schemas.microsoft.com/office/drawing/2014/main" id="{F19F5201-C987-4938-A349-771DE0A13240}"/>
              </a:ext>
            </a:extLst>
          </p:cNvPr>
          <p:cNvSpPr>
            <a:spLocks/>
          </p:cNvSpPr>
          <p:nvPr/>
        </p:nvSpPr>
        <p:spPr>
          <a:xfrm>
            <a:off x="2585789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7" name="data_996">
            <a:extLst>
              <a:ext uri="{FF2B5EF4-FFF2-40B4-BE49-F238E27FC236}">
                <a16:creationId xmlns:a16="http://schemas.microsoft.com/office/drawing/2014/main" id="{9E320C6E-D1B3-4934-90DF-46A5F355A8CF}"/>
              </a:ext>
            </a:extLst>
          </p:cNvPr>
          <p:cNvSpPr>
            <a:spLocks/>
          </p:cNvSpPr>
          <p:nvPr/>
        </p:nvSpPr>
        <p:spPr>
          <a:xfrm>
            <a:off x="2660667" y="18921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8" name="data_997">
            <a:extLst>
              <a:ext uri="{FF2B5EF4-FFF2-40B4-BE49-F238E27FC236}">
                <a16:creationId xmlns:a16="http://schemas.microsoft.com/office/drawing/2014/main" id="{CD2F3CB7-2E00-4E0D-B2E4-BE41CD2EE9D0}"/>
              </a:ext>
            </a:extLst>
          </p:cNvPr>
          <p:cNvSpPr>
            <a:spLocks/>
          </p:cNvSpPr>
          <p:nvPr/>
        </p:nvSpPr>
        <p:spPr>
          <a:xfrm>
            <a:off x="2569848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9" name="data_998">
            <a:extLst>
              <a:ext uri="{FF2B5EF4-FFF2-40B4-BE49-F238E27FC236}">
                <a16:creationId xmlns:a16="http://schemas.microsoft.com/office/drawing/2014/main" id="{46132EE6-C276-4897-99AD-5AFC22C133B5}"/>
              </a:ext>
            </a:extLst>
          </p:cNvPr>
          <p:cNvSpPr>
            <a:spLocks/>
          </p:cNvSpPr>
          <p:nvPr/>
        </p:nvSpPr>
        <p:spPr>
          <a:xfrm>
            <a:off x="2680135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0" name="data_999">
            <a:extLst>
              <a:ext uri="{FF2B5EF4-FFF2-40B4-BE49-F238E27FC236}">
                <a16:creationId xmlns:a16="http://schemas.microsoft.com/office/drawing/2014/main" id="{AF14EA30-E104-42D2-BF3F-58A1452F6B3C}"/>
              </a:ext>
            </a:extLst>
          </p:cNvPr>
          <p:cNvSpPr>
            <a:spLocks/>
          </p:cNvSpPr>
          <p:nvPr/>
        </p:nvSpPr>
        <p:spPr>
          <a:xfrm>
            <a:off x="2690039" y="28705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1" name="data_1000">
            <a:extLst>
              <a:ext uri="{FF2B5EF4-FFF2-40B4-BE49-F238E27FC236}">
                <a16:creationId xmlns:a16="http://schemas.microsoft.com/office/drawing/2014/main" id="{8EC67A71-E360-4546-BAAD-60BF4503FBA3}"/>
              </a:ext>
            </a:extLst>
          </p:cNvPr>
          <p:cNvSpPr>
            <a:spLocks/>
          </p:cNvSpPr>
          <p:nvPr/>
        </p:nvSpPr>
        <p:spPr>
          <a:xfrm>
            <a:off x="264063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2" name="data_1001">
            <a:extLst>
              <a:ext uri="{FF2B5EF4-FFF2-40B4-BE49-F238E27FC236}">
                <a16:creationId xmlns:a16="http://schemas.microsoft.com/office/drawing/2014/main" id="{B81E39C7-868B-4EB6-9376-968942A087BA}"/>
              </a:ext>
            </a:extLst>
          </p:cNvPr>
          <p:cNvSpPr>
            <a:spLocks/>
          </p:cNvSpPr>
          <p:nvPr/>
        </p:nvSpPr>
        <p:spPr>
          <a:xfrm>
            <a:off x="2551395" y="27246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3" name="data_1002">
            <a:extLst>
              <a:ext uri="{FF2B5EF4-FFF2-40B4-BE49-F238E27FC236}">
                <a16:creationId xmlns:a16="http://schemas.microsoft.com/office/drawing/2014/main" id="{7479859D-819B-4B94-99EA-C0AA3AA260C3}"/>
              </a:ext>
            </a:extLst>
          </p:cNvPr>
          <p:cNvSpPr>
            <a:spLocks/>
          </p:cNvSpPr>
          <p:nvPr/>
        </p:nvSpPr>
        <p:spPr>
          <a:xfrm>
            <a:off x="2586556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4" name="data_1003">
            <a:extLst>
              <a:ext uri="{FF2B5EF4-FFF2-40B4-BE49-F238E27FC236}">
                <a16:creationId xmlns:a16="http://schemas.microsoft.com/office/drawing/2014/main" id="{20FE390F-9D12-4E8F-ABE3-77677EC6084D}"/>
              </a:ext>
            </a:extLst>
          </p:cNvPr>
          <p:cNvSpPr>
            <a:spLocks/>
          </p:cNvSpPr>
          <p:nvPr/>
        </p:nvSpPr>
        <p:spPr>
          <a:xfrm>
            <a:off x="2678723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5" name="data_1004">
            <a:extLst>
              <a:ext uri="{FF2B5EF4-FFF2-40B4-BE49-F238E27FC236}">
                <a16:creationId xmlns:a16="http://schemas.microsoft.com/office/drawing/2014/main" id="{A4E2AE0B-AD3C-4CA7-A6BF-6DF8E10151B1}"/>
              </a:ext>
            </a:extLst>
          </p:cNvPr>
          <p:cNvSpPr>
            <a:spLocks/>
          </p:cNvSpPr>
          <p:nvPr/>
        </p:nvSpPr>
        <p:spPr>
          <a:xfrm>
            <a:off x="2564009" y="21722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6" name="data_1005">
            <a:extLst>
              <a:ext uri="{FF2B5EF4-FFF2-40B4-BE49-F238E27FC236}">
                <a16:creationId xmlns:a16="http://schemas.microsoft.com/office/drawing/2014/main" id="{80931F60-E446-4C60-856D-1EBB50A8039F}"/>
              </a:ext>
            </a:extLst>
          </p:cNvPr>
          <p:cNvSpPr>
            <a:spLocks/>
          </p:cNvSpPr>
          <p:nvPr/>
        </p:nvSpPr>
        <p:spPr>
          <a:xfrm>
            <a:off x="2611126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7" name="data_1006">
            <a:extLst>
              <a:ext uri="{FF2B5EF4-FFF2-40B4-BE49-F238E27FC236}">
                <a16:creationId xmlns:a16="http://schemas.microsoft.com/office/drawing/2014/main" id="{A4B158F5-7FDB-4FEA-B2C3-C9EA9CAFF673}"/>
              </a:ext>
            </a:extLst>
          </p:cNvPr>
          <p:cNvSpPr>
            <a:spLocks/>
          </p:cNvSpPr>
          <p:nvPr/>
        </p:nvSpPr>
        <p:spPr>
          <a:xfrm>
            <a:off x="262689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8" name="data_1007">
            <a:extLst>
              <a:ext uri="{FF2B5EF4-FFF2-40B4-BE49-F238E27FC236}">
                <a16:creationId xmlns:a16="http://schemas.microsoft.com/office/drawing/2014/main" id="{A28A7703-E79D-43CC-B38B-78FD00256412}"/>
              </a:ext>
            </a:extLst>
          </p:cNvPr>
          <p:cNvSpPr>
            <a:spLocks/>
          </p:cNvSpPr>
          <p:nvPr/>
        </p:nvSpPr>
        <p:spPr>
          <a:xfrm>
            <a:off x="2687923" y="21984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9" name="data_1008">
            <a:extLst>
              <a:ext uri="{FF2B5EF4-FFF2-40B4-BE49-F238E27FC236}">
                <a16:creationId xmlns:a16="http://schemas.microsoft.com/office/drawing/2014/main" id="{5546BF3C-175A-4D29-988A-B106F14062E3}"/>
              </a:ext>
            </a:extLst>
          </p:cNvPr>
          <p:cNvSpPr>
            <a:spLocks/>
          </p:cNvSpPr>
          <p:nvPr/>
        </p:nvSpPr>
        <p:spPr>
          <a:xfrm>
            <a:off x="263562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0" name="data_1009">
            <a:extLst>
              <a:ext uri="{FF2B5EF4-FFF2-40B4-BE49-F238E27FC236}">
                <a16:creationId xmlns:a16="http://schemas.microsoft.com/office/drawing/2014/main" id="{A61CE97A-9AC4-47FC-9243-7AD9F16FC659}"/>
              </a:ext>
            </a:extLst>
          </p:cNvPr>
          <p:cNvSpPr>
            <a:spLocks/>
          </p:cNvSpPr>
          <p:nvPr/>
        </p:nvSpPr>
        <p:spPr>
          <a:xfrm>
            <a:off x="260200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1" name="data_1010">
            <a:extLst>
              <a:ext uri="{FF2B5EF4-FFF2-40B4-BE49-F238E27FC236}">
                <a16:creationId xmlns:a16="http://schemas.microsoft.com/office/drawing/2014/main" id="{C2259F63-0518-4011-8D13-B08CCEEDFE2C}"/>
              </a:ext>
            </a:extLst>
          </p:cNvPr>
          <p:cNvSpPr>
            <a:spLocks/>
          </p:cNvSpPr>
          <p:nvPr/>
        </p:nvSpPr>
        <p:spPr>
          <a:xfrm>
            <a:off x="2654315" y="25755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2" name="data_1011">
            <a:extLst>
              <a:ext uri="{FF2B5EF4-FFF2-40B4-BE49-F238E27FC236}">
                <a16:creationId xmlns:a16="http://schemas.microsoft.com/office/drawing/2014/main" id="{AEEA7D75-2893-4793-A56D-1A0CD96D15D6}"/>
              </a:ext>
            </a:extLst>
          </p:cNvPr>
          <p:cNvSpPr>
            <a:spLocks/>
          </p:cNvSpPr>
          <p:nvPr/>
        </p:nvSpPr>
        <p:spPr>
          <a:xfrm>
            <a:off x="2553235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3" name="data_1012">
            <a:extLst>
              <a:ext uri="{FF2B5EF4-FFF2-40B4-BE49-F238E27FC236}">
                <a16:creationId xmlns:a16="http://schemas.microsoft.com/office/drawing/2014/main" id="{837F3D70-BAC1-42D5-A700-8FDE2EACA024}"/>
              </a:ext>
            </a:extLst>
          </p:cNvPr>
          <p:cNvSpPr>
            <a:spLocks/>
          </p:cNvSpPr>
          <p:nvPr/>
        </p:nvSpPr>
        <p:spPr>
          <a:xfrm>
            <a:off x="255928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4" name="data_1013">
            <a:extLst>
              <a:ext uri="{FF2B5EF4-FFF2-40B4-BE49-F238E27FC236}">
                <a16:creationId xmlns:a16="http://schemas.microsoft.com/office/drawing/2014/main" id="{6922B5C8-0D74-4E5B-9820-7835DBC2B3B9}"/>
              </a:ext>
            </a:extLst>
          </p:cNvPr>
          <p:cNvSpPr>
            <a:spLocks/>
          </p:cNvSpPr>
          <p:nvPr/>
        </p:nvSpPr>
        <p:spPr>
          <a:xfrm>
            <a:off x="2625316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5" name="data_1014">
            <a:extLst>
              <a:ext uri="{FF2B5EF4-FFF2-40B4-BE49-F238E27FC236}">
                <a16:creationId xmlns:a16="http://schemas.microsoft.com/office/drawing/2014/main" id="{6EC7A6F4-DD87-4B9F-AF56-3260D1793A8F}"/>
              </a:ext>
            </a:extLst>
          </p:cNvPr>
          <p:cNvSpPr>
            <a:spLocks/>
          </p:cNvSpPr>
          <p:nvPr/>
        </p:nvSpPr>
        <p:spPr>
          <a:xfrm>
            <a:off x="267608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6" name="data_1015">
            <a:extLst>
              <a:ext uri="{FF2B5EF4-FFF2-40B4-BE49-F238E27FC236}">
                <a16:creationId xmlns:a16="http://schemas.microsoft.com/office/drawing/2014/main" id="{243C241B-5281-4DE3-A5F4-519548C6A0D0}"/>
              </a:ext>
            </a:extLst>
          </p:cNvPr>
          <p:cNvSpPr>
            <a:spLocks/>
          </p:cNvSpPr>
          <p:nvPr/>
        </p:nvSpPr>
        <p:spPr>
          <a:xfrm>
            <a:off x="2601689" y="30272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7" name="data_1016">
            <a:extLst>
              <a:ext uri="{FF2B5EF4-FFF2-40B4-BE49-F238E27FC236}">
                <a16:creationId xmlns:a16="http://schemas.microsoft.com/office/drawing/2014/main" id="{29C36F30-FA56-439A-A6F2-73ED0003A456}"/>
              </a:ext>
            </a:extLst>
          </p:cNvPr>
          <p:cNvSpPr>
            <a:spLocks/>
          </p:cNvSpPr>
          <p:nvPr/>
        </p:nvSpPr>
        <p:spPr>
          <a:xfrm>
            <a:off x="2640794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8" name="data_1017">
            <a:extLst>
              <a:ext uri="{FF2B5EF4-FFF2-40B4-BE49-F238E27FC236}">
                <a16:creationId xmlns:a16="http://schemas.microsoft.com/office/drawing/2014/main" id="{22C7245C-248A-424F-9240-C9BF53239C15}"/>
              </a:ext>
            </a:extLst>
          </p:cNvPr>
          <p:cNvSpPr>
            <a:spLocks/>
          </p:cNvSpPr>
          <p:nvPr/>
        </p:nvSpPr>
        <p:spPr>
          <a:xfrm>
            <a:off x="265143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9" name="data_1018">
            <a:extLst>
              <a:ext uri="{FF2B5EF4-FFF2-40B4-BE49-F238E27FC236}">
                <a16:creationId xmlns:a16="http://schemas.microsoft.com/office/drawing/2014/main" id="{9E508BFC-8C3D-45EB-99ED-1D8FC49E8AB3}"/>
              </a:ext>
            </a:extLst>
          </p:cNvPr>
          <p:cNvSpPr>
            <a:spLocks/>
          </p:cNvSpPr>
          <p:nvPr/>
        </p:nvSpPr>
        <p:spPr>
          <a:xfrm>
            <a:off x="258930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0" name="data_1019">
            <a:extLst>
              <a:ext uri="{FF2B5EF4-FFF2-40B4-BE49-F238E27FC236}">
                <a16:creationId xmlns:a16="http://schemas.microsoft.com/office/drawing/2014/main" id="{26EE2787-7BA3-46BA-BA02-609967805F5F}"/>
              </a:ext>
            </a:extLst>
          </p:cNvPr>
          <p:cNvSpPr>
            <a:spLocks/>
          </p:cNvSpPr>
          <p:nvPr/>
        </p:nvSpPr>
        <p:spPr>
          <a:xfrm>
            <a:off x="2576388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1" name="data_1020">
            <a:extLst>
              <a:ext uri="{FF2B5EF4-FFF2-40B4-BE49-F238E27FC236}">
                <a16:creationId xmlns:a16="http://schemas.microsoft.com/office/drawing/2014/main" id="{3464E17B-6A78-47F5-881B-20A6FFD300F5}"/>
              </a:ext>
            </a:extLst>
          </p:cNvPr>
          <p:cNvSpPr>
            <a:spLocks/>
          </p:cNvSpPr>
          <p:nvPr/>
        </p:nvSpPr>
        <p:spPr>
          <a:xfrm>
            <a:off x="2569371" y="27738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2" name="data_1021">
            <a:extLst>
              <a:ext uri="{FF2B5EF4-FFF2-40B4-BE49-F238E27FC236}">
                <a16:creationId xmlns:a16="http://schemas.microsoft.com/office/drawing/2014/main" id="{20E8121F-A8EE-4255-8319-4516C7C97A81}"/>
              </a:ext>
            </a:extLst>
          </p:cNvPr>
          <p:cNvSpPr>
            <a:spLocks/>
          </p:cNvSpPr>
          <p:nvPr/>
        </p:nvSpPr>
        <p:spPr>
          <a:xfrm>
            <a:off x="2593627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3" name="data_1022">
            <a:extLst>
              <a:ext uri="{FF2B5EF4-FFF2-40B4-BE49-F238E27FC236}">
                <a16:creationId xmlns:a16="http://schemas.microsoft.com/office/drawing/2014/main" id="{8B5D0E62-559D-4DF2-832E-8DCEB368A14A}"/>
              </a:ext>
            </a:extLst>
          </p:cNvPr>
          <p:cNvSpPr>
            <a:spLocks/>
          </p:cNvSpPr>
          <p:nvPr/>
        </p:nvSpPr>
        <p:spPr>
          <a:xfrm>
            <a:off x="2602746" y="21352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4" name="data_1023">
            <a:extLst>
              <a:ext uri="{FF2B5EF4-FFF2-40B4-BE49-F238E27FC236}">
                <a16:creationId xmlns:a16="http://schemas.microsoft.com/office/drawing/2014/main" id="{D0AF5B8F-A248-48E1-A789-E94EE3A7D058}"/>
              </a:ext>
            </a:extLst>
          </p:cNvPr>
          <p:cNvSpPr>
            <a:spLocks/>
          </p:cNvSpPr>
          <p:nvPr/>
        </p:nvSpPr>
        <p:spPr>
          <a:xfrm>
            <a:off x="2608314" y="32088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5" name="data_1024">
            <a:extLst>
              <a:ext uri="{FF2B5EF4-FFF2-40B4-BE49-F238E27FC236}">
                <a16:creationId xmlns:a16="http://schemas.microsoft.com/office/drawing/2014/main" id="{DF27D96E-5F22-47AE-B3EA-2C03EBDF8026}"/>
              </a:ext>
            </a:extLst>
          </p:cNvPr>
          <p:cNvSpPr>
            <a:spLocks/>
          </p:cNvSpPr>
          <p:nvPr/>
        </p:nvSpPr>
        <p:spPr>
          <a:xfrm>
            <a:off x="2682153" y="22925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6" name="data_1025">
            <a:extLst>
              <a:ext uri="{FF2B5EF4-FFF2-40B4-BE49-F238E27FC236}">
                <a16:creationId xmlns:a16="http://schemas.microsoft.com/office/drawing/2014/main" id="{1C1F8CE9-CE2F-4B05-94AB-7DA9E5D21CD9}"/>
              </a:ext>
            </a:extLst>
          </p:cNvPr>
          <p:cNvSpPr>
            <a:spLocks/>
          </p:cNvSpPr>
          <p:nvPr/>
        </p:nvSpPr>
        <p:spPr>
          <a:xfrm>
            <a:off x="2666825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7" name="data_1026">
            <a:extLst>
              <a:ext uri="{FF2B5EF4-FFF2-40B4-BE49-F238E27FC236}">
                <a16:creationId xmlns:a16="http://schemas.microsoft.com/office/drawing/2014/main" id="{583B79E8-BDC2-42A9-82BB-61937CBB50BA}"/>
              </a:ext>
            </a:extLst>
          </p:cNvPr>
          <p:cNvSpPr>
            <a:spLocks/>
          </p:cNvSpPr>
          <p:nvPr/>
        </p:nvSpPr>
        <p:spPr>
          <a:xfrm>
            <a:off x="266601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8" name="data_1027">
            <a:extLst>
              <a:ext uri="{FF2B5EF4-FFF2-40B4-BE49-F238E27FC236}">
                <a16:creationId xmlns:a16="http://schemas.microsoft.com/office/drawing/2014/main" id="{B2B62574-8D6E-4C6A-974A-1429E82AF3B2}"/>
              </a:ext>
            </a:extLst>
          </p:cNvPr>
          <p:cNvSpPr>
            <a:spLocks/>
          </p:cNvSpPr>
          <p:nvPr/>
        </p:nvSpPr>
        <p:spPr>
          <a:xfrm>
            <a:off x="2558883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9" name="data_1028">
            <a:extLst>
              <a:ext uri="{FF2B5EF4-FFF2-40B4-BE49-F238E27FC236}">
                <a16:creationId xmlns:a16="http://schemas.microsoft.com/office/drawing/2014/main" id="{EB889955-C81D-4E16-86A2-1E8369B32641}"/>
              </a:ext>
            </a:extLst>
          </p:cNvPr>
          <p:cNvSpPr>
            <a:spLocks/>
          </p:cNvSpPr>
          <p:nvPr/>
        </p:nvSpPr>
        <p:spPr>
          <a:xfrm>
            <a:off x="2550657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0" name="data_1029">
            <a:extLst>
              <a:ext uri="{FF2B5EF4-FFF2-40B4-BE49-F238E27FC236}">
                <a16:creationId xmlns:a16="http://schemas.microsoft.com/office/drawing/2014/main" id="{5F3042C5-3CF1-480B-8A59-A889E1BB5804}"/>
              </a:ext>
            </a:extLst>
          </p:cNvPr>
          <p:cNvSpPr>
            <a:spLocks/>
          </p:cNvSpPr>
          <p:nvPr/>
        </p:nvSpPr>
        <p:spPr>
          <a:xfrm>
            <a:off x="2655601" y="18898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1" name="data_1030">
            <a:extLst>
              <a:ext uri="{FF2B5EF4-FFF2-40B4-BE49-F238E27FC236}">
                <a16:creationId xmlns:a16="http://schemas.microsoft.com/office/drawing/2014/main" id="{26E4CB70-6D55-4C73-B698-2A94F2C4D5C0}"/>
              </a:ext>
            </a:extLst>
          </p:cNvPr>
          <p:cNvSpPr>
            <a:spLocks/>
          </p:cNvSpPr>
          <p:nvPr/>
        </p:nvSpPr>
        <p:spPr>
          <a:xfrm>
            <a:off x="2664313" y="226051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2" name="data_1031">
            <a:extLst>
              <a:ext uri="{FF2B5EF4-FFF2-40B4-BE49-F238E27FC236}">
                <a16:creationId xmlns:a16="http://schemas.microsoft.com/office/drawing/2014/main" id="{9F1F897E-4AF2-4725-A055-47EC10ECA04D}"/>
              </a:ext>
            </a:extLst>
          </p:cNvPr>
          <p:cNvSpPr>
            <a:spLocks/>
          </p:cNvSpPr>
          <p:nvPr/>
        </p:nvSpPr>
        <p:spPr>
          <a:xfrm>
            <a:off x="2599453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3" name="data_1032">
            <a:extLst>
              <a:ext uri="{FF2B5EF4-FFF2-40B4-BE49-F238E27FC236}">
                <a16:creationId xmlns:a16="http://schemas.microsoft.com/office/drawing/2014/main" id="{9876B156-7EFC-44B8-9795-E0AA281A4ABD}"/>
              </a:ext>
            </a:extLst>
          </p:cNvPr>
          <p:cNvSpPr>
            <a:spLocks/>
          </p:cNvSpPr>
          <p:nvPr/>
        </p:nvSpPr>
        <p:spPr>
          <a:xfrm>
            <a:off x="2688655" y="252826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4" name="data_1033">
            <a:extLst>
              <a:ext uri="{FF2B5EF4-FFF2-40B4-BE49-F238E27FC236}">
                <a16:creationId xmlns:a16="http://schemas.microsoft.com/office/drawing/2014/main" id="{80BEBD5A-213A-4E49-A94A-0CCFBB52A2F7}"/>
              </a:ext>
            </a:extLst>
          </p:cNvPr>
          <p:cNvSpPr>
            <a:spLocks/>
          </p:cNvSpPr>
          <p:nvPr/>
        </p:nvSpPr>
        <p:spPr>
          <a:xfrm>
            <a:off x="2583495" y="22236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5" name="data_1034">
            <a:extLst>
              <a:ext uri="{FF2B5EF4-FFF2-40B4-BE49-F238E27FC236}">
                <a16:creationId xmlns:a16="http://schemas.microsoft.com/office/drawing/2014/main" id="{947CDE9D-3CF4-49F0-86C5-D55966E10F94}"/>
              </a:ext>
            </a:extLst>
          </p:cNvPr>
          <p:cNvSpPr>
            <a:spLocks/>
          </p:cNvSpPr>
          <p:nvPr/>
        </p:nvSpPr>
        <p:spPr>
          <a:xfrm>
            <a:off x="267920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6" name="data_1035">
            <a:extLst>
              <a:ext uri="{FF2B5EF4-FFF2-40B4-BE49-F238E27FC236}">
                <a16:creationId xmlns:a16="http://schemas.microsoft.com/office/drawing/2014/main" id="{E80FCB90-D3DC-4A1B-AF06-574A93C949EF}"/>
              </a:ext>
            </a:extLst>
          </p:cNvPr>
          <p:cNvSpPr>
            <a:spLocks/>
          </p:cNvSpPr>
          <p:nvPr/>
        </p:nvSpPr>
        <p:spPr>
          <a:xfrm>
            <a:off x="262921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7" name="data_1036">
            <a:extLst>
              <a:ext uri="{FF2B5EF4-FFF2-40B4-BE49-F238E27FC236}">
                <a16:creationId xmlns:a16="http://schemas.microsoft.com/office/drawing/2014/main" id="{B29A6A1E-38A5-495F-AF3D-05CCBA75855C}"/>
              </a:ext>
            </a:extLst>
          </p:cNvPr>
          <p:cNvSpPr>
            <a:spLocks/>
          </p:cNvSpPr>
          <p:nvPr/>
        </p:nvSpPr>
        <p:spPr>
          <a:xfrm>
            <a:off x="262819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8" name="data_1037">
            <a:extLst>
              <a:ext uri="{FF2B5EF4-FFF2-40B4-BE49-F238E27FC236}">
                <a16:creationId xmlns:a16="http://schemas.microsoft.com/office/drawing/2014/main" id="{32F51868-BA89-4DA0-A404-44FACAAD5B5B}"/>
              </a:ext>
            </a:extLst>
          </p:cNvPr>
          <p:cNvSpPr>
            <a:spLocks/>
          </p:cNvSpPr>
          <p:nvPr/>
        </p:nvSpPr>
        <p:spPr>
          <a:xfrm>
            <a:off x="2581665" y="21389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9" name="data_1038">
            <a:extLst>
              <a:ext uri="{FF2B5EF4-FFF2-40B4-BE49-F238E27FC236}">
                <a16:creationId xmlns:a16="http://schemas.microsoft.com/office/drawing/2014/main" id="{867592EA-3AF1-4E96-BA3D-DC993A8A63BD}"/>
              </a:ext>
            </a:extLst>
          </p:cNvPr>
          <p:cNvSpPr>
            <a:spLocks/>
          </p:cNvSpPr>
          <p:nvPr/>
        </p:nvSpPr>
        <p:spPr>
          <a:xfrm>
            <a:off x="2638177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0" name="data_1039">
            <a:extLst>
              <a:ext uri="{FF2B5EF4-FFF2-40B4-BE49-F238E27FC236}">
                <a16:creationId xmlns:a16="http://schemas.microsoft.com/office/drawing/2014/main" id="{5E1E3857-B7B8-4918-A324-4E3A2F5696E4}"/>
              </a:ext>
            </a:extLst>
          </p:cNvPr>
          <p:cNvSpPr>
            <a:spLocks/>
          </p:cNvSpPr>
          <p:nvPr/>
        </p:nvSpPr>
        <p:spPr>
          <a:xfrm>
            <a:off x="2661229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1" name="data_1040">
            <a:extLst>
              <a:ext uri="{FF2B5EF4-FFF2-40B4-BE49-F238E27FC236}">
                <a16:creationId xmlns:a16="http://schemas.microsoft.com/office/drawing/2014/main" id="{AB24DEDD-70F2-437D-8A04-1C9316BE274F}"/>
              </a:ext>
            </a:extLst>
          </p:cNvPr>
          <p:cNvSpPr>
            <a:spLocks/>
          </p:cNvSpPr>
          <p:nvPr/>
        </p:nvSpPr>
        <p:spPr>
          <a:xfrm>
            <a:off x="2689930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2" name="data_1041">
            <a:extLst>
              <a:ext uri="{FF2B5EF4-FFF2-40B4-BE49-F238E27FC236}">
                <a16:creationId xmlns:a16="http://schemas.microsoft.com/office/drawing/2014/main" id="{51F77AFD-ED4F-496A-835E-497DDFCF43C8}"/>
              </a:ext>
            </a:extLst>
          </p:cNvPr>
          <p:cNvSpPr>
            <a:spLocks/>
          </p:cNvSpPr>
          <p:nvPr/>
        </p:nvSpPr>
        <p:spPr>
          <a:xfrm>
            <a:off x="2673249" y="22802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3" name="data_1042">
            <a:extLst>
              <a:ext uri="{FF2B5EF4-FFF2-40B4-BE49-F238E27FC236}">
                <a16:creationId xmlns:a16="http://schemas.microsoft.com/office/drawing/2014/main" id="{3FA130CF-F78E-4E00-A72E-049F007DB93A}"/>
              </a:ext>
            </a:extLst>
          </p:cNvPr>
          <p:cNvSpPr>
            <a:spLocks/>
          </p:cNvSpPr>
          <p:nvPr/>
        </p:nvSpPr>
        <p:spPr>
          <a:xfrm>
            <a:off x="256534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4" name="data_1043">
            <a:extLst>
              <a:ext uri="{FF2B5EF4-FFF2-40B4-BE49-F238E27FC236}">
                <a16:creationId xmlns:a16="http://schemas.microsoft.com/office/drawing/2014/main" id="{CBB5D98E-D450-4876-B887-C5211524B495}"/>
              </a:ext>
            </a:extLst>
          </p:cNvPr>
          <p:cNvSpPr>
            <a:spLocks/>
          </p:cNvSpPr>
          <p:nvPr/>
        </p:nvSpPr>
        <p:spPr>
          <a:xfrm>
            <a:off x="2670722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5" name="data_1044">
            <a:extLst>
              <a:ext uri="{FF2B5EF4-FFF2-40B4-BE49-F238E27FC236}">
                <a16:creationId xmlns:a16="http://schemas.microsoft.com/office/drawing/2014/main" id="{AA892D23-621E-4A0B-AA4E-3679400FC6D7}"/>
              </a:ext>
            </a:extLst>
          </p:cNvPr>
          <p:cNvSpPr>
            <a:spLocks/>
          </p:cNvSpPr>
          <p:nvPr/>
        </p:nvSpPr>
        <p:spPr>
          <a:xfrm>
            <a:off x="2672314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6" name="data_1045">
            <a:extLst>
              <a:ext uri="{FF2B5EF4-FFF2-40B4-BE49-F238E27FC236}">
                <a16:creationId xmlns:a16="http://schemas.microsoft.com/office/drawing/2014/main" id="{0B558439-DA22-4007-97FF-B76865570738}"/>
              </a:ext>
            </a:extLst>
          </p:cNvPr>
          <p:cNvSpPr>
            <a:spLocks/>
          </p:cNvSpPr>
          <p:nvPr/>
        </p:nvSpPr>
        <p:spPr>
          <a:xfrm>
            <a:off x="2619422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7" name="data_1046">
            <a:extLst>
              <a:ext uri="{FF2B5EF4-FFF2-40B4-BE49-F238E27FC236}">
                <a16:creationId xmlns:a16="http://schemas.microsoft.com/office/drawing/2014/main" id="{B620D3EF-B797-4327-8FF6-8FEFA1944660}"/>
              </a:ext>
            </a:extLst>
          </p:cNvPr>
          <p:cNvSpPr>
            <a:spLocks/>
          </p:cNvSpPr>
          <p:nvPr/>
        </p:nvSpPr>
        <p:spPr>
          <a:xfrm>
            <a:off x="2628412" y="24503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8" name="data_1047">
            <a:extLst>
              <a:ext uri="{FF2B5EF4-FFF2-40B4-BE49-F238E27FC236}">
                <a16:creationId xmlns:a16="http://schemas.microsoft.com/office/drawing/2014/main" id="{AB2F30CD-54A1-4BB8-979D-901640B31239}"/>
              </a:ext>
            </a:extLst>
          </p:cNvPr>
          <p:cNvSpPr>
            <a:spLocks/>
          </p:cNvSpPr>
          <p:nvPr/>
        </p:nvSpPr>
        <p:spPr>
          <a:xfrm>
            <a:off x="261516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9" name="data_1048">
            <a:extLst>
              <a:ext uri="{FF2B5EF4-FFF2-40B4-BE49-F238E27FC236}">
                <a16:creationId xmlns:a16="http://schemas.microsoft.com/office/drawing/2014/main" id="{5DF091D1-5174-42D3-8A56-05CABDA9D5BB}"/>
              </a:ext>
            </a:extLst>
          </p:cNvPr>
          <p:cNvSpPr>
            <a:spLocks/>
          </p:cNvSpPr>
          <p:nvPr/>
        </p:nvSpPr>
        <p:spPr>
          <a:xfrm>
            <a:off x="2571185" y="31416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0" name="data_1049">
            <a:extLst>
              <a:ext uri="{FF2B5EF4-FFF2-40B4-BE49-F238E27FC236}">
                <a16:creationId xmlns:a16="http://schemas.microsoft.com/office/drawing/2014/main" id="{0422ACDB-69F5-45AF-9FC1-0E5BFBD16057}"/>
              </a:ext>
            </a:extLst>
          </p:cNvPr>
          <p:cNvSpPr>
            <a:spLocks/>
          </p:cNvSpPr>
          <p:nvPr/>
        </p:nvSpPr>
        <p:spPr>
          <a:xfrm>
            <a:off x="2683521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1" name="data_1050">
            <a:extLst>
              <a:ext uri="{FF2B5EF4-FFF2-40B4-BE49-F238E27FC236}">
                <a16:creationId xmlns:a16="http://schemas.microsoft.com/office/drawing/2014/main" id="{54D7AB19-4CBC-4CB9-9F59-415BBB7F4FA7}"/>
              </a:ext>
            </a:extLst>
          </p:cNvPr>
          <p:cNvSpPr>
            <a:spLocks/>
          </p:cNvSpPr>
          <p:nvPr/>
        </p:nvSpPr>
        <p:spPr>
          <a:xfrm>
            <a:off x="257922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2" name="data_1051">
            <a:extLst>
              <a:ext uri="{FF2B5EF4-FFF2-40B4-BE49-F238E27FC236}">
                <a16:creationId xmlns:a16="http://schemas.microsoft.com/office/drawing/2014/main" id="{A1FB5008-7B9F-4D63-9842-4A82DDD416DF}"/>
              </a:ext>
            </a:extLst>
          </p:cNvPr>
          <p:cNvSpPr>
            <a:spLocks/>
          </p:cNvSpPr>
          <p:nvPr/>
        </p:nvSpPr>
        <p:spPr>
          <a:xfrm>
            <a:off x="261679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3" name="data_1052">
            <a:extLst>
              <a:ext uri="{FF2B5EF4-FFF2-40B4-BE49-F238E27FC236}">
                <a16:creationId xmlns:a16="http://schemas.microsoft.com/office/drawing/2014/main" id="{B9B43801-596B-4935-AB0C-80B86DB20A41}"/>
              </a:ext>
            </a:extLst>
          </p:cNvPr>
          <p:cNvSpPr>
            <a:spLocks/>
          </p:cNvSpPr>
          <p:nvPr/>
        </p:nvSpPr>
        <p:spPr>
          <a:xfrm>
            <a:off x="2664523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4" name="data_1053">
            <a:extLst>
              <a:ext uri="{FF2B5EF4-FFF2-40B4-BE49-F238E27FC236}">
                <a16:creationId xmlns:a16="http://schemas.microsoft.com/office/drawing/2014/main" id="{ACF64DB4-1993-4D19-9D0D-CB364B40DF00}"/>
              </a:ext>
            </a:extLst>
          </p:cNvPr>
          <p:cNvSpPr>
            <a:spLocks/>
          </p:cNvSpPr>
          <p:nvPr/>
        </p:nvSpPr>
        <p:spPr>
          <a:xfrm>
            <a:off x="259828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5" name="data_1054">
            <a:extLst>
              <a:ext uri="{FF2B5EF4-FFF2-40B4-BE49-F238E27FC236}">
                <a16:creationId xmlns:a16="http://schemas.microsoft.com/office/drawing/2014/main" id="{70851FD2-8116-489C-9FA9-1E0229E04E1C}"/>
              </a:ext>
            </a:extLst>
          </p:cNvPr>
          <p:cNvSpPr>
            <a:spLocks/>
          </p:cNvSpPr>
          <p:nvPr/>
        </p:nvSpPr>
        <p:spPr>
          <a:xfrm>
            <a:off x="2686833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6" name="data_1055">
            <a:extLst>
              <a:ext uri="{FF2B5EF4-FFF2-40B4-BE49-F238E27FC236}">
                <a16:creationId xmlns:a16="http://schemas.microsoft.com/office/drawing/2014/main" id="{3011E4F6-807C-4FE1-BF37-46E636D54060}"/>
              </a:ext>
            </a:extLst>
          </p:cNvPr>
          <p:cNvSpPr>
            <a:spLocks/>
          </p:cNvSpPr>
          <p:nvPr/>
        </p:nvSpPr>
        <p:spPr>
          <a:xfrm>
            <a:off x="2594480" y="336073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7" name="data_1056">
            <a:extLst>
              <a:ext uri="{FF2B5EF4-FFF2-40B4-BE49-F238E27FC236}">
                <a16:creationId xmlns:a16="http://schemas.microsoft.com/office/drawing/2014/main" id="{79FCAE2D-ED8F-437A-AE88-38130FCF4A59}"/>
              </a:ext>
            </a:extLst>
          </p:cNvPr>
          <p:cNvSpPr>
            <a:spLocks/>
          </p:cNvSpPr>
          <p:nvPr/>
        </p:nvSpPr>
        <p:spPr>
          <a:xfrm>
            <a:off x="2579205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8" name="data_1057">
            <a:extLst>
              <a:ext uri="{FF2B5EF4-FFF2-40B4-BE49-F238E27FC236}">
                <a16:creationId xmlns:a16="http://schemas.microsoft.com/office/drawing/2014/main" id="{8087F7E8-6C96-4AF8-A2E5-CC0A4F7AF275}"/>
              </a:ext>
            </a:extLst>
          </p:cNvPr>
          <p:cNvSpPr>
            <a:spLocks/>
          </p:cNvSpPr>
          <p:nvPr/>
        </p:nvSpPr>
        <p:spPr>
          <a:xfrm>
            <a:off x="261776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9" name="data_1058">
            <a:extLst>
              <a:ext uri="{FF2B5EF4-FFF2-40B4-BE49-F238E27FC236}">
                <a16:creationId xmlns:a16="http://schemas.microsoft.com/office/drawing/2014/main" id="{84192938-8FD8-4D37-B93E-482F0DDB9CBE}"/>
              </a:ext>
            </a:extLst>
          </p:cNvPr>
          <p:cNvSpPr>
            <a:spLocks/>
          </p:cNvSpPr>
          <p:nvPr/>
        </p:nvSpPr>
        <p:spPr>
          <a:xfrm>
            <a:off x="2570229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0" name="data_1059">
            <a:extLst>
              <a:ext uri="{FF2B5EF4-FFF2-40B4-BE49-F238E27FC236}">
                <a16:creationId xmlns:a16="http://schemas.microsoft.com/office/drawing/2014/main" id="{60F8A4C9-7725-4CC6-991E-37CE4E5A3DD9}"/>
              </a:ext>
            </a:extLst>
          </p:cNvPr>
          <p:cNvSpPr>
            <a:spLocks/>
          </p:cNvSpPr>
          <p:nvPr/>
        </p:nvSpPr>
        <p:spPr>
          <a:xfrm>
            <a:off x="2623331" y="27555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1" name="data_1060">
            <a:extLst>
              <a:ext uri="{FF2B5EF4-FFF2-40B4-BE49-F238E27FC236}">
                <a16:creationId xmlns:a16="http://schemas.microsoft.com/office/drawing/2014/main" id="{FDC9C86D-E9AC-4F7F-A991-F254DD6A7478}"/>
              </a:ext>
            </a:extLst>
          </p:cNvPr>
          <p:cNvSpPr>
            <a:spLocks/>
          </p:cNvSpPr>
          <p:nvPr/>
        </p:nvSpPr>
        <p:spPr>
          <a:xfrm>
            <a:off x="256880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2" name="data_1061">
            <a:extLst>
              <a:ext uri="{FF2B5EF4-FFF2-40B4-BE49-F238E27FC236}">
                <a16:creationId xmlns:a16="http://schemas.microsoft.com/office/drawing/2014/main" id="{B4A1C5C0-FEA0-4515-A8FE-D4944A3C0E04}"/>
              </a:ext>
            </a:extLst>
          </p:cNvPr>
          <p:cNvSpPr>
            <a:spLocks/>
          </p:cNvSpPr>
          <p:nvPr/>
        </p:nvSpPr>
        <p:spPr>
          <a:xfrm>
            <a:off x="2585638" y="19879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3" name="data_1062">
            <a:extLst>
              <a:ext uri="{FF2B5EF4-FFF2-40B4-BE49-F238E27FC236}">
                <a16:creationId xmlns:a16="http://schemas.microsoft.com/office/drawing/2014/main" id="{682081C9-B02D-46B7-9FE4-F8181C6F7BBB}"/>
              </a:ext>
            </a:extLst>
          </p:cNvPr>
          <p:cNvSpPr>
            <a:spLocks/>
          </p:cNvSpPr>
          <p:nvPr/>
        </p:nvSpPr>
        <p:spPr>
          <a:xfrm>
            <a:off x="2561555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4" name="data_1063">
            <a:extLst>
              <a:ext uri="{FF2B5EF4-FFF2-40B4-BE49-F238E27FC236}">
                <a16:creationId xmlns:a16="http://schemas.microsoft.com/office/drawing/2014/main" id="{D29446B5-8678-4F8E-ADBB-77DE70B7A078}"/>
              </a:ext>
            </a:extLst>
          </p:cNvPr>
          <p:cNvSpPr>
            <a:spLocks/>
          </p:cNvSpPr>
          <p:nvPr/>
        </p:nvSpPr>
        <p:spPr>
          <a:xfrm>
            <a:off x="2685965" y="34522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5" name="data_1064">
            <a:extLst>
              <a:ext uri="{FF2B5EF4-FFF2-40B4-BE49-F238E27FC236}">
                <a16:creationId xmlns:a16="http://schemas.microsoft.com/office/drawing/2014/main" id="{5B790F1E-540C-456B-942C-C08E445D14A7}"/>
              </a:ext>
            </a:extLst>
          </p:cNvPr>
          <p:cNvSpPr>
            <a:spLocks/>
          </p:cNvSpPr>
          <p:nvPr/>
        </p:nvSpPr>
        <p:spPr>
          <a:xfrm>
            <a:off x="2600165" y="24299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6" name="data_1065">
            <a:extLst>
              <a:ext uri="{FF2B5EF4-FFF2-40B4-BE49-F238E27FC236}">
                <a16:creationId xmlns:a16="http://schemas.microsoft.com/office/drawing/2014/main" id="{B7BCFACA-6850-4B9D-B938-47158BC0E87F}"/>
              </a:ext>
            </a:extLst>
          </p:cNvPr>
          <p:cNvSpPr>
            <a:spLocks/>
          </p:cNvSpPr>
          <p:nvPr/>
        </p:nvSpPr>
        <p:spPr>
          <a:xfrm>
            <a:off x="2558560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7" name="data_1066">
            <a:extLst>
              <a:ext uri="{FF2B5EF4-FFF2-40B4-BE49-F238E27FC236}">
                <a16:creationId xmlns:a16="http://schemas.microsoft.com/office/drawing/2014/main" id="{06C59341-BFA7-4CD6-B747-2CF096608C4E}"/>
              </a:ext>
            </a:extLst>
          </p:cNvPr>
          <p:cNvSpPr>
            <a:spLocks/>
          </p:cNvSpPr>
          <p:nvPr/>
        </p:nvSpPr>
        <p:spPr>
          <a:xfrm>
            <a:off x="2616672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8" name="data_1067">
            <a:extLst>
              <a:ext uri="{FF2B5EF4-FFF2-40B4-BE49-F238E27FC236}">
                <a16:creationId xmlns:a16="http://schemas.microsoft.com/office/drawing/2014/main" id="{0F589B66-10C7-439D-990F-4017BFFAA931}"/>
              </a:ext>
            </a:extLst>
          </p:cNvPr>
          <p:cNvSpPr>
            <a:spLocks/>
          </p:cNvSpPr>
          <p:nvPr/>
        </p:nvSpPr>
        <p:spPr>
          <a:xfrm>
            <a:off x="2596639" y="30100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9" name="data_1068">
            <a:extLst>
              <a:ext uri="{FF2B5EF4-FFF2-40B4-BE49-F238E27FC236}">
                <a16:creationId xmlns:a16="http://schemas.microsoft.com/office/drawing/2014/main" id="{3FF41DCA-5C4F-46D3-9875-5AD9C3E114E9}"/>
              </a:ext>
            </a:extLst>
          </p:cNvPr>
          <p:cNvSpPr>
            <a:spLocks/>
          </p:cNvSpPr>
          <p:nvPr/>
        </p:nvSpPr>
        <p:spPr>
          <a:xfrm>
            <a:off x="259028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0" name="data_1069">
            <a:extLst>
              <a:ext uri="{FF2B5EF4-FFF2-40B4-BE49-F238E27FC236}">
                <a16:creationId xmlns:a16="http://schemas.microsoft.com/office/drawing/2014/main" id="{303A1D95-F0CF-46F6-893E-6660B1725F65}"/>
              </a:ext>
            </a:extLst>
          </p:cNvPr>
          <p:cNvSpPr>
            <a:spLocks/>
          </p:cNvSpPr>
          <p:nvPr/>
        </p:nvSpPr>
        <p:spPr>
          <a:xfrm>
            <a:off x="2644074" y="29136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1" name="data_1070">
            <a:extLst>
              <a:ext uri="{FF2B5EF4-FFF2-40B4-BE49-F238E27FC236}">
                <a16:creationId xmlns:a16="http://schemas.microsoft.com/office/drawing/2014/main" id="{CB2C863B-A5CC-4A74-B847-BDAB154D0D45}"/>
              </a:ext>
            </a:extLst>
          </p:cNvPr>
          <p:cNvSpPr>
            <a:spLocks/>
          </p:cNvSpPr>
          <p:nvPr/>
        </p:nvSpPr>
        <p:spPr>
          <a:xfrm>
            <a:off x="2580061" y="29309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2" name="data_1071">
            <a:extLst>
              <a:ext uri="{FF2B5EF4-FFF2-40B4-BE49-F238E27FC236}">
                <a16:creationId xmlns:a16="http://schemas.microsoft.com/office/drawing/2014/main" id="{2A7F52C7-A911-4E18-8C8E-1915FF3E3DE4}"/>
              </a:ext>
            </a:extLst>
          </p:cNvPr>
          <p:cNvSpPr>
            <a:spLocks/>
          </p:cNvSpPr>
          <p:nvPr/>
        </p:nvSpPr>
        <p:spPr>
          <a:xfrm>
            <a:off x="2642150" y="24776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3" name="data_1072">
            <a:extLst>
              <a:ext uri="{FF2B5EF4-FFF2-40B4-BE49-F238E27FC236}">
                <a16:creationId xmlns:a16="http://schemas.microsoft.com/office/drawing/2014/main" id="{234CEE35-7B89-4F52-8C6F-8440C92FED2A}"/>
              </a:ext>
            </a:extLst>
          </p:cNvPr>
          <p:cNvSpPr>
            <a:spLocks/>
          </p:cNvSpPr>
          <p:nvPr/>
        </p:nvSpPr>
        <p:spPr>
          <a:xfrm>
            <a:off x="2560590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4" name="data_1073">
            <a:extLst>
              <a:ext uri="{FF2B5EF4-FFF2-40B4-BE49-F238E27FC236}">
                <a16:creationId xmlns:a16="http://schemas.microsoft.com/office/drawing/2014/main" id="{785B2B62-1982-4D0A-B4E5-6B844075B6B2}"/>
              </a:ext>
            </a:extLst>
          </p:cNvPr>
          <p:cNvSpPr>
            <a:spLocks/>
          </p:cNvSpPr>
          <p:nvPr/>
        </p:nvSpPr>
        <p:spPr>
          <a:xfrm>
            <a:off x="2664476" y="17302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5" name="data_1074">
            <a:extLst>
              <a:ext uri="{FF2B5EF4-FFF2-40B4-BE49-F238E27FC236}">
                <a16:creationId xmlns:a16="http://schemas.microsoft.com/office/drawing/2014/main" id="{D9E3CB59-D376-45D2-A4C7-72B291984086}"/>
              </a:ext>
            </a:extLst>
          </p:cNvPr>
          <p:cNvSpPr>
            <a:spLocks/>
          </p:cNvSpPr>
          <p:nvPr/>
        </p:nvSpPr>
        <p:spPr>
          <a:xfrm>
            <a:off x="262710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6" name="data_1075">
            <a:extLst>
              <a:ext uri="{FF2B5EF4-FFF2-40B4-BE49-F238E27FC236}">
                <a16:creationId xmlns:a16="http://schemas.microsoft.com/office/drawing/2014/main" id="{E16ADB48-427B-444A-8C68-B1D317F75455}"/>
              </a:ext>
            </a:extLst>
          </p:cNvPr>
          <p:cNvSpPr>
            <a:spLocks/>
          </p:cNvSpPr>
          <p:nvPr/>
        </p:nvSpPr>
        <p:spPr>
          <a:xfrm>
            <a:off x="2650897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7" name="data_1076">
            <a:extLst>
              <a:ext uri="{FF2B5EF4-FFF2-40B4-BE49-F238E27FC236}">
                <a16:creationId xmlns:a16="http://schemas.microsoft.com/office/drawing/2014/main" id="{C152F747-3ED3-499E-901A-71999616BC24}"/>
              </a:ext>
            </a:extLst>
          </p:cNvPr>
          <p:cNvSpPr>
            <a:spLocks/>
          </p:cNvSpPr>
          <p:nvPr/>
        </p:nvSpPr>
        <p:spPr>
          <a:xfrm>
            <a:off x="2664683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8" name="data_1077">
            <a:extLst>
              <a:ext uri="{FF2B5EF4-FFF2-40B4-BE49-F238E27FC236}">
                <a16:creationId xmlns:a16="http://schemas.microsoft.com/office/drawing/2014/main" id="{09FD559B-9D6C-461D-9AB4-7BDB26443117}"/>
              </a:ext>
            </a:extLst>
          </p:cNvPr>
          <p:cNvSpPr>
            <a:spLocks/>
          </p:cNvSpPr>
          <p:nvPr/>
        </p:nvSpPr>
        <p:spPr>
          <a:xfrm>
            <a:off x="2667633" y="3019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9" name="data_1078">
            <a:extLst>
              <a:ext uri="{FF2B5EF4-FFF2-40B4-BE49-F238E27FC236}">
                <a16:creationId xmlns:a16="http://schemas.microsoft.com/office/drawing/2014/main" id="{D9221400-6CAB-4D97-B204-22BFF60D544E}"/>
              </a:ext>
            </a:extLst>
          </p:cNvPr>
          <p:cNvSpPr>
            <a:spLocks/>
          </p:cNvSpPr>
          <p:nvPr/>
        </p:nvSpPr>
        <p:spPr>
          <a:xfrm>
            <a:off x="2596834" y="21484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0" name="data_1079">
            <a:extLst>
              <a:ext uri="{FF2B5EF4-FFF2-40B4-BE49-F238E27FC236}">
                <a16:creationId xmlns:a16="http://schemas.microsoft.com/office/drawing/2014/main" id="{4817D84D-88B5-4CEB-B3AC-CDEA22488772}"/>
              </a:ext>
            </a:extLst>
          </p:cNvPr>
          <p:cNvSpPr>
            <a:spLocks/>
          </p:cNvSpPr>
          <p:nvPr/>
        </p:nvSpPr>
        <p:spPr>
          <a:xfrm>
            <a:off x="2566380" y="31351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1" name="data_1080">
            <a:extLst>
              <a:ext uri="{FF2B5EF4-FFF2-40B4-BE49-F238E27FC236}">
                <a16:creationId xmlns:a16="http://schemas.microsoft.com/office/drawing/2014/main" id="{190B47E9-EE09-4AFB-9282-B487DE6051F9}"/>
              </a:ext>
            </a:extLst>
          </p:cNvPr>
          <p:cNvSpPr>
            <a:spLocks/>
          </p:cNvSpPr>
          <p:nvPr/>
        </p:nvSpPr>
        <p:spPr>
          <a:xfrm>
            <a:off x="2590513" y="23584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2" name="data_1081">
            <a:extLst>
              <a:ext uri="{FF2B5EF4-FFF2-40B4-BE49-F238E27FC236}">
                <a16:creationId xmlns:a16="http://schemas.microsoft.com/office/drawing/2014/main" id="{4A5DCA36-91B7-4A9B-AA23-62566EF96D1A}"/>
              </a:ext>
            </a:extLst>
          </p:cNvPr>
          <p:cNvSpPr>
            <a:spLocks/>
          </p:cNvSpPr>
          <p:nvPr/>
        </p:nvSpPr>
        <p:spPr>
          <a:xfrm>
            <a:off x="263276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3" name="data_1082">
            <a:extLst>
              <a:ext uri="{FF2B5EF4-FFF2-40B4-BE49-F238E27FC236}">
                <a16:creationId xmlns:a16="http://schemas.microsoft.com/office/drawing/2014/main" id="{04612ADD-EBD0-4FDA-B2DB-0A62F625867D}"/>
              </a:ext>
            </a:extLst>
          </p:cNvPr>
          <p:cNvSpPr>
            <a:spLocks/>
          </p:cNvSpPr>
          <p:nvPr/>
        </p:nvSpPr>
        <p:spPr>
          <a:xfrm>
            <a:off x="2639962" y="25773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4" name="data_1083">
            <a:extLst>
              <a:ext uri="{FF2B5EF4-FFF2-40B4-BE49-F238E27FC236}">
                <a16:creationId xmlns:a16="http://schemas.microsoft.com/office/drawing/2014/main" id="{F7CAD622-5273-44B7-99DB-5A44945ABEEE}"/>
              </a:ext>
            </a:extLst>
          </p:cNvPr>
          <p:cNvSpPr>
            <a:spLocks/>
          </p:cNvSpPr>
          <p:nvPr/>
        </p:nvSpPr>
        <p:spPr>
          <a:xfrm>
            <a:off x="258060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5" name="data_1084">
            <a:extLst>
              <a:ext uri="{FF2B5EF4-FFF2-40B4-BE49-F238E27FC236}">
                <a16:creationId xmlns:a16="http://schemas.microsoft.com/office/drawing/2014/main" id="{F1D0D282-E99C-4776-B94A-3ECBA84F6084}"/>
              </a:ext>
            </a:extLst>
          </p:cNvPr>
          <p:cNvSpPr>
            <a:spLocks/>
          </p:cNvSpPr>
          <p:nvPr/>
        </p:nvSpPr>
        <p:spPr>
          <a:xfrm>
            <a:off x="2631401" y="30488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6" name="data_1085">
            <a:extLst>
              <a:ext uri="{FF2B5EF4-FFF2-40B4-BE49-F238E27FC236}">
                <a16:creationId xmlns:a16="http://schemas.microsoft.com/office/drawing/2014/main" id="{5976C71C-749D-4FEC-88C4-AF3FE3BEFEB5}"/>
              </a:ext>
            </a:extLst>
          </p:cNvPr>
          <p:cNvSpPr>
            <a:spLocks/>
          </p:cNvSpPr>
          <p:nvPr/>
        </p:nvSpPr>
        <p:spPr>
          <a:xfrm>
            <a:off x="2636772" y="24299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7" name="data_1086">
            <a:extLst>
              <a:ext uri="{FF2B5EF4-FFF2-40B4-BE49-F238E27FC236}">
                <a16:creationId xmlns:a16="http://schemas.microsoft.com/office/drawing/2014/main" id="{9977B4A5-4CDC-4CE9-856B-EFD0A817F687}"/>
              </a:ext>
            </a:extLst>
          </p:cNvPr>
          <p:cNvSpPr>
            <a:spLocks/>
          </p:cNvSpPr>
          <p:nvPr/>
        </p:nvSpPr>
        <p:spPr>
          <a:xfrm>
            <a:off x="2603784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8" name="data_1087">
            <a:extLst>
              <a:ext uri="{FF2B5EF4-FFF2-40B4-BE49-F238E27FC236}">
                <a16:creationId xmlns:a16="http://schemas.microsoft.com/office/drawing/2014/main" id="{0731FD68-032C-4021-98DE-D9A98E79BB1B}"/>
              </a:ext>
            </a:extLst>
          </p:cNvPr>
          <p:cNvSpPr>
            <a:spLocks/>
          </p:cNvSpPr>
          <p:nvPr/>
        </p:nvSpPr>
        <p:spPr>
          <a:xfrm>
            <a:off x="2654114" y="22826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9" name="data_1088">
            <a:extLst>
              <a:ext uri="{FF2B5EF4-FFF2-40B4-BE49-F238E27FC236}">
                <a16:creationId xmlns:a16="http://schemas.microsoft.com/office/drawing/2014/main" id="{4018BBD7-B9C1-4793-94CA-3BDD93D71D1A}"/>
              </a:ext>
            </a:extLst>
          </p:cNvPr>
          <p:cNvSpPr>
            <a:spLocks/>
          </p:cNvSpPr>
          <p:nvPr/>
        </p:nvSpPr>
        <p:spPr>
          <a:xfrm>
            <a:off x="2631005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0" name="data_1089">
            <a:extLst>
              <a:ext uri="{FF2B5EF4-FFF2-40B4-BE49-F238E27FC236}">
                <a16:creationId xmlns:a16="http://schemas.microsoft.com/office/drawing/2014/main" id="{0A00EB8A-ACEA-4D3D-99B5-5B742F8FB8A2}"/>
              </a:ext>
            </a:extLst>
          </p:cNvPr>
          <p:cNvSpPr>
            <a:spLocks/>
          </p:cNvSpPr>
          <p:nvPr/>
        </p:nvSpPr>
        <p:spPr>
          <a:xfrm>
            <a:off x="257449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1" name="data_1090">
            <a:extLst>
              <a:ext uri="{FF2B5EF4-FFF2-40B4-BE49-F238E27FC236}">
                <a16:creationId xmlns:a16="http://schemas.microsoft.com/office/drawing/2014/main" id="{216D9522-DE00-4622-A197-579E4D2C6EDD}"/>
              </a:ext>
            </a:extLst>
          </p:cNvPr>
          <p:cNvSpPr>
            <a:spLocks/>
          </p:cNvSpPr>
          <p:nvPr/>
        </p:nvSpPr>
        <p:spPr>
          <a:xfrm>
            <a:off x="2662238" y="273521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2" name="data_1091">
            <a:extLst>
              <a:ext uri="{FF2B5EF4-FFF2-40B4-BE49-F238E27FC236}">
                <a16:creationId xmlns:a16="http://schemas.microsoft.com/office/drawing/2014/main" id="{88D03F69-0E32-4498-8A59-63F345128190}"/>
              </a:ext>
            </a:extLst>
          </p:cNvPr>
          <p:cNvSpPr>
            <a:spLocks/>
          </p:cNvSpPr>
          <p:nvPr/>
        </p:nvSpPr>
        <p:spPr>
          <a:xfrm>
            <a:off x="2652889" y="24583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3" name="data_1092">
            <a:extLst>
              <a:ext uri="{FF2B5EF4-FFF2-40B4-BE49-F238E27FC236}">
                <a16:creationId xmlns:a16="http://schemas.microsoft.com/office/drawing/2014/main" id="{708CB75D-9747-439F-9B37-E4A4ACF936AD}"/>
              </a:ext>
            </a:extLst>
          </p:cNvPr>
          <p:cNvSpPr>
            <a:spLocks/>
          </p:cNvSpPr>
          <p:nvPr/>
        </p:nvSpPr>
        <p:spPr>
          <a:xfrm>
            <a:off x="2689707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4" name="data_1093">
            <a:extLst>
              <a:ext uri="{FF2B5EF4-FFF2-40B4-BE49-F238E27FC236}">
                <a16:creationId xmlns:a16="http://schemas.microsoft.com/office/drawing/2014/main" id="{D49CBB9A-3FA4-47B2-AE91-8FCC62F2719B}"/>
              </a:ext>
            </a:extLst>
          </p:cNvPr>
          <p:cNvSpPr>
            <a:spLocks/>
          </p:cNvSpPr>
          <p:nvPr/>
        </p:nvSpPr>
        <p:spPr>
          <a:xfrm>
            <a:off x="2629502" y="223344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5" name="data_1094">
            <a:extLst>
              <a:ext uri="{FF2B5EF4-FFF2-40B4-BE49-F238E27FC236}">
                <a16:creationId xmlns:a16="http://schemas.microsoft.com/office/drawing/2014/main" id="{B849BEA7-E2BB-4932-89F2-FDD0C73CD570}"/>
              </a:ext>
            </a:extLst>
          </p:cNvPr>
          <p:cNvSpPr>
            <a:spLocks/>
          </p:cNvSpPr>
          <p:nvPr/>
        </p:nvSpPr>
        <p:spPr>
          <a:xfrm>
            <a:off x="2680461" y="240050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6" name="data_1095">
            <a:extLst>
              <a:ext uri="{FF2B5EF4-FFF2-40B4-BE49-F238E27FC236}">
                <a16:creationId xmlns:a16="http://schemas.microsoft.com/office/drawing/2014/main" id="{67EB1A03-3DDC-40D0-A7BF-452E79C5B146}"/>
              </a:ext>
            </a:extLst>
          </p:cNvPr>
          <p:cNvSpPr>
            <a:spLocks/>
          </p:cNvSpPr>
          <p:nvPr/>
        </p:nvSpPr>
        <p:spPr>
          <a:xfrm>
            <a:off x="2621319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7" name="data_1096">
            <a:extLst>
              <a:ext uri="{FF2B5EF4-FFF2-40B4-BE49-F238E27FC236}">
                <a16:creationId xmlns:a16="http://schemas.microsoft.com/office/drawing/2014/main" id="{1A3F656C-1DF8-4AC8-918E-438AA0D938C5}"/>
              </a:ext>
            </a:extLst>
          </p:cNvPr>
          <p:cNvSpPr>
            <a:spLocks/>
          </p:cNvSpPr>
          <p:nvPr/>
        </p:nvSpPr>
        <p:spPr>
          <a:xfrm>
            <a:off x="2638570" y="30846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8" name="data_1097">
            <a:extLst>
              <a:ext uri="{FF2B5EF4-FFF2-40B4-BE49-F238E27FC236}">
                <a16:creationId xmlns:a16="http://schemas.microsoft.com/office/drawing/2014/main" id="{F136B166-892F-4515-84B4-DCC4E194AC36}"/>
              </a:ext>
            </a:extLst>
          </p:cNvPr>
          <p:cNvSpPr>
            <a:spLocks/>
          </p:cNvSpPr>
          <p:nvPr/>
        </p:nvSpPr>
        <p:spPr>
          <a:xfrm>
            <a:off x="2574008" y="287204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9" name="data_1098">
            <a:extLst>
              <a:ext uri="{FF2B5EF4-FFF2-40B4-BE49-F238E27FC236}">
                <a16:creationId xmlns:a16="http://schemas.microsoft.com/office/drawing/2014/main" id="{5CDAF144-3959-4CB9-86B2-74D530C59898}"/>
              </a:ext>
            </a:extLst>
          </p:cNvPr>
          <p:cNvSpPr>
            <a:spLocks/>
          </p:cNvSpPr>
          <p:nvPr/>
        </p:nvSpPr>
        <p:spPr>
          <a:xfrm>
            <a:off x="267617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0" name="data_1099">
            <a:extLst>
              <a:ext uri="{FF2B5EF4-FFF2-40B4-BE49-F238E27FC236}">
                <a16:creationId xmlns:a16="http://schemas.microsoft.com/office/drawing/2014/main" id="{CBCF678C-B839-4FFD-87F9-DBFA0EFF0D71}"/>
              </a:ext>
            </a:extLst>
          </p:cNvPr>
          <p:cNvSpPr>
            <a:spLocks/>
          </p:cNvSpPr>
          <p:nvPr/>
        </p:nvSpPr>
        <p:spPr>
          <a:xfrm>
            <a:off x="2608066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1" name="data_1100">
            <a:extLst>
              <a:ext uri="{FF2B5EF4-FFF2-40B4-BE49-F238E27FC236}">
                <a16:creationId xmlns:a16="http://schemas.microsoft.com/office/drawing/2014/main" id="{B511DFBC-8E9C-450C-9CBC-2049E0978E78}"/>
              </a:ext>
            </a:extLst>
          </p:cNvPr>
          <p:cNvSpPr>
            <a:spLocks/>
          </p:cNvSpPr>
          <p:nvPr/>
        </p:nvSpPr>
        <p:spPr>
          <a:xfrm>
            <a:off x="2660160" y="16931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2" name="data_1101">
            <a:extLst>
              <a:ext uri="{FF2B5EF4-FFF2-40B4-BE49-F238E27FC236}">
                <a16:creationId xmlns:a16="http://schemas.microsoft.com/office/drawing/2014/main" id="{5FA76BBD-C44E-42F4-ABE6-0377496D2621}"/>
              </a:ext>
            </a:extLst>
          </p:cNvPr>
          <p:cNvSpPr>
            <a:spLocks/>
          </p:cNvSpPr>
          <p:nvPr/>
        </p:nvSpPr>
        <p:spPr>
          <a:xfrm>
            <a:off x="2552870" y="301814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3" name="data_1102">
            <a:extLst>
              <a:ext uri="{FF2B5EF4-FFF2-40B4-BE49-F238E27FC236}">
                <a16:creationId xmlns:a16="http://schemas.microsoft.com/office/drawing/2014/main" id="{CED4281F-D981-44D5-91B6-52729F052553}"/>
              </a:ext>
            </a:extLst>
          </p:cNvPr>
          <p:cNvSpPr>
            <a:spLocks/>
          </p:cNvSpPr>
          <p:nvPr/>
        </p:nvSpPr>
        <p:spPr>
          <a:xfrm>
            <a:off x="2623588" y="346147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4" name="data_1103">
            <a:extLst>
              <a:ext uri="{FF2B5EF4-FFF2-40B4-BE49-F238E27FC236}">
                <a16:creationId xmlns:a16="http://schemas.microsoft.com/office/drawing/2014/main" id="{4AC1490E-24C4-4905-BA62-883DC6B5E283}"/>
              </a:ext>
            </a:extLst>
          </p:cNvPr>
          <p:cNvSpPr>
            <a:spLocks/>
          </p:cNvSpPr>
          <p:nvPr/>
        </p:nvSpPr>
        <p:spPr>
          <a:xfrm>
            <a:off x="2622669" y="32509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5" name="data_1104">
            <a:extLst>
              <a:ext uri="{FF2B5EF4-FFF2-40B4-BE49-F238E27FC236}">
                <a16:creationId xmlns:a16="http://schemas.microsoft.com/office/drawing/2014/main" id="{5A3EE294-3EE9-46B1-8F1B-552021EE039B}"/>
              </a:ext>
            </a:extLst>
          </p:cNvPr>
          <p:cNvSpPr>
            <a:spLocks/>
          </p:cNvSpPr>
          <p:nvPr/>
        </p:nvSpPr>
        <p:spPr>
          <a:xfrm>
            <a:off x="1007269" y="1604827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6" name="data_1105">
            <a:extLst>
              <a:ext uri="{FF2B5EF4-FFF2-40B4-BE49-F238E27FC236}">
                <a16:creationId xmlns:a16="http://schemas.microsoft.com/office/drawing/2014/main" id="{70485F0D-6F18-46C4-AA45-9DA9DE55DA62}"/>
              </a:ext>
            </a:extLst>
          </p:cNvPr>
          <p:cNvSpPr>
            <a:spLocks/>
          </p:cNvSpPr>
          <p:nvPr/>
        </p:nvSpPr>
        <p:spPr>
          <a:xfrm>
            <a:off x="1007269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7" name="text_1106">
            <a:extLst>
              <a:ext uri="{FF2B5EF4-FFF2-40B4-BE49-F238E27FC236}">
                <a16:creationId xmlns:a16="http://schemas.microsoft.com/office/drawing/2014/main" id="{A61892C8-8CB7-4E11-9503-D234611FACBE}"/>
              </a:ext>
            </a:extLst>
          </p:cNvPr>
          <p:cNvSpPr>
            <a:spLocks/>
          </p:cNvSpPr>
          <p:nvPr/>
        </p:nvSpPr>
        <p:spPr>
          <a:xfrm>
            <a:off x="528439" y="1291426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08" name="text_1107">
            <a:extLst>
              <a:ext uri="{FF2B5EF4-FFF2-40B4-BE49-F238E27FC236}">
                <a16:creationId xmlns:a16="http://schemas.microsoft.com/office/drawing/2014/main" id="{65F8EBEA-DD3C-4280-B538-400D88CFFE7E}"/>
              </a:ext>
            </a:extLst>
          </p:cNvPr>
          <p:cNvSpPr>
            <a:spLocks/>
          </p:cNvSpPr>
          <p:nvPr/>
        </p:nvSpPr>
        <p:spPr>
          <a:xfrm>
            <a:off x="1007269" y="1314000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109" name="data_1108">
            <a:extLst>
              <a:ext uri="{FF2B5EF4-FFF2-40B4-BE49-F238E27FC236}">
                <a16:creationId xmlns:a16="http://schemas.microsoft.com/office/drawing/2014/main" id="{61F95462-B062-4669-863F-A2711DBC72F8}"/>
              </a:ext>
            </a:extLst>
          </p:cNvPr>
          <p:cNvSpPr>
            <a:spLocks/>
          </p:cNvSpPr>
          <p:nvPr/>
        </p:nvSpPr>
        <p:spPr>
          <a:xfrm>
            <a:off x="1250939" y="2979805"/>
            <a:ext cx="191" cy="125080"/>
          </a:xfrm>
          <a:custGeom>
            <a:avLst/>
            <a:gdLst/>
            <a:ahLst/>
            <a:cxnLst/>
            <a:rect l="0" t="0" r="0" b="0"/>
            <a:pathLst>
              <a:path w="191" h="125080">
                <a:moveTo>
                  <a:pt x="0" y="125080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0" name="data_1109">
            <a:extLst>
              <a:ext uri="{FF2B5EF4-FFF2-40B4-BE49-F238E27FC236}">
                <a16:creationId xmlns:a16="http://schemas.microsoft.com/office/drawing/2014/main" id="{95D592B3-B726-4EB3-A062-893E10C5D3A1}"/>
              </a:ext>
            </a:extLst>
          </p:cNvPr>
          <p:cNvSpPr>
            <a:spLocks/>
          </p:cNvSpPr>
          <p:nvPr/>
        </p:nvSpPr>
        <p:spPr>
          <a:xfrm>
            <a:off x="1208765" y="3104885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1" name="data_1110">
            <a:extLst>
              <a:ext uri="{FF2B5EF4-FFF2-40B4-BE49-F238E27FC236}">
                <a16:creationId xmlns:a16="http://schemas.microsoft.com/office/drawing/2014/main" id="{815972D4-8152-41D6-8CDC-68FEC063268C}"/>
              </a:ext>
            </a:extLst>
          </p:cNvPr>
          <p:cNvSpPr>
            <a:spLocks/>
          </p:cNvSpPr>
          <p:nvPr/>
        </p:nvSpPr>
        <p:spPr>
          <a:xfrm>
            <a:off x="1208765" y="2979805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2" name="data_1111">
            <a:extLst>
              <a:ext uri="{FF2B5EF4-FFF2-40B4-BE49-F238E27FC236}">
                <a16:creationId xmlns:a16="http://schemas.microsoft.com/office/drawing/2014/main" id="{E68DC51C-C438-40DD-8C93-02E32A13CB90}"/>
              </a:ext>
            </a:extLst>
          </p:cNvPr>
          <p:cNvSpPr>
            <a:spLocks/>
          </p:cNvSpPr>
          <p:nvPr/>
        </p:nvSpPr>
        <p:spPr>
          <a:xfrm>
            <a:off x="1475865" y="2563771"/>
            <a:ext cx="191" cy="146415"/>
          </a:xfrm>
          <a:custGeom>
            <a:avLst/>
            <a:gdLst/>
            <a:ahLst/>
            <a:cxnLst/>
            <a:rect l="0" t="0" r="0" b="0"/>
            <a:pathLst>
              <a:path w="191" h="146415">
                <a:moveTo>
                  <a:pt x="0" y="146415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13" name="data_1112">
            <a:extLst>
              <a:ext uri="{FF2B5EF4-FFF2-40B4-BE49-F238E27FC236}">
                <a16:creationId xmlns:a16="http://schemas.microsoft.com/office/drawing/2014/main" id="{297C946E-9084-4846-B663-DDA32FF62CF7}"/>
              </a:ext>
            </a:extLst>
          </p:cNvPr>
          <p:cNvSpPr>
            <a:spLocks/>
          </p:cNvSpPr>
          <p:nvPr/>
        </p:nvSpPr>
        <p:spPr>
          <a:xfrm>
            <a:off x="1433691" y="271018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14" name="data_1113">
            <a:extLst>
              <a:ext uri="{FF2B5EF4-FFF2-40B4-BE49-F238E27FC236}">
                <a16:creationId xmlns:a16="http://schemas.microsoft.com/office/drawing/2014/main" id="{BA2D0AFF-371D-4DF1-BA4A-450D691D282F}"/>
              </a:ext>
            </a:extLst>
          </p:cNvPr>
          <p:cNvSpPr>
            <a:spLocks/>
          </p:cNvSpPr>
          <p:nvPr/>
        </p:nvSpPr>
        <p:spPr>
          <a:xfrm>
            <a:off x="1433691" y="256377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15" name="data_1114">
            <a:extLst>
              <a:ext uri="{FF2B5EF4-FFF2-40B4-BE49-F238E27FC236}">
                <a16:creationId xmlns:a16="http://schemas.microsoft.com/office/drawing/2014/main" id="{1D46F3DE-D13D-421A-A2EB-C0084DA34C85}"/>
              </a:ext>
            </a:extLst>
          </p:cNvPr>
          <p:cNvSpPr>
            <a:spLocks/>
          </p:cNvSpPr>
          <p:nvPr/>
        </p:nvSpPr>
        <p:spPr>
          <a:xfrm>
            <a:off x="1700791" y="2376701"/>
            <a:ext cx="191" cy="139227"/>
          </a:xfrm>
          <a:custGeom>
            <a:avLst/>
            <a:gdLst/>
            <a:ahLst/>
            <a:cxnLst/>
            <a:rect l="0" t="0" r="0" b="0"/>
            <a:pathLst>
              <a:path w="191" h="139227">
                <a:moveTo>
                  <a:pt x="0" y="13922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16" name="data_1115">
            <a:extLst>
              <a:ext uri="{FF2B5EF4-FFF2-40B4-BE49-F238E27FC236}">
                <a16:creationId xmlns:a16="http://schemas.microsoft.com/office/drawing/2014/main" id="{05895F24-A868-4622-A08C-799C6F237775}"/>
              </a:ext>
            </a:extLst>
          </p:cNvPr>
          <p:cNvSpPr>
            <a:spLocks/>
          </p:cNvSpPr>
          <p:nvPr/>
        </p:nvSpPr>
        <p:spPr>
          <a:xfrm>
            <a:off x="1658617" y="2515928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17" name="data_1116">
            <a:extLst>
              <a:ext uri="{FF2B5EF4-FFF2-40B4-BE49-F238E27FC236}">
                <a16:creationId xmlns:a16="http://schemas.microsoft.com/office/drawing/2014/main" id="{58D8BFE7-B9FC-40FE-AAB9-24CEBD7AADC0}"/>
              </a:ext>
            </a:extLst>
          </p:cNvPr>
          <p:cNvSpPr>
            <a:spLocks/>
          </p:cNvSpPr>
          <p:nvPr/>
        </p:nvSpPr>
        <p:spPr>
          <a:xfrm>
            <a:off x="1658617" y="237670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18" name="data_1117">
            <a:extLst>
              <a:ext uri="{FF2B5EF4-FFF2-40B4-BE49-F238E27FC236}">
                <a16:creationId xmlns:a16="http://schemas.microsoft.com/office/drawing/2014/main" id="{2D7C495B-6BC6-44F8-93C4-A1993BC3AE56}"/>
              </a:ext>
            </a:extLst>
          </p:cNvPr>
          <p:cNvSpPr>
            <a:spLocks/>
          </p:cNvSpPr>
          <p:nvPr/>
        </p:nvSpPr>
        <p:spPr>
          <a:xfrm>
            <a:off x="2188131" y="2915670"/>
            <a:ext cx="191" cy="171047"/>
          </a:xfrm>
          <a:custGeom>
            <a:avLst/>
            <a:gdLst/>
            <a:ahLst/>
            <a:cxnLst/>
            <a:rect l="0" t="0" r="0" b="0"/>
            <a:pathLst>
              <a:path w="191" h="171047">
                <a:moveTo>
                  <a:pt x="0" y="17104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19" name="data_1118">
            <a:extLst>
              <a:ext uri="{FF2B5EF4-FFF2-40B4-BE49-F238E27FC236}">
                <a16:creationId xmlns:a16="http://schemas.microsoft.com/office/drawing/2014/main" id="{E63AE754-C71E-40AC-9319-E88367E76ADC}"/>
              </a:ext>
            </a:extLst>
          </p:cNvPr>
          <p:cNvSpPr>
            <a:spLocks/>
          </p:cNvSpPr>
          <p:nvPr/>
        </p:nvSpPr>
        <p:spPr>
          <a:xfrm>
            <a:off x="2145957" y="308671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20" name="data_1119">
            <a:extLst>
              <a:ext uri="{FF2B5EF4-FFF2-40B4-BE49-F238E27FC236}">
                <a16:creationId xmlns:a16="http://schemas.microsoft.com/office/drawing/2014/main" id="{701C6D06-FC24-496F-80CD-2897FA407A67}"/>
              </a:ext>
            </a:extLst>
          </p:cNvPr>
          <p:cNvSpPr>
            <a:spLocks/>
          </p:cNvSpPr>
          <p:nvPr/>
        </p:nvSpPr>
        <p:spPr>
          <a:xfrm>
            <a:off x="2145957" y="2915670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1121" name="data_1120">
            <a:extLst>
              <a:ext uri="{FF2B5EF4-FFF2-40B4-BE49-F238E27FC236}">
                <a16:creationId xmlns:a16="http://schemas.microsoft.com/office/drawing/2014/main" id="{75AD9DA2-3F71-42B7-BC20-5FD667CC7178}"/>
              </a:ext>
            </a:extLst>
          </p:cNvPr>
          <p:cNvSpPr>
            <a:spLocks/>
          </p:cNvSpPr>
          <p:nvPr/>
        </p:nvSpPr>
        <p:spPr>
          <a:xfrm>
            <a:off x="2413057" y="2437641"/>
            <a:ext cx="191" cy="171562"/>
          </a:xfrm>
          <a:custGeom>
            <a:avLst/>
            <a:gdLst/>
            <a:ahLst/>
            <a:cxnLst/>
            <a:rect l="0" t="0" r="0" b="0"/>
            <a:pathLst>
              <a:path w="191" h="171562">
                <a:moveTo>
                  <a:pt x="0" y="17156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22" name="data_1121">
            <a:extLst>
              <a:ext uri="{FF2B5EF4-FFF2-40B4-BE49-F238E27FC236}">
                <a16:creationId xmlns:a16="http://schemas.microsoft.com/office/drawing/2014/main" id="{C5271065-4D51-44B9-BF49-C1D35F52A279}"/>
              </a:ext>
            </a:extLst>
          </p:cNvPr>
          <p:cNvSpPr>
            <a:spLocks/>
          </p:cNvSpPr>
          <p:nvPr/>
        </p:nvSpPr>
        <p:spPr>
          <a:xfrm>
            <a:off x="2370883" y="2609203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23" name="data_1122">
            <a:extLst>
              <a:ext uri="{FF2B5EF4-FFF2-40B4-BE49-F238E27FC236}">
                <a16:creationId xmlns:a16="http://schemas.microsoft.com/office/drawing/2014/main" id="{073E5A32-6BE9-4520-B319-8C715CB99B66}"/>
              </a:ext>
            </a:extLst>
          </p:cNvPr>
          <p:cNvSpPr>
            <a:spLocks/>
          </p:cNvSpPr>
          <p:nvPr/>
        </p:nvSpPr>
        <p:spPr>
          <a:xfrm>
            <a:off x="2370883" y="243764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1124" name="data_1123">
            <a:extLst>
              <a:ext uri="{FF2B5EF4-FFF2-40B4-BE49-F238E27FC236}">
                <a16:creationId xmlns:a16="http://schemas.microsoft.com/office/drawing/2014/main" id="{E60F70A1-E247-4919-B8FE-EF290CF3BA18}"/>
              </a:ext>
            </a:extLst>
          </p:cNvPr>
          <p:cNvSpPr>
            <a:spLocks/>
          </p:cNvSpPr>
          <p:nvPr/>
        </p:nvSpPr>
        <p:spPr>
          <a:xfrm>
            <a:off x="2637983" y="2223772"/>
            <a:ext cx="191" cy="167917"/>
          </a:xfrm>
          <a:custGeom>
            <a:avLst/>
            <a:gdLst/>
            <a:ahLst/>
            <a:cxnLst/>
            <a:rect l="0" t="0" r="0" b="0"/>
            <a:pathLst>
              <a:path w="191" h="167917">
                <a:moveTo>
                  <a:pt x="0" y="16791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25" name="data_1124">
            <a:extLst>
              <a:ext uri="{FF2B5EF4-FFF2-40B4-BE49-F238E27FC236}">
                <a16:creationId xmlns:a16="http://schemas.microsoft.com/office/drawing/2014/main" id="{2E1CFEAA-7034-43E2-AD62-A6337FB2E4F2}"/>
              </a:ext>
            </a:extLst>
          </p:cNvPr>
          <p:cNvSpPr>
            <a:spLocks/>
          </p:cNvSpPr>
          <p:nvPr/>
        </p:nvSpPr>
        <p:spPr>
          <a:xfrm>
            <a:off x="2595809" y="2391689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26" name="data_1125">
            <a:extLst>
              <a:ext uri="{FF2B5EF4-FFF2-40B4-BE49-F238E27FC236}">
                <a16:creationId xmlns:a16="http://schemas.microsoft.com/office/drawing/2014/main" id="{491B30CD-D2D5-44C7-B6C4-F3F96A5BE66A}"/>
              </a:ext>
            </a:extLst>
          </p:cNvPr>
          <p:cNvSpPr>
            <a:spLocks/>
          </p:cNvSpPr>
          <p:nvPr/>
        </p:nvSpPr>
        <p:spPr>
          <a:xfrm>
            <a:off x="2595809" y="2223772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1127" name="data_1126">
            <a:extLst>
              <a:ext uri="{FF2B5EF4-FFF2-40B4-BE49-F238E27FC236}">
                <a16:creationId xmlns:a16="http://schemas.microsoft.com/office/drawing/2014/main" id="{01B65FE3-1A7D-4A40-8C74-C1D0D1549E85}"/>
              </a:ext>
            </a:extLst>
          </p:cNvPr>
          <p:cNvSpPr>
            <a:spLocks/>
          </p:cNvSpPr>
          <p:nvPr/>
        </p:nvSpPr>
        <p:spPr>
          <a:xfrm>
            <a:off x="1171277" y="3042788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1128" name="data_1127">
            <a:extLst>
              <a:ext uri="{FF2B5EF4-FFF2-40B4-BE49-F238E27FC236}">
                <a16:creationId xmlns:a16="http://schemas.microsoft.com/office/drawing/2014/main" id="{9AE8E01D-5EBF-4E8E-B71B-DCE08CF68104}"/>
              </a:ext>
            </a:extLst>
          </p:cNvPr>
          <p:cNvSpPr>
            <a:spLocks/>
          </p:cNvSpPr>
          <p:nvPr/>
        </p:nvSpPr>
        <p:spPr>
          <a:xfrm>
            <a:off x="1396203" y="263595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1129" name="data_1128">
            <a:extLst>
              <a:ext uri="{FF2B5EF4-FFF2-40B4-BE49-F238E27FC236}">
                <a16:creationId xmlns:a16="http://schemas.microsoft.com/office/drawing/2014/main" id="{2C038278-C7E8-4082-82AE-0A8D6FA454FF}"/>
              </a:ext>
            </a:extLst>
          </p:cNvPr>
          <p:cNvSpPr>
            <a:spLocks/>
          </p:cNvSpPr>
          <p:nvPr/>
        </p:nvSpPr>
        <p:spPr>
          <a:xfrm>
            <a:off x="1621129" y="2445650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1130" name="data_1129">
            <a:extLst>
              <a:ext uri="{FF2B5EF4-FFF2-40B4-BE49-F238E27FC236}">
                <a16:creationId xmlns:a16="http://schemas.microsoft.com/office/drawing/2014/main" id="{67276E57-7A3E-47E6-BE73-C8B666508022}"/>
              </a:ext>
            </a:extLst>
          </p:cNvPr>
          <p:cNvSpPr>
            <a:spLocks/>
          </p:cNvSpPr>
          <p:nvPr/>
        </p:nvSpPr>
        <p:spPr>
          <a:xfrm>
            <a:off x="2108469" y="300353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1131" name="data_1130">
            <a:extLst>
              <a:ext uri="{FF2B5EF4-FFF2-40B4-BE49-F238E27FC236}">
                <a16:creationId xmlns:a16="http://schemas.microsoft.com/office/drawing/2014/main" id="{D58BC0E0-F873-4237-B451-D1A67977F821}"/>
              </a:ext>
            </a:extLst>
          </p:cNvPr>
          <p:cNvSpPr>
            <a:spLocks/>
          </p:cNvSpPr>
          <p:nvPr/>
        </p:nvSpPr>
        <p:spPr>
          <a:xfrm>
            <a:off x="2333395" y="2522774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1132" name="data_1131">
            <a:extLst>
              <a:ext uri="{FF2B5EF4-FFF2-40B4-BE49-F238E27FC236}">
                <a16:creationId xmlns:a16="http://schemas.microsoft.com/office/drawing/2014/main" id="{C4DC9157-7332-4139-B393-0197E092F8E7}"/>
              </a:ext>
            </a:extLst>
          </p:cNvPr>
          <p:cNvSpPr>
            <a:spLocks/>
          </p:cNvSpPr>
          <p:nvPr/>
        </p:nvSpPr>
        <p:spPr>
          <a:xfrm>
            <a:off x="2558321" y="2306548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1133" name="data_1132">
            <a:extLst>
              <a:ext uri="{FF2B5EF4-FFF2-40B4-BE49-F238E27FC236}">
                <a16:creationId xmlns:a16="http://schemas.microsoft.com/office/drawing/2014/main" id="{B018E6A3-AFD3-4783-A6F1-B94B372880A2}"/>
              </a:ext>
            </a:extLst>
          </p:cNvPr>
          <p:cNvSpPr>
            <a:spLocks/>
          </p:cNvSpPr>
          <p:nvPr/>
        </p:nvSpPr>
        <p:spPr>
          <a:xfrm>
            <a:off x="4006283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34" name="data_1133">
            <a:extLst>
              <a:ext uri="{FF2B5EF4-FFF2-40B4-BE49-F238E27FC236}">
                <a16:creationId xmlns:a16="http://schemas.microsoft.com/office/drawing/2014/main" id="{68015644-E3DB-4CB5-B739-0F82591939BF}"/>
              </a:ext>
            </a:extLst>
          </p:cNvPr>
          <p:cNvSpPr>
            <a:spLocks/>
          </p:cNvSpPr>
          <p:nvPr/>
        </p:nvSpPr>
        <p:spPr>
          <a:xfrm>
            <a:off x="4006283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5" name="text_1134">
            <a:extLst>
              <a:ext uri="{FF2B5EF4-FFF2-40B4-BE49-F238E27FC236}">
                <a16:creationId xmlns:a16="http://schemas.microsoft.com/office/drawing/2014/main" id="{7822DA85-4E34-45ED-AF43-A2453562746D}"/>
              </a:ext>
            </a:extLst>
          </p:cNvPr>
          <p:cNvSpPr>
            <a:spLocks/>
          </p:cNvSpPr>
          <p:nvPr/>
        </p:nvSpPr>
        <p:spPr>
          <a:xfrm>
            <a:off x="3925457" y="357159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36" name="data_1135">
            <a:extLst>
              <a:ext uri="{FF2B5EF4-FFF2-40B4-BE49-F238E27FC236}">
                <a16:creationId xmlns:a16="http://schemas.microsoft.com/office/drawing/2014/main" id="{BB4EFBE1-DB94-4437-BC13-A8FC6628E3F7}"/>
              </a:ext>
            </a:extLst>
          </p:cNvPr>
          <p:cNvSpPr>
            <a:spLocks/>
          </p:cNvSpPr>
          <p:nvPr/>
        </p:nvSpPr>
        <p:spPr>
          <a:xfrm>
            <a:off x="4943475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7" name="text_1136">
            <a:extLst>
              <a:ext uri="{FF2B5EF4-FFF2-40B4-BE49-F238E27FC236}">
                <a16:creationId xmlns:a16="http://schemas.microsoft.com/office/drawing/2014/main" id="{299A9903-45E7-4075-B3D0-82B261EAA6C0}"/>
              </a:ext>
            </a:extLst>
          </p:cNvPr>
          <p:cNvSpPr>
            <a:spLocks/>
          </p:cNvSpPr>
          <p:nvPr/>
        </p:nvSpPr>
        <p:spPr>
          <a:xfrm>
            <a:off x="4862649" y="357159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38" name="data_1137">
            <a:extLst>
              <a:ext uri="{FF2B5EF4-FFF2-40B4-BE49-F238E27FC236}">
                <a16:creationId xmlns:a16="http://schemas.microsoft.com/office/drawing/2014/main" id="{BDBD2E0E-7ED9-4C93-9C56-9F9D627EB474}"/>
              </a:ext>
            </a:extLst>
          </p:cNvPr>
          <p:cNvSpPr>
            <a:spLocks/>
          </p:cNvSpPr>
          <p:nvPr/>
        </p:nvSpPr>
        <p:spPr>
          <a:xfrm>
            <a:off x="5880667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9" name="text_1138">
            <a:extLst>
              <a:ext uri="{FF2B5EF4-FFF2-40B4-BE49-F238E27FC236}">
                <a16:creationId xmlns:a16="http://schemas.microsoft.com/office/drawing/2014/main" id="{0F0B3A22-C60A-4751-83B9-9D1F6C621D9A}"/>
              </a:ext>
            </a:extLst>
          </p:cNvPr>
          <p:cNvSpPr>
            <a:spLocks/>
          </p:cNvSpPr>
          <p:nvPr/>
        </p:nvSpPr>
        <p:spPr>
          <a:xfrm>
            <a:off x="5799841" y="357159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40" name="text_1139">
            <a:extLst>
              <a:ext uri="{FF2B5EF4-FFF2-40B4-BE49-F238E27FC236}">
                <a16:creationId xmlns:a16="http://schemas.microsoft.com/office/drawing/2014/main" id="{F29B7687-B09A-4102-ACDE-11486E78B08A}"/>
              </a:ext>
            </a:extLst>
          </p:cNvPr>
          <p:cNvSpPr>
            <a:spLocks/>
          </p:cNvSpPr>
          <p:nvPr/>
        </p:nvSpPr>
        <p:spPr>
          <a:xfrm>
            <a:off x="4574806" y="3752081"/>
            <a:ext cx="7461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1141" name="text_1140">
            <a:extLst>
              <a:ext uri="{FF2B5EF4-FFF2-40B4-BE49-F238E27FC236}">
                <a16:creationId xmlns:a16="http://schemas.microsoft.com/office/drawing/2014/main" id="{9E06C206-9A7B-483B-9F13-CDCF54555FD3}"/>
              </a:ext>
            </a:extLst>
          </p:cNvPr>
          <p:cNvSpPr>
            <a:spLocks/>
          </p:cNvSpPr>
          <p:nvPr/>
        </p:nvSpPr>
        <p:spPr>
          <a:xfrm>
            <a:off x="4355193" y="3884833"/>
            <a:ext cx="118563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Higher / equal / lower:</a:t>
            </a:r>
          </a:p>
        </p:txBody>
      </p:sp>
      <p:sp>
        <p:nvSpPr>
          <p:cNvPr id="1142" name="text_1141">
            <a:extLst>
              <a:ext uri="{FF2B5EF4-FFF2-40B4-BE49-F238E27FC236}">
                <a16:creationId xmlns:a16="http://schemas.microsoft.com/office/drawing/2014/main" id="{5C7DDF34-8983-4217-9549-F9FE14949D7A}"/>
              </a:ext>
            </a:extLst>
          </p:cNvPr>
          <p:cNvSpPr>
            <a:spLocks/>
          </p:cNvSpPr>
          <p:nvPr/>
        </p:nvSpPr>
        <p:spPr>
          <a:xfrm>
            <a:off x="4609890" y="4011815"/>
            <a:ext cx="6760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141 / 15 / 23</a:t>
            </a:r>
          </a:p>
        </p:txBody>
      </p:sp>
      <p:sp>
        <p:nvSpPr>
          <p:cNvPr id="1143" name="data_1142">
            <a:extLst>
              <a:ext uri="{FF2B5EF4-FFF2-40B4-BE49-F238E27FC236}">
                <a16:creationId xmlns:a16="http://schemas.microsoft.com/office/drawing/2014/main" id="{0187C10B-6D44-4B42-94D2-058156FDDE04}"/>
              </a:ext>
            </a:extLst>
          </p:cNvPr>
          <p:cNvSpPr>
            <a:spLocks/>
          </p:cNvSpPr>
          <p:nvPr/>
        </p:nvSpPr>
        <p:spPr>
          <a:xfrm>
            <a:off x="4006283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44" name="data_1143">
            <a:extLst>
              <a:ext uri="{FF2B5EF4-FFF2-40B4-BE49-F238E27FC236}">
                <a16:creationId xmlns:a16="http://schemas.microsoft.com/office/drawing/2014/main" id="{F7A3066F-9A34-4C13-A9B2-7B2D9124DAA3}"/>
              </a:ext>
            </a:extLst>
          </p:cNvPr>
          <p:cNvSpPr>
            <a:spLocks/>
          </p:cNvSpPr>
          <p:nvPr/>
        </p:nvSpPr>
        <p:spPr>
          <a:xfrm>
            <a:off x="3961947" y="347921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45" name="text_1144">
            <a:extLst>
              <a:ext uri="{FF2B5EF4-FFF2-40B4-BE49-F238E27FC236}">
                <a16:creationId xmlns:a16="http://schemas.microsoft.com/office/drawing/2014/main" id="{2B894B34-3703-4CF2-89AD-715D1AB6AFB1}"/>
              </a:ext>
            </a:extLst>
          </p:cNvPr>
          <p:cNvSpPr>
            <a:spLocks/>
          </p:cNvSpPr>
          <p:nvPr/>
        </p:nvSpPr>
        <p:spPr>
          <a:xfrm>
            <a:off x="3738224" y="34217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46" name="data_1145">
            <a:extLst>
              <a:ext uri="{FF2B5EF4-FFF2-40B4-BE49-F238E27FC236}">
                <a16:creationId xmlns:a16="http://schemas.microsoft.com/office/drawing/2014/main" id="{FE710012-C34E-41AE-8E9A-FCDB4C729941}"/>
              </a:ext>
            </a:extLst>
          </p:cNvPr>
          <p:cNvSpPr>
            <a:spLocks/>
          </p:cNvSpPr>
          <p:nvPr/>
        </p:nvSpPr>
        <p:spPr>
          <a:xfrm>
            <a:off x="4006283" y="2542019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47" name="data_1146">
            <a:extLst>
              <a:ext uri="{FF2B5EF4-FFF2-40B4-BE49-F238E27FC236}">
                <a16:creationId xmlns:a16="http://schemas.microsoft.com/office/drawing/2014/main" id="{BC126427-D18D-4CFD-93E5-B9C935859336}"/>
              </a:ext>
            </a:extLst>
          </p:cNvPr>
          <p:cNvSpPr>
            <a:spLocks/>
          </p:cNvSpPr>
          <p:nvPr/>
        </p:nvSpPr>
        <p:spPr>
          <a:xfrm>
            <a:off x="3961947" y="254201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48" name="text_1147">
            <a:extLst>
              <a:ext uri="{FF2B5EF4-FFF2-40B4-BE49-F238E27FC236}">
                <a16:creationId xmlns:a16="http://schemas.microsoft.com/office/drawing/2014/main" id="{F519BED9-7AE4-4439-82CB-98B85682EB8B}"/>
              </a:ext>
            </a:extLst>
          </p:cNvPr>
          <p:cNvSpPr>
            <a:spLocks/>
          </p:cNvSpPr>
          <p:nvPr/>
        </p:nvSpPr>
        <p:spPr>
          <a:xfrm>
            <a:off x="3738224" y="2484569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49" name="data_1148">
            <a:extLst>
              <a:ext uri="{FF2B5EF4-FFF2-40B4-BE49-F238E27FC236}">
                <a16:creationId xmlns:a16="http://schemas.microsoft.com/office/drawing/2014/main" id="{FD313295-5BCE-4A14-A53F-57B254C9368C}"/>
              </a:ext>
            </a:extLst>
          </p:cNvPr>
          <p:cNvSpPr>
            <a:spLocks/>
          </p:cNvSpPr>
          <p:nvPr/>
        </p:nvSpPr>
        <p:spPr>
          <a:xfrm>
            <a:off x="4006283" y="160482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50" name="data_1149">
            <a:extLst>
              <a:ext uri="{FF2B5EF4-FFF2-40B4-BE49-F238E27FC236}">
                <a16:creationId xmlns:a16="http://schemas.microsoft.com/office/drawing/2014/main" id="{320EBBA9-F9CE-4234-BB7D-417BC6B636B3}"/>
              </a:ext>
            </a:extLst>
          </p:cNvPr>
          <p:cNvSpPr>
            <a:spLocks/>
          </p:cNvSpPr>
          <p:nvPr/>
        </p:nvSpPr>
        <p:spPr>
          <a:xfrm>
            <a:off x="3961947" y="160482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51" name="text_1150">
            <a:extLst>
              <a:ext uri="{FF2B5EF4-FFF2-40B4-BE49-F238E27FC236}">
                <a16:creationId xmlns:a16="http://schemas.microsoft.com/office/drawing/2014/main" id="{CD3D0D1D-CB7D-4C23-9CA4-407F26EFE375}"/>
              </a:ext>
            </a:extLst>
          </p:cNvPr>
          <p:cNvSpPr>
            <a:spLocks/>
          </p:cNvSpPr>
          <p:nvPr/>
        </p:nvSpPr>
        <p:spPr>
          <a:xfrm>
            <a:off x="3738224" y="1547377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52" name="text_1151">
            <a:extLst>
              <a:ext uri="{FF2B5EF4-FFF2-40B4-BE49-F238E27FC236}">
                <a16:creationId xmlns:a16="http://schemas.microsoft.com/office/drawing/2014/main" id="{9D132780-5DBE-4A6A-842F-8524C8FA7AA6}"/>
              </a:ext>
            </a:extLst>
          </p:cNvPr>
          <p:cNvSpPr>
            <a:spLocks/>
          </p:cNvSpPr>
          <p:nvPr/>
        </p:nvSpPr>
        <p:spPr>
          <a:xfrm rot="-5400000">
            <a:off x="3010694" y="2457780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1153" name="data_1152">
            <a:extLst>
              <a:ext uri="{FF2B5EF4-FFF2-40B4-BE49-F238E27FC236}">
                <a16:creationId xmlns:a16="http://schemas.microsoft.com/office/drawing/2014/main" id="{17EBB099-788E-4C80-AB1C-6FBE95EE140A}"/>
              </a:ext>
            </a:extLst>
          </p:cNvPr>
          <p:cNvSpPr>
            <a:spLocks/>
          </p:cNvSpPr>
          <p:nvPr/>
        </p:nvSpPr>
        <p:spPr>
          <a:xfrm>
            <a:off x="4006283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0"/>
                </a:lnTo>
              </a:path>
            </a:pathLst>
          </a:custGeom>
          <a:noFill/>
          <a:ln w="14188">
            <a:solidFill>
              <a:srgbClr val="8B969F"/>
            </a:solidFill>
            <a:prstDash val="dash"/>
          </a:ln>
        </p:spPr>
      </p:sp>
      <p:sp>
        <p:nvSpPr>
          <p:cNvPr id="1154" name="data_1153">
            <a:extLst>
              <a:ext uri="{FF2B5EF4-FFF2-40B4-BE49-F238E27FC236}">
                <a16:creationId xmlns:a16="http://schemas.microsoft.com/office/drawing/2014/main" id="{B506A29F-1792-49EA-B314-599FD81E6FC1}"/>
              </a:ext>
            </a:extLst>
          </p:cNvPr>
          <p:cNvSpPr>
            <a:spLocks/>
          </p:cNvSpPr>
          <p:nvPr/>
        </p:nvSpPr>
        <p:spPr>
          <a:xfrm>
            <a:off x="3974312" y="2145272"/>
            <a:ext cx="63942" cy="63942"/>
          </a:xfrm>
          <a:prstGeom prst="ellipse">
            <a:avLst/>
          </a:prstGeom>
          <a:solidFill>
            <a:srgbClr val="365D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5" name="data_1154">
            <a:extLst>
              <a:ext uri="{FF2B5EF4-FFF2-40B4-BE49-F238E27FC236}">
                <a16:creationId xmlns:a16="http://schemas.microsoft.com/office/drawing/2014/main" id="{3E6A26A2-1E91-4CB6-A6FE-FB0449A5F4C0}"/>
              </a:ext>
            </a:extLst>
          </p:cNvPr>
          <p:cNvSpPr>
            <a:spLocks/>
          </p:cNvSpPr>
          <p:nvPr/>
        </p:nvSpPr>
        <p:spPr>
          <a:xfrm>
            <a:off x="3974312" y="1842148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6" name="data_1155">
            <a:extLst>
              <a:ext uri="{FF2B5EF4-FFF2-40B4-BE49-F238E27FC236}">
                <a16:creationId xmlns:a16="http://schemas.microsoft.com/office/drawing/2014/main" id="{94E0E545-51BE-4C2A-A9BD-27B514DA1CD7}"/>
              </a:ext>
            </a:extLst>
          </p:cNvPr>
          <p:cNvSpPr>
            <a:spLocks/>
          </p:cNvSpPr>
          <p:nvPr/>
        </p:nvSpPr>
        <p:spPr>
          <a:xfrm>
            <a:off x="4246478" y="2034242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7" name="data_1156">
            <a:extLst>
              <a:ext uri="{FF2B5EF4-FFF2-40B4-BE49-F238E27FC236}">
                <a16:creationId xmlns:a16="http://schemas.microsoft.com/office/drawing/2014/main" id="{6DFACD4B-2DE7-4AD8-A730-DD943475A2D2}"/>
              </a:ext>
            </a:extLst>
          </p:cNvPr>
          <p:cNvSpPr>
            <a:spLocks/>
          </p:cNvSpPr>
          <p:nvPr/>
        </p:nvSpPr>
        <p:spPr>
          <a:xfrm>
            <a:off x="3974312" y="3251652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8" name="data_1157">
            <a:extLst>
              <a:ext uri="{FF2B5EF4-FFF2-40B4-BE49-F238E27FC236}">
                <a16:creationId xmlns:a16="http://schemas.microsoft.com/office/drawing/2014/main" id="{4660F443-285D-4ED7-8D04-6D3A74AB5B53}"/>
              </a:ext>
            </a:extLst>
          </p:cNvPr>
          <p:cNvSpPr>
            <a:spLocks/>
          </p:cNvSpPr>
          <p:nvPr/>
        </p:nvSpPr>
        <p:spPr>
          <a:xfrm>
            <a:off x="4965101" y="2145253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59" name="data_1158">
            <a:extLst>
              <a:ext uri="{FF2B5EF4-FFF2-40B4-BE49-F238E27FC236}">
                <a16:creationId xmlns:a16="http://schemas.microsoft.com/office/drawing/2014/main" id="{C94BA074-837B-481C-B213-38BD45B0019B}"/>
              </a:ext>
            </a:extLst>
          </p:cNvPr>
          <p:cNvSpPr>
            <a:spLocks/>
          </p:cNvSpPr>
          <p:nvPr/>
        </p:nvSpPr>
        <p:spPr>
          <a:xfrm>
            <a:off x="3974312" y="2376163"/>
            <a:ext cx="63942" cy="63942"/>
          </a:xfrm>
          <a:prstGeom prst="ellipse">
            <a:avLst/>
          </a:prstGeom>
          <a:solidFill>
            <a:srgbClr val="48267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0" name="data_1159">
            <a:extLst>
              <a:ext uri="{FF2B5EF4-FFF2-40B4-BE49-F238E27FC236}">
                <a16:creationId xmlns:a16="http://schemas.microsoft.com/office/drawing/2014/main" id="{14553BAA-9EBA-4EEC-AD2B-E9710A6F3A23}"/>
              </a:ext>
            </a:extLst>
          </p:cNvPr>
          <p:cNvSpPr>
            <a:spLocks/>
          </p:cNvSpPr>
          <p:nvPr/>
        </p:nvSpPr>
        <p:spPr>
          <a:xfrm>
            <a:off x="3974312" y="1918724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1" name="data_1160">
            <a:extLst>
              <a:ext uri="{FF2B5EF4-FFF2-40B4-BE49-F238E27FC236}">
                <a16:creationId xmlns:a16="http://schemas.microsoft.com/office/drawing/2014/main" id="{97AC41E6-7481-46B7-94A6-C1842412252F}"/>
              </a:ext>
            </a:extLst>
          </p:cNvPr>
          <p:cNvSpPr>
            <a:spLocks/>
          </p:cNvSpPr>
          <p:nvPr/>
        </p:nvSpPr>
        <p:spPr>
          <a:xfrm>
            <a:off x="5222772" y="1953528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2" name="data_1161">
            <a:extLst>
              <a:ext uri="{FF2B5EF4-FFF2-40B4-BE49-F238E27FC236}">
                <a16:creationId xmlns:a16="http://schemas.microsoft.com/office/drawing/2014/main" id="{C5A4C396-75DB-4C3C-9631-6F6D6F675670}"/>
              </a:ext>
            </a:extLst>
          </p:cNvPr>
          <p:cNvSpPr>
            <a:spLocks/>
          </p:cNvSpPr>
          <p:nvPr/>
        </p:nvSpPr>
        <p:spPr>
          <a:xfrm>
            <a:off x="4072796" y="2424271"/>
            <a:ext cx="63942" cy="63942"/>
          </a:xfrm>
          <a:prstGeom prst="ellipse">
            <a:avLst/>
          </a:prstGeom>
          <a:solidFill>
            <a:srgbClr val="46327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3" name="data_1162">
            <a:extLst>
              <a:ext uri="{FF2B5EF4-FFF2-40B4-BE49-F238E27FC236}">
                <a16:creationId xmlns:a16="http://schemas.microsoft.com/office/drawing/2014/main" id="{E1C33B8D-5715-46A7-84A6-E3D03E7C4E39}"/>
              </a:ext>
            </a:extLst>
          </p:cNvPr>
          <p:cNvSpPr>
            <a:spLocks/>
          </p:cNvSpPr>
          <p:nvPr/>
        </p:nvSpPr>
        <p:spPr>
          <a:xfrm>
            <a:off x="4509176" y="1859247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4" name="data_1163">
            <a:extLst>
              <a:ext uri="{FF2B5EF4-FFF2-40B4-BE49-F238E27FC236}">
                <a16:creationId xmlns:a16="http://schemas.microsoft.com/office/drawing/2014/main" id="{A9683D9A-E749-420D-B2FA-4061DBDF4691}"/>
              </a:ext>
            </a:extLst>
          </p:cNvPr>
          <p:cNvSpPr>
            <a:spLocks/>
          </p:cNvSpPr>
          <p:nvPr/>
        </p:nvSpPr>
        <p:spPr>
          <a:xfrm>
            <a:off x="4770343" y="2634918"/>
            <a:ext cx="63942" cy="63942"/>
          </a:xfrm>
          <a:prstGeom prst="ellipse">
            <a:avLst/>
          </a:prstGeom>
          <a:solidFill>
            <a:srgbClr val="65CB5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5" name="data_1164">
            <a:extLst>
              <a:ext uri="{FF2B5EF4-FFF2-40B4-BE49-F238E27FC236}">
                <a16:creationId xmlns:a16="http://schemas.microsoft.com/office/drawing/2014/main" id="{E6032BEA-4128-46D8-A310-7441B3578F9B}"/>
              </a:ext>
            </a:extLst>
          </p:cNvPr>
          <p:cNvSpPr>
            <a:spLocks/>
          </p:cNvSpPr>
          <p:nvPr/>
        </p:nvSpPr>
        <p:spPr>
          <a:xfrm>
            <a:off x="4682318" y="2392014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6" name="data_1165">
            <a:extLst>
              <a:ext uri="{FF2B5EF4-FFF2-40B4-BE49-F238E27FC236}">
                <a16:creationId xmlns:a16="http://schemas.microsoft.com/office/drawing/2014/main" id="{DCC25A7D-7835-4A9F-A3DF-DF41CC23D1B5}"/>
              </a:ext>
            </a:extLst>
          </p:cNvPr>
          <p:cNvSpPr>
            <a:spLocks/>
          </p:cNvSpPr>
          <p:nvPr/>
        </p:nvSpPr>
        <p:spPr>
          <a:xfrm>
            <a:off x="4835040" y="249352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7" name="data_1166">
            <a:extLst>
              <a:ext uri="{FF2B5EF4-FFF2-40B4-BE49-F238E27FC236}">
                <a16:creationId xmlns:a16="http://schemas.microsoft.com/office/drawing/2014/main" id="{EDBA0562-DBA1-4BCC-BDDE-DBD252577359}"/>
              </a:ext>
            </a:extLst>
          </p:cNvPr>
          <p:cNvSpPr>
            <a:spLocks/>
          </p:cNvSpPr>
          <p:nvPr/>
        </p:nvSpPr>
        <p:spPr>
          <a:xfrm>
            <a:off x="4035688" y="2226880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8" name="data_1167">
            <a:extLst>
              <a:ext uri="{FF2B5EF4-FFF2-40B4-BE49-F238E27FC236}">
                <a16:creationId xmlns:a16="http://schemas.microsoft.com/office/drawing/2014/main" id="{60020418-C0D8-4166-82E9-97D4838E9C9B}"/>
              </a:ext>
            </a:extLst>
          </p:cNvPr>
          <p:cNvSpPr>
            <a:spLocks/>
          </p:cNvSpPr>
          <p:nvPr/>
        </p:nvSpPr>
        <p:spPr>
          <a:xfrm>
            <a:off x="4317087" y="1946220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69" name="data_1168">
            <a:extLst>
              <a:ext uri="{FF2B5EF4-FFF2-40B4-BE49-F238E27FC236}">
                <a16:creationId xmlns:a16="http://schemas.microsoft.com/office/drawing/2014/main" id="{BD7BD71C-6F04-4556-8D63-C6C08E42A7CA}"/>
              </a:ext>
            </a:extLst>
          </p:cNvPr>
          <p:cNvSpPr>
            <a:spLocks/>
          </p:cNvSpPr>
          <p:nvPr/>
        </p:nvSpPr>
        <p:spPr>
          <a:xfrm>
            <a:off x="4504492" y="1988939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0" name="data_1169">
            <a:extLst>
              <a:ext uri="{FF2B5EF4-FFF2-40B4-BE49-F238E27FC236}">
                <a16:creationId xmlns:a16="http://schemas.microsoft.com/office/drawing/2014/main" id="{9B8B24BD-0AE1-4887-8637-83168ACA31D1}"/>
              </a:ext>
            </a:extLst>
          </p:cNvPr>
          <p:cNvSpPr>
            <a:spLocks/>
          </p:cNvSpPr>
          <p:nvPr/>
        </p:nvSpPr>
        <p:spPr>
          <a:xfrm>
            <a:off x="3974312" y="2503305"/>
            <a:ext cx="63942" cy="63942"/>
          </a:xfrm>
          <a:prstGeom prst="ellipse">
            <a:avLst/>
          </a:prstGeom>
          <a:solidFill>
            <a:srgbClr val="375B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1" name="data_1170">
            <a:extLst>
              <a:ext uri="{FF2B5EF4-FFF2-40B4-BE49-F238E27FC236}">
                <a16:creationId xmlns:a16="http://schemas.microsoft.com/office/drawing/2014/main" id="{13174FD5-D9D0-4C91-A8FC-B95878B9124A}"/>
              </a:ext>
            </a:extLst>
          </p:cNvPr>
          <p:cNvSpPr>
            <a:spLocks/>
          </p:cNvSpPr>
          <p:nvPr/>
        </p:nvSpPr>
        <p:spPr>
          <a:xfrm>
            <a:off x="4554892" y="2522688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2" name="data_1171">
            <a:extLst>
              <a:ext uri="{FF2B5EF4-FFF2-40B4-BE49-F238E27FC236}">
                <a16:creationId xmlns:a16="http://schemas.microsoft.com/office/drawing/2014/main" id="{20512842-8ABD-4968-829A-0C24DDE8428F}"/>
              </a:ext>
            </a:extLst>
          </p:cNvPr>
          <p:cNvSpPr>
            <a:spLocks/>
          </p:cNvSpPr>
          <p:nvPr/>
        </p:nvSpPr>
        <p:spPr>
          <a:xfrm>
            <a:off x="4826956" y="2407829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3" name="data_1172">
            <a:extLst>
              <a:ext uri="{FF2B5EF4-FFF2-40B4-BE49-F238E27FC236}">
                <a16:creationId xmlns:a16="http://schemas.microsoft.com/office/drawing/2014/main" id="{056051E2-8D48-47A0-9419-A97BF7E11B23}"/>
              </a:ext>
            </a:extLst>
          </p:cNvPr>
          <p:cNvSpPr>
            <a:spLocks/>
          </p:cNvSpPr>
          <p:nvPr/>
        </p:nvSpPr>
        <p:spPr>
          <a:xfrm>
            <a:off x="4796948" y="2321950"/>
            <a:ext cx="63942" cy="63942"/>
          </a:xfrm>
          <a:prstGeom prst="ellipse">
            <a:avLst/>
          </a:prstGeom>
          <a:solidFill>
            <a:srgbClr val="472E7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4" name="data_1173">
            <a:extLst>
              <a:ext uri="{FF2B5EF4-FFF2-40B4-BE49-F238E27FC236}">
                <a16:creationId xmlns:a16="http://schemas.microsoft.com/office/drawing/2014/main" id="{C1512941-5AA5-4F1B-A1F6-253B35B62244}"/>
              </a:ext>
            </a:extLst>
          </p:cNvPr>
          <p:cNvSpPr>
            <a:spLocks/>
          </p:cNvSpPr>
          <p:nvPr/>
        </p:nvSpPr>
        <p:spPr>
          <a:xfrm>
            <a:off x="4499390" y="3007775"/>
            <a:ext cx="63942" cy="63942"/>
          </a:xfrm>
          <a:prstGeom prst="ellipse">
            <a:avLst/>
          </a:prstGeom>
          <a:solidFill>
            <a:srgbClr val="46075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5" name="data_1174">
            <a:extLst>
              <a:ext uri="{FF2B5EF4-FFF2-40B4-BE49-F238E27FC236}">
                <a16:creationId xmlns:a16="http://schemas.microsoft.com/office/drawing/2014/main" id="{220B52DE-DAAC-426D-8E86-35E7EF43005B}"/>
              </a:ext>
            </a:extLst>
          </p:cNvPr>
          <p:cNvSpPr>
            <a:spLocks/>
          </p:cNvSpPr>
          <p:nvPr/>
        </p:nvSpPr>
        <p:spPr>
          <a:xfrm>
            <a:off x="3974312" y="2613381"/>
            <a:ext cx="63942" cy="63942"/>
          </a:xfrm>
          <a:prstGeom prst="ellipse">
            <a:avLst/>
          </a:prstGeom>
          <a:solidFill>
            <a:srgbClr val="470D60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6" name="data_1175">
            <a:extLst>
              <a:ext uri="{FF2B5EF4-FFF2-40B4-BE49-F238E27FC236}">
                <a16:creationId xmlns:a16="http://schemas.microsoft.com/office/drawing/2014/main" id="{E1B51938-4EFF-4732-9064-535F8BB981E9}"/>
              </a:ext>
            </a:extLst>
          </p:cNvPr>
          <p:cNvSpPr>
            <a:spLocks/>
          </p:cNvSpPr>
          <p:nvPr/>
        </p:nvSpPr>
        <p:spPr>
          <a:xfrm>
            <a:off x="4878926" y="2411255"/>
            <a:ext cx="63942" cy="63942"/>
          </a:xfrm>
          <a:prstGeom prst="ellipse">
            <a:avLst/>
          </a:prstGeom>
          <a:solidFill>
            <a:srgbClr val="48297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7" name="data_1176">
            <a:extLst>
              <a:ext uri="{FF2B5EF4-FFF2-40B4-BE49-F238E27FC236}">
                <a16:creationId xmlns:a16="http://schemas.microsoft.com/office/drawing/2014/main" id="{5E82EA6E-B519-472F-B9D9-C3FAAC2AB69E}"/>
              </a:ext>
            </a:extLst>
          </p:cNvPr>
          <p:cNvSpPr>
            <a:spLocks/>
          </p:cNvSpPr>
          <p:nvPr/>
        </p:nvSpPr>
        <p:spPr>
          <a:xfrm>
            <a:off x="5183352" y="1890220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8" name="data_1177">
            <a:extLst>
              <a:ext uri="{FF2B5EF4-FFF2-40B4-BE49-F238E27FC236}">
                <a16:creationId xmlns:a16="http://schemas.microsoft.com/office/drawing/2014/main" id="{A68F1713-93BD-47E7-A7DD-5672E538D232}"/>
              </a:ext>
            </a:extLst>
          </p:cNvPr>
          <p:cNvSpPr>
            <a:spLocks/>
          </p:cNvSpPr>
          <p:nvPr/>
        </p:nvSpPr>
        <p:spPr>
          <a:xfrm>
            <a:off x="3974312" y="3196338"/>
            <a:ext cx="63942" cy="63942"/>
          </a:xfrm>
          <a:prstGeom prst="ellipse">
            <a:avLst/>
          </a:prstGeom>
          <a:solidFill>
            <a:srgbClr val="443B84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79" name="data_1178">
            <a:extLst>
              <a:ext uri="{FF2B5EF4-FFF2-40B4-BE49-F238E27FC236}">
                <a16:creationId xmlns:a16="http://schemas.microsoft.com/office/drawing/2014/main" id="{F771FDD7-27EC-46E7-B493-42ED395A21A1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0" name="data_1179">
            <a:extLst>
              <a:ext uri="{FF2B5EF4-FFF2-40B4-BE49-F238E27FC236}">
                <a16:creationId xmlns:a16="http://schemas.microsoft.com/office/drawing/2014/main" id="{B7392E11-1B42-48D4-B023-9BE109C9D793}"/>
              </a:ext>
            </a:extLst>
          </p:cNvPr>
          <p:cNvSpPr>
            <a:spLocks/>
          </p:cNvSpPr>
          <p:nvPr/>
        </p:nvSpPr>
        <p:spPr>
          <a:xfrm>
            <a:off x="4501349" y="2810734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1" name="data_1180">
            <a:extLst>
              <a:ext uri="{FF2B5EF4-FFF2-40B4-BE49-F238E27FC236}">
                <a16:creationId xmlns:a16="http://schemas.microsoft.com/office/drawing/2014/main" id="{3223DA19-9330-441B-B0D6-262ED33D00BD}"/>
              </a:ext>
            </a:extLst>
          </p:cNvPr>
          <p:cNvSpPr>
            <a:spLocks/>
          </p:cNvSpPr>
          <p:nvPr/>
        </p:nvSpPr>
        <p:spPr>
          <a:xfrm>
            <a:off x="3974312" y="2929740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2" name="data_1181">
            <a:extLst>
              <a:ext uri="{FF2B5EF4-FFF2-40B4-BE49-F238E27FC236}">
                <a16:creationId xmlns:a16="http://schemas.microsoft.com/office/drawing/2014/main" id="{F3D76EB6-92B4-4509-B836-24B401FD5B0E}"/>
              </a:ext>
            </a:extLst>
          </p:cNvPr>
          <p:cNvSpPr>
            <a:spLocks/>
          </p:cNvSpPr>
          <p:nvPr/>
        </p:nvSpPr>
        <p:spPr>
          <a:xfrm>
            <a:off x="5187714" y="1865331"/>
            <a:ext cx="63942" cy="63942"/>
          </a:xfrm>
          <a:prstGeom prst="ellipse">
            <a:avLst/>
          </a:prstGeom>
          <a:solidFill>
            <a:srgbClr val="1F9E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3" name="data_1182">
            <a:extLst>
              <a:ext uri="{FF2B5EF4-FFF2-40B4-BE49-F238E27FC236}">
                <a16:creationId xmlns:a16="http://schemas.microsoft.com/office/drawing/2014/main" id="{C50FEFD6-7D71-4BF5-A78D-A84C99DBF7E9}"/>
              </a:ext>
            </a:extLst>
          </p:cNvPr>
          <p:cNvSpPr>
            <a:spLocks/>
          </p:cNvSpPr>
          <p:nvPr/>
        </p:nvSpPr>
        <p:spPr>
          <a:xfrm>
            <a:off x="5026461" y="1864182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4" name="data_1183">
            <a:extLst>
              <a:ext uri="{FF2B5EF4-FFF2-40B4-BE49-F238E27FC236}">
                <a16:creationId xmlns:a16="http://schemas.microsoft.com/office/drawing/2014/main" id="{BA8E194B-4D07-4DF1-8EBB-B5912ACD6AC4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5" name="data_1184">
            <a:extLst>
              <a:ext uri="{FF2B5EF4-FFF2-40B4-BE49-F238E27FC236}">
                <a16:creationId xmlns:a16="http://schemas.microsoft.com/office/drawing/2014/main" id="{915D55C4-1EBB-4335-8322-8EEC4DDC3B9D}"/>
              </a:ext>
            </a:extLst>
          </p:cNvPr>
          <p:cNvSpPr>
            <a:spLocks/>
          </p:cNvSpPr>
          <p:nvPr/>
        </p:nvSpPr>
        <p:spPr>
          <a:xfrm>
            <a:off x="4739581" y="2519548"/>
            <a:ext cx="63942" cy="63942"/>
          </a:xfrm>
          <a:prstGeom prst="ellipse">
            <a:avLst/>
          </a:prstGeom>
          <a:solidFill>
            <a:srgbClr val="2D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6" name="data_1185">
            <a:extLst>
              <a:ext uri="{FF2B5EF4-FFF2-40B4-BE49-F238E27FC236}">
                <a16:creationId xmlns:a16="http://schemas.microsoft.com/office/drawing/2014/main" id="{F33463C1-5DC2-435C-867E-348C12E5FC2E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7" name="data_1186">
            <a:extLst>
              <a:ext uri="{FF2B5EF4-FFF2-40B4-BE49-F238E27FC236}">
                <a16:creationId xmlns:a16="http://schemas.microsoft.com/office/drawing/2014/main" id="{D3D682E8-CA5F-4F54-B6CC-F677A2FD369B}"/>
              </a:ext>
            </a:extLst>
          </p:cNvPr>
          <p:cNvSpPr>
            <a:spLocks/>
          </p:cNvSpPr>
          <p:nvPr/>
        </p:nvSpPr>
        <p:spPr>
          <a:xfrm>
            <a:off x="4798730" y="2617512"/>
            <a:ext cx="63942" cy="63942"/>
          </a:xfrm>
          <a:prstGeom prst="ellipse">
            <a:avLst/>
          </a:prstGeom>
          <a:solidFill>
            <a:srgbClr val="355E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8" name="data_1187">
            <a:extLst>
              <a:ext uri="{FF2B5EF4-FFF2-40B4-BE49-F238E27FC236}">
                <a16:creationId xmlns:a16="http://schemas.microsoft.com/office/drawing/2014/main" id="{D5E8C690-D889-4EC7-8620-D5FEA6B496AF}"/>
              </a:ext>
            </a:extLst>
          </p:cNvPr>
          <p:cNvSpPr>
            <a:spLocks/>
          </p:cNvSpPr>
          <p:nvPr/>
        </p:nvSpPr>
        <p:spPr>
          <a:xfrm>
            <a:off x="3974312" y="2243931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89" name="data_1188">
            <a:extLst>
              <a:ext uri="{FF2B5EF4-FFF2-40B4-BE49-F238E27FC236}">
                <a16:creationId xmlns:a16="http://schemas.microsoft.com/office/drawing/2014/main" id="{2A17AA4F-646E-431A-8AAC-F32E303198BD}"/>
              </a:ext>
            </a:extLst>
          </p:cNvPr>
          <p:cNvSpPr>
            <a:spLocks/>
          </p:cNvSpPr>
          <p:nvPr/>
        </p:nvSpPr>
        <p:spPr>
          <a:xfrm>
            <a:off x="4466005" y="3447239"/>
            <a:ext cx="63942" cy="63942"/>
          </a:xfrm>
          <a:prstGeom prst="ellipse">
            <a:avLst/>
          </a:prstGeom>
          <a:solidFill>
            <a:srgbClr val="2092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0" name="data_1189">
            <a:extLst>
              <a:ext uri="{FF2B5EF4-FFF2-40B4-BE49-F238E27FC236}">
                <a16:creationId xmlns:a16="http://schemas.microsoft.com/office/drawing/2014/main" id="{0F0C9976-C76A-4493-9021-AE1C2E1583A1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1" name="data_1190">
            <a:extLst>
              <a:ext uri="{FF2B5EF4-FFF2-40B4-BE49-F238E27FC236}">
                <a16:creationId xmlns:a16="http://schemas.microsoft.com/office/drawing/2014/main" id="{312C4B91-0465-42BD-A041-73FC92A06978}"/>
              </a:ext>
            </a:extLst>
          </p:cNvPr>
          <p:cNvSpPr>
            <a:spLocks/>
          </p:cNvSpPr>
          <p:nvPr/>
        </p:nvSpPr>
        <p:spPr>
          <a:xfrm>
            <a:off x="4801962" y="2524176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2" name="data_1191">
            <a:extLst>
              <a:ext uri="{FF2B5EF4-FFF2-40B4-BE49-F238E27FC236}">
                <a16:creationId xmlns:a16="http://schemas.microsoft.com/office/drawing/2014/main" id="{8508D8AB-0AAF-4A8B-9F4B-151396F45E71}"/>
              </a:ext>
            </a:extLst>
          </p:cNvPr>
          <p:cNvSpPr>
            <a:spLocks/>
          </p:cNvSpPr>
          <p:nvPr/>
        </p:nvSpPr>
        <p:spPr>
          <a:xfrm>
            <a:off x="3974312" y="1821268"/>
            <a:ext cx="63942" cy="63942"/>
          </a:xfrm>
          <a:prstGeom prst="ellipse">
            <a:avLst/>
          </a:prstGeom>
          <a:solidFill>
            <a:srgbClr val="3E4C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3" name="data_1192">
            <a:extLst>
              <a:ext uri="{FF2B5EF4-FFF2-40B4-BE49-F238E27FC236}">
                <a16:creationId xmlns:a16="http://schemas.microsoft.com/office/drawing/2014/main" id="{AA042BC9-5ACA-40D9-8754-D21DB10D5CEA}"/>
              </a:ext>
            </a:extLst>
          </p:cNvPr>
          <p:cNvSpPr>
            <a:spLocks/>
          </p:cNvSpPr>
          <p:nvPr/>
        </p:nvSpPr>
        <p:spPr>
          <a:xfrm>
            <a:off x="5265789" y="1880882"/>
            <a:ext cx="63942" cy="63942"/>
          </a:xfrm>
          <a:prstGeom prst="ellipse">
            <a:avLst/>
          </a:prstGeom>
          <a:solidFill>
            <a:srgbClr val="268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4" name="data_1193">
            <a:extLst>
              <a:ext uri="{FF2B5EF4-FFF2-40B4-BE49-F238E27FC236}">
                <a16:creationId xmlns:a16="http://schemas.microsoft.com/office/drawing/2014/main" id="{0C3C16B5-077F-4802-85B4-F30B9EBAE736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2C7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5" name="data_1194">
            <a:extLst>
              <a:ext uri="{FF2B5EF4-FFF2-40B4-BE49-F238E27FC236}">
                <a16:creationId xmlns:a16="http://schemas.microsoft.com/office/drawing/2014/main" id="{35CF0A5F-055B-4D95-8DB9-E3D56932A65D}"/>
              </a:ext>
            </a:extLst>
          </p:cNvPr>
          <p:cNvSpPr>
            <a:spLocks/>
          </p:cNvSpPr>
          <p:nvPr/>
        </p:nvSpPr>
        <p:spPr>
          <a:xfrm>
            <a:off x="5132074" y="1915342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6" name="data_1195">
            <a:extLst>
              <a:ext uri="{FF2B5EF4-FFF2-40B4-BE49-F238E27FC236}">
                <a16:creationId xmlns:a16="http://schemas.microsoft.com/office/drawing/2014/main" id="{EBCAFECA-CBD5-44E5-A0FE-E021D2190889}"/>
              </a:ext>
            </a:extLst>
          </p:cNvPr>
          <p:cNvSpPr>
            <a:spLocks/>
          </p:cNvSpPr>
          <p:nvPr/>
        </p:nvSpPr>
        <p:spPr>
          <a:xfrm>
            <a:off x="3974312" y="2701746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7" name="data_1196">
            <a:extLst>
              <a:ext uri="{FF2B5EF4-FFF2-40B4-BE49-F238E27FC236}">
                <a16:creationId xmlns:a16="http://schemas.microsoft.com/office/drawing/2014/main" id="{571E6F4C-3666-4FE9-B59B-1AF4FD93E2DA}"/>
              </a:ext>
            </a:extLst>
          </p:cNvPr>
          <p:cNvSpPr>
            <a:spLocks/>
          </p:cNvSpPr>
          <p:nvPr/>
        </p:nvSpPr>
        <p:spPr>
          <a:xfrm>
            <a:off x="4046995" y="2085460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8" name="data_1197">
            <a:extLst>
              <a:ext uri="{FF2B5EF4-FFF2-40B4-BE49-F238E27FC236}">
                <a16:creationId xmlns:a16="http://schemas.microsoft.com/office/drawing/2014/main" id="{C7D8E3B8-B7C9-480E-995A-9E1C23B74BC0}"/>
              </a:ext>
            </a:extLst>
          </p:cNvPr>
          <p:cNvSpPr>
            <a:spLocks/>
          </p:cNvSpPr>
          <p:nvPr/>
        </p:nvSpPr>
        <p:spPr>
          <a:xfrm>
            <a:off x="3974312" y="2161948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199" name="data_1198">
            <a:extLst>
              <a:ext uri="{FF2B5EF4-FFF2-40B4-BE49-F238E27FC236}">
                <a16:creationId xmlns:a16="http://schemas.microsoft.com/office/drawing/2014/main" id="{F22244E3-8DDF-4698-A542-AC8B05935CBE}"/>
              </a:ext>
            </a:extLst>
          </p:cNvPr>
          <p:cNvSpPr>
            <a:spLocks/>
          </p:cNvSpPr>
          <p:nvPr/>
        </p:nvSpPr>
        <p:spPr>
          <a:xfrm>
            <a:off x="3974312" y="2736091"/>
            <a:ext cx="63942" cy="63942"/>
          </a:xfrm>
          <a:prstGeom prst="ellipse">
            <a:avLst/>
          </a:prstGeom>
          <a:solidFill>
            <a:srgbClr val="21A68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0" name="data_1199">
            <a:extLst>
              <a:ext uri="{FF2B5EF4-FFF2-40B4-BE49-F238E27FC236}">
                <a16:creationId xmlns:a16="http://schemas.microsoft.com/office/drawing/2014/main" id="{C3C7B9A8-2EE9-4EFC-A203-4541ED07560E}"/>
              </a:ext>
            </a:extLst>
          </p:cNvPr>
          <p:cNvSpPr>
            <a:spLocks/>
          </p:cNvSpPr>
          <p:nvPr/>
        </p:nvSpPr>
        <p:spPr>
          <a:xfrm>
            <a:off x="4427885" y="2691508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1" name="data_1200">
            <a:extLst>
              <a:ext uri="{FF2B5EF4-FFF2-40B4-BE49-F238E27FC236}">
                <a16:creationId xmlns:a16="http://schemas.microsoft.com/office/drawing/2014/main" id="{70B1EB26-CB23-4CF5-8C67-B40538609B82}"/>
              </a:ext>
            </a:extLst>
          </p:cNvPr>
          <p:cNvSpPr>
            <a:spLocks/>
          </p:cNvSpPr>
          <p:nvPr/>
        </p:nvSpPr>
        <p:spPr>
          <a:xfrm>
            <a:off x="3974312" y="3306677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2" name="data_1201">
            <a:extLst>
              <a:ext uri="{FF2B5EF4-FFF2-40B4-BE49-F238E27FC236}">
                <a16:creationId xmlns:a16="http://schemas.microsoft.com/office/drawing/2014/main" id="{9072A606-B8BE-4BF3-A190-F0C5489A0CD3}"/>
              </a:ext>
            </a:extLst>
          </p:cNvPr>
          <p:cNvSpPr>
            <a:spLocks/>
          </p:cNvSpPr>
          <p:nvPr/>
        </p:nvSpPr>
        <p:spPr>
          <a:xfrm>
            <a:off x="4707902" y="2599326"/>
            <a:ext cx="63942" cy="63942"/>
          </a:xfrm>
          <a:prstGeom prst="ellipse">
            <a:avLst/>
          </a:prstGeom>
          <a:solidFill>
            <a:srgbClr val="46085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3" name="data_1202">
            <a:extLst>
              <a:ext uri="{FF2B5EF4-FFF2-40B4-BE49-F238E27FC236}">
                <a16:creationId xmlns:a16="http://schemas.microsoft.com/office/drawing/2014/main" id="{CAEB825E-1749-45D7-9467-9E9A08962A7F}"/>
              </a:ext>
            </a:extLst>
          </p:cNvPr>
          <p:cNvSpPr>
            <a:spLocks/>
          </p:cNvSpPr>
          <p:nvPr/>
        </p:nvSpPr>
        <p:spPr>
          <a:xfrm>
            <a:off x="4999382" y="1925790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4" name="data_1203">
            <a:extLst>
              <a:ext uri="{FF2B5EF4-FFF2-40B4-BE49-F238E27FC236}">
                <a16:creationId xmlns:a16="http://schemas.microsoft.com/office/drawing/2014/main" id="{14DC8012-0A5D-42B2-A64B-F36B3327E061}"/>
              </a:ext>
            </a:extLst>
          </p:cNvPr>
          <p:cNvSpPr>
            <a:spLocks/>
          </p:cNvSpPr>
          <p:nvPr/>
        </p:nvSpPr>
        <p:spPr>
          <a:xfrm>
            <a:off x="4288385" y="2280806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5" name="data_1204">
            <a:extLst>
              <a:ext uri="{FF2B5EF4-FFF2-40B4-BE49-F238E27FC236}">
                <a16:creationId xmlns:a16="http://schemas.microsoft.com/office/drawing/2014/main" id="{C3F38BE4-FBC1-499D-B209-0647814B39B8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8146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6" name="data_1205">
            <a:extLst>
              <a:ext uri="{FF2B5EF4-FFF2-40B4-BE49-F238E27FC236}">
                <a16:creationId xmlns:a16="http://schemas.microsoft.com/office/drawing/2014/main" id="{E1FE6FE6-C219-40B9-8442-433D2892C876}"/>
              </a:ext>
            </a:extLst>
          </p:cNvPr>
          <p:cNvSpPr>
            <a:spLocks/>
          </p:cNvSpPr>
          <p:nvPr/>
        </p:nvSpPr>
        <p:spPr>
          <a:xfrm>
            <a:off x="4279893" y="2436088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7" name="data_1206">
            <a:extLst>
              <a:ext uri="{FF2B5EF4-FFF2-40B4-BE49-F238E27FC236}">
                <a16:creationId xmlns:a16="http://schemas.microsoft.com/office/drawing/2014/main" id="{2BCFAF4F-5E11-48EB-B474-5213DD8A682A}"/>
              </a:ext>
            </a:extLst>
          </p:cNvPr>
          <p:cNvSpPr>
            <a:spLocks/>
          </p:cNvSpPr>
          <p:nvPr/>
        </p:nvSpPr>
        <p:spPr>
          <a:xfrm>
            <a:off x="4956134" y="2468573"/>
            <a:ext cx="63942" cy="63942"/>
          </a:xfrm>
          <a:prstGeom prst="ellipse">
            <a:avLst/>
          </a:prstGeom>
          <a:solidFill>
            <a:srgbClr val="258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8" name="data_1207">
            <a:extLst>
              <a:ext uri="{FF2B5EF4-FFF2-40B4-BE49-F238E27FC236}">
                <a16:creationId xmlns:a16="http://schemas.microsoft.com/office/drawing/2014/main" id="{90C90C2D-15B5-4F3C-A6EA-46E0F3FD27CB}"/>
              </a:ext>
            </a:extLst>
          </p:cNvPr>
          <p:cNvSpPr>
            <a:spLocks/>
          </p:cNvSpPr>
          <p:nvPr/>
        </p:nvSpPr>
        <p:spPr>
          <a:xfrm>
            <a:off x="4089070" y="2291524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09" name="data_1208">
            <a:extLst>
              <a:ext uri="{FF2B5EF4-FFF2-40B4-BE49-F238E27FC236}">
                <a16:creationId xmlns:a16="http://schemas.microsoft.com/office/drawing/2014/main" id="{FCBCB900-824D-411B-A1D0-DF1F42EE9EBC}"/>
              </a:ext>
            </a:extLst>
          </p:cNvPr>
          <p:cNvSpPr>
            <a:spLocks/>
          </p:cNvSpPr>
          <p:nvPr/>
        </p:nvSpPr>
        <p:spPr>
          <a:xfrm>
            <a:off x="4899286" y="2388470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0" name="data_1209">
            <a:extLst>
              <a:ext uri="{FF2B5EF4-FFF2-40B4-BE49-F238E27FC236}">
                <a16:creationId xmlns:a16="http://schemas.microsoft.com/office/drawing/2014/main" id="{C51B29A7-07C4-430A-8156-16A4F7C008DC}"/>
              </a:ext>
            </a:extLst>
          </p:cNvPr>
          <p:cNvSpPr>
            <a:spLocks/>
          </p:cNvSpPr>
          <p:nvPr/>
        </p:nvSpPr>
        <p:spPr>
          <a:xfrm>
            <a:off x="4601117" y="3334949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1" name="data_1210">
            <a:extLst>
              <a:ext uri="{FF2B5EF4-FFF2-40B4-BE49-F238E27FC236}">
                <a16:creationId xmlns:a16="http://schemas.microsoft.com/office/drawing/2014/main" id="{8635ED53-9CAC-4272-BE00-FEE5C468B6F5}"/>
              </a:ext>
            </a:extLst>
          </p:cNvPr>
          <p:cNvSpPr>
            <a:spLocks/>
          </p:cNvSpPr>
          <p:nvPr/>
        </p:nvSpPr>
        <p:spPr>
          <a:xfrm>
            <a:off x="4905473" y="1816678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2" name="data_1211">
            <a:extLst>
              <a:ext uri="{FF2B5EF4-FFF2-40B4-BE49-F238E27FC236}">
                <a16:creationId xmlns:a16="http://schemas.microsoft.com/office/drawing/2014/main" id="{5C87E39A-2D73-47D8-9AB2-5D79806DFB4D}"/>
              </a:ext>
            </a:extLst>
          </p:cNvPr>
          <p:cNvSpPr>
            <a:spLocks/>
          </p:cNvSpPr>
          <p:nvPr/>
        </p:nvSpPr>
        <p:spPr>
          <a:xfrm>
            <a:off x="5188800" y="2090819"/>
            <a:ext cx="63942" cy="63942"/>
          </a:xfrm>
          <a:prstGeom prst="ellipse">
            <a:avLst/>
          </a:prstGeom>
          <a:solidFill>
            <a:srgbClr val="4EC36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3" name="data_1212">
            <a:extLst>
              <a:ext uri="{FF2B5EF4-FFF2-40B4-BE49-F238E27FC236}">
                <a16:creationId xmlns:a16="http://schemas.microsoft.com/office/drawing/2014/main" id="{86C93ABE-5068-4D9F-B06E-986D7E608D52}"/>
              </a:ext>
            </a:extLst>
          </p:cNvPr>
          <p:cNvSpPr>
            <a:spLocks/>
          </p:cNvSpPr>
          <p:nvPr/>
        </p:nvSpPr>
        <p:spPr>
          <a:xfrm>
            <a:off x="4892250" y="1970197"/>
            <a:ext cx="63942" cy="63942"/>
          </a:xfrm>
          <a:prstGeom prst="ellipse">
            <a:avLst/>
          </a:prstGeom>
          <a:solidFill>
            <a:srgbClr val="3F47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4" name="data_1213">
            <a:extLst>
              <a:ext uri="{FF2B5EF4-FFF2-40B4-BE49-F238E27FC236}">
                <a16:creationId xmlns:a16="http://schemas.microsoft.com/office/drawing/2014/main" id="{76AB1EBD-E8B4-4848-9CDA-541D9927F2AA}"/>
              </a:ext>
            </a:extLst>
          </p:cNvPr>
          <p:cNvSpPr>
            <a:spLocks/>
          </p:cNvSpPr>
          <p:nvPr/>
        </p:nvSpPr>
        <p:spPr>
          <a:xfrm>
            <a:off x="4743414" y="2385347"/>
            <a:ext cx="63942" cy="63942"/>
          </a:xfrm>
          <a:prstGeom prst="ellipse">
            <a:avLst/>
          </a:prstGeom>
          <a:solidFill>
            <a:srgbClr val="3955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5" name="data_1214">
            <a:extLst>
              <a:ext uri="{FF2B5EF4-FFF2-40B4-BE49-F238E27FC236}">
                <a16:creationId xmlns:a16="http://schemas.microsoft.com/office/drawing/2014/main" id="{118E16A0-D49F-49A1-ADB7-559E3A8E30C9}"/>
              </a:ext>
            </a:extLst>
          </p:cNvPr>
          <p:cNvSpPr>
            <a:spLocks/>
          </p:cNvSpPr>
          <p:nvPr/>
        </p:nvSpPr>
        <p:spPr>
          <a:xfrm>
            <a:off x="3974312" y="1719546"/>
            <a:ext cx="63942" cy="63942"/>
          </a:xfrm>
          <a:prstGeom prst="ellipse">
            <a:avLst/>
          </a:prstGeom>
          <a:solidFill>
            <a:srgbClr val="287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6" name="data_1215">
            <a:extLst>
              <a:ext uri="{FF2B5EF4-FFF2-40B4-BE49-F238E27FC236}">
                <a16:creationId xmlns:a16="http://schemas.microsoft.com/office/drawing/2014/main" id="{DB297F32-EB65-4C45-9F9F-7CE98DF964E8}"/>
              </a:ext>
            </a:extLst>
          </p:cNvPr>
          <p:cNvSpPr>
            <a:spLocks/>
          </p:cNvSpPr>
          <p:nvPr/>
        </p:nvSpPr>
        <p:spPr>
          <a:xfrm>
            <a:off x="3974312" y="2360319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7" name="data_1216">
            <a:extLst>
              <a:ext uri="{FF2B5EF4-FFF2-40B4-BE49-F238E27FC236}">
                <a16:creationId xmlns:a16="http://schemas.microsoft.com/office/drawing/2014/main" id="{68865BF9-E62F-4ED9-A76A-95FC3C5D9F2E}"/>
              </a:ext>
            </a:extLst>
          </p:cNvPr>
          <p:cNvSpPr>
            <a:spLocks/>
          </p:cNvSpPr>
          <p:nvPr/>
        </p:nvSpPr>
        <p:spPr>
          <a:xfrm>
            <a:off x="3974312" y="3104610"/>
            <a:ext cx="63942" cy="63942"/>
          </a:xfrm>
          <a:prstGeom prst="ellipse">
            <a:avLst/>
          </a:prstGeom>
          <a:solidFill>
            <a:srgbClr val="472C7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8" name="data_1217">
            <a:extLst>
              <a:ext uri="{FF2B5EF4-FFF2-40B4-BE49-F238E27FC236}">
                <a16:creationId xmlns:a16="http://schemas.microsoft.com/office/drawing/2014/main" id="{CC77FFB3-1BBF-4831-B704-468813B7D7D2}"/>
              </a:ext>
            </a:extLst>
          </p:cNvPr>
          <p:cNvSpPr>
            <a:spLocks/>
          </p:cNvSpPr>
          <p:nvPr/>
        </p:nvSpPr>
        <p:spPr>
          <a:xfrm>
            <a:off x="4980475" y="3135629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19" name="data_1218">
            <a:extLst>
              <a:ext uri="{FF2B5EF4-FFF2-40B4-BE49-F238E27FC236}">
                <a16:creationId xmlns:a16="http://schemas.microsoft.com/office/drawing/2014/main" id="{A6F30085-98CE-4922-97EE-69B16092543C}"/>
              </a:ext>
            </a:extLst>
          </p:cNvPr>
          <p:cNvSpPr>
            <a:spLocks/>
          </p:cNvSpPr>
          <p:nvPr/>
        </p:nvSpPr>
        <p:spPr>
          <a:xfrm>
            <a:off x="4066901" y="2637646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0" name="data_1219">
            <a:extLst>
              <a:ext uri="{FF2B5EF4-FFF2-40B4-BE49-F238E27FC236}">
                <a16:creationId xmlns:a16="http://schemas.microsoft.com/office/drawing/2014/main" id="{26D334D3-E93A-4CD9-B58A-D03C62BAEB85}"/>
              </a:ext>
            </a:extLst>
          </p:cNvPr>
          <p:cNvSpPr>
            <a:spLocks/>
          </p:cNvSpPr>
          <p:nvPr/>
        </p:nvSpPr>
        <p:spPr>
          <a:xfrm>
            <a:off x="3974312" y="2901454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1" name="data_1220">
            <a:extLst>
              <a:ext uri="{FF2B5EF4-FFF2-40B4-BE49-F238E27FC236}">
                <a16:creationId xmlns:a16="http://schemas.microsoft.com/office/drawing/2014/main" id="{18DC423A-A6F0-4B79-BF1F-89EB5218AFA5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3955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2" name="data_1221">
            <a:extLst>
              <a:ext uri="{FF2B5EF4-FFF2-40B4-BE49-F238E27FC236}">
                <a16:creationId xmlns:a16="http://schemas.microsoft.com/office/drawing/2014/main" id="{01A25674-BE1A-4389-B69E-D7DABBE22FEB}"/>
              </a:ext>
            </a:extLst>
          </p:cNvPr>
          <p:cNvSpPr>
            <a:spLocks/>
          </p:cNvSpPr>
          <p:nvPr/>
        </p:nvSpPr>
        <p:spPr>
          <a:xfrm>
            <a:off x="5044206" y="2204068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3" name="data_1222">
            <a:extLst>
              <a:ext uri="{FF2B5EF4-FFF2-40B4-BE49-F238E27FC236}">
                <a16:creationId xmlns:a16="http://schemas.microsoft.com/office/drawing/2014/main" id="{1AB8A0A2-1C5C-4C8A-B1E0-6B127CD48451}"/>
              </a:ext>
            </a:extLst>
          </p:cNvPr>
          <p:cNvSpPr>
            <a:spLocks/>
          </p:cNvSpPr>
          <p:nvPr/>
        </p:nvSpPr>
        <p:spPr>
          <a:xfrm>
            <a:off x="3974312" y="2854662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4" name="data_1223">
            <a:extLst>
              <a:ext uri="{FF2B5EF4-FFF2-40B4-BE49-F238E27FC236}">
                <a16:creationId xmlns:a16="http://schemas.microsoft.com/office/drawing/2014/main" id="{DEF442D8-DDA3-4954-85CD-561741257CE6}"/>
              </a:ext>
            </a:extLst>
          </p:cNvPr>
          <p:cNvSpPr>
            <a:spLocks/>
          </p:cNvSpPr>
          <p:nvPr/>
        </p:nvSpPr>
        <p:spPr>
          <a:xfrm>
            <a:off x="4914620" y="1823107"/>
            <a:ext cx="63942" cy="63942"/>
          </a:xfrm>
          <a:prstGeom prst="ellipse">
            <a:avLst/>
          </a:prstGeom>
          <a:solidFill>
            <a:srgbClr val="2F6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5" name="data_1224">
            <a:extLst>
              <a:ext uri="{FF2B5EF4-FFF2-40B4-BE49-F238E27FC236}">
                <a16:creationId xmlns:a16="http://schemas.microsoft.com/office/drawing/2014/main" id="{DFD12C79-A451-4A59-8A07-6BABD3A8749B}"/>
              </a:ext>
            </a:extLst>
          </p:cNvPr>
          <p:cNvSpPr>
            <a:spLocks/>
          </p:cNvSpPr>
          <p:nvPr/>
        </p:nvSpPr>
        <p:spPr>
          <a:xfrm>
            <a:off x="4726162" y="2717358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6" name="data_1225">
            <a:extLst>
              <a:ext uri="{FF2B5EF4-FFF2-40B4-BE49-F238E27FC236}">
                <a16:creationId xmlns:a16="http://schemas.microsoft.com/office/drawing/2014/main" id="{8F6000EB-8E80-429E-AB97-A8BC465416D1}"/>
              </a:ext>
            </a:extLst>
          </p:cNvPr>
          <p:cNvSpPr>
            <a:spLocks/>
          </p:cNvSpPr>
          <p:nvPr/>
        </p:nvSpPr>
        <p:spPr>
          <a:xfrm>
            <a:off x="4092151" y="2456698"/>
            <a:ext cx="63942" cy="63942"/>
          </a:xfrm>
          <a:prstGeom prst="ellipse">
            <a:avLst/>
          </a:prstGeom>
          <a:solidFill>
            <a:srgbClr val="3E4A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7" name="data_1226">
            <a:extLst>
              <a:ext uri="{FF2B5EF4-FFF2-40B4-BE49-F238E27FC236}">
                <a16:creationId xmlns:a16="http://schemas.microsoft.com/office/drawing/2014/main" id="{3F6FCB1E-F1CF-4E7E-A9FB-25C499075782}"/>
              </a:ext>
            </a:extLst>
          </p:cNvPr>
          <p:cNvSpPr>
            <a:spLocks/>
          </p:cNvSpPr>
          <p:nvPr/>
        </p:nvSpPr>
        <p:spPr>
          <a:xfrm>
            <a:off x="4284733" y="2081022"/>
            <a:ext cx="63942" cy="63942"/>
          </a:xfrm>
          <a:prstGeom prst="ellipse">
            <a:avLst/>
          </a:prstGeom>
          <a:solidFill>
            <a:srgbClr val="2AB07F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8" name="data_1227">
            <a:extLst>
              <a:ext uri="{FF2B5EF4-FFF2-40B4-BE49-F238E27FC236}">
                <a16:creationId xmlns:a16="http://schemas.microsoft.com/office/drawing/2014/main" id="{A2B4FDC4-9963-4A9F-B405-4520BB0F8733}"/>
              </a:ext>
            </a:extLst>
          </p:cNvPr>
          <p:cNvSpPr>
            <a:spLocks/>
          </p:cNvSpPr>
          <p:nvPr/>
        </p:nvSpPr>
        <p:spPr>
          <a:xfrm>
            <a:off x="4468474" y="2879017"/>
            <a:ext cx="63942" cy="63942"/>
          </a:xfrm>
          <a:prstGeom prst="ellipse">
            <a:avLst/>
          </a:prstGeom>
          <a:solidFill>
            <a:srgbClr val="41448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29" name="data_1228">
            <a:extLst>
              <a:ext uri="{FF2B5EF4-FFF2-40B4-BE49-F238E27FC236}">
                <a16:creationId xmlns:a16="http://schemas.microsoft.com/office/drawing/2014/main" id="{2DDB1CD3-C434-4F36-B7A5-25BADD94BC09}"/>
              </a:ext>
            </a:extLst>
          </p:cNvPr>
          <p:cNvSpPr>
            <a:spLocks/>
          </p:cNvSpPr>
          <p:nvPr/>
        </p:nvSpPr>
        <p:spPr>
          <a:xfrm>
            <a:off x="4240194" y="2981460"/>
            <a:ext cx="63942" cy="63942"/>
          </a:xfrm>
          <a:prstGeom prst="ellipse">
            <a:avLst/>
          </a:prstGeom>
          <a:solidFill>
            <a:srgbClr val="460A5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0" name="data_1229">
            <a:extLst>
              <a:ext uri="{FF2B5EF4-FFF2-40B4-BE49-F238E27FC236}">
                <a16:creationId xmlns:a16="http://schemas.microsoft.com/office/drawing/2014/main" id="{F2524CCD-2BAE-4D3B-A288-CFFCCBF5BC8B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8287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1" name="data_1230">
            <a:extLst>
              <a:ext uri="{FF2B5EF4-FFF2-40B4-BE49-F238E27FC236}">
                <a16:creationId xmlns:a16="http://schemas.microsoft.com/office/drawing/2014/main" id="{2B1041FB-A93C-40C5-9493-8ECACA672EAF}"/>
              </a:ext>
            </a:extLst>
          </p:cNvPr>
          <p:cNvSpPr>
            <a:spLocks/>
          </p:cNvSpPr>
          <p:nvPr/>
        </p:nvSpPr>
        <p:spPr>
          <a:xfrm>
            <a:off x="5214475" y="1962935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2" name="data_1231">
            <a:extLst>
              <a:ext uri="{FF2B5EF4-FFF2-40B4-BE49-F238E27FC236}">
                <a16:creationId xmlns:a16="http://schemas.microsoft.com/office/drawing/2014/main" id="{5A8CFFEE-35C5-46B0-A3E3-457D35F867A8}"/>
              </a:ext>
            </a:extLst>
          </p:cNvPr>
          <p:cNvSpPr>
            <a:spLocks/>
          </p:cNvSpPr>
          <p:nvPr/>
        </p:nvSpPr>
        <p:spPr>
          <a:xfrm>
            <a:off x="4035969" y="2165842"/>
            <a:ext cx="63942" cy="63942"/>
          </a:xfrm>
          <a:prstGeom prst="ellipse">
            <a:avLst/>
          </a:prstGeom>
          <a:solidFill>
            <a:srgbClr val="228C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3" name="data_1232">
            <a:extLst>
              <a:ext uri="{FF2B5EF4-FFF2-40B4-BE49-F238E27FC236}">
                <a16:creationId xmlns:a16="http://schemas.microsoft.com/office/drawing/2014/main" id="{6AFAAB23-D594-4C88-86E9-85923F1CF2EC}"/>
              </a:ext>
            </a:extLst>
          </p:cNvPr>
          <p:cNvSpPr>
            <a:spLocks/>
          </p:cNvSpPr>
          <p:nvPr/>
        </p:nvSpPr>
        <p:spPr>
          <a:xfrm>
            <a:off x="3975466" y="2025123"/>
            <a:ext cx="63942" cy="63942"/>
          </a:xfrm>
          <a:prstGeom prst="ellipse">
            <a:avLst/>
          </a:prstGeom>
          <a:solidFill>
            <a:srgbClr val="218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4" name="data_1233">
            <a:extLst>
              <a:ext uri="{FF2B5EF4-FFF2-40B4-BE49-F238E27FC236}">
                <a16:creationId xmlns:a16="http://schemas.microsoft.com/office/drawing/2014/main" id="{5E035D19-627B-42E0-B9F3-3DD5EE1D500D}"/>
              </a:ext>
            </a:extLst>
          </p:cNvPr>
          <p:cNvSpPr>
            <a:spLocks/>
          </p:cNvSpPr>
          <p:nvPr/>
        </p:nvSpPr>
        <p:spPr>
          <a:xfrm>
            <a:off x="5185590" y="1896467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5" name="data_1234">
            <a:extLst>
              <a:ext uri="{FF2B5EF4-FFF2-40B4-BE49-F238E27FC236}">
                <a16:creationId xmlns:a16="http://schemas.microsoft.com/office/drawing/2014/main" id="{6692AFD6-86D0-4EEA-BACA-8FAA12460F1D}"/>
              </a:ext>
            </a:extLst>
          </p:cNvPr>
          <p:cNvSpPr>
            <a:spLocks/>
          </p:cNvSpPr>
          <p:nvPr/>
        </p:nvSpPr>
        <p:spPr>
          <a:xfrm>
            <a:off x="4851296" y="3447239"/>
            <a:ext cx="63942" cy="63942"/>
          </a:xfrm>
          <a:prstGeom prst="ellipse">
            <a:avLst/>
          </a:prstGeom>
          <a:solidFill>
            <a:srgbClr val="3265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6" name="data_1235">
            <a:extLst>
              <a:ext uri="{FF2B5EF4-FFF2-40B4-BE49-F238E27FC236}">
                <a16:creationId xmlns:a16="http://schemas.microsoft.com/office/drawing/2014/main" id="{EED461BE-5CCD-41B6-A3D9-0AD3960D83C5}"/>
              </a:ext>
            </a:extLst>
          </p:cNvPr>
          <p:cNvSpPr>
            <a:spLocks/>
          </p:cNvSpPr>
          <p:nvPr/>
        </p:nvSpPr>
        <p:spPr>
          <a:xfrm>
            <a:off x="5112544" y="2031247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7" name="data_1236">
            <a:extLst>
              <a:ext uri="{FF2B5EF4-FFF2-40B4-BE49-F238E27FC236}">
                <a16:creationId xmlns:a16="http://schemas.microsoft.com/office/drawing/2014/main" id="{E4C34529-6274-4CBD-BB4E-0D4ED34D3E0B}"/>
              </a:ext>
            </a:extLst>
          </p:cNvPr>
          <p:cNvSpPr>
            <a:spLocks/>
          </p:cNvSpPr>
          <p:nvPr/>
        </p:nvSpPr>
        <p:spPr>
          <a:xfrm>
            <a:off x="4003460" y="2132098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8" name="data_1237">
            <a:extLst>
              <a:ext uri="{FF2B5EF4-FFF2-40B4-BE49-F238E27FC236}">
                <a16:creationId xmlns:a16="http://schemas.microsoft.com/office/drawing/2014/main" id="{B6A725E9-460F-493F-A527-B6E7114E2167}"/>
              </a:ext>
            </a:extLst>
          </p:cNvPr>
          <p:cNvSpPr>
            <a:spLocks/>
          </p:cNvSpPr>
          <p:nvPr/>
        </p:nvSpPr>
        <p:spPr>
          <a:xfrm>
            <a:off x="5392950" y="1810821"/>
            <a:ext cx="63942" cy="63942"/>
          </a:xfrm>
          <a:prstGeom prst="ellipse">
            <a:avLst/>
          </a:prstGeom>
          <a:solidFill>
            <a:srgbClr val="228B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39" name="data_1238">
            <a:extLst>
              <a:ext uri="{FF2B5EF4-FFF2-40B4-BE49-F238E27FC236}">
                <a16:creationId xmlns:a16="http://schemas.microsoft.com/office/drawing/2014/main" id="{19FF307A-6520-4790-BA86-EA679999FC80}"/>
              </a:ext>
            </a:extLst>
          </p:cNvPr>
          <p:cNvSpPr>
            <a:spLocks/>
          </p:cNvSpPr>
          <p:nvPr/>
        </p:nvSpPr>
        <p:spPr>
          <a:xfrm>
            <a:off x="4761470" y="2922186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0" name="data_1239">
            <a:extLst>
              <a:ext uri="{FF2B5EF4-FFF2-40B4-BE49-F238E27FC236}">
                <a16:creationId xmlns:a16="http://schemas.microsoft.com/office/drawing/2014/main" id="{6EDFA53C-D1F7-44F7-9F85-0801B444F9C4}"/>
              </a:ext>
            </a:extLst>
          </p:cNvPr>
          <p:cNvSpPr>
            <a:spLocks/>
          </p:cNvSpPr>
          <p:nvPr/>
        </p:nvSpPr>
        <p:spPr>
          <a:xfrm>
            <a:off x="3974312" y="2535039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1" name="data_1240">
            <a:extLst>
              <a:ext uri="{FF2B5EF4-FFF2-40B4-BE49-F238E27FC236}">
                <a16:creationId xmlns:a16="http://schemas.microsoft.com/office/drawing/2014/main" id="{5643C1BE-21CB-481A-9797-6208BB3A1662}"/>
              </a:ext>
            </a:extLst>
          </p:cNvPr>
          <p:cNvSpPr>
            <a:spLocks/>
          </p:cNvSpPr>
          <p:nvPr/>
        </p:nvSpPr>
        <p:spPr>
          <a:xfrm>
            <a:off x="3974312" y="1683113"/>
            <a:ext cx="63942" cy="63942"/>
          </a:xfrm>
          <a:prstGeom prst="ellipse">
            <a:avLst/>
          </a:prstGeom>
          <a:solidFill>
            <a:srgbClr val="3461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2" name="data_1241">
            <a:extLst>
              <a:ext uri="{FF2B5EF4-FFF2-40B4-BE49-F238E27FC236}">
                <a16:creationId xmlns:a16="http://schemas.microsoft.com/office/drawing/2014/main" id="{EEA66EF0-6D04-418E-9D7E-6912891662A1}"/>
              </a:ext>
            </a:extLst>
          </p:cNvPr>
          <p:cNvSpPr>
            <a:spLocks/>
          </p:cNvSpPr>
          <p:nvPr/>
        </p:nvSpPr>
        <p:spPr>
          <a:xfrm>
            <a:off x="3974312" y="3186318"/>
            <a:ext cx="63942" cy="63942"/>
          </a:xfrm>
          <a:prstGeom prst="ellipse">
            <a:avLst/>
          </a:prstGeom>
          <a:solidFill>
            <a:srgbClr val="22A884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3" name="data_1242">
            <a:extLst>
              <a:ext uri="{FF2B5EF4-FFF2-40B4-BE49-F238E27FC236}">
                <a16:creationId xmlns:a16="http://schemas.microsoft.com/office/drawing/2014/main" id="{DB9CEA53-8746-467F-A2C8-FDCD0E668D47}"/>
              </a:ext>
            </a:extLst>
          </p:cNvPr>
          <p:cNvSpPr>
            <a:spLocks/>
          </p:cNvSpPr>
          <p:nvPr/>
        </p:nvSpPr>
        <p:spPr>
          <a:xfrm>
            <a:off x="5113347" y="1870031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4" name="data_1243">
            <a:extLst>
              <a:ext uri="{FF2B5EF4-FFF2-40B4-BE49-F238E27FC236}">
                <a16:creationId xmlns:a16="http://schemas.microsoft.com/office/drawing/2014/main" id="{05703F7B-C213-4FF6-AFFA-73FF10CE93E7}"/>
              </a:ext>
            </a:extLst>
          </p:cNvPr>
          <p:cNvSpPr>
            <a:spLocks/>
          </p:cNvSpPr>
          <p:nvPr/>
        </p:nvSpPr>
        <p:spPr>
          <a:xfrm>
            <a:off x="3974312" y="2774384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5" name="data_1244">
            <a:extLst>
              <a:ext uri="{FF2B5EF4-FFF2-40B4-BE49-F238E27FC236}">
                <a16:creationId xmlns:a16="http://schemas.microsoft.com/office/drawing/2014/main" id="{A69EC620-ABF7-4AEF-A60A-D06290598CC0}"/>
              </a:ext>
            </a:extLst>
          </p:cNvPr>
          <p:cNvSpPr>
            <a:spLocks/>
          </p:cNvSpPr>
          <p:nvPr/>
        </p:nvSpPr>
        <p:spPr>
          <a:xfrm>
            <a:off x="4097406" y="3077695"/>
            <a:ext cx="63942" cy="63942"/>
          </a:xfrm>
          <a:prstGeom prst="ellipse">
            <a:avLst/>
          </a:prstGeom>
          <a:solidFill>
            <a:srgbClr val="3461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6" name="data_1245">
            <a:extLst>
              <a:ext uri="{FF2B5EF4-FFF2-40B4-BE49-F238E27FC236}">
                <a16:creationId xmlns:a16="http://schemas.microsoft.com/office/drawing/2014/main" id="{FB0B8795-2592-4427-A640-DC298929E595}"/>
              </a:ext>
            </a:extLst>
          </p:cNvPr>
          <p:cNvSpPr>
            <a:spLocks/>
          </p:cNvSpPr>
          <p:nvPr/>
        </p:nvSpPr>
        <p:spPr>
          <a:xfrm>
            <a:off x="3974312" y="1713434"/>
            <a:ext cx="63942" cy="63942"/>
          </a:xfrm>
          <a:prstGeom prst="ellipse">
            <a:avLst/>
          </a:prstGeom>
          <a:solidFill>
            <a:srgbClr val="3955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7" name="data_1246">
            <a:extLst>
              <a:ext uri="{FF2B5EF4-FFF2-40B4-BE49-F238E27FC236}">
                <a16:creationId xmlns:a16="http://schemas.microsoft.com/office/drawing/2014/main" id="{10ADCB16-28F9-4C67-BB4E-F0C0761DF17F}"/>
              </a:ext>
            </a:extLst>
          </p:cNvPr>
          <p:cNvSpPr>
            <a:spLocks/>
          </p:cNvSpPr>
          <p:nvPr/>
        </p:nvSpPr>
        <p:spPr>
          <a:xfrm>
            <a:off x="4454923" y="1978265"/>
            <a:ext cx="63942" cy="63942"/>
          </a:xfrm>
          <a:prstGeom prst="ellipse">
            <a:avLst/>
          </a:prstGeom>
          <a:solidFill>
            <a:srgbClr val="218E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8" name="data_1247">
            <a:extLst>
              <a:ext uri="{FF2B5EF4-FFF2-40B4-BE49-F238E27FC236}">
                <a16:creationId xmlns:a16="http://schemas.microsoft.com/office/drawing/2014/main" id="{255C33B9-9D2C-4FC0-B3A0-4179C6AD8969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72F7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49" name="data_1248">
            <a:extLst>
              <a:ext uri="{FF2B5EF4-FFF2-40B4-BE49-F238E27FC236}">
                <a16:creationId xmlns:a16="http://schemas.microsoft.com/office/drawing/2014/main" id="{88944D1C-76C9-44B8-A4A5-CB01DD7A35DF}"/>
              </a:ext>
            </a:extLst>
          </p:cNvPr>
          <p:cNvSpPr>
            <a:spLocks/>
          </p:cNvSpPr>
          <p:nvPr/>
        </p:nvSpPr>
        <p:spPr>
          <a:xfrm>
            <a:off x="4457463" y="2727104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0" name="data_1249">
            <a:extLst>
              <a:ext uri="{FF2B5EF4-FFF2-40B4-BE49-F238E27FC236}">
                <a16:creationId xmlns:a16="http://schemas.microsoft.com/office/drawing/2014/main" id="{E81605AF-14A3-49D2-AAD2-D61D05674434}"/>
              </a:ext>
            </a:extLst>
          </p:cNvPr>
          <p:cNvSpPr>
            <a:spLocks/>
          </p:cNvSpPr>
          <p:nvPr/>
        </p:nvSpPr>
        <p:spPr>
          <a:xfrm>
            <a:off x="3974312" y="2637846"/>
            <a:ext cx="63942" cy="63942"/>
          </a:xfrm>
          <a:prstGeom prst="ellipse">
            <a:avLst/>
          </a:prstGeom>
          <a:solidFill>
            <a:srgbClr val="287D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1" name="data_1250">
            <a:extLst>
              <a:ext uri="{FF2B5EF4-FFF2-40B4-BE49-F238E27FC236}">
                <a16:creationId xmlns:a16="http://schemas.microsoft.com/office/drawing/2014/main" id="{83AD5C07-147E-4712-93FC-4D7A1633D361}"/>
              </a:ext>
            </a:extLst>
          </p:cNvPr>
          <p:cNvSpPr>
            <a:spLocks/>
          </p:cNvSpPr>
          <p:nvPr/>
        </p:nvSpPr>
        <p:spPr>
          <a:xfrm>
            <a:off x="4779087" y="2757297"/>
            <a:ext cx="63942" cy="63942"/>
          </a:xfrm>
          <a:prstGeom prst="ellipse">
            <a:avLst/>
          </a:prstGeom>
          <a:solidFill>
            <a:srgbClr val="297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2" name="data_1251">
            <a:extLst>
              <a:ext uri="{FF2B5EF4-FFF2-40B4-BE49-F238E27FC236}">
                <a16:creationId xmlns:a16="http://schemas.microsoft.com/office/drawing/2014/main" id="{37F2A644-2AE9-4A7D-A031-07EA09CD2E2B}"/>
              </a:ext>
            </a:extLst>
          </p:cNvPr>
          <p:cNvSpPr>
            <a:spLocks/>
          </p:cNvSpPr>
          <p:nvPr/>
        </p:nvSpPr>
        <p:spPr>
          <a:xfrm>
            <a:off x="4303418" y="3447239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3" name="data_1252">
            <a:extLst>
              <a:ext uri="{FF2B5EF4-FFF2-40B4-BE49-F238E27FC236}">
                <a16:creationId xmlns:a16="http://schemas.microsoft.com/office/drawing/2014/main" id="{F3D93E72-594F-4AE7-8482-8A0401A4BA1A}"/>
              </a:ext>
            </a:extLst>
          </p:cNvPr>
          <p:cNvSpPr>
            <a:spLocks/>
          </p:cNvSpPr>
          <p:nvPr/>
        </p:nvSpPr>
        <p:spPr>
          <a:xfrm>
            <a:off x="4948790" y="2378633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4" name="data_1253">
            <a:extLst>
              <a:ext uri="{FF2B5EF4-FFF2-40B4-BE49-F238E27FC236}">
                <a16:creationId xmlns:a16="http://schemas.microsoft.com/office/drawing/2014/main" id="{781EE538-9E42-4CA7-A4DD-0925C1F65742}"/>
              </a:ext>
            </a:extLst>
          </p:cNvPr>
          <p:cNvSpPr>
            <a:spLocks/>
          </p:cNvSpPr>
          <p:nvPr/>
        </p:nvSpPr>
        <p:spPr>
          <a:xfrm>
            <a:off x="5409432" y="1884783"/>
            <a:ext cx="63942" cy="63942"/>
          </a:xfrm>
          <a:prstGeom prst="ellipse">
            <a:avLst/>
          </a:prstGeom>
          <a:solidFill>
            <a:srgbClr val="287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5" name="data_1254">
            <a:extLst>
              <a:ext uri="{FF2B5EF4-FFF2-40B4-BE49-F238E27FC236}">
                <a16:creationId xmlns:a16="http://schemas.microsoft.com/office/drawing/2014/main" id="{8225642B-F84D-4874-B52C-C8C3B79B746F}"/>
              </a:ext>
            </a:extLst>
          </p:cNvPr>
          <p:cNvSpPr>
            <a:spLocks/>
          </p:cNvSpPr>
          <p:nvPr/>
        </p:nvSpPr>
        <p:spPr>
          <a:xfrm>
            <a:off x="3989932" y="3134091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6" name="data_1255">
            <a:extLst>
              <a:ext uri="{FF2B5EF4-FFF2-40B4-BE49-F238E27FC236}">
                <a16:creationId xmlns:a16="http://schemas.microsoft.com/office/drawing/2014/main" id="{970526AE-33BA-48AC-AFA1-1476DC253F0E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3E49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7" name="data_1256">
            <a:extLst>
              <a:ext uri="{FF2B5EF4-FFF2-40B4-BE49-F238E27FC236}">
                <a16:creationId xmlns:a16="http://schemas.microsoft.com/office/drawing/2014/main" id="{CE4D6242-B48B-4784-9C5A-4BE1F10DEF3B}"/>
              </a:ext>
            </a:extLst>
          </p:cNvPr>
          <p:cNvSpPr>
            <a:spLocks/>
          </p:cNvSpPr>
          <p:nvPr/>
        </p:nvSpPr>
        <p:spPr>
          <a:xfrm>
            <a:off x="4574741" y="344723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8" name="data_1257">
            <a:extLst>
              <a:ext uri="{FF2B5EF4-FFF2-40B4-BE49-F238E27FC236}">
                <a16:creationId xmlns:a16="http://schemas.microsoft.com/office/drawing/2014/main" id="{65D67D63-3625-42FF-9825-6AB1B29C0443}"/>
              </a:ext>
            </a:extLst>
          </p:cNvPr>
          <p:cNvSpPr>
            <a:spLocks/>
          </p:cNvSpPr>
          <p:nvPr/>
        </p:nvSpPr>
        <p:spPr>
          <a:xfrm>
            <a:off x="4248681" y="2834696"/>
            <a:ext cx="63942" cy="63942"/>
          </a:xfrm>
          <a:prstGeom prst="ellipse">
            <a:avLst/>
          </a:prstGeom>
          <a:solidFill>
            <a:srgbClr val="28AE80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59" name="data_1258">
            <a:extLst>
              <a:ext uri="{FF2B5EF4-FFF2-40B4-BE49-F238E27FC236}">
                <a16:creationId xmlns:a16="http://schemas.microsoft.com/office/drawing/2014/main" id="{669361C9-FFBC-4609-97F4-79E78259EC92}"/>
              </a:ext>
            </a:extLst>
          </p:cNvPr>
          <p:cNvSpPr>
            <a:spLocks/>
          </p:cNvSpPr>
          <p:nvPr/>
        </p:nvSpPr>
        <p:spPr>
          <a:xfrm>
            <a:off x="4120550" y="2911337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0" name="data_1259">
            <a:extLst>
              <a:ext uri="{FF2B5EF4-FFF2-40B4-BE49-F238E27FC236}">
                <a16:creationId xmlns:a16="http://schemas.microsoft.com/office/drawing/2014/main" id="{B8D731C4-CAA3-4E04-971B-58110EF922F0}"/>
              </a:ext>
            </a:extLst>
          </p:cNvPr>
          <p:cNvSpPr>
            <a:spLocks/>
          </p:cNvSpPr>
          <p:nvPr/>
        </p:nvSpPr>
        <p:spPr>
          <a:xfrm>
            <a:off x="4845369" y="1815090"/>
            <a:ext cx="63942" cy="63942"/>
          </a:xfrm>
          <a:prstGeom prst="ellipse">
            <a:avLst/>
          </a:prstGeom>
          <a:solidFill>
            <a:srgbClr val="34B67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1" name="data_1260">
            <a:extLst>
              <a:ext uri="{FF2B5EF4-FFF2-40B4-BE49-F238E27FC236}">
                <a16:creationId xmlns:a16="http://schemas.microsoft.com/office/drawing/2014/main" id="{EC072160-5E03-4EE4-B896-C79BF1FE0906}"/>
              </a:ext>
            </a:extLst>
          </p:cNvPr>
          <p:cNvSpPr>
            <a:spLocks/>
          </p:cNvSpPr>
          <p:nvPr/>
        </p:nvSpPr>
        <p:spPr>
          <a:xfrm>
            <a:off x="5174562" y="2188716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2" name="data_1261">
            <a:extLst>
              <a:ext uri="{FF2B5EF4-FFF2-40B4-BE49-F238E27FC236}">
                <a16:creationId xmlns:a16="http://schemas.microsoft.com/office/drawing/2014/main" id="{181BE606-8F84-4FAE-ACB8-A90CCA38F4F9}"/>
              </a:ext>
            </a:extLst>
          </p:cNvPr>
          <p:cNvSpPr>
            <a:spLocks/>
          </p:cNvSpPr>
          <p:nvPr/>
        </p:nvSpPr>
        <p:spPr>
          <a:xfrm>
            <a:off x="3974312" y="2725319"/>
            <a:ext cx="63942" cy="63942"/>
          </a:xfrm>
          <a:prstGeom prst="ellipse">
            <a:avLst/>
          </a:prstGeom>
          <a:solidFill>
            <a:srgbClr val="3859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3" name="data_1262">
            <a:extLst>
              <a:ext uri="{FF2B5EF4-FFF2-40B4-BE49-F238E27FC236}">
                <a16:creationId xmlns:a16="http://schemas.microsoft.com/office/drawing/2014/main" id="{2CEF337E-81A1-4A39-AEAD-9535895A47FC}"/>
              </a:ext>
            </a:extLst>
          </p:cNvPr>
          <p:cNvSpPr>
            <a:spLocks/>
          </p:cNvSpPr>
          <p:nvPr/>
        </p:nvSpPr>
        <p:spPr>
          <a:xfrm>
            <a:off x="4702103" y="2628151"/>
            <a:ext cx="63942" cy="63942"/>
          </a:xfrm>
          <a:prstGeom prst="ellipse">
            <a:avLst/>
          </a:prstGeom>
          <a:solidFill>
            <a:srgbClr val="46327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4" name="data_1263">
            <a:extLst>
              <a:ext uri="{FF2B5EF4-FFF2-40B4-BE49-F238E27FC236}">
                <a16:creationId xmlns:a16="http://schemas.microsoft.com/office/drawing/2014/main" id="{809EF16C-0656-4938-AC4B-C10C677827A9}"/>
              </a:ext>
            </a:extLst>
          </p:cNvPr>
          <p:cNvSpPr>
            <a:spLocks/>
          </p:cNvSpPr>
          <p:nvPr/>
        </p:nvSpPr>
        <p:spPr>
          <a:xfrm>
            <a:off x="4531924" y="2877770"/>
            <a:ext cx="63942" cy="63942"/>
          </a:xfrm>
          <a:prstGeom prst="ellipse">
            <a:avLst/>
          </a:prstGeom>
          <a:solidFill>
            <a:srgbClr val="46085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5" name="data_1264">
            <a:extLst>
              <a:ext uri="{FF2B5EF4-FFF2-40B4-BE49-F238E27FC236}">
                <a16:creationId xmlns:a16="http://schemas.microsoft.com/office/drawing/2014/main" id="{C505CBC2-FC46-43F3-949B-F8F449D6FA6D}"/>
              </a:ext>
            </a:extLst>
          </p:cNvPr>
          <p:cNvSpPr>
            <a:spLocks/>
          </p:cNvSpPr>
          <p:nvPr/>
        </p:nvSpPr>
        <p:spPr>
          <a:xfrm>
            <a:off x="3974312" y="2465744"/>
            <a:ext cx="63942" cy="63942"/>
          </a:xfrm>
          <a:prstGeom prst="ellipse">
            <a:avLst/>
          </a:prstGeom>
          <a:solidFill>
            <a:srgbClr val="1F9E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6" name="data_1265">
            <a:extLst>
              <a:ext uri="{FF2B5EF4-FFF2-40B4-BE49-F238E27FC236}">
                <a16:creationId xmlns:a16="http://schemas.microsoft.com/office/drawing/2014/main" id="{614995A3-623A-47B9-8FA2-63F435DC7E47}"/>
              </a:ext>
            </a:extLst>
          </p:cNvPr>
          <p:cNvSpPr>
            <a:spLocks/>
          </p:cNvSpPr>
          <p:nvPr/>
        </p:nvSpPr>
        <p:spPr>
          <a:xfrm>
            <a:off x="3974312" y="2336795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7" name="data_1266">
            <a:extLst>
              <a:ext uri="{FF2B5EF4-FFF2-40B4-BE49-F238E27FC236}">
                <a16:creationId xmlns:a16="http://schemas.microsoft.com/office/drawing/2014/main" id="{E58779CB-2FC5-421F-81C6-04F100D17FA5}"/>
              </a:ext>
            </a:extLst>
          </p:cNvPr>
          <p:cNvSpPr>
            <a:spLocks/>
          </p:cNvSpPr>
          <p:nvPr/>
        </p:nvSpPr>
        <p:spPr>
          <a:xfrm>
            <a:off x="4708803" y="2048972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8" name="data_1267">
            <a:extLst>
              <a:ext uri="{FF2B5EF4-FFF2-40B4-BE49-F238E27FC236}">
                <a16:creationId xmlns:a16="http://schemas.microsoft.com/office/drawing/2014/main" id="{B61E8ECD-A942-43AD-B016-519B9B6BBE8D}"/>
              </a:ext>
            </a:extLst>
          </p:cNvPr>
          <p:cNvSpPr>
            <a:spLocks/>
          </p:cNvSpPr>
          <p:nvPr/>
        </p:nvSpPr>
        <p:spPr>
          <a:xfrm>
            <a:off x="3974312" y="2406765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69" name="data_1268">
            <a:extLst>
              <a:ext uri="{FF2B5EF4-FFF2-40B4-BE49-F238E27FC236}">
                <a16:creationId xmlns:a16="http://schemas.microsoft.com/office/drawing/2014/main" id="{621ADA37-60CB-4D2D-9EEA-AAEA97B6D5CF}"/>
              </a:ext>
            </a:extLst>
          </p:cNvPr>
          <p:cNvSpPr>
            <a:spLocks/>
          </p:cNvSpPr>
          <p:nvPr/>
        </p:nvSpPr>
        <p:spPr>
          <a:xfrm>
            <a:off x="3974312" y="2860610"/>
            <a:ext cx="63942" cy="63942"/>
          </a:xfrm>
          <a:prstGeom prst="ellipse">
            <a:avLst/>
          </a:prstGeom>
          <a:solidFill>
            <a:srgbClr val="2E6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0" name="data_1269">
            <a:extLst>
              <a:ext uri="{FF2B5EF4-FFF2-40B4-BE49-F238E27FC236}">
                <a16:creationId xmlns:a16="http://schemas.microsoft.com/office/drawing/2014/main" id="{D90952E0-DB38-48A9-B423-218FF49102BD}"/>
              </a:ext>
            </a:extLst>
          </p:cNvPr>
          <p:cNvSpPr>
            <a:spLocks/>
          </p:cNvSpPr>
          <p:nvPr/>
        </p:nvSpPr>
        <p:spPr>
          <a:xfrm>
            <a:off x="4236666" y="3118439"/>
            <a:ext cx="63942" cy="63942"/>
          </a:xfrm>
          <a:prstGeom prst="ellipse">
            <a:avLst/>
          </a:prstGeom>
          <a:solidFill>
            <a:srgbClr val="3E49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1" name="data_1270">
            <a:extLst>
              <a:ext uri="{FF2B5EF4-FFF2-40B4-BE49-F238E27FC236}">
                <a16:creationId xmlns:a16="http://schemas.microsoft.com/office/drawing/2014/main" id="{77934176-1605-463D-80FE-FC4DD90A6A11}"/>
              </a:ext>
            </a:extLst>
          </p:cNvPr>
          <p:cNvSpPr>
            <a:spLocks/>
          </p:cNvSpPr>
          <p:nvPr/>
        </p:nvSpPr>
        <p:spPr>
          <a:xfrm>
            <a:off x="3974312" y="1994592"/>
            <a:ext cx="63942" cy="63942"/>
          </a:xfrm>
          <a:prstGeom prst="ellipse">
            <a:avLst/>
          </a:prstGeom>
          <a:solidFill>
            <a:srgbClr val="481B6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2" name="data_1271">
            <a:extLst>
              <a:ext uri="{FF2B5EF4-FFF2-40B4-BE49-F238E27FC236}">
                <a16:creationId xmlns:a16="http://schemas.microsoft.com/office/drawing/2014/main" id="{9209BCF3-FE8E-46F4-A36B-D8DEBA4BABE6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3" name="data_1272">
            <a:extLst>
              <a:ext uri="{FF2B5EF4-FFF2-40B4-BE49-F238E27FC236}">
                <a16:creationId xmlns:a16="http://schemas.microsoft.com/office/drawing/2014/main" id="{B67F4ED9-B881-423B-A627-27EF4FF04F77}"/>
              </a:ext>
            </a:extLst>
          </p:cNvPr>
          <p:cNvSpPr>
            <a:spLocks/>
          </p:cNvSpPr>
          <p:nvPr/>
        </p:nvSpPr>
        <p:spPr>
          <a:xfrm>
            <a:off x="5342369" y="1919617"/>
            <a:ext cx="63942" cy="63942"/>
          </a:xfrm>
          <a:prstGeom prst="ellipse">
            <a:avLst/>
          </a:prstGeom>
          <a:solidFill>
            <a:srgbClr val="277E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4" name="data_1273">
            <a:extLst>
              <a:ext uri="{FF2B5EF4-FFF2-40B4-BE49-F238E27FC236}">
                <a16:creationId xmlns:a16="http://schemas.microsoft.com/office/drawing/2014/main" id="{2944B218-BA51-4576-9BDA-94F11EA8924D}"/>
              </a:ext>
            </a:extLst>
          </p:cNvPr>
          <p:cNvSpPr>
            <a:spLocks/>
          </p:cNvSpPr>
          <p:nvPr/>
        </p:nvSpPr>
        <p:spPr>
          <a:xfrm>
            <a:off x="4125971" y="3447239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5" name="data_1274">
            <a:extLst>
              <a:ext uri="{FF2B5EF4-FFF2-40B4-BE49-F238E27FC236}">
                <a16:creationId xmlns:a16="http://schemas.microsoft.com/office/drawing/2014/main" id="{391BECA1-F719-47BC-8ABF-92E24BDA8C4C}"/>
              </a:ext>
            </a:extLst>
          </p:cNvPr>
          <p:cNvSpPr>
            <a:spLocks/>
          </p:cNvSpPr>
          <p:nvPr/>
        </p:nvSpPr>
        <p:spPr>
          <a:xfrm>
            <a:off x="3974851" y="2315519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6" name="data_1275">
            <a:extLst>
              <a:ext uri="{FF2B5EF4-FFF2-40B4-BE49-F238E27FC236}">
                <a16:creationId xmlns:a16="http://schemas.microsoft.com/office/drawing/2014/main" id="{DDE01F86-1572-4F5B-A72B-E3EB4E6D5B33}"/>
              </a:ext>
            </a:extLst>
          </p:cNvPr>
          <p:cNvSpPr>
            <a:spLocks/>
          </p:cNvSpPr>
          <p:nvPr/>
        </p:nvSpPr>
        <p:spPr>
          <a:xfrm>
            <a:off x="3991672" y="2913553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7" name="data_1276">
            <a:extLst>
              <a:ext uri="{FF2B5EF4-FFF2-40B4-BE49-F238E27FC236}">
                <a16:creationId xmlns:a16="http://schemas.microsoft.com/office/drawing/2014/main" id="{48FBAAB6-9E06-4942-8061-77F70876BDE3}"/>
              </a:ext>
            </a:extLst>
          </p:cNvPr>
          <p:cNvSpPr>
            <a:spLocks/>
          </p:cNvSpPr>
          <p:nvPr/>
        </p:nvSpPr>
        <p:spPr>
          <a:xfrm>
            <a:off x="4785432" y="3058865"/>
            <a:ext cx="63942" cy="63942"/>
          </a:xfrm>
          <a:prstGeom prst="ellipse">
            <a:avLst/>
          </a:prstGeom>
          <a:solidFill>
            <a:srgbClr val="472E7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8" name="data_1277">
            <a:extLst>
              <a:ext uri="{FF2B5EF4-FFF2-40B4-BE49-F238E27FC236}">
                <a16:creationId xmlns:a16="http://schemas.microsoft.com/office/drawing/2014/main" id="{293FDB95-85D6-4041-AC7E-B01F82601A34}"/>
              </a:ext>
            </a:extLst>
          </p:cNvPr>
          <p:cNvSpPr>
            <a:spLocks/>
          </p:cNvSpPr>
          <p:nvPr/>
        </p:nvSpPr>
        <p:spPr>
          <a:xfrm>
            <a:off x="4307043" y="1972540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79" name="data_1278">
            <a:extLst>
              <a:ext uri="{FF2B5EF4-FFF2-40B4-BE49-F238E27FC236}">
                <a16:creationId xmlns:a16="http://schemas.microsoft.com/office/drawing/2014/main" id="{29EAFFD8-ED95-4F5D-B81C-07164380BA38}"/>
              </a:ext>
            </a:extLst>
          </p:cNvPr>
          <p:cNvSpPr>
            <a:spLocks/>
          </p:cNvSpPr>
          <p:nvPr/>
        </p:nvSpPr>
        <p:spPr>
          <a:xfrm>
            <a:off x="4028381" y="1799429"/>
            <a:ext cx="63942" cy="63942"/>
          </a:xfrm>
          <a:prstGeom prst="ellipse">
            <a:avLst/>
          </a:prstGeom>
          <a:solidFill>
            <a:srgbClr val="219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0" name="data_1279">
            <a:extLst>
              <a:ext uri="{FF2B5EF4-FFF2-40B4-BE49-F238E27FC236}">
                <a16:creationId xmlns:a16="http://schemas.microsoft.com/office/drawing/2014/main" id="{09EDA306-130C-4F44-AB77-BD8C6C27D002}"/>
              </a:ext>
            </a:extLst>
          </p:cNvPr>
          <p:cNvSpPr>
            <a:spLocks/>
          </p:cNvSpPr>
          <p:nvPr/>
        </p:nvSpPr>
        <p:spPr>
          <a:xfrm>
            <a:off x="3976721" y="2977712"/>
            <a:ext cx="63942" cy="63942"/>
          </a:xfrm>
          <a:prstGeom prst="ellipse">
            <a:avLst/>
          </a:prstGeom>
          <a:solidFill>
            <a:srgbClr val="41448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1" name="data_1280">
            <a:extLst>
              <a:ext uri="{FF2B5EF4-FFF2-40B4-BE49-F238E27FC236}">
                <a16:creationId xmlns:a16="http://schemas.microsoft.com/office/drawing/2014/main" id="{1D4E393E-3CF9-45D4-9D49-F138A952C769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2" name="data_1281">
            <a:extLst>
              <a:ext uri="{FF2B5EF4-FFF2-40B4-BE49-F238E27FC236}">
                <a16:creationId xmlns:a16="http://schemas.microsoft.com/office/drawing/2014/main" id="{C51D8DCE-4970-4CC1-8165-70CE4F180CAD}"/>
              </a:ext>
            </a:extLst>
          </p:cNvPr>
          <p:cNvSpPr>
            <a:spLocks/>
          </p:cNvSpPr>
          <p:nvPr/>
        </p:nvSpPr>
        <p:spPr>
          <a:xfrm>
            <a:off x="4499431" y="2419549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3" name="data_1282">
            <a:extLst>
              <a:ext uri="{FF2B5EF4-FFF2-40B4-BE49-F238E27FC236}">
                <a16:creationId xmlns:a16="http://schemas.microsoft.com/office/drawing/2014/main" id="{BEFA0C5B-ECC1-4832-99E8-5D38E48E30AD}"/>
              </a:ext>
            </a:extLst>
          </p:cNvPr>
          <p:cNvSpPr>
            <a:spLocks/>
          </p:cNvSpPr>
          <p:nvPr/>
        </p:nvSpPr>
        <p:spPr>
          <a:xfrm>
            <a:off x="4871675" y="1880294"/>
            <a:ext cx="63942" cy="63942"/>
          </a:xfrm>
          <a:prstGeom prst="ellipse">
            <a:avLst/>
          </a:prstGeom>
          <a:solidFill>
            <a:srgbClr val="2C7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4" name="data_1283">
            <a:extLst>
              <a:ext uri="{FF2B5EF4-FFF2-40B4-BE49-F238E27FC236}">
                <a16:creationId xmlns:a16="http://schemas.microsoft.com/office/drawing/2014/main" id="{1D28F1D8-8CD5-4D57-B5F9-432A68F559D1}"/>
              </a:ext>
            </a:extLst>
          </p:cNvPr>
          <p:cNvSpPr>
            <a:spLocks/>
          </p:cNvSpPr>
          <p:nvPr/>
        </p:nvSpPr>
        <p:spPr>
          <a:xfrm>
            <a:off x="5013173" y="2256705"/>
            <a:ext cx="63942" cy="63942"/>
          </a:xfrm>
          <a:prstGeom prst="ellipse">
            <a:avLst/>
          </a:prstGeom>
          <a:solidFill>
            <a:srgbClr val="365D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5" name="data_1284">
            <a:extLst>
              <a:ext uri="{FF2B5EF4-FFF2-40B4-BE49-F238E27FC236}">
                <a16:creationId xmlns:a16="http://schemas.microsoft.com/office/drawing/2014/main" id="{5286F530-4032-484F-A48D-E4C58D1CB291}"/>
              </a:ext>
            </a:extLst>
          </p:cNvPr>
          <p:cNvSpPr>
            <a:spLocks/>
          </p:cNvSpPr>
          <p:nvPr/>
        </p:nvSpPr>
        <p:spPr>
          <a:xfrm>
            <a:off x="4257874" y="2373174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6" name="data_1285">
            <a:extLst>
              <a:ext uri="{FF2B5EF4-FFF2-40B4-BE49-F238E27FC236}">
                <a16:creationId xmlns:a16="http://schemas.microsoft.com/office/drawing/2014/main" id="{84E9C7AE-01DB-4A38-A6CA-D31E93F7594B}"/>
              </a:ext>
            </a:extLst>
          </p:cNvPr>
          <p:cNvSpPr>
            <a:spLocks/>
          </p:cNvSpPr>
          <p:nvPr/>
        </p:nvSpPr>
        <p:spPr>
          <a:xfrm>
            <a:off x="3974312" y="1933975"/>
            <a:ext cx="63942" cy="63942"/>
          </a:xfrm>
          <a:prstGeom prst="ellipse">
            <a:avLst/>
          </a:prstGeom>
          <a:solidFill>
            <a:srgbClr val="268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7" name="data_1286">
            <a:extLst>
              <a:ext uri="{FF2B5EF4-FFF2-40B4-BE49-F238E27FC236}">
                <a16:creationId xmlns:a16="http://schemas.microsoft.com/office/drawing/2014/main" id="{193B8F43-B22B-4A6E-BD8A-C114B86994C2}"/>
              </a:ext>
            </a:extLst>
          </p:cNvPr>
          <p:cNvSpPr>
            <a:spLocks/>
          </p:cNvSpPr>
          <p:nvPr/>
        </p:nvSpPr>
        <p:spPr>
          <a:xfrm>
            <a:off x="5162439" y="1963381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8" name="data_1287">
            <a:extLst>
              <a:ext uri="{FF2B5EF4-FFF2-40B4-BE49-F238E27FC236}">
                <a16:creationId xmlns:a16="http://schemas.microsoft.com/office/drawing/2014/main" id="{6FF7B8DD-A37D-4AA2-94C0-925B2E075E53}"/>
              </a:ext>
            </a:extLst>
          </p:cNvPr>
          <p:cNvSpPr>
            <a:spLocks/>
          </p:cNvSpPr>
          <p:nvPr/>
        </p:nvSpPr>
        <p:spPr>
          <a:xfrm>
            <a:off x="4747540" y="2428029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89" name="data_1288">
            <a:extLst>
              <a:ext uri="{FF2B5EF4-FFF2-40B4-BE49-F238E27FC236}">
                <a16:creationId xmlns:a16="http://schemas.microsoft.com/office/drawing/2014/main" id="{C311194B-C1D9-4F5C-ACBA-40818C2A1EA9}"/>
              </a:ext>
            </a:extLst>
          </p:cNvPr>
          <p:cNvSpPr>
            <a:spLocks/>
          </p:cNvSpPr>
          <p:nvPr/>
        </p:nvSpPr>
        <p:spPr>
          <a:xfrm>
            <a:off x="5144956" y="2175518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0" name="data_1289">
            <a:extLst>
              <a:ext uri="{FF2B5EF4-FFF2-40B4-BE49-F238E27FC236}">
                <a16:creationId xmlns:a16="http://schemas.microsoft.com/office/drawing/2014/main" id="{AAC71353-6198-4798-9FD1-5EC517FBF61A}"/>
              </a:ext>
            </a:extLst>
          </p:cNvPr>
          <p:cNvSpPr>
            <a:spLocks/>
          </p:cNvSpPr>
          <p:nvPr/>
        </p:nvSpPr>
        <p:spPr>
          <a:xfrm>
            <a:off x="4654977" y="2566984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1" name="data_1290">
            <a:extLst>
              <a:ext uri="{FF2B5EF4-FFF2-40B4-BE49-F238E27FC236}">
                <a16:creationId xmlns:a16="http://schemas.microsoft.com/office/drawing/2014/main" id="{9919C1F6-5656-452E-8A0B-1CCDF50B2946}"/>
              </a:ext>
            </a:extLst>
          </p:cNvPr>
          <p:cNvSpPr>
            <a:spLocks/>
          </p:cNvSpPr>
          <p:nvPr/>
        </p:nvSpPr>
        <p:spPr>
          <a:xfrm>
            <a:off x="4802642" y="2053029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2" name="data_1291">
            <a:extLst>
              <a:ext uri="{FF2B5EF4-FFF2-40B4-BE49-F238E27FC236}">
                <a16:creationId xmlns:a16="http://schemas.microsoft.com/office/drawing/2014/main" id="{69114F4B-BCAA-4493-BD89-C1BD36F09CC2}"/>
              </a:ext>
            </a:extLst>
          </p:cNvPr>
          <p:cNvSpPr>
            <a:spLocks/>
          </p:cNvSpPr>
          <p:nvPr/>
        </p:nvSpPr>
        <p:spPr>
          <a:xfrm>
            <a:off x="4253839" y="3447239"/>
            <a:ext cx="63942" cy="63942"/>
          </a:xfrm>
          <a:prstGeom prst="ellipse">
            <a:avLst/>
          </a:prstGeom>
          <a:solidFill>
            <a:srgbClr val="5EC96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3" name="data_1292">
            <a:extLst>
              <a:ext uri="{FF2B5EF4-FFF2-40B4-BE49-F238E27FC236}">
                <a16:creationId xmlns:a16="http://schemas.microsoft.com/office/drawing/2014/main" id="{441B2AB5-2673-4CCB-BBCA-274D34344A0F}"/>
              </a:ext>
            </a:extLst>
          </p:cNvPr>
          <p:cNvSpPr>
            <a:spLocks/>
          </p:cNvSpPr>
          <p:nvPr/>
        </p:nvSpPr>
        <p:spPr>
          <a:xfrm>
            <a:off x="3974312" y="2409758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4" name="data_1293">
            <a:extLst>
              <a:ext uri="{FF2B5EF4-FFF2-40B4-BE49-F238E27FC236}">
                <a16:creationId xmlns:a16="http://schemas.microsoft.com/office/drawing/2014/main" id="{12033B1E-B72F-4309-B189-E038A7CDC389}"/>
              </a:ext>
            </a:extLst>
          </p:cNvPr>
          <p:cNvSpPr>
            <a:spLocks/>
          </p:cNvSpPr>
          <p:nvPr/>
        </p:nvSpPr>
        <p:spPr>
          <a:xfrm>
            <a:off x="4921740" y="1970820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5" name="data_1294">
            <a:extLst>
              <a:ext uri="{FF2B5EF4-FFF2-40B4-BE49-F238E27FC236}">
                <a16:creationId xmlns:a16="http://schemas.microsoft.com/office/drawing/2014/main" id="{2533151A-C4BF-4E3E-B9DB-CA08E2751ECD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6" name="data_1295">
            <a:extLst>
              <a:ext uri="{FF2B5EF4-FFF2-40B4-BE49-F238E27FC236}">
                <a16:creationId xmlns:a16="http://schemas.microsoft.com/office/drawing/2014/main" id="{D77EDE83-7100-4B0C-93EA-0C9AD0060219}"/>
              </a:ext>
            </a:extLst>
          </p:cNvPr>
          <p:cNvSpPr>
            <a:spLocks/>
          </p:cNvSpPr>
          <p:nvPr/>
        </p:nvSpPr>
        <p:spPr>
          <a:xfrm>
            <a:off x="4663001" y="2362761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7" name="data_1296">
            <a:extLst>
              <a:ext uri="{FF2B5EF4-FFF2-40B4-BE49-F238E27FC236}">
                <a16:creationId xmlns:a16="http://schemas.microsoft.com/office/drawing/2014/main" id="{F24951E1-15AD-4176-A9B2-CC78E2B2B77A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470E6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8" name="data_1297">
            <a:extLst>
              <a:ext uri="{FF2B5EF4-FFF2-40B4-BE49-F238E27FC236}">
                <a16:creationId xmlns:a16="http://schemas.microsoft.com/office/drawing/2014/main" id="{368187D7-99BA-406C-948E-32A6DE569821}"/>
              </a:ext>
            </a:extLst>
          </p:cNvPr>
          <p:cNvSpPr>
            <a:spLocks/>
          </p:cNvSpPr>
          <p:nvPr/>
        </p:nvSpPr>
        <p:spPr>
          <a:xfrm>
            <a:off x="4662734" y="3447239"/>
            <a:ext cx="63942" cy="63942"/>
          </a:xfrm>
          <a:prstGeom prst="ellipse">
            <a:avLst/>
          </a:prstGeom>
          <a:solidFill>
            <a:srgbClr val="219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299" name="data_1298">
            <a:extLst>
              <a:ext uri="{FF2B5EF4-FFF2-40B4-BE49-F238E27FC236}">
                <a16:creationId xmlns:a16="http://schemas.microsoft.com/office/drawing/2014/main" id="{B5E4E30E-89EB-4290-BBC4-52DEF68CA310}"/>
              </a:ext>
            </a:extLst>
          </p:cNvPr>
          <p:cNvSpPr>
            <a:spLocks/>
          </p:cNvSpPr>
          <p:nvPr/>
        </p:nvSpPr>
        <p:spPr>
          <a:xfrm>
            <a:off x="4851373" y="3243895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0" name="data_1299">
            <a:extLst>
              <a:ext uri="{FF2B5EF4-FFF2-40B4-BE49-F238E27FC236}">
                <a16:creationId xmlns:a16="http://schemas.microsoft.com/office/drawing/2014/main" id="{D6371BEC-47DE-4795-8226-201BEE180964}"/>
              </a:ext>
            </a:extLst>
          </p:cNvPr>
          <p:cNvSpPr>
            <a:spLocks/>
          </p:cNvSpPr>
          <p:nvPr/>
        </p:nvSpPr>
        <p:spPr>
          <a:xfrm>
            <a:off x="4884265" y="2468894"/>
            <a:ext cx="63942" cy="63942"/>
          </a:xfrm>
          <a:prstGeom prst="ellipse">
            <a:avLst/>
          </a:prstGeom>
          <a:solidFill>
            <a:srgbClr val="48247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1" name="data_1300">
            <a:extLst>
              <a:ext uri="{FF2B5EF4-FFF2-40B4-BE49-F238E27FC236}">
                <a16:creationId xmlns:a16="http://schemas.microsoft.com/office/drawing/2014/main" id="{03A7F9E3-FC46-49A4-95AD-37FCFC7FFBDC}"/>
              </a:ext>
            </a:extLst>
          </p:cNvPr>
          <p:cNvSpPr>
            <a:spLocks/>
          </p:cNvSpPr>
          <p:nvPr/>
        </p:nvSpPr>
        <p:spPr>
          <a:xfrm>
            <a:off x="4143699" y="3203880"/>
            <a:ext cx="63942" cy="63942"/>
          </a:xfrm>
          <a:prstGeom prst="ellipse">
            <a:avLst/>
          </a:prstGeom>
          <a:solidFill>
            <a:srgbClr val="2C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2" name="data_1301">
            <a:extLst>
              <a:ext uri="{FF2B5EF4-FFF2-40B4-BE49-F238E27FC236}">
                <a16:creationId xmlns:a16="http://schemas.microsoft.com/office/drawing/2014/main" id="{BD9258C6-2934-4F57-B04A-CB92A8F30B45}"/>
              </a:ext>
            </a:extLst>
          </p:cNvPr>
          <p:cNvSpPr>
            <a:spLocks/>
          </p:cNvSpPr>
          <p:nvPr/>
        </p:nvSpPr>
        <p:spPr>
          <a:xfrm>
            <a:off x="4962398" y="2268112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3" name="data_1302">
            <a:extLst>
              <a:ext uri="{FF2B5EF4-FFF2-40B4-BE49-F238E27FC236}">
                <a16:creationId xmlns:a16="http://schemas.microsoft.com/office/drawing/2014/main" id="{7A0D9CB0-40DC-4558-ABCA-20E0116FE3EE}"/>
              </a:ext>
            </a:extLst>
          </p:cNvPr>
          <p:cNvSpPr>
            <a:spLocks/>
          </p:cNvSpPr>
          <p:nvPr/>
        </p:nvSpPr>
        <p:spPr>
          <a:xfrm>
            <a:off x="4615460" y="1937073"/>
            <a:ext cx="63942" cy="63942"/>
          </a:xfrm>
          <a:prstGeom prst="ellipse">
            <a:avLst/>
          </a:prstGeom>
          <a:solidFill>
            <a:srgbClr val="1F9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4" name="data_1303">
            <a:extLst>
              <a:ext uri="{FF2B5EF4-FFF2-40B4-BE49-F238E27FC236}">
                <a16:creationId xmlns:a16="http://schemas.microsoft.com/office/drawing/2014/main" id="{6C10B9FD-0189-4786-A6B3-ABFA9AA243E7}"/>
              </a:ext>
            </a:extLst>
          </p:cNvPr>
          <p:cNvSpPr>
            <a:spLocks/>
          </p:cNvSpPr>
          <p:nvPr/>
        </p:nvSpPr>
        <p:spPr>
          <a:xfrm>
            <a:off x="5404254" y="2843900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5" name="data_1304">
            <a:extLst>
              <a:ext uri="{FF2B5EF4-FFF2-40B4-BE49-F238E27FC236}">
                <a16:creationId xmlns:a16="http://schemas.microsoft.com/office/drawing/2014/main" id="{2315A841-E0E5-4BCC-B437-4F5928B998E7}"/>
              </a:ext>
            </a:extLst>
          </p:cNvPr>
          <p:cNvSpPr>
            <a:spLocks/>
          </p:cNvSpPr>
          <p:nvPr/>
        </p:nvSpPr>
        <p:spPr>
          <a:xfrm>
            <a:off x="4274826" y="2028257"/>
            <a:ext cx="63942" cy="63942"/>
          </a:xfrm>
          <a:prstGeom prst="ellipse">
            <a:avLst/>
          </a:prstGeom>
          <a:solidFill>
            <a:srgbClr val="3C4F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6" name="data_1305">
            <a:extLst>
              <a:ext uri="{FF2B5EF4-FFF2-40B4-BE49-F238E27FC236}">
                <a16:creationId xmlns:a16="http://schemas.microsoft.com/office/drawing/2014/main" id="{DAB92D88-28BF-4A1A-867E-50F427F65D8B}"/>
              </a:ext>
            </a:extLst>
          </p:cNvPr>
          <p:cNvSpPr>
            <a:spLocks/>
          </p:cNvSpPr>
          <p:nvPr/>
        </p:nvSpPr>
        <p:spPr>
          <a:xfrm>
            <a:off x="3974312" y="2921711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7" name="data_1306">
            <a:extLst>
              <a:ext uri="{FF2B5EF4-FFF2-40B4-BE49-F238E27FC236}">
                <a16:creationId xmlns:a16="http://schemas.microsoft.com/office/drawing/2014/main" id="{D924D818-9C25-486D-A291-E42320D091B1}"/>
              </a:ext>
            </a:extLst>
          </p:cNvPr>
          <p:cNvSpPr>
            <a:spLocks/>
          </p:cNvSpPr>
          <p:nvPr/>
        </p:nvSpPr>
        <p:spPr>
          <a:xfrm>
            <a:off x="4552703" y="2377432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8" name="data_1307">
            <a:extLst>
              <a:ext uri="{FF2B5EF4-FFF2-40B4-BE49-F238E27FC236}">
                <a16:creationId xmlns:a16="http://schemas.microsoft.com/office/drawing/2014/main" id="{2BD8BA1A-970A-4603-9408-F4F52F883C85}"/>
              </a:ext>
            </a:extLst>
          </p:cNvPr>
          <p:cNvSpPr>
            <a:spLocks/>
          </p:cNvSpPr>
          <p:nvPr/>
        </p:nvSpPr>
        <p:spPr>
          <a:xfrm>
            <a:off x="4622960" y="3067541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09" name="data_1308">
            <a:extLst>
              <a:ext uri="{FF2B5EF4-FFF2-40B4-BE49-F238E27FC236}">
                <a16:creationId xmlns:a16="http://schemas.microsoft.com/office/drawing/2014/main" id="{AD42B76F-2F68-4134-9595-AF8FFC9F9B25}"/>
              </a:ext>
            </a:extLst>
          </p:cNvPr>
          <p:cNvSpPr>
            <a:spLocks/>
          </p:cNvSpPr>
          <p:nvPr/>
        </p:nvSpPr>
        <p:spPr>
          <a:xfrm>
            <a:off x="3974312" y="2569758"/>
            <a:ext cx="63942" cy="63942"/>
          </a:xfrm>
          <a:prstGeom prst="ellipse">
            <a:avLst/>
          </a:prstGeom>
          <a:solidFill>
            <a:srgbClr val="297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0" name="data_1309">
            <a:extLst>
              <a:ext uri="{FF2B5EF4-FFF2-40B4-BE49-F238E27FC236}">
                <a16:creationId xmlns:a16="http://schemas.microsoft.com/office/drawing/2014/main" id="{A77452A3-ED09-4470-9CF3-F862AF582B1E}"/>
              </a:ext>
            </a:extLst>
          </p:cNvPr>
          <p:cNvSpPr>
            <a:spLocks/>
          </p:cNvSpPr>
          <p:nvPr/>
        </p:nvSpPr>
        <p:spPr>
          <a:xfrm>
            <a:off x="4756055" y="2175719"/>
            <a:ext cx="63942" cy="63942"/>
          </a:xfrm>
          <a:prstGeom prst="ellipse">
            <a:avLst/>
          </a:prstGeom>
          <a:solidFill>
            <a:srgbClr val="375A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1" name="data_1310">
            <a:extLst>
              <a:ext uri="{FF2B5EF4-FFF2-40B4-BE49-F238E27FC236}">
                <a16:creationId xmlns:a16="http://schemas.microsoft.com/office/drawing/2014/main" id="{E151CC44-6A41-4AF6-99A9-C62AF81056FF}"/>
              </a:ext>
            </a:extLst>
          </p:cNvPr>
          <p:cNvSpPr>
            <a:spLocks/>
          </p:cNvSpPr>
          <p:nvPr/>
        </p:nvSpPr>
        <p:spPr>
          <a:xfrm>
            <a:off x="4908689" y="1994592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2" name="data_1311">
            <a:extLst>
              <a:ext uri="{FF2B5EF4-FFF2-40B4-BE49-F238E27FC236}">
                <a16:creationId xmlns:a16="http://schemas.microsoft.com/office/drawing/2014/main" id="{087E515F-7EA1-444A-BBAE-F98BEF8F5EFD}"/>
              </a:ext>
            </a:extLst>
          </p:cNvPr>
          <p:cNvSpPr>
            <a:spLocks/>
          </p:cNvSpPr>
          <p:nvPr/>
        </p:nvSpPr>
        <p:spPr>
          <a:xfrm>
            <a:off x="3974312" y="2885385"/>
            <a:ext cx="63942" cy="63942"/>
          </a:xfrm>
          <a:prstGeom prst="ellipse">
            <a:avLst/>
          </a:prstGeom>
          <a:solidFill>
            <a:srgbClr val="433E8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3" name="data_1312">
            <a:extLst>
              <a:ext uri="{FF2B5EF4-FFF2-40B4-BE49-F238E27FC236}">
                <a16:creationId xmlns:a16="http://schemas.microsoft.com/office/drawing/2014/main" id="{CAACD6CF-F862-48C5-8E3E-87DDCC54308D}"/>
              </a:ext>
            </a:extLst>
          </p:cNvPr>
          <p:cNvSpPr>
            <a:spLocks/>
          </p:cNvSpPr>
          <p:nvPr/>
        </p:nvSpPr>
        <p:spPr>
          <a:xfrm>
            <a:off x="5177593" y="1996253"/>
            <a:ext cx="63942" cy="63942"/>
          </a:xfrm>
          <a:prstGeom prst="ellipse">
            <a:avLst/>
          </a:prstGeom>
          <a:solidFill>
            <a:srgbClr val="346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4" name="data_1313">
            <a:extLst>
              <a:ext uri="{FF2B5EF4-FFF2-40B4-BE49-F238E27FC236}">
                <a16:creationId xmlns:a16="http://schemas.microsoft.com/office/drawing/2014/main" id="{577D1F1C-4607-4B4D-A9EE-7FF5F7EB8E28}"/>
              </a:ext>
            </a:extLst>
          </p:cNvPr>
          <p:cNvSpPr>
            <a:spLocks/>
          </p:cNvSpPr>
          <p:nvPr/>
        </p:nvSpPr>
        <p:spPr>
          <a:xfrm>
            <a:off x="4115170" y="3172880"/>
            <a:ext cx="63942" cy="63942"/>
          </a:xfrm>
          <a:prstGeom prst="ellipse">
            <a:avLst/>
          </a:prstGeom>
          <a:solidFill>
            <a:srgbClr val="1F96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5" name="data_1314">
            <a:extLst>
              <a:ext uri="{FF2B5EF4-FFF2-40B4-BE49-F238E27FC236}">
                <a16:creationId xmlns:a16="http://schemas.microsoft.com/office/drawing/2014/main" id="{8123F16D-2846-4DAD-B5AF-C36867D77D1B}"/>
              </a:ext>
            </a:extLst>
          </p:cNvPr>
          <p:cNvSpPr>
            <a:spLocks/>
          </p:cNvSpPr>
          <p:nvPr/>
        </p:nvSpPr>
        <p:spPr>
          <a:xfrm>
            <a:off x="3974312" y="1946160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6" name="data_1315">
            <a:extLst>
              <a:ext uri="{FF2B5EF4-FFF2-40B4-BE49-F238E27FC236}">
                <a16:creationId xmlns:a16="http://schemas.microsoft.com/office/drawing/2014/main" id="{62ABAFC8-C161-4207-9400-32197809D193}"/>
              </a:ext>
            </a:extLst>
          </p:cNvPr>
          <p:cNvSpPr>
            <a:spLocks/>
          </p:cNvSpPr>
          <p:nvPr/>
        </p:nvSpPr>
        <p:spPr>
          <a:xfrm>
            <a:off x="3974312" y="2282946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7" name="data_1316">
            <a:extLst>
              <a:ext uri="{FF2B5EF4-FFF2-40B4-BE49-F238E27FC236}">
                <a16:creationId xmlns:a16="http://schemas.microsoft.com/office/drawing/2014/main" id="{5A1516F8-07A4-4D60-97EF-86D238C1F9DB}"/>
              </a:ext>
            </a:extLst>
          </p:cNvPr>
          <p:cNvSpPr>
            <a:spLocks/>
          </p:cNvSpPr>
          <p:nvPr/>
        </p:nvSpPr>
        <p:spPr>
          <a:xfrm>
            <a:off x="4447925" y="1940806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8" name="data_1317">
            <a:extLst>
              <a:ext uri="{FF2B5EF4-FFF2-40B4-BE49-F238E27FC236}">
                <a16:creationId xmlns:a16="http://schemas.microsoft.com/office/drawing/2014/main" id="{938DC370-A065-4F21-84D2-1BCD7C4C82DA}"/>
              </a:ext>
            </a:extLst>
          </p:cNvPr>
          <p:cNvSpPr>
            <a:spLocks/>
          </p:cNvSpPr>
          <p:nvPr/>
        </p:nvSpPr>
        <p:spPr>
          <a:xfrm>
            <a:off x="3974312" y="2990768"/>
            <a:ext cx="63942" cy="63942"/>
          </a:xfrm>
          <a:prstGeom prst="ellipse">
            <a:avLst/>
          </a:prstGeom>
          <a:solidFill>
            <a:srgbClr val="258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19" name="data_1318">
            <a:extLst>
              <a:ext uri="{FF2B5EF4-FFF2-40B4-BE49-F238E27FC236}">
                <a16:creationId xmlns:a16="http://schemas.microsoft.com/office/drawing/2014/main" id="{5976F0B3-9178-49DC-83B6-C8C25CEC4997}"/>
              </a:ext>
            </a:extLst>
          </p:cNvPr>
          <p:cNvSpPr>
            <a:spLocks/>
          </p:cNvSpPr>
          <p:nvPr/>
        </p:nvSpPr>
        <p:spPr>
          <a:xfrm>
            <a:off x="5071382" y="2178804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0" name="data_1319">
            <a:extLst>
              <a:ext uri="{FF2B5EF4-FFF2-40B4-BE49-F238E27FC236}">
                <a16:creationId xmlns:a16="http://schemas.microsoft.com/office/drawing/2014/main" id="{8FE083A7-6A28-4789-B271-1DA31D09CC73}"/>
              </a:ext>
            </a:extLst>
          </p:cNvPr>
          <p:cNvSpPr>
            <a:spLocks/>
          </p:cNvSpPr>
          <p:nvPr/>
        </p:nvSpPr>
        <p:spPr>
          <a:xfrm>
            <a:off x="3974312" y="2604466"/>
            <a:ext cx="63942" cy="63942"/>
          </a:xfrm>
          <a:prstGeom prst="ellipse">
            <a:avLst/>
          </a:prstGeom>
          <a:solidFill>
            <a:srgbClr val="1F9A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1" name="data_1320">
            <a:extLst>
              <a:ext uri="{FF2B5EF4-FFF2-40B4-BE49-F238E27FC236}">
                <a16:creationId xmlns:a16="http://schemas.microsoft.com/office/drawing/2014/main" id="{8063CD8C-4C3C-4DC2-B1A9-2A16C7858D7D}"/>
              </a:ext>
            </a:extLst>
          </p:cNvPr>
          <p:cNvSpPr>
            <a:spLocks/>
          </p:cNvSpPr>
          <p:nvPr/>
        </p:nvSpPr>
        <p:spPr>
          <a:xfrm>
            <a:off x="4649137" y="2608735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2" name="data_1321">
            <a:extLst>
              <a:ext uri="{FF2B5EF4-FFF2-40B4-BE49-F238E27FC236}">
                <a16:creationId xmlns:a16="http://schemas.microsoft.com/office/drawing/2014/main" id="{ECAA6BE6-5345-4F60-9DC2-3423AFEE184E}"/>
              </a:ext>
            </a:extLst>
          </p:cNvPr>
          <p:cNvSpPr>
            <a:spLocks/>
          </p:cNvSpPr>
          <p:nvPr/>
        </p:nvSpPr>
        <p:spPr>
          <a:xfrm>
            <a:off x="4683204" y="2613292"/>
            <a:ext cx="63942" cy="63942"/>
          </a:xfrm>
          <a:prstGeom prst="ellipse">
            <a:avLst/>
          </a:prstGeom>
          <a:solidFill>
            <a:srgbClr val="41448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3" name="data_1322">
            <a:extLst>
              <a:ext uri="{FF2B5EF4-FFF2-40B4-BE49-F238E27FC236}">
                <a16:creationId xmlns:a16="http://schemas.microsoft.com/office/drawing/2014/main" id="{6EED2174-7A72-4D75-85A4-E64A99CB3670}"/>
              </a:ext>
            </a:extLst>
          </p:cNvPr>
          <p:cNvSpPr>
            <a:spLocks/>
          </p:cNvSpPr>
          <p:nvPr/>
        </p:nvSpPr>
        <p:spPr>
          <a:xfrm>
            <a:off x="4767019" y="2573640"/>
            <a:ext cx="63942" cy="63942"/>
          </a:xfrm>
          <a:prstGeom prst="ellipse">
            <a:avLst/>
          </a:prstGeom>
          <a:solidFill>
            <a:srgbClr val="48247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4" name="data_1323">
            <a:extLst>
              <a:ext uri="{FF2B5EF4-FFF2-40B4-BE49-F238E27FC236}">
                <a16:creationId xmlns:a16="http://schemas.microsoft.com/office/drawing/2014/main" id="{53845AE1-BF19-4CB9-9EF3-E08686478DB6}"/>
              </a:ext>
            </a:extLst>
          </p:cNvPr>
          <p:cNvSpPr>
            <a:spLocks/>
          </p:cNvSpPr>
          <p:nvPr/>
        </p:nvSpPr>
        <p:spPr>
          <a:xfrm>
            <a:off x="5354725" y="2054321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5" name="data_1324">
            <a:extLst>
              <a:ext uri="{FF2B5EF4-FFF2-40B4-BE49-F238E27FC236}">
                <a16:creationId xmlns:a16="http://schemas.microsoft.com/office/drawing/2014/main" id="{4AAD3350-8FBD-4A70-A581-5E09C290826D}"/>
              </a:ext>
            </a:extLst>
          </p:cNvPr>
          <p:cNvSpPr>
            <a:spLocks/>
          </p:cNvSpPr>
          <p:nvPr/>
        </p:nvSpPr>
        <p:spPr>
          <a:xfrm>
            <a:off x="4482549" y="3330724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6" name="data_1325">
            <a:extLst>
              <a:ext uri="{FF2B5EF4-FFF2-40B4-BE49-F238E27FC236}">
                <a16:creationId xmlns:a16="http://schemas.microsoft.com/office/drawing/2014/main" id="{101C2E9C-CF48-45A9-8BE8-28749AFFF187}"/>
              </a:ext>
            </a:extLst>
          </p:cNvPr>
          <p:cNvSpPr>
            <a:spLocks/>
          </p:cNvSpPr>
          <p:nvPr/>
        </p:nvSpPr>
        <p:spPr>
          <a:xfrm>
            <a:off x="4778966" y="2674422"/>
            <a:ext cx="63942" cy="63942"/>
          </a:xfrm>
          <a:prstGeom prst="ellipse">
            <a:avLst/>
          </a:prstGeom>
          <a:solidFill>
            <a:srgbClr val="472F7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7" name="data_1326">
            <a:extLst>
              <a:ext uri="{FF2B5EF4-FFF2-40B4-BE49-F238E27FC236}">
                <a16:creationId xmlns:a16="http://schemas.microsoft.com/office/drawing/2014/main" id="{3367C695-9733-4D70-9369-F54F5E5E7478}"/>
              </a:ext>
            </a:extLst>
          </p:cNvPr>
          <p:cNvSpPr>
            <a:spLocks/>
          </p:cNvSpPr>
          <p:nvPr/>
        </p:nvSpPr>
        <p:spPr>
          <a:xfrm>
            <a:off x="3974312" y="2248458"/>
            <a:ext cx="63942" cy="63942"/>
          </a:xfrm>
          <a:prstGeom prst="ellipse">
            <a:avLst/>
          </a:prstGeom>
          <a:solidFill>
            <a:srgbClr val="48287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8" name="data_1327">
            <a:extLst>
              <a:ext uri="{FF2B5EF4-FFF2-40B4-BE49-F238E27FC236}">
                <a16:creationId xmlns:a16="http://schemas.microsoft.com/office/drawing/2014/main" id="{78A7DA60-F075-4209-A193-9869E301A6EC}"/>
              </a:ext>
            </a:extLst>
          </p:cNvPr>
          <p:cNvSpPr>
            <a:spLocks/>
          </p:cNvSpPr>
          <p:nvPr/>
        </p:nvSpPr>
        <p:spPr>
          <a:xfrm>
            <a:off x="4118340" y="2757153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29" name="data_1328">
            <a:extLst>
              <a:ext uri="{FF2B5EF4-FFF2-40B4-BE49-F238E27FC236}">
                <a16:creationId xmlns:a16="http://schemas.microsoft.com/office/drawing/2014/main" id="{C144B101-DDA4-4F90-8A85-5EFAAA57156B}"/>
              </a:ext>
            </a:extLst>
          </p:cNvPr>
          <p:cNvSpPr>
            <a:spLocks/>
          </p:cNvSpPr>
          <p:nvPr/>
        </p:nvSpPr>
        <p:spPr>
          <a:xfrm>
            <a:off x="4914638" y="3447239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0" name="data_1329">
            <a:extLst>
              <a:ext uri="{FF2B5EF4-FFF2-40B4-BE49-F238E27FC236}">
                <a16:creationId xmlns:a16="http://schemas.microsoft.com/office/drawing/2014/main" id="{13E6A064-9CBA-4BC6-8435-A530B2E6F96F}"/>
              </a:ext>
            </a:extLst>
          </p:cNvPr>
          <p:cNvSpPr>
            <a:spLocks/>
          </p:cNvSpPr>
          <p:nvPr/>
        </p:nvSpPr>
        <p:spPr>
          <a:xfrm>
            <a:off x="4546242" y="3084966"/>
            <a:ext cx="63942" cy="63942"/>
          </a:xfrm>
          <a:prstGeom prst="ellipse">
            <a:avLst/>
          </a:prstGeom>
          <a:solidFill>
            <a:srgbClr val="2C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1" name="data_1330">
            <a:extLst>
              <a:ext uri="{FF2B5EF4-FFF2-40B4-BE49-F238E27FC236}">
                <a16:creationId xmlns:a16="http://schemas.microsoft.com/office/drawing/2014/main" id="{64CBD67D-CA88-4DAE-99CD-659661241BDC}"/>
              </a:ext>
            </a:extLst>
          </p:cNvPr>
          <p:cNvSpPr>
            <a:spLocks/>
          </p:cNvSpPr>
          <p:nvPr/>
        </p:nvSpPr>
        <p:spPr>
          <a:xfrm>
            <a:off x="3974312" y="3447239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2" name="data_1331">
            <a:extLst>
              <a:ext uri="{FF2B5EF4-FFF2-40B4-BE49-F238E27FC236}">
                <a16:creationId xmlns:a16="http://schemas.microsoft.com/office/drawing/2014/main" id="{3C0E5F65-1673-47CC-8646-6C7D0F03587B}"/>
              </a:ext>
            </a:extLst>
          </p:cNvPr>
          <p:cNvSpPr>
            <a:spLocks/>
          </p:cNvSpPr>
          <p:nvPr/>
        </p:nvSpPr>
        <p:spPr>
          <a:xfrm>
            <a:off x="4505111" y="3447239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1333" name="data_1332">
            <a:extLst>
              <a:ext uri="{FF2B5EF4-FFF2-40B4-BE49-F238E27FC236}">
                <a16:creationId xmlns:a16="http://schemas.microsoft.com/office/drawing/2014/main" id="{6C457711-4661-4260-BF38-717278C0BA5D}"/>
              </a:ext>
            </a:extLst>
          </p:cNvPr>
          <p:cNvSpPr>
            <a:spLocks/>
          </p:cNvSpPr>
          <p:nvPr/>
        </p:nvSpPr>
        <p:spPr>
          <a:xfrm>
            <a:off x="4006283" y="1604827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334" name="data_1333">
            <a:extLst>
              <a:ext uri="{FF2B5EF4-FFF2-40B4-BE49-F238E27FC236}">
                <a16:creationId xmlns:a16="http://schemas.microsoft.com/office/drawing/2014/main" id="{A5696E0E-4FCE-4814-B9E1-7C799C926859}"/>
              </a:ext>
            </a:extLst>
          </p:cNvPr>
          <p:cNvSpPr>
            <a:spLocks/>
          </p:cNvSpPr>
          <p:nvPr/>
        </p:nvSpPr>
        <p:spPr>
          <a:xfrm>
            <a:off x="4006283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335" name="text_1334">
            <a:extLst>
              <a:ext uri="{FF2B5EF4-FFF2-40B4-BE49-F238E27FC236}">
                <a16:creationId xmlns:a16="http://schemas.microsoft.com/office/drawing/2014/main" id="{E8EFA72E-53E6-41F3-B424-F54E1020B332}"/>
              </a:ext>
            </a:extLst>
          </p:cNvPr>
          <p:cNvSpPr>
            <a:spLocks/>
          </p:cNvSpPr>
          <p:nvPr/>
        </p:nvSpPr>
        <p:spPr>
          <a:xfrm>
            <a:off x="3527453" y="1291426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336" name="text_1335">
            <a:extLst>
              <a:ext uri="{FF2B5EF4-FFF2-40B4-BE49-F238E27FC236}">
                <a16:creationId xmlns:a16="http://schemas.microsoft.com/office/drawing/2014/main" id="{E9C46918-0B1C-431D-9DE7-3BA05DE6999A}"/>
              </a:ext>
            </a:extLst>
          </p:cNvPr>
          <p:cNvSpPr>
            <a:spLocks/>
          </p:cNvSpPr>
          <p:nvPr/>
        </p:nvSpPr>
        <p:spPr>
          <a:xfrm>
            <a:off x="4006283" y="1314000"/>
            <a:ext cx="981945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 · Dice</a:t>
            </a:r>
          </a:p>
        </p:txBody>
      </p:sp>
      <p:sp>
        <p:nvSpPr>
          <p:cNvPr id="1337" name="data_1336">
            <a:extLst>
              <a:ext uri="{FF2B5EF4-FFF2-40B4-BE49-F238E27FC236}">
                <a16:creationId xmlns:a16="http://schemas.microsoft.com/office/drawing/2014/main" id="{73E4F57D-4253-4B15-B46B-158AAB56AB94}"/>
              </a:ext>
            </a:extLst>
          </p:cNvPr>
          <p:cNvSpPr>
            <a:spLocks/>
          </p:cNvSpPr>
          <p:nvPr/>
        </p:nvSpPr>
        <p:spPr>
          <a:xfrm>
            <a:off x="5989252" y="1604827"/>
            <a:ext cx="90487" cy="1874384"/>
          </a:xfrm>
          <a:custGeom>
            <a:avLst/>
            <a:gdLst/>
            <a:ahLst/>
            <a:cxnLst/>
            <a:rect l="0" t="0" r="0" b="0"/>
            <a:pathLst>
              <a:path w="90487" h="1874384">
                <a:moveTo>
                  <a:pt x="0" y="1874384"/>
                </a:moveTo>
                <a:lnTo>
                  <a:pt x="90487" y="1874384"/>
                </a:lnTo>
                <a:lnTo>
                  <a:pt x="90487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338" name="data_1337">
            <a:extLst>
              <a:ext uri="{FF2B5EF4-FFF2-40B4-BE49-F238E27FC236}">
                <a16:creationId xmlns:a16="http://schemas.microsoft.com/office/drawing/2014/main" id="{AD6DB83A-47CE-449B-8057-1C3078199F23}"/>
              </a:ext>
            </a:extLst>
          </p:cNvPr>
          <p:cNvSpPr>
            <a:spLocks/>
          </p:cNvSpPr>
          <p:nvPr/>
        </p:nvSpPr>
        <p:spPr>
          <a:xfrm>
            <a:off x="5989252" y="34718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DE725"/>
          </a:solidFill>
          <a:ln w="3547">
            <a:solidFill>
              <a:srgbClr val="FDE725"/>
            </a:solidFill>
            <a:prstDash val="solid"/>
          </a:ln>
        </p:spPr>
      </p:sp>
      <p:sp>
        <p:nvSpPr>
          <p:cNvPr id="1339" name="data_1338">
            <a:extLst>
              <a:ext uri="{FF2B5EF4-FFF2-40B4-BE49-F238E27FC236}">
                <a16:creationId xmlns:a16="http://schemas.microsoft.com/office/drawing/2014/main" id="{7450BEE8-A103-4056-8F65-7504034DD200}"/>
              </a:ext>
            </a:extLst>
          </p:cNvPr>
          <p:cNvSpPr>
            <a:spLocks/>
          </p:cNvSpPr>
          <p:nvPr/>
        </p:nvSpPr>
        <p:spPr>
          <a:xfrm>
            <a:off x="5989252" y="34645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BE723"/>
          </a:solidFill>
          <a:ln w="3547">
            <a:solidFill>
              <a:srgbClr val="FBE723"/>
            </a:solidFill>
            <a:prstDash val="solid"/>
          </a:ln>
        </p:spPr>
      </p:sp>
      <p:sp>
        <p:nvSpPr>
          <p:cNvPr id="1340" name="data_1339">
            <a:extLst>
              <a:ext uri="{FF2B5EF4-FFF2-40B4-BE49-F238E27FC236}">
                <a16:creationId xmlns:a16="http://schemas.microsoft.com/office/drawing/2014/main" id="{13BB64B5-0F25-4823-9846-E35784470E9B}"/>
              </a:ext>
            </a:extLst>
          </p:cNvPr>
          <p:cNvSpPr>
            <a:spLocks/>
          </p:cNvSpPr>
          <p:nvPr/>
        </p:nvSpPr>
        <p:spPr>
          <a:xfrm>
            <a:off x="5989252" y="34572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8E621"/>
          </a:solidFill>
          <a:ln w="3547">
            <a:solidFill>
              <a:srgbClr val="F8E621"/>
            </a:solidFill>
            <a:prstDash val="solid"/>
          </a:ln>
        </p:spPr>
      </p:sp>
      <p:sp>
        <p:nvSpPr>
          <p:cNvPr id="1341" name="data_1340">
            <a:extLst>
              <a:ext uri="{FF2B5EF4-FFF2-40B4-BE49-F238E27FC236}">
                <a16:creationId xmlns:a16="http://schemas.microsoft.com/office/drawing/2014/main" id="{C0CC921C-CD97-4C58-B1B4-C545AC203417}"/>
              </a:ext>
            </a:extLst>
          </p:cNvPr>
          <p:cNvSpPr>
            <a:spLocks/>
          </p:cNvSpPr>
          <p:nvPr/>
        </p:nvSpPr>
        <p:spPr>
          <a:xfrm>
            <a:off x="5989252" y="34499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6E620"/>
          </a:solidFill>
          <a:ln w="3547">
            <a:solidFill>
              <a:srgbClr val="F6E620"/>
            </a:solidFill>
            <a:prstDash val="solid"/>
          </a:ln>
        </p:spPr>
      </p:sp>
      <p:sp>
        <p:nvSpPr>
          <p:cNvPr id="1342" name="data_1341">
            <a:extLst>
              <a:ext uri="{FF2B5EF4-FFF2-40B4-BE49-F238E27FC236}">
                <a16:creationId xmlns:a16="http://schemas.microsoft.com/office/drawing/2014/main" id="{57B4C4A4-DF91-4DE1-8BE2-A2DA9AB1CC0E}"/>
              </a:ext>
            </a:extLst>
          </p:cNvPr>
          <p:cNvSpPr>
            <a:spLocks/>
          </p:cNvSpPr>
          <p:nvPr/>
        </p:nvSpPr>
        <p:spPr>
          <a:xfrm>
            <a:off x="5989252" y="34426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4E61E"/>
          </a:solidFill>
          <a:ln w="3547">
            <a:solidFill>
              <a:srgbClr val="F4E61E"/>
            </a:solidFill>
            <a:prstDash val="solid"/>
          </a:ln>
        </p:spPr>
      </p:sp>
      <p:sp>
        <p:nvSpPr>
          <p:cNvPr id="1343" name="data_1342">
            <a:extLst>
              <a:ext uri="{FF2B5EF4-FFF2-40B4-BE49-F238E27FC236}">
                <a16:creationId xmlns:a16="http://schemas.microsoft.com/office/drawing/2014/main" id="{CC366351-20EC-4C19-A972-7AFC33B3FECF}"/>
              </a:ext>
            </a:extLst>
          </p:cNvPr>
          <p:cNvSpPr>
            <a:spLocks/>
          </p:cNvSpPr>
          <p:nvPr/>
        </p:nvSpPr>
        <p:spPr>
          <a:xfrm>
            <a:off x="5989252" y="34352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1E51D"/>
          </a:solidFill>
          <a:ln w="3547">
            <a:solidFill>
              <a:srgbClr val="F1E51D"/>
            </a:solidFill>
            <a:prstDash val="solid"/>
          </a:ln>
        </p:spPr>
      </p:sp>
      <p:sp>
        <p:nvSpPr>
          <p:cNvPr id="1344" name="data_1343">
            <a:extLst>
              <a:ext uri="{FF2B5EF4-FFF2-40B4-BE49-F238E27FC236}">
                <a16:creationId xmlns:a16="http://schemas.microsoft.com/office/drawing/2014/main" id="{BD30729B-518A-4F07-8A93-BB9374D2106F}"/>
              </a:ext>
            </a:extLst>
          </p:cNvPr>
          <p:cNvSpPr>
            <a:spLocks/>
          </p:cNvSpPr>
          <p:nvPr/>
        </p:nvSpPr>
        <p:spPr>
          <a:xfrm>
            <a:off x="5989252" y="34279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FE51C"/>
          </a:solidFill>
          <a:ln w="3547">
            <a:solidFill>
              <a:srgbClr val="EFE51C"/>
            </a:solidFill>
            <a:prstDash val="solid"/>
          </a:ln>
        </p:spPr>
      </p:sp>
      <p:sp>
        <p:nvSpPr>
          <p:cNvPr id="1345" name="data_1344">
            <a:extLst>
              <a:ext uri="{FF2B5EF4-FFF2-40B4-BE49-F238E27FC236}">
                <a16:creationId xmlns:a16="http://schemas.microsoft.com/office/drawing/2014/main" id="{04E3284B-D671-4009-B700-AE3A8D6BBC73}"/>
              </a:ext>
            </a:extLst>
          </p:cNvPr>
          <p:cNvSpPr>
            <a:spLocks/>
          </p:cNvSpPr>
          <p:nvPr/>
        </p:nvSpPr>
        <p:spPr>
          <a:xfrm>
            <a:off x="5989252" y="34206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CE51B"/>
          </a:solidFill>
          <a:ln w="3547">
            <a:solidFill>
              <a:srgbClr val="ECE51B"/>
            </a:solidFill>
            <a:prstDash val="solid"/>
          </a:ln>
        </p:spPr>
      </p:sp>
      <p:sp>
        <p:nvSpPr>
          <p:cNvPr id="1346" name="data_1345">
            <a:extLst>
              <a:ext uri="{FF2B5EF4-FFF2-40B4-BE49-F238E27FC236}">
                <a16:creationId xmlns:a16="http://schemas.microsoft.com/office/drawing/2014/main" id="{CD26691E-3DD1-4846-83AD-4124A2A6E3E3}"/>
              </a:ext>
            </a:extLst>
          </p:cNvPr>
          <p:cNvSpPr>
            <a:spLocks/>
          </p:cNvSpPr>
          <p:nvPr/>
        </p:nvSpPr>
        <p:spPr>
          <a:xfrm>
            <a:off x="5989252" y="34133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AE51A"/>
          </a:solidFill>
          <a:ln w="3547">
            <a:solidFill>
              <a:srgbClr val="EAE51A"/>
            </a:solidFill>
            <a:prstDash val="solid"/>
          </a:ln>
        </p:spPr>
      </p:sp>
      <p:sp>
        <p:nvSpPr>
          <p:cNvPr id="1347" name="data_1346">
            <a:extLst>
              <a:ext uri="{FF2B5EF4-FFF2-40B4-BE49-F238E27FC236}">
                <a16:creationId xmlns:a16="http://schemas.microsoft.com/office/drawing/2014/main" id="{6276E4B6-8BA4-4247-9710-1DA9903A77C8}"/>
              </a:ext>
            </a:extLst>
          </p:cNvPr>
          <p:cNvSpPr>
            <a:spLocks/>
          </p:cNvSpPr>
          <p:nvPr/>
        </p:nvSpPr>
        <p:spPr>
          <a:xfrm>
            <a:off x="5989252" y="34059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7E419"/>
          </a:solidFill>
          <a:ln w="3547">
            <a:solidFill>
              <a:srgbClr val="E7E419"/>
            </a:solidFill>
            <a:prstDash val="solid"/>
          </a:ln>
        </p:spPr>
      </p:sp>
      <p:sp>
        <p:nvSpPr>
          <p:cNvPr id="1348" name="data_1347">
            <a:extLst>
              <a:ext uri="{FF2B5EF4-FFF2-40B4-BE49-F238E27FC236}">
                <a16:creationId xmlns:a16="http://schemas.microsoft.com/office/drawing/2014/main" id="{FBAF6DAA-31E9-4619-BFFB-9F730FE4AF86}"/>
              </a:ext>
            </a:extLst>
          </p:cNvPr>
          <p:cNvSpPr>
            <a:spLocks/>
          </p:cNvSpPr>
          <p:nvPr/>
        </p:nvSpPr>
        <p:spPr>
          <a:xfrm>
            <a:off x="5989252" y="33986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5E419"/>
          </a:solidFill>
          <a:ln w="3547">
            <a:solidFill>
              <a:srgbClr val="E5E419"/>
            </a:solidFill>
            <a:prstDash val="solid"/>
          </a:ln>
        </p:spPr>
      </p:sp>
      <p:sp>
        <p:nvSpPr>
          <p:cNvPr id="1349" name="data_1348">
            <a:extLst>
              <a:ext uri="{FF2B5EF4-FFF2-40B4-BE49-F238E27FC236}">
                <a16:creationId xmlns:a16="http://schemas.microsoft.com/office/drawing/2014/main" id="{2DA31BFF-AD96-4C0E-A345-610B3A7958F0}"/>
              </a:ext>
            </a:extLst>
          </p:cNvPr>
          <p:cNvSpPr>
            <a:spLocks/>
          </p:cNvSpPr>
          <p:nvPr/>
        </p:nvSpPr>
        <p:spPr>
          <a:xfrm>
            <a:off x="5989252" y="33913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2E418"/>
          </a:solidFill>
          <a:ln w="3547">
            <a:solidFill>
              <a:srgbClr val="E2E418"/>
            </a:solidFill>
            <a:prstDash val="solid"/>
          </a:ln>
        </p:spPr>
      </p:sp>
      <p:sp>
        <p:nvSpPr>
          <p:cNvPr id="1350" name="data_1349">
            <a:extLst>
              <a:ext uri="{FF2B5EF4-FFF2-40B4-BE49-F238E27FC236}">
                <a16:creationId xmlns:a16="http://schemas.microsoft.com/office/drawing/2014/main" id="{BCCAB5A9-E85F-4E2B-B51D-66B50BDD1DE9}"/>
              </a:ext>
            </a:extLst>
          </p:cNvPr>
          <p:cNvSpPr>
            <a:spLocks/>
          </p:cNvSpPr>
          <p:nvPr/>
        </p:nvSpPr>
        <p:spPr>
          <a:xfrm>
            <a:off x="5989252" y="33840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FE318"/>
          </a:solidFill>
          <a:ln w="3547">
            <a:solidFill>
              <a:srgbClr val="DFE318"/>
            </a:solidFill>
            <a:prstDash val="solid"/>
          </a:ln>
        </p:spPr>
      </p:sp>
      <p:sp>
        <p:nvSpPr>
          <p:cNvPr id="1351" name="data_1350">
            <a:extLst>
              <a:ext uri="{FF2B5EF4-FFF2-40B4-BE49-F238E27FC236}">
                <a16:creationId xmlns:a16="http://schemas.microsoft.com/office/drawing/2014/main" id="{E7613444-5454-43B0-BBE9-E695BF465A48}"/>
              </a:ext>
            </a:extLst>
          </p:cNvPr>
          <p:cNvSpPr>
            <a:spLocks/>
          </p:cNvSpPr>
          <p:nvPr/>
        </p:nvSpPr>
        <p:spPr>
          <a:xfrm>
            <a:off x="5989252" y="33767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DE318"/>
          </a:solidFill>
          <a:ln w="3547">
            <a:solidFill>
              <a:srgbClr val="DDE318"/>
            </a:solidFill>
            <a:prstDash val="solid"/>
          </a:ln>
        </p:spPr>
      </p:sp>
      <p:sp>
        <p:nvSpPr>
          <p:cNvPr id="1352" name="data_1351">
            <a:extLst>
              <a:ext uri="{FF2B5EF4-FFF2-40B4-BE49-F238E27FC236}">
                <a16:creationId xmlns:a16="http://schemas.microsoft.com/office/drawing/2014/main" id="{9ADADBF3-3ADC-41D1-8D68-BE65C88553CB}"/>
              </a:ext>
            </a:extLst>
          </p:cNvPr>
          <p:cNvSpPr>
            <a:spLocks/>
          </p:cNvSpPr>
          <p:nvPr/>
        </p:nvSpPr>
        <p:spPr>
          <a:xfrm>
            <a:off x="5989252" y="33693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AE319"/>
          </a:solidFill>
          <a:ln w="3547">
            <a:solidFill>
              <a:srgbClr val="DAE319"/>
            </a:solidFill>
            <a:prstDash val="solid"/>
          </a:ln>
        </p:spPr>
      </p:sp>
      <p:sp>
        <p:nvSpPr>
          <p:cNvPr id="1353" name="data_1352">
            <a:extLst>
              <a:ext uri="{FF2B5EF4-FFF2-40B4-BE49-F238E27FC236}">
                <a16:creationId xmlns:a16="http://schemas.microsoft.com/office/drawing/2014/main" id="{61C32EEB-F0DF-4CDD-861D-DAD507B971C8}"/>
              </a:ext>
            </a:extLst>
          </p:cNvPr>
          <p:cNvSpPr>
            <a:spLocks/>
          </p:cNvSpPr>
          <p:nvPr/>
        </p:nvSpPr>
        <p:spPr>
          <a:xfrm>
            <a:off x="5989252" y="33620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8E219"/>
          </a:solidFill>
          <a:ln w="3547">
            <a:solidFill>
              <a:srgbClr val="D8E219"/>
            </a:solidFill>
            <a:prstDash val="solid"/>
          </a:ln>
        </p:spPr>
      </p:sp>
      <p:sp>
        <p:nvSpPr>
          <p:cNvPr id="1354" name="data_1353">
            <a:extLst>
              <a:ext uri="{FF2B5EF4-FFF2-40B4-BE49-F238E27FC236}">
                <a16:creationId xmlns:a16="http://schemas.microsoft.com/office/drawing/2014/main" id="{876E8CAC-DEF5-42DA-B674-DE51BA31C546}"/>
              </a:ext>
            </a:extLst>
          </p:cNvPr>
          <p:cNvSpPr>
            <a:spLocks/>
          </p:cNvSpPr>
          <p:nvPr/>
        </p:nvSpPr>
        <p:spPr>
          <a:xfrm>
            <a:off x="5989252" y="33547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5E21A"/>
          </a:solidFill>
          <a:ln w="3547">
            <a:solidFill>
              <a:srgbClr val="D5E21A"/>
            </a:solidFill>
            <a:prstDash val="solid"/>
          </a:ln>
        </p:spPr>
      </p:sp>
      <p:sp>
        <p:nvSpPr>
          <p:cNvPr id="1355" name="data_1354">
            <a:extLst>
              <a:ext uri="{FF2B5EF4-FFF2-40B4-BE49-F238E27FC236}">
                <a16:creationId xmlns:a16="http://schemas.microsoft.com/office/drawing/2014/main" id="{16C5EA38-5A56-4D51-A95E-E83F542F6D9C}"/>
              </a:ext>
            </a:extLst>
          </p:cNvPr>
          <p:cNvSpPr>
            <a:spLocks/>
          </p:cNvSpPr>
          <p:nvPr/>
        </p:nvSpPr>
        <p:spPr>
          <a:xfrm>
            <a:off x="5989252" y="33474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2E21B"/>
          </a:solidFill>
          <a:ln w="3547">
            <a:solidFill>
              <a:srgbClr val="D2E21B"/>
            </a:solidFill>
            <a:prstDash val="solid"/>
          </a:ln>
        </p:spPr>
      </p:sp>
      <p:sp>
        <p:nvSpPr>
          <p:cNvPr id="1356" name="data_1355">
            <a:extLst>
              <a:ext uri="{FF2B5EF4-FFF2-40B4-BE49-F238E27FC236}">
                <a16:creationId xmlns:a16="http://schemas.microsoft.com/office/drawing/2014/main" id="{35198F11-744C-4092-890F-8AFC4B377DFE}"/>
              </a:ext>
            </a:extLst>
          </p:cNvPr>
          <p:cNvSpPr>
            <a:spLocks/>
          </p:cNvSpPr>
          <p:nvPr/>
        </p:nvSpPr>
        <p:spPr>
          <a:xfrm>
            <a:off x="5989252" y="33400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0E11C"/>
          </a:solidFill>
          <a:ln w="3547">
            <a:solidFill>
              <a:srgbClr val="D0E11C"/>
            </a:solidFill>
            <a:prstDash val="solid"/>
          </a:ln>
        </p:spPr>
      </p:sp>
      <p:sp>
        <p:nvSpPr>
          <p:cNvPr id="1357" name="data_1356">
            <a:extLst>
              <a:ext uri="{FF2B5EF4-FFF2-40B4-BE49-F238E27FC236}">
                <a16:creationId xmlns:a16="http://schemas.microsoft.com/office/drawing/2014/main" id="{DEF7CC5C-1E34-4F8F-A07A-EE4095D1C8C6}"/>
              </a:ext>
            </a:extLst>
          </p:cNvPr>
          <p:cNvSpPr>
            <a:spLocks/>
          </p:cNvSpPr>
          <p:nvPr/>
        </p:nvSpPr>
        <p:spPr>
          <a:xfrm>
            <a:off x="5989252" y="33327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DE11D"/>
          </a:solidFill>
          <a:ln w="3547">
            <a:solidFill>
              <a:srgbClr val="CDE11D"/>
            </a:solidFill>
            <a:prstDash val="solid"/>
          </a:ln>
        </p:spPr>
      </p:sp>
      <p:sp>
        <p:nvSpPr>
          <p:cNvPr id="1358" name="data_1357">
            <a:extLst>
              <a:ext uri="{FF2B5EF4-FFF2-40B4-BE49-F238E27FC236}">
                <a16:creationId xmlns:a16="http://schemas.microsoft.com/office/drawing/2014/main" id="{D41C5312-D848-4D24-9238-2F48FC301915}"/>
              </a:ext>
            </a:extLst>
          </p:cNvPr>
          <p:cNvSpPr>
            <a:spLocks/>
          </p:cNvSpPr>
          <p:nvPr/>
        </p:nvSpPr>
        <p:spPr>
          <a:xfrm>
            <a:off x="5989252" y="33254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AE11F"/>
          </a:solidFill>
          <a:ln w="3547">
            <a:solidFill>
              <a:srgbClr val="CAE11F"/>
            </a:solidFill>
            <a:prstDash val="solid"/>
          </a:ln>
        </p:spPr>
      </p:sp>
      <p:sp>
        <p:nvSpPr>
          <p:cNvPr id="1359" name="data_1358">
            <a:extLst>
              <a:ext uri="{FF2B5EF4-FFF2-40B4-BE49-F238E27FC236}">
                <a16:creationId xmlns:a16="http://schemas.microsoft.com/office/drawing/2014/main" id="{E8C81A51-2378-4CF5-9C17-61347447B4E2}"/>
              </a:ext>
            </a:extLst>
          </p:cNvPr>
          <p:cNvSpPr>
            <a:spLocks/>
          </p:cNvSpPr>
          <p:nvPr/>
        </p:nvSpPr>
        <p:spPr>
          <a:xfrm>
            <a:off x="5989252" y="33181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8E020"/>
          </a:solidFill>
          <a:ln w="3547">
            <a:solidFill>
              <a:srgbClr val="C8E020"/>
            </a:solidFill>
            <a:prstDash val="solid"/>
          </a:ln>
        </p:spPr>
      </p:sp>
      <p:sp>
        <p:nvSpPr>
          <p:cNvPr id="1360" name="data_1359">
            <a:extLst>
              <a:ext uri="{FF2B5EF4-FFF2-40B4-BE49-F238E27FC236}">
                <a16:creationId xmlns:a16="http://schemas.microsoft.com/office/drawing/2014/main" id="{669C2C6C-A7EB-44A5-B1FF-73168226E399}"/>
              </a:ext>
            </a:extLst>
          </p:cNvPr>
          <p:cNvSpPr>
            <a:spLocks/>
          </p:cNvSpPr>
          <p:nvPr/>
        </p:nvSpPr>
        <p:spPr>
          <a:xfrm>
            <a:off x="5989252" y="33108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5E021"/>
          </a:solidFill>
          <a:ln w="3547">
            <a:solidFill>
              <a:srgbClr val="C5E021"/>
            </a:solidFill>
            <a:prstDash val="solid"/>
          </a:ln>
        </p:spPr>
      </p:sp>
      <p:sp>
        <p:nvSpPr>
          <p:cNvPr id="1361" name="data_1360">
            <a:extLst>
              <a:ext uri="{FF2B5EF4-FFF2-40B4-BE49-F238E27FC236}">
                <a16:creationId xmlns:a16="http://schemas.microsoft.com/office/drawing/2014/main" id="{AD673B40-BB21-4588-815C-B4B3ECBEF649}"/>
              </a:ext>
            </a:extLst>
          </p:cNvPr>
          <p:cNvSpPr>
            <a:spLocks/>
          </p:cNvSpPr>
          <p:nvPr/>
        </p:nvSpPr>
        <p:spPr>
          <a:xfrm>
            <a:off x="5989252" y="33034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2DF23"/>
          </a:solidFill>
          <a:ln w="3547">
            <a:solidFill>
              <a:srgbClr val="C2DF23"/>
            </a:solidFill>
            <a:prstDash val="solid"/>
          </a:ln>
        </p:spPr>
      </p:sp>
      <p:sp>
        <p:nvSpPr>
          <p:cNvPr id="1362" name="data_1361">
            <a:extLst>
              <a:ext uri="{FF2B5EF4-FFF2-40B4-BE49-F238E27FC236}">
                <a16:creationId xmlns:a16="http://schemas.microsoft.com/office/drawing/2014/main" id="{9C60EC83-18DD-49D6-8E13-3D1AE9A575F4}"/>
              </a:ext>
            </a:extLst>
          </p:cNvPr>
          <p:cNvSpPr>
            <a:spLocks/>
          </p:cNvSpPr>
          <p:nvPr/>
        </p:nvSpPr>
        <p:spPr>
          <a:xfrm>
            <a:off x="5989252" y="32961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0DF25"/>
          </a:solidFill>
          <a:ln w="3547">
            <a:solidFill>
              <a:srgbClr val="C0DF25"/>
            </a:solidFill>
            <a:prstDash val="solid"/>
          </a:ln>
        </p:spPr>
      </p:sp>
      <p:sp>
        <p:nvSpPr>
          <p:cNvPr id="1363" name="data_1362">
            <a:extLst>
              <a:ext uri="{FF2B5EF4-FFF2-40B4-BE49-F238E27FC236}">
                <a16:creationId xmlns:a16="http://schemas.microsoft.com/office/drawing/2014/main" id="{087C24BE-447D-44A6-89DE-CF1256FDE5CA}"/>
              </a:ext>
            </a:extLst>
          </p:cNvPr>
          <p:cNvSpPr>
            <a:spLocks/>
          </p:cNvSpPr>
          <p:nvPr/>
        </p:nvSpPr>
        <p:spPr>
          <a:xfrm>
            <a:off x="5989252" y="32888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DDF26"/>
          </a:solidFill>
          <a:ln w="3547">
            <a:solidFill>
              <a:srgbClr val="BDDF26"/>
            </a:solidFill>
            <a:prstDash val="solid"/>
          </a:ln>
        </p:spPr>
      </p:sp>
      <p:sp>
        <p:nvSpPr>
          <p:cNvPr id="1364" name="data_1363">
            <a:extLst>
              <a:ext uri="{FF2B5EF4-FFF2-40B4-BE49-F238E27FC236}">
                <a16:creationId xmlns:a16="http://schemas.microsoft.com/office/drawing/2014/main" id="{E0FA14FC-F607-4471-BE24-ECE225FA754D}"/>
              </a:ext>
            </a:extLst>
          </p:cNvPr>
          <p:cNvSpPr>
            <a:spLocks/>
          </p:cNvSpPr>
          <p:nvPr/>
        </p:nvSpPr>
        <p:spPr>
          <a:xfrm>
            <a:off x="5989252" y="32815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ADE28"/>
          </a:solidFill>
          <a:ln w="3547">
            <a:solidFill>
              <a:srgbClr val="BADE28"/>
            </a:solidFill>
            <a:prstDash val="solid"/>
          </a:ln>
        </p:spPr>
      </p:sp>
      <p:sp>
        <p:nvSpPr>
          <p:cNvPr id="1365" name="data_1364">
            <a:extLst>
              <a:ext uri="{FF2B5EF4-FFF2-40B4-BE49-F238E27FC236}">
                <a16:creationId xmlns:a16="http://schemas.microsoft.com/office/drawing/2014/main" id="{ACAD3716-7E24-4F3B-8673-E0EDF573C56C}"/>
              </a:ext>
            </a:extLst>
          </p:cNvPr>
          <p:cNvSpPr>
            <a:spLocks/>
          </p:cNvSpPr>
          <p:nvPr/>
        </p:nvSpPr>
        <p:spPr>
          <a:xfrm>
            <a:off x="5989252" y="32742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8DE29"/>
          </a:solidFill>
          <a:ln w="3547">
            <a:solidFill>
              <a:srgbClr val="B8DE29"/>
            </a:solidFill>
            <a:prstDash val="solid"/>
          </a:ln>
        </p:spPr>
      </p:sp>
      <p:sp>
        <p:nvSpPr>
          <p:cNvPr id="1366" name="data_1365">
            <a:extLst>
              <a:ext uri="{FF2B5EF4-FFF2-40B4-BE49-F238E27FC236}">
                <a16:creationId xmlns:a16="http://schemas.microsoft.com/office/drawing/2014/main" id="{4A0FBC59-4AAF-4354-83BD-2BC211B16F18}"/>
              </a:ext>
            </a:extLst>
          </p:cNvPr>
          <p:cNvSpPr>
            <a:spLocks/>
          </p:cNvSpPr>
          <p:nvPr/>
        </p:nvSpPr>
        <p:spPr>
          <a:xfrm>
            <a:off x="5989252" y="32668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5DE2B"/>
          </a:solidFill>
          <a:ln w="3547">
            <a:solidFill>
              <a:srgbClr val="B5DE2B"/>
            </a:solidFill>
            <a:prstDash val="solid"/>
          </a:ln>
        </p:spPr>
      </p:sp>
      <p:sp>
        <p:nvSpPr>
          <p:cNvPr id="1367" name="data_1366">
            <a:extLst>
              <a:ext uri="{FF2B5EF4-FFF2-40B4-BE49-F238E27FC236}">
                <a16:creationId xmlns:a16="http://schemas.microsoft.com/office/drawing/2014/main" id="{A5140747-4E65-4B48-89C3-C7A00F4D224F}"/>
              </a:ext>
            </a:extLst>
          </p:cNvPr>
          <p:cNvSpPr>
            <a:spLocks/>
          </p:cNvSpPr>
          <p:nvPr/>
        </p:nvSpPr>
        <p:spPr>
          <a:xfrm>
            <a:off x="5989252" y="32595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2DD2D"/>
          </a:solidFill>
          <a:ln w="3547">
            <a:solidFill>
              <a:srgbClr val="B2DD2D"/>
            </a:solidFill>
            <a:prstDash val="solid"/>
          </a:ln>
        </p:spPr>
      </p:sp>
      <p:sp>
        <p:nvSpPr>
          <p:cNvPr id="1368" name="data_1367">
            <a:extLst>
              <a:ext uri="{FF2B5EF4-FFF2-40B4-BE49-F238E27FC236}">
                <a16:creationId xmlns:a16="http://schemas.microsoft.com/office/drawing/2014/main" id="{D258E769-A96B-4AB2-BC68-8EEA0C9A68DC}"/>
              </a:ext>
            </a:extLst>
          </p:cNvPr>
          <p:cNvSpPr>
            <a:spLocks/>
          </p:cNvSpPr>
          <p:nvPr/>
        </p:nvSpPr>
        <p:spPr>
          <a:xfrm>
            <a:off x="5989252" y="32522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0DD2F"/>
          </a:solidFill>
          <a:ln w="3547">
            <a:solidFill>
              <a:srgbClr val="B0DD2F"/>
            </a:solidFill>
            <a:prstDash val="solid"/>
          </a:ln>
        </p:spPr>
      </p:sp>
      <p:sp>
        <p:nvSpPr>
          <p:cNvPr id="1369" name="data_1368">
            <a:extLst>
              <a:ext uri="{FF2B5EF4-FFF2-40B4-BE49-F238E27FC236}">
                <a16:creationId xmlns:a16="http://schemas.microsoft.com/office/drawing/2014/main" id="{74F5ACB6-C28F-42B5-BD1E-F3E21B0262CF}"/>
              </a:ext>
            </a:extLst>
          </p:cNvPr>
          <p:cNvSpPr>
            <a:spLocks/>
          </p:cNvSpPr>
          <p:nvPr/>
        </p:nvSpPr>
        <p:spPr>
          <a:xfrm>
            <a:off x="5989252" y="32449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DDC30"/>
          </a:solidFill>
          <a:ln w="3547">
            <a:solidFill>
              <a:srgbClr val="ADDC30"/>
            </a:solidFill>
            <a:prstDash val="solid"/>
          </a:ln>
        </p:spPr>
      </p:sp>
      <p:sp>
        <p:nvSpPr>
          <p:cNvPr id="1370" name="data_1369">
            <a:extLst>
              <a:ext uri="{FF2B5EF4-FFF2-40B4-BE49-F238E27FC236}">
                <a16:creationId xmlns:a16="http://schemas.microsoft.com/office/drawing/2014/main" id="{93FC8E27-1CC6-45A9-ADDD-0A1C237AB59F}"/>
              </a:ext>
            </a:extLst>
          </p:cNvPr>
          <p:cNvSpPr>
            <a:spLocks/>
          </p:cNvSpPr>
          <p:nvPr/>
        </p:nvSpPr>
        <p:spPr>
          <a:xfrm>
            <a:off x="5989252" y="32375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ADC32"/>
          </a:solidFill>
          <a:ln w="3547">
            <a:solidFill>
              <a:srgbClr val="AADC32"/>
            </a:solidFill>
            <a:prstDash val="solid"/>
          </a:ln>
        </p:spPr>
      </p:sp>
      <p:sp>
        <p:nvSpPr>
          <p:cNvPr id="1371" name="data_1370">
            <a:extLst>
              <a:ext uri="{FF2B5EF4-FFF2-40B4-BE49-F238E27FC236}">
                <a16:creationId xmlns:a16="http://schemas.microsoft.com/office/drawing/2014/main" id="{42021266-2EAD-47DD-9D8A-4CB841F8A394}"/>
              </a:ext>
            </a:extLst>
          </p:cNvPr>
          <p:cNvSpPr>
            <a:spLocks/>
          </p:cNvSpPr>
          <p:nvPr/>
        </p:nvSpPr>
        <p:spPr>
          <a:xfrm>
            <a:off x="5989252" y="32302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8DB34"/>
          </a:solidFill>
          <a:ln w="3547">
            <a:solidFill>
              <a:srgbClr val="A8DB34"/>
            </a:solidFill>
            <a:prstDash val="solid"/>
          </a:ln>
        </p:spPr>
      </p:sp>
      <p:sp>
        <p:nvSpPr>
          <p:cNvPr id="1372" name="data_1371">
            <a:extLst>
              <a:ext uri="{FF2B5EF4-FFF2-40B4-BE49-F238E27FC236}">
                <a16:creationId xmlns:a16="http://schemas.microsoft.com/office/drawing/2014/main" id="{D1ED2B24-B07C-405F-8AA1-9A539831B97D}"/>
              </a:ext>
            </a:extLst>
          </p:cNvPr>
          <p:cNvSpPr>
            <a:spLocks/>
          </p:cNvSpPr>
          <p:nvPr/>
        </p:nvSpPr>
        <p:spPr>
          <a:xfrm>
            <a:off x="5989252" y="32229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5DB36"/>
          </a:solidFill>
          <a:ln w="3547">
            <a:solidFill>
              <a:srgbClr val="A5DB36"/>
            </a:solidFill>
            <a:prstDash val="solid"/>
          </a:ln>
        </p:spPr>
      </p:sp>
      <p:sp>
        <p:nvSpPr>
          <p:cNvPr id="1373" name="data_1372">
            <a:extLst>
              <a:ext uri="{FF2B5EF4-FFF2-40B4-BE49-F238E27FC236}">
                <a16:creationId xmlns:a16="http://schemas.microsoft.com/office/drawing/2014/main" id="{14FDC6B0-431B-4B04-B54D-46F1CECC0E47}"/>
              </a:ext>
            </a:extLst>
          </p:cNvPr>
          <p:cNvSpPr>
            <a:spLocks/>
          </p:cNvSpPr>
          <p:nvPr/>
        </p:nvSpPr>
        <p:spPr>
          <a:xfrm>
            <a:off x="5989252" y="32156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2DA37"/>
          </a:solidFill>
          <a:ln w="3547">
            <a:solidFill>
              <a:srgbClr val="A2DA37"/>
            </a:solidFill>
            <a:prstDash val="solid"/>
          </a:ln>
        </p:spPr>
      </p:sp>
      <p:sp>
        <p:nvSpPr>
          <p:cNvPr id="1374" name="data_1373">
            <a:extLst>
              <a:ext uri="{FF2B5EF4-FFF2-40B4-BE49-F238E27FC236}">
                <a16:creationId xmlns:a16="http://schemas.microsoft.com/office/drawing/2014/main" id="{729C3CAD-8B2D-4F29-AB3D-0141D50015D7}"/>
              </a:ext>
            </a:extLst>
          </p:cNvPr>
          <p:cNvSpPr>
            <a:spLocks/>
          </p:cNvSpPr>
          <p:nvPr/>
        </p:nvSpPr>
        <p:spPr>
          <a:xfrm>
            <a:off x="5989252" y="32083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0DA39"/>
          </a:solidFill>
          <a:ln w="3547">
            <a:solidFill>
              <a:srgbClr val="A0DA39"/>
            </a:solidFill>
            <a:prstDash val="solid"/>
          </a:ln>
        </p:spPr>
      </p:sp>
      <p:sp>
        <p:nvSpPr>
          <p:cNvPr id="1375" name="data_1374">
            <a:extLst>
              <a:ext uri="{FF2B5EF4-FFF2-40B4-BE49-F238E27FC236}">
                <a16:creationId xmlns:a16="http://schemas.microsoft.com/office/drawing/2014/main" id="{AF1D6C56-EBC0-46CC-B26D-49797032821B}"/>
              </a:ext>
            </a:extLst>
          </p:cNvPr>
          <p:cNvSpPr>
            <a:spLocks/>
          </p:cNvSpPr>
          <p:nvPr/>
        </p:nvSpPr>
        <p:spPr>
          <a:xfrm>
            <a:off x="5989252" y="32009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DD93B"/>
          </a:solidFill>
          <a:ln w="3547">
            <a:solidFill>
              <a:srgbClr val="9DD93B"/>
            </a:solidFill>
            <a:prstDash val="solid"/>
          </a:ln>
        </p:spPr>
      </p:sp>
      <p:sp>
        <p:nvSpPr>
          <p:cNvPr id="1376" name="data_1375">
            <a:extLst>
              <a:ext uri="{FF2B5EF4-FFF2-40B4-BE49-F238E27FC236}">
                <a16:creationId xmlns:a16="http://schemas.microsoft.com/office/drawing/2014/main" id="{EA6085A2-D561-4585-BB9E-11248944F54C}"/>
              </a:ext>
            </a:extLst>
          </p:cNvPr>
          <p:cNvSpPr>
            <a:spLocks/>
          </p:cNvSpPr>
          <p:nvPr/>
        </p:nvSpPr>
        <p:spPr>
          <a:xfrm>
            <a:off x="5989252" y="31936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BD93C"/>
          </a:solidFill>
          <a:ln w="3547">
            <a:solidFill>
              <a:srgbClr val="9BD93C"/>
            </a:solidFill>
            <a:prstDash val="solid"/>
          </a:ln>
        </p:spPr>
      </p:sp>
      <p:sp>
        <p:nvSpPr>
          <p:cNvPr id="1377" name="data_1376">
            <a:extLst>
              <a:ext uri="{FF2B5EF4-FFF2-40B4-BE49-F238E27FC236}">
                <a16:creationId xmlns:a16="http://schemas.microsoft.com/office/drawing/2014/main" id="{975DCE1D-2C78-4707-976A-03D94DAA39BE}"/>
              </a:ext>
            </a:extLst>
          </p:cNvPr>
          <p:cNvSpPr>
            <a:spLocks/>
          </p:cNvSpPr>
          <p:nvPr/>
        </p:nvSpPr>
        <p:spPr>
          <a:xfrm>
            <a:off x="5989252" y="31863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8D83E"/>
          </a:solidFill>
          <a:ln w="3547">
            <a:solidFill>
              <a:srgbClr val="98D83E"/>
            </a:solidFill>
            <a:prstDash val="solid"/>
          </a:ln>
        </p:spPr>
      </p:sp>
      <p:sp>
        <p:nvSpPr>
          <p:cNvPr id="1378" name="data_1377">
            <a:extLst>
              <a:ext uri="{FF2B5EF4-FFF2-40B4-BE49-F238E27FC236}">
                <a16:creationId xmlns:a16="http://schemas.microsoft.com/office/drawing/2014/main" id="{91FDC7E6-56BB-4C3B-A4D0-561A120ADCEB}"/>
              </a:ext>
            </a:extLst>
          </p:cNvPr>
          <p:cNvSpPr>
            <a:spLocks/>
          </p:cNvSpPr>
          <p:nvPr/>
        </p:nvSpPr>
        <p:spPr>
          <a:xfrm>
            <a:off x="5989252" y="31790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5D840"/>
          </a:solidFill>
          <a:ln w="3547">
            <a:solidFill>
              <a:srgbClr val="95D840"/>
            </a:solidFill>
            <a:prstDash val="solid"/>
          </a:ln>
        </p:spPr>
      </p:sp>
      <p:sp>
        <p:nvSpPr>
          <p:cNvPr id="1379" name="data_1378">
            <a:extLst>
              <a:ext uri="{FF2B5EF4-FFF2-40B4-BE49-F238E27FC236}">
                <a16:creationId xmlns:a16="http://schemas.microsoft.com/office/drawing/2014/main" id="{667F5F0D-A934-41D0-96E1-9426D4622262}"/>
              </a:ext>
            </a:extLst>
          </p:cNvPr>
          <p:cNvSpPr>
            <a:spLocks/>
          </p:cNvSpPr>
          <p:nvPr/>
        </p:nvSpPr>
        <p:spPr>
          <a:xfrm>
            <a:off x="5989252" y="31716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3D741"/>
          </a:solidFill>
          <a:ln w="3547">
            <a:solidFill>
              <a:srgbClr val="93D741"/>
            </a:solidFill>
            <a:prstDash val="solid"/>
          </a:ln>
        </p:spPr>
      </p:sp>
      <p:sp>
        <p:nvSpPr>
          <p:cNvPr id="1380" name="data_1379">
            <a:extLst>
              <a:ext uri="{FF2B5EF4-FFF2-40B4-BE49-F238E27FC236}">
                <a16:creationId xmlns:a16="http://schemas.microsoft.com/office/drawing/2014/main" id="{9C1D1B09-DE40-49F6-A88A-9361BD57F2B4}"/>
              </a:ext>
            </a:extLst>
          </p:cNvPr>
          <p:cNvSpPr>
            <a:spLocks/>
          </p:cNvSpPr>
          <p:nvPr/>
        </p:nvSpPr>
        <p:spPr>
          <a:xfrm>
            <a:off x="5989252" y="31643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0D743"/>
          </a:solidFill>
          <a:ln w="3547">
            <a:solidFill>
              <a:srgbClr val="90D743"/>
            </a:solidFill>
            <a:prstDash val="solid"/>
          </a:ln>
        </p:spPr>
      </p:sp>
      <p:sp>
        <p:nvSpPr>
          <p:cNvPr id="1381" name="data_1380">
            <a:extLst>
              <a:ext uri="{FF2B5EF4-FFF2-40B4-BE49-F238E27FC236}">
                <a16:creationId xmlns:a16="http://schemas.microsoft.com/office/drawing/2014/main" id="{BADB2544-8879-405A-B886-6CA7C94210EE}"/>
              </a:ext>
            </a:extLst>
          </p:cNvPr>
          <p:cNvSpPr>
            <a:spLocks/>
          </p:cNvSpPr>
          <p:nvPr/>
        </p:nvSpPr>
        <p:spPr>
          <a:xfrm>
            <a:off x="5989252" y="31570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ED645"/>
          </a:solidFill>
          <a:ln w="3547">
            <a:solidFill>
              <a:srgbClr val="8ED645"/>
            </a:solidFill>
            <a:prstDash val="solid"/>
          </a:ln>
        </p:spPr>
      </p:sp>
      <p:sp>
        <p:nvSpPr>
          <p:cNvPr id="1382" name="data_1381">
            <a:extLst>
              <a:ext uri="{FF2B5EF4-FFF2-40B4-BE49-F238E27FC236}">
                <a16:creationId xmlns:a16="http://schemas.microsoft.com/office/drawing/2014/main" id="{CA847D1B-59C7-40E7-AD25-3F8400272C13}"/>
              </a:ext>
            </a:extLst>
          </p:cNvPr>
          <p:cNvSpPr>
            <a:spLocks/>
          </p:cNvSpPr>
          <p:nvPr/>
        </p:nvSpPr>
        <p:spPr>
          <a:xfrm>
            <a:off x="5989252" y="31497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BD646"/>
          </a:solidFill>
          <a:ln w="3547">
            <a:solidFill>
              <a:srgbClr val="8BD646"/>
            </a:solidFill>
            <a:prstDash val="solid"/>
          </a:ln>
        </p:spPr>
      </p:sp>
      <p:sp>
        <p:nvSpPr>
          <p:cNvPr id="1383" name="data_1382">
            <a:extLst>
              <a:ext uri="{FF2B5EF4-FFF2-40B4-BE49-F238E27FC236}">
                <a16:creationId xmlns:a16="http://schemas.microsoft.com/office/drawing/2014/main" id="{F0994F75-4A59-4330-9BEA-D6A984E3C61F}"/>
              </a:ext>
            </a:extLst>
          </p:cNvPr>
          <p:cNvSpPr>
            <a:spLocks/>
          </p:cNvSpPr>
          <p:nvPr/>
        </p:nvSpPr>
        <p:spPr>
          <a:xfrm>
            <a:off x="5989252" y="31424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9D548"/>
          </a:solidFill>
          <a:ln w="3547">
            <a:solidFill>
              <a:srgbClr val="89D548"/>
            </a:solidFill>
            <a:prstDash val="solid"/>
          </a:ln>
        </p:spPr>
      </p:sp>
      <p:sp>
        <p:nvSpPr>
          <p:cNvPr id="1384" name="data_1383">
            <a:extLst>
              <a:ext uri="{FF2B5EF4-FFF2-40B4-BE49-F238E27FC236}">
                <a16:creationId xmlns:a16="http://schemas.microsoft.com/office/drawing/2014/main" id="{0CE0B53A-EBA7-423D-A51E-DDA513C70348}"/>
              </a:ext>
            </a:extLst>
          </p:cNvPr>
          <p:cNvSpPr>
            <a:spLocks/>
          </p:cNvSpPr>
          <p:nvPr/>
        </p:nvSpPr>
        <p:spPr>
          <a:xfrm>
            <a:off x="5989252" y="31350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6D549"/>
          </a:solidFill>
          <a:ln w="3547">
            <a:solidFill>
              <a:srgbClr val="86D549"/>
            </a:solidFill>
            <a:prstDash val="solid"/>
          </a:ln>
        </p:spPr>
      </p:sp>
      <p:sp>
        <p:nvSpPr>
          <p:cNvPr id="1385" name="data_1384">
            <a:extLst>
              <a:ext uri="{FF2B5EF4-FFF2-40B4-BE49-F238E27FC236}">
                <a16:creationId xmlns:a16="http://schemas.microsoft.com/office/drawing/2014/main" id="{C2A68ACC-6115-480D-8A17-FD7CFEED4EDE}"/>
              </a:ext>
            </a:extLst>
          </p:cNvPr>
          <p:cNvSpPr>
            <a:spLocks/>
          </p:cNvSpPr>
          <p:nvPr/>
        </p:nvSpPr>
        <p:spPr>
          <a:xfrm>
            <a:off x="5989252" y="31277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4D44B"/>
          </a:solidFill>
          <a:ln w="3547">
            <a:solidFill>
              <a:srgbClr val="84D44B"/>
            </a:solidFill>
            <a:prstDash val="solid"/>
          </a:ln>
        </p:spPr>
      </p:sp>
      <p:sp>
        <p:nvSpPr>
          <p:cNvPr id="1386" name="data_1385">
            <a:extLst>
              <a:ext uri="{FF2B5EF4-FFF2-40B4-BE49-F238E27FC236}">
                <a16:creationId xmlns:a16="http://schemas.microsoft.com/office/drawing/2014/main" id="{6E4D3FFE-5FE4-4A3E-9E34-E8676C7299E1}"/>
              </a:ext>
            </a:extLst>
          </p:cNvPr>
          <p:cNvSpPr>
            <a:spLocks/>
          </p:cNvSpPr>
          <p:nvPr/>
        </p:nvSpPr>
        <p:spPr>
          <a:xfrm>
            <a:off x="5989252" y="31204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1D34D"/>
          </a:solidFill>
          <a:ln w="3547">
            <a:solidFill>
              <a:srgbClr val="81D34D"/>
            </a:solidFill>
            <a:prstDash val="solid"/>
          </a:ln>
        </p:spPr>
      </p:sp>
      <p:sp>
        <p:nvSpPr>
          <p:cNvPr id="1387" name="data_1386">
            <a:extLst>
              <a:ext uri="{FF2B5EF4-FFF2-40B4-BE49-F238E27FC236}">
                <a16:creationId xmlns:a16="http://schemas.microsoft.com/office/drawing/2014/main" id="{AEE8D22E-BEBF-436E-ABB8-7E47C2D55C67}"/>
              </a:ext>
            </a:extLst>
          </p:cNvPr>
          <p:cNvSpPr>
            <a:spLocks/>
          </p:cNvSpPr>
          <p:nvPr/>
        </p:nvSpPr>
        <p:spPr>
          <a:xfrm>
            <a:off x="5989252" y="31131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FD34E"/>
          </a:solidFill>
          <a:ln w="3547">
            <a:solidFill>
              <a:srgbClr val="7FD34E"/>
            </a:solidFill>
            <a:prstDash val="solid"/>
          </a:ln>
        </p:spPr>
      </p:sp>
      <p:sp>
        <p:nvSpPr>
          <p:cNvPr id="1388" name="data_1387">
            <a:extLst>
              <a:ext uri="{FF2B5EF4-FFF2-40B4-BE49-F238E27FC236}">
                <a16:creationId xmlns:a16="http://schemas.microsoft.com/office/drawing/2014/main" id="{C04B03CD-DE96-4B68-BA50-206497801CF2}"/>
              </a:ext>
            </a:extLst>
          </p:cNvPr>
          <p:cNvSpPr>
            <a:spLocks/>
          </p:cNvSpPr>
          <p:nvPr/>
        </p:nvSpPr>
        <p:spPr>
          <a:xfrm>
            <a:off x="5989252" y="31057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CD250"/>
          </a:solidFill>
          <a:ln w="3547">
            <a:solidFill>
              <a:srgbClr val="7CD250"/>
            </a:solidFill>
            <a:prstDash val="solid"/>
          </a:ln>
        </p:spPr>
      </p:sp>
      <p:sp>
        <p:nvSpPr>
          <p:cNvPr id="1389" name="data_1388">
            <a:extLst>
              <a:ext uri="{FF2B5EF4-FFF2-40B4-BE49-F238E27FC236}">
                <a16:creationId xmlns:a16="http://schemas.microsoft.com/office/drawing/2014/main" id="{850E2BF2-60A1-4A81-9DD5-54E5C1384EEF}"/>
              </a:ext>
            </a:extLst>
          </p:cNvPr>
          <p:cNvSpPr>
            <a:spLocks/>
          </p:cNvSpPr>
          <p:nvPr/>
        </p:nvSpPr>
        <p:spPr>
          <a:xfrm>
            <a:off x="5989252" y="30984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AD151"/>
          </a:solidFill>
          <a:ln w="3547">
            <a:solidFill>
              <a:srgbClr val="7AD151"/>
            </a:solidFill>
            <a:prstDash val="solid"/>
          </a:ln>
        </p:spPr>
      </p:sp>
      <p:sp>
        <p:nvSpPr>
          <p:cNvPr id="1390" name="data_1389">
            <a:extLst>
              <a:ext uri="{FF2B5EF4-FFF2-40B4-BE49-F238E27FC236}">
                <a16:creationId xmlns:a16="http://schemas.microsoft.com/office/drawing/2014/main" id="{B49589CA-0276-4D9D-9D55-72A1D6555F6D}"/>
              </a:ext>
            </a:extLst>
          </p:cNvPr>
          <p:cNvSpPr>
            <a:spLocks/>
          </p:cNvSpPr>
          <p:nvPr/>
        </p:nvSpPr>
        <p:spPr>
          <a:xfrm>
            <a:off x="5989252" y="30911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7D153"/>
          </a:solidFill>
          <a:ln w="3547">
            <a:solidFill>
              <a:srgbClr val="77D153"/>
            </a:solidFill>
            <a:prstDash val="solid"/>
          </a:ln>
        </p:spPr>
      </p:sp>
      <p:sp>
        <p:nvSpPr>
          <p:cNvPr id="1391" name="data_1390">
            <a:extLst>
              <a:ext uri="{FF2B5EF4-FFF2-40B4-BE49-F238E27FC236}">
                <a16:creationId xmlns:a16="http://schemas.microsoft.com/office/drawing/2014/main" id="{7888D6A0-0459-4315-A907-804A2E93FD3C}"/>
              </a:ext>
            </a:extLst>
          </p:cNvPr>
          <p:cNvSpPr>
            <a:spLocks/>
          </p:cNvSpPr>
          <p:nvPr/>
        </p:nvSpPr>
        <p:spPr>
          <a:xfrm>
            <a:off x="5989252" y="30838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5D054"/>
          </a:solidFill>
          <a:ln w="3547">
            <a:solidFill>
              <a:srgbClr val="75D054"/>
            </a:solidFill>
            <a:prstDash val="solid"/>
          </a:ln>
        </p:spPr>
      </p:sp>
      <p:sp>
        <p:nvSpPr>
          <p:cNvPr id="1392" name="data_1391">
            <a:extLst>
              <a:ext uri="{FF2B5EF4-FFF2-40B4-BE49-F238E27FC236}">
                <a16:creationId xmlns:a16="http://schemas.microsoft.com/office/drawing/2014/main" id="{25B67CB3-5586-4EFC-93C2-6A035A26A561}"/>
              </a:ext>
            </a:extLst>
          </p:cNvPr>
          <p:cNvSpPr>
            <a:spLocks/>
          </p:cNvSpPr>
          <p:nvPr/>
        </p:nvSpPr>
        <p:spPr>
          <a:xfrm>
            <a:off x="5989252" y="30765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3D056"/>
          </a:solidFill>
          <a:ln w="3547">
            <a:solidFill>
              <a:srgbClr val="73D056"/>
            </a:solidFill>
            <a:prstDash val="solid"/>
          </a:ln>
        </p:spPr>
      </p:sp>
      <p:sp>
        <p:nvSpPr>
          <p:cNvPr id="1393" name="data_1392">
            <a:extLst>
              <a:ext uri="{FF2B5EF4-FFF2-40B4-BE49-F238E27FC236}">
                <a16:creationId xmlns:a16="http://schemas.microsoft.com/office/drawing/2014/main" id="{D213847C-6C7F-498F-B531-B3C56DE153D3}"/>
              </a:ext>
            </a:extLst>
          </p:cNvPr>
          <p:cNvSpPr>
            <a:spLocks/>
          </p:cNvSpPr>
          <p:nvPr/>
        </p:nvSpPr>
        <p:spPr>
          <a:xfrm>
            <a:off x="5989252" y="30691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0CF57"/>
          </a:solidFill>
          <a:ln w="3547">
            <a:solidFill>
              <a:srgbClr val="70CF57"/>
            </a:solidFill>
            <a:prstDash val="solid"/>
          </a:ln>
        </p:spPr>
      </p:sp>
      <p:sp>
        <p:nvSpPr>
          <p:cNvPr id="1394" name="data_1393">
            <a:extLst>
              <a:ext uri="{FF2B5EF4-FFF2-40B4-BE49-F238E27FC236}">
                <a16:creationId xmlns:a16="http://schemas.microsoft.com/office/drawing/2014/main" id="{54887FA8-0299-44DD-A3BE-3DB4D9E4C879}"/>
              </a:ext>
            </a:extLst>
          </p:cNvPr>
          <p:cNvSpPr>
            <a:spLocks/>
          </p:cNvSpPr>
          <p:nvPr/>
        </p:nvSpPr>
        <p:spPr>
          <a:xfrm>
            <a:off x="5989252" y="30618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ECE58"/>
          </a:solidFill>
          <a:ln w="3547">
            <a:solidFill>
              <a:srgbClr val="6ECE58"/>
            </a:solidFill>
            <a:prstDash val="solid"/>
          </a:ln>
        </p:spPr>
      </p:sp>
      <p:sp>
        <p:nvSpPr>
          <p:cNvPr id="1395" name="data_1394">
            <a:extLst>
              <a:ext uri="{FF2B5EF4-FFF2-40B4-BE49-F238E27FC236}">
                <a16:creationId xmlns:a16="http://schemas.microsoft.com/office/drawing/2014/main" id="{0F382373-9C3C-41B5-B2CC-B6459E5F29D7}"/>
              </a:ext>
            </a:extLst>
          </p:cNvPr>
          <p:cNvSpPr>
            <a:spLocks/>
          </p:cNvSpPr>
          <p:nvPr/>
        </p:nvSpPr>
        <p:spPr>
          <a:xfrm>
            <a:off x="5989252" y="30545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CCD5A"/>
          </a:solidFill>
          <a:ln w="3547">
            <a:solidFill>
              <a:srgbClr val="6CCD5A"/>
            </a:solidFill>
            <a:prstDash val="solid"/>
          </a:ln>
        </p:spPr>
      </p:sp>
      <p:sp>
        <p:nvSpPr>
          <p:cNvPr id="1396" name="data_1395">
            <a:extLst>
              <a:ext uri="{FF2B5EF4-FFF2-40B4-BE49-F238E27FC236}">
                <a16:creationId xmlns:a16="http://schemas.microsoft.com/office/drawing/2014/main" id="{BDDF89C3-6AF4-4315-9A5A-C82366C94ACD}"/>
              </a:ext>
            </a:extLst>
          </p:cNvPr>
          <p:cNvSpPr>
            <a:spLocks/>
          </p:cNvSpPr>
          <p:nvPr/>
        </p:nvSpPr>
        <p:spPr>
          <a:xfrm>
            <a:off x="5989252" y="30472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9CD5B"/>
          </a:solidFill>
          <a:ln w="3547">
            <a:solidFill>
              <a:srgbClr val="69CD5B"/>
            </a:solidFill>
            <a:prstDash val="solid"/>
          </a:ln>
        </p:spPr>
      </p:sp>
      <p:sp>
        <p:nvSpPr>
          <p:cNvPr id="1397" name="data_1396">
            <a:extLst>
              <a:ext uri="{FF2B5EF4-FFF2-40B4-BE49-F238E27FC236}">
                <a16:creationId xmlns:a16="http://schemas.microsoft.com/office/drawing/2014/main" id="{70D6E029-437D-474A-9207-62ABCFA75B4B}"/>
              </a:ext>
            </a:extLst>
          </p:cNvPr>
          <p:cNvSpPr>
            <a:spLocks/>
          </p:cNvSpPr>
          <p:nvPr/>
        </p:nvSpPr>
        <p:spPr>
          <a:xfrm>
            <a:off x="5989252" y="30399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7CC5C"/>
          </a:solidFill>
          <a:ln w="3547">
            <a:solidFill>
              <a:srgbClr val="67CC5C"/>
            </a:solidFill>
            <a:prstDash val="solid"/>
          </a:ln>
        </p:spPr>
      </p:sp>
      <p:sp>
        <p:nvSpPr>
          <p:cNvPr id="1398" name="data_1397">
            <a:extLst>
              <a:ext uri="{FF2B5EF4-FFF2-40B4-BE49-F238E27FC236}">
                <a16:creationId xmlns:a16="http://schemas.microsoft.com/office/drawing/2014/main" id="{79211233-B4D5-49F2-ADE3-C2B6469775AB}"/>
              </a:ext>
            </a:extLst>
          </p:cNvPr>
          <p:cNvSpPr>
            <a:spLocks/>
          </p:cNvSpPr>
          <p:nvPr/>
        </p:nvSpPr>
        <p:spPr>
          <a:xfrm>
            <a:off x="5989252" y="30325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5CB5E"/>
          </a:solidFill>
          <a:ln w="3547">
            <a:solidFill>
              <a:srgbClr val="65CB5E"/>
            </a:solidFill>
            <a:prstDash val="solid"/>
          </a:ln>
        </p:spPr>
      </p:sp>
      <p:sp>
        <p:nvSpPr>
          <p:cNvPr id="1399" name="data_1398">
            <a:extLst>
              <a:ext uri="{FF2B5EF4-FFF2-40B4-BE49-F238E27FC236}">
                <a16:creationId xmlns:a16="http://schemas.microsoft.com/office/drawing/2014/main" id="{C793F480-1586-48A3-B79C-F5B716EB6619}"/>
              </a:ext>
            </a:extLst>
          </p:cNvPr>
          <p:cNvSpPr>
            <a:spLocks/>
          </p:cNvSpPr>
          <p:nvPr/>
        </p:nvSpPr>
        <p:spPr>
          <a:xfrm>
            <a:off x="5989252" y="30252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3CB5F"/>
          </a:solidFill>
          <a:ln w="3547">
            <a:solidFill>
              <a:srgbClr val="63CB5F"/>
            </a:solidFill>
            <a:prstDash val="solid"/>
          </a:ln>
        </p:spPr>
      </p:sp>
      <p:sp>
        <p:nvSpPr>
          <p:cNvPr id="1400" name="data_1399">
            <a:extLst>
              <a:ext uri="{FF2B5EF4-FFF2-40B4-BE49-F238E27FC236}">
                <a16:creationId xmlns:a16="http://schemas.microsoft.com/office/drawing/2014/main" id="{E158A159-D917-4EC2-87A0-E0D167374246}"/>
              </a:ext>
            </a:extLst>
          </p:cNvPr>
          <p:cNvSpPr>
            <a:spLocks/>
          </p:cNvSpPr>
          <p:nvPr/>
        </p:nvSpPr>
        <p:spPr>
          <a:xfrm>
            <a:off x="5989252" y="30179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0CA60"/>
          </a:solidFill>
          <a:ln w="3547">
            <a:solidFill>
              <a:srgbClr val="60CA60"/>
            </a:solidFill>
            <a:prstDash val="solid"/>
          </a:ln>
        </p:spPr>
      </p:sp>
      <p:sp>
        <p:nvSpPr>
          <p:cNvPr id="1401" name="data_1400">
            <a:extLst>
              <a:ext uri="{FF2B5EF4-FFF2-40B4-BE49-F238E27FC236}">
                <a16:creationId xmlns:a16="http://schemas.microsoft.com/office/drawing/2014/main" id="{DA130492-6823-44E2-88A6-23E72F108400}"/>
              </a:ext>
            </a:extLst>
          </p:cNvPr>
          <p:cNvSpPr>
            <a:spLocks/>
          </p:cNvSpPr>
          <p:nvPr/>
        </p:nvSpPr>
        <p:spPr>
          <a:xfrm>
            <a:off x="5989252" y="30106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EC962"/>
          </a:solidFill>
          <a:ln w="3547">
            <a:solidFill>
              <a:srgbClr val="5EC962"/>
            </a:solidFill>
            <a:prstDash val="solid"/>
          </a:ln>
        </p:spPr>
      </p:sp>
      <p:sp>
        <p:nvSpPr>
          <p:cNvPr id="1402" name="data_1401">
            <a:extLst>
              <a:ext uri="{FF2B5EF4-FFF2-40B4-BE49-F238E27FC236}">
                <a16:creationId xmlns:a16="http://schemas.microsoft.com/office/drawing/2014/main" id="{C00F0B11-0CB8-442B-B9EE-2EB7C6DF9B51}"/>
              </a:ext>
            </a:extLst>
          </p:cNvPr>
          <p:cNvSpPr>
            <a:spLocks/>
          </p:cNvSpPr>
          <p:nvPr/>
        </p:nvSpPr>
        <p:spPr>
          <a:xfrm>
            <a:off x="5989252" y="30032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CC863"/>
          </a:solidFill>
          <a:ln w="3547">
            <a:solidFill>
              <a:srgbClr val="5CC863"/>
            </a:solidFill>
            <a:prstDash val="solid"/>
          </a:ln>
        </p:spPr>
      </p:sp>
      <p:sp>
        <p:nvSpPr>
          <p:cNvPr id="1403" name="data_1402">
            <a:extLst>
              <a:ext uri="{FF2B5EF4-FFF2-40B4-BE49-F238E27FC236}">
                <a16:creationId xmlns:a16="http://schemas.microsoft.com/office/drawing/2014/main" id="{CB265AD9-0B00-4768-813F-6D76F1A522CE}"/>
              </a:ext>
            </a:extLst>
          </p:cNvPr>
          <p:cNvSpPr>
            <a:spLocks/>
          </p:cNvSpPr>
          <p:nvPr/>
        </p:nvSpPr>
        <p:spPr>
          <a:xfrm>
            <a:off x="5989252" y="29959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AC864"/>
          </a:solidFill>
          <a:ln w="3547">
            <a:solidFill>
              <a:srgbClr val="5AC864"/>
            </a:solidFill>
            <a:prstDash val="solid"/>
          </a:ln>
        </p:spPr>
      </p:sp>
      <p:sp>
        <p:nvSpPr>
          <p:cNvPr id="1404" name="data_1403">
            <a:extLst>
              <a:ext uri="{FF2B5EF4-FFF2-40B4-BE49-F238E27FC236}">
                <a16:creationId xmlns:a16="http://schemas.microsoft.com/office/drawing/2014/main" id="{DEA96F05-E458-42A5-8731-C1F27C346585}"/>
              </a:ext>
            </a:extLst>
          </p:cNvPr>
          <p:cNvSpPr>
            <a:spLocks/>
          </p:cNvSpPr>
          <p:nvPr/>
        </p:nvSpPr>
        <p:spPr>
          <a:xfrm>
            <a:off x="5989252" y="29886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8C765"/>
          </a:solidFill>
          <a:ln w="3547">
            <a:solidFill>
              <a:srgbClr val="58C765"/>
            </a:solidFill>
            <a:prstDash val="solid"/>
          </a:ln>
        </p:spPr>
      </p:sp>
      <p:sp>
        <p:nvSpPr>
          <p:cNvPr id="1405" name="data_1404">
            <a:extLst>
              <a:ext uri="{FF2B5EF4-FFF2-40B4-BE49-F238E27FC236}">
                <a16:creationId xmlns:a16="http://schemas.microsoft.com/office/drawing/2014/main" id="{11961F6C-8D86-4652-9396-DD0653701613}"/>
              </a:ext>
            </a:extLst>
          </p:cNvPr>
          <p:cNvSpPr>
            <a:spLocks/>
          </p:cNvSpPr>
          <p:nvPr/>
        </p:nvSpPr>
        <p:spPr>
          <a:xfrm>
            <a:off x="5989252" y="29813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6C667"/>
          </a:solidFill>
          <a:ln w="3547">
            <a:solidFill>
              <a:srgbClr val="56C667"/>
            </a:solidFill>
            <a:prstDash val="solid"/>
          </a:ln>
        </p:spPr>
      </p:sp>
      <p:sp>
        <p:nvSpPr>
          <p:cNvPr id="1406" name="data_1405">
            <a:extLst>
              <a:ext uri="{FF2B5EF4-FFF2-40B4-BE49-F238E27FC236}">
                <a16:creationId xmlns:a16="http://schemas.microsoft.com/office/drawing/2014/main" id="{7016F1FF-0A31-497A-8C8F-0F87279430E4}"/>
              </a:ext>
            </a:extLst>
          </p:cNvPr>
          <p:cNvSpPr>
            <a:spLocks/>
          </p:cNvSpPr>
          <p:nvPr/>
        </p:nvSpPr>
        <p:spPr>
          <a:xfrm>
            <a:off x="5989252" y="29740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4C568"/>
          </a:solidFill>
          <a:ln w="3547">
            <a:solidFill>
              <a:srgbClr val="54C568"/>
            </a:solidFill>
            <a:prstDash val="solid"/>
          </a:ln>
        </p:spPr>
      </p:sp>
      <p:sp>
        <p:nvSpPr>
          <p:cNvPr id="1407" name="data_1406">
            <a:extLst>
              <a:ext uri="{FF2B5EF4-FFF2-40B4-BE49-F238E27FC236}">
                <a16:creationId xmlns:a16="http://schemas.microsoft.com/office/drawing/2014/main" id="{7BA9B4D9-1E5E-450D-99E2-70462C66C18B}"/>
              </a:ext>
            </a:extLst>
          </p:cNvPr>
          <p:cNvSpPr>
            <a:spLocks/>
          </p:cNvSpPr>
          <p:nvPr/>
        </p:nvSpPr>
        <p:spPr>
          <a:xfrm>
            <a:off x="5989252" y="29666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2C569"/>
          </a:solidFill>
          <a:ln w="3547">
            <a:solidFill>
              <a:srgbClr val="52C569"/>
            </a:solidFill>
            <a:prstDash val="solid"/>
          </a:ln>
        </p:spPr>
      </p:sp>
      <p:sp>
        <p:nvSpPr>
          <p:cNvPr id="1408" name="data_1407">
            <a:extLst>
              <a:ext uri="{FF2B5EF4-FFF2-40B4-BE49-F238E27FC236}">
                <a16:creationId xmlns:a16="http://schemas.microsoft.com/office/drawing/2014/main" id="{CA3C37DF-1FDE-4D53-92AA-6E15FF8C63B0}"/>
              </a:ext>
            </a:extLst>
          </p:cNvPr>
          <p:cNvSpPr>
            <a:spLocks/>
          </p:cNvSpPr>
          <p:nvPr/>
        </p:nvSpPr>
        <p:spPr>
          <a:xfrm>
            <a:off x="5989252" y="29593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0C46A"/>
          </a:solidFill>
          <a:ln w="3547">
            <a:solidFill>
              <a:srgbClr val="50C46A"/>
            </a:solidFill>
            <a:prstDash val="solid"/>
          </a:ln>
        </p:spPr>
      </p:sp>
      <p:sp>
        <p:nvSpPr>
          <p:cNvPr id="1409" name="data_1408">
            <a:extLst>
              <a:ext uri="{FF2B5EF4-FFF2-40B4-BE49-F238E27FC236}">
                <a16:creationId xmlns:a16="http://schemas.microsoft.com/office/drawing/2014/main" id="{92B3A9B5-1D06-4C72-B708-CAB152188678}"/>
              </a:ext>
            </a:extLst>
          </p:cNvPr>
          <p:cNvSpPr>
            <a:spLocks/>
          </p:cNvSpPr>
          <p:nvPr/>
        </p:nvSpPr>
        <p:spPr>
          <a:xfrm>
            <a:off x="5989252" y="29520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EC36B"/>
          </a:solidFill>
          <a:ln w="3547">
            <a:solidFill>
              <a:srgbClr val="4EC36B"/>
            </a:solidFill>
            <a:prstDash val="solid"/>
          </a:ln>
        </p:spPr>
      </p:sp>
      <p:sp>
        <p:nvSpPr>
          <p:cNvPr id="1410" name="data_1409">
            <a:extLst>
              <a:ext uri="{FF2B5EF4-FFF2-40B4-BE49-F238E27FC236}">
                <a16:creationId xmlns:a16="http://schemas.microsoft.com/office/drawing/2014/main" id="{541B7969-FF05-454F-9446-98583BA85E04}"/>
              </a:ext>
            </a:extLst>
          </p:cNvPr>
          <p:cNvSpPr>
            <a:spLocks/>
          </p:cNvSpPr>
          <p:nvPr/>
        </p:nvSpPr>
        <p:spPr>
          <a:xfrm>
            <a:off x="5989252" y="29447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CC26C"/>
          </a:solidFill>
          <a:ln w="3547">
            <a:solidFill>
              <a:srgbClr val="4CC26C"/>
            </a:solidFill>
            <a:prstDash val="solid"/>
          </a:ln>
        </p:spPr>
      </p:sp>
      <p:sp>
        <p:nvSpPr>
          <p:cNvPr id="1411" name="data_1410">
            <a:extLst>
              <a:ext uri="{FF2B5EF4-FFF2-40B4-BE49-F238E27FC236}">
                <a16:creationId xmlns:a16="http://schemas.microsoft.com/office/drawing/2014/main" id="{BE611717-BB01-429E-9621-6AA3DD827100}"/>
              </a:ext>
            </a:extLst>
          </p:cNvPr>
          <p:cNvSpPr>
            <a:spLocks/>
          </p:cNvSpPr>
          <p:nvPr/>
        </p:nvSpPr>
        <p:spPr>
          <a:xfrm>
            <a:off x="5989252" y="29373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AC16D"/>
          </a:solidFill>
          <a:ln w="3547">
            <a:solidFill>
              <a:srgbClr val="4AC16D"/>
            </a:solidFill>
            <a:prstDash val="solid"/>
          </a:ln>
        </p:spPr>
      </p:sp>
      <p:sp>
        <p:nvSpPr>
          <p:cNvPr id="1412" name="data_1411">
            <a:extLst>
              <a:ext uri="{FF2B5EF4-FFF2-40B4-BE49-F238E27FC236}">
                <a16:creationId xmlns:a16="http://schemas.microsoft.com/office/drawing/2014/main" id="{71644356-D2BB-4806-8683-06A10338E14C}"/>
              </a:ext>
            </a:extLst>
          </p:cNvPr>
          <p:cNvSpPr>
            <a:spLocks/>
          </p:cNvSpPr>
          <p:nvPr/>
        </p:nvSpPr>
        <p:spPr>
          <a:xfrm>
            <a:off x="5989252" y="29300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C16E"/>
          </a:solidFill>
          <a:ln w="3547">
            <a:solidFill>
              <a:srgbClr val="48C16E"/>
            </a:solidFill>
            <a:prstDash val="solid"/>
          </a:ln>
        </p:spPr>
      </p:sp>
      <p:sp>
        <p:nvSpPr>
          <p:cNvPr id="1413" name="data_1412">
            <a:extLst>
              <a:ext uri="{FF2B5EF4-FFF2-40B4-BE49-F238E27FC236}">
                <a16:creationId xmlns:a16="http://schemas.microsoft.com/office/drawing/2014/main" id="{CFAD289E-70E4-419C-9337-ACB145AE59F1}"/>
              </a:ext>
            </a:extLst>
          </p:cNvPr>
          <p:cNvSpPr>
            <a:spLocks/>
          </p:cNvSpPr>
          <p:nvPr/>
        </p:nvSpPr>
        <p:spPr>
          <a:xfrm>
            <a:off x="5989252" y="29227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C06F"/>
          </a:solidFill>
          <a:ln w="3547">
            <a:solidFill>
              <a:srgbClr val="46C06F"/>
            </a:solidFill>
            <a:prstDash val="solid"/>
          </a:ln>
        </p:spPr>
      </p:sp>
      <p:sp>
        <p:nvSpPr>
          <p:cNvPr id="1414" name="data_1413">
            <a:extLst>
              <a:ext uri="{FF2B5EF4-FFF2-40B4-BE49-F238E27FC236}">
                <a16:creationId xmlns:a16="http://schemas.microsoft.com/office/drawing/2014/main" id="{FFDC2550-854F-45DE-99C4-DD39800D3829}"/>
              </a:ext>
            </a:extLst>
          </p:cNvPr>
          <p:cNvSpPr>
            <a:spLocks/>
          </p:cNvSpPr>
          <p:nvPr/>
        </p:nvSpPr>
        <p:spPr>
          <a:xfrm>
            <a:off x="5989252" y="29154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BF70"/>
          </a:solidFill>
          <a:ln w="3547">
            <a:solidFill>
              <a:srgbClr val="44BF70"/>
            </a:solidFill>
            <a:prstDash val="solid"/>
          </a:ln>
        </p:spPr>
      </p:sp>
      <p:sp>
        <p:nvSpPr>
          <p:cNvPr id="1415" name="data_1414">
            <a:extLst>
              <a:ext uri="{FF2B5EF4-FFF2-40B4-BE49-F238E27FC236}">
                <a16:creationId xmlns:a16="http://schemas.microsoft.com/office/drawing/2014/main" id="{46A1D514-0581-4C1E-A019-F50F3DB4BD35}"/>
              </a:ext>
            </a:extLst>
          </p:cNvPr>
          <p:cNvSpPr>
            <a:spLocks/>
          </p:cNvSpPr>
          <p:nvPr/>
        </p:nvSpPr>
        <p:spPr>
          <a:xfrm>
            <a:off x="5989252" y="29081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BE71"/>
          </a:solidFill>
          <a:ln w="3547">
            <a:solidFill>
              <a:srgbClr val="42BE71"/>
            </a:solidFill>
            <a:prstDash val="solid"/>
          </a:ln>
        </p:spPr>
      </p:sp>
      <p:sp>
        <p:nvSpPr>
          <p:cNvPr id="1416" name="data_1415">
            <a:extLst>
              <a:ext uri="{FF2B5EF4-FFF2-40B4-BE49-F238E27FC236}">
                <a16:creationId xmlns:a16="http://schemas.microsoft.com/office/drawing/2014/main" id="{5985AA92-3E59-4E2C-B5F4-9E7711D490F3}"/>
              </a:ext>
            </a:extLst>
          </p:cNvPr>
          <p:cNvSpPr>
            <a:spLocks/>
          </p:cNvSpPr>
          <p:nvPr/>
        </p:nvSpPr>
        <p:spPr>
          <a:xfrm>
            <a:off x="5989252" y="29007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BD72"/>
          </a:solidFill>
          <a:ln w="3547">
            <a:solidFill>
              <a:srgbClr val="40BD72"/>
            </a:solidFill>
            <a:prstDash val="solid"/>
          </a:ln>
        </p:spPr>
      </p:sp>
      <p:sp>
        <p:nvSpPr>
          <p:cNvPr id="1417" name="data_1416">
            <a:extLst>
              <a:ext uri="{FF2B5EF4-FFF2-40B4-BE49-F238E27FC236}">
                <a16:creationId xmlns:a16="http://schemas.microsoft.com/office/drawing/2014/main" id="{E49F7FED-BDDC-4ABE-A9A7-21E75E806658}"/>
              </a:ext>
            </a:extLst>
          </p:cNvPr>
          <p:cNvSpPr>
            <a:spLocks/>
          </p:cNvSpPr>
          <p:nvPr/>
        </p:nvSpPr>
        <p:spPr>
          <a:xfrm>
            <a:off x="5989252" y="28934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BC73"/>
          </a:solidFill>
          <a:ln w="3547">
            <a:solidFill>
              <a:srgbClr val="3FBC73"/>
            </a:solidFill>
            <a:prstDash val="solid"/>
          </a:ln>
        </p:spPr>
      </p:sp>
      <p:sp>
        <p:nvSpPr>
          <p:cNvPr id="1418" name="data_1417">
            <a:extLst>
              <a:ext uri="{FF2B5EF4-FFF2-40B4-BE49-F238E27FC236}">
                <a16:creationId xmlns:a16="http://schemas.microsoft.com/office/drawing/2014/main" id="{7873ECDE-BF15-40FB-9690-A12FF85364A1}"/>
              </a:ext>
            </a:extLst>
          </p:cNvPr>
          <p:cNvSpPr>
            <a:spLocks/>
          </p:cNvSpPr>
          <p:nvPr/>
        </p:nvSpPr>
        <p:spPr>
          <a:xfrm>
            <a:off x="5989252" y="28861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BC74"/>
          </a:solidFill>
          <a:ln w="3547">
            <a:solidFill>
              <a:srgbClr val="3DBC74"/>
            </a:solidFill>
            <a:prstDash val="solid"/>
          </a:ln>
        </p:spPr>
      </p:sp>
      <p:sp>
        <p:nvSpPr>
          <p:cNvPr id="1419" name="data_1418">
            <a:extLst>
              <a:ext uri="{FF2B5EF4-FFF2-40B4-BE49-F238E27FC236}">
                <a16:creationId xmlns:a16="http://schemas.microsoft.com/office/drawing/2014/main" id="{996C693E-0900-4870-916A-62EEA8DA93E0}"/>
              </a:ext>
            </a:extLst>
          </p:cNvPr>
          <p:cNvSpPr>
            <a:spLocks/>
          </p:cNvSpPr>
          <p:nvPr/>
        </p:nvSpPr>
        <p:spPr>
          <a:xfrm>
            <a:off x="5989252" y="28788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BB75"/>
          </a:solidFill>
          <a:ln w="3547">
            <a:solidFill>
              <a:srgbClr val="3BBB75"/>
            </a:solidFill>
            <a:prstDash val="solid"/>
          </a:ln>
        </p:spPr>
      </p:sp>
      <p:sp>
        <p:nvSpPr>
          <p:cNvPr id="1420" name="data_1419">
            <a:extLst>
              <a:ext uri="{FF2B5EF4-FFF2-40B4-BE49-F238E27FC236}">
                <a16:creationId xmlns:a16="http://schemas.microsoft.com/office/drawing/2014/main" id="{8E8ED6A4-9E29-4E3B-B087-785BED1AE2F0}"/>
              </a:ext>
            </a:extLst>
          </p:cNvPr>
          <p:cNvSpPr>
            <a:spLocks/>
          </p:cNvSpPr>
          <p:nvPr/>
        </p:nvSpPr>
        <p:spPr>
          <a:xfrm>
            <a:off x="5989252" y="28715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BA76"/>
          </a:solidFill>
          <a:ln w="3547">
            <a:solidFill>
              <a:srgbClr val="3ABA76"/>
            </a:solidFill>
            <a:prstDash val="solid"/>
          </a:ln>
        </p:spPr>
      </p:sp>
      <p:sp>
        <p:nvSpPr>
          <p:cNvPr id="1421" name="data_1420">
            <a:extLst>
              <a:ext uri="{FF2B5EF4-FFF2-40B4-BE49-F238E27FC236}">
                <a16:creationId xmlns:a16="http://schemas.microsoft.com/office/drawing/2014/main" id="{0EF8C5BD-CF11-4498-99E9-4141940D4F12}"/>
              </a:ext>
            </a:extLst>
          </p:cNvPr>
          <p:cNvSpPr>
            <a:spLocks/>
          </p:cNvSpPr>
          <p:nvPr/>
        </p:nvSpPr>
        <p:spPr>
          <a:xfrm>
            <a:off x="5989252" y="28641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B977"/>
          </a:solidFill>
          <a:ln w="3547">
            <a:solidFill>
              <a:srgbClr val="38B977"/>
            </a:solidFill>
            <a:prstDash val="solid"/>
          </a:ln>
        </p:spPr>
      </p:sp>
      <p:sp>
        <p:nvSpPr>
          <p:cNvPr id="1422" name="data_1421">
            <a:extLst>
              <a:ext uri="{FF2B5EF4-FFF2-40B4-BE49-F238E27FC236}">
                <a16:creationId xmlns:a16="http://schemas.microsoft.com/office/drawing/2014/main" id="{EE7F958C-4A87-4BCB-BAAC-B6918D647222}"/>
              </a:ext>
            </a:extLst>
          </p:cNvPr>
          <p:cNvSpPr>
            <a:spLocks/>
          </p:cNvSpPr>
          <p:nvPr/>
        </p:nvSpPr>
        <p:spPr>
          <a:xfrm>
            <a:off x="5989252" y="28568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B878"/>
          </a:solidFill>
          <a:ln w="3547">
            <a:solidFill>
              <a:srgbClr val="37B878"/>
            </a:solidFill>
            <a:prstDash val="solid"/>
          </a:ln>
        </p:spPr>
      </p:sp>
      <p:sp>
        <p:nvSpPr>
          <p:cNvPr id="1423" name="data_1422">
            <a:extLst>
              <a:ext uri="{FF2B5EF4-FFF2-40B4-BE49-F238E27FC236}">
                <a16:creationId xmlns:a16="http://schemas.microsoft.com/office/drawing/2014/main" id="{43F5B731-92C2-482D-973C-8CF8AFCB34A4}"/>
              </a:ext>
            </a:extLst>
          </p:cNvPr>
          <p:cNvSpPr>
            <a:spLocks/>
          </p:cNvSpPr>
          <p:nvPr/>
        </p:nvSpPr>
        <p:spPr>
          <a:xfrm>
            <a:off x="5989252" y="28495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B779"/>
          </a:solidFill>
          <a:ln w="3547">
            <a:solidFill>
              <a:srgbClr val="35B779"/>
            </a:solidFill>
            <a:prstDash val="solid"/>
          </a:ln>
        </p:spPr>
      </p:sp>
      <p:sp>
        <p:nvSpPr>
          <p:cNvPr id="1424" name="data_1423">
            <a:extLst>
              <a:ext uri="{FF2B5EF4-FFF2-40B4-BE49-F238E27FC236}">
                <a16:creationId xmlns:a16="http://schemas.microsoft.com/office/drawing/2014/main" id="{09C98957-0429-4151-A3AB-FDB781ED2547}"/>
              </a:ext>
            </a:extLst>
          </p:cNvPr>
          <p:cNvSpPr>
            <a:spLocks/>
          </p:cNvSpPr>
          <p:nvPr/>
        </p:nvSpPr>
        <p:spPr>
          <a:xfrm>
            <a:off x="5989252" y="28422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B679"/>
          </a:solidFill>
          <a:ln w="3547">
            <a:solidFill>
              <a:srgbClr val="34B679"/>
            </a:solidFill>
            <a:prstDash val="solid"/>
          </a:ln>
        </p:spPr>
      </p:sp>
      <p:sp>
        <p:nvSpPr>
          <p:cNvPr id="1425" name="data_1424">
            <a:extLst>
              <a:ext uri="{FF2B5EF4-FFF2-40B4-BE49-F238E27FC236}">
                <a16:creationId xmlns:a16="http://schemas.microsoft.com/office/drawing/2014/main" id="{564846E9-2F33-402D-8DB7-B13BF5880312}"/>
              </a:ext>
            </a:extLst>
          </p:cNvPr>
          <p:cNvSpPr>
            <a:spLocks/>
          </p:cNvSpPr>
          <p:nvPr/>
        </p:nvSpPr>
        <p:spPr>
          <a:xfrm>
            <a:off x="5989252" y="28348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B67A"/>
          </a:solidFill>
          <a:ln w="3547">
            <a:solidFill>
              <a:srgbClr val="32B67A"/>
            </a:solidFill>
            <a:prstDash val="solid"/>
          </a:ln>
        </p:spPr>
      </p:sp>
      <p:sp>
        <p:nvSpPr>
          <p:cNvPr id="1426" name="data_1425">
            <a:extLst>
              <a:ext uri="{FF2B5EF4-FFF2-40B4-BE49-F238E27FC236}">
                <a16:creationId xmlns:a16="http://schemas.microsoft.com/office/drawing/2014/main" id="{70557007-FFFA-4721-9EA9-C46F3DC69E76}"/>
              </a:ext>
            </a:extLst>
          </p:cNvPr>
          <p:cNvSpPr>
            <a:spLocks/>
          </p:cNvSpPr>
          <p:nvPr/>
        </p:nvSpPr>
        <p:spPr>
          <a:xfrm>
            <a:off x="5989252" y="28275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B57B"/>
          </a:solidFill>
          <a:ln w="3547">
            <a:solidFill>
              <a:srgbClr val="31B57B"/>
            </a:solidFill>
            <a:prstDash val="solid"/>
          </a:ln>
        </p:spPr>
      </p:sp>
      <p:sp>
        <p:nvSpPr>
          <p:cNvPr id="1427" name="data_1426">
            <a:extLst>
              <a:ext uri="{FF2B5EF4-FFF2-40B4-BE49-F238E27FC236}">
                <a16:creationId xmlns:a16="http://schemas.microsoft.com/office/drawing/2014/main" id="{8079A5AD-0B9A-4C60-AEDB-086C44B1EDDA}"/>
              </a:ext>
            </a:extLst>
          </p:cNvPr>
          <p:cNvSpPr>
            <a:spLocks/>
          </p:cNvSpPr>
          <p:nvPr/>
        </p:nvSpPr>
        <p:spPr>
          <a:xfrm>
            <a:off x="5989252" y="28202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B47C"/>
          </a:solidFill>
          <a:ln w="3547">
            <a:solidFill>
              <a:srgbClr val="2FB47C"/>
            </a:solidFill>
            <a:prstDash val="solid"/>
          </a:ln>
        </p:spPr>
      </p:sp>
      <p:sp>
        <p:nvSpPr>
          <p:cNvPr id="1428" name="data_1427">
            <a:extLst>
              <a:ext uri="{FF2B5EF4-FFF2-40B4-BE49-F238E27FC236}">
                <a16:creationId xmlns:a16="http://schemas.microsoft.com/office/drawing/2014/main" id="{75C1C7DA-B2E9-47FB-8AB4-8B833B6A7A3E}"/>
              </a:ext>
            </a:extLst>
          </p:cNvPr>
          <p:cNvSpPr>
            <a:spLocks/>
          </p:cNvSpPr>
          <p:nvPr/>
        </p:nvSpPr>
        <p:spPr>
          <a:xfrm>
            <a:off x="5989252" y="28129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B37C"/>
          </a:solidFill>
          <a:ln w="3547">
            <a:solidFill>
              <a:srgbClr val="2EB37C"/>
            </a:solidFill>
            <a:prstDash val="solid"/>
          </a:ln>
        </p:spPr>
      </p:sp>
      <p:sp>
        <p:nvSpPr>
          <p:cNvPr id="1429" name="data_1428">
            <a:extLst>
              <a:ext uri="{FF2B5EF4-FFF2-40B4-BE49-F238E27FC236}">
                <a16:creationId xmlns:a16="http://schemas.microsoft.com/office/drawing/2014/main" id="{CD609964-88D0-45C0-B6B0-65F2C45BCE18}"/>
              </a:ext>
            </a:extLst>
          </p:cNvPr>
          <p:cNvSpPr>
            <a:spLocks/>
          </p:cNvSpPr>
          <p:nvPr/>
        </p:nvSpPr>
        <p:spPr>
          <a:xfrm>
            <a:off x="5989252" y="28056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B27D"/>
          </a:solidFill>
          <a:ln w="3547">
            <a:solidFill>
              <a:srgbClr val="2DB27D"/>
            </a:solidFill>
            <a:prstDash val="solid"/>
          </a:ln>
        </p:spPr>
      </p:sp>
      <p:sp>
        <p:nvSpPr>
          <p:cNvPr id="1430" name="data_1429">
            <a:extLst>
              <a:ext uri="{FF2B5EF4-FFF2-40B4-BE49-F238E27FC236}">
                <a16:creationId xmlns:a16="http://schemas.microsoft.com/office/drawing/2014/main" id="{9D6601AB-7AA1-4A97-AD20-7A6483956E94}"/>
              </a:ext>
            </a:extLst>
          </p:cNvPr>
          <p:cNvSpPr>
            <a:spLocks/>
          </p:cNvSpPr>
          <p:nvPr/>
        </p:nvSpPr>
        <p:spPr>
          <a:xfrm>
            <a:off x="5989252" y="27982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B17E"/>
          </a:solidFill>
          <a:ln w="3547">
            <a:solidFill>
              <a:srgbClr val="2CB17E"/>
            </a:solidFill>
            <a:prstDash val="solid"/>
          </a:ln>
        </p:spPr>
      </p:sp>
      <p:sp>
        <p:nvSpPr>
          <p:cNvPr id="1431" name="data_1430">
            <a:extLst>
              <a:ext uri="{FF2B5EF4-FFF2-40B4-BE49-F238E27FC236}">
                <a16:creationId xmlns:a16="http://schemas.microsoft.com/office/drawing/2014/main" id="{C864071D-42D6-40E1-9C4F-CFF9906FC197}"/>
              </a:ext>
            </a:extLst>
          </p:cNvPr>
          <p:cNvSpPr>
            <a:spLocks/>
          </p:cNvSpPr>
          <p:nvPr/>
        </p:nvSpPr>
        <p:spPr>
          <a:xfrm>
            <a:off x="5989252" y="27909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B07F"/>
          </a:solidFill>
          <a:ln w="3547">
            <a:solidFill>
              <a:srgbClr val="2AB07F"/>
            </a:solidFill>
            <a:prstDash val="solid"/>
          </a:ln>
        </p:spPr>
      </p:sp>
      <p:sp>
        <p:nvSpPr>
          <p:cNvPr id="1432" name="data_1431">
            <a:extLst>
              <a:ext uri="{FF2B5EF4-FFF2-40B4-BE49-F238E27FC236}">
                <a16:creationId xmlns:a16="http://schemas.microsoft.com/office/drawing/2014/main" id="{97D75675-03A0-44CE-9EF3-6D80FB74E8D1}"/>
              </a:ext>
            </a:extLst>
          </p:cNvPr>
          <p:cNvSpPr>
            <a:spLocks/>
          </p:cNvSpPr>
          <p:nvPr/>
        </p:nvSpPr>
        <p:spPr>
          <a:xfrm>
            <a:off x="5989252" y="27836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AF7F"/>
          </a:solidFill>
          <a:ln w="3547">
            <a:solidFill>
              <a:srgbClr val="29AF7F"/>
            </a:solidFill>
            <a:prstDash val="solid"/>
          </a:ln>
        </p:spPr>
      </p:sp>
      <p:sp>
        <p:nvSpPr>
          <p:cNvPr id="1433" name="data_1432">
            <a:extLst>
              <a:ext uri="{FF2B5EF4-FFF2-40B4-BE49-F238E27FC236}">
                <a16:creationId xmlns:a16="http://schemas.microsoft.com/office/drawing/2014/main" id="{638583DF-CAE7-4284-926F-587E98100393}"/>
              </a:ext>
            </a:extLst>
          </p:cNvPr>
          <p:cNvSpPr>
            <a:spLocks/>
          </p:cNvSpPr>
          <p:nvPr/>
        </p:nvSpPr>
        <p:spPr>
          <a:xfrm>
            <a:off x="5989252" y="27763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AE80"/>
          </a:solidFill>
          <a:ln w="3547">
            <a:solidFill>
              <a:srgbClr val="28AE80"/>
            </a:solidFill>
            <a:prstDash val="solid"/>
          </a:ln>
        </p:spPr>
      </p:sp>
      <p:sp>
        <p:nvSpPr>
          <p:cNvPr id="1434" name="data_1433">
            <a:extLst>
              <a:ext uri="{FF2B5EF4-FFF2-40B4-BE49-F238E27FC236}">
                <a16:creationId xmlns:a16="http://schemas.microsoft.com/office/drawing/2014/main" id="{541D06B5-F26E-42AF-BF92-A94E1A756AFF}"/>
              </a:ext>
            </a:extLst>
          </p:cNvPr>
          <p:cNvSpPr>
            <a:spLocks/>
          </p:cNvSpPr>
          <p:nvPr/>
        </p:nvSpPr>
        <p:spPr>
          <a:xfrm>
            <a:off x="5989252" y="27689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AD81"/>
          </a:solidFill>
          <a:ln w="3547">
            <a:solidFill>
              <a:srgbClr val="27AD81"/>
            </a:solidFill>
            <a:prstDash val="solid"/>
          </a:ln>
        </p:spPr>
      </p:sp>
      <p:sp>
        <p:nvSpPr>
          <p:cNvPr id="1435" name="data_1434">
            <a:extLst>
              <a:ext uri="{FF2B5EF4-FFF2-40B4-BE49-F238E27FC236}">
                <a16:creationId xmlns:a16="http://schemas.microsoft.com/office/drawing/2014/main" id="{4CE436D1-BCB6-4AE2-AFD8-9EFB596A0CD0}"/>
              </a:ext>
            </a:extLst>
          </p:cNvPr>
          <p:cNvSpPr>
            <a:spLocks/>
          </p:cNvSpPr>
          <p:nvPr/>
        </p:nvSpPr>
        <p:spPr>
          <a:xfrm>
            <a:off x="5989252" y="27616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AD81"/>
          </a:solidFill>
          <a:ln w="3547">
            <a:solidFill>
              <a:srgbClr val="26AD81"/>
            </a:solidFill>
            <a:prstDash val="solid"/>
          </a:ln>
        </p:spPr>
      </p:sp>
      <p:sp>
        <p:nvSpPr>
          <p:cNvPr id="1436" name="data_1435">
            <a:extLst>
              <a:ext uri="{FF2B5EF4-FFF2-40B4-BE49-F238E27FC236}">
                <a16:creationId xmlns:a16="http://schemas.microsoft.com/office/drawing/2014/main" id="{1980B2BE-26CC-45D9-BA84-C6135684503F}"/>
              </a:ext>
            </a:extLst>
          </p:cNvPr>
          <p:cNvSpPr>
            <a:spLocks/>
          </p:cNvSpPr>
          <p:nvPr/>
        </p:nvSpPr>
        <p:spPr>
          <a:xfrm>
            <a:off x="5989252" y="27543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C82"/>
          </a:solidFill>
          <a:ln w="3547">
            <a:solidFill>
              <a:srgbClr val="25AC82"/>
            </a:solidFill>
            <a:prstDash val="solid"/>
          </a:ln>
        </p:spPr>
      </p:sp>
      <p:sp>
        <p:nvSpPr>
          <p:cNvPr id="1437" name="data_1436">
            <a:extLst>
              <a:ext uri="{FF2B5EF4-FFF2-40B4-BE49-F238E27FC236}">
                <a16:creationId xmlns:a16="http://schemas.microsoft.com/office/drawing/2014/main" id="{DA652276-33DE-4BFA-BDC6-E3A70023175E}"/>
              </a:ext>
            </a:extLst>
          </p:cNvPr>
          <p:cNvSpPr>
            <a:spLocks/>
          </p:cNvSpPr>
          <p:nvPr/>
        </p:nvSpPr>
        <p:spPr>
          <a:xfrm>
            <a:off x="5989252" y="27470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B82"/>
          </a:solidFill>
          <a:ln w="3547">
            <a:solidFill>
              <a:srgbClr val="25AB82"/>
            </a:solidFill>
            <a:prstDash val="solid"/>
          </a:ln>
        </p:spPr>
      </p:sp>
      <p:sp>
        <p:nvSpPr>
          <p:cNvPr id="1438" name="data_1437">
            <a:extLst>
              <a:ext uri="{FF2B5EF4-FFF2-40B4-BE49-F238E27FC236}">
                <a16:creationId xmlns:a16="http://schemas.microsoft.com/office/drawing/2014/main" id="{26AEF73E-CEB5-4AF2-B12B-57F930A0D28E}"/>
              </a:ext>
            </a:extLst>
          </p:cNvPr>
          <p:cNvSpPr>
            <a:spLocks/>
          </p:cNvSpPr>
          <p:nvPr/>
        </p:nvSpPr>
        <p:spPr>
          <a:xfrm>
            <a:off x="5989252" y="27397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AA83"/>
          </a:solidFill>
          <a:ln w="3547">
            <a:solidFill>
              <a:srgbClr val="24AA83"/>
            </a:solidFill>
            <a:prstDash val="solid"/>
          </a:ln>
        </p:spPr>
      </p:sp>
      <p:sp>
        <p:nvSpPr>
          <p:cNvPr id="1439" name="data_1438">
            <a:extLst>
              <a:ext uri="{FF2B5EF4-FFF2-40B4-BE49-F238E27FC236}">
                <a16:creationId xmlns:a16="http://schemas.microsoft.com/office/drawing/2014/main" id="{B8902F7C-C8AC-44F4-8521-E9D0E6FDAC17}"/>
              </a:ext>
            </a:extLst>
          </p:cNvPr>
          <p:cNvSpPr>
            <a:spLocks/>
          </p:cNvSpPr>
          <p:nvPr/>
        </p:nvSpPr>
        <p:spPr>
          <a:xfrm>
            <a:off x="5989252" y="27323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A983"/>
          </a:solidFill>
          <a:ln w="3547">
            <a:solidFill>
              <a:srgbClr val="23A983"/>
            </a:solidFill>
            <a:prstDash val="solid"/>
          </a:ln>
        </p:spPr>
      </p:sp>
      <p:sp>
        <p:nvSpPr>
          <p:cNvPr id="1440" name="data_1439">
            <a:extLst>
              <a:ext uri="{FF2B5EF4-FFF2-40B4-BE49-F238E27FC236}">
                <a16:creationId xmlns:a16="http://schemas.microsoft.com/office/drawing/2014/main" id="{12AC430C-22D1-428F-8EB5-B080A4966661}"/>
              </a:ext>
            </a:extLst>
          </p:cNvPr>
          <p:cNvSpPr>
            <a:spLocks/>
          </p:cNvSpPr>
          <p:nvPr/>
        </p:nvSpPr>
        <p:spPr>
          <a:xfrm>
            <a:off x="5989252" y="27250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884"/>
          </a:solidFill>
          <a:ln w="3547">
            <a:solidFill>
              <a:srgbClr val="22A884"/>
            </a:solidFill>
            <a:prstDash val="solid"/>
          </a:ln>
        </p:spPr>
      </p:sp>
      <p:sp>
        <p:nvSpPr>
          <p:cNvPr id="1441" name="data_1440">
            <a:extLst>
              <a:ext uri="{FF2B5EF4-FFF2-40B4-BE49-F238E27FC236}">
                <a16:creationId xmlns:a16="http://schemas.microsoft.com/office/drawing/2014/main" id="{E220279D-B07E-4A84-928A-C40F25A0875B}"/>
              </a:ext>
            </a:extLst>
          </p:cNvPr>
          <p:cNvSpPr>
            <a:spLocks/>
          </p:cNvSpPr>
          <p:nvPr/>
        </p:nvSpPr>
        <p:spPr>
          <a:xfrm>
            <a:off x="5989252" y="27177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785"/>
          </a:solidFill>
          <a:ln w="3547">
            <a:solidFill>
              <a:srgbClr val="22A785"/>
            </a:solidFill>
            <a:prstDash val="solid"/>
          </a:ln>
        </p:spPr>
      </p:sp>
      <p:sp>
        <p:nvSpPr>
          <p:cNvPr id="1442" name="data_1441">
            <a:extLst>
              <a:ext uri="{FF2B5EF4-FFF2-40B4-BE49-F238E27FC236}">
                <a16:creationId xmlns:a16="http://schemas.microsoft.com/office/drawing/2014/main" id="{37490982-471D-4DA2-ABC0-F4E19BC0B89F}"/>
              </a:ext>
            </a:extLst>
          </p:cNvPr>
          <p:cNvSpPr>
            <a:spLocks/>
          </p:cNvSpPr>
          <p:nvPr/>
        </p:nvSpPr>
        <p:spPr>
          <a:xfrm>
            <a:off x="5989252" y="27104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685"/>
          </a:solidFill>
          <a:ln w="3547">
            <a:solidFill>
              <a:srgbClr val="21A685"/>
            </a:solidFill>
            <a:prstDash val="solid"/>
          </a:ln>
        </p:spPr>
      </p:sp>
      <p:sp>
        <p:nvSpPr>
          <p:cNvPr id="1443" name="data_1442">
            <a:extLst>
              <a:ext uri="{FF2B5EF4-FFF2-40B4-BE49-F238E27FC236}">
                <a16:creationId xmlns:a16="http://schemas.microsoft.com/office/drawing/2014/main" id="{8136CD0A-E99B-4F98-8036-E6229329B86D}"/>
              </a:ext>
            </a:extLst>
          </p:cNvPr>
          <p:cNvSpPr>
            <a:spLocks/>
          </p:cNvSpPr>
          <p:nvPr/>
        </p:nvSpPr>
        <p:spPr>
          <a:xfrm>
            <a:off x="5989252" y="27030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585"/>
          </a:solidFill>
          <a:ln w="3547">
            <a:solidFill>
              <a:srgbClr val="21A585"/>
            </a:solidFill>
            <a:prstDash val="solid"/>
          </a:ln>
        </p:spPr>
      </p:sp>
      <p:sp>
        <p:nvSpPr>
          <p:cNvPr id="1444" name="data_1443">
            <a:extLst>
              <a:ext uri="{FF2B5EF4-FFF2-40B4-BE49-F238E27FC236}">
                <a16:creationId xmlns:a16="http://schemas.microsoft.com/office/drawing/2014/main" id="{8AAA3308-177C-4E5F-8B0E-E67F8946E598}"/>
              </a:ext>
            </a:extLst>
          </p:cNvPr>
          <p:cNvSpPr>
            <a:spLocks/>
          </p:cNvSpPr>
          <p:nvPr/>
        </p:nvSpPr>
        <p:spPr>
          <a:xfrm>
            <a:off x="5989252" y="26957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486"/>
          </a:solidFill>
          <a:ln w="3547">
            <a:solidFill>
              <a:srgbClr val="20A486"/>
            </a:solidFill>
            <a:prstDash val="solid"/>
          </a:ln>
        </p:spPr>
      </p:sp>
      <p:sp>
        <p:nvSpPr>
          <p:cNvPr id="1445" name="data_1444">
            <a:extLst>
              <a:ext uri="{FF2B5EF4-FFF2-40B4-BE49-F238E27FC236}">
                <a16:creationId xmlns:a16="http://schemas.microsoft.com/office/drawing/2014/main" id="{1CEE1E5B-F590-496B-989F-D19E9CED0B39}"/>
              </a:ext>
            </a:extLst>
          </p:cNvPr>
          <p:cNvSpPr>
            <a:spLocks/>
          </p:cNvSpPr>
          <p:nvPr/>
        </p:nvSpPr>
        <p:spPr>
          <a:xfrm>
            <a:off x="5989252" y="26884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386"/>
          </a:solidFill>
          <a:ln w="3547">
            <a:solidFill>
              <a:srgbClr val="20A386"/>
            </a:solidFill>
            <a:prstDash val="solid"/>
          </a:ln>
        </p:spPr>
      </p:sp>
      <p:sp>
        <p:nvSpPr>
          <p:cNvPr id="1446" name="data_1445">
            <a:extLst>
              <a:ext uri="{FF2B5EF4-FFF2-40B4-BE49-F238E27FC236}">
                <a16:creationId xmlns:a16="http://schemas.microsoft.com/office/drawing/2014/main" id="{62249083-02FF-46A5-9404-184218AF76AE}"/>
              </a:ext>
            </a:extLst>
          </p:cNvPr>
          <p:cNvSpPr>
            <a:spLocks/>
          </p:cNvSpPr>
          <p:nvPr/>
        </p:nvSpPr>
        <p:spPr>
          <a:xfrm>
            <a:off x="5989252" y="26811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287"/>
          </a:solidFill>
          <a:ln w="3547">
            <a:solidFill>
              <a:srgbClr val="1FA287"/>
            </a:solidFill>
            <a:prstDash val="solid"/>
          </a:ln>
        </p:spPr>
      </p:sp>
      <p:sp>
        <p:nvSpPr>
          <p:cNvPr id="1447" name="data_1446">
            <a:extLst>
              <a:ext uri="{FF2B5EF4-FFF2-40B4-BE49-F238E27FC236}">
                <a16:creationId xmlns:a16="http://schemas.microsoft.com/office/drawing/2014/main" id="{B4CBDAE0-2FA9-41F7-A558-641635B30485}"/>
              </a:ext>
            </a:extLst>
          </p:cNvPr>
          <p:cNvSpPr>
            <a:spLocks/>
          </p:cNvSpPr>
          <p:nvPr/>
        </p:nvSpPr>
        <p:spPr>
          <a:xfrm>
            <a:off x="5989252" y="26738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7"/>
          </a:solidFill>
          <a:ln w="3547">
            <a:solidFill>
              <a:srgbClr val="1FA187"/>
            </a:solidFill>
            <a:prstDash val="solid"/>
          </a:ln>
        </p:spPr>
      </p:sp>
      <p:sp>
        <p:nvSpPr>
          <p:cNvPr id="1448" name="data_1447">
            <a:extLst>
              <a:ext uri="{FF2B5EF4-FFF2-40B4-BE49-F238E27FC236}">
                <a16:creationId xmlns:a16="http://schemas.microsoft.com/office/drawing/2014/main" id="{F1AA114B-EFDA-4650-97E5-7B7E803741BA}"/>
              </a:ext>
            </a:extLst>
          </p:cNvPr>
          <p:cNvSpPr>
            <a:spLocks/>
          </p:cNvSpPr>
          <p:nvPr/>
        </p:nvSpPr>
        <p:spPr>
          <a:xfrm>
            <a:off x="5989252" y="26664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8"/>
          </a:solidFill>
          <a:ln w="3547">
            <a:solidFill>
              <a:srgbClr val="1FA188"/>
            </a:solidFill>
            <a:prstDash val="solid"/>
          </a:ln>
        </p:spPr>
      </p:sp>
      <p:sp>
        <p:nvSpPr>
          <p:cNvPr id="1449" name="data_1448">
            <a:extLst>
              <a:ext uri="{FF2B5EF4-FFF2-40B4-BE49-F238E27FC236}">
                <a16:creationId xmlns:a16="http://schemas.microsoft.com/office/drawing/2014/main" id="{F4B653EB-E519-480B-B086-73F9D865478E}"/>
              </a:ext>
            </a:extLst>
          </p:cNvPr>
          <p:cNvSpPr>
            <a:spLocks/>
          </p:cNvSpPr>
          <p:nvPr/>
        </p:nvSpPr>
        <p:spPr>
          <a:xfrm>
            <a:off x="5989252" y="26591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088"/>
          </a:solidFill>
          <a:ln w="3547">
            <a:solidFill>
              <a:srgbClr val="1FA088"/>
            </a:solidFill>
            <a:prstDash val="solid"/>
          </a:ln>
        </p:spPr>
      </p:sp>
      <p:sp>
        <p:nvSpPr>
          <p:cNvPr id="1450" name="data_1449">
            <a:extLst>
              <a:ext uri="{FF2B5EF4-FFF2-40B4-BE49-F238E27FC236}">
                <a16:creationId xmlns:a16="http://schemas.microsoft.com/office/drawing/2014/main" id="{5E60811C-9471-497C-97D8-97C79D4FCDD5}"/>
              </a:ext>
            </a:extLst>
          </p:cNvPr>
          <p:cNvSpPr>
            <a:spLocks/>
          </p:cNvSpPr>
          <p:nvPr/>
        </p:nvSpPr>
        <p:spPr>
          <a:xfrm>
            <a:off x="5989252" y="26518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F88"/>
          </a:solidFill>
          <a:ln w="3547">
            <a:solidFill>
              <a:srgbClr val="1F9F88"/>
            </a:solidFill>
            <a:prstDash val="solid"/>
          </a:ln>
        </p:spPr>
      </p:sp>
      <p:sp>
        <p:nvSpPr>
          <p:cNvPr id="1451" name="data_1450">
            <a:extLst>
              <a:ext uri="{FF2B5EF4-FFF2-40B4-BE49-F238E27FC236}">
                <a16:creationId xmlns:a16="http://schemas.microsoft.com/office/drawing/2014/main" id="{60D52E04-A409-4995-B66F-1E7669B2B7DB}"/>
              </a:ext>
            </a:extLst>
          </p:cNvPr>
          <p:cNvSpPr>
            <a:spLocks/>
          </p:cNvSpPr>
          <p:nvPr/>
        </p:nvSpPr>
        <p:spPr>
          <a:xfrm>
            <a:off x="5989252" y="26445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E89"/>
          </a:solidFill>
          <a:ln w="3547">
            <a:solidFill>
              <a:srgbClr val="1F9E89"/>
            </a:solidFill>
            <a:prstDash val="solid"/>
          </a:ln>
        </p:spPr>
      </p:sp>
      <p:sp>
        <p:nvSpPr>
          <p:cNvPr id="1452" name="data_1451">
            <a:extLst>
              <a:ext uri="{FF2B5EF4-FFF2-40B4-BE49-F238E27FC236}">
                <a16:creationId xmlns:a16="http://schemas.microsoft.com/office/drawing/2014/main" id="{8A51F4B2-72FC-4A0A-A41D-97F15FE5DE15}"/>
              </a:ext>
            </a:extLst>
          </p:cNvPr>
          <p:cNvSpPr>
            <a:spLocks/>
          </p:cNvSpPr>
          <p:nvPr/>
        </p:nvSpPr>
        <p:spPr>
          <a:xfrm>
            <a:off x="5989252" y="26372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D89"/>
          </a:solidFill>
          <a:ln w="3547">
            <a:solidFill>
              <a:srgbClr val="1E9D89"/>
            </a:solidFill>
            <a:prstDash val="solid"/>
          </a:ln>
        </p:spPr>
      </p:sp>
      <p:sp>
        <p:nvSpPr>
          <p:cNvPr id="1453" name="data_1452">
            <a:extLst>
              <a:ext uri="{FF2B5EF4-FFF2-40B4-BE49-F238E27FC236}">
                <a16:creationId xmlns:a16="http://schemas.microsoft.com/office/drawing/2014/main" id="{C20E18ED-2BF3-4222-9F7A-7659E2708868}"/>
              </a:ext>
            </a:extLst>
          </p:cNvPr>
          <p:cNvSpPr>
            <a:spLocks/>
          </p:cNvSpPr>
          <p:nvPr/>
        </p:nvSpPr>
        <p:spPr>
          <a:xfrm>
            <a:off x="5989252" y="26298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C89"/>
          </a:solidFill>
          <a:ln w="3547">
            <a:solidFill>
              <a:srgbClr val="1E9C89"/>
            </a:solidFill>
            <a:prstDash val="solid"/>
          </a:ln>
        </p:spPr>
      </p:sp>
      <p:sp>
        <p:nvSpPr>
          <p:cNvPr id="1454" name="data_1453">
            <a:extLst>
              <a:ext uri="{FF2B5EF4-FFF2-40B4-BE49-F238E27FC236}">
                <a16:creationId xmlns:a16="http://schemas.microsoft.com/office/drawing/2014/main" id="{C404627C-0701-4149-AE71-8C6217EB2B82}"/>
              </a:ext>
            </a:extLst>
          </p:cNvPr>
          <p:cNvSpPr>
            <a:spLocks/>
          </p:cNvSpPr>
          <p:nvPr/>
        </p:nvSpPr>
        <p:spPr>
          <a:xfrm>
            <a:off x="5989252" y="26225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B8A"/>
          </a:solidFill>
          <a:ln w="3547">
            <a:solidFill>
              <a:srgbClr val="1E9B8A"/>
            </a:solidFill>
            <a:prstDash val="solid"/>
          </a:ln>
        </p:spPr>
      </p:sp>
      <p:sp>
        <p:nvSpPr>
          <p:cNvPr id="1455" name="data_1454">
            <a:extLst>
              <a:ext uri="{FF2B5EF4-FFF2-40B4-BE49-F238E27FC236}">
                <a16:creationId xmlns:a16="http://schemas.microsoft.com/office/drawing/2014/main" id="{29AB011E-DDC8-4E66-8BC8-43A04DE00390}"/>
              </a:ext>
            </a:extLst>
          </p:cNvPr>
          <p:cNvSpPr>
            <a:spLocks/>
          </p:cNvSpPr>
          <p:nvPr/>
        </p:nvSpPr>
        <p:spPr>
          <a:xfrm>
            <a:off x="5989252" y="26152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A8A"/>
          </a:solidFill>
          <a:ln w="3547">
            <a:solidFill>
              <a:srgbClr val="1F9A8A"/>
            </a:solidFill>
            <a:prstDash val="solid"/>
          </a:ln>
        </p:spPr>
      </p:sp>
      <p:sp>
        <p:nvSpPr>
          <p:cNvPr id="1456" name="data_1455">
            <a:extLst>
              <a:ext uri="{FF2B5EF4-FFF2-40B4-BE49-F238E27FC236}">
                <a16:creationId xmlns:a16="http://schemas.microsoft.com/office/drawing/2014/main" id="{1D08DC8C-6EF0-4F47-89AC-2AEACBCA5742}"/>
              </a:ext>
            </a:extLst>
          </p:cNvPr>
          <p:cNvSpPr>
            <a:spLocks/>
          </p:cNvSpPr>
          <p:nvPr/>
        </p:nvSpPr>
        <p:spPr>
          <a:xfrm>
            <a:off x="5989252" y="26079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98A"/>
          </a:solidFill>
          <a:ln w="3547">
            <a:solidFill>
              <a:srgbClr val="1F998A"/>
            </a:solidFill>
            <a:prstDash val="solid"/>
          </a:ln>
        </p:spPr>
      </p:sp>
      <p:sp>
        <p:nvSpPr>
          <p:cNvPr id="1457" name="data_1456">
            <a:extLst>
              <a:ext uri="{FF2B5EF4-FFF2-40B4-BE49-F238E27FC236}">
                <a16:creationId xmlns:a16="http://schemas.microsoft.com/office/drawing/2014/main" id="{1B57D2E6-E01B-4FBB-B654-587BDC2B11E0}"/>
              </a:ext>
            </a:extLst>
          </p:cNvPr>
          <p:cNvSpPr>
            <a:spLocks/>
          </p:cNvSpPr>
          <p:nvPr/>
        </p:nvSpPr>
        <p:spPr>
          <a:xfrm>
            <a:off x="5989252" y="26005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88B"/>
          </a:solidFill>
          <a:ln w="3547">
            <a:solidFill>
              <a:srgbClr val="1F988B"/>
            </a:solidFill>
            <a:prstDash val="solid"/>
          </a:ln>
        </p:spPr>
      </p:sp>
      <p:sp>
        <p:nvSpPr>
          <p:cNvPr id="1458" name="data_1457">
            <a:extLst>
              <a:ext uri="{FF2B5EF4-FFF2-40B4-BE49-F238E27FC236}">
                <a16:creationId xmlns:a16="http://schemas.microsoft.com/office/drawing/2014/main" id="{6FECAD43-CBAA-4059-BEEC-4BBE923B452D}"/>
              </a:ext>
            </a:extLst>
          </p:cNvPr>
          <p:cNvSpPr>
            <a:spLocks/>
          </p:cNvSpPr>
          <p:nvPr/>
        </p:nvSpPr>
        <p:spPr>
          <a:xfrm>
            <a:off x="5989252" y="25932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78B"/>
          </a:solidFill>
          <a:ln w="3547">
            <a:solidFill>
              <a:srgbClr val="1F978B"/>
            </a:solidFill>
            <a:prstDash val="solid"/>
          </a:ln>
        </p:spPr>
      </p:sp>
      <p:sp>
        <p:nvSpPr>
          <p:cNvPr id="1459" name="data_1458">
            <a:extLst>
              <a:ext uri="{FF2B5EF4-FFF2-40B4-BE49-F238E27FC236}">
                <a16:creationId xmlns:a16="http://schemas.microsoft.com/office/drawing/2014/main" id="{2C624E06-E241-4755-A15A-A4AE6139C390}"/>
              </a:ext>
            </a:extLst>
          </p:cNvPr>
          <p:cNvSpPr>
            <a:spLocks/>
          </p:cNvSpPr>
          <p:nvPr/>
        </p:nvSpPr>
        <p:spPr>
          <a:xfrm>
            <a:off x="5989252" y="25859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68B"/>
          </a:solidFill>
          <a:ln w="3547">
            <a:solidFill>
              <a:srgbClr val="1F968B"/>
            </a:solidFill>
            <a:prstDash val="solid"/>
          </a:ln>
        </p:spPr>
      </p:sp>
      <p:sp>
        <p:nvSpPr>
          <p:cNvPr id="1460" name="data_1459">
            <a:extLst>
              <a:ext uri="{FF2B5EF4-FFF2-40B4-BE49-F238E27FC236}">
                <a16:creationId xmlns:a16="http://schemas.microsoft.com/office/drawing/2014/main" id="{CBE19025-B33F-408D-8C3D-A3612A49FE09}"/>
              </a:ext>
            </a:extLst>
          </p:cNvPr>
          <p:cNvSpPr>
            <a:spLocks/>
          </p:cNvSpPr>
          <p:nvPr/>
        </p:nvSpPr>
        <p:spPr>
          <a:xfrm>
            <a:off x="5989252" y="25786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58B"/>
          </a:solidFill>
          <a:ln w="3547">
            <a:solidFill>
              <a:srgbClr val="1F958B"/>
            </a:solidFill>
            <a:prstDash val="solid"/>
          </a:ln>
        </p:spPr>
      </p:sp>
      <p:sp>
        <p:nvSpPr>
          <p:cNvPr id="1461" name="data_1460">
            <a:extLst>
              <a:ext uri="{FF2B5EF4-FFF2-40B4-BE49-F238E27FC236}">
                <a16:creationId xmlns:a16="http://schemas.microsoft.com/office/drawing/2014/main" id="{7F4F6430-046F-4C31-A5B8-933A8033D77A}"/>
              </a:ext>
            </a:extLst>
          </p:cNvPr>
          <p:cNvSpPr>
            <a:spLocks/>
          </p:cNvSpPr>
          <p:nvPr/>
        </p:nvSpPr>
        <p:spPr>
          <a:xfrm>
            <a:off x="5989252" y="25713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48C"/>
          </a:solidFill>
          <a:ln w="3547">
            <a:solidFill>
              <a:srgbClr val="1F948C"/>
            </a:solidFill>
            <a:prstDash val="solid"/>
          </a:ln>
        </p:spPr>
      </p:sp>
      <p:sp>
        <p:nvSpPr>
          <p:cNvPr id="1462" name="data_1461">
            <a:extLst>
              <a:ext uri="{FF2B5EF4-FFF2-40B4-BE49-F238E27FC236}">
                <a16:creationId xmlns:a16="http://schemas.microsoft.com/office/drawing/2014/main" id="{FA09E1A4-BC85-4FCC-BF49-FE58C919A6D0}"/>
              </a:ext>
            </a:extLst>
          </p:cNvPr>
          <p:cNvSpPr>
            <a:spLocks/>
          </p:cNvSpPr>
          <p:nvPr/>
        </p:nvSpPr>
        <p:spPr>
          <a:xfrm>
            <a:off x="5989252" y="25639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38C"/>
          </a:solidFill>
          <a:ln w="3547">
            <a:solidFill>
              <a:srgbClr val="20938C"/>
            </a:solidFill>
            <a:prstDash val="solid"/>
          </a:ln>
        </p:spPr>
      </p:sp>
      <p:sp>
        <p:nvSpPr>
          <p:cNvPr id="1463" name="data_1462">
            <a:extLst>
              <a:ext uri="{FF2B5EF4-FFF2-40B4-BE49-F238E27FC236}">
                <a16:creationId xmlns:a16="http://schemas.microsoft.com/office/drawing/2014/main" id="{B72A66F4-279A-45D2-8954-F1B6E29E6EEC}"/>
              </a:ext>
            </a:extLst>
          </p:cNvPr>
          <p:cNvSpPr>
            <a:spLocks/>
          </p:cNvSpPr>
          <p:nvPr/>
        </p:nvSpPr>
        <p:spPr>
          <a:xfrm>
            <a:off x="5989252" y="25566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1464" name="data_1463">
            <a:extLst>
              <a:ext uri="{FF2B5EF4-FFF2-40B4-BE49-F238E27FC236}">
                <a16:creationId xmlns:a16="http://schemas.microsoft.com/office/drawing/2014/main" id="{9206DB5E-6F04-4D05-87FC-528B2D404EA4}"/>
              </a:ext>
            </a:extLst>
          </p:cNvPr>
          <p:cNvSpPr>
            <a:spLocks/>
          </p:cNvSpPr>
          <p:nvPr/>
        </p:nvSpPr>
        <p:spPr>
          <a:xfrm>
            <a:off x="5989252" y="25493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1465" name="data_1464">
            <a:extLst>
              <a:ext uri="{FF2B5EF4-FFF2-40B4-BE49-F238E27FC236}">
                <a16:creationId xmlns:a16="http://schemas.microsoft.com/office/drawing/2014/main" id="{6A28DD37-5CF0-4874-9B0B-B641F458BF97}"/>
              </a:ext>
            </a:extLst>
          </p:cNvPr>
          <p:cNvSpPr>
            <a:spLocks/>
          </p:cNvSpPr>
          <p:nvPr/>
        </p:nvSpPr>
        <p:spPr>
          <a:xfrm>
            <a:off x="5989252" y="25420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18C"/>
          </a:solidFill>
          <a:ln w="3547">
            <a:solidFill>
              <a:srgbClr val="21918C"/>
            </a:solidFill>
            <a:prstDash val="solid"/>
          </a:ln>
        </p:spPr>
      </p:sp>
      <p:sp>
        <p:nvSpPr>
          <p:cNvPr id="1466" name="data_1465">
            <a:extLst>
              <a:ext uri="{FF2B5EF4-FFF2-40B4-BE49-F238E27FC236}">
                <a16:creationId xmlns:a16="http://schemas.microsoft.com/office/drawing/2014/main" id="{6E6C62A8-03E2-499E-AC51-983998C6B563}"/>
              </a:ext>
            </a:extLst>
          </p:cNvPr>
          <p:cNvSpPr>
            <a:spLocks/>
          </p:cNvSpPr>
          <p:nvPr/>
        </p:nvSpPr>
        <p:spPr>
          <a:xfrm>
            <a:off x="5989252" y="25346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08D"/>
          </a:solidFill>
          <a:ln w="3547">
            <a:solidFill>
              <a:srgbClr val="21908D"/>
            </a:solidFill>
            <a:prstDash val="solid"/>
          </a:ln>
        </p:spPr>
      </p:sp>
      <p:sp>
        <p:nvSpPr>
          <p:cNvPr id="1467" name="data_1466">
            <a:extLst>
              <a:ext uri="{FF2B5EF4-FFF2-40B4-BE49-F238E27FC236}">
                <a16:creationId xmlns:a16="http://schemas.microsoft.com/office/drawing/2014/main" id="{69A9F479-4FA4-4E78-9A5E-0F06358C78B1}"/>
              </a:ext>
            </a:extLst>
          </p:cNvPr>
          <p:cNvSpPr>
            <a:spLocks/>
          </p:cNvSpPr>
          <p:nvPr/>
        </p:nvSpPr>
        <p:spPr>
          <a:xfrm>
            <a:off x="5989252" y="25273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F8D"/>
          </a:solidFill>
          <a:ln w="3547">
            <a:solidFill>
              <a:srgbClr val="218F8D"/>
            </a:solidFill>
            <a:prstDash val="solid"/>
          </a:ln>
        </p:spPr>
      </p:sp>
      <p:sp>
        <p:nvSpPr>
          <p:cNvPr id="1468" name="data_1467">
            <a:extLst>
              <a:ext uri="{FF2B5EF4-FFF2-40B4-BE49-F238E27FC236}">
                <a16:creationId xmlns:a16="http://schemas.microsoft.com/office/drawing/2014/main" id="{3A3939D0-3927-416B-9BBD-4B82DA6D8800}"/>
              </a:ext>
            </a:extLst>
          </p:cNvPr>
          <p:cNvSpPr>
            <a:spLocks/>
          </p:cNvSpPr>
          <p:nvPr/>
        </p:nvSpPr>
        <p:spPr>
          <a:xfrm>
            <a:off x="5989252" y="25200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E8D"/>
          </a:solidFill>
          <a:ln w="3547">
            <a:solidFill>
              <a:srgbClr val="218E8D"/>
            </a:solidFill>
            <a:prstDash val="solid"/>
          </a:ln>
        </p:spPr>
      </p:sp>
      <p:sp>
        <p:nvSpPr>
          <p:cNvPr id="1469" name="data_1468">
            <a:extLst>
              <a:ext uri="{FF2B5EF4-FFF2-40B4-BE49-F238E27FC236}">
                <a16:creationId xmlns:a16="http://schemas.microsoft.com/office/drawing/2014/main" id="{3D2AF0BA-AF63-4760-8BAC-457FDE6B22AF}"/>
              </a:ext>
            </a:extLst>
          </p:cNvPr>
          <p:cNvSpPr>
            <a:spLocks/>
          </p:cNvSpPr>
          <p:nvPr/>
        </p:nvSpPr>
        <p:spPr>
          <a:xfrm>
            <a:off x="5989252" y="25127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D8D"/>
          </a:solidFill>
          <a:ln w="3547">
            <a:solidFill>
              <a:srgbClr val="228D8D"/>
            </a:solidFill>
            <a:prstDash val="solid"/>
          </a:ln>
        </p:spPr>
      </p:sp>
      <p:sp>
        <p:nvSpPr>
          <p:cNvPr id="1470" name="data_1469">
            <a:extLst>
              <a:ext uri="{FF2B5EF4-FFF2-40B4-BE49-F238E27FC236}">
                <a16:creationId xmlns:a16="http://schemas.microsoft.com/office/drawing/2014/main" id="{58BC2020-CAE5-46AF-BE09-9E47F96BA985}"/>
              </a:ext>
            </a:extLst>
          </p:cNvPr>
          <p:cNvSpPr>
            <a:spLocks/>
          </p:cNvSpPr>
          <p:nvPr/>
        </p:nvSpPr>
        <p:spPr>
          <a:xfrm>
            <a:off x="5989252" y="25054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C8D"/>
          </a:solidFill>
          <a:ln w="3547">
            <a:solidFill>
              <a:srgbClr val="228C8D"/>
            </a:solidFill>
            <a:prstDash val="solid"/>
          </a:ln>
        </p:spPr>
      </p:sp>
      <p:sp>
        <p:nvSpPr>
          <p:cNvPr id="1471" name="data_1470">
            <a:extLst>
              <a:ext uri="{FF2B5EF4-FFF2-40B4-BE49-F238E27FC236}">
                <a16:creationId xmlns:a16="http://schemas.microsoft.com/office/drawing/2014/main" id="{47F78BA3-F7AB-4A3F-B6CD-18660AEA044D}"/>
              </a:ext>
            </a:extLst>
          </p:cNvPr>
          <p:cNvSpPr>
            <a:spLocks/>
          </p:cNvSpPr>
          <p:nvPr/>
        </p:nvSpPr>
        <p:spPr>
          <a:xfrm>
            <a:off x="5989252" y="24980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B8D"/>
          </a:solidFill>
          <a:ln w="3547">
            <a:solidFill>
              <a:srgbClr val="228B8D"/>
            </a:solidFill>
            <a:prstDash val="solid"/>
          </a:ln>
        </p:spPr>
      </p:sp>
      <p:sp>
        <p:nvSpPr>
          <p:cNvPr id="1472" name="data_1471">
            <a:extLst>
              <a:ext uri="{FF2B5EF4-FFF2-40B4-BE49-F238E27FC236}">
                <a16:creationId xmlns:a16="http://schemas.microsoft.com/office/drawing/2014/main" id="{90F091DC-AE74-451F-838E-F70EFDA7C10F}"/>
              </a:ext>
            </a:extLst>
          </p:cNvPr>
          <p:cNvSpPr>
            <a:spLocks/>
          </p:cNvSpPr>
          <p:nvPr/>
        </p:nvSpPr>
        <p:spPr>
          <a:xfrm>
            <a:off x="5989252" y="24907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A8D"/>
          </a:solidFill>
          <a:ln w="3547">
            <a:solidFill>
              <a:srgbClr val="238A8D"/>
            </a:solidFill>
            <a:prstDash val="solid"/>
          </a:ln>
        </p:spPr>
      </p:sp>
      <p:sp>
        <p:nvSpPr>
          <p:cNvPr id="1473" name="data_1472">
            <a:extLst>
              <a:ext uri="{FF2B5EF4-FFF2-40B4-BE49-F238E27FC236}">
                <a16:creationId xmlns:a16="http://schemas.microsoft.com/office/drawing/2014/main" id="{05F12A21-0246-44FE-8D23-32A97A0E5D32}"/>
              </a:ext>
            </a:extLst>
          </p:cNvPr>
          <p:cNvSpPr>
            <a:spLocks/>
          </p:cNvSpPr>
          <p:nvPr/>
        </p:nvSpPr>
        <p:spPr>
          <a:xfrm>
            <a:off x="5989252" y="24834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98E"/>
          </a:solidFill>
          <a:ln w="3547">
            <a:solidFill>
              <a:srgbClr val="23898E"/>
            </a:solidFill>
            <a:prstDash val="solid"/>
          </a:ln>
        </p:spPr>
      </p:sp>
      <p:sp>
        <p:nvSpPr>
          <p:cNvPr id="1474" name="data_1473">
            <a:extLst>
              <a:ext uri="{FF2B5EF4-FFF2-40B4-BE49-F238E27FC236}">
                <a16:creationId xmlns:a16="http://schemas.microsoft.com/office/drawing/2014/main" id="{F5A96444-0557-4BB0-AFF2-4864EAFE9DC9}"/>
              </a:ext>
            </a:extLst>
          </p:cNvPr>
          <p:cNvSpPr>
            <a:spLocks/>
          </p:cNvSpPr>
          <p:nvPr/>
        </p:nvSpPr>
        <p:spPr>
          <a:xfrm>
            <a:off x="5989252" y="24761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88E"/>
          </a:solidFill>
          <a:ln w="3547">
            <a:solidFill>
              <a:srgbClr val="23888E"/>
            </a:solidFill>
            <a:prstDash val="solid"/>
          </a:ln>
        </p:spPr>
      </p:sp>
      <p:sp>
        <p:nvSpPr>
          <p:cNvPr id="1475" name="data_1474">
            <a:extLst>
              <a:ext uri="{FF2B5EF4-FFF2-40B4-BE49-F238E27FC236}">
                <a16:creationId xmlns:a16="http://schemas.microsoft.com/office/drawing/2014/main" id="{0470F436-2AC5-4211-AE09-09D55474339D}"/>
              </a:ext>
            </a:extLst>
          </p:cNvPr>
          <p:cNvSpPr>
            <a:spLocks/>
          </p:cNvSpPr>
          <p:nvPr/>
        </p:nvSpPr>
        <p:spPr>
          <a:xfrm>
            <a:off x="5989252" y="24688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78E"/>
          </a:solidFill>
          <a:ln w="3547">
            <a:solidFill>
              <a:srgbClr val="24878E"/>
            </a:solidFill>
            <a:prstDash val="solid"/>
          </a:ln>
        </p:spPr>
      </p:sp>
      <p:sp>
        <p:nvSpPr>
          <p:cNvPr id="1476" name="data_1475">
            <a:extLst>
              <a:ext uri="{FF2B5EF4-FFF2-40B4-BE49-F238E27FC236}">
                <a16:creationId xmlns:a16="http://schemas.microsoft.com/office/drawing/2014/main" id="{F58A925B-E19D-405A-882C-C055725FCE1C}"/>
              </a:ext>
            </a:extLst>
          </p:cNvPr>
          <p:cNvSpPr>
            <a:spLocks/>
          </p:cNvSpPr>
          <p:nvPr/>
        </p:nvSpPr>
        <p:spPr>
          <a:xfrm>
            <a:off x="5989252" y="24614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68E"/>
          </a:solidFill>
          <a:ln w="3547">
            <a:solidFill>
              <a:srgbClr val="24868E"/>
            </a:solidFill>
            <a:prstDash val="solid"/>
          </a:ln>
        </p:spPr>
      </p:sp>
      <p:sp>
        <p:nvSpPr>
          <p:cNvPr id="1477" name="data_1476">
            <a:extLst>
              <a:ext uri="{FF2B5EF4-FFF2-40B4-BE49-F238E27FC236}">
                <a16:creationId xmlns:a16="http://schemas.microsoft.com/office/drawing/2014/main" id="{17870401-A9BB-4A60-8068-D07FECD8141E}"/>
              </a:ext>
            </a:extLst>
          </p:cNvPr>
          <p:cNvSpPr>
            <a:spLocks/>
          </p:cNvSpPr>
          <p:nvPr/>
        </p:nvSpPr>
        <p:spPr>
          <a:xfrm>
            <a:off x="5989252" y="24541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58E"/>
          </a:solidFill>
          <a:ln w="3547">
            <a:solidFill>
              <a:srgbClr val="25858E"/>
            </a:solidFill>
            <a:prstDash val="solid"/>
          </a:ln>
        </p:spPr>
      </p:sp>
      <p:sp>
        <p:nvSpPr>
          <p:cNvPr id="1478" name="data_1477">
            <a:extLst>
              <a:ext uri="{FF2B5EF4-FFF2-40B4-BE49-F238E27FC236}">
                <a16:creationId xmlns:a16="http://schemas.microsoft.com/office/drawing/2014/main" id="{3B67D1A1-0000-4AEB-ABA6-BB77D9D0AAB7}"/>
              </a:ext>
            </a:extLst>
          </p:cNvPr>
          <p:cNvSpPr>
            <a:spLocks/>
          </p:cNvSpPr>
          <p:nvPr/>
        </p:nvSpPr>
        <p:spPr>
          <a:xfrm>
            <a:off x="5989252" y="24468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48E"/>
          </a:solidFill>
          <a:ln w="3547">
            <a:solidFill>
              <a:srgbClr val="25848E"/>
            </a:solidFill>
            <a:prstDash val="solid"/>
          </a:ln>
        </p:spPr>
      </p:sp>
      <p:sp>
        <p:nvSpPr>
          <p:cNvPr id="1479" name="data_1478">
            <a:extLst>
              <a:ext uri="{FF2B5EF4-FFF2-40B4-BE49-F238E27FC236}">
                <a16:creationId xmlns:a16="http://schemas.microsoft.com/office/drawing/2014/main" id="{1D00E3D4-CF63-4D30-B324-053AC05DBC96}"/>
              </a:ext>
            </a:extLst>
          </p:cNvPr>
          <p:cNvSpPr>
            <a:spLocks/>
          </p:cNvSpPr>
          <p:nvPr/>
        </p:nvSpPr>
        <p:spPr>
          <a:xfrm>
            <a:off x="5989252" y="24395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38E"/>
          </a:solidFill>
          <a:ln w="3547">
            <a:solidFill>
              <a:srgbClr val="25838E"/>
            </a:solidFill>
            <a:prstDash val="solid"/>
          </a:ln>
        </p:spPr>
      </p:sp>
      <p:sp>
        <p:nvSpPr>
          <p:cNvPr id="1480" name="data_1479">
            <a:extLst>
              <a:ext uri="{FF2B5EF4-FFF2-40B4-BE49-F238E27FC236}">
                <a16:creationId xmlns:a16="http://schemas.microsoft.com/office/drawing/2014/main" id="{1E5FA181-E2A7-43AB-82CD-F688F9B5439E}"/>
              </a:ext>
            </a:extLst>
          </p:cNvPr>
          <p:cNvSpPr>
            <a:spLocks/>
          </p:cNvSpPr>
          <p:nvPr/>
        </p:nvSpPr>
        <p:spPr>
          <a:xfrm>
            <a:off x="5989252" y="24321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1481" name="data_1480">
            <a:extLst>
              <a:ext uri="{FF2B5EF4-FFF2-40B4-BE49-F238E27FC236}">
                <a16:creationId xmlns:a16="http://schemas.microsoft.com/office/drawing/2014/main" id="{2C099085-9AD5-4E94-8E34-B7765B6FA7D8}"/>
              </a:ext>
            </a:extLst>
          </p:cNvPr>
          <p:cNvSpPr>
            <a:spLocks/>
          </p:cNvSpPr>
          <p:nvPr/>
        </p:nvSpPr>
        <p:spPr>
          <a:xfrm>
            <a:off x="5989252" y="24248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1482" name="data_1481">
            <a:extLst>
              <a:ext uri="{FF2B5EF4-FFF2-40B4-BE49-F238E27FC236}">
                <a16:creationId xmlns:a16="http://schemas.microsoft.com/office/drawing/2014/main" id="{714D6DA9-FF92-4D40-8B46-A9239841B619}"/>
              </a:ext>
            </a:extLst>
          </p:cNvPr>
          <p:cNvSpPr>
            <a:spLocks/>
          </p:cNvSpPr>
          <p:nvPr/>
        </p:nvSpPr>
        <p:spPr>
          <a:xfrm>
            <a:off x="5989252" y="24175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18E"/>
          </a:solidFill>
          <a:ln w="3547">
            <a:solidFill>
              <a:srgbClr val="26818E"/>
            </a:solidFill>
            <a:prstDash val="solid"/>
          </a:ln>
        </p:spPr>
      </p:sp>
      <p:sp>
        <p:nvSpPr>
          <p:cNvPr id="1483" name="data_1482">
            <a:extLst>
              <a:ext uri="{FF2B5EF4-FFF2-40B4-BE49-F238E27FC236}">
                <a16:creationId xmlns:a16="http://schemas.microsoft.com/office/drawing/2014/main" id="{A2B30F0D-72B4-4926-920A-9FE681C35C09}"/>
              </a:ext>
            </a:extLst>
          </p:cNvPr>
          <p:cNvSpPr>
            <a:spLocks/>
          </p:cNvSpPr>
          <p:nvPr/>
        </p:nvSpPr>
        <p:spPr>
          <a:xfrm>
            <a:off x="5989252" y="24102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808E"/>
          </a:solidFill>
          <a:ln w="3547">
            <a:solidFill>
              <a:srgbClr val="27808E"/>
            </a:solidFill>
            <a:prstDash val="solid"/>
          </a:ln>
        </p:spPr>
      </p:sp>
      <p:sp>
        <p:nvSpPr>
          <p:cNvPr id="1484" name="data_1483">
            <a:extLst>
              <a:ext uri="{FF2B5EF4-FFF2-40B4-BE49-F238E27FC236}">
                <a16:creationId xmlns:a16="http://schemas.microsoft.com/office/drawing/2014/main" id="{96C9F4F0-8068-4482-B9B7-7F294D4317E7}"/>
              </a:ext>
            </a:extLst>
          </p:cNvPr>
          <p:cNvSpPr>
            <a:spLocks/>
          </p:cNvSpPr>
          <p:nvPr/>
        </p:nvSpPr>
        <p:spPr>
          <a:xfrm>
            <a:off x="5989252" y="24029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F8E"/>
          </a:solidFill>
          <a:ln w="3547">
            <a:solidFill>
              <a:srgbClr val="277F8E"/>
            </a:solidFill>
            <a:prstDash val="solid"/>
          </a:ln>
        </p:spPr>
      </p:sp>
      <p:sp>
        <p:nvSpPr>
          <p:cNvPr id="1485" name="data_1484">
            <a:extLst>
              <a:ext uri="{FF2B5EF4-FFF2-40B4-BE49-F238E27FC236}">
                <a16:creationId xmlns:a16="http://schemas.microsoft.com/office/drawing/2014/main" id="{32A71EDE-F6BC-4875-B546-0FEA860E9723}"/>
              </a:ext>
            </a:extLst>
          </p:cNvPr>
          <p:cNvSpPr>
            <a:spLocks/>
          </p:cNvSpPr>
          <p:nvPr/>
        </p:nvSpPr>
        <p:spPr>
          <a:xfrm>
            <a:off x="5989252" y="23955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E8E"/>
          </a:solidFill>
          <a:ln w="3547">
            <a:solidFill>
              <a:srgbClr val="277E8E"/>
            </a:solidFill>
            <a:prstDash val="solid"/>
          </a:ln>
        </p:spPr>
      </p:sp>
      <p:sp>
        <p:nvSpPr>
          <p:cNvPr id="1486" name="data_1485">
            <a:extLst>
              <a:ext uri="{FF2B5EF4-FFF2-40B4-BE49-F238E27FC236}">
                <a16:creationId xmlns:a16="http://schemas.microsoft.com/office/drawing/2014/main" id="{6040C38F-BE0F-413C-8158-3D2CD9A1ACB9}"/>
              </a:ext>
            </a:extLst>
          </p:cNvPr>
          <p:cNvSpPr>
            <a:spLocks/>
          </p:cNvSpPr>
          <p:nvPr/>
        </p:nvSpPr>
        <p:spPr>
          <a:xfrm>
            <a:off x="5989252" y="23882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D8E"/>
          </a:solidFill>
          <a:ln w="3547">
            <a:solidFill>
              <a:srgbClr val="287D8E"/>
            </a:solidFill>
            <a:prstDash val="solid"/>
          </a:ln>
        </p:spPr>
      </p:sp>
      <p:sp>
        <p:nvSpPr>
          <p:cNvPr id="1487" name="data_1486">
            <a:extLst>
              <a:ext uri="{FF2B5EF4-FFF2-40B4-BE49-F238E27FC236}">
                <a16:creationId xmlns:a16="http://schemas.microsoft.com/office/drawing/2014/main" id="{A454BFE7-CBF1-4CB7-B3AC-4EB5A0DF4188}"/>
              </a:ext>
            </a:extLst>
          </p:cNvPr>
          <p:cNvSpPr>
            <a:spLocks/>
          </p:cNvSpPr>
          <p:nvPr/>
        </p:nvSpPr>
        <p:spPr>
          <a:xfrm>
            <a:off x="5989252" y="23809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C8E"/>
          </a:solidFill>
          <a:ln w="3547">
            <a:solidFill>
              <a:srgbClr val="287C8E"/>
            </a:solidFill>
            <a:prstDash val="solid"/>
          </a:ln>
        </p:spPr>
      </p:sp>
      <p:sp>
        <p:nvSpPr>
          <p:cNvPr id="1488" name="data_1487">
            <a:extLst>
              <a:ext uri="{FF2B5EF4-FFF2-40B4-BE49-F238E27FC236}">
                <a16:creationId xmlns:a16="http://schemas.microsoft.com/office/drawing/2014/main" id="{4553A376-A46F-4B42-85D3-C096B442A918}"/>
              </a:ext>
            </a:extLst>
          </p:cNvPr>
          <p:cNvSpPr>
            <a:spLocks/>
          </p:cNvSpPr>
          <p:nvPr/>
        </p:nvSpPr>
        <p:spPr>
          <a:xfrm>
            <a:off x="5989252" y="23736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B8E"/>
          </a:solidFill>
          <a:ln w="3547">
            <a:solidFill>
              <a:srgbClr val="297B8E"/>
            </a:solidFill>
            <a:prstDash val="solid"/>
          </a:ln>
        </p:spPr>
      </p:sp>
      <p:sp>
        <p:nvSpPr>
          <p:cNvPr id="1489" name="data_1488">
            <a:extLst>
              <a:ext uri="{FF2B5EF4-FFF2-40B4-BE49-F238E27FC236}">
                <a16:creationId xmlns:a16="http://schemas.microsoft.com/office/drawing/2014/main" id="{4014A406-B255-48D2-8EA4-A75DB021A90B}"/>
              </a:ext>
            </a:extLst>
          </p:cNvPr>
          <p:cNvSpPr>
            <a:spLocks/>
          </p:cNvSpPr>
          <p:nvPr/>
        </p:nvSpPr>
        <p:spPr>
          <a:xfrm>
            <a:off x="5989252" y="23662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A8E"/>
          </a:solidFill>
          <a:ln w="3547">
            <a:solidFill>
              <a:srgbClr val="297A8E"/>
            </a:solidFill>
            <a:prstDash val="solid"/>
          </a:ln>
        </p:spPr>
      </p:sp>
      <p:sp>
        <p:nvSpPr>
          <p:cNvPr id="1490" name="data_1489">
            <a:extLst>
              <a:ext uri="{FF2B5EF4-FFF2-40B4-BE49-F238E27FC236}">
                <a16:creationId xmlns:a16="http://schemas.microsoft.com/office/drawing/2014/main" id="{79BB4607-5DA1-4F00-AC7E-B5F3FEB3B3BE}"/>
              </a:ext>
            </a:extLst>
          </p:cNvPr>
          <p:cNvSpPr>
            <a:spLocks/>
          </p:cNvSpPr>
          <p:nvPr/>
        </p:nvSpPr>
        <p:spPr>
          <a:xfrm>
            <a:off x="5989252" y="23589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98E"/>
          </a:solidFill>
          <a:ln w="3547">
            <a:solidFill>
              <a:srgbClr val="29798E"/>
            </a:solidFill>
            <a:prstDash val="solid"/>
          </a:ln>
        </p:spPr>
      </p:sp>
      <p:sp>
        <p:nvSpPr>
          <p:cNvPr id="1491" name="data_1490">
            <a:extLst>
              <a:ext uri="{FF2B5EF4-FFF2-40B4-BE49-F238E27FC236}">
                <a16:creationId xmlns:a16="http://schemas.microsoft.com/office/drawing/2014/main" id="{761897E5-9F76-4EEB-BFF1-2C00A212A448}"/>
              </a:ext>
            </a:extLst>
          </p:cNvPr>
          <p:cNvSpPr>
            <a:spLocks/>
          </p:cNvSpPr>
          <p:nvPr/>
        </p:nvSpPr>
        <p:spPr>
          <a:xfrm>
            <a:off x="5989252" y="23516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88E"/>
          </a:solidFill>
          <a:ln w="3547">
            <a:solidFill>
              <a:srgbClr val="2A788E"/>
            </a:solidFill>
            <a:prstDash val="solid"/>
          </a:ln>
        </p:spPr>
      </p:sp>
      <p:sp>
        <p:nvSpPr>
          <p:cNvPr id="1492" name="data_1491">
            <a:extLst>
              <a:ext uri="{FF2B5EF4-FFF2-40B4-BE49-F238E27FC236}">
                <a16:creationId xmlns:a16="http://schemas.microsoft.com/office/drawing/2014/main" id="{EFD1EB83-9BB7-435B-A4F2-BF767FEC9E24}"/>
              </a:ext>
            </a:extLst>
          </p:cNvPr>
          <p:cNvSpPr>
            <a:spLocks/>
          </p:cNvSpPr>
          <p:nvPr/>
        </p:nvSpPr>
        <p:spPr>
          <a:xfrm>
            <a:off x="5989252" y="23443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78E"/>
          </a:solidFill>
          <a:ln w="3547">
            <a:solidFill>
              <a:srgbClr val="2A778E"/>
            </a:solidFill>
            <a:prstDash val="solid"/>
          </a:ln>
        </p:spPr>
      </p:sp>
      <p:sp>
        <p:nvSpPr>
          <p:cNvPr id="1493" name="data_1492">
            <a:extLst>
              <a:ext uri="{FF2B5EF4-FFF2-40B4-BE49-F238E27FC236}">
                <a16:creationId xmlns:a16="http://schemas.microsoft.com/office/drawing/2014/main" id="{F1CB2788-8057-4F13-9718-7243957644A7}"/>
              </a:ext>
            </a:extLst>
          </p:cNvPr>
          <p:cNvSpPr>
            <a:spLocks/>
          </p:cNvSpPr>
          <p:nvPr/>
        </p:nvSpPr>
        <p:spPr>
          <a:xfrm>
            <a:off x="5989252" y="23370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68E"/>
          </a:solidFill>
          <a:ln w="3547">
            <a:solidFill>
              <a:srgbClr val="2A768E"/>
            </a:solidFill>
            <a:prstDash val="solid"/>
          </a:ln>
        </p:spPr>
      </p:sp>
      <p:sp>
        <p:nvSpPr>
          <p:cNvPr id="1494" name="data_1493">
            <a:extLst>
              <a:ext uri="{FF2B5EF4-FFF2-40B4-BE49-F238E27FC236}">
                <a16:creationId xmlns:a16="http://schemas.microsoft.com/office/drawing/2014/main" id="{3CBF1DD0-C02F-4E24-875B-EC9EF36DB4CA}"/>
              </a:ext>
            </a:extLst>
          </p:cNvPr>
          <p:cNvSpPr>
            <a:spLocks/>
          </p:cNvSpPr>
          <p:nvPr/>
        </p:nvSpPr>
        <p:spPr>
          <a:xfrm>
            <a:off x="5989252" y="23296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58E"/>
          </a:solidFill>
          <a:ln w="3547">
            <a:solidFill>
              <a:srgbClr val="2B758E"/>
            </a:solidFill>
            <a:prstDash val="solid"/>
          </a:ln>
        </p:spPr>
      </p:sp>
      <p:sp>
        <p:nvSpPr>
          <p:cNvPr id="1495" name="data_1494">
            <a:extLst>
              <a:ext uri="{FF2B5EF4-FFF2-40B4-BE49-F238E27FC236}">
                <a16:creationId xmlns:a16="http://schemas.microsoft.com/office/drawing/2014/main" id="{54E53E28-260D-48F2-878F-A34BB5B292E4}"/>
              </a:ext>
            </a:extLst>
          </p:cNvPr>
          <p:cNvSpPr>
            <a:spLocks/>
          </p:cNvSpPr>
          <p:nvPr/>
        </p:nvSpPr>
        <p:spPr>
          <a:xfrm>
            <a:off x="5989252" y="23223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48E"/>
          </a:solidFill>
          <a:ln w="3547">
            <a:solidFill>
              <a:srgbClr val="2B748E"/>
            </a:solidFill>
            <a:prstDash val="solid"/>
          </a:ln>
        </p:spPr>
      </p:sp>
      <p:sp>
        <p:nvSpPr>
          <p:cNvPr id="1496" name="data_1495">
            <a:extLst>
              <a:ext uri="{FF2B5EF4-FFF2-40B4-BE49-F238E27FC236}">
                <a16:creationId xmlns:a16="http://schemas.microsoft.com/office/drawing/2014/main" id="{D787255C-966E-4A15-BBA3-496F865E07E6}"/>
              </a:ext>
            </a:extLst>
          </p:cNvPr>
          <p:cNvSpPr>
            <a:spLocks/>
          </p:cNvSpPr>
          <p:nvPr/>
        </p:nvSpPr>
        <p:spPr>
          <a:xfrm>
            <a:off x="5989252" y="23150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38E"/>
          </a:solidFill>
          <a:ln w="3547">
            <a:solidFill>
              <a:srgbClr val="2C738E"/>
            </a:solidFill>
            <a:prstDash val="solid"/>
          </a:ln>
        </p:spPr>
      </p:sp>
      <p:sp>
        <p:nvSpPr>
          <p:cNvPr id="1497" name="data_1496">
            <a:extLst>
              <a:ext uri="{FF2B5EF4-FFF2-40B4-BE49-F238E27FC236}">
                <a16:creationId xmlns:a16="http://schemas.microsoft.com/office/drawing/2014/main" id="{99B6E998-3AB6-4528-B488-D0F91B6D422F}"/>
              </a:ext>
            </a:extLst>
          </p:cNvPr>
          <p:cNvSpPr>
            <a:spLocks/>
          </p:cNvSpPr>
          <p:nvPr/>
        </p:nvSpPr>
        <p:spPr>
          <a:xfrm>
            <a:off x="5989252" y="23077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28E"/>
          </a:solidFill>
          <a:ln w="3547">
            <a:solidFill>
              <a:srgbClr val="2C728E"/>
            </a:solidFill>
            <a:prstDash val="solid"/>
          </a:ln>
        </p:spPr>
      </p:sp>
      <p:sp>
        <p:nvSpPr>
          <p:cNvPr id="1498" name="data_1497">
            <a:extLst>
              <a:ext uri="{FF2B5EF4-FFF2-40B4-BE49-F238E27FC236}">
                <a16:creationId xmlns:a16="http://schemas.microsoft.com/office/drawing/2014/main" id="{840C316F-307E-405B-AE98-EACB26B5976E}"/>
              </a:ext>
            </a:extLst>
          </p:cNvPr>
          <p:cNvSpPr>
            <a:spLocks/>
          </p:cNvSpPr>
          <p:nvPr/>
        </p:nvSpPr>
        <p:spPr>
          <a:xfrm>
            <a:off x="5989252" y="23003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18E"/>
          </a:solidFill>
          <a:ln w="3547">
            <a:solidFill>
              <a:srgbClr val="2C718E"/>
            </a:solidFill>
            <a:prstDash val="solid"/>
          </a:ln>
        </p:spPr>
      </p:sp>
      <p:sp>
        <p:nvSpPr>
          <p:cNvPr id="1499" name="data_1498">
            <a:extLst>
              <a:ext uri="{FF2B5EF4-FFF2-40B4-BE49-F238E27FC236}">
                <a16:creationId xmlns:a16="http://schemas.microsoft.com/office/drawing/2014/main" id="{466B4B61-3FA4-44CB-AA6D-BD01AD25220D}"/>
              </a:ext>
            </a:extLst>
          </p:cNvPr>
          <p:cNvSpPr>
            <a:spLocks/>
          </p:cNvSpPr>
          <p:nvPr/>
        </p:nvSpPr>
        <p:spPr>
          <a:xfrm>
            <a:off x="5989252" y="22930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18E"/>
          </a:solidFill>
          <a:ln w="3547">
            <a:solidFill>
              <a:srgbClr val="2D718E"/>
            </a:solidFill>
            <a:prstDash val="solid"/>
          </a:ln>
        </p:spPr>
      </p:sp>
      <p:sp>
        <p:nvSpPr>
          <p:cNvPr id="1500" name="data_1499">
            <a:extLst>
              <a:ext uri="{FF2B5EF4-FFF2-40B4-BE49-F238E27FC236}">
                <a16:creationId xmlns:a16="http://schemas.microsoft.com/office/drawing/2014/main" id="{B629C366-E7D8-4CA6-9C9F-6A39FF23AC5F}"/>
              </a:ext>
            </a:extLst>
          </p:cNvPr>
          <p:cNvSpPr>
            <a:spLocks/>
          </p:cNvSpPr>
          <p:nvPr/>
        </p:nvSpPr>
        <p:spPr>
          <a:xfrm>
            <a:off x="5989252" y="22857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08E"/>
          </a:solidFill>
          <a:ln w="3547">
            <a:solidFill>
              <a:srgbClr val="2D708E"/>
            </a:solidFill>
            <a:prstDash val="solid"/>
          </a:ln>
        </p:spPr>
      </p:sp>
      <p:sp>
        <p:nvSpPr>
          <p:cNvPr id="1501" name="data_1500">
            <a:extLst>
              <a:ext uri="{FF2B5EF4-FFF2-40B4-BE49-F238E27FC236}">
                <a16:creationId xmlns:a16="http://schemas.microsoft.com/office/drawing/2014/main" id="{C2EC79EF-0CA5-4FCB-A913-6511EC42A818}"/>
              </a:ext>
            </a:extLst>
          </p:cNvPr>
          <p:cNvSpPr>
            <a:spLocks/>
          </p:cNvSpPr>
          <p:nvPr/>
        </p:nvSpPr>
        <p:spPr>
          <a:xfrm>
            <a:off x="5989252" y="22784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F8E"/>
          </a:solidFill>
          <a:ln w="3547">
            <a:solidFill>
              <a:srgbClr val="2E6F8E"/>
            </a:solidFill>
            <a:prstDash val="solid"/>
          </a:ln>
        </p:spPr>
      </p:sp>
      <p:sp>
        <p:nvSpPr>
          <p:cNvPr id="1502" name="data_1501">
            <a:extLst>
              <a:ext uri="{FF2B5EF4-FFF2-40B4-BE49-F238E27FC236}">
                <a16:creationId xmlns:a16="http://schemas.microsoft.com/office/drawing/2014/main" id="{B22AF45C-808C-4E17-AC05-36A2220DB6E0}"/>
              </a:ext>
            </a:extLst>
          </p:cNvPr>
          <p:cNvSpPr>
            <a:spLocks/>
          </p:cNvSpPr>
          <p:nvPr/>
        </p:nvSpPr>
        <p:spPr>
          <a:xfrm>
            <a:off x="5989252" y="22711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E8E"/>
          </a:solidFill>
          <a:ln w="3547">
            <a:solidFill>
              <a:srgbClr val="2E6E8E"/>
            </a:solidFill>
            <a:prstDash val="solid"/>
          </a:ln>
        </p:spPr>
      </p:sp>
      <p:sp>
        <p:nvSpPr>
          <p:cNvPr id="1503" name="data_1502">
            <a:extLst>
              <a:ext uri="{FF2B5EF4-FFF2-40B4-BE49-F238E27FC236}">
                <a16:creationId xmlns:a16="http://schemas.microsoft.com/office/drawing/2014/main" id="{79A3022B-5C22-42B8-9677-6973162D9A40}"/>
              </a:ext>
            </a:extLst>
          </p:cNvPr>
          <p:cNvSpPr>
            <a:spLocks/>
          </p:cNvSpPr>
          <p:nvPr/>
        </p:nvSpPr>
        <p:spPr>
          <a:xfrm>
            <a:off x="5989252" y="22637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D8E"/>
          </a:solidFill>
          <a:ln w="3547">
            <a:solidFill>
              <a:srgbClr val="2E6D8E"/>
            </a:solidFill>
            <a:prstDash val="solid"/>
          </a:ln>
        </p:spPr>
      </p:sp>
      <p:sp>
        <p:nvSpPr>
          <p:cNvPr id="1504" name="data_1503">
            <a:extLst>
              <a:ext uri="{FF2B5EF4-FFF2-40B4-BE49-F238E27FC236}">
                <a16:creationId xmlns:a16="http://schemas.microsoft.com/office/drawing/2014/main" id="{17CE331F-D624-4032-BC56-894C14799860}"/>
              </a:ext>
            </a:extLst>
          </p:cNvPr>
          <p:cNvSpPr>
            <a:spLocks/>
          </p:cNvSpPr>
          <p:nvPr/>
        </p:nvSpPr>
        <p:spPr>
          <a:xfrm>
            <a:off x="5989252" y="22564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C8E"/>
          </a:solidFill>
          <a:ln w="3547">
            <a:solidFill>
              <a:srgbClr val="2F6C8E"/>
            </a:solidFill>
            <a:prstDash val="solid"/>
          </a:ln>
        </p:spPr>
      </p:sp>
      <p:sp>
        <p:nvSpPr>
          <p:cNvPr id="1505" name="data_1504">
            <a:extLst>
              <a:ext uri="{FF2B5EF4-FFF2-40B4-BE49-F238E27FC236}">
                <a16:creationId xmlns:a16="http://schemas.microsoft.com/office/drawing/2014/main" id="{936DBD09-1858-4CE0-B71B-96921B9E5801}"/>
              </a:ext>
            </a:extLst>
          </p:cNvPr>
          <p:cNvSpPr>
            <a:spLocks/>
          </p:cNvSpPr>
          <p:nvPr/>
        </p:nvSpPr>
        <p:spPr>
          <a:xfrm>
            <a:off x="5989252" y="22491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B8E"/>
          </a:solidFill>
          <a:ln w="3547">
            <a:solidFill>
              <a:srgbClr val="2F6B8E"/>
            </a:solidFill>
            <a:prstDash val="solid"/>
          </a:ln>
        </p:spPr>
      </p:sp>
      <p:sp>
        <p:nvSpPr>
          <p:cNvPr id="1506" name="data_1505">
            <a:extLst>
              <a:ext uri="{FF2B5EF4-FFF2-40B4-BE49-F238E27FC236}">
                <a16:creationId xmlns:a16="http://schemas.microsoft.com/office/drawing/2014/main" id="{B2209A5E-C29A-4249-B278-CF97F654076D}"/>
              </a:ext>
            </a:extLst>
          </p:cNvPr>
          <p:cNvSpPr>
            <a:spLocks/>
          </p:cNvSpPr>
          <p:nvPr/>
        </p:nvSpPr>
        <p:spPr>
          <a:xfrm>
            <a:off x="5989252" y="22418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A8E"/>
          </a:solidFill>
          <a:ln w="3547">
            <a:solidFill>
              <a:srgbClr val="306A8E"/>
            </a:solidFill>
            <a:prstDash val="solid"/>
          </a:ln>
        </p:spPr>
      </p:sp>
      <p:sp>
        <p:nvSpPr>
          <p:cNvPr id="1507" name="data_1506">
            <a:extLst>
              <a:ext uri="{FF2B5EF4-FFF2-40B4-BE49-F238E27FC236}">
                <a16:creationId xmlns:a16="http://schemas.microsoft.com/office/drawing/2014/main" id="{206464CE-1698-4209-BA0B-D317912D4E6A}"/>
              </a:ext>
            </a:extLst>
          </p:cNvPr>
          <p:cNvSpPr>
            <a:spLocks/>
          </p:cNvSpPr>
          <p:nvPr/>
        </p:nvSpPr>
        <p:spPr>
          <a:xfrm>
            <a:off x="5989252" y="22345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98E"/>
          </a:solidFill>
          <a:ln w="3547">
            <a:solidFill>
              <a:srgbClr val="30698E"/>
            </a:solidFill>
            <a:prstDash val="solid"/>
          </a:ln>
        </p:spPr>
      </p:sp>
      <p:sp>
        <p:nvSpPr>
          <p:cNvPr id="1508" name="data_1507">
            <a:extLst>
              <a:ext uri="{FF2B5EF4-FFF2-40B4-BE49-F238E27FC236}">
                <a16:creationId xmlns:a16="http://schemas.microsoft.com/office/drawing/2014/main" id="{88665496-29D7-4FA7-A51E-C47E35B60F7E}"/>
              </a:ext>
            </a:extLst>
          </p:cNvPr>
          <p:cNvSpPr>
            <a:spLocks/>
          </p:cNvSpPr>
          <p:nvPr/>
        </p:nvSpPr>
        <p:spPr>
          <a:xfrm>
            <a:off x="5989252" y="22271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88E"/>
          </a:solidFill>
          <a:ln w="3547">
            <a:solidFill>
              <a:srgbClr val="31688E"/>
            </a:solidFill>
            <a:prstDash val="solid"/>
          </a:ln>
        </p:spPr>
      </p:sp>
      <p:sp>
        <p:nvSpPr>
          <p:cNvPr id="1509" name="data_1508">
            <a:extLst>
              <a:ext uri="{FF2B5EF4-FFF2-40B4-BE49-F238E27FC236}">
                <a16:creationId xmlns:a16="http://schemas.microsoft.com/office/drawing/2014/main" id="{8B396AEC-6100-4422-8E9C-7A23AC7F8E50}"/>
              </a:ext>
            </a:extLst>
          </p:cNvPr>
          <p:cNvSpPr>
            <a:spLocks/>
          </p:cNvSpPr>
          <p:nvPr/>
        </p:nvSpPr>
        <p:spPr>
          <a:xfrm>
            <a:off x="5989252" y="22198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78E"/>
          </a:solidFill>
          <a:ln w="3547">
            <a:solidFill>
              <a:srgbClr val="31678E"/>
            </a:solidFill>
            <a:prstDash val="solid"/>
          </a:ln>
        </p:spPr>
      </p:sp>
      <p:sp>
        <p:nvSpPr>
          <p:cNvPr id="1510" name="data_1509">
            <a:extLst>
              <a:ext uri="{FF2B5EF4-FFF2-40B4-BE49-F238E27FC236}">
                <a16:creationId xmlns:a16="http://schemas.microsoft.com/office/drawing/2014/main" id="{75D472AE-0D2C-440D-9D3E-5F6166B4A8FC}"/>
              </a:ext>
            </a:extLst>
          </p:cNvPr>
          <p:cNvSpPr>
            <a:spLocks/>
          </p:cNvSpPr>
          <p:nvPr/>
        </p:nvSpPr>
        <p:spPr>
          <a:xfrm>
            <a:off x="5989252" y="22125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68E"/>
          </a:solidFill>
          <a:ln w="3547">
            <a:solidFill>
              <a:srgbClr val="31668E"/>
            </a:solidFill>
            <a:prstDash val="solid"/>
          </a:ln>
        </p:spPr>
      </p:sp>
      <p:sp>
        <p:nvSpPr>
          <p:cNvPr id="1511" name="data_1510">
            <a:extLst>
              <a:ext uri="{FF2B5EF4-FFF2-40B4-BE49-F238E27FC236}">
                <a16:creationId xmlns:a16="http://schemas.microsoft.com/office/drawing/2014/main" id="{1E8CD776-3713-4230-9D52-9D900F45003F}"/>
              </a:ext>
            </a:extLst>
          </p:cNvPr>
          <p:cNvSpPr>
            <a:spLocks/>
          </p:cNvSpPr>
          <p:nvPr/>
        </p:nvSpPr>
        <p:spPr>
          <a:xfrm>
            <a:off x="5989252" y="22052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58E"/>
          </a:solidFill>
          <a:ln w="3547">
            <a:solidFill>
              <a:srgbClr val="32658E"/>
            </a:solidFill>
            <a:prstDash val="solid"/>
          </a:ln>
        </p:spPr>
      </p:sp>
      <p:sp>
        <p:nvSpPr>
          <p:cNvPr id="1512" name="data_1511">
            <a:extLst>
              <a:ext uri="{FF2B5EF4-FFF2-40B4-BE49-F238E27FC236}">
                <a16:creationId xmlns:a16="http://schemas.microsoft.com/office/drawing/2014/main" id="{E3834FBB-74F8-4D8E-881E-74FF416DE611}"/>
              </a:ext>
            </a:extLst>
          </p:cNvPr>
          <p:cNvSpPr>
            <a:spLocks/>
          </p:cNvSpPr>
          <p:nvPr/>
        </p:nvSpPr>
        <p:spPr>
          <a:xfrm>
            <a:off x="5989252" y="21978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48E"/>
          </a:solidFill>
          <a:ln w="3547">
            <a:solidFill>
              <a:srgbClr val="32648E"/>
            </a:solidFill>
            <a:prstDash val="solid"/>
          </a:ln>
        </p:spPr>
      </p:sp>
      <p:sp>
        <p:nvSpPr>
          <p:cNvPr id="1513" name="data_1512">
            <a:extLst>
              <a:ext uri="{FF2B5EF4-FFF2-40B4-BE49-F238E27FC236}">
                <a16:creationId xmlns:a16="http://schemas.microsoft.com/office/drawing/2014/main" id="{3E074D4C-B1DB-47E6-AD8F-07178F934E09}"/>
              </a:ext>
            </a:extLst>
          </p:cNvPr>
          <p:cNvSpPr>
            <a:spLocks/>
          </p:cNvSpPr>
          <p:nvPr/>
        </p:nvSpPr>
        <p:spPr>
          <a:xfrm>
            <a:off x="5989252" y="21905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38D"/>
          </a:solidFill>
          <a:ln w="3547">
            <a:solidFill>
              <a:srgbClr val="33638D"/>
            </a:solidFill>
            <a:prstDash val="solid"/>
          </a:ln>
        </p:spPr>
      </p:sp>
      <p:sp>
        <p:nvSpPr>
          <p:cNvPr id="1514" name="data_1513">
            <a:extLst>
              <a:ext uri="{FF2B5EF4-FFF2-40B4-BE49-F238E27FC236}">
                <a16:creationId xmlns:a16="http://schemas.microsoft.com/office/drawing/2014/main" id="{7F587934-2336-4680-B0E3-2CC44B9790E1}"/>
              </a:ext>
            </a:extLst>
          </p:cNvPr>
          <p:cNvSpPr>
            <a:spLocks/>
          </p:cNvSpPr>
          <p:nvPr/>
        </p:nvSpPr>
        <p:spPr>
          <a:xfrm>
            <a:off x="5989252" y="21832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28D"/>
          </a:solidFill>
          <a:ln w="3547">
            <a:solidFill>
              <a:srgbClr val="33628D"/>
            </a:solidFill>
            <a:prstDash val="solid"/>
          </a:ln>
        </p:spPr>
      </p:sp>
      <p:sp>
        <p:nvSpPr>
          <p:cNvPr id="1515" name="data_1514">
            <a:extLst>
              <a:ext uri="{FF2B5EF4-FFF2-40B4-BE49-F238E27FC236}">
                <a16:creationId xmlns:a16="http://schemas.microsoft.com/office/drawing/2014/main" id="{6B688FCA-D878-404C-9145-7013615953B7}"/>
              </a:ext>
            </a:extLst>
          </p:cNvPr>
          <p:cNvSpPr>
            <a:spLocks/>
          </p:cNvSpPr>
          <p:nvPr/>
        </p:nvSpPr>
        <p:spPr>
          <a:xfrm>
            <a:off x="5989252" y="21759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18D"/>
          </a:solidFill>
          <a:ln w="3547">
            <a:solidFill>
              <a:srgbClr val="34618D"/>
            </a:solidFill>
            <a:prstDash val="solid"/>
          </a:ln>
        </p:spPr>
      </p:sp>
      <p:sp>
        <p:nvSpPr>
          <p:cNvPr id="1516" name="data_1515">
            <a:extLst>
              <a:ext uri="{FF2B5EF4-FFF2-40B4-BE49-F238E27FC236}">
                <a16:creationId xmlns:a16="http://schemas.microsoft.com/office/drawing/2014/main" id="{B3174D9B-09CE-41D7-B88B-9E5C58DCB883}"/>
              </a:ext>
            </a:extLst>
          </p:cNvPr>
          <p:cNvSpPr>
            <a:spLocks/>
          </p:cNvSpPr>
          <p:nvPr/>
        </p:nvSpPr>
        <p:spPr>
          <a:xfrm>
            <a:off x="5989252" y="21686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08D"/>
          </a:solidFill>
          <a:ln w="3547">
            <a:solidFill>
              <a:srgbClr val="34608D"/>
            </a:solidFill>
            <a:prstDash val="solid"/>
          </a:ln>
        </p:spPr>
      </p:sp>
      <p:sp>
        <p:nvSpPr>
          <p:cNvPr id="1517" name="data_1516">
            <a:extLst>
              <a:ext uri="{FF2B5EF4-FFF2-40B4-BE49-F238E27FC236}">
                <a16:creationId xmlns:a16="http://schemas.microsoft.com/office/drawing/2014/main" id="{968C29D9-AA38-4307-B479-5FEDF6147B03}"/>
              </a:ext>
            </a:extLst>
          </p:cNvPr>
          <p:cNvSpPr>
            <a:spLocks/>
          </p:cNvSpPr>
          <p:nvPr/>
        </p:nvSpPr>
        <p:spPr>
          <a:xfrm>
            <a:off x="5989252" y="21612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F8D"/>
          </a:solidFill>
          <a:ln w="3547">
            <a:solidFill>
              <a:srgbClr val="355F8D"/>
            </a:solidFill>
            <a:prstDash val="solid"/>
          </a:ln>
        </p:spPr>
      </p:sp>
      <p:sp>
        <p:nvSpPr>
          <p:cNvPr id="1518" name="data_1517">
            <a:extLst>
              <a:ext uri="{FF2B5EF4-FFF2-40B4-BE49-F238E27FC236}">
                <a16:creationId xmlns:a16="http://schemas.microsoft.com/office/drawing/2014/main" id="{81D2B2D0-0643-4892-90CB-D012BCC4DBA9}"/>
              </a:ext>
            </a:extLst>
          </p:cNvPr>
          <p:cNvSpPr>
            <a:spLocks/>
          </p:cNvSpPr>
          <p:nvPr/>
        </p:nvSpPr>
        <p:spPr>
          <a:xfrm>
            <a:off x="5989252" y="21539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E8D"/>
          </a:solidFill>
          <a:ln w="3547">
            <a:solidFill>
              <a:srgbClr val="355E8D"/>
            </a:solidFill>
            <a:prstDash val="solid"/>
          </a:ln>
        </p:spPr>
      </p:sp>
      <p:sp>
        <p:nvSpPr>
          <p:cNvPr id="1519" name="data_1518">
            <a:extLst>
              <a:ext uri="{FF2B5EF4-FFF2-40B4-BE49-F238E27FC236}">
                <a16:creationId xmlns:a16="http://schemas.microsoft.com/office/drawing/2014/main" id="{0E6EE71F-A983-4B39-A26F-F973ED66CD59}"/>
              </a:ext>
            </a:extLst>
          </p:cNvPr>
          <p:cNvSpPr>
            <a:spLocks/>
          </p:cNvSpPr>
          <p:nvPr/>
        </p:nvSpPr>
        <p:spPr>
          <a:xfrm>
            <a:off x="5989252" y="21466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D8D"/>
          </a:solidFill>
          <a:ln w="3547">
            <a:solidFill>
              <a:srgbClr val="365D8D"/>
            </a:solidFill>
            <a:prstDash val="solid"/>
          </a:ln>
        </p:spPr>
      </p:sp>
      <p:sp>
        <p:nvSpPr>
          <p:cNvPr id="1520" name="data_1519">
            <a:extLst>
              <a:ext uri="{FF2B5EF4-FFF2-40B4-BE49-F238E27FC236}">
                <a16:creationId xmlns:a16="http://schemas.microsoft.com/office/drawing/2014/main" id="{340575CC-0F0A-4AB5-927B-C10A72EAEAA7}"/>
              </a:ext>
            </a:extLst>
          </p:cNvPr>
          <p:cNvSpPr>
            <a:spLocks/>
          </p:cNvSpPr>
          <p:nvPr/>
        </p:nvSpPr>
        <p:spPr>
          <a:xfrm>
            <a:off x="5989252" y="21393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C8D"/>
          </a:solidFill>
          <a:ln w="3547">
            <a:solidFill>
              <a:srgbClr val="365C8D"/>
            </a:solidFill>
            <a:prstDash val="solid"/>
          </a:ln>
        </p:spPr>
      </p:sp>
      <p:sp>
        <p:nvSpPr>
          <p:cNvPr id="1521" name="data_1520">
            <a:extLst>
              <a:ext uri="{FF2B5EF4-FFF2-40B4-BE49-F238E27FC236}">
                <a16:creationId xmlns:a16="http://schemas.microsoft.com/office/drawing/2014/main" id="{F3EF449B-A74B-4C19-A919-7E03228C0E10}"/>
              </a:ext>
            </a:extLst>
          </p:cNvPr>
          <p:cNvSpPr>
            <a:spLocks/>
          </p:cNvSpPr>
          <p:nvPr/>
        </p:nvSpPr>
        <p:spPr>
          <a:xfrm>
            <a:off x="5989252" y="21319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B8D"/>
          </a:solidFill>
          <a:ln w="3547">
            <a:solidFill>
              <a:srgbClr val="375B8D"/>
            </a:solidFill>
            <a:prstDash val="solid"/>
          </a:ln>
        </p:spPr>
      </p:sp>
      <p:sp>
        <p:nvSpPr>
          <p:cNvPr id="1522" name="data_1521">
            <a:extLst>
              <a:ext uri="{FF2B5EF4-FFF2-40B4-BE49-F238E27FC236}">
                <a16:creationId xmlns:a16="http://schemas.microsoft.com/office/drawing/2014/main" id="{0B9BBADC-7551-4892-8F78-724703A8A1BA}"/>
              </a:ext>
            </a:extLst>
          </p:cNvPr>
          <p:cNvSpPr>
            <a:spLocks/>
          </p:cNvSpPr>
          <p:nvPr/>
        </p:nvSpPr>
        <p:spPr>
          <a:xfrm>
            <a:off x="5989252" y="21246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A8C"/>
          </a:solidFill>
          <a:ln w="3547">
            <a:solidFill>
              <a:srgbClr val="375A8C"/>
            </a:solidFill>
            <a:prstDash val="solid"/>
          </a:ln>
        </p:spPr>
      </p:sp>
      <p:sp>
        <p:nvSpPr>
          <p:cNvPr id="1523" name="data_1522">
            <a:extLst>
              <a:ext uri="{FF2B5EF4-FFF2-40B4-BE49-F238E27FC236}">
                <a16:creationId xmlns:a16="http://schemas.microsoft.com/office/drawing/2014/main" id="{16A34C49-C2B4-43F4-9D70-1961584AB5A4}"/>
              </a:ext>
            </a:extLst>
          </p:cNvPr>
          <p:cNvSpPr>
            <a:spLocks/>
          </p:cNvSpPr>
          <p:nvPr/>
        </p:nvSpPr>
        <p:spPr>
          <a:xfrm>
            <a:off x="5989252" y="21173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98C"/>
          </a:solidFill>
          <a:ln w="3547">
            <a:solidFill>
              <a:srgbClr val="38598C"/>
            </a:solidFill>
            <a:prstDash val="solid"/>
          </a:ln>
        </p:spPr>
      </p:sp>
      <p:sp>
        <p:nvSpPr>
          <p:cNvPr id="1524" name="data_1523">
            <a:extLst>
              <a:ext uri="{FF2B5EF4-FFF2-40B4-BE49-F238E27FC236}">
                <a16:creationId xmlns:a16="http://schemas.microsoft.com/office/drawing/2014/main" id="{A55AC85C-2D8A-4B31-BC32-AEFE1D56EC30}"/>
              </a:ext>
            </a:extLst>
          </p:cNvPr>
          <p:cNvSpPr>
            <a:spLocks/>
          </p:cNvSpPr>
          <p:nvPr/>
        </p:nvSpPr>
        <p:spPr>
          <a:xfrm>
            <a:off x="5989252" y="21100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88C"/>
          </a:solidFill>
          <a:ln w="3547">
            <a:solidFill>
              <a:srgbClr val="38588C"/>
            </a:solidFill>
            <a:prstDash val="solid"/>
          </a:ln>
        </p:spPr>
      </p:sp>
      <p:sp>
        <p:nvSpPr>
          <p:cNvPr id="1525" name="data_1524">
            <a:extLst>
              <a:ext uri="{FF2B5EF4-FFF2-40B4-BE49-F238E27FC236}">
                <a16:creationId xmlns:a16="http://schemas.microsoft.com/office/drawing/2014/main" id="{ABE88809-FAD3-452B-9EB8-144773A85DA1}"/>
              </a:ext>
            </a:extLst>
          </p:cNvPr>
          <p:cNvSpPr>
            <a:spLocks/>
          </p:cNvSpPr>
          <p:nvPr/>
        </p:nvSpPr>
        <p:spPr>
          <a:xfrm>
            <a:off x="5989252" y="21027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68C"/>
          </a:solidFill>
          <a:ln w="3547">
            <a:solidFill>
              <a:srgbClr val="39568C"/>
            </a:solidFill>
            <a:prstDash val="solid"/>
          </a:ln>
        </p:spPr>
      </p:sp>
      <p:sp>
        <p:nvSpPr>
          <p:cNvPr id="1526" name="data_1525">
            <a:extLst>
              <a:ext uri="{FF2B5EF4-FFF2-40B4-BE49-F238E27FC236}">
                <a16:creationId xmlns:a16="http://schemas.microsoft.com/office/drawing/2014/main" id="{15702E6D-26C3-49C8-8C3C-94EAA357D3B4}"/>
              </a:ext>
            </a:extLst>
          </p:cNvPr>
          <p:cNvSpPr>
            <a:spLocks/>
          </p:cNvSpPr>
          <p:nvPr/>
        </p:nvSpPr>
        <p:spPr>
          <a:xfrm>
            <a:off x="5989252" y="20953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58C"/>
          </a:solidFill>
          <a:ln w="3547">
            <a:solidFill>
              <a:srgbClr val="39558C"/>
            </a:solidFill>
            <a:prstDash val="solid"/>
          </a:ln>
        </p:spPr>
      </p:sp>
      <p:sp>
        <p:nvSpPr>
          <p:cNvPr id="1527" name="data_1526">
            <a:extLst>
              <a:ext uri="{FF2B5EF4-FFF2-40B4-BE49-F238E27FC236}">
                <a16:creationId xmlns:a16="http://schemas.microsoft.com/office/drawing/2014/main" id="{11443A4F-6246-4AC9-B7AD-D44D0B8A9A3F}"/>
              </a:ext>
            </a:extLst>
          </p:cNvPr>
          <p:cNvSpPr>
            <a:spLocks/>
          </p:cNvSpPr>
          <p:nvPr/>
        </p:nvSpPr>
        <p:spPr>
          <a:xfrm>
            <a:off x="5989252" y="20880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48C"/>
          </a:solidFill>
          <a:ln w="3547">
            <a:solidFill>
              <a:srgbClr val="3A548C"/>
            </a:solidFill>
            <a:prstDash val="solid"/>
          </a:ln>
        </p:spPr>
      </p:sp>
      <p:sp>
        <p:nvSpPr>
          <p:cNvPr id="1528" name="data_1527">
            <a:extLst>
              <a:ext uri="{FF2B5EF4-FFF2-40B4-BE49-F238E27FC236}">
                <a16:creationId xmlns:a16="http://schemas.microsoft.com/office/drawing/2014/main" id="{93207AC0-6BC5-4F07-A216-9AF465BBCC00}"/>
              </a:ext>
            </a:extLst>
          </p:cNvPr>
          <p:cNvSpPr>
            <a:spLocks/>
          </p:cNvSpPr>
          <p:nvPr/>
        </p:nvSpPr>
        <p:spPr>
          <a:xfrm>
            <a:off x="5989252" y="20807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38B"/>
          </a:solidFill>
          <a:ln w="3547">
            <a:solidFill>
              <a:srgbClr val="3A538B"/>
            </a:solidFill>
            <a:prstDash val="solid"/>
          </a:ln>
        </p:spPr>
      </p:sp>
      <p:sp>
        <p:nvSpPr>
          <p:cNvPr id="1529" name="data_1528">
            <a:extLst>
              <a:ext uri="{FF2B5EF4-FFF2-40B4-BE49-F238E27FC236}">
                <a16:creationId xmlns:a16="http://schemas.microsoft.com/office/drawing/2014/main" id="{802008CB-2F32-4199-BE01-2879C20B9778}"/>
              </a:ext>
            </a:extLst>
          </p:cNvPr>
          <p:cNvSpPr>
            <a:spLocks/>
          </p:cNvSpPr>
          <p:nvPr/>
        </p:nvSpPr>
        <p:spPr>
          <a:xfrm>
            <a:off x="5989252" y="20734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28B"/>
          </a:solidFill>
          <a:ln w="3547">
            <a:solidFill>
              <a:srgbClr val="3B528B"/>
            </a:solidFill>
            <a:prstDash val="solid"/>
          </a:ln>
        </p:spPr>
      </p:sp>
      <p:sp>
        <p:nvSpPr>
          <p:cNvPr id="1530" name="data_1529">
            <a:extLst>
              <a:ext uri="{FF2B5EF4-FFF2-40B4-BE49-F238E27FC236}">
                <a16:creationId xmlns:a16="http://schemas.microsoft.com/office/drawing/2014/main" id="{109E1406-4F77-45D1-896F-F3D2F52F097C}"/>
              </a:ext>
            </a:extLst>
          </p:cNvPr>
          <p:cNvSpPr>
            <a:spLocks/>
          </p:cNvSpPr>
          <p:nvPr/>
        </p:nvSpPr>
        <p:spPr>
          <a:xfrm>
            <a:off x="5989252" y="20661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18B"/>
          </a:solidFill>
          <a:ln w="3547">
            <a:solidFill>
              <a:srgbClr val="3B518B"/>
            </a:solidFill>
            <a:prstDash val="solid"/>
          </a:ln>
        </p:spPr>
      </p:sp>
      <p:sp>
        <p:nvSpPr>
          <p:cNvPr id="1531" name="data_1530">
            <a:extLst>
              <a:ext uri="{FF2B5EF4-FFF2-40B4-BE49-F238E27FC236}">
                <a16:creationId xmlns:a16="http://schemas.microsoft.com/office/drawing/2014/main" id="{5AAFD7CD-0A2A-485B-841A-B0E757C13FF1}"/>
              </a:ext>
            </a:extLst>
          </p:cNvPr>
          <p:cNvSpPr>
            <a:spLocks/>
          </p:cNvSpPr>
          <p:nvPr/>
        </p:nvSpPr>
        <p:spPr>
          <a:xfrm>
            <a:off x="5989252" y="20587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508B"/>
          </a:solidFill>
          <a:ln w="3547">
            <a:solidFill>
              <a:srgbClr val="3C508B"/>
            </a:solidFill>
            <a:prstDash val="solid"/>
          </a:ln>
        </p:spPr>
      </p:sp>
      <p:sp>
        <p:nvSpPr>
          <p:cNvPr id="1532" name="data_1531">
            <a:extLst>
              <a:ext uri="{FF2B5EF4-FFF2-40B4-BE49-F238E27FC236}">
                <a16:creationId xmlns:a16="http://schemas.microsoft.com/office/drawing/2014/main" id="{42FE4504-6754-4BB7-9CA9-F2358677FE9C}"/>
              </a:ext>
            </a:extLst>
          </p:cNvPr>
          <p:cNvSpPr>
            <a:spLocks/>
          </p:cNvSpPr>
          <p:nvPr/>
        </p:nvSpPr>
        <p:spPr>
          <a:xfrm>
            <a:off x="5989252" y="20514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4F8A"/>
          </a:solidFill>
          <a:ln w="3547">
            <a:solidFill>
              <a:srgbClr val="3C4F8A"/>
            </a:solidFill>
            <a:prstDash val="solid"/>
          </a:ln>
        </p:spPr>
      </p:sp>
      <p:sp>
        <p:nvSpPr>
          <p:cNvPr id="1533" name="data_1532">
            <a:extLst>
              <a:ext uri="{FF2B5EF4-FFF2-40B4-BE49-F238E27FC236}">
                <a16:creationId xmlns:a16="http://schemas.microsoft.com/office/drawing/2014/main" id="{1663BA02-6D45-448A-9FDE-33079AC67808}"/>
              </a:ext>
            </a:extLst>
          </p:cNvPr>
          <p:cNvSpPr>
            <a:spLocks/>
          </p:cNvSpPr>
          <p:nvPr/>
        </p:nvSpPr>
        <p:spPr>
          <a:xfrm>
            <a:off x="5989252" y="20441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E8A"/>
          </a:solidFill>
          <a:ln w="3547">
            <a:solidFill>
              <a:srgbClr val="3D4E8A"/>
            </a:solidFill>
            <a:prstDash val="solid"/>
          </a:ln>
        </p:spPr>
      </p:sp>
      <p:sp>
        <p:nvSpPr>
          <p:cNvPr id="1534" name="data_1533">
            <a:extLst>
              <a:ext uri="{FF2B5EF4-FFF2-40B4-BE49-F238E27FC236}">
                <a16:creationId xmlns:a16="http://schemas.microsoft.com/office/drawing/2014/main" id="{43956D55-2DBF-45FB-8CA0-465D3CFABE8C}"/>
              </a:ext>
            </a:extLst>
          </p:cNvPr>
          <p:cNvSpPr>
            <a:spLocks/>
          </p:cNvSpPr>
          <p:nvPr/>
        </p:nvSpPr>
        <p:spPr>
          <a:xfrm>
            <a:off x="5989252" y="20368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D8A"/>
          </a:solidFill>
          <a:ln w="3547">
            <a:solidFill>
              <a:srgbClr val="3D4D8A"/>
            </a:solidFill>
            <a:prstDash val="solid"/>
          </a:ln>
        </p:spPr>
      </p:sp>
      <p:sp>
        <p:nvSpPr>
          <p:cNvPr id="1535" name="data_1534">
            <a:extLst>
              <a:ext uri="{FF2B5EF4-FFF2-40B4-BE49-F238E27FC236}">
                <a16:creationId xmlns:a16="http://schemas.microsoft.com/office/drawing/2014/main" id="{A3324790-896D-4FA9-B43D-625D0C28461E}"/>
              </a:ext>
            </a:extLst>
          </p:cNvPr>
          <p:cNvSpPr>
            <a:spLocks/>
          </p:cNvSpPr>
          <p:nvPr/>
        </p:nvSpPr>
        <p:spPr>
          <a:xfrm>
            <a:off x="5989252" y="20294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C8A"/>
          </a:solidFill>
          <a:ln w="3547">
            <a:solidFill>
              <a:srgbClr val="3E4C8A"/>
            </a:solidFill>
            <a:prstDash val="solid"/>
          </a:ln>
        </p:spPr>
      </p:sp>
      <p:sp>
        <p:nvSpPr>
          <p:cNvPr id="1536" name="data_1535">
            <a:extLst>
              <a:ext uri="{FF2B5EF4-FFF2-40B4-BE49-F238E27FC236}">
                <a16:creationId xmlns:a16="http://schemas.microsoft.com/office/drawing/2014/main" id="{EC6A8278-18F0-4CD9-AF00-2881FA97A33D}"/>
              </a:ext>
            </a:extLst>
          </p:cNvPr>
          <p:cNvSpPr>
            <a:spLocks/>
          </p:cNvSpPr>
          <p:nvPr/>
        </p:nvSpPr>
        <p:spPr>
          <a:xfrm>
            <a:off x="5989252" y="20221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A89"/>
          </a:solidFill>
          <a:ln w="3547">
            <a:solidFill>
              <a:srgbClr val="3E4A89"/>
            </a:solidFill>
            <a:prstDash val="solid"/>
          </a:ln>
        </p:spPr>
      </p:sp>
      <p:sp>
        <p:nvSpPr>
          <p:cNvPr id="1537" name="data_1536">
            <a:extLst>
              <a:ext uri="{FF2B5EF4-FFF2-40B4-BE49-F238E27FC236}">
                <a16:creationId xmlns:a16="http://schemas.microsoft.com/office/drawing/2014/main" id="{30F83E6C-D0DD-4A0C-84F8-A5EB8C4C0039}"/>
              </a:ext>
            </a:extLst>
          </p:cNvPr>
          <p:cNvSpPr>
            <a:spLocks/>
          </p:cNvSpPr>
          <p:nvPr/>
        </p:nvSpPr>
        <p:spPr>
          <a:xfrm>
            <a:off x="5989252" y="20148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989"/>
          </a:solidFill>
          <a:ln w="3547">
            <a:solidFill>
              <a:srgbClr val="3E4989"/>
            </a:solidFill>
            <a:prstDash val="solid"/>
          </a:ln>
        </p:spPr>
      </p:sp>
      <p:sp>
        <p:nvSpPr>
          <p:cNvPr id="1538" name="data_1537">
            <a:extLst>
              <a:ext uri="{FF2B5EF4-FFF2-40B4-BE49-F238E27FC236}">
                <a16:creationId xmlns:a16="http://schemas.microsoft.com/office/drawing/2014/main" id="{621E84E6-952C-4169-B5F6-C330DF1F3C0E}"/>
              </a:ext>
            </a:extLst>
          </p:cNvPr>
          <p:cNvSpPr>
            <a:spLocks/>
          </p:cNvSpPr>
          <p:nvPr/>
        </p:nvSpPr>
        <p:spPr>
          <a:xfrm>
            <a:off x="5989252" y="20075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889"/>
          </a:solidFill>
          <a:ln w="3547">
            <a:solidFill>
              <a:srgbClr val="3F4889"/>
            </a:solidFill>
            <a:prstDash val="solid"/>
          </a:ln>
        </p:spPr>
      </p:sp>
      <p:sp>
        <p:nvSpPr>
          <p:cNvPr id="1539" name="data_1538">
            <a:extLst>
              <a:ext uri="{FF2B5EF4-FFF2-40B4-BE49-F238E27FC236}">
                <a16:creationId xmlns:a16="http://schemas.microsoft.com/office/drawing/2014/main" id="{65C4CED1-926A-44E7-9B91-441B53EEFB51}"/>
              </a:ext>
            </a:extLst>
          </p:cNvPr>
          <p:cNvSpPr>
            <a:spLocks/>
          </p:cNvSpPr>
          <p:nvPr/>
        </p:nvSpPr>
        <p:spPr>
          <a:xfrm>
            <a:off x="5989252" y="20002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788"/>
          </a:solidFill>
          <a:ln w="3547">
            <a:solidFill>
              <a:srgbClr val="3F4788"/>
            </a:solidFill>
            <a:prstDash val="solid"/>
          </a:ln>
        </p:spPr>
      </p:sp>
      <p:sp>
        <p:nvSpPr>
          <p:cNvPr id="1540" name="data_1539">
            <a:extLst>
              <a:ext uri="{FF2B5EF4-FFF2-40B4-BE49-F238E27FC236}">
                <a16:creationId xmlns:a16="http://schemas.microsoft.com/office/drawing/2014/main" id="{B9F40C5C-8BC5-4CDE-A7C4-0DE0DBD6384A}"/>
              </a:ext>
            </a:extLst>
          </p:cNvPr>
          <p:cNvSpPr>
            <a:spLocks/>
          </p:cNvSpPr>
          <p:nvPr/>
        </p:nvSpPr>
        <p:spPr>
          <a:xfrm>
            <a:off x="5989252" y="19928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688"/>
          </a:solidFill>
          <a:ln w="3547">
            <a:solidFill>
              <a:srgbClr val="404688"/>
            </a:solidFill>
            <a:prstDash val="solid"/>
          </a:ln>
        </p:spPr>
      </p:sp>
      <p:sp>
        <p:nvSpPr>
          <p:cNvPr id="1541" name="data_1540">
            <a:extLst>
              <a:ext uri="{FF2B5EF4-FFF2-40B4-BE49-F238E27FC236}">
                <a16:creationId xmlns:a16="http://schemas.microsoft.com/office/drawing/2014/main" id="{0E99DBA2-E6A5-4DC5-A1FE-41C198CB1B2B}"/>
              </a:ext>
            </a:extLst>
          </p:cNvPr>
          <p:cNvSpPr>
            <a:spLocks/>
          </p:cNvSpPr>
          <p:nvPr/>
        </p:nvSpPr>
        <p:spPr>
          <a:xfrm>
            <a:off x="5989252" y="19855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588"/>
          </a:solidFill>
          <a:ln w="3547">
            <a:solidFill>
              <a:srgbClr val="404588"/>
            </a:solidFill>
            <a:prstDash val="solid"/>
          </a:ln>
        </p:spPr>
      </p:sp>
      <p:sp>
        <p:nvSpPr>
          <p:cNvPr id="1542" name="data_1541">
            <a:extLst>
              <a:ext uri="{FF2B5EF4-FFF2-40B4-BE49-F238E27FC236}">
                <a16:creationId xmlns:a16="http://schemas.microsoft.com/office/drawing/2014/main" id="{2EF5D873-14E4-40A0-925A-8A17DAA80D27}"/>
              </a:ext>
            </a:extLst>
          </p:cNvPr>
          <p:cNvSpPr>
            <a:spLocks/>
          </p:cNvSpPr>
          <p:nvPr/>
        </p:nvSpPr>
        <p:spPr>
          <a:xfrm>
            <a:off x="5989252" y="19782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487"/>
          </a:solidFill>
          <a:ln w="3547">
            <a:solidFill>
              <a:srgbClr val="414487"/>
            </a:solidFill>
            <a:prstDash val="solid"/>
          </a:ln>
        </p:spPr>
      </p:sp>
      <p:sp>
        <p:nvSpPr>
          <p:cNvPr id="1543" name="data_1542">
            <a:extLst>
              <a:ext uri="{FF2B5EF4-FFF2-40B4-BE49-F238E27FC236}">
                <a16:creationId xmlns:a16="http://schemas.microsoft.com/office/drawing/2014/main" id="{3930C19E-3935-4E38-B223-CEA2784B203E}"/>
              </a:ext>
            </a:extLst>
          </p:cNvPr>
          <p:cNvSpPr>
            <a:spLocks/>
          </p:cNvSpPr>
          <p:nvPr/>
        </p:nvSpPr>
        <p:spPr>
          <a:xfrm>
            <a:off x="5989252" y="19709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287"/>
          </a:solidFill>
          <a:ln w="3547">
            <a:solidFill>
              <a:srgbClr val="414287"/>
            </a:solidFill>
            <a:prstDash val="solid"/>
          </a:ln>
        </p:spPr>
      </p:sp>
      <p:sp>
        <p:nvSpPr>
          <p:cNvPr id="1544" name="data_1543">
            <a:extLst>
              <a:ext uri="{FF2B5EF4-FFF2-40B4-BE49-F238E27FC236}">
                <a16:creationId xmlns:a16="http://schemas.microsoft.com/office/drawing/2014/main" id="{7774C000-0752-4046-A825-5103D3855E2B}"/>
              </a:ext>
            </a:extLst>
          </p:cNvPr>
          <p:cNvSpPr>
            <a:spLocks/>
          </p:cNvSpPr>
          <p:nvPr/>
        </p:nvSpPr>
        <p:spPr>
          <a:xfrm>
            <a:off x="5989252" y="19635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186"/>
          </a:solidFill>
          <a:ln w="3547">
            <a:solidFill>
              <a:srgbClr val="424186"/>
            </a:solidFill>
            <a:prstDash val="solid"/>
          </a:ln>
        </p:spPr>
      </p:sp>
      <p:sp>
        <p:nvSpPr>
          <p:cNvPr id="1545" name="data_1544">
            <a:extLst>
              <a:ext uri="{FF2B5EF4-FFF2-40B4-BE49-F238E27FC236}">
                <a16:creationId xmlns:a16="http://schemas.microsoft.com/office/drawing/2014/main" id="{EE1AE4EF-B24E-4CB9-B0C7-9A6E59AA0AB8}"/>
              </a:ext>
            </a:extLst>
          </p:cNvPr>
          <p:cNvSpPr>
            <a:spLocks/>
          </p:cNvSpPr>
          <p:nvPr/>
        </p:nvSpPr>
        <p:spPr>
          <a:xfrm>
            <a:off x="5989252" y="19562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086"/>
          </a:solidFill>
          <a:ln w="3547">
            <a:solidFill>
              <a:srgbClr val="424086"/>
            </a:solidFill>
            <a:prstDash val="solid"/>
          </a:ln>
        </p:spPr>
      </p:sp>
      <p:sp>
        <p:nvSpPr>
          <p:cNvPr id="1546" name="data_1545">
            <a:extLst>
              <a:ext uri="{FF2B5EF4-FFF2-40B4-BE49-F238E27FC236}">
                <a16:creationId xmlns:a16="http://schemas.microsoft.com/office/drawing/2014/main" id="{F14FBF11-4D01-46F3-947E-0C2F77654B50}"/>
              </a:ext>
            </a:extLst>
          </p:cNvPr>
          <p:cNvSpPr>
            <a:spLocks/>
          </p:cNvSpPr>
          <p:nvPr/>
        </p:nvSpPr>
        <p:spPr>
          <a:xfrm>
            <a:off x="5989252" y="19489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3F85"/>
          </a:solidFill>
          <a:ln w="3547">
            <a:solidFill>
              <a:srgbClr val="423F85"/>
            </a:solidFill>
            <a:prstDash val="solid"/>
          </a:ln>
        </p:spPr>
      </p:sp>
      <p:sp>
        <p:nvSpPr>
          <p:cNvPr id="1547" name="data_1546">
            <a:extLst>
              <a:ext uri="{FF2B5EF4-FFF2-40B4-BE49-F238E27FC236}">
                <a16:creationId xmlns:a16="http://schemas.microsoft.com/office/drawing/2014/main" id="{FCEC1BD5-A085-4D55-81CC-0B2392E7914C}"/>
              </a:ext>
            </a:extLst>
          </p:cNvPr>
          <p:cNvSpPr>
            <a:spLocks/>
          </p:cNvSpPr>
          <p:nvPr/>
        </p:nvSpPr>
        <p:spPr>
          <a:xfrm>
            <a:off x="5989252" y="19416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E85"/>
          </a:solidFill>
          <a:ln w="3547">
            <a:solidFill>
              <a:srgbClr val="433E85"/>
            </a:solidFill>
            <a:prstDash val="solid"/>
          </a:ln>
        </p:spPr>
      </p:sp>
      <p:sp>
        <p:nvSpPr>
          <p:cNvPr id="1548" name="data_1547">
            <a:extLst>
              <a:ext uri="{FF2B5EF4-FFF2-40B4-BE49-F238E27FC236}">
                <a16:creationId xmlns:a16="http://schemas.microsoft.com/office/drawing/2014/main" id="{1BAD64D2-273B-454C-BC9E-0845F860F083}"/>
              </a:ext>
            </a:extLst>
          </p:cNvPr>
          <p:cNvSpPr>
            <a:spLocks/>
          </p:cNvSpPr>
          <p:nvPr/>
        </p:nvSpPr>
        <p:spPr>
          <a:xfrm>
            <a:off x="5989252" y="19343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D84"/>
          </a:solidFill>
          <a:ln w="3547">
            <a:solidFill>
              <a:srgbClr val="433D84"/>
            </a:solidFill>
            <a:prstDash val="solid"/>
          </a:ln>
        </p:spPr>
      </p:sp>
      <p:sp>
        <p:nvSpPr>
          <p:cNvPr id="1549" name="data_1548">
            <a:extLst>
              <a:ext uri="{FF2B5EF4-FFF2-40B4-BE49-F238E27FC236}">
                <a16:creationId xmlns:a16="http://schemas.microsoft.com/office/drawing/2014/main" id="{67841631-60AB-4F55-88CA-063EA8129D4B}"/>
              </a:ext>
            </a:extLst>
          </p:cNvPr>
          <p:cNvSpPr>
            <a:spLocks/>
          </p:cNvSpPr>
          <p:nvPr/>
        </p:nvSpPr>
        <p:spPr>
          <a:xfrm>
            <a:off x="5989252" y="19269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B84"/>
          </a:solidFill>
          <a:ln w="3547">
            <a:solidFill>
              <a:srgbClr val="443B84"/>
            </a:solidFill>
            <a:prstDash val="solid"/>
          </a:ln>
        </p:spPr>
      </p:sp>
      <p:sp>
        <p:nvSpPr>
          <p:cNvPr id="1550" name="data_1549">
            <a:extLst>
              <a:ext uri="{FF2B5EF4-FFF2-40B4-BE49-F238E27FC236}">
                <a16:creationId xmlns:a16="http://schemas.microsoft.com/office/drawing/2014/main" id="{36892AE3-DD18-476B-B51F-6E88D5431D88}"/>
              </a:ext>
            </a:extLst>
          </p:cNvPr>
          <p:cNvSpPr>
            <a:spLocks/>
          </p:cNvSpPr>
          <p:nvPr/>
        </p:nvSpPr>
        <p:spPr>
          <a:xfrm>
            <a:off x="5989252" y="19196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A83"/>
          </a:solidFill>
          <a:ln w="3547">
            <a:solidFill>
              <a:srgbClr val="443A83"/>
            </a:solidFill>
            <a:prstDash val="solid"/>
          </a:ln>
        </p:spPr>
      </p:sp>
      <p:sp>
        <p:nvSpPr>
          <p:cNvPr id="1551" name="data_1550">
            <a:extLst>
              <a:ext uri="{FF2B5EF4-FFF2-40B4-BE49-F238E27FC236}">
                <a16:creationId xmlns:a16="http://schemas.microsoft.com/office/drawing/2014/main" id="{3E89C41B-6E31-4E33-8076-E6AB39FC74F8}"/>
              </a:ext>
            </a:extLst>
          </p:cNvPr>
          <p:cNvSpPr>
            <a:spLocks/>
          </p:cNvSpPr>
          <p:nvPr/>
        </p:nvSpPr>
        <p:spPr>
          <a:xfrm>
            <a:off x="5989252" y="19123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983"/>
          </a:solidFill>
          <a:ln w="3547">
            <a:solidFill>
              <a:srgbClr val="443983"/>
            </a:solidFill>
            <a:prstDash val="solid"/>
          </a:ln>
        </p:spPr>
      </p:sp>
      <p:sp>
        <p:nvSpPr>
          <p:cNvPr id="1552" name="data_1551">
            <a:extLst>
              <a:ext uri="{FF2B5EF4-FFF2-40B4-BE49-F238E27FC236}">
                <a16:creationId xmlns:a16="http://schemas.microsoft.com/office/drawing/2014/main" id="{59040DAC-A580-41CA-A97B-F59EA735B104}"/>
              </a:ext>
            </a:extLst>
          </p:cNvPr>
          <p:cNvSpPr>
            <a:spLocks/>
          </p:cNvSpPr>
          <p:nvPr/>
        </p:nvSpPr>
        <p:spPr>
          <a:xfrm>
            <a:off x="5989252" y="19050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882"/>
          </a:solidFill>
          <a:ln w="3547">
            <a:solidFill>
              <a:srgbClr val="453882"/>
            </a:solidFill>
            <a:prstDash val="solid"/>
          </a:ln>
        </p:spPr>
      </p:sp>
      <p:sp>
        <p:nvSpPr>
          <p:cNvPr id="1553" name="data_1552">
            <a:extLst>
              <a:ext uri="{FF2B5EF4-FFF2-40B4-BE49-F238E27FC236}">
                <a16:creationId xmlns:a16="http://schemas.microsoft.com/office/drawing/2014/main" id="{B234C91B-4724-4C20-B4AE-41F16B7FB96C}"/>
              </a:ext>
            </a:extLst>
          </p:cNvPr>
          <p:cNvSpPr>
            <a:spLocks/>
          </p:cNvSpPr>
          <p:nvPr/>
        </p:nvSpPr>
        <p:spPr>
          <a:xfrm>
            <a:off x="5989252" y="18976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781"/>
          </a:solidFill>
          <a:ln w="3547">
            <a:solidFill>
              <a:srgbClr val="453781"/>
            </a:solidFill>
            <a:prstDash val="solid"/>
          </a:ln>
        </p:spPr>
      </p:sp>
      <p:sp>
        <p:nvSpPr>
          <p:cNvPr id="1554" name="data_1553">
            <a:extLst>
              <a:ext uri="{FF2B5EF4-FFF2-40B4-BE49-F238E27FC236}">
                <a16:creationId xmlns:a16="http://schemas.microsoft.com/office/drawing/2014/main" id="{1266D7AB-CA67-46CD-AA09-68952DC44227}"/>
              </a:ext>
            </a:extLst>
          </p:cNvPr>
          <p:cNvSpPr>
            <a:spLocks/>
          </p:cNvSpPr>
          <p:nvPr/>
        </p:nvSpPr>
        <p:spPr>
          <a:xfrm>
            <a:off x="5989252" y="18903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581"/>
          </a:solidFill>
          <a:ln w="3547">
            <a:solidFill>
              <a:srgbClr val="453581"/>
            </a:solidFill>
            <a:prstDash val="solid"/>
          </a:ln>
        </p:spPr>
      </p:sp>
      <p:sp>
        <p:nvSpPr>
          <p:cNvPr id="1555" name="data_1554">
            <a:extLst>
              <a:ext uri="{FF2B5EF4-FFF2-40B4-BE49-F238E27FC236}">
                <a16:creationId xmlns:a16="http://schemas.microsoft.com/office/drawing/2014/main" id="{D71A38CC-B234-44A1-9351-3740C4E8D747}"/>
              </a:ext>
            </a:extLst>
          </p:cNvPr>
          <p:cNvSpPr>
            <a:spLocks/>
          </p:cNvSpPr>
          <p:nvPr/>
        </p:nvSpPr>
        <p:spPr>
          <a:xfrm>
            <a:off x="5989252" y="18830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480"/>
          </a:solidFill>
          <a:ln w="3547">
            <a:solidFill>
              <a:srgbClr val="463480"/>
            </a:solidFill>
            <a:prstDash val="solid"/>
          </a:ln>
        </p:spPr>
      </p:sp>
      <p:sp>
        <p:nvSpPr>
          <p:cNvPr id="1556" name="data_1555">
            <a:extLst>
              <a:ext uri="{FF2B5EF4-FFF2-40B4-BE49-F238E27FC236}">
                <a16:creationId xmlns:a16="http://schemas.microsoft.com/office/drawing/2014/main" id="{50018B42-3D6E-4C94-82D7-49F4941F6802}"/>
              </a:ext>
            </a:extLst>
          </p:cNvPr>
          <p:cNvSpPr>
            <a:spLocks/>
          </p:cNvSpPr>
          <p:nvPr/>
        </p:nvSpPr>
        <p:spPr>
          <a:xfrm>
            <a:off x="5989252" y="18757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37F"/>
          </a:solidFill>
          <a:ln w="3547">
            <a:solidFill>
              <a:srgbClr val="46337F"/>
            </a:solidFill>
            <a:prstDash val="solid"/>
          </a:ln>
        </p:spPr>
      </p:sp>
      <p:sp>
        <p:nvSpPr>
          <p:cNvPr id="1557" name="data_1556">
            <a:extLst>
              <a:ext uri="{FF2B5EF4-FFF2-40B4-BE49-F238E27FC236}">
                <a16:creationId xmlns:a16="http://schemas.microsoft.com/office/drawing/2014/main" id="{8A9BEBA8-6714-41D3-90B3-DA8E8C2F79EE}"/>
              </a:ext>
            </a:extLst>
          </p:cNvPr>
          <p:cNvSpPr>
            <a:spLocks/>
          </p:cNvSpPr>
          <p:nvPr/>
        </p:nvSpPr>
        <p:spPr>
          <a:xfrm>
            <a:off x="5989252" y="18684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27E"/>
          </a:solidFill>
          <a:ln w="3547">
            <a:solidFill>
              <a:srgbClr val="46327E"/>
            </a:solidFill>
            <a:prstDash val="solid"/>
          </a:ln>
        </p:spPr>
      </p:sp>
      <p:sp>
        <p:nvSpPr>
          <p:cNvPr id="1558" name="data_1557">
            <a:extLst>
              <a:ext uri="{FF2B5EF4-FFF2-40B4-BE49-F238E27FC236}">
                <a16:creationId xmlns:a16="http://schemas.microsoft.com/office/drawing/2014/main" id="{E13ED1A5-DD10-4EA8-9612-A563C727EFA1}"/>
              </a:ext>
            </a:extLst>
          </p:cNvPr>
          <p:cNvSpPr>
            <a:spLocks/>
          </p:cNvSpPr>
          <p:nvPr/>
        </p:nvSpPr>
        <p:spPr>
          <a:xfrm>
            <a:off x="5989252" y="18610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07E"/>
          </a:solidFill>
          <a:ln w="3547">
            <a:solidFill>
              <a:srgbClr val="46307E"/>
            </a:solidFill>
            <a:prstDash val="solid"/>
          </a:ln>
        </p:spPr>
      </p:sp>
      <p:sp>
        <p:nvSpPr>
          <p:cNvPr id="1559" name="data_1558">
            <a:extLst>
              <a:ext uri="{FF2B5EF4-FFF2-40B4-BE49-F238E27FC236}">
                <a16:creationId xmlns:a16="http://schemas.microsoft.com/office/drawing/2014/main" id="{4FBE830C-8B41-4EFE-A1F4-8A8870477543}"/>
              </a:ext>
            </a:extLst>
          </p:cNvPr>
          <p:cNvSpPr>
            <a:spLocks/>
          </p:cNvSpPr>
          <p:nvPr/>
        </p:nvSpPr>
        <p:spPr>
          <a:xfrm>
            <a:off x="5989252" y="18537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F7D"/>
          </a:solidFill>
          <a:ln w="3547">
            <a:solidFill>
              <a:srgbClr val="472F7D"/>
            </a:solidFill>
            <a:prstDash val="solid"/>
          </a:ln>
        </p:spPr>
      </p:sp>
      <p:sp>
        <p:nvSpPr>
          <p:cNvPr id="1560" name="data_1559">
            <a:extLst>
              <a:ext uri="{FF2B5EF4-FFF2-40B4-BE49-F238E27FC236}">
                <a16:creationId xmlns:a16="http://schemas.microsoft.com/office/drawing/2014/main" id="{F5F83BD9-5404-4900-A2EF-C82BD3C731D8}"/>
              </a:ext>
            </a:extLst>
          </p:cNvPr>
          <p:cNvSpPr>
            <a:spLocks/>
          </p:cNvSpPr>
          <p:nvPr/>
        </p:nvSpPr>
        <p:spPr>
          <a:xfrm>
            <a:off x="5989252" y="18464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E7C"/>
          </a:solidFill>
          <a:ln w="3547">
            <a:solidFill>
              <a:srgbClr val="472E7C"/>
            </a:solidFill>
            <a:prstDash val="solid"/>
          </a:ln>
        </p:spPr>
      </p:sp>
      <p:sp>
        <p:nvSpPr>
          <p:cNvPr id="1561" name="data_1560">
            <a:extLst>
              <a:ext uri="{FF2B5EF4-FFF2-40B4-BE49-F238E27FC236}">
                <a16:creationId xmlns:a16="http://schemas.microsoft.com/office/drawing/2014/main" id="{428A6331-72F9-48B5-AB87-A0B7C2C69132}"/>
              </a:ext>
            </a:extLst>
          </p:cNvPr>
          <p:cNvSpPr>
            <a:spLocks/>
          </p:cNvSpPr>
          <p:nvPr/>
        </p:nvSpPr>
        <p:spPr>
          <a:xfrm>
            <a:off x="5989252" y="18391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D7B"/>
          </a:solidFill>
          <a:ln w="3547">
            <a:solidFill>
              <a:srgbClr val="472D7B"/>
            </a:solidFill>
            <a:prstDash val="solid"/>
          </a:ln>
        </p:spPr>
      </p:sp>
      <p:sp>
        <p:nvSpPr>
          <p:cNvPr id="1562" name="data_1561">
            <a:extLst>
              <a:ext uri="{FF2B5EF4-FFF2-40B4-BE49-F238E27FC236}">
                <a16:creationId xmlns:a16="http://schemas.microsoft.com/office/drawing/2014/main" id="{5AAC1318-898F-4D07-AC90-6FEC8234906F}"/>
              </a:ext>
            </a:extLst>
          </p:cNvPr>
          <p:cNvSpPr>
            <a:spLocks/>
          </p:cNvSpPr>
          <p:nvPr/>
        </p:nvSpPr>
        <p:spPr>
          <a:xfrm>
            <a:off x="5989252" y="18318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C7A"/>
          </a:solidFill>
          <a:ln w="3547">
            <a:solidFill>
              <a:srgbClr val="472C7A"/>
            </a:solidFill>
            <a:prstDash val="solid"/>
          </a:ln>
        </p:spPr>
      </p:sp>
      <p:sp>
        <p:nvSpPr>
          <p:cNvPr id="1563" name="data_1562">
            <a:extLst>
              <a:ext uri="{FF2B5EF4-FFF2-40B4-BE49-F238E27FC236}">
                <a16:creationId xmlns:a16="http://schemas.microsoft.com/office/drawing/2014/main" id="{AD56F9F0-4241-4CB4-B155-680BE5CA69DD}"/>
              </a:ext>
            </a:extLst>
          </p:cNvPr>
          <p:cNvSpPr>
            <a:spLocks/>
          </p:cNvSpPr>
          <p:nvPr/>
        </p:nvSpPr>
        <p:spPr>
          <a:xfrm>
            <a:off x="5989252" y="18244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A7A"/>
          </a:solidFill>
          <a:ln w="3547">
            <a:solidFill>
              <a:srgbClr val="472A7A"/>
            </a:solidFill>
            <a:prstDash val="solid"/>
          </a:ln>
        </p:spPr>
      </p:sp>
      <p:sp>
        <p:nvSpPr>
          <p:cNvPr id="1564" name="data_1563">
            <a:extLst>
              <a:ext uri="{FF2B5EF4-FFF2-40B4-BE49-F238E27FC236}">
                <a16:creationId xmlns:a16="http://schemas.microsoft.com/office/drawing/2014/main" id="{28EA5644-FEF4-430E-8C7B-F4F7FBD64BFE}"/>
              </a:ext>
            </a:extLst>
          </p:cNvPr>
          <p:cNvSpPr>
            <a:spLocks/>
          </p:cNvSpPr>
          <p:nvPr/>
        </p:nvSpPr>
        <p:spPr>
          <a:xfrm>
            <a:off x="5989252" y="18171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979"/>
          </a:solidFill>
          <a:ln w="3547">
            <a:solidFill>
              <a:srgbClr val="482979"/>
            </a:solidFill>
            <a:prstDash val="solid"/>
          </a:ln>
        </p:spPr>
      </p:sp>
      <p:sp>
        <p:nvSpPr>
          <p:cNvPr id="1565" name="data_1564">
            <a:extLst>
              <a:ext uri="{FF2B5EF4-FFF2-40B4-BE49-F238E27FC236}">
                <a16:creationId xmlns:a16="http://schemas.microsoft.com/office/drawing/2014/main" id="{DCB72E63-7517-48C2-B00B-D51EB3C3D9BA}"/>
              </a:ext>
            </a:extLst>
          </p:cNvPr>
          <p:cNvSpPr>
            <a:spLocks/>
          </p:cNvSpPr>
          <p:nvPr/>
        </p:nvSpPr>
        <p:spPr>
          <a:xfrm>
            <a:off x="5989252" y="18098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878"/>
          </a:solidFill>
          <a:ln w="3547">
            <a:solidFill>
              <a:srgbClr val="482878"/>
            </a:solidFill>
            <a:prstDash val="solid"/>
          </a:ln>
        </p:spPr>
      </p:sp>
      <p:sp>
        <p:nvSpPr>
          <p:cNvPr id="1566" name="data_1565">
            <a:extLst>
              <a:ext uri="{FF2B5EF4-FFF2-40B4-BE49-F238E27FC236}">
                <a16:creationId xmlns:a16="http://schemas.microsoft.com/office/drawing/2014/main" id="{2E716BC6-1758-41D9-88B9-204467FCA901}"/>
              </a:ext>
            </a:extLst>
          </p:cNvPr>
          <p:cNvSpPr>
            <a:spLocks/>
          </p:cNvSpPr>
          <p:nvPr/>
        </p:nvSpPr>
        <p:spPr>
          <a:xfrm>
            <a:off x="5989252" y="18025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677"/>
          </a:solidFill>
          <a:ln w="3547">
            <a:solidFill>
              <a:srgbClr val="482677"/>
            </a:solidFill>
            <a:prstDash val="solid"/>
          </a:ln>
        </p:spPr>
      </p:sp>
      <p:sp>
        <p:nvSpPr>
          <p:cNvPr id="1567" name="data_1566">
            <a:extLst>
              <a:ext uri="{FF2B5EF4-FFF2-40B4-BE49-F238E27FC236}">
                <a16:creationId xmlns:a16="http://schemas.microsoft.com/office/drawing/2014/main" id="{12683CF9-BBAE-41FB-B37C-C4F4047E3856}"/>
              </a:ext>
            </a:extLst>
          </p:cNvPr>
          <p:cNvSpPr>
            <a:spLocks/>
          </p:cNvSpPr>
          <p:nvPr/>
        </p:nvSpPr>
        <p:spPr>
          <a:xfrm>
            <a:off x="5989252" y="17951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576"/>
          </a:solidFill>
          <a:ln w="3547">
            <a:solidFill>
              <a:srgbClr val="482576"/>
            </a:solidFill>
            <a:prstDash val="solid"/>
          </a:ln>
        </p:spPr>
      </p:sp>
      <p:sp>
        <p:nvSpPr>
          <p:cNvPr id="1568" name="data_1567">
            <a:extLst>
              <a:ext uri="{FF2B5EF4-FFF2-40B4-BE49-F238E27FC236}">
                <a16:creationId xmlns:a16="http://schemas.microsoft.com/office/drawing/2014/main" id="{30B25E99-F500-474B-A06B-9275FBC86B31}"/>
              </a:ext>
            </a:extLst>
          </p:cNvPr>
          <p:cNvSpPr>
            <a:spLocks/>
          </p:cNvSpPr>
          <p:nvPr/>
        </p:nvSpPr>
        <p:spPr>
          <a:xfrm>
            <a:off x="5989252" y="17878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475"/>
          </a:solidFill>
          <a:ln w="3547">
            <a:solidFill>
              <a:srgbClr val="482475"/>
            </a:solidFill>
            <a:prstDash val="solid"/>
          </a:ln>
        </p:spPr>
      </p:sp>
      <p:sp>
        <p:nvSpPr>
          <p:cNvPr id="1569" name="data_1568">
            <a:extLst>
              <a:ext uri="{FF2B5EF4-FFF2-40B4-BE49-F238E27FC236}">
                <a16:creationId xmlns:a16="http://schemas.microsoft.com/office/drawing/2014/main" id="{8D1E2435-5E39-4C0A-AD02-0E3CF2D396A9}"/>
              </a:ext>
            </a:extLst>
          </p:cNvPr>
          <p:cNvSpPr>
            <a:spLocks/>
          </p:cNvSpPr>
          <p:nvPr/>
        </p:nvSpPr>
        <p:spPr>
          <a:xfrm>
            <a:off x="5989252" y="17805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374"/>
          </a:solidFill>
          <a:ln w="3547">
            <a:solidFill>
              <a:srgbClr val="482374"/>
            </a:solidFill>
            <a:prstDash val="solid"/>
          </a:ln>
        </p:spPr>
      </p:sp>
      <p:sp>
        <p:nvSpPr>
          <p:cNvPr id="1570" name="data_1569">
            <a:extLst>
              <a:ext uri="{FF2B5EF4-FFF2-40B4-BE49-F238E27FC236}">
                <a16:creationId xmlns:a16="http://schemas.microsoft.com/office/drawing/2014/main" id="{9FA6973E-7D5A-4B45-9C45-9F54F4085FEF}"/>
              </a:ext>
            </a:extLst>
          </p:cNvPr>
          <p:cNvSpPr>
            <a:spLocks/>
          </p:cNvSpPr>
          <p:nvPr/>
        </p:nvSpPr>
        <p:spPr>
          <a:xfrm>
            <a:off x="5989252" y="17732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173"/>
          </a:solidFill>
          <a:ln w="3547">
            <a:solidFill>
              <a:srgbClr val="482173"/>
            </a:solidFill>
            <a:prstDash val="solid"/>
          </a:ln>
        </p:spPr>
      </p:sp>
      <p:sp>
        <p:nvSpPr>
          <p:cNvPr id="1571" name="data_1570">
            <a:extLst>
              <a:ext uri="{FF2B5EF4-FFF2-40B4-BE49-F238E27FC236}">
                <a16:creationId xmlns:a16="http://schemas.microsoft.com/office/drawing/2014/main" id="{D72BC242-5C32-4ACB-ACAC-705000012B70}"/>
              </a:ext>
            </a:extLst>
          </p:cNvPr>
          <p:cNvSpPr>
            <a:spLocks/>
          </p:cNvSpPr>
          <p:nvPr/>
        </p:nvSpPr>
        <p:spPr>
          <a:xfrm>
            <a:off x="5989252" y="17659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071"/>
          </a:solidFill>
          <a:ln w="3547">
            <a:solidFill>
              <a:srgbClr val="482071"/>
            </a:solidFill>
            <a:prstDash val="solid"/>
          </a:ln>
        </p:spPr>
      </p:sp>
      <p:sp>
        <p:nvSpPr>
          <p:cNvPr id="1572" name="data_1571">
            <a:extLst>
              <a:ext uri="{FF2B5EF4-FFF2-40B4-BE49-F238E27FC236}">
                <a16:creationId xmlns:a16="http://schemas.microsoft.com/office/drawing/2014/main" id="{75B7012D-2417-442E-A5BF-F62329E8A472}"/>
              </a:ext>
            </a:extLst>
          </p:cNvPr>
          <p:cNvSpPr>
            <a:spLocks/>
          </p:cNvSpPr>
          <p:nvPr/>
        </p:nvSpPr>
        <p:spPr>
          <a:xfrm>
            <a:off x="5989252" y="17585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F70"/>
          </a:solidFill>
          <a:ln w="3547">
            <a:solidFill>
              <a:srgbClr val="481F70"/>
            </a:solidFill>
            <a:prstDash val="solid"/>
          </a:ln>
        </p:spPr>
      </p:sp>
      <p:sp>
        <p:nvSpPr>
          <p:cNvPr id="1573" name="data_1572">
            <a:extLst>
              <a:ext uri="{FF2B5EF4-FFF2-40B4-BE49-F238E27FC236}">
                <a16:creationId xmlns:a16="http://schemas.microsoft.com/office/drawing/2014/main" id="{FE3846DD-EF7F-444E-9B50-E2B6232C26FA}"/>
              </a:ext>
            </a:extLst>
          </p:cNvPr>
          <p:cNvSpPr>
            <a:spLocks/>
          </p:cNvSpPr>
          <p:nvPr/>
        </p:nvSpPr>
        <p:spPr>
          <a:xfrm>
            <a:off x="5989252" y="17512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D6F"/>
          </a:solidFill>
          <a:ln w="3547">
            <a:solidFill>
              <a:srgbClr val="481D6F"/>
            </a:solidFill>
            <a:prstDash val="solid"/>
          </a:ln>
        </p:spPr>
      </p:sp>
      <p:sp>
        <p:nvSpPr>
          <p:cNvPr id="1574" name="data_1573">
            <a:extLst>
              <a:ext uri="{FF2B5EF4-FFF2-40B4-BE49-F238E27FC236}">
                <a16:creationId xmlns:a16="http://schemas.microsoft.com/office/drawing/2014/main" id="{88BF0D4B-FEC7-47BF-BD43-7238F4BD4C0B}"/>
              </a:ext>
            </a:extLst>
          </p:cNvPr>
          <p:cNvSpPr>
            <a:spLocks/>
          </p:cNvSpPr>
          <p:nvPr/>
        </p:nvSpPr>
        <p:spPr>
          <a:xfrm>
            <a:off x="5989252" y="17439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C6E"/>
          </a:solidFill>
          <a:ln w="3547">
            <a:solidFill>
              <a:srgbClr val="481C6E"/>
            </a:solidFill>
            <a:prstDash val="solid"/>
          </a:ln>
        </p:spPr>
      </p:sp>
      <p:sp>
        <p:nvSpPr>
          <p:cNvPr id="1575" name="data_1574">
            <a:extLst>
              <a:ext uri="{FF2B5EF4-FFF2-40B4-BE49-F238E27FC236}">
                <a16:creationId xmlns:a16="http://schemas.microsoft.com/office/drawing/2014/main" id="{FDE4AE5D-526F-425B-B746-8763E630595E}"/>
              </a:ext>
            </a:extLst>
          </p:cNvPr>
          <p:cNvSpPr>
            <a:spLocks/>
          </p:cNvSpPr>
          <p:nvPr/>
        </p:nvSpPr>
        <p:spPr>
          <a:xfrm>
            <a:off x="5989252" y="17366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B6D"/>
          </a:solidFill>
          <a:ln w="3547">
            <a:solidFill>
              <a:srgbClr val="481B6D"/>
            </a:solidFill>
            <a:prstDash val="solid"/>
          </a:ln>
        </p:spPr>
      </p:sp>
      <p:sp>
        <p:nvSpPr>
          <p:cNvPr id="1576" name="data_1575">
            <a:extLst>
              <a:ext uri="{FF2B5EF4-FFF2-40B4-BE49-F238E27FC236}">
                <a16:creationId xmlns:a16="http://schemas.microsoft.com/office/drawing/2014/main" id="{A3DB746F-FCE5-4499-BFFA-20FFC5E4EF38}"/>
              </a:ext>
            </a:extLst>
          </p:cNvPr>
          <p:cNvSpPr>
            <a:spLocks/>
          </p:cNvSpPr>
          <p:nvPr/>
        </p:nvSpPr>
        <p:spPr>
          <a:xfrm>
            <a:off x="5989252" y="17292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A6C"/>
          </a:solidFill>
          <a:ln w="3547">
            <a:solidFill>
              <a:srgbClr val="481A6C"/>
            </a:solidFill>
            <a:prstDash val="solid"/>
          </a:ln>
        </p:spPr>
      </p:sp>
      <p:sp>
        <p:nvSpPr>
          <p:cNvPr id="1577" name="data_1576">
            <a:extLst>
              <a:ext uri="{FF2B5EF4-FFF2-40B4-BE49-F238E27FC236}">
                <a16:creationId xmlns:a16="http://schemas.microsoft.com/office/drawing/2014/main" id="{EB668138-F2E6-4B86-9D28-C2E5BB275251}"/>
              </a:ext>
            </a:extLst>
          </p:cNvPr>
          <p:cNvSpPr>
            <a:spLocks/>
          </p:cNvSpPr>
          <p:nvPr/>
        </p:nvSpPr>
        <p:spPr>
          <a:xfrm>
            <a:off x="5989252" y="17219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86A"/>
          </a:solidFill>
          <a:ln w="3547">
            <a:solidFill>
              <a:srgbClr val="48186A"/>
            </a:solidFill>
            <a:prstDash val="solid"/>
          </a:ln>
        </p:spPr>
      </p:sp>
      <p:sp>
        <p:nvSpPr>
          <p:cNvPr id="1578" name="data_1577">
            <a:extLst>
              <a:ext uri="{FF2B5EF4-FFF2-40B4-BE49-F238E27FC236}">
                <a16:creationId xmlns:a16="http://schemas.microsoft.com/office/drawing/2014/main" id="{ED40E329-57DC-43F0-97BD-6B91F7323EC5}"/>
              </a:ext>
            </a:extLst>
          </p:cNvPr>
          <p:cNvSpPr>
            <a:spLocks/>
          </p:cNvSpPr>
          <p:nvPr/>
        </p:nvSpPr>
        <p:spPr>
          <a:xfrm>
            <a:off x="5989252" y="17146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769"/>
          </a:solidFill>
          <a:ln w="3547">
            <a:solidFill>
              <a:srgbClr val="481769"/>
            </a:solidFill>
            <a:prstDash val="solid"/>
          </a:ln>
        </p:spPr>
      </p:sp>
      <p:sp>
        <p:nvSpPr>
          <p:cNvPr id="1579" name="data_1578">
            <a:extLst>
              <a:ext uri="{FF2B5EF4-FFF2-40B4-BE49-F238E27FC236}">
                <a16:creationId xmlns:a16="http://schemas.microsoft.com/office/drawing/2014/main" id="{1024B920-A009-4A43-A169-2F4669C5FD70}"/>
              </a:ext>
            </a:extLst>
          </p:cNvPr>
          <p:cNvSpPr>
            <a:spLocks/>
          </p:cNvSpPr>
          <p:nvPr/>
        </p:nvSpPr>
        <p:spPr>
          <a:xfrm>
            <a:off x="5989252" y="17073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668"/>
          </a:solidFill>
          <a:ln w="3547">
            <a:solidFill>
              <a:srgbClr val="481668"/>
            </a:solidFill>
            <a:prstDash val="solid"/>
          </a:ln>
        </p:spPr>
      </p:sp>
      <p:sp>
        <p:nvSpPr>
          <p:cNvPr id="1580" name="data_1579">
            <a:extLst>
              <a:ext uri="{FF2B5EF4-FFF2-40B4-BE49-F238E27FC236}">
                <a16:creationId xmlns:a16="http://schemas.microsoft.com/office/drawing/2014/main" id="{F17F9407-1D53-4A98-AB21-947A83D3FB46}"/>
              </a:ext>
            </a:extLst>
          </p:cNvPr>
          <p:cNvSpPr>
            <a:spLocks/>
          </p:cNvSpPr>
          <p:nvPr/>
        </p:nvSpPr>
        <p:spPr>
          <a:xfrm>
            <a:off x="5989252" y="17000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467"/>
          </a:solidFill>
          <a:ln w="3547">
            <a:solidFill>
              <a:srgbClr val="481467"/>
            </a:solidFill>
            <a:prstDash val="solid"/>
          </a:ln>
        </p:spPr>
      </p:sp>
      <p:sp>
        <p:nvSpPr>
          <p:cNvPr id="1581" name="data_1580">
            <a:extLst>
              <a:ext uri="{FF2B5EF4-FFF2-40B4-BE49-F238E27FC236}">
                <a16:creationId xmlns:a16="http://schemas.microsoft.com/office/drawing/2014/main" id="{5BA1A9EB-8E0D-4564-AEF8-19596D262722}"/>
              </a:ext>
            </a:extLst>
          </p:cNvPr>
          <p:cNvSpPr>
            <a:spLocks/>
          </p:cNvSpPr>
          <p:nvPr/>
        </p:nvSpPr>
        <p:spPr>
          <a:xfrm>
            <a:off x="5989252" y="16926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365"/>
          </a:solidFill>
          <a:ln w="3547">
            <a:solidFill>
              <a:srgbClr val="471365"/>
            </a:solidFill>
            <a:prstDash val="solid"/>
          </a:ln>
        </p:spPr>
      </p:sp>
      <p:sp>
        <p:nvSpPr>
          <p:cNvPr id="1582" name="data_1581">
            <a:extLst>
              <a:ext uri="{FF2B5EF4-FFF2-40B4-BE49-F238E27FC236}">
                <a16:creationId xmlns:a16="http://schemas.microsoft.com/office/drawing/2014/main" id="{23DD50F7-144F-4193-821E-673912EBAC50}"/>
              </a:ext>
            </a:extLst>
          </p:cNvPr>
          <p:cNvSpPr>
            <a:spLocks/>
          </p:cNvSpPr>
          <p:nvPr/>
        </p:nvSpPr>
        <p:spPr>
          <a:xfrm>
            <a:off x="5989252" y="16853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164"/>
          </a:solidFill>
          <a:ln w="3547">
            <a:solidFill>
              <a:srgbClr val="471164"/>
            </a:solidFill>
            <a:prstDash val="solid"/>
          </a:ln>
        </p:spPr>
      </p:sp>
      <p:sp>
        <p:nvSpPr>
          <p:cNvPr id="1583" name="data_1582">
            <a:extLst>
              <a:ext uri="{FF2B5EF4-FFF2-40B4-BE49-F238E27FC236}">
                <a16:creationId xmlns:a16="http://schemas.microsoft.com/office/drawing/2014/main" id="{4DCC11F3-6CEC-4CB3-9A64-361A5623FDE7}"/>
              </a:ext>
            </a:extLst>
          </p:cNvPr>
          <p:cNvSpPr>
            <a:spLocks/>
          </p:cNvSpPr>
          <p:nvPr/>
        </p:nvSpPr>
        <p:spPr>
          <a:xfrm>
            <a:off x="5989252" y="16780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063"/>
          </a:solidFill>
          <a:ln w="3547">
            <a:solidFill>
              <a:srgbClr val="471063"/>
            </a:solidFill>
            <a:prstDash val="solid"/>
          </a:ln>
        </p:spPr>
      </p:sp>
      <p:sp>
        <p:nvSpPr>
          <p:cNvPr id="1584" name="data_1583">
            <a:extLst>
              <a:ext uri="{FF2B5EF4-FFF2-40B4-BE49-F238E27FC236}">
                <a16:creationId xmlns:a16="http://schemas.microsoft.com/office/drawing/2014/main" id="{FE524EC4-2AF9-4135-B1A3-A58C03E57CB0}"/>
              </a:ext>
            </a:extLst>
          </p:cNvPr>
          <p:cNvSpPr>
            <a:spLocks/>
          </p:cNvSpPr>
          <p:nvPr/>
        </p:nvSpPr>
        <p:spPr>
          <a:xfrm>
            <a:off x="5989252" y="16707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E61"/>
          </a:solidFill>
          <a:ln w="3547">
            <a:solidFill>
              <a:srgbClr val="470E61"/>
            </a:solidFill>
            <a:prstDash val="solid"/>
          </a:ln>
        </p:spPr>
      </p:sp>
      <p:sp>
        <p:nvSpPr>
          <p:cNvPr id="1585" name="data_1584">
            <a:extLst>
              <a:ext uri="{FF2B5EF4-FFF2-40B4-BE49-F238E27FC236}">
                <a16:creationId xmlns:a16="http://schemas.microsoft.com/office/drawing/2014/main" id="{C244FF23-4033-47CF-AB61-F54EE14D38DB}"/>
              </a:ext>
            </a:extLst>
          </p:cNvPr>
          <p:cNvSpPr>
            <a:spLocks/>
          </p:cNvSpPr>
          <p:nvPr/>
        </p:nvSpPr>
        <p:spPr>
          <a:xfrm>
            <a:off x="5989252" y="16634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D60"/>
          </a:solidFill>
          <a:ln w="3547">
            <a:solidFill>
              <a:srgbClr val="470D60"/>
            </a:solidFill>
            <a:prstDash val="solid"/>
          </a:ln>
        </p:spPr>
      </p:sp>
      <p:sp>
        <p:nvSpPr>
          <p:cNvPr id="1586" name="data_1585">
            <a:extLst>
              <a:ext uri="{FF2B5EF4-FFF2-40B4-BE49-F238E27FC236}">
                <a16:creationId xmlns:a16="http://schemas.microsoft.com/office/drawing/2014/main" id="{52E32496-8BD0-4DBA-B5E4-4E42C7069D88}"/>
              </a:ext>
            </a:extLst>
          </p:cNvPr>
          <p:cNvSpPr>
            <a:spLocks/>
          </p:cNvSpPr>
          <p:nvPr/>
        </p:nvSpPr>
        <p:spPr>
          <a:xfrm>
            <a:off x="5989252" y="16560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B5E"/>
          </a:solidFill>
          <a:ln w="3547">
            <a:solidFill>
              <a:srgbClr val="460B5E"/>
            </a:solidFill>
            <a:prstDash val="solid"/>
          </a:ln>
        </p:spPr>
      </p:sp>
      <p:sp>
        <p:nvSpPr>
          <p:cNvPr id="1587" name="data_1586">
            <a:extLst>
              <a:ext uri="{FF2B5EF4-FFF2-40B4-BE49-F238E27FC236}">
                <a16:creationId xmlns:a16="http://schemas.microsoft.com/office/drawing/2014/main" id="{AD19BC0A-C056-4D09-A685-CCF41E0C5C6B}"/>
              </a:ext>
            </a:extLst>
          </p:cNvPr>
          <p:cNvSpPr>
            <a:spLocks/>
          </p:cNvSpPr>
          <p:nvPr/>
        </p:nvSpPr>
        <p:spPr>
          <a:xfrm>
            <a:off x="5989252" y="16487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A5D"/>
          </a:solidFill>
          <a:ln w="3547">
            <a:solidFill>
              <a:srgbClr val="460A5D"/>
            </a:solidFill>
            <a:prstDash val="solid"/>
          </a:ln>
        </p:spPr>
      </p:sp>
      <p:sp>
        <p:nvSpPr>
          <p:cNvPr id="1588" name="data_1587">
            <a:extLst>
              <a:ext uri="{FF2B5EF4-FFF2-40B4-BE49-F238E27FC236}">
                <a16:creationId xmlns:a16="http://schemas.microsoft.com/office/drawing/2014/main" id="{91462E30-F9DD-4283-8F69-2612AB81228D}"/>
              </a:ext>
            </a:extLst>
          </p:cNvPr>
          <p:cNvSpPr>
            <a:spLocks/>
          </p:cNvSpPr>
          <p:nvPr/>
        </p:nvSpPr>
        <p:spPr>
          <a:xfrm>
            <a:off x="5989252" y="16414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85C"/>
          </a:solidFill>
          <a:ln w="3547">
            <a:solidFill>
              <a:srgbClr val="46085C"/>
            </a:solidFill>
            <a:prstDash val="solid"/>
          </a:ln>
        </p:spPr>
      </p:sp>
      <p:sp>
        <p:nvSpPr>
          <p:cNvPr id="1589" name="data_1588">
            <a:extLst>
              <a:ext uri="{FF2B5EF4-FFF2-40B4-BE49-F238E27FC236}">
                <a16:creationId xmlns:a16="http://schemas.microsoft.com/office/drawing/2014/main" id="{5F2FAB68-BCFE-4A84-8C07-1D7A1A4B82DB}"/>
              </a:ext>
            </a:extLst>
          </p:cNvPr>
          <p:cNvSpPr>
            <a:spLocks/>
          </p:cNvSpPr>
          <p:nvPr/>
        </p:nvSpPr>
        <p:spPr>
          <a:xfrm>
            <a:off x="5989252" y="16341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75A"/>
          </a:solidFill>
          <a:ln w="3547">
            <a:solidFill>
              <a:srgbClr val="46075A"/>
            </a:solidFill>
            <a:prstDash val="solid"/>
          </a:ln>
        </p:spPr>
      </p:sp>
      <p:sp>
        <p:nvSpPr>
          <p:cNvPr id="1590" name="data_1589">
            <a:extLst>
              <a:ext uri="{FF2B5EF4-FFF2-40B4-BE49-F238E27FC236}">
                <a16:creationId xmlns:a16="http://schemas.microsoft.com/office/drawing/2014/main" id="{F776A740-2C97-4216-8E31-F7541262E5FA}"/>
              </a:ext>
            </a:extLst>
          </p:cNvPr>
          <p:cNvSpPr>
            <a:spLocks/>
          </p:cNvSpPr>
          <p:nvPr/>
        </p:nvSpPr>
        <p:spPr>
          <a:xfrm>
            <a:off x="5989252" y="16267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559"/>
          </a:solidFill>
          <a:ln w="3547">
            <a:solidFill>
              <a:srgbClr val="450559"/>
            </a:solidFill>
            <a:prstDash val="solid"/>
          </a:ln>
        </p:spPr>
      </p:sp>
      <p:sp>
        <p:nvSpPr>
          <p:cNvPr id="1591" name="data_1590">
            <a:extLst>
              <a:ext uri="{FF2B5EF4-FFF2-40B4-BE49-F238E27FC236}">
                <a16:creationId xmlns:a16="http://schemas.microsoft.com/office/drawing/2014/main" id="{4FD48263-A01B-4B8C-8790-39BECDBDA748}"/>
              </a:ext>
            </a:extLst>
          </p:cNvPr>
          <p:cNvSpPr>
            <a:spLocks/>
          </p:cNvSpPr>
          <p:nvPr/>
        </p:nvSpPr>
        <p:spPr>
          <a:xfrm>
            <a:off x="5989252" y="16194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457"/>
          </a:solidFill>
          <a:ln w="3547">
            <a:solidFill>
              <a:srgbClr val="450457"/>
            </a:solidFill>
            <a:prstDash val="solid"/>
          </a:ln>
        </p:spPr>
      </p:sp>
      <p:sp>
        <p:nvSpPr>
          <p:cNvPr id="1592" name="data_1591">
            <a:extLst>
              <a:ext uri="{FF2B5EF4-FFF2-40B4-BE49-F238E27FC236}">
                <a16:creationId xmlns:a16="http://schemas.microsoft.com/office/drawing/2014/main" id="{C85E5E04-9887-4BC9-91F2-E2C01334FD93}"/>
              </a:ext>
            </a:extLst>
          </p:cNvPr>
          <p:cNvSpPr>
            <a:spLocks/>
          </p:cNvSpPr>
          <p:nvPr/>
        </p:nvSpPr>
        <p:spPr>
          <a:xfrm>
            <a:off x="5989252" y="16121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256"/>
          </a:solidFill>
          <a:ln w="3547">
            <a:solidFill>
              <a:srgbClr val="440256"/>
            </a:solidFill>
            <a:prstDash val="solid"/>
          </a:ln>
        </p:spPr>
      </p:sp>
      <p:sp>
        <p:nvSpPr>
          <p:cNvPr id="1593" name="data_1592">
            <a:extLst>
              <a:ext uri="{FF2B5EF4-FFF2-40B4-BE49-F238E27FC236}">
                <a16:creationId xmlns:a16="http://schemas.microsoft.com/office/drawing/2014/main" id="{2BEB6E0C-C93A-4A09-8B78-5D33B432134C}"/>
              </a:ext>
            </a:extLst>
          </p:cNvPr>
          <p:cNvSpPr>
            <a:spLocks/>
          </p:cNvSpPr>
          <p:nvPr/>
        </p:nvSpPr>
        <p:spPr>
          <a:xfrm>
            <a:off x="5989252" y="16048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154"/>
          </a:solidFill>
          <a:ln w="3547">
            <a:solidFill>
              <a:srgbClr val="440154"/>
            </a:solidFill>
            <a:prstDash val="solid"/>
          </a:ln>
        </p:spPr>
      </p:sp>
      <p:sp>
        <p:nvSpPr>
          <p:cNvPr id="1594" name="data_1593">
            <a:extLst>
              <a:ext uri="{FF2B5EF4-FFF2-40B4-BE49-F238E27FC236}">
                <a16:creationId xmlns:a16="http://schemas.microsoft.com/office/drawing/2014/main" id="{7F397078-9D69-4BEF-B418-2A0366BBC773}"/>
              </a:ext>
            </a:extLst>
          </p:cNvPr>
          <p:cNvSpPr>
            <a:spLocks/>
          </p:cNvSpPr>
          <p:nvPr/>
        </p:nvSpPr>
        <p:spPr>
          <a:xfrm>
            <a:off x="6079739" y="3479211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95" name="text_1594">
            <a:extLst>
              <a:ext uri="{FF2B5EF4-FFF2-40B4-BE49-F238E27FC236}">
                <a16:creationId xmlns:a16="http://schemas.microsoft.com/office/drawing/2014/main" id="{B5660C42-BC0C-40AC-B8F1-52997A6E3AAD}"/>
              </a:ext>
            </a:extLst>
          </p:cNvPr>
          <p:cNvSpPr>
            <a:spLocks/>
          </p:cNvSpPr>
          <p:nvPr/>
        </p:nvSpPr>
        <p:spPr>
          <a:xfrm>
            <a:off x="6177279" y="3422559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596" name="data_1595">
            <a:extLst>
              <a:ext uri="{FF2B5EF4-FFF2-40B4-BE49-F238E27FC236}">
                <a16:creationId xmlns:a16="http://schemas.microsoft.com/office/drawing/2014/main" id="{A6B6FB52-000A-40E0-92E3-76E10777E653}"/>
              </a:ext>
            </a:extLst>
          </p:cNvPr>
          <p:cNvSpPr>
            <a:spLocks/>
          </p:cNvSpPr>
          <p:nvPr/>
        </p:nvSpPr>
        <p:spPr>
          <a:xfrm>
            <a:off x="6079739" y="2854416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97" name="text_1596">
            <a:extLst>
              <a:ext uri="{FF2B5EF4-FFF2-40B4-BE49-F238E27FC236}">
                <a16:creationId xmlns:a16="http://schemas.microsoft.com/office/drawing/2014/main" id="{D4F28868-ADF4-404C-9342-B87595C6157F}"/>
              </a:ext>
            </a:extLst>
          </p:cNvPr>
          <p:cNvSpPr>
            <a:spLocks/>
          </p:cNvSpPr>
          <p:nvPr/>
        </p:nvSpPr>
        <p:spPr>
          <a:xfrm>
            <a:off x="6177279" y="2797764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598" name="data_1597">
            <a:extLst>
              <a:ext uri="{FF2B5EF4-FFF2-40B4-BE49-F238E27FC236}">
                <a16:creationId xmlns:a16="http://schemas.microsoft.com/office/drawing/2014/main" id="{B52523D2-8A9D-4318-B21A-3C7A4EBCFDAE}"/>
              </a:ext>
            </a:extLst>
          </p:cNvPr>
          <p:cNvSpPr>
            <a:spLocks/>
          </p:cNvSpPr>
          <p:nvPr/>
        </p:nvSpPr>
        <p:spPr>
          <a:xfrm>
            <a:off x="6079739" y="2229621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99" name="text_1598">
            <a:extLst>
              <a:ext uri="{FF2B5EF4-FFF2-40B4-BE49-F238E27FC236}">
                <a16:creationId xmlns:a16="http://schemas.microsoft.com/office/drawing/2014/main" id="{EF303F83-3CD1-4556-948B-4F26A4634FA4}"/>
              </a:ext>
            </a:extLst>
          </p:cNvPr>
          <p:cNvSpPr>
            <a:spLocks/>
          </p:cNvSpPr>
          <p:nvPr/>
        </p:nvSpPr>
        <p:spPr>
          <a:xfrm>
            <a:off x="6177279" y="2172970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600" name="data_1599">
            <a:extLst>
              <a:ext uri="{FF2B5EF4-FFF2-40B4-BE49-F238E27FC236}">
                <a16:creationId xmlns:a16="http://schemas.microsoft.com/office/drawing/2014/main" id="{DA1EA401-AF5F-4A96-8F36-F9BF287B5476}"/>
              </a:ext>
            </a:extLst>
          </p:cNvPr>
          <p:cNvSpPr>
            <a:spLocks/>
          </p:cNvSpPr>
          <p:nvPr/>
        </p:nvSpPr>
        <p:spPr>
          <a:xfrm>
            <a:off x="6079739" y="1604827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601" name="text_1600">
            <a:extLst>
              <a:ext uri="{FF2B5EF4-FFF2-40B4-BE49-F238E27FC236}">
                <a16:creationId xmlns:a16="http://schemas.microsoft.com/office/drawing/2014/main" id="{1CA99450-E315-4871-9FCA-799A5BFE1096}"/>
              </a:ext>
            </a:extLst>
          </p:cNvPr>
          <p:cNvSpPr>
            <a:spLocks/>
          </p:cNvSpPr>
          <p:nvPr/>
        </p:nvSpPr>
        <p:spPr>
          <a:xfrm>
            <a:off x="6177279" y="1548175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602" name="text_1601">
            <a:extLst>
              <a:ext uri="{FF2B5EF4-FFF2-40B4-BE49-F238E27FC236}">
                <a16:creationId xmlns:a16="http://schemas.microsoft.com/office/drawing/2014/main" id="{D52160FA-D18A-4278-862D-1B4554A85CDE}"/>
              </a:ext>
            </a:extLst>
          </p:cNvPr>
          <p:cNvSpPr>
            <a:spLocks/>
          </p:cNvSpPr>
          <p:nvPr/>
        </p:nvSpPr>
        <p:spPr>
          <a:xfrm rot="-5400000">
            <a:off x="6009664" y="2461105"/>
            <a:ext cx="75223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1603" name="data_1602">
            <a:extLst>
              <a:ext uri="{FF2B5EF4-FFF2-40B4-BE49-F238E27FC236}">
                <a16:creationId xmlns:a16="http://schemas.microsoft.com/office/drawing/2014/main" id="{7A55C864-FD02-4312-97EC-987C31D543BD}"/>
              </a:ext>
            </a:extLst>
          </p:cNvPr>
          <p:cNvSpPr>
            <a:spLocks/>
          </p:cNvSpPr>
          <p:nvPr/>
        </p:nvSpPr>
        <p:spPr>
          <a:xfrm>
            <a:off x="7005297" y="1604827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04" name="data_1603">
            <a:extLst>
              <a:ext uri="{FF2B5EF4-FFF2-40B4-BE49-F238E27FC236}">
                <a16:creationId xmlns:a16="http://schemas.microsoft.com/office/drawing/2014/main" id="{BC62F8F8-8AB6-4E62-8602-D51AEBBC5FB7}"/>
              </a:ext>
            </a:extLst>
          </p:cNvPr>
          <p:cNvSpPr>
            <a:spLocks/>
          </p:cNvSpPr>
          <p:nvPr/>
        </p:nvSpPr>
        <p:spPr>
          <a:xfrm>
            <a:off x="7423234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05" name="text_1604">
            <a:extLst>
              <a:ext uri="{FF2B5EF4-FFF2-40B4-BE49-F238E27FC236}">
                <a16:creationId xmlns:a16="http://schemas.microsoft.com/office/drawing/2014/main" id="{A4F523E9-12F9-40B9-9D6F-EA822B58D734}"/>
              </a:ext>
            </a:extLst>
          </p:cNvPr>
          <p:cNvSpPr>
            <a:spLocks/>
          </p:cNvSpPr>
          <p:nvPr/>
        </p:nvSpPr>
        <p:spPr>
          <a:xfrm>
            <a:off x="7063134" y="361592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606" name="text_1605">
            <a:extLst>
              <a:ext uri="{FF2B5EF4-FFF2-40B4-BE49-F238E27FC236}">
                <a16:creationId xmlns:a16="http://schemas.microsoft.com/office/drawing/2014/main" id="{21AF802A-2544-4E92-803A-CBC468D9B3B8}"/>
              </a:ext>
            </a:extLst>
          </p:cNvPr>
          <p:cNvSpPr>
            <a:spLocks/>
          </p:cNvSpPr>
          <p:nvPr/>
        </p:nvSpPr>
        <p:spPr>
          <a:xfrm>
            <a:off x="7187181" y="374284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607" name="data_1606">
            <a:extLst>
              <a:ext uri="{FF2B5EF4-FFF2-40B4-BE49-F238E27FC236}">
                <a16:creationId xmlns:a16="http://schemas.microsoft.com/office/drawing/2014/main" id="{28ADC9B5-5F29-4067-9F44-1F4A75DE3565}"/>
              </a:ext>
            </a:extLst>
          </p:cNvPr>
          <p:cNvSpPr>
            <a:spLocks/>
          </p:cNvSpPr>
          <p:nvPr/>
        </p:nvSpPr>
        <p:spPr>
          <a:xfrm>
            <a:off x="8461744" y="347921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08" name="text_1607">
            <a:extLst>
              <a:ext uri="{FF2B5EF4-FFF2-40B4-BE49-F238E27FC236}">
                <a16:creationId xmlns:a16="http://schemas.microsoft.com/office/drawing/2014/main" id="{B37A6441-2EE2-4F08-B439-0F088A55E5C1}"/>
              </a:ext>
            </a:extLst>
          </p:cNvPr>
          <p:cNvSpPr>
            <a:spLocks/>
          </p:cNvSpPr>
          <p:nvPr/>
        </p:nvSpPr>
        <p:spPr>
          <a:xfrm>
            <a:off x="8101644" y="361592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609" name="text_1608">
            <a:extLst>
              <a:ext uri="{FF2B5EF4-FFF2-40B4-BE49-F238E27FC236}">
                <a16:creationId xmlns:a16="http://schemas.microsoft.com/office/drawing/2014/main" id="{5BE5D86E-112C-48B6-BEA0-496B1B859217}"/>
              </a:ext>
            </a:extLst>
          </p:cNvPr>
          <p:cNvSpPr>
            <a:spLocks/>
          </p:cNvSpPr>
          <p:nvPr/>
        </p:nvSpPr>
        <p:spPr>
          <a:xfrm>
            <a:off x="8320839" y="374284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610" name="data_1609">
            <a:extLst>
              <a:ext uri="{FF2B5EF4-FFF2-40B4-BE49-F238E27FC236}">
                <a16:creationId xmlns:a16="http://schemas.microsoft.com/office/drawing/2014/main" id="{EA046DD6-33B4-48D2-A2C7-7757BE558980}"/>
              </a:ext>
            </a:extLst>
          </p:cNvPr>
          <p:cNvSpPr>
            <a:spLocks/>
          </p:cNvSpPr>
          <p:nvPr/>
        </p:nvSpPr>
        <p:spPr>
          <a:xfrm>
            <a:off x="7005297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11" name="data_1610">
            <a:extLst>
              <a:ext uri="{FF2B5EF4-FFF2-40B4-BE49-F238E27FC236}">
                <a16:creationId xmlns:a16="http://schemas.microsoft.com/office/drawing/2014/main" id="{FDB1A37C-33B1-410D-8B08-D53BCC6BBB21}"/>
              </a:ext>
            </a:extLst>
          </p:cNvPr>
          <p:cNvSpPr>
            <a:spLocks/>
          </p:cNvSpPr>
          <p:nvPr/>
        </p:nvSpPr>
        <p:spPr>
          <a:xfrm>
            <a:off x="6960961" y="347921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12" name="text_1611">
            <a:extLst>
              <a:ext uri="{FF2B5EF4-FFF2-40B4-BE49-F238E27FC236}">
                <a16:creationId xmlns:a16="http://schemas.microsoft.com/office/drawing/2014/main" id="{051296F5-FFA7-49D1-A414-1335DC917EF0}"/>
              </a:ext>
            </a:extLst>
          </p:cNvPr>
          <p:cNvSpPr>
            <a:spLocks/>
          </p:cNvSpPr>
          <p:nvPr/>
        </p:nvSpPr>
        <p:spPr>
          <a:xfrm>
            <a:off x="6737238" y="342176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613" name="data_1612">
            <a:extLst>
              <a:ext uri="{FF2B5EF4-FFF2-40B4-BE49-F238E27FC236}">
                <a16:creationId xmlns:a16="http://schemas.microsoft.com/office/drawing/2014/main" id="{0F2B4E3A-293F-4869-AE1C-A79F1B0EB097}"/>
              </a:ext>
            </a:extLst>
          </p:cNvPr>
          <p:cNvSpPr>
            <a:spLocks/>
          </p:cNvSpPr>
          <p:nvPr/>
        </p:nvSpPr>
        <p:spPr>
          <a:xfrm>
            <a:off x="7005297" y="259506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14" name="data_1613">
            <a:extLst>
              <a:ext uri="{FF2B5EF4-FFF2-40B4-BE49-F238E27FC236}">
                <a16:creationId xmlns:a16="http://schemas.microsoft.com/office/drawing/2014/main" id="{46B2947F-0F5E-4042-B711-A92C07A51F28}"/>
              </a:ext>
            </a:extLst>
          </p:cNvPr>
          <p:cNvSpPr>
            <a:spLocks/>
          </p:cNvSpPr>
          <p:nvPr/>
        </p:nvSpPr>
        <p:spPr>
          <a:xfrm>
            <a:off x="6960961" y="259506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15" name="text_1614">
            <a:extLst>
              <a:ext uri="{FF2B5EF4-FFF2-40B4-BE49-F238E27FC236}">
                <a16:creationId xmlns:a16="http://schemas.microsoft.com/office/drawing/2014/main" id="{52EF15BC-3D65-40A5-A204-72D2A4BD0CE4}"/>
              </a:ext>
            </a:extLst>
          </p:cNvPr>
          <p:cNvSpPr>
            <a:spLocks/>
          </p:cNvSpPr>
          <p:nvPr/>
        </p:nvSpPr>
        <p:spPr>
          <a:xfrm>
            <a:off x="6737238" y="253761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616" name="data_1615">
            <a:extLst>
              <a:ext uri="{FF2B5EF4-FFF2-40B4-BE49-F238E27FC236}">
                <a16:creationId xmlns:a16="http://schemas.microsoft.com/office/drawing/2014/main" id="{7FAE7774-53FB-44D9-B8EA-31F4EB9B9B74}"/>
              </a:ext>
            </a:extLst>
          </p:cNvPr>
          <p:cNvSpPr>
            <a:spLocks/>
          </p:cNvSpPr>
          <p:nvPr/>
        </p:nvSpPr>
        <p:spPr>
          <a:xfrm>
            <a:off x="7005297" y="171092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17" name="data_1616">
            <a:extLst>
              <a:ext uri="{FF2B5EF4-FFF2-40B4-BE49-F238E27FC236}">
                <a16:creationId xmlns:a16="http://schemas.microsoft.com/office/drawing/2014/main" id="{0DA35F74-3D2A-496A-A004-9168666AED9F}"/>
              </a:ext>
            </a:extLst>
          </p:cNvPr>
          <p:cNvSpPr>
            <a:spLocks/>
          </p:cNvSpPr>
          <p:nvPr/>
        </p:nvSpPr>
        <p:spPr>
          <a:xfrm>
            <a:off x="6960961" y="17109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618" name="text_1617">
            <a:extLst>
              <a:ext uri="{FF2B5EF4-FFF2-40B4-BE49-F238E27FC236}">
                <a16:creationId xmlns:a16="http://schemas.microsoft.com/office/drawing/2014/main" id="{314A383B-FABE-4DF5-84EB-54BBCA4636BD}"/>
              </a:ext>
            </a:extLst>
          </p:cNvPr>
          <p:cNvSpPr>
            <a:spLocks/>
          </p:cNvSpPr>
          <p:nvPr/>
        </p:nvSpPr>
        <p:spPr>
          <a:xfrm>
            <a:off x="6737238" y="165347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619" name="text_1618">
            <a:extLst>
              <a:ext uri="{FF2B5EF4-FFF2-40B4-BE49-F238E27FC236}">
                <a16:creationId xmlns:a16="http://schemas.microsoft.com/office/drawing/2014/main" id="{4CC6A820-5DF2-4257-802C-64E60480FFCF}"/>
              </a:ext>
            </a:extLst>
          </p:cNvPr>
          <p:cNvSpPr>
            <a:spLocks/>
          </p:cNvSpPr>
          <p:nvPr/>
        </p:nvSpPr>
        <p:spPr>
          <a:xfrm rot="-5400000">
            <a:off x="6468030" y="2457780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620" name="data_1619">
            <a:extLst>
              <a:ext uri="{FF2B5EF4-FFF2-40B4-BE49-F238E27FC236}">
                <a16:creationId xmlns:a16="http://schemas.microsoft.com/office/drawing/2014/main" id="{FD68E2C0-167E-4B1E-9919-46335180BCAA}"/>
              </a:ext>
            </a:extLst>
          </p:cNvPr>
          <p:cNvSpPr>
            <a:spLocks/>
          </p:cNvSpPr>
          <p:nvPr/>
        </p:nvSpPr>
        <p:spPr>
          <a:xfrm>
            <a:off x="707622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87438" y="1768287"/>
                </a:moveTo>
                <a:lnTo>
                  <a:pt x="0" y="1768287"/>
                </a:lnTo>
                <a:lnTo>
                  <a:pt x="1008" y="1757235"/>
                </a:lnTo>
                <a:lnTo>
                  <a:pt x="3960" y="1746183"/>
                </a:lnTo>
                <a:lnTo>
                  <a:pt x="8647" y="1735131"/>
                </a:lnTo>
                <a:lnTo>
                  <a:pt x="14753" y="1724080"/>
                </a:lnTo>
                <a:lnTo>
                  <a:pt x="21881" y="1713028"/>
                </a:lnTo>
                <a:lnTo>
                  <a:pt x="29607" y="1701976"/>
                </a:lnTo>
                <a:lnTo>
                  <a:pt x="37510" y="1690924"/>
                </a:lnTo>
                <a:lnTo>
                  <a:pt x="45220" y="1679872"/>
                </a:lnTo>
                <a:lnTo>
                  <a:pt x="52433" y="1668821"/>
                </a:lnTo>
                <a:lnTo>
                  <a:pt x="58936" y="1657769"/>
                </a:lnTo>
                <a:lnTo>
                  <a:pt x="64600" y="1646717"/>
                </a:lnTo>
                <a:lnTo>
                  <a:pt x="69378" y="1635665"/>
                </a:lnTo>
                <a:lnTo>
                  <a:pt x="73291" y="1624613"/>
                </a:lnTo>
                <a:lnTo>
                  <a:pt x="76404" y="1613562"/>
                </a:lnTo>
                <a:lnTo>
                  <a:pt x="78814" y="1602510"/>
                </a:lnTo>
                <a:lnTo>
                  <a:pt x="80631" y="1591458"/>
                </a:lnTo>
                <a:lnTo>
                  <a:pt x="81965" y="1580406"/>
                </a:lnTo>
                <a:lnTo>
                  <a:pt x="82916" y="1569354"/>
                </a:lnTo>
                <a:lnTo>
                  <a:pt x="83572" y="1558303"/>
                </a:lnTo>
                <a:lnTo>
                  <a:pt x="84003" y="1547251"/>
                </a:lnTo>
                <a:lnTo>
                  <a:pt x="84268" y="1536199"/>
                </a:lnTo>
                <a:lnTo>
                  <a:pt x="84408" y="1525147"/>
                </a:lnTo>
                <a:lnTo>
                  <a:pt x="84458" y="1514096"/>
                </a:lnTo>
                <a:lnTo>
                  <a:pt x="84443" y="1503044"/>
                </a:lnTo>
                <a:lnTo>
                  <a:pt x="84382" y="1491992"/>
                </a:lnTo>
                <a:lnTo>
                  <a:pt x="84292" y="1480940"/>
                </a:lnTo>
                <a:lnTo>
                  <a:pt x="84187" y="1469888"/>
                </a:lnTo>
                <a:lnTo>
                  <a:pt x="84081" y="1458837"/>
                </a:lnTo>
                <a:lnTo>
                  <a:pt x="83986" y="1447785"/>
                </a:lnTo>
                <a:lnTo>
                  <a:pt x="83912" y="1436733"/>
                </a:lnTo>
                <a:lnTo>
                  <a:pt x="83867" y="1425681"/>
                </a:lnTo>
                <a:lnTo>
                  <a:pt x="83858" y="1414629"/>
                </a:lnTo>
                <a:lnTo>
                  <a:pt x="83887" y="1403578"/>
                </a:lnTo>
                <a:lnTo>
                  <a:pt x="83951" y="1392526"/>
                </a:lnTo>
                <a:lnTo>
                  <a:pt x="84045" y="1381474"/>
                </a:lnTo>
                <a:lnTo>
                  <a:pt x="84160" y="1370422"/>
                </a:lnTo>
                <a:lnTo>
                  <a:pt x="84282" y="1359370"/>
                </a:lnTo>
                <a:lnTo>
                  <a:pt x="84396" y="1348319"/>
                </a:lnTo>
                <a:lnTo>
                  <a:pt x="84486" y="1337267"/>
                </a:lnTo>
                <a:lnTo>
                  <a:pt x="84537" y="1326215"/>
                </a:lnTo>
                <a:lnTo>
                  <a:pt x="84536" y="1315163"/>
                </a:lnTo>
                <a:lnTo>
                  <a:pt x="84474" y="1304111"/>
                </a:lnTo>
                <a:lnTo>
                  <a:pt x="84345" y="1293060"/>
                </a:lnTo>
                <a:lnTo>
                  <a:pt x="84148" y="1282008"/>
                </a:lnTo>
                <a:lnTo>
                  <a:pt x="83891" y="1270956"/>
                </a:lnTo>
                <a:lnTo>
                  <a:pt x="83584" y="1259904"/>
                </a:lnTo>
                <a:lnTo>
                  <a:pt x="83244" y="1248853"/>
                </a:lnTo>
                <a:lnTo>
                  <a:pt x="82893" y="1237801"/>
                </a:lnTo>
                <a:lnTo>
                  <a:pt x="82552" y="1226749"/>
                </a:lnTo>
                <a:lnTo>
                  <a:pt x="82248" y="1215697"/>
                </a:lnTo>
                <a:lnTo>
                  <a:pt x="82003" y="1204645"/>
                </a:lnTo>
                <a:lnTo>
                  <a:pt x="81835" y="1193594"/>
                </a:lnTo>
                <a:lnTo>
                  <a:pt x="81759" y="1182542"/>
                </a:lnTo>
                <a:lnTo>
                  <a:pt x="81780" y="1171490"/>
                </a:lnTo>
                <a:lnTo>
                  <a:pt x="81898" y="1160438"/>
                </a:lnTo>
                <a:lnTo>
                  <a:pt x="82105" y="1149386"/>
                </a:lnTo>
                <a:lnTo>
                  <a:pt x="82387" y="1138335"/>
                </a:lnTo>
                <a:lnTo>
                  <a:pt x="82725" y="1127283"/>
                </a:lnTo>
                <a:lnTo>
                  <a:pt x="83102" y="1116231"/>
                </a:lnTo>
                <a:lnTo>
                  <a:pt x="83497" y="1105179"/>
                </a:lnTo>
                <a:lnTo>
                  <a:pt x="83895" y="1094127"/>
                </a:lnTo>
                <a:lnTo>
                  <a:pt x="84283" y="1083076"/>
                </a:lnTo>
                <a:lnTo>
                  <a:pt x="84650" y="1072024"/>
                </a:lnTo>
                <a:lnTo>
                  <a:pt x="84991" y="1060972"/>
                </a:lnTo>
                <a:lnTo>
                  <a:pt x="85302" y="1049920"/>
                </a:lnTo>
                <a:lnTo>
                  <a:pt x="85582" y="1038868"/>
                </a:lnTo>
                <a:lnTo>
                  <a:pt x="85829" y="1027817"/>
                </a:lnTo>
                <a:lnTo>
                  <a:pt x="86041" y="1016765"/>
                </a:lnTo>
                <a:lnTo>
                  <a:pt x="86219" y="1005713"/>
                </a:lnTo>
                <a:lnTo>
                  <a:pt x="86361" y="994661"/>
                </a:lnTo>
                <a:lnTo>
                  <a:pt x="86467" y="983609"/>
                </a:lnTo>
                <a:lnTo>
                  <a:pt x="86539" y="972558"/>
                </a:lnTo>
                <a:lnTo>
                  <a:pt x="86580" y="961506"/>
                </a:lnTo>
                <a:lnTo>
                  <a:pt x="86594" y="950454"/>
                </a:lnTo>
                <a:lnTo>
                  <a:pt x="86588" y="939402"/>
                </a:lnTo>
                <a:lnTo>
                  <a:pt x="86571" y="928351"/>
                </a:lnTo>
                <a:lnTo>
                  <a:pt x="86551" y="917299"/>
                </a:lnTo>
                <a:lnTo>
                  <a:pt x="86537" y="906247"/>
                </a:lnTo>
                <a:lnTo>
                  <a:pt x="86536" y="895195"/>
                </a:lnTo>
                <a:lnTo>
                  <a:pt x="86554" y="884143"/>
                </a:lnTo>
                <a:lnTo>
                  <a:pt x="86595" y="873092"/>
                </a:lnTo>
                <a:lnTo>
                  <a:pt x="86660" y="862040"/>
                </a:lnTo>
                <a:lnTo>
                  <a:pt x="86749" y="850988"/>
                </a:lnTo>
                <a:lnTo>
                  <a:pt x="86858" y="839936"/>
                </a:lnTo>
                <a:lnTo>
                  <a:pt x="86987" y="828884"/>
                </a:lnTo>
                <a:lnTo>
                  <a:pt x="87131" y="817833"/>
                </a:lnTo>
                <a:lnTo>
                  <a:pt x="87289" y="806781"/>
                </a:lnTo>
                <a:lnTo>
                  <a:pt x="87460" y="795729"/>
                </a:lnTo>
                <a:lnTo>
                  <a:pt x="87643" y="784677"/>
                </a:lnTo>
                <a:lnTo>
                  <a:pt x="87838" y="773625"/>
                </a:lnTo>
                <a:lnTo>
                  <a:pt x="88043" y="762574"/>
                </a:lnTo>
                <a:lnTo>
                  <a:pt x="88258" y="751522"/>
                </a:lnTo>
                <a:lnTo>
                  <a:pt x="88478" y="740470"/>
                </a:lnTo>
                <a:lnTo>
                  <a:pt x="88699" y="729418"/>
                </a:lnTo>
                <a:lnTo>
                  <a:pt x="88912" y="718366"/>
                </a:lnTo>
                <a:lnTo>
                  <a:pt x="89109" y="707315"/>
                </a:lnTo>
                <a:lnTo>
                  <a:pt x="89282" y="696263"/>
                </a:lnTo>
                <a:lnTo>
                  <a:pt x="89422" y="685211"/>
                </a:lnTo>
                <a:lnTo>
                  <a:pt x="89525" y="674159"/>
                </a:lnTo>
                <a:lnTo>
                  <a:pt x="89587" y="663108"/>
                </a:lnTo>
                <a:lnTo>
                  <a:pt x="89609" y="652056"/>
                </a:lnTo>
                <a:lnTo>
                  <a:pt x="89597" y="641004"/>
                </a:lnTo>
                <a:lnTo>
                  <a:pt x="89559" y="629952"/>
                </a:lnTo>
                <a:lnTo>
                  <a:pt x="89505" y="618900"/>
                </a:lnTo>
                <a:lnTo>
                  <a:pt x="89445" y="607849"/>
                </a:lnTo>
                <a:lnTo>
                  <a:pt x="89391" y="596797"/>
                </a:lnTo>
                <a:lnTo>
                  <a:pt x="89351" y="585745"/>
                </a:lnTo>
                <a:lnTo>
                  <a:pt x="89330" y="574693"/>
                </a:lnTo>
                <a:lnTo>
                  <a:pt x="89331" y="563641"/>
                </a:lnTo>
                <a:lnTo>
                  <a:pt x="89355" y="552590"/>
                </a:lnTo>
                <a:lnTo>
                  <a:pt x="89397" y="541538"/>
                </a:lnTo>
                <a:lnTo>
                  <a:pt x="89455" y="530486"/>
                </a:lnTo>
                <a:lnTo>
                  <a:pt x="89523" y="519434"/>
                </a:lnTo>
                <a:lnTo>
                  <a:pt x="89599" y="508382"/>
                </a:lnTo>
                <a:lnTo>
                  <a:pt x="89680" y="497331"/>
                </a:lnTo>
                <a:lnTo>
                  <a:pt x="89765" y="486279"/>
                </a:lnTo>
                <a:lnTo>
                  <a:pt x="89854" y="475227"/>
                </a:lnTo>
                <a:lnTo>
                  <a:pt x="89949" y="464175"/>
                </a:lnTo>
                <a:lnTo>
                  <a:pt x="90051" y="453123"/>
                </a:lnTo>
                <a:lnTo>
                  <a:pt x="90163" y="442072"/>
                </a:lnTo>
                <a:lnTo>
                  <a:pt x="90285" y="431020"/>
                </a:lnTo>
                <a:lnTo>
                  <a:pt x="90417" y="419968"/>
                </a:lnTo>
                <a:lnTo>
                  <a:pt x="90559" y="408916"/>
                </a:lnTo>
                <a:lnTo>
                  <a:pt x="90709" y="397865"/>
                </a:lnTo>
                <a:lnTo>
                  <a:pt x="90864" y="386813"/>
                </a:lnTo>
                <a:lnTo>
                  <a:pt x="91024" y="375761"/>
                </a:lnTo>
                <a:lnTo>
                  <a:pt x="91185" y="364709"/>
                </a:lnTo>
                <a:lnTo>
                  <a:pt x="91345" y="353657"/>
                </a:lnTo>
                <a:lnTo>
                  <a:pt x="91503" y="342606"/>
                </a:lnTo>
                <a:lnTo>
                  <a:pt x="91657" y="331554"/>
                </a:lnTo>
                <a:lnTo>
                  <a:pt x="91807" y="320502"/>
                </a:lnTo>
                <a:lnTo>
                  <a:pt x="91952" y="309450"/>
                </a:lnTo>
                <a:lnTo>
                  <a:pt x="92091" y="298398"/>
                </a:lnTo>
                <a:lnTo>
                  <a:pt x="92224" y="287347"/>
                </a:lnTo>
                <a:lnTo>
                  <a:pt x="92351" y="276295"/>
                </a:lnTo>
                <a:lnTo>
                  <a:pt x="92472" y="265243"/>
                </a:lnTo>
                <a:lnTo>
                  <a:pt x="92586" y="254191"/>
                </a:lnTo>
                <a:lnTo>
                  <a:pt x="92690" y="243139"/>
                </a:lnTo>
                <a:lnTo>
                  <a:pt x="92783" y="232088"/>
                </a:lnTo>
                <a:lnTo>
                  <a:pt x="92859" y="221036"/>
                </a:lnTo>
                <a:lnTo>
                  <a:pt x="92914" y="209984"/>
                </a:lnTo>
                <a:lnTo>
                  <a:pt x="92939" y="198932"/>
                </a:lnTo>
                <a:lnTo>
                  <a:pt x="92925" y="187880"/>
                </a:lnTo>
                <a:lnTo>
                  <a:pt x="92859" y="176829"/>
                </a:lnTo>
                <a:lnTo>
                  <a:pt x="92730" y="165777"/>
                </a:lnTo>
                <a:lnTo>
                  <a:pt x="92522" y="154725"/>
                </a:lnTo>
                <a:lnTo>
                  <a:pt x="92225" y="143673"/>
                </a:lnTo>
                <a:lnTo>
                  <a:pt x="91825" y="132622"/>
                </a:lnTo>
                <a:lnTo>
                  <a:pt x="91318" y="121570"/>
                </a:lnTo>
                <a:lnTo>
                  <a:pt x="90700" y="110518"/>
                </a:lnTo>
                <a:lnTo>
                  <a:pt x="89981" y="99466"/>
                </a:lnTo>
                <a:lnTo>
                  <a:pt x="89175" y="88414"/>
                </a:lnTo>
                <a:lnTo>
                  <a:pt x="88308" y="77363"/>
                </a:lnTo>
                <a:lnTo>
                  <a:pt x="87417" y="66311"/>
                </a:lnTo>
                <a:lnTo>
                  <a:pt x="86545" y="55259"/>
                </a:lnTo>
                <a:lnTo>
                  <a:pt x="85740" y="44207"/>
                </a:lnTo>
                <a:lnTo>
                  <a:pt x="85050" y="33155"/>
                </a:lnTo>
                <a:lnTo>
                  <a:pt x="84520" y="22104"/>
                </a:lnTo>
                <a:lnTo>
                  <a:pt x="84187" y="11052"/>
                </a:lnTo>
                <a:lnTo>
                  <a:pt x="84073" y="0"/>
                </a:lnTo>
                <a:lnTo>
                  <a:pt x="103366" y="0"/>
                </a:lnTo>
                <a:lnTo>
                  <a:pt x="103366" y="0"/>
                </a:lnTo>
                <a:lnTo>
                  <a:pt x="103252" y="11052"/>
                </a:lnTo>
                <a:lnTo>
                  <a:pt x="102918" y="22104"/>
                </a:lnTo>
                <a:lnTo>
                  <a:pt x="102389" y="33155"/>
                </a:lnTo>
                <a:lnTo>
                  <a:pt x="101699" y="44207"/>
                </a:lnTo>
                <a:lnTo>
                  <a:pt x="100893" y="55259"/>
                </a:lnTo>
                <a:lnTo>
                  <a:pt x="100021" y="66311"/>
                </a:lnTo>
                <a:lnTo>
                  <a:pt x="99130" y="77363"/>
                </a:lnTo>
                <a:lnTo>
                  <a:pt x="98264" y="88414"/>
                </a:lnTo>
                <a:lnTo>
                  <a:pt x="97458" y="99466"/>
                </a:lnTo>
                <a:lnTo>
                  <a:pt x="96738" y="110518"/>
                </a:lnTo>
                <a:lnTo>
                  <a:pt x="96121" y="121570"/>
                </a:lnTo>
                <a:lnTo>
                  <a:pt x="95613" y="132622"/>
                </a:lnTo>
                <a:lnTo>
                  <a:pt x="95214" y="143673"/>
                </a:lnTo>
                <a:lnTo>
                  <a:pt x="94916" y="154725"/>
                </a:lnTo>
                <a:lnTo>
                  <a:pt x="94709" y="165777"/>
                </a:lnTo>
                <a:lnTo>
                  <a:pt x="94579" y="176829"/>
                </a:lnTo>
                <a:lnTo>
                  <a:pt x="94514" y="187880"/>
                </a:lnTo>
                <a:lnTo>
                  <a:pt x="94499" y="198932"/>
                </a:lnTo>
                <a:lnTo>
                  <a:pt x="94524" y="209984"/>
                </a:lnTo>
                <a:lnTo>
                  <a:pt x="94579" y="221036"/>
                </a:lnTo>
                <a:lnTo>
                  <a:pt x="94656" y="232088"/>
                </a:lnTo>
                <a:lnTo>
                  <a:pt x="94748" y="243139"/>
                </a:lnTo>
                <a:lnTo>
                  <a:pt x="94853" y="254191"/>
                </a:lnTo>
                <a:lnTo>
                  <a:pt x="94966" y="265243"/>
                </a:lnTo>
                <a:lnTo>
                  <a:pt x="95087" y="276295"/>
                </a:lnTo>
                <a:lnTo>
                  <a:pt x="95214" y="287347"/>
                </a:lnTo>
                <a:lnTo>
                  <a:pt x="95348" y="298398"/>
                </a:lnTo>
                <a:lnTo>
                  <a:pt x="95487" y="309450"/>
                </a:lnTo>
                <a:lnTo>
                  <a:pt x="95631" y="320502"/>
                </a:lnTo>
                <a:lnTo>
                  <a:pt x="95781" y="331554"/>
                </a:lnTo>
                <a:lnTo>
                  <a:pt x="95935" y="342606"/>
                </a:lnTo>
                <a:lnTo>
                  <a:pt x="96093" y="353657"/>
                </a:lnTo>
                <a:lnTo>
                  <a:pt x="96253" y="364709"/>
                </a:lnTo>
                <a:lnTo>
                  <a:pt x="96414" y="375761"/>
                </a:lnTo>
                <a:lnTo>
                  <a:pt x="96574" y="386813"/>
                </a:lnTo>
                <a:lnTo>
                  <a:pt x="96730" y="397865"/>
                </a:lnTo>
                <a:lnTo>
                  <a:pt x="96880" y="408916"/>
                </a:lnTo>
                <a:lnTo>
                  <a:pt x="97021" y="419968"/>
                </a:lnTo>
                <a:lnTo>
                  <a:pt x="97154" y="431020"/>
                </a:lnTo>
                <a:lnTo>
                  <a:pt x="97275" y="442072"/>
                </a:lnTo>
                <a:lnTo>
                  <a:pt x="97387" y="453123"/>
                </a:lnTo>
                <a:lnTo>
                  <a:pt x="97490" y="464175"/>
                </a:lnTo>
                <a:lnTo>
                  <a:pt x="97584" y="475227"/>
                </a:lnTo>
                <a:lnTo>
                  <a:pt x="97674" y="486279"/>
                </a:lnTo>
                <a:lnTo>
                  <a:pt x="97758" y="497331"/>
                </a:lnTo>
                <a:lnTo>
                  <a:pt x="97839" y="508382"/>
                </a:lnTo>
                <a:lnTo>
                  <a:pt x="97915" y="519434"/>
                </a:lnTo>
                <a:lnTo>
                  <a:pt x="97984" y="530486"/>
                </a:lnTo>
                <a:lnTo>
                  <a:pt x="98041" y="541538"/>
                </a:lnTo>
                <a:lnTo>
                  <a:pt x="98084" y="552590"/>
                </a:lnTo>
                <a:lnTo>
                  <a:pt x="98107" y="563641"/>
                </a:lnTo>
                <a:lnTo>
                  <a:pt x="98108" y="574693"/>
                </a:lnTo>
                <a:lnTo>
                  <a:pt x="98088" y="585745"/>
                </a:lnTo>
                <a:lnTo>
                  <a:pt x="98047" y="596797"/>
                </a:lnTo>
                <a:lnTo>
                  <a:pt x="97993" y="607849"/>
                </a:lnTo>
                <a:lnTo>
                  <a:pt x="97934" y="618900"/>
                </a:lnTo>
                <a:lnTo>
                  <a:pt x="97879" y="629952"/>
                </a:lnTo>
                <a:lnTo>
                  <a:pt x="97841" y="641004"/>
                </a:lnTo>
                <a:lnTo>
                  <a:pt x="97829" y="652056"/>
                </a:lnTo>
                <a:lnTo>
                  <a:pt x="97852" y="663108"/>
                </a:lnTo>
                <a:lnTo>
                  <a:pt x="97914" y="674159"/>
                </a:lnTo>
                <a:lnTo>
                  <a:pt x="98016" y="685211"/>
                </a:lnTo>
                <a:lnTo>
                  <a:pt x="98157" y="696263"/>
                </a:lnTo>
                <a:lnTo>
                  <a:pt x="98329" y="707315"/>
                </a:lnTo>
                <a:lnTo>
                  <a:pt x="98527" y="718366"/>
                </a:lnTo>
                <a:lnTo>
                  <a:pt x="98740" y="729418"/>
                </a:lnTo>
                <a:lnTo>
                  <a:pt x="98960" y="740470"/>
                </a:lnTo>
                <a:lnTo>
                  <a:pt x="99180" y="751522"/>
                </a:lnTo>
                <a:lnTo>
                  <a:pt x="99395" y="762574"/>
                </a:lnTo>
                <a:lnTo>
                  <a:pt x="99601" y="773625"/>
                </a:lnTo>
                <a:lnTo>
                  <a:pt x="99795" y="784677"/>
                </a:lnTo>
                <a:lnTo>
                  <a:pt x="99978" y="795729"/>
                </a:lnTo>
                <a:lnTo>
                  <a:pt x="100149" y="806781"/>
                </a:lnTo>
                <a:lnTo>
                  <a:pt x="100307" y="817833"/>
                </a:lnTo>
                <a:lnTo>
                  <a:pt x="100452" y="828884"/>
                </a:lnTo>
                <a:lnTo>
                  <a:pt x="100580" y="839936"/>
                </a:lnTo>
                <a:lnTo>
                  <a:pt x="100690" y="850988"/>
                </a:lnTo>
                <a:lnTo>
                  <a:pt x="100778" y="862040"/>
                </a:lnTo>
                <a:lnTo>
                  <a:pt x="100843" y="873092"/>
                </a:lnTo>
                <a:lnTo>
                  <a:pt x="100884" y="884143"/>
                </a:lnTo>
                <a:lnTo>
                  <a:pt x="100903" y="895195"/>
                </a:lnTo>
                <a:lnTo>
                  <a:pt x="100902" y="906247"/>
                </a:lnTo>
                <a:lnTo>
                  <a:pt x="100887" y="917299"/>
                </a:lnTo>
                <a:lnTo>
                  <a:pt x="100867" y="928351"/>
                </a:lnTo>
                <a:lnTo>
                  <a:pt x="100850" y="939402"/>
                </a:lnTo>
                <a:lnTo>
                  <a:pt x="100844" y="950454"/>
                </a:lnTo>
                <a:lnTo>
                  <a:pt x="100858" y="961506"/>
                </a:lnTo>
                <a:lnTo>
                  <a:pt x="100899" y="972558"/>
                </a:lnTo>
                <a:lnTo>
                  <a:pt x="100971" y="983609"/>
                </a:lnTo>
                <a:lnTo>
                  <a:pt x="101077" y="994661"/>
                </a:lnTo>
                <a:lnTo>
                  <a:pt x="101220" y="1005713"/>
                </a:lnTo>
                <a:lnTo>
                  <a:pt x="101397" y="1016765"/>
                </a:lnTo>
                <a:lnTo>
                  <a:pt x="101610" y="1027817"/>
                </a:lnTo>
                <a:lnTo>
                  <a:pt x="101856" y="1038868"/>
                </a:lnTo>
                <a:lnTo>
                  <a:pt x="102136" y="1049920"/>
                </a:lnTo>
                <a:lnTo>
                  <a:pt x="102447" y="1060972"/>
                </a:lnTo>
                <a:lnTo>
                  <a:pt x="102788" y="1072024"/>
                </a:lnTo>
                <a:lnTo>
                  <a:pt x="103156" y="1083076"/>
                </a:lnTo>
                <a:lnTo>
                  <a:pt x="103543" y="1094127"/>
                </a:lnTo>
                <a:lnTo>
                  <a:pt x="103941" y="1105179"/>
                </a:lnTo>
                <a:lnTo>
                  <a:pt x="104337" y="1116231"/>
                </a:lnTo>
                <a:lnTo>
                  <a:pt x="104713" y="1127283"/>
                </a:lnTo>
                <a:lnTo>
                  <a:pt x="105052" y="1138335"/>
                </a:lnTo>
                <a:lnTo>
                  <a:pt x="105333" y="1149386"/>
                </a:lnTo>
                <a:lnTo>
                  <a:pt x="105540" y="1160438"/>
                </a:lnTo>
                <a:lnTo>
                  <a:pt x="105658" y="1171490"/>
                </a:lnTo>
                <a:lnTo>
                  <a:pt x="105680" y="1182542"/>
                </a:lnTo>
                <a:lnTo>
                  <a:pt x="105603" y="1193594"/>
                </a:lnTo>
                <a:lnTo>
                  <a:pt x="105436" y="1204645"/>
                </a:lnTo>
                <a:lnTo>
                  <a:pt x="105190" y="1215697"/>
                </a:lnTo>
                <a:lnTo>
                  <a:pt x="104886" y="1226749"/>
                </a:lnTo>
                <a:lnTo>
                  <a:pt x="104546" y="1237801"/>
                </a:lnTo>
                <a:lnTo>
                  <a:pt x="104194" y="1248853"/>
                </a:lnTo>
                <a:lnTo>
                  <a:pt x="103854" y="1259904"/>
                </a:lnTo>
                <a:lnTo>
                  <a:pt x="103547" y="1270956"/>
                </a:lnTo>
                <a:lnTo>
                  <a:pt x="103290" y="1282008"/>
                </a:lnTo>
                <a:lnTo>
                  <a:pt x="103094" y="1293060"/>
                </a:lnTo>
                <a:lnTo>
                  <a:pt x="102964" y="1304111"/>
                </a:lnTo>
                <a:lnTo>
                  <a:pt x="102902" y="1315163"/>
                </a:lnTo>
                <a:lnTo>
                  <a:pt x="102901" y="1326215"/>
                </a:lnTo>
                <a:lnTo>
                  <a:pt x="102953" y="1337267"/>
                </a:lnTo>
                <a:lnTo>
                  <a:pt x="103043" y="1348319"/>
                </a:lnTo>
                <a:lnTo>
                  <a:pt x="103157" y="1359370"/>
                </a:lnTo>
                <a:lnTo>
                  <a:pt x="103279" y="1370422"/>
                </a:lnTo>
                <a:lnTo>
                  <a:pt x="103393" y="1381474"/>
                </a:lnTo>
                <a:lnTo>
                  <a:pt x="103487" y="1392526"/>
                </a:lnTo>
                <a:lnTo>
                  <a:pt x="103552" y="1403578"/>
                </a:lnTo>
                <a:lnTo>
                  <a:pt x="103580" y="1414629"/>
                </a:lnTo>
                <a:lnTo>
                  <a:pt x="103571" y="1425681"/>
                </a:lnTo>
                <a:lnTo>
                  <a:pt x="103526" y="1436733"/>
                </a:lnTo>
                <a:lnTo>
                  <a:pt x="103452" y="1447785"/>
                </a:lnTo>
                <a:lnTo>
                  <a:pt x="103357" y="1458837"/>
                </a:lnTo>
                <a:lnTo>
                  <a:pt x="103251" y="1469888"/>
                </a:lnTo>
                <a:lnTo>
                  <a:pt x="103147" y="1480940"/>
                </a:lnTo>
                <a:lnTo>
                  <a:pt x="103057" y="1491992"/>
                </a:lnTo>
                <a:lnTo>
                  <a:pt x="102996" y="1503044"/>
                </a:lnTo>
                <a:lnTo>
                  <a:pt x="102980" y="1514096"/>
                </a:lnTo>
                <a:lnTo>
                  <a:pt x="103030" y="1525147"/>
                </a:lnTo>
                <a:lnTo>
                  <a:pt x="103171" y="1536199"/>
                </a:lnTo>
                <a:lnTo>
                  <a:pt x="103435" y="1547251"/>
                </a:lnTo>
                <a:lnTo>
                  <a:pt x="103867" y="1558303"/>
                </a:lnTo>
                <a:lnTo>
                  <a:pt x="104522" y="1569354"/>
                </a:lnTo>
                <a:lnTo>
                  <a:pt x="105473" y="1580406"/>
                </a:lnTo>
                <a:lnTo>
                  <a:pt x="106807" y="1591458"/>
                </a:lnTo>
                <a:lnTo>
                  <a:pt x="108624" y="1602510"/>
                </a:lnTo>
                <a:lnTo>
                  <a:pt x="111035" y="1613562"/>
                </a:lnTo>
                <a:lnTo>
                  <a:pt x="114148" y="1624613"/>
                </a:lnTo>
                <a:lnTo>
                  <a:pt x="118060" y="1635665"/>
                </a:lnTo>
                <a:lnTo>
                  <a:pt x="122839" y="1646717"/>
                </a:lnTo>
                <a:lnTo>
                  <a:pt x="128503" y="1657769"/>
                </a:lnTo>
                <a:lnTo>
                  <a:pt x="135005" y="1668821"/>
                </a:lnTo>
                <a:lnTo>
                  <a:pt x="142219" y="1679872"/>
                </a:lnTo>
                <a:lnTo>
                  <a:pt x="149928" y="1690924"/>
                </a:lnTo>
                <a:lnTo>
                  <a:pt x="157832" y="1701976"/>
                </a:lnTo>
                <a:lnTo>
                  <a:pt x="165557" y="1713028"/>
                </a:lnTo>
                <a:lnTo>
                  <a:pt x="172686" y="1724080"/>
                </a:lnTo>
                <a:lnTo>
                  <a:pt x="178791" y="1735131"/>
                </a:lnTo>
                <a:lnTo>
                  <a:pt x="183479" y="1746183"/>
                </a:lnTo>
                <a:lnTo>
                  <a:pt x="186430" y="1757235"/>
                </a:lnTo>
                <a:lnTo>
                  <a:pt x="187438" y="1768287"/>
                </a:lnTo>
                <a:lnTo>
                  <a:pt x="187438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621" name="data_1620">
            <a:extLst>
              <a:ext uri="{FF2B5EF4-FFF2-40B4-BE49-F238E27FC236}">
                <a16:creationId xmlns:a16="http://schemas.microsoft.com/office/drawing/2014/main" id="{ECA190FB-596B-480D-A4A5-8ECD518B69C1}"/>
              </a:ext>
            </a:extLst>
          </p:cNvPr>
          <p:cNvSpPr>
            <a:spLocks/>
          </p:cNvSpPr>
          <p:nvPr/>
        </p:nvSpPr>
        <p:spPr>
          <a:xfrm>
            <a:off x="7329515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33404" y="1768287"/>
                </a:moveTo>
                <a:lnTo>
                  <a:pt x="54034" y="1768287"/>
                </a:lnTo>
                <a:lnTo>
                  <a:pt x="54495" y="1757235"/>
                </a:lnTo>
                <a:lnTo>
                  <a:pt x="55843" y="1746183"/>
                </a:lnTo>
                <a:lnTo>
                  <a:pt x="57987" y="1735131"/>
                </a:lnTo>
                <a:lnTo>
                  <a:pt x="60780" y="1724080"/>
                </a:lnTo>
                <a:lnTo>
                  <a:pt x="64045" y="1713028"/>
                </a:lnTo>
                <a:lnTo>
                  <a:pt x="67587" y="1701976"/>
                </a:lnTo>
                <a:lnTo>
                  <a:pt x="71214" y="1690924"/>
                </a:lnTo>
                <a:lnTo>
                  <a:pt x="74753" y="1679872"/>
                </a:lnTo>
                <a:lnTo>
                  <a:pt x="78066" y="1668821"/>
                </a:lnTo>
                <a:lnTo>
                  <a:pt x="81050" y="1657769"/>
                </a:lnTo>
                <a:lnTo>
                  <a:pt x="83644" y="1646717"/>
                </a:lnTo>
                <a:lnTo>
                  <a:pt x="85824" y="1635665"/>
                </a:lnTo>
                <a:lnTo>
                  <a:pt x="87598" y="1624613"/>
                </a:lnTo>
                <a:lnTo>
                  <a:pt x="88997" y="1613562"/>
                </a:lnTo>
                <a:lnTo>
                  <a:pt x="90065" y="1602510"/>
                </a:lnTo>
                <a:lnTo>
                  <a:pt x="90854" y="1591458"/>
                </a:lnTo>
                <a:lnTo>
                  <a:pt x="91416" y="1580406"/>
                </a:lnTo>
                <a:lnTo>
                  <a:pt x="91800" y="1569354"/>
                </a:lnTo>
                <a:lnTo>
                  <a:pt x="92047" y="1558303"/>
                </a:lnTo>
                <a:lnTo>
                  <a:pt x="92191" y="1547251"/>
                </a:lnTo>
                <a:lnTo>
                  <a:pt x="92257" y="1536199"/>
                </a:lnTo>
                <a:lnTo>
                  <a:pt x="92264" y="1525147"/>
                </a:lnTo>
                <a:lnTo>
                  <a:pt x="92226" y="1514096"/>
                </a:lnTo>
                <a:lnTo>
                  <a:pt x="92150" y="1503044"/>
                </a:lnTo>
                <a:lnTo>
                  <a:pt x="92043" y="1491992"/>
                </a:lnTo>
                <a:lnTo>
                  <a:pt x="91907" y="1480940"/>
                </a:lnTo>
                <a:lnTo>
                  <a:pt x="91744" y="1469888"/>
                </a:lnTo>
                <a:lnTo>
                  <a:pt x="91554" y="1458837"/>
                </a:lnTo>
                <a:lnTo>
                  <a:pt x="91340" y="1447785"/>
                </a:lnTo>
                <a:lnTo>
                  <a:pt x="91102" y="1436733"/>
                </a:lnTo>
                <a:lnTo>
                  <a:pt x="90843" y="1425681"/>
                </a:lnTo>
                <a:lnTo>
                  <a:pt x="90565" y="1414629"/>
                </a:lnTo>
                <a:lnTo>
                  <a:pt x="90274" y="1403578"/>
                </a:lnTo>
                <a:lnTo>
                  <a:pt x="89976" y="1392526"/>
                </a:lnTo>
                <a:lnTo>
                  <a:pt x="89676" y="1381474"/>
                </a:lnTo>
                <a:lnTo>
                  <a:pt x="89383" y="1370422"/>
                </a:lnTo>
                <a:lnTo>
                  <a:pt x="89100" y="1359370"/>
                </a:lnTo>
                <a:lnTo>
                  <a:pt x="88832" y="1348319"/>
                </a:lnTo>
                <a:lnTo>
                  <a:pt x="88577" y="1337267"/>
                </a:lnTo>
                <a:lnTo>
                  <a:pt x="88333" y="1326215"/>
                </a:lnTo>
                <a:lnTo>
                  <a:pt x="88093" y="1315163"/>
                </a:lnTo>
                <a:lnTo>
                  <a:pt x="87848" y="1304111"/>
                </a:lnTo>
                <a:lnTo>
                  <a:pt x="87588" y="1293060"/>
                </a:lnTo>
                <a:lnTo>
                  <a:pt x="87302" y="1282008"/>
                </a:lnTo>
                <a:lnTo>
                  <a:pt x="86986" y="1270956"/>
                </a:lnTo>
                <a:lnTo>
                  <a:pt x="86636" y="1259904"/>
                </a:lnTo>
                <a:lnTo>
                  <a:pt x="86256" y="1248853"/>
                </a:lnTo>
                <a:lnTo>
                  <a:pt x="85859" y="1237801"/>
                </a:lnTo>
                <a:lnTo>
                  <a:pt x="85460" y="1226749"/>
                </a:lnTo>
                <a:lnTo>
                  <a:pt x="85080" y="1215697"/>
                </a:lnTo>
                <a:lnTo>
                  <a:pt x="84745" y="1204645"/>
                </a:lnTo>
                <a:lnTo>
                  <a:pt x="84476" y="1193594"/>
                </a:lnTo>
                <a:lnTo>
                  <a:pt x="84296" y="1182542"/>
                </a:lnTo>
                <a:lnTo>
                  <a:pt x="84218" y="1171490"/>
                </a:lnTo>
                <a:lnTo>
                  <a:pt x="84251" y="1160438"/>
                </a:lnTo>
                <a:lnTo>
                  <a:pt x="84394" y="1149386"/>
                </a:lnTo>
                <a:lnTo>
                  <a:pt x="84638" y="1138335"/>
                </a:lnTo>
                <a:lnTo>
                  <a:pt x="84970" y="1127283"/>
                </a:lnTo>
                <a:lnTo>
                  <a:pt x="85367" y="1116231"/>
                </a:lnTo>
                <a:lnTo>
                  <a:pt x="85805" y="1105179"/>
                </a:lnTo>
                <a:lnTo>
                  <a:pt x="86258" y="1094127"/>
                </a:lnTo>
                <a:lnTo>
                  <a:pt x="86698" y="1083076"/>
                </a:lnTo>
                <a:lnTo>
                  <a:pt x="87098" y="1072024"/>
                </a:lnTo>
                <a:lnTo>
                  <a:pt x="87433" y="1060972"/>
                </a:lnTo>
                <a:lnTo>
                  <a:pt x="87678" y="1049920"/>
                </a:lnTo>
                <a:lnTo>
                  <a:pt x="87811" y="1038868"/>
                </a:lnTo>
                <a:lnTo>
                  <a:pt x="87814" y="1027817"/>
                </a:lnTo>
                <a:lnTo>
                  <a:pt x="87672" y="1016765"/>
                </a:lnTo>
                <a:lnTo>
                  <a:pt x="87375" y="1005713"/>
                </a:lnTo>
                <a:lnTo>
                  <a:pt x="86923" y="994661"/>
                </a:lnTo>
                <a:lnTo>
                  <a:pt x="86323" y="983609"/>
                </a:lnTo>
                <a:lnTo>
                  <a:pt x="85596" y="972558"/>
                </a:lnTo>
                <a:lnTo>
                  <a:pt x="84771" y="961506"/>
                </a:lnTo>
                <a:lnTo>
                  <a:pt x="83892" y="950454"/>
                </a:lnTo>
                <a:lnTo>
                  <a:pt x="83009" y="939402"/>
                </a:lnTo>
                <a:lnTo>
                  <a:pt x="82178" y="928351"/>
                </a:lnTo>
                <a:lnTo>
                  <a:pt x="81454" y="917299"/>
                </a:lnTo>
                <a:lnTo>
                  <a:pt x="80888" y="906247"/>
                </a:lnTo>
                <a:lnTo>
                  <a:pt x="80518" y="895195"/>
                </a:lnTo>
                <a:lnTo>
                  <a:pt x="80370" y="884143"/>
                </a:lnTo>
                <a:lnTo>
                  <a:pt x="80447" y="873092"/>
                </a:lnTo>
                <a:lnTo>
                  <a:pt x="80737" y="862040"/>
                </a:lnTo>
                <a:lnTo>
                  <a:pt x="81209" y="850988"/>
                </a:lnTo>
                <a:lnTo>
                  <a:pt x="81820" y="839936"/>
                </a:lnTo>
                <a:lnTo>
                  <a:pt x="82519" y="828884"/>
                </a:lnTo>
                <a:lnTo>
                  <a:pt x="83251" y="817833"/>
                </a:lnTo>
                <a:lnTo>
                  <a:pt x="83965" y="806781"/>
                </a:lnTo>
                <a:lnTo>
                  <a:pt x="84620" y="795729"/>
                </a:lnTo>
                <a:lnTo>
                  <a:pt x="85181" y="784677"/>
                </a:lnTo>
                <a:lnTo>
                  <a:pt x="85628" y="773625"/>
                </a:lnTo>
                <a:lnTo>
                  <a:pt x="85948" y="762574"/>
                </a:lnTo>
                <a:lnTo>
                  <a:pt x="86139" y="751522"/>
                </a:lnTo>
                <a:lnTo>
                  <a:pt x="86204" y="740470"/>
                </a:lnTo>
                <a:lnTo>
                  <a:pt x="86150" y="729418"/>
                </a:lnTo>
                <a:lnTo>
                  <a:pt x="85985" y="718366"/>
                </a:lnTo>
                <a:lnTo>
                  <a:pt x="85718" y="707315"/>
                </a:lnTo>
                <a:lnTo>
                  <a:pt x="85359" y="696263"/>
                </a:lnTo>
                <a:lnTo>
                  <a:pt x="84919" y="685211"/>
                </a:lnTo>
                <a:lnTo>
                  <a:pt x="84412" y="674159"/>
                </a:lnTo>
                <a:lnTo>
                  <a:pt x="83857" y="663108"/>
                </a:lnTo>
                <a:lnTo>
                  <a:pt x="83278" y="652056"/>
                </a:lnTo>
                <a:lnTo>
                  <a:pt x="82704" y="641004"/>
                </a:lnTo>
                <a:lnTo>
                  <a:pt x="82168" y="629952"/>
                </a:lnTo>
                <a:lnTo>
                  <a:pt x="81704" y="618900"/>
                </a:lnTo>
                <a:lnTo>
                  <a:pt x="81344" y="607849"/>
                </a:lnTo>
                <a:lnTo>
                  <a:pt x="81115" y="596797"/>
                </a:lnTo>
                <a:lnTo>
                  <a:pt x="81034" y="585745"/>
                </a:lnTo>
                <a:lnTo>
                  <a:pt x="81110" y="574693"/>
                </a:lnTo>
                <a:lnTo>
                  <a:pt x="81336" y="563641"/>
                </a:lnTo>
                <a:lnTo>
                  <a:pt x="81698" y="552590"/>
                </a:lnTo>
                <a:lnTo>
                  <a:pt x="82169" y="541538"/>
                </a:lnTo>
                <a:lnTo>
                  <a:pt x="82717" y="530486"/>
                </a:lnTo>
                <a:lnTo>
                  <a:pt x="83309" y="519434"/>
                </a:lnTo>
                <a:lnTo>
                  <a:pt x="83909" y="508382"/>
                </a:lnTo>
                <a:lnTo>
                  <a:pt x="84488" y="497331"/>
                </a:lnTo>
                <a:lnTo>
                  <a:pt x="85025" y="486279"/>
                </a:lnTo>
                <a:lnTo>
                  <a:pt x="85504" y="475227"/>
                </a:lnTo>
                <a:lnTo>
                  <a:pt x="85919" y="464175"/>
                </a:lnTo>
                <a:lnTo>
                  <a:pt x="86269" y="453123"/>
                </a:lnTo>
                <a:lnTo>
                  <a:pt x="86561" y="442072"/>
                </a:lnTo>
                <a:lnTo>
                  <a:pt x="86804" y="431020"/>
                </a:lnTo>
                <a:lnTo>
                  <a:pt x="87008" y="419968"/>
                </a:lnTo>
                <a:lnTo>
                  <a:pt x="87181" y="408916"/>
                </a:lnTo>
                <a:lnTo>
                  <a:pt x="87330" y="397865"/>
                </a:lnTo>
                <a:lnTo>
                  <a:pt x="87459" y="386813"/>
                </a:lnTo>
                <a:lnTo>
                  <a:pt x="87569" y="375761"/>
                </a:lnTo>
                <a:lnTo>
                  <a:pt x="87658" y="364709"/>
                </a:lnTo>
                <a:lnTo>
                  <a:pt x="87725" y="353657"/>
                </a:lnTo>
                <a:lnTo>
                  <a:pt x="87767" y="342606"/>
                </a:lnTo>
                <a:lnTo>
                  <a:pt x="87784" y="331554"/>
                </a:lnTo>
                <a:lnTo>
                  <a:pt x="87777" y="320502"/>
                </a:lnTo>
                <a:lnTo>
                  <a:pt x="87750" y="309450"/>
                </a:lnTo>
                <a:lnTo>
                  <a:pt x="87709" y="298398"/>
                </a:lnTo>
                <a:lnTo>
                  <a:pt x="87662" y="287347"/>
                </a:lnTo>
                <a:lnTo>
                  <a:pt x="87613" y="276295"/>
                </a:lnTo>
                <a:lnTo>
                  <a:pt x="87566" y="265243"/>
                </a:lnTo>
                <a:lnTo>
                  <a:pt x="87519" y="254191"/>
                </a:lnTo>
                <a:lnTo>
                  <a:pt x="87460" y="243139"/>
                </a:lnTo>
                <a:lnTo>
                  <a:pt x="87366" y="232088"/>
                </a:lnTo>
                <a:lnTo>
                  <a:pt x="87200" y="221036"/>
                </a:lnTo>
                <a:lnTo>
                  <a:pt x="86906" y="209984"/>
                </a:lnTo>
                <a:lnTo>
                  <a:pt x="86413" y="198932"/>
                </a:lnTo>
                <a:lnTo>
                  <a:pt x="85627" y="187880"/>
                </a:lnTo>
                <a:lnTo>
                  <a:pt x="84438" y="176829"/>
                </a:lnTo>
                <a:lnTo>
                  <a:pt x="82723" y="165777"/>
                </a:lnTo>
                <a:lnTo>
                  <a:pt x="80353" y="154725"/>
                </a:lnTo>
                <a:lnTo>
                  <a:pt x="77201" y="143673"/>
                </a:lnTo>
                <a:lnTo>
                  <a:pt x="73163" y="132622"/>
                </a:lnTo>
                <a:lnTo>
                  <a:pt x="68170" y="121570"/>
                </a:lnTo>
                <a:lnTo>
                  <a:pt x="62208" y="110518"/>
                </a:lnTo>
                <a:lnTo>
                  <a:pt x="55337" y="99466"/>
                </a:lnTo>
                <a:lnTo>
                  <a:pt x="47703" y="88414"/>
                </a:lnTo>
                <a:lnTo>
                  <a:pt x="39546" y="77363"/>
                </a:lnTo>
                <a:lnTo>
                  <a:pt x="31190" y="66311"/>
                </a:lnTo>
                <a:lnTo>
                  <a:pt x="23034" y="55259"/>
                </a:lnTo>
                <a:lnTo>
                  <a:pt x="15518" y="44207"/>
                </a:lnTo>
                <a:lnTo>
                  <a:pt x="9090" y="33155"/>
                </a:lnTo>
                <a:lnTo>
                  <a:pt x="4160" y="22104"/>
                </a:lnTo>
                <a:lnTo>
                  <a:pt x="105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80" y="11052"/>
                </a:lnTo>
                <a:lnTo>
                  <a:pt x="183278" y="22104"/>
                </a:lnTo>
                <a:lnTo>
                  <a:pt x="178348" y="33155"/>
                </a:lnTo>
                <a:lnTo>
                  <a:pt x="171920" y="44207"/>
                </a:lnTo>
                <a:lnTo>
                  <a:pt x="164405" y="55259"/>
                </a:lnTo>
                <a:lnTo>
                  <a:pt x="156249" y="66311"/>
                </a:lnTo>
                <a:lnTo>
                  <a:pt x="147893" y="77363"/>
                </a:lnTo>
                <a:lnTo>
                  <a:pt x="139735" y="88414"/>
                </a:lnTo>
                <a:lnTo>
                  <a:pt x="132102" y="99466"/>
                </a:lnTo>
                <a:lnTo>
                  <a:pt x="125231" y="110518"/>
                </a:lnTo>
                <a:lnTo>
                  <a:pt x="119269" y="121570"/>
                </a:lnTo>
                <a:lnTo>
                  <a:pt x="114275" y="132622"/>
                </a:lnTo>
                <a:lnTo>
                  <a:pt x="110237" y="143673"/>
                </a:lnTo>
                <a:lnTo>
                  <a:pt x="107086" y="154725"/>
                </a:lnTo>
                <a:lnTo>
                  <a:pt x="104715" y="165777"/>
                </a:lnTo>
                <a:lnTo>
                  <a:pt x="103001" y="176829"/>
                </a:lnTo>
                <a:lnTo>
                  <a:pt x="101812" y="187880"/>
                </a:lnTo>
                <a:lnTo>
                  <a:pt x="101026" y="198932"/>
                </a:lnTo>
                <a:lnTo>
                  <a:pt x="100532" y="209984"/>
                </a:lnTo>
                <a:lnTo>
                  <a:pt x="100239" y="221036"/>
                </a:lnTo>
                <a:lnTo>
                  <a:pt x="100072" y="232088"/>
                </a:lnTo>
                <a:lnTo>
                  <a:pt x="99978" y="243139"/>
                </a:lnTo>
                <a:lnTo>
                  <a:pt x="99919" y="254191"/>
                </a:lnTo>
                <a:lnTo>
                  <a:pt x="99872" y="265243"/>
                </a:lnTo>
                <a:lnTo>
                  <a:pt x="99826" y="276295"/>
                </a:lnTo>
                <a:lnTo>
                  <a:pt x="99777" y="287347"/>
                </a:lnTo>
                <a:lnTo>
                  <a:pt x="99729" y="298398"/>
                </a:lnTo>
                <a:lnTo>
                  <a:pt x="99688" y="309450"/>
                </a:lnTo>
                <a:lnTo>
                  <a:pt x="99662" y="320502"/>
                </a:lnTo>
                <a:lnTo>
                  <a:pt x="99655" y="331554"/>
                </a:lnTo>
                <a:lnTo>
                  <a:pt x="99672" y="342606"/>
                </a:lnTo>
                <a:lnTo>
                  <a:pt x="99714" y="353657"/>
                </a:lnTo>
                <a:lnTo>
                  <a:pt x="99781" y="364709"/>
                </a:lnTo>
                <a:lnTo>
                  <a:pt x="99870" y="375761"/>
                </a:lnTo>
                <a:lnTo>
                  <a:pt x="99980" y="386813"/>
                </a:lnTo>
                <a:lnTo>
                  <a:pt x="100108" y="397865"/>
                </a:lnTo>
                <a:lnTo>
                  <a:pt x="100257" y="408916"/>
                </a:lnTo>
                <a:lnTo>
                  <a:pt x="100430" y="419968"/>
                </a:lnTo>
                <a:lnTo>
                  <a:pt x="100634" y="431020"/>
                </a:lnTo>
                <a:lnTo>
                  <a:pt x="100877" y="442072"/>
                </a:lnTo>
                <a:lnTo>
                  <a:pt x="101169" y="453123"/>
                </a:lnTo>
                <a:lnTo>
                  <a:pt x="101520" y="464175"/>
                </a:lnTo>
                <a:lnTo>
                  <a:pt x="101934" y="475227"/>
                </a:lnTo>
                <a:lnTo>
                  <a:pt x="102413" y="486279"/>
                </a:lnTo>
                <a:lnTo>
                  <a:pt x="102950" y="497331"/>
                </a:lnTo>
                <a:lnTo>
                  <a:pt x="103530" y="508382"/>
                </a:lnTo>
                <a:lnTo>
                  <a:pt x="104130" y="519434"/>
                </a:lnTo>
                <a:lnTo>
                  <a:pt x="104721" y="530486"/>
                </a:lnTo>
                <a:lnTo>
                  <a:pt x="105270" y="541538"/>
                </a:lnTo>
                <a:lnTo>
                  <a:pt x="105741" y="552590"/>
                </a:lnTo>
                <a:lnTo>
                  <a:pt x="106102" y="563641"/>
                </a:lnTo>
                <a:lnTo>
                  <a:pt x="106329" y="574693"/>
                </a:lnTo>
                <a:lnTo>
                  <a:pt x="106404" y="585745"/>
                </a:lnTo>
                <a:lnTo>
                  <a:pt x="106324" y="596797"/>
                </a:lnTo>
                <a:lnTo>
                  <a:pt x="106095" y="607849"/>
                </a:lnTo>
                <a:lnTo>
                  <a:pt x="105735" y="618900"/>
                </a:lnTo>
                <a:lnTo>
                  <a:pt x="105271" y="629952"/>
                </a:lnTo>
                <a:lnTo>
                  <a:pt x="104735" y="641004"/>
                </a:lnTo>
                <a:lnTo>
                  <a:pt x="104161" y="652056"/>
                </a:lnTo>
                <a:lnTo>
                  <a:pt x="103582" y="663108"/>
                </a:lnTo>
                <a:lnTo>
                  <a:pt x="103027" y="674159"/>
                </a:lnTo>
                <a:lnTo>
                  <a:pt x="102520" y="685211"/>
                </a:lnTo>
                <a:lnTo>
                  <a:pt x="102079" y="696263"/>
                </a:lnTo>
                <a:lnTo>
                  <a:pt x="101720" y="707315"/>
                </a:lnTo>
                <a:lnTo>
                  <a:pt x="101453" y="718366"/>
                </a:lnTo>
                <a:lnTo>
                  <a:pt x="101288" y="729418"/>
                </a:lnTo>
                <a:lnTo>
                  <a:pt x="101235" y="740470"/>
                </a:lnTo>
                <a:lnTo>
                  <a:pt x="101300" y="751522"/>
                </a:lnTo>
                <a:lnTo>
                  <a:pt x="101491" y="762574"/>
                </a:lnTo>
                <a:lnTo>
                  <a:pt x="101811" y="773625"/>
                </a:lnTo>
                <a:lnTo>
                  <a:pt x="102257" y="784677"/>
                </a:lnTo>
                <a:lnTo>
                  <a:pt x="102818" y="795729"/>
                </a:lnTo>
                <a:lnTo>
                  <a:pt x="103473" y="806781"/>
                </a:lnTo>
                <a:lnTo>
                  <a:pt x="104188" y="817833"/>
                </a:lnTo>
                <a:lnTo>
                  <a:pt x="104920" y="828884"/>
                </a:lnTo>
                <a:lnTo>
                  <a:pt x="105618" y="839936"/>
                </a:lnTo>
                <a:lnTo>
                  <a:pt x="106229" y="850988"/>
                </a:lnTo>
                <a:lnTo>
                  <a:pt x="106701" y="862040"/>
                </a:lnTo>
                <a:lnTo>
                  <a:pt x="106991" y="873092"/>
                </a:lnTo>
                <a:lnTo>
                  <a:pt x="107069" y="884143"/>
                </a:lnTo>
                <a:lnTo>
                  <a:pt x="106920" y="895195"/>
                </a:lnTo>
                <a:lnTo>
                  <a:pt x="106551" y="906247"/>
                </a:lnTo>
                <a:lnTo>
                  <a:pt x="105985" y="917299"/>
                </a:lnTo>
                <a:lnTo>
                  <a:pt x="105261" y="928351"/>
                </a:lnTo>
                <a:lnTo>
                  <a:pt x="104429" y="939402"/>
                </a:lnTo>
                <a:lnTo>
                  <a:pt x="103546" y="950454"/>
                </a:lnTo>
                <a:lnTo>
                  <a:pt x="102667" y="961506"/>
                </a:lnTo>
                <a:lnTo>
                  <a:pt x="101843" y="972558"/>
                </a:lnTo>
                <a:lnTo>
                  <a:pt x="101115" y="983609"/>
                </a:lnTo>
                <a:lnTo>
                  <a:pt x="100515" y="994661"/>
                </a:lnTo>
                <a:lnTo>
                  <a:pt x="100063" y="1005713"/>
                </a:lnTo>
                <a:lnTo>
                  <a:pt x="99766" y="1016765"/>
                </a:lnTo>
                <a:lnTo>
                  <a:pt x="99624" y="1027817"/>
                </a:lnTo>
                <a:lnTo>
                  <a:pt x="99627" y="1038868"/>
                </a:lnTo>
                <a:lnTo>
                  <a:pt x="99761" y="1049920"/>
                </a:lnTo>
                <a:lnTo>
                  <a:pt x="100006" y="1060972"/>
                </a:lnTo>
                <a:lnTo>
                  <a:pt x="100340" y="1072024"/>
                </a:lnTo>
                <a:lnTo>
                  <a:pt x="100740" y="1083076"/>
                </a:lnTo>
                <a:lnTo>
                  <a:pt x="101180" y="1094127"/>
                </a:lnTo>
                <a:lnTo>
                  <a:pt x="101633" y="1105179"/>
                </a:lnTo>
                <a:lnTo>
                  <a:pt x="102071" y="1116231"/>
                </a:lnTo>
                <a:lnTo>
                  <a:pt x="102469" y="1127283"/>
                </a:lnTo>
                <a:lnTo>
                  <a:pt x="102800" y="1138335"/>
                </a:lnTo>
                <a:lnTo>
                  <a:pt x="103045" y="1149386"/>
                </a:lnTo>
                <a:lnTo>
                  <a:pt x="103188" y="1160438"/>
                </a:lnTo>
                <a:lnTo>
                  <a:pt x="103220" y="1171490"/>
                </a:lnTo>
                <a:lnTo>
                  <a:pt x="103143" y="1182542"/>
                </a:lnTo>
                <a:lnTo>
                  <a:pt x="102962" y="1193594"/>
                </a:lnTo>
                <a:lnTo>
                  <a:pt x="102694" y="1204645"/>
                </a:lnTo>
                <a:lnTo>
                  <a:pt x="102358" y="1215697"/>
                </a:lnTo>
                <a:lnTo>
                  <a:pt x="101979" y="1226749"/>
                </a:lnTo>
                <a:lnTo>
                  <a:pt x="101580" y="1237801"/>
                </a:lnTo>
                <a:lnTo>
                  <a:pt x="101182" y="1248853"/>
                </a:lnTo>
                <a:lnTo>
                  <a:pt x="100803" y="1259904"/>
                </a:lnTo>
                <a:lnTo>
                  <a:pt x="100453" y="1270956"/>
                </a:lnTo>
                <a:lnTo>
                  <a:pt x="100136" y="1282008"/>
                </a:lnTo>
                <a:lnTo>
                  <a:pt x="99851" y="1293060"/>
                </a:lnTo>
                <a:lnTo>
                  <a:pt x="99590" y="1304111"/>
                </a:lnTo>
                <a:lnTo>
                  <a:pt x="99345" y="1315163"/>
                </a:lnTo>
                <a:lnTo>
                  <a:pt x="99105" y="1326215"/>
                </a:lnTo>
                <a:lnTo>
                  <a:pt x="98861" y="1337267"/>
                </a:lnTo>
                <a:lnTo>
                  <a:pt x="98607" y="1348319"/>
                </a:lnTo>
                <a:lnTo>
                  <a:pt x="98338" y="1359370"/>
                </a:lnTo>
                <a:lnTo>
                  <a:pt x="98055" y="1370422"/>
                </a:lnTo>
                <a:lnTo>
                  <a:pt x="97762" y="1381474"/>
                </a:lnTo>
                <a:lnTo>
                  <a:pt x="97463" y="1392526"/>
                </a:lnTo>
                <a:lnTo>
                  <a:pt x="97164" y="1403578"/>
                </a:lnTo>
                <a:lnTo>
                  <a:pt x="96873" y="1414629"/>
                </a:lnTo>
                <a:lnTo>
                  <a:pt x="96596" y="1425681"/>
                </a:lnTo>
                <a:lnTo>
                  <a:pt x="96336" y="1436733"/>
                </a:lnTo>
                <a:lnTo>
                  <a:pt x="96098" y="1447785"/>
                </a:lnTo>
                <a:lnTo>
                  <a:pt x="95884" y="1458837"/>
                </a:lnTo>
                <a:lnTo>
                  <a:pt x="95695" y="1469888"/>
                </a:lnTo>
                <a:lnTo>
                  <a:pt x="95532" y="1480940"/>
                </a:lnTo>
                <a:lnTo>
                  <a:pt x="95396" y="1491992"/>
                </a:lnTo>
                <a:lnTo>
                  <a:pt x="95288" y="1503044"/>
                </a:lnTo>
                <a:lnTo>
                  <a:pt x="95213" y="1514096"/>
                </a:lnTo>
                <a:lnTo>
                  <a:pt x="95174" y="1525147"/>
                </a:lnTo>
                <a:lnTo>
                  <a:pt x="95181" y="1536199"/>
                </a:lnTo>
                <a:lnTo>
                  <a:pt x="95247" y="1547251"/>
                </a:lnTo>
                <a:lnTo>
                  <a:pt x="95391" y="1558303"/>
                </a:lnTo>
                <a:lnTo>
                  <a:pt x="95638" y="1569354"/>
                </a:lnTo>
                <a:lnTo>
                  <a:pt x="96022" y="1580406"/>
                </a:lnTo>
                <a:lnTo>
                  <a:pt x="96585" y="1591458"/>
                </a:lnTo>
                <a:lnTo>
                  <a:pt x="97374" y="1602510"/>
                </a:lnTo>
                <a:lnTo>
                  <a:pt x="98442" y="1613562"/>
                </a:lnTo>
                <a:lnTo>
                  <a:pt x="99840" y="1624613"/>
                </a:lnTo>
                <a:lnTo>
                  <a:pt x="101614" y="1635665"/>
                </a:lnTo>
                <a:lnTo>
                  <a:pt x="103794" y="1646717"/>
                </a:lnTo>
                <a:lnTo>
                  <a:pt x="106388" y="1657769"/>
                </a:lnTo>
                <a:lnTo>
                  <a:pt x="109372" y="1668821"/>
                </a:lnTo>
                <a:lnTo>
                  <a:pt x="112685" y="1679872"/>
                </a:lnTo>
                <a:lnTo>
                  <a:pt x="116225" y="1690924"/>
                </a:lnTo>
                <a:lnTo>
                  <a:pt x="119852" y="1701976"/>
                </a:lnTo>
                <a:lnTo>
                  <a:pt x="123393" y="1713028"/>
                </a:lnTo>
                <a:lnTo>
                  <a:pt x="126658" y="1724080"/>
                </a:lnTo>
                <a:lnTo>
                  <a:pt x="129452" y="1735131"/>
                </a:lnTo>
                <a:lnTo>
                  <a:pt x="131595" y="1746183"/>
                </a:lnTo>
                <a:lnTo>
                  <a:pt x="132944" y="1757235"/>
                </a:lnTo>
                <a:lnTo>
                  <a:pt x="133404" y="1768287"/>
                </a:lnTo>
                <a:lnTo>
                  <a:pt x="133404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622" name="data_1621">
            <a:extLst>
              <a:ext uri="{FF2B5EF4-FFF2-40B4-BE49-F238E27FC236}">
                <a16:creationId xmlns:a16="http://schemas.microsoft.com/office/drawing/2014/main" id="{5A955A08-B786-4B84-9BFB-9081B0AF5413}"/>
              </a:ext>
            </a:extLst>
          </p:cNvPr>
          <p:cNvSpPr>
            <a:spLocks/>
          </p:cNvSpPr>
          <p:nvPr/>
        </p:nvSpPr>
        <p:spPr>
          <a:xfrm>
            <a:off x="758281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08834" y="1768287"/>
                </a:moveTo>
                <a:lnTo>
                  <a:pt x="78604" y="1768287"/>
                </a:lnTo>
                <a:lnTo>
                  <a:pt x="78777" y="1757235"/>
                </a:lnTo>
                <a:lnTo>
                  <a:pt x="79284" y="1746183"/>
                </a:lnTo>
                <a:lnTo>
                  <a:pt x="80090" y="1735131"/>
                </a:lnTo>
                <a:lnTo>
                  <a:pt x="81140" y="1724080"/>
                </a:lnTo>
                <a:lnTo>
                  <a:pt x="82369" y="1713028"/>
                </a:lnTo>
                <a:lnTo>
                  <a:pt x="83702" y="1701976"/>
                </a:lnTo>
                <a:lnTo>
                  <a:pt x="85067" y="1690924"/>
                </a:lnTo>
                <a:lnTo>
                  <a:pt x="86397" y="1679872"/>
                </a:lnTo>
                <a:lnTo>
                  <a:pt x="87640" y="1668821"/>
                </a:lnTo>
                <a:lnTo>
                  <a:pt x="88753" y="1657769"/>
                </a:lnTo>
                <a:lnTo>
                  <a:pt x="89713" y="1646717"/>
                </a:lnTo>
                <a:lnTo>
                  <a:pt x="90510" y="1635665"/>
                </a:lnTo>
                <a:lnTo>
                  <a:pt x="91144" y="1624613"/>
                </a:lnTo>
                <a:lnTo>
                  <a:pt x="91630" y="1613562"/>
                </a:lnTo>
                <a:lnTo>
                  <a:pt x="91986" y="1602510"/>
                </a:lnTo>
                <a:lnTo>
                  <a:pt x="92233" y="1591458"/>
                </a:lnTo>
                <a:lnTo>
                  <a:pt x="92397" y="1580406"/>
                </a:lnTo>
                <a:lnTo>
                  <a:pt x="92501" y="1569354"/>
                </a:lnTo>
                <a:lnTo>
                  <a:pt x="92564" y="1558303"/>
                </a:lnTo>
                <a:lnTo>
                  <a:pt x="92604" y="1547251"/>
                </a:lnTo>
                <a:lnTo>
                  <a:pt x="92634" y="1536199"/>
                </a:lnTo>
                <a:lnTo>
                  <a:pt x="92663" y="1525147"/>
                </a:lnTo>
                <a:lnTo>
                  <a:pt x="92697" y="1514096"/>
                </a:lnTo>
                <a:lnTo>
                  <a:pt x="92736" y="1503044"/>
                </a:lnTo>
                <a:lnTo>
                  <a:pt x="92780" y="1491992"/>
                </a:lnTo>
                <a:lnTo>
                  <a:pt x="92825" y="1480940"/>
                </a:lnTo>
                <a:lnTo>
                  <a:pt x="92865" y="1469888"/>
                </a:lnTo>
                <a:lnTo>
                  <a:pt x="92894" y="1458837"/>
                </a:lnTo>
                <a:lnTo>
                  <a:pt x="92906" y="1447785"/>
                </a:lnTo>
                <a:lnTo>
                  <a:pt x="92894" y="1436733"/>
                </a:lnTo>
                <a:lnTo>
                  <a:pt x="92854" y="1425681"/>
                </a:lnTo>
                <a:lnTo>
                  <a:pt x="92783" y="1414629"/>
                </a:lnTo>
                <a:lnTo>
                  <a:pt x="92680" y="1403578"/>
                </a:lnTo>
                <a:lnTo>
                  <a:pt x="92544" y="1392526"/>
                </a:lnTo>
                <a:lnTo>
                  <a:pt x="92380" y="1381474"/>
                </a:lnTo>
                <a:lnTo>
                  <a:pt x="92192" y="1370422"/>
                </a:lnTo>
                <a:lnTo>
                  <a:pt x="91986" y="1359370"/>
                </a:lnTo>
                <a:lnTo>
                  <a:pt x="91771" y="1348319"/>
                </a:lnTo>
                <a:lnTo>
                  <a:pt x="91555" y="1337267"/>
                </a:lnTo>
                <a:lnTo>
                  <a:pt x="91345" y="1326215"/>
                </a:lnTo>
                <a:lnTo>
                  <a:pt x="91150" y="1315163"/>
                </a:lnTo>
                <a:lnTo>
                  <a:pt x="90975" y="1304111"/>
                </a:lnTo>
                <a:lnTo>
                  <a:pt x="90825" y="1293060"/>
                </a:lnTo>
                <a:lnTo>
                  <a:pt x="90703" y="1282008"/>
                </a:lnTo>
                <a:lnTo>
                  <a:pt x="90611" y="1270956"/>
                </a:lnTo>
                <a:lnTo>
                  <a:pt x="90547" y="1259904"/>
                </a:lnTo>
                <a:lnTo>
                  <a:pt x="90512" y="1248853"/>
                </a:lnTo>
                <a:lnTo>
                  <a:pt x="90503" y="1237801"/>
                </a:lnTo>
                <a:lnTo>
                  <a:pt x="90520" y="1226749"/>
                </a:lnTo>
                <a:lnTo>
                  <a:pt x="90562" y="1215697"/>
                </a:lnTo>
                <a:lnTo>
                  <a:pt x="90628" y="1204645"/>
                </a:lnTo>
                <a:lnTo>
                  <a:pt x="90717" y="1193594"/>
                </a:lnTo>
                <a:lnTo>
                  <a:pt x="90827" y="1182542"/>
                </a:lnTo>
                <a:lnTo>
                  <a:pt x="90957" y="1171490"/>
                </a:lnTo>
                <a:lnTo>
                  <a:pt x="91104" y="1160438"/>
                </a:lnTo>
                <a:lnTo>
                  <a:pt x="91263" y="1149386"/>
                </a:lnTo>
                <a:lnTo>
                  <a:pt x="91429" y="1138335"/>
                </a:lnTo>
                <a:lnTo>
                  <a:pt x="91592" y="1127283"/>
                </a:lnTo>
                <a:lnTo>
                  <a:pt x="91747" y="1116231"/>
                </a:lnTo>
                <a:lnTo>
                  <a:pt x="91883" y="1105179"/>
                </a:lnTo>
                <a:lnTo>
                  <a:pt x="91992" y="1094127"/>
                </a:lnTo>
                <a:lnTo>
                  <a:pt x="92067" y="1083076"/>
                </a:lnTo>
                <a:lnTo>
                  <a:pt x="92099" y="1072024"/>
                </a:lnTo>
                <a:lnTo>
                  <a:pt x="92084" y="1060972"/>
                </a:lnTo>
                <a:lnTo>
                  <a:pt x="92015" y="1049920"/>
                </a:lnTo>
                <a:lnTo>
                  <a:pt x="91890" y="1038868"/>
                </a:lnTo>
                <a:lnTo>
                  <a:pt x="91707" y="1027817"/>
                </a:lnTo>
                <a:lnTo>
                  <a:pt x="91463" y="1016765"/>
                </a:lnTo>
                <a:lnTo>
                  <a:pt x="91160" y="1005713"/>
                </a:lnTo>
                <a:lnTo>
                  <a:pt x="90800" y="994661"/>
                </a:lnTo>
                <a:lnTo>
                  <a:pt x="90389" y="983609"/>
                </a:lnTo>
                <a:lnTo>
                  <a:pt x="89936" y="972558"/>
                </a:lnTo>
                <a:lnTo>
                  <a:pt x="89454" y="961506"/>
                </a:lnTo>
                <a:lnTo>
                  <a:pt x="88958" y="950454"/>
                </a:lnTo>
                <a:lnTo>
                  <a:pt x="88470" y="939402"/>
                </a:lnTo>
                <a:lnTo>
                  <a:pt x="88011" y="928351"/>
                </a:lnTo>
                <a:lnTo>
                  <a:pt x="87603" y="917299"/>
                </a:lnTo>
                <a:lnTo>
                  <a:pt x="87267" y="906247"/>
                </a:lnTo>
                <a:lnTo>
                  <a:pt x="87020" y="895195"/>
                </a:lnTo>
                <a:lnTo>
                  <a:pt x="86874" y="884143"/>
                </a:lnTo>
                <a:lnTo>
                  <a:pt x="86833" y="873092"/>
                </a:lnTo>
                <a:lnTo>
                  <a:pt x="86894" y="862040"/>
                </a:lnTo>
                <a:lnTo>
                  <a:pt x="87046" y="850988"/>
                </a:lnTo>
                <a:lnTo>
                  <a:pt x="87271" y="839936"/>
                </a:lnTo>
                <a:lnTo>
                  <a:pt x="87549" y="828884"/>
                </a:lnTo>
                <a:lnTo>
                  <a:pt x="87854" y="817833"/>
                </a:lnTo>
                <a:lnTo>
                  <a:pt x="88160" y="806781"/>
                </a:lnTo>
                <a:lnTo>
                  <a:pt x="88443" y="795729"/>
                </a:lnTo>
                <a:lnTo>
                  <a:pt x="88683" y="784677"/>
                </a:lnTo>
                <a:lnTo>
                  <a:pt x="88860" y="773625"/>
                </a:lnTo>
                <a:lnTo>
                  <a:pt x="88962" y="762574"/>
                </a:lnTo>
                <a:lnTo>
                  <a:pt x="88979" y="751522"/>
                </a:lnTo>
                <a:lnTo>
                  <a:pt x="88906" y="740470"/>
                </a:lnTo>
                <a:lnTo>
                  <a:pt x="88741" y="729418"/>
                </a:lnTo>
                <a:lnTo>
                  <a:pt x="88486" y="718366"/>
                </a:lnTo>
                <a:lnTo>
                  <a:pt x="88149" y="707315"/>
                </a:lnTo>
                <a:lnTo>
                  <a:pt x="87740" y="696263"/>
                </a:lnTo>
                <a:lnTo>
                  <a:pt x="87273" y="685211"/>
                </a:lnTo>
                <a:lnTo>
                  <a:pt x="86769" y="674159"/>
                </a:lnTo>
                <a:lnTo>
                  <a:pt x="86250" y="663108"/>
                </a:lnTo>
                <a:lnTo>
                  <a:pt x="85744" y="652056"/>
                </a:lnTo>
                <a:lnTo>
                  <a:pt x="85277" y="641004"/>
                </a:lnTo>
                <a:lnTo>
                  <a:pt x="84878" y="629952"/>
                </a:lnTo>
                <a:lnTo>
                  <a:pt x="84571" y="618900"/>
                </a:lnTo>
                <a:lnTo>
                  <a:pt x="84374" y="607849"/>
                </a:lnTo>
                <a:lnTo>
                  <a:pt x="84299" y="596797"/>
                </a:lnTo>
                <a:lnTo>
                  <a:pt x="84349" y="585745"/>
                </a:lnTo>
                <a:lnTo>
                  <a:pt x="84516" y="574693"/>
                </a:lnTo>
                <a:lnTo>
                  <a:pt x="84785" y="563641"/>
                </a:lnTo>
                <a:lnTo>
                  <a:pt x="85134" y="552590"/>
                </a:lnTo>
                <a:lnTo>
                  <a:pt x="85538" y="541538"/>
                </a:lnTo>
                <a:lnTo>
                  <a:pt x="85968" y="530486"/>
                </a:lnTo>
                <a:lnTo>
                  <a:pt x="86399" y="519434"/>
                </a:lnTo>
                <a:lnTo>
                  <a:pt x="86807" y="508382"/>
                </a:lnTo>
                <a:lnTo>
                  <a:pt x="87178" y="497331"/>
                </a:lnTo>
                <a:lnTo>
                  <a:pt x="87500" y="486279"/>
                </a:lnTo>
                <a:lnTo>
                  <a:pt x="87769" y="475227"/>
                </a:lnTo>
                <a:lnTo>
                  <a:pt x="87986" y="464175"/>
                </a:lnTo>
                <a:lnTo>
                  <a:pt x="88156" y="453123"/>
                </a:lnTo>
                <a:lnTo>
                  <a:pt x="88284" y="442072"/>
                </a:lnTo>
                <a:lnTo>
                  <a:pt x="88377" y="431020"/>
                </a:lnTo>
                <a:lnTo>
                  <a:pt x="88440" y="419968"/>
                </a:lnTo>
                <a:lnTo>
                  <a:pt x="88477" y="408916"/>
                </a:lnTo>
                <a:lnTo>
                  <a:pt x="88490" y="397865"/>
                </a:lnTo>
                <a:lnTo>
                  <a:pt x="88480" y="386813"/>
                </a:lnTo>
                <a:lnTo>
                  <a:pt x="88448" y="375761"/>
                </a:lnTo>
                <a:lnTo>
                  <a:pt x="88396" y="364709"/>
                </a:lnTo>
                <a:lnTo>
                  <a:pt x="88327" y="353657"/>
                </a:lnTo>
                <a:lnTo>
                  <a:pt x="88244" y="342606"/>
                </a:lnTo>
                <a:lnTo>
                  <a:pt x="88155" y="331554"/>
                </a:lnTo>
                <a:lnTo>
                  <a:pt x="88066" y="320502"/>
                </a:lnTo>
                <a:lnTo>
                  <a:pt x="87987" y="309450"/>
                </a:lnTo>
                <a:lnTo>
                  <a:pt x="87925" y="298398"/>
                </a:lnTo>
                <a:lnTo>
                  <a:pt x="87885" y="287347"/>
                </a:lnTo>
                <a:lnTo>
                  <a:pt x="87868" y="276295"/>
                </a:lnTo>
                <a:lnTo>
                  <a:pt x="87872" y="265243"/>
                </a:lnTo>
                <a:lnTo>
                  <a:pt x="87883" y="254191"/>
                </a:lnTo>
                <a:lnTo>
                  <a:pt x="87881" y="243139"/>
                </a:lnTo>
                <a:lnTo>
                  <a:pt x="87832" y="232088"/>
                </a:lnTo>
                <a:lnTo>
                  <a:pt x="87690" y="221036"/>
                </a:lnTo>
                <a:lnTo>
                  <a:pt x="87395" y="209984"/>
                </a:lnTo>
                <a:lnTo>
                  <a:pt x="86869" y="198932"/>
                </a:lnTo>
                <a:lnTo>
                  <a:pt x="86020" y="187880"/>
                </a:lnTo>
                <a:lnTo>
                  <a:pt x="84739" y="176829"/>
                </a:lnTo>
                <a:lnTo>
                  <a:pt x="82908" y="165777"/>
                </a:lnTo>
                <a:lnTo>
                  <a:pt x="80407" y="154725"/>
                </a:lnTo>
                <a:lnTo>
                  <a:pt x="77118" y="143673"/>
                </a:lnTo>
                <a:lnTo>
                  <a:pt x="72948" y="132622"/>
                </a:lnTo>
                <a:lnTo>
                  <a:pt x="67838" y="121570"/>
                </a:lnTo>
                <a:lnTo>
                  <a:pt x="61785" y="110518"/>
                </a:lnTo>
                <a:lnTo>
                  <a:pt x="54858" y="99466"/>
                </a:lnTo>
                <a:lnTo>
                  <a:pt x="47206" y="88414"/>
                </a:lnTo>
                <a:lnTo>
                  <a:pt x="39068" y="77363"/>
                </a:lnTo>
                <a:lnTo>
                  <a:pt x="30767" y="66311"/>
                </a:lnTo>
                <a:lnTo>
                  <a:pt x="22692" y="55259"/>
                </a:lnTo>
                <a:lnTo>
                  <a:pt x="15271" y="44207"/>
                </a:lnTo>
                <a:lnTo>
                  <a:pt x="8938" y="33155"/>
                </a:lnTo>
                <a:lnTo>
                  <a:pt x="4088" y="22104"/>
                </a:lnTo>
                <a:lnTo>
                  <a:pt x="1040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99" y="11052"/>
                </a:lnTo>
                <a:lnTo>
                  <a:pt x="183351" y="22104"/>
                </a:lnTo>
                <a:lnTo>
                  <a:pt x="178501" y="33155"/>
                </a:lnTo>
                <a:lnTo>
                  <a:pt x="172168" y="44207"/>
                </a:lnTo>
                <a:lnTo>
                  <a:pt x="164747" y="55259"/>
                </a:lnTo>
                <a:lnTo>
                  <a:pt x="156671" y="66311"/>
                </a:lnTo>
                <a:lnTo>
                  <a:pt x="148370" y="77363"/>
                </a:lnTo>
                <a:lnTo>
                  <a:pt x="140233" y="88414"/>
                </a:lnTo>
                <a:lnTo>
                  <a:pt x="132581" y="99466"/>
                </a:lnTo>
                <a:lnTo>
                  <a:pt x="125653" y="110518"/>
                </a:lnTo>
                <a:lnTo>
                  <a:pt x="119601" y="121570"/>
                </a:lnTo>
                <a:lnTo>
                  <a:pt x="114491" y="132622"/>
                </a:lnTo>
                <a:lnTo>
                  <a:pt x="110321" y="143673"/>
                </a:lnTo>
                <a:lnTo>
                  <a:pt x="107032" y="154725"/>
                </a:lnTo>
                <a:lnTo>
                  <a:pt x="104530" y="165777"/>
                </a:lnTo>
                <a:lnTo>
                  <a:pt x="102699" y="176829"/>
                </a:lnTo>
                <a:lnTo>
                  <a:pt x="101419" y="187880"/>
                </a:lnTo>
                <a:lnTo>
                  <a:pt x="100569" y="198932"/>
                </a:lnTo>
                <a:lnTo>
                  <a:pt x="100043" y="209984"/>
                </a:lnTo>
                <a:lnTo>
                  <a:pt x="99748" y="221036"/>
                </a:lnTo>
                <a:lnTo>
                  <a:pt x="99606" y="232088"/>
                </a:lnTo>
                <a:lnTo>
                  <a:pt x="99558" y="243139"/>
                </a:lnTo>
                <a:lnTo>
                  <a:pt x="99555" y="254191"/>
                </a:lnTo>
                <a:lnTo>
                  <a:pt x="99566" y="265243"/>
                </a:lnTo>
                <a:lnTo>
                  <a:pt x="99570" y="276295"/>
                </a:lnTo>
                <a:lnTo>
                  <a:pt x="99554" y="287347"/>
                </a:lnTo>
                <a:lnTo>
                  <a:pt x="99514" y="298398"/>
                </a:lnTo>
                <a:lnTo>
                  <a:pt x="99451" y="309450"/>
                </a:lnTo>
                <a:lnTo>
                  <a:pt x="99372" y="320502"/>
                </a:lnTo>
                <a:lnTo>
                  <a:pt x="99284" y="331554"/>
                </a:lnTo>
                <a:lnTo>
                  <a:pt x="99194" y="342606"/>
                </a:lnTo>
                <a:lnTo>
                  <a:pt x="99112" y="353657"/>
                </a:lnTo>
                <a:lnTo>
                  <a:pt x="99042" y="364709"/>
                </a:lnTo>
                <a:lnTo>
                  <a:pt x="98990" y="375761"/>
                </a:lnTo>
                <a:lnTo>
                  <a:pt x="98958" y="386813"/>
                </a:lnTo>
                <a:lnTo>
                  <a:pt x="98949" y="397865"/>
                </a:lnTo>
                <a:lnTo>
                  <a:pt x="98961" y="408916"/>
                </a:lnTo>
                <a:lnTo>
                  <a:pt x="98998" y="419968"/>
                </a:lnTo>
                <a:lnTo>
                  <a:pt x="99061" y="431020"/>
                </a:lnTo>
                <a:lnTo>
                  <a:pt x="99154" y="442072"/>
                </a:lnTo>
                <a:lnTo>
                  <a:pt x="99282" y="453123"/>
                </a:lnTo>
                <a:lnTo>
                  <a:pt x="99452" y="464175"/>
                </a:lnTo>
                <a:lnTo>
                  <a:pt x="99670" y="475227"/>
                </a:lnTo>
                <a:lnTo>
                  <a:pt x="99939" y="486279"/>
                </a:lnTo>
                <a:lnTo>
                  <a:pt x="100261" y="497331"/>
                </a:lnTo>
                <a:lnTo>
                  <a:pt x="100631" y="508382"/>
                </a:lnTo>
                <a:lnTo>
                  <a:pt x="101040" y="519434"/>
                </a:lnTo>
                <a:lnTo>
                  <a:pt x="101470" y="530486"/>
                </a:lnTo>
                <a:lnTo>
                  <a:pt x="101900" y="541538"/>
                </a:lnTo>
                <a:lnTo>
                  <a:pt x="102304" y="552590"/>
                </a:lnTo>
                <a:lnTo>
                  <a:pt x="102654" y="563641"/>
                </a:lnTo>
                <a:lnTo>
                  <a:pt x="102923" y="574693"/>
                </a:lnTo>
                <a:lnTo>
                  <a:pt x="103090" y="585745"/>
                </a:lnTo>
                <a:lnTo>
                  <a:pt x="103139" y="596797"/>
                </a:lnTo>
                <a:lnTo>
                  <a:pt x="103064" y="607849"/>
                </a:lnTo>
                <a:lnTo>
                  <a:pt x="102867" y="618900"/>
                </a:lnTo>
                <a:lnTo>
                  <a:pt x="102560" y="629952"/>
                </a:lnTo>
                <a:lnTo>
                  <a:pt x="102161" y="641004"/>
                </a:lnTo>
                <a:lnTo>
                  <a:pt x="101695" y="652056"/>
                </a:lnTo>
                <a:lnTo>
                  <a:pt x="101188" y="663108"/>
                </a:lnTo>
                <a:lnTo>
                  <a:pt x="100670" y="674159"/>
                </a:lnTo>
                <a:lnTo>
                  <a:pt x="100165" y="685211"/>
                </a:lnTo>
                <a:lnTo>
                  <a:pt x="99699" y="696263"/>
                </a:lnTo>
                <a:lnTo>
                  <a:pt x="99289" y="707315"/>
                </a:lnTo>
                <a:lnTo>
                  <a:pt x="98952" y="718366"/>
                </a:lnTo>
                <a:lnTo>
                  <a:pt x="98698" y="729418"/>
                </a:lnTo>
                <a:lnTo>
                  <a:pt x="98532" y="740470"/>
                </a:lnTo>
                <a:lnTo>
                  <a:pt x="98459" y="751522"/>
                </a:lnTo>
                <a:lnTo>
                  <a:pt x="98476" y="762574"/>
                </a:lnTo>
                <a:lnTo>
                  <a:pt x="98578" y="773625"/>
                </a:lnTo>
                <a:lnTo>
                  <a:pt x="98756" y="784677"/>
                </a:lnTo>
                <a:lnTo>
                  <a:pt x="98995" y="795729"/>
                </a:lnTo>
                <a:lnTo>
                  <a:pt x="99279" y="806781"/>
                </a:lnTo>
                <a:lnTo>
                  <a:pt x="99585" y="817833"/>
                </a:lnTo>
                <a:lnTo>
                  <a:pt x="99889" y="828884"/>
                </a:lnTo>
                <a:lnTo>
                  <a:pt x="100167" y="839936"/>
                </a:lnTo>
                <a:lnTo>
                  <a:pt x="100393" y="850988"/>
                </a:lnTo>
                <a:lnTo>
                  <a:pt x="100545" y="862040"/>
                </a:lnTo>
                <a:lnTo>
                  <a:pt x="100606" y="873092"/>
                </a:lnTo>
                <a:lnTo>
                  <a:pt x="100565" y="884143"/>
                </a:lnTo>
                <a:lnTo>
                  <a:pt x="100418" y="895195"/>
                </a:lnTo>
                <a:lnTo>
                  <a:pt x="100172" y="906247"/>
                </a:lnTo>
                <a:lnTo>
                  <a:pt x="99836" y="917299"/>
                </a:lnTo>
                <a:lnTo>
                  <a:pt x="99428" y="928351"/>
                </a:lnTo>
                <a:lnTo>
                  <a:pt x="98968" y="939402"/>
                </a:lnTo>
                <a:lnTo>
                  <a:pt x="98480" y="950454"/>
                </a:lnTo>
                <a:lnTo>
                  <a:pt x="97985" y="961506"/>
                </a:lnTo>
                <a:lnTo>
                  <a:pt x="97502" y="972558"/>
                </a:lnTo>
                <a:lnTo>
                  <a:pt x="97049" y="983609"/>
                </a:lnTo>
                <a:lnTo>
                  <a:pt x="96639" y="994661"/>
                </a:lnTo>
                <a:lnTo>
                  <a:pt x="96279" y="1005713"/>
                </a:lnTo>
                <a:lnTo>
                  <a:pt x="95976" y="1016765"/>
                </a:lnTo>
                <a:lnTo>
                  <a:pt x="95732" y="1027817"/>
                </a:lnTo>
                <a:lnTo>
                  <a:pt x="95548" y="1038868"/>
                </a:lnTo>
                <a:lnTo>
                  <a:pt x="95423" y="1049920"/>
                </a:lnTo>
                <a:lnTo>
                  <a:pt x="95355" y="1060972"/>
                </a:lnTo>
                <a:lnTo>
                  <a:pt x="95339" y="1072024"/>
                </a:lnTo>
                <a:lnTo>
                  <a:pt x="95372" y="1083076"/>
                </a:lnTo>
                <a:lnTo>
                  <a:pt x="95446" y="1094127"/>
                </a:lnTo>
                <a:lnTo>
                  <a:pt x="95555" y="1105179"/>
                </a:lnTo>
                <a:lnTo>
                  <a:pt x="95692" y="1116231"/>
                </a:lnTo>
                <a:lnTo>
                  <a:pt x="95846" y="1127283"/>
                </a:lnTo>
                <a:lnTo>
                  <a:pt x="96010" y="1138335"/>
                </a:lnTo>
                <a:lnTo>
                  <a:pt x="96175" y="1149386"/>
                </a:lnTo>
                <a:lnTo>
                  <a:pt x="96334" y="1160438"/>
                </a:lnTo>
                <a:lnTo>
                  <a:pt x="96481" y="1171490"/>
                </a:lnTo>
                <a:lnTo>
                  <a:pt x="96611" y="1182542"/>
                </a:lnTo>
                <a:lnTo>
                  <a:pt x="96722" y="1193594"/>
                </a:lnTo>
                <a:lnTo>
                  <a:pt x="96811" y="1204645"/>
                </a:lnTo>
                <a:lnTo>
                  <a:pt x="96876" y="1215697"/>
                </a:lnTo>
                <a:lnTo>
                  <a:pt x="96918" y="1226749"/>
                </a:lnTo>
                <a:lnTo>
                  <a:pt x="96935" y="1237801"/>
                </a:lnTo>
                <a:lnTo>
                  <a:pt x="96927" y="1248853"/>
                </a:lnTo>
                <a:lnTo>
                  <a:pt x="96891" y="1259904"/>
                </a:lnTo>
                <a:lnTo>
                  <a:pt x="96828" y="1270956"/>
                </a:lnTo>
                <a:lnTo>
                  <a:pt x="96735" y="1282008"/>
                </a:lnTo>
                <a:lnTo>
                  <a:pt x="96613" y="1293060"/>
                </a:lnTo>
                <a:lnTo>
                  <a:pt x="96463" y="1304111"/>
                </a:lnTo>
                <a:lnTo>
                  <a:pt x="96288" y="1315163"/>
                </a:lnTo>
                <a:lnTo>
                  <a:pt x="96093" y="1326215"/>
                </a:lnTo>
                <a:lnTo>
                  <a:pt x="95884" y="1337267"/>
                </a:lnTo>
                <a:lnTo>
                  <a:pt x="95667" y="1348319"/>
                </a:lnTo>
                <a:lnTo>
                  <a:pt x="95452" y="1359370"/>
                </a:lnTo>
                <a:lnTo>
                  <a:pt x="95246" y="1370422"/>
                </a:lnTo>
                <a:lnTo>
                  <a:pt x="95058" y="1381474"/>
                </a:lnTo>
                <a:lnTo>
                  <a:pt x="94894" y="1392526"/>
                </a:lnTo>
                <a:lnTo>
                  <a:pt x="94759" y="1403578"/>
                </a:lnTo>
                <a:lnTo>
                  <a:pt x="94655" y="1414629"/>
                </a:lnTo>
                <a:lnTo>
                  <a:pt x="94584" y="1425681"/>
                </a:lnTo>
                <a:lnTo>
                  <a:pt x="94544" y="1436733"/>
                </a:lnTo>
                <a:lnTo>
                  <a:pt x="94533" y="1447785"/>
                </a:lnTo>
                <a:lnTo>
                  <a:pt x="94545" y="1458837"/>
                </a:lnTo>
                <a:lnTo>
                  <a:pt x="94574" y="1469888"/>
                </a:lnTo>
                <a:lnTo>
                  <a:pt x="94614" y="1480940"/>
                </a:lnTo>
                <a:lnTo>
                  <a:pt x="94658" y="1491992"/>
                </a:lnTo>
                <a:lnTo>
                  <a:pt x="94702" y="1503044"/>
                </a:lnTo>
                <a:lnTo>
                  <a:pt x="94742" y="1514096"/>
                </a:lnTo>
                <a:lnTo>
                  <a:pt x="94775" y="1525147"/>
                </a:lnTo>
                <a:lnTo>
                  <a:pt x="94805" y="1536199"/>
                </a:lnTo>
                <a:lnTo>
                  <a:pt x="94835" y="1547251"/>
                </a:lnTo>
                <a:lnTo>
                  <a:pt x="94875" y="1558303"/>
                </a:lnTo>
                <a:lnTo>
                  <a:pt x="94938" y="1569354"/>
                </a:lnTo>
                <a:lnTo>
                  <a:pt x="95041" y="1580406"/>
                </a:lnTo>
                <a:lnTo>
                  <a:pt x="95205" y="1591458"/>
                </a:lnTo>
                <a:lnTo>
                  <a:pt x="95453" y="1602510"/>
                </a:lnTo>
                <a:lnTo>
                  <a:pt x="95808" y="1613562"/>
                </a:lnTo>
                <a:lnTo>
                  <a:pt x="96294" y="1624613"/>
                </a:lnTo>
                <a:lnTo>
                  <a:pt x="96929" y="1635665"/>
                </a:lnTo>
                <a:lnTo>
                  <a:pt x="97725" y="1646717"/>
                </a:lnTo>
                <a:lnTo>
                  <a:pt x="98685" y="1657769"/>
                </a:lnTo>
                <a:lnTo>
                  <a:pt x="99799" y="1668821"/>
                </a:lnTo>
                <a:lnTo>
                  <a:pt x="101041" y="1679872"/>
                </a:lnTo>
                <a:lnTo>
                  <a:pt x="102372" y="1690924"/>
                </a:lnTo>
                <a:lnTo>
                  <a:pt x="103737" y="1701976"/>
                </a:lnTo>
                <a:lnTo>
                  <a:pt x="105070" y="1713028"/>
                </a:lnTo>
                <a:lnTo>
                  <a:pt x="106298" y="1724080"/>
                </a:lnTo>
                <a:lnTo>
                  <a:pt x="107349" y="1735131"/>
                </a:lnTo>
                <a:lnTo>
                  <a:pt x="108154" y="1746183"/>
                </a:lnTo>
                <a:lnTo>
                  <a:pt x="108661" y="1757235"/>
                </a:lnTo>
                <a:lnTo>
                  <a:pt x="108834" y="1768287"/>
                </a:lnTo>
                <a:lnTo>
                  <a:pt x="108834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623" name="data_1622">
            <a:extLst>
              <a:ext uri="{FF2B5EF4-FFF2-40B4-BE49-F238E27FC236}">
                <a16:creationId xmlns:a16="http://schemas.microsoft.com/office/drawing/2014/main" id="{14FBD7E5-3CF6-41DB-B3F7-E95D5F1B639F}"/>
              </a:ext>
            </a:extLst>
          </p:cNvPr>
          <p:cNvSpPr>
            <a:spLocks/>
          </p:cNvSpPr>
          <p:nvPr/>
        </p:nvSpPr>
        <p:spPr>
          <a:xfrm>
            <a:off x="811473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87438" y="1768287"/>
                </a:moveTo>
                <a:lnTo>
                  <a:pt x="0" y="1768287"/>
                </a:lnTo>
                <a:lnTo>
                  <a:pt x="1020" y="1757235"/>
                </a:lnTo>
                <a:lnTo>
                  <a:pt x="4011" y="1746183"/>
                </a:lnTo>
                <a:lnTo>
                  <a:pt x="8766" y="1735131"/>
                </a:lnTo>
                <a:lnTo>
                  <a:pt x="14972" y="1724080"/>
                </a:lnTo>
                <a:lnTo>
                  <a:pt x="22237" y="1713028"/>
                </a:lnTo>
                <a:lnTo>
                  <a:pt x="30135" y="1701976"/>
                </a:lnTo>
                <a:lnTo>
                  <a:pt x="38244" y="1690924"/>
                </a:lnTo>
                <a:lnTo>
                  <a:pt x="46185" y="1679872"/>
                </a:lnTo>
                <a:lnTo>
                  <a:pt x="53646" y="1668821"/>
                </a:lnTo>
                <a:lnTo>
                  <a:pt x="60399" y="1657769"/>
                </a:lnTo>
                <a:lnTo>
                  <a:pt x="66304" y="1646717"/>
                </a:lnTo>
                <a:lnTo>
                  <a:pt x="71301" y="1635665"/>
                </a:lnTo>
                <a:lnTo>
                  <a:pt x="75403" y="1624613"/>
                </a:lnTo>
                <a:lnTo>
                  <a:pt x="78673" y="1613562"/>
                </a:lnTo>
                <a:lnTo>
                  <a:pt x="81211" y="1602510"/>
                </a:lnTo>
                <a:lnTo>
                  <a:pt x="83131" y="1591458"/>
                </a:lnTo>
                <a:lnTo>
                  <a:pt x="84557" y="1580406"/>
                </a:lnTo>
                <a:lnTo>
                  <a:pt x="85601" y="1569354"/>
                </a:lnTo>
                <a:lnTo>
                  <a:pt x="86366" y="1558303"/>
                </a:lnTo>
                <a:lnTo>
                  <a:pt x="86937" y="1547251"/>
                </a:lnTo>
                <a:lnTo>
                  <a:pt x="87381" y="1536199"/>
                </a:lnTo>
                <a:lnTo>
                  <a:pt x="87748" y="1525147"/>
                </a:lnTo>
                <a:lnTo>
                  <a:pt x="88073" y="1514096"/>
                </a:lnTo>
                <a:lnTo>
                  <a:pt x="88378" y="1503044"/>
                </a:lnTo>
                <a:lnTo>
                  <a:pt x="88674" y="1491992"/>
                </a:lnTo>
                <a:lnTo>
                  <a:pt x="88964" y="1480940"/>
                </a:lnTo>
                <a:lnTo>
                  <a:pt x="89247" y="1469888"/>
                </a:lnTo>
                <a:lnTo>
                  <a:pt x="89517" y="1458837"/>
                </a:lnTo>
                <a:lnTo>
                  <a:pt x="89767" y="1447785"/>
                </a:lnTo>
                <a:lnTo>
                  <a:pt x="89990" y="1436733"/>
                </a:lnTo>
                <a:lnTo>
                  <a:pt x="90179" y="1425681"/>
                </a:lnTo>
                <a:lnTo>
                  <a:pt x="90328" y="1414629"/>
                </a:lnTo>
                <a:lnTo>
                  <a:pt x="90433" y="1403578"/>
                </a:lnTo>
                <a:lnTo>
                  <a:pt x="90492" y="1392526"/>
                </a:lnTo>
                <a:lnTo>
                  <a:pt x="90502" y="1381474"/>
                </a:lnTo>
                <a:lnTo>
                  <a:pt x="90464" y="1370422"/>
                </a:lnTo>
                <a:lnTo>
                  <a:pt x="90379" y="1359370"/>
                </a:lnTo>
                <a:lnTo>
                  <a:pt x="90248" y="1348319"/>
                </a:lnTo>
                <a:lnTo>
                  <a:pt x="90073" y="1337267"/>
                </a:lnTo>
                <a:lnTo>
                  <a:pt x="89858" y="1326215"/>
                </a:lnTo>
                <a:lnTo>
                  <a:pt x="89606" y="1315163"/>
                </a:lnTo>
                <a:lnTo>
                  <a:pt x="89321" y="1304111"/>
                </a:lnTo>
                <a:lnTo>
                  <a:pt x="89007" y="1293060"/>
                </a:lnTo>
                <a:lnTo>
                  <a:pt x="88671" y="1282008"/>
                </a:lnTo>
                <a:lnTo>
                  <a:pt x="88318" y="1270956"/>
                </a:lnTo>
                <a:lnTo>
                  <a:pt x="87959" y="1259904"/>
                </a:lnTo>
                <a:lnTo>
                  <a:pt x="87602" y="1248853"/>
                </a:lnTo>
                <a:lnTo>
                  <a:pt x="87260" y="1237801"/>
                </a:lnTo>
                <a:lnTo>
                  <a:pt x="86944" y="1226749"/>
                </a:lnTo>
                <a:lnTo>
                  <a:pt x="86667" y="1215697"/>
                </a:lnTo>
                <a:lnTo>
                  <a:pt x="86441" y="1204645"/>
                </a:lnTo>
                <a:lnTo>
                  <a:pt x="86277" y="1193594"/>
                </a:lnTo>
                <a:lnTo>
                  <a:pt x="86179" y="1182542"/>
                </a:lnTo>
                <a:lnTo>
                  <a:pt x="86151" y="1171490"/>
                </a:lnTo>
                <a:lnTo>
                  <a:pt x="86192" y="1160438"/>
                </a:lnTo>
                <a:lnTo>
                  <a:pt x="86295" y="1149386"/>
                </a:lnTo>
                <a:lnTo>
                  <a:pt x="86450" y="1138335"/>
                </a:lnTo>
                <a:lnTo>
                  <a:pt x="86646" y="1127283"/>
                </a:lnTo>
                <a:lnTo>
                  <a:pt x="86867" y="1116231"/>
                </a:lnTo>
                <a:lnTo>
                  <a:pt x="87099" y="1105179"/>
                </a:lnTo>
                <a:lnTo>
                  <a:pt x="87326" y="1094127"/>
                </a:lnTo>
                <a:lnTo>
                  <a:pt x="87534" y="1083076"/>
                </a:lnTo>
                <a:lnTo>
                  <a:pt x="87708" y="1072024"/>
                </a:lnTo>
                <a:lnTo>
                  <a:pt x="87832" y="1060972"/>
                </a:lnTo>
                <a:lnTo>
                  <a:pt x="87893" y="1049920"/>
                </a:lnTo>
                <a:lnTo>
                  <a:pt x="87874" y="1038868"/>
                </a:lnTo>
                <a:lnTo>
                  <a:pt x="87759" y="1027817"/>
                </a:lnTo>
                <a:lnTo>
                  <a:pt x="87536" y="1016765"/>
                </a:lnTo>
                <a:lnTo>
                  <a:pt x="87191" y="1005713"/>
                </a:lnTo>
                <a:lnTo>
                  <a:pt x="86718" y="994661"/>
                </a:lnTo>
                <a:lnTo>
                  <a:pt x="86119" y="983609"/>
                </a:lnTo>
                <a:lnTo>
                  <a:pt x="85405" y="972558"/>
                </a:lnTo>
                <a:lnTo>
                  <a:pt x="84598" y="961506"/>
                </a:lnTo>
                <a:lnTo>
                  <a:pt x="83734" y="950454"/>
                </a:lnTo>
                <a:lnTo>
                  <a:pt x="82855" y="939402"/>
                </a:lnTo>
                <a:lnTo>
                  <a:pt x="82014" y="928351"/>
                </a:lnTo>
                <a:lnTo>
                  <a:pt x="81266" y="917299"/>
                </a:lnTo>
                <a:lnTo>
                  <a:pt x="80661" y="906247"/>
                </a:lnTo>
                <a:lnTo>
                  <a:pt x="80245" y="895195"/>
                </a:lnTo>
                <a:lnTo>
                  <a:pt x="80047" y="884143"/>
                </a:lnTo>
                <a:lnTo>
                  <a:pt x="80082" y="873092"/>
                </a:lnTo>
                <a:lnTo>
                  <a:pt x="80346" y="862040"/>
                </a:lnTo>
                <a:lnTo>
                  <a:pt x="80818" y="850988"/>
                </a:lnTo>
                <a:lnTo>
                  <a:pt x="81462" y="839936"/>
                </a:lnTo>
                <a:lnTo>
                  <a:pt x="82231" y="828884"/>
                </a:lnTo>
                <a:lnTo>
                  <a:pt x="83073" y="817833"/>
                </a:lnTo>
                <a:lnTo>
                  <a:pt x="83938" y="806781"/>
                </a:lnTo>
                <a:lnTo>
                  <a:pt x="84780" y="795729"/>
                </a:lnTo>
                <a:lnTo>
                  <a:pt x="85561" y="784677"/>
                </a:lnTo>
                <a:lnTo>
                  <a:pt x="86256" y="773625"/>
                </a:lnTo>
                <a:lnTo>
                  <a:pt x="86850" y="762574"/>
                </a:lnTo>
                <a:lnTo>
                  <a:pt x="87339" y="751522"/>
                </a:lnTo>
                <a:lnTo>
                  <a:pt x="87727" y="740470"/>
                </a:lnTo>
                <a:lnTo>
                  <a:pt x="88025" y="729418"/>
                </a:lnTo>
                <a:lnTo>
                  <a:pt x="88249" y="718366"/>
                </a:lnTo>
                <a:lnTo>
                  <a:pt x="88412" y="707315"/>
                </a:lnTo>
                <a:lnTo>
                  <a:pt x="88531" y="696263"/>
                </a:lnTo>
                <a:lnTo>
                  <a:pt x="88618" y="685211"/>
                </a:lnTo>
                <a:lnTo>
                  <a:pt x="88686" y="674159"/>
                </a:lnTo>
                <a:lnTo>
                  <a:pt x="88741" y="663108"/>
                </a:lnTo>
                <a:lnTo>
                  <a:pt x="88791" y="652056"/>
                </a:lnTo>
                <a:lnTo>
                  <a:pt x="88840" y="641004"/>
                </a:lnTo>
                <a:lnTo>
                  <a:pt x="88891" y="629952"/>
                </a:lnTo>
                <a:lnTo>
                  <a:pt x="88947" y="618900"/>
                </a:lnTo>
                <a:lnTo>
                  <a:pt x="89007" y="607849"/>
                </a:lnTo>
                <a:lnTo>
                  <a:pt x="89072" y="596797"/>
                </a:lnTo>
                <a:lnTo>
                  <a:pt x="89140" y="585745"/>
                </a:lnTo>
                <a:lnTo>
                  <a:pt x="89208" y="574693"/>
                </a:lnTo>
                <a:lnTo>
                  <a:pt x="89273" y="563641"/>
                </a:lnTo>
                <a:lnTo>
                  <a:pt x="89330" y="552590"/>
                </a:lnTo>
                <a:lnTo>
                  <a:pt x="89377" y="541538"/>
                </a:lnTo>
                <a:lnTo>
                  <a:pt x="89410" y="530486"/>
                </a:lnTo>
                <a:lnTo>
                  <a:pt x="89431" y="519434"/>
                </a:lnTo>
                <a:lnTo>
                  <a:pt x="89439" y="508382"/>
                </a:lnTo>
                <a:lnTo>
                  <a:pt x="89441" y="497331"/>
                </a:lnTo>
                <a:lnTo>
                  <a:pt x="89441" y="486279"/>
                </a:lnTo>
                <a:lnTo>
                  <a:pt x="89448" y="475227"/>
                </a:lnTo>
                <a:lnTo>
                  <a:pt x="89469" y="464175"/>
                </a:lnTo>
                <a:lnTo>
                  <a:pt x="89511" y="453123"/>
                </a:lnTo>
                <a:lnTo>
                  <a:pt x="89578" y="442072"/>
                </a:lnTo>
                <a:lnTo>
                  <a:pt x="89673" y="431020"/>
                </a:lnTo>
                <a:lnTo>
                  <a:pt x="89794" y="419968"/>
                </a:lnTo>
                <a:lnTo>
                  <a:pt x="89936" y="408916"/>
                </a:lnTo>
                <a:lnTo>
                  <a:pt x="90091" y="397865"/>
                </a:lnTo>
                <a:lnTo>
                  <a:pt x="90251" y="386813"/>
                </a:lnTo>
                <a:lnTo>
                  <a:pt x="90406" y="375761"/>
                </a:lnTo>
                <a:lnTo>
                  <a:pt x="90548" y="364709"/>
                </a:lnTo>
                <a:lnTo>
                  <a:pt x="90669" y="353657"/>
                </a:lnTo>
                <a:lnTo>
                  <a:pt x="90766" y="342606"/>
                </a:lnTo>
                <a:lnTo>
                  <a:pt x="90837" y="331554"/>
                </a:lnTo>
                <a:lnTo>
                  <a:pt x="90885" y="320502"/>
                </a:lnTo>
                <a:lnTo>
                  <a:pt x="90914" y="309450"/>
                </a:lnTo>
                <a:lnTo>
                  <a:pt x="90930" y="298398"/>
                </a:lnTo>
                <a:lnTo>
                  <a:pt x="90940" y="287347"/>
                </a:lnTo>
                <a:lnTo>
                  <a:pt x="90950" y="276295"/>
                </a:lnTo>
                <a:lnTo>
                  <a:pt x="90967" y="265243"/>
                </a:lnTo>
                <a:lnTo>
                  <a:pt x="90992" y="254191"/>
                </a:lnTo>
                <a:lnTo>
                  <a:pt x="91025" y="243139"/>
                </a:lnTo>
                <a:lnTo>
                  <a:pt x="91060" y="232088"/>
                </a:lnTo>
                <a:lnTo>
                  <a:pt x="91090" y="221036"/>
                </a:lnTo>
                <a:lnTo>
                  <a:pt x="91098" y="209984"/>
                </a:lnTo>
                <a:lnTo>
                  <a:pt x="91064" y="198932"/>
                </a:lnTo>
                <a:lnTo>
                  <a:pt x="90962" y="187880"/>
                </a:lnTo>
                <a:lnTo>
                  <a:pt x="90762" y="176829"/>
                </a:lnTo>
                <a:lnTo>
                  <a:pt x="90427" y="165777"/>
                </a:lnTo>
                <a:lnTo>
                  <a:pt x="89922" y="154725"/>
                </a:lnTo>
                <a:lnTo>
                  <a:pt x="89211" y="143673"/>
                </a:lnTo>
                <a:lnTo>
                  <a:pt x="88263" y="132622"/>
                </a:lnTo>
                <a:lnTo>
                  <a:pt x="87057" y="121570"/>
                </a:lnTo>
                <a:lnTo>
                  <a:pt x="85590" y="110518"/>
                </a:lnTo>
                <a:lnTo>
                  <a:pt x="83874" y="99466"/>
                </a:lnTo>
                <a:lnTo>
                  <a:pt x="81947" y="88414"/>
                </a:lnTo>
                <a:lnTo>
                  <a:pt x="79872" y="77363"/>
                </a:lnTo>
                <a:lnTo>
                  <a:pt x="77735" y="66311"/>
                </a:lnTo>
                <a:lnTo>
                  <a:pt x="75641" y="55259"/>
                </a:lnTo>
                <a:lnTo>
                  <a:pt x="73705" y="44207"/>
                </a:lnTo>
                <a:lnTo>
                  <a:pt x="72046" y="33155"/>
                </a:lnTo>
                <a:lnTo>
                  <a:pt x="70771" y="22104"/>
                </a:lnTo>
                <a:lnTo>
                  <a:pt x="69969" y="11052"/>
                </a:lnTo>
                <a:lnTo>
                  <a:pt x="69695" y="0"/>
                </a:lnTo>
                <a:lnTo>
                  <a:pt x="117744" y="0"/>
                </a:lnTo>
                <a:lnTo>
                  <a:pt x="117744" y="0"/>
                </a:lnTo>
                <a:lnTo>
                  <a:pt x="117470" y="11052"/>
                </a:lnTo>
                <a:lnTo>
                  <a:pt x="116667" y="22104"/>
                </a:lnTo>
                <a:lnTo>
                  <a:pt x="115393" y="33155"/>
                </a:lnTo>
                <a:lnTo>
                  <a:pt x="113734" y="44207"/>
                </a:lnTo>
                <a:lnTo>
                  <a:pt x="111798" y="55259"/>
                </a:lnTo>
                <a:lnTo>
                  <a:pt x="109703" y="66311"/>
                </a:lnTo>
                <a:lnTo>
                  <a:pt x="107566" y="77363"/>
                </a:lnTo>
                <a:lnTo>
                  <a:pt x="105491" y="88414"/>
                </a:lnTo>
                <a:lnTo>
                  <a:pt x="103565" y="99466"/>
                </a:lnTo>
                <a:lnTo>
                  <a:pt x="101849" y="110518"/>
                </a:lnTo>
                <a:lnTo>
                  <a:pt x="100381" y="121570"/>
                </a:lnTo>
                <a:lnTo>
                  <a:pt x="99176" y="132622"/>
                </a:lnTo>
                <a:lnTo>
                  <a:pt x="98228" y="143673"/>
                </a:lnTo>
                <a:lnTo>
                  <a:pt x="97516" y="154725"/>
                </a:lnTo>
                <a:lnTo>
                  <a:pt x="97011" y="165777"/>
                </a:lnTo>
                <a:lnTo>
                  <a:pt x="96677" y="176829"/>
                </a:lnTo>
                <a:lnTo>
                  <a:pt x="96476" y="187880"/>
                </a:lnTo>
                <a:lnTo>
                  <a:pt x="96375" y="198932"/>
                </a:lnTo>
                <a:lnTo>
                  <a:pt x="96341" y="209984"/>
                </a:lnTo>
                <a:lnTo>
                  <a:pt x="96349" y="221036"/>
                </a:lnTo>
                <a:lnTo>
                  <a:pt x="96378" y="232088"/>
                </a:lnTo>
                <a:lnTo>
                  <a:pt x="96414" y="243139"/>
                </a:lnTo>
                <a:lnTo>
                  <a:pt x="96446" y="254191"/>
                </a:lnTo>
                <a:lnTo>
                  <a:pt x="96471" y="265243"/>
                </a:lnTo>
                <a:lnTo>
                  <a:pt x="96488" y="276295"/>
                </a:lnTo>
                <a:lnTo>
                  <a:pt x="96499" y="287347"/>
                </a:lnTo>
                <a:lnTo>
                  <a:pt x="96509" y="298398"/>
                </a:lnTo>
                <a:lnTo>
                  <a:pt x="96525" y="309450"/>
                </a:lnTo>
                <a:lnTo>
                  <a:pt x="96554" y="320502"/>
                </a:lnTo>
                <a:lnTo>
                  <a:pt x="96601" y="331554"/>
                </a:lnTo>
                <a:lnTo>
                  <a:pt x="96673" y="342606"/>
                </a:lnTo>
                <a:lnTo>
                  <a:pt x="96769" y="353657"/>
                </a:lnTo>
                <a:lnTo>
                  <a:pt x="96891" y="364709"/>
                </a:lnTo>
                <a:lnTo>
                  <a:pt x="97032" y="375761"/>
                </a:lnTo>
                <a:lnTo>
                  <a:pt x="97187" y="386813"/>
                </a:lnTo>
                <a:lnTo>
                  <a:pt x="97347" y="397865"/>
                </a:lnTo>
                <a:lnTo>
                  <a:pt x="97503" y="408916"/>
                </a:lnTo>
                <a:lnTo>
                  <a:pt x="97645" y="419968"/>
                </a:lnTo>
                <a:lnTo>
                  <a:pt x="97765" y="431020"/>
                </a:lnTo>
                <a:lnTo>
                  <a:pt x="97860" y="442072"/>
                </a:lnTo>
                <a:lnTo>
                  <a:pt x="97928" y="453123"/>
                </a:lnTo>
                <a:lnTo>
                  <a:pt x="97969" y="464175"/>
                </a:lnTo>
                <a:lnTo>
                  <a:pt x="97990" y="475227"/>
                </a:lnTo>
                <a:lnTo>
                  <a:pt x="97997" y="486279"/>
                </a:lnTo>
                <a:lnTo>
                  <a:pt x="97997" y="497331"/>
                </a:lnTo>
                <a:lnTo>
                  <a:pt x="97999" y="508382"/>
                </a:lnTo>
                <a:lnTo>
                  <a:pt x="98008" y="519434"/>
                </a:lnTo>
                <a:lnTo>
                  <a:pt x="98028" y="530486"/>
                </a:lnTo>
                <a:lnTo>
                  <a:pt x="98062" y="541538"/>
                </a:lnTo>
                <a:lnTo>
                  <a:pt x="98109" y="552590"/>
                </a:lnTo>
                <a:lnTo>
                  <a:pt x="98166" y="563641"/>
                </a:lnTo>
                <a:lnTo>
                  <a:pt x="98230" y="574693"/>
                </a:lnTo>
                <a:lnTo>
                  <a:pt x="98298" y="585745"/>
                </a:lnTo>
                <a:lnTo>
                  <a:pt x="98366" y="596797"/>
                </a:lnTo>
                <a:lnTo>
                  <a:pt x="98431" y="607849"/>
                </a:lnTo>
                <a:lnTo>
                  <a:pt x="98491" y="618900"/>
                </a:lnTo>
                <a:lnTo>
                  <a:pt x="98547" y="629952"/>
                </a:lnTo>
                <a:lnTo>
                  <a:pt x="98598" y="641004"/>
                </a:lnTo>
                <a:lnTo>
                  <a:pt x="98647" y="652056"/>
                </a:lnTo>
                <a:lnTo>
                  <a:pt x="98697" y="663108"/>
                </a:lnTo>
                <a:lnTo>
                  <a:pt x="98753" y="674159"/>
                </a:lnTo>
                <a:lnTo>
                  <a:pt x="98820" y="685211"/>
                </a:lnTo>
                <a:lnTo>
                  <a:pt x="98907" y="696263"/>
                </a:lnTo>
                <a:lnTo>
                  <a:pt x="99026" y="707315"/>
                </a:lnTo>
                <a:lnTo>
                  <a:pt x="99190" y="718366"/>
                </a:lnTo>
                <a:lnTo>
                  <a:pt x="99413" y="729418"/>
                </a:lnTo>
                <a:lnTo>
                  <a:pt x="99711" y="740470"/>
                </a:lnTo>
                <a:lnTo>
                  <a:pt x="100100" y="751522"/>
                </a:lnTo>
                <a:lnTo>
                  <a:pt x="100588" y="762574"/>
                </a:lnTo>
                <a:lnTo>
                  <a:pt x="101182" y="773625"/>
                </a:lnTo>
                <a:lnTo>
                  <a:pt x="101877" y="784677"/>
                </a:lnTo>
                <a:lnTo>
                  <a:pt x="102658" y="795729"/>
                </a:lnTo>
                <a:lnTo>
                  <a:pt x="103500" y="806781"/>
                </a:lnTo>
                <a:lnTo>
                  <a:pt x="104365" y="817833"/>
                </a:lnTo>
                <a:lnTo>
                  <a:pt x="105208" y="828884"/>
                </a:lnTo>
                <a:lnTo>
                  <a:pt x="105977" y="839936"/>
                </a:lnTo>
                <a:lnTo>
                  <a:pt x="106620" y="850988"/>
                </a:lnTo>
                <a:lnTo>
                  <a:pt x="107092" y="862040"/>
                </a:lnTo>
                <a:lnTo>
                  <a:pt x="107356" y="873092"/>
                </a:lnTo>
                <a:lnTo>
                  <a:pt x="107391" y="884143"/>
                </a:lnTo>
                <a:lnTo>
                  <a:pt x="107193" y="895195"/>
                </a:lnTo>
                <a:lnTo>
                  <a:pt x="106777" y="906247"/>
                </a:lnTo>
                <a:lnTo>
                  <a:pt x="106173" y="917299"/>
                </a:lnTo>
                <a:lnTo>
                  <a:pt x="105424" y="928351"/>
                </a:lnTo>
                <a:lnTo>
                  <a:pt x="104583" y="939402"/>
                </a:lnTo>
                <a:lnTo>
                  <a:pt x="103705" y="950454"/>
                </a:lnTo>
                <a:lnTo>
                  <a:pt x="102840" y="961506"/>
                </a:lnTo>
                <a:lnTo>
                  <a:pt x="102033" y="972558"/>
                </a:lnTo>
                <a:lnTo>
                  <a:pt x="101319" y="983609"/>
                </a:lnTo>
                <a:lnTo>
                  <a:pt x="100721" y="994661"/>
                </a:lnTo>
                <a:lnTo>
                  <a:pt x="100248" y="1005713"/>
                </a:lnTo>
                <a:lnTo>
                  <a:pt x="99903" y="1016765"/>
                </a:lnTo>
                <a:lnTo>
                  <a:pt x="99679" y="1027817"/>
                </a:lnTo>
                <a:lnTo>
                  <a:pt x="99565" y="1038868"/>
                </a:lnTo>
                <a:lnTo>
                  <a:pt x="99545" y="1049920"/>
                </a:lnTo>
                <a:lnTo>
                  <a:pt x="99606" y="1060972"/>
                </a:lnTo>
                <a:lnTo>
                  <a:pt x="99731" y="1072024"/>
                </a:lnTo>
                <a:lnTo>
                  <a:pt x="99904" y="1083076"/>
                </a:lnTo>
                <a:lnTo>
                  <a:pt x="100112" y="1094127"/>
                </a:lnTo>
                <a:lnTo>
                  <a:pt x="100339" y="1105179"/>
                </a:lnTo>
                <a:lnTo>
                  <a:pt x="100571" y="1116231"/>
                </a:lnTo>
                <a:lnTo>
                  <a:pt x="100793" y="1127283"/>
                </a:lnTo>
                <a:lnTo>
                  <a:pt x="100988" y="1138335"/>
                </a:lnTo>
                <a:lnTo>
                  <a:pt x="101144" y="1149386"/>
                </a:lnTo>
                <a:lnTo>
                  <a:pt x="101247" y="1160438"/>
                </a:lnTo>
                <a:lnTo>
                  <a:pt x="101287" y="1171490"/>
                </a:lnTo>
                <a:lnTo>
                  <a:pt x="101260" y="1182542"/>
                </a:lnTo>
                <a:lnTo>
                  <a:pt x="101162" y="1193594"/>
                </a:lnTo>
                <a:lnTo>
                  <a:pt x="100997" y="1204645"/>
                </a:lnTo>
                <a:lnTo>
                  <a:pt x="100771" y="1215697"/>
                </a:lnTo>
                <a:lnTo>
                  <a:pt x="100495" y="1226749"/>
                </a:lnTo>
                <a:lnTo>
                  <a:pt x="100179" y="1237801"/>
                </a:lnTo>
                <a:lnTo>
                  <a:pt x="99836" y="1248853"/>
                </a:lnTo>
                <a:lnTo>
                  <a:pt x="99480" y="1259904"/>
                </a:lnTo>
                <a:lnTo>
                  <a:pt x="99120" y="1270956"/>
                </a:lnTo>
                <a:lnTo>
                  <a:pt x="98768" y="1282008"/>
                </a:lnTo>
                <a:lnTo>
                  <a:pt x="98431" y="1293060"/>
                </a:lnTo>
                <a:lnTo>
                  <a:pt x="98117" y="1304111"/>
                </a:lnTo>
                <a:lnTo>
                  <a:pt x="97832" y="1315163"/>
                </a:lnTo>
                <a:lnTo>
                  <a:pt x="97580" y="1326215"/>
                </a:lnTo>
                <a:lnTo>
                  <a:pt x="97365" y="1337267"/>
                </a:lnTo>
                <a:lnTo>
                  <a:pt x="97191" y="1348319"/>
                </a:lnTo>
                <a:lnTo>
                  <a:pt x="97060" y="1359370"/>
                </a:lnTo>
                <a:lnTo>
                  <a:pt x="96974" y="1370422"/>
                </a:lnTo>
                <a:lnTo>
                  <a:pt x="96936" y="1381474"/>
                </a:lnTo>
                <a:lnTo>
                  <a:pt x="96947" y="1392526"/>
                </a:lnTo>
                <a:lnTo>
                  <a:pt x="97005" y="1403578"/>
                </a:lnTo>
                <a:lnTo>
                  <a:pt x="97110" y="1414629"/>
                </a:lnTo>
                <a:lnTo>
                  <a:pt x="97260" y="1425681"/>
                </a:lnTo>
                <a:lnTo>
                  <a:pt x="97448" y="1436733"/>
                </a:lnTo>
                <a:lnTo>
                  <a:pt x="97671" y="1447785"/>
                </a:lnTo>
                <a:lnTo>
                  <a:pt x="97922" y="1458837"/>
                </a:lnTo>
                <a:lnTo>
                  <a:pt x="98192" y="1469888"/>
                </a:lnTo>
                <a:lnTo>
                  <a:pt x="98474" y="1480940"/>
                </a:lnTo>
                <a:lnTo>
                  <a:pt x="98765" y="1491992"/>
                </a:lnTo>
                <a:lnTo>
                  <a:pt x="99061" y="1503044"/>
                </a:lnTo>
                <a:lnTo>
                  <a:pt x="99365" y="1514096"/>
                </a:lnTo>
                <a:lnTo>
                  <a:pt x="99690" y="1525147"/>
                </a:lnTo>
                <a:lnTo>
                  <a:pt x="100058" y="1536199"/>
                </a:lnTo>
                <a:lnTo>
                  <a:pt x="100502" y="1547251"/>
                </a:lnTo>
                <a:lnTo>
                  <a:pt x="101072" y="1558303"/>
                </a:lnTo>
                <a:lnTo>
                  <a:pt x="101837" y="1569354"/>
                </a:lnTo>
                <a:lnTo>
                  <a:pt x="102882" y="1580406"/>
                </a:lnTo>
                <a:lnTo>
                  <a:pt x="104307" y="1591458"/>
                </a:lnTo>
                <a:lnTo>
                  <a:pt x="106228" y="1602510"/>
                </a:lnTo>
                <a:lnTo>
                  <a:pt x="108765" y="1613562"/>
                </a:lnTo>
                <a:lnTo>
                  <a:pt x="112035" y="1624613"/>
                </a:lnTo>
                <a:lnTo>
                  <a:pt x="116137" y="1635665"/>
                </a:lnTo>
                <a:lnTo>
                  <a:pt x="121135" y="1646717"/>
                </a:lnTo>
                <a:lnTo>
                  <a:pt x="127039" y="1657769"/>
                </a:lnTo>
                <a:lnTo>
                  <a:pt x="133792" y="1668821"/>
                </a:lnTo>
                <a:lnTo>
                  <a:pt x="141253" y="1679872"/>
                </a:lnTo>
                <a:lnTo>
                  <a:pt x="149194" y="1690924"/>
                </a:lnTo>
                <a:lnTo>
                  <a:pt x="157303" y="1701976"/>
                </a:lnTo>
                <a:lnTo>
                  <a:pt x="165201" y="1713028"/>
                </a:lnTo>
                <a:lnTo>
                  <a:pt x="172466" y="1724080"/>
                </a:lnTo>
                <a:lnTo>
                  <a:pt x="178672" y="1735131"/>
                </a:lnTo>
                <a:lnTo>
                  <a:pt x="183428" y="1746183"/>
                </a:lnTo>
                <a:lnTo>
                  <a:pt x="186418" y="1757235"/>
                </a:lnTo>
                <a:lnTo>
                  <a:pt x="187438" y="1768287"/>
                </a:lnTo>
                <a:lnTo>
                  <a:pt x="187438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624" name="data_1623">
            <a:extLst>
              <a:ext uri="{FF2B5EF4-FFF2-40B4-BE49-F238E27FC236}">
                <a16:creationId xmlns:a16="http://schemas.microsoft.com/office/drawing/2014/main" id="{6419B446-21C7-417B-9345-8A3AC459AA33}"/>
              </a:ext>
            </a:extLst>
          </p:cNvPr>
          <p:cNvSpPr>
            <a:spLocks/>
          </p:cNvSpPr>
          <p:nvPr/>
        </p:nvSpPr>
        <p:spPr>
          <a:xfrm>
            <a:off x="8368025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41763" y="1768287"/>
                </a:moveTo>
                <a:lnTo>
                  <a:pt x="45675" y="1768287"/>
                </a:lnTo>
                <a:lnTo>
                  <a:pt x="46210" y="1757235"/>
                </a:lnTo>
                <a:lnTo>
                  <a:pt x="47778" y="1746183"/>
                </a:lnTo>
                <a:lnTo>
                  <a:pt x="50267" y="1735131"/>
                </a:lnTo>
                <a:lnTo>
                  <a:pt x="53510" y="1724080"/>
                </a:lnTo>
                <a:lnTo>
                  <a:pt x="57297" y="1713028"/>
                </a:lnTo>
                <a:lnTo>
                  <a:pt x="61400" y="1701976"/>
                </a:lnTo>
                <a:lnTo>
                  <a:pt x="65596" y="1690924"/>
                </a:lnTo>
                <a:lnTo>
                  <a:pt x="69683" y="1679872"/>
                </a:lnTo>
                <a:lnTo>
                  <a:pt x="73497" y="1668821"/>
                </a:lnTo>
                <a:lnTo>
                  <a:pt x="76922" y="1657769"/>
                </a:lnTo>
                <a:lnTo>
                  <a:pt x="79886" y="1646717"/>
                </a:lnTo>
                <a:lnTo>
                  <a:pt x="82362" y="1635665"/>
                </a:lnTo>
                <a:lnTo>
                  <a:pt x="84362" y="1624613"/>
                </a:lnTo>
                <a:lnTo>
                  <a:pt x="85923" y="1613562"/>
                </a:lnTo>
                <a:lnTo>
                  <a:pt x="87100" y="1602510"/>
                </a:lnTo>
                <a:lnTo>
                  <a:pt x="87955" y="1591458"/>
                </a:lnTo>
                <a:lnTo>
                  <a:pt x="88554" y="1580406"/>
                </a:lnTo>
                <a:lnTo>
                  <a:pt x="88956" y="1569354"/>
                </a:lnTo>
                <a:lnTo>
                  <a:pt x="89213" y="1558303"/>
                </a:lnTo>
                <a:lnTo>
                  <a:pt x="89369" y="1547251"/>
                </a:lnTo>
                <a:lnTo>
                  <a:pt x="89458" y="1536199"/>
                </a:lnTo>
                <a:lnTo>
                  <a:pt x="89506" y="1525147"/>
                </a:lnTo>
                <a:lnTo>
                  <a:pt x="89529" y="1514096"/>
                </a:lnTo>
                <a:lnTo>
                  <a:pt x="89538" y="1503044"/>
                </a:lnTo>
                <a:lnTo>
                  <a:pt x="89539" y="1491992"/>
                </a:lnTo>
                <a:lnTo>
                  <a:pt x="89531" y="1480940"/>
                </a:lnTo>
                <a:lnTo>
                  <a:pt x="89511" y="1469888"/>
                </a:lnTo>
                <a:lnTo>
                  <a:pt x="89471" y="1458837"/>
                </a:lnTo>
                <a:lnTo>
                  <a:pt x="89403" y="1447785"/>
                </a:lnTo>
                <a:lnTo>
                  <a:pt x="89299" y="1436733"/>
                </a:lnTo>
                <a:lnTo>
                  <a:pt x="89152" y="1425681"/>
                </a:lnTo>
                <a:lnTo>
                  <a:pt x="88958" y="1414629"/>
                </a:lnTo>
                <a:lnTo>
                  <a:pt x="88713" y="1403578"/>
                </a:lnTo>
                <a:lnTo>
                  <a:pt x="88423" y="1392526"/>
                </a:lnTo>
                <a:lnTo>
                  <a:pt x="88092" y="1381474"/>
                </a:lnTo>
                <a:lnTo>
                  <a:pt x="87732" y="1370422"/>
                </a:lnTo>
                <a:lnTo>
                  <a:pt x="87355" y="1359370"/>
                </a:lnTo>
                <a:lnTo>
                  <a:pt x="86975" y="1348319"/>
                </a:lnTo>
                <a:lnTo>
                  <a:pt x="86605" y="1337267"/>
                </a:lnTo>
                <a:lnTo>
                  <a:pt x="86258" y="1326215"/>
                </a:lnTo>
                <a:lnTo>
                  <a:pt x="85943" y="1315163"/>
                </a:lnTo>
                <a:lnTo>
                  <a:pt x="85665" y="1304111"/>
                </a:lnTo>
                <a:lnTo>
                  <a:pt x="85428" y="1293060"/>
                </a:lnTo>
                <a:lnTo>
                  <a:pt x="85233" y="1282008"/>
                </a:lnTo>
                <a:lnTo>
                  <a:pt x="85080" y="1270956"/>
                </a:lnTo>
                <a:lnTo>
                  <a:pt x="84969" y="1259904"/>
                </a:lnTo>
                <a:lnTo>
                  <a:pt x="84902" y="1248853"/>
                </a:lnTo>
                <a:lnTo>
                  <a:pt x="84881" y="1237801"/>
                </a:lnTo>
                <a:lnTo>
                  <a:pt x="84910" y="1226749"/>
                </a:lnTo>
                <a:lnTo>
                  <a:pt x="84993" y="1215697"/>
                </a:lnTo>
                <a:lnTo>
                  <a:pt x="85136" y="1204645"/>
                </a:lnTo>
                <a:lnTo>
                  <a:pt x="85341" y="1193594"/>
                </a:lnTo>
                <a:lnTo>
                  <a:pt x="85608" y="1182542"/>
                </a:lnTo>
                <a:lnTo>
                  <a:pt x="85933" y="1171490"/>
                </a:lnTo>
                <a:lnTo>
                  <a:pt x="86307" y="1160438"/>
                </a:lnTo>
                <a:lnTo>
                  <a:pt x="86718" y="1149386"/>
                </a:lnTo>
                <a:lnTo>
                  <a:pt x="87151" y="1138335"/>
                </a:lnTo>
                <a:lnTo>
                  <a:pt x="87586" y="1127283"/>
                </a:lnTo>
                <a:lnTo>
                  <a:pt x="88005" y="1116231"/>
                </a:lnTo>
                <a:lnTo>
                  <a:pt x="88388" y="1105179"/>
                </a:lnTo>
                <a:lnTo>
                  <a:pt x="88716" y="1094127"/>
                </a:lnTo>
                <a:lnTo>
                  <a:pt x="88970" y="1083076"/>
                </a:lnTo>
                <a:lnTo>
                  <a:pt x="89132" y="1072024"/>
                </a:lnTo>
                <a:lnTo>
                  <a:pt x="89183" y="1060972"/>
                </a:lnTo>
                <a:lnTo>
                  <a:pt x="89103" y="1049920"/>
                </a:lnTo>
                <a:lnTo>
                  <a:pt x="88873" y="1038868"/>
                </a:lnTo>
                <a:lnTo>
                  <a:pt x="88476" y="1027817"/>
                </a:lnTo>
                <a:lnTo>
                  <a:pt x="87896" y="1016765"/>
                </a:lnTo>
                <a:lnTo>
                  <a:pt x="87123" y="1005713"/>
                </a:lnTo>
                <a:lnTo>
                  <a:pt x="86156" y="994661"/>
                </a:lnTo>
                <a:lnTo>
                  <a:pt x="85006" y="983609"/>
                </a:lnTo>
                <a:lnTo>
                  <a:pt x="83701" y="972558"/>
                </a:lnTo>
                <a:lnTo>
                  <a:pt x="82283" y="961506"/>
                </a:lnTo>
                <a:lnTo>
                  <a:pt x="80811" y="950454"/>
                </a:lnTo>
                <a:lnTo>
                  <a:pt x="79354" y="939402"/>
                </a:lnTo>
                <a:lnTo>
                  <a:pt x="77993" y="928351"/>
                </a:lnTo>
                <a:lnTo>
                  <a:pt x="76808" y="917299"/>
                </a:lnTo>
                <a:lnTo>
                  <a:pt x="75869" y="906247"/>
                </a:lnTo>
                <a:lnTo>
                  <a:pt x="75237" y="895195"/>
                </a:lnTo>
                <a:lnTo>
                  <a:pt x="74946" y="884143"/>
                </a:lnTo>
                <a:lnTo>
                  <a:pt x="75008" y="873092"/>
                </a:lnTo>
                <a:lnTo>
                  <a:pt x="75406" y="862040"/>
                </a:lnTo>
                <a:lnTo>
                  <a:pt x="76099" y="850988"/>
                </a:lnTo>
                <a:lnTo>
                  <a:pt x="77026" y="839936"/>
                </a:lnTo>
                <a:lnTo>
                  <a:pt x="78111" y="828884"/>
                </a:lnTo>
                <a:lnTo>
                  <a:pt x="79272" y="817833"/>
                </a:lnTo>
                <a:lnTo>
                  <a:pt x="80430" y="806781"/>
                </a:lnTo>
                <a:lnTo>
                  <a:pt x="81513" y="795729"/>
                </a:lnTo>
                <a:lnTo>
                  <a:pt x="82461" y="784677"/>
                </a:lnTo>
                <a:lnTo>
                  <a:pt x="83229" y="773625"/>
                </a:lnTo>
                <a:lnTo>
                  <a:pt x="83791" y="762574"/>
                </a:lnTo>
                <a:lnTo>
                  <a:pt x="84131" y="751522"/>
                </a:lnTo>
                <a:lnTo>
                  <a:pt x="84249" y="740470"/>
                </a:lnTo>
                <a:lnTo>
                  <a:pt x="84154" y="729418"/>
                </a:lnTo>
                <a:lnTo>
                  <a:pt x="83864" y="718366"/>
                </a:lnTo>
                <a:lnTo>
                  <a:pt x="83401" y="707315"/>
                </a:lnTo>
                <a:lnTo>
                  <a:pt x="82796" y="696263"/>
                </a:lnTo>
                <a:lnTo>
                  <a:pt x="82081" y="685211"/>
                </a:lnTo>
                <a:lnTo>
                  <a:pt x="81295" y="674159"/>
                </a:lnTo>
                <a:lnTo>
                  <a:pt x="80480" y="663108"/>
                </a:lnTo>
                <a:lnTo>
                  <a:pt x="79681" y="652056"/>
                </a:lnTo>
                <a:lnTo>
                  <a:pt x="78945" y="641004"/>
                </a:lnTo>
                <a:lnTo>
                  <a:pt x="78316" y="629952"/>
                </a:lnTo>
                <a:lnTo>
                  <a:pt x="77834" y="618900"/>
                </a:lnTo>
                <a:lnTo>
                  <a:pt x="77532" y="607849"/>
                </a:lnTo>
                <a:lnTo>
                  <a:pt x="77430" y="596797"/>
                </a:lnTo>
                <a:lnTo>
                  <a:pt x="77535" y="585745"/>
                </a:lnTo>
                <a:lnTo>
                  <a:pt x="77841" y="574693"/>
                </a:lnTo>
                <a:lnTo>
                  <a:pt x="78326" y="563641"/>
                </a:lnTo>
                <a:lnTo>
                  <a:pt x="78961" y="552590"/>
                </a:lnTo>
                <a:lnTo>
                  <a:pt x="79704" y="541538"/>
                </a:lnTo>
                <a:lnTo>
                  <a:pt x="80513" y="530486"/>
                </a:lnTo>
                <a:lnTo>
                  <a:pt x="81348" y="519434"/>
                </a:lnTo>
                <a:lnTo>
                  <a:pt x="82172" y="508382"/>
                </a:lnTo>
                <a:lnTo>
                  <a:pt x="82956" y="497331"/>
                </a:lnTo>
                <a:lnTo>
                  <a:pt x="83681" y="486279"/>
                </a:lnTo>
                <a:lnTo>
                  <a:pt x="84334" y="475227"/>
                </a:lnTo>
                <a:lnTo>
                  <a:pt x="84914" y="464175"/>
                </a:lnTo>
                <a:lnTo>
                  <a:pt x="85421" y="453123"/>
                </a:lnTo>
                <a:lnTo>
                  <a:pt x="85861" y="442072"/>
                </a:lnTo>
                <a:lnTo>
                  <a:pt x="86239" y="431020"/>
                </a:lnTo>
                <a:lnTo>
                  <a:pt x="86560" y="419968"/>
                </a:lnTo>
                <a:lnTo>
                  <a:pt x="86828" y="408916"/>
                </a:lnTo>
                <a:lnTo>
                  <a:pt x="87046" y="397865"/>
                </a:lnTo>
                <a:lnTo>
                  <a:pt x="87214" y="386813"/>
                </a:lnTo>
                <a:lnTo>
                  <a:pt x="87336" y="375761"/>
                </a:lnTo>
                <a:lnTo>
                  <a:pt x="87413" y="364709"/>
                </a:lnTo>
                <a:lnTo>
                  <a:pt x="87452" y="353657"/>
                </a:lnTo>
                <a:lnTo>
                  <a:pt x="87460" y="342606"/>
                </a:lnTo>
                <a:lnTo>
                  <a:pt x="87448" y="331554"/>
                </a:lnTo>
                <a:lnTo>
                  <a:pt x="87427" y="320502"/>
                </a:lnTo>
                <a:lnTo>
                  <a:pt x="87410" y="309450"/>
                </a:lnTo>
                <a:lnTo>
                  <a:pt x="87409" y="298398"/>
                </a:lnTo>
                <a:lnTo>
                  <a:pt x="87432" y="287347"/>
                </a:lnTo>
                <a:lnTo>
                  <a:pt x="87483" y="276295"/>
                </a:lnTo>
                <a:lnTo>
                  <a:pt x="87560" y="265243"/>
                </a:lnTo>
                <a:lnTo>
                  <a:pt x="87652" y="254191"/>
                </a:lnTo>
                <a:lnTo>
                  <a:pt x="87738" y="243139"/>
                </a:lnTo>
                <a:lnTo>
                  <a:pt x="87787" y="232088"/>
                </a:lnTo>
                <a:lnTo>
                  <a:pt x="87753" y="221036"/>
                </a:lnTo>
                <a:lnTo>
                  <a:pt x="87577" y="209984"/>
                </a:lnTo>
                <a:lnTo>
                  <a:pt x="87182" y="198932"/>
                </a:lnTo>
                <a:lnTo>
                  <a:pt x="86475" y="187880"/>
                </a:lnTo>
                <a:lnTo>
                  <a:pt x="85346" y="176829"/>
                </a:lnTo>
                <a:lnTo>
                  <a:pt x="83673" y="165777"/>
                </a:lnTo>
                <a:lnTo>
                  <a:pt x="81328" y="154725"/>
                </a:lnTo>
                <a:lnTo>
                  <a:pt x="78186" y="143673"/>
                </a:lnTo>
                <a:lnTo>
                  <a:pt x="74142" y="132622"/>
                </a:lnTo>
                <a:lnTo>
                  <a:pt x="69126" y="121570"/>
                </a:lnTo>
                <a:lnTo>
                  <a:pt x="63121" y="110518"/>
                </a:lnTo>
                <a:lnTo>
                  <a:pt x="56187" y="99466"/>
                </a:lnTo>
                <a:lnTo>
                  <a:pt x="48469" y="88414"/>
                </a:lnTo>
                <a:lnTo>
                  <a:pt x="40207" y="77363"/>
                </a:lnTo>
                <a:lnTo>
                  <a:pt x="31731" y="66311"/>
                </a:lnTo>
                <a:lnTo>
                  <a:pt x="23446" y="55259"/>
                </a:lnTo>
                <a:lnTo>
                  <a:pt x="15804" y="44207"/>
                </a:lnTo>
                <a:lnTo>
                  <a:pt x="9261" y="33155"/>
                </a:lnTo>
                <a:lnTo>
                  <a:pt x="4240" y="22104"/>
                </a:lnTo>
                <a:lnTo>
                  <a:pt x="107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59" y="11052"/>
                </a:lnTo>
                <a:lnTo>
                  <a:pt x="183199" y="22104"/>
                </a:lnTo>
                <a:lnTo>
                  <a:pt x="178177" y="33155"/>
                </a:lnTo>
                <a:lnTo>
                  <a:pt x="171635" y="44207"/>
                </a:lnTo>
                <a:lnTo>
                  <a:pt x="163992" y="55259"/>
                </a:lnTo>
                <a:lnTo>
                  <a:pt x="155707" y="66311"/>
                </a:lnTo>
                <a:lnTo>
                  <a:pt x="147232" y="77363"/>
                </a:lnTo>
                <a:lnTo>
                  <a:pt x="138969" y="88414"/>
                </a:lnTo>
                <a:lnTo>
                  <a:pt x="131251" y="99466"/>
                </a:lnTo>
                <a:lnTo>
                  <a:pt x="124317" y="110518"/>
                </a:lnTo>
                <a:lnTo>
                  <a:pt x="118313" y="121570"/>
                </a:lnTo>
                <a:lnTo>
                  <a:pt x="113296" y="132622"/>
                </a:lnTo>
                <a:lnTo>
                  <a:pt x="109252" y="143673"/>
                </a:lnTo>
                <a:lnTo>
                  <a:pt x="106111" y="154725"/>
                </a:lnTo>
                <a:lnTo>
                  <a:pt x="103766" y="165777"/>
                </a:lnTo>
                <a:lnTo>
                  <a:pt x="102093" y="176829"/>
                </a:lnTo>
                <a:lnTo>
                  <a:pt x="100964" y="187880"/>
                </a:lnTo>
                <a:lnTo>
                  <a:pt x="100256" y="198932"/>
                </a:lnTo>
                <a:lnTo>
                  <a:pt x="99861" y="209984"/>
                </a:lnTo>
                <a:lnTo>
                  <a:pt x="99685" y="221036"/>
                </a:lnTo>
                <a:lnTo>
                  <a:pt x="99651" y="232088"/>
                </a:lnTo>
                <a:lnTo>
                  <a:pt x="99700" y="243139"/>
                </a:lnTo>
                <a:lnTo>
                  <a:pt x="99787" y="254191"/>
                </a:lnTo>
                <a:lnTo>
                  <a:pt x="99878" y="265243"/>
                </a:lnTo>
                <a:lnTo>
                  <a:pt x="99955" y="276295"/>
                </a:lnTo>
                <a:lnTo>
                  <a:pt x="100006" y="287347"/>
                </a:lnTo>
                <a:lnTo>
                  <a:pt x="100029" y="298398"/>
                </a:lnTo>
                <a:lnTo>
                  <a:pt x="100028" y="309450"/>
                </a:lnTo>
                <a:lnTo>
                  <a:pt x="100011" y="320502"/>
                </a:lnTo>
                <a:lnTo>
                  <a:pt x="99990" y="331554"/>
                </a:lnTo>
                <a:lnTo>
                  <a:pt x="99978" y="342606"/>
                </a:lnTo>
                <a:lnTo>
                  <a:pt x="99986" y="353657"/>
                </a:lnTo>
                <a:lnTo>
                  <a:pt x="100025" y="364709"/>
                </a:lnTo>
                <a:lnTo>
                  <a:pt x="100103" y="375761"/>
                </a:lnTo>
                <a:lnTo>
                  <a:pt x="100224" y="386813"/>
                </a:lnTo>
                <a:lnTo>
                  <a:pt x="100393" y="397865"/>
                </a:lnTo>
                <a:lnTo>
                  <a:pt x="100610" y="408916"/>
                </a:lnTo>
                <a:lnTo>
                  <a:pt x="100879" y="419968"/>
                </a:lnTo>
                <a:lnTo>
                  <a:pt x="101200" y="431020"/>
                </a:lnTo>
                <a:lnTo>
                  <a:pt x="101578" y="442072"/>
                </a:lnTo>
                <a:lnTo>
                  <a:pt x="102017" y="453123"/>
                </a:lnTo>
                <a:lnTo>
                  <a:pt x="102524" y="464175"/>
                </a:lnTo>
                <a:lnTo>
                  <a:pt x="103104" y="475227"/>
                </a:lnTo>
                <a:lnTo>
                  <a:pt x="103758" y="486279"/>
                </a:lnTo>
                <a:lnTo>
                  <a:pt x="104482" y="497331"/>
                </a:lnTo>
                <a:lnTo>
                  <a:pt x="105266" y="508382"/>
                </a:lnTo>
                <a:lnTo>
                  <a:pt x="106090" y="519434"/>
                </a:lnTo>
                <a:lnTo>
                  <a:pt x="106925" y="530486"/>
                </a:lnTo>
                <a:lnTo>
                  <a:pt x="107735" y="541538"/>
                </a:lnTo>
                <a:lnTo>
                  <a:pt x="108478" y="552590"/>
                </a:lnTo>
                <a:lnTo>
                  <a:pt x="109112" y="563641"/>
                </a:lnTo>
                <a:lnTo>
                  <a:pt x="109598" y="574693"/>
                </a:lnTo>
                <a:lnTo>
                  <a:pt x="109904" y="585745"/>
                </a:lnTo>
                <a:lnTo>
                  <a:pt x="110009" y="596797"/>
                </a:lnTo>
                <a:lnTo>
                  <a:pt x="109907" y="607849"/>
                </a:lnTo>
                <a:lnTo>
                  <a:pt x="109604" y="618900"/>
                </a:lnTo>
                <a:lnTo>
                  <a:pt x="109122" y="629952"/>
                </a:lnTo>
                <a:lnTo>
                  <a:pt x="108493" y="641004"/>
                </a:lnTo>
                <a:lnTo>
                  <a:pt x="107757" y="652056"/>
                </a:lnTo>
                <a:lnTo>
                  <a:pt x="106958" y="663108"/>
                </a:lnTo>
                <a:lnTo>
                  <a:pt x="106143" y="674159"/>
                </a:lnTo>
                <a:lnTo>
                  <a:pt x="105357" y="685211"/>
                </a:lnTo>
                <a:lnTo>
                  <a:pt x="104643" y="696263"/>
                </a:lnTo>
                <a:lnTo>
                  <a:pt x="104037" y="707315"/>
                </a:lnTo>
                <a:lnTo>
                  <a:pt x="103575" y="718366"/>
                </a:lnTo>
                <a:lnTo>
                  <a:pt x="103284" y="729418"/>
                </a:lnTo>
                <a:lnTo>
                  <a:pt x="103189" y="740470"/>
                </a:lnTo>
                <a:lnTo>
                  <a:pt x="103307" y="751522"/>
                </a:lnTo>
                <a:lnTo>
                  <a:pt x="103648" y="762574"/>
                </a:lnTo>
                <a:lnTo>
                  <a:pt x="104209" y="773625"/>
                </a:lnTo>
                <a:lnTo>
                  <a:pt x="104978" y="784677"/>
                </a:lnTo>
                <a:lnTo>
                  <a:pt x="105926" y="795729"/>
                </a:lnTo>
                <a:lnTo>
                  <a:pt x="107008" y="806781"/>
                </a:lnTo>
                <a:lnTo>
                  <a:pt x="108166" y="817833"/>
                </a:lnTo>
                <a:lnTo>
                  <a:pt x="109328" y="828884"/>
                </a:lnTo>
                <a:lnTo>
                  <a:pt x="110412" y="839936"/>
                </a:lnTo>
                <a:lnTo>
                  <a:pt x="111339" y="850988"/>
                </a:lnTo>
                <a:lnTo>
                  <a:pt x="112033" y="862040"/>
                </a:lnTo>
                <a:lnTo>
                  <a:pt x="112431" y="873092"/>
                </a:lnTo>
                <a:lnTo>
                  <a:pt x="112493" y="884143"/>
                </a:lnTo>
                <a:lnTo>
                  <a:pt x="112202" y="895195"/>
                </a:lnTo>
                <a:lnTo>
                  <a:pt x="111569" y="906247"/>
                </a:lnTo>
                <a:lnTo>
                  <a:pt x="110631" y="917299"/>
                </a:lnTo>
                <a:lnTo>
                  <a:pt x="109445" y="928351"/>
                </a:lnTo>
                <a:lnTo>
                  <a:pt x="108084" y="939402"/>
                </a:lnTo>
                <a:lnTo>
                  <a:pt x="106628" y="950454"/>
                </a:lnTo>
                <a:lnTo>
                  <a:pt x="105155" y="961506"/>
                </a:lnTo>
                <a:lnTo>
                  <a:pt x="103737" y="972558"/>
                </a:lnTo>
                <a:lnTo>
                  <a:pt x="102432" y="983609"/>
                </a:lnTo>
                <a:lnTo>
                  <a:pt x="101283" y="994661"/>
                </a:lnTo>
                <a:lnTo>
                  <a:pt x="100316" y="1005713"/>
                </a:lnTo>
                <a:lnTo>
                  <a:pt x="99543" y="1016765"/>
                </a:lnTo>
                <a:lnTo>
                  <a:pt x="98962" y="1027817"/>
                </a:lnTo>
                <a:lnTo>
                  <a:pt x="98565" y="1038868"/>
                </a:lnTo>
                <a:lnTo>
                  <a:pt x="98336" y="1049920"/>
                </a:lnTo>
                <a:lnTo>
                  <a:pt x="98256" y="1060972"/>
                </a:lnTo>
                <a:lnTo>
                  <a:pt x="98306" y="1072024"/>
                </a:lnTo>
                <a:lnTo>
                  <a:pt x="98468" y="1083076"/>
                </a:lnTo>
                <a:lnTo>
                  <a:pt x="98722" y="1094127"/>
                </a:lnTo>
                <a:lnTo>
                  <a:pt x="99050" y="1105179"/>
                </a:lnTo>
                <a:lnTo>
                  <a:pt x="99433" y="1116231"/>
                </a:lnTo>
                <a:lnTo>
                  <a:pt x="99852" y="1127283"/>
                </a:lnTo>
                <a:lnTo>
                  <a:pt x="100288" y="1138335"/>
                </a:lnTo>
                <a:lnTo>
                  <a:pt x="100720" y="1149386"/>
                </a:lnTo>
                <a:lnTo>
                  <a:pt x="101131" y="1160438"/>
                </a:lnTo>
                <a:lnTo>
                  <a:pt x="101505" y="1171490"/>
                </a:lnTo>
                <a:lnTo>
                  <a:pt x="101830" y="1182542"/>
                </a:lnTo>
                <a:lnTo>
                  <a:pt x="102097" y="1193594"/>
                </a:lnTo>
                <a:lnTo>
                  <a:pt x="102302" y="1204645"/>
                </a:lnTo>
                <a:lnTo>
                  <a:pt x="102445" y="1215697"/>
                </a:lnTo>
                <a:lnTo>
                  <a:pt x="102529" y="1226749"/>
                </a:lnTo>
                <a:lnTo>
                  <a:pt x="102558" y="1237801"/>
                </a:lnTo>
                <a:lnTo>
                  <a:pt x="102536" y="1248853"/>
                </a:lnTo>
                <a:lnTo>
                  <a:pt x="102469" y="1259904"/>
                </a:lnTo>
                <a:lnTo>
                  <a:pt x="102359" y="1270956"/>
                </a:lnTo>
                <a:lnTo>
                  <a:pt x="102206" y="1282008"/>
                </a:lnTo>
                <a:lnTo>
                  <a:pt x="102011" y="1293060"/>
                </a:lnTo>
                <a:lnTo>
                  <a:pt x="101774" y="1304111"/>
                </a:lnTo>
                <a:lnTo>
                  <a:pt x="101496" y="1315163"/>
                </a:lnTo>
                <a:lnTo>
                  <a:pt x="101180" y="1326215"/>
                </a:lnTo>
                <a:lnTo>
                  <a:pt x="100833" y="1337267"/>
                </a:lnTo>
                <a:lnTo>
                  <a:pt x="100463" y="1348319"/>
                </a:lnTo>
                <a:lnTo>
                  <a:pt x="100083" y="1359370"/>
                </a:lnTo>
                <a:lnTo>
                  <a:pt x="99706" y="1370422"/>
                </a:lnTo>
                <a:lnTo>
                  <a:pt x="99346" y="1381474"/>
                </a:lnTo>
                <a:lnTo>
                  <a:pt x="99016" y="1392526"/>
                </a:lnTo>
                <a:lnTo>
                  <a:pt x="98725" y="1403578"/>
                </a:lnTo>
                <a:lnTo>
                  <a:pt x="98481" y="1414629"/>
                </a:lnTo>
                <a:lnTo>
                  <a:pt x="98286" y="1425681"/>
                </a:lnTo>
                <a:lnTo>
                  <a:pt x="98139" y="1436733"/>
                </a:lnTo>
                <a:lnTo>
                  <a:pt x="98035" y="1447785"/>
                </a:lnTo>
                <a:lnTo>
                  <a:pt x="97968" y="1458837"/>
                </a:lnTo>
                <a:lnTo>
                  <a:pt x="97928" y="1469888"/>
                </a:lnTo>
                <a:lnTo>
                  <a:pt x="97907" y="1480940"/>
                </a:lnTo>
                <a:lnTo>
                  <a:pt x="97899" y="1491992"/>
                </a:lnTo>
                <a:lnTo>
                  <a:pt x="97900" y="1503044"/>
                </a:lnTo>
                <a:lnTo>
                  <a:pt x="97910" y="1514096"/>
                </a:lnTo>
                <a:lnTo>
                  <a:pt x="97933" y="1525147"/>
                </a:lnTo>
                <a:lnTo>
                  <a:pt x="97980" y="1536199"/>
                </a:lnTo>
                <a:lnTo>
                  <a:pt x="98069" y="1547251"/>
                </a:lnTo>
                <a:lnTo>
                  <a:pt x="98225" y="1558303"/>
                </a:lnTo>
                <a:lnTo>
                  <a:pt x="98483" y="1569354"/>
                </a:lnTo>
                <a:lnTo>
                  <a:pt x="98885" y="1580406"/>
                </a:lnTo>
                <a:lnTo>
                  <a:pt x="99483" y="1591458"/>
                </a:lnTo>
                <a:lnTo>
                  <a:pt x="100339" y="1602510"/>
                </a:lnTo>
                <a:lnTo>
                  <a:pt x="101515" y="1613562"/>
                </a:lnTo>
                <a:lnTo>
                  <a:pt x="103076" y="1624613"/>
                </a:lnTo>
                <a:lnTo>
                  <a:pt x="105076" y="1635665"/>
                </a:lnTo>
                <a:lnTo>
                  <a:pt x="107553" y="1646717"/>
                </a:lnTo>
                <a:lnTo>
                  <a:pt x="110517" y="1657769"/>
                </a:lnTo>
                <a:lnTo>
                  <a:pt x="113941" y="1668821"/>
                </a:lnTo>
                <a:lnTo>
                  <a:pt x="117756" y="1679872"/>
                </a:lnTo>
                <a:lnTo>
                  <a:pt x="121843" y="1690924"/>
                </a:lnTo>
                <a:lnTo>
                  <a:pt x="126038" y="1701976"/>
                </a:lnTo>
                <a:lnTo>
                  <a:pt x="130141" y="1713028"/>
                </a:lnTo>
                <a:lnTo>
                  <a:pt x="133928" y="1724080"/>
                </a:lnTo>
                <a:lnTo>
                  <a:pt x="137171" y="1735131"/>
                </a:lnTo>
                <a:lnTo>
                  <a:pt x="139661" y="1746183"/>
                </a:lnTo>
                <a:lnTo>
                  <a:pt x="141228" y="1757235"/>
                </a:lnTo>
                <a:lnTo>
                  <a:pt x="141763" y="1768287"/>
                </a:lnTo>
                <a:lnTo>
                  <a:pt x="141763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625" name="data_1624">
            <a:extLst>
              <a:ext uri="{FF2B5EF4-FFF2-40B4-BE49-F238E27FC236}">
                <a16:creationId xmlns:a16="http://schemas.microsoft.com/office/drawing/2014/main" id="{A36B2A9E-7E88-4F83-B170-0884F9056E09}"/>
              </a:ext>
            </a:extLst>
          </p:cNvPr>
          <p:cNvSpPr>
            <a:spLocks/>
          </p:cNvSpPr>
          <p:nvPr/>
        </p:nvSpPr>
        <p:spPr>
          <a:xfrm>
            <a:off x="8621320" y="1710924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15012" y="1768287"/>
                </a:moveTo>
                <a:lnTo>
                  <a:pt x="72426" y="1768287"/>
                </a:lnTo>
                <a:lnTo>
                  <a:pt x="72638" y="1757235"/>
                </a:lnTo>
                <a:lnTo>
                  <a:pt x="73261" y="1746183"/>
                </a:lnTo>
                <a:lnTo>
                  <a:pt x="74254" y="1735131"/>
                </a:lnTo>
                <a:lnTo>
                  <a:pt x="75551" y="1724080"/>
                </a:lnTo>
                <a:lnTo>
                  <a:pt x="77074" y="1713028"/>
                </a:lnTo>
                <a:lnTo>
                  <a:pt x="78736" y="1701976"/>
                </a:lnTo>
                <a:lnTo>
                  <a:pt x="80451" y="1690924"/>
                </a:lnTo>
                <a:lnTo>
                  <a:pt x="82139" y="1679872"/>
                </a:lnTo>
                <a:lnTo>
                  <a:pt x="83734" y="1668821"/>
                </a:lnTo>
                <a:lnTo>
                  <a:pt x="85190" y="1657769"/>
                </a:lnTo>
                <a:lnTo>
                  <a:pt x="86474" y="1646717"/>
                </a:lnTo>
                <a:lnTo>
                  <a:pt x="87574" y="1635665"/>
                </a:lnTo>
                <a:lnTo>
                  <a:pt x="88490" y="1624613"/>
                </a:lnTo>
                <a:lnTo>
                  <a:pt x="89235" y="1613562"/>
                </a:lnTo>
                <a:lnTo>
                  <a:pt x="89829" y="1602510"/>
                </a:lnTo>
                <a:lnTo>
                  <a:pt x="90296" y="1591458"/>
                </a:lnTo>
                <a:lnTo>
                  <a:pt x="90663" y="1580406"/>
                </a:lnTo>
                <a:lnTo>
                  <a:pt x="90953" y="1569354"/>
                </a:lnTo>
                <a:lnTo>
                  <a:pt x="91186" y="1558303"/>
                </a:lnTo>
                <a:lnTo>
                  <a:pt x="91379" y="1547251"/>
                </a:lnTo>
                <a:lnTo>
                  <a:pt x="91543" y="1536199"/>
                </a:lnTo>
                <a:lnTo>
                  <a:pt x="91684" y="1525147"/>
                </a:lnTo>
                <a:lnTo>
                  <a:pt x="91803" y="1514096"/>
                </a:lnTo>
                <a:lnTo>
                  <a:pt x="91899" y="1503044"/>
                </a:lnTo>
                <a:lnTo>
                  <a:pt x="91966" y="1491992"/>
                </a:lnTo>
                <a:lnTo>
                  <a:pt x="91999" y="1480940"/>
                </a:lnTo>
                <a:lnTo>
                  <a:pt x="91990" y="1469888"/>
                </a:lnTo>
                <a:lnTo>
                  <a:pt x="91933" y="1458837"/>
                </a:lnTo>
                <a:lnTo>
                  <a:pt x="91825" y="1447785"/>
                </a:lnTo>
                <a:lnTo>
                  <a:pt x="91662" y="1436733"/>
                </a:lnTo>
                <a:lnTo>
                  <a:pt x="91447" y="1425681"/>
                </a:lnTo>
                <a:lnTo>
                  <a:pt x="91183" y="1414629"/>
                </a:lnTo>
                <a:lnTo>
                  <a:pt x="90879" y="1403578"/>
                </a:lnTo>
                <a:lnTo>
                  <a:pt x="90545" y="1392526"/>
                </a:lnTo>
                <a:lnTo>
                  <a:pt x="90194" y="1381474"/>
                </a:lnTo>
                <a:lnTo>
                  <a:pt x="89839" y="1370422"/>
                </a:lnTo>
                <a:lnTo>
                  <a:pt x="89495" y="1359370"/>
                </a:lnTo>
                <a:lnTo>
                  <a:pt x="89174" y="1348319"/>
                </a:lnTo>
                <a:lnTo>
                  <a:pt x="88887" y="1337267"/>
                </a:lnTo>
                <a:lnTo>
                  <a:pt x="88641" y="1326215"/>
                </a:lnTo>
                <a:lnTo>
                  <a:pt x="88440" y="1315163"/>
                </a:lnTo>
                <a:lnTo>
                  <a:pt x="88286" y="1304111"/>
                </a:lnTo>
                <a:lnTo>
                  <a:pt x="88176" y="1293060"/>
                </a:lnTo>
                <a:lnTo>
                  <a:pt x="88106" y="1282008"/>
                </a:lnTo>
                <a:lnTo>
                  <a:pt x="88071" y="1270956"/>
                </a:lnTo>
                <a:lnTo>
                  <a:pt x="88066" y="1259904"/>
                </a:lnTo>
                <a:lnTo>
                  <a:pt x="88085" y="1248853"/>
                </a:lnTo>
                <a:lnTo>
                  <a:pt x="88129" y="1237801"/>
                </a:lnTo>
                <a:lnTo>
                  <a:pt x="88195" y="1226749"/>
                </a:lnTo>
                <a:lnTo>
                  <a:pt x="88286" y="1215697"/>
                </a:lnTo>
                <a:lnTo>
                  <a:pt x="88403" y="1204645"/>
                </a:lnTo>
                <a:lnTo>
                  <a:pt x="88550" y="1193594"/>
                </a:lnTo>
                <a:lnTo>
                  <a:pt x="88727" y="1182542"/>
                </a:lnTo>
                <a:lnTo>
                  <a:pt x="88932" y="1171490"/>
                </a:lnTo>
                <a:lnTo>
                  <a:pt x="89162" y="1160438"/>
                </a:lnTo>
                <a:lnTo>
                  <a:pt x="89409" y="1149386"/>
                </a:lnTo>
                <a:lnTo>
                  <a:pt x="89662" y="1138335"/>
                </a:lnTo>
                <a:lnTo>
                  <a:pt x="89910" y="1127283"/>
                </a:lnTo>
                <a:lnTo>
                  <a:pt x="90138" y="1116231"/>
                </a:lnTo>
                <a:lnTo>
                  <a:pt x="90332" y="1105179"/>
                </a:lnTo>
                <a:lnTo>
                  <a:pt x="90480" y="1094127"/>
                </a:lnTo>
                <a:lnTo>
                  <a:pt x="90568" y="1083076"/>
                </a:lnTo>
                <a:lnTo>
                  <a:pt x="90587" y="1072024"/>
                </a:lnTo>
                <a:lnTo>
                  <a:pt x="90526" y="1060972"/>
                </a:lnTo>
                <a:lnTo>
                  <a:pt x="90378" y="1049920"/>
                </a:lnTo>
                <a:lnTo>
                  <a:pt x="90134" y="1038868"/>
                </a:lnTo>
                <a:lnTo>
                  <a:pt x="89788" y="1027817"/>
                </a:lnTo>
                <a:lnTo>
                  <a:pt x="89336" y="1016765"/>
                </a:lnTo>
                <a:lnTo>
                  <a:pt x="88775" y="1005713"/>
                </a:lnTo>
                <a:lnTo>
                  <a:pt x="88111" y="994661"/>
                </a:lnTo>
                <a:lnTo>
                  <a:pt x="87350" y="983609"/>
                </a:lnTo>
                <a:lnTo>
                  <a:pt x="86512" y="972558"/>
                </a:lnTo>
                <a:lnTo>
                  <a:pt x="85622" y="961506"/>
                </a:lnTo>
                <a:lnTo>
                  <a:pt x="84714" y="950454"/>
                </a:lnTo>
                <a:lnTo>
                  <a:pt x="83831" y="939402"/>
                </a:lnTo>
                <a:lnTo>
                  <a:pt x="83017" y="928351"/>
                </a:lnTo>
                <a:lnTo>
                  <a:pt x="82319" y="917299"/>
                </a:lnTo>
                <a:lnTo>
                  <a:pt x="81779" y="906247"/>
                </a:lnTo>
                <a:lnTo>
                  <a:pt x="81429" y="895195"/>
                </a:lnTo>
                <a:lnTo>
                  <a:pt x="81291" y="884143"/>
                </a:lnTo>
                <a:lnTo>
                  <a:pt x="81369" y="873092"/>
                </a:lnTo>
                <a:lnTo>
                  <a:pt x="81652" y="862040"/>
                </a:lnTo>
                <a:lnTo>
                  <a:pt x="82114" y="850988"/>
                </a:lnTo>
                <a:lnTo>
                  <a:pt x="82718" y="839936"/>
                </a:lnTo>
                <a:lnTo>
                  <a:pt x="83417" y="828884"/>
                </a:lnTo>
                <a:lnTo>
                  <a:pt x="84164" y="817833"/>
                </a:lnTo>
                <a:lnTo>
                  <a:pt x="84911" y="806781"/>
                </a:lnTo>
                <a:lnTo>
                  <a:pt x="85617" y="795729"/>
                </a:lnTo>
                <a:lnTo>
                  <a:pt x="86248" y="784677"/>
                </a:lnTo>
                <a:lnTo>
                  <a:pt x="86782" y="773625"/>
                </a:lnTo>
                <a:lnTo>
                  <a:pt x="87203" y="762574"/>
                </a:lnTo>
                <a:lnTo>
                  <a:pt x="87505" y="751522"/>
                </a:lnTo>
                <a:lnTo>
                  <a:pt x="87687" y="740470"/>
                </a:lnTo>
                <a:lnTo>
                  <a:pt x="87756" y="729418"/>
                </a:lnTo>
                <a:lnTo>
                  <a:pt x="87718" y="718366"/>
                </a:lnTo>
                <a:lnTo>
                  <a:pt x="87586" y="707315"/>
                </a:lnTo>
                <a:lnTo>
                  <a:pt x="87370" y="696263"/>
                </a:lnTo>
                <a:lnTo>
                  <a:pt x="87087" y="685211"/>
                </a:lnTo>
                <a:lnTo>
                  <a:pt x="86752" y="674159"/>
                </a:lnTo>
                <a:lnTo>
                  <a:pt x="86386" y="663108"/>
                </a:lnTo>
                <a:lnTo>
                  <a:pt x="86009" y="652056"/>
                </a:lnTo>
                <a:lnTo>
                  <a:pt x="85645" y="641004"/>
                </a:lnTo>
                <a:lnTo>
                  <a:pt x="85318" y="629952"/>
                </a:lnTo>
                <a:lnTo>
                  <a:pt x="85049" y="618900"/>
                </a:lnTo>
                <a:lnTo>
                  <a:pt x="84857" y="607849"/>
                </a:lnTo>
                <a:lnTo>
                  <a:pt x="84755" y="596797"/>
                </a:lnTo>
                <a:lnTo>
                  <a:pt x="84746" y="585745"/>
                </a:lnTo>
                <a:lnTo>
                  <a:pt x="84829" y="574693"/>
                </a:lnTo>
                <a:lnTo>
                  <a:pt x="84992" y="563641"/>
                </a:lnTo>
                <a:lnTo>
                  <a:pt x="85218" y="552590"/>
                </a:lnTo>
                <a:lnTo>
                  <a:pt x="85485" y="541538"/>
                </a:lnTo>
                <a:lnTo>
                  <a:pt x="85769" y="530486"/>
                </a:lnTo>
                <a:lnTo>
                  <a:pt x="86047" y="519434"/>
                </a:lnTo>
                <a:lnTo>
                  <a:pt x="86301" y="508382"/>
                </a:lnTo>
                <a:lnTo>
                  <a:pt x="86516" y="497331"/>
                </a:lnTo>
                <a:lnTo>
                  <a:pt x="86687" y="486279"/>
                </a:lnTo>
                <a:lnTo>
                  <a:pt x="86812" y="475227"/>
                </a:lnTo>
                <a:lnTo>
                  <a:pt x="86898" y="464175"/>
                </a:lnTo>
                <a:lnTo>
                  <a:pt x="86952" y="453123"/>
                </a:lnTo>
                <a:lnTo>
                  <a:pt x="86985" y="442072"/>
                </a:lnTo>
                <a:lnTo>
                  <a:pt x="87008" y="431020"/>
                </a:lnTo>
                <a:lnTo>
                  <a:pt x="87030" y="419968"/>
                </a:lnTo>
                <a:lnTo>
                  <a:pt x="87060" y="408916"/>
                </a:lnTo>
                <a:lnTo>
                  <a:pt x="87100" y="397865"/>
                </a:lnTo>
                <a:lnTo>
                  <a:pt x="87155" y="386813"/>
                </a:lnTo>
                <a:lnTo>
                  <a:pt x="87224" y="375761"/>
                </a:lnTo>
                <a:lnTo>
                  <a:pt x="87308" y="364709"/>
                </a:lnTo>
                <a:lnTo>
                  <a:pt x="87408" y="353657"/>
                </a:lnTo>
                <a:lnTo>
                  <a:pt x="87525" y="342606"/>
                </a:lnTo>
                <a:lnTo>
                  <a:pt x="87661" y="331554"/>
                </a:lnTo>
                <a:lnTo>
                  <a:pt x="87818" y="320502"/>
                </a:lnTo>
                <a:lnTo>
                  <a:pt x="87999" y="309450"/>
                </a:lnTo>
                <a:lnTo>
                  <a:pt x="88205" y="298398"/>
                </a:lnTo>
                <a:lnTo>
                  <a:pt x="88435" y="287347"/>
                </a:lnTo>
                <a:lnTo>
                  <a:pt x="88684" y="276295"/>
                </a:lnTo>
                <a:lnTo>
                  <a:pt x="88944" y="265243"/>
                </a:lnTo>
                <a:lnTo>
                  <a:pt x="89197" y="254191"/>
                </a:lnTo>
                <a:lnTo>
                  <a:pt x="89422" y="243139"/>
                </a:lnTo>
                <a:lnTo>
                  <a:pt x="89582" y="232088"/>
                </a:lnTo>
                <a:lnTo>
                  <a:pt x="89633" y="221036"/>
                </a:lnTo>
                <a:lnTo>
                  <a:pt x="89513" y="209984"/>
                </a:lnTo>
                <a:lnTo>
                  <a:pt x="89145" y="198932"/>
                </a:lnTo>
                <a:lnTo>
                  <a:pt x="88437" y="187880"/>
                </a:lnTo>
                <a:lnTo>
                  <a:pt x="87279" y="176829"/>
                </a:lnTo>
                <a:lnTo>
                  <a:pt x="85548" y="165777"/>
                </a:lnTo>
                <a:lnTo>
                  <a:pt x="83116" y="154725"/>
                </a:lnTo>
                <a:lnTo>
                  <a:pt x="79859" y="143673"/>
                </a:lnTo>
                <a:lnTo>
                  <a:pt x="75676" y="132622"/>
                </a:lnTo>
                <a:lnTo>
                  <a:pt x="70498" y="121570"/>
                </a:lnTo>
                <a:lnTo>
                  <a:pt x="64317" y="110518"/>
                </a:lnTo>
                <a:lnTo>
                  <a:pt x="57197" y="99466"/>
                </a:lnTo>
                <a:lnTo>
                  <a:pt x="49293" y="88414"/>
                </a:lnTo>
                <a:lnTo>
                  <a:pt x="40852" y="77363"/>
                </a:lnTo>
                <a:lnTo>
                  <a:pt x="32212" y="66311"/>
                </a:lnTo>
                <a:lnTo>
                  <a:pt x="23783" y="55259"/>
                </a:lnTo>
                <a:lnTo>
                  <a:pt x="16019" y="44207"/>
                </a:lnTo>
                <a:lnTo>
                  <a:pt x="9382" y="33155"/>
                </a:lnTo>
                <a:lnTo>
                  <a:pt x="4293" y="22104"/>
                </a:lnTo>
                <a:lnTo>
                  <a:pt x="1092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46" y="11052"/>
                </a:lnTo>
                <a:lnTo>
                  <a:pt x="183145" y="22104"/>
                </a:lnTo>
                <a:lnTo>
                  <a:pt x="178056" y="33155"/>
                </a:lnTo>
                <a:lnTo>
                  <a:pt x="171419" y="44207"/>
                </a:lnTo>
                <a:lnTo>
                  <a:pt x="163656" y="55259"/>
                </a:lnTo>
                <a:lnTo>
                  <a:pt x="155227" y="66311"/>
                </a:lnTo>
                <a:lnTo>
                  <a:pt x="146586" y="77363"/>
                </a:lnTo>
                <a:lnTo>
                  <a:pt x="138145" y="88414"/>
                </a:lnTo>
                <a:lnTo>
                  <a:pt x="130241" y="99466"/>
                </a:lnTo>
                <a:lnTo>
                  <a:pt x="123122" y="110518"/>
                </a:lnTo>
                <a:lnTo>
                  <a:pt x="116941" y="121570"/>
                </a:lnTo>
                <a:lnTo>
                  <a:pt x="111763" y="132622"/>
                </a:lnTo>
                <a:lnTo>
                  <a:pt x="107579" y="143673"/>
                </a:lnTo>
                <a:lnTo>
                  <a:pt x="104323" y="154725"/>
                </a:lnTo>
                <a:lnTo>
                  <a:pt x="101891" y="165777"/>
                </a:lnTo>
                <a:lnTo>
                  <a:pt x="100159" y="176829"/>
                </a:lnTo>
                <a:lnTo>
                  <a:pt x="99001" y="187880"/>
                </a:lnTo>
                <a:lnTo>
                  <a:pt x="98293" y="198932"/>
                </a:lnTo>
                <a:lnTo>
                  <a:pt x="97926" y="209984"/>
                </a:lnTo>
                <a:lnTo>
                  <a:pt x="97806" y="221036"/>
                </a:lnTo>
                <a:lnTo>
                  <a:pt x="97856" y="232088"/>
                </a:lnTo>
                <a:lnTo>
                  <a:pt x="98017" y="243139"/>
                </a:lnTo>
                <a:lnTo>
                  <a:pt x="98241" y="254191"/>
                </a:lnTo>
                <a:lnTo>
                  <a:pt x="98495" y="265243"/>
                </a:lnTo>
                <a:lnTo>
                  <a:pt x="98754" y="276295"/>
                </a:lnTo>
                <a:lnTo>
                  <a:pt x="99004" y="287347"/>
                </a:lnTo>
                <a:lnTo>
                  <a:pt x="99234" y="298398"/>
                </a:lnTo>
                <a:lnTo>
                  <a:pt x="99440" y="309450"/>
                </a:lnTo>
                <a:lnTo>
                  <a:pt x="99620" y="320502"/>
                </a:lnTo>
                <a:lnTo>
                  <a:pt x="99778" y="331554"/>
                </a:lnTo>
                <a:lnTo>
                  <a:pt x="99914" y="342606"/>
                </a:lnTo>
                <a:lnTo>
                  <a:pt x="100030" y="353657"/>
                </a:lnTo>
                <a:lnTo>
                  <a:pt x="100130" y="364709"/>
                </a:lnTo>
                <a:lnTo>
                  <a:pt x="100215" y="375761"/>
                </a:lnTo>
                <a:lnTo>
                  <a:pt x="100284" y="386813"/>
                </a:lnTo>
                <a:lnTo>
                  <a:pt x="100338" y="397865"/>
                </a:lnTo>
                <a:lnTo>
                  <a:pt x="100379" y="408916"/>
                </a:lnTo>
                <a:lnTo>
                  <a:pt x="100408" y="419968"/>
                </a:lnTo>
                <a:lnTo>
                  <a:pt x="100431" y="431020"/>
                </a:lnTo>
                <a:lnTo>
                  <a:pt x="100454" y="442072"/>
                </a:lnTo>
                <a:lnTo>
                  <a:pt x="100487" y="453123"/>
                </a:lnTo>
                <a:lnTo>
                  <a:pt x="100541" y="464175"/>
                </a:lnTo>
                <a:lnTo>
                  <a:pt x="100626" y="475227"/>
                </a:lnTo>
                <a:lnTo>
                  <a:pt x="100752" y="486279"/>
                </a:lnTo>
                <a:lnTo>
                  <a:pt x="100922" y="497331"/>
                </a:lnTo>
                <a:lnTo>
                  <a:pt x="101138" y="508382"/>
                </a:lnTo>
                <a:lnTo>
                  <a:pt x="101391" y="519434"/>
                </a:lnTo>
                <a:lnTo>
                  <a:pt x="101669" y="530486"/>
                </a:lnTo>
                <a:lnTo>
                  <a:pt x="101953" y="541538"/>
                </a:lnTo>
                <a:lnTo>
                  <a:pt x="102220" y="552590"/>
                </a:lnTo>
                <a:lnTo>
                  <a:pt x="102446" y="563641"/>
                </a:lnTo>
                <a:lnTo>
                  <a:pt x="102609" y="574693"/>
                </a:lnTo>
                <a:lnTo>
                  <a:pt x="102692" y="585745"/>
                </a:lnTo>
                <a:lnTo>
                  <a:pt x="102684" y="596797"/>
                </a:lnTo>
                <a:lnTo>
                  <a:pt x="102581" y="607849"/>
                </a:lnTo>
                <a:lnTo>
                  <a:pt x="102389" y="618900"/>
                </a:lnTo>
                <a:lnTo>
                  <a:pt x="102120" y="629952"/>
                </a:lnTo>
                <a:lnTo>
                  <a:pt x="101793" y="641004"/>
                </a:lnTo>
                <a:lnTo>
                  <a:pt x="101429" y="652056"/>
                </a:lnTo>
                <a:lnTo>
                  <a:pt x="101053" y="663108"/>
                </a:lnTo>
                <a:lnTo>
                  <a:pt x="100686" y="674159"/>
                </a:lnTo>
                <a:lnTo>
                  <a:pt x="100351" y="685211"/>
                </a:lnTo>
                <a:lnTo>
                  <a:pt x="100068" y="696263"/>
                </a:lnTo>
                <a:lnTo>
                  <a:pt x="99853" y="707315"/>
                </a:lnTo>
                <a:lnTo>
                  <a:pt x="99720" y="718366"/>
                </a:lnTo>
                <a:lnTo>
                  <a:pt x="99683" y="729418"/>
                </a:lnTo>
                <a:lnTo>
                  <a:pt x="99751" y="740470"/>
                </a:lnTo>
                <a:lnTo>
                  <a:pt x="99934" y="751522"/>
                </a:lnTo>
                <a:lnTo>
                  <a:pt x="100235" y="762574"/>
                </a:lnTo>
                <a:lnTo>
                  <a:pt x="100656" y="773625"/>
                </a:lnTo>
                <a:lnTo>
                  <a:pt x="101190" y="784677"/>
                </a:lnTo>
                <a:lnTo>
                  <a:pt x="101822" y="795729"/>
                </a:lnTo>
                <a:lnTo>
                  <a:pt x="102528" y="806781"/>
                </a:lnTo>
                <a:lnTo>
                  <a:pt x="103275" y="817833"/>
                </a:lnTo>
                <a:lnTo>
                  <a:pt x="104021" y="828884"/>
                </a:lnTo>
                <a:lnTo>
                  <a:pt x="104720" y="839936"/>
                </a:lnTo>
                <a:lnTo>
                  <a:pt x="105324" y="850988"/>
                </a:lnTo>
                <a:lnTo>
                  <a:pt x="105786" y="862040"/>
                </a:lnTo>
                <a:lnTo>
                  <a:pt x="106069" y="873092"/>
                </a:lnTo>
                <a:lnTo>
                  <a:pt x="106147" y="884143"/>
                </a:lnTo>
                <a:lnTo>
                  <a:pt x="106009" y="895195"/>
                </a:lnTo>
                <a:lnTo>
                  <a:pt x="105660" y="906247"/>
                </a:lnTo>
                <a:lnTo>
                  <a:pt x="105120" y="917299"/>
                </a:lnTo>
                <a:lnTo>
                  <a:pt x="104422" y="928351"/>
                </a:lnTo>
                <a:lnTo>
                  <a:pt x="103608" y="939402"/>
                </a:lnTo>
                <a:lnTo>
                  <a:pt x="102724" y="950454"/>
                </a:lnTo>
                <a:lnTo>
                  <a:pt x="101816" y="961506"/>
                </a:lnTo>
                <a:lnTo>
                  <a:pt x="100926" y="972558"/>
                </a:lnTo>
                <a:lnTo>
                  <a:pt x="100088" y="983609"/>
                </a:lnTo>
                <a:lnTo>
                  <a:pt x="99328" y="994661"/>
                </a:lnTo>
                <a:lnTo>
                  <a:pt x="98663" y="1005713"/>
                </a:lnTo>
                <a:lnTo>
                  <a:pt x="98103" y="1016765"/>
                </a:lnTo>
                <a:lnTo>
                  <a:pt x="97651" y="1027817"/>
                </a:lnTo>
                <a:lnTo>
                  <a:pt x="97305" y="1038868"/>
                </a:lnTo>
                <a:lnTo>
                  <a:pt x="97061" y="1049920"/>
                </a:lnTo>
                <a:lnTo>
                  <a:pt x="96912" y="1060972"/>
                </a:lnTo>
                <a:lnTo>
                  <a:pt x="96851" y="1072024"/>
                </a:lnTo>
                <a:lnTo>
                  <a:pt x="96870" y="1083076"/>
                </a:lnTo>
                <a:lnTo>
                  <a:pt x="96959" y="1094127"/>
                </a:lnTo>
                <a:lnTo>
                  <a:pt x="97106" y="1105179"/>
                </a:lnTo>
                <a:lnTo>
                  <a:pt x="97301" y="1116231"/>
                </a:lnTo>
                <a:lnTo>
                  <a:pt x="97529" y="1127283"/>
                </a:lnTo>
                <a:lnTo>
                  <a:pt x="97776" y="1138335"/>
                </a:lnTo>
                <a:lnTo>
                  <a:pt x="98030" y="1149386"/>
                </a:lnTo>
                <a:lnTo>
                  <a:pt x="98276" y="1160438"/>
                </a:lnTo>
                <a:lnTo>
                  <a:pt x="98506" y="1171490"/>
                </a:lnTo>
                <a:lnTo>
                  <a:pt x="98712" y="1182542"/>
                </a:lnTo>
                <a:lnTo>
                  <a:pt x="98888" y="1193594"/>
                </a:lnTo>
                <a:lnTo>
                  <a:pt x="99035" y="1204645"/>
                </a:lnTo>
                <a:lnTo>
                  <a:pt x="99153" y="1215697"/>
                </a:lnTo>
                <a:lnTo>
                  <a:pt x="99243" y="1226749"/>
                </a:lnTo>
                <a:lnTo>
                  <a:pt x="99310" y="1237801"/>
                </a:lnTo>
                <a:lnTo>
                  <a:pt x="99353" y="1248853"/>
                </a:lnTo>
                <a:lnTo>
                  <a:pt x="99373" y="1259904"/>
                </a:lnTo>
                <a:lnTo>
                  <a:pt x="99367" y="1270956"/>
                </a:lnTo>
                <a:lnTo>
                  <a:pt x="99332" y="1282008"/>
                </a:lnTo>
                <a:lnTo>
                  <a:pt x="99262" y="1293060"/>
                </a:lnTo>
                <a:lnTo>
                  <a:pt x="99152" y="1304111"/>
                </a:lnTo>
                <a:lnTo>
                  <a:pt x="98998" y="1315163"/>
                </a:lnTo>
                <a:lnTo>
                  <a:pt x="98798" y="1326215"/>
                </a:lnTo>
                <a:lnTo>
                  <a:pt x="98552" y="1337267"/>
                </a:lnTo>
                <a:lnTo>
                  <a:pt x="98265" y="1348319"/>
                </a:lnTo>
                <a:lnTo>
                  <a:pt x="97943" y="1359370"/>
                </a:lnTo>
                <a:lnTo>
                  <a:pt x="97599" y="1370422"/>
                </a:lnTo>
                <a:lnTo>
                  <a:pt x="97244" y="1381474"/>
                </a:lnTo>
                <a:lnTo>
                  <a:pt x="96893" y="1392526"/>
                </a:lnTo>
                <a:lnTo>
                  <a:pt x="96559" y="1403578"/>
                </a:lnTo>
                <a:lnTo>
                  <a:pt x="96255" y="1414629"/>
                </a:lnTo>
                <a:lnTo>
                  <a:pt x="95991" y="1425681"/>
                </a:lnTo>
                <a:lnTo>
                  <a:pt x="95776" y="1436733"/>
                </a:lnTo>
                <a:lnTo>
                  <a:pt x="95614" y="1447785"/>
                </a:lnTo>
                <a:lnTo>
                  <a:pt x="95505" y="1458837"/>
                </a:lnTo>
                <a:lnTo>
                  <a:pt x="95449" y="1469888"/>
                </a:lnTo>
                <a:lnTo>
                  <a:pt x="95440" y="1480940"/>
                </a:lnTo>
                <a:lnTo>
                  <a:pt x="95472" y="1491992"/>
                </a:lnTo>
                <a:lnTo>
                  <a:pt x="95540" y="1503044"/>
                </a:lnTo>
                <a:lnTo>
                  <a:pt x="95635" y="1514096"/>
                </a:lnTo>
                <a:lnTo>
                  <a:pt x="95755" y="1525147"/>
                </a:lnTo>
                <a:lnTo>
                  <a:pt x="95895" y="1536199"/>
                </a:lnTo>
                <a:lnTo>
                  <a:pt x="96059" y="1547251"/>
                </a:lnTo>
                <a:lnTo>
                  <a:pt x="96252" y="1558303"/>
                </a:lnTo>
                <a:lnTo>
                  <a:pt x="96485" y="1569354"/>
                </a:lnTo>
                <a:lnTo>
                  <a:pt x="96775" y="1580406"/>
                </a:lnTo>
                <a:lnTo>
                  <a:pt x="97142" y="1591458"/>
                </a:lnTo>
                <a:lnTo>
                  <a:pt x="97610" y="1602510"/>
                </a:lnTo>
                <a:lnTo>
                  <a:pt x="98204" y="1613562"/>
                </a:lnTo>
                <a:lnTo>
                  <a:pt x="98949" y="1624613"/>
                </a:lnTo>
                <a:lnTo>
                  <a:pt x="99864" y="1635665"/>
                </a:lnTo>
                <a:lnTo>
                  <a:pt x="100964" y="1646717"/>
                </a:lnTo>
                <a:lnTo>
                  <a:pt x="102248" y="1657769"/>
                </a:lnTo>
                <a:lnTo>
                  <a:pt x="103704" y="1668821"/>
                </a:lnTo>
                <a:lnTo>
                  <a:pt x="105300" y="1679872"/>
                </a:lnTo>
                <a:lnTo>
                  <a:pt x="106988" y="1690924"/>
                </a:lnTo>
                <a:lnTo>
                  <a:pt x="108702" y="1701976"/>
                </a:lnTo>
                <a:lnTo>
                  <a:pt x="110364" y="1713028"/>
                </a:lnTo>
                <a:lnTo>
                  <a:pt x="111887" y="1724080"/>
                </a:lnTo>
                <a:lnTo>
                  <a:pt x="113185" y="1735131"/>
                </a:lnTo>
                <a:lnTo>
                  <a:pt x="114177" y="1746183"/>
                </a:lnTo>
                <a:lnTo>
                  <a:pt x="114800" y="1757235"/>
                </a:lnTo>
                <a:lnTo>
                  <a:pt x="115012" y="1768287"/>
                </a:lnTo>
                <a:lnTo>
                  <a:pt x="115012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626" name="data_1625">
            <a:extLst>
              <a:ext uri="{FF2B5EF4-FFF2-40B4-BE49-F238E27FC236}">
                <a16:creationId xmlns:a16="http://schemas.microsoft.com/office/drawing/2014/main" id="{1F1E8D50-8C50-4BF2-BDF8-43DE49B20D3F}"/>
              </a:ext>
            </a:extLst>
          </p:cNvPr>
          <p:cNvSpPr>
            <a:spLocks/>
          </p:cNvSpPr>
          <p:nvPr/>
        </p:nvSpPr>
        <p:spPr>
          <a:xfrm>
            <a:off x="720663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7" name="data_1626">
            <a:extLst>
              <a:ext uri="{FF2B5EF4-FFF2-40B4-BE49-F238E27FC236}">
                <a16:creationId xmlns:a16="http://schemas.microsoft.com/office/drawing/2014/main" id="{4EB53A63-7E34-4AF2-B228-1C9EED753876}"/>
              </a:ext>
            </a:extLst>
          </p:cNvPr>
          <p:cNvSpPr>
            <a:spLocks/>
          </p:cNvSpPr>
          <p:nvPr/>
        </p:nvSpPr>
        <p:spPr>
          <a:xfrm>
            <a:off x="717387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8" name="data_1627">
            <a:extLst>
              <a:ext uri="{FF2B5EF4-FFF2-40B4-BE49-F238E27FC236}">
                <a16:creationId xmlns:a16="http://schemas.microsoft.com/office/drawing/2014/main" id="{5864E03E-7A62-47F0-99FF-7C0C446F49C6}"/>
              </a:ext>
            </a:extLst>
          </p:cNvPr>
          <p:cNvSpPr>
            <a:spLocks/>
          </p:cNvSpPr>
          <p:nvPr/>
        </p:nvSpPr>
        <p:spPr>
          <a:xfrm>
            <a:off x="709603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9" name="data_1628">
            <a:extLst>
              <a:ext uri="{FF2B5EF4-FFF2-40B4-BE49-F238E27FC236}">
                <a16:creationId xmlns:a16="http://schemas.microsoft.com/office/drawing/2014/main" id="{2B0CAEC9-A4D2-4AA1-89D1-344B100687CB}"/>
              </a:ext>
            </a:extLst>
          </p:cNvPr>
          <p:cNvSpPr>
            <a:spLocks/>
          </p:cNvSpPr>
          <p:nvPr/>
        </p:nvSpPr>
        <p:spPr>
          <a:xfrm>
            <a:off x="71309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0" name="data_1629">
            <a:extLst>
              <a:ext uri="{FF2B5EF4-FFF2-40B4-BE49-F238E27FC236}">
                <a16:creationId xmlns:a16="http://schemas.microsoft.com/office/drawing/2014/main" id="{2C59E05B-BF58-48BA-8F71-CD1FDD04F622}"/>
              </a:ext>
            </a:extLst>
          </p:cNvPr>
          <p:cNvSpPr>
            <a:spLocks/>
          </p:cNvSpPr>
          <p:nvPr/>
        </p:nvSpPr>
        <p:spPr>
          <a:xfrm>
            <a:off x="7123193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1" name="data_1630">
            <a:extLst>
              <a:ext uri="{FF2B5EF4-FFF2-40B4-BE49-F238E27FC236}">
                <a16:creationId xmlns:a16="http://schemas.microsoft.com/office/drawing/2014/main" id="{CA560704-7A26-4D21-A5E7-1B835D7B0A3D}"/>
              </a:ext>
            </a:extLst>
          </p:cNvPr>
          <p:cNvSpPr>
            <a:spLocks/>
          </p:cNvSpPr>
          <p:nvPr/>
        </p:nvSpPr>
        <p:spPr>
          <a:xfrm>
            <a:off x="71161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2" name="data_1631">
            <a:extLst>
              <a:ext uri="{FF2B5EF4-FFF2-40B4-BE49-F238E27FC236}">
                <a16:creationId xmlns:a16="http://schemas.microsoft.com/office/drawing/2014/main" id="{F027EBFE-3A62-483A-96D7-DE6EB1D257F3}"/>
              </a:ext>
            </a:extLst>
          </p:cNvPr>
          <p:cNvSpPr>
            <a:spLocks/>
          </p:cNvSpPr>
          <p:nvPr/>
        </p:nvSpPr>
        <p:spPr>
          <a:xfrm>
            <a:off x="716199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3" name="data_1632">
            <a:extLst>
              <a:ext uri="{FF2B5EF4-FFF2-40B4-BE49-F238E27FC236}">
                <a16:creationId xmlns:a16="http://schemas.microsoft.com/office/drawing/2014/main" id="{85F2897E-9672-49BF-BB3C-F96E3BE07D8D}"/>
              </a:ext>
            </a:extLst>
          </p:cNvPr>
          <p:cNvSpPr>
            <a:spLocks/>
          </p:cNvSpPr>
          <p:nvPr/>
        </p:nvSpPr>
        <p:spPr>
          <a:xfrm>
            <a:off x="7125613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4" name="data_1633">
            <a:extLst>
              <a:ext uri="{FF2B5EF4-FFF2-40B4-BE49-F238E27FC236}">
                <a16:creationId xmlns:a16="http://schemas.microsoft.com/office/drawing/2014/main" id="{CC4BA5A6-4A68-49D5-971F-BBD952026C16}"/>
              </a:ext>
            </a:extLst>
          </p:cNvPr>
          <p:cNvSpPr>
            <a:spLocks/>
          </p:cNvSpPr>
          <p:nvPr/>
        </p:nvSpPr>
        <p:spPr>
          <a:xfrm>
            <a:off x="719470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5" name="data_1634">
            <a:extLst>
              <a:ext uri="{FF2B5EF4-FFF2-40B4-BE49-F238E27FC236}">
                <a16:creationId xmlns:a16="http://schemas.microsoft.com/office/drawing/2014/main" id="{5281D348-9E54-4370-9E0A-E95128388BC4}"/>
              </a:ext>
            </a:extLst>
          </p:cNvPr>
          <p:cNvSpPr>
            <a:spLocks/>
          </p:cNvSpPr>
          <p:nvPr/>
        </p:nvSpPr>
        <p:spPr>
          <a:xfrm>
            <a:off x="7146081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6" name="data_1635">
            <a:extLst>
              <a:ext uri="{FF2B5EF4-FFF2-40B4-BE49-F238E27FC236}">
                <a16:creationId xmlns:a16="http://schemas.microsoft.com/office/drawing/2014/main" id="{92462DF2-DAD7-4BF8-A26F-5A5354846DAD}"/>
              </a:ext>
            </a:extLst>
          </p:cNvPr>
          <p:cNvSpPr>
            <a:spLocks/>
          </p:cNvSpPr>
          <p:nvPr/>
        </p:nvSpPr>
        <p:spPr>
          <a:xfrm>
            <a:off x="7125393" y="21534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7" name="data_1636">
            <a:extLst>
              <a:ext uri="{FF2B5EF4-FFF2-40B4-BE49-F238E27FC236}">
                <a16:creationId xmlns:a16="http://schemas.microsoft.com/office/drawing/2014/main" id="{5C7BE94F-9A9B-4F7D-97D8-7E26C9B94785}"/>
              </a:ext>
            </a:extLst>
          </p:cNvPr>
          <p:cNvSpPr>
            <a:spLocks/>
          </p:cNvSpPr>
          <p:nvPr/>
        </p:nvSpPr>
        <p:spPr>
          <a:xfrm>
            <a:off x="7198433" y="294139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8" name="data_1637">
            <a:extLst>
              <a:ext uri="{FF2B5EF4-FFF2-40B4-BE49-F238E27FC236}">
                <a16:creationId xmlns:a16="http://schemas.microsoft.com/office/drawing/2014/main" id="{EDCE7C17-4CE5-4CC3-A0EC-BF75454C01B9}"/>
              </a:ext>
            </a:extLst>
          </p:cNvPr>
          <p:cNvSpPr>
            <a:spLocks/>
          </p:cNvSpPr>
          <p:nvPr/>
        </p:nvSpPr>
        <p:spPr>
          <a:xfrm>
            <a:off x="7188829" y="2657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9" name="data_1638">
            <a:extLst>
              <a:ext uri="{FF2B5EF4-FFF2-40B4-BE49-F238E27FC236}">
                <a16:creationId xmlns:a16="http://schemas.microsoft.com/office/drawing/2014/main" id="{B1A1D606-8DB0-4DF6-82A1-C587F4B6A027}"/>
              </a:ext>
            </a:extLst>
          </p:cNvPr>
          <p:cNvSpPr>
            <a:spLocks/>
          </p:cNvSpPr>
          <p:nvPr/>
        </p:nvSpPr>
        <p:spPr>
          <a:xfrm>
            <a:off x="7205044" y="33435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0" name="data_1639">
            <a:extLst>
              <a:ext uri="{FF2B5EF4-FFF2-40B4-BE49-F238E27FC236}">
                <a16:creationId xmlns:a16="http://schemas.microsoft.com/office/drawing/2014/main" id="{FEEA9A08-F826-4F8B-9891-192892FD8BDC}"/>
              </a:ext>
            </a:extLst>
          </p:cNvPr>
          <p:cNvSpPr>
            <a:spLocks/>
          </p:cNvSpPr>
          <p:nvPr/>
        </p:nvSpPr>
        <p:spPr>
          <a:xfrm>
            <a:off x="7137789" y="31894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1" name="data_1640">
            <a:extLst>
              <a:ext uri="{FF2B5EF4-FFF2-40B4-BE49-F238E27FC236}">
                <a16:creationId xmlns:a16="http://schemas.microsoft.com/office/drawing/2014/main" id="{528531BC-F991-478C-80B8-7272BFC1CA26}"/>
              </a:ext>
            </a:extLst>
          </p:cNvPr>
          <p:cNvSpPr>
            <a:spLocks/>
          </p:cNvSpPr>
          <p:nvPr/>
        </p:nvSpPr>
        <p:spPr>
          <a:xfrm>
            <a:off x="7175543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2" name="data_1641">
            <a:extLst>
              <a:ext uri="{FF2B5EF4-FFF2-40B4-BE49-F238E27FC236}">
                <a16:creationId xmlns:a16="http://schemas.microsoft.com/office/drawing/2014/main" id="{873F0D96-D59E-4784-8DBA-0A65B3E12C74}"/>
              </a:ext>
            </a:extLst>
          </p:cNvPr>
          <p:cNvSpPr>
            <a:spLocks/>
          </p:cNvSpPr>
          <p:nvPr/>
        </p:nvSpPr>
        <p:spPr>
          <a:xfrm>
            <a:off x="712589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3" name="data_1642">
            <a:extLst>
              <a:ext uri="{FF2B5EF4-FFF2-40B4-BE49-F238E27FC236}">
                <a16:creationId xmlns:a16="http://schemas.microsoft.com/office/drawing/2014/main" id="{06BD9253-AFF7-49EC-BAFB-D68545B4F075}"/>
              </a:ext>
            </a:extLst>
          </p:cNvPr>
          <p:cNvSpPr>
            <a:spLocks/>
          </p:cNvSpPr>
          <p:nvPr/>
        </p:nvSpPr>
        <p:spPr>
          <a:xfrm>
            <a:off x="7212768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4" name="data_1643">
            <a:extLst>
              <a:ext uri="{FF2B5EF4-FFF2-40B4-BE49-F238E27FC236}">
                <a16:creationId xmlns:a16="http://schemas.microsoft.com/office/drawing/2014/main" id="{3661D589-9E0A-4EB6-AA16-57C7169DF3B6}"/>
              </a:ext>
            </a:extLst>
          </p:cNvPr>
          <p:cNvSpPr>
            <a:spLocks/>
          </p:cNvSpPr>
          <p:nvPr/>
        </p:nvSpPr>
        <p:spPr>
          <a:xfrm>
            <a:off x="7180388" y="25352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5" name="data_1644">
            <a:extLst>
              <a:ext uri="{FF2B5EF4-FFF2-40B4-BE49-F238E27FC236}">
                <a16:creationId xmlns:a16="http://schemas.microsoft.com/office/drawing/2014/main" id="{C2F26B8A-89CB-4702-8150-B064C0B29BCE}"/>
              </a:ext>
            </a:extLst>
          </p:cNvPr>
          <p:cNvSpPr>
            <a:spLocks/>
          </p:cNvSpPr>
          <p:nvPr/>
        </p:nvSpPr>
        <p:spPr>
          <a:xfrm>
            <a:off x="7212705" y="2657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6" name="data_1645">
            <a:extLst>
              <a:ext uri="{FF2B5EF4-FFF2-40B4-BE49-F238E27FC236}">
                <a16:creationId xmlns:a16="http://schemas.microsoft.com/office/drawing/2014/main" id="{A96F19FF-D435-4B8E-9876-B9ABE9B07784}"/>
              </a:ext>
            </a:extLst>
          </p:cNvPr>
          <p:cNvSpPr>
            <a:spLocks/>
          </p:cNvSpPr>
          <p:nvPr/>
        </p:nvSpPr>
        <p:spPr>
          <a:xfrm>
            <a:off x="7106676" y="32364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7" name="data_1646">
            <a:extLst>
              <a:ext uri="{FF2B5EF4-FFF2-40B4-BE49-F238E27FC236}">
                <a16:creationId xmlns:a16="http://schemas.microsoft.com/office/drawing/2014/main" id="{1925FAF0-EBF5-4160-98DB-A0B9D7B198C1}"/>
              </a:ext>
            </a:extLst>
          </p:cNvPr>
          <p:cNvSpPr>
            <a:spLocks/>
          </p:cNvSpPr>
          <p:nvPr/>
        </p:nvSpPr>
        <p:spPr>
          <a:xfrm>
            <a:off x="711816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8" name="data_1647">
            <a:extLst>
              <a:ext uri="{FF2B5EF4-FFF2-40B4-BE49-F238E27FC236}">
                <a16:creationId xmlns:a16="http://schemas.microsoft.com/office/drawing/2014/main" id="{008F3001-15A5-4E94-AE6F-6D23F6A18FE4}"/>
              </a:ext>
            </a:extLst>
          </p:cNvPr>
          <p:cNvSpPr>
            <a:spLocks/>
          </p:cNvSpPr>
          <p:nvPr/>
        </p:nvSpPr>
        <p:spPr>
          <a:xfrm>
            <a:off x="7174964" y="27036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9" name="data_1648">
            <a:extLst>
              <a:ext uri="{FF2B5EF4-FFF2-40B4-BE49-F238E27FC236}">
                <a16:creationId xmlns:a16="http://schemas.microsoft.com/office/drawing/2014/main" id="{4325716E-7B36-4FF2-BD99-15B86214B525}"/>
              </a:ext>
            </a:extLst>
          </p:cNvPr>
          <p:cNvSpPr>
            <a:spLocks/>
          </p:cNvSpPr>
          <p:nvPr/>
        </p:nvSpPr>
        <p:spPr>
          <a:xfrm>
            <a:off x="713452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0" name="data_1649">
            <a:extLst>
              <a:ext uri="{FF2B5EF4-FFF2-40B4-BE49-F238E27FC236}">
                <a16:creationId xmlns:a16="http://schemas.microsoft.com/office/drawing/2014/main" id="{5E1EBB14-3796-4CCB-9245-B64E63028195}"/>
              </a:ext>
            </a:extLst>
          </p:cNvPr>
          <p:cNvSpPr>
            <a:spLocks/>
          </p:cNvSpPr>
          <p:nvPr/>
        </p:nvSpPr>
        <p:spPr>
          <a:xfrm>
            <a:off x="718560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1" name="data_1650">
            <a:extLst>
              <a:ext uri="{FF2B5EF4-FFF2-40B4-BE49-F238E27FC236}">
                <a16:creationId xmlns:a16="http://schemas.microsoft.com/office/drawing/2014/main" id="{337EA980-A03F-4ECF-BEC4-E8DAE45C43F1}"/>
              </a:ext>
            </a:extLst>
          </p:cNvPr>
          <p:cNvSpPr>
            <a:spLocks/>
          </p:cNvSpPr>
          <p:nvPr/>
        </p:nvSpPr>
        <p:spPr>
          <a:xfrm>
            <a:off x="709625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2" name="data_1651">
            <a:extLst>
              <a:ext uri="{FF2B5EF4-FFF2-40B4-BE49-F238E27FC236}">
                <a16:creationId xmlns:a16="http://schemas.microsoft.com/office/drawing/2014/main" id="{B54DFE88-CC44-49F2-B60E-7E469C83BBC6}"/>
              </a:ext>
            </a:extLst>
          </p:cNvPr>
          <p:cNvSpPr>
            <a:spLocks/>
          </p:cNvSpPr>
          <p:nvPr/>
        </p:nvSpPr>
        <p:spPr>
          <a:xfrm>
            <a:off x="7108158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3" name="data_1652">
            <a:extLst>
              <a:ext uri="{FF2B5EF4-FFF2-40B4-BE49-F238E27FC236}">
                <a16:creationId xmlns:a16="http://schemas.microsoft.com/office/drawing/2014/main" id="{A7F2B935-8F8E-4B0E-8646-92AB3A604E7F}"/>
              </a:ext>
            </a:extLst>
          </p:cNvPr>
          <p:cNvSpPr>
            <a:spLocks/>
          </p:cNvSpPr>
          <p:nvPr/>
        </p:nvSpPr>
        <p:spPr>
          <a:xfrm>
            <a:off x="713389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4" name="data_1653">
            <a:extLst>
              <a:ext uri="{FF2B5EF4-FFF2-40B4-BE49-F238E27FC236}">
                <a16:creationId xmlns:a16="http://schemas.microsoft.com/office/drawing/2014/main" id="{4AF50469-E2EE-43A4-8149-44186C0F5B97}"/>
              </a:ext>
            </a:extLst>
          </p:cNvPr>
          <p:cNvSpPr>
            <a:spLocks/>
          </p:cNvSpPr>
          <p:nvPr/>
        </p:nvSpPr>
        <p:spPr>
          <a:xfrm>
            <a:off x="7107137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5" name="data_1654">
            <a:extLst>
              <a:ext uri="{FF2B5EF4-FFF2-40B4-BE49-F238E27FC236}">
                <a16:creationId xmlns:a16="http://schemas.microsoft.com/office/drawing/2014/main" id="{0FA69BDB-8992-420E-B394-51F500BD9119}"/>
              </a:ext>
            </a:extLst>
          </p:cNvPr>
          <p:cNvSpPr>
            <a:spLocks/>
          </p:cNvSpPr>
          <p:nvPr/>
        </p:nvSpPr>
        <p:spPr>
          <a:xfrm>
            <a:off x="7206883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6" name="data_1655">
            <a:extLst>
              <a:ext uri="{FF2B5EF4-FFF2-40B4-BE49-F238E27FC236}">
                <a16:creationId xmlns:a16="http://schemas.microsoft.com/office/drawing/2014/main" id="{71AFDFA9-208F-45F3-A7EB-6590F7B0F7B0}"/>
              </a:ext>
            </a:extLst>
          </p:cNvPr>
          <p:cNvSpPr>
            <a:spLocks/>
          </p:cNvSpPr>
          <p:nvPr/>
        </p:nvSpPr>
        <p:spPr>
          <a:xfrm>
            <a:off x="720258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7" name="data_1656">
            <a:extLst>
              <a:ext uri="{FF2B5EF4-FFF2-40B4-BE49-F238E27FC236}">
                <a16:creationId xmlns:a16="http://schemas.microsoft.com/office/drawing/2014/main" id="{88652398-69B2-4909-8873-F58FCF6A4C45}"/>
              </a:ext>
            </a:extLst>
          </p:cNvPr>
          <p:cNvSpPr>
            <a:spLocks/>
          </p:cNvSpPr>
          <p:nvPr/>
        </p:nvSpPr>
        <p:spPr>
          <a:xfrm>
            <a:off x="7175146" y="29663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8" name="data_1657">
            <a:extLst>
              <a:ext uri="{FF2B5EF4-FFF2-40B4-BE49-F238E27FC236}">
                <a16:creationId xmlns:a16="http://schemas.microsoft.com/office/drawing/2014/main" id="{31B837DD-A2F7-4129-99B1-0F3C03261CAE}"/>
              </a:ext>
            </a:extLst>
          </p:cNvPr>
          <p:cNvSpPr>
            <a:spLocks/>
          </p:cNvSpPr>
          <p:nvPr/>
        </p:nvSpPr>
        <p:spPr>
          <a:xfrm>
            <a:off x="718252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9" name="data_1658">
            <a:extLst>
              <a:ext uri="{FF2B5EF4-FFF2-40B4-BE49-F238E27FC236}">
                <a16:creationId xmlns:a16="http://schemas.microsoft.com/office/drawing/2014/main" id="{90D9240D-341C-42ED-A28C-54E35993A224}"/>
              </a:ext>
            </a:extLst>
          </p:cNvPr>
          <p:cNvSpPr>
            <a:spLocks/>
          </p:cNvSpPr>
          <p:nvPr/>
        </p:nvSpPr>
        <p:spPr>
          <a:xfrm>
            <a:off x="7158283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0" name="data_1659">
            <a:extLst>
              <a:ext uri="{FF2B5EF4-FFF2-40B4-BE49-F238E27FC236}">
                <a16:creationId xmlns:a16="http://schemas.microsoft.com/office/drawing/2014/main" id="{D3E8A096-7592-4B31-92AD-9F513E15C825}"/>
              </a:ext>
            </a:extLst>
          </p:cNvPr>
          <p:cNvSpPr>
            <a:spLocks/>
          </p:cNvSpPr>
          <p:nvPr/>
        </p:nvSpPr>
        <p:spPr>
          <a:xfrm>
            <a:off x="712247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1" name="data_1660">
            <a:extLst>
              <a:ext uri="{FF2B5EF4-FFF2-40B4-BE49-F238E27FC236}">
                <a16:creationId xmlns:a16="http://schemas.microsoft.com/office/drawing/2014/main" id="{494E0C1B-1528-47F7-AD21-0BD43B168092}"/>
              </a:ext>
            </a:extLst>
          </p:cNvPr>
          <p:cNvSpPr>
            <a:spLocks/>
          </p:cNvSpPr>
          <p:nvPr/>
        </p:nvSpPr>
        <p:spPr>
          <a:xfrm>
            <a:off x="710381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2" name="data_1661">
            <a:extLst>
              <a:ext uri="{FF2B5EF4-FFF2-40B4-BE49-F238E27FC236}">
                <a16:creationId xmlns:a16="http://schemas.microsoft.com/office/drawing/2014/main" id="{6FE6F742-19B7-4033-9F23-0E389B1BFB81}"/>
              </a:ext>
            </a:extLst>
          </p:cNvPr>
          <p:cNvSpPr>
            <a:spLocks/>
          </p:cNvSpPr>
          <p:nvPr/>
        </p:nvSpPr>
        <p:spPr>
          <a:xfrm>
            <a:off x="721125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3" name="data_1662">
            <a:extLst>
              <a:ext uri="{FF2B5EF4-FFF2-40B4-BE49-F238E27FC236}">
                <a16:creationId xmlns:a16="http://schemas.microsoft.com/office/drawing/2014/main" id="{828DA229-5DD3-46A2-A2BF-370DD6502ADF}"/>
              </a:ext>
            </a:extLst>
          </p:cNvPr>
          <p:cNvSpPr>
            <a:spLocks/>
          </p:cNvSpPr>
          <p:nvPr/>
        </p:nvSpPr>
        <p:spPr>
          <a:xfrm>
            <a:off x="7120803" y="3166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4" name="data_1663">
            <a:extLst>
              <a:ext uri="{FF2B5EF4-FFF2-40B4-BE49-F238E27FC236}">
                <a16:creationId xmlns:a16="http://schemas.microsoft.com/office/drawing/2014/main" id="{99579D91-5915-4A79-969D-75E384CF3912}"/>
              </a:ext>
            </a:extLst>
          </p:cNvPr>
          <p:cNvSpPr>
            <a:spLocks/>
          </p:cNvSpPr>
          <p:nvPr/>
        </p:nvSpPr>
        <p:spPr>
          <a:xfrm>
            <a:off x="719002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5" name="data_1664">
            <a:extLst>
              <a:ext uri="{FF2B5EF4-FFF2-40B4-BE49-F238E27FC236}">
                <a16:creationId xmlns:a16="http://schemas.microsoft.com/office/drawing/2014/main" id="{246F5852-6F92-492C-888B-FE18EAA53C02}"/>
              </a:ext>
            </a:extLst>
          </p:cNvPr>
          <p:cNvSpPr>
            <a:spLocks/>
          </p:cNvSpPr>
          <p:nvPr/>
        </p:nvSpPr>
        <p:spPr>
          <a:xfrm>
            <a:off x="7115788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6" name="data_1665">
            <a:extLst>
              <a:ext uri="{FF2B5EF4-FFF2-40B4-BE49-F238E27FC236}">
                <a16:creationId xmlns:a16="http://schemas.microsoft.com/office/drawing/2014/main" id="{82013D58-DA00-41AC-8F2F-402A6CD505E1}"/>
              </a:ext>
            </a:extLst>
          </p:cNvPr>
          <p:cNvSpPr>
            <a:spLocks/>
          </p:cNvSpPr>
          <p:nvPr/>
        </p:nvSpPr>
        <p:spPr>
          <a:xfrm>
            <a:off x="720318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7" name="data_1666">
            <a:extLst>
              <a:ext uri="{FF2B5EF4-FFF2-40B4-BE49-F238E27FC236}">
                <a16:creationId xmlns:a16="http://schemas.microsoft.com/office/drawing/2014/main" id="{CA27386D-56AD-45F9-BC9A-477A999E1D10}"/>
              </a:ext>
            </a:extLst>
          </p:cNvPr>
          <p:cNvSpPr>
            <a:spLocks/>
          </p:cNvSpPr>
          <p:nvPr/>
        </p:nvSpPr>
        <p:spPr>
          <a:xfrm>
            <a:off x="7182200" y="20468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8" name="data_1667">
            <a:extLst>
              <a:ext uri="{FF2B5EF4-FFF2-40B4-BE49-F238E27FC236}">
                <a16:creationId xmlns:a16="http://schemas.microsoft.com/office/drawing/2014/main" id="{D47348FB-2D97-4355-9C89-FB7CA20ED3D1}"/>
              </a:ext>
            </a:extLst>
          </p:cNvPr>
          <p:cNvSpPr>
            <a:spLocks/>
          </p:cNvSpPr>
          <p:nvPr/>
        </p:nvSpPr>
        <p:spPr>
          <a:xfrm>
            <a:off x="718814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9" name="data_1668">
            <a:extLst>
              <a:ext uri="{FF2B5EF4-FFF2-40B4-BE49-F238E27FC236}">
                <a16:creationId xmlns:a16="http://schemas.microsoft.com/office/drawing/2014/main" id="{47C4FC94-9209-4D58-9593-EE505E1183DD}"/>
              </a:ext>
            </a:extLst>
          </p:cNvPr>
          <p:cNvSpPr>
            <a:spLocks/>
          </p:cNvSpPr>
          <p:nvPr/>
        </p:nvSpPr>
        <p:spPr>
          <a:xfrm>
            <a:off x="7169226" y="3284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0" name="data_1669">
            <a:extLst>
              <a:ext uri="{FF2B5EF4-FFF2-40B4-BE49-F238E27FC236}">
                <a16:creationId xmlns:a16="http://schemas.microsoft.com/office/drawing/2014/main" id="{A88B72B6-4489-420A-BD6C-02E35D82D551}"/>
              </a:ext>
            </a:extLst>
          </p:cNvPr>
          <p:cNvSpPr>
            <a:spLocks/>
          </p:cNvSpPr>
          <p:nvPr/>
        </p:nvSpPr>
        <p:spPr>
          <a:xfrm>
            <a:off x="712659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1" name="data_1670">
            <a:extLst>
              <a:ext uri="{FF2B5EF4-FFF2-40B4-BE49-F238E27FC236}">
                <a16:creationId xmlns:a16="http://schemas.microsoft.com/office/drawing/2014/main" id="{EDE75364-05F0-433C-AB95-69691983EA7A}"/>
              </a:ext>
            </a:extLst>
          </p:cNvPr>
          <p:cNvSpPr>
            <a:spLocks/>
          </p:cNvSpPr>
          <p:nvPr/>
        </p:nvSpPr>
        <p:spPr>
          <a:xfrm>
            <a:off x="714045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2" name="data_1671">
            <a:extLst>
              <a:ext uri="{FF2B5EF4-FFF2-40B4-BE49-F238E27FC236}">
                <a16:creationId xmlns:a16="http://schemas.microsoft.com/office/drawing/2014/main" id="{C97EB2A3-779C-4467-A646-203ACACFF700}"/>
              </a:ext>
            </a:extLst>
          </p:cNvPr>
          <p:cNvSpPr>
            <a:spLocks/>
          </p:cNvSpPr>
          <p:nvPr/>
        </p:nvSpPr>
        <p:spPr>
          <a:xfrm>
            <a:off x="7166698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3" name="data_1672">
            <a:extLst>
              <a:ext uri="{FF2B5EF4-FFF2-40B4-BE49-F238E27FC236}">
                <a16:creationId xmlns:a16="http://schemas.microsoft.com/office/drawing/2014/main" id="{4B6C3CFB-EEDA-45E5-863C-2BAACB520115}"/>
              </a:ext>
            </a:extLst>
          </p:cNvPr>
          <p:cNvSpPr>
            <a:spLocks/>
          </p:cNvSpPr>
          <p:nvPr/>
        </p:nvSpPr>
        <p:spPr>
          <a:xfrm>
            <a:off x="712940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4" name="data_1673">
            <a:extLst>
              <a:ext uri="{FF2B5EF4-FFF2-40B4-BE49-F238E27FC236}">
                <a16:creationId xmlns:a16="http://schemas.microsoft.com/office/drawing/2014/main" id="{71FC2EA5-8C4F-4846-B85C-C94B86250429}"/>
              </a:ext>
            </a:extLst>
          </p:cNvPr>
          <p:cNvSpPr>
            <a:spLocks/>
          </p:cNvSpPr>
          <p:nvPr/>
        </p:nvSpPr>
        <p:spPr>
          <a:xfrm>
            <a:off x="7198679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5" name="data_1674">
            <a:extLst>
              <a:ext uri="{FF2B5EF4-FFF2-40B4-BE49-F238E27FC236}">
                <a16:creationId xmlns:a16="http://schemas.microsoft.com/office/drawing/2014/main" id="{E1652C99-E0DC-4907-AD38-2929167371EC}"/>
              </a:ext>
            </a:extLst>
          </p:cNvPr>
          <p:cNvSpPr>
            <a:spLocks/>
          </p:cNvSpPr>
          <p:nvPr/>
        </p:nvSpPr>
        <p:spPr>
          <a:xfrm>
            <a:off x="7148610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6" name="data_1675">
            <a:extLst>
              <a:ext uri="{FF2B5EF4-FFF2-40B4-BE49-F238E27FC236}">
                <a16:creationId xmlns:a16="http://schemas.microsoft.com/office/drawing/2014/main" id="{17E836BE-5D29-45A8-A691-95C95951BE5A}"/>
              </a:ext>
            </a:extLst>
          </p:cNvPr>
          <p:cNvSpPr>
            <a:spLocks/>
          </p:cNvSpPr>
          <p:nvPr/>
        </p:nvSpPr>
        <p:spPr>
          <a:xfrm>
            <a:off x="7159745" y="3068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7" name="data_1676">
            <a:extLst>
              <a:ext uri="{FF2B5EF4-FFF2-40B4-BE49-F238E27FC236}">
                <a16:creationId xmlns:a16="http://schemas.microsoft.com/office/drawing/2014/main" id="{3C2B2BE1-DDC2-4371-AA9A-64ACE7CE045E}"/>
              </a:ext>
            </a:extLst>
          </p:cNvPr>
          <p:cNvSpPr>
            <a:spLocks/>
          </p:cNvSpPr>
          <p:nvPr/>
        </p:nvSpPr>
        <p:spPr>
          <a:xfrm>
            <a:off x="709276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8" name="data_1677">
            <a:extLst>
              <a:ext uri="{FF2B5EF4-FFF2-40B4-BE49-F238E27FC236}">
                <a16:creationId xmlns:a16="http://schemas.microsoft.com/office/drawing/2014/main" id="{E1BE0856-8269-4403-81F9-CD9495676DD7}"/>
              </a:ext>
            </a:extLst>
          </p:cNvPr>
          <p:cNvSpPr>
            <a:spLocks/>
          </p:cNvSpPr>
          <p:nvPr/>
        </p:nvSpPr>
        <p:spPr>
          <a:xfrm>
            <a:off x="7131516" y="338459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9" name="data_1678">
            <a:extLst>
              <a:ext uri="{FF2B5EF4-FFF2-40B4-BE49-F238E27FC236}">
                <a16:creationId xmlns:a16="http://schemas.microsoft.com/office/drawing/2014/main" id="{122CB561-E468-43FB-947E-C07DDE84D97E}"/>
              </a:ext>
            </a:extLst>
          </p:cNvPr>
          <p:cNvSpPr>
            <a:spLocks/>
          </p:cNvSpPr>
          <p:nvPr/>
        </p:nvSpPr>
        <p:spPr>
          <a:xfrm>
            <a:off x="7140436" y="21685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0" name="data_1679">
            <a:extLst>
              <a:ext uri="{FF2B5EF4-FFF2-40B4-BE49-F238E27FC236}">
                <a16:creationId xmlns:a16="http://schemas.microsoft.com/office/drawing/2014/main" id="{C01FEC2E-8E83-4D9F-80A0-F52F0FD4EAC6}"/>
              </a:ext>
            </a:extLst>
          </p:cNvPr>
          <p:cNvSpPr>
            <a:spLocks/>
          </p:cNvSpPr>
          <p:nvPr/>
        </p:nvSpPr>
        <p:spPr>
          <a:xfrm>
            <a:off x="711626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1" name="data_1680">
            <a:extLst>
              <a:ext uri="{FF2B5EF4-FFF2-40B4-BE49-F238E27FC236}">
                <a16:creationId xmlns:a16="http://schemas.microsoft.com/office/drawing/2014/main" id="{F501828C-8B71-4428-8475-41544CD86ECE}"/>
              </a:ext>
            </a:extLst>
          </p:cNvPr>
          <p:cNvSpPr>
            <a:spLocks/>
          </p:cNvSpPr>
          <p:nvPr/>
        </p:nvSpPr>
        <p:spPr>
          <a:xfrm>
            <a:off x="7110654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2" name="data_1681">
            <a:extLst>
              <a:ext uri="{FF2B5EF4-FFF2-40B4-BE49-F238E27FC236}">
                <a16:creationId xmlns:a16="http://schemas.microsoft.com/office/drawing/2014/main" id="{90DBD319-5252-4C26-9807-EA2387658338}"/>
              </a:ext>
            </a:extLst>
          </p:cNvPr>
          <p:cNvSpPr>
            <a:spLocks/>
          </p:cNvSpPr>
          <p:nvPr/>
        </p:nvSpPr>
        <p:spPr>
          <a:xfrm>
            <a:off x="7209922" y="33351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3" name="data_1682">
            <a:extLst>
              <a:ext uri="{FF2B5EF4-FFF2-40B4-BE49-F238E27FC236}">
                <a16:creationId xmlns:a16="http://schemas.microsoft.com/office/drawing/2014/main" id="{D33FE77D-D9FE-42D7-9029-3EEF68DE6210}"/>
              </a:ext>
            </a:extLst>
          </p:cNvPr>
          <p:cNvSpPr>
            <a:spLocks/>
          </p:cNvSpPr>
          <p:nvPr/>
        </p:nvSpPr>
        <p:spPr>
          <a:xfrm>
            <a:off x="7101051" y="30825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4" name="data_1683">
            <a:extLst>
              <a:ext uri="{FF2B5EF4-FFF2-40B4-BE49-F238E27FC236}">
                <a16:creationId xmlns:a16="http://schemas.microsoft.com/office/drawing/2014/main" id="{B1385ADB-7C32-4819-B4A1-A69A35667453}"/>
              </a:ext>
            </a:extLst>
          </p:cNvPr>
          <p:cNvSpPr>
            <a:spLocks/>
          </p:cNvSpPr>
          <p:nvPr/>
        </p:nvSpPr>
        <p:spPr>
          <a:xfrm>
            <a:off x="7102351" y="3068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5" name="data_1684">
            <a:extLst>
              <a:ext uri="{FF2B5EF4-FFF2-40B4-BE49-F238E27FC236}">
                <a16:creationId xmlns:a16="http://schemas.microsoft.com/office/drawing/2014/main" id="{D8BAE62C-6DFB-49DB-8068-A2912DCB2804}"/>
              </a:ext>
            </a:extLst>
          </p:cNvPr>
          <p:cNvSpPr>
            <a:spLocks/>
          </p:cNvSpPr>
          <p:nvPr/>
        </p:nvSpPr>
        <p:spPr>
          <a:xfrm>
            <a:off x="718504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6" name="data_1685">
            <a:extLst>
              <a:ext uri="{FF2B5EF4-FFF2-40B4-BE49-F238E27FC236}">
                <a16:creationId xmlns:a16="http://schemas.microsoft.com/office/drawing/2014/main" id="{49C3AA3B-6674-473E-AB1C-8336FAF81E42}"/>
              </a:ext>
            </a:extLst>
          </p:cNvPr>
          <p:cNvSpPr>
            <a:spLocks/>
          </p:cNvSpPr>
          <p:nvPr/>
        </p:nvSpPr>
        <p:spPr>
          <a:xfrm>
            <a:off x="710076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7" name="data_1686">
            <a:extLst>
              <a:ext uri="{FF2B5EF4-FFF2-40B4-BE49-F238E27FC236}">
                <a16:creationId xmlns:a16="http://schemas.microsoft.com/office/drawing/2014/main" id="{EF3D2DE8-237F-43B7-8583-77A0020F8C95}"/>
              </a:ext>
            </a:extLst>
          </p:cNvPr>
          <p:cNvSpPr>
            <a:spLocks/>
          </p:cNvSpPr>
          <p:nvPr/>
        </p:nvSpPr>
        <p:spPr>
          <a:xfrm>
            <a:off x="717496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8" name="data_1687">
            <a:extLst>
              <a:ext uri="{FF2B5EF4-FFF2-40B4-BE49-F238E27FC236}">
                <a16:creationId xmlns:a16="http://schemas.microsoft.com/office/drawing/2014/main" id="{8C7F0479-1F4A-4672-8ADA-1FDD70AD46D5}"/>
              </a:ext>
            </a:extLst>
          </p:cNvPr>
          <p:cNvSpPr>
            <a:spLocks/>
          </p:cNvSpPr>
          <p:nvPr/>
        </p:nvSpPr>
        <p:spPr>
          <a:xfrm>
            <a:off x="709585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9" name="data_1688">
            <a:extLst>
              <a:ext uri="{FF2B5EF4-FFF2-40B4-BE49-F238E27FC236}">
                <a16:creationId xmlns:a16="http://schemas.microsoft.com/office/drawing/2014/main" id="{472352B1-A8D8-4D20-AB42-681303E50E0E}"/>
              </a:ext>
            </a:extLst>
          </p:cNvPr>
          <p:cNvSpPr>
            <a:spLocks/>
          </p:cNvSpPr>
          <p:nvPr/>
        </p:nvSpPr>
        <p:spPr>
          <a:xfrm>
            <a:off x="716849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0" name="data_1689">
            <a:extLst>
              <a:ext uri="{FF2B5EF4-FFF2-40B4-BE49-F238E27FC236}">
                <a16:creationId xmlns:a16="http://schemas.microsoft.com/office/drawing/2014/main" id="{5B0DCF97-E83F-4CA3-8F05-D57BCDE0EC95}"/>
              </a:ext>
            </a:extLst>
          </p:cNvPr>
          <p:cNvSpPr>
            <a:spLocks/>
          </p:cNvSpPr>
          <p:nvPr/>
        </p:nvSpPr>
        <p:spPr>
          <a:xfrm>
            <a:off x="7163122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1" name="data_1690">
            <a:extLst>
              <a:ext uri="{FF2B5EF4-FFF2-40B4-BE49-F238E27FC236}">
                <a16:creationId xmlns:a16="http://schemas.microsoft.com/office/drawing/2014/main" id="{6A9B3239-194D-4513-8E8E-0256AEB16DC5}"/>
              </a:ext>
            </a:extLst>
          </p:cNvPr>
          <p:cNvSpPr>
            <a:spLocks/>
          </p:cNvSpPr>
          <p:nvPr/>
        </p:nvSpPr>
        <p:spPr>
          <a:xfrm>
            <a:off x="7188467" y="3325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2" name="data_1691">
            <a:extLst>
              <a:ext uri="{FF2B5EF4-FFF2-40B4-BE49-F238E27FC236}">
                <a16:creationId xmlns:a16="http://schemas.microsoft.com/office/drawing/2014/main" id="{3C6B944D-1192-499F-9FA4-F3B8EF91F0B3}"/>
              </a:ext>
            </a:extLst>
          </p:cNvPr>
          <p:cNvSpPr>
            <a:spLocks/>
          </p:cNvSpPr>
          <p:nvPr/>
        </p:nvSpPr>
        <p:spPr>
          <a:xfrm>
            <a:off x="715117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3" name="data_1692">
            <a:extLst>
              <a:ext uri="{FF2B5EF4-FFF2-40B4-BE49-F238E27FC236}">
                <a16:creationId xmlns:a16="http://schemas.microsoft.com/office/drawing/2014/main" id="{0239EE7C-AD6B-487E-96DE-FA7D86A5146B}"/>
              </a:ext>
            </a:extLst>
          </p:cNvPr>
          <p:cNvSpPr>
            <a:spLocks/>
          </p:cNvSpPr>
          <p:nvPr/>
        </p:nvSpPr>
        <p:spPr>
          <a:xfrm>
            <a:off x="711156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4" name="data_1693">
            <a:extLst>
              <a:ext uri="{FF2B5EF4-FFF2-40B4-BE49-F238E27FC236}">
                <a16:creationId xmlns:a16="http://schemas.microsoft.com/office/drawing/2014/main" id="{4BFD4F32-C934-42B4-84AA-7C97130C8A44}"/>
              </a:ext>
            </a:extLst>
          </p:cNvPr>
          <p:cNvSpPr>
            <a:spLocks/>
          </p:cNvSpPr>
          <p:nvPr/>
        </p:nvSpPr>
        <p:spPr>
          <a:xfrm>
            <a:off x="7204089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5" name="data_1694">
            <a:extLst>
              <a:ext uri="{FF2B5EF4-FFF2-40B4-BE49-F238E27FC236}">
                <a16:creationId xmlns:a16="http://schemas.microsoft.com/office/drawing/2014/main" id="{CFE0B7FE-1304-45A6-A7B5-7D415CCB2CC7}"/>
              </a:ext>
            </a:extLst>
          </p:cNvPr>
          <p:cNvSpPr>
            <a:spLocks/>
          </p:cNvSpPr>
          <p:nvPr/>
        </p:nvSpPr>
        <p:spPr>
          <a:xfrm>
            <a:off x="70984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6" name="data_1695">
            <a:extLst>
              <a:ext uri="{FF2B5EF4-FFF2-40B4-BE49-F238E27FC236}">
                <a16:creationId xmlns:a16="http://schemas.microsoft.com/office/drawing/2014/main" id="{6F6FABF8-D0C1-401D-9184-8D32BD1373E9}"/>
              </a:ext>
            </a:extLst>
          </p:cNvPr>
          <p:cNvSpPr>
            <a:spLocks/>
          </p:cNvSpPr>
          <p:nvPr/>
        </p:nvSpPr>
        <p:spPr>
          <a:xfrm>
            <a:off x="7188662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7" name="data_1696">
            <a:extLst>
              <a:ext uri="{FF2B5EF4-FFF2-40B4-BE49-F238E27FC236}">
                <a16:creationId xmlns:a16="http://schemas.microsoft.com/office/drawing/2014/main" id="{84288AC8-A295-4387-836E-E63661C4A054}"/>
              </a:ext>
            </a:extLst>
          </p:cNvPr>
          <p:cNvSpPr>
            <a:spLocks/>
          </p:cNvSpPr>
          <p:nvPr/>
        </p:nvSpPr>
        <p:spPr>
          <a:xfrm>
            <a:off x="7094522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8" name="data_1697">
            <a:extLst>
              <a:ext uri="{FF2B5EF4-FFF2-40B4-BE49-F238E27FC236}">
                <a16:creationId xmlns:a16="http://schemas.microsoft.com/office/drawing/2014/main" id="{7D4D69E6-2677-4287-ADF7-D263A1CD268B}"/>
              </a:ext>
            </a:extLst>
          </p:cNvPr>
          <p:cNvSpPr>
            <a:spLocks/>
          </p:cNvSpPr>
          <p:nvPr/>
        </p:nvSpPr>
        <p:spPr>
          <a:xfrm>
            <a:off x="716239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9" name="data_1698">
            <a:extLst>
              <a:ext uri="{FF2B5EF4-FFF2-40B4-BE49-F238E27FC236}">
                <a16:creationId xmlns:a16="http://schemas.microsoft.com/office/drawing/2014/main" id="{811BE947-53C4-4DEF-9DB4-FE167B3CFB66}"/>
              </a:ext>
            </a:extLst>
          </p:cNvPr>
          <p:cNvSpPr>
            <a:spLocks/>
          </p:cNvSpPr>
          <p:nvPr/>
        </p:nvSpPr>
        <p:spPr>
          <a:xfrm>
            <a:off x="7097449" y="30685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0" name="data_1699">
            <a:extLst>
              <a:ext uri="{FF2B5EF4-FFF2-40B4-BE49-F238E27FC236}">
                <a16:creationId xmlns:a16="http://schemas.microsoft.com/office/drawing/2014/main" id="{C609CB75-542A-4747-A7C1-975712A1CCE5}"/>
              </a:ext>
            </a:extLst>
          </p:cNvPr>
          <p:cNvSpPr>
            <a:spLocks/>
          </p:cNvSpPr>
          <p:nvPr/>
        </p:nvSpPr>
        <p:spPr>
          <a:xfrm>
            <a:off x="7189093" y="3019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1" name="data_1700">
            <a:extLst>
              <a:ext uri="{FF2B5EF4-FFF2-40B4-BE49-F238E27FC236}">
                <a16:creationId xmlns:a16="http://schemas.microsoft.com/office/drawing/2014/main" id="{BA3C7745-A75D-42B8-9FF9-C672C9470A73}"/>
              </a:ext>
            </a:extLst>
          </p:cNvPr>
          <p:cNvSpPr>
            <a:spLocks/>
          </p:cNvSpPr>
          <p:nvPr/>
        </p:nvSpPr>
        <p:spPr>
          <a:xfrm>
            <a:off x="7195410" y="33054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2" name="data_1701">
            <a:extLst>
              <a:ext uri="{FF2B5EF4-FFF2-40B4-BE49-F238E27FC236}">
                <a16:creationId xmlns:a16="http://schemas.microsoft.com/office/drawing/2014/main" id="{97F0A42A-8014-4C1D-B580-F49EFB3570E4}"/>
              </a:ext>
            </a:extLst>
          </p:cNvPr>
          <p:cNvSpPr>
            <a:spLocks/>
          </p:cNvSpPr>
          <p:nvPr/>
        </p:nvSpPr>
        <p:spPr>
          <a:xfrm>
            <a:off x="717026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3" name="data_1702">
            <a:extLst>
              <a:ext uri="{FF2B5EF4-FFF2-40B4-BE49-F238E27FC236}">
                <a16:creationId xmlns:a16="http://schemas.microsoft.com/office/drawing/2014/main" id="{4E66072B-0862-417E-879B-FA10BBAB3744}"/>
              </a:ext>
            </a:extLst>
          </p:cNvPr>
          <p:cNvSpPr>
            <a:spLocks/>
          </p:cNvSpPr>
          <p:nvPr/>
        </p:nvSpPr>
        <p:spPr>
          <a:xfrm>
            <a:off x="7123557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4" name="data_1703">
            <a:extLst>
              <a:ext uri="{FF2B5EF4-FFF2-40B4-BE49-F238E27FC236}">
                <a16:creationId xmlns:a16="http://schemas.microsoft.com/office/drawing/2014/main" id="{BE0A66D8-26E7-4F27-9582-723E975EC2A1}"/>
              </a:ext>
            </a:extLst>
          </p:cNvPr>
          <p:cNvSpPr>
            <a:spLocks/>
          </p:cNvSpPr>
          <p:nvPr/>
        </p:nvSpPr>
        <p:spPr>
          <a:xfrm>
            <a:off x="72090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5" name="data_1704">
            <a:extLst>
              <a:ext uri="{FF2B5EF4-FFF2-40B4-BE49-F238E27FC236}">
                <a16:creationId xmlns:a16="http://schemas.microsoft.com/office/drawing/2014/main" id="{FE5F6D82-64A1-49A5-89C5-A5B1EEB0F761}"/>
              </a:ext>
            </a:extLst>
          </p:cNvPr>
          <p:cNvSpPr>
            <a:spLocks/>
          </p:cNvSpPr>
          <p:nvPr/>
        </p:nvSpPr>
        <p:spPr>
          <a:xfrm>
            <a:off x="718521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6" name="data_1705">
            <a:extLst>
              <a:ext uri="{FF2B5EF4-FFF2-40B4-BE49-F238E27FC236}">
                <a16:creationId xmlns:a16="http://schemas.microsoft.com/office/drawing/2014/main" id="{58559BF8-4A57-4ACC-B850-6372199C2229}"/>
              </a:ext>
            </a:extLst>
          </p:cNvPr>
          <p:cNvSpPr>
            <a:spLocks/>
          </p:cNvSpPr>
          <p:nvPr/>
        </p:nvSpPr>
        <p:spPr>
          <a:xfrm>
            <a:off x="715087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7" name="data_1706">
            <a:extLst>
              <a:ext uri="{FF2B5EF4-FFF2-40B4-BE49-F238E27FC236}">
                <a16:creationId xmlns:a16="http://schemas.microsoft.com/office/drawing/2014/main" id="{E4D53A5F-56CB-48BF-AD52-BEC19BE8804C}"/>
              </a:ext>
            </a:extLst>
          </p:cNvPr>
          <p:cNvSpPr>
            <a:spLocks/>
          </p:cNvSpPr>
          <p:nvPr/>
        </p:nvSpPr>
        <p:spPr>
          <a:xfrm>
            <a:off x="7209037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8" name="data_1707">
            <a:extLst>
              <a:ext uri="{FF2B5EF4-FFF2-40B4-BE49-F238E27FC236}">
                <a16:creationId xmlns:a16="http://schemas.microsoft.com/office/drawing/2014/main" id="{6516019F-440C-4B38-B993-E382FC2B9BD9}"/>
              </a:ext>
            </a:extLst>
          </p:cNvPr>
          <p:cNvSpPr>
            <a:spLocks/>
          </p:cNvSpPr>
          <p:nvPr/>
        </p:nvSpPr>
        <p:spPr>
          <a:xfrm>
            <a:off x="7159656" y="28184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9" name="data_1708">
            <a:extLst>
              <a:ext uri="{FF2B5EF4-FFF2-40B4-BE49-F238E27FC236}">
                <a16:creationId xmlns:a16="http://schemas.microsoft.com/office/drawing/2014/main" id="{6AC3C65D-1C39-4910-825B-F0BBC11162EE}"/>
              </a:ext>
            </a:extLst>
          </p:cNvPr>
          <p:cNvSpPr>
            <a:spLocks/>
          </p:cNvSpPr>
          <p:nvPr/>
        </p:nvSpPr>
        <p:spPr>
          <a:xfrm>
            <a:off x="7138642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0" name="data_1709">
            <a:extLst>
              <a:ext uri="{FF2B5EF4-FFF2-40B4-BE49-F238E27FC236}">
                <a16:creationId xmlns:a16="http://schemas.microsoft.com/office/drawing/2014/main" id="{9923D40C-2BFE-4125-86C8-DB03575AF144}"/>
              </a:ext>
            </a:extLst>
          </p:cNvPr>
          <p:cNvSpPr>
            <a:spLocks/>
          </p:cNvSpPr>
          <p:nvPr/>
        </p:nvSpPr>
        <p:spPr>
          <a:xfrm>
            <a:off x="716304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1" name="data_1710">
            <a:extLst>
              <a:ext uri="{FF2B5EF4-FFF2-40B4-BE49-F238E27FC236}">
                <a16:creationId xmlns:a16="http://schemas.microsoft.com/office/drawing/2014/main" id="{F358BC4F-3E30-482C-B127-E972902D00EA}"/>
              </a:ext>
            </a:extLst>
          </p:cNvPr>
          <p:cNvSpPr>
            <a:spLocks/>
          </p:cNvSpPr>
          <p:nvPr/>
        </p:nvSpPr>
        <p:spPr>
          <a:xfrm>
            <a:off x="7106716" y="3363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2" name="data_1711">
            <a:extLst>
              <a:ext uri="{FF2B5EF4-FFF2-40B4-BE49-F238E27FC236}">
                <a16:creationId xmlns:a16="http://schemas.microsoft.com/office/drawing/2014/main" id="{FE0D09E8-6BA3-46B8-B450-A6E3D1034147}"/>
              </a:ext>
            </a:extLst>
          </p:cNvPr>
          <p:cNvSpPr>
            <a:spLocks/>
          </p:cNvSpPr>
          <p:nvPr/>
        </p:nvSpPr>
        <p:spPr>
          <a:xfrm>
            <a:off x="712237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3" name="data_1712">
            <a:extLst>
              <a:ext uri="{FF2B5EF4-FFF2-40B4-BE49-F238E27FC236}">
                <a16:creationId xmlns:a16="http://schemas.microsoft.com/office/drawing/2014/main" id="{1C3BBD0D-1041-4D9D-AD54-68A3E959A306}"/>
              </a:ext>
            </a:extLst>
          </p:cNvPr>
          <p:cNvSpPr>
            <a:spLocks/>
          </p:cNvSpPr>
          <p:nvPr/>
        </p:nvSpPr>
        <p:spPr>
          <a:xfrm>
            <a:off x="720916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4" name="data_1713">
            <a:extLst>
              <a:ext uri="{FF2B5EF4-FFF2-40B4-BE49-F238E27FC236}">
                <a16:creationId xmlns:a16="http://schemas.microsoft.com/office/drawing/2014/main" id="{A8895C5F-530C-48E3-ADFE-1A5FF4216AA5}"/>
              </a:ext>
            </a:extLst>
          </p:cNvPr>
          <p:cNvSpPr>
            <a:spLocks/>
          </p:cNvSpPr>
          <p:nvPr/>
        </p:nvSpPr>
        <p:spPr>
          <a:xfrm>
            <a:off x="712089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5" name="data_1714">
            <a:extLst>
              <a:ext uri="{FF2B5EF4-FFF2-40B4-BE49-F238E27FC236}">
                <a16:creationId xmlns:a16="http://schemas.microsoft.com/office/drawing/2014/main" id="{1263D48C-71DC-48B4-A7DD-8C9F43D668B1}"/>
              </a:ext>
            </a:extLst>
          </p:cNvPr>
          <p:cNvSpPr>
            <a:spLocks/>
          </p:cNvSpPr>
          <p:nvPr/>
        </p:nvSpPr>
        <p:spPr>
          <a:xfrm>
            <a:off x="7154419" y="284573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6" name="data_1715">
            <a:extLst>
              <a:ext uri="{FF2B5EF4-FFF2-40B4-BE49-F238E27FC236}">
                <a16:creationId xmlns:a16="http://schemas.microsoft.com/office/drawing/2014/main" id="{4CBC183E-9FBE-480D-BC1D-CCA6541FD170}"/>
              </a:ext>
            </a:extLst>
          </p:cNvPr>
          <p:cNvSpPr>
            <a:spLocks/>
          </p:cNvSpPr>
          <p:nvPr/>
        </p:nvSpPr>
        <p:spPr>
          <a:xfrm>
            <a:off x="718106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7" name="data_1716">
            <a:extLst>
              <a:ext uri="{FF2B5EF4-FFF2-40B4-BE49-F238E27FC236}">
                <a16:creationId xmlns:a16="http://schemas.microsoft.com/office/drawing/2014/main" id="{95395F8A-8341-4EA3-8E5E-E5A3F603629A}"/>
              </a:ext>
            </a:extLst>
          </p:cNvPr>
          <p:cNvSpPr>
            <a:spLocks/>
          </p:cNvSpPr>
          <p:nvPr/>
        </p:nvSpPr>
        <p:spPr>
          <a:xfrm>
            <a:off x="714032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8" name="data_1717">
            <a:extLst>
              <a:ext uri="{FF2B5EF4-FFF2-40B4-BE49-F238E27FC236}">
                <a16:creationId xmlns:a16="http://schemas.microsoft.com/office/drawing/2014/main" id="{D8E29D43-769B-439A-96B2-C147C66B233A}"/>
              </a:ext>
            </a:extLst>
          </p:cNvPr>
          <p:cNvSpPr>
            <a:spLocks/>
          </p:cNvSpPr>
          <p:nvPr/>
        </p:nvSpPr>
        <p:spPr>
          <a:xfrm>
            <a:off x="715718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9" name="data_1718">
            <a:extLst>
              <a:ext uri="{FF2B5EF4-FFF2-40B4-BE49-F238E27FC236}">
                <a16:creationId xmlns:a16="http://schemas.microsoft.com/office/drawing/2014/main" id="{33611A7A-C1FB-47E5-A4F8-A86E6A7BA6F8}"/>
              </a:ext>
            </a:extLst>
          </p:cNvPr>
          <p:cNvSpPr>
            <a:spLocks/>
          </p:cNvSpPr>
          <p:nvPr/>
        </p:nvSpPr>
        <p:spPr>
          <a:xfrm>
            <a:off x="7168014" y="281846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0" name="data_1719">
            <a:extLst>
              <a:ext uri="{FF2B5EF4-FFF2-40B4-BE49-F238E27FC236}">
                <a16:creationId xmlns:a16="http://schemas.microsoft.com/office/drawing/2014/main" id="{61AEFE9F-1966-4DB3-971F-3A77D70C3FEE}"/>
              </a:ext>
            </a:extLst>
          </p:cNvPr>
          <p:cNvSpPr>
            <a:spLocks/>
          </p:cNvSpPr>
          <p:nvPr/>
        </p:nvSpPr>
        <p:spPr>
          <a:xfrm>
            <a:off x="718121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1" name="data_1720">
            <a:extLst>
              <a:ext uri="{FF2B5EF4-FFF2-40B4-BE49-F238E27FC236}">
                <a16:creationId xmlns:a16="http://schemas.microsoft.com/office/drawing/2014/main" id="{3473E9C9-743E-448D-B2A8-E75A5DFB4405}"/>
              </a:ext>
            </a:extLst>
          </p:cNvPr>
          <p:cNvSpPr>
            <a:spLocks/>
          </p:cNvSpPr>
          <p:nvPr/>
        </p:nvSpPr>
        <p:spPr>
          <a:xfrm>
            <a:off x="7204468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2" name="data_1721">
            <a:extLst>
              <a:ext uri="{FF2B5EF4-FFF2-40B4-BE49-F238E27FC236}">
                <a16:creationId xmlns:a16="http://schemas.microsoft.com/office/drawing/2014/main" id="{DC0BD046-9123-4EA0-964F-ED37C67FB4A3}"/>
              </a:ext>
            </a:extLst>
          </p:cNvPr>
          <p:cNvSpPr>
            <a:spLocks/>
          </p:cNvSpPr>
          <p:nvPr/>
        </p:nvSpPr>
        <p:spPr>
          <a:xfrm>
            <a:off x="717923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3" name="data_1722">
            <a:extLst>
              <a:ext uri="{FF2B5EF4-FFF2-40B4-BE49-F238E27FC236}">
                <a16:creationId xmlns:a16="http://schemas.microsoft.com/office/drawing/2014/main" id="{EDCCA27D-8464-4A8E-BF1E-2D851E4E0B62}"/>
              </a:ext>
            </a:extLst>
          </p:cNvPr>
          <p:cNvSpPr>
            <a:spLocks/>
          </p:cNvSpPr>
          <p:nvPr/>
        </p:nvSpPr>
        <p:spPr>
          <a:xfrm>
            <a:off x="7137858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4" name="data_1723">
            <a:extLst>
              <a:ext uri="{FF2B5EF4-FFF2-40B4-BE49-F238E27FC236}">
                <a16:creationId xmlns:a16="http://schemas.microsoft.com/office/drawing/2014/main" id="{0CD617DA-6B21-4210-86D5-66B1EE79E9A1}"/>
              </a:ext>
            </a:extLst>
          </p:cNvPr>
          <p:cNvSpPr>
            <a:spLocks/>
          </p:cNvSpPr>
          <p:nvPr/>
        </p:nvSpPr>
        <p:spPr>
          <a:xfrm>
            <a:off x="7150445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5" name="data_1724">
            <a:extLst>
              <a:ext uri="{FF2B5EF4-FFF2-40B4-BE49-F238E27FC236}">
                <a16:creationId xmlns:a16="http://schemas.microsoft.com/office/drawing/2014/main" id="{33E437E0-D1BF-4612-ABE1-74349AA79564}"/>
              </a:ext>
            </a:extLst>
          </p:cNvPr>
          <p:cNvSpPr>
            <a:spLocks/>
          </p:cNvSpPr>
          <p:nvPr/>
        </p:nvSpPr>
        <p:spPr>
          <a:xfrm>
            <a:off x="7195779" y="19458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6" name="data_1725">
            <a:extLst>
              <a:ext uri="{FF2B5EF4-FFF2-40B4-BE49-F238E27FC236}">
                <a16:creationId xmlns:a16="http://schemas.microsoft.com/office/drawing/2014/main" id="{9400D26C-4115-4B7B-8F4E-E66C84C4D08B}"/>
              </a:ext>
            </a:extLst>
          </p:cNvPr>
          <p:cNvSpPr>
            <a:spLocks/>
          </p:cNvSpPr>
          <p:nvPr/>
        </p:nvSpPr>
        <p:spPr>
          <a:xfrm>
            <a:off x="7107567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7" name="data_1726">
            <a:extLst>
              <a:ext uri="{FF2B5EF4-FFF2-40B4-BE49-F238E27FC236}">
                <a16:creationId xmlns:a16="http://schemas.microsoft.com/office/drawing/2014/main" id="{4A059641-CA06-4906-9FB4-0DAD21771086}"/>
              </a:ext>
            </a:extLst>
          </p:cNvPr>
          <p:cNvSpPr>
            <a:spLocks/>
          </p:cNvSpPr>
          <p:nvPr/>
        </p:nvSpPr>
        <p:spPr>
          <a:xfrm>
            <a:off x="720506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8" name="data_1727">
            <a:extLst>
              <a:ext uri="{FF2B5EF4-FFF2-40B4-BE49-F238E27FC236}">
                <a16:creationId xmlns:a16="http://schemas.microsoft.com/office/drawing/2014/main" id="{130ADD92-1204-485B-A285-01DE740424C0}"/>
              </a:ext>
            </a:extLst>
          </p:cNvPr>
          <p:cNvSpPr>
            <a:spLocks/>
          </p:cNvSpPr>
          <p:nvPr/>
        </p:nvSpPr>
        <p:spPr>
          <a:xfrm>
            <a:off x="714273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9" name="data_1728">
            <a:extLst>
              <a:ext uri="{FF2B5EF4-FFF2-40B4-BE49-F238E27FC236}">
                <a16:creationId xmlns:a16="http://schemas.microsoft.com/office/drawing/2014/main" id="{C7FB319C-58B7-4DBB-9E92-D4532061DECC}"/>
              </a:ext>
            </a:extLst>
          </p:cNvPr>
          <p:cNvSpPr>
            <a:spLocks/>
          </p:cNvSpPr>
          <p:nvPr/>
        </p:nvSpPr>
        <p:spPr>
          <a:xfrm>
            <a:off x="720169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0" name="data_1729">
            <a:extLst>
              <a:ext uri="{FF2B5EF4-FFF2-40B4-BE49-F238E27FC236}">
                <a16:creationId xmlns:a16="http://schemas.microsoft.com/office/drawing/2014/main" id="{1085A9F4-E514-43F7-AF33-050BB9FCA061}"/>
              </a:ext>
            </a:extLst>
          </p:cNvPr>
          <p:cNvSpPr>
            <a:spLocks/>
          </p:cNvSpPr>
          <p:nvPr/>
        </p:nvSpPr>
        <p:spPr>
          <a:xfrm>
            <a:off x="7121916" y="30863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1" name="data_1730">
            <a:extLst>
              <a:ext uri="{FF2B5EF4-FFF2-40B4-BE49-F238E27FC236}">
                <a16:creationId xmlns:a16="http://schemas.microsoft.com/office/drawing/2014/main" id="{15EF6739-0247-4397-B32D-E4A9369B5C7C}"/>
              </a:ext>
            </a:extLst>
          </p:cNvPr>
          <p:cNvSpPr>
            <a:spLocks/>
          </p:cNvSpPr>
          <p:nvPr/>
        </p:nvSpPr>
        <p:spPr>
          <a:xfrm>
            <a:off x="7161844" y="31399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2" name="data_1731">
            <a:extLst>
              <a:ext uri="{FF2B5EF4-FFF2-40B4-BE49-F238E27FC236}">
                <a16:creationId xmlns:a16="http://schemas.microsoft.com/office/drawing/2014/main" id="{3A1D629B-5D93-468F-B89B-1C5A541FE045}"/>
              </a:ext>
            </a:extLst>
          </p:cNvPr>
          <p:cNvSpPr>
            <a:spLocks/>
          </p:cNvSpPr>
          <p:nvPr/>
        </p:nvSpPr>
        <p:spPr>
          <a:xfrm>
            <a:off x="7150539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3" name="data_1732">
            <a:extLst>
              <a:ext uri="{FF2B5EF4-FFF2-40B4-BE49-F238E27FC236}">
                <a16:creationId xmlns:a16="http://schemas.microsoft.com/office/drawing/2014/main" id="{5FBB676A-0ACA-4D4D-8C95-8E588A6C130D}"/>
              </a:ext>
            </a:extLst>
          </p:cNvPr>
          <p:cNvSpPr>
            <a:spLocks/>
          </p:cNvSpPr>
          <p:nvPr/>
        </p:nvSpPr>
        <p:spPr>
          <a:xfrm>
            <a:off x="7133490" y="222367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4" name="data_1733">
            <a:extLst>
              <a:ext uri="{FF2B5EF4-FFF2-40B4-BE49-F238E27FC236}">
                <a16:creationId xmlns:a16="http://schemas.microsoft.com/office/drawing/2014/main" id="{27741554-D001-4228-B0F2-9470DD397C74}"/>
              </a:ext>
            </a:extLst>
          </p:cNvPr>
          <p:cNvSpPr>
            <a:spLocks/>
          </p:cNvSpPr>
          <p:nvPr/>
        </p:nvSpPr>
        <p:spPr>
          <a:xfrm>
            <a:off x="712599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5" name="data_1734">
            <a:extLst>
              <a:ext uri="{FF2B5EF4-FFF2-40B4-BE49-F238E27FC236}">
                <a16:creationId xmlns:a16="http://schemas.microsoft.com/office/drawing/2014/main" id="{0413F444-CEF0-43C7-804C-4D3F1612D0D9}"/>
              </a:ext>
            </a:extLst>
          </p:cNvPr>
          <p:cNvSpPr>
            <a:spLocks/>
          </p:cNvSpPr>
          <p:nvPr/>
        </p:nvSpPr>
        <p:spPr>
          <a:xfrm>
            <a:off x="715130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6" name="data_1735">
            <a:extLst>
              <a:ext uri="{FF2B5EF4-FFF2-40B4-BE49-F238E27FC236}">
                <a16:creationId xmlns:a16="http://schemas.microsoft.com/office/drawing/2014/main" id="{E2D813AD-4EC5-4ECE-83B5-FB99B246E8E7}"/>
              </a:ext>
            </a:extLst>
          </p:cNvPr>
          <p:cNvSpPr>
            <a:spLocks/>
          </p:cNvSpPr>
          <p:nvPr/>
        </p:nvSpPr>
        <p:spPr>
          <a:xfrm>
            <a:off x="7092971" y="3019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7" name="data_1736">
            <a:extLst>
              <a:ext uri="{FF2B5EF4-FFF2-40B4-BE49-F238E27FC236}">
                <a16:creationId xmlns:a16="http://schemas.microsoft.com/office/drawing/2014/main" id="{76383333-E445-46F5-A8DE-86BD9FF5B33B}"/>
              </a:ext>
            </a:extLst>
          </p:cNvPr>
          <p:cNvSpPr>
            <a:spLocks/>
          </p:cNvSpPr>
          <p:nvPr/>
        </p:nvSpPr>
        <p:spPr>
          <a:xfrm>
            <a:off x="717449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8" name="data_1737">
            <a:extLst>
              <a:ext uri="{FF2B5EF4-FFF2-40B4-BE49-F238E27FC236}">
                <a16:creationId xmlns:a16="http://schemas.microsoft.com/office/drawing/2014/main" id="{8E0E006E-1489-4262-8D75-ACA59A56F95D}"/>
              </a:ext>
            </a:extLst>
          </p:cNvPr>
          <p:cNvSpPr>
            <a:spLocks/>
          </p:cNvSpPr>
          <p:nvPr/>
        </p:nvSpPr>
        <p:spPr>
          <a:xfrm>
            <a:off x="718040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9" name="data_1738">
            <a:extLst>
              <a:ext uri="{FF2B5EF4-FFF2-40B4-BE49-F238E27FC236}">
                <a16:creationId xmlns:a16="http://schemas.microsoft.com/office/drawing/2014/main" id="{765D2F42-3389-4B40-917B-0BD896A07F94}"/>
              </a:ext>
            </a:extLst>
          </p:cNvPr>
          <p:cNvSpPr>
            <a:spLocks/>
          </p:cNvSpPr>
          <p:nvPr/>
        </p:nvSpPr>
        <p:spPr>
          <a:xfrm>
            <a:off x="7168652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0" name="data_1739">
            <a:extLst>
              <a:ext uri="{FF2B5EF4-FFF2-40B4-BE49-F238E27FC236}">
                <a16:creationId xmlns:a16="http://schemas.microsoft.com/office/drawing/2014/main" id="{3721B800-9EE3-4EB0-ACA5-E1E79C3975D9}"/>
              </a:ext>
            </a:extLst>
          </p:cNvPr>
          <p:cNvSpPr>
            <a:spLocks/>
          </p:cNvSpPr>
          <p:nvPr/>
        </p:nvSpPr>
        <p:spPr>
          <a:xfrm>
            <a:off x="720969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1" name="data_1740">
            <a:extLst>
              <a:ext uri="{FF2B5EF4-FFF2-40B4-BE49-F238E27FC236}">
                <a16:creationId xmlns:a16="http://schemas.microsoft.com/office/drawing/2014/main" id="{8D9328FB-BBD9-48A5-834C-BCDE7C8F209E}"/>
              </a:ext>
            </a:extLst>
          </p:cNvPr>
          <p:cNvSpPr>
            <a:spLocks/>
          </p:cNvSpPr>
          <p:nvPr/>
        </p:nvSpPr>
        <p:spPr>
          <a:xfrm>
            <a:off x="713082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2" name="data_1741">
            <a:extLst>
              <a:ext uri="{FF2B5EF4-FFF2-40B4-BE49-F238E27FC236}">
                <a16:creationId xmlns:a16="http://schemas.microsoft.com/office/drawing/2014/main" id="{3E45134E-8313-47AB-9E77-7CB76F1186A3}"/>
              </a:ext>
            </a:extLst>
          </p:cNvPr>
          <p:cNvSpPr>
            <a:spLocks/>
          </p:cNvSpPr>
          <p:nvPr/>
        </p:nvSpPr>
        <p:spPr>
          <a:xfrm>
            <a:off x="7159412" y="30030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3" name="data_1742">
            <a:extLst>
              <a:ext uri="{FF2B5EF4-FFF2-40B4-BE49-F238E27FC236}">
                <a16:creationId xmlns:a16="http://schemas.microsoft.com/office/drawing/2014/main" id="{45C53442-BB00-4077-A6CD-AD716FDF3B78}"/>
              </a:ext>
            </a:extLst>
          </p:cNvPr>
          <p:cNvSpPr>
            <a:spLocks/>
          </p:cNvSpPr>
          <p:nvPr/>
        </p:nvSpPr>
        <p:spPr>
          <a:xfrm>
            <a:off x="714961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4" name="data_1743">
            <a:extLst>
              <a:ext uri="{FF2B5EF4-FFF2-40B4-BE49-F238E27FC236}">
                <a16:creationId xmlns:a16="http://schemas.microsoft.com/office/drawing/2014/main" id="{49A7766B-E4F0-4EF2-B5FB-A43E49C69C6C}"/>
              </a:ext>
            </a:extLst>
          </p:cNvPr>
          <p:cNvSpPr>
            <a:spLocks/>
          </p:cNvSpPr>
          <p:nvPr/>
        </p:nvSpPr>
        <p:spPr>
          <a:xfrm>
            <a:off x="712943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5" name="data_1744">
            <a:extLst>
              <a:ext uri="{FF2B5EF4-FFF2-40B4-BE49-F238E27FC236}">
                <a16:creationId xmlns:a16="http://schemas.microsoft.com/office/drawing/2014/main" id="{CF682E2C-6CBA-4CDA-8615-6ADDB7D42AF6}"/>
              </a:ext>
            </a:extLst>
          </p:cNvPr>
          <p:cNvSpPr>
            <a:spLocks/>
          </p:cNvSpPr>
          <p:nvPr/>
        </p:nvSpPr>
        <p:spPr>
          <a:xfrm>
            <a:off x="7168493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6" name="data_1745">
            <a:extLst>
              <a:ext uri="{FF2B5EF4-FFF2-40B4-BE49-F238E27FC236}">
                <a16:creationId xmlns:a16="http://schemas.microsoft.com/office/drawing/2014/main" id="{C9EEE4B8-70B6-4018-A548-2C7C0734FD8F}"/>
              </a:ext>
            </a:extLst>
          </p:cNvPr>
          <p:cNvSpPr>
            <a:spLocks/>
          </p:cNvSpPr>
          <p:nvPr/>
        </p:nvSpPr>
        <p:spPr>
          <a:xfrm>
            <a:off x="7093947" y="33509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7" name="data_1746">
            <a:extLst>
              <a:ext uri="{FF2B5EF4-FFF2-40B4-BE49-F238E27FC236}">
                <a16:creationId xmlns:a16="http://schemas.microsoft.com/office/drawing/2014/main" id="{C27C0323-2AA6-45D5-B878-C003024C95C5}"/>
              </a:ext>
            </a:extLst>
          </p:cNvPr>
          <p:cNvSpPr>
            <a:spLocks/>
          </p:cNvSpPr>
          <p:nvPr/>
        </p:nvSpPr>
        <p:spPr>
          <a:xfrm>
            <a:off x="71115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8" name="data_1747">
            <a:extLst>
              <a:ext uri="{FF2B5EF4-FFF2-40B4-BE49-F238E27FC236}">
                <a16:creationId xmlns:a16="http://schemas.microsoft.com/office/drawing/2014/main" id="{CA58356B-DFF5-4971-A376-74E3094406E8}"/>
              </a:ext>
            </a:extLst>
          </p:cNvPr>
          <p:cNvSpPr>
            <a:spLocks/>
          </p:cNvSpPr>
          <p:nvPr/>
        </p:nvSpPr>
        <p:spPr>
          <a:xfrm>
            <a:off x="709221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9" name="data_1748">
            <a:extLst>
              <a:ext uri="{FF2B5EF4-FFF2-40B4-BE49-F238E27FC236}">
                <a16:creationId xmlns:a16="http://schemas.microsoft.com/office/drawing/2014/main" id="{05635A2C-C390-4B5B-9AD3-6B51A8D250E6}"/>
              </a:ext>
            </a:extLst>
          </p:cNvPr>
          <p:cNvSpPr>
            <a:spLocks/>
          </p:cNvSpPr>
          <p:nvPr/>
        </p:nvSpPr>
        <p:spPr>
          <a:xfrm>
            <a:off x="7111641" y="26362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0" name="data_1749">
            <a:extLst>
              <a:ext uri="{FF2B5EF4-FFF2-40B4-BE49-F238E27FC236}">
                <a16:creationId xmlns:a16="http://schemas.microsoft.com/office/drawing/2014/main" id="{EB8514F0-7C8F-4355-8EF8-73239EA25CCB}"/>
              </a:ext>
            </a:extLst>
          </p:cNvPr>
          <p:cNvSpPr>
            <a:spLocks/>
          </p:cNvSpPr>
          <p:nvPr/>
        </p:nvSpPr>
        <p:spPr>
          <a:xfrm>
            <a:off x="715927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1" name="data_1750">
            <a:extLst>
              <a:ext uri="{FF2B5EF4-FFF2-40B4-BE49-F238E27FC236}">
                <a16:creationId xmlns:a16="http://schemas.microsoft.com/office/drawing/2014/main" id="{95D75887-3968-4CFB-9D1F-067F660E967F}"/>
              </a:ext>
            </a:extLst>
          </p:cNvPr>
          <p:cNvSpPr>
            <a:spLocks/>
          </p:cNvSpPr>
          <p:nvPr/>
        </p:nvSpPr>
        <p:spPr>
          <a:xfrm>
            <a:off x="720042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2" name="data_1751">
            <a:extLst>
              <a:ext uri="{FF2B5EF4-FFF2-40B4-BE49-F238E27FC236}">
                <a16:creationId xmlns:a16="http://schemas.microsoft.com/office/drawing/2014/main" id="{3663C6B0-6D3A-4766-98C4-8675BD2E4BBE}"/>
              </a:ext>
            </a:extLst>
          </p:cNvPr>
          <p:cNvSpPr>
            <a:spLocks/>
          </p:cNvSpPr>
          <p:nvPr/>
        </p:nvSpPr>
        <p:spPr>
          <a:xfrm>
            <a:off x="709434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3" name="data_1752">
            <a:extLst>
              <a:ext uri="{FF2B5EF4-FFF2-40B4-BE49-F238E27FC236}">
                <a16:creationId xmlns:a16="http://schemas.microsoft.com/office/drawing/2014/main" id="{EE1FD81C-14AC-46AF-A30E-F5AFA17AC17B}"/>
              </a:ext>
            </a:extLst>
          </p:cNvPr>
          <p:cNvSpPr>
            <a:spLocks/>
          </p:cNvSpPr>
          <p:nvPr/>
        </p:nvSpPr>
        <p:spPr>
          <a:xfrm>
            <a:off x="716552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4" name="data_1753">
            <a:extLst>
              <a:ext uri="{FF2B5EF4-FFF2-40B4-BE49-F238E27FC236}">
                <a16:creationId xmlns:a16="http://schemas.microsoft.com/office/drawing/2014/main" id="{C0EA6FE2-7C79-4C40-B979-65B0913F862B}"/>
              </a:ext>
            </a:extLst>
          </p:cNvPr>
          <p:cNvSpPr>
            <a:spLocks/>
          </p:cNvSpPr>
          <p:nvPr/>
        </p:nvSpPr>
        <p:spPr>
          <a:xfrm>
            <a:off x="711060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5" name="data_1754">
            <a:extLst>
              <a:ext uri="{FF2B5EF4-FFF2-40B4-BE49-F238E27FC236}">
                <a16:creationId xmlns:a16="http://schemas.microsoft.com/office/drawing/2014/main" id="{A119FC07-41E2-4166-83F8-48126BA49060}"/>
              </a:ext>
            </a:extLst>
          </p:cNvPr>
          <p:cNvSpPr>
            <a:spLocks/>
          </p:cNvSpPr>
          <p:nvPr/>
        </p:nvSpPr>
        <p:spPr>
          <a:xfrm>
            <a:off x="7208480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6" name="data_1755">
            <a:extLst>
              <a:ext uri="{FF2B5EF4-FFF2-40B4-BE49-F238E27FC236}">
                <a16:creationId xmlns:a16="http://schemas.microsoft.com/office/drawing/2014/main" id="{79EBEC3A-A84D-4A2E-818C-DD787C9ACAFF}"/>
              </a:ext>
            </a:extLst>
          </p:cNvPr>
          <p:cNvSpPr>
            <a:spLocks/>
          </p:cNvSpPr>
          <p:nvPr/>
        </p:nvSpPr>
        <p:spPr>
          <a:xfrm>
            <a:off x="7136498" y="297921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7" name="data_1756">
            <a:extLst>
              <a:ext uri="{FF2B5EF4-FFF2-40B4-BE49-F238E27FC236}">
                <a16:creationId xmlns:a16="http://schemas.microsoft.com/office/drawing/2014/main" id="{21BA796E-F576-4203-9E67-0469DFEBD666}"/>
              </a:ext>
            </a:extLst>
          </p:cNvPr>
          <p:cNvSpPr>
            <a:spLocks/>
          </p:cNvSpPr>
          <p:nvPr/>
        </p:nvSpPr>
        <p:spPr>
          <a:xfrm>
            <a:off x="7127274" y="3284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8" name="data_1757">
            <a:extLst>
              <a:ext uri="{FF2B5EF4-FFF2-40B4-BE49-F238E27FC236}">
                <a16:creationId xmlns:a16="http://schemas.microsoft.com/office/drawing/2014/main" id="{E0099E42-4404-44B4-8C4D-E5A537DDFB76}"/>
              </a:ext>
            </a:extLst>
          </p:cNvPr>
          <p:cNvSpPr>
            <a:spLocks/>
          </p:cNvSpPr>
          <p:nvPr/>
        </p:nvSpPr>
        <p:spPr>
          <a:xfrm>
            <a:off x="709931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9" name="data_1758">
            <a:extLst>
              <a:ext uri="{FF2B5EF4-FFF2-40B4-BE49-F238E27FC236}">
                <a16:creationId xmlns:a16="http://schemas.microsoft.com/office/drawing/2014/main" id="{E6094BC3-EB30-4418-BA45-BF2497003D8D}"/>
              </a:ext>
            </a:extLst>
          </p:cNvPr>
          <p:cNvSpPr>
            <a:spLocks/>
          </p:cNvSpPr>
          <p:nvPr/>
        </p:nvSpPr>
        <p:spPr>
          <a:xfrm>
            <a:off x="7202833" y="249695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0" name="data_1759">
            <a:extLst>
              <a:ext uri="{FF2B5EF4-FFF2-40B4-BE49-F238E27FC236}">
                <a16:creationId xmlns:a16="http://schemas.microsoft.com/office/drawing/2014/main" id="{356152AF-1EDA-41B5-9F11-EE40D98B2352}"/>
              </a:ext>
            </a:extLst>
          </p:cNvPr>
          <p:cNvSpPr>
            <a:spLocks/>
          </p:cNvSpPr>
          <p:nvPr/>
        </p:nvSpPr>
        <p:spPr>
          <a:xfrm>
            <a:off x="7151423" y="27246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1" name="data_1760">
            <a:extLst>
              <a:ext uri="{FF2B5EF4-FFF2-40B4-BE49-F238E27FC236}">
                <a16:creationId xmlns:a16="http://schemas.microsoft.com/office/drawing/2014/main" id="{FBE63DF2-B834-4FB4-ACA1-4CC2D1EFD083}"/>
              </a:ext>
            </a:extLst>
          </p:cNvPr>
          <p:cNvSpPr>
            <a:spLocks/>
          </p:cNvSpPr>
          <p:nvPr/>
        </p:nvSpPr>
        <p:spPr>
          <a:xfrm>
            <a:off x="7126765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2" name="data_1761">
            <a:extLst>
              <a:ext uri="{FF2B5EF4-FFF2-40B4-BE49-F238E27FC236}">
                <a16:creationId xmlns:a16="http://schemas.microsoft.com/office/drawing/2014/main" id="{04D6DA49-99B1-4A81-A900-6EDB252C12C5}"/>
              </a:ext>
            </a:extLst>
          </p:cNvPr>
          <p:cNvSpPr>
            <a:spLocks/>
          </p:cNvSpPr>
          <p:nvPr/>
        </p:nvSpPr>
        <p:spPr>
          <a:xfrm>
            <a:off x="7176042" y="20468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3" name="data_1762">
            <a:extLst>
              <a:ext uri="{FF2B5EF4-FFF2-40B4-BE49-F238E27FC236}">
                <a16:creationId xmlns:a16="http://schemas.microsoft.com/office/drawing/2014/main" id="{971755D5-1800-4EB6-989C-9E405B1C2B32}"/>
              </a:ext>
            </a:extLst>
          </p:cNvPr>
          <p:cNvSpPr>
            <a:spLocks/>
          </p:cNvSpPr>
          <p:nvPr/>
        </p:nvSpPr>
        <p:spPr>
          <a:xfrm>
            <a:off x="7109056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4" name="data_1763">
            <a:extLst>
              <a:ext uri="{FF2B5EF4-FFF2-40B4-BE49-F238E27FC236}">
                <a16:creationId xmlns:a16="http://schemas.microsoft.com/office/drawing/2014/main" id="{A15392E9-2EC2-4EF4-9070-DC5AF0B64FF8}"/>
              </a:ext>
            </a:extLst>
          </p:cNvPr>
          <p:cNvSpPr>
            <a:spLocks/>
          </p:cNvSpPr>
          <p:nvPr/>
        </p:nvSpPr>
        <p:spPr>
          <a:xfrm>
            <a:off x="716168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5" name="data_1764">
            <a:extLst>
              <a:ext uri="{FF2B5EF4-FFF2-40B4-BE49-F238E27FC236}">
                <a16:creationId xmlns:a16="http://schemas.microsoft.com/office/drawing/2014/main" id="{42D661FA-A685-444B-B5FD-9D698BE97D50}"/>
              </a:ext>
            </a:extLst>
          </p:cNvPr>
          <p:cNvSpPr>
            <a:spLocks/>
          </p:cNvSpPr>
          <p:nvPr/>
        </p:nvSpPr>
        <p:spPr>
          <a:xfrm>
            <a:off x="715929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6" name="data_1765">
            <a:extLst>
              <a:ext uri="{FF2B5EF4-FFF2-40B4-BE49-F238E27FC236}">
                <a16:creationId xmlns:a16="http://schemas.microsoft.com/office/drawing/2014/main" id="{EFC959B5-2ED3-4DFE-99EE-05ABC71EB816}"/>
              </a:ext>
            </a:extLst>
          </p:cNvPr>
          <p:cNvSpPr>
            <a:spLocks/>
          </p:cNvSpPr>
          <p:nvPr/>
        </p:nvSpPr>
        <p:spPr>
          <a:xfrm>
            <a:off x="7154816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7" name="data_1766">
            <a:extLst>
              <a:ext uri="{FF2B5EF4-FFF2-40B4-BE49-F238E27FC236}">
                <a16:creationId xmlns:a16="http://schemas.microsoft.com/office/drawing/2014/main" id="{2C1E2FFE-FE81-44CF-B3AC-6E5D18E4F90A}"/>
              </a:ext>
            </a:extLst>
          </p:cNvPr>
          <p:cNvSpPr>
            <a:spLocks/>
          </p:cNvSpPr>
          <p:nvPr/>
        </p:nvSpPr>
        <p:spPr>
          <a:xfrm>
            <a:off x="714634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8" name="data_1767">
            <a:extLst>
              <a:ext uri="{FF2B5EF4-FFF2-40B4-BE49-F238E27FC236}">
                <a16:creationId xmlns:a16="http://schemas.microsoft.com/office/drawing/2014/main" id="{9300E93C-2D55-4A06-B41C-10F9F104B14A}"/>
              </a:ext>
            </a:extLst>
          </p:cNvPr>
          <p:cNvSpPr>
            <a:spLocks/>
          </p:cNvSpPr>
          <p:nvPr/>
        </p:nvSpPr>
        <p:spPr>
          <a:xfrm>
            <a:off x="7157335" y="3363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9" name="data_1768">
            <a:extLst>
              <a:ext uri="{FF2B5EF4-FFF2-40B4-BE49-F238E27FC236}">
                <a16:creationId xmlns:a16="http://schemas.microsoft.com/office/drawing/2014/main" id="{90693974-73E4-4FAF-9FFD-A0DEF5A35B2E}"/>
              </a:ext>
            </a:extLst>
          </p:cNvPr>
          <p:cNvSpPr>
            <a:spLocks/>
          </p:cNvSpPr>
          <p:nvPr/>
        </p:nvSpPr>
        <p:spPr>
          <a:xfrm>
            <a:off x="717794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0" name="data_1769">
            <a:extLst>
              <a:ext uri="{FF2B5EF4-FFF2-40B4-BE49-F238E27FC236}">
                <a16:creationId xmlns:a16="http://schemas.microsoft.com/office/drawing/2014/main" id="{58758D38-98F2-45DA-A6BE-4B712AA103C3}"/>
              </a:ext>
            </a:extLst>
          </p:cNvPr>
          <p:cNvSpPr>
            <a:spLocks/>
          </p:cNvSpPr>
          <p:nvPr/>
        </p:nvSpPr>
        <p:spPr>
          <a:xfrm>
            <a:off x="7166344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1" name="data_1770">
            <a:extLst>
              <a:ext uri="{FF2B5EF4-FFF2-40B4-BE49-F238E27FC236}">
                <a16:creationId xmlns:a16="http://schemas.microsoft.com/office/drawing/2014/main" id="{BBF49402-29F7-43D5-9CB3-73DB164BD437}"/>
              </a:ext>
            </a:extLst>
          </p:cNvPr>
          <p:cNvSpPr>
            <a:spLocks/>
          </p:cNvSpPr>
          <p:nvPr/>
        </p:nvSpPr>
        <p:spPr>
          <a:xfrm>
            <a:off x="7133204" y="330072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2" name="data_1771">
            <a:extLst>
              <a:ext uri="{FF2B5EF4-FFF2-40B4-BE49-F238E27FC236}">
                <a16:creationId xmlns:a16="http://schemas.microsoft.com/office/drawing/2014/main" id="{708DA67D-2291-4548-BE40-94B28566C193}"/>
              </a:ext>
            </a:extLst>
          </p:cNvPr>
          <p:cNvSpPr>
            <a:spLocks/>
          </p:cNvSpPr>
          <p:nvPr/>
        </p:nvSpPr>
        <p:spPr>
          <a:xfrm>
            <a:off x="7208204" y="25093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3" name="data_1772">
            <a:extLst>
              <a:ext uri="{FF2B5EF4-FFF2-40B4-BE49-F238E27FC236}">
                <a16:creationId xmlns:a16="http://schemas.microsoft.com/office/drawing/2014/main" id="{BA1A15A3-6C2F-49DB-A42A-2F13173F9EE5}"/>
              </a:ext>
            </a:extLst>
          </p:cNvPr>
          <p:cNvSpPr>
            <a:spLocks/>
          </p:cNvSpPr>
          <p:nvPr/>
        </p:nvSpPr>
        <p:spPr>
          <a:xfrm>
            <a:off x="717717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4" name="data_1773">
            <a:extLst>
              <a:ext uri="{FF2B5EF4-FFF2-40B4-BE49-F238E27FC236}">
                <a16:creationId xmlns:a16="http://schemas.microsoft.com/office/drawing/2014/main" id="{643AF4CD-1766-403E-94F7-61251C33BF38}"/>
              </a:ext>
            </a:extLst>
          </p:cNvPr>
          <p:cNvSpPr>
            <a:spLocks/>
          </p:cNvSpPr>
          <p:nvPr/>
        </p:nvSpPr>
        <p:spPr>
          <a:xfrm>
            <a:off x="711246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5" name="data_1774">
            <a:extLst>
              <a:ext uri="{FF2B5EF4-FFF2-40B4-BE49-F238E27FC236}">
                <a16:creationId xmlns:a16="http://schemas.microsoft.com/office/drawing/2014/main" id="{B343514A-2BA2-4CB1-9F7C-403E50809FDA}"/>
              </a:ext>
            </a:extLst>
          </p:cNvPr>
          <p:cNvSpPr>
            <a:spLocks/>
          </p:cNvSpPr>
          <p:nvPr/>
        </p:nvSpPr>
        <p:spPr>
          <a:xfrm>
            <a:off x="7105131" y="31858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6" name="data_1775">
            <a:extLst>
              <a:ext uri="{FF2B5EF4-FFF2-40B4-BE49-F238E27FC236}">
                <a16:creationId xmlns:a16="http://schemas.microsoft.com/office/drawing/2014/main" id="{088D9D0C-7A1C-447F-83B3-76A9E966458A}"/>
              </a:ext>
            </a:extLst>
          </p:cNvPr>
          <p:cNvSpPr>
            <a:spLocks/>
          </p:cNvSpPr>
          <p:nvPr/>
        </p:nvSpPr>
        <p:spPr>
          <a:xfrm>
            <a:off x="717913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7" name="data_1776">
            <a:extLst>
              <a:ext uri="{FF2B5EF4-FFF2-40B4-BE49-F238E27FC236}">
                <a16:creationId xmlns:a16="http://schemas.microsoft.com/office/drawing/2014/main" id="{CCC1BDE4-CB78-4D6F-8C19-A8BE0FF65A8D}"/>
              </a:ext>
            </a:extLst>
          </p:cNvPr>
          <p:cNvSpPr>
            <a:spLocks/>
          </p:cNvSpPr>
          <p:nvPr/>
        </p:nvSpPr>
        <p:spPr>
          <a:xfrm>
            <a:off x="7205062" y="3166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8" name="data_1777">
            <a:extLst>
              <a:ext uri="{FF2B5EF4-FFF2-40B4-BE49-F238E27FC236}">
                <a16:creationId xmlns:a16="http://schemas.microsoft.com/office/drawing/2014/main" id="{7F4D6ADC-9E8F-4CBA-AB32-B86FD1342533}"/>
              </a:ext>
            </a:extLst>
          </p:cNvPr>
          <p:cNvSpPr>
            <a:spLocks/>
          </p:cNvSpPr>
          <p:nvPr/>
        </p:nvSpPr>
        <p:spPr>
          <a:xfrm>
            <a:off x="719523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9" name="data_1778">
            <a:extLst>
              <a:ext uri="{FF2B5EF4-FFF2-40B4-BE49-F238E27FC236}">
                <a16:creationId xmlns:a16="http://schemas.microsoft.com/office/drawing/2014/main" id="{FF085243-5CE4-4C3E-A473-8EDCC9DEDE54}"/>
              </a:ext>
            </a:extLst>
          </p:cNvPr>
          <p:cNvSpPr>
            <a:spLocks/>
          </p:cNvSpPr>
          <p:nvPr/>
        </p:nvSpPr>
        <p:spPr>
          <a:xfrm>
            <a:off x="7185591" y="29309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0" name="data_1779">
            <a:extLst>
              <a:ext uri="{FF2B5EF4-FFF2-40B4-BE49-F238E27FC236}">
                <a16:creationId xmlns:a16="http://schemas.microsoft.com/office/drawing/2014/main" id="{4BF93F70-F389-4EC5-8CE3-24541564B2AE}"/>
              </a:ext>
            </a:extLst>
          </p:cNvPr>
          <p:cNvSpPr>
            <a:spLocks/>
          </p:cNvSpPr>
          <p:nvPr/>
        </p:nvSpPr>
        <p:spPr>
          <a:xfrm>
            <a:off x="7173097" y="26577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1" name="data_1780">
            <a:extLst>
              <a:ext uri="{FF2B5EF4-FFF2-40B4-BE49-F238E27FC236}">
                <a16:creationId xmlns:a16="http://schemas.microsoft.com/office/drawing/2014/main" id="{111E8510-3730-4504-835D-ECF038CD1956}"/>
              </a:ext>
            </a:extLst>
          </p:cNvPr>
          <p:cNvSpPr>
            <a:spLocks/>
          </p:cNvSpPr>
          <p:nvPr/>
        </p:nvSpPr>
        <p:spPr>
          <a:xfrm>
            <a:off x="71651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2" name="data_1781">
            <a:extLst>
              <a:ext uri="{FF2B5EF4-FFF2-40B4-BE49-F238E27FC236}">
                <a16:creationId xmlns:a16="http://schemas.microsoft.com/office/drawing/2014/main" id="{4163867A-05F5-4635-B2B0-CD28821D15F8}"/>
              </a:ext>
            </a:extLst>
          </p:cNvPr>
          <p:cNvSpPr>
            <a:spLocks/>
          </p:cNvSpPr>
          <p:nvPr/>
        </p:nvSpPr>
        <p:spPr>
          <a:xfrm>
            <a:off x="7175870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3" name="data_1782">
            <a:extLst>
              <a:ext uri="{FF2B5EF4-FFF2-40B4-BE49-F238E27FC236}">
                <a16:creationId xmlns:a16="http://schemas.microsoft.com/office/drawing/2014/main" id="{084B7651-0EB4-48FA-89B6-D38518DCC6EC}"/>
              </a:ext>
            </a:extLst>
          </p:cNvPr>
          <p:cNvSpPr>
            <a:spLocks/>
          </p:cNvSpPr>
          <p:nvPr/>
        </p:nvSpPr>
        <p:spPr>
          <a:xfrm>
            <a:off x="7139447" y="29562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4" name="data_1783">
            <a:extLst>
              <a:ext uri="{FF2B5EF4-FFF2-40B4-BE49-F238E27FC236}">
                <a16:creationId xmlns:a16="http://schemas.microsoft.com/office/drawing/2014/main" id="{D1308A11-B726-46EA-88B4-B0540539DBFC}"/>
              </a:ext>
            </a:extLst>
          </p:cNvPr>
          <p:cNvSpPr>
            <a:spLocks/>
          </p:cNvSpPr>
          <p:nvPr/>
        </p:nvSpPr>
        <p:spPr>
          <a:xfrm>
            <a:off x="71345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5" name="data_1784">
            <a:extLst>
              <a:ext uri="{FF2B5EF4-FFF2-40B4-BE49-F238E27FC236}">
                <a16:creationId xmlns:a16="http://schemas.microsoft.com/office/drawing/2014/main" id="{DB9F3E6C-EA8F-49BF-9945-162F0DBF2400}"/>
              </a:ext>
            </a:extLst>
          </p:cNvPr>
          <p:cNvSpPr>
            <a:spLocks/>
          </p:cNvSpPr>
          <p:nvPr/>
        </p:nvSpPr>
        <p:spPr>
          <a:xfrm>
            <a:off x="7147040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6" name="data_1785">
            <a:extLst>
              <a:ext uri="{FF2B5EF4-FFF2-40B4-BE49-F238E27FC236}">
                <a16:creationId xmlns:a16="http://schemas.microsoft.com/office/drawing/2014/main" id="{18307695-FFAF-4DD1-8F77-05636941AA57}"/>
              </a:ext>
            </a:extLst>
          </p:cNvPr>
          <p:cNvSpPr>
            <a:spLocks/>
          </p:cNvSpPr>
          <p:nvPr/>
        </p:nvSpPr>
        <p:spPr>
          <a:xfrm>
            <a:off x="7116364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7" name="data_1786">
            <a:extLst>
              <a:ext uri="{FF2B5EF4-FFF2-40B4-BE49-F238E27FC236}">
                <a16:creationId xmlns:a16="http://schemas.microsoft.com/office/drawing/2014/main" id="{5EFBECBD-B912-4FB8-BDDA-021922553914}"/>
              </a:ext>
            </a:extLst>
          </p:cNvPr>
          <p:cNvSpPr>
            <a:spLocks/>
          </p:cNvSpPr>
          <p:nvPr/>
        </p:nvSpPr>
        <p:spPr>
          <a:xfrm>
            <a:off x="711604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8" name="data_1787">
            <a:extLst>
              <a:ext uri="{FF2B5EF4-FFF2-40B4-BE49-F238E27FC236}">
                <a16:creationId xmlns:a16="http://schemas.microsoft.com/office/drawing/2014/main" id="{F0A973C3-FB32-4509-BA30-D017E0AB89E3}"/>
              </a:ext>
            </a:extLst>
          </p:cNvPr>
          <p:cNvSpPr>
            <a:spLocks/>
          </p:cNvSpPr>
          <p:nvPr/>
        </p:nvSpPr>
        <p:spPr>
          <a:xfrm>
            <a:off x="715169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9" name="data_1788">
            <a:extLst>
              <a:ext uri="{FF2B5EF4-FFF2-40B4-BE49-F238E27FC236}">
                <a16:creationId xmlns:a16="http://schemas.microsoft.com/office/drawing/2014/main" id="{2439A3BB-171E-440F-B2ED-592430E44500}"/>
              </a:ext>
            </a:extLst>
          </p:cNvPr>
          <p:cNvSpPr>
            <a:spLocks/>
          </p:cNvSpPr>
          <p:nvPr/>
        </p:nvSpPr>
        <p:spPr>
          <a:xfrm>
            <a:off x="71673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0" name="data_1789">
            <a:extLst>
              <a:ext uri="{FF2B5EF4-FFF2-40B4-BE49-F238E27FC236}">
                <a16:creationId xmlns:a16="http://schemas.microsoft.com/office/drawing/2014/main" id="{9E4BA188-C7CC-4267-B48D-F49C1D53C780}"/>
              </a:ext>
            </a:extLst>
          </p:cNvPr>
          <p:cNvSpPr>
            <a:spLocks/>
          </p:cNvSpPr>
          <p:nvPr/>
        </p:nvSpPr>
        <p:spPr>
          <a:xfrm>
            <a:off x="715982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1" name="data_1790">
            <a:extLst>
              <a:ext uri="{FF2B5EF4-FFF2-40B4-BE49-F238E27FC236}">
                <a16:creationId xmlns:a16="http://schemas.microsoft.com/office/drawing/2014/main" id="{4B8EAC11-A533-4107-8E71-2749A0F27E0A}"/>
              </a:ext>
            </a:extLst>
          </p:cNvPr>
          <p:cNvSpPr>
            <a:spLocks/>
          </p:cNvSpPr>
          <p:nvPr/>
        </p:nvSpPr>
        <p:spPr>
          <a:xfrm>
            <a:off x="7183418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2" name="data_1791">
            <a:extLst>
              <a:ext uri="{FF2B5EF4-FFF2-40B4-BE49-F238E27FC236}">
                <a16:creationId xmlns:a16="http://schemas.microsoft.com/office/drawing/2014/main" id="{E485FA09-AD9D-4B00-899A-8719C3835F6C}"/>
              </a:ext>
            </a:extLst>
          </p:cNvPr>
          <p:cNvSpPr>
            <a:spLocks/>
          </p:cNvSpPr>
          <p:nvPr/>
        </p:nvSpPr>
        <p:spPr>
          <a:xfrm>
            <a:off x="711173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3" name="data_1792">
            <a:extLst>
              <a:ext uri="{FF2B5EF4-FFF2-40B4-BE49-F238E27FC236}">
                <a16:creationId xmlns:a16="http://schemas.microsoft.com/office/drawing/2014/main" id="{64210FFE-B9B1-4601-B72E-6F4F99E91DA4}"/>
              </a:ext>
            </a:extLst>
          </p:cNvPr>
          <p:cNvSpPr>
            <a:spLocks/>
          </p:cNvSpPr>
          <p:nvPr/>
        </p:nvSpPr>
        <p:spPr>
          <a:xfrm>
            <a:off x="7116273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4" name="data_1793">
            <a:extLst>
              <a:ext uri="{FF2B5EF4-FFF2-40B4-BE49-F238E27FC236}">
                <a16:creationId xmlns:a16="http://schemas.microsoft.com/office/drawing/2014/main" id="{3833DE25-054E-4A14-A9C0-65A734B04BD5}"/>
              </a:ext>
            </a:extLst>
          </p:cNvPr>
          <p:cNvSpPr>
            <a:spLocks/>
          </p:cNvSpPr>
          <p:nvPr/>
        </p:nvSpPr>
        <p:spPr>
          <a:xfrm>
            <a:off x="7092309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5" name="data_1794">
            <a:extLst>
              <a:ext uri="{FF2B5EF4-FFF2-40B4-BE49-F238E27FC236}">
                <a16:creationId xmlns:a16="http://schemas.microsoft.com/office/drawing/2014/main" id="{4EBFD36D-7E5E-4E6E-9044-AAC95F71AE8A}"/>
              </a:ext>
            </a:extLst>
          </p:cNvPr>
          <p:cNvSpPr>
            <a:spLocks/>
          </p:cNvSpPr>
          <p:nvPr/>
        </p:nvSpPr>
        <p:spPr>
          <a:xfrm>
            <a:off x="7161822" y="29562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6" name="data_1795">
            <a:extLst>
              <a:ext uri="{FF2B5EF4-FFF2-40B4-BE49-F238E27FC236}">
                <a16:creationId xmlns:a16="http://schemas.microsoft.com/office/drawing/2014/main" id="{8D5879ED-AC00-4745-A5D6-A8EC87654409}"/>
              </a:ext>
            </a:extLst>
          </p:cNvPr>
          <p:cNvSpPr>
            <a:spLocks/>
          </p:cNvSpPr>
          <p:nvPr/>
        </p:nvSpPr>
        <p:spPr>
          <a:xfrm>
            <a:off x="710600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7" name="data_1796">
            <a:extLst>
              <a:ext uri="{FF2B5EF4-FFF2-40B4-BE49-F238E27FC236}">
                <a16:creationId xmlns:a16="http://schemas.microsoft.com/office/drawing/2014/main" id="{85FDFDFB-FDE7-4F85-9027-4F030BCAAB18}"/>
              </a:ext>
            </a:extLst>
          </p:cNvPr>
          <p:cNvSpPr>
            <a:spLocks/>
          </p:cNvSpPr>
          <p:nvPr/>
        </p:nvSpPr>
        <p:spPr>
          <a:xfrm>
            <a:off x="7192511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8" name="data_1797">
            <a:extLst>
              <a:ext uri="{FF2B5EF4-FFF2-40B4-BE49-F238E27FC236}">
                <a16:creationId xmlns:a16="http://schemas.microsoft.com/office/drawing/2014/main" id="{EA2BCB1F-DB2D-476B-AECE-D50B65655DF8}"/>
              </a:ext>
            </a:extLst>
          </p:cNvPr>
          <p:cNvSpPr>
            <a:spLocks/>
          </p:cNvSpPr>
          <p:nvPr/>
        </p:nvSpPr>
        <p:spPr>
          <a:xfrm>
            <a:off x="7130266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9" name="data_1798">
            <a:extLst>
              <a:ext uri="{FF2B5EF4-FFF2-40B4-BE49-F238E27FC236}">
                <a16:creationId xmlns:a16="http://schemas.microsoft.com/office/drawing/2014/main" id="{86AA0F87-38FA-47C1-B9A8-7666F5C56403}"/>
              </a:ext>
            </a:extLst>
          </p:cNvPr>
          <p:cNvSpPr>
            <a:spLocks/>
          </p:cNvSpPr>
          <p:nvPr/>
        </p:nvSpPr>
        <p:spPr>
          <a:xfrm>
            <a:off x="714244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0" name="data_1799">
            <a:extLst>
              <a:ext uri="{FF2B5EF4-FFF2-40B4-BE49-F238E27FC236}">
                <a16:creationId xmlns:a16="http://schemas.microsoft.com/office/drawing/2014/main" id="{8631EB48-A0EA-44C6-9254-962ABDAC28E5}"/>
              </a:ext>
            </a:extLst>
          </p:cNvPr>
          <p:cNvSpPr>
            <a:spLocks/>
          </p:cNvSpPr>
          <p:nvPr/>
        </p:nvSpPr>
        <p:spPr>
          <a:xfrm>
            <a:off x="7105717" y="3325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1" name="data_1800">
            <a:extLst>
              <a:ext uri="{FF2B5EF4-FFF2-40B4-BE49-F238E27FC236}">
                <a16:creationId xmlns:a16="http://schemas.microsoft.com/office/drawing/2014/main" id="{B893E6D5-55A3-4468-B82E-7E4011C2BC8B}"/>
              </a:ext>
            </a:extLst>
          </p:cNvPr>
          <p:cNvSpPr>
            <a:spLocks/>
          </p:cNvSpPr>
          <p:nvPr/>
        </p:nvSpPr>
        <p:spPr>
          <a:xfrm>
            <a:off x="713650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2" name="data_1801">
            <a:extLst>
              <a:ext uri="{FF2B5EF4-FFF2-40B4-BE49-F238E27FC236}">
                <a16:creationId xmlns:a16="http://schemas.microsoft.com/office/drawing/2014/main" id="{D0C24CDF-EE4C-4377-964B-26C97AFEE1D5}"/>
              </a:ext>
            </a:extLst>
          </p:cNvPr>
          <p:cNvSpPr>
            <a:spLocks/>
          </p:cNvSpPr>
          <p:nvPr/>
        </p:nvSpPr>
        <p:spPr>
          <a:xfrm>
            <a:off x="7187131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3" name="data_1802">
            <a:extLst>
              <a:ext uri="{FF2B5EF4-FFF2-40B4-BE49-F238E27FC236}">
                <a16:creationId xmlns:a16="http://schemas.microsoft.com/office/drawing/2014/main" id="{5C55BDA7-9390-4D5C-9712-1BC9B882B8A2}"/>
              </a:ext>
            </a:extLst>
          </p:cNvPr>
          <p:cNvSpPr>
            <a:spLocks/>
          </p:cNvSpPr>
          <p:nvPr/>
        </p:nvSpPr>
        <p:spPr>
          <a:xfrm>
            <a:off x="717578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4" name="data_1803">
            <a:extLst>
              <a:ext uri="{FF2B5EF4-FFF2-40B4-BE49-F238E27FC236}">
                <a16:creationId xmlns:a16="http://schemas.microsoft.com/office/drawing/2014/main" id="{62F1BA30-C45C-4F14-838E-5B379DE6C73F}"/>
              </a:ext>
            </a:extLst>
          </p:cNvPr>
          <p:cNvSpPr>
            <a:spLocks/>
          </p:cNvSpPr>
          <p:nvPr/>
        </p:nvSpPr>
        <p:spPr>
          <a:xfrm>
            <a:off x="7114465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5" name="data_1804">
            <a:extLst>
              <a:ext uri="{FF2B5EF4-FFF2-40B4-BE49-F238E27FC236}">
                <a16:creationId xmlns:a16="http://schemas.microsoft.com/office/drawing/2014/main" id="{1EF6DDDA-A4B2-4A63-AD0F-673741C86B00}"/>
              </a:ext>
            </a:extLst>
          </p:cNvPr>
          <p:cNvSpPr>
            <a:spLocks/>
          </p:cNvSpPr>
          <p:nvPr/>
        </p:nvSpPr>
        <p:spPr>
          <a:xfrm>
            <a:off x="735705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6" name="data_1805">
            <a:extLst>
              <a:ext uri="{FF2B5EF4-FFF2-40B4-BE49-F238E27FC236}">
                <a16:creationId xmlns:a16="http://schemas.microsoft.com/office/drawing/2014/main" id="{DEFDBB18-48AB-4151-AA06-9335E03430B2}"/>
              </a:ext>
            </a:extLst>
          </p:cNvPr>
          <p:cNvSpPr>
            <a:spLocks/>
          </p:cNvSpPr>
          <p:nvPr/>
        </p:nvSpPr>
        <p:spPr>
          <a:xfrm>
            <a:off x="7422922" y="19458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7" name="data_1806">
            <a:extLst>
              <a:ext uri="{FF2B5EF4-FFF2-40B4-BE49-F238E27FC236}">
                <a16:creationId xmlns:a16="http://schemas.microsoft.com/office/drawing/2014/main" id="{4325A6D8-0D0A-4B93-8BFB-F55C27A32A7A}"/>
              </a:ext>
            </a:extLst>
          </p:cNvPr>
          <p:cNvSpPr>
            <a:spLocks/>
          </p:cNvSpPr>
          <p:nvPr/>
        </p:nvSpPr>
        <p:spPr>
          <a:xfrm>
            <a:off x="741369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8" name="data_1807">
            <a:extLst>
              <a:ext uri="{FF2B5EF4-FFF2-40B4-BE49-F238E27FC236}">
                <a16:creationId xmlns:a16="http://schemas.microsoft.com/office/drawing/2014/main" id="{6AEAAD80-BB05-4397-B472-DA80B09F7B78}"/>
              </a:ext>
            </a:extLst>
          </p:cNvPr>
          <p:cNvSpPr>
            <a:spLocks/>
          </p:cNvSpPr>
          <p:nvPr/>
        </p:nvSpPr>
        <p:spPr>
          <a:xfrm>
            <a:off x="7415217" y="328464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9" name="data_1808">
            <a:extLst>
              <a:ext uri="{FF2B5EF4-FFF2-40B4-BE49-F238E27FC236}">
                <a16:creationId xmlns:a16="http://schemas.microsoft.com/office/drawing/2014/main" id="{360C6728-E8B7-413E-B1D1-8B492B1C8610}"/>
              </a:ext>
            </a:extLst>
          </p:cNvPr>
          <p:cNvSpPr>
            <a:spLocks/>
          </p:cNvSpPr>
          <p:nvPr/>
        </p:nvSpPr>
        <p:spPr>
          <a:xfrm>
            <a:off x="7392625" y="20721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0" name="data_1809">
            <a:extLst>
              <a:ext uri="{FF2B5EF4-FFF2-40B4-BE49-F238E27FC236}">
                <a16:creationId xmlns:a16="http://schemas.microsoft.com/office/drawing/2014/main" id="{47F4AB90-B8F8-4DCB-A25D-90D69EB0E3C8}"/>
              </a:ext>
            </a:extLst>
          </p:cNvPr>
          <p:cNvSpPr>
            <a:spLocks/>
          </p:cNvSpPr>
          <p:nvPr/>
        </p:nvSpPr>
        <p:spPr>
          <a:xfrm>
            <a:off x="742611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1" name="data_1810">
            <a:extLst>
              <a:ext uri="{FF2B5EF4-FFF2-40B4-BE49-F238E27FC236}">
                <a16:creationId xmlns:a16="http://schemas.microsoft.com/office/drawing/2014/main" id="{894A01C4-E12D-41F3-88B3-0137D9752566}"/>
              </a:ext>
            </a:extLst>
          </p:cNvPr>
          <p:cNvSpPr>
            <a:spLocks/>
          </p:cNvSpPr>
          <p:nvPr/>
        </p:nvSpPr>
        <p:spPr>
          <a:xfrm>
            <a:off x="735541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2" name="data_1811">
            <a:extLst>
              <a:ext uri="{FF2B5EF4-FFF2-40B4-BE49-F238E27FC236}">
                <a16:creationId xmlns:a16="http://schemas.microsoft.com/office/drawing/2014/main" id="{44F81924-E7B7-44C2-9FB1-876B83793E11}"/>
              </a:ext>
            </a:extLst>
          </p:cNvPr>
          <p:cNvSpPr>
            <a:spLocks/>
          </p:cNvSpPr>
          <p:nvPr/>
        </p:nvSpPr>
        <p:spPr>
          <a:xfrm>
            <a:off x="739180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3" name="data_1812">
            <a:extLst>
              <a:ext uri="{FF2B5EF4-FFF2-40B4-BE49-F238E27FC236}">
                <a16:creationId xmlns:a16="http://schemas.microsoft.com/office/drawing/2014/main" id="{3E0FD691-CDA4-4ABF-A2AB-B6597B12AE93}"/>
              </a:ext>
            </a:extLst>
          </p:cNvPr>
          <p:cNvSpPr>
            <a:spLocks/>
          </p:cNvSpPr>
          <p:nvPr/>
        </p:nvSpPr>
        <p:spPr>
          <a:xfrm>
            <a:off x="745914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4" name="data_1813">
            <a:extLst>
              <a:ext uri="{FF2B5EF4-FFF2-40B4-BE49-F238E27FC236}">
                <a16:creationId xmlns:a16="http://schemas.microsoft.com/office/drawing/2014/main" id="{4D077832-9A36-404A-AED9-F13AA1B01438}"/>
              </a:ext>
            </a:extLst>
          </p:cNvPr>
          <p:cNvSpPr>
            <a:spLocks/>
          </p:cNvSpPr>
          <p:nvPr/>
        </p:nvSpPr>
        <p:spPr>
          <a:xfrm>
            <a:off x="739138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5" name="data_1814">
            <a:extLst>
              <a:ext uri="{FF2B5EF4-FFF2-40B4-BE49-F238E27FC236}">
                <a16:creationId xmlns:a16="http://schemas.microsoft.com/office/drawing/2014/main" id="{A62BF61F-73DF-401F-833A-0212EA66B20B}"/>
              </a:ext>
            </a:extLst>
          </p:cNvPr>
          <p:cNvSpPr>
            <a:spLocks/>
          </p:cNvSpPr>
          <p:nvPr/>
        </p:nvSpPr>
        <p:spPr>
          <a:xfrm>
            <a:off x="7399446" y="24363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6" name="data_1815">
            <a:extLst>
              <a:ext uri="{FF2B5EF4-FFF2-40B4-BE49-F238E27FC236}">
                <a16:creationId xmlns:a16="http://schemas.microsoft.com/office/drawing/2014/main" id="{338104D5-DB61-415A-9A15-486C637FD98E}"/>
              </a:ext>
            </a:extLst>
          </p:cNvPr>
          <p:cNvSpPr>
            <a:spLocks/>
          </p:cNvSpPr>
          <p:nvPr/>
        </p:nvSpPr>
        <p:spPr>
          <a:xfrm>
            <a:off x="7353061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7" name="data_1816">
            <a:extLst>
              <a:ext uri="{FF2B5EF4-FFF2-40B4-BE49-F238E27FC236}">
                <a16:creationId xmlns:a16="http://schemas.microsoft.com/office/drawing/2014/main" id="{B65BB356-53C7-451C-BE32-E9F8043DDCFD}"/>
              </a:ext>
            </a:extLst>
          </p:cNvPr>
          <p:cNvSpPr>
            <a:spLocks/>
          </p:cNvSpPr>
          <p:nvPr/>
        </p:nvSpPr>
        <p:spPr>
          <a:xfrm>
            <a:off x="7368660" y="27246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8" name="data_1817">
            <a:extLst>
              <a:ext uri="{FF2B5EF4-FFF2-40B4-BE49-F238E27FC236}">
                <a16:creationId xmlns:a16="http://schemas.microsoft.com/office/drawing/2014/main" id="{849491BB-6BAE-44CB-A3DC-E015C507A886}"/>
              </a:ext>
            </a:extLst>
          </p:cNvPr>
          <p:cNvSpPr>
            <a:spLocks/>
          </p:cNvSpPr>
          <p:nvPr/>
        </p:nvSpPr>
        <p:spPr>
          <a:xfrm>
            <a:off x="741869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9" name="data_1818">
            <a:extLst>
              <a:ext uri="{FF2B5EF4-FFF2-40B4-BE49-F238E27FC236}">
                <a16:creationId xmlns:a16="http://schemas.microsoft.com/office/drawing/2014/main" id="{D9D07967-D9B9-42C1-9446-80F38512533A}"/>
              </a:ext>
            </a:extLst>
          </p:cNvPr>
          <p:cNvSpPr>
            <a:spLocks/>
          </p:cNvSpPr>
          <p:nvPr/>
        </p:nvSpPr>
        <p:spPr>
          <a:xfrm>
            <a:off x="744965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0" name="data_1819">
            <a:extLst>
              <a:ext uri="{FF2B5EF4-FFF2-40B4-BE49-F238E27FC236}">
                <a16:creationId xmlns:a16="http://schemas.microsoft.com/office/drawing/2014/main" id="{7CFC6B8E-C7A5-409C-93F3-039F1FAB2204}"/>
              </a:ext>
            </a:extLst>
          </p:cNvPr>
          <p:cNvSpPr>
            <a:spLocks/>
          </p:cNvSpPr>
          <p:nvPr/>
        </p:nvSpPr>
        <p:spPr>
          <a:xfrm>
            <a:off x="74388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1" name="data_1820">
            <a:extLst>
              <a:ext uri="{FF2B5EF4-FFF2-40B4-BE49-F238E27FC236}">
                <a16:creationId xmlns:a16="http://schemas.microsoft.com/office/drawing/2014/main" id="{21580DAE-E21A-4C9C-BD25-8DB4F074D50B}"/>
              </a:ext>
            </a:extLst>
          </p:cNvPr>
          <p:cNvSpPr>
            <a:spLocks/>
          </p:cNvSpPr>
          <p:nvPr/>
        </p:nvSpPr>
        <p:spPr>
          <a:xfrm>
            <a:off x="741206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2" name="data_1821">
            <a:extLst>
              <a:ext uri="{FF2B5EF4-FFF2-40B4-BE49-F238E27FC236}">
                <a16:creationId xmlns:a16="http://schemas.microsoft.com/office/drawing/2014/main" id="{5442700B-94F6-4F40-BD2D-63E997499A41}"/>
              </a:ext>
            </a:extLst>
          </p:cNvPr>
          <p:cNvSpPr>
            <a:spLocks/>
          </p:cNvSpPr>
          <p:nvPr/>
        </p:nvSpPr>
        <p:spPr>
          <a:xfrm>
            <a:off x="7371638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3" name="data_1822">
            <a:extLst>
              <a:ext uri="{FF2B5EF4-FFF2-40B4-BE49-F238E27FC236}">
                <a16:creationId xmlns:a16="http://schemas.microsoft.com/office/drawing/2014/main" id="{268BFEF0-64A0-459A-A721-2C4DF46240AB}"/>
              </a:ext>
            </a:extLst>
          </p:cNvPr>
          <p:cNvSpPr>
            <a:spLocks/>
          </p:cNvSpPr>
          <p:nvPr/>
        </p:nvSpPr>
        <p:spPr>
          <a:xfrm>
            <a:off x="7410151" y="2245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4" name="data_1823">
            <a:extLst>
              <a:ext uri="{FF2B5EF4-FFF2-40B4-BE49-F238E27FC236}">
                <a16:creationId xmlns:a16="http://schemas.microsoft.com/office/drawing/2014/main" id="{DD578EFC-27FC-4621-A9E5-4DBE3E4D0EFE}"/>
              </a:ext>
            </a:extLst>
          </p:cNvPr>
          <p:cNvSpPr>
            <a:spLocks/>
          </p:cNvSpPr>
          <p:nvPr/>
        </p:nvSpPr>
        <p:spPr>
          <a:xfrm>
            <a:off x="741898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5" name="data_1824">
            <a:extLst>
              <a:ext uri="{FF2B5EF4-FFF2-40B4-BE49-F238E27FC236}">
                <a16:creationId xmlns:a16="http://schemas.microsoft.com/office/drawing/2014/main" id="{8BA770B2-D40B-4367-906B-BC5D74682970}"/>
              </a:ext>
            </a:extLst>
          </p:cNvPr>
          <p:cNvSpPr>
            <a:spLocks/>
          </p:cNvSpPr>
          <p:nvPr/>
        </p:nvSpPr>
        <p:spPr>
          <a:xfrm>
            <a:off x="737342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6" name="data_1825">
            <a:extLst>
              <a:ext uri="{FF2B5EF4-FFF2-40B4-BE49-F238E27FC236}">
                <a16:creationId xmlns:a16="http://schemas.microsoft.com/office/drawing/2014/main" id="{E86A96EA-93E2-427D-A3F9-52D03189C9BC}"/>
              </a:ext>
            </a:extLst>
          </p:cNvPr>
          <p:cNvSpPr>
            <a:spLocks/>
          </p:cNvSpPr>
          <p:nvPr/>
        </p:nvSpPr>
        <p:spPr>
          <a:xfrm>
            <a:off x="7405708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7" name="data_1826">
            <a:extLst>
              <a:ext uri="{FF2B5EF4-FFF2-40B4-BE49-F238E27FC236}">
                <a16:creationId xmlns:a16="http://schemas.microsoft.com/office/drawing/2014/main" id="{91DEA393-D8FE-4A64-BC90-F6F5DD916F9D}"/>
              </a:ext>
            </a:extLst>
          </p:cNvPr>
          <p:cNvSpPr>
            <a:spLocks/>
          </p:cNvSpPr>
          <p:nvPr/>
        </p:nvSpPr>
        <p:spPr>
          <a:xfrm>
            <a:off x="73679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8" name="data_1827">
            <a:extLst>
              <a:ext uri="{FF2B5EF4-FFF2-40B4-BE49-F238E27FC236}">
                <a16:creationId xmlns:a16="http://schemas.microsoft.com/office/drawing/2014/main" id="{FDF30BC3-4729-466F-B90A-3D1DC1ACA7D6}"/>
              </a:ext>
            </a:extLst>
          </p:cNvPr>
          <p:cNvSpPr>
            <a:spLocks/>
          </p:cNvSpPr>
          <p:nvPr/>
        </p:nvSpPr>
        <p:spPr>
          <a:xfrm>
            <a:off x="741380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9" name="data_1828">
            <a:extLst>
              <a:ext uri="{FF2B5EF4-FFF2-40B4-BE49-F238E27FC236}">
                <a16:creationId xmlns:a16="http://schemas.microsoft.com/office/drawing/2014/main" id="{F152EDB8-C037-440A-AD8E-8A07899F0B95}"/>
              </a:ext>
            </a:extLst>
          </p:cNvPr>
          <p:cNvSpPr>
            <a:spLocks/>
          </p:cNvSpPr>
          <p:nvPr/>
        </p:nvSpPr>
        <p:spPr>
          <a:xfrm>
            <a:off x="737446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0" name="data_1829">
            <a:extLst>
              <a:ext uri="{FF2B5EF4-FFF2-40B4-BE49-F238E27FC236}">
                <a16:creationId xmlns:a16="http://schemas.microsoft.com/office/drawing/2014/main" id="{B57A2B8C-E23C-4E82-93A5-35080E1930DB}"/>
              </a:ext>
            </a:extLst>
          </p:cNvPr>
          <p:cNvSpPr>
            <a:spLocks/>
          </p:cNvSpPr>
          <p:nvPr/>
        </p:nvSpPr>
        <p:spPr>
          <a:xfrm>
            <a:off x="7354750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1" name="data_1830">
            <a:extLst>
              <a:ext uri="{FF2B5EF4-FFF2-40B4-BE49-F238E27FC236}">
                <a16:creationId xmlns:a16="http://schemas.microsoft.com/office/drawing/2014/main" id="{A13CCF7A-3BEE-43F9-9C11-838BA72BD1D5}"/>
              </a:ext>
            </a:extLst>
          </p:cNvPr>
          <p:cNvSpPr>
            <a:spLocks/>
          </p:cNvSpPr>
          <p:nvPr/>
        </p:nvSpPr>
        <p:spPr>
          <a:xfrm>
            <a:off x="7403374" y="27983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2" name="data_1831">
            <a:extLst>
              <a:ext uri="{FF2B5EF4-FFF2-40B4-BE49-F238E27FC236}">
                <a16:creationId xmlns:a16="http://schemas.microsoft.com/office/drawing/2014/main" id="{796A8570-6601-4DDF-AFE5-CD3E6E1BBC75}"/>
              </a:ext>
            </a:extLst>
          </p:cNvPr>
          <p:cNvSpPr>
            <a:spLocks/>
          </p:cNvSpPr>
          <p:nvPr/>
        </p:nvSpPr>
        <p:spPr>
          <a:xfrm>
            <a:off x="7413242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3" name="data_1832">
            <a:extLst>
              <a:ext uri="{FF2B5EF4-FFF2-40B4-BE49-F238E27FC236}">
                <a16:creationId xmlns:a16="http://schemas.microsoft.com/office/drawing/2014/main" id="{36630ABA-2E0D-4379-9959-E697BE9D4FFE}"/>
              </a:ext>
            </a:extLst>
          </p:cNvPr>
          <p:cNvSpPr>
            <a:spLocks/>
          </p:cNvSpPr>
          <p:nvPr/>
        </p:nvSpPr>
        <p:spPr>
          <a:xfrm>
            <a:off x="746318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4" name="data_1833">
            <a:extLst>
              <a:ext uri="{FF2B5EF4-FFF2-40B4-BE49-F238E27FC236}">
                <a16:creationId xmlns:a16="http://schemas.microsoft.com/office/drawing/2014/main" id="{9601D31D-A6D9-41C3-9E06-EE3297B6AC3F}"/>
              </a:ext>
            </a:extLst>
          </p:cNvPr>
          <p:cNvSpPr>
            <a:spLocks/>
          </p:cNvSpPr>
          <p:nvPr/>
        </p:nvSpPr>
        <p:spPr>
          <a:xfrm>
            <a:off x="745399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5" name="data_1834">
            <a:extLst>
              <a:ext uri="{FF2B5EF4-FFF2-40B4-BE49-F238E27FC236}">
                <a16:creationId xmlns:a16="http://schemas.microsoft.com/office/drawing/2014/main" id="{DD87460D-A66F-4629-9B75-59CD9935A7DD}"/>
              </a:ext>
            </a:extLst>
          </p:cNvPr>
          <p:cNvSpPr>
            <a:spLocks/>
          </p:cNvSpPr>
          <p:nvPr/>
        </p:nvSpPr>
        <p:spPr>
          <a:xfrm>
            <a:off x="739199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6" name="data_1835">
            <a:extLst>
              <a:ext uri="{FF2B5EF4-FFF2-40B4-BE49-F238E27FC236}">
                <a16:creationId xmlns:a16="http://schemas.microsoft.com/office/drawing/2014/main" id="{BD5EB65A-94B3-47DD-AFBB-F5A28E89CD6B}"/>
              </a:ext>
            </a:extLst>
          </p:cNvPr>
          <p:cNvSpPr>
            <a:spLocks/>
          </p:cNvSpPr>
          <p:nvPr/>
        </p:nvSpPr>
        <p:spPr>
          <a:xfrm>
            <a:off x="7400888" y="245102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7" name="data_1836">
            <a:extLst>
              <a:ext uri="{FF2B5EF4-FFF2-40B4-BE49-F238E27FC236}">
                <a16:creationId xmlns:a16="http://schemas.microsoft.com/office/drawing/2014/main" id="{9F5916CF-FC37-4C35-93CF-4D1650F89FD3}"/>
              </a:ext>
            </a:extLst>
          </p:cNvPr>
          <p:cNvSpPr>
            <a:spLocks/>
          </p:cNvSpPr>
          <p:nvPr/>
        </p:nvSpPr>
        <p:spPr>
          <a:xfrm>
            <a:off x="741904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8" name="data_1837">
            <a:extLst>
              <a:ext uri="{FF2B5EF4-FFF2-40B4-BE49-F238E27FC236}">
                <a16:creationId xmlns:a16="http://schemas.microsoft.com/office/drawing/2014/main" id="{78144792-67F0-42A0-B8B4-34D8D58D4714}"/>
              </a:ext>
            </a:extLst>
          </p:cNvPr>
          <p:cNvSpPr>
            <a:spLocks/>
          </p:cNvSpPr>
          <p:nvPr/>
        </p:nvSpPr>
        <p:spPr>
          <a:xfrm>
            <a:off x="7382884" y="31667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9" name="data_1838">
            <a:extLst>
              <a:ext uri="{FF2B5EF4-FFF2-40B4-BE49-F238E27FC236}">
                <a16:creationId xmlns:a16="http://schemas.microsoft.com/office/drawing/2014/main" id="{3986CD17-0D07-48F9-B8DE-162FD36927FD}"/>
              </a:ext>
            </a:extLst>
          </p:cNvPr>
          <p:cNvSpPr>
            <a:spLocks/>
          </p:cNvSpPr>
          <p:nvPr/>
        </p:nvSpPr>
        <p:spPr>
          <a:xfrm>
            <a:off x="736183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0" name="data_1839">
            <a:extLst>
              <a:ext uri="{FF2B5EF4-FFF2-40B4-BE49-F238E27FC236}">
                <a16:creationId xmlns:a16="http://schemas.microsoft.com/office/drawing/2014/main" id="{2A95B718-72AE-406A-93B4-575510A8BB1B}"/>
              </a:ext>
            </a:extLst>
          </p:cNvPr>
          <p:cNvSpPr>
            <a:spLocks/>
          </p:cNvSpPr>
          <p:nvPr/>
        </p:nvSpPr>
        <p:spPr>
          <a:xfrm>
            <a:off x="741995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1" name="data_1840">
            <a:extLst>
              <a:ext uri="{FF2B5EF4-FFF2-40B4-BE49-F238E27FC236}">
                <a16:creationId xmlns:a16="http://schemas.microsoft.com/office/drawing/2014/main" id="{E134393B-9BD0-4357-A91A-1AC073447856}"/>
              </a:ext>
            </a:extLst>
          </p:cNvPr>
          <p:cNvSpPr>
            <a:spLocks/>
          </p:cNvSpPr>
          <p:nvPr/>
        </p:nvSpPr>
        <p:spPr>
          <a:xfrm>
            <a:off x="743225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2" name="data_1841">
            <a:extLst>
              <a:ext uri="{FF2B5EF4-FFF2-40B4-BE49-F238E27FC236}">
                <a16:creationId xmlns:a16="http://schemas.microsoft.com/office/drawing/2014/main" id="{8B4EC8F3-F512-4892-B578-0077BCA7127A}"/>
              </a:ext>
            </a:extLst>
          </p:cNvPr>
          <p:cNvSpPr>
            <a:spLocks/>
          </p:cNvSpPr>
          <p:nvPr/>
        </p:nvSpPr>
        <p:spPr>
          <a:xfrm>
            <a:off x="741366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3" name="data_1842">
            <a:extLst>
              <a:ext uri="{FF2B5EF4-FFF2-40B4-BE49-F238E27FC236}">
                <a16:creationId xmlns:a16="http://schemas.microsoft.com/office/drawing/2014/main" id="{91B0E2B3-D15C-496A-9CA0-53FD14B0982C}"/>
              </a:ext>
            </a:extLst>
          </p:cNvPr>
          <p:cNvSpPr>
            <a:spLocks/>
          </p:cNvSpPr>
          <p:nvPr/>
        </p:nvSpPr>
        <p:spPr>
          <a:xfrm>
            <a:off x="746618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4" name="data_1843">
            <a:extLst>
              <a:ext uri="{FF2B5EF4-FFF2-40B4-BE49-F238E27FC236}">
                <a16:creationId xmlns:a16="http://schemas.microsoft.com/office/drawing/2014/main" id="{0EEF97D5-CE66-4315-A6EF-C8FB27217805}"/>
              </a:ext>
            </a:extLst>
          </p:cNvPr>
          <p:cNvSpPr>
            <a:spLocks/>
          </p:cNvSpPr>
          <p:nvPr/>
        </p:nvSpPr>
        <p:spPr>
          <a:xfrm>
            <a:off x="737470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5" name="data_1844">
            <a:extLst>
              <a:ext uri="{FF2B5EF4-FFF2-40B4-BE49-F238E27FC236}">
                <a16:creationId xmlns:a16="http://schemas.microsoft.com/office/drawing/2014/main" id="{E20803AF-CFC0-41D5-B846-790C2D7756BB}"/>
              </a:ext>
            </a:extLst>
          </p:cNvPr>
          <p:cNvSpPr>
            <a:spLocks/>
          </p:cNvSpPr>
          <p:nvPr/>
        </p:nvSpPr>
        <p:spPr>
          <a:xfrm>
            <a:off x="745245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6" name="data_1845">
            <a:extLst>
              <a:ext uri="{FF2B5EF4-FFF2-40B4-BE49-F238E27FC236}">
                <a16:creationId xmlns:a16="http://schemas.microsoft.com/office/drawing/2014/main" id="{61A64126-EC27-45C2-841E-7397F12ADE8B}"/>
              </a:ext>
            </a:extLst>
          </p:cNvPr>
          <p:cNvSpPr>
            <a:spLocks/>
          </p:cNvSpPr>
          <p:nvPr/>
        </p:nvSpPr>
        <p:spPr>
          <a:xfrm>
            <a:off x="740170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7" name="data_1846">
            <a:extLst>
              <a:ext uri="{FF2B5EF4-FFF2-40B4-BE49-F238E27FC236}">
                <a16:creationId xmlns:a16="http://schemas.microsoft.com/office/drawing/2014/main" id="{BC9AB7F6-4440-4CE6-98CA-FF7524B3ACCC}"/>
              </a:ext>
            </a:extLst>
          </p:cNvPr>
          <p:cNvSpPr>
            <a:spLocks/>
          </p:cNvSpPr>
          <p:nvPr/>
        </p:nvSpPr>
        <p:spPr>
          <a:xfrm>
            <a:off x="736549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8" name="data_1847">
            <a:extLst>
              <a:ext uri="{FF2B5EF4-FFF2-40B4-BE49-F238E27FC236}">
                <a16:creationId xmlns:a16="http://schemas.microsoft.com/office/drawing/2014/main" id="{FBAA2112-17CB-440D-B880-6986136F314F}"/>
              </a:ext>
            </a:extLst>
          </p:cNvPr>
          <p:cNvSpPr>
            <a:spLocks/>
          </p:cNvSpPr>
          <p:nvPr/>
        </p:nvSpPr>
        <p:spPr>
          <a:xfrm>
            <a:off x="7408844" y="221327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9" name="data_1848">
            <a:extLst>
              <a:ext uri="{FF2B5EF4-FFF2-40B4-BE49-F238E27FC236}">
                <a16:creationId xmlns:a16="http://schemas.microsoft.com/office/drawing/2014/main" id="{B3B67BF6-3016-487B-9096-C98A7979BB1E}"/>
              </a:ext>
            </a:extLst>
          </p:cNvPr>
          <p:cNvSpPr>
            <a:spLocks/>
          </p:cNvSpPr>
          <p:nvPr/>
        </p:nvSpPr>
        <p:spPr>
          <a:xfrm>
            <a:off x="741327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0" name="data_1849">
            <a:extLst>
              <a:ext uri="{FF2B5EF4-FFF2-40B4-BE49-F238E27FC236}">
                <a16:creationId xmlns:a16="http://schemas.microsoft.com/office/drawing/2014/main" id="{70EA1C05-7617-468B-8F6C-0E3D1030BCB7}"/>
              </a:ext>
            </a:extLst>
          </p:cNvPr>
          <p:cNvSpPr>
            <a:spLocks/>
          </p:cNvSpPr>
          <p:nvPr/>
        </p:nvSpPr>
        <p:spPr>
          <a:xfrm>
            <a:off x="7365923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1" name="data_1850">
            <a:extLst>
              <a:ext uri="{FF2B5EF4-FFF2-40B4-BE49-F238E27FC236}">
                <a16:creationId xmlns:a16="http://schemas.microsoft.com/office/drawing/2014/main" id="{5F422DC9-2FD4-4AC6-B8E9-F90734554972}"/>
              </a:ext>
            </a:extLst>
          </p:cNvPr>
          <p:cNvSpPr>
            <a:spLocks/>
          </p:cNvSpPr>
          <p:nvPr/>
        </p:nvSpPr>
        <p:spPr>
          <a:xfrm>
            <a:off x="7384928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2" name="data_1851">
            <a:extLst>
              <a:ext uri="{FF2B5EF4-FFF2-40B4-BE49-F238E27FC236}">
                <a16:creationId xmlns:a16="http://schemas.microsoft.com/office/drawing/2014/main" id="{E1508C10-0DDE-4653-9223-C8F0DCD23249}"/>
              </a:ext>
            </a:extLst>
          </p:cNvPr>
          <p:cNvSpPr>
            <a:spLocks/>
          </p:cNvSpPr>
          <p:nvPr/>
        </p:nvSpPr>
        <p:spPr>
          <a:xfrm>
            <a:off x="7357754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3" name="data_1852">
            <a:extLst>
              <a:ext uri="{FF2B5EF4-FFF2-40B4-BE49-F238E27FC236}">
                <a16:creationId xmlns:a16="http://schemas.microsoft.com/office/drawing/2014/main" id="{F3E13EEE-62D8-48B8-9221-C8A6E76E41E2}"/>
              </a:ext>
            </a:extLst>
          </p:cNvPr>
          <p:cNvSpPr>
            <a:spLocks/>
          </p:cNvSpPr>
          <p:nvPr/>
        </p:nvSpPr>
        <p:spPr>
          <a:xfrm>
            <a:off x="7410450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4" name="data_1853">
            <a:extLst>
              <a:ext uri="{FF2B5EF4-FFF2-40B4-BE49-F238E27FC236}">
                <a16:creationId xmlns:a16="http://schemas.microsoft.com/office/drawing/2014/main" id="{600C57D1-7D4A-4E33-AA03-A5E603888F49}"/>
              </a:ext>
            </a:extLst>
          </p:cNvPr>
          <p:cNvSpPr>
            <a:spLocks/>
          </p:cNvSpPr>
          <p:nvPr/>
        </p:nvSpPr>
        <p:spPr>
          <a:xfrm>
            <a:off x="740241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5" name="data_1854">
            <a:extLst>
              <a:ext uri="{FF2B5EF4-FFF2-40B4-BE49-F238E27FC236}">
                <a16:creationId xmlns:a16="http://schemas.microsoft.com/office/drawing/2014/main" id="{80E87BE4-0EA2-47A8-BE02-EDC3270413C7}"/>
              </a:ext>
            </a:extLst>
          </p:cNvPr>
          <p:cNvSpPr>
            <a:spLocks/>
          </p:cNvSpPr>
          <p:nvPr/>
        </p:nvSpPr>
        <p:spPr>
          <a:xfrm>
            <a:off x="7357931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6" name="data_1855">
            <a:extLst>
              <a:ext uri="{FF2B5EF4-FFF2-40B4-BE49-F238E27FC236}">
                <a16:creationId xmlns:a16="http://schemas.microsoft.com/office/drawing/2014/main" id="{2B12EE1C-7A9A-4BA9-AF8C-F319F96B20D5}"/>
              </a:ext>
            </a:extLst>
          </p:cNvPr>
          <p:cNvSpPr>
            <a:spLocks/>
          </p:cNvSpPr>
          <p:nvPr/>
        </p:nvSpPr>
        <p:spPr>
          <a:xfrm>
            <a:off x="742816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7" name="data_1856">
            <a:extLst>
              <a:ext uri="{FF2B5EF4-FFF2-40B4-BE49-F238E27FC236}">
                <a16:creationId xmlns:a16="http://schemas.microsoft.com/office/drawing/2014/main" id="{EABAC15F-3E11-40F3-AF54-049C50AD3C79}"/>
              </a:ext>
            </a:extLst>
          </p:cNvPr>
          <p:cNvSpPr>
            <a:spLocks/>
          </p:cNvSpPr>
          <p:nvPr/>
        </p:nvSpPr>
        <p:spPr>
          <a:xfrm>
            <a:off x="7417606" y="230824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8" name="data_1857">
            <a:extLst>
              <a:ext uri="{FF2B5EF4-FFF2-40B4-BE49-F238E27FC236}">
                <a16:creationId xmlns:a16="http://schemas.microsoft.com/office/drawing/2014/main" id="{C099D755-204D-4797-9C3F-5F3B924FB2F3}"/>
              </a:ext>
            </a:extLst>
          </p:cNvPr>
          <p:cNvSpPr>
            <a:spLocks/>
          </p:cNvSpPr>
          <p:nvPr/>
        </p:nvSpPr>
        <p:spPr>
          <a:xfrm>
            <a:off x="7384192" y="189464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9" name="data_1858">
            <a:extLst>
              <a:ext uri="{FF2B5EF4-FFF2-40B4-BE49-F238E27FC236}">
                <a16:creationId xmlns:a16="http://schemas.microsoft.com/office/drawing/2014/main" id="{66D956FD-DE03-44D8-802A-A3DAA1CE7B37}"/>
              </a:ext>
            </a:extLst>
          </p:cNvPr>
          <p:cNvSpPr>
            <a:spLocks/>
          </p:cNvSpPr>
          <p:nvPr/>
        </p:nvSpPr>
        <p:spPr>
          <a:xfrm>
            <a:off x="743532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0" name="data_1859">
            <a:extLst>
              <a:ext uri="{FF2B5EF4-FFF2-40B4-BE49-F238E27FC236}">
                <a16:creationId xmlns:a16="http://schemas.microsoft.com/office/drawing/2014/main" id="{7E60C35D-AE9F-4C60-8AE8-4ADBA1B51028}"/>
              </a:ext>
            </a:extLst>
          </p:cNvPr>
          <p:cNvSpPr>
            <a:spLocks/>
          </p:cNvSpPr>
          <p:nvPr/>
        </p:nvSpPr>
        <p:spPr>
          <a:xfrm>
            <a:off x="742255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1" name="data_1860">
            <a:extLst>
              <a:ext uri="{FF2B5EF4-FFF2-40B4-BE49-F238E27FC236}">
                <a16:creationId xmlns:a16="http://schemas.microsoft.com/office/drawing/2014/main" id="{6F66C6E0-1312-417B-9E6F-2827B0C22E00}"/>
              </a:ext>
            </a:extLst>
          </p:cNvPr>
          <p:cNvSpPr>
            <a:spLocks/>
          </p:cNvSpPr>
          <p:nvPr/>
        </p:nvSpPr>
        <p:spPr>
          <a:xfrm>
            <a:off x="744712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2" name="data_1861">
            <a:extLst>
              <a:ext uri="{FF2B5EF4-FFF2-40B4-BE49-F238E27FC236}">
                <a16:creationId xmlns:a16="http://schemas.microsoft.com/office/drawing/2014/main" id="{6ABF25B7-399D-4218-B5FC-E793E91094AB}"/>
              </a:ext>
            </a:extLst>
          </p:cNvPr>
          <p:cNvSpPr>
            <a:spLocks/>
          </p:cNvSpPr>
          <p:nvPr/>
        </p:nvSpPr>
        <p:spPr>
          <a:xfrm>
            <a:off x="740195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3" name="data_1862">
            <a:extLst>
              <a:ext uri="{FF2B5EF4-FFF2-40B4-BE49-F238E27FC236}">
                <a16:creationId xmlns:a16="http://schemas.microsoft.com/office/drawing/2014/main" id="{0D8EB5B2-64E6-4651-BC00-1A19B06A9FDC}"/>
              </a:ext>
            </a:extLst>
          </p:cNvPr>
          <p:cNvSpPr>
            <a:spLocks/>
          </p:cNvSpPr>
          <p:nvPr/>
        </p:nvSpPr>
        <p:spPr>
          <a:xfrm>
            <a:off x="7387491" y="20861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4" name="data_1863">
            <a:extLst>
              <a:ext uri="{FF2B5EF4-FFF2-40B4-BE49-F238E27FC236}">
                <a16:creationId xmlns:a16="http://schemas.microsoft.com/office/drawing/2014/main" id="{09D262D3-CAAE-4A3A-A877-75D7DD38E35A}"/>
              </a:ext>
            </a:extLst>
          </p:cNvPr>
          <p:cNvSpPr>
            <a:spLocks/>
          </p:cNvSpPr>
          <p:nvPr/>
        </p:nvSpPr>
        <p:spPr>
          <a:xfrm>
            <a:off x="739044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5" name="data_1864">
            <a:extLst>
              <a:ext uri="{FF2B5EF4-FFF2-40B4-BE49-F238E27FC236}">
                <a16:creationId xmlns:a16="http://schemas.microsoft.com/office/drawing/2014/main" id="{70F8E161-6309-4311-9402-73F564F259F5}"/>
              </a:ext>
            </a:extLst>
          </p:cNvPr>
          <p:cNvSpPr>
            <a:spLocks/>
          </p:cNvSpPr>
          <p:nvPr/>
        </p:nvSpPr>
        <p:spPr>
          <a:xfrm>
            <a:off x="7396926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6" name="data_1865">
            <a:extLst>
              <a:ext uri="{FF2B5EF4-FFF2-40B4-BE49-F238E27FC236}">
                <a16:creationId xmlns:a16="http://schemas.microsoft.com/office/drawing/2014/main" id="{819AA6B2-18E0-4F8A-8164-DA708138D298}"/>
              </a:ext>
            </a:extLst>
          </p:cNvPr>
          <p:cNvSpPr>
            <a:spLocks/>
          </p:cNvSpPr>
          <p:nvPr/>
        </p:nvSpPr>
        <p:spPr>
          <a:xfrm>
            <a:off x="74198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7" name="data_1866">
            <a:extLst>
              <a:ext uri="{FF2B5EF4-FFF2-40B4-BE49-F238E27FC236}">
                <a16:creationId xmlns:a16="http://schemas.microsoft.com/office/drawing/2014/main" id="{65E5470E-C612-46CA-8F89-B15F0423B1D8}"/>
              </a:ext>
            </a:extLst>
          </p:cNvPr>
          <p:cNvSpPr>
            <a:spLocks/>
          </p:cNvSpPr>
          <p:nvPr/>
        </p:nvSpPr>
        <p:spPr>
          <a:xfrm>
            <a:off x="743115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8" name="data_1867">
            <a:extLst>
              <a:ext uri="{FF2B5EF4-FFF2-40B4-BE49-F238E27FC236}">
                <a16:creationId xmlns:a16="http://schemas.microsoft.com/office/drawing/2014/main" id="{762C9D76-913D-40C1-90C5-684DB0D4F21B}"/>
              </a:ext>
            </a:extLst>
          </p:cNvPr>
          <p:cNvSpPr>
            <a:spLocks/>
          </p:cNvSpPr>
          <p:nvPr/>
        </p:nvSpPr>
        <p:spPr>
          <a:xfrm>
            <a:off x="739511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9" name="data_1868">
            <a:extLst>
              <a:ext uri="{FF2B5EF4-FFF2-40B4-BE49-F238E27FC236}">
                <a16:creationId xmlns:a16="http://schemas.microsoft.com/office/drawing/2014/main" id="{C727E4AB-0D75-49BB-BCCA-E2A614EA7D13}"/>
              </a:ext>
            </a:extLst>
          </p:cNvPr>
          <p:cNvSpPr>
            <a:spLocks/>
          </p:cNvSpPr>
          <p:nvPr/>
        </p:nvSpPr>
        <p:spPr>
          <a:xfrm>
            <a:off x="744963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0" name="data_1869">
            <a:extLst>
              <a:ext uri="{FF2B5EF4-FFF2-40B4-BE49-F238E27FC236}">
                <a16:creationId xmlns:a16="http://schemas.microsoft.com/office/drawing/2014/main" id="{A45492F5-ED1E-44E7-9A5B-0F831B2656B8}"/>
              </a:ext>
            </a:extLst>
          </p:cNvPr>
          <p:cNvSpPr>
            <a:spLocks/>
          </p:cNvSpPr>
          <p:nvPr/>
        </p:nvSpPr>
        <p:spPr>
          <a:xfrm>
            <a:off x="7427170" y="27246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1" name="data_1870">
            <a:extLst>
              <a:ext uri="{FF2B5EF4-FFF2-40B4-BE49-F238E27FC236}">
                <a16:creationId xmlns:a16="http://schemas.microsoft.com/office/drawing/2014/main" id="{F2289C4D-7B5F-4FDA-B637-4E3576C44202}"/>
              </a:ext>
            </a:extLst>
          </p:cNvPr>
          <p:cNvSpPr>
            <a:spLocks/>
          </p:cNvSpPr>
          <p:nvPr/>
        </p:nvSpPr>
        <p:spPr>
          <a:xfrm>
            <a:off x="7457311" y="29088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2" name="data_1871">
            <a:extLst>
              <a:ext uri="{FF2B5EF4-FFF2-40B4-BE49-F238E27FC236}">
                <a16:creationId xmlns:a16="http://schemas.microsoft.com/office/drawing/2014/main" id="{6E65C9C5-4CDB-492B-9832-C18DF013E8CA}"/>
              </a:ext>
            </a:extLst>
          </p:cNvPr>
          <p:cNvSpPr>
            <a:spLocks/>
          </p:cNvSpPr>
          <p:nvPr/>
        </p:nvSpPr>
        <p:spPr>
          <a:xfrm>
            <a:off x="745086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3" name="data_1872">
            <a:extLst>
              <a:ext uri="{FF2B5EF4-FFF2-40B4-BE49-F238E27FC236}">
                <a16:creationId xmlns:a16="http://schemas.microsoft.com/office/drawing/2014/main" id="{6062F128-4E0B-4AD9-B18C-DD18769D7E33}"/>
              </a:ext>
            </a:extLst>
          </p:cNvPr>
          <p:cNvSpPr>
            <a:spLocks/>
          </p:cNvSpPr>
          <p:nvPr/>
        </p:nvSpPr>
        <p:spPr>
          <a:xfrm>
            <a:off x="744565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4" name="data_1873">
            <a:extLst>
              <a:ext uri="{FF2B5EF4-FFF2-40B4-BE49-F238E27FC236}">
                <a16:creationId xmlns:a16="http://schemas.microsoft.com/office/drawing/2014/main" id="{F4345EAD-8C8F-4673-805E-595A9E5E293D}"/>
              </a:ext>
            </a:extLst>
          </p:cNvPr>
          <p:cNvSpPr>
            <a:spLocks/>
          </p:cNvSpPr>
          <p:nvPr/>
        </p:nvSpPr>
        <p:spPr>
          <a:xfrm>
            <a:off x="7350239" y="30404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5" name="data_1874">
            <a:extLst>
              <a:ext uri="{FF2B5EF4-FFF2-40B4-BE49-F238E27FC236}">
                <a16:creationId xmlns:a16="http://schemas.microsoft.com/office/drawing/2014/main" id="{FB45C94C-BD14-448C-BE2C-066BE79DDA98}"/>
              </a:ext>
            </a:extLst>
          </p:cNvPr>
          <p:cNvSpPr>
            <a:spLocks/>
          </p:cNvSpPr>
          <p:nvPr/>
        </p:nvSpPr>
        <p:spPr>
          <a:xfrm>
            <a:off x="746508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6" name="data_1875">
            <a:extLst>
              <a:ext uri="{FF2B5EF4-FFF2-40B4-BE49-F238E27FC236}">
                <a16:creationId xmlns:a16="http://schemas.microsoft.com/office/drawing/2014/main" id="{C631D0AB-343F-4400-A361-3EF4A191DC7F}"/>
              </a:ext>
            </a:extLst>
          </p:cNvPr>
          <p:cNvSpPr>
            <a:spLocks/>
          </p:cNvSpPr>
          <p:nvPr/>
        </p:nvSpPr>
        <p:spPr>
          <a:xfrm>
            <a:off x="7409201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7" name="data_1876">
            <a:extLst>
              <a:ext uri="{FF2B5EF4-FFF2-40B4-BE49-F238E27FC236}">
                <a16:creationId xmlns:a16="http://schemas.microsoft.com/office/drawing/2014/main" id="{3740EA41-9835-4ECE-A286-B730A22AC8D7}"/>
              </a:ext>
            </a:extLst>
          </p:cNvPr>
          <p:cNvSpPr>
            <a:spLocks/>
          </p:cNvSpPr>
          <p:nvPr/>
        </p:nvSpPr>
        <p:spPr>
          <a:xfrm>
            <a:off x="7443317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8" name="data_1877">
            <a:extLst>
              <a:ext uri="{FF2B5EF4-FFF2-40B4-BE49-F238E27FC236}">
                <a16:creationId xmlns:a16="http://schemas.microsoft.com/office/drawing/2014/main" id="{256E013D-6603-439E-AC51-D6696D290B5D}"/>
              </a:ext>
            </a:extLst>
          </p:cNvPr>
          <p:cNvSpPr>
            <a:spLocks/>
          </p:cNvSpPr>
          <p:nvPr/>
        </p:nvSpPr>
        <p:spPr>
          <a:xfrm>
            <a:off x="739626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9" name="data_1878">
            <a:extLst>
              <a:ext uri="{FF2B5EF4-FFF2-40B4-BE49-F238E27FC236}">
                <a16:creationId xmlns:a16="http://schemas.microsoft.com/office/drawing/2014/main" id="{FC3A4E5E-538B-471F-8652-6BD32BACD27B}"/>
              </a:ext>
            </a:extLst>
          </p:cNvPr>
          <p:cNvSpPr>
            <a:spLocks/>
          </p:cNvSpPr>
          <p:nvPr/>
        </p:nvSpPr>
        <p:spPr>
          <a:xfrm>
            <a:off x="7352270" y="279836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0" name="data_1879">
            <a:extLst>
              <a:ext uri="{FF2B5EF4-FFF2-40B4-BE49-F238E27FC236}">
                <a16:creationId xmlns:a16="http://schemas.microsoft.com/office/drawing/2014/main" id="{0CFA0AF7-EE5C-4CD5-AD6E-1892F1722962}"/>
              </a:ext>
            </a:extLst>
          </p:cNvPr>
          <p:cNvSpPr>
            <a:spLocks/>
          </p:cNvSpPr>
          <p:nvPr/>
        </p:nvSpPr>
        <p:spPr>
          <a:xfrm>
            <a:off x="7400320" y="282994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1" name="data_1880">
            <a:extLst>
              <a:ext uri="{FF2B5EF4-FFF2-40B4-BE49-F238E27FC236}">
                <a16:creationId xmlns:a16="http://schemas.microsoft.com/office/drawing/2014/main" id="{7D73B1DF-A6B6-4E62-9543-BFE3273E75D4}"/>
              </a:ext>
            </a:extLst>
          </p:cNvPr>
          <p:cNvSpPr>
            <a:spLocks/>
          </p:cNvSpPr>
          <p:nvPr/>
        </p:nvSpPr>
        <p:spPr>
          <a:xfrm>
            <a:off x="736192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2" name="data_1881">
            <a:extLst>
              <a:ext uri="{FF2B5EF4-FFF2-40B4-BE49-F238E27FC236}">
                <a16:creationId xmlns:a16="http://schemas.microsoft.com/office/drawing/2014/main" id="{A01554F3-01D1-4E0D-ABCF-CE6ACB05166A}"/>
              </a:ext>
            </a:extLst>
          </p:cNvPr>
          <p:cNvSpPr>
            <a:spLocks/>
          </p:cNvSpPr>
          <p:nvPr/>
        </p:nvSpPr>
        <p:spPr>
          <a:xfrm>
            <a:off x="738231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3" name="data_1882">
            <a:extLst>
              <a:ext uri="{FF2B5EF4-FFF2-40B4-BE49-F238E27FC236}">
                <a16:creationId xmlns:a16="http://schemas.microsoft.com/office/drawing/2014/main" id="{0D1C2B37-FB4C-4933-961F-DCD6710C92A2}"/>
              </a:ext>
            </a:extLst>
          </p:cNvPr>
          <p:cNvSpPr>
            <a:spLocks/>
          </p:cNvSpPr>
          <p:nvPr/>
        </p:nvSpPr>
        <p:spPr>
          <a:xfrm>
            <a:off x="742396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4" name="data_1883">
            <a:extLst>
              <a:ext uri="{FF2B5EF4-FFF2-40B4-BE49-F238E27FC236}">
                <a16:creationId xmlns:a16="http://schemas.microsoft.com/office/drawing/2014/main" id="{420A2A54-ABB4-4B0A-9B13-B1F3D65F4633}"/>
              </a:ext>
            </a:extLst>
          </p:cNvPr>
          <p:cNvSpPr>
            <a:spLocks/>
          </p:cNvSpPr>
          <p:nvPr/>
        </p:nvSpPr>
        <p:spPr>
          <a:xfrm>
            <a:off x="7386592" y="18110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5" name="data_1884">
            <a:extLst>
              <a:ext uri="{FF2B5EF4-FFF2-40B4-BE49-F238E27FC236}">
                <a16:creationId xmlns:a16="http://schemas.microsoft.com/office/drawing/2014/main" id="{AA5A7A4F-74F4-4D45-B0A0-D2F7BEEF92FC}"/>
              </a:ext>
            </a:extLst>
          </p:cNvPr>
          <p:cNvSpPr>
            <a:spLocks/>
          </p:cNvSpPr>
          <p:nvPr/>
        </p:nvSpPr>
        <p:spPr>
          <a:xfrm>
            <a:off x="744690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6" name="data_1885">
            <a:extLst>
              <a:ext uri="{FF2B5EF4-FFF2-40B4-BE49-F238E27FC236}">
                <a16:creationId xmlns:a16="http://schemas.microsoft.com/office/drawing/2014/main" id="{ACFE597C-C72B-4F38-9BFD-982EF2690F13}"/>
              </a:ext>
            </a:extLst>
          </p:cNvPr>
          <p:cNvSpPr>
            <a:spLocks/>
          </p:cNvSpPr>
          <p:nvPr/>
        </p:nvSpPr>
        <p:spPr>
          <a:xfrm>
            <a:off x="746169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7" name="data_1886">
            <a:extLst>
              <a:ext uri="{FF2B5EF4-FFF2-40B4-BE49-F238E27FC236}">
                <a16:creationId xmlns:a16="http://schemas.microsoft.com/office/drawing/2014/main" id="{10CA0124-8C8E-4C44-AC5E-1B9C3B8ACF5B}"/>
              </a:ext>
            </a:extLst>
          </p:cNvPr>
          <p:cNvSpPr>
            <a:spLocks/>
          </p:cNvSpPr>
          <p:nvPr/>
        </p:nvSpPr>
        <p:spPr>
          <a:xfrm>
            <a:off x="74092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8" name="data_1887">
            <a:extLst>
              <a:ext uri="{FF2B5EF4-FFF2-40B4-BE49-F238E27FC236}">
                <a16:creationId xmlns:a16="http://schemas.microsoft.com/office/drawing/2014/main" id="{7B941ADE-8642-4E68-8AE2-0185C52549E5}"/>
              </a:ext>
            </a:extLst>
          </p:cNvPr>
          <p:cNvSpPr>
            <a:spLocks/>
          </p:cNvSpPr>
          <p:nvPr/>
        </p:nvSpPr>
        <p:spPr>
          <a:xfrm>
            <a:off x="739224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9" name="data_1888">
            <a:extLst>
              <a:ext uri="{FF2B5EF4-FFF2-40B4-BE49-F238E27FC236}">
                <a16:creationId xmlns:a16="http://schemas.microsoft.com/office/drawing/2014/main" id="{F74152AA-701D-4919-BE0E-A3EB06C9AAF4}"/>
              </a:ext>
            </a:extLst>
          </p:cNvPr>
          <p:cNvSpPr>
            <a:spLocks/>
          </p:cNvSpPr>
          <p:nvPr/>
        </p:nvSpPr>
        <p:spPr>
          <a:xfrm>
            <a:off x="73952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0" name="data_1889">
            <a:extLst>
              <a:ext uri="{FF2B5EF4-FFF2-40B4-BE49-F238E27FC236}">
                <a16:creationId xmlns:a16="http://schemas.microsoft.com/office/drawing/2014/main" id="{C3335ABC-1343-43F5-9F9E-E8E3CF6B7221}"/>
              </a:ext>
            </a:extLst>
          </p:cNvPr>
          <p:cNvSpPr>
            <a:spLocks/>
          </p:cNvSpPr>
          <p:nvPr/>
        </p:nvSpPr>
        <p:spPr>
          <a:xfrm>
            <a:off x="738896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1" name="data_1890">
            <a:extLst>
              <a:ext uri="{FF2B5EF4-FFF2-40B4-BE49-F238E27FC236}">
                <a16:creationId xmlns:a16="http://schemas.microsoft.com/office/drawing/2014/main" id="{59CE2B50-486F-44F8-B80F-A3BD0A1B90D1}"/>
              </a:ext>
            </a:extLst>
          </p:cNvPr>
          <p:cNvSpPr>
            <a:spLocks/>
          </p:cNvSpPr>
          <p:nvPr/>
        </p:nvSpPr>
        <p:spPr>
          <a:xfrm>
            <a:off x="745832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2" name="data_1891">
            <a:extLst>
              <a:ext uri="{FF2B5EF4-FFF2-40B4-BE49-F238E27FC236}">
                <a16:creationId xmlns:a16="http://schemas.microsoft.com/office/drawing/2014/main" id="{130B2DE3-F45E-4F95-A4E2-BBDA827B3485}"/>
              </a:ext>
            </a:extLst>
          </p:cNvPr>
          <p:cNvSpPr>
            <a:spLocks/>
          </p:cNvSpPr>
          <p:nvPr/>
        </p:nvSpPr>
        <p:spPr>
          <a:xfrm>
            <a:off x="73683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3" name="data_1892">
            <a:extLst>
              <a:ext uri="{FF2B5EF4-FFF2-40B4-BE49-F238E27FC236}">
                <a16:creationId xmlns:a16="http://schemas.microsoft.com/office/drawing/2014/main" id="{B9A92336-3653-4D1B-BCE7-D0EC90B89C1A}"/>
              </a:ext>
            </a:extLst>
          </p:cNvPr>
          <p:cNvSpPr>
            <a:spLocks/>
          </p:cNvSpPr>
          <p:nvPr/>
        </p:nvSpPr>
        <p:spPr>
          <a:xfrm>
            <a:off x="7388185" y="310781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4" name="data_1893">
            <a:extLst>
              <a:ext uri="{FF2B5EF4-FFF2-40B4-BE49-F238E27FC236}">
                <a16:creationId xmlns:a16="http://schemas.microsoft.com/office/drawing/2014/main" id="{38CBB323-952E-480F-B3A6-D7FB9BCE2468}"/>
              </a:ext>
            </a:extLst>
          </p:cNvPr>
          <p:cNvSpPr>
            <a:spLocks/>
          </p:cNvSpPr>
          <p:nvPr/>
        </p:nvSpPr>
        <p:spPr>
          <a:xfrm>
            <a:off x="7394934" y="17586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5" name="data_1894">
            <a:extLst>
              <a:ext uri="{FF2B5EF4-FFF2-40B4-BE49-F238E27FC236}">
                <a16:creationId xmlns:a16="http://schemas.microsoft.com/office/drawing/2014/main" id="{61E8A661-3AFF-416C-9ACF-E3C697DA88CA}"/>
              </a:ext>
            </a:extLst>
          </p:cNvPr>
          <p:cNvSpPr>
            <a:spLocks/>
          </p:cNvSpPr>
          <p:nvPr/>
        </p:nvSpPr>
        <p:spPr>
          <a:xfrm>
            <a:off x="7432125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6" name="data_1895">
            <a:extLst>
              <a:ext uri="{FF2B5EF4-FFF2-40B4-BE49-F238E27FC236}">
                <a16:creationId xmlns:a16="http://schemas.microsoft.com/office/drawing/2014/main" id="{F37A148F-24C4-46DC-940E-8717F646E4AE}"/>
              </a:ext>
            </a:extLst>
          </p:cNvPr>
          <p:cNvSpPr>
            <a:spLocks/>
          </p:cNvSpPr>
          <p:nvPr/>
        </p:nvSpPr>
        <p:spPr>
          <a:xfrm>
            <a:off x="739818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7" name="data_1896">
            <a:extLst>
              <a:ext uri="{FF2B5EF4-FFF2-40B4-BE49-F238E27FC236}">
                <a16:creationId xmlns:a16="http://schemas.microsoft.com/office/drawing/2014/main" id="{5B56981A-3F8D-4832-B8AC-D3597A4C6DF4}"/>
              </a:ext>
            </a:extLst>
          </p:cNvPr>
          <p:cNvSpPr>
            <a:spLocks/>
          </p:cNvSpPr>
          <p:nvPr/>
        </p:nvSpPr>
        <p:spPr>
          <a:xfrm>
            <a:off x="743581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8" name="data_1897">
            <a:extLst>
              <a:ext uri="{FF2B5EF4-FFF2-40B4-BE49-F238E27FC236}">
                <a16:creationId xmlns:a16="http://schemas.microsoft.com/office/drawing/2014/main" id="{3341BB7C-A9D5-426D-AC2D-4A26EC68F5EE}"/>
              </a:ext>
            </a:extLst>
          </p:cNvPr>
          <p:cNvSpPr>
            <a:spLocks/>
          </p:cNvSpPr>
          <p:nvPr/>
        </p:nvSpPr>
        <p:spPr>
          <a:xfrm>
            <a:off x="741987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9" name="data_1898">
            <a:extLst>
              <a:ext uri="{FF2B5EF4-FFF2-40B4-BE49-F238E27FC236}">
                <a16:creationId xmlns:a16="http://schemas.microsoft.com/office/drawing/2014/main" id="{36646021-1C37-4031-BC93-9210683CBEFB}"/>
              </a:ext>
            </a:extLst>
          </p:cNvPr>
          <p:cNvSpPr>
            <a:spLocks/>
          </p:cNvSpPr>
          <p:nvPr/>
        </p:nvSpPr>
        <p:spPr>
          <a:xfrm>
            <a:off x="741306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0" name="data_1899">
            <a:extLst>
              <a:ext uri="{FF2B5EF4-FFF2-40B4-BE49-F238E27FC236}">
                <a16:creationId xmlns:a16="http://schemas.microsoft.com/office/drawing/2014/main" id="{B562E68B-384E-4779-A6B8-01B345543EFC}"/>
              </a:ext>
            </a:extLst>
          </p:cNvPr>
          <p:cNvSpPr>
            <a:spLocks/>
          </p:cNvSpPr>
          <p:nvPr/>
        </p:nvSpPr>
        <p:spPr>
          <a:xfrm>
            <a:off x="7386124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1" name="data_1900">
            <a:extLst>
              <a:ext uri="{FF2B5EF4-FFF2-40B4-BE49-F238E27FC236}">
                <a16:creationId xmlns:a16="http://schemas.microsoft.com/office/drawing/2014/main" id="{A1CA653A-A130-4609-8806-277640AC800C}"/>
              </a:ext>
            </a:extLst>
          </p:cNvPr>
          <p:cNvSpPr>
            <a:spLocks/>
          </p:cNvSpPr>
          <p:nvPr/>
        </p:nvSpPr>
        <p:spPr>
          <a:xfrm>
            <a:off x="7370639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2" name="data_1901">
            <a:extLst>
              <a:ext uri="{FF2B5EF4-FFF2-40B4-BE49-F238E27FC236}">
                <a16:creationId xmlns:a16="http://schemas.microsoft.com/office/drawing/2014/main" id="{C50D431F-71C5-4D9E-9219-D1AC24CBC033}"/>
              </a:ext>
            </a:extLst>
          </p:cNvPr>
          <p:cNvSpPr>
            <a:spLocks/>
          </p:cNvSpPr>
          <p:nvPr/>
        </p:nvSpPr>
        <p:spPr>
          <a:xfrm>
            <a:off x="741254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3" name="data_1902">
            <a:extLst>
              <a:ext uri="{FF2B5EF4-FFF2-40B4-BE49-F238E27FC236}">
                <a16:creationId xmlns:a16="http://schemas.microsoft.com/office/drawing/2014/main" id="{59B80F11-6252-400A-AD94-C5F1F914AC9A}"/>
              </a:ext>
            </a:extLst>
          </p:cNvPr>
          <p:cNvSpPr>
            <a:spLocks/>
          </p:cNvSpPr>
          <p:nvPr/>
        </p:nvSpPr>
        <p:spPr>
          <a:xfrm>
            <a:off x="736689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4" name="data_1903">
            <a:extLst>
              <a:ext uri="{FF2B5EF4-FFF2-40B4-BE49-F238E27FC236}">
                <a16:creationId xmlns:a16="http://schemas.microsoft.com/office/drawing/2014/main" id="{2E14AB25-E80A-4772-A6EA-1DE53D619157}"/>
              </a:ext>
            </a:extLst>
          </p:cNvPr>
          <p:cNvSpPr>
            <a:spLocks/>
          </p:cNvSpPr>
          <p:nvPr/>
        </p:nvSpPr>
        <p:spPr>
          <a:xfrm>
            <a:off x="7373447" y="19358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5" name="data_1904">
            <a:extLst>
              <a:ext uri="{FF2B5EF4-FFF2-40B4-BE49-F238E27FC236}">
                <a16:creationId xmlns:a16="http://schemas.microsoft.com/office/drawing/2014/main" id="{51524817-0C25-4253-BF8A-6792ABFC6C8F}"/>
              </a:ext>
            </a:extLst>
          </p:cNvPr>
          <p:cNvSpPr>
            <a:spLocks/>
          </p:cNvSpPr>
          <p:nvPr/>
        </p:nvSpPr>
        <p:spPr>
          <a:xfrm>
            <a:off x="737654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6" name="data_1905">
            <a:extLst>
              <a:ext uri="{FF2B5EF4-FFF2-40B4-BE49-F238E27FC236}">
                <a16:creationId xmlns:a16="http://schemas.microsoft.com/office/drawing/2014/main" id="{8712D4CE-35A0-45D1-9CA6-D97E6FFEE770}"/>
              </a:ext>
            </a:extLst>
          </p:cNvPr>
          <p:cNvSpPr>
            <a:spLocks/>
          </p:cNvSpPr>
          <p:nvPr/>
        </p:nvSpPr>
        <p:spPr>
          <a:xfrm>
            <a:off x="7419330" y="27541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7" name="data_1906">
            <a:extLst>
              <a:ext uri="{FF2B5EF4-FFF2-40B4-BE49-F238E27FC236}">
                <a16:creationId xmlns:a16="http://schemas.microsoft.com/office/drawing/2014/main" id="{EFAAA6FE-D1A5-4B19-8E5B-DCB63B836CDD}"/>
              </a:ext>
            </a:extLst>
          </p:cNvPr>
          <p:cNvSpPr>
            <a:spLocks/>
          </p:cNvSpPr>
          <p:nvPr/>
        </p:nvSpPr>
        <p:spPr>
          <a:xfrm>
            <a:off x="745437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8" name="data_1907">
            <a:extLst>
              <a:ext uri="{FF2B5EF4-FFF2-40B4-BE49-F238E27FC236}">
                <a16:creationId xmlns:a16="http://schemas.microsoft.com/office/drawing/2014/main" id="{99BB7229-EB83-4B79-BAA5-6C2DC80001DF}"/>
              </a:ext>
            </a:extLst>
          </p:cNvPr>
          <p:cNvSpPr>
            <a:spLocks/>
          </p:cNvSpPr>
          <p:nvPr/>
        </p:nvSpPr>
        <p:spPr>
          <a:xfrm>
            <a:off x="742961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9" name="data_1908">
            <a:extLst>
              <a:ext uri="{FF2B5EF4-FFF2-40B4-BE49-F238E27FC236}">
                <a16:creationId xmlns:a16="http://schemas.microsoft.com/office/drawing/2014/main" id="{9E6B85E8-40AA-40B4-B264-5743A457E8FD}"/>
              </a:ext>
            </a:extLst>
          </p:cNvPr>
          <p:cNvSpPr>
            <a:spLocks/>
          </p:cNvSpPr>
          <p:nvPr/>
        </p:nvSpPr>
        <p:spPr>
          <a:xfrm>
            <a:off x="7444215" y="19289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0" name="data_1909">
            <a:extLst>
              <a:ext uri="{FF2B5EF4-FFF2-40B4-BE49-F238E27FC236}">
                <a16:creationId xmlns:a16="http://schemas.microsoft.com/office/drawing/2014/main" id="{4C14B98B-E6DD-4DC0-865B-840E15662EE3}"/>
              </a:ext>
            </a:extLst>
          </p:cNvPr>
          <p:cNvSpPr>
            <a:spLocks/>
          </p:cNvSpPr>
          <p:nvPr/>
        </p:nvSpPr>
        <p:spPr>
          <a:xfrm>
            <a:off x="7400123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1" name="data_1910">
            <a:extLst>
              <a:ext uri="{FF2B5EF4-FFF2-40B4-BE49-F238E27FC236}">
                <a16:creationId xmlns:a16="http://schemas.microsoft.com/office/drawing/2014/main" id="{C733DB84-BD9A-4513-9FEA-6C3F93FB632F}"/>
              </a:ext>
            </a:extLst>
          </p:cNvPr>
          <p:cNvSpPr>
            <a:spLocks/>
          </p:cNvSpPr>
          <p:nvPr/>
        </p:nvSpPr>
        <p:spPr>
          <a:xfrm>
            <a:off x="744408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2" name="data_1911">
            <a:extLst>
              <a:ext uri="{FF2B5EF4-FFF2-40B4-BE49-F238E27FC236}">
                <a16:creationId xmlns:a16="http://schemas.microsoft.com/office/drawing/2014/main" id="{082FACE0-60BF-4C75-8163-4BD4DCE7A1D9}"/>
              </a:ext>
            </a:extLst>
          </p:cNvPr>
          <p:cNvSpPr>
            <a:spLocks/>
          </p:cNvSpPr>
          <p:nvPr/>
        </p:nvSpPr>
        <p:spPr>
          <a:xfrm>
            <a:off x="7436545" y="23172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3" name="data_1912">
            <a:extLst>
              <a:ext uri="{FF2B5EF4-FFF2-40B4-BE49-F238E27FC236}">
                <a16:creationId xmlns:a16="http://schemas.microsoft.com/office/drawing/2014/main" id="{0131A820-C2F3-4FD3-8837-CC21DA1AD3AB}"/>
              </a:ext>
            </a:extLst>
          </p:cNvPr>
          <p:cNvSpPr>
            <a:spLocks/>
          </p:cNvSpPr>
          <p:nvPr/>
        </p:nvSpPr>
        <p:spPr>
          <a:xfrm>
            <a:off x="7386289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4" name="data_1913">
            <a:extLst>
              <a:ext uri="{FF2B5EF4-FFF2-40B4-BE49-F238E27FC236}">
                <a16:creationId xmlns:a16="http://schemas.microsoft.com/office/drawing/2014/main" id="{E054CCB2-9D87-4070-8A91-2E8502929127}"/>
              </a:ext>
            </a:extLst>
          </p:cNvPr>
          <p:cNvSpPr>
            <a:spLocks/>
          </p:cNvSpPr>
          <p:nvPr/>
        </p:nvSpPr>
        <p:spPr>
          <a:xfrm>
            <a:off x="7463265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5" name="data_1914">
            <a:extLst>
              <a:ext uri="{FF2B5EF4-FFF2-40B4-BE49-F238E27FC236}">
                <a16:creationId xmlns:a16="http://schemas.microsoft.com/office/drawing/2014/main" id="{78934FAC-37D4-4F6C-A91B-7AB4463DF25F}"/>
              </a:ext>
            </a:extLst>
          </p:cNvPr>
          <p:cNvSpPr>
            <a:spLocks/>
          </p:cNvSpPr>
          <p:nvPr/>
        </p:nvSpPr>
        <p:spPr>
          <a:xfrm>
            <a:off x="734861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6" name="data_1915">
            <a:extLst>
              <a:ext uri="{FF2B5EF4-FFF2-40B4-BE49-F238E27FC236}">
                <a16:creationId xmlns:a16="http://schemas.microsoft.com/office/drawing/2014/main" id="{C98DD89A-657A-4D82-AAE1-7FA7CC2FF5B6}"/>
              </a:ext>
            </a:extLst>
          </p:cNvPr>
          <p:cNvSpPr>
            <a:spLocks/>
          </p:cNvSpPr>
          <p:nvPr/>
        </p:nvSpPr>
        <p:spPr>
          <a:xfrm>
            <a:off x="740708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7" name="data_1916">
            <a:extLst>
              <a:ext uri="{FF2B5EF4-FFF2-40B4-BE49-F238E27FC236}">
                <a16:creationId xmlns:a16="http://schemas.microsoft.com/office/drawing/2014/main" id="{C926D80F-8F16-4193-98D2-D498D3F91207}"/>
              </a:ext>
            </a:extLst>
          </p:cNvPr>
          <p:cNvSpPr>
            <a:spLocks/>
          </p:cNvSpPr>
          <p:nvPr/>
        </p:nvSpPr>
        <p:spPr>
          <a:xfrm>
            <a:off x="7364683" y="18896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8" name="data_1917">
            <a:extLst>
              <a:ext uri="{FF2B5EF4-FFF2-40B4-BE49-F238E27FC236}">
                <a16:creationId xmlns:a16="http://schemas.microsoft.com/office/drawing/2014/main" id="{419F17E2-5C9C-42C5-9FEB-024B84B046A4}"/>
              </a:ext>
            </a:extLst>
          </p:cNvPr>
          <p:cNvSpPr>
            <a:spLocks/>
          </p:cNvSpPr>
          <p:nvPr/>
        </p:nvSpPr>
        <p:spPr>
          <a:xfrm>
            <a:off x="745413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9" name="data_1918">
            <a:extLst>
              <a:ext uri="{FF2B5EF4-FFF2-40B4-BE49-F238E27FC236}">
                <a16:creationId xmlns:a16="http://schemas.microsoft.com/office/drawing/2014/main" id="{817A08FE-188F-469F-9513-A03A8617D842}"/>
              </a:ext>
            </a:extLst>
          </p:cNvPr>
          <p:cNvSpPr>
            <a:spLocks/>
          </p:cNvSpPr>
          <p:nvPr/>
        </p:nvSpPr>
        <p:spPr>
          <a:xfrm>
            <a:off x="738081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0" name="data_1919">
            <a:extLst>
              <a:ext uri="{FF2B5EF4-FFF2-40B4-BE49-F238E27FC236}">
                <a16:creationId xmlns:a16="http://schemas.microsoft.com/office/drawing/2014/main" id="{CEACC0CB-4331-472E-B11D-A1E3021AD7AE}"/>
              </a:ext>
            </a:extLst>
          </p:cNvPr>
          <p:cNvSpPr>
            <a:spLocks/>
          </p:cNvSpPr>
          <p:nvPr/>
        </p:nvSpPr>
        <p:spPr>
          <a:xfrm>
            <a:off x="737254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1" name="data_1920">
            <a:extLst>
              <a:ext uri="{FF2B5EF4-FFF2-40B4-BE49-F238E27FC236}">
                <a16:creationId xmlns:a16="http://schemas.microsoft.com/office/drawing/2014/main" id="{E88740C2-4821-4DD9-82F4-9EC0B37733D7}"/>
              </a:ext>
            </a:extLst>
          </p:cNvPr>
          <p:cNvSpPr>
            <a:spLocks/>
          </p:cNvSpPr>
          <p:nvPr/>
        </p:nvSpPr>
        <p:spPr>
          <a:xfrm>
            <a:off x="7427775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2" name="data_1921">
            <a:extLst>
              <a:ext uri="{FF2B5EF4-FFF2-40B4-BE49-F238E27FC236}">
                <a16:creationId xmlns:a16="http://schemas.microsoft.com/office/drawing/2014/main" id="{688D97E0-5816-42C5-96AC-D0355CEB5E7B}"/>
              </a:ext>
            </a:extLst>
          </p:cNvPr>
          <p:cNvSpPr>
            <a:spLocks/>
          </p:cNvSpPr>
          <p:nvPr/>
        </p:nvSpPr>
        <p:spPr>
          <a:xfrm>
            <a:off x="740047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3" name="data_1922">
            <a:extLst>
              <a:ext uri="{FF2B5EF4-FFF2-40B4-BE49-F238E27FC236}">
                <a16:creationId xmlns:a16="http://schemas.microsoft.com/office/drawing/2014/main" id="{3892DE7A-29EB-4679-B630-07C1E30239D8}"/>
              </a:ext>
            </a:extLst>
          </p:cNvPr>
          <p:cNvSpPr>
            <a:spLocks/>
          </p:cNvSpPr>
          <p:nvPr/>
        </p:nvSpPr>
        <p:spPr>
          <a:xfrm>
            <a:off x="736344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4" name="data_1923">
            <a:extLst>
              <a:ext uri="{FF2B5EF4-FFF2-40B4-BE49-F238E27FC236}">
                <a16:creationId xmlns:a16="http://schemas.microsoft.com/office/drawing/2014/main" id="{DEF6F5C0-21A4-4EA8-B015-450ACEFDDA02}"/>
              </a:ext>
            </a:extLst>
          </p:cNvPr>
          <p:cNvSpPr>
            <a:spLocks/>
          </p:cNvSpPr>
          <p:nvPr/>
        </p:nvSpPr>
        <p:spPr>
          <a:xfrm>
            <a:off x="736451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5" name="data_1924">
            <a:extLst>
              <a:ext uri="{FF2B5EF4-FFF2-40B4-BE49-F238E27FC236}">
                <a16:creationId xmlns:a16="http://schemas.microsoft.com/office/drawing/2014/main" id="{7C4B9F6E-55C1-4845-980B-665C822DDDAE}"/>
              </a:ext>
            </a:extLst>
          </p:cNvPr>
          <p:cNvSpPr>
            <a:spLocks/>
          </p:cNvSpPr>
          <p:nvPr/>
        </p:nvSpPr>
        <p:spPr>
          <a:xfrm>
            <a:off x="738842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6" name="data_1925">
            <a:extLst>
              <a:ext uri="{FF2B5EF4-FFF2-40B4-BE49-F238E27FC236}">
                <a16:creationId xmlns:a16="http://schemas.microsoft.com/office/drawing/2014/main" id="{55422DDF-3650-4D1F-B442-ED5C463C4536}"/>
              </a:ext>
            </a:extLst>
          </p:cNvPr>
          <p:cNvSpPr>
            <a:spLocks/>
          </p:cNvSpPr>
          <p:nvPr/>
        </p:nvSpPr>
        <p:spPr>
          <a:xfrm>
            <a:off x="7412003" y="21053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7" name="data_1926">
            <a:extLst>
              <a:ext uri="{FF2B5EF4-FFF2-40B4-BE49-F238E27FC236}">
                <a16:creationId xmlns:a16="http://schemas.microsoft.com/office/drawing/2014/main" id="{FD66D00C-ECA8-4365-99A9-050C727EC9F2}"/>
              </a:ext>
            </a:extLst>
          </p:cNvPr>
          <p:cNvSpPr>
            <a:spLocks/>
          </p:cNvSpPr>
          <p:nvPr/>
        </p:nvSpPr>
        <p:spPr>
          <a:xfrm>
            <a:off x="737344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8" name="data_1927">
            <a:extLst>
              <a:ext uri="{FF2B5EF4-FFF2-40B4-BE49-F238E27FC236}">
                <a16:creationId xmlns:a16="http://schemas.microsoft.com/office/drawing/2014/main" id="{93168DA9-2B57-49EC-B3A5-DD686139BB24}"/>
              </a:ext>
            </a:extLst>
          </p:cNvPr>
          <p:cNvSpPr>
            <a:spLocks/>
          </p:cNvSpPr>
          <p:nvPr/>
        </p:nvSpPr>
        <p:spPr>
          <a:xfrm>
            <a:off x="7385720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9" name="data_1928">
            <a:extLst>
              <a:ext uri="{FF2B5EF4-FFF2-40B4-BE49-F238E27FC236}">
                <a16:creationId xmlns:a16="http://schemas.microsoft.com/office/drawing/2014/main" id="{5BF48F41-DB1F-4BE6-803A-4B444531AE1B}"/>
              </a:ext>
            </a:extLst>
          </p:cNvPr>
          <p:cNvSpPr>
            <a:spLocks/>
          </p:cNvSpPr>
          <p:nvPr/>
        </p:nvSpPr>
        <p:spPr>
          <a:xfrm>
            <a:off x="736207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0" name="data_1929">
            <a:extLst>
              <a:ext uri="{FF2B5EF4-FFF2-40B4-BE49-F238E27FC236}">
                <a16:creationId xmlns:a16="http://schemas.microsoft.com/office/drawing/2014/main" id="{4C8B30BD-7B60-46C0-B315-96663FD031C8}"/>
              </a:ext>
            </a:extLst>
          </p:cNvPr>
          <p:cNvSpPr>
            <a:spLocks/>
          </p:cNvSpPr>
          <p:nvPr/>
        </p:nvSpPr>
        <p:spPr>
          <a:xfrm>
            <a:off x="741667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1" name="data_1930">
            <a:extLst>
              <a:ext uri="{FF2B5EF4-FFF2-40B4-BE49-F238E27FC236}">
                <a16:creationId xmlns:a16="http://schemas.microsoft.com/office/drawing/2014/main" id="{CC29E029-0AB5-4286-B8A2-D167EF7433BD}"/>
              </a:ext>
            </a:extLst>
          </p:cNvPr>
          <p:cNvSpPr>
            <a:spLocks/>
          </p:cNvSpPr>
          <p:nvPr/>
        </p:nvSpPr>
        <p:spPr>
          <a:xfrm>
            <a:off x="7360575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2" name="data_1931">
            <a:extLst>
              <a:ext uri="{FF2B5EF4-FFF2-40B4-BE49-F238E27FC236}">
                <a16:creationId xmlns:a16="http://schemas.microsoft.com/office/drawing/2014/main" id="{5E1C28DF-EABD-4984-9475-A7AF94848900}"/>
              </a:ext>
            </a:extLst>
          </p:cNvPr>
          <p:cNvSpPr>
            <a:spLocks/>
          </p:cNvSpPr>
          <p:nvPr/>
        </p:nvSpPr>
        <p:spPr>
          <a:xfrm>
            <a:off x="744635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3" name="data_1932">
            <a:extLst>
              <a:ext uri="{FF2B5EF4-FFF2-40B4-BE49-F238E27FC236}">
                <a16:creationId xmlns:a16="http://schemas.microsoft.com/office/drawing/2014/main" id="{3E096A37-4B19-45E9-AB6A-D1C987CC01BF}"/>
              </a:ext>
            </a:extLst>
          </p:cNvPr>
          <p:cNvSpPr>
            <a:spLocks/>
          </p:cNvSpPr>
          <p:nvPr/>
        </p:nvSpPr>
        <p:spPr>
          <a:xfrm>
            <a:off x="740459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4" name="data_1933">
            <a:extLst>
              <a:ext uri="{FF2B5EF4-FFF2-40B4-BE49-F238E27FC236}">
                <a16:creationId xmlns:a16="http://schemas.microsoft.com/office/drawing/2014/main" id="{0FACE021-0B28-4636-A2AF-B1AEBECAB541}"/>
              </a:ext>
            </a:extLst>
          </p:cNvPr>
          <p:cNvSpPr>
            <a:spLocks/>
          </p:cNvSpPr>
          <p:nvPr/>
        </p:nvSpPr>
        <p:spPr>
          <a:xfrm>
            <a:off x="743356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5" name="data_1934">
            <a:extLst>
              <a:ext uri="{FF2B5EF4-FFF2-40B4-BE49-F238E27FC236}">
                <a16:creationId xmlns:a16="http://schemas.microsoft.com/office/drawing/2014/main" id="{68105098-6BC3-4205-AC37-18EB22744047}"/>
              </a:ext>
            </a:extLst>
          </p:cNvPr>
          <p:cNvSpPr>
            <a:spLocks/>
          </p:cNvSpPr>
          <p:nvPr/>
        </p:nvSpPr>
        <p:spPr>
          <a:xfrm>
            <a:off x="741926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6" name="data_1935">
            <a:extLst>
              <a:ext uri="{FF2B5EF4-FFF2-40B4-BE49-F238E27FC236}">
                <a16:creationId xmlns:a16="http://schemas.microsoft.com/office/drawing/2014/main" id="{13749DF1-1EA2-4031-BEA1-0704D034F8DF}"/>
              </a:ext>
            </a:extLst>
          </p:cNvPr>
          <p:cNvSpPr>
            <a:spLocks/>
          </p:cNvSpPr>
          <p:nvPr/>
        </p:nvSpPr>
        <p:spPr>
          <a:xfrm>
            <a:off x="7374101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7" name="data_1936">
            <a:extLst>
              <a:ext uri="{FF2B5EF4-FFF2-40B4-BE49-F238E27FC236}">
                <a16:creationId xmlns:a16="http://schemas.microsoft.com/office/drawing/2014/main" id="{EFF09A35-EDD2-4976-81EC-AC887E26885C}"/>
              </a:ext>
            </a:extLst>
          </p:cNvPr>
          <p:cNvSpPr>
            <a:spLocks/>
          </p:cNvSpPr>
          <p:nvPr/>
        </p:nvSpPr>
        <p:spPr>
          <a:xfrm>
            <a:off x="735012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8" name="data_1937">
            <a:extLst>
              <a:ext uri="{FF2B5EF4-FFF2-40B4-BE49-F238E27FC236}">
                <a16:creationId xmlns:a16="http://schemas.microsoft.com/office/drawing/2014/main" id="{4E6E5E59-54EB-4B5C-8E31-5FED295F2CC7}"/>
              </a:ext>
            </a:extLst>
          </p:cNvPr>
          <p:cNvSpPr>
            <a:spLocks/>
          </p:cNvSpPr>
          <p:nvPr/>
        </p:nvSpPr>
        <p:spPr>
          <a:xfrm>
            <a:off x="739129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9" name="data_1938">
            <a:extLst>
              <a:ext uri="{FF2B5EF4-FFF2-40B4-BE49-F238E27FC236}">
                <a16:creationId xmlns:a16="http://schemas.microsoft.com/office/drawing/2014/main" id="{0DFC4308-69C9-444F-A203-03A9F781EE0C}"/>
              </a:ext>
            </a:extLst>
          </p:cNvPr>
          <p:cNvSpPr>
            <a:spLocks/>
          </p:cNvSpPr>
          <p:nvPr/>
        </p:nvSpPr>
        <p:spPr>
          <a:xfrm>
            <a:off x="7449570" y="21754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0" name="data_1939">
            <a:extLst>
              <a:ext uri="{FF2B5EF4-FFF2-40B4-BE49-F238E27FC236}">
                <a16:creationId xmlns:a16="http://schemas.microsoft.com/office/drawing/2014/main" id="{30F96D19-6850-4018-A94A-9991586817B9}"/>
              </a:ext>
            </a:extLst>
          </p:cNvPr>
          <p:cNvSpPr>
            <a:spLocks/>
          </p:cNvSpPr>
          <p:nvPr/>
        </p:nvSpPr>
        <p:spPr>
          <a:xfrm>
            <a:off x="734866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1" name="data_1940">
            <a:extLst>
              <a:ext uri="{FF2B5EF4-FFF2-40B4-BE49-F238E27FC236}">
                <a16:creationId xmlns:a16="http://schemas.microsoft.com/office/drawing/2014/main" id="{837D8134-201E-4334-9967-90EEC69F9624}"/>
              </a:ext>
            </a:extLst>
          </p:cNvPr>
          <p:cNvSpPr>
            <a:spLocks/>
          </p:cNvSpPr>
          <p:nvPr/>
        </p:nvSpPr>
        <p:spPr>
          <a:xfrm>
            <a:off x="7457558" y="20468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2" name="data_1941">
            <a:extLst>
              <a:ext uri="{FF2B5EF4-FFF2-40B4-BE49-F238E27FC236}">
                <a16:creationId xmlns:a16="http://schemas.microsoft.com/office/drawing/2014/main" id="{FDCA0A17-4E77-49A4-A301-2D6A97210A39}"/>
              </a:ext>
            </a:extLst>
          </p:cNvPr>
          <p:cNvSpPr>
            <a:spLocks/>
          </p:cNvSpPr>
          <p:nvPr/>
        </p:nvSpPr>
        <p:spPr>
          <a:xfrm>
            <a:off x="74485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3" name="data_1942">
            <a:extLst>
              <a:ext uri="{FF2B5EF4-FFF2-40B4-BE49-F238E27FC236}">
                <a16:creationId xmlns:a16="http://schemas.microsoft.com/office/drawing/2014/main" id="{8E9CAD30-BE5B-4840-A7BB-31072DEC5CD1}"/>
              </a:ext>
            </a:extLst>
          </p:cNvPr>
          <p:cNvSpPr>
            <a:spLocks/>
          </p:cNvSpPr>
          <p:nvPr/>
        </p:nvSpPr>
        <p:spPr>
          <a:xfrm>
            <a:off x="742126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4" name="data_1943">
            <a:extLst>
              <a:ext uri="{FF2B5EF4-FFF2-40B4-BE49-F238E27FC236}">
                <a16:creationId xmlns:a16="http://schemas.microsoft.com/office/drawing/2014/main" id="{591168BD-F46A-46BA-A443-9A1EF402A5DC}"/>
              </a:ext>
            </a:extLst>
          </p:cNvPr>
          <p:cNvSpPr>
            <a:spLocks/>
          </p:cNvSpPr>
          <p:nvPr/>
        </p:nvSpPr>
        <p:spPr>
          <a:xfrm>
            <a:off x="744636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5" name="data_1944">
            <a:extLst>
              <a:ext uri="{FF2B5EF4-FFF2-40B4-BE49-F238E27FC236}">
                <a16:creationId xmlns:a16="http://schemas.microsoft.com/office/drawing/2014/main" id="{59CF3C5E-E62A-45F2-B94F-17544573A011}"/>
              </a:ext>
            </a:extLst>
          </p:cNvPr>
          <p:cNvSpPr>
            <a:spLocks/>
          </p:cNvSpPr>
          <p:nvPr/>
        </p:nvSpPr>
        <p:spPr>
          <a:xfrm>
            <a:off x="744659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6" name="data_1945">
            <a:extLst>
              <a:ext uri="{FF2B5EF4-FFF2-40B4-BE49-F238E27FC236}">
                <a16:creationId xmlns:a16="http://schemas.microsoft.com/office/drawing/2014/main" id="{AB4C745A-EEC3-41A7-9762-60B9D481D0AF}"/>
              </a:ext>
            </a:extLst>
          </p:cNvPr>
          <p:cNvSpPr>
            <a:spLocks/>
          </p:cNvSpPr>
          <p:nvPr/>
        </p:nvSpPr>
        <p:spPr>
          <a:xfrm>
            <a:off x="738866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7" name="data_1946">
            <a:extLst>
              <a:ext uri="{FF2B5EF4-FFF2-40B4-BE49-F238E27FC236}">
                <a16:creationId xmlns:a16="http://schemas.microsoft.com/office/drawing/2014/main" id="{5F9B0BBC-7288-4477-9E73-23814D4814D4}"/>
              </a:ext>
            </a:extLst>
          </p:cNvPr>
          <p:cNvSpPr>
            <a:spLocks/>
          </p:cNvSpPr>
          <p:nvPr/>
        </p:nvSpPr>
        <p:spPr>
          <a:xfrm>
            <a:off x="7399155" y="22236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8" name="data_1947">
            <a:extLst>
              <a:ext uri="{FF2B5EF4-FFF2-40B4-BE49-F238E27FC236}">
                <a16:creationId xmlns:a16="http://schemas.microsoft.com/office/drawing/2014/main" id="{9B564D8A-6FF2-4FF5-AA99-3168954C13CB}"/>
              </a:ext>
            </a:extLst>
          </p:cNvPr>
          <p:cNvSpPr>
            <a:spLocks/>
          </p:cNvSpPr>
          <p:nvPr/>
        </p:nvSpPr>
        <p:spPr>
          <a:xfrm>
            <a:off x="740825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9" name="data_1948">
            <a:extLst>
              <a:ext uri="{FF2B5EF4-FFF2-40B4-BE49-F238E27FC236}">
                <a16:creationId xmlns:a16="http://schemas.microsoft.com/office/drawing/2014/main" id="{5A080828-E3F4-4D7A-B023-4ABE0784FE24}"/>
              </a:ext>
            </a:extLst>
          </p:cNvPr>
          <p:cNvSpPr>
            <a:spLocks/>
          </p:cNvSpPr>
          <p:nvPr/>
        </p:nvSpPr>
        <p:spPr>
          <a:xfrm>
            <a:off x="743293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0" name="data_1949">
            <a:extLst>
              <a:ext uri="{FF2B5EF4-FFF2-40B4-BE49-F238E27FC236}">
                <a16:creationId xmlns:a16="http://schemas.microsoft.com/office/drawing/2014/main" id="{EEAC7D44-0017-421D-8594-35A69FE20086}"/>
              </a:ext>
            </a:extLst>
          </p:cNvPr>
          <p:cNvSpPr>
            <a:spLocks/>
          </p:cNvSpPr>
          <p:nvPr/>
        </p:nvSpPr>
        <p:spPr>
          <a:xfrm>
            <a:off x="746286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1" name="data_1950">
            <a:extLst>
              <a:ext uri="{FF2B5EF4-FFF2-40B4-BE49-F238E27FC236}">
                <a16:creationId xmlns:a16="http://schemas.microsoft.com/office/drawing/2014/main" id="{96EADAB5-BC76-42DD-A3DF-B65448CB6A24}"/>
              </a:ext>
            </a:extLst>
          </p:cNvPr>
          <p:cNvSpPr>
            <a:spLocks/>
          </p:cNvSpPr>
          <p:nvPr/>
        </p:nvSpPr>
        <p:spPr>
          <a:xfrm>
            <a:off x="7418455" y="24620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2" name="data_1951">
            <a:extLst>
              <a:ext uri="{FF2B5EF4-FFF2-40B4-BE49-F238E27FC236}">
                <a16:creationId xmlns:a16="http://schemas.microsoft.com/office/drawing/2014/main" id="{3C9A30F2-D92A-4BAE-89EE-84A9A9023910}"/>
              </a:ext>
            </a:extLst>
          </p:cNvPr>
          <p:cNvSpPr>
            <a:spLocks/>
          </p:cNvSpPr>
          <p:nvPr/>
        </p:nvSpPr>
        <p:spPr>
          <a:xfrm>
            <a:off x="7416970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3" name="data_1952">
            <a:extLst>
              <a:ext uri="{FF2B5EF4-FFF2-40B4-BE49-F238E27FC236}">
                <a16:creationId xmlns:a16="http://schemas.microsoft.com/office/drawing/2014/main" id="{223FF20D-2A52-4ADF-9CDD-50D6FF1A7D3A}"/>
              </a:ext>
            </a:extLst>
          </p:cNvPr>
          <p:cNvSpPr>
            <a:spLocks/>
          </p:cNvSpPr>
          <p:nvPr/>
        </p:nvSpPr>
        <p:spPr>
          <a:xfrm>
            <a:off x="743279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4" name="data_1953">
            <a:extLst>
              <a:ext uri="{FF2B5EF4-FFF2-40B4-BE49-F238E27FC236}">
                <a16:creationId xmlns:a16="http://schemas.microsoft.com/office/drawing/2014/main" id="{42D5040E-A901-462C-9CA3-F1884F4B858B}"/>
              </a:ext>
            </a:extLst>
          </p:cNvPr>
          <p:cNvSpPr>
            <a:spLocks/>
          </p:cNvSpPr>
          <p:nvPr/>
        </p:nvSpPr>
        <p:spPr>
          <a:xfrm>
            <a:off x="7403847" y="18110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5" name="data_1954">
            <a:extLst>
              <a:ext uri="{FF2B5EF4-FFF2-40B4-BE49-F238E27FC236}">
                <a16:creationId xmlns:a16="http://schemas.microsoft.com/office/drawing/2014/main" id="{8A74A29A-3F14-4273-8019-774521099EBD}"/>
              </a:ext>
            </a:extLst>
          </p:cNvPr>
          <p:cNvSpPr>
            <a:spLocks/>
          </p:cNvSpPr>
          <p:nvPr/>
        </p:nvSpPr>
        <p:spPr>
          <a:xfrm>
            <a:off x="7350468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6" name="data_1955">
            <a:extLst>
              <a:ext uri="{FF2B5EF4-FFF2-40B4-BE49-F238E27FC236}">
                <a16:creationId xmlns:a16="http://schemas.microsoft.com/office/drawing/2014/main" id="{D4467D3A-41E9-4F07-896E-6B28792D5E2C}"/>
              </a:ext>
            </a:extLst>
          </p:cNvPr>
          <p:cNvSpPr>
            <a:spLocks/>
          </p:cNvSpPr>
          <p:nvPr/>
        </p:nvSpPr>
        <p:spPr>
          <a:xfrm>
            <a:off x="744854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7" name="data_1956">
            <a:extLst>
              <a:ext uri="{FF2B5EF4-FFF2-40B4-BE49-F238E27FC236}">
                <a16:creationId xmlns:a16="http://schemas.microsoft.com/office/drawing/2014/main" id="{93E5069B-5E98-4D3C-B3BB-E64EEDEB9547}"/>
              </a:ext>
            </a:extLst>
          </p:cNvPr>
          <p:cNvSpPr>
            <a:spLocks/>
          </p:cNvSpPr>
          <p:nvPr/>
        </p:nvSpPr>
        <p:spPr>
          <a:xfrm>
            <a:off x="741874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8" name="data_1957">
            <a:extLst>
              <a:ext uri="{FF2B5EF4-FFF2-40B4-BE49-F238E27FC236}">
                <a16:creationId xmlns:a16="http://schemas.microsoft.com/office/drawing/2014/main" id="{7E666EEE-5ACE-4062-AC52-20DF8F51417D}"/>
              </a:ext>
            </a:extLst>
          </p:cNvPr>
          <p:cNvSpPr>
            <a:spLocks/>
          </p:cNvSpPr>
          <p:nvPr/>
        </p:nvSpPr>
        <p:spPr>
          <a:xfrm>
            <a:off x="7369733" y="26362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9" name="data_1958">
            <a:extLst>
              <a:ext uri="{FF2B5EF4-FFF2-40B4-BE49-F238E27FC236}">
                <a16:creationId xmlns:a16="http://schemas.microsoft.com/office/drawing/2014/main" id="{3DEBFC3E-CCFA-42E3-A03B-D65DD25CC4B7}"/>
              </a:ext>
            </a:extLst>
          </p:cNvPr>
          <p:cNvSpPr>
            <a:spLocks/>
          </p:cNvSpPr>
          <p:nvPr/>
        </p:nvSpPr>
        <p:spPr>
          <a:xfrm>
            <a:off x="746572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0" name="data_1959">
            <a:extLst>
              <a:ext uri="{FF2B5EF4-FFF2-40B4-BE49-F238E27FC236}">
                <a16:creationId xmlns:a16="http://schemas.microsoft.com/office/drawing/2014/main" id="{335221D3-2E32-4DD1-851C-8B24D3560B46}"/>
              </a:ext>
            </a:extLst>
          </p:cNvPr>
          <p:cNvSpPr>
            <a:spLocks/>
          </p:cNvSpPr>
          <p:nvPr/>
        </p:nvSpPr>
        <p:spPr>
          <a:xfrm>
            <a:off x="7388288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1" name="data_1960">
            <a:extLst>
              <a:ext uri="{FF2B5EF4-FFF2-40B4-BE49-F238E27FC236}">
                <a16:creationId xmlns:a16="http://schemas.microsoft.com/office/drawing/2014/main" id="{3D6CD8FB-7628-4A46-A609-113201E76EC6}"/>
              </a:ext>
            </a:extLst>
          </p:cNvPr>
          <p:cNvSpPr>
            <a:spLocks/>
          </p:cNvSpPr>
          <p:nvPr/>
        </p:nvSpPr>
        <p:spPr>
          <a:xfrm>
            <a:off x="745712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2" name="data_1961">
            <a:extLst>
              <a:ext uri="{FF2B5EF4-FFF2-40B4-BE49-F238E27FC236}">
                <a16:creationId xmlns:a16="http://schemas.microsoft.com/office/drawing/2014/main" id="{52D09358-F577-4530-9177-6DECE3603398}"/>
              </a:ext>
            </a:extLst>
          </p:cNvPr>
          <p:cNvSpPr>
            <a:spLocks/>
          </p:cNvSpPr>
          <p:nvPr/>
        </p:nvSpPr>
        <p:spPr>
          <a:xfrm>
            <a:off x="735724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3" name="data_1962">
            <a:extLst>
              <a:ext uri="{FF2B5EF4-FFF2-40B4-BE49-F238E27FC236}">
                <a16:creationId xmlns:a16="http://schemas.microsoft.com/office/drawing/2014/main" id="{A17B2A5B-E662-42DA-9C6C-C5498E8DD9E8}"/>
              </a:ext>
            </a:extLst>
          </p:cNvPr>
          <p:cNvSpPr>
            <a:spLocks/>
          </p:cNvSpPr>
          <p:nvPr/>
        </p:nvSpPr>
        <p:spPr>
          <a:xfrm>
            <a:off x="7466284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4" name="data_1963">
            <a:extLst>
              <a:ext uri="{FF2B5EF4-FFF2-40B4-BE49-F238E27FC236}">
                <a16:creationId xmlns:a16="http://schemas.microsoft.com/office/drawing/2014/main" id="{7238A2D7-586F-4EEC-8707-49BEFF994F40}"/>
              </a:ext>
            </a:extLst>
          </p:cNvPr>
          <p:cNvSpPr>
            <a:spLocks/>
          </p:cNvSpPr>
          <p:nvPr/>
        </p:nvSpPr>
        <p:spPr>
          <a:xfrm>
            <a:off x="746413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5" name="data_1964">
            <a:extLst>
              <a:ext uri="{FF2B5EF4-FFF2-40B4-BE49-F238E27FC236}">
                <a16:creationId xmlns:a16="http://schemas.microsoft.com/office/drawing/2014/main" id="{ED81A1F3-B533-4C3C-8E38-84553702D308}"/>
              </a:ext>
            </a:extLst>
          </p:cNvPr>
          <p:cNvSpPr>
            <a:spLocks/>
          </p:cNvSpPr>
          <p:nvPr/>
        </p:nvSpPr>
        <p:spPr>
          <a:xfrm>
            <a:off x="7437098" y="29562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6" name="data_1965">
            <a:extLst>
              <a:ext uri="{FF2B5EF4-FFF2-40B4-BE49-F238E27FC236}">
                <a16:creationId xmlns:a16="http://schemas.microsoft.com/office/drawing/2014/main" id="{04B32DD2-8B28-4981-B923-B5CD442305A6}"/>
              </a:ext>
            </a:extLst>
          </p:cNvPr>
          <p:cNvSpPr>
            <a:spLocks/>
          </p:cNvSpPr>
          <p:nvPr/>
        </p:nvSpPr>
        <p:spPr>
          <a:xfrm>
            <a:off x="7407720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7" name="data_1966">
            <a:extLst>
              <a:ext uri="{FF2B5EF4-FFF2-40B4-BE49-F238E27FC236}">
                <a16:creationId xmlns:a16="http://schemas.microsoft.com/office/drawing/2014/main" id="{BC6D88DE-FB3B-49DB-8562-DB2BD93FB3E0}"/>
              </a:ext>
            </a:extLst>
          </p:cNvPr>
          <p:cNvSpPr>
            <a:spLocks/>
          </p:cNvSpPr>
          <p:nvPr/>
        </p:nvSpPr>
        <p:spPr>
          <a:xfrm>
            <a:off x="7373378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8" name="data_1967">
            <a:extLst>
              <a:ext uri="{FF2B5EF4-FFF2-40B4-BE49-F238E27FC236}">
                <a16:creationId xmlns:a16="http://schemas.microsoft.com/office/drawing/2014/main" id="{4B6E2468-63BE-4784-A930-B00327836DA2}"/>
              </a:ext>
            </a:extLst>
          </p:cNvPr>
          <p:cNvSpPr>
            <a:spLocks/>
          </p:cNvSpPr>
          <p:nvPr/>
        </p:nvSpPr>
        <p:spPr>
          <a:xfrm>
            <a:off x="744274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9" name="data_1968">
            <a:extLst>
              <a:ext uri="{FF2B5EF4-FFF2-40B4-BE49-F238E27FC236}">
                <a16:creationId xmlns:a16="http://schemas.microsoft.com/office/drawing/2014/main" id="{64120387-A0CE-4A17-93D3-BD7474BD59B9}"/>
              </a:ext>
            </a:extLst>
          </p:cNvPr>
          <p:cNvSpPr>
            <a:spLocks/>
          </p:cNvSpPr>
          <p:nvPr/>
        </p:nvSpPr>
        <p:spPr>
          <a:xfrm>
            <a:off x="7461491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0" name="data_1969">
            <a:extLst>
              <a:ext uri="{FF2B5EF4-FFF2-40B4-BE49-F238E27FC236}">
                <a16:creationId xmlns:a16="http://schemas.microsoft.com/office/drawing/2014/main" id="{8FF1A7D9-21F4-48FF-B9F7-5D869BAE2F17}"/>
              </a:ext>
            </a:extLst>
          </p:cNvPr>
          <p:cNvSpPr>
            <a:spLocks/>
          </p:cNvSpPr>
          <p:nvPr/>
        </p:nvSpPr>
        <p:spPr>
          <a:xfrm>
            <a:off x="7373697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1" name="data_1970">
            <a:extLst>
              <a:ext uri="{FF2B5EF4-FFF2-40B4-BE49-F238E27FC236}">
                <a16:creationId xmlns:a16="http://schemas.microsoft.com/office/drawing/2014/main" id="{D0ECC022-E17F-4BD5-BDBB-D74FB82E9FC4}"/>
              </a:ext>
            </a:extLst>
          </p:cNvPr>
          <p:cNvSpPr>
            <a:spLocks/>
          </p:cNvSpPr>
          <p:nvPr/>
        </p:nvSpPr>
        <p:spPr>
          <a:xfrm>
            <a:off x="7363915" y="28373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2" name="data_1971">
            <a:extLst>
              <a:ext uri="{FF2B5EF4-FFF2-40B4-BE49-F238E27FC236}">
                <a16:creationId xmlns:a16="http://schemas.microsoft.com/office/drawing/2014/main" id="{E342A44D-2764-46B2-9EEF-4BDBFF4B5A7F}"/>
              </a:ext>
            </a:extLst>
          </p:cNvPr>
          <p:cNvSpPr>
            <a:spLocks/>
          </p:cNvSpPr>
          <p:nvPr/>
        </p:nvSpPr>
        <p:spPr>
          <a:xfrm>
            <a:off x="743408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3" name="data_1972">
            <a:extLst>
              <a:ext uri="{FF2B5EF4-FFF2-40B4-BE49-F238E27FC236}">
                <a16:creationId xmlns:a16="http://schemas.microsoft.com/office/drawing/2014/main" id="{B3A8FEC3-ECC8-4AD5-9511-B8885FF6AE3B}"/>
              </a:ext>
            </a:extLst>
          </p:cNvPr>
          <p:cNvSpPr>
            <a:spLocks/>
          </p:cNvSpPr>
          <p:nvPr/>
        </p:nvSpPr>
        <p:spPr>
          <a:xfrm>
            <a:off x="7348524" y="2114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4" name="data_1973">
            <a:extLst>
              <a:ext uri="{FF2B5EF4-FFF2-40B4-BE49-F238E27FC236}">
                <a16:creationId xmlns:a16="http://schemas.microsoft.com/office/drawing/2014/main" id="{D4DB4D94-C8A1-4AD4-869C-CE89A4638E4C}"/>
              </a:ext>
            </a:extLst>
          </p:cNvPr>
          <p:cNvSpPr>
            <a:spLocks/>
          </p:cNvSpPr>
          <p:nvPr/>
        </p:nvSpPr>
        <p:spPr>
          <a:xfrm>
            <a:off x="738727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5" name="data_1974">
            <a:extLst>
              <a:ext uri="{FF2B5EF4-FFF2-40B4-BE49-F238E27FC236}">
                <a16:creationId xmlns:a16="http://schemas.microsoft.com/office/drawing/2014/main" id="{1BAF045D-08DF-4B4A-A5CB-0BB80323A09E}"/>
              </a:ext>
            </a:extLst>
          </p:cNvPr>
          <p:cNvSpPr>
            <a:spLocks/>
          </p:cNvSpPr>
          <p:nvPr/>
        </p:nvSpPr>
        <p:spPr>
          <a:xfrm>
            <a:off x="738753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6" name="data_1975">
            <a:extLst>
              <a:ext uri="{FF2B5EF4-FFF2-40B4-BE49-F238E27FC236}">
                <a16:creationId xmlns:a16="http://schemas.microsoft.com/office/drawing/2014/main" id="{10436CE9-7F22-45B1-AFD3-7EBC57299919}"/>
              </a:ext>
            </a:extLst>
          </p:cNvPr>
          <p:cNvSpPr>
            <a:spLocks/>
          </p:cNvSpPr>
          <p:nvPr/>
        </p:nvSpPr>
        <p:spPr>
          <a:xfrm>
            <a:off x="74212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7" name="data_1976">
            <a:extLst>
              <a:ext uri="{FF2B5EF4-FFF2-40B4-BE49-F238E27FC236}">
                <a16:creationId xmlns:a16="http://schemas.microsoft.com/office/drawing/2014/main" id="{435A1C9C-E53D-45CB-94F0-4809F4B9CB65}"/>
              </a:ext>
            </a:extLst>
          </p:cNvPr>
          <p:cNvSpPr>
            <a:spLocks/>
          </p:cNvSpPr>
          <p:nvPr/>
        </p:nvSpPr>
        <p:spPr>
          <a:xfrm>
            <a:off x="743815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8" name="data_1977">
            <a:extLst>
              <a:ext uri="{FF2B5EF4-FFF2-40B4-BE49-F238E27FC236}">
                <a16:creationId xmlns:a16="http://schemas.microsoft.com/office/drawing/2014/main" id="{01654ADF-3348-4C6D-B702-7EF4842A9166}"/>
              </a:ext>
            </a:extLst>
          </p:cNvPr>
          <p:cNvSpPr>
            <a:spLocks/>
          </p:cNvSpPr>
          <p:nvPr/>
        </p:nvSpPr>
        <p:spPr>
          <a:xfrm>
            <a:off x="7437189" y="19458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9" name="data_1978">
            <a:extLst>
              <a:ext uri="{FF2B5EF4-FFF2-40B4-BE49-F238E27FC236}">
                <a16:creationId xmlns:a16="http://schemas.microsoft.com/office/drawing/2014/main" id="{9988CF2E-9FAF-4505-BCAF-10B38E42E9FA}"/>
              </a:ext>
            </a:extLst>
          </p:cNvPr>
          <p:cNvSpPr>
            <a:spLocks/>
          </p:cNvSpPr>
          <p:nvPr/>
        </p:nvSpPr>
        <p:spPr>
          <a:xfrm>
            <a:off x="7435923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0" name="data_1979">
            <a:extLst>
              <a:ext uri="{FF2B5EF4-FFF2-40B4-BE49-F238E27FC236}">
                <a16:creationId xmlns:a16="http://schemas.microsoft.com/office/drawing/2014/main" id="{3268A178-19DD-4116-96DF-381CFB230C94}"/>
              </a:ext>
            </a:extLst>
          </p:cNvPr>
          <p:cNvSpPr>
            <a:spLocks/>
          </p:cNvSpPr>
          <p:nvPr/>
        </p:nvSpPr>
        <p:spPr>
          <a:xfrm>
            <a:off x="736919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1" name="data_1980">
            <a:extLst>
              <a:ext uri="{FF2B5EF4-FFF2-40B4-BE49-F238E27FC236}">
                <a16:creationId xmlns:a16="http://schemas.microsoft.com/office/drawing/2014/main" id="{1E98478D-B606-4C36-90AE-0F65E6E89F04}"/>
              </a:ext>
            </a:extLst>
          </p:cNvPr>
          <p:cNvSpPr>
            <a:spLocks/>
          </p:cNvSpPr>
          <p:nvPr/>
        </p:nvSpPr>
        <p:spPr>
          <a:xfrm>
            <a:off x="7398222" y="2245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2" name="data_1981">
            <a:extLst>
              <a:ext uri="{FF2B5EF4-FFF2-40B4-BE49-F238E27FC236}">
                <a16:creationId xmlns:a16="http://schemas.microsoft.com/office/drawing/2014/main" id="{8F0D7E75-38EA-4EDC-B6ED-BF3EECA0481C}"/>
              </a:ext>
            </a:extLst>
          </p:cNvPr>
          <p:cNvSpPr>
            <a:spLocks/>
          </p:cNvSpPr>
          <p:nvPr/>
        </p:nvSpPr>
        <p:spPr>
          <a:xfrm>
            <a:off x="737764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3" name="data_1982">
            <a:extLst>
              <a:ext uri="{FF2B5EF4-FFF2-40B4-BE49-F238E27FC236}">
                <a16:creationId xmlns:a16="http://schemas.microsoft.com/office/drawing/2014/main" id="{5DD30ED6-27E5-45C0-AB95-D3ED1170C1DE}"/>
              </a:ext>
            </a:extLst>
          </p:cNvPr>
          <p:cNvSpPr>
            <a:spLocks/>
          </p:cNvSpPr>
          <p:nvPr/>
        </p:nvSpPr>
        <p:spPr>
          <a:xfrm>
            <a:off x="739553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4" name="data_1983">
            <a:extLst>
              <a:ext uri="{FF2B5EF4-FFF2-40B4-BE49-F238E27FC236}">
                <a16:creationId xmlns:a16="http://schemas.microsoft.com/office/drawing/2014/main" id="{45E37ABD-BEBB-44BF-A5CE-8A090231A6B1}"/>
              </a:ext>
            </a:extLst>
          </p:cNvPr>
          <p:cNvSpPr>
            <a:spLocks/>
          </p:cNvSpPr>
          <p:nvPr/>
        </p:nvSpPr>
        <p:spPr>
          <a:xfrm>
            <a:off x="76921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5" name="data_1984">
            <a:extLst>
              <a:ext uri="{FF2B5EF4-FFF2-40B4-BE49-F238E27FC236}">
                <a16:creationId xmlns:a16="http://schemas.microsoft.com/office/drawing/2014/main" id="{A5A78986-FAB4-442B-8994-FCF94D0965D3}"/>
              </a:ext>
            </a:extLst>
          </p:cNvPr>
          <p:cNvSpPr>
            <a:spLocks/>
          </p:cNvSpPr>
          <p:nvPr/>
        </p:nvSpPr>
        <p:spPr>
          <a:xfrm>
            <a:off x="769210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6" name="data_1985">
            <a:extLst>
              <a:ext uri="{FF2B5EF4-FFF2-40B4-BE49-F238E27FC236}">
                <a16:creationId xmlns:a16="http://schemas.microsoft.com/office/drawing/2014/main" id="{98BDF5F6-B138-4A5E-A4C0-6C371CB56801}"/>
              </a:ext>
            </a:extLst>
          </p:cNvPr>
          <p:cNvSpPr>
            <a:spLocks/>
          </p:cNvSpPr>
          <p:nvPr/>
        </p:nvSpPr>
        <p:spPr>
          <a:xfrm>
            <a:off x="768566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7" name="data_1986">
            <a:extLst>
              <a:ext uri="{FF2B5EF4-FFF2-40B4-BE49-F238E27FC236}">
                <a16:creationId xmlns:a16="http://schemas.microsoft.com/office/drawing/2014/main" id="{9F528D32-5C91-433F-ACBF-3084AB53DBF3}"/>
              </a:ext>
            </a:extLst>
          </p:cNvPr>
          <p:cNvSpPr>
            <a:spLocks/>
          </p:cNvSpPr>
          <p:nvPr/>
        </p:nvSpPr>
        <p:spPr>
          <a:xfrm>
            <a:off x="7697557" y="32088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8" name="data_1987">
            <a:extLst>
              <a:ext uri="{FF2B5EF4-FFF2-40B4-BE49-F238E27FC236}">
                <a16:creationId xmlns:a16="http://schemas.microsoft.com/office/drawing/2014/main" id="{654AD4CA-D997-4355-8184-8F6173A0CBAD}"/>
              </a:ext>
            </a:extLst>
          </p:cNvPr>
          <p:cNvSpPr>
            <a:spLocks/>
          </p:cNvSpPr>
          <p:nvPr/>
        </p:nvSpPr>
        <p:spPr>
          <a:xfrm>
            <a:off x="7646365" y="19652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9" name="data_1988">
            <a:extLst>
              <a:ext uri="{FF2B5EF4-FFF2-40B4-BE49-F238E27FC236}">
                <a16:creationId xmlns:a16="http://schemas.microsoft.com/office/drawing/2014/main" id="{86524573-5A75-4DE9-992D-6F3197E5C639}"/>
              </a:ext>
            </a:extLst>
          </p:cNvPr>
          <p:cNvSpPr>
            <a:spLocks/>
          </p:cNvSpPr>
          <p:nvPr/>
        </p:nvSpPr>
        <p:spPr>
          <a:xfrm>
            <a:off x="77090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0" name="data_1989">
            <a:extLst>
              <a:ext uri="{FF2B5EF4-FFF2-40B4-BE49-F238E27FC236}">
                <a16:creationId xmlns:a16="http://schemas.microsoft.com/office/drawing/2014/main" id="{2B0E1AA9-8FA3-48FB-8A35-B0B149CFFD32}"/>
              </a:ext>
            </a:extLst>
          </p:cNvPr>
          <p:cNvSpPr>
            <a:spLocks/>
          </p:cNvSpPr>
          <p:nvPr/>
        </p:nvSpPr>
        <p:spPr>
          <a:xfrm>
            <a:off x="766624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1" name="data_1990">
            <a:extLst>
              <a:ext uri="{FF2B5EF4-FFF2-40B4-BE49-F238E27FC236}">
                <a16:creationId xmlns:a16="http://schemas.microsoft.com/office/drawing/2014/main" id="{C3D1EE0B-2A6E-4A5B-AA98-9FBB3C66ADD3}"/>
              </a:ext>
            </a:extLst>
          </p:cNvPr>
          <p:cNvSpPr>
            <a:spLocks/>
          </p:cNvSpPr>
          <p:nvPr/>
        </p:nvSpPr>
        <p:spPr>
          <a:xfrm>
            <a:off x="761026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2" name="data_1991">
            <a:extLst>
              <a:ext uri="{FF2B5EF4-FFF2-40B4-BE49-F238E27FC236}">
                <a16:creationId xmlns:a16="http://schemas.microsoft.com/office/drawing/2014/main" id="{01197D99-ED36-46AC-8E58-EE61C51EFE3A}"/>
              </a:ext>
            </a:extLst>
          </p:cNvPr>
          <p:cNvSpPr>
            <a:spLocks/>
          </p:cNvSpPr>
          <p:nvPr/>
        </p:nvSpPr>
        <p:spPr>
          <a:xfrm>
            <a:off x="7599745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3" name="data_1992">
            <a:extLst>
              <a:ext uri="{FF2B5EF4-FFF2-40B4-BE49-F238E27FC236}">
                <a16:creationId xmlns:a16="http://schemas.microsoft.com/office/drawing/2014/main" id="{20AB50FF-5013-4486-B9C5-2C4D97B3C821}"/>
              </a:ext>
            </a:extLst>
          </p:cNvPr>
          <p:cNvSpPr>
            <a:spLocks/>
          </p:cNvSpPr>
          <p:nvPr/>
        </p:nvSpPr>
        <p:spPr>
          <a:xfrm>
            <a:off x="769382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4" name="data_1993">
            <a:extLst>
              <a:ext uri="{FF2B5EF4-FFF2-40B4-BE49-F238E27FC236}">
                <a16:creationId xmlns:a16="http://schemas.microsoft.com/office/drawing/2014/main" id="{457DEE02-43EB-47C6-8290-8699FF12BBF3}"/>
              </a:ext>
            </a:extLst>
          </p:cNvPr>
          <p:cNvSpPr>
            <a:spLocks/>
          </p:cNvSpPr>
          <p:nvPr/>
        </p:nvSpPr>
        <p:spPr>
          <a:xfrm>
            <a:off x="7665448" y="253889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5" name="data_1994">
            <a:extLst>
              <a:ext uri="{FF2B5EF4-FFF2-40B4-BE49-F238E27FC236}">
                <a16:creationId xmlns:a16="http://schemas.microsoft.com/office/drawing/2014/main" id="{7F4E8512-21AD-4916-99C6-007761C60181}"/>
              </a:ext>
            </a:extLst>
          </p:cNvPr>
          <p:cNvSpPr>
            <a:spLocks/>
          </p:cNvSpPr>
          <p:nvPr/>
        </p:nvSpPr>
        <p:spPr>
          <a:xfrm>
            <a:off x="762786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6" name="data_1995">
            <a:extLst>
              <a:ext uri="{FF2B5EF4-FFF2-40B4-BE49-F238E27FC236}">
                <a16:creationId xmlns:a16="http://schemas.microsoft.com/office/drawing/2014/main" id="{C644BC9F-94C5-473A-9432-DF0DB56BA6E7}"/>
              </a:ext>
            </a:extLst>
          </p:cNvPr>
          <p:cNvSpPr>
            <a:spLocks/>
          </p:cNvSpPr>
          <p:nvPr/>
        </p:nvSpPr>
        <p:spPr>
          <a:xfrm>
            <a:off x="766226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7" name="data_1996">
            <a:extLst>
              <a:ext uri="{FF2B5EF4-FFF2-40B4-BE49-F238E27FC236}">
                <a16:creationId xmlns:a16="http://schemas.microsoft.com/office/drawing/2014/main" id="{A22C4ECA-34F7-443F-A065-3C1F03002974}"/>
              </a:ext>
            </a:extLst>
          </p:cNvPr>
          <p:cNvSpPr>
            <a:spLocks/>
          </p:cNvSpPr>
          <p:nvPr/>
        </p:nvSpPr>
        <p:spPr>
          <a:xfrm>
            <a:off x="7667120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8" name="data_1997">
            <a:extLst>
              <a:ext uri="{FF2B5EF4-FFF2-40B4-BE49-F238E27FC236}">
                <a16:creationId xmlns:a16="http://schemas.microsoft.com/office/drawing/2014/main" id="{7DA89F5A-21B1-4130-9361-BC336BA45140}"/>
              </a:ext>
            </a:extLst>
          </p:cNvPr>
          <p:cNvSpPr>
            <a:spLocks/>
          </p:cNvSpPr>
          <p:nvPr/>
        </p:nvSpPr>
        <p:spPr>
          <a:xfrm>
            <a:off x="760210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9" name="data_1998">
            <a:extLst>
              <a:ext uri="{FF2B5EF4-FFF2-40B4-BE49-F238E27FC236}">
                <a16:creationId xmlns:a16="http://schemas.microsoft.com/office/drawing/2014/main" id="{47459712-7E4A-4969-9C52-6EC76EF805AA}"/>
              </a:ext>
            </a:extLst>
          </p:cNvPr>
          <p:cNvSpPr>
            <a:spLocks/>
          </p:cNvSpPr>
          <p:nvPr/>
        </p:nvSpPr>
        <p:spPr>
          <a:xfrm>
            <a:off x="768836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0" name="data_1999">
            <a:extLst>
              <a:ext uri="{FF2B5EF4-FFF2-40B4-BE49-F238E27FC236}">
                <a16:creationId xmlns:a16="http://schemas.microsoft.com/office/drawing/2014/main" id="{2C6F13DD-4435-4A89-A87C-4B995D035EEC}"/>
              </a:ext>
            </a:extLst>
          </p:cNvPr>
          <p:cNvSpPr>
            <a:spLocks/>
          </p:cNvSpPr>
          <p:nvPr/>
        </p:nvSpPr>
        <p:spPr>
          <a:xfrm>
            <a:off x="7708925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1" name="data_2000">
            <a:extLst>
              <a:ext uri="{FF2B5EF4-FFF2-40B4-BE49-F238E27FC236}">
                <a16:creationId xmlns:a16="http://schemas.microsoft.com/office/drawing/2014/main" id="{2D146B03-0457-4C2F-AB7B-8F0CD22F4711}"/>
              </a:ext>
            </a:extLst>
          </p:cNvPr>
          <p:cNvSpPr>
            <a:spLocks/>
          </p:cNvSpPr>
          <p:nvPr/>
        </p:nvSpPr>
        <p:spPr>
          <a:xfrm>
            <a:off x="76498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2" name="data_2001">
            <a:extLst>
              <a:ext uri="{FF2B5EF4-FFF2-40B4-BE49-F238E27FC236}">
                <a16:creationId xmlns:a16="http://schemas.microsoft.com/office/drawing/2014/main" id="{640546C5-F270-46D0-8771-C9F7E36C81F4}"/>
              </a:ext>
            </a:extLst>
          </p:cNvPr>
          <p:cNvSpPr>
            <a:spLocks/>
          </p:cNvSpPr>
          <p:nvPr/>
        </p:nvSpPr>
        <p:spPr>
          <a:xfrm>
            <a:off x="76733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3" name="data_2002">
            <a:extLst>
              <a:ext uri="{FF2B5EF4-FFF2-40B4-BE49-F238E27FC236}">
                <a16:creationId xmlns:a16="http://schemas.microsoft.com/office/drawing/2014/main" id="{5DCD2654-BABB-4B61-8561-A7E1041936CA}"/>
              </a:ext>
            </a:extLst>
          </p:cNvPr>
          <p:cNvSpPr>
            <a:spLocks/>
          </p:cNvSpPr>
          <p:nvPr/>
        </p:nvSpPr>
        <p:spPr>
          <a:xfrm>
            <a:off x="769356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4" name="data_2003">
            <a:extLst>
              <a:ext uri="{FF2B5EF4-FFF2-40B4-BE49-F238E27FC236}">
                <a16:creationId xmlns:a16="http://schemas.microsoft.com/office/drawing/2014/main" id="{0D5F2759-A879-415D-B03E-3490C4FF8DC6}"/>
              </a:ext>
            </a:extLst>
          </p:cNvPr>
          <p:cNvSpPr>
            <a:spLocks/>
          </p:cNvSpPr>
          <p:nvPr/>
        </p:nvSpPr>
        <p:spPr>
          <a:xfrm>
            <a:off x="7622079" y="18405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5" name="data_2004">
            <a:extLst>
              <a:ext uri="{FF2B5EF4-FFF2-40B4-BE49-F238E27FC236}">
                <a16:creationId xmlns:a16="http://schemas.microsoft.com/office/drawing/2014/main" id="{BF0BCE99-1E60-4909-A397-BEED71366852}"/>
              </a:ext>
            </a:extLst>
          </p:cNvPr>
          <p:cNvSpPr>
            <a:spLocks/>
          </p:cNvSpPr>
          <p:nvPr/>
        </p:nvSpPr>
        <p:spPr>
          <a:xfrm>
            <a:off x="766800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6" name="data_2005">
            <a:extLst>
              <a:ext uri="{FF2B5EF4-FFF2-40B4-BE49-F238E27FC236}">
                <a16:creationId xmlns:a16="http://schemas.microsoft.com/office/drawing/2014/main" id="{DB1D34C8-B7CE-4DF2-9479-66D6D9A51B64}"/>
              </a:ext>
            </a:extLst>
          </p:cNvPr>
          <p:cNvSpPr>
            <a:spLocks/>
          </p:cNvSpPr>
          <p:nvPr/>
        </p:nvSpPr>
        <p:spPr>
          <a:xfrm>
            <a:off x="771739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7" name="data_2006">
            <a:extLst>
              <a:ext uri="{FF2B5EF4-FFF2-40B4-BE49-F238E27FC236}">
                <a16:creationId xmlns:a16="http://schemas.microsoft.com/office/drawing/2014/main" id="{64760A8F-EB5F-4D32-B4B7-DB7FCC102348}"/>
              </a:ext>
            </a:extLst>
          </p:cNvPr>
          <p:cNvSpPr>
            <a:spLocks/>
          </p:cNvSpPr>
          <p:nvPr/>
        </p:nvSpPr>
        <p:spPr>
          <a:xfrm>
            <a:off x="762440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8" name="data_2007">
            <a:extLst>
              <a:ext uri="{FF2B5EF4-FFF2-40B4-BE49-F238E27FC236}">
                <a16:creationId xmlns:a16="http://schemas.microsoft.com/office/drawing/2014/main" id="{8ED52E09-B245-495B-BA09-0C4312035542}"/>
              </a:ext>
            </a:extLst>
          </p:cNvPr>
          <p:cNvSpPr>
            <a:spLocks/>
          </p:cNvSpPr>
          <p:nvPr/>
        </p:nvSpPr>
        <p:spPr>
          <a:xfrm>
            <a:off x="7656715" y="24005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9" name="data_2008">
            <a:extLst>
              <a:ext uri="{FF2B5EF4-FFF2-40B4-BE49-F238E27FC236}">
                <a16:creationId xmlns:a16="http://schemas.microsoft.com/office/drawing/2014/main" id="{816AB274-8E57-4A3A-AF24-5CEDCA9525E8}"/>
              </a:ext>
            </a:extLst>
          </p:cNvPr>
          <p:cNvSpPr>
            <a:spLocks/>
          </p:cNvSpPr>
          <p:nvPr/>
        </p:nvSpPr>
        <p:spPr>
          <a:xfrm>
            <a:off x="763310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0" name="data_2009">
            <a:extLst>
              <a:ext uri="{FF2B5EF4-FFF2-40B4-BE49-F238E27FC236}">
                <a16:creationId xmlns:a16="http://schemas.microsoft.com/office/drawing/2014/main" id="{E09099CE-A64A-451A-B6B7-944D960B90D0}"/>
              </a:ext>
            </a:extLst>
          </p:cNvPr>
          <p:cNvSpPr>
            <a:spLocks/>
          </p:cNvSpPr>
          <p:nvPr/>
        </p:nvSpPr>
        <p:spPr>
          <a:xfrm>
            <a:off x="7662648" y="2703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1" name="data_2010">
            <a:extLst>
              <a:ext uri="{FF2B5EF4-FFF2-40B4-BE49-F238E27FC236}">
                <a16:creationId xmlns:a16="http://schemas.microsoft.com/office/drawing/2014/main" id="{C4D4681B-D09A-441D-AC8F-54851687A4C7}"/>
              </a:ext>
            </a:extLst>
          </p:cNvPr>
          <p:cNvSpPr>
            <a:spLocks/>
          </p:cNvSpPr>
          <p:nvPr/>
        </p:nvSpPr>
        <p:spPr>
          <a:xfrm>
            <a:off x="7687568" y="23362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2" name="data_2011">
            <a:extLst>
              <a:ext uri="{FF2B5EF4-FFF2-40B4-BE49-F238E27FC236}">
                <a16:creationId xmlns:a16="http://schemas.microsoft.com/office/drawing/2014/main" id="{1295E920-3A9B-46E0-810B-9FF3CBADFBEE}"/>
              </a:ext>
            </a:extLst>
          </p:cNvPr>
          <p:cNvSpPr>
            <a:spLocks/>
          </p:cNvSpPr>
          <p:nvPr/>
        </p:nvSpPr>
        <p:spPr>
          <a:xfrm>
            <a:off x="767532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3" name="data_2012">
            <a:extLst>
              <a:ext uri="{FF2B5EF4-FFF2-40B4-BE49-F238E27FC236}">
                <a16:creationId xmlns:a16="http://schemas.microsoft.com/office/drawing/2014/main" id="{4DB1F27D-8E54-45E4-8F2F-D664BC3A298E}"/>
              </a:ext>
            </a:extLst>
          </p:cNvPr>
          <p:cNvSpPr>
            <a:spLocks/>
          </p:cNvSpPr>
          <p:nvPr/>
        </p:nvSpPr>
        <p:spPr>
          <a:xfrm>
            <a:off x="764551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4" name="data_2013">
            <a:extLst>
              <a:ext uri="{FF2B5EF4-FFF2-40B4-BE49-F238E27FC236}">
                <a16:creationId xmlns:a16="http://schemas.microsoft.com/office/drawing/2014/main" id="{75146D83-47AB-4ECD-8057-F3E9F63F8C7A}"/>
              </a:ext>
            </a:extLst>
          </p:cNvPr>
          <p:cNvSpPr>
            <a:spLocks/>
          </p:cNvSpPr>
          <p:nvPr/>
        </p:nvSpPr>
        <p:spPr>
          <a:xfrm>
            <a:off x="765846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5" name="data_2014">
            <a:extLst>
              <a:ext uri="{FF2B5EF4-FFF2-40B4-BE49-F238E27FC236}">
                <a16:creationId xmlns:a16="http://schemas.microsoft.com/office/drawing/2014/main" id="{12361862-F5C0-4449-9645-591B29153C45}"/>
              </a:ext>
            </a:extLst>
          </p:cNvPr>
          <p:cNvSpPr>
            <a:spLocks/>
          </p:cNvSpPr>
          <p:nvPr/>
        </p:nvSpPr>
        <p:spPr>
          <a:xfrm>
            <a:off x="7611681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6" name="data_2015">
            <a:extLst>
              <a:ext uri="{FF2B5EF4-FFF2-40B4-BE49-F238E27FC236}">
                <a16:creationId xmlns:a16="http://schemas.microsoft.com/office/drawing/2014/main" id="{7AFFC355-6CD2-4FB6-A1BF-BA1B2515E49A}"/>
              </a:ext>
            </a:extLst>
          </p:cNvPr>
          <p:cNvSpPr>
            <a:spLocks/>
          </p:cNvSpPr>
          <p:nvPr/>
        </p:nvSpPr>
        <p:spPr>
          <a:xfrm>
            <a:off x="770509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7" name="data_2016">
            <a:extLst>
              <a:ext uri="{FF2B5EF4-FFF2-40B4-BE49-F238E27FC236}">
                <a16:creationId xmlns:a16="http://schemas.microsoft.com/office/drawing/2014/main" id="{A9FF9DBE-8045-4E79-8053-FE56DF4B3C08}"/>
              </a:ext>
            </a:extLst>
          </p:cNvPr>
          <p:cNvSpPr>
            <a:spLocks/>
          </p:cNvSpPr>
          <p:nvPr/>
        </p:nvSpPr>
        <p:spPr>
          <a:xfrm>
            <a:off x="7605456" y="324044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8" name="data_2017">
            <a:extLst>
              <a:ext uri="{FF2B5EF4-FFF2-40B4-BE49-F238E27FC236}">
                <a16:creationId xmlns:a16="http://schemas.microsoft.com/office/drawing/2014/main" id="{DE6E22C6-901B-478A-BF99-7232A182BCEF}"/>
              </a:ext>
            </a:extLst>
          </p:cNvPr>
          <p:cNvSpPr>
            <a:spLocks/>
          </p:cNvSpPr>
          <p:nvPr/>
        </p:nvSpPr>
        <p:spPr>
          <a:xfrm>
            <a:off x="766091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9" name="data_2018">
            <a:extLst>
              <a:ext uri="{FF2B5EF4-FFF2-40B4-BE49-F238E27FC236}">
                <a16:creationId xmlns:a16="http://schemas.microsoft.com/office/drawing/2014/main" id="{37393848-F911-4A68-85D9-7BDB20D0C23E}"/>
              </a:ext>
            </a:extLst>
          </p:cNvPr>
          <p:cNvSpPr>
            <a:spLocks/>
          </p:cNvSpPr>
          <p:nvPr/>
        </p:nvSpPr>
        <p:spPr>
          <a:xfrm>
            <a:off x="7634115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0" name="data_2019">
            <a:extLst>
              <a:ext uri="{FF2B5EF4-FFF2-40B4-BE49-F238E27FC236}">
                <a16:creationId xmlns:a16="http://schemas.microsoft.com/office/drawing/2014/main" id="{A0C4A580-0865-4DB9-8DE8-8F9C25F8F1D4}"/>
              </a:ext>
            </a:extLst>
          </p:cNvPr>
          <p:cNvSpPr>
            <a:spLocks/>
          </p:cNvSpPr>
          <p:nvPr/>
        </p:nvSpPr>
        <p:spPr>
          <a:xfrm>
            <a:off x="7640772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1" name="data_2020">
            <a:extLst>
              <a:ext uri="{FF2B5EF4-FFF2-40B4-BE49-F238E27FC236}">
                <a16:creationId xmlns:a16="http://schemas.microsoft.com/office/drawing/2014/main" id="{4AC025E7-31ED-40DE-AC28-8230F50DE2C9}"/>
              </a:ext>
            </a:extLst>
          </p:cNvPr>
          <p:cNvSpPr>
            <a:spLocks/>
          </p:cNvSpPr>
          <p:nvPr/>
        </p:nvSpPr>
        <p:spPr>
          <a:xfrm>
            <a:off x="7664716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2" name="data_2021">
            <a:extLst>
              <a:ext uri="{FF2B5EF4-FFF2-40B4-BE49-F238E27FC236}">
                <a16:creationId xmlns:a16="http://schemas.microsoft.com/office/drawing/2014/main" id="{683463DA-4C74-4C41-B1CD-6B4DF83A61A5}"/>
              </a:ext>
            </a:extLst>
          </p:cNvPr>
          <p:cNvSpPr>
            <a:spLocks/>
          </p:cNvSpPr>
          <p:nvPr/>
        </p:nvSpPr>
        <p:spPr>
          <a:xfrm>
            <a:off x="760480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3" name="data_2022">
            <a:extLst>
              <a:ext uri="{FF2B5EF4-FFF2-40B4-BE49-F238E27FC236}">
                <a16:creationId xmlns:a16="http://schemas.microsoft.com/office/drawing/2014/main" id="{030450FD-4883-46A9-92D0-6E2FDD55610B}"/>
              </a:ext>
            </a:extLst>
          </p:cNvPr>
          <p:cNvSpPr>
            <a:spLocks/>
          </p:cNvSpPr>
          <p:nvPr/>
        </p:nvSpPr>
        <p:spPr>
          <a:xfrm>
            <a:off x="771708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4" name="data_2023">
            <a:extLst>
              <a:ext uri="{FF2B5EF4-FFF2-40B4-BE49-F238E27FC236}">
                <a16:creationId xmlns:a16="http://schemas.microsoft.com/office/drawing/2014/main" id="{B4B9EA92-ABEC-49B9-BB84-2ECB34E59655}"/>
              </a:ext>
            </a:extLst>
          </p:cNvPr>
          <p:cNvSpPr>
            <a:spLocks/>
          </p:cNvSpPr>
          <p:nvPr/>
        </p:nvSpPr>
        <p:spPr>
          <a:xfrm>
            <a:off x="768652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5" name="data_2024">
            <a:extLst>
              <a:ext uri="{FF2B5EF4-FFF2-40B4-BE49-F238E27FC236}">
                <a16:creationId xmlns:a16="http://schemas.microsoft.com/office/drawing/2014/main" id="{F5A0613B-ABC5-4634-904C-6A857CC29D88}"/>
              </a:ext>
            </a:extLst>
          </p:cNvPr>
          <p:cNvSpPr>
            <a:spLocks/>
          </p:cNvSpPr>
          <p:nvPr/>
        </p:nvSpPr>
        <p:spPr>
          <a:xfrm>
            <a:off x="768290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6" name="data_2025">
            <a:extLst>
              <a:ext uri="{FF2B5EF4-FFF2-40B4-BE49-F238E27FC236}">
                <a16:creationId xmlns:a16="http://schemas.microsoft.com/office/drawing/2014/main" id="{583C04D4-460A-45DC-9747-C3D66DB33271}"/>
              </a:ext>
            </a:extLst>
          </p:cNvPr>
          <p:cNvSpPr>
            <a:spLocks/>
          </p:cNvSpPr>
          <p:nvPr/>
        </p:nvSpPr>
        <p:spPr>
          <a:xfrm>
            <a:off x="771611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7" name="data_2026">
            <a:extLst>
              <a:ext uri="{FF2B5EF4-FFF2-40B4-BE49-F238E27FC236}">
                <a16:creationId xmlns:a16="http://schemas.microsoft.com/office/drawing/2014/main" id="{72D7D6C8-3BE3-4A5F-BD30-FEF5497041CD}"/>
              </a:ext>
            </a:extLst>
          </p:cNvPr>
          <p:cNvSpPr>
            <a:spLocks/>
          </p:cNvSpPr>
          <p:nvPr/>
        </p:nvSpPr>
        <p:spPr>
          <a:xfrm>
            <a:off x="766882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8" name="data_2027">
            <a:extLst>
              <a:ext uri="{FF2B5EF4-FFF2-40B4-BE49-F238E27FC236}">
                <a16:creationId xmlns:a16="http://schemas.microsoft.com/office/drawing/2014/main" id="{BDFF695A-B5E5-484A-B1C6-B7D05F1D931C}"/>
              </a:ext>
            </a:extLst>
          </p:cNvPr>
          <p:cNvSpPr>
            <a:spLocks/>
          </p:cNvSpPr>
          <p:nvPr/>
        </p:nvSpPr>
        <p:spPr>
          <a:xfrm>
            <a:off x="769113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9" name="data_2028">
            <a:extLst>
              <a:ext uri="{FF2B5EF4-FFF2-40B4-BE49-F238E27FC236}">
                <a16:creationId xmlns:a16="http://schemas.microsoft.com/office/drawing/2014/main" id="{CE9A7EEC-0953-4670-B217-952213013844}"/>
              </a:ext>
            </a:extLst>
          </p:cNvPr>
          <p:cNvSpPr>
            <a:spLocks/>
          </p:cNvSpPr>
          <p:nvPr/>
        </p:nvSpPr>
        <p:spPr>
          <a:xfrm>
            <a:off x="763844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0" name="data_2029">
            <a:extLst>
              <a:ext uri="{FF2B5EF4-FFF2-40B4-BE49-F238E27FC236}">
                <a16:creationId xmlns:a16="http://schemas.microsoft.com/office/drawing/2014/main" id="{B0F8B0DB-9607-4D4D-B320-D298F9F3DBAE}"/>
              </a:ext>
            </a:extLst>
          </p:cNvPr>
          <p:cNvSpPr>
            <a:spLocks/>
          </p:cNvSpPr>
          <p:nvPr/>
        </p:nvSpPr>
        <p:spPr>
          <a:xfrm>
            <a:off x="762070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1" name="data_2030">
            <a:extLst>
              <a:ext uri="{FF2B5EF4-FFF2-40B4-BE49-F238E27FC236}">
                <a16:creationId xmlns:a16="http://schemas.microsoft.com/office/drawing/2014/main" id="{E7F6DC17-8244-4BCC-A8AA-5726C6085693}"/>
              </a:ext>
            </a:extLst>
          </p:cNvPr>
          <p:cNvSpPr>
            <a:spLocks/>
          </p:cNvSpPr>
          <p:nvPr/>
        </p:nvSpPr>
        <p:spPr>
          <a:xfrm>
            <a:off x="766695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2" name="data_2031">
            <a:extLst>
              <a:ext uri="{FF2B5EF4-FFF2-40B4-BE49-F238E27FC236}">
                <a16:creationId xmlns:a16="http://schemas.microsoft.com/office/drawing/2014/main" id="{6927DAE8-3924-401F-9B1E-737570D1EA2A}"/>
              </a:ext>
            </a:extLst>
          </p:cNvPr>
          <p:cNvSpPr>
            <a:spLocks/>
          </p:cNvSpPr>
          <p:nvPr/>
        </p:nvSpPr>
        <p:spPr>
          <a:xfrm>
            <a:off x="7600098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3" name="data_2032">
            <a:extLst>
              <a:ext uri="{FF2B5EF4-FFF2-40B4-BE49-F238E27FC236}">
                <a16:creationId xmlns:a16="http://schemas.microsoft.com/office/drawing/2014/main" id="{9C4E5719-E31C-4AA3-BCB4-EA407AF67645}"/>
              </a:ext>
            </a:extLst>
          </p:cNvPr>
          <p:cNvSpPr>
            <a:spLocks/>
          </p:cNvSpPr>
          <p:nvPr/>
        </p:nvSpPr>
        <p:spPr>
          <a:xfrm>
            <a:off x="764239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4" name="data_2033">
            <a:extLst>
              <a:ext uri="{FF2B5EF4-FFF2-40B4-BE49-F238E27FC236}">
                <a16:creationId xmlns:a16="http://schemas.microsoft.com/office/drawing/2014/main" id="{ADC5F6A2-6057-46F4-9D8D-18813502C648}"/>
              </a:ext>
            </a:extLst>
          </p:cNvPr>
          <p:cNvSpPr>
            <a:spLocks/>
          </p:cNvSpPr>
          <p:nvPr/>
        </p:nvSpPr>
        <p:spPr>
          <a:xfrm>
            <a:off x="764925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5" name="data_2034">
            <a:extLst>
              <a:ext uri="{FF2B5EF4-FFF2-40B4-BE49-F238E27FC236}">
                <a16:creationId xmlns:a16="http://schemas.microsoft.com/office/drawing/2014/main" id="{9ECEA84C-F6F7-492B-8A60-1C2B190596D3}"/>
              </a:ext>
            </a:extLst>
          </p:cNvPr>
          <p:cNvSpPr>
            <a:spLocks/>
          </p:cNvSpPr>
          <p:nvPr/>
        </p:nvSpPr>
        <p:spPr>
          <a:xfrm>
            <a:off x="767932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6" name="data_2035">
            <a:extLst>
              <a:ext uri="{FF2B5EF4-FFF2-40B4-BE49-F238E27FC236}">
                <a16:creationId xmlns:a16="http://schemas.microsoft.com/office/drawing/2014/main" id="{E0F3F07C-1D80-4305-B23D-A0ABDAD7C358}"/>
              </a:ext>
            </a:extLst>
          </p:cNvPr>
          <p:cNvSpPr>
            <a:spLocks/>
          </p:cNvSpPr>
          <p:nvPr/>
        </p:nvSpPr>
        <p:spPr>
          <a:xfrm>
            <a:off x="770214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7" name="data_2036">
            <a:extLst>
              <a:ext uri="{FF2B5EF4-FFF2-40B4-BE49-F238E27FC236}">
                <a16:creationId xmlns:a16="http://schemas.microsoft.com/office/drawing/2014/main" id="{EE80BD72-E503-403E-878C-DD5CE12690BA}"/>
              </a:ext>
            </a:extLst>
          </p:cNvPr>
          <p:cNvSpPr>
            <a:spLocks/>
          </p:cNvSpPr>
          <p:nvPr/>
        </p:nvSpPr>
        <p:spPr>
          <a:xfrm>
            <a:off x="7663660" y="17658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8" name="data_2037">
            <a:extLst>
              <a:ext uri="{FF2B5EF4-FFF2-40B4-BE49-F238E27FC236}">
                <a16:creationId xmlns:a16="http://schemas.microsoft.com/office/drawing/2014/main" id="{59546F94-B246-46A9-8F6C-A3CA022C461E}"/>
              </a:ext>
            </a:extLst>
          </p:cNvPr>
          <p:cNvSpPr>
            <a:spLocks/>
          </p:cNvSpPr>
          <p:nvPr/>
        </p:nvSpPr>
        <p:spPr>
          <a:xfrm>
            <a:off x="7698113" y="18700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9" name="data_2038">
            <a:extLst>
              <a:ext uri="{FF2B5EF4-FFF2-40B4-BE49-F238E27FC236}">
                <a16:creationId xmlns:a16="http://schemas.microsoft.com/office/drawing/2014/main" id="{FEA76E44-71EA-449A-B3E7-442CA683E143}"/>
              </a:ext>
            </a:extLst>
          </p:cNvPr>
          <p:cNvSpPr>
            <a:spLocks/>
          </p:cNvSpPr>
          <p:nvPr/>
        </p:nvSpPr>
        <p:spPr>
          <a:xfrm>
            <a:off x="7600576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0" name="data_2039">
            <a:extLst>
              <a:ext uri="{FF2B5EF4-FFF2-40B4-BE49-F238E27FC236}">
                <a16:creationId xmlns:a16="http://schemas.microsoft.com/office/drawing/2014/main" id="{69D64BE4-B466-4BFB-B90D-A48A2D89A5A0}"/>
              </a:ext>
            </a:extLst>
          </p:cNvPr>
          <p:cNvSpPr>
            <a:spLocks/>
          </p:cNvSpPr>
          <p:nvPr/>
        </p:nvSpPr>
        <p:spPr>
          <a:xfrm>
            <a:off x="760257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1" name="data_2040">
            <a:extLst>
              <a:ext uri="{FF2B5EF4-FFF2-40B4-BE49-F238E27FC236}">
                <a16:creationId xmlns:a16="http://schemas.microsoft.com/office/drawing/2014/main" id="{A9028C81-3738-4238-ABEF-6274A1F52737}"/>
              </a:ext>
            </a:extLst>
          </p:cNvPr>
          <p:cNvSpPr>
            <a:spLocks/>
          </p:cNvSpPr>
          <p:nvPr/>
        </p:nvSpPr>
        <p:spPr>
          <a:xfrm>
            <a:off x="762909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2" name="data_2041">
            <a:extLst>
              <a:ext uri="{FF2B5EF4-FFF2-40B4-BE49-F238E27FC236}">
                <a16:creationId xmlns:a16="http://schemas.microsoft.com/office/drawing/2014/main" id="{B4711858-6290-455D-82EC-C082323BB813}"/>
              </a:ext>
            </a:extLst>
          </p:cNvPr>
          <p:cNvSpPr>
            <a:spLocks/>
          </p:cNvSpPr>
          <p:nvPr/>
        </p:nvSpPr>
        <p:spPr>
          <a:xfrm>
            <a:off x="7664365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3" name="data_2042">
            <a:extLst>
              <a:ext uri="{FF2B5EF4-FFF2-40B4-BE49-F238E27FC236}">
                <a16:creationId xmlns:a16="http://schemas.microsoft.com/office/drawing/2014/main" id="{00A86288-DEDD-4BC6-8457-1125D412D4D0}"/>
              </a:ext>
            </a:extLst>
          </p:cNvPr>
          <p:cNvSpPr>
            <a:spLocks/>
          </p:cNvSpPr>
          <p:nvPr/>
        </p:nvSpPr>
        <p:spPr>
          <a:xfrm>
            <a:off x="762323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4" name="data_2043">
            <a:extLst>
              <a:ext uri="{FF2B5EF4-FFF2-40B4-BE49-F238E27FC236}">
                <a16:creationId xmlns:a16="http://schemas.microsoft.com/office/drawing/2014/main" id="{9EAE873A-39DA-4FC8-B6C8-8AF7E42C952E}"/>
              </a:ext>
            </a:extLst>
          </p:cNvPr>
          <p:cNvSpPr>
            <a:spLocks/>
          </p:cNvSpPr>
          <p:nvPr/>
        </p:nvSpPr>
        <p:spPr>
          <a:xfrm>
            <a:off x="7654168" y="24510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5" name="data_2044">
            <a:extLst>
              <a:ext uri="{FF2B5EF4-FFF2-40B4-BE49-F238E27FC236}">
                <a16:creationId xmlns:a16="http://schemas.microsoft.com/office/drawing/2014/main" id="{7D6A8F45-A5DC-474E-A288-E101D4791CF2}"/>
              </a:ext>
            </a:extLst>
          </p:cNvPr>
          <p:cNvSpPr>
            <a:spLocks/>
          </p:cNvSpPr>
          <p:nvPr/>
        </p:nvSpPr>
        <p:spPr>
          <a:xfrm>
            <a:off x="766976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6" name="data_2045">
            <a:extLst>
              <a:ext uri="{FF2B5EF4-FFF2-40B4-BE49-F238E27FC236}">
                <a16:creationId xmlns:a16="http://schemas.microsoft.com/office/drawing/2014/main" id="{F59779AD-1326-40FD-84B4-B918389D8F61}"/>
              </a:ext>
            </a:extLst>
          </p:cNvPr>
          <p:cNvSpPr>
            <a:spLocks/>
          </p:cNvSpPr>
          <p:nvPr/>
        </p:nvSpPr>
        <p:spPr>
          <a:xfrm>
            <a:off x="767064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7" name="data_2046">
            <a:extLst>
              <a:ext uri="{FF2B5EF4-FFF2-40B4-BE49-F238E27FC236}">
                <a16:creationId xmlns:a16="http://schemas.microsoft.com/office/drawing/2014/main" id="{E223981B-988A-40F6-B953-31D9A1901AD3}"/>
              </a:ext>
            </a:extLst>
          </p:cNvPr>
          <p:cNvSpPr>
            <a:spLocks/>
          </p:cNvSpPr>
          <p:nvPr/>
        </p:nvSpPr>
        <p:spPr>
          <a:xfrm>
            <a:off x="763370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8" name="data_2047">
            <a:extLst>
              <a:ext uri="{FF2B5EF4-FFF2-40B4-BE49-F238E27FC236}">
                <a16:creationId xmlns:a16="http://schemas.microsoft.com/office/drawing/2014/main" id="{170E3692-11F8-4AB0-909F-9A0F3FF95A78}"/>
              </a:ext>
            </a:extLst>
          </p:cNvPr>
          <p:cNvSpPr>
            <a:spLocks/>
          </p:cNvSpPr>
          <p:nvPr/>
        </p:nvSpPr>
        <p:spPr>
          <a:xfrm>
            <a:off x="76867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9" name="data_2048">
            <a:extLst>
              <a:ext uri="{FF2B5EF4-FFF2-40B4-BE49-F238E27FC236}">
                <a16:creationId xmlns:a16="http://schemas.microsoft.com/office/drawing/2014/main" id="{ADDF1A96-356D-4833-AB37-E3380DA772C5}"/>
              </a:ext>
            </a:extLst>
          </p:cNvPr>
          <p:cNvSpPr>
            <a:spLocks/>
          </p:cNvSpPr>
          <p:nvPr/>
        </p:nvSpPr>
        <p:spPr>
          <a:xfrm>
            <a:off x="7674787" y="2356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0" name="data_2049">
            <a:extLst>
              <a:ext uri="{FF2B5EF4-FFF2-40B4-BE49-F238E27FC236}">
                <a16:creationId xmlns:a16="http://schemas.microsoft.com/office/drawing/2014/main" id="{16E60CBB-6EFF-44DC-9F5F-8B36617EF9C2}"/>
              </a:ext>
            </a:extLst>
          </p:cNvPr>
          <p:cNvSpPr>
            <a:spLocks/>
          </p:cNvSpPr>
          <p:nvPr/>
        </p:nvSpPr>
        <p:spPr>
          <a:xfrm>
            <a:off x="7689995" y="29899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1" name="data_2050">
            <a:extLst>
              <a:ext uri="{FF2B5EF4-FFF2-40B4-BE49-F238E27FC236}">
                <a16:creationId xmlns:a16="http://schemas.microsoft.com/office/drawing/2014/main" id="{72AC9164-4ABF-4CCB-A47C-3BDBFF9694F9}"/>
              </a:ext>
            </a:extLst>
          </p:cNvPr>
          <p:cNvSpPr>
            <a:spLocks/>
          </p:cNvSpPr>
          <p:nvPr/>
        </p:nvSpPr>
        <p:spPr>
          <a:xfrm>
            <a:off x="764023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2" name="data_2051">
            <a:extLst>
              <a:ext uri="{FF2B5EF4-FFF2-40B4-BE49-F238E27FC236}">
                <a16:creationId xmlns:a16="http://schemas.microsoft.com/office/drawing/2014/main" id="{64117202-909E-4415-9139-74D351D52AF2}"/>
              </a:ext>
            </a:extLst>
          </p:cNvPr>
          <p:cNvSpPr>
            <a:spLocks/>
          </p:cNvSpPr>
          <p:nvPr/>
        </p:nvSpPr>
        <p:spPr>
          <a:xfrm>
            <a:off x="767370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3" name="data_2052">
            <a:extLst>
              <a:ext uri="{FF2B5EF4-FFF2-40B4-BE49-F238E27FC236}">
                <a16:creationId xmlns:a16="http://schemas.microsoft.com/office/drawing/2014/main" id="{9AA26102-3481-46B8-B218-276195FB5BA9}"/>
              </a:ext>
            </a:extLst>
          </p:cNvPr>
          <p:cNvSpPr>
            <a:spLocks/>
          </p:cNvSpPr>
          <p:nvPr/>
        </p:nvSpPr>
        <p:spPr>
          <a:xfrm>
            <a:off x="7704425" y="29961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4" name="data_2053">
            <a:extLst>
              <a:ext uri="{FF2B5EF4-FFF2-40B4-BE49-F238E27FC236}">
                <a16:creationId xmlns:a16="http://schemas.microsoft.com/office/drawing/2014/main" id="{C0E6AF0D-DFEF-4B54-BE17-E186264F614A}"/>
              </a:ext>
            </a:extLst>
          </p:cNvPr>
          <p:cNvSpPr>
            <a:spLocks/>
          </p:cNvSpPr>
          <p:nvPr/>
        </p:nvSpPr>
        <p:spPr>
          <a:xfrm>
            <a:off x="765809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5" name="data_2054">
            <a:extLst>
              <a:ext uri="{FF2B5EF4-FFF2-40B4-BE49-F238E27FC236}">
                <a16:creationId xmlns:a16="http://schemas.microsoft.com/office/drawing/2014/main" id="{7F667B0E-722C-4F27-8DDE-210090EB5BAF}"/>
              </a:ext>
            </a:extLst>
          </p:cNvPr>
          <p:cNvSpPr>
            <a:spLocks/>
          </p:cNvSpPr>
          <p:nvPr/>
        </p:nvSpPr>
        <p:spPr>
          <a:xfrm>
            <a:off x="7604287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6" name="data_2055">
            <a:extLst>
              <a:ext uri="{FF2B5EF4-FFF2-40B4-BE49-F238E27FC236}">
                <a16:creationId xmlns:a16="http://schemas.microsoft.com/office/drawing/2014/main" id="{5C2EBFFB-FE6A-4D2D-B6F8-E951DE49192C}"/>
              </a:ext>
            </a:extLst>
          </p:cNvPr>
          <p:cNvSpPr>
            <a:spLocks/>
          </p:cNvSpPr>
          <p:nvPr/>
        </p:nvSpPr>
        <p:spPr>
          <a:xfrm>
            <a:off x="768412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7" name="data_2056">
            <a:extLst>
              <a:ext uri="{FF2B5EF4-FFF2-40B4-BE49-F238E27FC236}">
                <a16:creationId xmlns:a16="http://schemas.microsoft.com/office/drawing/2014/main" id="{149E33A6-9651-4CCF-A501-9344463126C2}"/>
              </a:ext>
            </a:extLst>
          </p:cNvPr>
          <p:cNvSpPr>
            <a:spLocks/>
          </p:cNvSpPr>
          <p:nvPr/>
        </p:nvSpPr>
        <p:spPr>
          <a:xfrm>
            <a:off x="762833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8" name="data_2057">
            <a:extLst>
              <a:ext uri="{FF2B5EF4-FFF2-40B4-BE49-F238E27FC236}">
                <a16:creationId xmlns:a16="http://schemas.microsoft.com/office/drawing/2014/main" id="{F6C448EB-F997-4988-A342-33DEFA7F2312}"/>
              </a:ext>
            </a:extLst>
          </p:cNvPr>
          <p:cNvSpPr>
            <a:spLocks/>
          </p:cNvSpPr>
          <p:nvPr/>
        </p:nvSpPr>
        <p:spPr>
          <a:xfrm>
            <a:off x="771104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9" name="data_2058">
            <a:extLst>
              <a:ext uri="{FF2B5EF4-FFF2-40B4-BE49-F238E27FC236}">
                <a16:creationId xmlns:a16="http://schemas.microsoft.com/office/drawing/2014/main" id="{C1D614BF-24A9-4F8A-A13A-BBE92068D79D}"/>
              </a:ext>
            </a:extLst>
          </p:cNvPr>
          <p:cNvSpPr>
            <a:spLocks/>
          </p:cNvSpPr>
          <p:nvPr/>
        </p:nvSpPr>
        <p:spPr>
          <a:xfrm>
            <a:off x="7637882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0" name="data_2059">
            <a:extLst>
              <a:ext uri="{FF2B5EF4-FFF2-40B4-BE49-F238E27FC236}">
                <a16:creationId xmlns:a16="http://schemas.microsoft.com/office/drawing/2014/main" id="{42C0E032-017B-42B3-BF15-D9A676AC2B23}"/>
              </a:ext>
            </a:extLst>
          </p:cNvPr>
          <p:cNvSpPr>
            <a:spLocks/>
          </p:cNvSpPr>
          <p:nvPr/>
        </p:nvSpPr>
        <p:spPr>
          <a:xfrm>
            <a:off x="759843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1" name="data_2060">
            <a:extLst>
              <a:ext uri="{FF2B5EF4-FFF2-40B4-BE49-F238E27FC236}">
                <a16:creationId xmlns:a16="http://schemas.microsoft.com/office/drawing/2014/main" id="{2905CD7B-EC02-454A-A44D-5C10F06FEAB2}"/>
              </a:ext>
            </a:extLst>
          </p:cNvPr>
          <p:cNvSpPr>
            <a:spLocks/>
          </p:cNvSpPr>
          <p:nvPr/>
        </p:nvSpPr>
        <p:spPr>
          <a:xfrm>
            <a:off x="769633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2" name="data_2061">
            <a:extLst>
              <a:ext uri="{FF2B5EF4-FFF2-40B4-BE49-F238E27FC236}">
                <a16:creationId xmlns:a16="http://schemas.microsoft.com/office/drawing/2014/main" id="{4CA461E2-56CB-4A43-BA05-255E5E28B851}"/>
              </a:ext>
            </a:extLst>
          </p:cNvPr>
          <p:cNvSpPr>
            <a:spLocks/>
          </p:cNvSpPr>
          <p:nvPr/>
        </p:nvSpPr>
        <p:spPr>
          <a:xfrm>
            <a:off x="765877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3" name="data_2062">
            <a:extLst>
              <a:ext uri="{FF2B5EF4-FFF2-40B4-BE49-F238E27FC236}">
                <a16:creationId xmlns:a16="http://schemas.microsoft.com/office/drawing/2014/main" id="{06126074-A5E9-476A-85D8-060612B35D1A}"/>
              </a:ext>
            </a:extLst>
          </p:cNvPr>
          <p:cNvSpPr>
            <a:spLocks/>
          </p:cNvSpPr>
          <p:nvPr/>
        </p:nvSpPr>
        <p:spPr>
          <a:xfrm>
            <a:off x="7696188" y="191422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4" name="data_2063">
            <a:extLst>
              <a:ext uri="{FF2B5EF4-FFF2-40B4-BE49-F238E27FC236}">
                <a16:creationId xmlns:a16="http://schemas.microsoft.com/office/drawing/2014/main" id="{9F7E3311-C8D2-4E9C-8C04-E4A914CAC717}"/>
              </a:ext>
            </a:extLst>
          </p:cNvPr>
          <p:cNvSpPr>
            <a:spLocks/>
          </p:cNvSpPr>
          <p:nvPr/>
        </p:nvSpPr>
        <p:spPr>
          <a:xfrm>
            <a:off x="762038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5" name="data_2064">
            <a:extLst>
              <a:ext uri="{FF2B5EF4-FFF2-40B4-BE49-F238E27FC236}">
                <a16:creationId xmlns:a16="http://schemas.microsoft.com/office/drawing/2014/main" id="{E3542D90-115E-46F3-85F6-FF215F6ABFCD}"/>
              </a:ext>
            </a:extLst>
          </p:cNvPr>
          <p:cNvSpPr>
            <a:spLocks/>
          </p:cNvSpPr>
          <p:nvPr/>
        </p:nvSpPr>
        <p:spPr>
          <a:xfrm>
            <a:off x="763425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6" name="data_2065">
            <a:extLst>
              <a:ext uri="{FF2B5EF4-FFF2-40B4-BE49-F238E27FC236}">
                <a16:creationId xmlns:a16="http://schemas.microsoft.com/office/drawing/2014/main" id="{02CB9ED3-99B0-498B-B778-4311F84D0CB1}"/>
              </a:ext>
            </a:extLst>
          </p:cNvPr>
          <p:cNvSpPr>
            <a:spLocks/>
          </p:cNvSpPr>
          <p:nvPr/>
        </p:nvSpPr>
        <p:spPr>
          <a:xfrm>
            <a:off x="76076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7" name="data_2066">
            <a:extLst>
              <a:ext uri="{FF2B5EF4-FFF2-40B4-BE49-F238E27FC236}">
                <a16:creationId xmlns:a16="http://schemas.microsoft.com/office/drawing/2014/main" id="{030F6438-D9DA-4972-83AF-5E080437AB0D}"/>
              </a:ext>
            </a:extLst>
          </p:cNvPr>
          <p:cNvSpPr>
            <a:spLocks/>
          </p:cNvSpPr>
          <p:nvPr/>
        </p:nvSpPr>
        <p:spPr>
          <a:xfrm>
            <a:off x="766026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8" name="data_2067">
            <a:extLst>
              <a:ext uri="{FF2B5EF4-FFF2-40B4-BE49-F238E27FC236}">
                <a16:creationId xmlns:a16="http://schemas.microsoft.com/office/drawing/2014/main" id="{89F08300-4363-4E40-B6C4-63A0E61B85F0}"/>
              </a:ext>
            </a:extLst>
          </p:cNvPr>
          <p:cNvSpPr>
            <a:spLocks/>
          </p:cNvSpPr>
          <p:nvPr/>
        </p:nvSpPr>
        <p:spPr>
          <a:xfrm>
            <a:off x="770086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9" name="data_2068">
            <a:extLst>
              <a:ext uri="{FF2B5EF4-FFF2-40B4-BE49-F238E27FC236}">
                <a16:creationId xmlns:a16="http://schemas.microsoft.com/office/drawing/2014/main" id="{EDEDCBC5-DA2F-43A9-A68C-0B8033360013}"/>
              </a:ext>
            </a:extLst>
          </p:cNvPr>
          <p:cNvSpPr>
            <a:spLocks/>
          </p:cNvSpPr>
          <p:nvPr/>
        </p:nvSpPr>
        <p:spPr>
          <a:xfrm>
            <a:off x="7676220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0" name="data_2069">
            <a:extLst>
              <a:ext uri="{FF2B5EF4-FFF2-40B4-BE49-F238E27FC236}">
                <a16:creationId xmlns:a16="http://schemas.microsoft.com/office/drawing/2014/main" id="{F4872D8D-3B31-4D0B-8BA7-C15756D6FD06}"/>
              </a:ext>
            </a:extLst>
          </p:cNvPr>
          <p:cNvSpPr>
            <a:spLocks/>
          </p:cNvSpPr>
          <p:nvPr/>
        </p:nvSpPr>
        <p:spPr>
          <a:xfrm>
            <a:off x="7613678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1" name="data_2070">
            <a:extLst>
              <a:ext uri="{FF2B5EF4-FFF2-40B4-BE49-F238E27FC236}">
                <a16:creationId xmlns:a16="http://schemas.microsoft.com/office/drawing/2014/main" id="{F75F78B4-CBF0-4B59-8CBA-C1AF3C55887A}"/>
              </a:ext>
            </a:extLst>
          </p:cNvPr>
          <p:cNvSpPr>
            <a:spLocks/>
          </p:cNvSpPr>
          <p:nvPr/>
        </p:nvSpPr>
        <p:spPr>
          <a:xfrm>
            <a:off x="760736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2" name="data_2071">
            <a:extLst>
              <a:ext uri="{FF2B5EF4-FFF2-40B4-BE49-F238E27FC236}">
                <a16:creationId xmlns:a16="http://schemas.microsoft.com/office/drawing/2014/main" id="{9ED38A9F-9279-4BC8-91DC-72EC893F97ED}"/>
              </a:ext>
            </a:extLst>
          </p:cNvPr>
          <p:cNvSpPr>
            <a:spLocks/>
          </p:cNvSpPr>
          <p:nvPr/>
        </p:nvSpPr>
        <p:spPr>
          <a:xfrm>
            <a:off x="7654897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3" name="data_2072">
            <a:extLst>
              <a:ext uri="{FF2B5EF4-FFF2-40B4-BE49-F238E27FC236}">
                <a16:creationId xmlns:a16="http://schemas.microsoft.com/office/drawing/2014/main" id="{B7B238FD-860C-4098-A472-D5CDA4559CEC}"/>
              </a:ext>
            </a:extLst>
          </p:cNvPr>
          <p:cNvSpPr>
            <a:spLocks/>
          </p:cNvSpPr>
          <p:nvPr/>
        </p:nvSpPr>
        <p:spPr>
          <a:xfrm>
            <a:off x="763442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4" name="data_2073">
            <a:extLst>
              <a:ext uri="{FF2B5EF4-FFF2-40B4-BE49-F238E27FC236}">
                <a16:creationId xmlns:a16="http://schemas.microsoft.com/office/drawing/2014/main" id="{C0C2500B-CBC5-41A9-97AB-B90FEE6C61C4}"/>
              </a:ext>
            </a:extLst>
          </p:cNvPr>
          <p:cNvSpPr>
            <a:spLocks/>
          </p:cNvSpPr>
          <p:nvPr/>
        </p:nvSpPr>
        <p:spPr>
          <a:xfrm>
            <a:off x="7646276" y="249695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5" name="data_2074">
            <a:extLst>
              <a:ext uri="{FF2B5EF4-FFF2-40B4-BE49-F238E27FC236}">
                <a16:creationId xmlns:a16="http://schemas.microsoft.com/office/drawing/2014/main" id="{48E0E1C0-9662-4A0F-A48A-7A8D5634914D}"/>
              </a:ext>
            </a:extLst>
          </p:cNvPr>
          <p:cNvSpPr>
            <a:spLocks/>
          </p:cNvSpPr>
          <p:nvPr/>
        </p:nvSpPr>
        <p:spPr>
          <a:xfrm>
            <a:off x="768672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6" name="data_2075">
            <a:extLst>
              <a:ext uri="{FF2B5EF4-FFF2-40B4-BE49-F238E27FC236}">
                <a16:creationId xmlns:a16="http://schemas.microsoft.com/office/drawing/2014/main" id="{10683145-A8F6-4C92-813D-DA8A3B4BC4B2}"/>
              </a:ext>
            </a:extLst>
          </p:cNvPr>
          <p:cNvSpPr>
            <a:spLocks/>
          </p:cNvSpPr>
          <p:nvPr/>
        </p:nvSpPr>
        <p:spPr>
          <a:xfrm>
            <a:off x="763568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7" name="data_2076">
            <a:extLst>
              <a:ext uri="{FF2B5EF4-FFF2-40B4-BE49-F238E27FC236}">
                <a16:creationId xmlns:a16="http://schemas.microsoft.com/office/drawing/2014/main" id="{B93ADEF6-2FB9-46B0-A93E-7BAFFBDFE5F1}"/>
              </a:ext>
            </a:extLst>
          </p:cNvPr>
          <p:cNvSpPr>
            <a:spLocks/>
          </p:cNvSpPr>
          <p:nvPr/>
        </p:nvSpPr>
        <p:spPr>
          <a:xfrm>
            <a:off x="764019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8" name="data_2077">
            <a:extLst>
              <a:ext uri="{FF2B5EF4-FFF2-40B4-BE49-F238E27FC236}">
                <a16:creationId xmlns:a16="http://schemas.microsoft.com/office/drawing/2014/main" id="{5FEA2A52-D74E-4825-93B9-C24498F50958}"/>
              </a:ext>
            </a:extLst>
          </p:cNvPr>
          <p:cNvSpPr>
            <a:spLocks/>
          </p:cNvSpPr>
          <p:nvPr/>
        </p:nvSpPr>
        <p:spPr>
          <a:xfrm>
            <a:off x="768306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9" name="data_2078">
            <a:extLst>
              <a:ext uri="{FF2B5EF4-FFF2-40B4-BE49-F238E27FC236}">
                <a16:creationId xmlns:a16="http://schemas.microsoft.com/office/drawing/2014/main" id="{31AADB5E-F5EA-44AD-B8F6-A232725C5874}"/>
              </a:ext>
            </a:extLst>
          </p:cNvPr>
          <p:cNvSpPr>
            <a:spLocks/>
          </p:cNvSpPr>
          <p:nvPr/>
        </p:nvSpPr>
        <p:spPr>
          <a:xfrm>
            <a:off x="7624542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0" name="data_2079">
            <a:extLst>
              <a:ext uri="{FF2B5EF4-FFF2-40B4-BE49-F238E27FC236}">
                <a16:creationId xmlns:a16="http://schemas.microsoft.com/office/drawing/2014/main" id="{91C4B9F1-0200-4536-ADE2-88EE889F2486}"/>
              </a:ext>
            </a:extLst>
          </p:cNvPr>
          <p:cNvSpPr>
            <a:spLocks/>
          </p:cNvSpPr>
          <p:nvPr/>
        </p:nvSpPr>
        <p:spPr>
          <a:xfrm>
            <a:off x="7630111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1" name="data_2080">
            <a:extLst>
              <a:ext uri="{FF2B5EF4-FFF2-40B4-BE49-F238E27FC236}">
                <a16:creationId xmlns:a16="http://schemas.microsoft.com/office/drawing/2014/main" id="{146A0277-F5CA-42BD-9487-EEB3F09780C4}"/>
              </a:ext>
            </a:extLst>
          </p:cNvPr>
          <p:cNvSpPr>
            <a:spLocks/>
          </p:cNvSpPr>
          <p:nvPr/>
        </p:nvSpPr>
        <p:spPr>
          <a:xfrm>
            <a:off x="762893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2" name="data_2081">
            <a:extLst>
              <a:ext uri="{FF2B5EF4-FFF2-40B4-BE49-F238E27FC236}">
                <a16:creationId xmlns:a16="http://schemas.microsoft.com/office/drawing/2014/main" id="{FBF6F872-9B74-4507-8A26-D91BDDEC469B}"/>
              </a:ext>
            </a:extLst>
          </p:cNvPr>
          <p:cNvSpPr>
            <a:spLocks/>
          </p:cNvSpPr>
          <p:nvPr/>
        </p:nvSpPr>
        <p:spPr>
          <a:xfrm>
            <a:off x="76933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3" name="data_2082">
            <a:extLst>
              <a:ext uri="{FF2B5EF4-FFF2-40B4-BE49-F238E27FC236}">
                <a16:creationId xmlns:a16="http://schemas.microsoft.com/office/drawing/2014/main" id="{577DB805-BC83-42FB-8A09-A2F4C8BEF3C0}"/>
              </a:ext>
            </a:extLst>
          </p:cNvPr>
          <p:cNvSpPr>
            <a:spLocks/>
          </p:cNvSpPr>
          <p:nvPr/>
        </p:nvSpPr>
        <p:spPr>
          <a:xfrm>
            <a:off x="7608316" y="17862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4" name="data_2083">
            <a:extLst>
              <a:ext uri="{FF2B5EF4-FFF2-40B4-BE49-F238E27FC236}">
                <a16:creationId xmlns:a16="http://schemas.microsoft.com/office/drawing/2014/main" id="{2DE962F2-02BF-49FA-A80F-17C71C745BDD}"/>
              </a:ext>
            </a:extLst>
          </p:cNvPr>
          <p:cNvSpPr>
            <a:spLocks/>
          </p:cNvSpPr>
          <p:nvPr/>
        </p:nvSpPr>
        <p:spPr>
          <a:xfrm>
            <a:off x="7602583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5" name="data_2084">
            <a:extLst>
              <a:ext uri="{FF2B5EF4-FFF2-40B4-BE49-F238E27FC236}">
                <a16:creationId xmlns:a16="http://schemas.microsoft.com/office/drawing/2014/main" id="{2E6ED494-444B-4282-B488-2CBBBF690072}"/>
              </a:ext>
            </a:extLst>
          </p:cNvPr>
          <p:cNvSpPr>
            <a:spLocks/>
          </p:cNvSpPr>
          <p:nvPr/>
        </p:nvSpPr>
        <p:spPr>
          <a:xfrm>
            <a:off x="771669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6" name="data_2085">
            <a:extLst>
              <a:ext uri="{FF2B5EF4-FFF2-40B4-BE49-F238E27FC236}">
                <a16:creationId xmlns:a16="http://schemas.microsoft.com/office/drawing/2014/main" id="{D335B188-2D9F-4E06-A19F-2727177A4F9F}"/>
              </a:ext>
            </a:extLst>
          </p:cNvPr>
          <p:cNvSpPr>
            <a:spLocks/>
          </p:cNvSpPr>
          <p:nvPr/>
        </p:nvSpPr>
        <p:spPr>
          <a:xfrm>
            <a:off x="7703524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7" name="data_2086">
            <a:extLst>
              <a:ext uri="{FF2B5EF4-FFF2-40B4-BE49-F238E27FC236}">
                <a16:creationId xmlns:a16="http://schemas.microsoft.com/office/drawing/2014/main" id="{93DE4BA4-6B61-4A01-A517-48E3A78E3CA7}"/>
              </a:ext>
            </a:extLst>
          </p:cNvPr>
          <p:cNvSpPr>
            <a:spLocks/>
          </p:cNvSpPr>
          <p:nvPr/>
        </p:nvSpPr>
        <p:spPr>
          <a:xfrm>
            <a:off x="7634647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8" name="data_2087">
            <a:extLst>
              <a:ext uri="{FF2B5EF4-FFF2-40B4-BE49-F238E27FC236}">
                <a16:creationId xmlns:a16="http://schemas.microsoft.com/office/drawing/2014/main" id="{DFA45DE8-6045-450F-A44F-43054273BD55}"/>
              </a:ext>
            </a:extLst>
          </p:cNvPr>
          <p:cNvSpPr>
            <a:spLocks/>
          </p:cNvSpPr>
          <p:nvPr/>
        </p:nvSpPr>
        <p:spPr>
          <a:xfrm>
            <a:off x="7653385" y="175868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9" name="data_2088">
            <a:extLst>
              <a:ext uri="{FF2B5EF4-FFF2-40B4-BE49-F238E27FC236}">
                <a16:creationId xmlns:a16="http://schemas.microsoft.com/office/drawing/2014/main" id="{8778F3E4-019A-4C65-9BF4-91D2462E2255}"/>
              </a:ext>
            </a:extLst>
          </p:cNvPr>
          <p:cNvSpPr>
            <a:spLocks/>
          </p:cNvSpPr>
          <p:nvPr/>
        </p:nvSpPr>
        <p:spPr>
          <a:xfrm>
            <a:off x="767421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0" name="data_2089">
            <a:extLst>
              <a:ext uri="{FF2B5EF4-FFF2-40B4-BE49-F238E27FC236}">
                <a16:creationId xmlns:a16="http://schemas.microsoft.com/office/drawing/2014/main" id="{03F74D86-7E10-4A03-B2B2-347FE74AF29A}"/>
              </a:ext>
            </a:extLst>
          </p:cNvPr>
          <p:cNvSpPr>
            <a:spLocks/>
          </p:cNvSpPr>
          <p:nvPr/>
        </p:nvSpPr>
        <p:spPr>
          <a:xfrm>
            <a:off x="760401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1" name="data_2090">
            <a:extLst>
              <a:ext uri="{FF2B5EF4-FFF2-40B4-BE49-F238E27FC236}">
                <a16:creationId xmlns:a16="http://schemas.microsoft.com/office/drawing/2014/main" id="{DDEB2A05-4DC9-4608-B8D8-066D4474A7DA}"/>
              </a:ext>
            </a:extLst>
          </p:cNvPr>
          <p:cNvSpPr>
            <a:spLocks/>
          </p:cNvSpPr>
          <p:nvPr/>
        </p:nvSpPr>
        <p:spPr>
          <a:xfrm>
            <a:off x="7606804" y="2245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2" name="data_2091">
            <a:extLst>
              <a:ext uri="{FF2B5EF4-FFF2-40B4-BE49-F238E27FC236}">
                <a16:creationId xmlns:a16="http://schemas.microsoft.com/office/drawing/2014/main" id="{CCB1BCD2-6C97-496F-A710-02543E6791AB}"/>
              </a:ext>
            </a:extLst>
          </p:cNvPr>
          <p:cNvSpPr>
            <a:spLocks/>
          </p:cNvSpPr>
          <p:nvPr/>
        </p:nvSpPr>
        <p:spPr>
          <a:xfrm>
            <a:off x="7706405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3" name="data_2092">
            <a:extLst>
              <a:ext uri="{FF2B5EF4-FFF2-40B4-BE49-F238E27FC236}">
                <a16:creationId xmlns:a16="http://schemas.microsoft.com/office/drawing/2014/main" id="{857DB3B7-E623-4B4E-BD51-E1C80CF1A209}"/>
              </a:ext>
            </a:extLst>
          </p:cNvPr>
          <p:cNvSpPr>
            <a:spLocks/>
          </p:cNvSpPr>
          <p:nvPr/>
        </p:nvSpPr>
        <p:spPr>
          <a:xfrm>
            <a:off x="764374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4" name="data_2093">
            <a:extLst>
              <a:ext uri="{FF2B5EF4-FFF2-40B4-BE49-F238E27FC236}">
                <a16:creationId xmlns:a16="http://schemas.microsoft.com/office/drawing/2014/main" id="{A9FF825A-4B05-4B85-A2A8-29698489DE63}"/>
              </a:ext>
            </a:extLst>
          </p:cNvPr>
          <p:cNvSpPr>
            <a:spLocks/>
          </p:cNvSpPr>
          <p:nvPr/>
        </p:nvSpPr>
        <p:spPr>
          <a:xfrm>
            <a:off x="768172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5" name="data_2094">
            <a:extLst>
              <a:ext uri="{FF2B5EF4-FFF2-40B4-BE49-F238E27FC236}">
                <a16:creationId xmlns:a16="http://schemas.microsoft.com/office/drawing/2014/main" id="{9D1E1C36-A90A-46C3-AF21-EDD3E3AA14D5}"/>
              </a:ext>
            </a:extLst>
          </p:cNvPr>
          <p:cNvSpPr>
            <a:spLocks/>
          </p:cNvSpPr>
          <p:nvPr/>
        </p:nvSpPr>
        <p:spPr>
          <a:xfrm>
            <a:off x="765747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6" name="data_2095">
            <a:extLst>
              <a:ext uri="{FF2B5EF4-FFF2-40B4-BE49-F238E27FC236}">
                <a16:creationId xmlns:a16="http://schemas.microsoft.com/office/drawing/2014/main" id="{670D779A-7867-4BA7-B762-8530D3B81840}"/>
              </a:ext>
            </a:extLst>
          </p:cNvPr>
          <p:cNvSpPr>
            <a:spLocks/>
          </p:cNvSpPr>
          <p:nvPr/>
        </p:nvSpPr>
        <p:spPr>
          <a:xfrm>
            <a:off x="771324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7" name="data_2096">
            <a:extLst>
              <a:ext uri="{FF2B5EF4-FFF2-40B4-BE49-F238E27FC236}">
                <a16:creationId xmlns:a16="http://schemas.microsoft.com/office/drawing/2014/main" id="{A64B2185-ECCF-43E2-966D-3F3454BB8415}"/>
              </a:ext>
            </a:extLst>
          </p:cNvPr>
          <p:cNvSpPr>
            <a:spLocks/>
          </p:cNvSpPr>
          <p:nvPr/>
        </p:nvSpPr>
        <p:spPr>
          <a:xfrm>
            <a:off x="760839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8" name="data_2097">
            <a:extLst>
              <a:ext uri="{FF2B5EF4-FFF2-40B4-BE49-F238E27FC236}">
                <a16:creationId xmlns:a16="http://schemas.microsoft.com/office/drawing/2014/main" id="{EFE3BBAC-38DE-4C4E-A13E-C3EF7F205E56}"/>
              </a:ext>
            </a:extLst>
          </p:cNvPr>
          <p:cNvSpPr>
            <a:spLocks/>
          </p:cNvSpPr>
          <p:nvPr/>
        </p:nvSpPr>
        <p:spPr>
          <a:xfrm>
            <a:off x="7633347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9" name="data_2098">
            <a:extLst>
              <a:ext uri="{FF2B5EF4-FFF2-40B4-BE49-F238E27FC236}">
                <a16:creationId xmlns:a16="http://schemas.microsoft.com/office/drawing/2014/main" id="{58929218-8CEC-4112-B331-A871F0996323}"/>
              </a:ext>
            </a:extLst>
          </p:cNvPr>
          <p:cNvSpPr>
            <a:spLocks/>
          </p:cNvSpPr>
          <p:nvPr/>
        </p:nvSpPr>
        <p:spPr>
          <a:xfrm>
            <a:off x="770070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0" name="data_2099">
            <a:extLst>
              <a:ext uri="{FF2B5EF4-FFF2-40B4-BE49-F238E27FC236}">
                <a16:creationId xmlns:a16="http://schemas.microsoft.com/office/drawing/2014/main" id="{F00111F7-B9D5-4860-8BA9-140AAAF87AB6}"/>
              </a:ext>
            </a:extLst>
          </p:cNvPr>
          <p:cNvSpPr>
            <a:spLocks/>
          </p:cNvSpPr>
          <p:nvPr/>
        </p:nvSpPr>
        <p:spPr>
          <a:xfrm>
            <a:off x="7687637" y="23247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1" name="data_2100">
            <a:extLst>
              <a:ext uri="{FF2B5EF4-FFF2-40B4-BE49-F238E27FC236}">
                <a16:creationId xmlns:a16="http://schemas.microsoft.com/office/drawing/2014/main" id="{93153759-31C7-4AC7-BF8A-F3C8A9C3EDE5}"/>
              </a:ext>
            </a:extLst>
          </p:cNvPr>
          <p:cNvSpPr>
            <a:spLocks/>
          </p:cNvSpPr>
          <p:nvPr/>
        </p:nvSpPr>
        <p:spPr>
          <a:xfrm>
            <a:off x="763981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2" name="data_2101">
            <a:extLst>
              <a:ext uri="{FF2B5EF4-FFF2-40B4-BE49-F238E27FC236}">
                <a16:creationId xmlns:a16="http://schemas.microsoft.com/office/drawing/2014/main" id="{39DA104B-0B57-482D-A070-3ADAED5863DA}"/>
              </a:ext>
            </a:extLst>
          </p:cNvPr>
          <p:cNvSpPr>
            <a:spLocks/>
          </p:cNvSpPr>
          <p:nvPr/>
        </p:nvSpPr>
        <p:spPr>
          <a:xfrm>
            <a:off x="7647299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3" name="data_2102">
            <a:extLst>
              <a:ext uri="{FF2B5EF4-FFF2-40B4-BE49-F238E27FC236}">
                <a16:creationId xmlns:a16="http://schemas.microsoft.com/office/drawing/2014/main" id="{B2570823-BF81-4C76-959A-70C71FEFF665}"/>
              </a:ext>
            </a:extLst>
          </p:cNvPr>
          <p:cNvSpPr>
            <a:spLocks/>
          </p:cNvSpPr>
          <p:nvPr/>
        </p:nvSpPr>
        <p:spPr>
          <a:xfrm>
            <a:off x="766633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4" name="data_2103">
            <a:extLst>
              <a:ext uri="{FF2B5EF4-FFF2-40B4-BE49-F238E27FC236}">
                <a16:creationId xmlns:a16="http://schemas.microsoft.com/office/drawing/2014/main" id="{8836D6A7-3FE1-4DEA-B754-824E2DCCA752}"/>
              </a:ext>
            </a:extLst>
          </p:cNvPr>
          <p:cNvSpPr>
            <a:spLocks/>
          </p:cNvSpPr>
          <p:nvPr/>
        </p:nvSpPr>
        <p:spPr>
          <a:xfrm>
            <a:off x="767560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5" name="data_2104">
            <a:extLst>
              <a:ext uri="{FF2B5EF4-FFF2-40B4-BE49-F238E27FC236}">
                <a16:creationId xmlns:a16="http://schemas.microsoft.com/office/drawing/2014/main" id="{DA4F36FE-D049-4500-9389-1C722EE0C3E8}"/>
              </a:ext>
            </a:extLst>
          </p:cNvPr>
          <p:cNvSpPr>
            <a:spLocks/>
          </p:cNvSpPr>
          <p:nvPr/>
        </p:nvSpPr>
        <p:spPr>
          <a:xfrm>
            <a:off x="7634138" y="210485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6" name="data_2105">
            <a:extLst>
              <a:ext uri="{FF2B5EF4-FFF2-40B4-BE49-F238E27FC236}">
                <a16:creationId xmlns:a16="http://schemas.microsoft.com/office/drawing/2014/main" id="{F1DCA577-C9D3-44A3-B285-9B4B1DE92686}"/>
              </a:ext>
            </a:extLst>
          </p:cNvPr>
          <p:cNvSpPr>
            <a:spLocks/>
          </p:cNvSpPr>
          <p:nvPr/>
        </p:nvSpPr>
        <p:spPr>
          <a:xfrm>
            <a:off x="7631538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7" name="data_2106">
            <a:extLst>
              <a:ext uri="{FF2B5EF4-FFF2-40B4-BE49-F238E27FC236}">
                <a16:creationId xmlns:a16="http://schemas.microsoft.com/office/drawing/2014/main" id="{E9ED6D17-0B7E-4294-8B43-0BAAFA46D85C}"/>
              </a:ext>
            </a:extLst>
          </p:cNvPr>
          <p:cNvSpPr>
            <a:spLocks/>
          </p:cNvSpPr>
          <p:nvPr/>
        </p:nvSpPr>
        <p:spPr>
          <a:xfrm>
            <a:off x="7663476" y="24510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8" name="data_2107">
            <a:extLst>
              <a:ext uri="{FF2B5EF4-FFF2-40B4-BE49-F238E27FC236}">
                <a16:creationId xmlns:a16="http://schemas.microsoft.com/office/drawing/2014/main" id="{69CA8943-DD7A-4A68-B01E-091A0204BA81}"/>
              </a:ext>
            </a:extLst>
          </p:cNvPr>
          <p:cNvSpPr>
            <a:spLocks/>
          </p:cNvSpPr>
          <p:nvPr/>
        </p:nvSpPr>
        <p:spPr>
          <a:xfrm>
            <a:off x="766892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9" name="data_2108">
            <a:extLst>
              <a:ext uri="{FF2B5EF4-FFF2-40B4-BE49-F238E27FC236}">
                <a16:creationId xmlns:a16="http://schemas.microsoft.com/office/drawing/2014/main" id="{BA8A0136-86A9-4056-8970-10486ABD379C}"/>
              </a:ext>
            </a:extLst>
          </p:cNvPr>
          <p:cNvSpPr>
            <a:spLocks/>
          </p:cNvSpPr>
          <p:nvPr/>
        </p:nvSpPr>
        <p:spPr>
          <a:xfrm>
            <a:off x="760417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0" name="data_2109">
            <a:extLst>
              <a:ext uri="{FF2B5EF4-FFF2-40B4-BE49-F238E27FC236}">
                <a16:creationId xmlns:a16="http://schemas.microsoft.com/office/drawing/2014/main" id="{E70EC071-DB53-4332-B501-23A81850E054}"/>
              </a:ext>
            </a:extLst>
          </p:cNvPr>
          <p:cNvSpPr>
            <a:spLocks/>
          </p:cNvSpPr>
          <p:nvPr/>
        </p:nvSpPr>
        <p:spPr>
          <a:xfrm>
            <a:off x="760814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1" name="data_2110">
            <a:extLst>
              <a:ext uri="{FF2B5EF4-FFF2-40B4-BE49-F238E27FC236}">
                <a16:creationId xmlns:a16="http://schemas.microsoft.com/office/drawing/2014/main" id="{34ECD734-A1FA-447F-A386-9A9946E7AEE8}"/>
              </a:ext>
            </a:extLst>
          </p:cNvPr>
          <p:cNvSpPr>
            <a:spLocks/>
          </p:cNvSpPr>
          <p:nvPr/>
        </p:nvSpPr>
        <p:spPr>
          <a:xfrm>
            <a:off x="763358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2" name="data_2111">
            <a:extLst>
              <a:ext uri="{FF2B5EF4-FFF2-40B4-BE49-F238E27FC236}">
                <a16:creationId xmlns:a16="http://schemas.microsoft.com/office/drawing/2014/main" id="{CFEE02D5-7BEC-49EA-AFCD-17832FF016B3}"/>
              </a:ext>
            </a:extLst>
          </p:cNvPr>
          <p:cNvSpPr>
            <a:spLocks/>
          </p:cNvSpPr>
          <p:nvPr/>
        </p:nvSpPr>
        <p:spPr>
          <a:xfrm>
            <a:off x="759878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3" name="data_2112">
            <a:extLst>
              <a:ext uri="{FF2B5EF4-FFF2-40B4-BE49-F238E27FC236}">
                <a16:creationId xmlns:a16="http://schemas.microsoft.com/office/drawing/2014/main" id="{7F98730B-5C0E-4D37-A49A-0027B8D19A90}"/>
              </a:ext>
            </a:extLst>
          </p:cNvPr>
          <p:cNvSpPr>
            <a:spLocks/>
          </p:cNvSpPr>
          <p:nvPr/>
        </p:nvSpPr>
        <p:spPr>
          <a:xfrm>
            <a:off x="769628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4" name="data_2113">
            <a:extLst>
              <a:ext uri="{FF2B5EF4-FFF2-40B4-BE49-F238E27FC236}">
                <a16:creationId xmlns:a16="http://schemas.microsoft.com/office/drawing/2014/main" id="{B5E7C410-66D6-4C9C-ADAD-F37A073BFCE4}"/>
              </a:ext>
            </a:extLst>
          </p:cNvPr>
          <p:cNvSpPr>
            <a:spLocks/>
          </p:cNvSpPr>
          <p:nvPr/>
        </p:nvSpPr>
        <p:spPr>
          <a:xfrm>
            <a:off x="7683350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5" name="data_2114">
            <a:extLst>
              <a:ext uri="{FF2B5EF4-FFF2-40B4-BE49-F238E27FC236}">
                <a16:creationId xmlns:a16="http://schemas.microsoft.com/office/drawing/2014/main" id="{656F9743-0B87-41BE-A129-ADA557081C78}"/>
              </a:ext>
            </a:extLst>
          </p:cNvPr>
          <p:cNvSpPr>
            <a:spLocks/>
          </p:cNvSpPr>
          <p:nvPr/>
        </p:nvSpPr>
        <p:spPr>
          <a:xfrm>
            <a:off x="7627948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6" name="data_2115">
            <a:extLst>
              <a:ext uri="{FF2B5EF4-FFF2-40B4-BE49-F238E27FC236}">
                <a16:creationId xmlns:a16="http://schemas.microsoft.com/office/drawing/2014/main" id="{ADCE1669-956E-473A-A9CE-7B0AAC4284E4}"/>
              </a:ext>
            </a:extLst>
          </p:cNvPr>
          <p:cNvSpPr>
            <a:spLocks/>
          </p:cNvSpPr>
          <p:nvPr/>
        </p:nvSpPr>
        <p:spPr>
          <a:xfrm>
            <a:off x="770237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7" name="data_2116">
            <a:extLst>
              <a:ext uri="{FF2B5EF4-FFF2-40B4-BE49-F238E27FC236}">
                <a16:creationId xmlns:a16="http://schemas.microsoft.com/office/drawing/2014/main" id="{F4E3108B-C565-44E5-891D-935AE3535F5B}"/>
              </a:ext>
            </a:extLst>
          </p:cNvPr>
          <p:cNvSpPr>
            <a:spLocks/>
          </p:cNvSpPr>
          <p:nvPr/>
        </p:nvSpPr>
        <p:spPr>
          <a:xfrm>
            <a:off x="759970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8" name="data_2117">
            <a:extLst>
              <a:ext uri="{FF2B5EF4-FFF2-40B4-BE49-F238E27FC236}">
                <a16:creationId xmlns:a16="http://schemas.microsoft.com/office/drawing/2014/main" id="{7CABDAF8-62FF-4AF7-90C0-F2BA79C4CFAD}"/>
              </a:ext>
            </a:extLst>
          </p:cNvPr>
          <p:cNvSpPr>
            <a:spLocks/>
          </p:cNvSpPr>
          <p:nvPr/>
        </p:nvSpPr>
        <p:spPr>
          <a:xfrm>
            <a:off x="7649368" y="217544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9" name="data_2118">
            <a:extLst>
              <a:ext uri="{FF2B5EF4-FFF2-40B4-BE49-F238E27FC236}">
                <a16:creationId xmlns:a16="http://schemas.microsoft.com/office/drawing/2014/main" id="{F55DF35E-AD47-4352-B2D2-D140EFBD6252}"/>
              </a:ext>
            </a:extLst>
          </p:cNvPr>
          <p:cNvSpPr>
            <a:spLocks/>
          </p:cNvSpPr>
          <p:nvPr/>
        </p:nvSpPr>
        <p:spPr>
          <a:xfrm>
            <a:off x="762773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0" name="data_2119">
            <a:extLst>
              <a:ext uri="{FF2B5EF4-FFF2-40B4-BE49-F238E27FC236}">
                <a16:creationId xmlns:a16="http://schemas.microsoft.com/office/drawing/2014/main" id="{D297A95D-6DA7-4AB7-B327-EAB5903BA974}"/>
              </a:ext>
            </a:extLst>
          </p:cNvPr>
          <p:cNvSpPr>
            <a:spLocks/>
          </p:cNvSpPr>
          <p:nvPr/>
        </p:nvSpPr>
        <p:spPr>
          <a:xfrm>
            <a:off x="764988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1" name="data_2120">
            <a:extLst>
              <a:ext uri="{FF2B5EF4-FFF2-40B4-BE49-F238E27FC236}">
                <a16:creationId xmlns:a16="http://schemas.microsoft.com/office/drawing/2014/main" id="{A1C5C7F5-8A5E-4D0F-BF5E-9AD8FB2D0BA0}"/>
              </a:ext>
            </a:extLst>
          </p:cNvPr>
          <p:cNvSpPr>
            <a:spLocks/>
          </p:cNvSpPr>
          <p:nvPr/>
        </p:nvSpPr>
        <p:spPr>
          <a:xfrm>
            <a:off x="763842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2" name="data_2121">
            <a:extLst>
              <a:ext uri="{FF2B5EF4-FFF2-40B4-BE49-F238E27FC236}">
                <a16:creationId xmlns:a16="http://schemas.microsoft.com/office/drawing/2014/main" id="{1FCA4D64-E5C4-488B-9A33-24142C58B813}"/>
              </a:ext>
            </a:extLst>
          </p:cNvPr>
          <p:cNvSpPr>
            <a:spLocks/>
          </p:cNvSpPr>
          <p:nvPr/>
        </p:nvSpPr>
        <p:spPr>
          <a:xfrm>
            <a:off x="765412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3" name="data_2122">
            <a:extLst>
              <a:ext uri="{FF2B5EF4-FFF2-40B4-BE49-F238E27FC236}">
                <a16:creationId xmlns:a16="http://schemas.microsoft.com/office/drawing/2014/main" id="{D060B1D5-A015-4CD5-9F3D-DE6F4B97CBDD}"/>
              </a:ext>
            </a:extLst>
          </p:cNvPr>
          <p:cNvSpPr>
            <a:spLocks/>
          </p:cNvSpPr>
          <p:nvPr/>
        </p:nvSpPr>
        <p:spPr>
          <a:xfrm>
            <a:off x="765713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4" name="data_2123">
            <a:extLst>
              <a:ext uri="{FF2B5EF4-FFF2-40B4-BE49-F238E27FC236}">
                <a16:creationId xmlns:a16="http://schemas.microsoft.com/office/drawing/2014/main" id="{0864937D-A87F-41E8-8E3A-D257F21EEDF6}"/>
              </a:ext>
            </a:extLst>
          </p:cNvPr>
          <p:cNvSpPr>
            <a:spLocks/>
          </p:cNvSpPr>
          <p:nvPr/>
        </p:nvSpPr>
        <p:spPr>
          <a:xfrm>
            <a:off x="764738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5" name="data_2124">
            <a:extLst>
              <a:ext uri="{FF2B5EF4-FFF2-40B4-BE49-F238E27FC236}">
                <a16:creationId xmlns:a16="http://schemas.microsoft.com/office/drawing/2014/main" id="{88E65448-F824-45B5-BDBB-1C7A871CD118}"/>
              </a:ext>
            </a:extLst>
          </p:cNvPr>
          <p:cNvSpPr>
            <a:spLocks/>
          </p:cNvSpPr>
          <p:nvPr/>
        </p:nvSpPr>
        <p:spPr>
          <a:xfrm>
            <a:off x="762824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6" name="data_2125">
            <a:extLst>
              <a:ext uri="{FF2B5EF4-FFF2-40B4-BE49-F238E27FC236}">
                <a16:creationId xmlns:a16="http://schemas.microsoft.com/office/drawing/2014/main" id="{60E16481-E535-4CA0-8E6F-ED6E2E1E57BE}"/>
              </a:ext>
            </a:extLst>
          </p:cNvPr>
          <p:cNvSpPr>
            <a:spLocks/>
          </p:cNvSpPr>
          <p:nvPr/>
        </p:nvSpPr>
        <p:spPr>
          <a:xfrm>
            <a:off x="7714983" y="267557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7" name="data_2126">
            <a:extLst>
              <a:ext uri="{FF2B5EF4-FFF2-40B4-BE49-F238E27FC236}">
                <a16:creationId xmlns:a16="http://schemas.microsoft.com/office/drawing/2014/main" id="{CB5A2F4E-0148-477D-AA02-633199BBF4E4}"/>
              </a:ext>
            </a:extLst>
          </p:cNvPr>
          <p:cNvSpPr>
            <a:spLocks/>
          </p:cNvSpPr>
          <p:nvPr/>
        </p:nvSpPr>
        <p:spPr>
          <a:xfrm>
            <a:off x="768550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8" name="data_2127">
            <a:extLst>
              <a:ext uri="{FF2B5EF4-FFF2-40B4-BE49-F238E27FC236}">
                <a16:creationId xmlns:a16="http://schemas.microsoft.com/office/drawing/2014/main" id="{A8F910AA-03EC-4865-9D31-FDB280AF9440}"/>
              </a:ext>
            </a:extLst>
          </p:cNvPr>
          <p:cNvSpPr>
            <a:spLocks/>
          </p:cNvSpPr>
          <p:nvPr/>
        </p:nvSpPr>
        <p:spPr>
          <a:xfrm>
            <a:off x="76001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9" name="data_2128">
            <a:extLst>
              <a:ext uri="{FF2B5EF4-FFF2-40B4-BE49-F238E27FC236}">
                <a16:creationId xmlns:a16="http://schemas.microsoft.com/office/drawing/2014/main" id="{6D523718-1BB7-43C5-929E-E6253837EABA}"/>
              </a:ext>
            </a:extLst>
          </p:cNvPr>
          <p:cNvSpPr>
            <a:spLocks/>
          </p:cNvSpPr>
          <p:nvPr/>
        </p:nvSpPr>
        <p:spPr>
          <a:xfrm>
            <a:off x="763148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0" name="data_2129">
            <a:extLst>
              <a:ext uri="{FF2B5EF4-FFF2-40B4-BE49-F238E27FC236}">
                <a16:creationId xmlns:a16="http://schemas.microsoft.com/office/drawing/2014/main" id="{8856898C-E331-4EFE-B711-CF919F1A4762}"/>
              </a:ext>
            </a:extLst>
          </p:cNvPr>
          <p:cNvSpPr>
            <a:spLocks/>
          </p:cNvSpPr>
          <p:nvPr/>
        </p:nvSpPr>
        <p:spPr>
          <a:xfrm>
            <a:off x="7663039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1" name="data_2130">
            <a:extLst>
              <a:ext uri="{FF2B5EF4-FFF2-40B4-BE49-F238E27FC236}">
                <a16:creationId xmlns:a16="http://schemas.microsoft.com/office/drawing/2014/main" id="{4D952EC3-73A7-4A1D-BF8E-942B4F6729C5}"/>
              </a:ext>
            </a:extLst>
          </p:cNvPr>
          <p:cNvSpPr>
            <a:spLocks/>
          </p:cNvSpPr>
          <p:nvPr/>
        </p:nvSpPr>
        <p:spPr>
          <a:xfrm>
            <a:off x="761899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2" name="data_2131">
            <a:extLst>
              <a:ext uri="{FF2B5EF4-FFF2-40B4-BE49-F238E27FC236}">
                <a16:creationId xmlns:a16="http://schemas.microsoft.com/office/drawing/2014/main" id="{D1E2FD45-F479-4339-9F9D-52269C21B465}"/>
              </a:ext>
            </a:extLst>
          </p:cNvPr>
          <p:cNvSpPr>
            <a:spLocks/>
          </p:cNvSpPr>
          <p:nvPr/>
        </p:nvSpPr>
        <p:spPr>
          <a:xfrm>
            <a:off x="7703848" y="182921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3" name="data_2132">
            <a:extLst>
              <a:ext uri="{FF2B5EF4-FFF2-40B4-BE49-F238E27FC236}">
                <a16:creationId xmlns:a16="http://schemas.microsoft.com/office/drawing/2014/main" id="{873BA198-88F2-41A1-A216-8F892D73033E}"/>
              </a:ext>
            </a:extLst>
          </p:cNvPr>
          <p:cNvSpPr>
            <a:spLocks/>
          </p:cNvSpPr>
          <p:nvPr/>
        </p:nvSpPr>
        <p:spPr>
          <a:xfrm>
            <a:off x="7683644" y="21585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4" name="data_2133">
            <a:extLst>
              <a:ext uri="{FF2B5EF4-FFF2-40B4-BE49-F238E27FC236}">
                <a16:creationId xmlns:a16="http://schemas.microsoft.com/office/drawing/2014/main" id="{FD37AA5A-6631-47C8-B78D-B3230AF5704B}"/>
              </a:ext>
            </a:extLst>
          </p:cNvPr>
          <p:cNvSpPr>
            <a:spLocks/>
          </p:cNvSpPr>
          <p:nvPr/>
        </p:nvSpPr>
        <p:spPr>
          <a:xfrm>
            <a:off x="768443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5" name="data_2134">
            <a:extLst>
              <a:ext uri="{FF2B5EF4-FFF2-40B4-BE49-F238E27FC236}">
                <a16:creationId xmlns:a16="http://schemas.microsoft.com/office/drawing/2014/main" id="{91A75C3A-6988-4A82-9F81-D2F59201052A}"/>
              </a:ext>
            </a:extLst>
          </p:cNvPr>
          <p:cNvSpPr>
            <a:spLocks/>
          </p:cNvSpPr>
          <p:nvPr/>
        </p:nvSpPr>
        <p:spPr>
          <a:xfrm>
            <a:off x="769623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6" name="data_2135">
            <a:extLst>
              <a:ext uri="{FF2B5EF4-FFF2-40B4-BE49-F238E27FC236}">
                <a16:creationId xmlns:a16="http://schemas.microsoft.com/office/drawing/2014/main" id="{D959D66B-5A0B-4DE7-9A16-4ED185F22807}"/>
              </a:ext>
            </a:extLst>
          </p:cNvPr>
          <p:cNvSpPr>
            <a:spLocks/>
          </p:cNvSpPr>
          <p:nvPr/>
        </p:nvSpPr>
        <p:spPr>
          <a:xfrm>
            <a:off x="76330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7" name="data_2136">
            <a:extLst>
              <a:ext uri="{FF2B5EF4-FFF2-40B4-BE49-F238E27FC236}">
                <a16:creationId xmlns:a16="http://schemas.microsoft.com/office/drawing/2014/main" id="{C918D775-AE50-4C9F-A6EF-802E412976F1}"/>
              </a:ext>
            </a:extLst>
          </p:cNvPr>
          <p:cNvSpPr>
            <a:spLocks/>
          </p:cNvSpPr>
          <p:nvPr/>
        </p:nvSpPr>
        <p:spPr>
          <a:xfrm>
            <a:off x="7644901" y="23362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8" name="data_2137">
            <a:extLst>
              <a:ext uri="{FF2B5EF4-FFF2-40B4-BE49-F238E27FC236}">
                <a16:creationId xmlns:a16="http://schemas.microsoft.com/office/drawing/2014/main" id="{4A4CE7F8-379D-4A7A-8882-C8A8F2F66B9C}"/>
              </a:ext>
            </a:extLst>
          </p:cNvPr>
          <p:cNvSpPr>
            <a:spLocks/>
          </p:cNvSpPr>
          <p:nvPr/>
        </p:nvSpPr>
        <p:spPr>
          <a:xfrm>
            <a:off x="760888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9" name="data_2138">
            <a:extLst>
              <a:ext uri="{FF2B5EF4-FFF2-40B4-BE49-F238E27FC236}">
                <a16:creationId xmlns:a16="http://schemas.microsoft.com/office/drawing/2014/main" id="{47706A1A-F947-40A6-9BD2-C113E7522524}"/>
              </a:ext>
            </a:extLst>
          </p:cNvPr>
          <p:cNvSpPr>
            <a:spLocks/>
          </p:cNvSpPr>
          <p:nvPr/>
        </p:nvSpPr>
        <p:spPr>
          <a:xfrm>
            <a:off x="7615916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0" name="data_2139">
            <a:extLst>
              <a:ext uri="{FF2B5EF4-FFF2-40B4-BE49-F238E27FC236}">
                <a16:creationId xmlns:a16="http://schemas.microsoft.com/office/drawing/2014/main" id="{00D94AC3-61B3-4CCF-8BF7-48DD3EF1DCC7}"/>
              </a:ext>
            </a:extLst>
          </p:cNvPr>
          <p:cNvSpPr>
            <a:spLocks/>
          </p:cNvSpPr>
          <p:nvPr/>
        </p:nvSpPr>
        <p:spPr>
          <a:xfrm>
            <a:off x="765140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1" name="data_2140">
            <a:extLst>
              <a:ext uri="{FF2B5EF4-FFF2-40B4-BE49-F238E27FC236}">
                <a16:creationId xmlns:a16="http://schemas.microsoft.com/office/drawing/2014/main" id="{F48C720E-CBE5-45CD-B1E2-FA69D57266E5}"/>
              </a:ext>
            </a:extLst>
          </p:cNvPr>
          <p:cNvSpPr>
            <a:spLocks/>
          </p:cNvSpPr>
          <p:nvPr/>
        </p:nvSpPr>
        <p:spPr>
          <a:xfrm>
            <a:off x="765736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2" name="data_2141">
            <a:extLst>
              <a:ext uri="{FF2B5EF4-FFF2-40B4-BE49-F238E27FC236}">
                <a16:creationId xmlns:a16="http://schemas.microsoft.com/office/drawing/2014/main" id="{FEF30958-3779-47B9-A0D0-49CDDCC11BD0}"/>
              </a:ext>
            </a:extLst>
          </p:cNvPr>
          <p:cNvSpPr>
            <a:spLocks/>
          </p:cNvSpPr>
          <p:nvPr/>
        </p:nvSpPr>
        <p:spPr>
          <a:xfrm>
            <a:off x="7676537" y="24005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3" name="data_2142">
            <a:extLst>
              <a:ext uri="{FF2B5EF4-FFF2-40B4-BE49-F238E27FC236}">
                <a16:creationId xmlns:a16="http://schemas.microsoft.com/office/drawing/2014/main" id="{05521CC8-55D0-490F-8AB6-2DF4F897FB5F}"/>
              </a:ext>
            </a:extLst>
          </p:cNvPr>
          <p:cNvSpPr>
            <a:spLocks/>
          </p:cNvSpPr>
          <p:nvPr/>
        </p:nvSpPr>
        <p:spPr>
          <a:xfrm>
            <a:off x="7673669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4" name="data_2143">
            <a:extLst>
              <a:ext uri="{FF2B5EF4-FFF2-40B4-BE49-F238E27FC236}">
                <a16:creationId xmlns:a16="http://schemas.microsoft.com/office/drawing/2014/main" id="{B9592EE7-1A14-4744-BD6A-EB44A1C71EF8}"/>
              </a:ext>
            </a:extLst>
          </p:cNvPr>
          <p:cNvSpPr>
            <a:spLocks/>
          </p:cNvSpPr>
          <p:nvPr/>
        </p:nvSpPr>
        <p:spPr>
          <a:xfrm>
            <a:off x="7713443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5" name="data_2144">
            <a:extLst>
              <a:ext uri="{FF2B5EF4-FFF2-40B4-BE49-F238E27FC236}">
                <a16:creationId xmlns:a16="http://schemas.microsoft.com/office/drawing/2014/main" id="{0A9BA67D-93FC-469A-909C-C7D4619B99DE}"/>
              </a:ext>
            </a:extLst>
          </p:cNvPr>
          <p:cNvSpPr>
            <a:spLocks/>
          </p:cNvSpPr>
          <p:nvPr/>
        </p:nvSpPr>
        <p:spPr>
          <a:xfrm>
            <a:off x="7645671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6" name="data_2145">
            <a:extLst>
              <a:ext uri="{FF2B5EF4-FFF2-40B4-BE49-F238E27FC236}">
                <a16:creationId xmlns:a16="http://schemas.microsoft.com/office/drawing/2014/main" id="{E1005866-2EFE-453F-9B71-718724074572}"/>
              </a:ext>
            </a:extLst>
          </p:cNvPr>
          <p:cNvSpPr>
            <a:spLocks/>
          </p:cNvSpPr>
          <p:nvPr/>
        </p:nvSpPr>
        <p:spPr>
          <a:xfrm>
            <a:off x="7614671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7" name="data_2146">
            <a:extLst>
              <a:ext uri="{FF2B5EF4-FFF2-40B4-BE49-F238E27FC236}">
                <a16:creationId xmlns:a16="http://schemas.microsoft.com/office/drawing/2014/main" id="{3BE40360-23F3-4AA3-B7DA-94602D0459E3}"/>
              </a:ext>
            </a:extLst>
          </p:cNvPr>
          <p:cNvSpPr>
            <a:spLocks/>
          </p:cNvSpPr>
          <p:nvPr/>
        </p:nvSpPr>
        <p:spPr>
          <a:xfrm>
            <a:off x="763610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8" name="data_2147">
            <a:extLst>
              <a:ext uri="{FF2B5EF4-FFF2-40B4-BE49-F238E27FC236}">
                <a16:creationId xmlns:a16="http://schemas.microsoft.com/office/drawing/2014/main" id="{87FF71C9-034D-4F57-9EBA-358FDBD5418C}"/>
              </a:ext>
            </a:extLst>
          </p:cNvPr>
          <p:cNvSpPr>
            <a:spLocks/>
          </p:cNvSpPr>
          <p:nvPr/>
        </p:nvSpPr>
        <p:spPr>
          <a:xfrm>
            <a:off x="763080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9" name="data_2148">
            <a:extLst>
              <a:ext uri="{FF2B5EF4-FFF2-40B4-BE49-F238E27FC236}">
                <a16:creationId xmlns:a16="http://schemas.microsoft.com/office/drawing/2014/main" id="{D0FF2B16-F9CE-441B-AACC-34E961795FD0}"/>
              </a:ext>
            </a:extLst>
          </p:cNvPr>
          <p:cNvSpPr>
            <a:spLocks/>
          </p:cNvSpPr>
          <p:nvPr/>
        </p:nvSpPr>
        <p:spPr>
          <a:xfrm>
            <a:off x="7618296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0" name="data_2149">
            <a:extLst>
              <a:ext uri="{FF2B5EF4-FFF2-40B4-BE49-F238E27FC236}">
                <a16:creationId xmlns:a16="http://schemas.microsoft.com/office/drawing/2014/main" id="{9D50A81F-E294-432B-94F5-B589492E8313}"/>
              </a:ext>
            </a:extLst>
          </p:cNvPr>
          <p:cNvSpPr>
            <a:spLocks/>
          </p:cNvSpPr>
          <p:nvPr/>
        </p:nvSpPr>
        <p:spPr>
          <a:xfrm>
            <a:off x="7655207" y="28425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1" name="data_2150">
            <a:extLst>
              <a:ext uri="{FF2B5EF4-FFF2-40B4-BE49-F238E27FC236}">
                <a16:creationId xmlns:a16="http://schemas.microsoft.com/office/drawing/2014/main" id="{778AA440-96AF-40CC-AA2D-27F389A8769F}"/>
              </a:ext>
            </a:extLst>
          </p:cNvPr>
          <p:cNvSpPr>
            <a:spLocks/>
          </p:cNvSpPr>
          <p:nvPr/>
        </p:nvSpPr>
        <p:spPr>
          <a:xfrm>
            <a:off x="765844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2" name="data_2151">
            <a:extLst>
              <a:ext uri="{FF2B5EF4-FFF2-40B4-BE49-F238E27FC236}">
                <a16:creationId xmlns:a16="http://schemas.microsoft.com/office/drawing/2014/main" id="{90FC624F-95FF-4D61-9DC0-03A74C5DC471}"/>
              </a:ext>
            </a:extLst>
          </p:cNvPr>
          <p:cNvSpPr>
            <a:spLocks/>
          </p:cNvSpPr>
          <p:nvPr/>
        </p:nvSpPr>
        <p:spPr>
          <a:xfrm>
            <a:off x="7695932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3" name="data_2152">
            <a:extLst>
              <a:ext uri="{FF2B5EF4-FFF2-40B4-BE49-F238E27FC236}">
                <a16:creationId xmlns:a16="http://schemas.microsoft.com/office/drawing/2014/main" id="{B42B6553-86B9-4D63-8310-F494E2F92A2F}"/>
              </a:ext>
            </a:extLst>
          </p:cNvPr>
          <p:cNvSpPr>
            <a:spLocks/>
          </p:cNvSpPr>
          <p:nvPr/>
        </p:nvSpPr>
        <p:spPr>
          <a:xfrm>
            <a:off x="766052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4" name="data_2153">
            <a:extLst>
              <a:ext uri="{FF2B5EF4-FFF2-40B4-BE49-F238E27FC236}">
                <a16:creationId xmlns:a16="http://schemas.microsoft.com/office/drawing/2014/main" id="{1C4C5338-7519-4EBA-8E49-CD8EB40CFDC4}"/>
              </a:ext>
            </a:extLst>
          </p:cNvPr>
          <p:cNvSpPr>
            <a:spLocks/>
          </p:cNvSpPr>
          <p:nvPr/>
        </p:nvSpPr>
        <p:spPr>
          <a:xfrm>
            <a:off x="770355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5" name="data_2154">
            <a:extLst>
              <a:ext uri="{FF2B5EF4-FFF2-40B4-BE49-F238E27FC236}">
                <a16:creationId xmlns:a16="http://schemas.microsoft.com/office/drawing/2014/main" id="{5378B8B9-F0ED-4D57-879B-C67C0A9C2713}"/>
              </a:ext>
            </a:extLst>
          </p:cNvPr>
          <p:cNvSpPr>
            <a:spLocks/>
          </p:cNvSpPr>
          <p:nvPr/>
        </p:nvSpPr>
        <p:spPr>
          <a:xfrm>
            <a:off x="762656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6" name="data_2155">
            <a:extLst>
              <a:ext uri="{FF2B5EF4-FFF2-40B4-BE49-F238E27FC236}">
                <a16:creationId xmlns:a16="http://schemas.microsoft.com/office/drawing/2014/main" id="{24C58360-3F74-481E-9990-5E6A84A9396E}"/>
              </a:ext>
            </a:extLst>
          </p:cNvPr>
          <p:cNvSpPr>
            <a:spLocks/>
          </p:cNvSpPr>
          <p:nvPr/>
        </p:nvSpPr>
        <p:spPr>
          <a:xfrm>
            <a:off x="763493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7" name="data_2156">
            <a:extLst>
              <a:ext uri="{FF2B5EF4-FFF2-40B4-BE49-F238E27FC236}">
                <a16:creationId xmlns:a16="http://schemas.microsoft.com/office/drawing/2014/main" id="{11411E6C-A49C-4F75-AA8D-F0DD79C103BD}"/>
              </a:ext>
            </a:extLst>
          </p:cNvPr>
          <p:cNvSpPr>
            <a:spLocks/>
          </p:cNvSpPr>
          <p:nvPr/>
        </p:nvSpPr>
        <p:spPr>
          <a:xfrm>
            <a:off x="7699767" y="194580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8" name="data_2157">
            <a:extLst>
              <a:ext uri="{FF2B5EF4-FFF2-40B4-BE49-F238E27FC236}">
                <a16:creationId xmlns:a16="http://schemas.microsoft.com/office/drawing/2014/main" id="{E905F1DD-958B-4526-ACE2-DA376E457B76}"/>
              </a:ext>
            </a:extLst>
          </p:cNvPr>
          <p:cNvSpPr>
            <a:spLocks/>
          </p:cNvSpPr>
          <p:nvPr/>
        </p:nvSpPr>
        <p:spPr>
          <a:xfrm>
            <a:off x="762513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9" name="data_2158">
            <a:extLst>
              <a:ext uri="{FF2B5EF4-FFF2-40B4-BE49-F238E27FC236}">
                <a16:creationId xmlns:a16="http://schemas.microsoft.com/office/drawing/2014/main" id="{1DE9888D-6EE9-4849-A365-46030989D45A}"/>
              </a:ext>
            </a:extLst>
          </p:cNvPr>
          <p:cNvSpPr>
            <a:spLocks/>
          </p:cNvSpPr>
          <p:nvPr/>
        </p:nvSpPr>
        <p:spPr>
          <a:xfrm>
            <a:off x="7639629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0" name="data_2159">
            <a:extLst>
              <a:ext uri="{FF2B5EF4-FFF2-40B4-BE49-F238E27FC236}">
                <a16:creationId xmlns:a16="http://schemas.microsoft.com/office/drawing/2014/main" id="{F5848CEB-871C-4A22-8AAE-57A75EC90130}"/>
              </a:ext>
            </a:extLst>
          </p:cNvPr>
          <p:cNvSpPr>
            <a:spLocks/>
          </p:cNvSpPr>
          <p:nvPr/>
        </p:nvSpPr>
        <p:spPr>
          <a:xfrm>
            <a:off x="766079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1" name="data_2160">
            <a:extLst>
              <a:ext uri="{FF2B5EF4-FFF2-40B4-BE49-F238E27FC236}">
                <a16:creationId xmlns:a16="http://schemas.microsoft.com/office/drawing/2014/main" id="{7AE698EE-DA38-4A63-8AC0-10EEA842AD25}"/>
              </a:ext>
            </a:extLst>
          </p:cNvPr>
          <p:cNvSpPr>
            <a:spLocks/>
          </p:cNvSpPr>
          <p:nvPr/>
        </p:nvSpPr>
        <p:spPr>
          <a:xfrm>
            <a:off x="768450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2" name="data_2161">
            <a:extLst>
              <a:ext uri="{FF2B5EF4-FFF2-40B4-BE49-F238E27FC236}">
                <a16:creationId xmlns:a16="http://schemas.microsoft.com/office/drawing/2014/main" id="{F7A8CD54-1112-4931-B0C3-3A88C5DF1EFC}"/>
              </a:ext>
            </a:extLst>
          </p:cNvPr>
          <p:cNvSpPr>
            <a:spLocks/>
          </p:cNvSpPr>
          <p:nvPr/>
        </p:nvSpPr>
        <p:spPr>
          <a:xfrm>
            <a:off x="766230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3" name="data_2162">
            <a:extLst>
              <a:ext uri="{FF2B5EF4-FFF2-40B4-BE49-F238E27FC236}">
                <a16:creationId xmlns:a16="http://schemas.microsoft.com/office/drawing/2014/main" id="{8A898B22-D1C4-412F-BB93-55BC1F142EE0}"/>
              </a:ext>
            </a:extLst>
          </p:cNvPr>
          <p:cNvSpPr>
            <a:spLocks/>
          </p:cNvSpPr>
          <p:nvPr/>
        </p:nvSpPr>
        <p:spPr>
          <a:xfrm>
            <a:off x="819279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4" name="data_2163">
            <a:extLst>
              <a:ext uri="{FF2B5EF4-FFF2-40B4-BE49-F238E27FC236}">
                <a16:creationId xmlns:a16="http://schemas.microsoft.com/office/drawing/2014/main" id="{528FA1E0-0F82-4151-A0B2-E3A1A7A0736D}"/>
              </a:ext>
            </a:extLst>
          </p:cNvPr>
          <p:cNvSpPr>
            <a:spLocks/>
          </p:cNvSpPr>
          <p:nvPr/>
        </p:nvSpPr>
        <p:spPr>
          <a:xfrm>
            <a:off x="820149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5" name="data_2164">
            <a:extLst>
              <a:ext uri="{FF2B5EF4-FFF2-40B4-BE49-F238E27FC236}">
                <a16:creationId xmlns:a16="http://schemas.microsoft.com/office/drawing/2014/main" id="{DD2622DE-2037-4346-9209-2F1ED0806840}"/>
              </a:ext>
            </a:extLst>
          </p:cNvPr>
          <p:cNvSpPr>
            <a:spLocks/>
          </p:cNvSpPr>
          <p:nvPr/>
        </p:nvSpPr>
        <p:spPr>
          <a:xfrm>
            <a:off x="817647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6" name="data_2165">
            <a:extLst>
              <a:ext uri="{FF2B5EF4-FFF2-40B4-BE49-F238E27FC236}">
                <a16:creationId xmlns:a16="http://schemas.microsoft.com/office/drawing/2014/main" id="{F08921A1-DA48-4241-A074-AF443A3F8CA9}"/>
              </a:ext>
            </a:extLst>
          </p:cNvPr>
          <p:cNvSpPr>
            <a:spLocks/>
          </p:cNvSpPr>
          <p:nvPr/>
        </p:nvSpPr>
        <p:spPr>
          <a:xfrm>
            <a:off x="817510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7" name="data_2166">
            <a:extLst>
              <a:ext uri="{FF2B5EF4-FFF2-40B4-BE49-F238E27FC236}">
                <a16:creationId xmlns:a16="http://schemas.microsoft.com/office/drawing/2014/main" id="{6FB3B71F-C1A6-4CE2-9F0E-218D63B46F45}"/>
              </a:ext>
            </a:extLst>
          </p:cNvPr>
          <p:cNvSpPr>
            <a:spLocks/>
          </p:cNvSpPr>
          <p:nvPr/>
        </p:nvSpPr>
        <p:spPr>
          <a:xfrm>
            <a:off x="8175751" y="25307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8" name="data_2167">
            <a:extLst>
              <a:ext uri="{FF2B5EF4-FFF2-40B4-BE49-F238E27FC236}">
                <a16:creationId xmlns:a16="http://schemas.microsoft.com/office/drawing/2014/main" id="{73F6A55E-5B49-4837-91E0-510C21FA750C}"/>
              </a:ext>
            </a:extLst>
          </p:cNvPr>
          <p:cNvSpPr>
            <a:spLocks/>
          </p:cNvSpPr>
          <p:nvPr/>
        </p:nvSpPr>
        <p:spPr>
          <a:xfrm>
            <a:off x="822216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9" name="data_2168">
            <a:extLst>
              <a:ext uri="{FF2B5EF4-FFF2-40B4-BE49-F238E27FC236}">
                <a16:creationId xmlns:a16="http://schemas.microsoft.com/office/drawing/2014/main" id="{82C3414D-24A9-4F2A-86E0-47D0499F0D52}"/>
              </a:ext>
            </a:extLst>
          </p:cNvPr>
          <p:cNvSpPr>
            <a:spLocks/>
          </p:cNvSpPr>
          <p:nvPr/>
        </p:nvSpPr>
        <p:spPr>
          <a:xfrm>
            <a:off x="81872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0" name="data_2169">
            <a:extLst>
              <a:ext uri="{FF2B5EF4-FFF2-40B4-BE49-F238E27FC236}">
                <a16:creationId xmlns:a16="http://schemas.microsoft.com/office/drawing/2014/main" id="{D9BE77A7-6E79-4A69-B6DC-C5F25621EDEF}"/>
              </a:ext>
            </a:extLst>
          </p:cNvPr>
          <p:cNvSpPr>
            <a:spLocks/>
          </p:cNvSpPr>
          <p:nvPr/>
        </p:nvSpPr>
        <p:spPr>
          <a:xfrm>
            <a:off x="8197665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1" name="data_2170">
            <a:extLst>
              <a:ext uri="{FF2B5EF4-FFF2-40B4-BE49-F238E27FC236}">
                <a16:creationId xmlns:a16="http://schemas.microsoft.com/office/drawing/2014/main" id="{615A9660-BA32-46F8-A253-60C0D8D52209}"/>
              </a:ext>
            </a:extLst>
          </p:cNvPr>
          <p:cNvSpPr>
            <a:spLocks/>
          </p:cNvSpPr>
          <p:nvPr/>
        </p:nvSpPr>
        <p:spPr>
          <a:xfrm>
            <a:off x="813785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2" name="data_2171">
            <a:extLst>
              <a:ext uri="{FF2B5EF4-FFF2-40B4-BE49-F238E27FC236}">
                <a16:creationId xmlns:a16="http://schemas.microsoft.com/office/drawing/2014/main" id="{9AE12653-CA20-4FE4-B882-4C73A758B635}"/>
              </a:ext>
            </a:extLst>
          </p:cNvPr>
          <p:cNvSpPr>
            <a:spLocks/>
          </p:cNvSpPr>
          <p:nvPr/>
        </p:nvSpPr>
        <p:spPr>
          <a:xfrm>
            <a:off x="8245272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3" name="data_2172">
            <a:extLst>
              <a:ext uri="{FF2B5EF4-FFF2-40B4-BE49-F238E27FC236}">
                <a16:creationId xmlns:a16="http://schemas.microsoft.com/office/drawing/2014/main" id="{6D9A1843-9B4A-4CE7-BD95-EBD6F7B605D9}"/>
              </a:ext>
            </a:extLst>
          </p:cNvPr>
          <p:cNvSpPr>
            <a:spLocks/>
          </p:cNvSpPr>
          <p:nvPr/>
        </p:nvSpPr>
        <p:spPr>
          <a:xfrm>
            <a:off x="8229907" y="18700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4" name="data_2173">
            <a:extLst>
              <a:ext uri="{FF2B5EF4-FFF2-40B4-BE49-F238E27FC236}">
                <a16:creationId xmlns:a16="http://schemas.microsoft.com/office/drawing/2014/main" id="{9A216DDF-6E8A-40CD-8E9C-6EE1EC3A681A}"/>
              </a:ext>
            </a:extLst>
          </p:cNvPr>
          <p:cNvSpPr>
            <a:spLocks/>
          </p:cNvSpPr>
          <p:nvPr/>
        </p:nvSpPr>
        <p:spPr>
          <a:xfrm>
            <a:off x="8150761" y="19879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5" name="data_2174">
            <a:extLst>
              <a:ext uri="{FF2B5EF4-FFF2-40B4-BE49-F238E27FC236}">
                <a16:creationId xmlns:a16="http://schemas.microsoft.com/office/drawing/2014/main" id="{2B8C1663-4E0C-406A-AE6E-CC5BAA51B9C4}"/>
              </a:ext>
            </a:extLst>
          </p:cNvPr>
          <p:cNvSpPr>
            <a:spLocks/>
          </p:cNvSpPr>
          <p:nvPr/>
        </p:nvSpPr>
        <p:spPr>
          <a:xfrm>
            <a:off x="8178267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6" name="data_2175">
            <a:extLst>
              <a:ext uri="{FF2B5EF4-FFF2-40B4-BE49-F238E27FC236}">
                <a16:creationId xmlns:a16="http://schemas.microsoft.com/office/drawing/2014/main" id="{B87D70F1-FB0C-4565-945D-D1BA85F36CF4}"/>
              </a:ext>
            </a:extLst>
          </p:cNvPr>
          <p:cNvSpPr>
            <a:spLocks/>
          </p:cNvSpPr>
          <p:nvPr/>
        </p:nvSpPr>
        <p:spPr>
          <a:xfrm>
            <a:off x="8249359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7" name="data_2176">
            <a:extLst>
              <a:ext uri="{FF2B5EF4-FFF2-40B4-BE49-F238E27FC236}">
                <a16:creationId xmlns:a16="http://schemas.microsoft.com/office/drawing/2014/main" id="{F8E21D95-FB9B-4F62-8C17-33E1D162F91B}"/>
              </a:ext>
            </a:extLst>
          </p:cNvPr>
          <p:cNvSpPr>
            <a:spLocks/>
          </p:cNvSpPr>
          <p:nvPr/>
        </p:nvSpPr>
        <p:spPr>
          <a:xfrm>
            <a:off x="8134363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8" name="data_2177">
            <a:extLst>
              <a:ext uri="{FF2B5EF4-FFF2-40B4-BE49-F238E27FC236}">
                <a16:creationId xmlns:a16="http://schemas.microsoft.com/office/drawing/2014/main" id="{D99CFA28-D19C-483E-9556-F7EB8EF1795F}"/>
              </a:ext>
            </a:extLst>
          </p:cNvPr>
          <p:cNvSpPr>
            <a:spLocks/>
          </p:cNvSpPr>
          <p:nvPr/>
        </p:nvSpPr>
        <p:spPr>
          <a:xfrm>
            <a:off x="8191832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9" name="data_2178">
            <a:extLst>
              <a:ext uri="{FF2B5EF4-FFF2-40B4-BE49-F238E27FC236}">
                <a16:creationId xmlns:a16="http://schemas.microsoft.com/office/drawing/2014/main" id="{1AE1EA93-A83E-4BDF-8E6B-4F7E8B9EBF7E}"/>
              </a:ext>
            </a:extLst>
          </p:cNvPr>
          <p:cNvSpPr>
            <a:spLocks/>
          </p:cNvSpPr>
          <p:nvPr/>
        </p:nvSpPr>
        <p:spPr>
          <a:xfrm>
            <a:off x="819782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0" name="data_2179">
            <a:extLst>
              <a:ext uri="{FF2B5EF4-FFF2-40B4-BE49-F238E27FC236}">
                <a16:creationId xmlns:a16="http://schemas.microsoft.com/office/drawing/2014/main" id="{2696E0FB-D0AF-4BF1-8B0B-31E4A98BA049}"/>
              </a:ext>
            </a:extLst>
          </p:cNvPr>
          <p:cNvSpPr>
            <a:spLocks/>
          </p:cNvSpPr>
          <p:nvPr/>
        </p:nvSpPr>
        <p:spPr>
          <a:xfrm>
            <a:off x="8190246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1" name="data_2180">
            <a:extLst>
              <a:ext uri="{FF2B5EF4-FFF2-40B4-BE49-F238E27FC236}">
                <a16:creationId xmlns:a16="http://schemas.microsoft.com/office/drawing/2014/main" id="{65106E59-E3FE-487A-931C-09F19D172F05}"/>
              </a:ext>
            </a:extLst>
          </p:cNvPr>
          <p:cNvSpPr>
            <a:spLocks/>
          </p:cNvSpPr>
          <p:nvPr/>
        </p:nvSpPr>
        <p:spPr>
          <a:xfrm>
            <a:off x="825007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2" name="data_2181">
            <a:extLst>
              <a:ext uri="{FF2B5EF4-FFF2-40B4-BE49-F238E27FC236}">
                <a16:creationId xmlns:a16="http://schemas.microsoft.com/office/drawing/2014/main" id="{02B8487D-12D7-4BF1-A175-3DBC12B2419D}"/>
              </a:ext>
            </a:extLst>
          </p:cNvPr>
          <p:cNvSpPr>
            <a:spLocks/>
          </p:cNvSpPr>
          <p:nvPr/>
        </p:nvSpPr>
        <p:spPr>
          <a:xfrm>
            <a:off x="8233234" y="23562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3" name="data_2182">
            <a:extLst>
              <a:ext uri="{FF2B5EF4-FFF2-40B4-BE49-F238E27FC236}">
                <a16:creationId xmlns:a16="http://schemas.microsoft.com/office/drawing/2014/main" id="{23DFDB78-1BC8-4A0D-8E9A-A587D2CDA5D4}"/>
              </a:ext>
            </a:extLst>
          </p:cNvPr>
          <p:cNvSpPr>
            <a:spLocks/>
          </p:cNvSpPr>
          <p:nvPr/>
        </p:nvSpPr>
        <p:spPr>
          <a:xfrm>
            <a:off x="8143067" y="277380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4" name="data_2183">
            <a:extLst>
              <a:ext uri="{FF2B5EF4-FFF2-40B4-BE49-F238E27FC236}">
                <a16:creationId xmlns:a16="http://schemas.microsoft.com/office/drawing/2014/main" id="{360EFFDE-9963-408C-AA15-DF07CB1232EF}"/>
              </a:ext>
            </a:extLst>
          </p:cNvPr>
          <p:cNvSpPr>
            <a:spLocks/>
          </p:cNvSpPr>
          <p:nvPr/>
        </p:nvSpPr>
        <p:spPr>
          <a:xfrm>
            <a:off x="815642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5" name="data_2184">
            <a:extLst>
              <a:ext uri="{FF2B5EF4-FFF2-40B4-BE49-F238E27FC236}">
                <a16:creationId xmlns:a16="http://schemas.microsoft.com/office/drawing/2014/main" id="{6D229128-845C-4778-B8ED-D97121320C72}"/>
              </a:ext>
            </a:extLst>
          </p:cNvPr>
          <p:cNvSpPr>
            <a:spLocks/>
          </p:cNvSpPr>
          <p:nvPr/>
        </p:nvSpPr>
        <p:spPr>
          <a:xfrm>
            <a:off x="8169955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6" name="data_2185">
            <a:extLst>
              <a:ext uri="{FF2B5EF4-FFF2-40B4-BE49-F238E27FC236}">
                <a16:creationId xmlns:a16="http://schemas.microsoft.com/office/drawing/2014/main" id="{69635C0C-9DC2-4257-ACF8-B396C5CE814A}"/>
              </a:ext>
            </a:extLst>
          </p:cNvPr>
          <p:cNvSpPr>
            <a:spLocks/>
          </p:cNvSpPr>
          <p:nvPr/>
        </p:nvSpPr>
        <p:spPr>
          <a:xfrm>
            <a:off x="8191779" y="23562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7" name="data_2186">
            <a:extLst>
              <a:ext uri="{FF2B5EF4-FFF2-40B4-BE49-F238E27FC236}">
                <a16:creationId xmlns:a16="http://schemas.microsoft.com/office/drawing/2014/main" id="{49375BA7-8626-4C24-9BFB-7B5FBB1C4E92}"/>
              </a:ext>
            </a:extLst>
          </p:cNvPr>
          <p:cNvSpPr>
            <a:spLocks/>
          </p:cNvSpPr>
          <p:nvPr/>
        </p:nvSpPr>
        <p:spPr>
          <a:xfrm>
            <a:off x="822781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8" name="data_2187">
            <a:extLst>
              <a:ext uri="{FF2B5EF4-FFF2-40B4-BE49-F238E27FC236}">
                <a16:creationId xmlns:a16="http://schemas.microsoft.com/office/drawing/2014/main" id="{E3A71F07-922B-45DA-BAE8-30364F654E34}"/>
              </a:ext>
            </a:extLst>
          </p:cNvPr>
          <p:cNvSpPr>
            <a:spLocks/>
          </p:cNvSpPr>
          <p:nvPr/>
        </p:nvSpPr>
        <p:spPr>
          <a:xfrm>
            <a:off x="820632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9" name="data_2188">
            <a:extLst>
              <a:ext uri="{FF2B5EF4-FFF2-40B4-BE49-F238E27FC236}">
                <a16:creationId xmlns:a16="http://schemas.microsoft.com/office/drawing/2014/main" id="{788A2A4D-6BE9-4A30-98B7-762915353FA9}"/>
              </a:ext>
            </a:extLst>
          </p:cNvPr>
          <p:cNvSpPr>
            <a:spLocks/>
          </p:cNvSpPr>
          <p:nvPr/>
        </p:nvSpPr>
        <p:spPr>
          <a:xfrm>
            <a:off x="8234489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0" name="data_2189">
            <a:extLst>
              <a:ext uri="{FF2B5EF4-FFF2-40B4-BE49-F238E27FC236}">
                <a16:creationId xmlns:a16="http://schemas.microsoft.com/office/drawing/2014/main" id="{63382F39-816E-48C2-A34C-3423FBFDFC52}"/>
              </a:ext>
            </a:extLst>
          </p:cNvPr>
          <p:cNvSpPr>
            <a:spLocks/>
          </p:cNvSpPr>
          <p:nvPr/>
        </p:nvSpPr>
        <p:spPr>
          <a:xfrm>
            <a:off x="815887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1" name="data_2190">
            <a:extLst>
              <a:ext uri="{FF2B5EF4-FFF2-40B4-BE49-F238E27FC236}">
                <a16:creationId xmlns:a16="http://schemas.microsoft.com/office/drawing/2014/main" id="{E975FDF5-87C2-4494-A524-5008C4374456}"/>
              </a:ext>
            </a:extLst>
          </p:cNvPr>
          <p:cNvSpPr>
            <a:spLocks/>
          </p:cNvSpPr>
          <p:nvPr/>
        </p:nvSpPr>
        <p:spPr>
          <a:xfrm>
            <a:off x="8199881" y="30825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2" name="data_2191">
            <a:extLst>
              <a:ext uri="{FF2B5EF4-FFF2-40B4-BE49-F238E27FC236}">
                <a16:creationId xmlns:a16="http://schemas.microsoft.com/office/drawing/2014/main" id="{2A6D6893-DF94-4BA9-95BE-B96CD4FDF551}"/>
              </a:ext>
            </a:extLst>
          </p:cNvPr>
          <p:cNvSpPr>
            <a:spLocks/>
          </p:cNvSpPr>
          <p:nvPr/>
        </p:nvSpPr>
        <p:spPr>
          <a:xfrm>
            <a:off x="820054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3" name="data_2192">
            <a:extLst>
              <a:ext uri="{FF2B5EF4-FFF2-40B4-BE49-F238E27FC236}">
                <a16:creationId xmlns:a16="http://schemas.microsoft.com/office/drawing/2014/main" id="{59DBD3A9-8300-495C-AC1A-2A15AC264FB8}"/>
              </a:ext>
            </a:extLst>
          </p:cNvPr>
          <p:cNvSpPr>
            <a:spLocks/>
          </p:cNvSpPr>
          <p:nvPr/>
        </p:nvSpPr>
        <p:spPr>
          <a:xfrm>
            <a:off x="813363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4" name="data_2193">
            <a:extLst>
              <a:ext uri="{FF2B5EF4-FFF2-40B4-BE49-F238E27FC236}">
                <a16:creationId xmlns:a16="http://schemas.microsoft.com/office/drawing/2014/main" id="{3819605D-DEA1-4208-99F3-D12FBFFA7609}"/>
              </a:ext>
            </a:extLst>
          </p:cNvPr>
          <p:cNvSpPr>
            <a:spLocks/>
          </p:cNvSpPr>
          <p:nvPr/>
        </p:nvSpPr>
        <p:spPr>
          <a:xfrm>
            <a:off x="8137211" y="29853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5" name="data_2194">
            <a:extLst>
              <a:ext uri="{FF2B5EF4-FFF2-40B4-BE49-F238E27FC236}">
                <a16:creationId xmlns:a16="http://schemas.microsoft.com/office/drawing/2014/main" id="{FFB89DE0-B998-4B5D-8302-76118EDA8066}"/>
              </a:ext>
            </a:extLst>
          </p:cNvPr>
          <p:cNvSpPr>
            <a:spLocks/>
          </p:cNvSpPr>
          <p:nvPr/>
        </p:nvSpPr>
        <p:spPr>
          <a:xfrm>
            <a:off x="816810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6" name="data_2195">
            <a:extLst>
              <a:ext uri="{FF2B5EF4-FFF2-40B4-BE49-F238E27FC236}">
                <a16:creationId xmlns:a16="http://schemas.microsoft.com/office/drawing/2014/main" id="{4B91B6CC-E1A7-431E-8322-E19E367BD7B0}"/>
              </a:ext>
            </a:extLst>
          </p:cNvPr>
          <p:cNvSpPr>
            <a:spLocks/>
          </p:cNvSpPr>
          <p:nvPr/>
        </p:nvSpPr>
        <p:spPr>
          <a:xfrm>
            <a:off x="8154765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7" name="data_2196">
            <a:extLst>
              <a:ext uri="{FF2B5EF4-FFF2-40B4-BE49-F238E27FC236}">
                <a16:creationId xmlns:a16="http://schemas.microsoft.com/office/drawing/2014/main" id="{207A81D7-5EB6-4380-A65B-9268F23B3374}"/>
              </a:ext>
            </a:extLst>
          </p:cNvPr>
          <p:cNvSpPr>
            <a:spLocks/>
          </p:cNvSpPr>
          <p:nvPr/>
        </p:nvSpPr>
        <p:spPr>
          <a:xfrm>
            <a:off x="818393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8" name="data_2197">
            <a:extLst>
              <a:ext uri="{FF2B5EF4-FFF2-40B4-BE49-F238E27FC236}">
                <a16:creationId xmlns:a16="http://schemas.microsoft.com/office/drawing/2014/main" id="{E7B40E60-7725-4AD3-9483-3DEFBDDBCD6E}"/>
              </a:ext>
            </a:extLst>
          </p:cNvPr>
          <p:cNvSpPr>
            <a:spLocks/>
          </p:cNvSpPr>
          <p:nvPr/>
        </p:nvSpPr>
        <p:spPr>
          <a:xfrm>
            <a:off x="816796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9" name="data_2198">
            <a:extLst>
              <a:ext uri="{FF2B5EF4-FFF2-40B4-BE49-F238E27FC236}">
                <a16:creationId xmlns:a16="http://schemas.microsoft.com/office/drawing/2014/main" id="{296C3001-76B4-4B69-8365-E93AA282A592}"/>
              </a:ext>
            </a:extLst>
          </p:cNvPr>
          <p:cNvSpPr>
            <a:spLocks/>
          </p:cNvSpPr>
          <p:nvPr/>
        </p:nvSpPr>
        <p:spPr>
          <a:xfrm>
            <a:off x="822094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0" name="data_2199">
            <a:extLst>
              <a:ext uri="{FF2B5EF4-FFF2-40B4-BE49-F238E27FC236}">
                <a16:creationId xmlns:a16="http://schemas.microsoft.com/office/drawing/2014/main" id="{99FC8478-3E28-4CC4-A305-9D93854CFDDE}"/>
              </a:ext>
            </a:extLst>
          </p:cNvPr>
          <p:cNvSpPr>
            <a:spLocks/>
          </p:cNvSpPr>
          <p:nvPr/>
        </p:nvSpPr>
        <p:spPr>
          <a:xfrm>
            <a:off x="8217805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1" name="data_2200">
            <a:extLst>
              <a:ext uri="{FF2B5EF4-FFF2-40B4-BE49-F238E27FC236}">
                <a16:creationId xmlns:a16="http://schemas.microsoft.com/office/drawing/2014/main" id="{758470D6-4ED2-4A41-859A-3769A1AC7DBE}"/>
              </a:ext>
            </a:extLst>
          </p:cNvPr>
          <p:cNvSpPr>
            <a:spLocks/>
          </p:cNvSpPr>
          <p:nvPr/>
        </p:nvSpPr>
        <p:spPr>
          <a:xfrm>
            <a:off x="813108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2" name="data_2201">
            <a:extLst>
              <a:ext uri="{FF2B5EF4-FFF2-40B4-BE49-F238E27FC236}">
                <a16:creationId xmlns:a16="http://schemas.microsoft.com/office/drawing/2014/main" id="{EBACBA75-EC82-4513-AA34-EC09B3B88FC1}"/>
              </a:ext>
            </a:extLst>
          </p:cNvPr>
          <p:cNvSpPr>
            <a:spLocks/>
          </p:cNvSpPr>
          <p:nvPr/>
        </p:nvSpPr>
        <p:spPr>
          <a:xfrm>
            <a:off x="8178763" y="191422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3" name="data_2202">
            <a:extLst>
              <a:ext uri="{FF2B5EF4-FFF2-40B4-BE49-F238E27FC236}">
                <a16:creationId xmlns:a16="http://schemas.microsoft.com/office/drawing/2014/main" id="{6BB48E8D-AA81-4FB0-BB8F-E31A63082040}"/>
              </a:ext>
            </a:extLst>
          </p:cNvPr>
          <p:cNvSpPr>
            <a:spLocks/>
          </p:cNvSpPr>
          <p:nvPr/>
        </p:nvSpPr>
        <p:spPr>
          <a:xfrm>
            <a:off x="819157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4" name="data_2203">
            <a:extLst>
              <a:ext uri="{FF2B5EF4-FFF2-40B4-BE49-F238E27FC236}">
                <a16:creationId xmlns:a16="http://schemas.microsoft.com/office/drawing/2014/main" id="{5E543C1E-B51D-478E-A1CD-4B91DE6C8F0D}"/>
              </a:ext>
            </a:extLst>
          </p:cNvPr>
          <p:cNvSpPr>
            <a:spLocks/>
          </p:cNvSpPr>
          <p:nvPr/>
        </p:nvSpPr>
        <p:spPr>
          <a:xfrm>
            <a:off x="8194091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5" name="data_2204">
            <a:extLst>
              <a:ext uri="{FF2B5EF4-FFF2-40B4-BE49-F238E27FC236}">
                <a16:creationId xmlns:a16="http://schemas.microsoft.com/office/drawing/2014/main" id="{7AF1DC0F-FE7C-46AC-8C68-79391365865F}"/>
              </a:ext>
            </a:extLst>
          </p:cNvPr>
          <p:cNvSpPr>
            <a:spLocks/>
          </p:cNvSpPr>
          <p:nvPr/>
        </p:nvSpPr>
        <p:spPr>
          <a:xfrm>
            <a:off x="818902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6" name="data_2205">
            <a:extLst>
              <a:ext uri="{FF2B5EF4-FFF2-40B4-BE49-F238E27FC236}">
                <a16:creationId xmlns:a16="http://schemas.microsoft.com/office/drawing/2014/main" id="{F8463CBD-1F3E-4160-B5FF-93524001E248}"/>
              </a:ext>
            </a:extLst>
          </p:cNvPr>
          <p:cNvSpPr>
            <a:spLocks/>
          </p:cNvSpPr>
          <p:nvPr/>
        </p:nvSpPr>
        <p:spPr>
          <a:xfrm>
            <a:off x="8227603" y="33141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7" name="data_2206">
            <a:extLst>
              <a:ext uri="{FF2B5EF4-FFF2-40B4-BE49-F238E27FC236}">
                <a16:creationId xmlns:a16="http://schemas.microsoft.com/office/drawing/2014/main" id="{596DC3E6-6350-46E0-9118-AE886BAAEA69}"/>
              </a:ext>
            </a:extLst>
          </p:cNvPr>
          <p:cNvSpPr>
            <a:spLocks/>
          </p:cNvSpPr>
          <p:nvPr/>
        </p:nvSpPr>
        <p:spPr>
          <a:xfrm>
            <a:off x="814175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8" name="data_2207">
            <a:extLst>
              <a:ext uri="{FF2B5EF4-FFF2-40B4-BE49-F238E27FC236}">
                <a16:creationId xmlns:a16="http://schemas.microsoft.com/office/drawing/2014/main" id="{E44C8E54-D837-4AF9-B2F1-B8180976222A}"/>
              </a:ext>
            </a:extLst>
          </p:cNvPr>
          <p:cNvSpPr>
            <a:spLocks/>
          </p:cNvSpPr>
          <p:nvPr/>
        </p:nvSpPr>
        <p:spPr>
          <a:xfrm>
            <a:off x="814092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9" name="data_2208">
            <a:extLst>
              <a:ext uri="{FF2B5EF4-FFF2-40B4-BE49-F238E27FC236}">
                <a16:creationId xmlns:a16="http://schemas.microsoft.com/office/drawing/2014/main" id="{5DB77B47-7243-4EA7-A68F-EDDA02B81C09}"/>
              </a:ext>
            </a:extLst>
          </p:cNvPr>
          <p:cNvSpPr>
            <a:spLocks/>
          </p:cNvSpPr>
          <p:nvPr/>
        </p:nvSpPr>
        <p:spPr>
          <a:xfrm>
            <a:off x="8156768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0" name="data_2209">
            <a:extLst>
              <a:ext uri="{FF2B5EF4-FFF2-40B4-BE49-F238E27FC236}">
                <a16:creationId xmlns:a16="http://schemas.microsoft.com/office/drawing/2014/main" id="{96861B1E-08EF-4EDF-848B-978A01F565F2}"/>
              </a:ext>
            </a:extLst>
          </p:cNvPr>
          <p:cNvSpPr>
            <a:spLocks/>
          </p:cNvSpPr>
          <p:nvPr/>
        </p:nvSpPr>
        <p:spPr>
          <a:xfrm>
            <a:off x="820172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1" name="data_2210">
            <a:extLst>
              <a:ext uri="{FF2B5EF4-FFF2-40B4-BE49-F238E27FC236}">
                <a16:creationId xmlns:a16="http://schemas.microsoft.com/office/drawing/2014/main" id="{C391BE05-58F7-40F7-BD1D-79158B6ABA2B}"/>
              </a:ext>
            </a:extLst>
          </p:cNvPr>
          <p:cNvSpPr>
            <a:spLocks/>
          </p:cNvSpPr>
          <p:nvPr/>
        </p:nvSpPr>
        <p:spPr>
          <a:xfrm>
            <a:off x="818061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2" name="data_2211">
            <a:extLst>
              <a:ext uri="{FF2B5EF4-FFF2-40B4-BE49-F238E27FC236}">
                <a16:creationId xmlns:a16="http://schemas.microsoft.com/office/drawing/2014/main" id="{B0C55167-95D2-4872-BB2C-0C5DA1498F02}"/>
              </a:ext>
            </a:extLst>
          </p:cNvPr>
          <p:cNvSpPr>
            <a:spLocks/>
          </p:cNvSpPr>
          <p:nvPr/>
        </p:nvSpPr>
        <p:spPr>
          <a:xfrm>
            <a:off x="8229477" y="30194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3" name="data_2212">
            <a:extLst>
              <a:ext uri="{FF2B5EF4-FFF2-40B4-BE49-F238E27FC236}">
                <a16:creationId xmlns:a16="http://schemas.microsoft.com/office/drawing/2014/main" id="{5472BCC6-2145-4A3F-A729-F15C4E0E175C}"/>
              </a:ext>
            </a:extLst>
          </p:cNvPr>
          <p:cNvSpPr>
            <a:spLocks/>
          </p:cNvSpPr>
          <p:nvPr/>
        </p:nvSpPr>
        <p:spPr>
          <a:xfrm>
            <a:off x="8232118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4" name="data_2213">
            <a:extLst>
              <a:ext uri="{FF2B5EF4-FFF2-40B4-BE49-F238E27FC236}">
                <a16:creationId xmlns:a16="http://schemas.microsoft.com/office/drawing/2014/main" id="{58DDB47A-FE55-4C85-AFBE-6D701F6B74C6}"/>
              </a:ext>
            </a:extLst>
          </p:cNvPr>
          <p:cNvSpPr>
            <a:spLocks/>
          </p:cNvSpPr>
          <p:nvPr/>
        </p:nvSpPr>
        <p:spPr>
          <a:xfrm>
            <a:off x="816598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5" name="data_2214">
            <a:extLst>
              <a:ext uri="{FF2B5EF4-FFF2-40B4-BE49-F238E27FC236}">
                <a16:creationId xmlns:a16="http://schemas.microsoft.com/office/drawing/2014/main" id="{496078FF-9792-4E52-8E66-A96AFF9BC93A}"/>
              </a:ext>
            </a:extLst>
          </p:cNvPr>
          <p:cNvSpPr>
            <a:spLocks/>
          </p:cNvSpPr>
          <p:nvPr/>
        </p:nvSpPr>
        <p:spPr>
          <a:xfrm>
            <a:off x="8171949" y="33509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6" name="data_2215">
            <a:extLst>
              <a:ext uri="{FF2B5EF4-FFF2-40B4-BE49-F238E27FC236}">
                <a16:creationId xmlns:a16="http://schemas.microsoft.com/office/drawing/2014/main" id="{C9B6ADE8-5DAA-4EAA-B03F-ABD3A3C009A1}"/>
              </a:ext>
            </a:extLst>
          </p:cNvPr>
          <p:cNvSpPr>
            <a:spLocks/>
          </p:cNvSpPr>
          <p:nvPr/>
        </p:nvSpPr>
        <p:spPr>
          <a:xfrm>
            <a:off x="8159359" y="21685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7" name="data_2216">
            <a:extLst>
              <a:ext uri="{FF2B5EF4-FFF2-40B4-BE49-F238E27FC236}">
                <a16:creationId xmlns:a16="http://schemas.microsoft.com/office/drawing/2014/main" id="{9CDAB7D5-A228-4A2F-8094-DC491510B917}"/>
              </a:ext>
            </a:extLst>
          </p:cNvPr>
          <p:cNvSpPr>
            <a:spLocks/>
          </p:cNvSpPr>
          <p:nvPr/>
        </p:nvSpPr>
        <p:spPr>
          <a:xfrm>
            <a:off x="8198132" y="337727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8" name="data_2217">
            <a:extLst>
              <a:ext uri="{FF2B5EF4-FFF2-40B4-BE49-F238E27FC236}">
                <a16:creationId xmlns:a16="http://schemas.microsoft.com/office/drawing/2014/main" id="{6EAEBE6E-7B5E-416B-B3B3-DC0D785A3BD0}"/>
              </a:ext>
            </a:extLst>
          </p:cNvPr>
          <p:cNvSpPr>
            <a:spLocks/>
          </p:cNvSpPr>
          <p:nvPr/>
        </p:nvSpPr>
        <p:spPr>
          <a:xfrm>
            <a:off x="8215198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9" name="data_2218">
            <a:extLst>
              <a:ext uri="{FF2B5EF4-FFF2-40B4-BE49-F238E27FC236}">
                <a16:creationId xmlns:a16="http://schemas.microsoft.com/office/drawing/2014/main" id="{D6AF329F-4A95-488B-B8C1-7F27D069561D}"/>
              </a:ext>
            </a:extLst>
          </p:cNvPr>
          <p:cNvSpPr>
            <a:spLocks/>
          </p:cNvSpPr>
          <p:nvPr/>
        </p:nvSpPr>
        <p:spPr>
          <a:xfrm>
            <a:off x="8192966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0" name="data_2219">
            <a:extLst>
              <a:ext uri="{FF2B5EF4-FFF2-40B4-BE49-F238E27FC236}">
                <a16:creationId xmlns:a16="http://schemas.microsoft.com/office/drawing/2014/main" id="{57EF015D-931B-477B-B9E8-11B0DC9BA5DA}"/>
              </a:ext>
            </a:extLst>
          </p:cNvPr>
          <p:cNvSpPr>
            <a:spLocks/>
          </p:cNvSpPr>
          <p:nvPr/>
        </p:nvSpPr>
        <p:spPr>
          <a:xfrm>
            <a:off x="8242823" y="27983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1" name="data_2220">
            <a:extLst>
              <a:ext uri="{FF2B5EF4-FFF2-40B4-BE49-F238E27FC236}">
                <a16:creationId xmlns:a16="http://schemas.microsoft.com/office/drawing/2014/main" id="{99EBDB5A-F39E-442B-8F56-EF3B5C39914C}"/>
              </a:ext>
            </a:extLst>
          </p:cNvPr>
          <p:cNvSpPr>
            <a:spLocks/>
          </p:cNvSpPr>
          <p:nvPr/>
        </p:nvSpPr>
        <p:spPr>
          <a:xfrm>
            <a:off x="8248043" y="34186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2" name="data_2221">
            <a:extLst>
              <a:ext uri="{FF2B5EF4-FFF2-40B4-BE49-F238E27FC236}">
                <a16:creationId xmlns:a16="http://schemas.microsoft.com/office/drawing/2014/main" id="{CE06A189-D644-465F-995C-454BB96A4A26}"/>
              </a:ext>
            </a:extLst>
          </p:cNvPr>
          <p:cNvSpPr>
            <a:spLocks/>
          </p:cNvSpPr>
          <p:nvPr/>
        </p:nvSpPr>
        <p:spPr>
          <a:xfrm>
            <a:off x="8200353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3" name="data_2222">
            <a:extLst>
              <a:ext uri="{FF2B5EF4-FFF2-40B4-BE49-F238E27FC236}">
                <a16:creationId xmlns:a16="http://schemas.microsoft.com/office/drawing/2014/main" id="{469A3E34-3904-45C5-8BC2-34A045D273EE}"/>
              </a:ext>
            </a:extLst>
          </p:cNvPr>
          <p:cNvSpPr>
            <a:spLocks/>
          </p:cNvSpPr>
          <p:nvPr/>
        </p:nvSpPr>
        <p:spPr>
          <a:xfrm>
            <a:off x="818804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4" name="data_2223">
            <a:extLst>
              <a:ext uri="{FF2B5EF4-FFF2-40B4-BE49-F238E27FC236}">
                <a16:creationId xmlns:a16="http://schemas.microsoft.com/office/drawing/2014/main" id="{F679A67C-C1EC-426E-A06B-1DE32DB6EF46}"/>
              </a:ext>
            </a:extLst>
          </p:cNvPr>
          <p:cNvSpPr>
            <a:spLocks/>
          </p:cNvSpPr>
          <p:nvPr/>
        </p:nvSpPr>
        <p:spPr>
          <a:xfrm>
            <a:off x="820206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5" name="data_2224">
            <a:extLst>
              <a:ext uri="{FF2B5EF4-FFF2-40B4-BE49-F238E27FC236}">
                <a16:creationId xmlns:a16="http://schemas.microsoft.com/office/drawing/2014/main" id="{C0A626CE-AC38-45A9-9C2C-BBB64FF5E181}"/>
              </a:ext>
            </a:extLst>
          </p:cNvPr>
          <p:cNvSpPr>
            <a:spLocks/>
          </p:cNvSpPr>
          <p:nvPr/>
        </p:nvSpPr>
        <p:spPr>
          <a:xfrm>
            <a:off x="820632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6" name="data_2225">
            <a:extLst>
              <a:ext uri="{FF2B5EF4-FFF2-40B4-BE49-F238E27FC236}">
                <a16:creationId xmlns:a16="http://schemas.microsoft.com/office/drawing/2014/main" id="{04EF26FF-E624-46D1-80C9-167C414E45B1}"/>
              </a:ext>
            </a:extLst>
          </p:cNvPr>
          <p:cNvSpPr>
            <a:spLocks/>
          </p:cNvSpPr>
          <p:nvPr/>
        </p:nvSpPr>
        <p:spPr>
          <a:xfrm>
            <a:off x="815555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7" name="data_2226">
            <a:extLst>
              <a:ext uri="{FF2B5EF4-FFF2-40B4-BE49-F238E27FC236}">
                <a16:creationId xmlns:a16="http://schemas.microsoft.com/office/drawing/2014/main" id="{53A20FBC-1ADF-494E-A455-1CF94BA03E3E}"/>
              </a:ext>
            </a:extLst>
          </p:cNvPr>
          <p:cNvSpPr>
            <a:spLocks/>
          </p:cNvSpPr>
          <p:nvPr/>
        </p:nvSpPr>
        <p:spPr>
          <a:xfrm>
            <a:off x="8214569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8" name="data_2227">
            <a:extLst>
              <a:ext uri="{FF2B5EF4-FFF2-40B4-BE49-F238E27FC236}">
                <a16:creationId xmlns:a16="http://schemas.microsoft.com/office/drawing/2014/main" id="{DA224D3D-2B3E-4130-BF17-36D5C2FD391F}"/>
              </a:ext>
            </a:extLst>
          </p:cNvPr>
          <p:cNvSpPr>
            <a:spLocks/>
          </p:cNvSpPr>
          <p:nvPr/>
        </p:nvSpPr>
        <p:spPr>
          <a:xfrm>
            <a:off x="8237149" y="31667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9" name="data_2228">
            <a:extLst>
              <a:ext uri="{FF2B5EF4-FFF2-40B4-BE49-F238E27FC236}">
                <a16:creationId xmlns:a16="http://schemas.microsoft.com/office/drawing/2014/main" id="{D8628288-0904-4EE9-ABEA-3965ACFC7BCF}"/>
              </a:ext>
            </a:extLst>
          </p:cNvPr>
          <p:cNvSpPr>
            <a:spLocks/>
          </p:cNvSpPr>
          <p:nvPr/>
        </p:nvSpPr>
        <p:spPr>
          <a:xfrm>
            <a:off x="816004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0" name="data_2229">
            <a:extLst>
              <a:ext uri="{FF2B5EF4-FFF2-40B4-BE49-F238E27FC236}">
                <a16:creationId xmlns:a16="http://schemas.microsoft.com/office/drawing/2014/main" id="{66422DA8-03DB-4C2A-AF47-39EEFFE3A23A}"/>
              </a:ext>
            </a:extLst>
          </p:cNvPr>
          <p:cNvSpPr>
            <a:spLocks/>
          </p:cNvSpPr>
          <p:nvPr/>
        </p:nvSpPr>
        <p:spPr>
          <a:xfrm>
            <a:off x="813203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1" name="data_2230">
            <a:extLst>
              <a:ext uri="{FF2B5EF4-FFF2-40B4-BE49-F238E27FC236}">
                <a16:creationId xmlns:a16="http://schemas.microsoft.com/office/drawing/2014/main" id="{5C271CB1-22C5-4DED-8119-0542A33A5B55}"/>
              </a:ext>
            </a:extLst>
          </p:cNvPr>
          <p:cNvSpPr>
            <a:spLocks/>
          </p:cNvSpPr>
          <p:nvPr/>
        </p:nvSpPr>
        <p:spPr>
          <a:xfrm>
            <a:off x="8218641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2" name="data_2231">
            <a:extLst>
              <a:ext uri="{FF2B5EF4-FFF2-40B4-BE49-F238E27FC236}">
                <a16:creationId xmlns:a16="http://schemas.microsoft.com/office/drawing/2014/main" id="{7C796D65-53FE-4F00-BF69-74A4BFFC3AA0}"/>
              </a:ext>
            </a:extLst>
          </p:cNvPr>
          <p:cNvSpPr>
            <a:spLocks/>
          </p:cNvSpPr>
          <p:nvPr/>
        </p:nvSpPr>
        <p:spPr>
          <a:xfrm>
            <a:off x="815498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3" name="data_2232">
            <a:extLst>
              <a:ext uri="{FF2B5EF4-FFF2-40B4-BE49-F238E27FC236}">
                <a16:creationId xmlns:a16="http://schemas.microsoft.com/office/drawing/2014/main" id="{F33914AC-A8A4-488B-8509-AA54E3D77109}"/>
              </a:ext>
            </a:extLst>
          </p:cNvPr>
          <p:cNvSpPr>
            <a:spLocks/>
          </p:cNvSpPr>
          <p:nvPr/>
        </p:nvSpPr>
        <p:spPr>
          <a:xfrm>
            <a:off x="8174284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4" name="data_2233">
            <a:extLst>
              <a:ext uri="{FF2B5EF4-FFF2-40B4-BE49-F238E27FC236}">
                <a16:creationId xmlns:a16="http://schemas.microsoft.com/office/drawing/2014/main" id="{04DD4EA4-84DF-4D41-84A4-E19E765ADAC0}"/>
              </a:ext>
            </a:extLst>
          </p:cNvPr>
          <p:cNvSpPr>
            <a:spLocks/>
          </p:cNvSpPr>
          <p:nvPr/>
        </p:nvSpPr>
        <p:spPr>
          <a:xfrm>
            <a:off x="8158656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5" name="data_2234">
            <a:extLst>
              <a:ext uri="{FF2B5EF4-FFF2-40B4-BE49-F238E27FC236}">
                <a16:creationId xmlns:a16="http://schemas.microsoft.com/office/drawing/2014/main" id="{35CEC421-C3E4-4B14-B21A-E02F638416B1}"/>
              </a:ext>
            </a:extLst>
          </p:cNvPr>
          <p:cNvSpPr>
            <a:spLocks/>
          </p:cNvSpPr>
          <p:nvPr/>
        </p:nvSpPr>
        <p:spPr>
          <a:xfrm>
            <a:off x="814580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6" name="data_2235">
            <a:extLst>
              <a:ext uri="{FF2B5EF4-FFF2-40B4-BE49-F238E27FC236}">
                <a16:creationId xmlns:a16="http://schemas.microsoft.com/office/drawing/2014/main" id="{AE841337-17CA-4281-A2E6-8C239D6D9649}"/>
              </a:ext>
            </a:extLst>
          </p:cNvPr>
          <p:cNvSpPr>
            <a:spLocks/>
          </p:cNvSpPr>
          <p:nvPr/>
        </p:nvSpPr>
        <p:spPr>
          <a:xfrm>
            <a:off x="820512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7" name="data_2236">
            <a:extLst>
              <a:ext uri="{FF2B5EF4-FFF2-40B4-BE49-F238E27FC236}">
                <a16:creationId xmlns:a16="http://schemas.microsoft.com/office/drawing/2014/main" id="{A884986F-DF74-4128-A8A4-3331A5E1A683}"/>
              </a:ext>
            </a:extLst>
          </p:cNvPr>
          <p:cNvSpPr>
            <a:spLocks/>
          </p:cNvSpPr>
          <p:nvPr/>
        </p:nvSpPr>
        <p:spPr>
          <a:xfrm>
            <a:off x="8226146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8" name="data_2237">
            <a:extLst>
              <a:ext uri="{FF2B5EF4-FFF2-40B4-BE49-F238E27FC236}">
                <a16:creationId xmlns:a16="http://schemas.microsoft.com/office/drawing/2014/main" id="{A6F67E76-8089-454D-B198-2D512755DE2B}"/>
              </a:ext>
            </a:extLst>
          </p:cNvPr>
          <p:cNvSpPr>
            <a:spLocks/>
          </p:cNvSpPr>
          <p:nvPr/>
        </p:nvSpPr>
        <p:spPr>
          <a:xfrm>
            <a:off x="8146029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9" name="data_2238">
            <a:extLst>
              <a:ext uri="{FF2B5EF4-FFF2-40B4-BE49-F238E27FC236}">
                <a16:creationId xmlns:a16="http://schemas.microsoft.com/office/drawing/2014/main" id="{20E03ECE-8BBC-41D0-B20D-4AC5A6552E94}"/>
              </a:ext>
            </a:extLst>
          </p:cNvPr>
          <p:cNvSpPr>
            <a:spLocks/>
          </p:cNvSpPr>
          <p:nvPr/>
        </p:nvSpPr>
        <p:spPr>
          <a:xfrm>
            <a:off x="816520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0" name="data_2239">
            <a:extLst>
              <a:ext uri="{FF2B5EF4-FFF2-40B4-BE49-F238E27FC236}">
                <a16:creationId xmlns:a16="http://schemas.microsoft.com/office/drawing/2014/main" id="{35AB9611-0199-40B1-A392-44FE64DA1C8F}"/>
              </a:ext>
            </a:extLst>
          </p:cNvPr>
          <p:cNvSpPr>
            <a:spLocks/>
          </p:cNvSpPr>
          <p:nvPr/>
        </p:nvSpPr>
        <p:spPr>
          <a:xfrm>
            <a:off x="822726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1" name="data_2240">
            <a:extLst>
              <a:ext uri="{FF2B5EF4-FFF2-40B4-BE49-F238E27FC236}">
                <a16:creationId xmlns:a16="http://schemas.microsoft.com/office/drawing/2014/main" id="{74A9DE19-B80F-43FC-8D94-604E222C0232}"/>
              </a:ext>
            </a:extLst>
          </p:cNvPr>
          <p:cNvSpPr>
            <a:spLocks/>
          </p:cNvSpPr>
          <p:nvPr/>
        </p:nvSpPr>
        <p:spPr>
          <a:xfrm>
            <a:off x="817697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2" name="data_2241">
            <a:extLst>
              <a:ext uri="{FF2B5EF4-FFF2-40B4-BE49-F238E27FC236}">
                <a16:creationId xmlns:a16="http://schemas.microsoft.com/office/drawing/2014/main" id="{49994AA7-A462-445C-BE87-4F99B6DC47FE}"/>
              </a:ext>
            </a:extLst>
          </p:cNvPr>
          <p:cNvSpPr>
            <a:spLocks/>
          </p:cNvSpPr>
          <p:nvPr/>
        </p:nvSpPr>
        <p:spPr>
          <a:xfrm>
            <a:off x="817431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3" name="data_2242">
            <a:extLst>
              <a:ext uri="{FF2B5EF4-FFF2-40B4-BE49-F238E27FC236}">
                <a16:creationId xmlns:a16="http://schemas.microsoft.com/office/drawing/2014/main" id="{BF07B4E2-AAAB-40B8-ADF7-3F8A2C1BDBC6}"/>
              </a:ext>
            </a:extLst>
          </p:cNvPr>
          <p:cNvSpPr>
            <a:spLocks/>
          </p:cNvSpPr>
          <p:nvPr/>
        </p:nvSpPr>
        <p:spPr>
          <a:xfrm>
            <a:off x="8147370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4" name="data_2243">
            <a:extLst>
              <a:ext uri="{FF2B5EF4-FFF2-40B4-BE49-F238E27FC236}">
                <a16:creationId xmlns:a16="http://schemas.microsoft.com/office/drawing/2014/main" id="{84719291-5F68-44A3-80E2-52DA86DA8755}"/>
              </a:ext>
            </a:extLst>
          </p:cNvPr>
          <p:cNvSpPr>
            <a:spLocks/>
          </p:cNvSpPr>
          <p:nvPr/>
        </p:nvSpPr>
        <p:spPr>
          <a:xfrm>
            <a:off x="8249157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5" name="data_2244">
            <a:extLst>
              <a:ext uri="{FF2B5EF4-FFF2-40B4-BE49-F238E27FC236}">
                <a16:creationId xmlns:a16="http://schemas.microsoft.com/office/drawing/2014/main" id="{EEB0958B-5A97-4396-93DB-FDCE697D3B57}"/>
              </a:ext>
            </a:extLst>
          </p:cNvPr>
          <p:cNvSpPr>
            <a:spLocks/>
          </p:cNvSpPr>
          <p:nvPr/>
        </p:nvSpPr>
        <p:spPr>
          <a:xfrm>
            <a:off x="8212136" y="24510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6" name="data_2245">
            <a:extLst>
              <a:ext uri="{FF2B5EF4-FFF2-40B4-BE49-F238E27FC236}">
                <a16:creationId xmlns:a16="http://schemas.microsoft.com/office/drawing/2014/main" id="{FA17CF7E-3050-4F78-B792-F9AC66179648}"/>
              </a:ext>
            </a:extLst>
          </p:cNvPr>
          <p:cNvSpPr>
            <a:spLocks/>
          </p:cNvSpPr>
          <p:nvPr/>
        </p:nvSpPr>
        <p:spPr>
          <a:xfrm>
            <a:off x="8176591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7" name="data_2246">
            <a:extLst>
              <a:ext uri="{FF2B5EF4-FFF2-40B4-BE49-F238E27FC236}">
                <a16:creationId xmlns:a16="http://schemas.microsoft.com/office/drawing/2014/main" id="{E6A6EFF2-4002-4221-A06D-ABCE983B3535}"/>
              </a:ext>
            </a:extLst>
          </p:cNvPr>
          <p:cNvSpPr>
            <a:spLocks/>
          </p:cNvSpPr>
          <p:nvPr/>
        </p:nvSpPr>
        <p:spPr>
          <a:xfrm>
            <a:off x="814972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8" name="data_2247">
            <a:extLst>
              <a:ext uri="{FF2B5EF4-FFF2-40B4-BE49-F238E27FC236}">
                <a16:creationId xmlns:a16="http://schemas.microsoft.com/office/drawing/2014/main" id="{83DFC4E7-EC6D-4FE8-8AB1-D5D590673F32}"/>
              </a:ext>
            </a:extLst>
          </p:cNvPr>
          <p:cNvSpPr>
            <a:spLocks/>
          </p:cNvSpPr>
          <p:nvPr/>
        </p:nvSpPr>
        <p:spPr>
          <a:xfrm>
            <a:off x="8210483" y="33254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9" name="data_2248">
            <a:extLst>
              <a:ext uri="{FF2B5EF4-FFF2-40B4-BE49-F238E27FC236}">
                <a16:creationId xmlns:a16="http://schemas.microsoft.com/office/drawing/2014/main" id="{B41C798F-1179-4DE6-965C-63BD2484870B}"/>
              </a:ext>
            </a:extLst>
          </p:cNvPr>
          <p:cNvSpPr>
            <a:spLocks/>
          </p:cNvSpPr>
          <p:nvPr/>
        </p:nvSpPr>
        <p:spPr>
          <a:xfrm>
            <a:off x="818132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0" name="data_2249">
            <a:extLst>
              <a:ext uri="{FF2B5EF4-FFF2-40B4-BE49-F238E27FC236}">
                <a16:creationId xmlns:a16="http://schemas.microsoft.com/office/drawing/2014/main" id="{E6614FEE-ED02-4102-8853-65DB196AE735}"/>
              </a:ext>
            </a:extLst>
          </p:cNvPr>
          <p:cNvSpPr>
            <a:spLocks/>
          </p:cNvSpPr>
          <p:nvPr/>
        </p:nvSpPr>
        <p:spPr>
          <a:xfrm>
            <a:off x="817830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1" name="data_2250">
            <a:extLst>
              <a:ext uri="{FF2B5EF4-FFF2-40B4-BE49-F238E27FC236}">
                <a16:creationId xmlns:a16="http://schemas.microsoft.com/office/drawing/2014/main" id="{717DE78D-10A4-41C3-970C-A8243319C30B}"/>
              </a:ext>
            </a:extLst>
          </p:cNvPr>
          <p:cNvSpPr>
            <a:spLocks/>
          </p:cNvSpPr>
          <p:nvPr/>
        </p:nvSpPr>
        <p:spPr>
          <a:xfrm>
            <a:off x="816214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2" name="data_2251">
            <a:extLst>
              <a:ext uri="{FF2B5EF4-FFF2-40B4-BE49-F238E27FC236}">
                <a16:creationId xmlns:a16="http://schemas.microsoft.com/office/drawing/2014/main" id="{73737526-63B2-4D02-BE8C-D8F65973FD70}"/>
              </a:ext>
            </a:extLst>
          </p:cNvPr>
          <p:cNvSpPr>
            <a:spLocks/>
          </p:cNvSpPr>
          <p:nvPr/>
        </p:nvSpPr>
        <p:spPr>
          <a:xfrm>
            <a:off x="818581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3" name="data_2252">
            <a:extLst>
              <a:ext uri="{FF2B5EF4-FFF2-40B4-BE49-F238E27FC236}">
                <a16:creationId xmlns:a16="http://schemas.microsoft.com/office/drawing/2014/main" id="{B84A5074-A6B2-4A4B-BB19-2031B685D302}"/>
              </a:ext>
            </a:extLst>
          </p:cNvPr>
          <p:cNvSpPr>
            <a:spLocks/>
          </p:cNvSpPr>
          <p:nvPr/>
        </p:nvSpPr>
        <p:spPr>
          <a:xfrm>
            <a:off x="817476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4" name="data_2253">
            <a:extLst>
              <a:ext uri="{FF2B5EF4-FFF2-40B4-BE49-F238E27FC236}">
                <a16:creationId xmlns:a16="http://schemas.microsoft.com/office/drawing/2014/main" id="{7D5551E4-0406-475A-BDEA-1C39761AD3C8}"/>
              </a:ext>
            </a:extLst>
          </p:cNvPr>
          <p:cNvSpPr>
            <a:spLocks/>
          </p:cNvSpPr>
          <p:nvPr/>
        </p:nvSpPr>
        <p:spPr>
          <a:xfrm>
            <a:off x="818430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5" name="data_2254">
            <a:extLst>
              <a:ext uri="{FF2B5EF4-FFF2-40B4-BE49-F238E27FC236}">
                <a16:creationId xmlns:a16="http://schemas.microsoft.com/office/drawing/2014/main" id="{E839F670-8FFE-42FA-854B-7025A4A9D655}"/>
              </a:ext>
            </a:extLst>
          </p:cNvPr>
          <p:cNvSpPr>
            <a:spLocks/>
          </p:cNvSpPr>
          <p:nvPr/>
        </p:nvSpPr>
        <p:spPr>
          <a:xfrm>
            <a:off x="824425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6" name="data_2255">
            <a:extLst>
              <a:ext uri="{FF2B5EF4-FFF2-40B4-BE49-F238E27FC236}">
                <a16:creationId xmlns:a16="http://schemas.microsoft.com/office/drawing/2014/main" id="{E1A0CEAD-0FE6-49A7-A3C3-F3C0CF85CB9D}"/>
              </a:ext>
            </a:extLst>
          </p:cNvPr>
          <p:cNvSpPr>
            <a:spLocks/>
          </p:cNvSpPr>
          <p:nvPr/>
        </p:nvSpPr>
        <p:spPr>
          <a:xfrm>
            <a:off x="8140607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7" name="data_2256">
            <a:extLst>
              <a:ext uri="{FF2B5EF4-FFF2-40B4-BE49-F238E27FC236}">
                <a16:creationId xmlns:a16="http://schemas.microsoft.com/office/drawing/2014/main" id="{FC0B9B9C-470F-46C9-9E5A-8D2CC2F3AFEE}"/>
              </a:ext>
            </a:extLst>
          </p:cNvPr>
          <p:cNvSpPr>
            <a:spLocks/>
          </p:cNvSpPr>
          <p:nvPr/>
        </p:nvSpPr>
        <p:spPr>
          <a:xfrm>
            <a:off x="82228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8" name="data_2257">
            <a:extLst>
              <a:ext uri="{FF2B5EF4-FFF2-40B4-BE49-F238E27FC236}">
                <a16:creationId xmlns:a16="http://schemas.microsoft.com/office/drawing/2014/main" id="{704E2251-3459-4A69-A134-C6FDE6472DA8}"/>
              </a:ext>
            </a:extLst>
          </p:cNvPr>
          <p:cNvSpPr>
            <a:spLocks/>
          </p:cNvSpPr>
          <p:nvPr/>
        </p:nvSpPr>
        <p:spPr>
          <a:xfrm>
            <a:off x="8233019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9" name="data_2258">
            <a:extLst>
              <a:ext uri="{FF2B5EF4-FFF2-40B4-BE49-F238E27FC236}">
                <a16:creationId xmlns:a16="http://schemas.microsoft.com/office/drawing/2014/main" id="{BB00B513-A052-4C23-A0D1-FC4873355FA1}"/>
              </a:ext>
            </a:extLst>
          </p:cNvPr>
          <p:cNvSpPr>
            <a:spLocks/>
          </p:cNvSpPr>
          <p:nvPr/>
        </p:nvSpPr>
        <p:spPr>
          <a:xfrm>
            <a:off x="818537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0" name="data_2259">
            <a:extLst>
              <a:ext uri="{FF2B5EF4-FFF2-40B4-BE49-F238E27FC236}">
                <a16:creationId xmlns:a16="http://schemas.microsoft.com/office/drawing/2014/main" id="{5593F167-3690-441A-9A82-0DFDB4F96D85}"/>
              </a:ext>
            </a:extLst>
          </p:cNvPr>
          <p:cNvSpPr>
            <a:spLocks/>
          </p:cNvSpPr>
          <p:nvPr/>
        </p:nvSpPr>
        <p:spPr>
          <a:xfrm>
            <a:off x="8239678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1" name="data_2260">
            <a:extLst>
              <a:ext uri="{FF2B5EF4-FFF2-40B4-BE49-F238E27FC236}">
                <a16:creationId xmlns:a16="http://schemas.microsoft.com/office/drawing/2014/main" id="{8066F02D-4C8D-4F3B-8B01-A1DCFF3E6282}"/>
              </a:ext>
            </a:extLst>
          </p:cNvPr>
          <p:cNvSpPr>
            <a:spLocks/>
          </p:cNvSpPr>
          <p:nvPr/>
        </p:nvSpPr>
        <p:spPr>
          <a:xfrm>
            <a:off x="8141151" y="32088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2" name="data_2261">
            <a:extLst>
              <a:ext uri="{FF2B5EF4-FFF2-40B4-BE49-F238E27FC236}">
                <a16:creationId xmlns:a16="http://schemas.microsoft.com/office/drawing/2014/main" id="{17676D91-FD6E-44AA-B405-3DBFABAAA75C}"/>
              </a:ext>
            </a:extLst>
          </p:cNvPr>
          <p:cNvSpPr>
            <a:spLocks/>
          </p:cNvSpPr>
          <p:nvPr/>
        </p:nvSpPr>
        <p:spPr>
          <a:xfrm>
            <a:off x="8178993" y="2231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3" name="data_2262">
            <a:extLst>
              <a:ext uri="{FF2B5EF4-FFF2-40B4-BE49-F238E27FC236}">
                <a16:creationId xmlns:a16="http://schemas.microsoft.com/office/drawing/2014/main" id="{6426046C-4A3A-498E-92E5-5D9453907CB7}"/>
              </a:ext>
            </a:extLst>
          </p:cNvPr>
          <p:cNvSpPr>
            <a:spLocks/>
          </p:cNvSpPr>
          <p:nvPr/>
        </p:nvSpPr>
        <p:spPr>
          <a:xfrm>
            <a:off x="8160466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4" name="data_2263">
            <a:extLst>
              <a:ext uri="{FF2B5EF4-FFF2-40B4-BE49-F238E27FC236}">
                <a16:creationId xmlns:a16="http://schemas.microsoft.com/office/drawing/2014/main" id="{6781360F-4B49-448B-8CF6-883C4013C44D}"/>
              </a:ext>
            </a:extLst>
          </p:cNvPr>
          <p:cNvSpPr>
            <a:spLocks/>
          </p:cNvSpPr>
          <p:nvPr/>
        </p:nvSpPr>
        <p:spPr>
          <a:xfrm>
            <a:off x="821889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5" name="data_2264">
            <a:extLst>
              <a:ext uri="{FF2B5EF4-FFF2-40B4-BE49-F238E27FC236}">
                <a16:creationId xmlns:a16="http://schemas.microsoft.com/office/drawing/2014/main" id="{A51E7E84-03DF-40E9-B9B3-177AE8B51828}"/>
              </a:ext>
            </a:extLst>
          </p:cNvPr>
          <p:cNvSpPr>
            <a:spLocks/>
          </p:cNvSpPr>
          <p:nvPr/>
        </p:nvSpPr>
        <p:spPr>
          <a:xfrm>
            <a:off x="820090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6" name="data_2265">
            <a:extLst>
              <a:ext uri="{FF2B5EF4-FFF2-40B4-BE49-F238E27FC236}">
                <a16:creationId xmlns:a16="http://schemas.microsoft.com/office/drawing/2014/main" id="{E690557F-490F-4F54-9F47-9F4DA1C595AC}"/>
              </a:ext>
            </a:extLst>
          </p:cNvPr>
          <p:cNvSpPr>
            <a:spLocks/>
          </p:cNvSpPr>
          <p:nvPr/>
        </p:nvSpPr>
        <p:spPr>
          <a:xfrm>
            <a:off x="823972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7" name="data_2266">
            <a:extLst>
              <a:ext uri="{FF2B5EF4-FFF2-40B4-BE49-F238E27FC236}">
                <a16:creationId xmlns:a16="http://schemas.microsoft.com/office/drawing/2014/main" id="{049867E6-1832-4FB0-933F-BCB03FBE0917}"/>
              </a:ext>
            </a:extLst>
          </p:cNvPr>
          <p:cNvSpPr>
            <a:spLocks/>
          </p:cNvSpPr>
          <p:nvPr/>
        </p:nvSpPr>
        <p:spPr>
          <a:xfrm>
            <a:off x="8153847" y="25093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8" name="data_2267">
            <a:extLst>
              <a:ext uri="{FF2B5EF4-FFF2-40B4-BE49-F238E27FC236}">
                <a16:creationId xmlns:a16="http://schemas.microsoft.com/office/drawing/2014/main" id="{557E296D-3F0B-48C7-B8CD-8458F1A1C928}"/>
              </a:ext>
            </a:extLst>
          </p:cNvPr>
          <p:cNvSpPr>
            <a:spLocks/>
          </p:cNvSpPr>
          <p:nvPr/>
        </p:nvSpPr>
        <p:spPr>
          <a:xfrm>
            <a:off x="8168835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9" name="data_2268">
            <a:extLst>
              <a:ext uri="{FF2B5EF4-FFF2-40B4-BE49-F238E27FC236}">
                <a16:creationId xmlns:a16="http://schemas.microsoft.com/office/drawing/2014/main" id="{5592EF58-E5A8-48A1-85C7-074AD264EF1C}"/>
              </a:ext>
            </a:extLst>
          </p:cNvPr>
          <p:cNvSpPr>
            <a:spLocks/>
          </p:cNvSpPr>
          <p:nvPr/>
        </p:nvSpPr>
        <p:spPr>
          <a:xfrm>
            <a:off x="8232218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0" name="data_2269">
            <a:extLst>
              <a:ext uri="{FF2B5EF4-FFF2-40B4-BE49-F238E27FC236}">
                <a16:creationId xmlns:a16="http://schemas.microsoft.com/office/drawing/2014/main" id="{674667FF-8D9D-4F92-AC54-45A61C8ADEC2}"/>
              </a:ext>
            </a:extLst>
          </p:cNvPr>
          <p:cNvSpPr>
            <a:spLocks/>
          </p:cNvSpPr>
          <p:nvPr/>
        </p:nvSpPr>
        <p:spPr>
          <a:xfrm>
            <a:off x="8242294" y="28425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1" name="data_2270">
            <a:extLst>
              <a:ext uri="{FF2B5EF4-FFF2-40B4-BE49-F238E27FC236}">
                <a16:creationId xmlns:a16="http://schemas.microsoft.com/office/drawing/2014/main" id="{C60441E4-0439-4CB7-BE99-C57D9FC25350}"/>
              </a:ext>
            </a:extLst>
          </p:cNvPr>
          <p:cNvSpPr>
            <a:spLocks/>
          </p:cNvSpPr>
          <p:nvPr/>
        </p:nvSpPr>
        <p:spPr>
          <a:xfrm>
            <a:off x="819261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2" name="data_2271">
            <a:extLst>
              <a:ext uri="{FF2B5EF4-FFF2-40B4-BE49-F238E27FC236}">
                <a16:creationId xmlns:a16="http://schemas.microsoft.com/office/drawing/2014/main" id="{F8FADD90-D7B1-4D0A-8F0D-FD59894B8D95}"/>
              </a:ext>
            </a:extLst>
          </p:cNvPr>
          <p:cNvSpPr>
            <a:spLocks/>
          </p:cNvSpPr>
          <p:nvPr/>
        </p:nvSpPr>
        <p:spPr>
          <a:xfrm>
            <a:off x="814078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3" name="data_2272">
            <a:extLst>
              <a:ext uri="{FF2B5EF4-FFF2-40B4-BE49-F238E27FC236}">
                <a16:creationId xmlns:a16="http://schemas.microsoft.com/office/drawing/2014/main" id="{6BF752F6-9E2C-4076-9F7A-BB6A4377476D}"/>
              </a:ext>
            </a:extLst>
          </p:cNvPr>
          <p:cNvSpPr>
            <a:spLocks/>
          </p:cNvSpPr>
          <p:nvPr/>
        </p:nvSpPr>
        <p:spPr>
          <a:xfrm>
            <a:off x="8181312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4" name="data_2273">
            <a:extLst>
              <a:ext uri="{FF2B5EF4-FFF2-40B4-BE49-F238E27FC236}">
                <a16:creationId xmlns:a16="http://schemas.microsoft.com/office/drawing/2014/main" id="{99AC4E0F-E467-4E6D-B860-AE5749D5CE10}"/>
              </a:ext>
            </a:extLst>
          </p:cNvPr>
          <p:cNvSpPr>
            <a:spLocks/>
          </p:cNvSpPr>
          <p:nvPr/>
        </p:nvSpPr>
        <p:spPr>
          <a:xfrm>
            <a:off x="814587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5" name="data_2274">
            <a:extLst>
              <a:ext uri="{FF2B5EF4-FFF2-40B4-BE49-F238E27FC236}">
                <a16:creationId xmlns:a16="http://schemas.microsoft.com/office/drawing/2014/main" id="{16CE67E1-15F8-46FA-A1FE-D029DC02F5DA}"/>
              </a:ext>
            </a:extLst>
          </p:cNvPr>
          <p:cNvSpPr>
            <a:spLocks/>
          </p:cNvSpPr>
          <p:nvPr/>
        </p:nvSpPr>
        <p:spPr>
          <a:xfrm>
            <a:off x="82418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6" name="data_2275">
            <a:extLst>
              <a:ext uri="{FF2B5EF4-FFF2-40B4-BE49-F238E27FC236}">
                <a16:creationId xmlns:a16="http://schemas.microsoft.com/office/drawing/2014/main" id="{9C12BBA0-4EDE-4AD0-96BA-4A0A9C464430}"/>
              </a:ext>
            </a:extLst>
          </p:cNvPr>
          <p:cNvSpPr>
            <a:spLocks/>
          </p:cNvSpPr>
          <p:nvPr/>
        </p:nvSpPr>
        <p:spPr>
          <a:xfrm>
            <a:off x="8135024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7" name="data_2276">
            <a:extLst>
              <a:ext uri="{FF2B5EF4-FFF2-40B4-BE49-F238E27FC236}">
                <a16:creationId xmlns:a16="http://schemas.microsoft.com/office/drawing/2014/main" id="{DD041BB5-5124-4D2E-A087-ECCFFF88A4CC}"/>
              </a:ext>
            </a:extLst>
          </p:cNvPr>
          <p:cNvSpPr>
            <a:spLocks/>
          </p:cNvSpPr>
          <p:nvPr/>
        </p:nvSpPr>
        <p:spPr>
          <a:xfrm>
            <a:off x="816832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8" name="data_2277">
            <a:extLst>
              <a:ext uri="{FF2B5EF4-FFF2-40B4-BE49-F238E27FC236}">
                <a16:creationId xmlns:a16="http://schemas.microsoft.com/office/drawing/2014/main" id="{3786EE9F-9890-4712-BE48-27C8E29AE3E9}"/>
              </a:ext>
            </a:extLst>
          </p:cNvPr>
          <p:cNvSpPr>
            <a:spLocks/>
          </p:cNvSpPr>
          <p:nvPr/>
        </p:nvSpPr>
        <p:spPr>
          <a:xfrm>
            <a:off x="821675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9" name="data_2278">
            <a:extLst>
              <a:ext uri="{FF2B5EF4-FFF2-40B4-BE49-F238E27FC236}">
                <a16:creationId xmlns:a16="http://schemas.microsoft.com/office/drawing/2014/main" id="{6ED33163-84CB-4F1F-8722-C5F591C822F9}"/>
              </a:ext>
            </a:extLst>
          </p:cNvPr>
          <p:cNvSpPr>
            <a:spLocks/>
          </p:cNvSpPr>
          <p:nvPr/>
        </p:nvSpPr>
        <p:spPr>
          <a:xfrm>
            <a:off x="8155375" y="29457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0" name="data_2279">
            <a:extLst>
              <a:ext uri="{FF2B5EF4-FFF2-40B4-BE49-F238E27FC236}">
                <a16:creationId xmlns:a16="http://schemas.microsoft.com/office/drawing/2014/main" id="{CC44FE09-9E3E-401D-8D42-FC5A600B786C}"/>
              </a:ext>
            </a:extLst>
          </p:cNvPr>
          <p:cNvSpPr>
            <a:spLocks/>
          </p:cNvSpPr>
          <p:nvPr/>
        </p:nvSpPr>
        <p:spPr>
          <a:xfrm>
            <a:off x="813230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1" name="data_2280">
            <a:extLst>
              <a:ext uri="{FF2B5EF4-FFF2-40B4-BE49-F238E27FC236}">
                <a16:creationId xmlns:a16="http://schemas.microsoft.com/office/drawing/2014/main" id="{F2991E4B-165D-46AF-8E63-82EC31D2FBFB}"/>
              </a:ext>
            </a:extLst>
          </p:cNvPr>
          <p:cNvSpPr>
            <a:spLocks/>
          </p:cNvSpPr>
          <p:nvPr/>
        </p:nvSpPr>
        <p:spPr>
          <a:xfrm>
            <a:off x="819994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2" name="data_2281">
            <a:extLst>
              <a:ext uri="{FF2B5EF4-FFF2-40B4-BE49-F238E27FC236}">
                <a16:creationId xmlns:a16="http://schemas.microsoft.com/office/drawing/2014/main" id="{2C0E441A-E7BC-4A98-9EE3-0839939931D9}"/>
              </a:ext>
            </a:extLst>
          </p:cNvPr>
          <p:cNvSpPr>
            <a:spLocks/>
          </p:cNvSpPr>
          <p:nvPr/>
        </p:nvSpPr>
        <p:spPr>
          <a:xfrm>
            <a:off x="8222076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3" name="data_2282">
            <a:extLst>
              <a:ext uri="{FF2B5EF4-FFF2-40B4-BE49-F238E27FC236}">
                <a16:creationId xmlns:a16="http://schemas.microsoft.com/office/drawing/2014/main" id="{30FA6AE1-4211-4977-8949-45FA2EFAC7C9}"/>
              </a:ext>
            </a:extLst>
          </p:cNvPr>
          <p:cNvSpPr>
            <a:spLocks/>
          </p:cNvSpPr>
          <p:nvPr/>
        </p:nvSpPr>
        <p:spPr>
          <a:xfrm>
            <a:off x="8170641" y="324044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4" name="data_2283">
            <a:extLst>
              <a:ext uri="{FF2B5EF4-FFF2-40B4-BE49-F238E27FC236}">
                <a16:creationId xmlns:a16="http://schemas.microsoft.com/office/drawing/2014/main" id="{9928B754-3543-4F72-8DA2-F548279FCA71}"/>
              </a:ext>
            </a:extLst>
          </p:cNvPr>
          <p:cNvSpPr>
            <a:spLocks/>
          </p:cNvSpPr>
          <p:nvPr/>
        </p:nvSpPr>
        <p:spPr>
          <a:xfrm>
            <a:off x="818473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5" name="data_2284">
            <a:extLst>
              <a:ext uri="{FF2B5EF4-FFF2-40B4-BE49-F238E27FC236}">
                <a16:creationId xmlns:a16="http://schemas.microsoft.com/office/drawing/2014/main" id="{E7CC0C22-7955-4236-BE60-9E0DA7792781}"/>
              </a:ext>
            </a:extLst>
          </p:cNvPr>
          <p:cNvSpPr>
            <a:spLocks/>
          </p:cNvSpPr>
          <p:nvPr/>
        </p:nvSpPr>
        <p:spPr>
          <a:xfrm>
            <a:off x="814318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6" name="data_2285">
            <a:extLst>
              <a:ext uri="{FF2B5EF4-FFF2-40B4-BE49-F238E27FC236}">
                <a16:creationId xmlns:a16="http://schemas.microsoft.com/office/drawing/2014/main" id="{7F32B019-844C-4B5D-A8CD-1C8CFDE0357A}"/>
              </a:ext>
            </a:extLst>
          </p:cNvPr>
          <p:cNvSpPr>
            <a:spLocks/>
          </p:cNvSpPr>
          <p:nvPr/>
        </p:nvSpPr>
        <p:spPr>
          <a:xfrm>
            <a:off x="8250190" y="26878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7" name="data_2286">
            <a:extLst>
              <a:ext uri="{FF2B5EF4-FFF2-40B4-BE49-F238E27FC236}">
                <a16:creationId xmlns:a16="http://schemas.microsoft.com/office/drawing/2014/main" id="{6C50CD65-9EE1-4FF0-91CC-796F2F3FCC0D}"/>
              </a:ext>
            </a:extLst>
          </p:cNvPr>
          <p:cNvSpPr>
            <a:spLocks/>
          </p:cNvSpPr>
          <p:nvPr/>
        </p:nvSpPr>
        <p:spPr>
          <a:xfrm>
            <a:off x="816404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8" name="data_2287">
            <a:extLst>
              <a:ext uri="{FF2B5EF4-FFF2-40B4-BE49-F238E27FC236}">
                <a16:creationId xmlns:a16="http://schemas.microsoft.com/office/drawing/2014/main" id="{726BD2CF-0E1D-49AD-8509-794511F9DEBA}"/>
              </a:ext>
            </a:extLst>
          </p:cNvPr>
          <p:cNvSpPr>
            <a:spLocks/>
          </p:cNvSpPr>
          <p:nvPr/>
        </p:nvSpPr>
        <p:spPr>
          <a:xfrm>
            <a:off x="814289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9" name="data_2288">
            <a:extLst>
              <a:ext uri="{FF2B5EF4-FFF2-40B4-BE49-F238E27FC236}">
                <a16:creationId xmlns:a16="http://schemas.microsoft.com/office/drawing/2014/main" id="{AD96A4B6-B65F-438B-9C68-0056C829F9F6}"/>
              </a:ext>
            </a:extLst>
          </p:cNvPr>
          <p:cNvSpPr>
            <a:spLocks/>
          </p:cNvSpPr>
          <p:nvPr/>
        </p:nvSpPr>
        <p:spPr>
          <a:xfrm>
            <a:off x="813934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0" name="data_2289">
            <a:extLst>
              <a:ext uri="{FF2B5EF4-FFF2-40B4-BE49-F238E27FC236}">
                <a16:creationId xmlns:a16="http://schemas.microsoft.com/office/drawing/2014/main" id="{6EA60C78-9432-486A-A32E-EC467896D68C}"/>
              </a:ext>
            </a:extLst>
          </p:cNvPr>
          <p:cNvSpPr>
            <a:spLocks/>
          </p:cNvSpPr>
          <p:nvPr/>
        </p:nvSpPr>
        <p:spPr>
          <a:xfrm>
            <a:off x="821019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1" name="data_2290">
            <a:extLst>
              <a:ext uri="{FF2B5EF4-FFF2-40B4-BE49-F238E27FC236}">
                <a16:creationId xmlns:a16="http://schemas.microsoft.com/office/drawing/2014/main" id="{B8EBDC12-C886-4E54-A213-AF237100BE82}"/>
              </a:ext>
            </a:extLst>
          </p:cNvPr>
          <p:cNvSpPr>
            <a:spLocks/>
          </p:cNvSpPr>
          <p:nvPr/>
        </p:nvSpPr>
        <p:spPr>
          <a:xfrm>
            <a:off x="8223581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2" name="data_2291">
            <a:extLst>
              <a:ext uri="{FF2B5EF4-FFF2-40B4-BE49-F238E27FC236}">
                <a16:creationId xmlns:a16="http://schemas.microsoft.com/office/drawing/2014/main" id="{2AE24753-B628-429C-892B-3A23E9D1B860}"/>
              </a:ext>
            </a:extLst>
          </p:cNvPr>
          <p:cNvSpPr>
            <a:spLocks/>
          </p:cNvSpPr>
          <p:nvPr/>
        </p:nvSpPr>
        <p:spPr>
          <a:xfrm>
            <a:off x="8197490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3" name="data_2292">
            <a:extLst>
              <a:ext uri="{FF2B5EF4-FFF2-40B4-BE49-F238E27FC236}">
                <a16:creationId xmlns:a16="http://schemas.microsoft.com/office/drawing/2014/main" id="{9E88A960-B783-4F4F-A497-284D60750FC3}"/>
              </a:ext>
            </a:extLst>
          </p:cNvPr>
          <p:cNvSpPr>
            <a:spLocks/>
          </p:cNvSpPr>
          <p:nvPr/>
        </p:nvSpPr>
        <p:spPr>
          <a:xfrm>
            <a:off x="8218459" y="3272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4" name="data_2293">
            <a:extLst>
              <a:ext uri="{FF2B5EF4-FFF2-40B4-BE49-F238E27FC236}">
                <a16:creationId xmlns:a16="http://schemas.microsoft.com/office/drawing/2014/main" id="{727A9CB4-FBC0-4631-9282-EEB78BC80A7E}"/>
              </a:ext>
            </a:extLst>
          </p:cNvPr>
          <p:cNvSpPr>
            <a:spLocks/>
          </p:cNvSpPr>
          <p:nvPr/>
        </p:nvSpPr>
        <p:spPr>
          <a:xfrm>
            <a:off x="8149970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5" name="data_2294">
            <a:extLst>
              <a:ext uri="{FF2B5EF4-FFF2-40B4-BE49-F238E27FC236}">
                <a16:creationId xmlns:a16="http://schemas.microsoft.com/office/drawing/2014/main" id="{6D38B242-482F-4A53-8568-647AC7F95938}"/>
              </a:ext>
            </a:extLst>
          </p:cNvPr>
          <p:cNvSpPr>
            <a:spLocks/>
          </p:cNvSpPr>
          <p:nvPr/>
        </p:nvSpPr>
        <p:spPr>
          <a:xfrm>
            <a:off x="818395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6" name="data_2295">
            <a:extLst>
              <a:ext uri="{FF2B5EF4-FFF2-40B4-BE49-F238E27FC236}">
                <a16:creationId xmlns:a16="http://schemas.microsoft.com/office/drawing/2014/main" id="{270B5EC8-F86B-4960-A71A-5A637474C7C0}"/>
              </a:ext>
            </a:extLst>
          </p:cNvPr>
          <p:cNvSpPr>
            <a:spLocks/>
          </p:cNvSpPr>
          <p:nvPr/>
        </p:nvSpPr>
        <p:spPr>
          <a:xfrm>
            <a:off x="8160494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7" name="data_2296">
            <a:extLst>
              <a:ext uri="{FF2B5EF4-FFF2-40B4-BE49-F238E27FC236}">
                <a16:creationId xmlns:a16="http://schemas.microsoft.com/office/drawing/2014/main" id="{FF452477-BAE7-47E5-B4CC-E205DB1BCCAB}"/>
              </a:ext>
            </a:extLst>
          </p:cNvPr>
          <p:cNvSpPr>
            <a:spLocks/>
          </p:cNvSpPr>
          <p:nvPr/>
        </p:nvSpPr>
        <p:spPr>
          <a:xfrm>
            <a:off x="8218415" y="19879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8" name="data_2297">
            <a:extLst>
              <a:ext uri="{FF2B5EF4-FFF2-40B4-BE49-F238E27FC236}">
                <a16:creationId xmlns:a16="http://schemas.microsoft.com/office/drawing/2014/main" id="{977C679A-BA3A-4C0A-AFEB-07B64ADD8B6F}"/>
              </a:ext>
            </a:extLst>
          </p:cNvPr>
          <p:cNvSpPr>
            <a:spLocks/>
          </p:cNvSpPr>
          <p:nvPr/>
        </p:nvSpPr>
        <p:spPr>
          <a:xfrm>
            <a:off x="822311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9" name="data_2298">
            <a:extLst>
              <a:ext uri="{FF2B5EF4-FFF2-40B4-BE49-F238E27FC236}">
                <a16:creationId xmlns:a16="http://schemas.microsoft.com/office/drawing/2014/main" id="{2D82D8F2-DAE7-44CC-A8A8-B31B81607CAA}"/>
              </a:ext>
            </a:extLst>
          </p:cNvPr>
          <p:cNvSpPr>
            <a:spLocks/>
          </p:cNvSpPr>
          <p:nvPr/>
        </p:nvSpPr>
        <p:spPr>
          <a:xfrm>
            <a:off x="8166004" y="22826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0" name="data_2299">
            <a:extLst>
              <a:ext uri="{FF2B5EF4-FFF2-40B4-BE49-F238E27FC236}">
                <a16:creationId xmlns:a16="http://schemas.microsoft.com/office/drawing/2014/main" id="{E6D03689-AFF5-4078-A318-B22176F0AC80}"/>
              </a:ext>
            </a:extLst>
          </p:cNvPr>
          <p:cNvSpPr>
            <a:spLocks/>
          </p:cNvSpPr>
          <p:nvPr/>
        </p:nvSpPr>
        <p:spPr>
          <a:xfrm>
            <a:off x="8130193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1" name="data_2300">
            <a:extLst>
              <a:ext uri="{FF2B5EF4-FFF2-40B4-BE49-F238E27FC236}">
                <a16:creationId xmlns:a16="http://schemas.microsoft.com/office/drawing/2014/main" id="{2BC0BAA0-65F1-4FBB-BEE2-6A1A5D3DB85A}"/>
              </a:ext>
            </a:extLst>
          </p:cNvPr>
          <p:cNvSpPr>
            <a:spLocks/>
          </p:cNvSpPr>
          <p:nvPr/>
        </p:nvSpPr>
        <p:spPr>
          <a:xfrm>
            <a:off x="818443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2" name="data_2301">
            <a:extLst>
              <a:ext uri="{FF2B5EF4-FFF2-40B4-BE49-F238E27FC236}">
                <a16:creationId xmlns:a16="http://schemas.microsoft.com/office/drawing/2014/main" id="{D8F2F052-15CA-4CB0-BE8D-013071B33658}"/>
              </a:ext>
            </a:extLst>
          </p:cNvPr>
          <p:cNvSpPr>
            <a:spLocks/>
          </p:cNvSpPr>
          <p:nvPr/>
        </p:nvSpPr>
        <p:spPr>
          <a:xfrm>
            <a:off x="8142614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3" name="data_2302">
            <a:extLst>
              <a:ext uri="{FF2B5EF4-FFF2-40B4-BE49-F238E27FC236}">
                <a16:creationId xmlns:a16="http://schemas.microsoft.com/office/drawing/2014/main" id="{C92593C2-0F60-4675-B08E-8AD8AF5163E1}"/>
              </a:ext>
            </a:extLst>
          </p:cNvPr>
          <p:cNvSpPr>
            <a:spLocks/>
          </p:cNvSpPr>
          <p:nvPr/>
        </p:nvSpPr>
        <p:spPr>
          <a:xfrm>
            <a:off x="8212474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4" name="data_2303">
            <a:extLst>
              <a:ext uri="{FF2B5EF4-FFF2-40B4-BE49-F238E27FC236}">
                <a16:creationId xmlns:a16="http://schemas.microsoft.com/office/drawing/2014/main" id="{4589649E-B017-45B6-A4D8-0FADCA18D103}"/>
              </a:ext>
            </a:extLst>
          </p:cNvPr>
          <p:cNvSpPr>
            <a:spLocks/>
          </p:cNvSpPr>
          <p:nvPr/>
        </p:nvSpPr>
        <p:spPr>
          <a:xfrm>
            <a:off x="820559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5" name="data_2304">
            <a:extLst>
              <a:ext uri="{FF2B5EF4-FFF2-40B4-BE49-F238E27FC236}">
                <a16:creationId xmlns:a16="http://schemas.microsoft.com/office/drawing/2014/main" id="{53114982-7FDD-434C-9FB8-6F09B2A5DB74}"/>
              </a:ext>
            </a:extLst>
          </p:cNvPr>
          <p:cNvSpPr>
            <a:spLocks/>
          </p:cNvSpPr>
          <p:nvPr/>
        </p:nvSpPr>
        <p:spPr>
          <a:xfrm>
            <a:off x="8175587" y="336323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6" name="data_2305">
            <a:extLst>
              <a:ext uri="{FF2B5EF4-FFF2-40B4-BE49-F238E27FC236}">
                <a16:creationId xmlns:a16="http://schemas.microsoft.com/office/drawing/2014/main" id="{EDF9D3E0-6EA7-459E-8E2F-C5B54FF61BFB}"/>
              </a:ext>
            </a:extLst>
          </p:cNvPr>
          <p:cNvSpPr>
            <a:spLocks/>
          </p:cNvSpPr>
          <p:nvPr/>
        </p:nvSpPr>
        <p:spPr>
          <a:xfrm>
            <a:off x="8225873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7" name="data_2306">
            <a:extLst>
              <a:ext uri="{FF2B5EF4-FFF2-40B4-BE49-F238E27FC236}">
                <a16:creationId xmlns:a16="http://schemas.microsoft.com/office/drawing/2014/main" id="{255EAD88-F2C3-4D04-B95A-8F54B074E7ED}"/>
              </a:ext>
            </a:extLst>
          </p:cNvPr>
          <p:cNvSpPr>
            <a:spLocks/>
          </p:cNvSpPr>
          <p:nvPr/>
        </p:nvSpPr>
        <p:spPr>
          <a:xfrm>
            <a:off x="8135094" y="31962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8" name="data_2307">
            <a:extLst>
              <a:ext uri="{FF2B5EF4-FFF2-40B4-BE49-F238E27FC236}">
                <a16:creationId xmlns:a16="http://schemas.microsoft.com/office/drawing/2014/main" id="{775FE1CD-DBAA-44F4-A7FC-422B9AECE608}"/>
              </a:ext>
            </a:extLst>
          </p:cNvPr>
          <p:cNvSpPr>
            <a:spLocks/>
          </p:cNvSpPr>
          <p:nvPr/>
        </p:nvSpPr>
        <p:spPr>
          <a:xfrm>
            <a:off x="8167038" y="3402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9" name="data_2308">
            <a:extLst>
              <a:ext uri="{FF2B5EF4-FFF2-40B4-BE49-F238E27FC236}">
                <a16:creationId xmlns:a16="http://schemas.microsoft.com/office/drawing/2014/main" id="{7711F1C9-DBFD-437F-9925-BDEBAF4859FC}"/>
              </a:ext>
            </a:extLst>
          </p:cNvPr>
          <p:cNvSpPr>
            <a:spLocks/>
          </p:cNvSpPr>
          <p:nvPr/>
        </p:nvSpPr>
        <p:spPr>
          <a:xfrm>
            <a:off x="8197203" y="20861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0" name="data_2309">
            <a:extLst>
              <a:ext uri="{FF2B5EF4-FFF2-40B4-BE49-F238E27FC236}">
                <a16:creationId xmlns:a16="http://schemas.microsoft.com/office/drawing/2014/main" id="{A08501F1-8387-4D28-BB41-D3FBDBB0239D}"/>
              </a:ext>
            </a:extLst>
          </p:cNvPr>
          <p:cNvSpPr>
            <a:spLocks/>
          </p:cNvSpPr>
          <p:nvPr/>
        </p:nvSpPr>
        <p:spPr>
          <a:xfrm>
            <a:off x="817535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1" name="data_2310">
            <a:extLst>
              <a:ext uri="{FF2B5EF4-FFF2-40B4-BE49-F238E27FC236}">
                <a16:creationId xmlns:a16="http://schemas.microsoft.com/office/drawing/2014/main" id="{BC85C613-5A3A-4258-A328-4326C792450C}"/>
              </a:ext>
            </a:extLst>
          </p:cNvPr>
          <p:cNvSpPr>
            <a:spLocks/>
          </p:cNvSpPr>
          <p:nvPr/>
        </p:nvSpPr>
        <p:spPr>
          <a:xfrm>
            <a:off x="8244477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2" name="data_2311">
            <a:extLst>
              <a:ext uri="{FF2B5EF4-FFF2-40B4-BE49-F238E27FC236}">
                <a16:creationId xmlns:a16="http://schemas.microsoft.com/office/drawing/2014/main" id="{387A2787-0642-4CC6-A6AF-7C3A25FB22CF}"/>
              </a:ext>
            </a:extLst>
          </p:cNvPr>
          <p:cNvSpPr>
            <a:spLocks/>
          </p:cNvSpPr>
          <p:nvPr/>
        </p:nvSpPr>
        <p:spPr>
          <a:xfrm>
            <a:off x="8180903" y="19458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3" name="data_2312">
            <a:extLst>
              <a:ext uri="{FF2B5EF4-FFF2-40B4-BE49-F238E27FC236}">
                <a16:creationId xmlns:a16="http://schemas.microsoft.com/office/drawing/2014/main" id="{4378DB49-11BE-4FA2-B4E7-E52C154686A5}"/>
              </a:ext>
            </a:extLst>
          </p:cNvPr>
          <p:cNvSpPr>
            <a:spLocks/>
          </p:cNvSpPr>
          <p:nvPr/>
        </p:nvSpPr>
        <p:spPr>
          <a:xfrm>
            <a:off x="8152499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4" name="data_2313">
            <a:extLst>
              <a:ext uri="{FF2B5EF4-FFF2-40B4-BE49-F238E27FC236}">
                <a16:creationId xmlns:a16="http://schemas.microsoft.com/office/drawing/2014/main" id="{AD6E910A-33FF-420C-B5A8-3600D58A2C26}"/>
              </a:ext>
            </a:extLst>
          </p:cNvPr>
          <p:cNvSpPr>
            <a:spLocks/>
          </p:cNvSpPr>
          <p:nvPr/>
        </p:nvSpPr>
        <p:spPr>
          <a:xfrm>
            <a:off x="8209599" y="31078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5" name="data_2314">
            <a:extLst>
              <a:ext uri="{FF2B5EF4-FFF2-40B4-BE49-F238E27FC236}">
                <a16:creationId xmlns:a16="http://schemas.microsoft.com/office/drawing/2014/main" id="{6B225666-EBD8-4A13-9A52-9EE176577A84}"/>
              </a:ext>
            </a:extLst>
          </p:cNvPr>
          <p:cNvSpPr>
            <a:spLocks/>
          </p:cNvSpPr>
          <p:nvPr/>
        </p:nvSpPr>
        <p:spPr>
          <a:xfrm>
            <a:off x="8231286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6" name="data_2315">
            <a:extLst>
              <a:ext uri="{FF2B5EF4-FFF2-40B4-BE49-F238E27FC236}">
                <a16:creationId xmlns:a16="http://schemas.microsoft.com/office/drawing/2014/main" id="{CE08BBE4-CDAA-4A97-9806-A75788F3F920}"/>
              </a:ext>
            </a:extLst>
          </p:cNvPr>
          <p:cNvSpPr>
            <a:spLocks/>
          </p:cNvSpPr>
          <p:nvPr/>
        </p:nvSpPr>
        <p:spPr>
          <a:xfrm>
            <a:off x="8186023" y="21352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7" name="data_2316">
            <a:extLst>
              <a:ext uri="{FF2B5EF4-FFF2-40B4-BE49-F238E27FC236}">
                <a16:creationId xmlns:a16="http://schemas.microsoft.com/office/drawing/2014/main" id="{12A20FDD-DBE8-4120-A2F6-0101D02B2106}"/>
              </a:ext>
            </a:extLst>
          </p:cNvPr>
          <p:cNvSpPr>
            <a:spLocks/>
          </p:cNvSpPr>
          <p:nvPr/>
        </p:nvSpPr>
        <p:spPr>
          <a:xfrm>
            <a:off x="8242513" y="29702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8" name="data_2317">
            <a:extLst>
              <a:ext uri="{FF2B5EF4-FFF2-40B4-BE49-F238E27FC236}">
                <a16:creationId xmlns:a16="http://schemas.microsoft.com/office/drawing/2014/main" id="{862EE160-8745-46D7-AD2D-E64D8280996E}"/>
              </a:ext>
            </a:extLst>
          </p:cNvPr>
          <p:cNvSpPr>
            <a:spLocks/>
          </p:cNvSpPr>
          <p:nvPr/>
        </p:nvSpPr>
        <p:spPr>
          <a:xfrm>
            <a:off x="818271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9" name="data_2318">
            <a:extLst>
              <a:ext uri="{FF2B5EF4-FFF2-40B4-BE49-F238E27FC236}">
                <a16:creationId xmlns:a16="http://schemas.microsoft.com/office/drawing/2014/main" id="{2D7CCD53-D48E-4BEB-99E5-FBECE524C08B}"/>
              </a:ext>
            </a:extLst>
          </p:cNvPr>
          <p:cNvSpPr>
            <a:spLocks/>
          </p:cNvSpPr>
          <p:nvPr/>
        </p:nvSpPr>
        <p:spPr>
          <a:xfrm>
            <a:off x="8166877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0" name="data_2319">
            <a:extLst>
              <a:ext uri="{FF2B5EF4-FFF2-40B4-BE49-F238E27FC236}">
                <a16:creationId xmlns:a16="http://schemas.microsoft.com/office/drawing/2014/main" id="{2B62AD2F-B529-4D8B-98D9-FEE31B9B0B18}"/>
              </a:ext>
            </a:extLst>
          </p:cNvPr>
          <p:cNvSpPr>
            <a:spLocks/>
          </p:cNvSpPr>
          <p:nvPr/>
        </p:nvSpPr>
        <p:spPr>
          <a:xfrm>
            <a:off x="8221123" y="25773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1" name="data_2320">
            <a:extLst>
              <a:ext uri="{FF2B5EF4-FFF2-40B4-BE49-F238E27FC236}">
                <a16:creationId xmlns:a16="http://schemas.microsoft.com/office/drawing/2014/main" id="{4DA9B499-9D0B-44B9-A828-87320BFDC2E3}"/>
              </a:ext>
            </a:extLst>
          </p:cNvPr>
          <p:cNvSpPr>
            <a:spLocks/>
          </p:cNvSpPr>
          <p:nvPr/>
        </p:nvSpPr>
        <p:spPr>
          <a:xfrm>
            <a:off x="816997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2" name="data_2321">
            <a:extLst>
              <a:ext uri="{FF2B5EF4-FFF2-40B4-BE49-F238E27FC236}">
                <a16:creationId xmlns:a16="http://schemas.microsoft.com/office/drawing/2014/main" id="{5D777AE8-9655-4615-B79E-9C3276064985}"/>
              </a:ext>
            </a:extLst>
          </p:cNvPr>
          <p:cNvSpPr>
            <a:spLocks/>
          </p:cNvSpPr>
          <p:nvPr/>
        </p:nvSpPr>
        <p:spPr>
          <a:xfrm>
            <a:off x="8157698" y="24005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3" name="data_2322">
            <a:extLst>
              <a:ext uri="{FF2B5EF4-FFF2-40B4-BE49-F238E27FC236}">
                <a16:creationId xmlns:a16="http://schemas.microsoft.com/office/drawing/2014/main" id="{8E82A0A2-566D-4F4B-B013-340D43D5291C}"/>
              </a:ext>
            </a:extLst>
          </p:cNvPr>
          <p:cNvSpPr>
            <a:spLocks/>
          </p:cNvSpPr>
          <p:nvPr/>
        </p:nvSpPr>
        <p:spPr>
          <a:xfrm>
            <a:off x="821304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4" name="data_2323">
            <a:extLst>
              <a:ext uri="{FF2B5EF4-FFF2-40B4-BE49-F238E27FC236}">
                <a16:creationId xmlns:a16="http://schemas.microsoft.com/office/drawing/2014/main" id="{424992AE-5248-41C6-AB10-A5D44C473655}"/>
              </a:ext>
            </a:extLst>
          </p:cNvPr>
          <p:cNvSpPr>
            <a:spLocks/>
          </p:cNvSpPr>
          <p:nvPr/>
        </p:nvSpPr>
        <p:spPr>
          <a:xfrm>
            <a:off x="8231829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5" name="data_2324">
            <a:extLst>
              <a:ext uri="{FF2B5EF4-FFF2-40B4-BE49-F238E27FC236}">
                <a16:creationId xmlns:a16="http://schemas.microsoft.com/office/drawing/2014/main" id="{3B3AE984-A21F-42B0-B0C5-AE549A2FFAD9}"/>
              </a:ext>
            </a:extLst>
          </p:cNvPr>
          <p:cNvSpPr>
            <a:spLocks/>
          </p:cNvSpPr>
          <p:nvPr/>
        </p:nvSpPr>
        <p:spPr>
          <a:xfrm>
            <a:off x="8187648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6" name="data_2325">
            <a:extLst>
              <a:ext uri="{FF2B5EF4-FFF2-40B4-BE49-F238E27FC236}">
                <a16:creationId xmlns:a16="http://schemas.microsoft.com/office/drawing/2014/main" id="{5B542F24-4914-4D13-9BCB-F457B9970082}"/>
              </a:ext>
            </a:extLst>
          </p:cNvPr>
          <p:cNvSpPr>
            <a:spLocks/>
          </p:cNvSpPr>
          <p:nvPr/>
        </p:nvSpPr>
        <p:spPr>
          <a:xfrm>
            <a:off x="8213637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7" name="data_2326">
            <a:extLst>
              <a:ext uri="{FF2B5EF4-FFF2-40B4-BE49-F238E27FC236}">
                <a16:creationId xmlns:a16="http://schemas.microsoft.com/office/drawing/2014/main" id="{BCB9A430-16DD-40FF-8835-A03D7954726E}"/>
              </a:ext>
            </a:extLst>
          </p:cNvPr>
          <p:cNvSpPr>
            <a:spLocks/>
          </p:cNvSpPr>
          <p:nvPr/>
        </p:nvSpPr>
        <p:spPr>
          <a:xfrm>
            <a:off x="817764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8" name="data_2327">
            <a:extLst>
              <a:ext uri="{FF2B5EF4-FFF2-40B4-BE49-F238E27FC236}">
                <a16:creationId xmlns:a16="http://schemas.microsoft.com/office/drawing/2014/main" id="{DB7B8F0B-1078-4E31-8022-F1D67FD9E7DC}"/>
              </a:ext>
            </a:extLst>
          </p:cNvPr>
          <p:cNvSpPr>
            <a:spLocks/>
          </p:cNvSpPr>
          <p:nvPr/>
        </p:nvSpPr>
        <p:spPr>
          <a:xfrm>
            <a:off x="8159434" y="27036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9" name="data_2328">
            <a:extLst>
              <a:ext uri="{FF2B5EF4-FFF2-40B4-BE49-F238E27FC236}">
                <a16:creationId xmlns:a16="http://schemas.microsoft.com/office/drawing/2014/main" id="{AD3887DF-D0E7-4972-BEFE-78D152474BA9}"/>
              </a:ext>
            </a:extLst>
          </p:cNvPr>
          <p:cNvSpPr>
            <a:spLocks/>
          </p:cNvSpPr>
          <p:nvPr/>
        </p:nvSpPr>
        <p:spPr>
          <a:xfrm>
            <a:off x="8192002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0" name="data_2329">
            <a:extLst>
              <a:ext uri="{FF2B5EF4-FFF2-40B4-BE49-F238E27FC236}">
                <a16:creationId xmlns:a16="http://schemas.microsoft.com/office/drawing/2014/main" id="{E3F64392-8CEB-40AF-9F85-25AFBF78A12A}"/>
              </a:ext>
            </a:extLst>
          </p:cNvPr>
          <p:cNvSpPr>
            <a:spLocks/>
          </p:cNvSpPr>
          <p:nvPr/>
        </p:nvSpPr>
        <p:spPr>
          <a:xfrm>
            <a:off x="814130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1" name="data_2330">
            <a:extLst>
              <a:ext uri="{FF2B5EF4-FFF2-40B4-BE49-F238E27FC236}">
                <a16:creationId xmlns:a16="http://schemas.microsoft.com/office/drawing/2014/main" id="{80DB5D23-D2F8-4032-8A42-F441FAFDEFD5}"/>
              </a:ext>
            </a:extLst>
          </p:cNvPr>
          <p:cNvSpPr>
            <a:spLocks/>
          </p:cNvSpPr>
          <p:nvPr/>
        </p:nvSpPr>
        <p:spPr>
          <a:xfrm>
            <a:off x="8229144" y="272977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2" name="data_2331">
            <a:extLst>
              <a:ext uri="{FF2B5EF4-FFF2-40B4-BE49-F238E27FC236}">
                <a16:creationId xmlns:a16="http://schemas.microsoft.com/office/drawing/2014/main" id="{F5FB22F7-9AE2-4698-B072-E0C469D26B2E}"/>
              </a:ext>
            </a:extLst>
          </p:cNvPr>
          <p:cNvSpPr>
            <a:spLocks/>
          </p:cNvSpPr>
          <p:nvPr/>
        </p:nvSpPr>
        <p:spPr>
          <a:xfrm>
            <a:off x="8198169" y="27541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3" name="data_2332">
            <a:extLst>
              <a:ext uri="{FF2B5EF4-FFF2-40B4-BE49-F238E27FC236}">
                <a16:creationId xmlns:a16="http://schemas.microsoft.com/office/drawing/2014/main" id="{317FD051-D43B-4D0F-B8F1-B5B662BE1A41}"/>
              </a:ext>
            </a:extLst>
          </p:cNvPr>
          <p:cNvSpPr>
            <a:spLocks/>
          </p:cNvSpPr>
          <p:nvPr/>
        </p:nvSpPr>
        <p:spPr>
          <a:xfrm>
            <a:off x="8184704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4" name="data_2333">
            <a:extLst>
              <a:ext uri="{FF2B5EF4-FFF2-40B4-BE49-F238E27FC236}">
                <a16:creationId xmlns:a16="http://schemas.microsoft.com/office/drawing/2014/main" id="{DAE845DC-8AFF-430C-ACA6-3C70073F6911}"/>
              </a:ext>
            </a:extLst>
          </p:cNvPr>
          <p:cNvSpPr>
            <a:spLocks/>
          </p:cNvSpPr>
          <p:nvPr/>
        </p:nvSpPr>
        <p:spPr>
          <a:xfrm>
            <a:off x="8227145" y="33165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5" name="data_2334">
            <a:extLst>
              <a:ext uri="{FF2B5EF4-FFF2-40B4-BE49-F238E27FC236}">
                <a16:creationId xmlns:a16="http://schemas.microsoft.com/office/drawing/2014/main" id="{6909AFCA-11B7-497C-859A-F3C3794A9E18}"/>
              </a:ext>
            </a:extLst>
          </p:cNvPr>
          <p:cNvSpPr>
            <a:spLocks/>
          </p:cNvSpPr>
          <p:nvPr/>
        </p:nvSpPr>
        <p:spPr>
          <a:xfrm>
            <a:off x="8234601" y="2872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6" name="data_2335">
            <a:extLst>
              <a:ext uri="{FF2B5EF4-FFF2-40B4-BE49-F238E27FC236}">
                <a16:creationId xmlns:a16="http://schemas.microsoft.com/office/drawing/2014/main" id="{2E0145BC-06AA-4303-B85E-2B264CBF3472}"/>
              </a:ext>
            </a:extLst>
          </p:cNvPr>
          <p:cNvSpPr>
            <a:spLocks/>
          </p:cNvSpPr>
          <p:nvPr/>
        </p:nvSpPr>
        <p:spPr>
          <a:xfrm>
            <a:off x="8133530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7" name="data_2336">
            <a:extLst>
              <a:ext uri="{FF2B5EF4-FFF2-40B4-BE49-F238E27FC236}">
                <a16:creationId xmlns:a16="http://schemas.microsoft.com/office/drawing/2014/main" id="{F2616B54-5412-4772-AC6C-4A755379A089}"/>
              </a:ext>
            </a:extLst>
          </p:cNvPr>
          <p:cNvSpPr>
            <a:spLocks/>
          </p:cNvSpPr>
          <p:nvPr/>
        </p:nvSpPr>
        <p:spPr>
          <a:xfrm>
            <a:off x="8235041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8" name="data_2337">
            <a:extLst>
              <a:ext uri="{FF2B5EF4-FFF2-40B4-BE49-F238E27FC236}">
                <a16:creationId xmlns:a16="http://schemas.microsoft.com/office/drawing/2014/main" id="{5BC5A29B-AE49-4346-A64A-979FA2E0FC6E}"/>
              </a:ext>
            </a:extLst>
          </p:cNvPr>
          <p:cNvSpPr>
            <a:spLocks/>
          </p:cNvSpPr>
          <p:nvPr/>
        </p:nvSpPr>
        <p:spPr>
          <a:xfrm>
            <a:off x="8193566" y="16931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9" name="data_2338">
            <a:extLst>
              <a:ext uri="{FF2B5EF4-FFF2-40B4-BE49-F238E27FC236}">
                <a16:creationId xmlns:a16="http://schemas.microsoft.com/office/drawing/2014/main" id="{87B2A3C3-F5F5-42D5-8FC0-70007B754BD0}"/>
              </a:ext>
            </a:extLst>
          </p:cNvPr>
          <p:cNvSpPr>
            <a:spLocks/>
          </p:cNvSpPr>
          <p:nvPr/>
        </p:nvSpPr>
        <p:spPr>
          <a:xfrm>
            <a:off x="8197494" y="24050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0" name="data_2339">
            <a:extLst>
              <a:ext uri="{FF2B5EF4-FFF2-40B4-BE49-F238E27FC236}">
                <a16:creationId xmlns:a16="http://schemas.microsoft.com/office/drawing/2014/main" id="{D2680BEB-46F4-4E6F-84BA-E24C6E4D563D}"/>
              </a:ext>
            </a:extLst>
          </p:cNvPr>
          <p:cNvSpPr>
            <a:spLocks/>
          </p:cNvSpPr>
          <p:nvPr/>
        </p:nvSpPr>
        <p:spPr>
          <a:xfrm>
            <a:off x="8215475" y="346147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1" name="data_2340">
            <a:extLst>
              <a:ext uri="{FF2B5EF4-FFF2-40B4-BE49-F238E27FC236}">
                <a16:creationId xmlns:a16="http://schemas.microsoft.com/office/drawing/2014/main" id="{5B7098AF-3A2B-4364-BC49-5D3A8E4F8052}"/>
              </a:ext>
            </a:extLst>
          </p:cNvPr>
          <p:cNvSpPr>
            <a:spLocks/>
          </p:cNvSpPr>
          <p:nvPr/>
        </p:nvSpPr>
        <p:spPr>
          <a:xfrm>
            <a:off x="8199818" y="29562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2" name="data_2341">
            <a:extLst>
              <a:ext uri="{FF2B5EF4-FFF2-40B4-BE49-F238E27FC236}">
                <a16:creationId xmlns:a16="http://schemas.microsoft.com/office/drawing/2014/main" id="{A2D09A49-843B-491F-A912-AFB07FC4880F}"/>
              </a:ext>
            </a:extLst>
          </p:cNvPr>
          <p:cNvSpPr>
            <a:spLocks/>
          </p:cNvSpPr>
          <p:nvPr/>
        </p:nvSpPr>
        <p:spPr>
          <a:xfrm>
            <a:off x="840671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3" name="data_2342">
            <a:extLst>
              <a:ext uri="{FF2B5EF4-FFF2-40B4-BE49-F238E27FC236}">
                <a16:creationId xmlns:a16="http://schemas.microsoft.com/office/drawing/2014/main" id="{90F3F5F7-7910-4E3F-8FB8-ED0208C259B7}"/>
              </a:ext>
            </a:extLst>
          </p:cNvPr>
          <p:cNvSpPr>
            <a:spLocks/>
          </p:cNvSpPr>
          <p:nvPr/>
        </p:nvSpPr>
        <p:spPr>
          <a:xfrm>
            <a:off x="844961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4" name="data_2343">
            <a:extLst>
              <a:ext uri="{FF2B5EF4-FFF2-40B4-BE49-F238E27FC236}">
                <a16:creationId xmlns:a16="http://schemas.microsoft.com/office/drawing/2014/main" id="{553C5597-A581-4F5C-8A10-D53C61C81B56}"/>
              </a:ext>
            </a:extLst>
          </p:cNvPr>
          <p:cNvSpPr>
            <a:spLocks/>
          </p:cNvSpPr>
          <p:nvPr/>
        </p:nvSpPr>
        <p:spPr>
          <a:xfrm>
            <a:off x="845231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5" name="data_2344">
            <a:extLst>
              <a:ext uri="{FF2B5EF4-FFF2-40B4-BE49-F238E27FC236}">
                <a16:creationId xmlns:a16="http://schemas.microsoft.com/office/drawing/2014/main" id="{A95DF712-A1AA-44E4-A4FF-98828BA433B6}"/>
              </a:ext>
            </a:extLst>
          </p:cNvPr>
          <p:cNvSpPr>
            <a:spLocks/>
          </p:cNvSpPr>
          <p:nvPr/>
        </p:nvSpPr>
        <p:spPr>
          <a:xfrm>
            <a:off x="8433069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6" name="data_2345">
            <a:extLst>
              <a:ext uri="{FF2B5EF4-FFF2-40B4-BE49-F238E27FC236}">
                <a16:creationId xmlns:a16="http://schemas.microsoft.com/office/drawing/2014/main" id="{C7E9779E-C36C-4784-B3FE-EF4A373B3F57}"/>
              </a:ext>
            </a:extLst>
          </p:cNvPr>
          <p:cNvSpPr>
            <a:spLocks/>
          </p:cNvSpPr>
          <p:nvPr/>
        </p:nvSpPr>
        <p:spPr>
          <a:xfrm>
            <a:off x="8413843" y="24377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7" name="data_2346">
            <a:extLst>
              <a:ext uri="{FF2B5EF4-FFF2-40B4-BE49-F238E27FC236}">
                <a16:creationId xmlns:a16="http://schemas.microsoft.com/office/drawing/2014/main" id="{2C0E0083-A955-41C5-9D56-8CF8EEA454AC}"/>
              </a:ext>
            </a:extLst>
          </p:cNvPr>
          <p:cNvSpPr>
            <a:spLocks/>
          </p:cNvSpPr>
          <p:nvPr/>
        </p:nvSpPr>
        <p:spPr>
          <a:xfrm>
            <a:off x="84402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8" name="data_2347">
            <a:extLst>
              <a:ext uri="{FF2B5EF4-FFF2-40B4-BE49-F238E27FC236}">
                <a16:creationId xmlns:a16="http://schemas.microsoft.com/office/drawing/2014/main" id="{E0019E67-148A-439C-9465-3E2ED695976F}"/>
              </a:ext>
            </a:extLst>
          </p:cNvPr>
          <p:cNvSpPr>
            <a:spLocks/>
          </p:cNvSpPr>
          <p:nvPr/>
        </p:nvSpPr>
        <p:spPr>
          <a:xfrm>
            <a:off x="841179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9" name="data_2348">
            <a:extLst>
              <a:ext uri="{FF2B5EF4-FFF2-40B4-BE49-F238E27FC236}">
                <a16:creationId xmlns:a16="http://schemas.microsoft.com/office/drawing/2014/main" id="{79C11319-0F6A-46D6-8853-4E972D0B4C50}"/>
              </a:ext>
            </a:extLst>
          </p:cNvPr>
          <p:cNvSpPr>
            <a:spLocks/>
          </p:cNvSpPr>
          <p:nvPr/>
        </p:nvSpPr>
        <p:spPr>
          <a:xfrm>
            <a:off x="842591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0" name="data_2349">
            <a:extLst>
              <a:ext uri="{FF2B5EF4-FFF2-40B4-BE49-F238E27FC236}">
                <a16:creationId xmlns:a16="http://schemas.microsoft.com/office/drawing/2014/main" id="{9AAA4872-7EF7-4493-8770-1B9E2FD65962}"/>
              </a:ext>
            </a:extLst>
          </p:cNvPr>
          <p:cNvSpPr>
            <a:spLocks/>
          </p:cNvSpPr>
          <p:nvPr/>
        </p:nvSpPr>
        <p:spPr>
          <a:xfrm>
            <a:off x="8504757" y="29899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1" name="data_2350">
            <a:extLst>
              <a:ext uri="{FF2B5EF4-FFF2-40B4-BE49-F238E27FC236}">
                <a16:creationId xmlns:a16="http://schemas.microsoft.com/office/drawing/2014/main" id="{1C87961D-86AE-4907-8F15-CA554120DC91}"/>
              </a:ext>
            </a:extLst>
          </p:cNvPr>
          <p:cNvSpPr>
            <a:spLocks/>
          </p:cNvSpPr>
          <p:nvPr/>
        </p:nvSpPr>
        <p:spPr>
          <a:xfrm>
            <a:off x="849159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2" name="data_2351">
            <a:extLst>
              <a:ext uri="{FF2B5EF4-FFF2-40B4-BE49-F238E27FC236}">
                <a16:creationId xmlns:a16="http://schemas.microsoft.com/office/drawing/2014/main" id="{70F729B4-5DC5-4DAB-9FB8-38BDAD991343}"/>
              </a:ext>
            </a:extLst>
          </p:cNvPr>
          <p:cNvSpPr>
            <a:spLocks/>
          </p:cNvSpPr>
          <p:nvPr/>
        </p:nvSpPr>
        <p:spPr>
          <a:xfrm>
            <a:off x="845934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3" name="data_2352">
            <a:extLst>
              <a:ext uri="{FF2B5EF4-FFF2-40B4-BE49-F238E27FC236}">
                <a16:creationId xmlns:a16="http://schemas.microsoft.com/office/drawing/2014/main" id="{4B18EE6A-8C24-4DD7-AA0C-75739DE2FEB8}"/>
              </a:ext>
            </a:extLst>
          </p:cNvPr>
          <p:cNvSpPr>
            <a:spLocks/>
          </p:cNvSpPr>
          <p:nvPr/>
        </p:nvSpPr>
        <p:spPr>
          <a:xfrm>
            <a:off x="841924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4" name="data_2353">
            <a:extLst>
              <a:ext uri="{FF2B5EF4-FFF2-40B4-BE49-F238E27FC236}">
                <a16:creationId xmlns:a16="http://schemas.microsoft.com/office/drawing/2014/main" id="{21063EAA-A333-4E1C-8065-FCE80AEAF28C}"/>
              </a:ext>
            </a:extLst>
          </p:cNvPr>
          <p:cNvSpPr>
            <a:spLocks/>
          </p:cNvSpPr>
          <p:nvPr/>
        </p:nvSpPr>
        <p:spPr>
          <a:xfrm>
            <a:off x="84009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5" name="data_2354">
            <a:extLst>
              <a:ext uri="{FF2B5EF4-FFF2-40B4-BE49-F238E27FC236}">
                <a16:creationId xmlns:a16="http://schemas.microsoft.com/office/drawing/2014/main" id="{8B4FF2C9-85FE-4EAF-9918-8E6006A1218B}"/>
              </a:ext>
            </a:extLst>
          </p:cNvPr>
          <p:cNvSpPr>
            <a:spLocks/>
          </p:cNvSpPr>
          <p:nvPr/>
        </p:nvSpPr>
        <p:spPr>
          <a:xfrm>
            <a:off x="8412266" y="2356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6" name="data_2355">
            <a:extLst>
              <a:ext uri="{FF2B5EF4-FFF2-40B4-BE49-F238E27FC236}">
                <a16:creationId xmlns:a16="http://schemas.microsoft.com/office/drawing/2014/main" id="{FDAFF28B-B0F8-4281-A6D6-EA102A3CD145}"/>
              </a:ext>
            </a:extLst>
          </p:cNvPr>
          <p:cNvSpPr>
            <a:spLocks/>
          </p:cNvSpPr>
          <p:nvPr/>
        </p:nvSpPr>
        <p:spPr>
          <a:xfrm>
            <a:off x="8424057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7" name="data_2356">
            <a:extLst>
              <a:ext uri="{FF2B5EF4-FFF2-40B4-BE49-F238E27FC236}">
                <a16:creationId xmlns:a16="http://schemas.microsoft.com/office/drawing/2014/main" id="{EA26200F-992D-44CC-924D-FEFCAE1C0B41}"/>
              </a:ext>
            </a:extLst>
          </p:cNvPr>
          <p:cNvSpPr>
            <a:spLocks/>
          </p:cNvSpPr>
          <p:nvPr/>
        </p:nvSpPr>
        <p:spPr>
          <a:xfrm>
            <a:off x="842041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8" name="data_2357">
            <a:extLst>
              <a:ext uri="{FF2B5EF4-FFF2-40B4-BE49-F238E27FC236}">
                <a16:creationId xmlns:a16="http://schemas.microsoft.com/office/drawing/2014/main" id="{B711F7C5-8A2E-42D8-8F30-2CC6C6FAAFBA}"/>
              </a:ext>
            </a:extLst>
          </p:cNvPr>
          <p:cNvSpPr>
            <a:spLocks/>
          </p:cNvSpPr>
          <p:nvPr/>
        </p:nvSpPr>
        <p:spPr>
          <a:xfrm>
            <a:off x="839624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9" name="data_2358">
            <a:extLst>
              <a:ext uri="{FF2B5EF4-FFF2-40B4-BE49-F238E27FC236}">
                <a16:creationId xmlns:a16="http://schemas.microsoft.com/office/drawing/2014/main" id="{CC5714D4-7D78-423C-97AF-B7C06A0A5985}"/>
              </a:ext>
            </a:extLst>
          </p:cNvPr>
          <p:cNvSpPr>
            <a:spLocks/>
          </p:cNvSpPr>
          <p:nvPr/>
        </p:nvSpPr>
        <p:spPr>
          <a:xfrm>
            <a:off x="845623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0" name="data_2359">
            <a:extLst>
              <a:ext uri="{FF2B5EF4-FFF2-40B4-BE49-F238E27FC236}">
                <a16:creationId xmlns:a16="http://schemas.microsoft.com/office/drawing/2014/main" id="{EDAA904A-C064-4910-82E4-B56CB04167E9}"/>
              </a:ext>
            </a:extLst>
          </p:cNvPr>
          <p:cNvSpPr>
            <a:spLocks/>
          </p:cNvSpPr>
          <p:nvPr/>
        </p:nvSpPr>
        <p:spPr>
          <a:xfrm>
            <a:off x="849050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1" name="data_2360">
            <a:extLst>
              <a:ext uri="{FF2B5EF4-FFF2-40B4-BE49-F238E27FC236}">
                <a16:creationId xmlns:a16="http://schemas.microsoft.com/office/drawing/2014/main" id="{09479142-27AD-4DC8-87E5-2328CA4EBE70}"/>
              </a:ext>
            </a:extLst>
          </p:cNvPr>
          <p:cNvSpPr>
            <a:spLocks/>
          </p:cNvSpPr>
          <p:nvPr/>
        </p:nvSpPr>
        <p:spPr>
          <a:xfrm>
            <a:off x="8401669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2" name="data_2361">
            <a:extLst>
              <a:ext uri="{FF2B5EF4-FFF2-40B4-BE49-F238E27FC236}">
                <a16:creationId xmlns:a16="http://schemas.microsoft.com/office/drawing/2014/main" id="{38C7F6D8-597A-44CE-8049-8D956F1B0FA8}"/>
              </a:ext>
            </a:extLst>
          </p:cNvPr>
          <p:cNvSpPr>
            <a:spLocks/>
          </p:cNvSpPr>
          <p:nvPr/>
        </p:nvSpPr>
        <p:spPr>
          <a:xfrm>
            <a:off x="8468123" y="297028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3" name="data_2362">
            <a:extLst>
              <a:ext uri="{FF2B5EF4-FFF2-40B4-BE49-F238E27FC236}">
                <a16:creationId xmlns:a16="http://schemas.microsoft.com/office/drawing/2014/main" id="{3E1D479C-1ED1-49C8-A67D-617DF400189C}"/>
              </a:ext>
            </a:extLst>
          </p:cNvPr>
          <p:cNvSpPr>
            <a:spLocks/>
          </p:cNvSpPr>
          <p:nvPr/>
        </p:nvSpPr>
        <p:spPr>
          <a:xfrm>
            <a:off x="847901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4" name="data_2363">
            <a:extLst>
              <a:ext uri="{FF2B5EF4-FFF2-40B4-BE49-F238E27FC236}">
                <a16:creationId xmlns:a16="http://schemas.microsoft.com/office/drawing/2014/main" id="{AD464CFC-CCA6-4A68-936D-C2631F9CB20A}"/>
              </a:ext>
            </a:extLst>
          </p:cNvPr>
          <p:cNvSpPr>
            <a:spLocks/>
          </p:cNvSpPr>
          <p:nvPr/>
        </p:nvSpPr>
        <p:spPr>
          <a:xfrm>
            <a:off x="8428386" y="20468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5" name="data_2364">
            <a:extLst>
              <a:ext uri="{FF2B5EF4-FFF2-40B4-BE49-F238E27FC236}">
                <a16:creationId xmlns:a16="http://schemas.microsoft.com/office/drawing/2014/main" id="{B7B87C50-86CB-4A73-B5F6-8B39DE19F69F}"/>
              </a:ext>
            </a:extLst>
          </p:cNvPr>
          <p:cNvSpPr>
            <a:spLocks/>
          </p:cNvSpPr>
          <p:nvPr/>
        </p:nvSpPr>
        <p:spPr>
          <a:xfrm>
            <a:off x="8486667" y="2356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6" name="data_2365">
            <a:extLst>
              <a:ext uri="{FF2B5EF4-FFF2-40B4-BE49-F238E27FC236}">
                <a16:creationId xmlns:a16="http://schemas.microsoft.com/office/drawing/2014/main" id="{0CCBC9C8-388E-471C-90F2-134CC8BBE24E}"/>
              </a:ext>
            </a:extLst>
          </p:cNvPr>
          <p:cNvSpPr>
            <a:spLocks/>
          </p:cNvSpPr>
          <p:nvPr/>
        </p:nvSpPr>
        <p:spPr>
          <a:xfrm>
            <a:off x="8446294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7" name="data_2366">
            <a:extLst>
              <a:ext uri="{FF2B5EF4-FFF2-40B4-BE49-F238E27FC236}">
                <a16:creationId xmlns:a16="http://schemas.microsoft.com/office/drawing/2014/main" id="{8E96F4D3-7D0F-449B-BF3D-F3EFC54AA557}"/>
              </a:ext>
            </a:extLst>
          </p:cNvPr>
          <p:cNvSpPr>
            <a:spLocks/>
          </p:cNvSpPr>
          <p:nvPr/>
        </p:nvSpPr>
        <p:spPr>
          <a:xfrm>
            <a:off x="844905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8" name="data_2367">
            <a:extLst>
              <a:ext uri="{FF2B5EF4-FFF2-40B4-BE49-F238E27FC236}">
                <a16:creationId xmlns:a16="http://schemas.microsoft.com/office/drawing/2014/main" id="{3360518C-ADC9-49B8-86BD-612D53710295}"/>
              </a:ext>
            </a:extLst>
          </p:cNvPr>
          <p:cNvSpPr>
            <a:spLocks/>
          </p:cNvSpPr>
          <p:nvPr/>
        </p:nvSpPr>
        <p:spPr>
          <a:xfrm>
            <a:off x="8496461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9" name="data_2368">
            <a:extLst>
              <a:ext uri="{FF2B5EF4-FFF2-40B4-BE49-F238E27FC236}">
                <a16:creationId xmlns:a16="http://schemas.microsoft.com/office/drawing/2014/main" id="{DD4744BE-4588-4C07-936E-DF839DB47A3F}"/>
              </a:ext>
            </a:extLst>
          </p:cNvPr>
          <p:cNvSpPr>
            <a:spLocks/>
          </p:cNvSpPr>
          <p:nvPr/>
        </p:nvSpPr>
        <p:spPr>
          <a:xfrm>
            <a:off x="8484757" y="30534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0" name="data_2369">
            <a:extLst>
              <a:ext uri="{FF2B5EF4-FFF2-40B4-BE49-F238E27FC236}">
                <a16:creationId xmlns:a16="http://schemas.microsoft.com/office/drawing/2014/main" id="{413EDBA4-AB9B-434C-8419-523BDD28DCAD}"/>
              </a:ext>
            </a:extLst>
          </p:cNvPr>
          <p:cNvSpPr>
            <a:spLocks/>
          </p:cNvSpPr>
          <p:nvPr/>
        </p:nvSpPr>
        <p:spPr>
          <a:xfrm>
            <a:off x="8470578" y="29562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1" name="data_2370">
            <a:extLst>
              <a:ext uri="{FF2B5EF4-FFF2-40B4-BE49-F238E27FC236}">
                <a16:creationId xmlns:a16="http://schemas.microsoft.com/office/drawing/2014/main" id="{01937C3C-53FD-45E6-BFBB-D05F38244463}"/>
              </a:ext>
            </a:extLst>
          </p:cNvPr>
          <p:cNvSpPr>
            <a:spLocks/>
          </p:cNvSpPr>
          <p:nvPr/>
        </p:nvSpPr>
        <p:spPr>
          <a:xfrm>
            <a:off x="843243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2" name="data_2371">
            <a:extLst>
              <a:ext uri="{FF2B5EF4-FFF2-40B4-BE49-F238E27FC236}">
                <a16:creationId xmlns:a16="http://schemas.microsoft.com/office/drawing/2014/main" id="{A7731A1B-0F1C-4F42-9607-31FE517EC40A}"/>
              </a:ext>
            </a:extLst>
          </p:cNvPr>
          <p:cNvSpPr>
            <a:spLocks/>
          </p:cNvSpPr>
          <p:nvPr/>
        </p:nvSpPr>
        <p:spPr>
          <a:xfrm>
            <a:off x="847821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3" name="data_2372">
            <a:extLst>
              <a:ext uri="{FF2B5EF4-FFF2-40B4-BE49-F238E27FC236}">
                <a16:creationId xmlns:a16="http://schemas.microsoft.com/office/drawing/2014/main" id="{7CACCB5D-43F1-47B8-8C3D-BB85877FD1B9}"/>
              </a:ext>
            </a:extLst>
          </p:cNvPr>
          <p:cNvSpPr>
            <a:spLocks/>
          </p:cNvSpPr>
          <p:nvPr/>
        </p:nvSpPr>
        <p:spPr>
          <a:xfrm>
            <a:off x="8481251" y="318943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4" name="data_2373">
            <a:extLst>
              <a:ext uri="{FF2B5EF4-FFF2-40B4-BE49-F238E27FC236}">
                <a16:creationId xmlns:a16="http://schemas.microsoft.com/office/drawing/2014/main" id="{831DFAB1-7E22-421D-823D-58E274B13379}"/>
              </a:ext>
            </a:extLst>
          </p:cNvPr>
          <p:cNvSpPr>
            <a:spLocks/>
          </p:cNvSpPr>
          <p:nvPr/>
        </p:nvSpPr>
        <p:spPr>
          <a:xfrm>
            <a:off x="843716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5" name="data_2374">
            <a:extLst>
              <a:ext uri="{FF2B5EF4-FFF2-40B4-BE49-F238E27FC236}">
                <a16:creationId xmlns:a16="http://schemas.microsoft.com/office/drawing/2014/main" id="{09C86442-FA6B-45F1-9328-45D12E0E558D}"/>
              </a:ext>
            </a:extLst>
          </p:cNvPr>
          <p:cNvSpPr>
            <a:spLocks/>
          </p:cNvSpPr>
          <p:nvPr/>
        </p:nvSpPr>
        <p:spPr>
          <a:xfrm>
            <a:off x="839320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6" name="data_2375">
            <a:extLst>
              <a:ext uri="{FF2B5EF4-FFF2-40B4-BE49-F238E27FC236}">
                <a16:creationId xmlns:a16="http://schemas.microsoft.com/office/drawing/2014/main" id="{A9028B15-4C25-4127-8278-48CFFE73DFDD}"/>
              </a:ext>
            </a:extLst>
          </p:cNvPr>
          <p:cNvSpPr>
            <a:spLocks/>
          </p:cNvSpPr>
          <p:nvPr/>
        </p:nvSpPr>
        <p:spPr>
          <a:xfrm>
            <a:off x="842340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7" name="data_2376">
            <a:extLst>
              <a:ext uri="{FF2B5EF4-FFF2-40B4-BE49-F238E27FC236}">
                <a16:creationId xmlns:a16="http://schemas.microsoft.com/office/drawing/2014/main" id="{884DEE2A-215E-4009-AC2C-6F7BDA62226D}"/>
              </a:ext>
            </a:extLst>
          </p:cNvPr>
          <p:cNvSpPr>
            <a:spLocks/>
          </p:cNvSpPr>
          <p:nvPr/>
        </p:nvSpPr>
        <p:spPr>
          <a:xfrm>
            <a:off x="840467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8" name="data_2377">
            <a:extLst>
              <a:ext uri="{FF2B5EF4-FFF2-40B4-BE49-F238E27FC236}">
                <a16:creationId xmlns:a16="http://schemas.microsoft.com/office/drawing/2014/main" id="{5CC3347F-B4AE-4F6B-91A2-38C675E6535A}"/>
              </a:ext>
            </a:extLst>
          </p:cNvPr>
          <p:cNvSpPr>
            <a:spLocks/>
          </p:cNvSpPr>
          <p:nvPr/>
        </p:nvSpPr>
        <p:spPr>
          <a:xfrm>
            <a:off x="842416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9" name="data_2378">
            <a:extLst>
              <a:ext uri="{FF2B5EF4-FFF2-40B4-BE49-F238E27FC236}">
                <a16:creationId xmlns:a16="http://schemas.microsoft.com/office/drawing/2014/main" id="{534B2D9F-24A4-4EC8-8FE5-6003C5315CA9}"/>
              </a:ext>
            </a:extLst>
          </p:cNvPr>
          <p:cNvSpPr>
            <a:spLocks/>
          </p:cNvSpPr>
          <p:nvPr/>
        </p:nvSpPr>
        <p:spPr>
          <a:xfrm>
            <a:off x="839513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0" name="data_2379">
            <a:extLst>
              <a:ext uri="{FF2B5EF4-FFF2-40B4-BE49-F238E27FC236}">
                <a16:creationId xmlns:a16="http://schemas.microsoft.com/office/drawing/2014/main" id="{E734AB7A-0239-4E46-B4DD-C7F5BBA78557}"/>
              </a:ext>
            </a:extLst>
          </p:cNvPr>
          <p:cNvSpPr>
            <a:spLocks/>
          </p:cNvSpPr>
          <p:nvPr/>
        </p:nvSpPr>
        <p:spPr>
          <a:xfrm>
            <a:off x="849294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1" name="data_2380">
            <a:extLst>
              <a:ext uri="{FF2B5EF4-FFF2-40B4-BE49-F238E27FC236}">
                <a16:creationId xmlns:a16="http://schemas.microsoft.com/office/drawing/2014/main" id="{47E5E55D-FB2B-46E7-86B6-457C585A834C}"/>
              </a:ext>
            </a:extLst>
          </p:cNvPr>
          <p:cNvSpPr>
            <a:spLocks/>
          </p:cNvSpPr>
          <p:nvPr/>
        </p:nvSpPr>
        <p:spPr>
          <a:xfrm>
            <a:off x="8470109" y="191422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2" name="data_2381">
            <a:extLst>
              <a:ext uri="{FF2B5EF4-FFF2-40B4-BE49-F238E27FC236}">
                <a16:creationId xmlns:a16="http://schemas.microsoft.com/office/drawing/2014/main" id="{A8D937EB-403B-4C5A-BDBC-AEF41E895074}"/>
              </a:ext>
            </a:extLst>
          </p:cNvPr>
          <p:cNvSpPr>
            <a:spLocks/>
          </p:cNvSpPr>
          <p:nvPr/>
        </p:nvSpPr>
        <p:spPr>
          <a:xfrm>
            <a:off x="849120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3" name="data_2382">
            <a:extLst>
              <a:ext uri="{FF2B5EF4-FFF2-40B4-BE49-F238E27FC236}">
                <a16:creationId xmlns:a16="http://schemas.microsoft.com/office/drawing/2014/main" id="{4D908B54-DD08-478D-AE55-3FBD1EE41919}"/>
              </a:ext>
            </a:extLst>
          </p:cNvPr>
          <p:cNvSpPr>
            <a:spLocks/>
          </p:cNvSpPr>
          <p:nvPr/>
        </p:nvSpPr>
        <p:spPr>
          <a:xfrm>
            <a:off x="839248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4" name="data_2383">
            <a:extLst>
              <a:ext uri="{FF2B5EF4-FFF2-40B4-BE49-F238E27FC236}">
                <a16:creationId xmlns:a16="http://schemas.microsoft.com/office/drawing/2014/main" id="{85BFF60F-9C9D-47B0-A703-5B31C4C4E197}"/>
              </a:ext>
            </a:extLst>
          </p:cNvPr>
          <p:cNvSpPr>
            <a:spLocks/>
          </p:cNvSpPr>
          <p:nvPr/>
        </p:nvSpPr>
        <p:spPr>
          <a:xfrm>
            <a:off x="84809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5" name="data_2384">
            <a:extLst>
              <a:ext uri="{FF2B5EF4-FFF2-40B4-BE49-F238E27FC236}">
                <a16:creationId xmlns:a16="http://schemas.microsoft.com/office/drawing/2014/main" id="{52ED7AAD-ABF2-44D1-BC9A-BC76513A6F02}"/>
              </a:ext>
            </a:extLst>
          </p:cNvPr>
          <p:cNvSpPr>
            <a:spLocks/>
          </p:cNvSpPr>
          <p:nvPr/>
        </p:nvSpPr>
        <p:spPr>
          <a:xfrm>
            <a:off x="848709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6" name="data_2385">
            <a:extLst>
              <a:ext uri="{FF2B5EF4-FFF2-40B4-BE49-F238E27FC236}">
                <a16:creationId xmlns:a16="http://schemas.microsoft.com/office/drawing/2014/main" id="{59D84FB1-AE72-4169-AFC9-9564CD0BDADB}"/>
              </a:ext>
            </a:extLst>
          </p:cNvPr>
          <p:cNvSpPr>
            <a:spLocks/>
          </p:cNvSpPr>
          <p:nvPr/>
        </p:nvSpPr>
        <p:spPr>
          <a:xfrm>
            <a:off x="83897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7" name="data_2386">
            <a:extLst>
              <a:ext uri="{FF2B5EF4-FFF2-40B4-BE49-F238E27FC236}">
                <a16:creationId xmlns:a16="http://schemas.microsoft.com/office/drawing/2014/main" id="{86CB3A80-0A75-4A25-B20D-FF86C96F9A9B}"/>
              </a:ext>
            </a:extLst>
          </p:cNvPr>
          <p:cNvSpPr>
            <a:spLocks/>
          </p:cNvSpPr>
          <p:nvPr/>
        </p:nvSpPr>
        <p:spPr>
          <a:xfrm>
            <a:off x="843846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8" name="data_2387">
            <a:extLst>
              <a:ext uri="{FF2B5EF4-FFF2-40B4-BE49-F238E27FC236}">
                <a16:creationId xmlns:a16="http://schemas.microsoft.com/office/drawing/2014/main" id="{746E0372-3386-4FC6-8BEA-176B436D9E0C}"/>
              </a:ext>
            </a:extLst>
          </p:cNvPr>
          <p:cNvSpPr>
            <a:spLocks/>
          </p:cNvSpPr>
          <p:nvPr/>
        </p:nvSpPr>
        <p:spPr>
          <a:xfrm>
            <a:off x="846847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9" name="data_2388">
            <a:extLst>
              <a:ext uri="{FF2B5EF4-FFF2-40B4-BE49-F238E27FC236}">
                <a16:creationId xmlns:a16="http://schemas.microsoft.com/office/drawing/2014/main" id="{F664D202-5246-42F3-B728-8DD7707DEE07}"/>
              </a:ext>
            </a:extLst>
          </p:cNvPr>
          <p:cNvSpPr>
            <a:spLocks/>
          </p:cNvSpPr>
          <p:nvPr/>
        </p:nvSpPr>
        <p:spPr>
          <a:xfrm>
            <a:off x="840781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0" name="data_2389">
            <a:extLst>
              <a:ext uri="{FF2B5EF4-FFF2-40B4-BE49-F238E27FC236}">
                <a16:creationId xmlns:a16="http://schemas.microsoft.com/office/drawing/2014/main" id="{938C2DEC-636C-49E0-9EAB-5CD213511EEC}"/>
              </a:ext>
            </a:extLst>
          </p:cNvPr>
          <p:cNvSpPr>
            <a:spLocks/>
          </p:cNvSpPr>
          <p:nvPr/>
        </p:nvSpPr>
        <p:spPr>
          <a:xfrm>
            <a:off x="844615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1" name="data_2390">
            <a:extLst>
              <a:ext uri="{FF2B5EF4-FFF2-40B4-BE49-F238E27FC236}">
                <a16:creationId xmlns:a16="http://schemas.microsoft.com/office/drawing/2014/main" id="{FDE92194-17C2-48F7-B8AC-CAB4CE242F2D}"/>
              </a:ext>
            </a:extLst>
          </p:cNvPr>
          <p:cNvSpPr>
            <a:spLocks/>
          </p:cNvSpPr>
          <p:nvPr/>
        </p:nvSpPr>
        <p:spPr>
          <a:xfrm>
            <a:off x="8488959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2" name="data_2391">
            <a:extLst>
              <a:ext uri="{FF2B5EF4-FFF2-40B4-BE49-F238E27FC236}">
                <a16:creationId xmlns:a16="http://schemas.microsoft.com/office/drawing/2014/main" id="{DB98DCB1-FEF1-485F-B7A5-A96B70C62772}"/>
              </a:ext>
            </a:extLst>
          </p:cNvPr>
          <p:cNvSpPr>
            <a:spLocks/>
          </p:cNvSpPr>
          <p:nvPr/>
        </p:nvSpPr>
        <p:spPr>
          <a:xfrm>
            <a:off x="8433155" y="290888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3" name="data_2392">
            <a:extLst>
              <a:ext uri="{FF2B5EF4-FFF2-40B4-BE49-F238E27FC236}">
                <a16:creationId xmlns:a16="http://schemas.microsoft.com/office/drawing/2014/main" id="{C7889308-C668-4583-AD9C-8C41B5E66EA0}"/>
              </a:ext>
            </a:extLst>
          </p:cNvPr>
          <p:cNvSpPr>
            <a:spLocks/>
          </p:cNvSpPr>
          <p:nvPr/>
        </p:nvSpPr>
        <p:spPr>
          <a:xfrm>
            <a:off x="839798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4" name="data_2393">
            <a:extLst>
              <a:ext uri="{FF2B5EF4-FFF2-40B4-BE49-F238E27FC236}">
                <a16:creationId xmlns:a16="http://schemas.microsoft.com/office/drawing/2014/main" id="{FEB2C082-BDA7-4339-BBAB-92F1287B288D}"/>
              </a:ext>
            </a:extLst>
          </p:cNvPr>
          <p:cNvSpPr>
            <a:spLocks/>
          </p:cNvSpPr>
          <p:nvPr/>
        </p:nvSpPr>
        <p:spPr>
          <a:xfrm>
            <a:off x="8482775" y="18037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5" name="data_2394">
            <a:extLst>
              <a:ext uri="{FF2B5EF4-FFF2-40B4-BE49-F238E27FC236}">
                <a16:creationId xmlns:a16="http://schemas.microsoft.com/office/drawing/2014/main" id="{55AA2BA7-FBC8-4652-8278-4D698187B5ED}"/>
              </a:ext>
            </a:extLst>
          </p:cNvPr>
          <p:cNvSpPr>
            <a:spLocks/>
          </p:cNvSpPr>
          <p:nvPr/>
        </p:nvSpPr>
        <p:spPr>
          <a:xfrm>
            <a:off x="8413054" y="21305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6" name="data_2395">
            <a:extLst>
              <a:ext uri="{FF2B5EF4-FFF2-40B4-BE49-F238E27FC236}">
                <a16:creationId xmlns:a16="http://schemas.microsoft.com/office/drawing/2014/main" id="{E32BB950-11AF-4B31-9C42-31D4C5452917}"/>
              </a:ext>
            </a:extLst>
          </p:cNvPr>
          <p:cNvSpPr>
            <a:spLocks/>
          </p:cNvSpPr>
          <p:nvPr/>
        </p:nvSpPr>
        <p:spPr>
          <a:xfrm>
            <a:off x="8435453" y="26194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7" name="data_2396">
            <a:extLst>
              <a:ext uri="{FF2B5EF4-FFF2-40B4-BE49-F238E27FC236}">
                <a16:creationId xmlns:a16="http://schemas.microsoft.com/office/drawing/2014/main" id="{B585EFA3-4BAA-467D-AD36-5FB5BF3DCD58}"/>
              </a:ext>
            </a:extLst>
          </p:cNvPr>
          <p:cNvSpPr>
            <a:spLocks/>
          </p:cNvSpPr>
          <p:nvPr/>
        </p:nvSpPr>
        <p:spPr>
          <a:xfrm>
            <a:off x="844759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8" name="data_2397">
            <a:extLst>
              <a:ext uri="{FF2B5EF4-FFF2-40B4-BE49-F238E27FC236}">
                <a16:creationId xmlns:a16="http://schemas.microsoft.com/office/drawing/2014/main" id="{4B2BF042-8E24-4E05-80CE-C1398A5746DD}"/>
              </a:ext>
            </a:extLst>
          </p:cNvPr>
          <p:cNvSpPr>
            <a:spLocks/>
          </p:cNvSpPr>
          <p:nvPr/>
        </p:nvSpPr>
        <p:spPr>
          <a:xfrm>
            <a:off x="8384814" y="32088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9" name="data_2398">
            <a:extLst>
              <a:ext uri="{FF2B5EF4-FFF2-40B4-BE49-F238E27FC236}">
                <a16:creationId xmlns:a16="http://schemas.microsoft.com/office/drawing/2014/main" id="{12C8DBB2-39E1-4E6D-A7E4-C6AE2EB62D67}"/>
              </a:ext>
            </a:extLst>
          </p:cNvPr>
          <p:cNvSpPr>
            <a:spLocks/>
          </p:cNvSpPr>
          <p:nvPr/>
        </p:nvSpPr>
        <p:spPr>
          <a:xfrm>
            <a:off x="8485338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0" name="data_2399">
            <a:extLst>
              <a:ext uri="{FF2B5EF4-FFF2-40B4-BE49-F238E27FC236}">
                <a16:creationId xmlns:a16="http://schemas.microsoft.com/office/drawing/2014/main" id="{8681622F-71D6-4394-AAF7-4F9C8080F922}"/>
              </a:ext>
            </a:extLst>
          </p:cNvPr>
          <p:cNvSpPr>
            <a:spLocks/>
          </p:cNvSpPr>
          <p:nvPr/>
        </p:nvSpPr>
        <p:spPr>
          <a:xfrm>
            <a:off x="8497886" y="34115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1" name="data_2400">
            <a:extLst>
              <a:ext uri="{FF2B5EF4-FFF2-40B4-BE49-F238E27FC236}">
                <a16:creationId xmlns:a16="http://schemas.microsoft.com/office/drawing/2014/main" id="{A4847426-D9E3-4CDA-A1B6-302B1AD83D14}"/>
              </a:ext>
            </a:extLst>
          </p:cNvPr>
          <p:cNvSpPr>
            <a:spLocks/>
          </p:cNvSpPr>
          <p:nvPr/>
        </p:nvSpPr>
        <p:spPr>
          <a:xfrm>
            <a:off x="8418463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2" name="data_2401">
            <a:extLst>
              <a:ext uri="{FF2B5EF4-FFF2-40B4-BE49-F238E27FC236}">
                <a16:creationId xmlns:a16="http://schemas.microsoft.com/office/drawing/2014/main" id="{AD4D2EB9-2173-4982-84E3-0F9C7B42C2BD}"/>
              </a:ext>
            </a:extLst>
          </p:cNvPr>
          <p:cNvSpPr>
            <a:spLocks/>
          </p:cNvSpPr>
          <p:nvPr/>
        </p:nvSpPr>
        <p:spPr>
          <a:xfrm>
            <a:off x="846135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3" name="data_2402">
            <a:extLst>
              <a:ext uri="{FF2B5EF4-FFF2-40B4-BE49-F238E27FC236}">
                <a16:creationId xmlns:a16="http://schemas.microsoft.com/office/drawing/2014/main" id="{29F3881B-AD12-4902-AAD6-171D78D1CEF0}"/>
              </a:ext>
            </a:extLst>
          </p:cNvPr>
          <p:cNvSpPr>
            <a:spLocks/>
          </p:cNvSpPr>
          <p:nvPr/>
        </p:nvSpPr>
        <p:spPr>
          <a:xfrm>
            <a:off x="842514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4" name="data_2403">
            <a:extLst>
              <a:ext uri="{FF2B5EF4-FFF2-40B4-BE49-F238E27FC236}">
                <a16:creationId xmlns:a16="http://schemas.microsoft.com/office/drawing/2014/main" id="{B53ED1D8-FD71-4013-B814-8AF81B0B71A6}"/>
              </a:ext>
            </a:extLst>
          </p:cNvPr>
          <p:cNvSpPr>
            <a:spLocks/>
          </p:cNvSpPr>
          <p:nvPr/>
        </p:nvSpPr>
        <p:spPr>
          <a:xfrm>
            <a:off x="84375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5" name="data_2404">
            <a:extLst>
              <a:ext uri="{FF2B5EF4-FFF2-40B4-BE49-F238E27FC236}">
                <a16:creationId xmlns:a16="http://schemas.microsoft.com/office/drawing/2014/main" id="{0C3E2B8A-87DF-42E1-98BC-F0BF182EA14E}"/>
              </a:ext>
            </a:extLst>
          </p:cNvPr>
          <p:cNvSpPr>
            <a:spLocks/>
          </p:cNvSpPr>
          <p:nvPr/>
        </p:nvSpPr>
        <p:spPr>
          <a:xfrm>
            <a:off x="8499286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6" name="data_2405">
            <a:extLst>
              <a:ext uri="{FF2B5EF4-FFF2-40B4-BE49-F238E27FC236}">
                <a16:creationId xmlns:a16="http://schemas.microsoft.com/office/drawing/2014/main" id="{23328ED2-0047-4B33-9FBD-0F680D162903}"/>
              </a:ext>
            </a:extLst>
          </p:cNvPr>
          <p:cNvSpPr>
            <a:spLocks/>
          </p:cNvSpPr>
          <p:nvPr/>
        </p:nvSpPr>
        <p:spPr>
          <a:xfrm>
            <a:off x="8443824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7" name="data_2406">
            <a:extLst>
              <a:ext uri="{FF2B5EF4-FFF2-40B4-BE49-F238E27FC236}">
                <a16:creationId xmlns:a16="http://schemas.microsoft.com/office/drawing/2014/main" id="{B59C415E-1934-475D-950D-B42F83D56F93}"/>
              </a:ext>
            </a:extLst>
          </p:cNvPr>
          <p:cNvSpPr>
            <a:spLocks/>
          </p:cNvSpPr>
          <p:nvPr/>
        </p:nvSpPr>
        <p:spPr>
          <a:xfrm>
            <a:off x="8497628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8" name="data_2407">
            <a:extLst>
              <a:ext uri="{FF2B5EF4-FFF2-40B4-BE49-F238E27FC236}">
                <a16:creationId xmlns:a16="http://schemas.microsoft.com/office/drawing/2014/main" id="{069AEC52-318E-41F6-AA16-7D0D31023F47}"/>
              </a:ext>
            </a:extLst>
          </p:cNvPr>
          <p:cNvSpPr>
            <a:spLocks/>
          </p:cNvSpPr>
          <p:nvPr/>
        </p:nvSpPr>
        <p:spPr>
          <a:xfrm>
            <a:off x="8436160" y="219841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9" name="data_2408">
            <a:extLst>
              <a:ext uri="{FF2B5EF4-FFF2-40B4-BE49-F238E27FC236}">
                <a16:creationId xmlns:a16="http://schemas.microsoft.com/office/drawing/2014/main" id="{FDA5237F-F02D-4EC3-8180-2CDB0C662FE8}"/>
              </a:ext>
            </a:extLst>
          </p:cNvPr>
          <p:cNvSpPr>
            <a:spLocks/>
          </p:cNvSpPr>
          <p:nvPr/>
        </p:nvSpPr>
        <p:spPr>
          <a:xfrm>
            <a:off x="847682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0" name="data_2409">
            <a:extLst>
              <a:ext uri="{FF2B5EF4-FFF2-40B4-BE49-F238E27FC236}">
                <a16:creationId xmlns:a16="http://schemas.microsoft.com/office/drawing/2014/main" id="{723857FE-5886-4A01-86FA-1FEA2B9051AD}"/>
              </a:ext>
            </a:extLst>
          </p:cNvPr>
          <p:cNvSpPr>
            <a:spLocks/>
          </p:cNvSpPr>
          <p:nvPr/>
        </p:nvSpPr>
        <p:spPr>
          <a:xfrm>
            <a:off x="846026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1" name="data_2410">
            <a:extLst>
              <a:ext uri="{FF2B5EF4-FFF2-40B4-BE49-F238E27FC236}">
                <a16:creationId xmlns:a16="http://schemas.microsoft.com/office/drawing/2014/main" id="{53D28E31-F162-4083-B5DC-09AEBC5DE310}"/>
              </a:ext>
            </a:extLst>
          </p:cNvPr>
          <p:cNvSpPr>
            <a:spLocks/>
          </p:cNvSpPr>
          <p:nvPr/>
        </p:nvSpPr>
        <p:spPr>
          <a:xfrm>
            <a:off x="8455439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2" name="data_2411">
            <a:extLst>
              <a:ext uri="{FF2B5EF4-FFF2-40B4-BE49-F238E27FC236}">
                <a16:creationId xmlns:a16="http://schemas.microsoft.com/office/drawing/2014/main" id="{5C635DD7-AC58-44E0-A927-CED028AC7437}"/>
              </a:ext>
            </a:extLst>
          </p:cNvPr>
          <p:cNvSpPr>
            <a:spLocks/>
          </p:cNvSpPr>
          <p:nvPr/>
        </p:nvSpPr>
        <p:spPr>
          <a:xfrm>
            <a:off x="8388988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3" name="data_2412">
            <a:extLst>
              <a:ext uri="{FF2B5EF4-FFF2-40B4-BE49-F238E27FC236}">
                <a16:creationId xmlns:a16="http://schemas.microsoft.com/office/drawing/2014/main" id="{DEF41939-068C-4F80-8125-4AA03D13F992}"/>
              </a:ext>
            </a:extLst>
          </p:cNvPr>
          <p:cNvSpPr>
            <a:spLocks/>
          </p:cNvSpPr>
          <p:nvPr/>
        </p:nvSpPr>
        <p:spPr>
          <a:xfrm>
            <a:off x="8410548" y="213526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4" name="data_2413">
            <a:extLst>
              <a:ext uri="{FF2B5EF4-FFF2-40B4-BE49-F238E27FC236}">
                <a16:creationId xmlns:a16="http://schemas.microsoft.com/office/drawing/2014/main" id="{14AD8428-77BF-4682-B076-4B1EDD42ECCA}"/>
              </a:ext>
            </a:extLst>
          </p:cNvPr>
          <p:cNvSpPr>
            <a:spLocks/>
          </p:cNvSpPr>
          <p:nvPr/>
        </p:nvSpPr>
        <p:spPr>
          <a:xfrm>
            <a:off x="8503718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5" name="data_2414">
            <a:extLst>
              <a:ext uri="{FF2B5EF4-FFF2-40B4-BE49-F238E27FC236}">
                <a16:creationId xmlns:a16="http://schemas.microsoft.com/office/drawing/2014/main" id="{C3BDA991-FA87-4B37-BC42-017717C49DFF}"/>
              </a:ext>
            </a:extLst>
          </p:cNvPr>
          <p:cNvSpPr>
            <a:spLocks/>
          </p:cNvSpPr>
          <p:nvPr/>
        </p:nvSpPr>
        <p:spPr>
          <a:xfrm>
            <a:off x="847430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6" name="data_2415">
            <a:extLst>
              <a:ext uri="{FF2B5EF4-FFF2-40B4-BE49-F238E27FC236}">
                <a16:creationId xmlns:a16="http://schemas.microsoft.com/office/drawing/2014/main" id="{8826C734-E206-4D08-AF54-A11FE4F502E9}"/>
              </a:ext>
            </a:extLst>
          </p:cNvPr>
          <p:cNvSpPr>
            <a:spLocks/>
          </p:cNvSpPr>
          <p:nvPr/>
        </p:nvSpPr>
        <p:spPr>
          <a:xfrm>
            <a:off x="8471443" y="293099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7" name="data_2416">
            <a:extLst>
              <a:ext uri="{FF2B5EF4-FFF2-40B4-BE49-F238E27FC236}">
                <a16:creationId xmlns:a16="http://schemas.microsoft.com/office/drawing/2014/main" id="{225F1551-33EB-4742-92AA-5DE3F621346E}"/>
              </a:ext>
            </a:extLst>
          </p:cNvPr>
          <p:cNvSpPr>
            <a:spLocks/>
          </p:cNvSpPr>
          <p:nvPr/>
        </p:nvSpPr>
        <p:spPr>
          <a:xfrm>
            <a:off x="8414910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8" name="data_2417">
            <a:extLst>
              <a:ext uri="{FF2B5EF4-FFF2-40B4-BE49-F238E27FC236}">
                <a16:creationId xmlns:a16="http://schemas.microsoft.com/office/drawing/2014/main" id="{5E31D3C1-7B9C-4E0D-A2A6-002327A9EA46}"/>
              </a:ext>
            </a:extLst>
          </p:cNvPr>
          <p:cNvSpPr>
            <a:spLocks/>
          </p:cNvSpPr>
          <p:nvPr/>
        </p:nvSpPr>
        <p:spPr>
          <a:xfrm>
            <a:off x="846415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9" name="data_2418">
            <a:extLst>
              <a:ext uri="{FF2B5EF4-FFF2-40B4-BE49-F238E27FC236}">
                <a16:creationId xmlns:a16="http://schemas.microsoft.com/office/drawing/2014/main" id="{50922BF6-7D02-471C-9C53-29C3297C0336}"/>
              </a:ext>
            </a:extLst>
          </p:cNvPr>
          <p:cNvSpPr>
            <a:spLocks/>
          </p:cNvSpPr>
          <p:nvPr/>
        </p:nvSpPr>
        <p:spPr>
          <a:xfrm>
            <a:off x="8430669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0" name="data_2419">
            <a:extLst>
              <a:ext uri="{FF2B5EF4-FFF2-40B4-BE49-F238E27FC236}">
                <a16:creationId xmlns:a16="http://schemas.microsoft.com/office/drawing/2014/main" id="{964AA170-68C2-43DF-A58A-C4EFBB95C311}"/>
              </a:ext>
            </a:extLst>
          </p:cNvPr>
          <p:cNvSpPr>
            <a:spLocks/>
          </p:cNvSpPr>
          <p:nvPr/>
        </p:nvSpPr>
        <p:spPr>
          <a:xfrm>
            <a:off x="838842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1" name="data_2420">
            <a:extLst>
              <a:ext uri="{FF2B5EF4-FFF2-40B4-BE49-F238E27FC236}">
                <a16:creationId xmlns:a16="http://schemas.microsoft.com/office/drawing/2014/main" id="{3035231C-72FC-4415-819F-4C5F17CEAD36}"/>
              </a:ext>
            </a:extLst>
          </p:cNvPr>
          <p:cNvSpPr>
            <a:spLocks/>
          </p:cNvSpPr>
          <p:nvPr/>
        </p:nvSpPr>
        <p:spPr>
          <a:xfrm>
            <a:off x="8401060" y="20861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2" name="data_2421">
            <a:extLst>
              <a:ext uri="{FF2B5EF4-FFF2-40B4-BE49-F238E27FC236}">
                <a16:creationId xmlns:a16="http://schemas.microsoft.com/office/drawing/2014/main" id="{2EC1E69E-825D-4456-BF82-1311B3C2853D}"/>
              </a:ext>
            </a:extLst>
          </p:cNvPr>
          <p:cNvSpPr>
            <a:spLocks/>
          </p:cNvSpPr>
          <p:nvPr/>
        </p:nvSpPr>
        <p:spPr>
          <a:xfrm>
            <a:off x="847615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3" name="data_2422">
            <a:extLst>
              <a:ext uri="{FF2B5EF4-FFF2-40B4-BE49-F238E27FC236}">
                <a16:creationId xmlns:a16="http://schemas.microsoft.com/office/drawing/2014/main" id="{6267CCC0-AE5F-4219-8B91-65F75C551975}"/>
              </a:ext>
            </a:extLst>
          </p:cNvPr>
          <p:cNvSpPr>
            <a:spLocks/>
          </p:cNvSpPr>
          <p:nvPr/>
        </p:nvSpPr>
        <p:spPr>
          <a:xfrm>
            <a:off x="849317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4" name="data_2423">
            <a:extLst>
              <a:ext uri="{FF2B5EF4-FFF2-40B4-BE49-F238E27FC236}">
                <a16:creationId xmlns:a16="http://schemas.microsoft.com/office/drawing/2014/main" id="{EFBA1945-C2A5-4891-B81C-FD3CE67CEE3A}"/>
              </a:ext>
            </a:extLst>
          </p:cNvPr>
          <p:cNvSpPr>
            <a:spLocks/>
          </p:cNvSpPr>
          <p:nvPr/>
        </p:nvSpPr>
        <p:spPr>
          <a:xfrm>
            <a:off x="8444519" y="219841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5" name="data_2424">
            <a:extLst>
              <a:ext uri="{FF2B5EF4-FFF2-40B4-BE49-F238E27FC236}">
                <a16:creationId xmlns:a16="http://schemas.microsoft.com/office/drawing/2014/main" id="{EC49269E-6C27-4D5E-8B34-C643B58644EB}"/>
              </a:ext>
            </a:extLst>
          </p:cNvPr>
          <p:cNvSpPr>
            <a:spLocks/>
          </p:cNvSpPr>
          <p:nvPr/>
        </p:nvSpPr>
        <p:spPr>
          <a:xfrm>
            <a:off x="845668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6" name="data_2425">
            <a:extLst>
              <a:ext uri="{FF2B5EF4-FFF2-40B4-BE49-F238E27FC236}">
                <a16:creationId xmlns:a16="http://schemas.microsoft.com/office/drawing/2014/main" id="{27B33733-6D4B-4AB0-9E89-02141893A6BB}"/>
              </a:ext>
            </a:extLst>
          </p:cNvPr>
          <p:cNvSpPr>
            <a:spLocks/>
          </p:cNvSpPr>
          <p:nvPr/>
        </p:nvSpPr>
        <p:spPr>
          <a:xfrm>
            <a:off x="842463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7" name="data_2426">
            <a:extLst>
              <a:ext uri="{FF2B5EF4-FFF2-40B4-BE49-F238E27FC236}">
                <a16:creationId xmlns:a16="http://schemas.microsoft.com/office/drawing/2014/main" id="{E013DC08-FD88-4382-819A-3DC7E8D7BD6A}"/>
              </a:ext>
            </a:extLst>
          </p:cNvPr>
          <p:cNvSpPr>
            <a:spLocks/>
          </p:cNvSpPr>
          <p:nvPr/>
        </p:nvSpPr>
        <p:spPr>
          <a:xfrm>
            <a:off x="8397861" y="33254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8" name="data_2427">
            <a:extLst>
              <a:ext uri="{FF2B5EF4-FFF2-40B4-BE49-F238E27FC236}">
                <a16:creationId xmlns:a16="http://schemas.microsoft.com/office/drawing/2014/main" id="{0FE91E83-2A0B-47AB-A7B7-A5AAF0FB0D5C}"/>
              </a:ext>
            </a:extLst>
          </p:cNvPr>
          <p:cNvSpPr>
            <a:spLocks/>
          </p:cNvSpPr>
          <p:nvPr/>
        </p:nvSpPr>
        <p:spPr>
          <a:xfrm>
            <a:off x="841032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9" name="data_2428">
            <a:extLst>
              <a:ext uri="{FF2B5EF4-FFF2-40B4-BE49-F238E27FC236}">
                <a16:creationId xmlns:a16="http://schemas.microsoft.com/office/drawing/2014/main" id="{F30AF8F5-1A5F-4E5C-80EF-34BBD1B3FC94}"/>
              </a:ext>
            </a:extLst>
          </p:cNvPr>
          <p:cNvSpPr>
            <a:spLocks/>
          </p:cNvSpPr>
          <p:nvPr/>
        </p:nvSpPr>
        <p:spPr>
          <a:xfrm>
            <a:off x="839468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0" name="data_2429">
            <a:extLst>
              <a:ext uri="{FF2B5EF4-FFF2-40B4-BE49-F238E27FC236}">
                <a16:creationId xmlns:a16="http://schemas.microsoft.com/office/drawing/2014/main" id="{3333C0F0-17CC-49D1-8C96-38382ED58C2C}"/>
              </a:ext>
            </a:extLst>
          </p:cNvPr>
          <p:cNvSpPr>
            <a:spLocks/>
          </p:cNvSpPr>
          <p:nvPr/>
        </p:nvSpPr>
        <p:spPr>
          <a:xfrm>
            <a:off x="8418644" y="24299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1" name="data_2430">
            <a:extLst>
              <a:ext uri="{FF2B5EF4-FFF2-40B4-BE49-F238E27FC236}">
                <a16:creationId xmlns:a16="http://schemas.microsoft.com/office/drawing/2014/main" id="{6EC21B83-3419-4E97-9A28-667920CDAA70}"/>
              </a:ext>
            </a:extLst>
          </p:cNvPr>
          <p:cNvSpPr>
            <a:spLocks/>
          </p:cNvSpPr>
          <p:nvPr/>
        </p:nvSpPr>
        <p:spPr>
          <a:xfrm>
            <a:off x="840730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2" name="data_2431">
            <a:extLst>
              <a:ext uri="{FF2B5EF4-FFF2-40B4-BE49-F238E27FC236}">
                <a16:creationId xmlns:a16="http://schemas.microsoft.com/office/drawing/2014/main" id="{71AA29CC-2B3D-49D0-818F-928DEBDA9C05}"/>
              </a:ext>
            </a:extLst>
          </p:cNvPr>
          <p:cNvSpPr>
            <a:spLocks/>
          </p:cNvSpPr>
          <p:nvPr/>
        </p:nvSpPr>
        <p:spPr>
          <a:xfrm>
            <a:off x="8429343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3" name="data_2432">
            <a:extLst>
              <a:ext uri="{FF2B5EF4-FFF2-40B4-BE49-F238E27FC236}">
                <a16:creationId xmlns:a16="http://schemas.microsoft.com/office/drawing/2014/main" id="{368D54EF-ECE3-43C7-8C2B-C99A1203DFD4}"/>
              </a:ext>
            </a:extLst>
          </p:cNvPr>
          <p:cNvSpPr>
            <a:spLocks/>
          </p:cNvSpPr>
          <p:nvPr/>
        </p:nvSpPr>
        <p:spPr>
          <a:xfrm>
            <a:off x="8474495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4" name="data_2433">
            <a:extLst>
              <a:ext uri="{FF2B5EF4-FFF2-40B4-BE49-F238E27FC236}">
                <a16:creationId xmlns:a16="http://schemas.microsoft.com/office/drawing/2014/main" id="{94333EA5-98FE-4068-905E-8CB58BB48AF4}"/>
              </a:ext>
            </a:extLst>
          </p:cNvPr>
          <p:cNvSpPr>
            <a:spLocks/>
          </p:cNvSpPr>
          <p:nvPr/>
        </p:nvSpPr>
        <p:spPr>
          <a:xfrm>
            <a:off x="842938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5" name="data_2434">
            <a:extLst>
              <a:ext uri="{FF2B5EF4-FFF2-40B4-BE49-F238E27FC236}">
                <a16:creationId xmlns:a16="http://schemas.microsoft.com/office/drawing/2014/main" id="{1CC6A9AD-4F9A-4506-9E00-182664FEE4A6}"/>
              </a:ext>
            </a:extLst>
          </p:cNvPr>
          <p:cNvSpPr>
            <a:spLocks/>
          </p:cNvSpPr>
          <p:nvPr/>
        </p:nvSpPr>
        <p:spPr>
          <a:xfrm>
            <a:off x="8483716" y="18405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6" name="data_2435">
            <a:extLst>
              <a:ext uri="{FF2B5EF4-FFF2-40B4-BE49-F238E27FC236}">
                <a16:creationId xmlns:a16="http://schemas.microsoft.com/office/drawing/2014/main" id="{1C88A6FF-FB74-4548-9C1A-C6EC1C9CB317}"/>
              </a:ext>
            </a:extLst>
          </p:cNvPr>
          <p:cNvSpPr>
            <a:spLocks/>
          </p:cNvSpPr>
          <p:nvPr/>
        </p:nvSpPr>
        <p:spPr>
          <a:xfrm>
            <a:off x="8438923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7" name="data_2436">
            <a:extLst>
              <a:ext uri="{FF2B5EF4-FFF2-40B4-BE49-F238E27FC236}">
                <a16:creationId xmlns:a16="http://schemas.microsoft.com/office/drawing/2014/main" id="{4443900F-1D9E-432E-A4A5-190BA39BC2B2}"/>
              </a:ext>
            </a:extLst>
          </p:cNvPr>
          <p:cNvSpPr>
            <a:spLocks/>
          </p:cNvSpPr>
          <p:nvPr/>
        </p:nvSpPr>
        <p:spPr>
          <a:xfrm>
            <a:off x="8449223" y="2872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8" name="data_2437">
            <a:extLst>
              <a:ext uri="{FF2B5EF4-FFF2-40B4-BE49-F238E27FC236}">
                <a16:creationId xmlns:a16="http://schemas.microsoft.com/office/drawing/2014/main" id="{8C059BAE-0374-426B-A45E-F7AF8A08CB26}"/>
              </a:ext>
            </a:extLst>
          </p:cNvPr>
          <p:cNvSpPr>
            <a:spLocks/>
          </p:cNvSpPr>
          <p:nvPr/>
        </p:nvSpPr>
        <p:spPr>
          <a:xfrm>
            <a:off x="844852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9" name="data_2438">
            <a:extLst>
              <a:ext uri="{FF2B5EF4-FFF2-40B4-BE49-F238E27FC236}">
                <a16:creationId xmlns:a16="http://schemas.microsoft.com/office/drawing/2014/main" id="{E8B2CDF0-3B63-4AA4-BF58-92955DD8368A}"/>
              </a:ext>
            </a:extLst>
          </p:cNvPr>
          <p:cNvSpPr>
            <a:spLocks/>
          </p:cNvSpPr>
          <p:nvPr/>
        </p:nvSpPr>
        <p:spPr>
          <a:xfrm>
            <a:off x="8483634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0" name="data_2439">
            <a:extLst>
              <a:ext uri="{FF2B5EF4-FFF2-40B4-BE49-F238E27FC236}">
                <a16:creationId xmlns:a16="http://schemas.microsoft.com/office/drawing/2014/main" id="{8B690837-8BAB-4FEC-8459-E7145610E24A}"/>
              </a:ext>
            </a:extLst>
          </p:cNvPr>
          <p:cNvSpPr>
            <a:spLocks/>
          </p:cNvSpPr>
          <p:nvPr/>
        </p:nvSpPr>
        <p:spPr>
          <a:xfrm>
            <a:off x="848655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1" name="data_2440">
            <a:extLst>
              <a:ext uri="{FF2B5EF4-FFF2-40B4-BE49-F238E27FC236}">
                <a16:creationId xmlns:a16="http://schemas.microsoft.com/office/drawing/2014/main" id="{6E377D01-0555-425F-9787-23855D1D1EF8}"/>
              </a:ext>
            </a:extLst>
          </p:cNvPr>
          <p:cNvSpPr>
            <a:spLocks/>
          </p:cNvSpPr>
          <p:nvPr/>
        </p:nvSpPr>
        <p:spPr>
          <a:xfrm>
            <a:off x="8478183" y="233387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2" name="data_2441">
            <a:extLst>
              <a:ext uri="{FF2B5EF4-FFF2-40B4-BE49-F238E27FC236}">
                <a16:creationId xmlns:a16="http://schemas.microsoft.com/office/drawing/2014/main" id="{911CA6B0-94CC-4A5D-B26E-55159DA9164E}"/>
              </a:ext>
            </a:extLst>
          </p:cNvPr>
          <p:cNvSpPr>
            <a:spLocks/>
          </p:cNvSpPr>
          <p:nvPr/>
        </p:nvSpPr>
        <p:spPr>
          <a:xfrm>
            <a:off x="8411792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3" name="data_2442">
            <a:extLst>
              <a:ext uri="{FF2B5EF4-FFF2-40B4-BE49-F238E27FC236}">
                <a16:creationId xmlns:a16="http://schemas.microsoft.com/office/drawing/2014/main" id="{44CE1D22-F226-4ED6-912F-AB8EC1303B8D}"/>
              </a:ext>
            </a:extLst>
          </p:cNvPr>
          <p:cNvSpPr>
            <a:spLocks/>
          </p:cNvSpPr>
          <p:nvPr/>
        </p:nvSpPr>
        <p:spPr>
          <a:xfrm>
            <a:off x="8395975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4" name="data_2443">
            <a:extLst>
              <a:ext uri="{FF2B5EF4-FFF2-40B4-BE49-F238E27FC236}">
                <a16:creationId xmlns:a16="http://schemas.microsoft.com/office/drawing/2014/main" id="{189849CE-C232-4183-AB43-AF9667DFFC52}"/>
              </a:ext>
            </a:extLst>
          </p:cNvPr>
          <p:cNvSpPr>
            <a:spLocks/>
          </p:cNvSpPr>
          <p:nvPr/>
        </p:nvSpPr>
        <p:spPr>
          <a:xfrm>
            <a:off x="840406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5" name="data_2444">
            <a:extLst>
              <a:ext uri="{FF2B5EF4-FFF2-40B4-BE49-F238E27FC236}">
                <a16:creationId xmlns:a16="http://schemas.microsoft.com/office/drawing/2014/main" id="{A7B98E98-A444-4076-A091-FF238BE8F7D7}"/>
              </a:ext>
            </a:extLst>
          </p:cNvPr>
          <p:cNvSpPr>
            <a:spLocks/>
          </p:cNvSpPr>
          <p:nvPr/>
        </p:nvSpPr>
        <p:spPr>
          <a:xfrm>
            <a:off x="848555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6" name="data_2445">
            <a:extLst>
              <a:ext uri="{FF2B5EF4-FFF2-40B4-BE49-F238E27FC236}">
                <a16:creationId xmlns:a16="http://schemas.microsoft.com/office/drawing/2014/main" id="{772CEDF1-3791-48EE-B8AD-A4C80E1B6275}"/>
              </a:ext>
            </a:extLst>
          </p:cNvPr>
          <p:cNvSpPr>
            <a:spLocks/>
          </p:cNvSpPr>
          <p:nvPr/>
        </p:nvSpPr>
        <p:spPr>
          <a:xfrm>
            <a:off x="844022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7" name="data_2446">
            <a:extLst>
              <a:ext uri="{FF2B5EF4-FFF2-40B4-BE49-F238E27FC236}">
                <a16:creationId xmlns:a16="http://schemas.microsoft.com/office/drawing/2014/main" id="{0C37860D-7748-42CD-BAF1-DEA21E7A5E5E}"/>
              </a:ext>
            </a:extLst>
          </p:cNvPr>
          <p:cNvSpPr>
            <a:spLocks/>
          </p:cNvSpPr>
          <p:nvPr/>
        </p:nvSpPr>
        <p:spPr>
          <a:xfrm>
            <a:off x="838897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8" name="data_2447">
            <a:extLst>
              <a:ext uri="{FF2B5EF4-FFF2-40B4-BE49-F238E27FC236}">
                <a16:creationId xmlns:a16="http://schemas.microsoft.com/office/drawing/2014/main" id="{3D86F628-3CB3-46E9-8719-0DD70FF9F6A0}"/>
              </a:ext>
            </a:extLst>
          </p:cNvPr>
          <p:cNvSpPr>
            <a:spLocks/>
          </p:cNvSpPr>
          <p:nvPr/>
        </p:nvSpPr>
        <p:spPr>
          <a:xfrm>
            <a:off x="8429566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9" name="data_2448">
            <a:extLst>
              <a:ext uri="{FF2B5EF4-FFF2-40B4-BE49-F238E27FC236}">
                <a16:creationId xmlns:a16="http://schemas.microsoft.com/office/drawing/2014/main" id="{76394212-6ADB-4EA8-ABC4-89AA297C5EEB}"/>
              </a:ext>
            </a:extLst>
          </p:cNvPr>
          <p:cNvSpPr>
            <a:spLocks/>
          </p:cNvSpPr>
          <p:nvPr/>
        </p:nvSpPr>
        <p:spPr>
          <a:xfrm>
            <a:off x="8385029" y="2488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0" name="data_2449">
            <a:extLst>
              <a:ext uri="{FF2B5EF4-FFF2-40B4-BE49-F238E27FC236}">
                <a16:creationId xmlns:a16="http://schemas.microsoft.com/office/drawing/2014/main" id="{0E720C1F-4390-4422-9FF0-43D4A83655DF}"/>
              </a:ext>
            </a:extLst>
          </p:cNvPr>
          <p:cNvSpPr>
            <a:spLocks/>
          </p:cNvSpPr>
          <p:nvPr/>
        </p:nvSpPr>
        <p:spPr>
          <a:xfrm>
            <a:off x="84392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1" name="data_2450">
            <a:extLst>
              <a:ext uri="{FF2B5EF4-FFF2-40B4-BE49-F238E27FC236}">
                <a16:creationId xmlns:a16="http://schemas.microsoft.com/office/drawing/2014/main" id="{96BDF19B-54D0-46FD-A441-7DC56704C41F}"/>
              </a:ext>
            </a:extLst>
          </p:cNvPr>
          <p:cNvSpPr>
            <a:spLocks/>
          </p:cNvSpPr>
          <p:nvPr/>
        </p:nvSpPr>
        <p:spPr>
          <a:xfrm>
            <a:off x="844025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2" name="data_2451">
            <a:extLst>
              <a:ext uri="{FF2B5EF4-FFF2-40B4-BE49-F238E27FC236}">
                <a16:creationId xmlns:a16="http://schemas.microsoft.com/office/drawing/2014/main" id="{1DA5D010-7E2E-4EB7-84E3-384954C79E4A}"/>
              </a:ext>
            </a:extLst>
          </p:cNvPr>
          <p:cNvSpPr>
            <a:spLocks/>
          </p:cNvSpPr>
          <p:nvPr/>
        </p:nvSpPr>
        <p:spPr>
          <a:xfrm>
            <a:off x="84035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3" name="data_2452">
            <a:extLst>
              <a:ext uri="{FF2B5EF4-FFF2-40B4-BE49-F238E27FC236}">
                <a16:creationId xmlns:a16="http://schemas.microsoft.com/office/drawing/2014/main" id="{69E6499A-F74D-44A5-94B7-B76175B5EDCA}"/>
              </a:ext>
            </a:extLst>
          </p:cNvPr>
          <p:cNvSpPr>
            <a:spLocks/>
          </p:cNvSpPr>
          <p:nvPr/>
        </p:nvSpPr>
        <p:spPr>
          <a:xfrm>
            <a:off x="846361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4" name="data_2453">
            <a:extLst>
              <a:ext uri="{FF2B5EF4-FFF2-40B4-BE49-F238E27FC236}">
                <a16:creationId xmlns:a16="http://schemas.microsoft.com/office/drawing/2014/main" id="{1C835272-5E45-4ABF-83A0-84B93A8176DA}"/>
              </a:ext>
            </a:extLst>
          </p:cNvPr>
          <p:cNvSpPr>
            <a:spLocks/>
          </p:cNvSpPr>
          <p:nvPr/>
        </p:nvSpPr>
        <p:spPr>
          <a:xfrm>
            <a:off x="8499554" y="23733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5" name="data_2454">
            <a:extLst>
              <a:ext uri="{FF2B5EF4-FFF2-40B4-BE49-F238E27FC236}">
                <a16:creationId xmlns:a16="http://schemas.microsoft.com/office/drawing/2014/main" id="{502CB8C8-D474-44AE-AB6A-F719D92B2091}"/>
              </a:ext>
            </a:extLst>
          </p:cNvPr>
          <p:cNvSpPr>
            <a:spLocks/>
          </p:cNvSpPr>
          <p:nvPr/>
        </p:nvSpPr>
        <p:spPr>
          <a:xfrm>
            <a:off x="8489538" y="19879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6" name="data_2455">
            <a:extLst>
              <a:ext uri="{FF2B5EF4-FFF2-40B4-BE49-F238E27FC236}">
                <a16:creationId xmlns:a16="http://schemas.microsoft.com/office/drawing/2014/main" id="{C956C3CC-BF53-456A-89F4-003C2711A422}"/>
              </a:ext>
            </a:extLst>
          </p:cNvPr>
          <p:cNvSpPr>
            <a:spLocks/>
          </p:cNvSpPr>
          <p:nvPr/>
        </p:nvSpPr>
        <p:spPr>
          <a:xfrm>
            <a:off x="8441347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7" name="data_2456">
            <a:extLst>
              <a:ext uri="{FF2B5EF4-FFF2-40B4-BE49-F238E27FC236}">
                <a16:creationId xmlns:a16="http://schemas.microsoft.com/office/drawing/2014/main" id="{D274D1AB-0DC9-4951-83E9-6D1A666FBCC9}"/>
              </a:ext>
            </a:extLst>
          </p:cNvPr>
          <p:cNvSpPr>
            <a:spLocks/>
          </p:cNvSpPr>
          <p:nvPr/>
        </p:nvSpPr>
        <p:spPr>
          <a:xfrm>
            <a:off x="8446784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8" name="data_2457">
            <a:extLst>
              <a:ext uri="{FF2B5EF4-FFF2-40B4-BE49-F238E27FC236}">
                <a16:creationId xmlns:a16="http://schemas.microsoft.com/office/drawing/2014/main" id="{2208E014-7492-4A60-AB31-63AE8C902BDC}"/>
              </a:ext>
            </a:extLst>
          </p:cNvPr>
          <p:cNvSpPr>
            <a:spLocks/>
          </p:cNvSpPr>
          <p:nvPr/>
        </p:nvSpPr>
        <p:spPr>
          <a:xfrm>
            <a:off x="8493369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9" name="data_2458">
            <a:extLst>
              <a:ext uri="{FF2B5EF4-FFF2-40B4-BE49-F238E27FC236}">
                <a16:creationId xmlns:a16="http://schemas.microsoft.com/office/drawing/2014/main" id="{D47CCB30-75E0-46A6-8294-EDAD4E96C1C3}"/>
              </a:ext>
            </a:extLst>
          </p:cNvPr>
          <p:cNvSpPr>
            <a:spLocks/>
          </p:cNvSpPr>
          <p:nvPr/>
        </p:nvSpPr>
        <p:spPr>
          <a:xfrm>
            <a:off x="846823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0" name="data_2459">
            <a:extLst>
              <a:ext uri="{FF2B5EF4-FFF2-40B4-BE49-F238E27FC236}">
                <a16:creationId xmlns:a16="http://schemas.microsoft.com/office/drawing/2014/main" id="{F9D7E5E5-DEA0-4F62-ABF4-EAEFFE335981}"/>
              </a:ext>
            </a:extLst>
          </p:cNvPr>
          <p:cNvSpPr>
            <a:spLocks/>
          </p:cNvSpPr>
          <p:nvPr/>
        </p:nvSpPr>
        <p:spPr>
          <a:xfrm>
            <a:off x="844343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1" name="data_2460">
            <a:extLst>
              <a:ext uri="{FF2B5EF4-FFF2-40B4-BE49-F238E27FC236}">
                <a16:creationId xmlns:a16="http://schemas.microsoft.com/office/drawing/2014/main" id="{C39A4352-7A7A-48D5-937E-33EC7F89F821}"/>
              </a:ext>
            </a:extLst>
          </p:cNvPr>
          <p:cNvSpPr>
            <a:spLocks/>
          </p:cNvSpPr>
          <p:nvPr/>
        </p:nvSpPr>
        <p:spPr>
          <a:xfrm>
            <a:off x="850457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2" name="data_2461">
            <a:extLst>
              <a:ext uri="{FF2B5EF4-FFF2-40B4-BE49-F238E27FC236}">
                <a16:creationId xmlns:a16="http://schemas.microsoft.com/office/drawing/2014/main" id="{325408A1-725D-4365-B28A-A0FEA952FC1C}"/>
              </a:ext>
            </a:extLst>
          </p:cNvPr>
          <p:cNvSpPr>
            <a:spLocks/>
          </p:cNvSpPr>
          <p:nvPr/>
        </p:nvSpPr>
        <p:spPr>
          <a:xfrm>
            <a:off x="8385157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3" name="data_2462">
            <a:extLst>
              <a:ext uri="{FF2B5EF4-FFF2-40B4-BE49-F238E27FC236}">
                <a16:creationId xmlns:a16="http://schemas.microsoft.com/office/drawing/2014/main" id="{A3B8B021-BA9D-4CE5-845C-4B9C560B065A}"/>
              </a:ext>
            </a:extLst>
          </p:cNvPr>
          <p:cNvSpPr>
            <a:spLocks/>
          </p:cNvSpPr>
          <p:nvPr/>
        </p:nvSpPr>
        <p:spPr>
          <a:xfrm>
            <a:off x="8456041" y="2373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4" name="data_2463">
            <a:extLst>
              <a:ext uri="{FF2B5EF4-FFF2-40B4-BE49-F238E27FC236}">
                <a16:creationId xmlns:a16="http://schemas.microsoft.com/office/drawing/2014/main" id="{044277D7-AAD9-466D-8808-7807CE1C8324}"/>
              </a:ext>
            </a:extLst>
          </p:cNvPr>
          <p:cNvSpPr>
            <a:spLocks/>
          </p:cNvSpPr>
          <p:nvPr/>
        </p:nvSpPr>
        <p:spPr>
          <a:xfrm>
            <a:off x="8391955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5" name="data_2464">
            <a:extLst>
              <a:ext uri="{FF2B5EF4-FFF2-40B4-BE49-F238E27FC236}">
                <a16:creationId xmlns:a16="http://schemas.microsoft.com/office/drawing/2014/main" id="{E50277CD-F14F-4BCE-B90C-71C228ACDC2F}"/>
              </a:ext>
            </a:extLst>
          </p:cNvPr>
          <p:cNvSpPr>
            <a:spLocks/>
          </p:cNvSpPr>
          <p:nvPr/>
        </p:nvSpPr>
        <p:spPr>
          <a:xfrm>
            <a:off x="8491469" y="3129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6" name="data_2465">
            <a:extLst>
              <a:ext uri="{FF2B5EF4-FFF2-40B4-BE49-F238E27FC236}">
                <a16:creationId xmlns:a16="http://schemas.microsoft.com/office/drawing/2014/main" id="{82C1ED08-4CB1-41C8-B8C8-8205395C5780}"/>
              </a:ext>
            </a:extLst>
          </p:cNvPr>
          <p:cNvSpPr>
            <a:spLocks/>
          </p:cNvSpPr>
          <p:nvPr/>
        </p:nvSpPr>
        <p:spPr>
          <a:xfrm>
            <a:off x="845898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7" name="data_2466">
            <a:extLst>
              <a:ext uri="{FF2B5EF4-FFF2-40B4-BE49-F238E27FC236}">
                <a16:creationId xmlns:a16="http://schemas.microsoft.com/office/drawing/2014/main" id="{07D2DC26-5D5A-4EDF-A7CE-3DCA2AF903D9}"/>
              </a:ext>
            </a:extLst>
          </p:cNvPr>
          <p:cNvSpPr>
            <a:spLocks/>
          </p:cNvSpPr>
          <p:nvPr/>
        </p:nvSpPr>
        <p:spPr>
          <a:xfrm>
            <a:off x="845752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8" name="data_2467">
            <a:extLst>
              <a:ext uri="{FF2B5EF4-FFF2-40B4-BE49-F238E27FC236}">
                <a16:creationId xmlns:a16="http://schemas.microsoft.com/office/drawing/2014/main" id="{A8BBBDD0-1E77-45B7-9C5A-C5A661E8E71A}"/>
              </a:ext>
            </a:extLst>
          </p:cNvPr>
          <p:cNvSpPr>
            <a:spLocks/>
          </p:cNvSpPr>
          <p:nvPr/>
        </p:nvSpPr>
        <p:spPr>
          <a:xfrm>
            <a:off x="841464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9" name="data_2468">
            <a:extLst>
              <a:ext uri="{FF2B5EF4-FFF2-40B4-BE49-F238E27FC236}">
                <a16:creationId xmlns:a16="http://schemas.microsoft.com/office/drawing/2014/main" id="{AD054372-54EA-49FA-8556-11E621F06210}"/>
              </a:ext>
            </a:extLst>
          </p:cNvPr>
          <p:cNvSpPr>
            <a:spLocks/>
          </p:cNvSpPr>
          <p:nvPr/>
        </p:nvSpPr>
        <p:spPr>
          <a:xfrm>
            <a:off x="8500538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0" name="data_2469">
            <a:extLst>
              <a:ext uri="{FF2B5EF4-FFF2-40B4-BE49-F238E27FC236}">
                <a16:creationId xmlns:a16="http://schemas.microsoft.com/office/drawing/2014/main" id="{E3430C45-87EA-4F11-976C-69F8024A8DAF}"/>
              </a:ext>
            </a:extLst>
          </p:cNvPr>
          <p:cNvSpPr>
            <a:spLocks/>
          </p:cNvSpPr>
          <p:nvPr/>
        </p:nvSpPr>
        <p:spPr>
          <a:xfrm>
            <a:off x="8403986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1" name="data_2470">
            <a:extLst>
              <a:ext uri="{FF2B5EF4-FFF2-40B4-BE49-F238E27FC236}">
                <a16:creationId xmlns:a16="http://schemas.microsoft.com/office/drawing/2014/main" id="{4AFBFD82-BADB-4720-854D-11C841EC1933}"/>
              </a:ext>
            </a:extLst>
          </p:cNvPr>
          <p:cNvSpPr>
            <a:spLocks/>
          </p:cNvSpPr>
          <p:nvPr/>
        </p:nvSpPr>
        <p:spPr>
          <a:xfrm>
            <a:off x="842619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2" name="data_2471">
            <a:extLst>
              <a:ext uri="{FF2B5EF4-FFF2-40B4-BE49-F238E27FC236}">
                <a16:creationId xmlns:a16="http://schemas.microsoft.com/office/drawing/2014/main" id="{399E5207-0CF9-42CC-B7E1-472969026AAB}"/>
              </a:ext>
            </a:extLst>
          </p:cNvPr>
          <p:cNvSpPr>
            <a:spLocks/>
          </p:cNvSpPr>
          <p:nvPr/>
        </p:nvSpPr>
        <p:spPr>
          <a:xfrm>
            <a:off x="843570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3" name="data_2472">
            <a:extLst>
              <a:ext uri="{FF2B5EF4-FFF2-40B4-BE49-F238E27FC236}">
                <a16:creationId xmlns:a16="http://schemas.microsoft.com/office/drawing/2014/main" id="{D82D14BC-99F8-4FD9-BA97-1CAA8EE52ED2}"/>
              </a:ext>
            </a:extLst>
          </p:cNvPr>
          <p:cNvSpPr>
            <a:spLocks/>
          </p:cNvSpPr>
          <p:nvPr/>
        </p:nvSpPr>
        <p:spPr>
          <a:xfrm>
            <a:off x="8426725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4" name="data_2473">
            <a:extLst>
              <a:ext uri="{FF2B5EF4-FFF2-40B4-BE49-F238E27FC236}">
                <a16:creationId xmlns:a16="http://schemas.microsoft.com/office/drawing/2014/main" id="{5C9B04B6-7D9B-4B27-A9CF-CE5A5E11D362}"/>
              </a:ext>
            </a:extLst>
          </p:cNvPr>
          <p:cNvSpPr>
            <a:spLocks/>
          </p:cNvSpPr>
          <p:nvPr/>
        </p:nvSpPr>
        <p:spPr>
          <a:xfrm>
            <a:off x="845066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5" name="data_2474">
            <a:extLst>
              <a:ext uri="{FF2B5EF4-FFF2-40B4-BE49-F238E27FC236}">
                <a16:creationId xmlns:a16="http://schemas.microsoft.com/office/drawing/2014/main" id="{81F20E5B-9916-492F-AA46-1F6FFC35E10D}"/>
              </a:ext>
            </a:extLst>
          </p:cNvPr>
          <p:cNvSpPr>
            <a:spLocks/>
          </p:cNvSpPr>
          <p:nvPr/>
        </p:nvSpPr>
        <p:spPr>
          <a:xfrm>
            <a:off x="8432562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6" name="data_2475">
            <a:extLst>
              <a:ext uri="{FF2B5EF4-FFF2-40B4-BE49-F238E27FC236}">
                <a16:creationId xmlns:a16="http://schemas.microsoft.com/office/drawing/2014/main" id="{F2C9D560-7F1E-41AC-A39E-210EFFA7B2A9}"/>
              </a:ext>
            </a:extLst>
          </p:cNvPr>
          <p:cNvSpPr>
            <a:spLocks/>
          </p:cNvSpPr>
          <p:nvPr/>
        </p:nvSpPr>
        <p:spPr>
          <a:xfrm>
            <a:off x="8412606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7" name="data_2476">
            <a:extLst>
              <a:ext uri="{FF2B5EF4-FFF2-40B4-BE49-F238E27FC236}">
                <a16:creationId xmlns:a16="http://schemas.microsoft.com/office/drawing/2014/main" id="{0C93B9EB-94D1-4008-9A56-C04E2C836E28}"/>
              </a:ext>
            </a:extLst>
          </p:cNvPr>
          <p:cNvSpPr>
            <a:spLocks/>
          </p:cNvSpPr>
          <p:nvPr/>
        </p:nvSpPr>
        <p:spPr>
          <a:xfrm>
            <a:off x="846453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8" name="data_2477">
            <a:extLst>
              <a:ext uri="{FF2B5EF4-FFF2-40B4-BE49-F238E27FC236}">
                <a16:creationId xmlns:a16="http://schemas.microsoft.com/office/drawing/2014/main" id="{FD227D7B-F25A-4E28-824E-85F210B610D6}"/>
              </a:ext>
            </a:extLst>
          </p:cNvPr>
          <p:cNvSpPr>
            <a:spLocks/>
          </p:cNvSpPr>
          <p:nvPr/>
        </p:nvSpPr>
        <p:spPr>
          <a:xfrm>
            <a:off x="8452982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9" name="data_2478">
            <a:extLst>
              <a:ext uri="{FF2B5EF4-FFF2-40B4-BE49-F238E27FC236}">
                <a16:creationId xmlns:a16="http://schemas.microsoft.com/office/drawing/2014/main" id="{08A7BC62-402E-47E4-A397-56C3ADA6233C}"/>
              </a:ext>
            </a:extLst>
          </p:cNvPr>
          <p:cNvSpPr>
            <a:spLocks/>
          </p:cNvSpPr>
          <p:nvPr/>
        </p:nvSpPr>
        <p:spPr>
          <a:xfrm>
            <a:off x="839534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0" name="data_2479">
            <a:extLst>
              <a:ext uri="{FF2B5EF4-FFF2-40B4-BE49-F238E27FC236}">
                <a16:creationId xmlns:a16="http://schemas.microsoft.com/office/drawing/2014/main" id="{C8A8B92E-11E5-4976-9AF9-BE9F7165F518}"/>
              </a:ext>
            </a:extLst>
          </p:cNvPr>
          <p:cNvSpPr>
            <a:spLocks/>
          </p:cNvSpPr>
          <p:nvPr/>
        </p:nvSpPr>
        <p:spPr>
          <a:xfrm>
            <a:off x="8467541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1" name="data_2480">
            <a:extLst>
              <a:ext uri="{FF2B5EF4-FFF2-40B4-BE49-F238E27FC236}">
                <a16:creationId xmlns:a16="http://schemas.microsoft.com/office/drawing/2014/main" id="{1F6042FB-1C24-44EC-B781-6A98FBBF6884}"/>
              </a:ext>
            </a:extLst>
          </p:cNvPr>
          <p:cNvSpPr>
            <a:spLocks/>
          </p:cNvSpPr>
          <p:nvPr/>
        </p:nvSpPr>
        <p:spPr>
          <a:xfrm>
            <a:off x="839618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2" name="data_2481">
            <a:extLst>
              <a:ext uri="{FF2B5EF4-FFF2-40B4-BE49-F238E27FC236}">
                <a16:creationId xmlns:a16="http://schemas.microsoft.com/office/drawing/2014/main" id="{920023F4-A3F3-4A54-B93B-6A28E737F3FB}"/>
              </a:ext>
            </a:extLst>
          </p:cNvPr>
          <p:cNvSpPr>
            <a:spLocks/>
          </p:cNvSpPr>
          <p:nvPr/>
        </p:nvSpPr>
        <p:spPr>
          <a:xfrm>
            <a:off x="8502138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3" name="data_2482">
            <a:extLst>
              <a:ext uri="{FF2B5EF4-FFF2-40B4-BE49-F238E27FC236}">
                <a16:creationId xmlns:a16="http://schemas.microsoft.com/office/drawing/2014/main" id="{7E6D2A00-01ED-4640-97FB-967AB05183B4}"/>
              </a:ext>
            </a:extLst>
          </p:cNvPr>
          <p:cNvSpPr>
            <a:spLocks/>
          </p:cNvSpPr>
          <p:nvPr/>
        </p:nvSpPr>
        <p:spPr>
          <a:xfrm>
            <a:off x="843743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4" name="data_2483">
            <a:extLst>
              <a:ext uri="{FF2B5EF4-FFF2-40B4-BE49-F238E27FC236}">
                <a16:creationId xmlns:a16="http://schemas.microsoft.com/office/drawing/2014/main" id="{B00EB353-21A5-4FAA-A1E5-8D4BC71A3AF4}"/>
              </a:ext>
            </a:extLst>
          </p:cNvPr>
          <p:cNvSpPr>
            <a:spLocks/>
          </p:cNvSpPr>
          <p:nvPr/>
        </p:nvSpPr>
        <p:spPr>
          <a:xfrm>
            <a:off x="8397630" y="277380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5" name="data_2484">
            <a:extLst>
              <a:ext uri="{FF2B5EF4-FFF2-40B4-BE49-F238E27FC236}">
                <a16:creationId xmlns:a16="http://schemas.microsoft.com/office/drawing/2014/main" id="{12BBCB0A-A8D1-4435-A711-36CF8BA4E583}"/>
              </a:ext>
            </a:extLst>
          </p:cNvPr>
          <p:cNvSpPr>
            <a:spLocks/>
          </p:cNvSpPr>
          <p:nvPr/>
        </p:nvSpPr>
        <p:spPr>
          <a:xfrm>
            <a:off x="847512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6" name="data_2485">
            <a:extLst>
              <a:ext uri="{FF2B5EF4-FFF2-40B4-BE49-F238E27FC236}">
                <a16:creationId xmlns:a16="http://schemas.microsoft.com/office/drawing/2014/main" id="{6BA8B78D-9D9C-46C6-AD8D-8F5129A728A2}"/>
              </a:ext>
            </a:extLst>
          </p:cNvPr>
          <p:cNvSpPr>
            <a:spLocks/>
          </p:cNvSpPr>
          <p:nvPr/>
        </p:nvSpPr>
        <p:spPr>
          <a:xfrm>
            <a:off x="844262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7" name="data_2486">
            <a:extLst>
              <a:ext uri="{FF2B5EF4-FFF2-40B4-BE49-F238E27FC236}">
                <a16:creationId xmlns:a16="http://schemas.microsoft.com/office/drawing/2014/main" id="{D54AAC03-F50D-4123-B2CD-3D968983828A}"/>
              </a:ext>
            </a:extLst>
          </p:cNvPr>
          <p:cNvSpPr>
            <a:spLocks/>
          </p:cNvSpPr>
          <p:nvPr/>
        </p:nvSpPr>
        <p:spPr>
          <a:xfrm>
            <a:off x="842690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8" name="data_2487">
            <a:extLst>
              <a:ext uri="{FF2B5EF4-FFF2-40B4-BE49-F238E27FC236}">
                <a16:creationId xmlns:a16="http://schemas.microsoft.com/office/drawing/2014/main" id="{F4C39757-ACF8-4C9A-81BC-CBED54E4A536}"/>
              </a:ext>
            </a:extLst>
          </p:cNvPr>
          <p:cNvSpPr>
            <a:spLocks/>
          </p:cNvSpPr>
          <p:nvPr/>
        </p:nvSpPr>
        <p:spPr>
          <a:xfrm>
            <a:off x="8464933" y="218438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9" name="data_2488">
            <a:extLst>
              <a:ext uri="{FF2B5EF4-FFF2-40B4-BE49-F238E27FC236}">
                <a16:creationId xmlns:a16="http://schemas.microsoft.com/office/drawing/2014/main" id="{E6FB7007-A4B2-471E-B123-22A800BE2D9D}"/>
              </a:ext>
            </a:extLst>
          </p:cNvPr>
          <p:cNvSpPr>
            <a:spLocks/>
          </p:cNvSpPr>
          <p:nvPr/>
        </p:nvSpPr>
        <p:spPr>
          <a:xfrm>
            <a:off x="8410635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0" name="data_2489">
            <a:extLst>
              <a:ext uri="{FF2B5EF4-FFF2-40B4-BE49-F238E27FC236}">
                <a16:creationId xmlns:a16="http://schemas.microsoft.com/office/drawing/2014/main" id="{4848081F-CDDA-4172-A843-82C676FA9D87}"/>
              </a:ext>
            </a:extLst>
          </p:cNvPr>
          <p:cNvSpPr>
            <a:spLocks/>
          </p:cNvSpPr>
          <p:nvPr/>
        </p:nvSpPr>
        <p:spPr>
          <a:xfrm>
            <a:off x="848982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1" name="data_2490">
            <a:extLst>
              <a:ext uri="{FF2B5EF4-FFF2-40B4-BE49-F238E27FC236}">
                <a16:creationId xmlns:a16="http://schemas.microsoft.com/office/drawing/2014/main" id="{EAE12B79-BA9F-4BD1-BE44-04E7BB74DF18}"/>
              </a:ext>
            </a:extLst>
          </p:cNvPr>
          <p:cNvSpPr>
            <a:spLocks/>
          </p:cNvSpPr>
          <p:nvPr/>
        </p:nvSpPr>
        <p:spPr>
          <a:xfrm>
            <a:off x="843775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2" name="data_2491">
            <a:extLst>
              <a:ext uri="{FF2B5EF4-FFF2-40B4-BE49-F238E27FC236}">
                <a16:creationId xmlns:a16="http://schemas.microsoft.com/office/drawing/2014/main" id="{EB9BDAEF-7EDD-469A-B156-4869A68719BF}"/>
              </a:ext>
            </a:extLst>
          </p:cNvPr>
          <p:cNvSpPr>
            <a:spLocks/>
          </p:cNvSpPr>
          <p:nvPr/>
        </p:nvSpPr>
        <p:spPr>
          <a:xfrm>
            <a:off x="8415294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3" name="data_2492">
            <a:extLst>
              <a:ext uri="{FF2B5EF4-FFF2-40B4-BE49-F238E27FC236}">
                <a16:creationId xmlns:a16="http://schemas.microsoft.com/office/drawing/2014/main" id="{E3198195-D0C7-479E-AA97-5DCC364F97B7}"/>
              </a:ext>
            </a:extLst>
          </p:cNvPr>
          <p:cNvSpPr>
            <a:spLocks/>
          </p:cNvSpPr>
          <p:nvPr/>
        </p:nvSpPr>
        <p:spPr>
          <a:xfrm>
            <a:off x="846221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4" name="data_2493">
            <a:extLst>
              <a:ext uri="{FF2B5EF4-FFF2-40B4-BE49-F238E27FC236}">
                <a16:creationId xmlns:a16="http://schemas.microsoft.com/office/drawing/2014/main" id="{B6B646E8-A879-43EF-B24D-EB99FB15F412}"/>
              </a:ext>
            </a:extLst>
          </p:cNvPr>
          <p:cNvSpPr>
            <a:spLocks/>
          </p:cNvSpPr>
          <p:nvPr/>
        </p:nvSpPr>
        <p:spPr>
          <a:xfrm>
            <a:off x="8396056" y="30194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5" name="data_2494">
            <a:extLst>
              <a:ext uri="{FF2B5EF4-FFF2-40B4-BE49-F238E27FC236}">
                <a16:creationId xmlns:a16="http://schemas.microsoft.com/office/drawing/2014/main" id="{4F534117-332D-4E0E-83E7-A38F3D8BD3A0}"/>
              </a:ext>
            </a:extLst>
          </p:cNvPr>
          <p:cNvSpPr>
            <a:spLocks/>
          </p:cNvSpPr>
          <p:nvPr/>
        </p:nvSpPr>
        <p:spPr>
          <a:xfrm>
            <a:off x="8492821" y="191422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6" name="data_2495">
            <a:extLst>
              <a:ext uri="{FF2B5EF4-FFF2-40B4-BE49-F238E27FC236}">
                <a16:creationId xmlns:a16="http://schemas.microsoft.com/office/drawing/2014/main" id="{4F69F4D5-2E06-44BE-9009-7F8FE6B21CAC}"/>
              </a:ext>
            </a:extLst>
          </p:cNvPr>
          <p:cNvSpPr>
            <a:spLocks/>
          </p:cNvSpPr>
          <p:nvPr/>
        </p:nvSpPr>
        <p:spPr>
          <a:xfrm>
            <a:off x="8491777" y="326500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7" name="data_2496">
            <a:extLst>
              <a:ext uri="{FF2B5EF4-FFF2-40B4-BE49-F238E27FC236}">
                <a16:creationId xmlns:a16="http://schemas.microsoft.com/office/drawing/2014/main" id="{41A35720-1DE1-4D15-AA21-A26E4DC97F55}"/>
              </a:ext>
            </a:extLst>
          </p:cNvPr>
          <p:cNvSpPr>
            <a:spLocks/>
          </p:cNvSpPr>
          <p:nvPr/>
        </p:nvSpPr>
        <p:spPr>
          <a:xfrm>
            <a:off x="8489340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8" name="data_2497">
            <a:extLst>
              <a:ext uri="{FF2B5EF4-FFF2-40B4-BE49-F238E27FC236}">
                <a16:creationId xmlns:a16="http://schemas.microsoft.com/office/drawing/2014/main" id="{1CC9909B-3293-434F-AC75-175653BF5D56}"/>
              </a:ext>
            </a:extLst>
          </p:cNvPr>
          <p:cNvSpPr>
            <a:spLocks/>
          </p:cNvSpPr>
          <p:nvPr/>
        </p:nvSpPr>
        <p:spPr>
          <a:xfrm>
            <a:off x="8477699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9" name="data_2498">
            <a:extLst>
              <a:ext uri="{FF2B5EF4-FFF2-40B4-BE49-F238E27FC236}">
                <a16:creationId xmlns:a16="http://schemas.microsoft.com/office/drawing/2014/main" id="{4B8E5E18-7F18-473B-9BAB-C4907032ECAE}"/>
              </a:ext>
            </a:extLst>
          </p:cNvPr>
          <p:cNvSpPr>
            <a:spLocks/>
          </p:cNvSpPr>
          <p:nvPr/>
        </p:nvSpPr>
        <p:spPr>
          <a:xfrm>
            <a:off x="8456360" y="25773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0" name="data_2499">
            <a:extLst>
              <a:ext uri="{FF2B5EF4-FFF2-40B4-BE49-F238E27FC236}">
                <a16:creationId xmlns:a16="http://schemas.microsoft.com/office/drawing/2014/main" id="{99421E42-8C6C-4538-8ECC-7F49580ABD3F}"/>
              </a:ext>
            </a:extLst>
          </p:cNvPr>
          <p:cNvSpPr>
            <a:spLocks/>
          </p:cNvSpPr>
          <p:nvPr/>
        </p:nvSpPr>
        <p:spPr>
          <a:xfrm>
            <a:off x="8403195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1" name="data_2500">
            <a:extLst>
              <a:ext uri="{FF2B5EF4-FFF2-40B4-BE49-F238E27FC236}">
                <a16:creationId xmlns:a16="http://schemas.microsoft.com/office/drawing/2014/main" id="{743D2E67-B47A-4521-8ABE-DDAFE9346FD2}"/>
              </a:ext>
            </a:extLst>
          </p:cNvPr>
          <p:cNvSpPr>
            <a:spLocks/>
          </p:cNvSpPr>
          <p:nvPr/>
        </p:nvSpPr>
        <p:spPr>
          <a:xfrm>
            <a:off x="8407621" y="24005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2" name="data_2501">
            <a:extLst>
              <a:ext uri="{FF2B5EF4-FFF2-40B4-BE49-F238E27FC236}">
                <a16:creationId xmlns:a16="http://schemas.microsoft.com/office/drawing/2014/main" id="{CE75715D-BC61-432D-A6FD-1AFA192BF58D}"/>
              </a:ext>
            </a:extLst>
          </p:cNvPr>
          <p:cNvSpPr>
            <a:spLocks/>
          </p:cNvSpPr>
          <p:nvPr/>
        </p:nvSpPr>
        <p:spPr>
          <a:xfrm>
            <a:off x="849064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3" name="data_2502">
            <a:extLst>
              <a:ext uri="{FF2B5EF4-FFF2-40B4-BE49-F238E27FC236}">
                <a16:creationId xmlns:a16="http://schemas.microsoft.com/office/drawing/2014/main" id="{64C5793E-2B17-483A-9586-2481C22628F5}"/>
              </a:ext>
            </a:extLst>
          </p:cNvPr>
          <p:cNvSpPr>
            <a:spLocks/>
          </p:cNvSpPr>
          <p:nvPr/>
        </p:nvSpPr>
        <p:spPr>
          <a:xfrm>
            <a:off x="842633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4" name="data_2503">
            <a:extLst>
              <a:ext uri="{FF2B5EF4-FFF2-40B4-BE49-F238E27FC236}">
                <a16:creationId xmlns:a16="http://schemas.microsoft.com/office/drawing/2014/main" id="{D4D8F20B-0D9B-4549-90B3-90E62D420887}"/>
              </a:ext>
            </a:extLst>
          </p:cNvPr>
          <p:cNvSpPr>
            <a:spLocks/>
          </p:cNvSpPr>
          <p:nvPr/>
        </p:nvSpPr>
        <p:spPr>
          <a:xfrm>
            <a:off x="8484179" y="22826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5" name="data_2504">
            <a:extLst>
              <a:ext uri="{FF2B5EF4-FFF2-40B4-BE49-F238E27FC236}">
                <a16:creationId xmlns:a16="http://schemas.microsoft.com/office/drawing/2014/main" id="{4CE56D71-DC83-4582-8FF4-019774A415F4}"/>
              </a:ext>
            </a:extLst>
          </p:cNvPr>
          <p:cNvSpPr>
            <a:spLocks/>
          </p:cNvSpPr>
          <p:nvPr/>
        </p:nvSpPr>
        <p:spPr>
          <a:xfrm>
            <a:off x="8416781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6" name="data_2505">
            <a:extLst>
              <a:ext uri="{FF2B5EF4-FFF2-40B4-BE49-F238E27FC236}">
                <a16:creationId xmlns:a16="http://schemas.microsoft.com/office/drawing/2014/main" id="{01A2E695-D4F5-4FB9-8E74-66FCB6CC2CF6}"/>
              </a:ext>
            </a:extLst>
          </p:cNvPr>
          <p:cNvSpPr>
            <a:spLocks/>
          </p:cNvSpPr>
          <p:nvPr/>
        </p:nvSpPr>
        <p:spPr>
          <a:xfrm>
            <a:off x="8388808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7" name="data_2506">
            <a:extLst>
              <a:ext uri="{FF2B5EF4-FFF2-40B4-BE49-F238E27FC236}">
                <a16:creationId xmlns:a16="http://schemas.microsoft.com/office/drawing/2014/main" id="{79BB5C4E-4C6F-48A1-A40D-75E375547E0B}"/>
              </a:ext>
            </a:extLst>
          </p:cNvPr>
          <p:cNvSpPr>
            <a:spLocks/>
          </p:cNvSpPr>
          <p:nvPr/>
        </p:nvSpPr>
        <p:spPr>
          <a:xfrm>
            <a:off x="8413873" y="270363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8" name="data_2507">
            <a:extLst>
              <a:ext uri="{FF2B5EF4-FFF2-40B4-BE49-F238E27FC236}">
                <a16:creationId xmlns:a16="http://schemas.microsoft.com/office/drawing/2014/main" id="{DB64D0B1-5BAE-4867-B2D2-CE94E7BB699D}"/>
              </a:ext>
            </a:extLst>
          </p:cNvPr>
          <p:cNvSpPr>
            <a:spLocks/>
          </p:cNvSpPr>
          <p:nvPr/>
        </p:nvSpPr>
        <p:spPr>
          <a:xfrm>
            <a:off x="8475051" y="194580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9" name="data_2508">
            <a:extLst>
              <a:ext uri="{FF2B5EF4-FFF2-40B4-BE49-F238E27FC236}">
                <a16:creationId xmlns:a16="http://schemas.microsoft.com/office/drawing/2014/main" id="{8A3BE8E9-ADEE-4E14-ADF4-E90ED191EAB8}"/>
              </a:ext>
            </a:extLst>
          </p:cNvPr>
          <p:cNvSpPr>
            <a:spLocks/>
          </p:cNvSpPr>
          <p:nvPr/>
        </p:nvSpPr>
        <p:spPr>
          <a:xfrm>
            <a:off x="8454957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0" name="data_2509">
            <a:extLst>
              <a:ext uri="{FF2B5EF4-FFF2-40B4-BE49-F238E27FC236}">
                <a16:creationId xmlns:a16="http://schemas.microsoft.com/office/drawing/2014/main" id="{BBD34CE1-8D7B-4E04-8783-8D1655677F4F}"/>
              </a:ext>
            </a:extLst>
          </p:cNvPr>
          <p:cNvSpPr>
            <a:spLocks/>
          </p:cNvSpPr>
          <p:nvPr/>
        </p:nvSpPr>
        <p:spPr>
          <a:xfrm>
            <a:off x="8457826" y="24858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1" name="data_2510">
            <a:extLst>
              <a:ext uri="{FF2B5EF4-FFF2-40B4-BE49-F238E27FC236}">
                <a16:creationId xmlns:a16="http://schemas.microsoft.com/office/drawing/2014/main" id="{24C763DE-9D41-4646-8E30-27CE3E61791E}"/>
              </a:ext>
            </a:extLst>
          </p:cNvPr>
          <p:cNvSpPr>
            <a:spLocks/>
          </p:cNvSpPr>
          <p:nvPr/>
        </p:nvSpPr>
        <p:spPr>
          <a:xfrm>
            <a:off x="8459965" y="27541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2" name="data_2511">
            <a:extLst>
              <a:ext uri="{FF2B5EF4-FFF2-40B4-BE49-F238E27FC236}">
                <a16:creationId xmlns:a16="http://schemas.microsoft.com/office/drawing/2014/main" id="{3ABA8852-D33A-4DB4-B371-0A42E6278B51}"/>
              </a:ext>
            </a:extLst>
          </p:cNvPr>
          <p:cNvSpPr>
            <a:spLocks/>
          </p:cNvSpPr>
          <p:nvPr/>
        </p:nvSpPr>
        <p:spPr>
          <a:xfrm>
            <a:off x="8474203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3" name="data_2512">
            <a:extLst>
              <a:ext uri="{FF2B5EF4-FFF2-40B4-BE49-F238E27FC236}">
                <a16:creationId xmlns:a16="http://schemas.microsoft.com/office/drawing/2014/main" id="{D9040362-0584-45F7-8685-BB327DEF3B20}"/>
              </a:ext>
            </a:extLst>
          </p:cNvPr>
          <p:cNvSpPr>
            <a:spLocks/>
          </p:cNvSpPr>
          <p:nvPr/>
        </p:nvSpPr>
        <p:spPr>
          <a:xfrm>
            <a:off x="8393272" y="343248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4" name="data_2513">
            <a:extLst>
              <a:ext uri="{FF2B5EF4-FFF2-40B4-BE49-F238E27FC236}">
                <a16:creationId xmlns:a16="http://schemas.microsoft.com/office/drawing/2014/main" id="{9E90606A-8971-4083-B90D-B2B86350FFBC}"/>
              </a:ext>
            </a:extLst>
          </p:cNvPr>
          <p:cNvSpPr>
            <a:spLocks/>
          </p:cNvSpPr>
          <p:nvPr/>
        </p:nvSpPr>
        <p:spPr>
          <a:xfrm>
            <a:off x="8393469" y="31667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5" name="data_2514">
            <a:extLst>
              <a:ext uri="{FF2B5EF4-FFF2-40B4-BE49-F238E27FC236}">
                <a16:creationId xmlns:a16="http://schemas.microsoft.com/office/drawing/2014/main" id="{25B2A84C-3182-4141-AE4C-9AB32F1C69C3}"/>
              </a:ext>
            </a:extLst>
          </p:cNvPr>
          <p:cNvSpPr>
            <a:spLocks/>
          </p:cNvSpPr>
          <p:nvPr/>
        </p:nvSpPr>
        <p:spPr>
          <a:xfrm>
            <a:off x="8462264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6" name="data_2515">
            <a:extLst>
              <a:ext uri="{FF2B5EF4-FFF2-40B4-BE49-F238E27FC236}">
                <a16:creationId xmlns:a16="http://schemas.microsoft.com/office/drawing/2014/main" id="{8426804C-9DEC-45BF-8D25-608D8003F5A8}"/>
              </a:ext>
            </a:extLst>
          </p:cNvPr>
          <p:cNvSpPr>
            <a:spLocks/>
          </p:cNvSpPr>
          <p:nvPr/>
        </p:nvSpPr>
        <p:spPr>
          <a:xfrm>
            <a:off x="8394352" y="16931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7" name="data_2516">
            <a:extLst>
              <a:ext uri="{FF2B5EF4-FFF2-40B4-BE49-F238E27FC236}">
                <a16:creationId xmlns:a16="http://schemas.microsoft.com/office/drawing/2014/main" id="{BFA246D6-3858-4A2F-B69A-6B9079E7A5D4}"/>
              </a:ext>
            </a:extLst>
          </p:cNvPr>
          <p:cNvSpPr>
            <a:spLocks/>
          </p:cNvSpPr>
          <p:nvPr/>
        </p:nvSpPr>
        <p:spPr>
          <a:xfrm>
            <a:off x="8407726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8" name="data_2517">
            <a:extLst>
              <a:ext uri="{FF2B5EF4-FFF2-40B4-BE49-F238E27FC236}">
                <a16:creationId xmlns:a16="http://schemas.microsoft.com/office/drawing/2014/main" id="{5327E33F-9AC9-4442-8400-FE7BB18246A2}"/>
              </a:ext>
            </a:extLst>
          </p:cNvPr>
          <p:cNvSpPr>
            <a:spLocks/>
          </p:cNvSpPr>
          <p:nvPr/>
        </p:nvSpPr>
        <p:spPr>
          <a:xfrm>
            <a:off x="8443110" y="32930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9" name="data_2518">
            <a:extLst>
              <a:ext uri="{FF2B5EF4-FFF2-40B4-BE49-F238E27FC236}">
                <a16:creationId xmlns:a16="http://schemas.microsoft.com/office/drawing/2014/main" id="{5F4CAE1D-35B1-4F92-90F3-07F659491E27}"/>
              </a:ext>
            </a:extLst>
          </p:cNvPr>
          <p:cNvSpPr>
            <a:spLocks/>
          </p:cNvSpPr>
          <p:nvPr/>
        </p:nvSpPr>
        <p:spPr>
          <a:xfrm>
            <a:off x="8388559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0" name="data_2519">
            <a:extLst>
              <a:ext uri="{FF2B5EF4-FFF2-40B4-BE49-F238E27FC236}">
                <a16:creationId xmlns:a16="http://schemas.microsoft.com/office/drawing/2014/main" id="{F3BDE720-4EA0-49C9-9C95-EBD62862B4AB}"/>
              </a:ext>
            </a:extLst>
          </p:cNvPr>
          <p:cNvSpPr>
            <a:spLocks/>
          </p:cNvSpPr>
          <p:nvPr/>
        </p:nvSpPr>
        <p:spPr>
          <a:xfrm>
            <a:off x="8440152" y="3461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1" name="data_2520">
            <a:extLst>
              <a:ext uri="{FF2B5EF4-FFF2-40B4-BE49-F238E27FC236}">
                <a16:creationId xmlns:a16="http://schemas.microsoft.com/office/drawing/2014/main" id="{BCF45D51-D247-4748-9CB7-5232651CC917}"/>
              </a:ext>
            </a:extLst>
          </p:cNvPr>
          <p:cNvSpPr>
            <a:spLocks/>
          </p:cNvSpPr>
          <p:nvPr/>
        </p:nvSpPr>
        <p:spPr>
          <a:xfrm>
            <a:off x="866681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2" name="data_2521">
            <a:extLst>
              <a:ext uri="{FF2B5EF4-FFF2-40B4-BE49-F238E27FC236}">
                <a16:creationId xmlns:a16="http://schemas.microsoft.com/office/drawing/2014/main" id="{12126114-0A0A-4F51-A6FD-031A4DB1C773}"/>
              </a:ext>
            </a:extLst>
          </p:cNvPr>
          <p:cNvSpPr>
            <a:spLocks/>
          </p:cNvSpPr>
          <p:nvPr/>
        </p:nvSpPr>
        <p:spPr>
          <a:xfrm>
            <a:off x="863785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3" name="data_2522">
            <a:extLst>
              <a:ext uri="{FF2B5EF4-FFF2-40B4-BE49-F238E27FC236}">
                <a16:creationId xmlns:a16="http://schemas.microsoft.com/office/drawing/2014/main" id="{DAB750E6-AD8B-4ECD-B210-E81CC89C3F43}"/>
              </a:ext>
            </a:extLst>
          </p:cNvPr>
          <p:cNvSpPr>
            <a:spLocks/>
          </p:cNvSpPr>
          <p:nvPr/>
        </p:nvSpPr>
        <p:spPr>
          <a:xfrm>
            <a:off x="86685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4" name="data_2523">
            <a:extLst>
              <a:ext uri="{FF2B5EF4-FFF2-40B4-BE49-F238E27FC236}">
                <a16:creationId xmlns:a16="http://schemas.microsoft.com/office/drawing/2014/main" id="{6ADE8184-C1CA-467D-B30E-5BE855F90F66}"/>
              </a:ext>
            </a:extLst>
          </p:cNvPr>
          <p:cNvSpPr>
            <a:spLocks/>
          </p:cNvSpPr>
          <p:nvPr/>
        </p:nvSpPr>
        <p:spPr>
          <a:xfrm>
            <a:off x="8654118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5" name="data_2524">
            <a:extLst>
              <a:ext uri="{FF2B5EF4-FFF2-40B4-BE49-F238E27FC236}">
                <a16:creationId xmlns:a16="http://schemas.microsoft.com/office/drawing/2014/main" id="{23B3A883-3BDC-4502-95F7-EAC2E7B8FCA4}"/>
              </a:ext>
            </a:extLst>
          </p:cNvPr>
          <p:cNvSpPr>
            <a:spLocks/>
          </p:cNvSpPr>
          <p:nvPr/>
        </p:nvSpPr>
        <p:spPr>
          <a:xfrm>
            <a:off x="8672063" y="24377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6" name="data_2525">
            <a:extLst>
              <a:ext uri="{FF2B5EF4-FFF2-40B4-BE49-F238E27FC236}">
                <a16:creationId xmlns:a16="http://schemas.microsoft.com/office/drawing/2014/main" id="{6D360C53-3584-4560-9C32-1EFB354C548A}"/>
              </a:ext>
            </a:extLst>
          </p:cNvPr>
          <p:cNvSpPr>
            <a:spLocks/>
          </p:cNvSpPr>
          <p:nvPr/>
        </p:nvSpPr>
        <p:spPr>
          <a:xfrm>
            <a:off x="872896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7" name="data_2526">
            <a:extLst>
              <a:ext uri="{FF2B5EF4-FFF2-40B4-BE49-F238E27FC236}">
                <a16:creationId xmlns:a16="http://schemas.microsoft.com/office/drawing/2014/main" id="{1B6C3FC7-8853-4010-847A-2BF6D27674D9}"/>
              </a:ext>
            </a:extLst>
          </p:cNvPr>
          <p:cNvSpPr>
            <a:spLocks/>
          </p:cNvSpPr>
          <p:nvPr/>
        </p:nvSpPr>
        <p:spPr>
          <a:xfrm>
            <a:off x="869705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8" name="data_2527">
            <a:extLst>
              <a:ext uri="{FF2B5EF4-FFF2-40B4-BE49-F238E27FC236}">
                <a16:creationId xmlns:a16="http://schemas.microsoft.com/office/drawing/2014/main" id="{5D5A35CA-B006-4E24-A15E-733EF3672907}"/>
              </a:ext>
            </a:extLst>
          </p:cNvPr>
          <p:cNvSpPr>
            <a:spLocks/>
          </p:cNvSpPr>
          <p:nvPr/>
        </p:nvSpPr>
        <p:spPr>
          <a:xfrm>
            <a:off x="864031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9" name="data_2528">
            <a:extLst>
              <a:ext uri="{FF2B5EF4-FFF2-40B4-BE49-F238E27FC236}">
                <a16:creationId xmlns:a16="http://schemas.microsoft.com/office/drawing/2014/main" id="{1362E949-417A-489D-8A84-61DD111D9ADD}"/>
              </a:ext>
            </a:extLst>
          </p:cNvPr>
          <p:cNvSpPr>
            <a:spLocks/>
          </p:cNvSpPr>
          <p:nvPr/>
        </p:nvSpPr>
        <p:spPr>
          <a:xfrm>
            <a:off x="8692097" y="29899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0" name="data_2529">
            <a:extLst>
              <a:ext uri="{FF2B5EF4-FFF2-40B4-BE49-F238E27FC236}">
                <a16:creationId xmlns:a16="http://schemas.microsoft.com/office/drawing/2014/main" id="{9B023E6A-24DF-4065-8532-1472A8120E10}"/>
              </a:ext>
            </a:extLst>
          </p:cNvPr>
          <p:cNvSpPr>
            <a:spLocks/>
          </p:cNvSpPr>
          <p:nvPr/>
        </p:nvSpPr>
        <p:spPr>
          <a:xfrm>
            <a:off x="865105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1" name="data_2530">
            <a:extLst>
              <a:ext uri="{FF2B5EF4-FFF2-40B4-BE49-F238E27FC236}">
                <a16:creationId xmlns:a16="http://schemas.microsoft.com/office/drawing/2014/main" id="{E903CC15-7516-480B-BFA3-E838318D6827}"/>
              </a:ext>
            </a:extLst>
          </p:cNvPr>
          <p:cNvSpPr>
            <a:spLocks/>
          </p:cNvSpPr>
          <p:nvPr/>
        </p:nvSpPr>
        <p:spPr>
          <a:xfrm>
            <a:off x="8673128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2" name="data_2531">
            <a:extLst>
              <a:ext uri="{FF2B5EF4-FFF2-40B4-BE49-F238E27FC236}">
                <a16:creationId xmlns:a16="http://schemas.microsoft.com/office/drawing/2014/main" id="{5C2B3482-AA9A-449A-AD42-21B5B0A674EB}"/>
              </a:ext>
            </a:extLst>
          </p:cNvPr>
          <p:cNvSpPr>
            <a:spLocks/>
          </p:cNvSpPr>
          <p:nvPr/>
        </p:nvSpPr>
        <p:spPr>
          <a:xfrm>
            <a:off x="86477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3" name="data_2532">
            <a:extLst>
              <a:ext uri="{FF2B5EF4-FFF2-40B4-BE49-F238E27FC236}">
                <a16:creationId xmlns:a16="http://schemas.microsoft.com/office/drawing/2014/main" id="{4E0CA3D3-11E9-4518-BA94-5CF18CBF5838}"/>
              </a:ext>
            </a:extLst>
          </p:cNvPr>
          <p:cNvSpPr>
            <a:spLocks/>
          </p:cNvSpPr>
          <p:nvPr/>
        </p:nvSpPr>
        <p:spPr>
          <a:xfrm>
            <a:off x="873908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4" name="data_2533">
            <a:extLst>
              <a:ext uri="{FF2B5EF4-FFF2-40B4-BE49-F238E27FC236}">
                <a16:creationId xmlns:a16="http://schemas.microsoft.com/office/drawing/2014/main" id="{94ECE59B-91E9-4423-A218-25D8AE804B3C}"/>
              </a:ext>
            </a:extLst>
          </p:cNvPr>
          <p:cNvSpPr>
            <a:spLocks/>
          </p:cNvSpPr>
          <p:nvPr/>
        </p:nvSpPr>
        <p:spPr>
          <a:xfrm>
            <a:off x="8654206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5" name="data_2534">
            <a:extLst>
              <a:ext uri="{FF2B5EF4-FFF2-40B4-BE49-F238E27FC236}">
                <a16:creationId xmlns:a16="http://schemas.microsoft.com/office/drawing/2014/main" id="{4C8D3A83-2A7C-4355-824A-0A74053A4E37}"/>
              </a:ext>
            </a:extLst>
          </p:cNvPr>
          <p:cNvSpPr>
            <a:spLocks/>
          </p:cNvSpPr>
          <p:nvPr/>
        </p:nvSpPr>
        <p:spPr>
          <a:xfrm>
            <a:off x="8657302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6" name="data_2535">
            <a:extLst>
              <a:ext uri="{FF2B5EF4-FFF2-40B4-BE49-F238E27FC236}">
                <a16:creationId xmlns:a16="http://schemas.microsoft.com/office/drawing/2014/main" id="{3499BF15-8C57-4A19-8551-49961927B872}"/>
              </a:ext>
            </a:extLst>
          </p:cNvPr>
          <p:cNvSpPr>
            <a:spLocks/>
          </p:cNvSpPr>
          <p:nvPr/>
        </p:nvSpPr>
        <p:spPr>
          <a:xfrm>
            <a:off x="868923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7" name="data_2536">
            <a:extLst>
              <a:ext uri="{FF2B5EF4-FFF2-40B4-BE49-F238E27FC236}">
                <a16:creationId xmlns:a16="http://schemas.microsoft.com/office/drawing/2014/main" id="{40B2A704-5D25-4EA9-8A59-7CDBB9E4FA4D}"/>
              </a:ext>
            </a:extLst>
          </p:cNvPr>
          <p:cNvSpPr>
            <a:spLocks/>
          </p:cNvSpPr>
          <p:nvPr/>
        </p:nvSpPr>
        <p:spPr>
          <a:xfrm>
            <a:off x="872021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8" name="data_2537">
            <a:extLst>
              <a:ext uri="{FF2B5EF4-FFF2-40B4-BE49-F238E27FC236}">
                <a16:creationId xmlns:a16="http://schemas.microsoft.com/office/drawing/2014/main" id="{814A3BBA-FB34-49BA-B680-5A91487BCF30}"/>
              </a:ext>
            </a:extLst>
          </p:cNvPr>
          <p:cNvSpPr>
            <a:spLocks/>
          </p:cNvSpPr>
          <p:nvPr/>
        </p:nvSpPr>
        <p:spPr>
          <a:xfrm>
            <a:off x="872455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9" name="data_2538">
            <a:extLst>
              <a:ext uri="{FF2B5EF4-FFF2-40B4-BE49-F238E27FC236}">
                <a16:creationId xmlns:a16="http://schemas.microsoft.com/office/drawing/2014/main" id="{B39DDB27-0888-490E-8F3F-53DD35DE1447}"/>
              </a:ext>
            </a:extLst>
          </p:cNvPr>
          <p:cNvSpPr>
            <a:spLocks/>
          </p:cNvSpPr>
          <p:nvPr/>
        </p:nvSpPr>
        <p:spPr>
          <a:xfrm>
            <a:off x="86584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0" name="data_2539">
            <a:extLst>
              <a:ext uri="{FF2B5EF4-FFF2-40B4-BE49-F238E27FC236}">
                <a16:creationId xmlns:a16="http://schemas.microsoft.com/office/drawing/2014/main" id="{D6B332E4-EC93-425E-B1DC-AF1DE72A33A4}"/>
              </a:ext>
            </a:extLst>
          </p:cNvPr>
          <p:cNvSpPr>
            <a:spLocks/>
          </p:cNvSpPr>
          <p:nvPr/>
        </p:nvSpPr>
        <p:spPr>
          <a:xfrm>
            <a:off x="86401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1" name="data_2540">
            <a:extLst>
              <a:ext uri="{FF2B5EF4-FFF2-40B4-BE49-F238E27FC236}">
                <a16:creationId xmlns:a16="http://schemas.microsoft.com/office/drawing/2014/main" id="{42CFA9A7-D845-4E4A-80D8-7C54572D5279}"/>
              </a:ext>
            </a:extLst>
          </p:cNvPr>
          <p:cNvSpPr>
            <a:spLocks/>
          </p:cNvSpPr>
          <p:nvPr/>
        </p:nvSpPr>
        <p:spPr>
          <a:xfrm>
            <a:off x="8705671" y="238085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2" name="data_2541">
            <a:extLst>
              <a:ext uri="{FF2B5EF4-FFF2-40B4-BE49-F238E27FC236}">
                <a16:creationId xmlns:a16="http://schemas.microsoft.com/office/drawing/2014/main" id="{FA71569B-0958-4CF2-A9F1-62BB6F921ED7}"/>
              </a:ext>
            </a:extLst>
          </p:cNvPr>
          <p:cNvSpPr>
            <a:spLocks/>
          </p:cNvSpPr>
          <p:nvPr/>
        </p:nvSpPr>
        <p:spPr>
          <a:xfrm>
            <a:off x="869708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3" name="data_2542">
            <a:extLst>
              <a:ext uri="{FF2B5EF4-FFF2-40B4-BE49-F238E27FC236}">
                <a16:creationId xmlns:a16="http://schemas.microsoft.com/office/drawing/2014/main" id="{7264ECBB-FDC3-4CA1-8EED-D0DBF51CFB63}"/>
              </a:ext>
            </a:extLst>
          </p:cNvPr>
          <p:cNvSpPr>
            <a:spLocks/>
          </p:cNvSpPr>
          <p:nvPr/>
        </p:nvSpPr>
        <p:spPr>
          <a:xfrm>
            <a:off x="8741953" y="20468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4" name="data_2543">
            <a:extLst>
              <a:ext uri="{FF2B5EF4-FFF2-40B4-BE49-F238E27FC236}">
                <a16:creationId xmlns:a16="http://schemas.microsoft.com/office/drawing/2014/main" id="{3CAA58A6-0D87-4CFA-BBD1-7A16D7B9B9B4}"/>
              </a:ext>
            </a:extLst>
          </p:cNvPr>
          <p:cNvSpPr>
            <a:spLocks/>
          </p:cNvSpPr>
          <p:nvPr/>
        </p:nvSpPr>
        <p:spPr>
          <a:xfrm>
            <a:off x="8687495" y="2356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5" name="data_2544">
            <a:extLst>
              <a:ext uri="{FF2B5EF4-FFF2-40B4-BE49-F238E27FC236}">
                <a16:creationId xmlns:a16="http://schemas.microsoft.com/office/drawing/2014/main" id="{3DB281FD-239A-45CD-8787-7D4038C93A4C}"/>
              </a:ext>
            </a:extLst>
          </p:cNvPr>
          <p:cNvSpPr>
            <a:spLocks/>
          </p:cNvSpPr>
          <p:nvPr/>
        </p:nvSpPr>
        <p:spPr>
          <a:xfrm>
            <a:off x="8757858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6" name="data_2545">
            <a:extLst>
              <a:ext uri="{FF2B5EF4-FFF2-40B4-BE49-F238E27FC236}">
                <a16:creationId xmlns:a16="http://schemas.microsoft.com/office/drawing/2014/main" id="{FD263578-01FE-4147-AD16-DD94CBCDEE09}"/>
              </a:ext>
            </a:extLst>
          </p:cNvPr>
          <p:cNvSpPr>
            <a:spLocks/>
          </p:cNvSpPr>
          <p:nvPr/>
        </p:nvSpPr>
        <p:spPr>
          <a:xfrm>
            <a:off x="8692696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7" name="data_2546">
            <a:extLst>
              <a:ext uri="{FF2B5EF4-FFF2-40B4-BE49-F238E27FC236}">
                <a16:creationId xmlns:a16="http://schemas.microsoft.com/office/drawing/2014/main" id="{483AEFBA-FC33-4677-A011-DDDFCE2431CF}"/>
              </a:ext>
            </a:extLst>
          </p:cNvPr>
          <p:cNvSpPr>
            <a:spLocks/>
          </p:cNvSpPr>
          <p:nvPr/>
        </p:nvSpPr>
        <p:spPr>
          <a:xfrm>
            <a:off x="867662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8" name="data_2547">
            <a:extLst>
              <a:ext uri="{FF2B5EF4-FFF2-40B4-BE49-F238E27FC236}">
                <a16:creationId xmlns:a16="http://schemas.microsoft.com/office/drawing/2014/main" id="{8E119884-8883-49A8-A586-5D1A4C961897}"/>
              </a:ext>
            </a:extLst>
          </p:cNvPr>
          <p:cNvSpPr>
            <a:spLocks/>
          </p:cNvSpPr>
          <p:nvPr/>
        </p:nvSpPr>
        <p:spPr>
          <a:xfrm>
            <a:off x="8720335" y="29853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9" name="data_2548">
            <a:extLst>
              <a:ext uri="{FF2B5EF4-FFF2-40B4-BE49-F238E27FC236}">
                <a16:creationId xmlns:a16="http://schemas.microsoft.com/office/drawing/2014/main" id="{AF5F9571-16A2-403C-AE27-1540767A89CB}"/>
              </a:ext>
            </a:extLst>
          </p:cNvPr>
          <p:cNvSpPr>
            <a:spLocks/>
          </p:cNvSpPr>
          <p:nvPr/>
        </p:nvSpPr>
        <p:spPr>
          <a:xfrm>
            <a:off x="8655998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0" name="data_2549">
            <a:extLst>
              <a:ext uri="{FF2B5EF4-FFF2-40B4-BE49-F238E27FC236}">
                <a16:creationId xmlns:a16="http://schemas.microsoft.com/office/drawing/2014/main" id="{EEFFEA15-7D6F-49BF-8290-399CFE4BC1C3}"/>
              </a:ext>
            </a:extLst>
          </p:cNvPr>
          <p:cNvSpPr>
            <a:spLocks/>
          </p:cNvSpPr>
          <p:nvPr/>
        </p:nvSpPr>
        <p:spPr>
          <a:xfrm>
            <a:off x="873245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1" name="data_2550">
            <a:extLst>
              <a:ext uri="{FF2B5EF4-FFF2-40B4-BE49-F238E27FC236}">
                <a16:creationId xmlns:a16="http://schemas.microsoft.com/office/drawing/2014/main" id="{54AEBF2F-47A8-48E6-9240-DCD58E346657}"/>
              </a:ext>
            </a:extLst>
          </p:cNvPr>
          <p:cNvSpPr>
            <a:spLocks/>
          </p:cNvSpPr>
          <p:nvPr/>
        </p:nvSpPr>
        <p:spPr>
          <a:xfrm>
            <a:off x="870493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2" name="data_2551">
            <a:extLst>
              <a:ext uri="{FF2B5EF4-FFF2-40B4-BE49-F238E27FC236}">
                <a16:creationId xmlns:a16="http://schemas.microsoft.com/office/drawing/2014/main" id="{7004CF49-16F6-4BC2-883C-4E3B46F42843}"/>
              </a:ext>
            </a:extLst>
          </p:cNvPr>
          <p:cNvSpPr>
            <a:spLocks/>
          </p:cNvSpPr>
          <p:nvPr/>
        </p:nvSpPr>
        <p:spPr>
          <a:xfrm>
            <a:off x="8697720" y="26453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3" name="data_2552">
            <a:extLst>
              <a:ext uri="{FF2B5EF4-FFF2-40B4-BE49-F238E27FC236}">
                <a16:creationId xmlns:a16="http://schemas.microsoft.com/office/drawing/2014/main" id="{3CC474B4-97D5-485B-B5B8-6A3CE0E34261}"/>
              </a:ext>
            </a:extLst>
          </p:cNvPr>
          <p:cNvSpPr>
            <a:spLocks/>
          </p:cNvSpPr>
          <p:nvPr/>
        </p:nvSpPr>
        <p:spPr>
          <a:xfrm>
            <a:off x="8711872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4" name="data_2553">
            <a:extLst>
              <a:ext uri="{FF2B5EF4-FFF2-40B4-BE49-F238E27FC236}">
                <a16:creationId xmlns:a16="http://schemas.microsoft.com/office/drawing/2014/main" id="{540D3C91-BDDD-4B0B-A6C7-166A3276CBFF}"/>
              </a:ext>
            </a:extLst>
          </p:cNvPr>
          <p:cNvSpPr>
            <a:spLocks/>
          </p:cNvSpPr>
          <p:nvPr/>
        </p:nvSpPr>
        <p:spPr>
          <a:xfrm>
            <a:off x="873882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5" name="data_2554">
            <a:extLst>
              <a:ext uri="{FF2B5EF4-FFF2-40B4-BE49-F238E27FC236}">
                <a16:creationId xmlns:a16="http://schemas.microsoft.com/office/drawing/2014/main" id="{B8CBD7AB-A73D-468B-9840-E8AEB1E040C8}"/>
              </a:ext>
            </a:extLst>
          </p:cNvPr>
          <p:cNvSpPr>
            <a:spLocks/>
          </p:cNvSpPr>
          <p:nvPr/>
        </p:nvSpPr>
        <p:spPr>
          <a:xfrm>
            <a:off x="867788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6" name="data_2555">
            <a:extLst>
              <a:ext uri="{FF2B5EF4-FFF2-40B4-BE49-F238E27FC236}">
                <a16:creationId xmlns:a16="http://schemas.microsoft.com/office/drawing/2014/main" id="{70DB6F37-CC48-4227-981F-35A8AFD90493}"/>
              </a:ext>
            </a:extLst>
          </p:cNvPr>
          <p:cNvSpPr>
            <a:spLocks/>
          </p:cNvSpPr>
          <p:nvPr/>
        </p:nvSpPr>
        <p:spPr>
          <a:xfrm>
            <a:off x="866514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7" name="data_2556">
            <a:extLst>
              <a:ext uri="{FF2B5EF4-FFF2-40B4-BE49-F238E27FC236}">
                <a16:creationId xmlns:a16="http://schemas.microsoft.com/office/drawing/2014/main" id="{6F9571CA-11B9-452A-A3A0-31447D4F4604}"/>
              </a:ext>
            </a:extLst>
          </p:cNvPr>
          <p:cNvSpPr>
            <a:spLocks/>
          </p:cNvSpPr>
          <p:nvPr/>
        </p:nvSpPr>
        <p:spPr>
          <a:xfrm>
            <a:off x="872834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8" name="data_2557">
            <a:extLst>
              <a:ext uri="{FF2B5EF4-FFF2-40B4-BE49-F238E27FC236}">
                <a16:creationId xmlns:a16="http://schemas.microsoft.com/office/drawing/2014/main" id="{D5D3258C-AA69-477B-B6D1-946F98D22B40}"/>
              </a:ext>
            </a:extLst>
          </p:cNvPr>
          <p:cNvSpPr>
            <a:spLocks/>
          </p:cNvSpPr>
          <p:nvPr/>
        </p:nvSpPr>
        <p:spPr>
          <a:xfrm>
            <a:off x="870158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9" name="data_2558">
            <a:extLst>
              <a:ext uri="{FF2B5EF4-FFF2-40B4-BE49-F238E27FC236}">
                <a16:creationId xmlns:a16="http://schemas.microsoft.com/office/drawing/2014/main" id="{9B3C0FBE-87DF-4F86-89B0-64F17FE17A87}"/>
              </a:ext>
            </a:extLst>
          </p:cNvPr>
          <p:cNvSpPr>
            <a:spLocks/>
          </p:cNvSpPr>
          <p:nvPr/>
        </p:nvSpPr>
        <p:spPr>
          <a:xfrm>
            <a:off x="871034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0" name="data_2559">
            <a:extLst>
              <a:ext uri="{FF2B5EF4-FFF2-40B4-BE49-F238E27FC236}">
                <a16:creationId xmlns:a16="http://schemas.microsoft.com/office/drawing/2014/main" id="{C6603C81-A26A-45EE-94CF-04BA20D146CE}"/>
              </a:ext>
            </a:extLst>
          </p:cNvPr>
          <p:cNvSpPr>
            <a:spLocks/>
          </p:cNvSpPr>
          <p:nvPr/>
        </p:nvSpPr>
        <p:spPr>
          <a:xfrm>
            <a:off x="8636807" y="191422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1" name="data_2560">
            <a:extLst>
              <a:ext uri="{FF2B5EF4-FFF2-40B4-BE49-F238E27FC236}">
                <a16:creationId xmlns:a16="http://schemas.microsoft.com/office/drawing/2014/main" id="{087B9844-59EB-4456-A5A0-CFB913244B1B}"/>
              </a:ext>
            </a:extLst>
          </p:cNvPr>
          <p:cNvSpPr>
            <a:spLocks/>
          </p:cNvSpPr>
          <p:nvPr/>
        </p:nvSpPr>
        <p:spPr>
          <a:xfrm>
            <a:off x="871677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2" name="data_2561">
            <a:extLst>
              <a:ext uri="{FF2B5EF4-FFF2-40B4-BE49-F238E27FC236}">
                <a16:creationId xmlns:a16="http://schemas.microsoft.com/office/drawing/2014/main" id="{4E27FA76-A6F6-430F-A227-F78F01B47669}"/>
              </a:ext>
            </a:extLst>
          </p:cNvPr>
          <p:cNvSpPr>
            <a:spLocks/>
          </p:cNvSpPr>
          <p:nvPr/>
        </p:nvSpPr>
        <p:spPr>
          <a:xfrm>
            <a:off x="8735376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3" name="data_2562">
            <a:extLst>
              <a:ext uri="{FF2B5EF4-FFF2-40B4-BE49-F238E27FC236}">
                <a16:creationId xmlns:a16="http://schemas.microsoft.com/office/drawing/2014/main" id="{BC15109A-2CAC-4E60-BF4E-4BB1D76102EA}"/>
              </a:ext>
            </a:extLst>
          </p:cNvPr>
          <p:cNvSpPr>
            <a:spLocks/>
          </p:cNvSpPr>
          <p:nvPr/>
        </p:nvSpPr>
        <p:spPr>
          <a:xfrm>
            <a:off x="864398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4" name="data_2563">
            <a:extLst>
              <a:ext uri="{FF2B5EF4-FFF2-40B4-BE49-F238E27FC236}">
                <a16:creationId xmlns:a16="http://schemas.microsoft.com/office/drawing/2014/main" id="{BFC02EA7-FD66-4DF5-B2E7-8E20F59AF642}"/>
              </a:ext>
            </a:extLst>
          </p:cNvPr>
          <p:cNvSpPr>
            <a:spLocks/>
          </p:cNvSpPr>
          <p:nvPr/>
        </p:nvSpPr>
        <p:spPr>
          <a:xfrm>
            <a:off x="867803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5" name="data_2564">
            <a:extLst>
              <a:ext uri="{FF2B5EF4-FFF2-40B4-BE49-F238E27FC236}">
                <a16:creationId xmlns:a16="http://schemas.microsoft.com/office/drawing/2014/main" id="{FB1E8E1C-FB62-44C4-8E74-1C7B4AA518D7}"/>
              </a:ext>
            </a:extLst>
          </p:cNvPr>
          <p:cNvSpPr>
            <a:spLocks/>
          </p:cNvSpPr>
          <p:nvPr/>
        </p:nvSpPr>
        <p:spPr>
          <a:xfrm>
            <a:off x="874301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6" name="data_2565">
            <a:extLst>
              <a:ext uri="{FF2B5EF4-FFF2-40B4-BE49-F238E27FC236}">
                <a16:creationId xmlns:a16="http://schemas.microsoft.com/office/drawing/2014/main" id="{A468686C-4C72-4691-B9DF-ABF4F73AD907}"/>
              </a:ext>
            </a:extLst>
          </p:cNvPr>
          <p:cNvSpPr>
            <a:spLocks/>
          </p:cNvSpPr>
          <p:nvPr/>
        </p:nvSpPr>
        <p:spPr>
          <a:xfrm>
            <a:off x="864941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7" name="data_2566">
            <a:extLst>
              <a:ext uri="{FF2B5EF4-FFF2-40B4-BE49-F238E27FC236}">
                <a16:creationId xmlns:a16="http://schemas.microsoft.com/office/drawing/2014/main" id="{1F95AE83-3D6D-4E2F-8F07-CD1FDE9FC1C5}"/>
              </a:ext>
            </a:extLst>
          </p:cNvPr>
          <p:cNvSpPr>
            <a:spLocks/>
          </p:cNvSpPr>
          <p:nvPr/>
        </p:nvSpPr>
        <p:spPr>
          <a:xfrm>
            <a:off x="8683002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8" name="data_2567">
            <a:extLst>
              <a:ext uri="{FF2B5EF4-FFF2-40B4-BE49-F238E27FC236}">
                <a16:creationId xmlns:a16="http://schemas.microsoft.com/office/drawing/2014/main" id="{8E903A39-C4B5-4420-8CE5-0DD8E4D205B8}"/>
              </a:ext>
            </a:extLst>
          </p:cNvPr>
          <p:cNvSpPr>
            <a:spLocks/>
          </p:cNvSpPr>
          <p:nvPr/>
        </p:nvSpPr>
        <p:spPr>
          <a:xfrm>
            <a:off x="868966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9" name="data_2568">
            <a:extLst>
              <a:ext uri="{FF2B5EF4-FFF2-40B4-BE49-F238E27FC236}">
                <a16:creationId xmlns:a16="http://schemas.microsoft.com/office/drawing/2014/main" id="{8F2AD69D-C0DC-4424-889A-90A0481E33E7}"/>
              </a:ext>
            </a:extLst>
          </p:cNvPr>
          <p:cNvSpPr>
            <a:spLocks/>
          </p:cNvSpPr>
          <p:nvPr/>
        </p:nvSpPr>
        <p:spPr>
          <a:xfrm>
            <a:off x="870480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0" name="data_2569">
            <a:extLst>
              <a:ext uri="{FF2B5EF4-FFF2-40B4-BE49-F238E27FC236}">
                <a16:creationId xmlns:a16="http://schemas.microsoft.com/office/drawing/2014/main" id="{A6E43814-5628-4B9A-B991-9AB751C38B46}"/>
              </a:ext>
            </a:extLst>
          </p:cNvPr>
          <p:cNvSpPr>
            <a:spLocks/>
          </p:cNvSpPr>
          <p:nvPr/>
        </p:nvSpPr>
        <p:spPr>
          <a:xfrm>
            <a:off x="8702971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1" name="data_2570">
            <a:extLst>
              <a:ext uri="{FF2B5EF4-FFF2-40B4-BE49-F238E27FC236}">
                <a16:creationId xmlns:a16="http://schemas.microsoft.com/office/drawing/2014/main" id="{1DF9078F-45D7-4CF0-A048-AE85C66AA69E}"/>
              </a:ext>
            </a:extLst>
          </p:cNvPr>
          <p:cNvSpPr>
            <a:spLocks/>
          </p:cNvSpPr>
          <p:nvPr/>
        </p:nvSpPr>
        <p:spPr>
          <a:xfrm>
            <a:off x="871524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2" name="data_2571">
            <a:extLst>
              <a:ext uri="{FF2B5EF4-FFF2-40B4-BE49-F238E27FC236}">
                <a16:creationId xmlns:a16="http://schemas.microsoft.com/office/drawing/2014/main" id="{816C16B7-D102-4ADE-A67F-ED8E267DADCE}"/>
              </a:ext>
            </a:extLst>
          </p:cNvPr>
          <p:cNvSpPr>
            <a:spLocks/>
          </p:cNvSpPr>
          <p:nvPr/>
        </p:nvSpPr>
        <p:spPr>
          <a:xfrm>
            <a:off x="874799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3" name="data_2572">
            <a:extLst>
              <a:ext uri="{FF2B5EF4-FFF2-40B4-BE49-F238E27FC236}">
                <a16:creationId xmlns:a16="http://schemas.microsoft.com/office/drawing/2014/main" id="{259E15A7-BB55-493D-A3A0-414F02B11DFF}"/>
              </a:ext>
            </a:extLst>
          </p:cNvPr>
          <p:cNvSpPr>
            <a:spLocks/>
          </p:cNvSpPr>
          <p:nvPr/>
        </p:nvSpPr>
        <p:spPr>
          <a:xfrm>
            <a:off x="87059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4" name="data_2573">
            <a:extLst>
              <a:ext uri="{FF2B5EF4-FFF2-40B4-BE49-F238E27FC236}">
                <a16:creationId xmlns:a16="http://schemas.microsoft.com/office/drawing/2014/main" id="{5EA1C9DF-57EC-4521-BFC2-F4BB321DCBF9}"/>
              </a:ext>
            </a:extLst>
          </p:cNvPr>
          <p:cNvSpPr>
            <a:spLocks/>
          </p:cNvSpPr>
          <p:nvPr/>
        </p:nvSpPr>
        <p:spPr>
          <a:xfrm>
            <a:off x="8665837" y="213050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5" name="data_2574">
            <a:extLst>
              <a:ext uri="{FF2B5EF4-FFF2-40B4-BE49-F238E27FC236}">
                <a16:creationId xmlns:a16="http://schemas.microsoft.com/office/drawing/2014/main" id="{DD65D7B0-548F-41E5-8654-21F087FDAC06}"/>
              </a:ext>
            </a:extLst>
          </p:cNvPr>
          <p:cNvSpPr>
            <a:spLocks/>
          </p:cNvSpPr>
          <p:nvPr/>
        </p:nvSpPr>
        <p:spPr>
          <a:xfrm>
            <a:off x="8750715" y="2703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6" name="data_2575">
            <a:extLst>
              <a:ext uri="{FF2B5EF4-FFF2-40B4-BE49-F238E27FC236}">
                <a16:creationId xmlns:a16="http://schemas.microsoft.com/office/drawing/2014/main" id="{0BF383E2-7BD7-4FE5-8C7D-ECF0BCB7278C}"/>
              </a:ext>
            </a:extLst>
          </p:cNvPr>
          <p:cNvSpPr>
            <a:spLocks/>
          </p:cNvSpPr>
          <p:nvPr/>
        </p:nvSpPr>
        <p:spPr>
          <a:xfrm>
            <a:off x="869377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7" name="data_2576">
            <a:extLst>
              <a:ext uri="{FF2B5EF4-FFF2-40B4-BE49-F238E27FC236}">
                <a16:creationId xmlns:a16="http://schemas.microsoft.com/office/drawing/2014/main" id="{766452A6-A554-4198-8351-B2EF40F21A62}"/>
              </a:ext>
            </a:extLst>
          </p:cNvPr>
          <p:cNvSpPr>
            <a:spLocks/>
          </p:cNvSpPr>
          <p:nvPr/>
        </p:nvSpPr>
        <p:spPr>
          <a:xfrm>
            <a:off x="8726814" y="29562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8" name="data_2577">
            <a:extLst>
              <a:ext uri="{FF2B5EF4-FFF2-40B4-BE49-F238E27FC236}">
                <a16:creationId xmlns:a16="http://schemas.microsoft.com/office/drawing/2014/main" id="{F75B684D-695E-4CE4-A7B4-4F9034B2ECC2}"/>
              </a:ext>
            </a:extLst>
          </p:cNvPr>
          <p:cNvSpPr>
            <a:spLocks/>
          </p:cNvSpPr>
          <p:nvPr/>
        </p:nvSpPr>
        <p:spPr>
          <a:xfrm>
            <a:off x="8671399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9" name="data_2578">
            <a:extLst>
              <a:ext uri="{FF2B5EF4-FFF2-40B4-BE49-F238E27FC236}">
                <a16:creationId xmlns:a16="http://schemas.microsoft.com/office/drawing/2014/main" id="{99F5D3D5-4B58-4FAA-B02F-FB7EC56FE8D4}"/>
              </a:ext>
            </a:extLst>
          </p:cNvPr>
          <p:cNvSpPr>
            <a:spLocks/>
          </p:cNvSpPr>
          <p:nvPr/>
        </p:nvSpPr>
        <p:spPr>
          <a:xfrm>
            <a:off x="8686739" y="340443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0" name="data_2579">
            <a:extLst>
              <a:ext uri="{FF2B5EF4-FFF2-40B4-BE49-F238E27FC236}">
                <a16:creationId xmlns:a16="http://schemas.microsoft.com/office/drawing/2014/main" id="{04EB8808-3392-49BE-94A2-AD39688B760D}"/>
              </a:ext>
            </a:extLst>
          </p:cNvPr>
          <p:cNvSpPr>
            <a:spLocks/>
          </p:cNvSpPr>
          <p:nvPr/>
        </p:nvSpPr>
        <p:spPr>
          <a:xfrm>
            <a:off x="8715908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1" name="data_2580">
            <a:extLst>
              <a:ext uri="{FF2B5EF4-FFF2-40B4-BE49-F238E27FC236}">
                <a16:creationId xmlns:a16="http://schemas.microsoft.com/office/drawing/2014/main" id="{AA4D9BDF-5B13-45D4-8897-8E97C3494CFA}"/>
              </a:ext>
            </a:extLst>
          </p:cNvPr>
          <p:cNvSpPr>
            <a:spLocks/>
          </p:cNvSpPr>
          <p:nvPr/>
        </p:nvSpPr>
        <p:spPr>
          <a:xfrm>
            <a:off x="870971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2" name="data_2581">
            <a:extLst>
              <a:ext uri="{FF2B5EF4-FFF2-40B4-BE49-F238E27FC236}">
                <a16:creationId xmlns:a16="http://schemas.microsoft.com/office/drawing/2014/main" id="{28AA2E3E-70CB-462D-975E-571744F0DC2C}"/>
              </a:ext>
            </a:extLst>
          </p:cNvPr>
          <p:cNvSpPr>
            <a:spLocks/>
          </p:cNvSpPr>
          <p:nvPr/>
        </p:nvSpPr>
        <p:spPr>
          <a:xfrm>
            <a:off x="868799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3" name="data_2582">
            <a:extLst>
              <a:ext uri="{FF2B5EF4-FFF2-40B4-BE49-F238E27FC236}">
                <a16:creationId xmlns:a16="http://schemas.microsoft.com/office/drawing/2014/main" id="{3A93727F-40B2-42C6-A420-D1F64A49EDAF}"/>
              </a:ext>
            </a:extLst>
          </p:cNvPr>
          <p:cNvSpPr>
            <a:spLocks/>
          </p:cNvSpPr>
          <p:nvPr/>
        </p:nvSpPr>
        <p:spPr>
          <a:xfrm>
            <a:off x="867697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4" name="data_2583">
            <a:extLst>
              <a:ext uri="{FF2B5EF4-FFF2-40B4-BE49-F238E27FC236}">
                <a16:creationId xmlns:a16="http://schemas.microsoft.com/office/drawing/2014/main" id="{E39D01ED-798D-40AB-8B90-1D1E5D67F507}"/>
              </a:ext>
            </a:extLst>
          </p:cNvPr>
          <p:cNvSpPr>
            <a:spLocks/>
          </p:cNvSpPr>
          <p:nvPr/>
        </p:nvSpPr>
        <p:spPr>
          <a:xfrm>
            <a:off x="872542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5" name="data_2584">
            <a:extLst>
              <a:ext uri="{FF2B5EF4-FFF2-40B4-BE49-F238E27FC236}">
                <a16:creationId xmlns:a16="http://schemas.microsoft.com/office/drawing/2014/main" id="{4F1F32AB-6019-4C3C-BF1C-F11F988D2D26}"/>
              </a:ext>
            </a:extLst>
          </p:cNvPr>
          <p:cNvSpPr>
            <a:spLocks/>
          </p:cNvSpPr>
          <p:nvPr/>
        </p:nvSpPr>
        <p:spPr>
          <a:xfrm>
            <a:off x="864560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6" name="data_2585">
            <a:extLst>
              <a:ext uri="{FF2B5EF4-FFF2-40B4-BE49-F238E27FC236}">
                <a16:creationId xmlns:a16="http://schemas.microsoft.com/office/drawing/2014/main" id="{572ACDF7-7513-4139-B0CF-E915ADF95FEF}"/>
              </a:ext>
            </a:extLst>
          </p:cNvPr>
          <p:cNvSpPr>
            <a:spLocks/>
          </p:cNvSpPr>
          <p:nvPr/>
        </p:nvSpPr>
        <p:spPr>
          <a:xfrm>
            <a:off x="8715813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7" name="data_2586">
            <a:extLst>
              <a:ext uri="{FF2B5EF4-FFF2-40B4-BE49-F238E27FC236}">
                <a16:creationId xmlns:a16="http://schemas.microsoft.com/office/drawing/2014/main" id="{50E00CD0-0CDE-4674-86FA-C06372862921}"/>
              </a:ext>
            </a:extLst>
          </p:cNvPr>
          <p:cNvSpPr>
            <a:spLocks/>
          </p:cNvSpPr>
          <p:nvPr/>
        </p:nvSpPr>
        <p:spPr>
          <a:xfrm>
            <a:off x="8663406" y="245102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8" name="data_2587">
            <a:extLst>
              <a:ext uri="{FF2B5EF4-FFF2-40B4-BE49-F238E27FC236}">
                <a16:creationId xmlns:a16="http://schemas.microsoft.com/office/drawing/2014/main" id="{F7E2ECE8-A386-49A1-90FE-0E55F35F12CD}"/>
              </a:ext>
            </a:extLst>
          </p:cNvPr>
          <p:cNvSpPr>
            <a:spLocks/>
          </p:cNvSpPr>
          <p:nvPr/>
        </p:nvSpPr>
        <p:spPr>
          <a:xfrm>
            <a:off x="873507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9" name="data_2588">
            <a:extLst>
              <a:ext uri="{FF2B5EF4-FFF2-40B4-BE49-F238E27FC236}">
                <a16:creationId xmlns:a16="http://schemas.microsoft.com/office/drawing/2014/main" id="{C30E0B82-5A48-4A26-A4ED-937992CE192F}"/>
              </a:ext>
            </a:extLst>
          </p:cNvPr>
          <p:cNvSpPr>
            <a:spLocks/>
          </p:cNvSpPr>
          <p:nvPr/>
        </p:nvSpPr>
        <p:spPr>
          <a:xfrm>
            <a:off x="872874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0" name="data_2589">
            <a:extLst>
              <a:ext uri="{FF2B5EF4-FFF2-40B4-BE49-F238E27FC236}">
                <a16:creationId xmlns:a16="http://schemas.microsoft.com/office/drawing/2014/main" id="{CF2BE269-F536-4B1D-BD7D-B393FADD31D4}"/>
              </a:ext>
            </a:extLst>
          </p:cNvPr>
          <p:cNvSpPr>
            <a:spLocks/>
          </p:cNvSpPr>
          <p:nvPr/>
        </p:nvSpPr>
        <p:spPr>
          <a:xfrm>
            <a:off x="8752739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1" name="data_2590">
            <a:extLst>
              <a:ext uri="{FF2B5EF4-FFF2-40B4-BE49-F238E27FC236}">
                <a16:creationId xmlns:a16="http://schemas.microsoft.com/office/drawing/2014/main" id="{4D917B6B-8DC2-4958-9985-3957ED37FBB9}"/>
              </a:ext>
            </a:extLst>
          </p:cNvPr>
          <p:cNvSpPr>
            <a:spLocks/>
          </p:cNvSpPr>
          <p:nvPr/>
        </p:nvSpPr>
        <p:spPr>
          <a:xfrm>
            <a:off x="868617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2" name="data_2591">
            <a:extLst>
              <a:ext uri="{FF2B5EF4-FFF2-40B4-BE49-F238E27FC236}">
                <a16:creationId xmlns:a16="http://schemas.microsoft.com/office/drawing/2014/main" id="{6F739100-81F5-4AB9-A583-9B71F0EFDB94}"/>
              </a:ext>
            </a:extLst>
          </p:cNvPr>
          <p:cNvSpPr>
            <a:spLocks/>
          </p:cNvSpPr>
          <p:nvPr/>
        </p:nvSpPr>
        <p:spPr>
          <a:xfrm>
            <a:off x="870208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3" name="data_2592">
            <a:extLst>
              <a:ext uri="{FF2B5EF4-FFF2-40B4-BE49-F238E27FC236}">
                <a16:creationId xmlns:a16="http://schemas.microsoft.com/office/drawing/2014/main" id="{B88AE76C-6AF7-4202-B6E6-9E3D98F0264D}"/>
              </a:ext>
            </a:extLst>
          </p:cNvPr>
          <p:cNvSpPr>
            <a:spLocks/>
          </p:cNvSpPr>
          <p:nvPr/>
        </p:nvSpPr>
        <p:spPr>
          <a:xfrm>
            <a:off x="8720565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4" name="data_2593">
            <a:extLst>
              <a:ext uri="{FF2B5EF4-FFF2-40B4-BE49-F238E27FC236}">
                <a16:creationId xmlns:a16="http://schemas.microsoft.com/office/drawing/2014/main" id="{EE29E9B1-B443-4E1C-B3C5-E99002F656DD}"/>
              </a:ext>
            </a:extLst>
          </p:cNvPr>
          <p:cNvSpPr>
            <a:spLocks/>
          </p:cNvSpPr>
          <p:nvPr/>
        </p:nvSpPr>
        <p:spPr>
          <a:xfrm>
            <a:off x="872830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5" name="data_2594">
            <a:extLst>
              <a:ext uri="{FF2B5EF4-FFF2-40B4-BE49-F238E27FC236}">
                <a16:creationId xmlns:a16="http://schemas.microsoft.com/office/drawing/2014/main" id="{596A9088-E5D4-4910-A0E6-D147505A920A}"/>
              </a:ext>
            </a:extLst>
          </p:cNvPr>
          <p:cNvSpPr>
            <a:spLocks/>
          </p:cNvSpPr>
          <p:nvPr/>
        </p:nvSpPr>
        <p:spPr>
          <a:xfrm>
            <a:off x="8664712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6" name="data_2595">
            <a:extLst>
              <a:ext uri="{FF2B5EF4-FFF2-40B4-BE49-F238E27FC236}">
                <a16:creationId xmlns:a16="http://schemas.microsoft.com/office/drawing/2014/main" id="{A491446C-6F41-458E-BEFB-5DDC443B254E}"/>
              </a:ext>
            </a:extLst>
          </p:cNvPr>
          <p:cNvSpPr>
            <a:spLocks/>
          </p:cNvSpPr>
          <p:nvPr/>
        </p:nvSpPr>
        <p:spPr>
          <a:xfrm>
            <a:off x="869152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7" name="data_2596">
            <a:extLst>
              <a:ext uri="{FF2B5EF4-FFF2-40B4-BE49-F238E27FC236}">
                <a16:creationId xmlns:a16="http://schemas.microsoft.com/office/drawing/2014/main" id="{AF2EA671-B811-401E-AD8E-DA8EE4D15188}"/>
              </a:ext>
            </a:extLst>
          </p:cNvPr>
          <p:cNvSpPr>
            <a:spLocks/>
          </p:cNvSpPr>
          <p:nvPr/>
        </p:nvSpPr>
        <p:spPr>
          <a:xfrm>
            <a:off x="868228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8" name="data_2597">
            <a:extLst>
              <a:ext uri="{FF2B5EF4-FFF2-40B4-BE49-F238E27FC236}">
                <a16:creationId xmlns:a16="http://schemas.microsoft.com/office/drawing/2014/main" id="{464A0C16-C62D-47E6-B3D3-9426E19865FF}"/>
              </a:ext>
            </a:extLst>
          </p:cNvPr>
          <p:cNvSpPr>
            <a:spLocks/>
          </p:cNvSpPr>
          <p:nvPr/>
        </p:nvSpPr>
        <p:spPr>
          <a:xfrm>
            <a:off x="8648917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9" name="data_2598">
            <a:extLst>
              <a:ext uri="{FF2B5EF4-FFF2-40B4-BE49-F238E27FC236}">
                <a16:creationId xmlns:a16="http://schemas.microsoft.com/office/drawing/2014/main" id="{9C4C0446-AC5A-4018-A95B-18783FA730CD}"/>
              </a:ext>
            </a:extLst>
          </p:cNvPr>
          <p:cNvSpPr>
            <a:spLocks/>
          </p:cNvSpPr>
          <p:nvPr/>
        </p:nvSpPr>
        <p:spPr>
          <a:xfrm>
            <a:off x="8649966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0" name="data_2599">
            <a:extLst>
              <a:ext uri="{FF2B5EF4-FFF2-40B4-BE49-F238E27FC236}">
                <a16:creationId xmlns:a16="http://schemas.microsoft.com/office/drawing/2014/main" id="{1D12AB88-0A2E-4865-8BCB-22477953529C}"/>
              </a:ext>
            </a:extLst>
          </p:cNvPr>
          <p:cNvSpPr>
            <a:spLocks/>
          </p:cNvSpPr>
          <p:nvPr/>
        </p:nvSpPr>
        <p:spPr>
          <a:xfrm>
            <a:off x="8679700" y="20861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1" name="data_2600">
            <a:extLst>
              <a:ext uri="{FF2B5EF4-FFF2-40B4-BE49-F238E27FC236}">
                <a16:creationId xmlns:a16="http://schemas.microsoft.com/office/drawing/2014/main" id="{EB4589A8-2FA3-459C-BA8F-F1E920403109}"/>
              </a:ext>
            </a:extLst>
          </p:cNvPr>
          <p:cNvSpPr>
            <a:spLocks/>
          </p:cNvSpPr>
          <p:nvPr/>
        </p:nvSpPr>
        <p:spPr>
          <a:xfrm>
            <a:off x="8748731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2" name="data_2601">
            <a:extLst>
              <a:ext uri="{FF2B5EF4-FFF2-40B4-BE49-F238E27FC236}">
                <a16:creationId xmlns:a16="http://schemas.microsoft.com/office/drawing/2014/main" id="{CDBFA3AB-89D0-4BE2-8655-056C5F759215}"/>
              </a:ext>
            </a:extLst>
          </p:cNvPr>
          <p:cNvSpPr>
            <a:spLocks/>
          </p:cNvSpPr>
          <p:nvPr/>
        </p:nvSpPr>
        <p:spPr>
          <a:xfrm>
            <a:off x="8668134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3" name="data_2602">
            <a:extLst>
              <a:ext uri="{FF2B5EF4-FFF2-40B4-BE49-F238E27FC236}">
                <a16:creationId xmlns:a16="http://schemas.microsoft.com/office/drawing/2014/main" id="{3FA528AA-2A31-45D5-A5AD-29BA3E6F948C}"/>
              </a:ext>
            </a:extLst>
          </p:cNvPr>
          <p:cNvSpPr>
            <a:spLocks/>
          </p:cNvSpPr>
          <p:nvPr/>
        </p:nvSpPr>
        <p:spPr>
          <a:xfrm>
            <a:off x="8748130" y="219841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4" name="data_2603">
            <a:extLst>
              <a:ext uri="{FF2B5EF4-FFF2-40B4-BE49-F238E27FC236}">
                <a16:creationId xmlns:a16="http://schemas.microsoft.com/office/drawing/2014/main" id="{AF0067D5-D3C0-4B5F-AB7C-3389FC48BA72}"/>
              </a:ext>
            </a:extLst>
          </p:cNvPr>
          <p:cNvSpPr>
            <a:spLocks/>
          </p:cNvSpPr>
          <p:nvPr/>
        </p:nvSpPr>
        <p:spPr>
          <a:xfrm>
            <a:off x="865378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5" name="data_2604">
            <a:extLst>
              <a:ext uri="{FF2B5EF4-FFF2-40B4-BE49-F238E27FC236}">
                <a16:creationId xmlns:a16="http://schemas.microsoft.com/office/drawing/2014/main" id="{C6C6A995-AF2A-404C-A210-FABCD0E799C5}"/>
              </a:ext>
            </a:extLst>
          </p:cNvPr>
          <p:cNvSpPr>
            <a:spLocks/>
          </p:cNvSpPr>
          <p:nvPr/>
        </p:nvSpPr>
        <p:spPr>
          <a:xfrm>
            <a:off x="873822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6" name="data_2605">
            <a:extLst>
              <a:ext uri="{FF2B5EF4-FFF2-40B4-BE49-F238E27FC236}">
                <a16:creationId xmlns:a16="http://schemas.microsoft.com/office/drawing/2014/main" id="{6DAA0EF0-0B92-4FC0-A714-17C0B1EF4FE5}"/>
              </a:ext>
            </a:extLst>
          </p:cNvPr>
          <p:cNvSpPr>
            <a:spLocks/>
          </p:cNvSpPr>
          <p:nvPr/>
        </p:nvSpPr>
        <p:spPr>
          <a:xfrm>
            <a:off x="8679591" y="32574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7" name="data_2606">
            <a:extLst>
              <a:ext uri="{FF2B5EF4-FFF2-40B4-BE49-F238E27FC236}">
                <a16:creationId xmlns:a16="http://schemas.microsoft.com/office/drawing/2014/main" id="{A3FF3B8D-9218-46C7-A3D2-9E35D00BC568}"/>
              </a:ext>
            </a:extLst>
          </p:cNvPr>
          <p:cNvSpPr>
            <a:spLocks/>
          </p:cNvSpPr>
          <p:nvPr/>
        </p:nvSpPr>
        <p:spPr>
          <a:xfrm>
            <a:off x="8683625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8" name="data_2607">
            <a:extLst>
              <a:ext uri="{FF2B5EF4-FFF2-40B4-BE49-F238E27FC236}">
                <a16:creationId xmlns:a16="http://schemas.microsoft.com/office/drawing/2014/main" id="{479C49D9-DDD9-41DE-9175-501E134E2CE5}"/>
              </a:ext>
            </a:extLst>
          </p:cNvPr>
          <p:cNvSpPr>
            <a:spLocks/>
          </p:cNvSpPr>
          <p:nvPr/>
        </p:nvSpPr>
        <p:spPr>
          <a:xfrm>
            <a:off x="864643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9" name="data_2608">
            <a:extLst>
              <a:ext uri="{FF2B5EF4-FFF2-40B4-BE49-F238E27FC236}">
                <a16:creationId xmlns:a16="http://schemas.microsoft.com/office/drawing/2014/main" id="{7627C705-B752-4404-8A67-2FB3536FE9C6}"/>
              </a:ext>
            </a:extLst>
          </p:cNvPr>
          <p:cNvSpPr>
            <a:spLocks/>
          </p:cNvSpPr>
          <p:nvPr/>
        </p:nvSpPr>
        <p:spPr>
          <a:xfrm>
            <a:off x="870079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0" name="data_2609">
            <a:extLst>
              <a:ext uri="{FF2B5EF4-FFF2-40B4-BE49-F238E27FC236}">
                <a16:creationId xmlns:a16="http://schemas.microsoft.com/office/drawing/2014/main" id="{CDAE227A-C746-4BF0-8E82-368EFCE965A0}"/>
              </a:ext>
            </a:extLst>
          </p:cNvPr>
          <p:cNvSpPr>
            <a:spLocks/>
          </p:cNvSpPr>
          <p:nvPr/>
        </p:nvSpPr>
        <p:spPr>
          <a:xfrm>
            <a:off x="870579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1" name="data_2610">
            <a:extLst>
              <a:ext uri="{FF2B5EF4-FFF2-40B4-BE49-F238E27FC236}">
                <a16:creationId xmlns:a16="http://schemas.microsoft.com/office/drawing/2014/main" id="{8F0C1D42-D664-4B22-8AB6-75A8CB95F933}"/>
              </a:ext>
            </a:extLst>
          </p:cNvPr>
          <p:cNvSpPr>
            <a:spLocks/>
          </p:cNvSpPr>
          <p:nvPr/>
        </p:nvSpPr>
        <p:spPr>
          <a:xfrm>
            <a:off x="8722081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2" name="data_2611">
            <a:extLst>
              <a:ext uri="{FF2B5EF4-FFF2-40B4-BE49-F238E27FC236}">
                <a16:creationId xmlns:a16="http://schemas.microsoft.com/office/drawing/2014/main" id="{2DB9F249-F9F3-4FCB-B431-723495C20C47}"/>
              </a:ext>
            </a:extLst>
          </p:cNvPr>
          <p:cNvSpPr>
            <a:spLocks/>
          </p:cNvSpPr>
          <p:nvPr/>
        </p:nvSpPr>
        <p:spPr>
          <a:xfrm>
            <a:off x="8700472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3" name="data_2612">
            <a:extLst>
              <a:ext uri="{FF2B5EF4-FFF2-40B4-BE49-F238E27FC236}">
                <a16:creationId xmlns:a16="http://schemas.microsoft.com/office/drawing/2014/main" id="{3660CB5E-9C2F-4139-820B-CAE1A17A0299}"/>
              </a:ext>
            </a:extLst>
          </p:cNvPr>
          <p:cNvSpPr>
            <a:spLocks/>
          </p:cNvSpPr>
          <p:nvPr/>
        </p:nvSpPr>
        <p:spPr>
          <a:xfrm>
            <a:off x="873525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4" name="data_2613">
            <a:extLst>
              <a:ext uri="{FF2B5EF4-FFF2-40B4-BE49-F238E27FC236}">
                <a16:creationId xmlns:a16="http://schemas.microsoft.com/office/drawing/2014/main" id="{2901059A-5626-4D7D-B6A0-5644C1C227AA}"/>
              </a:ext>
            </a:extLst>
          </p:cNvPr>
          <p:cNvSpPr>
            <a:spLocks/>
          </p:cNvSpPr>
          <p:nvPr/>
        </p:nvSpPr>
        <p:spPr>
          <a:xfrm>
            <a:off x="87156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5" name="data_2614">
            <a:extLst>
              <a:ext uri="{FF2B5EF4-FFF2-40B4-BE49-F238E27FC236}">
                <a16:creationId xmlns:a16="http://schemas.microsoft.com/office/drawing/2014/main" id="{E87620D1-0CEB-45AD-A595-BCBDD5D07EF6}"/>
              </a:ext>
            </a:extLst>
          </p:cNvPr>
          <p:cNvSpPr>
            <a:spLocks/>
          </p:cNvSpPr>
          <p:nvPr/>
        </p:nvSpPr>
        <p:spPr>
          <a:xfrm>
            <a:off x="868144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6" name="data_2615">
            <a:extLst>
              <a:ext uri="{FF2B5EF4-FFF2-40B4-BE49-F238E27FC236}">
                <a16:creationId xmlns:a16="http://schemas.microsoft.com/office/drawing/2014/main" id="{23A4C63A-BC12-41BB-A19E-EDEEF003ABF3}"/>
              </a:ext>
            </a:extLst>
          </p:cNvPr>
          <p:cNvSpPr>
            <a:spLocks/>
          </p:cNvSpPr>
          <p:nvPr/>
        </p:nvSpPr>
        <p:spPr>
          <a:xfrm>
            <a:off x="868094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7" name="data_2616">
            <a:extLst>
              <a:ext uri="{FF2B5EF4-FFF2-40B4-BE49-F238E27FC236}">
                <a16:creationId xmlns:a16="http://schemas.microsoft.com/office/drawing/2014/main" id="{A7CA3AC3-22C9-41A9-A416-DE6F0BE6ED69}"/>
              </a:ext>
            </a:extLst>
          </p:cNvPr>
          <p:cNvSpPr>
            <a:spLocks/>
          </p:cNvSpPr>
          <p:nvPr/>
        </p:nvSpPr>
        <p:spPr>
          <a:xfrm>
            <a:off x="869821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8" name="data_2617">
            <a:extLst>
              <a:ext uri="{FF2B5EF4-FFF2-40B4-BE49-F238E27FC236}">
                <a16:creationId xmlns:a16="http://schemas.microsoft.com/office/drawing/2014/main" id="{BC3F129F-68E5-47A3-81B4-45D51CFFC558}"/>
              </a:ext>
            </a:extLst>
          </p:cNvPr>
          <p:cNvSpPr>
            <a:spLocks/>
          </p:cNvSpPr>
          <p:nvPr/>
        </p:nvSpPr>
        <p:spPr>
          <a:xfrm>
            <a:off x="8712815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9" name="data_2618">
            <a:extLst>
              <a:ext uri="{FF2B5EF4-FFF2-40B4-BE49-F238E27FC236}">
                <a16:creationId xmlns:a16="http://schemas.microsoft.com/office/drawing/2014/main" id="{348FF5FA-0D4A-4B10-A10C-B48F2119BFC7}"/>
              </a:ext>
            </a:extLst>
          </p:cNvPr>
          <p:cNvSpPr>
            <a:spLocks/>
          </p:cNvSpPr>
          <p:nvPr/>
        </p:nvSpPr>
        <p:spPr>
          <a:xfrm>
            <a:off x="8662497" y="32088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0" name="data_2619">
            <a:extLst>
              <a:ext uri="{FF2B5EF4-FFF2-40B4-BE49-F238E27FC236}">
                <a16:creationId xmlns:a16="http://schemas.microsoft.com/office/drawing/2014/main" id="{F6103167-0F18-4C7D-8155-722B18D2A8C8}"/>
              </a:ext>
            </a:extLst>
          </p:cNvPr>
          <p:cNvSpPr>
            <a:spLocks/>
          </p:cNvSpPr>
          <p:nvPr/>
        </p:nvSpPr>
        <p:spPr>
          <a:xfrm>
            <a:off x="8707105" y="20776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1" name="data_2620">
            <a:extLst>
              <a:ext uri="{FF2B5EF4-FFF2-40B4-BE49-F238E27FC236}">
                <a16:creationId xmlns:a16="http://schemas.microsoft.com/office/drawing/2014/main" id="{888EE591-16B8-4019-9B1B-6CFED682DF41}"/>
              </a:ext>
            </a:extLst>
          </p:cNvPr>
          <p:cNvSpPr>
            <a:spLocks/>
          </p:cNvSpPr>
          <p:nvPr/>
        </p:nvSpPr>
        <p:spPr>
          <a:xfrm>
            <a:off x="8725953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2" name="data_2621">
            <a:extLst>
              <a:ext uri="{FF2B5EF4-FFF2-40B4-BE49-F238E27FC236}">
                <a16:creationId xmlns:a16="http://schemas.microsoft.com/office/drawing/2014/main" id="{538E7A2E-AFD3-420E-9F5E-352CE369B31F}"/>
              </a:ext>
            </a:extLst>
          </p:cNvPr>
          <p:cNvSpPr>
            <a:spLocks/>
          </p:cNvSpPr>
          <p:nvPr/>
        </p:nvSpPr>
        <p:spPr>
          <a:xfrm>
            <a:off x="865439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3" name="data_2622">
            <a:extLst>
              <a:ext uri="{FF2B5EF4-FFF2-40B4-BE49-F238E27FC236}">
                <a16:creationId xmlns:a16="http://schemas.microsoft.com/office/drawing/2014/main" id="{AB616CFE-7E0B-4B35-AEA8-FD71415F5A1A}"/>
              </a:ext>
            </a:extLst>
          </p:cNvPr>
          <p:cNvSpPr>
            <a:spLocks/>
          </p:cNvSpPr>
          <p:nvPr/>
        </p:nvSpPr>
        <p:spPr>
          <a:xfrm>
            <a:off x="8746587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4" name="data_2623">
            <a:extLst>
              <a:ext uri="{FF2B5EF4-FFF2-40B4-BE49-F238E27FC236}">
                <a16:creationId xmlns:a16="http://schemas.microsoft.com/office/drawing/2014/main" id="{6E2590C9-4F9D-4857-BFDC-9F52E929BDBF}"/>
              </a:ext>
            </a:extLst>
          </p:cNvPr>
          <p:cNvSpPr>
            <a:spLocks/>
          </p:cNvSpPr>
          <p:nvPr/>
        </p:nvSpPr>
        <p:spPr>
          <a:xfrm>
            <a:off x="870201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5" name="data_2624">
            <a:extLst>
              <a:ext uri="{FF2B5EF4-FFF2-40B4-BE49-F238E27FC236}">
                <a16:creationId xmlns:a16="http://schemas.microsoft.com/office/drawing/2014/main" id="{39F7A128-7026-40AD-937B-4E49094C8278}"/>
              </a:ext>
            </a:extLst>
          </p:cNvPr>
          <p:cNvSpPr>
            <a:spLocks/>
          </p:cNvSpPr>
          <p:nvPr/>
        </p:nvSpPr>
        <p:spPr>
          <a:xfrm>
            <a:off x="8732563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6" name="data_2625">
            <a:extLst>
              <a:ext uri="{FF2B5EF4-FFF2-40B4-BE49-F238E27FC236}">
                <a16:creationId xmlns:a16="http://schemas.microsoft.com/office/drawing/2014/main" id="{F077D7E6-015E-4F15-9A45-4E753D1B78F1}"/>
              </a:ext>
            </a:extLst>
          </p:cNvPr>
          <p:cNvSpPr>
            <a:spLocks/>
          </p:cNvSpPr>
          <p:nvPr/>
        </p:nvSpPr>
        <p:spPr>
          <a:xfrm>
            <a:off x="868172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7" name="data_2626">
            <a:extLst>
              <a:ext uri="{FF2B5EF4-FFF2-40B4-BE49-F238E27FC236}">
                <a16:creationId xmlns:a16="http://schemas.microsoft.com/office/drawing/2014/main" id="{EA924A2E-4EBD-4818-9EC3-AEB08DEA15AA}"/>
              </a:ext>
            </a:extLst>
          </p:cNvPr>
          <p:cNvSpPr>
            <a:spLocks/>
          </p:cNvSpPr>
          <p:nvPr/>
        </p:nvSpPr>
        <p:spPr>
          <a:xfrm>
            <a:off x="872747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8" name="data_2627">
            <a:extLst>
              <a:ext uri="{FF2B5EF4-FFF2-40B4-BE49-F238E27FC236}">
                <a16:creationId xmlns:a16="http://schemas.microsoft.com/office/drawing/2014/main" id="{8F71A453-FBA7-4D83-972D-B6B7E6DFEC57}"/>
              </a:ext>
            </a:extLst>
          </p:cNvPr>
          <p:cNvSpPr>
            <a:spLocks/>
          </p:cNvSpPr>
          <p:nvPr/>
        </p:nvSpPr>
        <p:spPr>
          <a:xfrm>
            <a:off x="8648269" y="2488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9" name="data_2628">
            <a:extLst>
              <a:ext uri="{FF2B5EF4-FFF2-40B4-BE49-F238E27FC236}">
                <a16:creationId xmlns:a16="http://schemas.microsoft.com/office/drawing/2014/main" id="{2FA71CE5-999D-4E86-8970-88DCC9885A98}"/>
              </a:ext>
            </a:extLst>
          </p:cNvPr>
          <p:cNvSpPr>
            <a:spLocks/>
          </p:cNvSpPr>
          <p:nvPr/>
        </p:nvSpPr>
        <p:spPr>
          <a:xfrm>
            <a:off x="863840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0" name="data_2629">
            <a:extLst>
              <a:ext uri="{FF2B5EF4-FFF2-40B4-BE49-F238E27FC236}">
                <a16:creationId xmlns:a16="http://schemas.microsoft.com/office/drawing/2014/main" id="{8FD8BE92-31CF-44E4-8BFF-2DCE07ACB27E}"/>
              </a:ext>
            </a:extLst>
          </p:cNvPr>
          <p:cNvSpPr>
            <a:spLocks/>
          </p:cNvSpPr>
          <p:nvPr/>
        </p:nvSpPr>
        <p:spPr>
          <a:xfrm>
            <a:off x="873835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1" name="data_2630">
            <a:extLst>
              <a:ext uri="{FF2B5EF4-FFF2-40B4-BE49-F238E27FC236}">
                <a16:creationId xmlns:a16="http://schemas.microsoft.com/office/drawing/2014/main" id="{EF51053B-D51A-4268-97C9-1D9C7FF68758}"/>
              </a:ext>
            </a:extLst>
          </p:cNvPr>
          <p:cNvSpPr>
            <a:spLocks/>
          </p:cNvSpPr>
          <p:nvPr/>
        </p:nvSpPr>
        <p:spPr>
          <a:xfrm>
            <a:off x="864462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2" name="data_2631">
            <a:extLst>
              <a:ext uri="{FF2B5EF4-FFF2-40B4-BE49-F238E27FC236}">
                <a16:creationId xmlns:a16="http://schemas.microsoft.com/office/drawing/2014/main" id="{58830D3B-6914-4E30-9349-94D186A4F11D}"/>
              </a:ext>
            </a:extLst>
          </p:cNvPr>
          <p:cNvSpPr>
            <a:spLocks/>
          </p:cNvSpPr>
          <p:nvPr/>
        </p:nvSpPr>
        <p:spPr>
          <a:xfrm>
            <a:off x="869436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3" name="data_2632">
            <a:extLst>
              <a:ext uri="{FF2B5EF4-FFF2-40B4-BE49-F238E27FC236}">
                <a16:creationId xmlns:a16="http://schemas.microsoft.com/office/drawing/2014/main" id="{E965610E-E1D8-4C3B-84D9-531933A9F759}"/>
              </a:ext>
            </a:extLst>
          </p:cNvPr>
          <p:cNvSpPr>
            <a:spLocks/>
          </p:cNvSpPr>
          <p:nvPr/>
        </p:nvSpPr>
        <p:spPr>
          <a:xfrm>
            <a:off x="8725325" y="244131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4" name="data_2633">
            <a:extLst>
              <a:ext uri="{FF2B5EF4-FFF2-40B4-BE49-F238E27FC236}">
                <a16:creationId xmlns:a16="http://schemas.microsoft.com/office/drawing/2014/main" id="{F28C21F4-CA97-427D-81E6-92C9AFB4BC8E}"/>
              </a:ext>
            </a:extLst>
          </p:cNvPr>
          <p:cNvSpPr>
            <a:spLocks/>
          </p:cNvSpPr>
          <p:nvPr/>
        </p:nvSpPr>
        <p:spPr>
          <a:xfrm>
            <a:off x="8680455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5" name="data_2634">
            <a:extLst>
              <a:ext uri="{FF2B5EF4-FFF2-40B4-BE49-F238E27FC236}">
                <a16:creationId xmlns:a16="http://schemas.microsoft.com/office/drawing/2014/main" id="{8F1C6D8C-43F6-4686-A4E1-D30AB8070015}"/>
              </a:ext>
            </a:extLst>
          </p:cNvPr>
          <p:cNvSpPr>
            <a:spLocks/>
          </p:cNvSpPr>
          <p:nvPr/>
        </p:nvSpPr>
        <p:spPr>
          <a:xfrm>
            <a:off x="873558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6" name="data_2635">
            <a:extLst>
              <a:ext uri="{FF2B5EF4-FFF2-40B4-BE49-F238E27FC236}">
                <a16:creationId xmlns:a16="http://schemas.microsoft.com/office/drawing/2014/main" id="{E1879920-84C6-461C-91B1-77B851D3F65C}"/>
              </a:ext>
            </a:extLst>
          </p:cNvPr>
          <p:cNvSpPr>
            <a:spLocks/>
          </p:cNvSpPr>
          <p:nvPr/>
        </p:nvSpPr>
        <p:spPr>
          <a:xfrm>
            <a:off x="8662031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7" name="data_2636">
            <a:extLst>
              <a:ext uri="{FF2B5EF4-FFF2-40B4-BE49-F238E27FC236}">
                <a16:creationId xmlns:a16="http://schemas.microsoft.com/office/drawing/2014/main" id="{A222288A-68B1-454C-B9F5-55E299F26753}"/>
              </a:ext>
            </a:extLst>
          </p:cNvPr>
          <p:cNvSpPr>
            <a:spLocks/>
          </p:cNvSpPr>
          <p:nvPr/>
        </p:nvSpPr>
        <p:spPr>
          <a:xfrm>
            <a:off x="8703856" y="213526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8" name="data_2637">
            <a:extLst>
              <a:ext uri="{FF2B5EF4-FFF2-40B4-BE49-F238E27FC236}">
                <a16:creationId xmlns:a16="http://schemas.microsoft.com/office/drawing/2014/main" id="{89A9A59D-E29E-4DF8-B8C4-8CF21242AAAE}"/>
              </a:ext>
            </a:extLst>
          </p:cNvPr>
          <p:cNvSpPr>
            <a:spLocks/>
          </p:cNvSpPr>
          <p:nvPr/>
        </p:nvSpPr>
        <p:spPr>
          <a:xfrm>
            <a:off x="863725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9" name="data_2638">
            <a:extLst>
              <a:ext uri="{FF2B5EF4-FFF2-40B4-BE49-F238E27FC236}">
                <a16:creationId xmlns:a16="http://schemas.microsoft.com/office/drawing/2014/main" id="{B5AC820D-5310-484D-8C33-22BE1D0A9232}"/>
              </a:ext>
            </a:extLst>
          </p:cNvPr>
          <p:cNvSpPr>
            <a:spLocks/>
          </p:cNvSpPr>
          <p:nvPr/>
        </p:nvSpPr>
        <p:spPr>
          <a:xfrm>
            <a:off x="875756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0" name="data_2639">
            <a:extLst>
              <a:ext uri="{FF2B5EF4-FFF2-40B4-BE49-F238E27FC236}">
                <a16:creationId xmlns:a16="http://schemas.microsoft.com/office/drawing/2014/main" id="{45A285F1-7E0D-4520-A10E-EB196C1D79FA}"/>
              </a:ext>
            </a:extLst>
          </p:cNvPr>
          <p:cNvSpPr>
            <a:spLocks/>
          </p:cNvSpPr>
          <p:nvPr/>
        </p:nvSpPr>
        <p:spPr>
          <a:xfrm>
            <a:off x="873481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1" name="data_2640">
            <a:extLst>
              <a:ext uri="{FF2B5EF4-FFF2-40B4-BE49-F238E27FC236}">
                <a16:creationId xmlns:a16="http://schemas.microsoft.com/office/drawing/2014/main" id="{7BC2B94F-C330-4A67-95C6-F499BDAC04C2}"/>
              </a:ext>
            </a:extLst>
          </p:cNvPr>
          <p:cNvSpPr>
            <a:spLocks/>
          </p:cNvSpPr>
          <p:nvPr/>
        </p:nvSpPr>
        <p:spPr>
          <a:xfrm>
            <a:off x="873057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2" name="data_2641">
            <a:extLst>
              <a:ext uri="{FF2B5EF4-FFF2-40B4-BE49-F238E27FC236}">
                <a16:creationId xmlns:a16="http://schemas.microsoft.com/office/drawing/2014/main" id="{6FCA3118-C4D1-4E83-BC1F-7F0EA6AC6A4C}"/>
              </a:ext>
            </a:extLst>
          </p:cNvPr>
          <p:cNvSpPr>
            <a:spLocks/>
          </p:cNvSpPr>
          <p:nvPr/>
        </p:nvSpPr>
        <p:spPr>
          <a:xfrm>
            <a:off x="8648045" y="234668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3" name="data_2642">
            <a:extLst>
              <a:ext uri="{FF2B5EF4-FFF2-40B4-BE49-F238E27FC236}">
                <a16:creationId xmlns:a16="http://schemas.microsoft.com/office/drawing/2014/main" id="{2E02AEF7-3197-4E09-85D7-93292481E5CA}"/>
              </a:ext>
            </a:extLst>
          </p:cNvPr>
          <p:cNvSpPr>
            <a:spLocks/>
          </p:cNvSpPr>
          <p:nvPr/>
        </p:nvSpPr>
        <p:spPr>
          <a:xfrm>
            <a:off x="875031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4" name="data_2643">
            <a:extLst>
              <a:ext uri="{FF2B5EF4-FFF2-40B4-BE49-F238E27FC236}">
                <a16:creationId xmlns:a16="http://schemas.microsoft.com/office/drawing/2014/main" id="{49193D01-7043-412A-82BE-FDEF2A737A41}"/>
              </a:ext>
            </a:extLst>
          </p:cNvPr>
          <p:cNvSpPr>
            <a:spLocks/>
          </p:cNvSpPr>
          <p:nvPr/>
        </p:nvSpPr>
        <p:spPr>
          <a:xfrm>
            <a:off x="8734223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5" name="data_2644">
            <a:extLst>
              <a:ext uri="{FF2B5EF4-FFF2-40B4-BE49-F238E27FC236}">
                <a16:creationId xmlns:a16="http://schemas.microsoft.com/office/drawing/2014/main" id="{62FA9B57-7A1A-48C4-9DC6-9382F9BE9320}"/>
              </a:ext>
            </a:extLst>
          </p:cNvPr>
          <p:cNvSpPr>
            <a:spLocks/>
          </p:cNvSpPr>
          <p:nvPr/>
        </p:nvSpPr>
        <p:spPr>
          <a:xfrm>
            <a:off x="870105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6" name="data_2645">
            <a:extLst>
              <a:ext uri="{FF2B5EF4-FFF2-40B4-BE49-F238E27FC236}">
                <a16:creationId xmlns:a16="http://schemas.microsoft.com/office/drawing/2014/main" id="{9DC751E5-C74F-4A22-832A-3DC09C72F666}"/>
              </a:ext>
            </a:extLst>
          </p:cNvPr>
          <p:cNvSpPr>
            <a:spLocks/>
          </p:cNvSpPr>
          <p:nvPr/>
        </p:nvSpPr>
        <p:spPr>
          <a:xfrm>
            <a:off x="870661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7" name="data_2646">
            <a:extLst>
              <a:ext uri="{FF2B5EF4-FFF2-40B4-BE49-F238E27FC236}">
                <a16:creationId xmlns:a16="http://schemas.microsoft.com/office/drawing/2014/main" id="{A28A15A3-AB01-42A4-A643-4A65A82547E1}"/>
              </a:ext>
            </a:extLst>
          </p:cNvPr>
          <p:cNvSpPr>
            <a:spLocks/>
          </p:cNvSpPr>
          <p:nvPr/>
        </p:nvSpPr>
        <p:spPr>
          <a:xfrm>
            <a:off x="868355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8" name="data_2647">
            <a:extLst>
              <a:ext uri="{FF2B5EF4-FFF2-40B4-BE49-F238E27FC236}">
                <a16:creationId xmlns:a16="http://schemas.microsoft.com/office/drawing/2014/main" id="{801333CA-9D92-4A4B-84B4-54172F8F804F}"/>
              </a:ext>
            </a:extLst>
          </p:cNvPr>
          <p:cNvSpPr>
            <a:spLocks/>
          </p:cNvSpPr>
          <p:nvPr/>
        </p:nvSpPr>
        <p:spPr>
          <a:xfrm>
            <a:off x="8716978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9" name="data_2648">
            <a:extLst>
              <a:ext uri="{FF2B5EF4-FFF2-40B4-BE49-F238E27FC236}">
                <a16:creationId xmlns:a16="http://schemas.microsoft.com/office/drawing/2014/main" id="{7683B9A8-50B2-497F-99F6-40DDF0DBCFC8}"/>
              </a:ext>
            </a:extLst>
          </p:cNvPr>
          <p:cNvSpPr>
            <a:spLocks/>
          </p:cNvSpPr>
          <p:nvPr/>
        </p:nvSpPr>
        <p:spPr>
          <a:xfrm>
            <a:off x="864334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0" name="data_2649">
            <a:extLst>
              <a:ext uri="{FF2B5EF4-FFF2-40B4-BE49-F238E27FC236}">
                <a16:creationId xmlns:a16="http://schemas.microsoft.com/office/drawing/2014/main" id="{30B4F747-68EA-4415-837D-1262B33C40C7}"/>
              </a:ext>
            </a:extLst>
          </p:cNvPr>
          <p:cNvSpPr>
            <a:spLocks/>
          </p:cNvSpPr>
          <p:nvPr/>
        </p:nvSpPr>
        <p:spPr>
          <a:xfrm>
            <a:off x="8680523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1" name="data_2650">
            <a:extLst>
              <a:ext uri="{FF2B5EF4-FFF2-40B4-BE49-F238E27FC236}">
                <a16:creationId xmlns:a16="http://schemas.microsoft.com/office/drawing/2014/main" id="{19F440CA-631F-413A-98A7-4B811D484B51}"/>
              </a:ext>
            </a:extLst>
          </p:cNvPr>
          <p:cNvSpPr>
            <a:spLocks/>
          </p:cNvSpPr>
          <p:nvPr/>
        </p:nvSpPr>
        <p:spPr>
          <a:xfrm>
            <a:off x="8679101" y="333517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2" name="data_2651">
            <a:extLst>
              <a:ext uri="{FF2B5EF4-FFF2-40B4-BE49-F238E27FC236}">
                <a16:creationId xmlns:a16="http://schemas.microsoft.com/office/drawing/2014/main" id="{423EFB24-088C-4FD4-9D88-7F58E1520087}"/>
              </a:ext>
            </a:extLst>
          </p:cNvPr>
          <p:cNvSpPr>
            <a:spLocks/>
          </p:cNvSpPr>
          <p:nvPr/>
        </p:nvSpPr>
        <p:spPr>
          <a:xfrm>
            <a:off x="8755215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3" name="data_2652">
            <a:extLst>
              <a:ext uri="{FF2B5EF4-FFF2-40B4-BE49-F238E27FC236}">
                <a16:creationId xmlns:a16="http://schemas.microsoft.com/office/drawing/2014/main" id="{D63CC1A5-1747-4BCA-81CA-93B1E5CCCF10}"/>
              </a:ext>
            </a:extLst>
          </p:cNvPr>
          <p:cNvSpPr>
            <a:spLocks/>
          </p:cNvSpPr>
          <p:nvPr/>
        </p:nvSpPr>
        <p:spPr>
          <a:xfrm>
            <a:off x="875052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4" name="data_2653">
            <a:extLst>
              <a:ext uri="{FF2B5EF4-FFF2-40B4-BE49-F238E27FC236}">
                <a16:creationId xmlns:a16="http://schemas.microsoft.com/office/drawing/2014/main" id="{1B44D984-EEBA-4D75-97B8-89BEB2E3F58A}"/>
              </a:ext>
            </a:extLst>
          </p:cNvPr>
          <p:cNvSpPr>
            <a:spLocks/>
          </p:cNvSpPr>
          <p:nvPr/>
        </p:nvSpPr>
        <p:spPr>
          <a:xfrm>
            <a:off x="8690864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5" name="data_2654">
            <a:extLst>
              <a:ext uri="{FF2B5EF4-FFF2-40B4-BE49-F238E27FC236}">
                <a16:creationId xmlns:a16="http://schemas.microsoft.com/office/drawing/2014/main" id="{BEC7949F-A313-4AE4-8BAA-6A565C66D85E}"/>
              </a:ext>
            </a:extLst>
          </p:cNvPr>
          <p:cNvSpPr>
            <a:spLocks/>
          </p:cNvSpPr>
          <p:nvPr/>
        </p:nvSpPr>
        <p:spPr>
          <a:xfrm>
            <a:off x="8671989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6" name="data_2655">
            <a:extLst>
              <a:ext uri="{FF2B5EF4-FFF2-40B4-BE49-F238E27FC236}">
                <a16:creationId xmlns:a16="http://schemas.microsoft.com/office/drawing/2014/main" id="{FC806F00-CD1C-4FD3-901D-681F77B80B82}"/>
              </a:ext>
            </a:extLst>
          </p:cNvPr>
          <p:cNvSpPr>
            <a:spLocks/>
          </p:cNvSpPr>
          <p:nvPr/>
        </p:nvSpPr>
        <p:spPr>
          <a:xfrm>
            <a:off x="872506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7" name="data_2656">
            <a:extLst>
              <a:ext uri="{FF2B5EF4-FFF2-40B4-BE49-F238E27FC236}">
                <a16:creationId xmlns:a16="http://schemas.microsoft.com/office/drawing/2014/main" id="{0C1ADBA2-E833-48C9-84FB-C926716482B1}"/>
              </a:ext>
            </a:extLst>
          </p:cNvPr>
          <p:cNvSpPr>
            <a:spLocks/>
          </p:cNvSpPr>
          <p:nvPr/>
        </p:nvSpPr>
        <p:spPr>
          <a:xfrm>
            <a:off x="8732208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8" name="data_2657">
            <a:extLst>
              <a:ext uri="{FF2B5EF4-FFF2-40B4-BE49-F238E27FC236}">
                <a16:creationId xmlns:a16="http://schemas.microsoft.com/office/drawing/2014/main" id="{556F1914-790F-4185-98D1-AE7C3C266122}"/>
              </a:ext>
            </a:extLst>
          </p:cNvPr>
          <p:cNvSpPr>
            <a:spLocks/>
          </p:cNvSpPr>
          <p:nvPr/>
        </p:nvSpPr>
        <p:spPr>
          <a:xfrm>
            <a:off x="8646354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9" name="data_2658">
            <a:extLst>
              <a:ext uri="{FF2B5EF4-FFF2-40B4-BE49-F238E27FC236}">
                <a16:creationId xmlns:a16="http://schemas.microsoft.com/office/drawing/2014/main" id="{4F963747-E628-466B-BA1F-5F0FDD866F3C}"/>
              </a:ext>
            </a:extLst>
          </p:cNvPr>
          <p:cNvSpPr>
            <a:spLocks/>
          </p:cNvSpPr>
          <p:nvPr/>
        </p:nvSpPr>
        <p:spPr>
          <a:xfrm>
            <a:off x="8706581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0" name="data_2659">
            <a:extLst>
              <a:ext uri="{FF2B5EF4-FFF2-40B4-BE49-F238E27FC236}">
                <a16:creationId xmlns:a16="http://schemas.microsoft.com/office/drawing/2014/main" id="{5ECB79E1-E1A4-48E6-B615-52F629F0509A}"/>
              </a:ext>
            </a:extLst>
          </p:cNvPr>
          <p:cNvSpPr>
            <a:spLocks/>
          </p:cNvSpPr>
          <p:nvPr/>
        </p:nvSpPr>
        <p:spPr>
          <a:xfrm>
            <a:off x="8737060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1" name="data_2660">
            <a:extLst>
              <a:ext uri="{FF2B5EF4-FFF2-40B4-BE49-F238E27FC236}">
                <a16:creationId xmlns:a16="http://schemas.microsoft.com/office/drawing/2014/main" id="{A04BB0AF-7593-40D9-A977-B90403179714}"/>
              </a:ext>
            </a:extLst>
          </p:cNvPr>
          <p:cNvSpPr>
            <a:spLocks/>
          </p:cNvSpPr>
          <p:nvPr/>
        </p:nvSpPr>
        <p:spPr>
          <a:xfrm>
            <a:off x="8673745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2" name="data_2661">
            <a:extLst>
              <a:ext uri="{FF2B5EF4-FFF2-40B4-BE49-F238E27FC236}">
                <a16:creationId xmlns:a16="http://schemas.microsoft.com/office/drawing/2014/main" id="{18175560-B925-4F9C-9ED6-5FC06AA525A0}"/>
              </a:ext>
            </a:extLst>
          </p:cNvPr>
          <p:cNvSpPr>
            <a:spLocks/>
          </p:cNvSpPr>
          <p:nvPr/>
        </p:nvSpPr>
        <p:spPr>
          <a:xfrm>
            <a:off x="867544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3" name="data_2662">
            <a:extLst>
              <a:ext uri="{FF2B5EF4-FFF2-40B4-BE49-F238E27FC236}">
                <a16:creationId xmlns:a16="http://schemas.microsoft.com/office/drawing/2014/main" id="{C55B9ED5-E9AA-4CEC-8F40-EC51387BFBD6}"/>
              </a:ext>
            </a:extLst>
          </p:cNvPr>
          <p:cNvSpPr>
            <a:spLocks/>
          </p:cNvSpPr>
          <p:nvPr/>
        </p:nvSpPr>
        <p:spPr>
          <a:xfrm>
            <a:off x="8722298" y="30685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4" name="data_2663">
            <a:extLst>
              <a:ext uri="{FF2B5EF4-FFF2-40B4-BE49-F238E27FC236}">
                <a16:creationId xmlns:a16="http://schemas.microsoft.com/office/drawing/2014/main" id="{D4AF12F2-214D-424E-A110-C1E67CEE076D}"/>
              </a:ext>
            </a:extLst>
          </p:cNvPr>
          <p:cNvSpPr>
            <a:spLocks/>
          </p:cNvSpPr>
          <p:nvPr/>
        </p:nvSpPr>
        <p:spPr>
          <a:xfrm>
            <a:off x="8675579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5" name="data_2664">
            <a:extLst>
              <a:ext uri="{FF2B5EF4-FFF2-40B4-BE49-F238E27FC236}">
                <a16:creationId xmlns:a16="http://schemas.microsoft.com/office/drawing/2014/main" id="{D2CEC937-5FAC-4FE1-95F1-EE6CB150BA19}"/>
              </a:ext>
            </a:extLst>
          </p:cNvPr>
          <p:cNvSpPr>
            <a:spLocks/>
          </p:cNvSpPr>
          <p:nvPr/>
        </p:nvSpPr>
        <p:spPr>
          <a:xfrm>
            <a:off x="8636630" y="33730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6" name="data_2665">
            <a:extLst>
              <a:ext uri="{FF2B5EF4-FFF2-40B4-BE49-F238E27FC236}">
                <a16:creationId xmlns:a16="http://schemas.microsoft.com/office/drawing/2014/main" id="{D135AAC2-AF7E-4397-B76C-46DFA97780DA}"/>
              </a:ext>
            </a:extLst>
          </p:cNvPr>
          <p:cNvSpPr>
            <a:spLocks/>
          </p:cNvSpPr>
          <p:nvPr/>
        </p:nvSpPr>
        <p:spPr>
          <a:xfrm>
            <a:off x="8638846" y="30488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7" name="data_2666">
            <a:extLst>
              <a:ext uri="{FF2B5EF4-FFF2-40B4-BE49-F238E27FC236}">
                <a16:creationId xmlns:a16="http://schemas.microsoft.com/office/drawing/2014/main" id="{20C26CEC-CD78-45EA-8844-49CC7FF2A9A7}"/>
              </a:ext>
            </a:extLst>
          </p:cNvPr>
          <p:cNvSpPr>
            <a:spLocks/>
          </p:cNvSpPr>
          <p:nvPr/>
        </p:nvSpPr>
        <p:spPr>
          <a:xfrm>
            <a:off x="8701776" y="19879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8" name="data_2667">
            <a:extLst>
              <a:ext uri="{FF2B5EF4-FFF2-40B4-BE49-F238E27FC236}">
                <a16:creationId xmlns:a16="http://schemas.microsoft.com/office/drawing/2014/main" id="{CF4E3127-40E5-4919-ACCA-F5AA71A96D35}"/>
              </a:ext>
            </a:extLst>
          </p:cNvPr>
          <p:cNvSpPr>
            <a:spLocks/>
          </p:cNvSpPr>
          <p:nvPr/>
        </p:nvSpPr>
        <p:spPr>
          <a:xfrm>
            <a:off x="8689370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9" name="data_2668">
            <a:extLst>
              <a:ext uri="{FF2B5EF4-FFF2-40B4-BE49-F238E27FC236}">
                <a16:creationId xmlns:a16="http://schemas.microsoft.com/office/drawing/2014/main" id="{486BB9A5-3F1C-4B54-8A9A-8348D5C645AD}"/>
              </a:ext>
            </a:extLst>
          </p:cNvPr>
          <p:cNvSpPr>
            <a:spLocks/>
          </p:cNvSpPr>
          <p:nvPr/>
        </p:nvSpPr>
        <p:spPr>
          <a:xfrm>
            <a:off x="871372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0" name="data_2669">
            <a:extLst>
              <a:ext uri="{FF2B5EF4-FFF2-40B4-BE49-F238E27FC236}">
                <a16:creationId xmlns:a16="http://schemas.microsoft.com/office/drawing/2014/main" id="{793343D8-C3A1-4881-99FB-2ADDEEE40040}"/>
              </a:ext>
            </a:extLst>
          </p:cNvPr>
          <p:cNvSpPr>
            <a:spLocks/>
          </p:cNvSpPr>
          <p:nvPr/>
        </p:nvSpPr>
        <p:spPr>
          <a:xfrm>
            <a:off x="871827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1" name="data_2670">
            <a:extLst>
              <a:ext uri="{FF2B5EF4-FFF2-40B4-BE49-F238E27FC236}">
                <a16:creationId xmlns:a16="http://schemas.microsoft.com/office/drawing/2014/main" id="{840616CF-CB43-4B43-B964-29F3394AAE04}"/>
              </a:ext>
            </a:extLst>
          </p:cNvPr>
          <p:cNvSpPr>
            <a:spLocks/>
          </p:cNvSpPr>
          <p:nvPr/>
        </p:nvSpPr>
        <p:spPr>
          <a:xfrm>
            <a:off x="8650537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2" name="data_2671">
            <a:extLst>
              <a:ext uri="{FF2B5EF4-FFF2-40B4-BE49-F238E27FC236}">
                <a16:creationId xmlns:a16="http://schemas.microsoft.com/office/drawing/2014/main" id="{59EB05C3-1C9F-455D-AF87-B5E67A6A8A9F}"/>
              </a:ext>
            </a:extLst>
          </p:cNvPr>
          <p:cNvSpPr>
            <a:spLocks/>
          </p:cNvSpPr>
          <p:nvPr/>
        </p:nvSpPr>
        <p:spPr>
          <a:xfrm>
            <a:off x="873655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3" name="data_2672">
            <a:extLst>
              <a:ext uri="{FF2B5EF4-FFF2-40B4-BE49-F238E27FC236}">
                <a16:creationId xmlns:a16="http://schemas.microsoft.com/office/drawing/2014/main" id="{B100EC1B-648F-4FB8-9BFA-EEE24AFF83E9}"/>
              </a:ext>
            </a:extLst>
          </p:cNvPr>
          <p:cNvSpPr>
            <a:spLocks/>
          </p:cNvSpPr>
          <p:nvPr/>
        </p:nvSpPr>
        <p:spPr>
          <a:xfrm>
            <a:off x="8661780" y="301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4" name="data_2673">
            <a:extLst>
              <a:ext uri="{FF2B5EF4-FFF2-40B4-BE49-F238E27FC236}">
                <a16:creationId xmlns:a16="http://schemas.microsoft.com/office/drawing/2014/main" id="{4F2A91C7-E473-43AA-9A62-94CC04E04F65}"/>
              </a:ext>
            </a:extLst>
          </p:cNvPr>
          <p:cNvSpPr>
            <a:spLocks/>
          </p:cNvSpPr>
          <p:nvPr/>
        </p:nvSpPr>
        <p:spPr>
          <a:xfrm>
            <a:off x="8704810" y="191422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5" name="data_2674">
            <a:extLst>
              <a:ext uri="{FF2B5EF4-FFF2-40B4-BE49-F238E27FC236}">
                <a16:creationId xmlns:a16="http://schemas.microsoft.com/office/drawing/2014/main" id="{5FA8EE18-C404-438B-8DAC-BAAABFD7606F}"/>
              </a:ext>
            </a:extLst>
          </p:cNvPr>
          <p:cNvSpPr>
            <a:spLocks/>
          </p:cNvSpPr>
          <p:nvPr/>
        </p:nvSpPr>
        <p:spPr>
          <a:xfrm>
            <a:off x="8730268" y="32650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6" name="data_2675">
            <a:extLst>
              <a:ext uri="{FF2B5EF4-FFF2-40B4-BE49-F238E27FC236}">
                <a16:creationId xmlns:a16="http://schemas.microsoft.com/office/drawing/2014/main" id="{01F0FDED-F0CC-4C76-8EFC-512DCF02BF82}"/>
              </a:ext>
            </a:extLst>
          </p:cNvPr>
          <p:cNvSpPr>
            <a:spLocks/>
          </p:cNvSpPr>
          <p:nvPr/>
        </p:nvSpPr>
        <p:spPr>
          <a:xfrm>
            <a:off x="867328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7" name="data_2676">
            <a:extLst>
              <a:ext uri="{FF2B5EF4-FFF2-40B4-BE49-F238E27FC236}">
                <a16:creationId xmlns:a16="http://schemas.microsoft.com/office/drawing/2014/main" id="{17724A2D-FE84-4121-8FD6-BEC5FDF63223}"/>
              </a:ext>
            </a:extLst>
          </p:cNvPr>
          <p:cNvSpPr>
            <a:spLocks/>
          </p:cNvSpPr>
          <p:nvPr/>
        </p:nvSpPr>
        <p:spPr>
          <a:xfrm>
            <a:off x="874348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8" name="data_2677">
            <a:extLst>
              <a:ext uri="{FF2B5EF4-FFF2-40B4-BE49-F238E27FC236}">
                <a16:creationId xmlns:a16="http://schemas.microsoft.com/office/drawing/2014/main" id="{3ECCB5F2-D23B-4B9B-98D0-4B3D7E826398}"/>
              </a:ext>
            </a:extLst>
          </p:cNvPr>
          <p:cNvSpPr>
            <a:spLocks/>
          </p:cNvSpPr>
          <p:nvPr/>
        </p:nvSpPr>
        <p:spPr>
          <a:xfrm>
            <a:off x="8716657" y="257733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9" name="data_2678">
            <a:extLst>
              <a:ext uri="{FF2B5EF4-FFF2-40B4-BE49-F238E27FC236}">
                <a16:creationId xmlns:a16="http://schemas.microsoft.com/office/drawing/2014/main" id="{9114ED03-4CB8-40FA-B53A-471439063C9D}"/>
              </a:ext>
            </a:extLst>
          </p:cNvPr>
          <p:cNvSpPr>
            <a:spLocks/>
          </p:cNvSpPr>
          <p:nvPr/>
        </p:nvSpPr>
        <p:spPr>
          <a:xfrm>
            <a:off x="8645986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0" name="data_2679">
            <a:extLst>
              <a:ext uri="{FF2B5EF4-FFF2-40B4-BE49-F238E27FC236}">
                <a16:creationId xmlns:a16="http://schemas.microsoft.com/office/drawing/2014/main" id="{CFCCE95F-9CA1-45EC-A701-298F021AB230}"/>
              </a:ext>
            </a:extLst>
          </p:cNvPr>
          <p:cNvSpPr>
            <a:spLocks/>
          </p:cNvSpPr>
          <p:nvPr/>
        </p:nvSpPr>
        <p:spPr>
          <a:xfrm>
            <a:off x="8693343" y="27541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1" name="data_2680">
            <a:extLst>
              <a:ext uri="{FF2B5EF4-FFF2-40B4-BE49-F238E27FC236}">
                <a16:creationId xmlns:a16="http://schemas.microsoft.com/office/drawing/2014/main" id="{AC69B6F4-5A5A-498F-8C99-4F4C7F9A45C1}"/>
              </a:ext>
            </a:extLst>
          </p:cNvPr>
          <p:cNvSpPr>
            <a:spLocks/>
          </p:cNvSpPr>
          <p:nvPr/>
        </p:nvSpPr>
        <p:spPr>
          <a:xfrm>
            <a:off x="8718569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2" name="data_2681">
            <a:extLst>
              <a:ext uri="{FF2B5EF4-FFF2-40B4-BE49-F238E27FC236}">
                <a16:creationId xmlns:a16="http://schemas.microsoft.com/office/drawing/2014/main" id="{6C7F9B67-F86F-449B-9C9A-50ED5A7C9916}"/>
              </a:ext>
            </a:extLst>
          </p:cNvPr>
          <p:cNvSpPr>
            <a:spLocks/>
          </p:cNvSpPr>
          <p:nvPr/>
        </p:nvSpPr>
        <p:spPr>
          <a:xfrm>
            <a:off x="8754685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3" name="data_2682">
            <a:extLst>
              <a:ext uri="{FF2B5EF4-FFF2-40B4-BE49-F238E27FC236}">
                <a16:creationId xmlns:a16="http://schemas.microsoft.com/office/drawing/2014/main" id="{004D35ED-5E15-42C4-B901-8A0E035AE55E}"/>
              </a:ext>
            </a:extLst>
          </p:cNvPr>
          <p:cNvSpPr>
            <a:spLocks/>
          </p:cNvSpPr>
          <p:nvPr/>
        </p:nvSpPr>
        <p:spPr>
          <a:xfrm>
            <a:off x="8741507" y="22826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4" name="data_2683">
            <a:extLst>
              <a:ext uri="{FF2B5EF4-FFF2-40B4-BE49-F238E27FC236}">
                <a16:creationId xmlns:a16="http://schemas.microsoft.com/office/drawing/2014/main" id="{D516C92D-B9CC-4308-AB15-C04D6A483599}"/>
              </a:ext>
            </a:extLst>
          </p:cNvPr>
          <p:cNvSpPr>
            <a:spLocks/>
          </p:cNvSpPr>
          <p:nvPr/>
        </p:nvSpPr>
        <p:spPr>
          <a:xfrm>
            <a:off x="867668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5" name="data_2684">
            <a:extLst>
              <a:ext uri="{FF2B5EF4-FFF2-40B4-BE49-F238E27FC236}">
                <a16:creationId xmlns:a16="http://schemas.microsoft.com/office/drawing/2014/main" id="{75BAF4FC-C3C5-43FB-B5CB-80D2BD7B5276}"/>
              </a:ext>
            </a:extLst>
          </p:cNvPr>
          <p:cNvSpPr>
            <a:spLocks/>
          </p:cNvSpPr>
          <p:nvPr/>
        </p:nvSpPr>
        <p:spPr>
          <a:xfrm>
            <a:off x="865656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6" name="data_2685">
            <a:extLst>
              <a:ext uri="{FF2B5EF4-FFF2-40B4-BE49-F238E27FC236}">
                <a16:creationId xmlns:a16="http://schemas.microsoft.com/office/drawing/2014/main" id="{8E51DB91-4BC4-401B-B1F6-1C0562DB6771}"/>
              </a:ext>
            </a:extLst>
          </p:cNvPr>
          <p:cNvSpPr>
            <a:spLocks/>
          </p:cNvSpPr>
          <p:nvPr/>
        </p:nvSpPr>
        <p:spPr>
          <a:xfrm>
            <a:off x="8752853" y="27036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7" name="data_2686">
            <a:extLst>
              <a:ext uri="{FF2B5EF4-FFF2-40B4-BE49-F238E27FC236}">
                <a16:creationId xmlns:a16="http://schemas.microsoft.com/office/drawing/2014/main" id="{23EEF6E8-CECF-44D0-9881-8061488ED151}"/>
              </a:ext>
            </a:extLst>
          </p:cNvPr>
          <p:cNvSpPr>
            <a:spLocks/>
          </p:cNvSpPr>
          <p:nvPr/>
        </p:nvSpPr>
        <p:spPr>
          <a:xfrm>
            <a:off x="874471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8" name="data_2687">
            <a:extLst>
              <a:ext uri="{FF2B5EF4-FFF2-40B4-BE49-F238E27FC236}">
                <a16:creationId xmlns:a16="http://schemas.microsoft.com/office/drawing/2014/main" id="{1A7F0F93-3C91-4E74-9FC8-4E35412DCD76}"/>
              </a:ext>
            </a:extLst>
          </p:cNvPr>
          <p:cNvSpPr>
            <a:spLocks/>
          </p:cNvSpPr>
          <p:nvPr/>
        </p:nvSpPr>
        <p:spPr>
          <a:xfrm>
            <a:off x="8667018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9" name="data_2688">
            <a:extLst>
              <a:ext uri="{FF2B5EF4-FFF2-40B4-BE49-F238E27FC236}">
                <a16:creationId xmlns:a16="http://schemas.microsoft.com/office/drawing/2014/main" id="{5EE99DF9-7FF6-438A-BF0B-1856E86939D1}"/>
              </a:ext>
            </a:extLst>
          </p:cNvPr>
          <p:cNvSpPr>
            <a:spLocks/>
          </p:cNvSpPr>
          <p:nvPr/>
        </p:nvSpPr>
        <p:spPr>
          <a:xfrm>
            <a:off x="8716742" y="22419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0" name="data_2689">
            <a:extLst>
              <a:ext uri="{FF2B5EF4-FFF2-40B4-BE49-F238E27FC236}">
                <a16:creationId xmlns:a16="http://schemas.microsoft.com/office/drawing/2014/main" id="{4F0192FC-8FBD-48E0-BBD5-90CBF68B169E}"/>
              </a:ext>
            </a:extLst>
          </p:cNvPr>
          <p:cNvSpPr>
            <a:spLocks/>
          </p:cNvSpPr>
          <p:nvPr/>
        </p:nvSpPr>
        <p:spPr>
          <a:xfrm>
            <a:off x="8757822" y="24005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1" name="data_2690">
            <a:extLst>
              <a:ext uri="{FF2B5EF4-FFF2-40B4-BE49-F238E27FC236}">
                <a16:creationId xmlns:a16="http://schemas.microsoft.com/office/drawing/2014/main" id="{ABE4E456-5DB0-44FB-80F2-59665CC81F6F}"/>
              </a:ext>
            </a:extLst>
          </p:cNvPr>
          <p:cNvSpPr>
            <a:spLocks/>
          </p:cNvSpPr>
          <p:nvPr/>
        </p:nvSpPr>
        <p:spPr>
          <a:xfrm>
            <a:off x="8680942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2" name="data_2691">
            <a:extLst>
              <a:ext uri="{FF2B5EF4-FFF2-40B4-BE49-F238E27FC236}">
                <a16:creationId xmlns:a16="http://schemas.microsoft.com/office/drawing/2014/main" id="{6E363B8E-F846-4560-B9D0-058969D243EC}"/>
              </a:ext>
            </a:extLst>
          </p:cNvPr>
          <p:cNvSpPr>
            <a:spLocks/>
          </p:cNvSpPr>
          <p:nvPr/>
        </p:nvSpPr>
        <p:spPr>
          <a:xfrm>
            <a:off x="8692024" y="340350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3" name="data_2692">
            <a:extLst>
              <a:ext uri="{FF2B5EF4-FFF2-40B4-BE49-F238E27FC236}">
                <a16:creationId xmlns:a16="http://schemas.microsoft.com/office/drawing/2014/main" id="{17D87390-2274-4E63-A563-2B2CC32B6171}"/>
              </a:ext>
            </a:extLst>
          </p:cNvPr>
          <p:cNvSpPr>
            <a:spLocks/>
          </p:cNvSpPr>
          <p:nvPr/>
        </p:nvSpPr>
        <p:spPr>
          <a:xfrm>
            <a:off x="8651844" y="2872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4" name="data_2693">
            <a:extLst>
              <a:ext uri="{FF2B5EF4-FFF2-40B4-BE49-F238E27FC236}">
                <a16:creationId xmlns:a16="http://schemas.microsoft.com/office/drawing/2014/main" id="{29538B10-122F-4804-995F-01E227A4FC53}"/>
              </a:ext>
            </a:extLst>
          </p:cNvPr>
          <p:cNvSpPr>
            <a:spLocks/>
          </p:cNvSpPr>
          <p:nvPr/>
        </p:nvSpPr>
        <p:spPr>
          <a:xfrm>
            <a:off x="8685257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5" name="data_2694">
            <a:extLst>
              <a:ext uri="{FF2B5EF4-FFF2-40B4-BE49-F238E27FC236}">
                <a16:creationId xmlns:a16="http://schemas.microsoft.com/office/drawing/2014/main" id="{28AA5F8F-1341-44D1-B2DE-56A157BC29CC}"/>
              </a:ext>
            </a:extLst>
          </p:cNvPr>
          <p:cNvSpPr>
            <a:spLocks/>
          </p:cNvSpPr>
          <p:nvPr/>
        </p:nvSpPr>
        <p:spPr>
          <a:xfrm>
            <a:off x="8657444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6" name="data_2695">
            <a:extLst>
              <a:ext uri="{FF2B5EF4-FFF2-40B4-BE49-F238E27FC236}">
                <a16:creationId xmlns:a16="http://schemas.microsoft.com/office/drawing/2014/main" id="{C9DFBE54-4A19-4C03-96B6-854C86EFCDA5}"/>
              </a:ext>
            </a:extLst>
          </p:cNvPr>
          <p:cNvSpPr>
            <a:spLocks/>
          </p:cNvSpPr>
          <p:nvPr/>
        </p:nvSpPr>
        <p:spPr>
          <a:xfrm>
            <a:off x="8659911" y="16931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7" name="data_2696">
            <a:extLst>
              <a:ext uri="{FF2B5EF4-FFF2-40B4-BE49-F238E27FC236}">
                <a16:creationId xmlns:a16="http://schemas.microsoft.com/office/drawing/2014/main" id="{C74AA343-0B55-44A0-A42F-814863C5E72F}"/>
              </a:ext>
            </a:extLst>
          </p:cNvPr>
          <p:cNvSpPr>
            <a:spLocks/>
          </p:cNvSpPr>
          <p:nvPr/>
        </p:nvSpPr>
        <p:spPr>
          <a:xfrm>
            <a:off x="8651231" y="3453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8" name="data_2697">
            <a:extLst>
              <a:ext uri="{FF2B5EF4-FFF2-40B4-BE49-F238E27FC236}">
                <a16:creationId xmlns:a16="http://schemas.microsoft.com/office/drawing/2014/main" id="{490E1660-47D4-46C3-9672-AFEFFE2AD5D5}"/>
              </a:ext>
            </a:extLst>
          </p:cNvPr>
          <p:cNvSpPr>
            <a:spLocks/>
          </p:cNvSpPr>
          <p:nvPr/>
        </p:nvSpPr>
        <p:spPr>
          <a:xfrm>
            <a:off x="8645393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9" name="data_2698">
            <a:extLst>
              <a:ext uri="{FF2B5EF4-FFF2-40B4-BE49-F238E27FC236}">
                <a16:creationId xmlns:a16="http://schemas.microsoft.com/office/drawing/2014/main" id="{2D2AD4F7-8EF3-405E-ABF9-B3B9D22835B3}"/>
              </a:ext>
            </a:extLst>
          </p:cNvPr>
          <p:cNvSpPr>
            <a:spLocks/>
          </p:cNvSpPr>
          <p:nvPr/>
        </p:nvSpPr>
        <p:spPr>
          <a:xfrm>
            <a:off x="8701126" y="34614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0" name="data_2699">
            <a:extLst>
              <a:ext uri="{FF2B5EF4-FFF2-40B4-BE49-F238E27FC236}">
                <a16:creationId xmlns:a16="http://schemas.microsoft.com/office/drawing/2014/main" id="{77CAE416-B984-4354-88B8-7B6A8FE9A444}"/>
              </a:ext>
            </a:extLst>
          </p:cNvPr>
          <p:cNvSpPr>
            <a:spLocks/>
          </p:cNvSpPr>
          <p:nvPr/>
        </p:nvSpPr>
        <p:spPr>
          <a:xfrm>
            <a:off x="7005297" y="1604827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701" name="data_2700">
            <a:extLst>
              <a:ext uri="{FF2B5EF4-FFF2-40B4-BE49-F238E27FC236}">
                <a16:creationId xmlns:a16="http://schemas.microsoft.com/office/drawing/2014/main" id="{F7E24C70-FFF4-4980-A0C7-1C7B9944CFE4}"/>
              </a:ext>
            </a:extLst>
          </p:cNvPr>
          <p:cNvSpPr>
            <a:spLocks/>
          </p:cNvSpPr>
          <p:nvPr/>
        </p:nvSpPr>
        <p:spPr>
          <a:xfrm>
            <a:off x="7005297" y="347921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702" name="text_2701">
            <a:extLst>
              <a:ext uri="{FF2B5EF4-FFF2-40B4-BE49-F238E27FC236}">
                <a16:creationId xmlns:a16="http://schemas.microsoft.com/office/drawing/2014/main" id="{01E3F8B6-394F-461E-9CAA-6A06AFC339FA}"/>
              </a:ext>
            </a:extLst>
          </p:cNvPr>
          <p:cNvSpPr>
            <a:spLocks/>
          </p:cNvSpPr>
          <p:nvPr/>
        </p:nvSpPr>
        <p:spPr>
          <a:xfrm>
            <a:off x="6526468" y="1291426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703" name="text_2702">
            <a:extLst>
              <a:ext uri="{FF2B5EF4-FFF2-40B4-BE49-F238E27FC236}">
                <a16:creationId xmlns:a16="http://schemas.microsoft.com/office/drawing/2014/main" id="{A4FB8392-765A-4B4A-BB29-7EFDC9056091}"/>
              </a:ext>
            </a:extLst>
          </p:cNvPr>
          <p:cNvSpPr>
            <a:spLocks/>
          </p:cNvSpPr>
          <p:nvPr/>
        </p:nvSpPr>
        <p:spPr>
          <a:xfrm>
            <a:off x="7005297" y="1314000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2704" name="data_2703">
            <a:extLst>
              <a:ext uri="{FF2B5EF4-FFF2-40B4-BE49-F238E27FC236}">
                <a16:creationId xmlns:a16="http://schemas.microsoft.com/office/drawing/2014/main" id="{BD8A0870-B980-458D-94F1-CBBD478DF36E}"/>
              </a:ext>
            </a:extLst>
          </p:cNvPr>
          <p:cNvSpPr>
            <a:spLocks/>
          </p:cNvSpPr>
          <p:nvPr/>
        </p:nvSpPr>
        <p:spPr>
          <a:xfrm>
            <a:off x="7169939" y="2771896"/>
            <a:ext cx="191" cy="707315"/>
          </a:xfrm>
          <a:custGeom>
            <a:avLst/>
            <a:gdLst/>
            <a:ahLst/>
            <a:cxnLst/>
            <a:rect l="0" t="0" r="0" b="0"/>
            <a:pathLst>
              <a:path w="191" h="707315">
                <a:moveTo>
                  <a:pt x="0" y="70731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2705" name="data_2704">
            <a:extLst>
              <a:ext uri="{FF2B5EF4-FFF2-40B4-BE49-F238E27FC236}">
                <a16:creationId xmlns:a16="http://schemas.microsoft.com/office/drawing/2014/main" id="{C7B59F4D-65EF-4999-8FA8-C8E9ECE53389}"/>
              </a:ext>
            </a:extLst>
          </p:cNvPr>
          <p:cNvSpPr>
            <a:spLocks/>
          </p:cNvSpPr>
          <p:nvPr/>
        </p:nvSpPr>
        <p:spPr>
          <a:xfrm>
            <a:off x="7423234" y="1710924"/>
            <a:ext cx="191" cy="1178858"/>
          </a:xfrm>
          <a:custGeom>
            <a:avLst/>
            <a:gdLst/>
            <a:ahLst/>
            <a:cxnLst/>
            <a:rect l="0" t="0" r="0" b="0"/>
            <a:pathLst>
              <a:path w="191" h="1178858">
                <a:moveTo>
                  <a:pt x="0" y="1178858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2706" name="data_2705">
            <a:extLst>
              <a:ext uri="{FF2B5EF4-FFF2-40B4-BE49-F238E27FC236}">
                <a16:creationId xmlns:a16="http://schemas.microsoft.com/office/drawing/2014/main" id="{2A2AC832-9431-4325-9FCA-17A72350B7AE}"/>
              </a:ext>
            </a:extLst>
          </p:cNvPr>
          <p:cNvSpPr>
            <a:spLocks/>
          </p:cNvSpPr>
          <p:nvPr/>
        </p:nvSpPr>
        <p:spPr>
          <a:xfrm>
            <a:off x="7676529" y="1710924"/>
            <a:ext cx="191" cy="685211"/>
          </a:xfrm>
          <a:custGeom>
            <a:avLst/>
            <a:gdLst/>
            <a:ahLst/>
            <a:cxnLst/>
            <a:rect l="0" t="0" r="0" b="0"/>
            <a:pathLst>
              <a:path w="191" h="685211">
                <a:moveTo>
                  <a:pt x="0" y="68521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2707" name="data_2706">
            <a:extLst>
              <a:ext uri="{FF2B5EF4-FFF2-40B4-BE49-F238E27FC236}">
                <a16:creationId xmlns:a16="http://schemas.microsoft.com/office/drawing/2014/main" id="{581EDB77-73CF-4025-AE47-013BBA3B731B}"/>
              </a:ext>
            </a:extLst>
          </p:cNvPr>
          <p:cNvSpPr>
            <a:spLocks/>
          </p:cNvSpPr>
          <p:nvPr/>
        </p:nvSpPr>
        <p:spPr>
          <a:xfrm>
            <a:off x="8208449" y="2571800"/>
            <a:ext cx="191" cy="907410"/>
          </a:xfrm>
          <a:custGeom>
            <a:avLst/>
            <a:gdLst/>
            <a:ahLst/>
            <a:cxnLst/>
            <a:rect l="0" t="0" r="0" b="0"/>
            <a:pathLst>
              <a:path w="191" h="907410">
                <a:moveTo>
                  <a:pt x="0" y="907410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2708" name="data_2707">
            <a:extLst>
              <a:ext uri="{FF2B5EF4-FFF2-40B4-BE49-F238E27FC236}">
                <a16:creationId xmlns:a16="http://schemas.microsoft.com/office/drawing/2014/main" id="{2BF60D62-19A2-41CE-81EF-A7278EDDCA63}"/>
              </a:ext>
            </a:extLst>
          </p:cNvPr>
          <p:cNvSpPr>
            <a:spLocks/>
          </p:cNvSpPr>
          <p:nvPr/>
        </p:nvSpPr>
        <p:spPr>
          <a:xfrm>
            <a:off x="8461744" y="1710924"/>
            <a:ext cx="191" cy="1250431"/>
          </a:xfrm>
          <a:custGeom>
            <a:avLst/>
            <a:gdLst/>
            <a:ahLst/>
            <a:cxnLst/>
            <a:rect l="0" t="0" r="0" b="0"/>
            <a:pathLst>
              <a:path w="191" h="1250431">
                <a:moveTo>
                  <a:pt x="0" y="125043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2709" name="data_2708">
            <a:extLst>
              <a:ext uri="{FF2B5EF4-FFF2-40B4-BE49-F238E27FC236}">
                <a16:creationId xmlns:a16="http://schemas.microsoft.com/office/drawing/2014/main" id="{D1447529-A68D-44CA-8A4C-F02531244475}"/>
              </a:ext>
            </a:extLst>
          </p:cNvPr>
          <p:cNvSpPr>
            <a:spLocks/>
          </p:cNvSpPr>
          <p:nvPr/>
        </p:nvSpPr>
        <p:spPr>
          <a:xfrm>
            <a:off x="8715039" y="1710924"/>
            <a:ext cx="191" cy="884143"/>
          </a:xfrm>
          <a:custGeom>
            <a:avLst/>
            <a:gdLst/>
            <a:ahLst/>
            <a:cxnLst/>
            <a:rect l="0" t="0" r="0" b="0"/>
            <a:pathLst>
              <a:path w="191" h="884143">
                <a:moveTo>
                  <a:pt x="0" y="88414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2710" name="data_2709">
            <a:extLst>
              <a:ext uri="{FF2B5EF4-FFF2-40B4-BE49-F238E27FC236}">
                <a16:creationId xmlns:a16="http://schemas.microsoft.com/office/drawing/2014/main" id="{9356C692-A9A9-4385-9616-DCA8A6E235D7}"/>
              </a:ext>
            </a:extLst>
          </p:cNvPr>
          <p:cNvSpPr>
            <a:spLocks/>
          </p:cNvSpPr>
          <p:nvPr/>
        </p:nvSpPr>
        <p:spPr>
          <a:xfrm>
            <a:off x="7134470" y="321868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2711" name="data_2710">
            <a:extLst>
              <a:ext uri="{FF2B5EF4-FFF2-40B4-BE49-F238E27FC236}">
                <a16:creationId xmlns:a16="http://schemas.microsoft.com/office/drawing/2014/main" id="{EAFC2F9E-B647-4E29-BDBD-0A5F0DCB47F7}"/>
              </a:ext>
            </a:extLst>
          </p:cNvPr>
          <p:cNvSpPr>
            <a:spLocks/>
          </p:cNvSpPr>
          <p:nvPr/>
        </p:nvSpPr>
        <p:spPr>
          <a:xfrm>
            <a:off x="7387765" y="226488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2712" name="data_2711">
            <a:extLst>
              <a:ext uri="{FF2B5EF4-FFF2-40B4-BE49-F238E27FC236}">
                <a16:creationId xmlns:a16="http://schemas.microsoft.com/office/drawing/2014/main" id="{288F2D52-F221-43B8-B4B7-A9E0B6FF4007}"/>
              </a:ext>
            </a:extLst>
          </p:cNvPr>
          <p:cNvSpPr>
            <a:spLocks/>
          </p:cNvSpPr>
          <p:nvPr/>
        </p:nvSpPr>
        <p:spPr>
          <a:xfrm>
            <a:off x="7641061" y="167545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2713" name="data_2712">
            <a:extLst>
              <a:ext uri="{FF2B5EF4-FFF2-40B4-BE49-F238E27FC236}">
                <a16:creationId xmlns:a16="http://schemas.microsoft.com/office/drawing/2014/main" id="{D2B2EC05-FAEE-4EF6-91D9-C8E1632A7A37}"/>
              </a:ext>
            </a:extLst>
          </p:cNvPr>
          <p:cNvSpPr>
            <a:spLocks/>
          </p:cNvSpPr>
          <p:nvPr/>
        </p:nvSpPr>
        <p:spPr>
          <a:xfrm>
            <a:off x="8172980" y="317849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2714" name="data_2713">
            <a:extLst>
              <a:ext uri="{FF2B5EF4-FFF2-40B4-BE49-F238E27FC236}">
                <a16:creationId xmlns:a16="http://schemas.microsoft.com/office/drawing/2014/main" id="{0BDA4541-055D-40EC-AA3F-DB092852900C}"/>
              </a:ext>
            </a:extLst>
          </p:cNvPr>
          <p:cNvSpPr>
            <a:spLocks/>
          </p:cNvSpPr>
          <p:nvPr/>
        </p:nvSpPr>
        <p:spPr>
          <a:xfrm>
            <a:off x="8426275" y="2264884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2715" name="data_2714">
            <a:extLst>
              <a:ext uri="{FF2B5EF4-FFF2-40B4-BE49-F238E27FC236}">
                <a16:creationId xmlns:a16="http://schemas.microsoft.com/office/drawing/2014/main" id="{5FEF1694-BAE7-48C0-8817-43175048B60F}"/>
              </a:ext>
            </a:extLst>
          </p:cNvPr>
          <p:cNvSpPr>
            <a:spLocks/>
          </p:cNvSpPr>
          <p:nvPr/>
        </p:nvSpPr>
        <p:spPr>
          <a:xfrm>
            <a:off x="8679571" y="205986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2716" name="data_2715">
            <a:extLst>
              <a:ext uri="{FF2B5EF4-FFF2-40B4-BE49-F238E27FC236}">
                <a16:creationId xmlns:a16="http://schemas.microsoft.com/office/drawing/2014/main" id="{0D9A97C8-BC17-4413-A4DF-BD5291B78B39}"/>
              </a:ext>
            </a:extLst>
          </p:cNvPr>
          <p:cNvSpPr>
            <a:spLocks/>
          </p:cNvSpPr>
          <p:nvPr/>
        </p:nvSpPr>
        <p:spPr>
          <a:xfrm>
            <a:off x="1007269" y="5088130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17" name="data_2716">
            <a:extLst>
              <a:ext uri="{FF2B5EF4-FFF2-40B4-BE49-F238E27FC236}">
                <a16:creationId xmlns:a16="http://schemas.microsoft.com/office/drawing/2014/main" id="{F463783C-6F19-465B-B510-9065559ACA70}"/>
              </a:ext>
            </a:extLst>
          </p:cNvPr>
          <p:cNvSpPr>
            <a:spLocks/>
          </p:cNvSpPr>
          <p:nvPr/>
        </p:nvSpPr>
        <p:spPr>
          <a:xfrm>
            <a:off x="1475865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18" name="text_2717">
            <a:extLst>
              <a:ext uri="{FF2B5EF4-FFF2-40B4-BE49-F238E27FC236}">
                <a16:creationId xmlns:a16="http://schemas.microsoft.com/office/drawing/2014/main" id="{7FE23CF7-7D71-4FD6-BBD7-24988CCD4AB6}"/>
              </a:ext>
            </a:extLst>
          </p:cNvPr>
          <p:cNvSpPr>
            <a:spLocks/>
          </p:cNvSpPr>
          <p:nvPr/>
        </p:nvSpPr>
        <p:spPr>
          <a:xfrm>
            <a:off x="1109400" y="7099231"/>
            <a:ext cx="74179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Semantic Dice</a:t>
            </a:r>
          </a:p>
        </p:txBody>
      </p:sp>
      <p:sp>
        <p:nvSpPr>
          <p:cNvPr id="2719" name="data_2718">
            <a:extLst>
              <a:ext uri="{FF2B5EF4-FFF2-40B4-BE49-F238E27FC236}">
                <a16:creationId xmlns:a16="http://schemas.microsoft.com/office/drawing/2014/main" id="{63BBDE94-CC5C-440F-89CE-99EB94120FEB}"/>
              </a:ext>
            </a:extLst>
          </p:cNvPr>
          <p:cNvSpPr>
            <a:spLocks/>
          </p:cNvSpPr>
          <p:nvPr/>
        </p:nvSpPr>
        <p:spPr>
          <a:xfrm>
            <a:off x="2413057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20" name="text_2719">
            <a:extLst>
              <a:ext uri="{FF2B5EF4-FFF2-40B4-BE49-F238E27FC236}">
                <a16:creationId xmlns:a16="http://schemas.microsoft.com/office/drawing/2014/main" id="{EDE3DCBD-9DCF-48B9-96E0-9FBA12F300D9}"/>
              </a:ext>
            </a:extLst>
          </p:cNvPr>
          <p:cNvSpPr>
            <a:spLocks/>
          </p:cNvSpPr>
          <p:nvPr/>
        </p:nvSpPr>
        <p:spPr>
          <a:xfrm>
            <a:off x="2052957" y="7099231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2721" name="text_2720">
            <a:extLst>
              <a:ext uri="{FF2B5EF4-FFF2-40B4-BE49-F238E27FC236}">
                <a16:creationId xmlns:a16="http://schemas.microsoft.com/office/drawing/2014/main" id="{6C77A55C-161F-4B87-8233-1CB8728CA743}"/>
              </a:ext>
            </a:extLst>
          </p:cNvPr>
          <p:cNvSpPr>
            <a:spLocks/>
          </p:cNvSpPr>
          <p:nvPr/>
        </p:nvSpPr>
        <p:spPr>
          <a:xfrm>
            <a:off x="2174280" y="7218948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2722" name="text_2721">
            <a:extLst>
              <a:ext uri="{FF2B5EF4-FFF2-40B4-BE49-F238E27FC236}">
                <a16:creationId xmlns:a16="http://schemas.microsoft.com/office/drawing/2014/main" id="{91276C83-D0BE-483D-BCAE-F34B98CDBD9E}"/>
              </a:ext>
            </a:extLst>
          </p:cNvPr>
          <p:cNvSpPr>
            <a:spLocks/>
          </p:cNvSpPr>
          <p:nvPr/>
        </p:nvSpPr>
        <p:spPr>
          <a:xfrm>
            <a:off x="2240130" y="7218948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723" name="text_2722">
            <a:extLst>
              <a:ext uri="{FF2B5EF4-FFF2-40B4-BE49-F238E27FC236}">
                <a16:creationId xmlns:a16="http://schemas.microsoft.com/office/drawing/2014/main" id="{2344CFA1-7373-40F9-9F0F-059545688E6B}"/>
              </a:ext>
            </a:extLst>
          </p:cNvPr>
          <p:cNvSpPr>
            <a:spLocks/>
          </p:cNvSpPr>
          <p:nvPr/>
        </p:nvSpPr>
        <p:spPr>
          <a:xfrm>
            <a:off x="2309340" y="7218948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24" name="text_2723">
            <a:extLst>
              <a:ext uri="{FF2B5EF4-FFF2-40B4-BE49-F238E27FC236}">
                <a16:creationId xmlns:a16="http://schemas.microsoft.com/office/drawing/2014/main" id="{4F0E33A1-AB67-410C-ABE1-6A86A1264FAF}"/>
              </a:ext>
            </a:extLst>
          </p:cNvPr>
          <p:cNvSpPr>
            <a:spLocks/>
          </p:cNvSpPr>
          <p:nvPr/>
        </p:nvSpPr>
        <p:spPr>
          <a:xfrm>
            <a:off x="2383093" y="7218948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725" name="text_2724">
            <a:extLst>
              <a:ext uri="{FF2B5EF4-FFF2-40B4-BE49-F238E27FC236}">
                <a16:creationId xmlns:a16="http://schemas.microsoft.com/office/drawing/2014/main" id="{FD9F48BB-5C8A-4C58-9F39-4B1CE9FF3ACE}"/>
              </a:ext>
            </a:extLst>
          </p:cNvPr>
          <p:cNvSpPr>
            <a:spLocks/>
          </p:cNvSpPr>
          <p:nvPr/>
        </p:nvSpPr>
        <p:spPr>
          <a:xfrm>
            <a:off x="2464876" y="7218948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726" name="text_2725">
            <a:extLst>
              <a:ext uri="{FF2B5EF4-FFF2-40B4-BE49-F238E27FC236}">
                <a16:creationId xmlns:a16="http://schemas.microsoft.com/office/drawing/2014/main" id="{913E7D33-CA42-4798-B38C-7CAD2B1A1DD8}"/>
              </a:ext>
            </a:extLst>
          </p:cNvPr>
          <p:cNvSpPr>
            <a:spLocks/>
          </p:cNvSpPr>
          <p:nvPr/>
        </p:nvSpPr>
        <p:spPr>
          <a:xfrm>
            <a:off x="2533884" y="7267083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727" name="text_2726">
            <a:extLst>
              <a:ext uri="{FF2B5EF4-FFF2-40B4-BE49-F238E27FC236}">
                <a16:creationId xmlns:a16="http://schemas.microsoft.com/office/drawing/2014/main" id="{2023FE37-A0EF-4D84-BEDC-408282591255}"/>
              </a:ext>
            </a:extLst>
          </p:cNvPr>
          <p:cNvSpPr>
            <a:spLocks/>
          </p:cNvSpPr>
          <p:nvPr/>
        </p:nvSpPr>
        <p:spPr>
          <a:xfrm>
            <a:off x="2579107" y="7267083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728" name="text_2727">
            <a:extLst>
              <a:ext uri="{FF2B5EF4-FFF2-40B4-BE49-F238E27FC236}">
                <a16:creationId xmlns:a16="http://schemas.microsoft.com/office/drawing/2014/main" id="{44A3DF84-60F8-4B57-AAD0-81710BA3628B}"/>
              </a:ext>
            </a:extLst>
          </p:cNvPr>
          <p:cNvSpPr>
            <a:spLocks/>
          </p:cNvSpPr>
          <p:nvPr/>
        </p:nvSpPr>
        <p:spPr>
          <a:xfrm>
            <a:off x="2601631" y="7267083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729" name="data_2728">
            <a:extLst>
              <a:ext uri="{FF2B5EF4-FFF2-40B4-BE49-F238E27FC236}">
                <a16:creationId xmlns:a16="http://schemas.microsoft.com/office/drawing/2014/main" id="{C6EC62C5-6743-477D-B65C-0137A7248D32}"/>
              </a:ext>
            </a:extLst>
          </p:cNvPr>
          <p:cNvSpPr>
            <a:spLocks/>
          </p:cNvSpPr>
          <p:nvPr/>
        </p:nvSpPr>
        <p:spPr>
          <a:xfrm>
            <a:off x="1007269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30" name="data_2729">
            <a:extLst>
              <a:ext uri="{FF2B5EF4-FFF2-40B4-BE49-F238E27FC236}">
                <a16:creationId xmlns:a16="http://schemas.microsoft.com/office/drawing/2014/main" id="{2C02756F-BE19-4880-A3B1-B216D46733F7}"/>
              </a:ext>
            </a:extLst>
          </p:cNvPr>
          <p:cNvSpPr>
            <a:spLocks/>
          </p:cNvSpPr>
          <p:nvPr/>
        </p:nvSpPr>
        <p:spPr>
          <a:xfrm>
            <a:off x="962933" y="696251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31" name="text_2730">
            <a:extLst>
              <a:ext uri="{FF2B5EF4-FFF2-40B4-BE49-F238E27FC236}">
                <a16:creationId xmlns:a16="http://schemas.microsoft.com/office/drawing/2014/main" id="{EC21A4E7-6D87-4138-A4FA-875804F25099}"/>
              </a:ext>
            </a:extLst>
          </p:cNvPr>
          <p:cNvSpPr>
            <a:spLocks/>
          </p:cNvSpPr>
          <p:nvPr/>
        </p:nvSpPr>
        <p:spPr>
          <a:xfrm>
            <a:off x="739209" y="690506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2732" name="data_2731">
            <a:extLst>
              <a:ext uri="{FF2B5EF4-FFF2-40B4-BE49-F238E27FC236}">
                <a16:creationId xmlns:a16="http://schemas.microsoft.com/office/drawing/2014/main" id="{9D4EECA2-E179-44A3-B8CC-71B2AFC12D50}"/>
              </a:ext>
            </a:extLst>
          </p:cNvPr>
          <p:cNvSpPr>
            <a:spLocks/>
          </p:cNvSpPr>
          <p:nvPr/>
        </p:nvSpPr>
        <p:spPr>
          <a:xfrm>
            <a:off x="1007269" y="607837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33" name="data_2732">
            <a:extLst>
              <a:ext uri="{FF2B5EF4-FFF2-40B4-BE49-F238E27FC236}">
                <a16:creationId xmlns:a16="http://schemas.microsoft.com/office/drawing/2014/main" id="{63712634-C6E3-4090-A210-4F834A2D1DE4}"/>
              </a:ext>
            </a:extLst>
          </p:cNvPr>
          <p:cNvSpPr>
            <a:spLocks/>
          </p:cNvSpPr>
          <p:nvPr/>
        </p:nvSpPr>
        <p:spPr>
          <a:xfrm>
            <a:off x="962933" y="607837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34" name="text_2733">
            <a:extLst>
              <a:ext uri="{FF2B5EF4-FFF2-40B4-BE49-F238E27FC236}">
                <a16:creationId xmlns:a16="http://schemas.microsoft.com/office/drawing/2014/main" id="{1FD3B36B-6D14-42D0-9F21-4C56DCEFFB94}"/>
              </a:ext>
            </a:extLst>
          </p:cNvPr>
          <p:cNvSpPr>
            <a:spLocks/>
          </p:cNvSpPr>
          <p:nvPr/>
        </p:nvSpPr>
        <p:spPr>
          <a:xfrm>
            <a:off x="739209" y="602092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2735" name="data_2734">
            <a:extLst>
              <a:ext uri="{FF2B5EF4-FFF2-40B4-BE49-F238E27FC236}">
                <a16:creationId xmlns:a16="http://schemas.microsoft.com/office/drawing/2014/main" id="{F864D4EB-FB93-4407-8A87-EBE6AEC7D398}"/>
              </a:ext>
            </a:extLst>
          </p:cNvPr>
          <p:cNvSpPr>
            <a:spLocks/>
          </p:cNvSpPr>
          <p:nvPr/>
        </p:nvSpPr>
        <p:spPr>
          <a:xfrm>
            <a:off x="1007269" y="519422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736" name="data_2735">
            <a:extLst>
              <a:ext uri="{FF2B5EF4-FFF2-40B4-BE49-F238E27FC236}">
                <a16:creationId xmlns:a16="http://schemas.microsoft.com/office/drawing/2014/main" id="{8F4808BE-3A1D-4221-AFEE-D820FF83B268}"/>
              </a:ext>
            </a:extLst>
          </p:cNvPr>
          <p:cNvSpPr>
            <a:spLocks/>
          </p:cNvSpPr>
          <p:nvPr/>
        </p:nvSpPr>
        <p:spPr>
          <a:xfrm>
            <a:off x="962933" y="519422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737" name="text_2736">
            <a:extLst>
              <a:ext uri="{FF2B5EF4-FFF2-40B4-BE49-F238E27FC236}">
                <a16:creationId xmlns:a16="http://schemas.microsoft.com/office/drawing/2014/main" id="{DBABAEAF-2798-435C-A9A2-C80F5494E66F}"/>
              </a:ext>
            </a:extLst>
          </p:cNvPr>
          <p:cNvSpPr>
            <a:spLocks/>
          </p:cNvSpPr>
          <p:nvPr/>
        </p:nvSpPr>
        <p:spPr>
          <a:xfrm>
            <a:off x="739209" y="513677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2738" name="text_2737">
            <a:extLst>
              <a:ext uri="{FF2B5EF4-FFF2-40B4-BE49-F238E27FC236}">
                <a16:creationId xmlns:a16="http://schemas.microsoft.com/office/drawing/2014/main" id="{9B2A424F-72E8-485C-83DA-A36C6AF83AB4}"/>
              </a:ext>
            </a:extLst>
          </p:cNvPr>
          <p:cNvSpPr>
            <a:spLocks/>
          </p:cNvSpPr>
          <p:nvPr/>
        </p:nvSpPr>
        <p:spPr>
          <a:xfrm rot="-5400000">
            <a:off x="470001" y="5941083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2739" name="data_2738">
            <a:extLst>
              <a:ext uri="{FF2B5EF4-FFF2-40B4-BE49-F238E27FC236}">
                <a16:creationId xmlns:a16="http://schemas.microsoft.com/office/drawing/2014/main" id="{40C38A30-CBE1-4F9B-8F77-77614EC61FA6}"/>
              </a:ext>
            </a:extLst>
          </p:cNvPr>
          <p:cNvSpPr>
            <a:spLocks/>
          </p:cNvSpPr>
          <p:nvPr/>
        </p:nvSpPr>
        <p:spPr>
          <a:xfrm>
            <a:off x="1154876" y="6333696"/>
            <a:ext cx="192124" cy="628818"/>
          </a:xfrm>
          <a:custGeom>
            <a:avLst/>
            <a:gdLst/>
            <a:ahLst/>
            <a:cxnLst/>
            <a:rect l="0" t="0" r="0" b="0"/>
            <a:pathLst>
              <a:path w="192124" h="628818">
                <a:moveTo>
                  <a:pt x="0" y="628818"/>
                </a:moveTo>
                <a:lnTo>
                  <a:pt x="192124" y="628818"/>
                </a:lnTo>
                <a:lnTo>
                  <a:pt x="192124" y="0"/>
                </a:lnTo>
                <a:lnTo>
                  <a:pt x="0" y="0"/>
                </a:lnTo>
                <a:lnTo>
                  <a:pt x="0" y="628818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740" name="data_2739">
            <a:extLst>
              <a:ext uri="{FF2B5EF4-FFF2-40B4-BE49-F238E27FC236}">
                <a16:creationId xmlns:a16="http://schemas.microsoft.com/office/drawing/2014/main" id="{6D4BB838-4385-4104-AE42-3A4F48C68E0F}"/>
              </a:ext>
            </a:extLst>
          </p:cNvPr>
          <p:cNvSpPr>
            <a:spLocks/>
          </p:cNvSpPr>
          <p:nvPr/>
        </p:nvSpPr>
        <p:spPr>
          <a:xfrm>
            <a:off x="1379803" y="6111077"/>
            <a:ext cx="192124" cy="851437"/>
          </a:xfrm>
          <a:custGeom>
            <a:avLst/>
            <a:gdLst/>
            <a:ahLst/>
            <a:cxnLst/>
            <a:rect l="0" t="0" r="0" b="0"/>
            <a:pathLst>
              <a:path w="192124" h="851437">
                <a:moveTo>
                  <a:pt x="0" y="851437"/>
                </a:moveTo>
                <a:lnTo>
                  <a:pt x="192124" y="851437"/>
                </a:lnTo>
                <a:lnTo>
                  <a:pt x="192124" y="0"/>
                </a:lnTo>
                <a:lnTo>
                  <a:pt x="0" y="0"/>
                </a:lnTo>
                <a:lnTo>
                  <a:pt x="0" y="851437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41" name="data_2740">
            <a:extLst>
              <a:ext uri="{FF2B5EF4-FFF2-40B4-BE49-F238E27FC236}">
                <a16:creationId xmlns:a16="http://schemas.microsoft.com/office/drawing/2014/main" id="{0673AF67-2774-4B42-A540-3E3245FE64B9}"/>
              </a:ext>
            </a:extLst>
          </p:cNvPr>
          <p:cNvSpPr>
            <a:spLocks/>
          </p:cNvSpPr>
          <p:nvPr/>
        </p:nvSpPr>
        <p:spPr>
          <a:xfrm>
            <a:off x="1604729" y="5943602"/>
            <a:ext cx="192124" cy="1018912"/>
          </a:xfrm>
          <a:custGeom>
            <a:avLst/>
            <a:gdLst/>
            <a:ahLst/>
            <a:cxnLst/>
            <a:rect l="0" t="0" r="0" b="0"/>
            <a:pathLst>
              <a:path w="192124" h="1018912">
                <a:moveTo>
                  <a:pt x="0" y="1018912"/>
                </a:moveTo>
                <a:lnTo>
                  <a:pt x="192124" y="1018912"/>
                </a:lnTo>
                <a:lnTo>
                  <a:pt x="192124" y="0"/>
                </a:lnTo>
                <a:lnTo>
                  <a:pt x="0" y="0"/>
                </a:lnTo>
                <a:lnTo>
                  <a:pt x="0" y="1018912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742" name="data_2741">
            <a:extLst>
              <a:ext uri="{FF2B5EF4-FFF2-40B4-BE49-F238E27FC236}">
                <a16:creationId xmlns:a16="http://schemas.microsoft.com/office/drawing/2014/main" id="{C50851AB-017D-4CD0-8AE3-7553C8C9D5BF}"/>
              </a:ext>
            </a:extLst>
          </p:cNvPr>
          <p:cNvSpPr>
            <a:spLocks/>
          </p:cNvSpPr>
          <p:nvPr/>
        </p:nvSpPr>
        <p:spPr>
          <a:xfrm>
            <a:off x="2092068" y="6109019"/>
            <a:ext cx="192124" cy="853495"/>
          </a:xfrm>
          <a:custGeom>
            <a:avLst/>
            <a:gdLst/>
            <a:ahLst/>
            <a:cxnLst/>
            <a:rect l="0" t="0" r="0" b="0"/>
            <a:pathLst>
              <a:path w="192124" h="853495">
                <a:moveTo>
                  <a:pt x="0" y="853495"/>
                </a:moveTo>
                <a:lnTo>
                  <a:pt x="192124" y="853495"/>
                </a:lnTo>
                <a:lnTo>
                  <a:pt x="192124" y="0"/>
                </a:lnTo>
                <a:lnTo>
                  <a:pt x="0" y="0"/>
                </a:lnTo>
                <a:lnTo>
                  <a:pt x="0" y="853495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2743" name="data_2742">
            <a:extLst>
              <a:ext uri="{FF2B5EF4-FFF2-40B4-BE49-F238E27FC236}">
                <a16:creationId xmlns:a16="http://schemas.microsoft.com/office/drawing/2014/main" id="{CB5B12FC-EA2C-4ADB-835E-6607A0796A9B}"/>
              </a:ext>
            </a:extLst>
          </p:cNvPr>
          <p:cNvSpPr>
            <a:spLocks/>
          </p:cNvSpPr>
          <p:nvPr/>
        </p:nvSpPr>
        <p:spPr>
          <a:xfrm>
            <a:off x="2316995" y="5949966"/>
            <a:ext cx="192124" cy="1012548"/>
          </a:xfrm>
          <a:custGeom>
            <a:avLst/>
            <a:gdLst/>
            <a:ahLst/>
            <a:cxnLst/>
            <a:rect l="0" t="0" r="0" b="0"/>
            <a:pathLst>
              <a:path w="192124" h="1012548">
                <a:moveTo>
                  <a:pt x="0" y="1012548"/>
                </a:moveTo>
                <a:lnTo>
                  <a:pt x="192124" y="1012548"/>
                </a:lnTo>
                <a:lnTo>
                  <a:pt x="192124" y="0"/>
                </a:lnTo>
                <a:lnTo>
                  <a:pt x="0" y="0"/>
                </a:lnTo>
                <a:lnTo>
                  <a:pt x="0" y="1012548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2744" name="data_2743">
            <a:extLst>
              <a:ext uri="{FF2B5EF4-FFF2-40B4-BE49-F238E27FC236}">
                <a16:creationId xmlns:a16="http://schemas.microsoft.com/office/drawing/2014/main" id="{3D973039-E00E-441B-B104-6F7FC343B146}"/>
              </a:ext>
            </a:extLst>
          </p:cNvPr>
          <p:cNvSpPr>
            <a:spLocks/>
          </p:cNvSpPr>
          <p:nvPr/>
        </p:nvSpPr>
        <p:spPr>
          <a:xfrm>
            <a:off x="2541921" y="5722691"/>
            <a:ext cx="192124" cy="1239823"/>
          </a:xfrm>
          <a:custGeom>
            <a:avLst/>
            <a:gdLst/>
            <a:ahLst/>
            <a:cxnLst/>
            <a:rect l="0" t="0" r="0" b="0"/>
            <a:pathLst>
              <a:path w="192124" h="1239823">
                <a:moveTo>
                  <a:pt x="0" y="1239823"/>
                </a:moveTo>
                <a:lnTo>
                  <a:pt x="192124" y="1239823"/>
                </a:lnTo>
                <a:lnTo>
                  <a:pt x="192124" y="0"/>
                </a:lnTo>
                <a:lnTo>
                  <a:pt x="0" y="0"/>
                </a:lnTo>
                <a:lnTo>
                  <a:pt x="0" y="123982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2745" name="data_2744">
            <a:extLst>
              <a:ext uri="{FF2B5EF4-FFF2-40B4-BE49-F238E27FC236}">
                <a16:creationId xmlns:a16="http://schemas.microsoft.com/office/drawing/2014/main" id="{B0075B56-2901-4E4E-A672-86C8F81C4E9C}"/>
              </a:ext>
            </a:extLst>
          </p:cNvPr>
          <p:cNvSpPr>
            <a:spLocks/>
          </p:cNvSpPr>
          <p:nvPr/>
        </p:nvSpPr>
        <p:spPr>
          <a:xfrm>
            <a:off x="1195898" y="66880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6" name="data_2745">
            <a:extLst>
              <a:ext uri="{FF2B5EF4-FFF2-40B4-BE49-F238E27FC236}">
                <a16:creationId xmlns:a16="http://schemas.microsoft.com/office/drawing/2014/main" id="{AFEADBDE-54B9-4C98-8B1A-4A28420B590B}"/>
              </a:ext>
            </a:extLst>
          </p:cNvPr>
          <p:cNvSpPr>
            <a:spLocks/>
          </p:cNvSpPr>
          <p:nvPr/>
        </p:nvSpPr>
        <p:spPr>
          <a:xfrm>
            <a:off x="1257754" y="60050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7" name="data_2746">
            <a:extLst>
              <a:ext uri="{FF2B5EF4-FFF2-40B4-BE49-F238E27FC236}">
                <a16:creationId xmlns:a16="http://schemas.microsoft.com/office/drawing/2014/main" id="{F27513A8-81B4-4446-8E8F-4C6F2B18B5F3}"/>
              </a:ext>
            </a:extLst>
          </p:cNvPr>
          <p:cNvSpPr>
            <a:spLocks/>
          </p:cNvSpPr>
          <p:nvPr/>
        </p:nvSpPr>
        <p:spPr>
          <a:xfrm>
            <a:off x="1171894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8" name="data_2747">
            <a:extLst>
              <a:ext uri="{FF2B5EF4-FFF2-40B4-BE49-F238E27FC236}">
                <a16:creationId xmlns:a16="http://schemas.microsoft.com/office/drawing/2014/main" id="{974A336C-87B3-4BDE-882A-AA3423AC1AEB}"/>
              </a:ext>
            </a:extLst>
          </p:cNvPr>
          <p:cNvSpPr>
            <a:spLocks/>
          </p:cNvSpPr>
          <p:nvPr/>
        </p:nvSpPr>
        <p:spPr>
          <a:xfrm>
            <a:off x="1224010" y="57669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9" name="data_2748">
            <a:extLst>
              <a:ext uri="{FF2B5EF4-FFF2-40B4-BE49-F238E27FC236}">
                <a16:creationId xmlns:a16="http://schemas.microsoft.com/office/drawing/2014/main" id="{FBEA80CD-5BA9-4DA0-B292-05B969C5168F}"/>
              </a:ext>
            </a:extLst>
          </p:cNvPr>
          <p:cNvSpPr>
            <a:spLocks/>
          </p:cNvSpPr>
          <p:nvPr/>
        </p:nvSpPr>
        <p:spPr>
          <a:xfrm>
            <a:off x="1183607" y="644019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0" name="data_2749">
            <a:extLst>
              <a:ext uri="{FF2B5EF4-FFF2-40B4-BE49-F238E27FC236}">
                <a16:creationId xmlns:a16="http://schemas.microsoft.com/office/drawing/2014/main" id="{9F25C367-2686-4ABE-8A29-0057EF85EF8F}"/>
              </a:ext>
            </a:extLst>
          </p:cNvPr>
          <p:cNvSpPr>
            <a:spLocks/>
          </p:cNvSpPr>
          <p:nvPr/>
        </p:nvSpPr>
        <p:spPr>
          <a:xfrm>
            <a:off x="1275959" y="61938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1" name="data_2750">
            <a:extLst>
              <a:ext uri="{FF2B5EF4-FFF2-40B4-BE49-F238E27FC236}">
                <a16:creationId xmlns:a16="http://schemas.microsoft.com/office/drawing/2014/main" id="{0AC95F48-EB3B-499C-AC0B-A7D79CF54E42}"/>
              </a:ext>
            </a:extLst>
          </p:cNvPr>
          <p:cNvSpPr>
            <a:spLocks/>
          </p:cNvSpPr>
          <p:nvPr/>
        </p:nvSpPr>
        <p:spPr>
          <a:xfrm>
            <a:off x="1242249" y="62768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2" name="data_2751">
            <a:extLst>
              <a:ext uri="{FF2B5EF4-FFF2-40B4-BE49-F238E27FC236}">
                <a16:creationId xmlns:a16="http://schemas.microsoft.com/office/drawing/2014/main" id="{24C19873-6B4A-483F-98EB-51485C28CFBB}"/>
              </a:ext>
            </a:extLst>
          </p:cNvPr>
          <p:cNvSpPr>
            <a:spLocks/>
          </p:cNvSpPr>
          <p:nvPr/>
        </p:nvSpPr>
        <p:spPr>
          <a:xfrm>
            <a:off x="1226594" y="61327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3" name="data_2752">
            <a:extLst>
              <a:ext uri="{FF2B5EF4-FFF2-40B4-BE49-F238E27FC236}">
                <a16:creationId xmlns:a16="http://schemas.microsoft.com/office/drawing/2014/main" id="{41FA400A-23C3-43D7-9BE6-CA52A48385A8}"/>
              </a:ext>
            </a:extLst>
          </p:cNvPr>
          <p:cNvSpPr>
            <a:spLocks/>
          </p:cNvSpPr>
          <p:nvPr/>
        </p:nvSpPr>
        <p:spPr>
          <a:xfrm>
            <a:off x="1179513" y="66951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4" name="data_2753">
            <a:extLst>
              <a:ext uri="{FF2B5EF4-FFF2-40B4-BE49-F238E27FC236}">
                <a16:creationId xmlns:a16="http://schemas.microsoft.com/office/drawing/2014/main" id="{BCF2478F-24BC-4532-BC39-C48D605B3F26}"/>
              </a:ext>
            </a:extLst>
          </p:cNvPr>
          <p:cNvSpPr>
            <a:spLocks/>
          </p:cNvSpPr>
          <p:nvPr/>
        </p:nvSpPr>
        <p:spPr>
          <a:xfrm>
            <a:off x="1208993" y="645864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5" name="data_2754">
            <a:extLst>
              <a:ext uri="{FF2B5EF4-FFF2-40B4-BE49-F238E27FC236}">
                <a16:creationId xmlns:a16="http://schemas.microsoft.com/office/drawing/2014/main" id="{E221657F-FD76-4351-952D-C47FD39462F0}"/>
              </a:ext>
            </a:extLst>
          </p:cNvPr>
          <p:cNvSpPr>
            <a:spLocks/>
          </p:cNvSpPr>
          <p:nvPr/>
        </p:nvSpPr>
        <p:spPr>
          <a:xfrm>
            <a:off x="1211994" y="63970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6" name="data_2755">
            <a:extLst>
              <a:ext uri="{FF2B5EF4-FFF2-40B4-BE49-F238E27FC236}">
                <a16:creationId xmlns:a16="http://schemas.microsoft.com/office/drawing/2014/main" id="{B54F97B7-8DFF-454E-A9F7-6DE3C98A6F72}"/>
              </a:ext>
            </a:extLst>
          </p:cNvPr>
          <p:cNvSpPr>
            <a:spLocks/>
          </p:cNvSpPr>
          <p:nvPr/>
        </p:nvSpPr>
        <p:spPr>
          <a:xfrm>
            <a:off x="1231411" y="61403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7" name="data_2756">
            <a:extLst>
              <a:ext uri="{FF2B5EF4-FFF2-40B4-BE49-F238E27FC236}">
                <a16:creationId xmlns:a16="http://schemas.microsoft.com/office/drawing/2014/main" id="{E45C9347-CCB0-4255-881B-0D0A92F7FE8B}"/>
              </a:ext>
            </a:extLst>
          </p:cNvPr>
          <p:cNvSpPr>
            <a:spLocks/>
          </p:cNvSpPr>
          <p:nvPr/>
        </p:nvSpPr>
        <p:spPr>
          <a:xfrm>
            <a:off x="1269787" y="64494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8" name="data_2757">
            <a:extLst>
              <a:ext uri="{FF2B5EF4-FFF2-40B4-BE49-F238E27FC236}">
                <a16:creationId xmlns:a16="http://schemas.microsoft.com/office/drawing/2014/main" id="{DA8743F0-EB3C-4065-A7E5-51C7C7B4F3FC}"/>
              </a:ext>
            </a:extLst>
          </p:cNvPr>
          <p:cNvSpPr>
            <a:spLocks/>
          </p:cNvSpPr>
          <p:nvPr/>
        </p:nvSpPr>
        <p:spPr>
          <a:xfrm>
            <a:off x="1237095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9" name="data_2758">
            <a:extLst>
              <a:ext uri="{FF2B5EF4-FFF2-40B4-BE49-F238E27FC236}">
                <a16:creationId xmlns:a16="http://schemas.microsoft.com/office/drawing/2014/main" id="{8C63B78E-738F-4984-BCBD-C3C98015A48F}"/>
              </a:ext>
            </a:extLst>
          </p:cNvPr>
          <p:cNvSpPr>
            <a:spLocks/>
          </p:cNvSpPr>
          <p:nvPr/>
        </p:nvSpPr>
        <p:spPr>
          <a:xfrm>
            <a:off x="1287427" y="58036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0" name="data_2759">
            <a:extLst>
              <a:ext uri="{FF2B5EF4-FFF2-40B4-BE49-F238E27FC236}">
                <a16:creationId xmlns:a16="http://schemas.microsoft.com/office/drawing/2014/main" id="{5987FB08-79BB-426C-8705-1F5B49731464}"/>
              </a:ext>
            </a:extLst>
          </p:cNvPr>
          <p:cNvSpPr>
            <a:spLocks/>
          </p:cNvSpPr>
          <p:nvPr/>
        </p:nvSpPr>
        <p:spPr>
          <a:xfrm>
            <a:off x="1184811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1" name="data_2760">
            <a:extLst>
              <a:ext uri="{FF2B5EF4-FFF2-40B4-BE49-F238E27FC236}">
                <a16:creationId xmlns:a16="http://schemas.microsoft.com/office/drawing/2014/main" id="{25BB79BE-1AC2-49A6-ACD1-5E89C927AC78}"/>
              </a:ext>
            </a:extLst>
          </p:cNvPr>
          <p:cNvSpPr>
            <a:spLocks/>
          </p:cNvSpPr>
          <p:nvPr/>
        </p:nvSpPr>
        <p:spPr>
          <a:xfrm>
            <a:off x="1174809" y="57969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2" name="data_2761">
            <a:extLst>
              <a:ext uri="{FF2B5EF4-FFF2-40B4-BE49-F238E27FC236}">
                <a16:creationId xmlns:a16="http://schemas.microsoft.com/office/drawing/2014/main" id="{D27F6C33-0CD5-41E0-8FF6-94F5292D610A}"/>
              </a:ext>
            </a:extLst>
          </p:cNvPr>
          <p:cNvSpPr>
            <a:spLocks/>
          </p:cNvSpPr>
          <p:nvPr/>
        </p:nvSpPr>
        <p:spPr>
          <a:xfrm>
            <a:off x="1259663" y="59521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3" name="data_2762">
            <a:extLst>
              <a:ext uri="{FF2B5EF4-FFF2-40B4-BE49-F238E27FC236}">
                <a16:creationId xmlns:a16="http://schemas.microsoft.com/office/drawing/2014/main" id="{2FD685B7-8A62-4222-848D-7696037F24BD}"/>
              </a:ext>
            </a:extLst>
          </p:cNvPr>
          <p:cNvSpPr>
            <a:spLocks/>
          </p:cNvSpPr>
          <p:nvPr/>
        </p:nvSpPr>
        <p:spPr>
          <a:xfrm>
            <a:off x="1279176" y="62103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4" name="data_2763">
            <a:extLst>
              <a:ext uri="{FF2B5EF4-FFF2-40B4-BE49-F238E27FC236}">
                <a16:creationId xmlns:a16="http://schemas.microsoft.com/office/drawing/2014/main" id="{4AF021E9-78E3-4EEA-BAF5-7F5EC406A6FA}"/>
              </a:ext>
            </a:extLst>
          </p:cNvPr>
          <p:cNvSpPr>
            <a:spLocks/>
          </p:cNvSpPr>
          <p:nvPr/>
        </p:nvSpPr>
        <p:spPr>
          <a:xfrm>
            <a:off x="1293123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5" name="data_2764">
            <a:extLst>
              <a:ext uri="{FF2B5EF4-FFF2-40B4-BE49-F238E27FC236}">
                <a16:creationId xmlns:a16="http://schemas.microsoft.com/office/drawing/2014/main" id="{BCDCCA74-9DAB-43AA-A231-596E68A9993E}"/>
              </a:ext>
            </a:extLst>
          </p:cNvPr>
          <p:cNvSpPr>
            <a:spLocks/>
          </p:cNvSpPr>
          <p:nvPr/>
        </p:nvSpPr>
        <p:spPr>
          <a:xfrm>
            <a:off x="1283950" y="616702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6" name="data_2765">
            <a:extLst>
              <a:ext uri="{FF2B5EF4-FFF2-40B4-BE49-F238E27FC236}">
                <a16:creationId xmlns:a16="http://schemas.microsoft.com/office/drawing/2014/main" id="{F01AA4FB-6BFE-4A55-AF70-4217903BF91E}"/>
              </a:ext>
            </a:extLst>
          </p:cNvPr>
          <p:cNvSpPr>
            <a:spLocks/>
          </p:cNvSpPr>
          <p:nvPr/>
        </p:nvSpPr>
        <p:spPr>
          <a:xfrm>
            <a:off x="1234031" y="64809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7" name="data_2766">
            <a:extLst>
              <a:ext uri="{FF2B5EF4-FFF2-40B4-BE49-F238E27FC236}">
                <a16:creationId xmlns:a16="http://schemas.microsoft.com/office/drawing/2014/main" id="{FF31D58A-6855-47CB-9D0E-7E9A6CB62FE9}"/>
              </a:ext>
            </a:extLst>
          </p:cNvPr>
          <p:cNvSpPr>
            <a:spLocks/>
          </p:cNvSpPr>
          <p:nvPr/>
        </p:nvSpPr>
        <p:spPr>
          <a:xfrm>
            <a:off x="1271645" y="5726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8" name="data_2767">
            <a:extLst>
              <a:ext uri="{FF2B5EF4-FFF2-40B4-BE49-F238E27FC236}">
                <a16:creationId xmlns:a16="http://schemas.microsoft.com/office/drawing/2014/main" id="{78408AED-49AE-49F6-BA41-923A00FFFA96}"/>
              </a:ext>
            </a:extLst>
          </p:cNvPr>
          <p:cNvSpPr>
            <a:spLocks/>
          </p:cNvSpPr>
          <p:nvPr/>
        </p:nvSpPr>
        <p:spPr>
          <a:xfrm>
            <a:off x="1164952" y="59013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9" name="data_2768">
            <a:extLst>
              <a:ext uri="{FF2B5EF4-FFF2-40B4-BE49-F238E27FC236}">
                <a16:creationId xmlns:a16="http://schemas.microsoft.com/office/drawing/2014/main" id="{8012E382-FC4F-4DC2-B3F1-3EC0E379E387}"/>
              </a:ext>
            </a:extLst>
          </p:cNvPr>
          <p:cNvSpPr>
            <a:spLocks/>
          </p:cNvSpPr>
          <p:nvPr/>
        </p:nvSpPr>
        <p:spPr>
          <a:xfrm>
            <a:off x="1163260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0" name="data_2769">
            <a:extLst>
              <a:ext uri="{FF2B5EF4-FFF2-40B4-BE49-F238E27FC236}">
                <a16:creationId xmlns:a16="http://schemas.microsoft.com/office/drawing/2014/main" id="{F69B7989-1925-45A7-9578-DF5E09BF9A8B}"/>
              </a:ext>
            </a:extLst>
          </p:cNvPr>
          <p:cNvSpPr>
            <a:spLocks/>
          </p:cNvSpPr>
          <p:nvPr/>
        </p:nvSpPr>
        <p:spPr>
          <a:xfrm>
            <a:off x="1265804" y="65168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1" name="data_2770">
            <a:extLst>
              <a:ext uri="{FF2B5EF4-FFF2-40B4-BE49-F238E27FC236}">
                <a16:creationId xmlns:a16="http://schemas.microsoft.com/office/drawing/2014/main" id="{2301ADA1-A7F0-4608-A305-833FC26F6D54}"/>
              </a:ext>
            </a:extLst>
          </p:cNvPr>
          <p:cNvSpPr>
            <a:spLocks/>
          </p:cNvSpPr>
          <p:nvPr/>
        </p:nvSpPr>
        <p:spPr>
          <a:xfrm>
            <a:off x="1279556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2" name="data_2771">
            <a:extLst>
              <a:ext uri="{FF2B5EF4-FFF2-40B4-BE49-F238E27FC236}">
                <a16:creationId xmlns:a16="http://schemas.microsoft.com/office/drawing/2014/main" id="{5FA6FFA5-62B6-4A05-A81A-C4B4B79DC039}"/>
              </a:ext>
            </a:extLst>
          </p:cNvPr>
          <p:cNvSpPr>
            <a:spLocks/>
          </p:cNvSpPr>
          <p:nvPr/>
        </p:nvSpPr>
        <p:spPr>
          <a:xfrm>
            <a:off x="1265744" y="59122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3" name="data_2772">
            <a:extLst>
              <a:ext uri="{FF2B5EF4-FFF2-40B4-BE49-F238E27FC236}">
                <a16:creationId xmlns:a16="http://schemas.microsoft.com/office/drawing/2014/main" id="{CDEB6DD7-9C97-404C-9351-89B901492CA8}"/>
              </a:ext>
            </a:extLst>
          </p:cNvPr>
          <p:cNvSpPr>
            <a:spLocks/>
          </p:cNvSpPr>
          <p:nvPr/>
        </p:nvSpPr>
        <p:spPr>
          <a:xfrm>
            <a:off x="1246328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4" name="data_2773">
            <a:extLst>
              <a:ext uri="{FF2B5EF4-FFF2-40B4-BE49-F238E27FC236}">
                <a16:creationId xmlns:a16="http://schemas.microsoft.com/office/drawing/2014/main" id="{4ABF6C15-86D8-4979-80B2-07405848A67F}"/>
              </a:ext>
            </a:extLst>
          </p:cNvPr>
          <p:cNvSpPr>
            <a:spLocks/>
          </p:cNvSpPr>
          <p:nvPr/>
        </p:nvSpPr>
        <p:spPr>
          <a:xfrm>
            <a:off x="1193844" y="66444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5" name="data_2774">
            <a:extLst>
              <a:ext uri="{FF2B5EF4-FFF2-40B4-BE49-F238E27FC236}">
                <a16:creationId xmlns:a16="http://schemas.microsoft.com/office/drawing/2014/main" id="{6AF2D3E7-7D53-4444-A005-AF93CFC1E4F5}"/>
              </a:ext>
            </a:extLst>
          </p:cNvPr>
          <p:cNvSpPr>
            <a:spLocks/>
          </p:cNvSpPr>
          <p:nvPr/>
        </p:nvSpPr>
        <p:spPr>
          <a:xfrm>
            <a:off x="1277426" y="63504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6" name="data_2775">
            <a:extLst>
              <a:ext uri="{FF2B5EF4-FFF2-40B4-BE49-F238E27FC236}">
                <a16:creationId xmlns:a16="http://schemas.microsoft.com/office/drawing/2014/main" id="{393BF2C8-D70F-42DF-96A9-4A2FBA14E458}"/>
              </a:ext>
            </a:extLst>
          </p:cNvPr>
          <p:cNvSpPr>
            <a:spLocks/>
          </p:cNvSpPr>
          <p:nvPr/>
        </p:nvSpPr>
        <p:spPr>
          <a:xfrm>
            <a:off x="1246568" y="60663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7" name="data_2776">
            <a:extLst>
              <a:ext uri="{FF2B5EF4-FFF2-40B4-BE49-F238E27FC236}">
                <a16:creationId xmlns:a16="http://schemas.microsoft.com/office/drawing/2014/main" id="{AA142E54-434A-4410-91BE-9C18090D4B24}"/>
              </a:ext>
            </a:extLst>
          </p:cNvPr>
          <p:cNvSpPr>
            <a:spLocks/>
          </p:cNvSpPr>
          <p:nvPr/>
        </p:nvSpPr>
        <p:spPr>
          <a:xfrm>
            <a:off x="1191090" y="584449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8" name="data_2777">
            <a:extLst>
              <a:ext uri="{FF2B5EF4-FFF2-40B4-BE49-F238E27FC236}">
                <a16:creationId xmlns:a16="http://schemas.microsoft.com/office/drawing/2014/main" id="{F735E9DC-5B57-4C37-842B-6547ED2CA83E}"/>
              </a:ext>
            </a:extLst>
          </p:cNvPr>
          <p:cNvSpPr>
            <a:spLocks/>
          </p:cNvSpPr>
          <p:nvPr/>
        </p:nvSpPr>
        <p:spPr>
          <a:xfrm>
            <a:off x="1261614" y="60811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9" name="data_2778">
            <a:extLst>
              <a:ext uri="{FF2B5EF4-FFF2-40B4-BE49-F238E27FC236}">
                <a16:creationId xmlns:a16="http://schemas.microsoft.com/office/drawing/2014/main" id="{8578323C-0337-4152-894A-2CBFFEA2EFBA}"/>
              </a:ext>
            </a:extLst>
          </p:cNvPr>
          <p:cNvSpPr>
            <a:spLocks/>
          </p:cNvSpPr>
          <p:nvPr/>
        </p:nvSpPr>
        <p:spPr>
          <a:xfrm>
            <a:off x="1205397" y="599556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0" name="data_2779">
            <a:extLst>
              <a:ext uri="{FF2B5EF4-FFF2-40B4-BE49-F238E27FC236}">
                <a16:creationId xmlns:a16="http://schemas.microsoft.com/office/drawing/2014/main" id="{31644850-59CC-4E1D-991B-93F93DC228D7}"/>
              </a:ext>
            </a:extLst>
          </p:cNvPr>
          <p:cNvSpPr>
            <a:spLocks/>
          </p:cNvSpPr>
          <p:nvPr/>
        </p:nvSpPr>
        <p:spPr>
          <a:xfrm>
            <a:off x="1174389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1" name="data_2780">
            <a:extLst>
              <a:ext uri="{FF2B5EF4-FFF2-40B4-BE49-F238E27FC236}">
                <a16:creationId xmlns:a16="http://schemas.microsoft.com/office/drawing/2014/main" id="{003A3E32-BF45-4059-B8BC-DB92B404657D}"/>
              </a:ext>
            </a:extLst>
          </p:cNvPr>
          <p:cNvSpPr>
            <a:spLocks/>
          </p:cNvSpPr>
          <p:nvPr/>
        </p:nvSpPr>
        <p:spPr>
          <a:xfrm>
            <a:off x="1270215" y="60554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2" name="data_2781">
            <a:extLst>
              <a:ext uri="{FF2B5EF4-FFF2-40B4-BE49-F238E27FC236}">
                <a16:creationId xmlns:a16="http://schemas.microsoft.com/office/drawing/2014/main" id="{BD188BE0-7642-4765-94A6-28372506E58C}"/>
              </a:ext>
            </a:extLst>
          </p:cNvPr>
          <p:cNvSpPr>
            <a:spLocks/>
          </p:cNvSpPr>
          <p:nvPr/>
        </p:nvSpPr>
        <p:spPr>
          <a:xfrm>
            <a:off x="1229507" y="62307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3" name="data_2782">
            <a:extLst>
              <a:ext uri="{FF2B5EF4-FFF2-40B4-BE49-F238E27FC236}">
                <a16:creationId xmlns:a16="http://schemas.microsoft.com/office/drawing/2014/main" id="{5CF45CBD-4773-4E82-BFBA-E4111316E69F}"/>
              </a:ext>
            </a:extLst>
          </p:cNvPr>
          <p:cNvSpPr>
            <a:spLocks/>
          </p:cNvSpPr>
          <p:nvPr/>
        </p:nvSpPr>
        <p:spPr>
          <a:xfrm>
            <a:off x="1204301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4" name="data_2783">
            <a:extLst>
              <a:ext uri="{FF2B5EF4-FFF2-40B4-BE49-F238E27FC236}">
                <a16:creationId xmlns:a16="http://schemas.microsoft.com/office/drawing/2014/main" id="{BA5523F0-C309-4C2A-A2D7-90CA35315F24}"/>
              </a:ext>
            </a:extLst>
          </p:cNvPr>
          <p:cNvSpPr>
            <a:spLocks/>
          </p:cNvSpPr>
          <p:nvPr/>
        </p:nvSpPr>
        <p:spPr>
          <a:xfrm>
            <a:off x="1170759" y="66348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5" name="data_2784">
            <a:extLst>
              <a:ext uri="{FF2B5EF4-FFF2-40B4-BE49-F238E27FC236}">
                <a16:creationId xmlns:a16="http://schemas.microsoft.com/office/drawing/2014/main" id="{903971F4-ED8C-4CBD-8E57-9877A164E221}"/>
              </a:ext>
            </a:extLst>
          </p:cNvPr>
          <p:cNvSpPr>
            <a:spLocks/>
          </p:cNvSpPr>
          <p:nvPr/>
        </p:nvSpPr>
        <p:spPr>
          <a:xfrm>
            <a:off x="1288367" y="66939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6" name="data_2785">
            <a:extLst>
              <a:ext uri="{FF2B5EF4-FFF2-40B4-BE49-F238E27FC236}">
                <a16:creationId xmlns:a16="http://schemas.microsoft.com/office/drawing/2014/main" id="{893CE854-D6E8-43B6-A6AA-096589498F87}"/>
              </a:ext>
            </a:extLst>
          </p:cNvPr>
          <p:cNvSpPr>
            <a:spLocks/>
          </p:cNvSpPr>
          <p:nvPr/>
        </p:nvSpPr>
        <p:spPr>
          <a:xfrm>
            <a:off x="1206358" y="579744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7" name="data_2786">
            <a:extLst>
              <a:ext uri="{FF2B5EF4-FFF2-40B4-BE49-F238E27FC236}">
                <a16:creationId xmlns:a16="http://schemas.microsoft.com/office/drawing/2014/main" id="{55231ABC-621D-4E73-9947-A8E5A0CC3071}"/>
              </a:ext>
            </a:extLst>
          </p:cNvPr>
          <p:cNvSpPr>
            <a:spLocks/>
          </p:cNvSpPr>
          <p:nvPr/>
        </p:nvSpPr>
        <p:spPr>
          <a:xfrm>
            <a:off x="1270659" y="58190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8" name="data_2787">
            <a:extLst>
              <a:ext uri="{FF2B5EF4-FFF2-40B4-BE49-F238E27FC236}">
                <a16:creationId xmlns:a16="http://schemas.microsoft.com/office/drawing/2014/main" id="{082A71F5-AB28-4A1C-B243-B64AD415EADE}"/>
              </a:ext>
            </a:extLst>
          </p:cNvPr>
          <p:cNvSpPr>
            <a:spLocks/>
          </p:cNvSpPr>
          <p:nvPr/>
        </p:nvSpPr>
        <p:spPr>
          <a:xfrm>
            <a:off x="1232773" y="607858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9" name="data_2788">
            <a:extLst>
              <a:ext uri="{FF2B5EF4-FFF2-40B4-BE49-F238E27FC236}">
                <a16:creationId xmlns:a16="http://schemas.microsoft.com/office/drawing/2014/main" id="{CCB4C552-FEE8-4463-A283-37B2D33260E7}"/>
              </a:ext>
            </a:extLst>
          </p:cNvPr>
          <p:cNvSpPr>
            <a:spLocks/>
          </p:cNvSpPr>
          <p:nvPr/>
        </p:nvSpPr>
        <p:spPr>
          <a:xfrm>
            <a:off x="1164650" y="58709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0" name="data_2789">
            <a:extLst>
              <a:ext uri="{FF2B5EF4-FFF2-40B4-BE49-F238E27FC236}">
                <a16:creationId xmlns:a16="http://schemas.microsoft.com/office/drawing/2014/main" id="{94A2B0F0-421B-48FF-B478-B2F0FC94D015}"/>
              </a:ext>
            </a:extLst>
          </p:cNvPr>
          <p:cNvSpPr>
            <a:spLocks/>
          </p:cNvSpPr>
          <p:nvPr/>
        </p:nvSpPr>
        <p:spPr>
          <a:xfrm>
            <a:off x="1195036" y="69172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1" name="data_2790">
            <a:extLst>
              <a:ext uri="{FF2B5EF4-FFF2-40B4-BE49-F238E27FC236}">
                <a16:creationId xmlns:a16="http://schemas.microsoft.com/office/drawing/2014/main" id="{03E61537-83FE-408C-8F8C-93798B9FC7B2}"/>
              </a:ext>
            </a:extLst>
          </p:cNvPr>
          <p:cNvSpPr>
            <a:spLocks/>
          </p:cNvSpPr>
          <p:nvPr/>
        </p:nvSpPr>
        <p:spPr>
          <a:xfrm>
            <a:off x="1171947" y="56064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2" name="data_2791">
            <a:extLst>
              <a:ext uri="{FF2B5EF4-FFF2-40B4-BE49-F238E27FC236}">
                <a16:creationId xmlns:a16="http://schemas.microsoft.com/office/drawing/2014/main" id="{ADEF96B2-0DDA-445B-A4A9-2E1735F48CE8}"/>
              </a:ext>
            </a:extLst>
          </p:cNvPr>
          <p:cNvSpPr>
            <a:spLocks/>
          </p:cNvSpPr>
          <p:nvPr/>
        </p:nvSpPr>
        <p:spPr>
          <a:xfrm>
            <a:off x="1219503" y="620217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3" name="data_2792">
            <a:extLst>
              <a:ext uri="{FF2B5EF4-FFF2-40B4-BE49-F238E27FC236}">
                <a16:creationId xmlns:a16="http://schemas.microsoft.com/office/drawing/2014/main" id="{B8766FA5-06FA-48C9-AF61-D9C4C92E673A}"/>
              </a:ext>
            </a:extLst>
          </p:cNvPr>
          <p:cNvSpPr>
            <a:spLocks/>
          </p:cNvSpPr>
          <p:nvPr/>
        </p:nvSpPr>
        <p:spPr>
          <a:xfrm>
            <a:off x="1261819" y="58702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4" name="data_2793">
            <a:extLst>
              <a:ext uri="{FF2B5EF4-FFF2-40B4-BE49-F238E27FC236}">
                <a16:creationId xmlns:a16="http://schemas.microsoft.com/office/drawing/2014/main" id="{F689FF96-F7CE-4B0A-938F-59AD2D1B4479}"/>
              </a:ext>
            </a:extLst>
          </p:cNvPr>
          <p:cNvSpPr>
            <a:spLocks/>
          </p:cNvSpPr>
          <p:nvPr/>
        </p:nvSpPr>
        <p:spPr>
          <a:xfrm>
            <a:off x="1300230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5" name="data_2794">
            <a:extLst>
              <a:ext uri="{FF2B5EF4-FFF2-40B4-BE49-F238E27FC236}">
                <a16:creationId xmlns:a16="http://schemas.microsoft.com/office/drawing/2014/main" id="{B890D153-0F90-4813-BF28-FECCA3068752}"/>
              </a:ext>
            </a:extLst>
          </p:cNvPr>
          <p:cNvSpPr>
            <a:spLocks/>
          </p:cNvSpPr>
          <p:nvPr/>
        </p:nvSpPr>
        <p:spPr>
          <a:xfrm>
            <a:off x="1227574" y="68224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6" name="data_2795">
            <a:extLst>
              <a:ext uri="{FF2B5EF4-FFF2-40B4-BE49-F238E27FC236}">
                <a16:creationId xmlns:a16="http://schemas.microsoft.com/office/drawing/2014/main" id="{B08A9BBC-1650-442F-A145-B6FC0BFD58E5}"/>
              </a:ext>
            </a:extLst>
          </p:cNvPr>
          <p:cNvSpPr>
            <a:spLocks/>
          </p:cNvSpPr>
          <p:nvPr/>
        </p:nvSpPr>
        <p:spPr>
          <a:xfrm>
            <a:off x="1198169" y="648897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7" name="data_2796">
            <a:extLst>
              <a:ext uri="{FF2B5EF4-FFF2-40B4-BE49-F238E27FC236}">
                <a16:creationId xmlns:a16="http://schemas.microsoft.com/office/drawing/2014/main" id="{C37DC1D6-4C6F-4C18-9B53-64BE29A15B40}"/>
              </a:ext>
            </a:extLst>
          </p:cNvPr>
          <p:cNvSpPr>
            <a:spLocks/>
          </p:cNvSpPr>
          <p:nvPr/>
        </p:nvSpPr>
        <p:spPr>
          <a:xfrm>
            <a:off x="1210859" y="618555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8" name="data_2797">
            <a:extLst>
              <a:ext uri="{FF2B5EF4-FFF2-40B4-BE49-F238E27FC236}">
                <a16:creationId xmlns:a16="http://schemas.microsoft.com/office/drawing/2014/main" id="{B9D27B68-282D-419F-86F3-E56D67AE33E4}"/>
              </a:ext>
            </a:extLst>
          </p:cNvPr>
          <p:cNvSpPr>
            <a:spLocks/>
          </p:cNvSpPr>
          <p:nvPr/>
        </p:nvSpPr>
        <p:spPr>
          <a:xfrm>
            <a:off x="1185233" y="66343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9" name="data_2798">
            <a:extLst>
              <a:ext uri="{FF2B5EF4-FFF2-40B4-BE49-F238E27FC236}">
                <a16:creationId xmlns:a16="http://schemas.microsoft.com/office/drawing/2014/main" id="{20B6FEDE-A41F-4069-817C-BC3579CE7903}"/>
              </a:ext>
            </a:extLst>
          </p:cNvPr>
          <p:cNvSpPr>
            <a:spLocks/>
          </p:cNvSpPr>
          <p:nvPr/>
        </p:nvSpPr>
        <p:spPr>
          <a:xfrm>
            <a:off x="1182511" y="55993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0" name="data_2799">
            <a:extLst>
              <a:ext uri="{FF2B5EF4-FFF2-40B4-BE49-F238E27FC236}">
                <a16:creationId xmlns:a16="http://schemas.microsoft.com/office/drawing/2014/main" id="{6D21F236-331B-44E5-947B-92B21D737376}"/>
              </a:ext>
            </a:extLst>
          </p:cNvPr>
          <p:cNvSpPr>
            <a:spLocks/>
          </p:cNvSpPr>
          <p:nvPr/>
        </p:nvSpPr>
        <p:spPr>
          <a:xfrm>
            <a:off x="1265704" y="637833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1" name="data_2800">
            <a:extLst>
              <a:ext uri="{FF2B5EF4-FFF2-40B4-BE49-F238E27FC236}">
                <a16:creationId xmlns:a16="http://schemas.microsoft.com/office/drawing/2014/main" id="{C3B0DBD9-565B-4692-8B8E-9DEC858EA3DE}"/>
              </a:ext>
            </a:extLst>
          </p:cNvPr>
          <p:cNvSpPr>
            <a:spLocks/>
          </p:cNvSpPr>
          <p:nvPr/>
        </p:nvSpPr>
        <p:spPr>
          <a:xfrm>
            <a:off x="1293898" y="68068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2" name="data_2801">
            <a:extLst>
              <a:ext uri="{FF2B5EF4-FFF2-40B4-BE49-F238E27FC236}">
                <a16:creationId xmlns:a16="http://schemas.microsoft.com/office/drawing/2014/main" id="{8F4B4C34-0D0A-45D2-A26B-C57DA5D21EE8}"/>
              </a:ext>
            </a:extLst>
          </p:cNvPr>
          <p:cNvSpPr>
            <a:spLocks/>
          </p:cNvSpPr>
          <p:nvPr/>
        </p:nvSpPr>
        <p:spPr>
          <a:xfrm>
            <a:off x="1246744" y="60933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3" name="data_2802">
            <a:extLst>
              <a:ext uri="{FF2B5EF4-FFF2-40B4-BE49-F238E27FC236}">
                <a16:creationId xmlns:a16="http://schemas.microsoft.com/office/drawing/2014/main" id="{34003C3D-6467-4166-BAFA-F1A3AA3E614A}"/>
              </a:ext>
            </a:extLst>
          </p:cNvPr>
          <p:cNvSpPr>
            <a:spLocks/>
          </p:cNvSpPr>
          <p:nvPr/>
        </p:nvSpPr>
        <p:spPr>
          <a:xfrm>
            <a:off x="1193954" y="57961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4" name="data_2803">
            <a:extLst>
              <a:ext uri="{FF2B5EF4-FFF2-40B4-BE49-F238E27FC236}">
                <a16:creationId xmlns:a16="http://schemas.microsoft.com/office/drawing/2014/main" id="{99DDC3AE-CB43-4022-8748-F8F9E8C0BB69}"/>
              </a:ext>
            </a:extLst>
          </p:cNvPr>
          <p:cNvSpPr>
            <a:spLocks/>
          </p:cNvSpPr>
          <p:nvPr/>
        </p:nvSpPr>
        <p:spPr>
          <a:xfrm>
            <a:off x="1216709" y="62581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5" name="data_2804">
            <a:extLst>
              <a:ext uri="{FF2B5EF4-FFF2-40B4-BE49-F238E27FC236}">
                <a16:creationId xmlns:a16="http://schemas.microsoft.com/office/drawing/2014/main" id="{4606B9E7-2807-4FC1-93CD-6A97193C3987}"/>
              </a:ext>
            </a:extLst>
          </p:cNvPr>
          <p:cNvSpPr>
            <a:spLocks/>
          </p:cNvSpPr>
          <p:nvPr/>
        </p:nvSpPr>
        <p:spPr>
          <a:xfrm>
            <a:off x="1241453" y="621821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6" name="data_2805">
            <a:extLst>
              <a:ext uri="{FF2B5EF4-FFF2-40B4-BE49-F238E27FC236}">
                <a16:creationId xmlns:a16="http://schemas.microsoft.com/office/drawing/2014/main" id="{92EFB97A-5984-494A-94AA-F5781A68B53A}"/>
              </a:ext>
            </a:extLst>
          </p:cNvPr>
          <p:cNvSpPr>
            <a:spLocks/>
          </p:cNvSpPr>
          <p:nvPr/>
        </p:nvSpPr>
        <p:spPr>
          <a:xfrm>
            <a:off x="1299318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7" name="data_2806">
            <a:extLst>
              <a:ext uri="{FF2B5EF4-FFF2-40B4-BE49-F238E27FC236}">
                <a16:creationId xmlns:a16="http://schemas.microsoft.com/office/drawing/2014/main" id="{9D0C59B0-B2A7-4748-BE6A-3AC452480E68}"/>
              </a:ext>
            </a:extLst>
          </p:cNvPr>
          <p:cNvSpPr>
            <a:spLocks/>
          </p:cNvSpPr>
          <p:nvPr/>
        </p:nvSpPr>
        <p:spPr>
          <a:xfrm>
            <a:off x="1175665" y="568171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8" name="data_2807">
            <a:extLst>
              <a:ext uri="{FF2B5EF4-FFF2-40B4-BE49-F238E27FC236}">
                <a16:creationId xmlns:a16="http://schemas.microsoft.com/office/drawing/2014/main" id="{62099D21-B516-4906-918B-8A51D7F20F99}"/>
              </a:ext>
            </a:extLst>
          </p:cNvPr>
          <p:cNvSpPr>
            <a:spLocks/>
          </p:cNvSpPr>
          <p:nvPr/>
        </p:nvSpPr>
        <p:spPr>
          <a:xfrm>
            <a:off x="1202489" y="68017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9" name="data_2808">
            <a:extLst>
              <a:ext uri="{FF2B5EF4-FFF2-40B4-BE49-F238E27FC236}">
                <a16:creationId xmlns:a16="http://schemas.microsoft.com/office/drawing/2014/main" id="{1527BA0E-9498-4436-91E9-9E60390B0F9F}"/>
              </a:ext>
            </a:extLst>
          </p:cNvPr>
          <p:cNvSpPr>
            <a:spLocks/>
          </p:cNvSpPr>
          <p:nvPr/>
        </p:nvSpPr>
        <p:spPr>
          <a:xfrm>
            <a:off x="1195418" y="63029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0" name="data_2809">
            <a:extLst>
              <a:ext uri="{FF2B5EF4-FFF2-40B4-BE49-F238E27FC236}">
                <a16:creationId xmlns:a16="http://schemas.microsoft.com/office/drawing/2014/main" id="{B8467855-AE8F-41FA-B904-AF4BEA4512CC}"/>
              </a:ext>
            </a:extLst>
          </p:cNvPr>
          <p:cNvSpPr>
            <a:spLocks/>
          </p:cNvSpPr>
          <p:nvPr/>
        </p:nvSpPr>
        <p:spPr>
          <a:xfrm>
            <a:off x="1276000" y="64493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1" name="data_2810">
            <a:extLst>
              <a:ext uri="{FF2B5EF4-FFF2-40B4-BE49-F238E27FC236}">
                <a16:creationId xmlns:a16="http://schemas.microsoft.com/office/drawing/2014/main" id="{2987B197-5C3A-4BB5-A522-D8B60676CC0B}"/>
              </a:ext>
            </a:extLst>
          </p:cNvPr>
          <p:cNvSpPr>
            <a:spLocks/>
          </p:cNvSpPr>
          <p:nvPr/>
        </p:nvSpPr>
        <p:spPr>
          <a:xfrm>
            <a:off x="1193846" y="60812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2" name="data_2811">
            <a:extLst>
              <a:ext uri="{FF2B5EF4-FFF2-40B4-BE49-F238E27FC236}">
                <a16:creationId xmlns:a16="http://schemas.microsoft.com/office/drawing/2014/main" id="{A65FF2C0-A5CC-4D4E-BF89-DE3C116926F3}"/>
              </a:ext>
            </a:extLst>
          </p:cNvPr>
          <p:cNvSpPr>
            <a:spLocks/>
          </p:cNvSpPr>
          <p:nvPr/>
        </p:nvSpPr>
        <p:spPr>
          <a:xfrm>
            <a:off x="1169586" y="596472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3" name="data_2812">
            <a:extLst>
              <a:ext uri="{FF2B5EF4-FFF2-40B4-BE49-F238E27FC236}">
                <a16:creationId xmlns:a16="http://schemas.microsoft.com/office/drawing/2014/main" id="{27B1ABAA-A1DA-47FB-9946-780A9C13ADBC}"/>
              </a:ext>
            </a:extLst>
          </p:cNvPr>
          <p:cNvSpPr>
            <a:spLocks/>
          </p:cNvSpPr>
          <p:nvPr/>
        </p:nvSpPr>
        <p:spPr>
          <a:xfrm>
            <a:off x="1232934" y="66731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4" name="data_2813">
            <a:extLst>
              <a:ext uri="{FF2B5EF4-FFF2-40B4-BE49-F238E27FC236}">
                <a16:creationId xmlns:a16="http://schemas.microsoft.com/office/drawing/2014/main" id="{58DE17E1-EA6E-4D06-82DE-CAFEA985FBA6}"/>
              </a:ext>
            </a:extLst>
          </p:cNvPr>
          <p:cNvSpPr>
            <a:spLocks/>
          </p:cNvSpPr>
          <p:nvPr/>
        </p:nvSpPr>
        <p:spPr>
          <a:xfrm>
            <a:off x="1260965" y="58556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5" name="data_2814">
            <a:extLst>
              <a:ext uri="{FF2B5EF4-FFF2-40B4-BE49-F238E27FC236}">
                <a16:creationId xmlns:a16="http://schemas.microsoft.com/office/drawing/2014/main" id="{66571526-BBEE-44F7-83CE-FE839F0F7105}"/>
              </a:ext>
            </a:extLst>
          </p:cNvPr>
          <p:cNvSpPr>
            <a:spLocks/>
          </p:cNvSpPr>
          <p:nvPr/>
        </p:nvSpPr>
        <p:spPr>
          <a:xfrm>
            <a:off x="1301273" y="58403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6" name="data_2815">
            <a:extLst>
              <a:ext uri="{FF2B5EF4-FFF2-40B4-BE49-F238E27FC236}">
                <a16:creationId xmlns:a16="http://schemas.microsoft.com/office/drawing/2014/main" id="{1200BDC2-B5B7-46D5-A493-7A9569A7E16F}"/>
              </a:ext>
            </a:extLst>
          </p:cNvPr>
          <p:cNvSpPr>
            <a:spLocks/>
          </p:cNvSpPr>
          <p:nvPr/>
        </p:nvSpPr>
        <p:spPr>
          <a:xfrm>
            <a:off x="1301958" y="61507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7" name="data_2816">
            <a:extLst>
              <a:ext uri="{FF2B5EF4-FFF2-40B4-BE49-F238E27FC236}">
                <a16:creationId xmlns:a16="http://schemas.microsoft.com/office/drawing/2014/main" id="{49DBE4CC-1611-4E39-B16F-D7F2A5BCA7C2}"/>
              </a:ext>
            </a:extLst>
          </p:cNvPr>
          <p:cNvSpPr>
            <a:spLocks/>
          </p:cNvSpPr>
          <p:nvPr/>
        </p:nvSpPr>
        <p:spPr>
          <a:xfrm>
            <a:off x="1302215" y="66810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8" name="data_2817">
            <a:extLst>
              <a:ext uri="{FF2B5EF4-FFF2-40B4-BE49-F238E27FC236}">
                <a16:creationId xmlns:a16="http://schemas.microsoft.com/office/drawing/2014/main" id="{2663BB4F-C4C3-4BC9-B8D9-A9ED17443031}"/>
              </a:ext>
            </a:extLst>
          </p:cNvPr>
          <p:cNvSpPr>
            <a:spLocks/>
          </p:cNvSpPr>
          <p:nvPr/>
        </p:nvSpPr>
        <p:spPr>
          <a:xfrm>
            <a:off x="1296826" y="610229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9" name="data_2818">
            <a:extLst>
              <a:ext uri="{FF2B5EF4-FFF2-40B4-BE49-F238E27FC236}">
                <a16:creationId xmlns:a16="http://schemas.microsoft.com/office/drawing/2014/main" id="{E732799E-0ED0-40E9-8BC3-A1EB2B112CDB}"/>
              </a:ext>
            </a:extLst>
          </p:cNvPr>
          <p:cNvSpPr>
            <a:spLocks/>
          </p:cNvSpPr>
          <p:nvPr/>
        </p:nvSpPr>
        <p:spPr>
          <a:xfrm>
            <a:off x="1215968" y="63149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0" name="data_2819">
            <a:extLst>
              <a:ext uri="{FF2B5EF4-FFF2-40B4-BE49-F238E27FC236}">
                <a16:creationId xmlns:a16="http://schemas.microsoft.com/office/drawing/2014/main" id="{66B534B4-F304-43B7-AE4D-225DA930339E}"/>
              </a:ext>
            </a:extLst>
          </p:cNvPr>
          <p:cNvSpPr>
            <a:spLocks/>
          </p:cNvSpPr>
          <p:nvPr/>
        </p:nvSpPr>
        <p:spPr>
          <a:xfrm>
            <a:off x="1292453" y="62904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1" name="data_2820">
            <a:extLst>
              <a:ext uri="{FF2B5EF4-FFF2-40B4-BE49-F238E27FC236}">
                <a16:creationId xmlns:a16="http://schemas.microsoft.com/office/drawing/2014/main" id="{871FE33C-ECE6-448D-BD42-903B285F9F37}"/>
              </a:ext>
            </a:extLst>
          </p:cNvPr>
          <p:cNvSpPr>
            <a:spLocks/>
          </p:cNvSpPr>
          <p:nvPr/>
        </p:nvSpPr>
        <p:spPr>
          <a:xfrm>
            <a:off x="1210243" y="61173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2" name="data_2821">
            <a:extLst>
              <a:ext uri="{FF2B5EF4-FFF2-40B4-BE49-F238E27FC236}">
                <a16:creationId xmlns:a16="http://schemas.microsoft.com/office/drawing/2014/main" id="{073452AF-498C-4594-A92C-DE87D9B8CB63}"/>
              </a:ext>
            </a:extLst>
          </p:cNvPr>
          <p:cNvSpPr>
            <a:spLocks/>
          </p:cNvSpPr>
          <p:nvPr/>
        </p:nvSpPr>
        <p:spPr>
          <a:xfrm>
            <a:off x="1257783" y="67537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3" name="data_2822">
            <a:extLst>
              <a:ext uri="{FF2B5EF4-FFF2-40B4-BE49-F238E27FC236}">
                <a16:creationId xmlns:a16="http://schemas.microsoft.com/office/drawing/2014/main" id="{80355B97-3AA5-4DDB-A8F7-F61E775D6877}"/>
              </a:ext>
            </a:extLst>
          </p:cNvPr>
          <p:cNvSpPr>
            <a:spLocks/>
          </p:cNvSpPr>
          <p:nvPr/>
        </p:nvSpPr>
        <p:spPr>
          <a:xfrm>
            <a:off x="1174096" y="678498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4" name="data_2823">
            <a:extLst>
              <a:ext uri="{FF2B5EF4-FFF2-40B4-BE49-F238E27FC236}">
                <a16:creationId xmlns:a16="http://schemas.microsoft.com/office/drawing/2014/main" id="{ABFB13CE-E72D-4784-A734-A3466620D6F3}"/>
              </a:ext>
            </a:extLst>
          </p:cNvPr>
          <p:cNvSpPr>
            <a:spLocks/>
          </p:cNvSpPr>
          <p:nvPr/>
        </p:nvSpPr>
        <p:spPr>
          <a:xfrm>
            <a:off x="1236504" y="633992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5" name="data_2824">
            <a:extLst>
              <a:ext uri="{FF2B5EF4-FFF2-40B4-BE49-F238E27FC236}">
                <a16:creationId xmlns:a16="http://schemas.microsoft.com/office/drawing/2014/main" id="{F8FF5792-E9F9-41D7-95A5-95674BB90008}"/>
              </a:ext>
            </a:extLst>
          </p:cNvPr>
          <p:cNvSpPr>
            <a:spLocks/>
          </p:cNvSpPr>
          <p:nvPr/>
        </p:nvSpPr>
        <p:spPr>
          <a:xfrm>
            <a:off x="1301897" y="547581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6" name="data_2825">
            <a:extLst>
              <a:ext uri="{FF2B5EF4-FFF2-40B4-BE49-F238E27FC236}">
                <a16:creationId xmlns:a16="http://schemas.microsoft.com/office/drawing/2014/main" id="{EB2ABB5A-8291-4146-B7F3-6672F3C2AD73}"/>
              </a:ext>
            </a:extLst>
          </p:cNvPr>
          <p:cNvSpPr>
            <a:spLocks/>
          </p:cNvSpPr>
          <p:nvPr/>
        </p:nvSpPr>
        <p:spPr>
          <a:xfrm>
            <a:off x="1193284" y="66612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7" name="data_2826">
            <a:extLst>
              <a:ext uri="{FF2B5EF4-FFF2-40B4-BE49-F238E27FC236}">
                <a16:creationId xmlns:a16="http://schemas.microsoft.com/office/drawing/2014/main" id="{011372BF-1959-4CC4-B113-5EAF6EE6209C}"/>
              </a:ext>
            </a:extLst>
          </p:cNvPr>
          <p:cNvSpPr>
            <a:spLocks/>
          </p:cNvSpPr>
          <p:nvPr/>
        </p:nvSpPr>
        <p:spPr>
          <a:xfrm>
            <a:off x="117064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8" name="data_2827">
            <a:extLst>
              <a:ext uri="{FF2B5EF4-FFF2-40B4-BE49-F238E27FC236}">
                <a16:creationId xmlns:a16="http://schemas.microsoft.com/office/drawing/2014/main" id="{78FEC45C-E3B8-42E0-BE83-10BBBB8D8BD7}"/>
              </a:ext>
            </a:extLst>
          </p:cNvPr>
          <p:cNvSpPr>
            <a:spLocks/>
          </p:cNvSpPr>
          <p:nvPr/>
        </p:nvSpPr>
        <p:spPr>
          <a:xfrm>
            <a:off x="1248028" y="633284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9" name="data_2828">
            <a:extLst>
              <a:ext uri="{FF2B5EF4-FFF2-40B4-BE49-F238E27FC236}">
                <a16:creationId xmlns:a16="http://schemas.microsoft.com/office/drawing/2014/main" id="{D3640346-5C14-4EEC-B9D7-1B94B44E249A}"/>
              </a:ext>
            </a:extLst>
          </p:cNvPr>
          <p:cNvSpPr>
            <a:spLocks/>
          </p:cNvSpPr>
          <p:nvPr/>
        </p:nvSpPr>
        <p:spPr>
          <a:xfrm>
            <a:off x="1280093" y="620728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0" name="data_2829">
            <a:extLst>
              <a:ext uri="{FF2B5EF4-FFF2-40B4-BE49-F238E27FC236}">
                <a16:creationId xmlns:a16="http://schemas.microsoft.com/office/drawing/2014/main" id="{DF7DF429-DE53-42C5-BE41-778875B5A51C}"/>
              </a:ext>
            </a:extLst>
          </p:cNvPr>
          <p:cNvSpPr>
            <a:spLocks/>
          </p:cNvSpPr>
          <p:nvPr/>
        </p:nvSpPr>
        <p:spPr>
          <a:xfrm>
            <a:off x="1212926" y="60843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1" name="data_2830">
            <a:extLst>
              <a:ext uri="{FF2B5EF4-FFF2-40B4-BE49-F238E27FC236}">
                <a16:creationId xmlns:a16="http://schemas.microsoft.com/office/drawing/2014/main" id="{8CF7575A-32D4-4DD7-8D49-CD7397AAC48A}"/>
              </a:ext>
            </a:extLst>
          </p:cNvPr>
          <p:cNvSpPr>
            <a:spLocks/>
          </p:cNvSpPr>
          <p:nvPr/>
        </p:nvSpPr>
        <p:spPr>
          <a:xfrm>
            <a:off x="1180430" y="58096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2" name="data_2831">
            <a:extLst>
              <a:ext uri="{FF2B5EF4-FFF2-40B4-BE49-F238E27FC236}">
                <a16:creationId xmlns:a16="http://schemas.microsoft.com/office/drawing/2014/main" id="{6C6ECF04-D727-42D1-BF09-B49596419450}"/>
              </a:ext>
            </a:extLst>
          </p:cNvPr>
          <p:cNvSpPr>
            <a:spLocks/>
          </p:cNvSpPr>
          <p:nvPr/>
        </p:nvSpPr>
        <p:spPr>
          <a:xfrm>
            <a:off x="124869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3" name="data_2832">
            <a:extLst>
              <a:ext uri="{FF2B5EF4-FFF2-40B4-BE49-F238E27FC236}">
                <a16:creationId xmlns:a16="http://schemas.microsoft.com/office/drawing/2014/main" id="{FC5B9434-7466-48CF-9F2A-52ADAEBFBECE}"/>
              </a:ext>
            </a:extLst>
          </p:cNvPr>
          <p:cNvSpPr>
            <a:spLocks/>
          </p:cNvSpPr>
          <p:nvPr/>
        </p:nvSpPr>
        <p:spPr>
          <a:xfrm>
            <a:off x="1280204" y="64979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4" name="data_2833">
            <a:extLst>
              <a:ext uri="{FF2B5EF4-FFF2-40B4-BE49-F238E27FC236}">
                <a16:creationId xmlns:a16="http://schemas.microsoft.com/office/drawing/2014/main" id="{4F362541-7EF8-4A15-BE0F-EA0801EB2C4F}"/>
              </a:ext>
            </a:extLst>
          </p:cNvPr>
          <p:cNvSpPr>
            <a:spLocks/>
          </p:cNvSpPr>
          <p:nvPr/>
        </p:nvSpPr>
        <p:spPr>
          <a:xfrm>
            <a:off x="1300877" y="596831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5" name="data_2834">
            <a:extLst>
              <a:ext uri="{FF2B5EF4-FFF2-40B4-BE49-F238E27FC236}">
                <a16:creationId xmlns:a16="http://schemas.microsoft.com/office/drawing/2014/main" id="{08CD7656-74D3-4B3C-9010-E77A9C157611}"/>
              </a:ext>
            </a:extLst>
          </p:cNvPr>
          <p:cNvSpPr>
            <a:spLocks/>
          </p:cNvSpPr>
          <p:nvPr/>
        </p:nvSpPr>
        <p:spPr>
          <a:xfrm>
            <a:off x="1291472" y="564250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6" name="data_2835">
            <a:extLst>
              <a:ext uri="{FF2B5EF4-FFF2-40B4-BE49-F238E27FC236}">
                <a16:creationId xmlns:a16="http://schemas.microsoft.com/office/drawing/2014/main" id="{48F0DE5C-7F82-4690-84E0-5E0088F2318A}"/>
              </a:ext>
            </a:extLst>
          </p:cNvPr>
          <p:cNvSpPr>
            <a:spLocks/>
          </p:cNvSpPr>
          <p:nvPr/>
        </p:nvSpPr>
        <p:spPr>
          <a:xfrm>
            <a:off x="1246474" y="61453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7" name="data_2836">
            <a:extLst>
              <a:ext uri="{FF2B5EF4-FFF2-40B4-BE49-F238E27FC236}">
                <a16:creationId xmlns:a16="http://schemas.microsoft.com/office/drawing/2014/main" id="{0165C825-D4C2-49D1-89A9-AF7371047D37}"/>
              </a:ext>
            </a:extLst>
          </p:cNvPr>
          <p:cNvSpPr>
            <a:spLocks/>
          </p:cNvSpPr>
          <p:nvPr/>
        </p:nvSpPr>
        <p:spPr>
          <a:xfrm>
            <a:off x="1199524" y="680890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8" name="data_2837">
            <a:extLst>
              <a:ext uri="{FF2B5EF4-FFF2-40B4-BE49-F238E27FC236}">
                <a16:creationId xmlns:a16="http://schemas.microsoft.com/office/drawing/2014/main" id="{1FCD85F6-6A7E-46AE-9C70-956167509C40}"/>
              </a:ext>
            </a:extLst>
          </p:cNvPr>
          <p:cNvSpPr>
            <a:spLocks/>
          </p:cNvSpPr>
          <p:nvPr/>
        </p:nvSpPr>
        <p:spPr>
          <a:xfrm>
            <a:off x="1211717" y="64440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9" name="data_2838">
            <a:extLst>
              <a:ext uri="{FF2B5EF4-FFF2-40B4-BE49-F238E27FC236}">
                <a16:creationId xmlns:a16="http://schemas.microsoft.com/office/drawing/2014/main" id="{5DF61627-8D7A-40DB-A42B-BC134AEB89E6}"/>
              </a:ext>
            </a:extLst>
          </p:cNvPr>
          <p:cNvSpPr>
            <a:spLocks/>
          </p:cNvSpPr>
          <p:nvPr/>
        </p:nvSpPr>
        <p:spPr>
          <a:xfrm>
            <a:off x="1441116" y="56117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0" name="data_2839">
            <a:extLst>
              <a:ext uri="{FF2B5EF4-FFF2-40B4-BE49-F238E27FC236}">
                <a16:creationId xmlns:a16="http://schemas.microsoft.com/office/drawing/2014/main" id="{EB6AC2DB-26C5-4F2E-9EF2-36804C4E94AC}"/>
              </a:ext>
            </a:extLst>
          </p:cNvPr>
          <p:cNvSpPr>
            <a:spLocks/>
          </p:cNvSpPr>
          <p:nvPr/>
        </p:nvSpPr>
        <p:spPr>
          <a:xfrm>
            <a:off x="1528209" y="57848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1" name="data_2840">
            <a:extLst>
              <a:ext uri="{FF2B5EF4-FFF2-40B4-BE49-F238E27FC236}">
                <a16:creationId xmlns:a16="http://schemas.microsoft.com/office/drawing/2014/main" id="{044F8AE1-42EC-491F-81DD-39E4CEA333AC}"/>
              </a:ext>
            </a:extLst>
          </p:cNvPr>
          <p:cNvSpPr>
            <a:spLocks/>
          </p:cNvSpPr>
          <p:nvPr/>
        </p:nvSpPr>
        <p:spPr>
          <a:xfrm>
            <a:off x="1524327" y="549990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2" name="data_2841">
            <a:extLst>
              <a:ext uri="{FF2B5EF4-FFF2-40B4-BE49-F238E27FC236}">
                <a16:creationId xmlns:a16="http://schemas.microsoft.com/office/drawing/2014/main" id="{53BD5F0C-5EC4-42A5-9701-E3D9CBC04C3D}"/>
              </a:ext>
            </a:extLst>
          </p:cNvPr>
          <p:cNvSpPr>
            <a:spLocks/>
          </p:cNvSpPr>
          <p:nvPr/>
        </p:nvSpPr>
        <p:spPr>
          <a:xfrm>
            <a:off x="1475213" y="55356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3" name="data_2842">
            <a:extLst>
              <a:ext uri="{FF2B5EF4-FFF2-40B4-BE49-F238E27FC236}">
                <a16:creationId xmlns:a16="http://schemas.microsoft.com/office/drawing/2014/main" id="{B9415BEC-62BA-4220-840C-36AD3CD2DD9E}"/>
              </a:ext>
            </a:extLst>
          </p:cNvPr>
          <p:cNvSpPr>
            <a:spLocks/>
          </p:cNvSpPr>
          <p:nvPr/>
        </p:nvSpPr>
        <p:spPr>
          <a:xfrm>
            <a:off x="1499709" y="5446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4" name="data_2843">
            <a:extLst>
              <a:ext uri="{FF2B5EF4-FFF2-40B4-BE49-F238E27FC236}">
                <a16:creationId xmlns:a16="http://schemas.microsoft.com/office/drawing/2014/main" id="{4C28CE4E-27D3-478D-BA75-0A12EC50B5C0}"/>
              </a:ext>
            </a:extLst>
          </p:cNvPr>
          <p:cNvSpPr>
            <a:spLocks/>
          </p:cNvSpPr>
          <p:nvPr/>
        </p:nvSpPr>
        <p:spPr>
          <a:xfrm>
            <a:off x="1394453" y="617843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5" name="data_2844">
            <a:extLst>
              <a:ext uri="{FF2B5EF4-FFF2-40B4-BE49-F238E27FC236}">
                <a16:creationId xmlns:a16="http://schemas.microsoft.com/office/drawing/2014/main" id="{67BCC2FC-B012-4FAE-AE77-E61E6B02EA76}"/>
              </a:ext>
            </a:extLst>
          </p:cNvPr>
          <p:cNvSpPr>
            <a:spLocks/>
          </p:cNvSpPr>
          <p:nvPr/>
        </p:nvSpPr>
        <p:spPr>
          <a:xfrm>
            <a:off x="1430330" y="59492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6" name="data_2845">
            <a:extLst>
              <a:ext uri="{FF2B5EF4-FFF2-40B4-BE49-F238E27FC236}">
                <a16:creationId xmlns:a16="http://schemas.microsoft.com/office/drawing/2014/main" id="{0E484B43-FAF9-4A21-90C9-07D1137AC08D}"/>
              </a:ext>
            </a:extLst>
          </p:cNvPr>
          <p:cNvSpPr>
            <a:spLocks/>
          </p:cNvSpPr>
          <p:nvPr/>
        </p:nvSpPr>
        <p:spPr>
          <a:xfrm>
            <a:off x="1419466" y="604505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7" name="data_2846">
            <a:extLst>
              <a:ext uri="{FF2B5EF4-FFF2-40B4-BE49-F238E27FC236}">
                <a16:creationId xmlns:a16="http://schemas.microsoft.com/office/drawing/2014/main" id="{026B7BBC-FD14-45A3-9F54-CF004060D9F8}"/>
              </a:ext>
            </a:extLst>
          </p:cNvPr>
          <p:cNvSpPr>
            <a:spLocks/>
          </p:cNvSpPr>
          <p:nvPr/>
        </p:nvSpPr>
        <p:spPr>
          <a:xfrm>
            <a:off x="1435987" y="56570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8" name="data_2847">
            <a:extLst>
              <a:ext uri="{FF2B5EF4-FFF2-40B4-BE49-F238E27FC236}">
                <a16:creationId xmlns:a16="http://schemas.microsoft.com/office/drawing/2014/main" id="{6BD13AEA-C334-4452-9953-4F450E148953}"/>
              </a:ext>
            </a:extLst>
          </p:cNvPr>
          <p:cNvSpPr>
            <a:spLocks/>
          </p:cNvSpPr>
          <p:nvPr/>
        </p:nvSpPr>
        <p:spPr>
          <a:xfrm>
            <a:off x="1395813" y="56006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9" name="data_2848">
            <a:extLst>
              <a:ext uri="{FF2B5EF4-FFF2-40B4-BE49-F238E27FC236}">
                <a16:creationId xmlns:a16="http://schemas.microsoft.com/office/drawing/2014/main" id="{5130CF9D-BDBE-4AE7-902F-5E59B186CFF5}"/>
              </a:ext>
            </a:extLst>
          </p:cNvPr>
          <p:cNvSpPr>
            <a:spLocks/>
          </p:cNvSpPr>
          <p:nvPr/>
        </p:nvSpPr>
        <p:spPr>
          <a:xfrm>
            <a:off x="1510562" y="60725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0" name="data_2849">
            <a:extLst>
              <a:ext uri="{FF2B5EF4-FFF2-40B4-BE49-F238E27FC236}">
                <a16:creationId xmlns:a16="http://schemas.microsoft.com/office/drawing/2014/main" id="{5B709C4E-1352-4008-B173-9C555DD10007}"/>
              </a:ext>
            </a:extLst>
          </p:cNvPr>
          <p:cNvSpPr>
            <a:spLocks/>
          </p:cNvSpPr>
          <p:nvPr/>
        </p:nvSpPr>
        <p:spPr>
          <a:xfrm>
            <a:off x="1450031" y="59642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1" name="data_2850">
            <a:extLst>
              <a:ext uri="{FF2B5EF4-FFF2-40B4-BE49-F238E27FC236}">
                <a16:creationId xmlns:a16="http://schemas.microsoft.com/office/drawing/2014/main" id="{7E7DBA79-4183-4572-BC15-700DB9BEFA2B}"/>
              </a:ext>
            </a:extLst>
          </p:cNvPr>
          <p:cNvSpPr>
            <a:spLocks/>
          </p:cNvSpPr>
          <p:nvPr/>
        </p:nvSpPr>
        <p:spPr>
          <a:xfrm>
            <a:off x="1482728" y="65301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2" name="data_2851">
            <a:extLst>
              <a:ext uri="{FF2B5EF4-FFF2-40B4-BE49-F238E27FC236}">
                <a16:creationId xmlns:a16="http://schemas.microsoft.com/office/drawing/2014/main" id="{69CB904C-0024-4096-934B-DF52D544CEA3}"/>
              </a:ext>
            </a:extLst>
          </p:cNvPr>
          <p:cNvSpPr>
            <a:spLocks/>
          </p:cNvSpPr>
          <p:nvPr/>
        </p:nvSpPr>
        <p:spPr>
          <a:xfrm>
            <a:off x="1415427" y="61581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3" name="data_2852">
            <a:extLst>
              <a:ext uri="{FF2B5EF4-FFF2-40B4-BE49-F238E27FC236}">
                <a16:creationId xmlns:a16="http://schemas.microsoft.com/office/drawing/2014/main" id="{EF82AB0B-BBD4-4706-B114-926A28B2D098}"/>
              </a:ext>
            </a:extLst>
          </p:cNvPr>
          <p:cNvSpPr>
            <a:spLocks/>
          </p:cNvSpPr>
          <p:nvPr/>
        </p:nvSpPr>
        <p:spPr>
          <a:xfrm>
            <a:off x="1453376" y="55159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4" name="data_2853">
            <a:extLst>
              <a:ext uri="{FF2B5EF4-FFF2-40B4-BE49-F238E27FC236}">
                <a16:creationId xmlns:a16="http://schemas.microsoft.com/office/drawing/2014/main" id="{F87152A0-AB9C-40C4-9EA8-FEFBFFD96E5A}"/>
              </a:ext>
            </a:extLst>
          </p:cNvPr>
          <p:cNvSpPr>
            <a:spLocks/>
          </p:cNvSpPr>
          <p:nvPr/>
        </p:nvSpPr>
        <p:spPr>
          <a:xfrm>
            <a:off x="1432808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5" name="data_2854">
            <a:extLst>
              <a:ext uri="{FF2B5EF4-FFF2-40B4-BE49-F238E27FC236}">
                <a16:creationId xmlns:a16="http://schemas.microsoft.com/office/drawing/2014/main" id="{6522BC99-BF93-497E-9BC3-999C1AE88181}"/>
              </a:ext>
            </a:extLst>
          </p:cNvPr>
          <p:cNvSpPr>
            <a:spLocks/>
          </p:cNvSpPr>
          <p:nvPr/>
        </p:nvSpPr>
        <p:spPr>
          <a:xfrm>
            <a:off x="1408716" y="55056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6" name="data_2855">
            <a:extLst>
              <a:ext uri="{FF2B5EF4-FFF2-40B4-BE49-F238E27FC236}">
                <a16:creationId xmlns:a16="http://schemas.microsoft.com/office/drawing/2014/main" id="{AAA071AC-2135-4A92-AA7A-BB685DBDCDA4}"/>
              </a:ext>
            </a:extLst>
          </p:cNvPr>
          <p:cNvSpPr>
            <a:spLocks/>
          </p:cNvSpPr>
          <p:nvPr/>
        </p:nvSpPr>
        <p:spPr>
          <a:xfrm>
            <a:off x="1404711" y="545132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7" name="data_2856">
            <a:extLst>
              <a:ext uri="{FF2B5EF4-FFF2-40B4-BE49-F238E27FC236}">
                <a16:creationId xmlns:a16="http://schemas.microsoft.com/office/drawing/2014/main" id="{FBFD0375-9FC9-4EF7-B5E8-20CA61C6A31C}"/>
              </a:ext>
            </a:extLst>
          </p:cNvPr>
          <p:cNvSpPr>
            <a:spLocks/>
          </p:cNvSpPr>
          <p:nvPr/>
        </p:nvSpPr>
        <p:spPr>
          <a:xfrm>
            <a:off x="1510331" y="60509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8" name="data_2857">
            <a:extLst>
              <a:ext uri="{FF2B5EF4-FFF2-40B4-BE49-F238E27FC236}">
                <a16:creationId xmlns:a16="http://schemas.microsoft.com/office/drawing/2014/main" id="{1F55773D-C6B6-47E6-8084-1BB8749ECFCF}"/>
              </a:ext>
            </a:extLst>
          </p:cNvPr>
          <p:cNvSpPr>
            <a:spLocks/>
          </p:cNvSpPr>
          <p:nvPr/>
        </p:nvSpPr>
        <p:spPr>
          <a:xfrm>
            <a:off x="146428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9" name="data_2858">
            <a:extLst>
              <a:ext uri="{FF2B5EF4-FFF2-40B4-BE49-F238E27FC236}">
                <a16:creationId xmlns:a16="http://schemas.microsoft.com/office/drawing/2014/main" id="{9F349BFF-4C7E-4477-BDF7-DE51D156891D}"/>
              </a:ext>
            </a:extLst>
          </p:cNvPr>
          <p:cNvSpPr>
            <a:spLocks/>
          </p:cNvSpPr>
          <p:nvPr/>
        </p:nvSpPr>
        <p:spPr>
          <a:xfrm>
            <a:off x="1437357" y="61620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0" name="data_2859">
            <a:extLst>
              <a:ext uri="{FF2B5EF4-FFF2-40B4-BE49-F238E27FC236}">
                <a16:creationId xmlns:a16="http://schemas.microsoft.com/office/drawing/2014/main" id="{40DD0CED-95A7-4F05-8975-76E8585963A8}"/>
              </a:ext>
            </a:extLst>
          </p:cNvPr>
          <p:cNvSpPr>
            <a:spLocks/>
          </p:cNvSpPr>
          <p:nvPr/>
        </p:nvSpPr>
        <p:spPr>
          <a:xfrm>
            <a:off x="1509940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1" name="data_2860">
            <a:extLst>
              <a:ext uri="{FF2B5EF4-FFF2-40B4-BE49-F238E27FC236}">
                <a16:creationId xmlns:a16="http://schemas.microsoft.com/office/drawing/2014/main" id="{EC9721B3-8E80-45DE-898D-ACB64ECD6FAE}"/>
              </a:ext>
            </a:extLst>
          </p:cNvPr>
          <p:cNvSpPr>
            <a:spLocks/>
          </p:cNvSpPr>
          <p:nvPr/>
        </p:nvSpPr>
        <p:spPr>
          <a:xfrm>
            <a:off x="1413238" y="546708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2" name="data_2861">
            <a:extLst>
              <a:ext uri="{FF2B5EF4-FFF2-40B4-BE49-F238E27FC236}">
                <a16:creationId xmlns:a16="http://schemas.microsoft.com/office/drawing/2014/main" id="{CEDFAE83-4153-465F-923C-15F507C63D74}"/>
              </a:ext>
            </a:extLst>
          </p:cNvPr>
          <p:cNvSpPr>
            <a:spLocks/>
          </p:cNvSpPr>
          <p:nvPr/>
        </p:nvSpPr>
        <p:spPr>
          <a:xfrm>
            <a:off x="1400755" y="55981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3" name="data_2862">
            <a:extLst>
              <a:ext uri="{FF2B5EF4-FFF2-40B4-BE49-F238E27FC236}">
                <a16:creationId xmlns:a16="http://schemas.microsoft.com/office/drawing/2014/main" id="{9AADBDD7-DFD4-44B1-A8A3-46BDB5199302}"/>
              </a:ext>
            </a:extLst>
          </p:cNvPr>
          <p:cNvSpPr>
            <a:spLocks/>
          </p:cNvSpPr>
          <p:nvPr/>
        </p:nvSpPr>
        <p:spPr>
          <a:xfrm>
            <a:off x="1439584" y="573224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4" name="data_2863">
            <a:extLst>
              <a:ext uri="{FF2B5EF4-FFF2-40B4-BE49-F238E27FC236}">
                <a16:creationId xmlns:a16="http://schemas.microsoft.com/office/drawing/2014/main" id="{D86BCAFA-B8FB-48C2-81A1-365703417752}"/>
              </a:ext>
            </a:extLst>
          </p:cNvPr>
          <p:cNvSpPr>
            <a:spLocks/>
          </p:cNvSpPr>
          <p:nvPr/>
        </p:nvSpPr>
        <p:spPr>
          <a:xfrm>
            <a:off x="1408428" y="62318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5" name="data_2864">
            <a:extLst>
              <a:ext uri="{FF2B5EF4-FFF2-40B4-BE49-F238E27FC236}">
                <a16:creationId xmlns:a16="http://schemas.microsoft.com/office/drawing/2014/main" id="{30165BC0-7671-4CB5-8135-9A2D6D6A0B2E}"/>
              </a:ext>
            </a:extLst>
          </p:cNvPr>
          <p:cNvSpPr>
            <a:spLocks/>
          </p:cNvSpPr>
          <p:nvPr/>
        </p:nvSpPr>
        <p:spPr>
          <a:xfrm>
            <a:off x="1483951" y="68121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6" name="data_2865">
            <a:extLst>
              <a:ext uri="{FF2B5EF4-FFF2-40B4-BE49-F238E27FC236}">
                <a16:creationId xmlns:a16="http://schemas.microsoft.com/office/drawing/2014/main" id="{DA419BFB-2374-4D4B-9975-165EC339028B}"/>
              </a:ext>
            </a:extLst>
          </p:cNvPr>
          <p:cNvSpPr>
            <a:spLocks/>
          </p:cNvSpPr>
          <p:nvPr/>
        </p:nvSpPr>
        <p:spPr>
          <a:xfrm>
            <a:off x="1400220" y="56244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7" name="data_2866">
            <a:extLst>
              <a:ext uri="{FF2B5EF4-FFF2-40B4-BE49-F238E27FC236}">
                <a16:creationId xmlns:a16="http://schemas.microsoft.com/office/drawing/2014/main" id="{613B6F4C-CD6B-4017-AFF6-FE5BEC76CEE0}"/>
              </a:ext>
            </a:extLst>
          </p:cNvPr>
          <p:cNvSpPr>
            <a:spLocks/>
          </p:cNvSpPr>
          <p:nvPr/>
        </p:nvSpPr>
        <p:spPr>
          <a:xfrm>
            <a:off x="1446177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8" name="data_2867">
            <a:extLst>
              <a:ext uri="{FF2B5EF4-FFF2-40B4-BE49-F238E27FC236}">
                <a16:creationId xmlns:a16="http://schemas.microsoft.com/office/drawing/2014/main" id="{82D7DCAE-4A8C-4FB3-AD82-87AED26A6330}"/>
              </a:ext>
            </a:extLst>
          </p:cNvPr>
          <p:cNvSpPr>
            <a:spLocks/>
          </p:cNvSpPr>
          <p:nvPr/>
        </p:nvSpPr>
        <p:spPr>
          <a:xfrm>
            <a:off x="1452524" y="61114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9" name="data_2868">
            <a:extLst>
              <a:ext uri="{FF2B5EF4-FFF2-40B4-BE49-F238E27FC236}">
                <a16:creationId xmlns:a16="http://schemas.microsoft.com/office/drawing/2014/main" id="{DEFB8E53-2E9D-443C-B962-DC77F19E224A}"/>
              </a:ext>
            </a:extLst>
          </p:cNvPr>
          <p:cNvSpPr>
            <a:spLocks/>
          </p:cNvSpPr>
          <p:nvPr/>
        </p:nvSpPr>
        <p:spPr>
          <a:xfrm>
            <a:off x="1504177" y="68852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0" name="data_2869">
            <a:extLst>
              <a:ext uri="{FF2B5EF4-FFF2-40B4-BE49-F238E27FC236}">
                <a16:creationId xmlns:a16="http://schemas.microsoft.com/office/drawing/2014/main" id="{EADC2FA5-4DF1-4D6C-B758-54F78F00C1FD}"/>
              </a:ext>
            </a:extLst>
          </p:cNvPr>
          <p:cNvSpPr>
            <a:spLocks/>
          </p:cNvSpPr>
          <p:nvPr/>
        </p:nvSpPr>
        <p:spPr>
          <a:xfrm>
            <a:off x="1471635" y="54065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1" name="data_2870">
            <a:extLst>
              <a:ext uri="{FF2B5EF4-FFF2-40B4-BE49-F238E27FC236}">
                <a16:creationId xmlns:a16="http://schemas.microsoft.com/office/drawing/2014/main" id="{59259834-2EA0-4497-B856-C228902C2C3B}"/>
              </a:ext>
            </a:extLst>
          </p:cNvPr>
          <p:cNvSpPr>
            <a:spLocks/>
          </p:cNvSpPr>
          <p:nvPr/>
        </p:nvSpPr>
        <p:spPr>
          <a:xfrm>
            <a:off x="1430286" y="56087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2" name="data_2871">
            <a:extLst>
              <a:ext uri="{FF2B5EF4-FFF2-40B4-BE49-F238E27FC236}">
                <a16:creationId xmlns:a16="http://schemas.microsoft.com/office/drawing/2014/main" id="{1C6FE7B7-88DD-4317-AAC8-E017098249D4}"/>
              </a:ext>
            </a:extLst>
          </p:cNvPr>
          <p:cNvSpPr>
            <a:spLocks/>
          </p:cNvSpPr>
          <p:nvPr/>
        </p:nvSpPr>
        <p:spPr>
          <a:xfrm>
            <a:off x="1394891" y="55453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3" name="data_2872">
            <a:extLst>
              <a:ext uri="{FF2B5EF4-FFF2-40B4-BE49-F238E27FC236}">
                <a16:creationId xmlns:a16="http://schemas.microsoft.com/office/drawing/2014/main" id="{B61BB37A-28FC-4F4C-91A9-23658C22DD10}"/>
              </a:ext>
            </a:extLst>
          </p:cNvPr>
          <p:cNvSpPr>
            <a:spLocks/>
          </p:cNvSpPr>
          <p:nvPr/>
        </p:nvSpPr>
        <p:spPr>
          <a:xfrm>
            <a:off x="1390348" y="66508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4" name="data_2873">
            <a:extLst>
              <a:ext uri="{FF2B5EF4-FFF2-40B4-BE49-F238E27FC236}">
                <a16:creationId xmlns:a16="http://schemas.microsoft.com/office/drawing/2014/main" id="{5BD815E9-2151-4AB6-8558-5B7041A9EBE0}"/>
              </a:ext>
            </a:extLst>
          </p:cNvPr>
          <p:cNvSpPr>
            <a:spLocks/>
          </p:cNvSpPr>
          <p:nvPr/>
        </p:nvSpPr>
        <p:spPr>
          <a:xfrm>
            <a:off x="1410639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5" name="data_2874">
            <a:extLst>
              <a:ext uri="{FF2B5EF4-FFF2-40B4-BE49-F238E27FC236}">
                <a16:creationId xmlns:a16="http://schemas.microsoft.com/office/drawing/2014/main" id="{AAE4E55A-4913-4FFA-AA5C-69779FE4497D}"/>
              </a:ext>
            </a:extLst>
          </p:cNvPr>
          <p:cNvSpPr>
            <a:spLocks/>
          </p:cNvSpPr>
          <p:nvPr/>
        </p:nvSpPr>
        <p:spPr>
          <a:xfrm>
            <a:off x="1426258" y="55037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6" name="data_2875">
            <a:extLst>
              <a:ext uri="{FF2B5EF4-FFF2-40B4-BE49-F238E27FC236}">
                <a16:creationId xmlns:a16="http://schemas.microsoft.com/office/drawing/2014/main" id="{556B5747-D892-42BF-879B-F318419C23BB}"/>
              </a:ext>
            </a:extLst>
          </p:cNvPr>
          <p:cNvSpPr>
            <a:spLocks/>
          </p:cNvSpPr>
          <p:nvPr/>
        </p:nvSpPr>
        <p:spPr>
          <a:xfrm>
            <a:off x="1511930" y="62705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7" name="data_2876">
            <a:extLst>
              <a:ext uri="{FF2B5EF4-FFF2-40B4-BE49-F238E27FC236}">
                <a16:creationId xmlns:a16="http://schemas.microsoft.com/office/drawing/2014/main" id="{818C10C5-64FD-4C74-A5D1-D8C03343D104}"/>
              </a:ext>
            </a:extLst>
          </p:cNvPr>
          <p:cNvSpPr>
            <a:spLocks/>
          </p:cNvSpPr>
          <p:nvPr/>
        </p:nvSpPr>
        <p:spPr>
          <a:xfrm>
            <a:off x="1411717" y="61854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8" name="data_2877">
            <a:extLst>
              <a:ext uri="{FF2B5EF4-FFF2-40B4-BE49-F238E27FC236}">
                <a16:creationId xmlns:a16="http://schemas.microsoft.com/office/drawing/2014/main" id="{FE9818EF-66E0-4BB0-85DE-E9B219EB9C44}"/>
              </a:ext>
            </a:extLst>
          </p:cNvPr>
          <p:cNvSpPr>
            <a:spLocks/>
          </p:cNvSpPr>
          <p:nvPr/>
        </p:nvSpPr>
        <p:spPr>
          <a:xfrm>
            <a:off x="1478675" y="60491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9" name="data_2878">
            <a:extLst>
              <a:ext uri="{FF2B5EF4-FFF2-40B4-BE49-F238E27FC236}">
                <a16:creationId xmlns:a16="http://schemas.microsoft.com/office/drawing/2014/main" id="{6ABC40EC-01F6-4845-BCE0-FC62E31A2149}"/>
              </a:ext>
            </a:extLst>
          </p:cNvPr>
          <p:cNvSpPr>
            <a:spLocks/>
          </p:cNvSpPr>
          <p:nvPr/>
        </p:nvSpPr>
        <p:spPr>
          <a:xfrm>
            <a:off x="1488278" y="65053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0" name="data_2879">
            <a:extLst>
              <a:ext uri="{FF2B5EF4-FFF2-40B4-BE49-F238E27FC236}">
                <a16:creationId xmlns:a16="http://schemas.microsoft.com/office/drawing/2014/main" id="{A356A3F5-F088-40D9-BC28-6CFEDF4838D5}"/>
              </a:ext>
            </a:extLst>
          </p:cNvPr>
          <p:cNvSpPr>
            <a:spLocks/>
          </p:cNvSpPr>
          <p:nvPr/>
        </p:nvSpPr>
        <p:spPr>
          <a:xfrm>
            <a:off x="1465419" y="56953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1" name="data_2880">
            <a:extLst>
              <a:ext uri="{FF2B5EF4-FFF2-40B4-BE49-F238E27FC236}">
                <a16:creationId xmlns:a16="http://schemas.microsoft.com/office/drawing/2014/main" id="{2CD263C8-29C2-4CAB-AF42-0974265B3BA7}"/>
              </a:ext>
            </a:extLst>
          </p:cNvPr>
          <p:cNvSpPr>
            <a:spLocks/>
          </p:cNvSpPr>
          <p:nvPr/>
        </p:nvSpPr>
        <p:spPr>
          <a:xfrm>
            <a:off x="1441238" y="55405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2" name="data_2881">
            <a:extLst>
              <a:ext uri="{FF2B5EF4-FFF2-40B4-BE49-F238E27FC236}">
                <a16:creationId xmlns:a16="http://schemas.microsoft.com/office/drawing/2014/main" id="{511AF009-AE20-4F29-826D-2F657BB0D3F3}"/>
              </a:ext>
            </a:extLst>
          </p:cNvPr>
          <p:cNvSpPr>
            <a:spLocks/>
          </p:cNvSpPr>
          <p:nvPr/>
        </p:nvSpPr>
        <p:spPr>
          <a:xfrm>
            <a:off x="148709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3" name="data_2882">
            <a:extLst>
              <a:ext uri="{FF2B5EF4-FFF2-40B4-BE49-F238E27FC236}">
                <a16:creationId xmlns:a16="http://schemas.microsoft.com/office/drawing/2014/main" id="{7D8BE90E-4BC6-4C1A-8ECA-D8DAE82DD74C}"/>
              </a:ext>
            </a:extLst>
          </p:cNvPr>
          <p:cNvSpPr>
            <a:spLocks/>
          </p:cNvSpPr>
          <p:nvPr/>
        </p:nvSpPr>
        <p:spPr>
          <a:xfrm>
            <a:off x="1417457" y="560893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4" name="data_2883">
            <a:extLst>
              <a:ext uri="{FF2B5EF4-FFF2-40B4-BE49-F238E27FC236}">
                <a16:creationId xmlns:a16="http://schemas.microsoft.com/office/drawing/2014/main" id="{ACC64803-FED3-4040-BF4B-1C1DE2CA6FE3}"/>
              </a:ext>
            </a:extLst>
          </p:cNvPr>
          <p:cNvSpPr>
            <a:spLocks/>
          </p:cNvSpPr>
          <p:nvPr/>
        </p:nvSpPr>
        <p:spPr>
          <a:xfrm>
            <a:off x="1392754" y="57040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5" name="data_2884">
            <a:extLst>
              <a:ext uri="{FF2B5EF4-FFF2-40B4-BE49-F238E27FC236}">
                <a16:creationId xmlns:a16="http://schemas.microsoft.com/office/drawing/2014/main" id="{8EEF158D-31DC-417E-A07D-6BBE7874172F}"/>
              </a:ext>
            </a:extLst>
          </p:cNvPr>
          <p:cNvSpPr>
            <a:spLocks/>
          </p:cNvSpPr>
          <p:nvPr/>
        </p:nvSpPr>
        <p:spPr>
          <a:xfrm>
            <a:off x="1525048" y="540098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6" name="data_2885">
            <a:extLst>
              <a:ext uri="{FF2B5EF4-FFF2-40B4-BE49-F238E27FC236}">
                <a16:creationId xmlns:a16="http://schemas.microsoft.com/office/drawing/2014/main" id="{0EF9C0AD-4401-43CF-8D2C-3095B2BFCA0E}"/>
              </a:ext>
            </a:extLst>
          </p:cNvPr>
          <p:cNvSpPr>
            <a:spLocks/>
          </p:cNvSpPr>
          <p:nvPr/>
        </p:nvSpPr>
        <p:spPr>
          <a:xfrm>
            <a:off x="1486627" y="64494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7" name="data_2886">
            <a:extLst>
              <a:ext uri="{FF2B5EF4-FFF2-40B4-BE49-F238E27FC236}">
                <a16:creationId xmlns:a16="http://schemas.microsoft.com/office/drawing/2014/main" id="{21172181-3327-457D-AE4B-F52D2244D6CB}"/>
              </a:ext>
            </a:extLst>
          </p:cNvPr>
          <p:cNvSpPr>
            <a:spLocks/>
          </p:cNvSpPr>
          <p:nvPr/>
        </p:nvSpPr>
        <p:spPr>
          <a:xfrm>
            <a:off x="1429576" y="54568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8" name="data_2887">
            <a:extLst>
              <a:ext uri="{FF2B5EF4-FFF2-40B4-BE49-F238E27FC236}">
                <a16:creationId xmlns:a16="http://schemas.microsoft.com/office/drawing/2014/main" id="{E0189329-5A78-414B-9BFC-F63E7AA18847}"/>
              </a:ext>
            </a:extLst>
          </p:cNvPr>
          <p:cNvSpPr>
            <a:spLocks/>
          </p:cNvSpPr>
          <p:nvPr/>
        </p:nvSpPr>
        <p:spPr>
          <a:xfrm>
            <a:off x="1409737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9" name="data_2888">
            <a:extLst>
              <a:ext uri="{FF2B5EF4-FFF2-40B4-BE49-F238E27FC236}">
                <a16:creationId xmlns:a16="http://schemas.microsoft.com/office/drawing/2014/main" id="{C76F4FC2-EEE9-49B2-A6FE-B4A40594E351}"/>
              </a:ext>
            </a:extLst>
          </p:cNvPr>
          <p:cNvSpPr>
            <a:spLocks/>
          </p:cNvSpPr>
          <p:nvPr/>
        </p:nvSpPr>
        <p:spPr>
          <a:xfrm>
            <a:off x="1513100" y="66796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0" name="data_2889">
            <a:extLst>
              <a:ext uri="{FF2B5EF4-FFF2-40B4-BE49-F238E27FC236}">
                <a16:creationId xmlns:a16="http://schemas.microsoft.com/office/drawing/2014/main" id="{EF921090-F97D-44AB-8B80-FC2EC7706B3E}"/>
              </a:ext>
            </a:extLst>
          </p:cNvPr>
          <p:cNvSpPr>
            <a:spLocks/>
          </p:cNvSpPr>
          <p:nvPr/>
        </p:nvSpPr>
        <p:spPr>
          <a:xfrm>
            <a:off x="1416076" y="62654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1" name="data_2890">
            <a:extLst>
              <a:ext uri="{FF2B5EF4-FFF2-40B4-BE49-F238E27FC236}">
                <a16:creationId xmlns:a16="http://schemas.microsoft.com/office/drawing/2014/main" id="{ECD12000-E5FF-4B95-9D37-99D23DD54735}"/>
              </a:ext>
            </a:extLst>
          </p:cNvPr>
          <p:cNvSpPr>
            <a:spLocks/>
          </p:cNvSpPr>
          <p:nvPr/>
        </p:nvSpPr>
        <p:spPr>
          <a:xfrm>
            <a:off x="1481982" y="62938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2" name="data_2891">
            <a:extLst>
              <a:ext uri="{FF2B5EF4-FFF2-40B4-BE49-F238E27FC236}">
                <a16:creationId xmlns:a16="http://schemas.microsoft.com/office/drawing/2014/main" id="{1E11E672-5253-435A-968B-CD8BE47BFC84}"/>
              </a:ext>
            </a:extLst>
          </p:cNvPr>
          <p:cNvSpPr>
            <a:spLocks/>
          </p:cNvSpPr>
          <p:nvPr/>
        </p:nvSpPr>
        <p:spPr>
          <a:xfrm>
            <a:off x="1409789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3" name="data_2892">
            <a:extLst>
              <a:ext uri="{FF2B5EF4-FFF2-40B4-BE49-F238E27FC236}">
                <a16:creationId xmlns:a16="http://schemas.microsoft.com/office/drawing/2014/main" id="{02ADA802-06A4-41AF-8515-3E84419727E1}"/>
              </a:ext>
            </a:extLst>
          </p:cNvPr>
          <p:cNvSpPr>
            <a:spLocks/>
          </p:cNvSpPr>
          <p:nvPr/>
        </p:nvSpPr>
        <p:spPr>
          <a:xfrm>
            <a:off x="1464944" y="54785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4" name="data_2893">
            <a:extLst>
              <a:ext uri="{FF2B5EF4-FFF2-40B4-BE49-F238E27FC236}">
                <a16:creationId xmlns:a16="http://schemas.microsoft.com/office/drawing/2014/main" id="{89286611-9C1F-42D9-9E4B-19ED73A64827}"/>
              </a:ext>
            </a:extLst>
          </p:cNvPr>
          <p:cNvSpPr>
            <a:spLocks/>
          </p:cNvSpPr>
          <p:nvPr/>
        </p:nvSpPr>
        <p:spPr>
          <a:xfrm>
            <a:off x="1520505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5" name="data_2894">
            <a:extLst>
              <a:ext uri="{FF2B5EF4-FFF2-40B4-BE49-F238E27FC236}">
                <a16:creationId xmlns:a16="http://schemas.microsoft.com/office/drawing/2014/main" id="{0BBCE335-B170-45CB-A30F-906923687EEA}"/>
              </a:ext>
            </a:extLst>
          </p:cNvPr>
          <p:cNvSpPr>
            <a:spLocks/>
          </p:cNvSpPr>
          <p:nvPr/>
        </p:nvSpPr>
        <p:spPr>
          <a:xfrm>
            <a:off x="1439146" y="643921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6" name="data_2895">
            <a:extLst>
              <a:ext uri="{FF2B5EF4-FFF2-40B4-BE49-F238E27FC236}">
                <a16:creationId xmlns:a16="http://schemas.microsoft.com/office/drawing/2014/main" id="{4A7AE81A-0D3A-4BB5-8F8C-81BBCFC73BB1}"/>
              </a:ext>
            </a:extLst>
          </p:cNvPr>
          <p:cNvSpPr>
            <a:spLocks/>
          </p:cNvSpPr>
          <p:nvPr/>
        </p:nvSpPr>
        <p:spPr>
          <a:xfrm>
            <a:off x="1411546" y="54950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7" name="data_2896">
            <a:extLst>
              <a:ext uri="{FF2B5EF4-FFF2-40B4-BE49-F238E27FC236}">
                <a16:creationId xmlns:a16="http://schemas.microsoft.com/office/drawing/2014/main" id="{56DC6962-E6DE-4AF3-A2E6-0E7CF18422CE}"/>
              </a:ext>
            </a:extLst>
          </p:cNvPr>
          <p:cNvSpPr>
            <a:spLocks/>
          </p:cNvSpPr>
          <p:nvPr/>
        </p:nvSpPr>
        <p:spPr>
          <a:xfrm>
            <a:off x="1465584" y="57938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8" name="data_2897">
            <a:extLst>
              <a:ext uri="{FF2B5EF4-FFF2-40B4-BE49-F238E27FC236}">
                <a16:creationId xmlns:a16="http://schemas.microsoft.com/office/drawing/2014/main" id="{7B79DDB1-10ED-446A-AE9D-2CD5839E5EBE}"/>
              </a:ext>
            </a:extLst>
          </p:cNvPr>
          <p:cNvSpPr>
            <a:spLocks/>
          </p:cNvSpPr>
          <p:nvPr/>
        </p:nvSpPr>
        <p:spPr>
          <a:xfrm>
            <a:off x="1439625" y="6172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9" name="data_2898">
            <a:extLst>
              <a:ext uri="{FF2B5EF4-FFF2-40B4-BE49-F238E27FC236}">
                <a16:creationId xmlns:a16="http://schemas.microsoft.com/office/drawing/2014/main" id="{3057E37B-9F7A-4796-B6BE-13F813378182}"/>
              </a:ext>
            </a:extLst>
          </p:cNvPr>
          <p:cNvSpPr>
            <a:spLocks/>
          </p:cNvSpPr>
          <p:nvPr/>
        </p:nvSpPr>
        <p:spPr>
          <a:xfrm>
            <a:off x="1443484" y="565775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0" name="data_2899">
            <a:extLst>
              <a:ext uri="{FF2B5EF4-FFF2-40B4-BE49-F238E27FC236}">
                <a16:creationId xmlns:a16="http://schemas.microsoft.com/office/drawing/2014/main" id="{9F3C7E9E-B9D5-43F7-83D6-7DDD7A29D2AF}"/>
              </a:ext>
            </a:extLst>
          </p:cNvPr>
          <p:cNvSpPr>
            <a:spLocks/>
          </p:cNvSpPr>
          <p:nvPr/>
        </p:nvSpPr>
        <p:spPr>
          <a:xfrm>
            <a:off x="143812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1" name="data_2900">
            <a:extLst>
              <a:ext uri="{FF2B5EF4-FFF2-40B4-BE49-F238E27FC236}">
                <a16:creationId xmlns:a16="http://schemas.microsoft.com/office/drawing/2014/main" id="{952FB80D-B2B5-4DA8-A67D-70FAE5181381}"/>
              </a:ext>
            </a:extLst>
          </p:cNvPr>
          <p:cNvSpPr>
            <a:spLocks/>
          </p:cNvSpPr>
          <p:nvPr/>
        </p:nvSpPr>
        <p:spPr>
          <a:xfrm>
            <a:off x="1512439" y="561040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2" name="data_2901">
            <a:extLst>
              <a:ext uri="{FF2B5EF4-FFF2-40B4-BE49-F238E27FC236}">
                <a16:creationId xmlns:a16="http://schemas.microsoft.com/office/drawing/2014/main" id="{F9D7936A-D166-46A7-80A1-406C89EEAAA6}"/>
              </a:ext>
            </a:extLst>
          </p:cNvPr>
          <p:cNvSpPr>
            <a:spLocks/>
          </p:cNvSpPr>
          <p:nvPr/>
        </p:nvSpPr>
        <p:spPr>
          <a:xfrm>
            <a:off x="1428286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3" name="data_2902">
            <a:extLst>
              <a:ext uri="{FF2B5EF4-FFF2-40B4-BE49-F238E27FC236}">
                <a16:creationId xmlns:a16="http://schemas.microsoft.com/office/drawing/2014/main" id="{862C1C55-1802-49C5-9F0A-18C6EC773AC7}"/>
              </a:ext>
            </a:extLst>
          </p:cNvPr>
          <p:cNvSpPr>
            <a:spLocks/>
          </p:cNvSpPr>
          <p:nvPr/>
        </p:nvSpPr>
        <p:spPr>
          <a:xfrm>
            <a:off x="142607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4" name="data_2903">
            <a:extLst>
              <a:ext uri="{FF2B5EF4-FFF2-40B4-BE49-F238E27FC236}">
                <a16:creationId xmlns:a16="http://schemas.microsoft.com/office/drawing/2014/main" id="{F2A69E82-A65B-4C40-AB30-964852BA3BAE}"/>
              </a:ext>
            </a:extLst>
          </p:cNvPr>
          <p:cNvSpPr>
            <a:spLocks/>
          </p:cNvSpPr>
          <p:nvPr/>
        </p:nvSpPr>
        <p:spPr>
          <a:xfrm>
            <a:off x="1469371" y="59752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5" name="data_2904">
            <a:extLst>
              <a:ext uri="{FF2B5EF4-FFF2-40B4-BE49-F238E27FC236}">
                <a16:creationId xmlns:a16="http://schemas.microsoft.com/office/drawing/2014/main" id="{9E148D30-2592-4EAE-91D0-2E67ACEC61E6}"/>
              </a:ext>
            </a:extLst>
          </p:cNvPr>
          <p:cNvSpPr>
            <a:spLocks/>
          </p:cNvSpPr>
          <p:nvPr/>
        </p:nvSpPr>
        <p:spPr>
          <a:xfrm>
            <a:off x="1415521" y="556862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6" name="data_2905">
            <a:extLst>
              <a:ext uri="{FF2B5EF4-FFF2-40B4-BE49-F238E27FC236}">
                <a16:creationId xmlns:a16="http://schemas.microsoft.com/office/drawing/2014/main" id="{AA79EE70-3D7F-4431-A74D-A4C43BD80FA1}"/>
              </a:ext>
            </a:extLst>
          </p:cNvPr>
          <p:cNvSpPr>
            <a:spLocks/>
          </p:cNvSpPr>
          <p:nvPr/>
        </p:nvSpPr>
        <p:spPr>
          <a:xfrm>
            <a:off x="1448048" y="582163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7" name="data_2906">
            <a:extLst>
              <a:ext uri="{FF2B5EF4-FFF2-40B4-BE49-F238E27FC236}">
                <a16:creationId xmlns:a16="http://schemas.microsoft.com/office/drawing/2014/main" id="{1D40611D-DD6C-4393-B67A-A1481243B4ED}"/>
              </a:ext>
            </a:extLst>
          </p:cNvPr>
          <p:cNvSpPr>
            <a:spLocks/>
          </p:cNvSpPr>
          <p:nvPr/>
        </p:nvSpPr>
        <p:spPr>
          <a:xfrm>
            <a:off x="1426138" y="58747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8" name="data_2907">
            <a:extLst>
              <a:ext uri="{FF2B5EF4-FFF2-40B4-BE49-F238E27FC236}">
                <a16:creationId xmlns:a16="http://schemas.microsoft.com/office/drawing/2014/main" id="{3ABDEAC2-E5EF-4475-841D-93C76E0FA87D}"/>
              </a:ext>
            </a:extLst>
          </p:cNvPr>
          <p:cNvSpPr>
            <a:spLocks/>
          </p:cNvSpPr>
          <p:nvPr/>
        </p:nvSpPr>
        <p:spPr>
          <a:xfrm>
            <a:off x="1478448" y="56140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9" name="data_2908">
            <a:extLst>
              <a:ext uri="{FF2B5EF4-FFF2-40B4-BE49-F238E27FC236}">
                <a16:creationId xmlns:a16="http://schemas.microsoft.com/office/drawing/2014/main" id="{2976B5CA-BED2-4EAB-97FC-98BC6F042D3A}"/>
              </a:ext>
            </a:extLst>
          </p:cNvPr>
          <p:cNvSpPr>
            <a:spLocks/>
          </p:cNvSpPr>
          <p:nvPr/>
        </p:nvSpPr>
        <p:spPr>
          <a:xfrm>
            <a:off x="1400621" y="574504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0" name="data_2909">
            <a:extLst>
              <a:ext uri="{FF2B5EF4-FFF2-40B4-BE49-F238E27FC236}">
                <a16:creationId xmlns:a16="http://schemas.microsoft.com/office/drawing/2014/main" id="{7841474E-2BBE-4CC5-8052-C2CC67310701}"/>
              </a:ext>
            </a:extLst>
          </p:cNvPr>
          <p:cNvSpPr>
            <a:spLocks/>
          </p:cNvSpPr>
          <p:nvPr/>
        </p:nvSpPr>
        <p:spPr>
          <a:xfrm>
            <a:off x="1434343" y="575145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1" name="data_2910">
            <a:extLst>
              <a:ext uri="{FF2B5EF4-FFF2-40B4-BE49-F238E27FC236}">
                <a16:creationId xmlns:a16="http://schemas.microsoft.com/office/drawing/2014/main" id="{5017C314-2ACB-45ED-B80A-E33F59B6DB2A}"/>
              </a:ext>
            </a:extLst>
          </p:cNvPr>
          <p:cNvSpPr>
            <a:spLocks/>
          </p:cNvSpPr>
          <p:nvPr/>
        </p:nvSpPr>
        <p:spPr>
          <a:xfrm>
            <a:off x="1488890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2" name="data_2911">
            <a:extLst>
              <a:ext uri="{FF2B5EF4-FFF2-40B4-BE49-F238E27FC236}">
                <a16:creationId xmlns:a16="http://schemas.microsoft.com/office/drawing/2014/main" id="{89FA68FE-2652-4B3F-92EE-1101987F45FA}"/>
              </a:ext>
            </a:extLst>
          </p:cNvPr>
          <p:cNvSpPr>
            <a:spLocks/>
          </p:cNvSpPr>
          <p:nvPr/>
        </p:nvSpPr>
        <p:spPr>
          <a:xfrm>
            <a:off x="1401532" y="56974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3" name="data_2912">
            <a:extLst>
              <a:ext uri="{FF2B5EF4-FFF2-40B4-BE49-F238E27FC236}">
                <a16:creationId xmlns:a16="http://schemas.microsoft.com/office/drawing/2014/main" id="{FACBC625-F1F7-452C-B906-BE11A0D19ADC}"/>
              </a:ext>
            </a:extLst>
          </p:cNvPr>
          <p:cNvSpPr>
            <a:spLocks/>
          </p:cNvSpPr>
          <p:nvPr/>
        </p:nvSpPr>
        <p:spPr>
          <a:xfrm>
            <a:off x="1482051" y="59981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4" name="data_2913">
            <a:extLst>
              <a:ext uri="{FF2B5EF4-FFF2-40B4-BE49-F238E27FC236}">
                <a16:creationId xmlns:a16="http://schemas.microsoft.com/office/drawing/2014/main" id="{5E014D7A-50CB-417A-9ACA-35012243FAE2}"/>
              </a:ext>
            </a:extLst>
          </p:cNvPr>
          <p:cNvSpPr>
            <a:spLocks/>
          </p:cNvSpPr>
          <p:nvPr/>
        </p:nvSpPr>
        <p:spPr>
          <a:xfrm>
            <a:off x="1410486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5" name="data_2914">
            <a:extLst>
              <a:ext uri="{FF2B5EF4-FFF2-40B4-BE49-F238E27FC236}">
                <a16:creationId xmlns:a16="http://schemas.microsoft.com/office/drawing/2014/main" id="{AC43B612-46F8-4B36-B1FC-1BA6F5080D12}"/>
              </a:ext>
            </a:extLst>
          </p:cNvPr>
          <p:cNvSpPr>
            <a:spLocks/>
          </p:cNvSpPr>
          <p:nvPr/>
        </p:nvSpPr>
        <p:spPr>
          <a:xfrm>
            <a:off x="1506367" y="675294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6" name="data_2915">
            <a:extLst>
              <a:ext uri="{FF2B5EF4-FFF2-40B4-BE49-F238E27FC236}">
                <a16:creationId xmlns:a16="http://schemas.microsoft.com/office/drawing/2014/main" id="{AC76E2A2-E2A6-4D08-914A-1B09A3FCE1DF}"/>
              </a:ext>
            </a:extLst>
          </p:cNvPr>
          <p:cNvSpPr>
            <a:spLocks/>
          </p:cNvSpPr>
          <p:nvPr/>
        </p:nvSpPr>
        <p:spPr>
          <a:xfrm>
            <a:off x="1454303" y="672969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7" name="data_2916">
            <a:extLst>
              <a:ext uri="{FF2B5EF4-FFF2-40B4-BE49-F238E27FC236}">
                <a16:creationId xmlns:a16="http://schemas.microsoft.com/office/drawing/2014/main" id="{765D047A-AF0A-4437-9A70-58FCA63A85BC}"/>
              </a:ext>
            </a:extLst>
          </p:cNvPr>
          <p:cNvSpPr>
            <a:spLocks/>
          </p:cNvSpPr>
          <p:nvPr/>
        </p:nvSpPr>
        <p:spPr>
          <a:xfrm>
            <a:off x="1451635" y="671519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8" name="data_2917">
            <a:extLst>
              <a:ext uri="{FF2B5EF4-FFF2-40B4-BE49-F238E27FC236}">
                <a16:creationId xmlns:a16="http://schemas.microsoft.com/office/drawing/2014/main" id="{034D915B-A1EB-41CD-AC13-A91C5D99E3FB}"/>
              </a:ext>
            </a:extLst>
          </p:cNvPr>
          <p:cNvSpPr>
            <a:spLocks/>
          </p:cNvSpPr>
          <p:nvPr/>
        </p:nvSpPr>
        <p:spPr>
          <a:xfrm>
            <a:off x="1445106" y="55200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9" name="data_2918">
            <a:extLst>
              <a:ext uri="{FF2B5EF4-FFF2-40B4-BE49-F238E27FC236}">
                <a16:creationId xmlns:a16="http://schemas.microsoft.com/office/drawing/2014/main" id="{9E06D67B-60B4-43B9-9F93-B55787C28AF7}"/>
              </a:ext>
            </a:extLst>
          </p:cNvPr>
          <p:cNvSpPr>
            <a:spLocks/>
          </p:cNvSpPr>
          <p:nvPr/>
        </p:nvSpPr>
        <p:spPr>
          <a:xfrm>
            <a:off x="1524425" y="64593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0" name="data_2919">
            <a:extLst>
              <a:ext uri="{FF2B5EF4-FFF2-40B4-BE49-F238E27FC236}">
                <a16:creationId xmlns:a16="http://schemas.microsoft.com/office/drawing/2014/main" id="{F7283518-CEC7-4385-BBA7-E1EE24F3CEA8}"/>
              </a:ext>
            </a:extLst>
          </p:cNvPr>
          <p:cNvSpPr>
            <a:spLocks/>
          </p:cNvSpPr>
          <p:nvPr/>
        </p:nvSpPr>
        <p:spPr>
          <a:xfrm>
            <a:off x="1428125" y="56061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1" name="data_2920">
            <a:extLst>
              <a:ext uri="{FF2B5EF4-FFF2-40B4-BE49-F238E27FC236}">
                <a16:creationId xmlns:a16="http://schemas.microsoft.com/office/drawing/2014/main" id="{1171718D-0603-46C6-BB04-BD7C7C18B6C3}"/>
              </a:ext>
            </a:extLst>
          </p:cNvPr>
          <p:cNvSpPr>
            <a:spLocks/>
          </p:cNvSpPr>
          <p:nvPr/>
        </p:nvSpPr>
        <p:spPr>
          <a:xfrm>
            <a:off x="1507497" y="623456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2" name="data_2921">
            <a:extLst>
              <a:ext uri="{FF2B5EF4-FFF2-40B4-BE49-F238E27FC236}">
                <a16:creationId xmlns:a16="http://schemas.microsoft.com/office/drawing/2014/main" id="{B5366EDE-B24C-4C9F-B69B-1446427E95BA}"/>
              </a:ext>
            </a:extLst>
          </p:cNvPr>
          <p:cNvSpPr>
            <a:spLocks/>
          </p:cNvSpPr>
          <p:nvPr/>
        </p:nvSpPr>
        <p:spPr>
          <a:xfrm>
            <a:off x="1437491" y="65865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3" name="data_2922">
            <a:extLst>
              <a:ext uri="{FF2B5EF4-FFF2-40B4-BE49-F238E27FC236}">
                <a16:creationId xmlns:a16="http://schemas.microsoft.com/office/drawing/2014/main" id="{7969ACDF-4C92-4816-A15D-98611BF3919B}"/>
              </a:ext>
            </a:extLst>
          </p:cNvPr>
          <p:cNvSpPr>
            <a:spLocks/>
          </p:cNvSpPr>
          <p:nvPr/>
        </p:nvSpPr>
        <p:spPr>
          <a:xfrm>
            <a:off x="1424154" y="574523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4" name="data_2923">
            <a:extLst>
              <a:ext uri="{FF2B5EF4-FFF2-40B4-BE49-F238E27FC236}">
                <a16:creationId xmlns:a16="http://schemas.microsoft.com/office/drawing/2014/main" id="{0444E510-8278-4B2F-8026-4FA5FA2E2D52}"/>
              </a:ext>
            </a:extLst>
          </p:cNvPr>
          <p:cNvSpPr>
            <a:spLocks/>
          </p:cNvSpPr>
          <p:nvPr/>
        </p:nvSpPr>
        <p:spPr>
          <a:xfrm>
            <a:off x="1527988" y="558848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5" name="data_2924">
            <a:extLst>
              <a:ext uri="{FF2B5EF4-FFF2-40B4-BE49-F238E27FC236}">
                <a16:creationId xmlns:a16="http://schemas.microsoft.com/office/drawing/2014/main" id="{44EA0B62-A154-4072-8DAC-6B3829256B3F}"/>
              </a:ext>
            </a:extLst>
          </p:cNvPr>
          <p:cNvSpPr>
            <a:spLocks/>
          </p:cNvSpPr>
          <p:nvPr/>
        </p:nvSpPr>
        <p:spPr>
          <a:xfrm>
            <a:off x="1452741" y="55759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6" name="data_2925">
            <a:extLst>
              <a:ext uri="{FF2B5EF4-FFF2-40B4-BE49-F238E27FC236}">
                <a16:creationId xmlns:a16="http://schemas.microsoft.com/office/drawing/2014/main" id="{F54FFB22-73F2-44E5-BA26-D698A888FD82}"/>
              </a:ext>
            </a:extLst>
          </p:cNvPr>
          <p:cNvSpPr>
            <a:spLocks/>
          </p:cNvSpPr>
          <p:nvPr/>
        </p:nvSpPr>
        <p:spPr>
          <a:xfrm>
            <a:off x="1455439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7" name="data_2926">
            <a:extLst>
              <a:ext uri="{FF2B5EF4-FFF2-40B4-BE49-F238E27FC236}">
                <a16:creationId xmlns:a16="http://schemas.microsoft.com/office/drawing/2014/main" id="{DA0AABC6-B2E3-454D-9D93-0732C04A8607}"/>
              </a:ext>
            </a:extLst>
          </p:cNvPr>
          <p:cNvSpPr>
            <a:spLocks/>
          </p:cNvSpPr>
          <p:nvPr/>
        </p:nvSpPr>
        <p:spPr>
          <a:xfrm>
            <a:off x="1442778" y="552361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8" name="data_2927">
            <a:extLst>
              <a:ext uri="{FF2B5EF4-FFF2-40B4-BE49-F238E27FC236}">
                <a16:creationId xmlns:a16="http://schemas.microsoft.com/office/drawing/2014/main" id="{B58B9EBB-C74B-48F9-A0A3-D8B79622B37F}"/>
              </a:ext>
            </a:extLst>
          </p:cNvPr>
          <p:cNvSpPr>
            <a:spLocks/>
          </p:cNvSpPr>
          <p:nvPr/>
        </p:nvSpPr>
        <p:spPr>
          <a:xfrm>
            <a:off x="1490619" y="581354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9" name="data_2928">
            <a:extLst>
              <a:ext uri="{FF2B5EF4-FFF2-40B4-BE49-F238E27FC236}">
                <a16:creationId xmlns:a16="http://schemas.microsoft.com/office/drawing/2014/main" id="{ACB0069A-1272-4CF7-9AC3-0DBFB21B6FC0}"/>
              </a:ext>
            </a:extLst>
          </p:cNvPr>
          <p:cNvSpPr>
            <a:spLocks/>
          </p:cNvSpPr>
          <p:nvPr/>
        </p:nvSpPr>
        <p:spPr>
          <a:xfrm>
            <a:off x="1469631" y="56307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0" name="data_2929">
            <a:extLst>
              <a:ext uri="{FF2B5EF4-FFF2-40B4-BE49-F238E27FC236}">
                <a16:creationId xmlns:a16="http://schemas.microsoft.com/office/drawing/2014/main" id="{DFD3D007-81CB-49F0-BB1C-AFC680BB44DA}"/>
              </a:ext>
            </a:extLst>
          </p:cNvPr>
          <p:cNvSpPr>
            <a:spLocks/>
          </p:cNvSpPr>
          <p:nvPr/>
        </p:nvSpPr>
        <p:spPr>
          <a:xfrm>
            <a:off x="1508963" y="61850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1" name="data_2930">
            <a:extLst>
              <a:ext uri="{FF2B5EF4-FFF2-40B4-BE49-F238E27FC236}">
                <a16:creationId xmlns:a16="http://schemas.microsoft.com/office/drawing/2014/main" id="{C6424D76-4297-4AD7-AEC1-8B3A5740756E}"/>
              </a:ext>
            </a:extLst>
          </p:cNvPr>
          <p:cNvSpPr>
            <a:spLocks/>
          </p:cNvSpPr>
          <p:nvPr/>
        </p:nvSpPr>
        <p:spPr>
          <a:xfrm>
            <a:off x="1464759" y="62937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2" name="data_2931">
            <a:extLst>
              <a:ext uri="{FF2B5EF4-FFF2-40B4-BE49-F238E27FC236}">
                <a16:creationId xmlns:a16="http://schemas.microsoft.com/office/drawing/2014/main" id="{C054A00E-48AF-46C2-BF3E-40C03C568F7A}"/>
              </a:ext>
            </a:extLst>
          </p:cNvPr>
          <p:cNvSpPr>
            <a:spLocks/>
          </p:cNvSpPr>
          <p:nvPr/>
        </p:nvSpPr>
        <p:spPr>
          <a:xfrm>
            <a:off x="1441600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3" name="data_2932">
            <a:extLst>
              <a:ext uri="{FF2B5EF4-FFF2-40B4-BE49-F238E27FC236}">
                <a16:creationId xmlns:a16="http://schemas.microsoft.com/office/drawing/2014/main" id="{42E873D3-AA09-4EEE-8C4F-58399D5AA434}"/>
              </a:ext>
            </a:extLst>
          </p:cNvPr>
          <p:cNvSpPr>
            <a:spLocks/>
          </p:cNvSpPr>
          <p:nvPr/>
        </p:nvSpPr>
        <p:spPr>
          <a:xfrm>
            <a:off x="1705723" y="54516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4" name="data_2933">
            <a:extLst>
              <a:ext uri="{FF2B5EF4-FFF2-40B4-BE49-F238E27FC236}">
                <a16:creationId xmlns:a16="http://schemas.microsoft.com/office/drawing/2014/main" id="{1041466B-4DF6-47DC-A9C2-8B8830E442E5}"/>
              </a:ext>
            </a:extLst>
          </p:cNvPr>
          <p:cNvSpPr>
            <a:spLocks/>
          </p:cNvSpPr>
          <p:nvPr/>
        </p:nvSpPr>
        <p:spPr>
          <a:xfrm>
            <a:off x="1629409" y="56442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5" name="data_2934">
            <a:extLst>
              <a:ext uri="{FF2B5EF4-FFF2-40B4-BE49-F238E27FC236}">
                <a16:creationId xmlns:a16="http://schemas.microsoft.com/office/drawing/2014/main" id="{207B532E-2EE2-4800-A07A-21E34DFC5654}"/>
              </a:ext>
            </a:extLst>
          </p:cNvPr>
          <p:cNvSpPr>
            <a:spLocks/>
          </p:cNvSpPr>
          <p:nvPr/>
        </p:nvSpPr>
        <p:spPr>
          <a:xfrm>
            <a:off x="1736330" y="54796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6" name="data_2935">
            <a:extLst>
              <a:ext uri="{FF2B5EF4-FFF2-40B4-BE49-F238E27FC236}">
                <a16:creationId xmlns:a16="http://schemas.microsoft.com/office/drawing/2014/main" id="{30BCB778-DCAA-4947-BD1A-73175B38A30F}"/>
              </a:ext>
            </a:extLst>
          </p:cNvPr>
          <p:cNvSpPr>
            <a:spLocks/>
          </p:cNvSpPr>
          <p:nvPr/>
        </p:nvSpPr>
        <p:spPr>
          <a:xfrm>
            <a:off x="1630533" y="55326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7" name="data_2936">
            <a:extLst>
              <a:ext uri="{FF2B5EF4-FFF2-40B4-BE49-F238E27FC236}">
                <a16:creationId xmlns:a16="http://schemas.microsoft.com/office/drawing/2014/main" id="{75B6F110-6494-4638-82BE-4CAD9250CE95}"/>
              </a:ext>
            </a:extLst>
          </p:cNvPr>
          <p:cNvSpPr>
            <a:spLocks/>
          </p:cNvSpPr>
          <p:nvPr/>
        </p:nvSpPr>
        <p:spPr>
          <a:xfrm>
            <a:off x="1696787" y="61977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8" name="data_2937">
            <a:extLst>
              <a:ext uri="{FF2B5EF4-FFF2-40B4-BE49-F238E27FC236}">
                <a16:creationId xmlns:a16="http://schemas.microsoft.com/office/drawing/2014/main" id="{67204CE5-0F03-4F15-BC13-A925AA473BF3}"/>
              </a:ext>
            </a:extLst>
          </p:cNvPr>
          <p:cNvSpPr>
            <a:spLocks/>
          </p:cNvSpPr>
          <p:nvPr/>
        </p:nvSpPr>
        <p:spPr>
          <a:xfrm>
            <a:off x="1698249" y="62339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9" name="data_2938">
            <a:extLst>
              <a:ext uri="{FF2B5EF4-FFF2-40B4-BE49-F238E27FC236}">
                <a16:creationId xmlns:a16="http://schemas.microsoft.com/office/drawing/2014/main" id="{EA8484A4-C009-438D-AC7A-671859A17D7C}"/>
              </a:ext>
            </a:extLst>
          </p:cNvPr>
          <p:cNvSpPr>
            <a:spLocks/>
          </p:cNvSpPr>
          <p:nvPr/>
        </p:nvSpPr>
        <p:spPr>
          <a:xfrm>
            <a:off x="1752741" y="549313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0" name="data_2939">
            <a:extLst>
              <a:ext uri="{FF2B5EF4-FFF2-40B4-BE49-F238E27FC236}">
                <a16:creationId xmlns:a16="http://schemas.microsoft.com/office/drawing/2014/main" id="{5368F60C-FF7C-456E-9ABE-0D03438A63C5}"/>
              </a:ext>
            </a:extLst>
          </p:cNvPr>
          <p:cNvSpPr>
            <a:spLocks/>
          </p:cNvSpPr>
          <p:nvPr/>
        </p:nvSpPr>
        <p:spPr>
          <a:xfrm>
            <a:off x="1693842" y="570583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1" name="data_2940">
            <a:extLst>
              <a:ext uri="{FF2B5EF4-FFF2-40B4-BE49-F238E27FC236}">
                <a16:creationId xmlns:a16="http://schemas.microsoft.com/office/drawing/2014/main" id="{95DCAA6E-268A-490C-BD76-1DA916823585}"/>
              </a:ext>
            </a:extLst>
          </p:cNvPr>
          <p:cNvSpPr>
            <a:spLocks/>
          </p:cNvSpPr>
          <p:nvPr/>
        </p:nvSpPr>
        <p:spPr>
          <a:xfrm>
            <a:off x="1692966" y="565405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2" name="data_2941">
            <a:extLst>
              <a:ext uri="{FF2B5EF4-FFF2-40B4-BE49-F238E27FC236}">
                <a16:creationId xmlns:a16="http://schemas.microsoft.com/office/drawing/2014/main" id="{88E60C71-0B3A-4049-8E23-0083FB540798}"/>
              </a:ext>
            </a:extLst>
          </p:cNvPr>
          <p:cNvSpPr>
            <a:spLocks/>
          </p:cNvSpPr>
          <p:nvPr/>
        </p:nvSpPr>
        <p:spPr>
          <a:xfrm>
            <a:off x="1692917" y="557340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3" name="data_2942">
            <a:extLst>
              <a:ext uri="{FF2B5EF4-FFF2-40B4-BE49-F238E27FC236}">
                <a16:creationId xmlns:a16="http://schemas.microsoft.com/office/drawing/2014/main" id="{9C9285E9-7CE5-4E86-B420-C3D3FFF20BD4}"/>
              </a:ext>
            </a:extLst>
          </p:cNvPr>
          <p:cNvSpPr>
            <a:spLocks/>
          </p:cNvSpPr>
          <p:nvPr/>
        </p:nvSpPr>
        <p:spPr>
          <a:xfrm>
            <a:off x="1661337" y="56197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4" name="data_2943">
            <a:extLst>
              <a:ext uri="{FF2B5EF4-FFF2-40B4-BE49-F238E27FC236}">
                <a16:creationId xmlns:a16="http://schemas.microsoft.com/office/drawing/2014/main" id="{43144C84-F250-4987-9144-2948085973D4}"/>
              </a:ext>
            </a:extLst>
          </p:cNvPr>
          <p:cNvSpPr>
            <a:spLocks/>
          </p:cNvSpPr>
          <p:nvPr/>
        </p:nvSpPr>
        <p:spPr>
          <a:xfrm>
            <a:off x="1621338" y="56706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5" name="data_2944">
            <a:extLst>
              <a:ext uri="{FF2B5EF4-FFF2-40B4-BE49-F238E27FC236}">
                <a16:creationId xmlns:a16="http://schemas.microsoft.com/office/drawing/2014/main" id="{F91683FB-3147-4A4F-9351-09ED60D7FA4A}"/>
              </a:ext>
            </a:extLst>
          </p:cNvPr>
          <p:cNvSpPr>
            <a:spLocks/>
          </p:cNvSpPr>
          <p:nvPr/>
        </p:nvSpPr>
        <p:spPr>
          <a:xfrm>
            <a:off x="1733773" y="613143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6" name="data_2945">
            <a:extLst>
              <a:ext uri="{FF2B5EF4-FFF2-40B4-BE49-F238E27FC236}">
                <a16:creationId xmlns:a16="http://schemas.microsoft.com/office/drawing/2014/main" id="{E73086F7-EAC0-45A7-AF20-C97426FAB148}"/>
              </a:ext>
            </a:extLst>
          </p:cNvPr>
          <p:cNvSpPr>
            <a:spLocks/>
          </p:cNvSpPr>
          <p:nvPr/>
        </p:nvSpPr>
        <p:spPr>
          <a:xfrm>
            <a:off x="1613627" y="56957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7" name="data_2946">
            <a:extLst>
              <a:ext uri="{FF2B5EF4-FFF2-40B4-BE49-F238E27FC236}">
                <a16:creationId xmlns:a16="http://schemas.microsoft.com/office/drawing/2014/main" id="{3D0D4451-AD30-4E41-8BF6-3EB2C008DFA6}"/>
              </a:ext>
            </a:extLst>
          </p:cNvPr>
          <p:cNvSpPr>
            <a:spLocks/>
          </p:cNvSpPr>
          <p:nvPr/>
        </p:nvSpPr>
        <p:spPr>
          <a:xfrm>
            <a:off x="1751763" y="55154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8" name="data_2947">
            <a:extLst>
              <a:ext uri="{FF2B5EF4-FFF2-40B4-BE49-F238E27FC236}">
                <a16:creationId xmlns:a16="http://schemas.microsoft.com/office/drawing/2014/main" id="{82815575-607C-4B22-8CD2-87BE0D24979C}"/>
              </a:ext>
            </a:extLst>
          </p:cNvPr>
          <p:cNvSpPr>
            <a:spLocks/>
          </p:cNvSpPr>
          <p:nvPr/>
        </p:nvSpPr>
        <p:spPr>
          <a:xfrm>
            <a:off x="1737248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9" name="data_2948">
            <a:extLst>
              <a:ext uri="{FF2B5EF4-FFF2-40B4-BE49-F238E27FC236}">
                <a16:creationId xmlns:a16="http://schemas.microsoft.com/office/drawing/2014/main" id="{1204D2D8-CBDB-42AA-9629-049204DF7087}"/>
              </a:ext>
            </a:extLst>
          </p:cNvPr>
          <p:cNvSpPr>
            <a:spLocks/>
          </p:cNvSpPr>
          <p:nvPr/>
        </p:nvSpPr>
        <p:spPr>
          <a:xfrm>
            <a:off x="1664009" y="55067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0" name="data_2949">
            <a:extLst>
              <a:ext uri="{FF2B5EF4-FFF2-40B4-BE49-F238E27FC236}">
                <a16:creationId xmlns:a16="http://schemas.microsoft.com/office/drawing/2014/main" id="{69F7B7CC-414E-40FB-B005-3FAACD115A7F}"/>
              </a:ext>
            </a:extLst>
          </p:cNvPr>
          <p:cNvSpPr>
            <a:spLocks/>
          </p:cNvSpPr>
          <p:nvPr/>
        </p:nvSpPr>
        <p:spPr>
          <a:xfrm>
            <a:off x="1717795" y="54455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1" name="data_2950">
            <a:extLst>
              <a:ext uri="{FF2B5EF4-FFF2-40B4-BE49-F238E27FC236}">
                <a16:creationId xmlns:a16="http://schemas.microsoft.com/office/drawing/2014/main" id="{D7A44563-03C1-42D9-AE35-28DB1D70BEC0}"/>
              </a:ext>
            </a:extLst>
          </p:cNvPr>
          <p:cNvSpPr>
            <a:spLocks/>
          </p:cNvSpPr>
          <p:nvPr/>
        </p:nvSpPr>
        <p:spPr>
          <a:xfrm>
            <a:off x="1651181" y="588306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2" name="data_2951">
            <a:extLst>
              <a:ext uri="{FF2B5EF4-FFF2-40B4-BE49-F238E27FC236}">
                <a16:creationId xmlns:a16="http://schemas.microsoft.com/office/drawing/2014/main" id="{6DCF108E-F447-4CD5-8C79-34F0F50B4788}"/>
              </a:ext>
            </a:extLst>
          </p:cNvPr>
          <p:cNvSpPr>
            <a:spLocks/>
          </p:cNvSpPr>
          <p:nvPr/>
        </p:nvSpPr>
        <p:spPr>
          <a:xfrm>
            <a:off x="1618778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3" name="data_2952">
            <a:extLst>
              <a:ext uri="{FF2B5EF4-FFF2-40B4-BE49-F238E27FC236}">
                <a16:creationId xmlns:a16="http://schemas.microsoft.com/office/drawing/2014/main" id="{1513DDF0-B78A-4D71-8986-E3332C21E514}"/>
              </a:ext>
            </a:extLst>
          </p:cNvPr>
          <p:cNvSpPr>
            <a:spLocks/>
          </p:cNvSpPr>
          <p:nvPr/>
        </p:nvSpPr>
        <p:spPr>
          <a:xfrm>
            <a:off x="1731593" y="63745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4" name="data_2953">
            <a:extLst>
              <a:ext uri="{FF2B5EF4-FFF2-40B4-BE49-F238E27FC236}">
                <a16:creationId xmlns:a16="http://schemas.microsoft.com/office/drawing/2014/main" id="{63B9B213-4A95-4032-B4AA-59C2E335714F}"/>
              </a:ext>
            </a:extLst>
          </p:cNvPr>
          <p:cNvSpPr>
            <a:spLocks/>
          </p:cNvSpPr>
          <p:nvPr/>
        </p:nvSpPr>
        <p:spPr>
          <a:xfrm>
            <a:off x="1629036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5" name="data_2954">
            <a:extLst>
              <a:ext uri="{FF2B5EF4-FFF2-40B4-BE49-F238E27FC236}">
                <a16:creationId xmlns:a16="http://schemas.microsoft.com/office/drawing/2014/main" id="{8D534CC7-76F7-4B34-83A0-3C3101AB3AEA}"/>
              </a:ext>
            </a:extLst>
          </p:cNvPr>
          <p:cNvSpPr>
            <a:spLocks/>
          </p:cNvSpPr>
          <p:nvPr/>
        </p:nvSpPr>
        <p:spPr>
          <a:xfrm>
            <a:off x="1640746" y="54670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6" name="data_2955">
            <a:extLst>
              <a:ext uri="{FF2B5EF4-FFF2-40B4-BE49-F238E27FC236}">
                <a16:creationId xmlns:a16="http://schemas.microsoft.com/office/drawing/2014/main" id="{6E982358-4C58-4408-BB30-628A8AE8EF60}"/>
              </a:ext>
            </a:extLst>
          </p:cNvPr>
          <p:cNvSpPr>
            <a:spLocks/>
          </p:cNvSpPr>
          <p:nvPr/>
        </p:nvSpPr>
        <p:spPr>
          <a:xfrm>
            <a:off x="1643515" y="55841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7" name="data_2956">
            <a:extLst>
              <a:ext uri="{FF2B5EF4-FFF2-40B4-BE49-F238E27FC236}">
                <a16:creationId xmlns:a16="http://schemas.microsoft.com/office/drawing/2014/main" id="{3CD440D5-D367-43FD-A520-57192BD81DE5}"/>
              </a:ext>
            </a:extLst>
          </p:cNvPr>
          <p:cNvSpPr>
            <a:spLocks/>
          </p:cNvSpPr>
          <p:nvPr/>
        </p:nvSpPr>
        <p:spPr>
          <a:xfrm>
            <a:off x="1717650" y="56525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8" name="data_2957">
            <a:extLst>
              <a:ext uri="{FF2B5EF4-FFF2-40B4-BE49-F238E27FC236}">
                <a16:creationId xmlns:a16="http://schemas.microsoft.com/office/drawing/2014/main" id="{B8259825-22B6-4A2A-A73D-4AC98D15E573}"/>
              </a:ext>
            </a:extLst>
          </p:cNvPr>
          <p:cNvSpPr>
            <a:spLocks/>
          </p:cNvSpPr>
          <p:nvPr/>
        </p:nvSpPr>
        <p:spPr>
          <a:xfrm>
            <a:off x="1680554" y="60530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9" name="data_2958">
            <a:extLst>
              <a:ext uri="{FF2B5EF4-FFF2-40B4-BE49-F238E27FC236}">
                <a16:creationId xmlns:a16="http://schemas.microsoft.com/office/drawing/2014/main" id="{3EF210DF-FF20-40E8-BCD0-9867FD720FA5}"/>
              </a:ext>
            </a:extLst>
          </p:cNvPr>
          <p:cNvSpPr>
            <a:spLocks/>
          </p:cNvSpPr>
          <p:nvPr/>
        </p:nvSpPr>
        <p:spPr>
          <a:xfrm>
            <a:off x="1613349" y="55702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0" name="data_2959">
            <a:extLst>
              <a:ext uri="{FF2B5EF4-FFF2-40B4-BE49-F238E27FC236}">
                <a16:creationId xmlns:a16="http://schemas.microsoft.com/office/drawing/2014/main" id="{CB88C487-75EC-4260-B018-1518CA4F47D1}"/>
              </a:ext>
            </a:extLst>
          </p:cNvPr>
          <p:cNvSpPr>
            <a:spLocks/>
          </p:cNvSpPr>
          <p:nvPr/>
        </p:nvSpPr>
        <p:spPr>
          <a:xfrm>
            <a:off x="1631910" y="56188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1" name="data_2960">
            <a:extLst>
              <a:ext uri="{FF2B5EF4-FFF2-40B4-BE49-F238E27FC236}">
                <a16:creationId xmlns:a16="http://schemas.microsoft.com/office/drawing/2014/main" id="{EAEE46F0-5ACE-4EA8-B1C6-FD38DC4C6A8B}"/>
              </a:ext>
            </a:extLst>
          </p:cNvPr>
          <p:cNvSpPr>
            <a:spLocks/>
          </p:cNvSpPr>
          <p:nvPr/>
        </p:nvSpPr>
        <p:spPr>
          <a:xfrm>
            <a:off x="1681645" y="57949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2" name="data_2961">
            <a:extLst>
              <a:ext uri="{FF2B5EF4-FFF2-40B4-BE49-F238E27FC236}">
                <a16:creationId xmlns:a16="http://schemas.microsoft.com/office/drawing/2014/main" id="{5231F1C1-986F-41C1-8C4E-3BA052585C29}"/>
              </a:ext>
            </a:extLst>
          </p:cNvPr>
          <p:cNvSpPr>
            <a:spLocks/>
          </p:cNvSpPr>
          <p:nvPr/>
        </p:nvSpPr>
        <p:spPr>
          <a:xfrm>
            <a:off x="1731921" y="60761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3" name="data_2962">
            <a:extLst>
              <a:ext uri="{FF2B5EF4-FFF2-40B4-BE49-F238E27FC236}">
                <a16:creationId xmlns:a16="http://schemas.microsoft.com/office/drawing/2014/main" id="{0F9BAA4F-F01D-44CA-9F83-2DDDED557034}"/>
              </a:ext>
            </a:extLst>
          </p:cNvPr>
          <p:cNvSpPr>
            <a:spLocks/>
          </p:cNvSpPr>
          <p:nvPr/>
        </p:nvSpPr>
        <p:spPr>
          <a:xfrm>
            <a:off x="1667715" y="64153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4" name="data_2963">
            <a:extLst>
              <a:ext uri="{FF2B5EF4-FFF2-40B4-BE49-F238E27FC236}">
                <a16:creationId xmlns:a16="http://schemas.microsoft.com/office/drawing/2014/main" id="{33A93900-5E2F-48D8-94BF-D56080594F12}"/>
              </a:ext>
            </a:extLst>
          </p:cNvPr>
          <p:cNvSpPr>
            <a:spLocks/>
          </p:cNvSpPr>
          <p:nvPr/>
        </p:nvSpPr>
        <p:spPr>
          <a:xfrm>
            <a:off x="1669252" y="54062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5" name="data_2964">
            <a:extLst>
              <a:ext uri="{FF2B5EF4-FFF2-40B4-BE49-F238E27FC236}">
                <a16:creationId xmlns:a16="http://schemas.microsoft.com/office/drawing/2014/main" id="{2D36FE4A-9F8C-4336-8A10-023B64A4F9CC}"/>
              </a:ext>
            </a:extLst>
          </p:cNvPr>
          <p:cNvSpPr>
            <a:spLocks/>
          </p:cNvSpPr>
          <p:nvPr/>
        </p:nvSpPr>
        <p:spPr>
          <a:xfrm>
            <a:off x="1626480" y="55573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6" name="data_2965">
            <a:extLst>
              <a:ext uri="{FF2B5EF4-FFF2-40B4-BE49-F238E27FC236}">
                <a16:creationId xmlns:a16="http://schemas.microsoft.com/office/drawing/2014/main" id="{BDC4C036-E5E3-4532-8180-E2C10A52ADBB}"/>
              </a:ext>
            </a:extLst>
          </p:cNvPr>
          <p:cNvSpPr>
            <a:spLocks/>
          </p:cNvSpPr>
          <p:nvPr/>
        </p:nvSpPr>
        <p:spPr>
          <a:xfrm>
            <a:off x="1713232" y="549401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7" name="data_2966">
            <a:extLst>
              <a:ext uri="{FF2B5EF4-FFF2-40B4-BE49-F238E27FC236}">
                <a16:creationId xmlns:a16="http://schemas.microsoft.com/office/drawing/2014/main" id="{45B9EF70-BD22-427B-9A5D-5C4E80403473}"/>
              </a:ext>
            </a:extLst>
          </p:cNvPr>
          <p:cNvSpPr>
            <a:spLocks/>
          </p:cNvSpPr>
          <p:nvPr/>
        </p:nvSpPr>
        <p:spPr>
          <a:xfrm>
            <a:off x="1685085" y="55544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8" name="data_2967">
            <a:extLst>
              <a:ext uri="{FF2B5EF4-FFF2-40B4-BE49-F238E27FC236}">
                <a16:creationId xmlns:a16="http://schemas.microsoft.com/office/drawing/2014/main" id="{3ADE12EE-6217-4847-94D1-1EF1C3299C37}"/>
              </a:ext>
            </a:extLst>
          </p:cNvPr>
          <p:cNvSpPr>
            <a:spLocks/>
          </p:cNvSpPr>
          <p:nvPr/>
        </p:nvSpPr>
        <p:spPr>
          <a:xfrm>
            <a:off x="1637022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9" name="data_2968">
            <a:extLst>
              <a:ext uri="{FF2B5EF4-FFF2-40B4-BE49-F238E27FC236}">
                <a16:creationId xmlns:a16="http://schemas.microsoft.com/office/drawing/2014/main" id="{0FCA5CDE-F154-4FC8-96D0-F00E9C820A7D}"/>
              </a:ext>
            </a:extLst>
          </p:cNvPr>
          <p:cNvSpPr>
            <a:spLocks/>
          </p:cNvSpPr>
          <p:nvPr/>
        </p:nvSpPr>
        <p:spPr>
          <a:xfrm>
            <a:off x="1745120" y="55019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0" name="data_2969">
            <a:extLst>
              <a:ext uri="{FF2B5EF4-FFF2-40B4-BE49-F238E27FC236}">
                <a16:creationId xmlns:a16="http://schemas.microsoft.com/office/drawing/2014/main" id="{9499E19F-CC7A-4921-A87C-9FD2B15BAD8E}"/>
              </a:ext>
            </a:extLst>
          </p:cNvPr>
          <p:cNvSpPr>
            <a:spLocks/>
          </p:cNvSpPr>
          <p:nvPr/>
        </p:nvSpPr>
        <p:spPr>
          <a:xfrm>
            <a:off x="1687325" y="60699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1" name="data_2970">
            <a:extLst>
              <a:ext uri="{FF2B5EF4-FFF2-40B4-BE49-F238E27FC236}">
                <a16:creationId xmlns:a16="http://schemas.microsoft.com/office/drawing/2014/main" id="{D3C1A6D9-AB3B-4041-9FFE-AE39353390CB}"/>
              </a:ext>
            </a:extLst>
          </p:cNvPr>
          <p:cNvSpPr>
            <a:spLocks/>
          </p:cNvSpPr>
          <p:nvPr/>
        </p:nvSpPr>
        <p:spPr>
          <a:xfrm>
            <a:off x="1645505" y="59607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2" name="data_2971">
            <a:extLst>
              <a:ext uri="{FF2B5EF4-FFF2-40B4-BE49-F238E27FC236}">
                <a16:creationId xmlns:a16="http://schemas.microsoft.com/office/drawing/2014/main" id="{7CB3D878-C582-4145-BA53-2D6E3673420A}"/>
              </a:ext>
            </a:extLst>
          </p:cNvPr>
          <p:cNvSpPr>
            <a:spLocks/>
          </p:cNvSpPr>
          <p:nvPr/>
        </p:nvSpPr>
        <p:spPr>
          <a:xfrm>
            <a:off x="1744613" y="57268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3" name="data_2972">
            <a:extLst>
              <a:ext uri="{FF2B5EF4-FFF2-40B4-BE49-F238E27FC236}">
                <a16:creationId xmlns:a16="http://schemas.microsoft.com/office/drawing/2014/main" id="{8199F519-A15D-4023-8B4A-6436A08009FF}"/>
              </a:ext>
            </a:extLst>
          </p:cNvPr>
          <p:cNvSpPr>
            <a:spLocks/>
          </p:cNvSpPr>
          <p:nvPr/>
        </p:nvSpPr>
        <p:spPr>
          <a:xfrm>
            <a:off x="1627078" y="59165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4" name="data_2973">
            <a:extLst>
              <a:ext uri="{FF2B5EF4-FFF2-40B4-BE49-F238E27FC236}">
                <a16:creationId xmlns:a16="http://schemas.microsoft.com/office/drawing/2014/main" id="{2E3AD6E5-9BCD-412A-85C6-B18CC38BFF2B}"/>
              </a:ext>
            </a:extLst>
          </p:cNvPr>
          <p:cNvSpPr>
            <a:spLocks/>
          </p:cNvSpPr>
          <p:nvPr/>
        </p:nvSpPr>
        <p:spPr>
          <a:xfrm>
            <a:off x="1613070" y="55347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5" name="data_2974">
            <a:extLst>
              <a:ext uri="{FF2B5EF4-FFF2-40B4-BE49-F238E27FC236}">
                <a16:creationId xmlns:a16="http://schemas.microsoft.com/office/drawing/2014/main" id="{0E1629DB-8C92-4159-AE17-6646E5D4DC91}"/>
              </a:ext>
            </a:extLst>
          </p:cNvPr>
          <p:cNvSpPr>
            <a:spLocks/>
          </p:cNvSpPr>
          <p:nvPr/>
        </p:nvSpPr>
        <p:spPr>
          <a:xfrm>
            <a:off x="1718158" y="55387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6" name="data_2975">
            <a:extLst>
              <a:ext uri="{FF2B5EF4-FFF2-40B4-BE49-F238E27FC236}">
                <a16:creationId xmlns:a16="http://schemas.microsoft.com/office/drawing/2014/main" id="{716DB11E-E37C-4281-B097-BC72A46FE72F}"/>
              </a:ext>
            </a:extLst>
          </p:cNvPr>
          <p:cNvSpPr>
            <a:spLocks/>
          </p:cNvSpPr>
          <p:nvPr/>
        </p:nvSpPr>
        <p:spPr>
          <a:xfrm>
            <a:off x="1741057" y="61580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7" name="data_2976">
            <a:extLst>
              <a:ext uri="{FF2B5EF4-FFF2-40B4-BE49-F238E27FC236}">
                <a16:creationId xmlns:a16="http://schemas.microsoft.com/office/drawing/2014/main" id="{D3E18FB9-81C5-4D4F-96AD-11F6D433E742}"/>
              </a:ext>
            </a:extLst>
          </p:cNvPr>
          <p:cNvSpPr>
            <a:spLocks/>
          </p:cNvSpPr>
          <p:nvPr/>
        </p:nvSpPr>
        <p:spPr>
          <a:xfrm>
            <a:off x="1709875" y="560148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8" name="data_2977">
            <a:extLst>
              <a:ext uri="{FF2B5EF4-FFF2-40B4-BE49-F238E27FC236}">
                <a16:creationId xmlns:a16="http://schemas.microsoft.com/office/drawing/2014/main" id="{2746539D-982C-414E-ACC5-B7AACF792190}"/>
              </a:ext>
            </a:extLst>
          </p:cNvPr>
          <p:cNvSpPr>
            <a:spLocks/>
          </p:cNvSpPr>
          <p:nvPr/>
        </p:nvSpPr>
        <p:spPr>
          <a:xfrm>
            <a:off x="1736365" y="570189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9" name="data_2978">
            <a:extLst>
              <a:ext uri="{FF2B5EF4-FFF2-40B4-BE49-F238E27FC236}">
                <a16:creationId xmlns:a16="http://schemas.microsoft.com/office/drawing/2014/main" id="{CE642847-AB89-4DC0-9D05-02C7CE9E03FE}"/>
              </a:ext>
            </a:extLst>
          </p:cNvPr>
          <p:cNvSpPr>
            <a:spLocks/>
          </p:cNvSpPr>
          <p:nvPr/>
        </p:nvSpPr>
        <p:spPr>
          <a:xfrm>
            <a:off x="1621802" y="539903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0" name="data_2979">
            <a:extLst>
              <a:ext uri="{FF2B5EF4-FFF2-40B4-BE49-F238E27FC236}">
                <a16:creationId xmlns:a16="http://schemas.microsoft.com/office/drawing/2014/main" id="{DDABF98C-220C-4D72-A16E-AB70C71229CF}"/>
              </a:ext>
            </a:extLst>
          </p:cNvPr>
          <p:cNvSpPr>
            <a:spLocks/>
          </p:cNvSpPr>
          <p:nvPr/>
        </p:nvSpPr>
        <p:spPr>
          <a:xfrm>
            <a:off x="1723664" y="64011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1" name="data_2980">
            <a:extLst>
              <a:ext uri="{FF2B5EF4-FFF2-40B4-BE49-F238E27FC236}">
                <a16:creationId xmlns:a16="http://schemas.microsoft.com/office/drawing/2014/main" id="{136754A0-F932-449F-8A1F-1B208C1C7796}"/>
              </a:ext>
            </a:extLst>
          </p:cNvPr>
          <p:cNvSpPr>
            <a:spLocks/>
          </p:cNvSpPr>
          <p:nvPr/>
        </p:nvSpPr>
        <p:spPr>
          <a:xfrm>
            <a:off x="1624781" y="54418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2" name="data_2981">
            <a:extLst>
              <a:ext uri="{FF2B5EF4-FFF2-40B4-BE49-F238E27FC236}">
                <a16:creationId xmlns:a16="http://schemas.microsoft.com/office/drawing/2014/main" id="{8C49253A-A68A-4A1F-913F-B7F7484063DA}"/>
              </a:ext>
            </a:extLst>
          </p:cNvPr>
          <p:cNvSpPr>
            <a:spLocks/>
          </p:cNvSpPr>
          <p:nvPr/>
        </p:nvSpPr>
        <p:spPr>
          <a:xfrm>
            <a:off x="1618315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3" name="data_2982">
            <a:extLst>
              <a:ext uri="{FF2B5EF4-FFF2-40B4-BE49-F238E27FC236}">
                <a16:creationId xmlns:a16="http://schemas.microsoft.com/office/drawing/2014/main" id="{5C86B3EE-A1C3-4BEC-BA0E-88028D8BCB6C}"/>
              </a:ext>
            </a:extLst>
          </p:cNvPr>
          <p:cNvSpPr>
            <a:spLocks/>
          </p:cNvSpPr>
          <p:nvPr/>
        </p:nvSpPr>
        <p:spPr>
          <a:xfrm>
            <a:off x="1675398" y="6660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4" name="data_2983">
            <a:extLst>
              <a:ext uri="{FF2B5EF4-FFF2-40B4-BE49-F238E27FC236}">
                <a16:creationId xmlns:a16="http://schemas.microsoft.com/office/drawing/2014/main" id="{E59F05A0-3499-4481-9423-098F87E62DE2}"/>
              </a:ext>
            </a:extLst>
          </p:cNvPr>
          <p:cNvSpPr>
            <a:spLocks/>
          </p:cNvSpPr>
          <p:nvPr/>
        </p:nvSpPr>
        <p:spPr>
          <a:xfrm>
            <a:off x="1747062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5" name="data_2984">
            <a:extLst>
              <a:ext uri="{FF2B5EF4-FFF2-40B4-BE49-F238E27FC236}">
                <a16:creationId xmlns:a16="http://schemas.microsoft.com/office/drawing/2014/main" id="{CC0FF4F3-5389-4BA7-91B6-D15C669F80D3}"/>
              </a:ext>
            </a:extLst>
          </p:cNvPr>
          <p:cNvSpPr>
            <a:spLocks/>
          </p:cNvSpPr>
          <p:nvPr/>
        </p:nvSpPr>
        <p:spPr>
          <a:xfrm>
            <a:off x="1644625" y="62807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6" name="data_2985">
            <a:extLst>
              <a:ext uri="{FF2B5EF4-FFF2-40B4-BE49-F238E27FC236}">
                <a16:creationId xmlns:a16="http://schemas.microsoft.com/office/drawing/2014/main" id="{651DE008-AECD-464A-A643-CD5997EF8695}"/>
              </a:ext>
            </a:extLst>
          </p:cNvPr>
          <p:cNvSpPr>
            <a:spLocks/>
          </p:cNvSpPr>
          <p:nvPr/>
        </p:nvSpPr>
        <p:spPr>
          <a:xfrm>
            <a:off x="1662187" y="65062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7" name="data_2986">
            <a:extLst>
              <a:ext uri="{FF2B5EF4-FFF2-40B4-BE49-F238E27FC236}">
                <a16:creationId xmlns:a16="http://schemas.microsoft.com/office/drawing/2014/main" id="{70EE5666-D8A7-49DE-8BC4-17B7E06FF80A}"/>
              </a:ext>
            </a:extLst>
          </p:cNvPr>
          <p:cNvSpPr>
            <a:spLocks/>
          </p:cNvSpPr>
          <p:nvPr/>
        </p:nvSpPr>
        <p:spPr>
          <a:xfrm>
            <a:off x="1730237" y="546578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8" name="data_2987">
            <a:extLst>
              <a:ext uri="{FF2B5EF4-FFF2-40B4-BE49-F238E27FC236}">
                <a16:creationId xmlns:a16="http://schemas.microsoft.com/office/drawing/2014/main" id="{122E67FC-71F2-41CB-AD83-EDF45C5D2FFD}"/>
              </a:ext>
            </a:extLst>
          </p:cNvPr>
          <p:cNvSpPr>
            <a:spLocks/>
          </p:cNvSpPr>
          <p:nvPr/>
        </p:nvSpPr>
        <p:spPr>
          <a:xfrm>
            <a:off x="1622762" y="569427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9" name="data_2988">
            <a:extLst>
              <a:ext uri="{FF2B5EF4-FFF2-40B4-BE49-F238E27FC236}">
                <a16:creationId xmlns:a16="http://schemas.microsoft.com/office/drawing/2014/main" id="{2F890197-AE4A-4F52-A19E-847B5AB9392E}"/>
              </a:ext>
            </a:extLst>
          </p:cNvPr>
          <p:cNvSpPr>
            <a:spLocks/>
          </p:cNvSpPr>
          <p:nvPr/>
        </p:nvSpPr>
        <p:spPr>
          <a:xfrm>
            <a:off x="1696766" y="594779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0" name="data_2989">
            <a:extLst>
              <a:ext uri="{FF2B5EF4-FFF2-40B4-BE49-F238E27FC236}">
                <a16:creationId xmlns:a16="http://schemas.microsoft.com/office/drawing/2014/main" id="{FBBE9854-8158-42F1-A921-6DE4E92A223B}"/>
              </a:ext>
            </a:extLst>
          </p:cNvPr>
          <p:cNvSpPr>
            <a:spLocks/>
          </p:cNvSpPr>
          <p:nvPr/>
        </p:nvSpPr>
        <p:spPr>
          <a:xfrm>
            <a:off x="1699626" y="54916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1" name="data_2990">
            <a:extLst>
              <a:ext uri="{FF2B5EF4-FFF2-40B4-BE49-F238E27FC236}">
                <a16:creationId xmlns:a16="http://schemas.microsoft.com/office/drawing/2014/main" id="{21AF632B-9DA9-4F25-A394-701B0A3F4B71}"/>
              </a:ext>
            </a:extLst>
          </p:cNvPr>
          <p:cNvSpPr>
            <a:spLocks/>
          </p:cNvSpPr>
          <p:nvPr/>
        </p:nvSpPr>
        <p:spPr>
          <a:xfrm>
            <a:off x="1698135" y="56075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2" name="data_2991">
            <a:extLst>
              <a:ext uri="{FF2B5EF4-FFF2-40B4-BE49-F238E27FC236}">
                <a16:creationId xmlns:a16="http://schemas.microsoft.com/office/drawing/2014/main" id="{09CE01DC-BCDB-4B90-ABA8-D00E5B26185D}"/>
              </a:ext>
            </a:extLst>
          </p:cNvPr>
          <p:cNvSpPr>
            <a:spLocks/>
          </p:cNvSpPr>
          <p:nvPr/>
        </p:nvSpPr>
        <p:spPr>
          <a:xfrm>
            <a:off x="1709134" y="60762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3" name="data_2992">
            <a:extLst>
              <a:ext uri="{FF2B5EF4-FFF2-40B4-BE49-F238E27FC236}">
                <a16:creationId xmlns:a16="http://schemas.microsoft.com/office/drawing/2014/main" id="{07146AFD-6DAA-4F45-BCFD-24DA5E2E288E}"/>
              </a:ext>
            </a:extLst>
          </p:cNvPr>
          <p:cNvSpPr>
            <a:spLocks/>
          </p:cNvSpPr>
          <p:nvPr/>
        </p:nvSpPr>
        <p:spPr>
          <a:xfrm>
            <a:off x="1709319" y="56573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4" name="data_2993">
            <a:extLst>
              <a:ext uri="{FF2B5EF4-FFF2-40B4-BE49-F238E27FC236}">
                <a16:creationId xmlns:a16="http://schemas.microsoft.com/office/drawing/2014/main" id="{62BC228C-89E2-4D24-BCFF-EE77D6394656}"/>
              </a:ext>
            </a:extLst>
          </p:cNvPr>
          <p:cNvSpPr>
            <a:spLocks/>
          </p:cNvSpPr>
          <p:nvPr/>
        </p:nvSpPr>
        <p:spPr>
          <a:xfrm>
            <a:off x="1643416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5" name="data_2994">
            <a:extLst>
              <a:ext uri="{FF2B5EF4-FFF2-40B4-BE49-F238E27FC236}">
                <a16:creationId xmlns:a16="http://schemas.microsoft.com/office/drawing/2014/main" id="{FD75A2EF-9482-43BF-AA57-6C5AFE607B57}"/>
              </a:ext>
            </a:extLst>
          </p:cNvPr>
          <p:cNvSpPr>
            <a:spLocks/>
          </p:cNvSpPr>
          <p:nvPr/>
        </p:nvSpPr>
        <p:spPr>
          <a:xfrm>
            <a:off x="1744255" y="56151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6" name="data_2995">
            <a:extLst>
              <a:ext uri="{FF2B5EF4-FFF2-40B4-BE49-F238E27FC236}">
                <a16:creationId xmlns:a16="http://schemas.microsoft.com/office/drawing/2014/main" id="{D971B305-5BCB-483C-9711-BF9B448EB3C0}"/>
              </a:ext>
            </a:extLst>
          </p:cNvPr>
          <p:cNvSpPr>
            <a:spLocks/>
          </p:cNvSpPr>
          <p:nvPr/>
        </p:nvSpPr>
        <p:spPr>
          <a:xfrm>
            <a:off x="1717594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7" name="data_2996">
            <a:extLst>
              <a:ext uri="{FF2B5EF4-FFF2-40B4-BE49-F238E27FC236}">
                <a16:creationId xmlns:a16="http://schemas.microsoft.com/office/drawing/2014/main" id="{87F205B9-8E26-4A1B-933C-8D6E70C4C446}"/>
              </a:ext>
            </a:extLst>
          </p:cNvPr>
          <p:cNvSpPr>
            <a:spLocks/>
          </p:cNvSpPr>
          <p:nvPr/>
        </p:nvSpPr>
        <p:spPr>
          <a:xfrm>
            <a:off x="1656083" y="60876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8" name="data_2997">
            <a:extLst>
              <a:ext uri="{FF2B5EF4-FFF2-40B4-BE49-F238E27FC236}">
                <a16:creationId xmlns:a16="http://schemas.microsoft.com/office/drawing/2014/main" id="{700FBD8D-5D17-4253-B55B-F5B3E92E9143}"/>
              </a:ext>
            </a:extLst>
          </p:cNvPr>
          <p:cNvSpPr>
            <a:spLocks/>
          </p:cNvSpPr>
          <p:nvPr/>
        </p:nvSpPr>
        <p:spPr>
          <a:xfrm>
            <a:off x="1671798" y="57205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9" name="data_2998">
            <a:extLst>
              <a:ext uri="{FF2B5EF4-FFF2-40B4-BE49-F238E27FC236}">
                <a16:creationId xmlns:a16="http://schemas.microsoft.com/office/drawing/2014/main" id="{458BCDB9-8FD8-42DE-8785-52449E836745}"/>
              </a:ext>
            </a:extLst>
          </p:cNvPr>
          <p:cNvSpPr>
            <a:spLocks/>
          </p:cNvSpPr>
          <p:nvPr/>
        </p:nvSpPr>
        <p:spPr>
          <a:xfrm>
            <a:off x="1624958" y="55526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0" name="data_2999">
            <a:extLst>
              <a:ext uri="{FF2B5EF4-FFF2-40B4-BE49-F238E27FC236}">
                <a16:creationId xmlns:a16="http://schemas.microsoft.com/office/drawing/2014/main" id="{C32258FC-6F8B-4417-B0CB-61875E85991A}"/>
              </a:ext>
            </a:extLst>
          </p:cNvPr>
          <p:cNvSpPr>
            <a:spLocks/>
          </p:cNvSpPr>
          <p:nvPr/>
        </p:nvSpPr>
        <p:spPr>
          <a:xfrm>
            <a:off x="1660070" y="59266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1" name="data_3000">
            <a:extLst>
              <a:ext uri="{FF2B5EF4-FFF2-40B4-BE49-F238E27FC236}">
                <a16:creationId xmlns:a16="http://schemas.microsoft.com/office/drawing/2014/main" id="{91D5D3BC-B9E6-41D0-9417-92488345C91B}"/>
              </a:ext>
            </a:extLst>
          </p:cNvPr>
          <p:cNvSpPr>
            <a:spLocks/>
          </p:cNvSpPr>
          <p:nvPr/>
        </p:nvSpPr>
        <p:spPr>
          <a:xfrm>
            <a:off x="1620778" y="58076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2" name="data_3001">
            <a:extLst>
              <a:ext uri="{FF2B5EF4-FFF2-40B4-BE49-F238E27FC236}">
                <a16:creationId xmlns:a16="http://schemas.microsoft.com/office/drawing/2014/main" id="{C5204700-F493-4B8B-996B-354772618139}"/>
              </a:ext>
            </a:extLst>
          </p:cNvPr>
          <p:cNvSpPr>
            <a:spLocks/>
          </p:cNvSpPr>
          <p:nvPr/>
        </p:nvSpPr>
        <p:spPr>
          <a:xfrm>
            <a:off x="1725557" y="56164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3" name="data_3002">
            <a:extLst>
              <a:ext uri="{FF2B5EF4-FFF2-40B4-BE49-F238E27FC236}">
                <a16:creationId xmlns:a16="http://schemas.microsoft.com/office/drawing/2014/main" id="{26513F02-5A60-4E9E-B551-7DE3473DBFBF}"/>
              </a:ext>
            </a:extLst>
          </p:cNvPr>
          <p:cNvSpPr>
            <a:spLocks/>
          </p:cNvSpPr>
          <p:nvPr/>
        </p:nvSpPr>
        <p:spPr>
          <a:xfrm>
            <a:off x="1698512" y="537992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4" name="data_3003">
            <a:extLst>
              <a:ext uri="{FF2B5EF4-FFF2-40B4-BE49-F238E27FC236}">
                <a16:creationId xmlns:a16="http://schemas.microsoft.com/office/drawing/2014/main" id="{0FADD219-D70A-4B5B-850B-9CF131638471}"/>
              </a:ext>
            </a:extLst>
          </p:cNvPr>
          <p:cNvSpPr>
            <a:spLocks/>
          </p:cNvSpPr>
          <p:nvPr/>
        </p:nvSpPr>
        <p:spPr>
          <a:xfrm>
            <a:off x="1726717" y="575876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5" name="data_3004">
            <a:extLst>
              <a:ext uri="{FF2B5EF4-FFF2-40B4-BE49-F238E27FC236}">
                <a16:creationId xmlns:a16="http://schemas.microsoft.com/office/drawing/2014/main" id="{624EFB6D-C2D4-43EC-966E-D4DC2CE3B0CC}"/>
              </a:ext>
            </a:extLst>
          </p:cNvPr>
          <p:cNvSpPr>
            <a:spLocks/>
          </p:cNvSpPr>
          <p:nvPr/>
        </p:nvSpPr>
        <p:spPr>
          <a:xfrm>
            <a:off x="1688333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6" name="data_3005">
            <a:extLst>
              <a:ext uri="{FF2B5EF4-FFF2-40B4-BE49-F238E27FC236}">
                <a16:creationId xmlns:a16="http://schemas.microsoft.com/office/drawing/2014/main" id="{C5E83BE2-0BFE-412B-BF64-BFA3F5F7B780}"/>
              </a:ext>
            </a:extLst>
          </p:cNvPr>
          <p:cNvSpPr>
            <a:spLocks/>
          </p:cNvSpPr>
          <p:nvPr/>
        </p:nvSpPr>
        <p:spPr>
          <a:xfrm>
            <a:off x="1623119" y="567708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7" name="data_3006">
            <a:extLst>
              <a:ext uri="{FF2B5EF4-FFF2-40B4-BE49-F238E27FC236}">
                <a16:creationId xmlns:a16="http://schemas.microsoft.com/office/drawing/2014/main" id="{E477C879-1E23-4074-B1BA-67DC96EF1228}"/>
              </a:ext>
            </a:extLst>
          </p:cNvPr>
          <p:cNvSpPr>
            <a:spLocks/>
          </p:cNvSpPr>
          <p:nvPr/>
        </p:nvSpPr>
        <p:spPr>
          <a:xfrm>
            <a:off x="1730428" y="607385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8" name="data_3007">
            <a:extLst>
              <a:ext uri="{FF2B5EF4-FFF2-40B4-BE49-F238E27FC236}">
                <a16:creationId xmlns:a16="http://schemas.microsoft.com/office/drawing/2014/main" id="{6659CB16-4434-4B0E-A389-DA7094A90C07}"/>
              </a:ext>
            </a:extLst>
          </p:cNvPr>
          <p:cNvSpPr>
            <a:spLocks/>
          </p:cNvSpPr>
          <p:nvPr/>
        </p:nvSpPr>
        <p:spPr>
          <a:xfrm>
            <a:off x="1631781" y="68036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9" name="data_3008">
            <a:extLst>
              <a:ext uri="{FF2B5EF4-FFF2-40B4-BE49-F238E27FC236}">
                <a16:creationId xmlns:a16="http://schemas.microsoft.com/office/drawing/2014/main" id="{3CE6A436-7A94-4A3C-A76B-CB1842047A11}"/>
              </a:ext>
            </a:extLst>
          </p:cNvPr>
          <p:cNvSpPr>
            <a:spLocks/>
          </p:cNvSpPr>
          <p:nvPr/>
        </p:nvSpPr>
        <p:spPr>
          <a:xfrm>
            <a:off x="1694915" y="60087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0" name="data_3009">
            <a:extLst>
              <a:ext uri="{FF2B5EF4-FFF2-40B4-BE49-F238E27FC236}">
                <a16:creationId xmlns:a16="http://schemas.microsoft.com/office/drawing/2014/main" id="{A510F78C-45FB-4E68-998E-6E848466F308}"/>
              </a:ext>
            </a:extLst>
          </p:cNvPr>
          <p:cNvSpPr>
            <a:spLocks/>
          </p:cNvSpPr>
          <p:nvPr/>
        </p:nvSpPr>
        <p:spPr>
          <a:xfrm>
            <a:off x="1669422" y="62939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1" name="data_3010">
            <a:extLst>
              <a:ext uri="{FF2B5EF4-FFF2-40B4-BE49-F238E27FC236}">
                <a16:creationId xmlns:a16="http://schemas.microsoft.com/office/drawing/2014/main" id="{D76C92A7-7876-4EE0-AF5E-36257D8296D2}"/>
              </a:ext>
            </a:extLst>
          </p:cNvPr>
          <p:cNvSpPr>
            <a:spLocks/>
          </p:cNvSpPr>
          <p:nvPr/>
        </p:nvSpPr>
        <p:spPr>
          <a:xfrm>
            <a:off x="1638710" y="67296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2" name="data_3011">
            <a:extLst>
              <a:ext uri="{FF2B5EF4-FFF2-40B4-BE49-F238E27FC236}">
                <a16:creationId xmlns:a16="http://schemas.microsoft.com/office/drawing/2014/main" id="{C91A59EA-6C61-4C3B-8DC2-FCDB81A082E6}"/>
              </a:ext>
            </a:extLst>
          </p:cNvPr>
          <p:cNvSpPr>
            <a:spLocks/>
          </p:cNvSpPr>
          <p:nvPr/>
        </p:nvSpPr>
        <p:spPr>
          <a:xfrm>
            <a:off x="1726069" y="557357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3" name="data_3012">
            <a:extLst>
              <a:ext uri="{FF2B5EF4-FFF2-40B4-BE49-F238E27FC236}">
                <a16:creationId xmlns:a16="http://schemas.microsoft.com/office/drawing/2014/main" id="{B8DD900A-C38B-4AD2-AB20-E05264E12434}"/>
              </a:ext>
            </a:extLst>
          </p:cNvPr>
          <p:cNvSpPr>
            <a:spLocks/>
          </p:cNvSpPr>
          <p:nvPr/>
        </p:nvSpPr>
        <p:spPr>
          <a:xfrm>
            <a:off x="1646218" y="54677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4" name="data_3013">
            <a:extLst>
              <a:ext uri="{FF2B5EF4-FFF2-40B4-BE49-F238E27FC236}">
                <a16:creationId xmlns:a16="http://schemas.microsoft.com/office/drawing/2014/main" id="{EABB28DA-D39A-4721-B09C-7AEC8D6B767A}"/>
              </a:ext>
            </a:extLst>
          </p:cNvPr>
          <p:cNvSpPr>
            <a:spLocks/>
          </p:cNvSpPr>
          <p:nvPr/>
        </p:nvSpPr>
        <p:spPr>
          <a:xfrm>
            <a:off x="1726840" y="55102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5" name="data_3014">
            <a:extLst>
              <a:ext uri="{FF2B5EF4-FFF2-40B4-BE49-F238E27FC236}">
                <a16:creationId xmlns:a16="http://schemas.microsoft.com/office/drawing/2014/main" id="{264C5E8A-7E31-43FA-9EC8-B8EB35D7378B}"/>
              </a:ext>
            </a:extLst>
          </p:cNvPr>
          <p:cNvSpPr>
            <a:spLocks/>
          </p:cNvSpPr>
          <p:nvPr/>
        </p:nvSpPr>
        <p:spPr>
          <a:xfrm>
            <a:off x="1668816" y="61237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6" name="data_3015">
            <a:extLst>
              <a:ext uri="{FF2B5EF4-FFF2-40B4-BE49-F238E27FC236}">
                <a16:creationId xmlns:a16="http://schemas.microsoft.com/office/drawing/2014/main" id="{F9B2195B-D351-4623-AA0B-E85100B0ED21}"/>
              </a:ext>
            </a:extLst>
          </p:cNvPr>
          <p:cNvSpPr>
            <a:spLocks/>
          </p:cNvSpPr>
          <p:nvPr/>
        </p:nvSpPr>
        <p:spPr>
          <a:xfrm>
            <a:off x="1721190" y="658365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7" name="data_3016">
            <a:extLst>
              <a:ext uri="{FF2B5EF4-FFF2-40B4-BE49-F238E27FC236}">
                <a16:creationId xmlns:a16="http://schemas.microsoft.com/office/drawing/2014/main" id="{DF1DD0DC-C2DA-4C8D-B63F-2EE13126D4E4}"/>
              </a:ext>
            </a:extLst>
          </p:cNvPr>
          <p:cNvSpPr>
            <a:spLocks/>
          </p:cNvSpPr>
          <p:nvPr/>
        </p:nvSpPr>
        <p:spPr>
          <a:xfrm>
            <a:off x="1632000" y="57814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8" name="data_3017">
            <a:extLst>
              <a:ext uri="{FF2B5EF4-FFF2-40B4-BE49-F238E27FC236}">
                <a16:creationId xmlns:a16="http://schemas.microsoft.com/office/drawing/2014/main" id="{5631F4B3-8D58-47D3-BC9F-D562F693EB14}"/>
              </a:ext>
            </a:extLst>
          </p:cNvPr>
          <p:cNvSpPr>
            <a:spLocks/>
          </p:cNvSpPr>
          <p:nvPr/>
        </p:nvSpPr>
        <p:spPr>
          <a:xfrm>
            <a:off x="1706388" y="549325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9" name="data_3018">
            <a:extLst>
              <a:ext uri="{FF2B5EF4-FFF2-40B4-BE49-F238E27FC236}">
                <a16:creationId xmlns:a16="http://schemas.microsoft.com/office/drawing/2014/main" id="{F465DDE0-11D4-4126-AAE7-82FC42E519B5}"/>
              </a:ext>
            </a:extLst>
          </p:cNvPr>
          <p:cNvSpPr>
            <a:spLocks/>
          </p:cNvSpPr>
          <p:nvPr/>
        </p:nvSpPr>
        <p:spPr>
          <a:xfrm>
            <a:off x="1634376" y="55773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0" name="data_3019">
            <a:extLst>
              <a:ext uri="{FF2B5EF4-FFF2-40B4-BE49-F238E27FC236}">
                <a16:creationId xmlns:a16="http://schemas.microsoft.com/office/drawing/2014/main" id="{3C5AEA66-6E89-41F1-8ECA-C37436D28C30}"/>
              </a:ext>
            </a:extLst>
          </p:cNvPr>
          <p:cNvSpPr>
            <a:spLocks/>
          </p:cNvSpPr>
          <p:nvPr/>
        </p:nvSpPr>
        <p:spPr>
          <a:xfrm>
            <a:off x="1624753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1" name="data_3020">
            <a:extLst>
              <a:ext uri="{FF2B5EF4-FFF2-40B4-BE49-F238E27FC236}">
                <a16:creationId xmlns:a16="http://schemas.microsoft.com/office/drawing/2014/main" id="{8C6A2D78-F5AC-441A-8B22-323A08D969AC}"/>
              </a:ext>
            </a:extLst>
          </p:cNvPr>
          <p:cNvSpPr>
            <a:spLocks/>
          </p:cNvSpPr>
          <p:nvPr/>
        </p:nvSpPr>
        <p:spPr>
          <a:xfrm>
            <a:off x="1645207" y="54895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2" name="data_3021">
            <a:extLst>
              <a:ext uri="{FF2B5EF4-FFF2-40B4-BE49-F238E27FC236}">
                <a16:creationId xmlns:a16="http://schemas.microsoft.com/office/drawing/2014/main" id="{3C7E5E55-F0C9-48F2-B412-5D3E20C6FAC7}"/>
              </a:ext>
            </a:extLst>
          </p:cNvPr>
          <p:cNvSpPr>
            <a:spLocks/>
          </p:cNvSpPr>
          <p:nvPr/>
        </p:nvSpPr>
        <p:spPr>
          <a:xfrm>
            <a:off x="1656701" y="58068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3" name="data_3022">
            <a:extLst>
              <a:ext uri="{FF2B5EF4-FFF2-40B4-BE49-F238E27FC236}">
                <a16:creationId xmlns:a16="http://schemas.microsoft.com/office/drawing/2014/main" id="{B73FA1D8-659E-4862-9586-0B02928DFD60}"/>
              </a:ext>
            </a:extLst>
          </p:cNvPr>
          <p:cNvSpPr>
            <a:spLocks/>
          </p:cNvSpPr>
          <p:nvPr/>
        </p:nvSpPr>
        <p:spPr>
          <a:xfrm>
            <a:off x="1710889" y="547430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4" name="data_3023">
            <a:extLst>
              <a:ext uri="{FF2B5EF4-FFF2-40B4-BE49-F238E27FC236}">
                <a16:creationId xmlns:a16="http://schemas.microsoft.com/office/drawing/2014/main" id="{E6DE4AA0-4A56-408C-82D2-33FCD048907F}"/>
              </a:ext>
            </a:extLst>
          </p:cNvPr>
          <p:cNvSpPr>
            <a:spLocks/>
          </p:cNvSpPr>
          <p:nvPr/>
        </p:nvSpPr>
        <p:spPr>
          <a:xfrm>
            <a:off x="1670160" y="560243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5" name="data_3024">
            <a:extLst>
              <a:ext uri="{FF2B5EF4-FFF2-40B4-BE49-F238E27FC236}">
                <a16:creationId xmlns:a16="http://schemas.microsoft.com/office/drawing/2014/main" id="{07EE7CB9-AC9D-43EE-A7FA-FC4991E69583}"/>
              </a:ext>
            </a:extLst>
          </p:cNvPr>
          <p:cNvSpPr>
            <a:spLocks/>
          </p:cNvSpPr>
          <p:nvPr/>
        </p:nvSpPr>
        <p:spPr>
          <a:xfrm>
            <a:off x="1735674" y="57074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6" name="data_3025">
            <a:extLst>
              <a:ext uri="{FF2B5EF4-FFF2-40B4-BE49-F238E27FC236}">
                <a16:creationId xmlns:a16="http://schemas.microsoft.com/office/drawing/2014/main" id="{12A4B4B5-1976-4D6B-8029-D24983ED4D56}"/>
              </a:ext>
            </a:extLst>
          </p:cNvPr>
          <p:cNvSpPr>
            <a:spLocks/>
          </p:cNvSpPr>
          <p:nvPr/>
        </p:nvSpPr>
        <p:spPr>
          <a:xfrm>
            <a:off x="1678108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7" name="data_3026">
            <a:extLst>
              <a:ext uri="{FF2B5EF4-FFF2-40B4-BE49-F238E27FC236}">
                <a16:creationId xmlns:a16="http://schemas.microsoft.com/office/drawing/2014/main" id="{ED85BEF8-71AE-45F7-ACF4-D2AA97AD7E09}"/>
              </a:ext>
            </a:extLst>
          </p:cNvPr>
          <p:cNvSpPr>
            <a:spLocks/>
          </p:cNvSpPr>
          <p:nvPr/>
        </p:nvSpPr>
        <p:spPr>
          <a:xfrm>
            <a:off x="212183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8" name="data_3027">
            <a:extLst>
              <a:ext uri="{FF2B5EF4-FFF2-40B4-BE49-F238E27FC236}">
                <a16:creationId xmlns:a16="http://schemas.microsoft.com/office/drawing/2014/main" id="{AAA1D5D9-B31E-4C61-BB63-D5FA1BD9A1A9}"/>
              </a:ext>
            </a:extLst>
          </p:cNvPr>
          <p:cNvSpPr>
            <a:spLocks/>
          </p:cNvSpPr>
          <p:nvPr/>
        </p:nvSpPr>
        <p:spPr>
          <a:xfrm>
            <a:off x="2104065" y="53831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9" name="data_3028">
            <a:extLst>
              <a:ext uri="{FF2B5EF4-FFF2-40B4-BE49-F238E27FC236}">
                <a16:creationId xmlns:a16="http://schemas.microsoft.com/office/drawing/2014/main" id="{21CD6EA1-60D0-4AFC-B870-A8FEA9BB0BFB}"/>
              </a:ext>
            </a:extLst>
          </p:cNvPr>
          <p:cNvSpPr>
            <a:spLocks/>
          </p:cNvSpPr>
          <p:nvPr/>
        </p:nvSpPr>
        <p:spPr>
          <a:xfrm>
            <a:off x="212093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0" name="data_3029">
            <a:extLst>
              <a:ext uri="{FF2B5EF4-FFF2-40B4-BE49-F238E27FC236}">
                <a16:creationId xmlns:a16="http://schemas.microsoft.com/office/drawing/2014/main" id="{EC034D8C-8AB9-42D8-ADD0-4AAFE27352F0}"/>
              </a:ext>
            </a:extLst>
          </p:cNvPr>
          <p:cNvSpPr>
            <a:spLocks/>
          </p:cNvSpPr>
          <p:nvPr/>
        </p:nvSpPr>
        <p:spPr>
          <a:xfrm>
            <a:off x="2123584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1" name="data_3030">
            <a:extLst>
              <a:ext uri="{FF2B5EF4-FFF2-40B4-BE49-F238E27FC236}">
                <a16:creationId xmlns:a16="http://schemas.microsoft.com/office/drawing/2014/main" id="{CEA06089-4C1F-446A-8A6E-43E013E4ECC7}"/>
              </a:ext>
            </a:extLst>
          </p:cNvPr>
          <p:cNvSpPr>
            <a:spLocks/>
          </p:cNvSpPr>
          <p:nvPr/>
        </p:nvSpPr>
        <p:spPr>
          <a:xfrm>
            <a:off x="2219067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2" name="data_3031">
            <a:extLst>
              <a:ext uri="{FF2B5EF4-FFF2-40B4-BE49-F238E27FC236}">
                <a16:creationId xmlns:a16="http://schemas.microsoft.com/office/drawing/2014/main" id="{A7A96B0B-D8FD-4DC5-9DF4-41F12D6AA0EE}"/>
              </a:ext>
            </a:extLst>
          </p:cNvPr>
          <p:cNvSpPr>
            <a:spLocks/>
          </p:cNvSpPr>
          <p:nvPr/>
        </p:nvSpPr>
        <p:spPr>
          <a:xfrm>
            <a:off x="2210662" y="539397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3" name="data_3032">
            <a:extLst>
              <a:ext uri="{FF2B5EF4-FFF2-40B4-BE49-F238E27FC236}">
                <a16:creationId xmlns:a16="http://schemas.microsoft.com/office/drawing/2014/main" id="{A80068FC-1398-4AC4-9E94-5EFF75EA72A7}"/>
              </a:ext>
            </a:extLst>
          </p:cNvPr>
          <p:cNvSpPr>
            <a:spLocks/>
          </p:cNvSpPr>
          <p:nvPr/>
        </p:nvSpPr>
        <p:spPr>
          <a:xfrm>
            <a:off x="2107341" y="605923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4" name="data_3033">
            <a:extLst>
              <a:ext uri="{FF2B5EF4-FFF2-40B4-BE49-F238E27FC236}">
                <a16:creationId xmlns:a16="http://schemas.microsoft.com/office/drawing/2014/main" id="{038B367A-F29E-494F-A948-36D34C48F5F4}"/>
              </a:ext>
            </a:extLst>
          </p:cNvPr>
          <p:cNvSpPr>
            <a:spLocks/>
          </p:cNvSpPr>
          <p:nvPr/>
        </p:nvSpPr>
        <p:spPr>
          <a:xfrm>
            <a:off x="2194035" y="553997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5" name="data_3034">
            <a:extLst>
              <a:ext uri="{FF2B5EF4-FFF2-40B4-BE49-F238E27FC236}">
                <a16:creationId xmlns:a16="http://schemas.microsoft.com/office/drawing/2014/main" id="{F1C45851-404E-4A84-B427-A3BE7FA52349}"/>
              </a:ext>
            </a:extLst>
          </p:cNvPr>
          <p:cNvSpPr>
            <a:spLocks/>
          </p:cNvSpPr>
          <p:nvPr/>
        </p:nvSpPr>
        <p:spPr>
          <a:xfrm>
            <a:off x="2126305" y="596239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6" name="data_3035">
            <a:extLst>
              <a:ext uri="{FF2B5EF4-FFF2-40B4-BE49-F238E27FC236}">
                <a16:creationId xmlns:a16="http://schemas.microsoft.com/office/drawing/2014/main" id="{ECFAF172-B57D-4472-AD68-03004B5C6995}"/>
              </a:ext>
            </a:extLst>
          </p:cNvPr>
          <p:cNvSpPr>
            <a:spLocks/>
          </p:cNvSpPr>
          <p:nvPr/>
        </p:nvSpPr>
        <p:spPr>
          <a:xfrm>
            <a:off x="2154858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7" name="data_3036">
            <a:extLst>
              <a:ext uri="{FF2B5EF4-FFF2-40B4-BE49-F238E27FC236}">
                <a16:creationId xmlns:a16="http://schemas.microsoft.com/office/drawing/2014/main" id="{54162709-2F71-48F5-B36B-68CDA0E8E11A}"/>
              </a:ext>
            </a:extLst>
          </p:cNvPr>
          <p:cNvSpPr>
            <a:spLocks/>
          </p:cNvSpPr>
          <p:nvPr/>
        </p:nvSpPr>
        <p:spPr>
          <a:xfrm>
            <a:off x="2224395" y="66500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8" name="data_3037">
            <a:extLst>
              <a:ext uri="{FF2B5EF4-FFF2-40B4-BE49-F238E27FC236}">
                <a16:creationId xmlns:a16="http://schemas.microsoft.com/office/drawing/2014/main" id="{7AFA94CE-1CAA-4E81-A812-83729B9E4D1D}"/>
              </a:ext>
            </a:extLst>
          </p:cNvPr>
          <p:cNvSpPr>
            <a:spLocks/>
          </p:cNvSpPr>
          <p:nvPr/>
        </p:nvSpPr>
        <p:spPr>
          <a:xfrm>
            <a:off x="2233792" y="557391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9" name="data_3038">
            <a:extLst>
              <a:ext uri="{FF2B5EF4-FFF2-40B4-BE49-F238E27FC236}">
                <a16:creationId xmlns:a16="http://schemas.microsoft.com/office/drawing/2014/main" id="{34F44200-33BA-4F11-B6A1-0515BF9B7469}"/>
              </a:ext>
            </a:extLst>
          </p:cNvPr>
          <p:cNvSpPr>
            <a:spLocks/>
          </p:cNvSpPr>
          <p:nvPr/>
        </p:nvSpPr>
        <p:spPr>
          <a:xfrm>
            <a:off x="2151929" y="635702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0" name="data_3039">
            <a:extLst>
              <a:ext uri="{FF2B5EF4-FFF2-40B4-BE49-F238E27FC236}">
                <a16:creationId xmlns:a16="http://schemas.microsoft.com/office/drawing/2014/main" id="{5B13C285-7D26-46B4-AC13-394C2EED5C1F}"/>
              </a:ext>
            </a:extLst>
          </p:cNvPr>
          <p:cNvSpPr>
            <a:spLocks/>
          </p:cNvSpPr>
          <p:nvPr/>
        </p:nvSpPr>
        <p:spPr>
          <a:xfrm>
            <a:off x="220549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1" name="data_3040">
            <a:extLst>
              <a:ext uri="{FF2B5EF4-FFF2-40B4-BE49-F238E27FC236}">
                <a16:creationId xmlns:a16="http://schemas.microsoft.com/office/drawing/2014/main" id="{C66D04DB-EC56-4FE0-846D-5F2DDA704986}"/>
              </a:ext>
            </a:extLst>
          </p:cNvPr>
          <p:cNvSpPr>
            <a:spLocks/>
          </p:cNvSpPr>
          <p:nvPr/>
        </p:nvSpPr>
        <p:spPr>
          <a:xfrm>
            <a:off x="2176067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2" name="data_3041">
            <a:extLst>
              <a:ext uri="{FF2B5EF4-FFF2-40B4-BE49-F238E27FC236}">
                <a16:creationId xmlns:a16="http://schemas.microsoft.com/office/drawing/2014/main" id="{54394BA4-F18A-426F-80C2-DA2640A54D42}"/>
              </a:ext>
            </a:extLst>
          </p:cNvPr>
          <p:cNvSpPr>
            <a:spLocks/>
          </p:cNvSpPr>
          <p:nvPr/>
        </p:nvSpPr>
        <p:spPr>
          <a:xfrm>
            <a:off x="219860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3" name="data_3042">
            <a:extLst>
              <a:ext uri="{FF2B5EF4-FFF2-40B4-BE49-F238E27FC236}">
                <a16:creationId xmlns:a16="http://schemas.microsoft.com/office/drawing/2014/main" id="{A84106C6-2589-4928-B3AD-222D1AFD496D}"/>
              </a:ext>
            </a:extLst>
          </p:cNvPr>
          <p:cNvSpPr>
            <a:spLocks/>
          </p:cNvSpPr>
          <p:nvPr/>
        </p:nvSpPr>
        <p:spPr>
          <a:xfrm>
            <a:off x="2115207" y="61062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4" name="data_3043">
            <a:extLst>
              <a:ext uri="{FF2B5EF4-FFF2-40B4-BE49-F238E27FC236}">
                <a16:creationId xmlns:a16="http://schemas.microsoft.com/office/drawing/2014/main" id="{739D1A2F-B488-4C0E-B44E-F50FE2AD8D5E}"/>
              </a:ext>
            </a:extLst>
          </p:cNvPr>
          <p:cNvSpPr>
            <a:spLocks/>
          </p:cNvSpPr>
          <p:nvPr/>
        </p:nvSpPr>
        <p:spPr>
          <a:xfrm>
            <a:off x="2231708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5" name="data_3044">
            <a:extLst>
              <a:ext uri="{FF2B5EF4-FFF2-40B4-BE49-F238E27FC236}">
                <a16:creationId xmlns:a16="http://schemas.microsoft.com/office/drawing/2014/main" id="{60D3BDE1-9779-4CF3-899C-9C6DD9C1BD3C}"/>
              </a:ext>
            </a:extLst>
          </p:cNvPr>
          <p:cNvSpPr>
            <a:spLocks/>
          </p:cNvSpPr>
          <p:nvPr/>
        </p:nvSpPr>
        <p:spPr>
          <a:xfrm>
            <a:off x="2169545" y="64950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6" name="data_3045">
            <a:extLst>
              <a:ext uri="{FF2B5EF4-FFF2-40B4-BE49-F238E27FC236}">
                <a16:creationId xmlns:a16="http://schemas.microsoft.com/office/drawing/2014/main" id="{B97EADF6-54C2-4282-BA75-895CE51B4965}"/>
              </a:ext>
            </a:extLst>
          </p:cNvPr>
          <p:cNvSpPr>
            <a:spLocks/>
          </p:cNvSpPr>
          <p:nvPr/>
        </p:nvSpPr>
        <p:spPr>
          <a:xfrm>
            <a:off x="217913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7" name="data_3046">
            <a:extLst>
              <a:ext uri="{FF2B5EF4-FFF2-40B4-BE49-F238E27FC236}">
                <a16:creationId xmlns:a16="http://schemas.microsoft.com/office/drawing/2014/main" id="{5022FC36-53B2-4134-8BEA-E432BA85F967}"/>
              </a:ext>
            </a:extLst>
          </p:cNvPr>
          <p:cNvSpPr>
            <a:spLocks/>
          </p:cNvSpPr>
          <p:nvPr/>
        </p:nvSpPr>
        <p:spPr>
          <a:xfrm>
            <a:off x="2218018" y="60606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8" name="data_3047">
            <a:extLst>
              <a:ext uri="{FF2B5EF4-FFF2-40B4-BE49-F238E27FC236}">
                <a16:creationId xmlns:a16="http://schemas.microsoft.com/office/drawing/2014/main" id="{890720FA-5BEC-49FE-94E9-C228A091111F}"/>
              </a:ext>
            </a:extLst>
          </p:cNvPr>
          <p:cNvSpPr>
            <a:spLocks/>
          </p:cNvSpPr>
          <p:nvPr/>
        </p:nvSpPr>
        <p:spPr>
          <a:xfrm>
            <a:off x="2133903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9" name="data_3048">
            <a:extLst>
              <a:ext uri="{FF2B5EF4-FFF2-40B4-BE49-F238E27FC236}">
                <a16:creationId xmlns:a16="http://schemas.microsoft.com/office/drawing/2014/main" id="{AA0DA50F-ECCC-46D2-A0CA-2BDE48573768}"/>
              </a:ext>
            </a:extLst>
          </p:cNvPr>
          <p:cNvSpPr>
            <a:spLocks/>
          </p:cNvSpPr>
          <p:nvPr/>
        </p:nvSpPr>
        <p:spPr>
          <a:xfrm>
            <a:off x="2146759" y="53975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0" name="data_3049">
            <a:extLst>
              <a:ext uri="{FF2B5EF4-FFF2-40B4-BE49-F238E27FC236}">
                <a16:creationId xmlns:a16="http://schemas.microsoft.com/office/drawing/2014/main" id="{DE4C4785-2344-4C9E-B28C-60B7EA4B7269}"/>
              </a:ext>
            </a:extLst>
          </p:cNvPr>
          <p:cNvSpPr>
            <a:spLocks/>
          </p:cNvSpPr>
          <p:nvPr/>
        </p:nvSpPr>
        <p:spPr>
          <a:xfrm>
            <a:off x="2192155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1" name="data_3050">
            <a:extLst>
              <a:ext uri="{FF2B5EF4-FFF2-40B4-BE49-F238E27FC236}">
                <a16:creationId xmlns:a16="http://schemas.microsoft.com/office/drawing/2014/main" id="{06340B4D-30A9-43B0-9BBA-2A8D0D84CE1F}"/>
              </a:ext>
            </a:extLst>
          </p:cNvPr>
          <p:cNvSpPr>
            <a:spLocks/>
          </p:cNvSpPr>
          <p:nvPr/>
        </p:nvSpPr>
        <p:spPr>
          <a:xfrm>
            <a:off x="2102038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2" name="data_3051">
            <a:extLst>
              <a:ext uri="{FF2B5EF4-FFF2-40B4-BE49-F238E27FC236}">
                <a16:creationId xmlns:a16="http://schemas.microsoft.com/office/drawing/2014/main" id="{ADE4614A-DD6B-4493-ACF8-C7AA7BCCBE3F}"/>
              </a:ext>
            </a:extLst>
          </p:cNvPr>
          <p:cNvSpPr>
            <a:spLocks/>
          </p:cNvSpPr>
          <p:nvPr/>
        </p:nvSpPr>
        <p:spPr>
          <a:xfrm>
            <a:off x="2101809" y="64689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3" name="data_3052">
            <a:extLst>
              <a:ext uri="{FF2B5EF4-FFF2-40B4-BE49-F238E27FC236}">
                <a16:creationId xmlns:a16="http://schemas.microsoft.com/office/drawing/2014/main" id="{C3C7D269-696A-4732-94C1-DC629DE91CED}"/>
              </a:ext>
            </a:extLst>
          </p:cNvPr>
          <p:cNvSpPr>
            <a:spLocks/>
          </p:cNvSpPr>
          <p:nvPr/>
        </p:nvSpPr>
        <p:spPr>
          <a:xfrm>
            <a:off x="2129043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4" name="data_3053">
            <a:extLst>
              <a:ext uri="{FF2B5EF4-FFF2-40B4-BE49-F238E27FC236}">
                <a16:creationId xmlns:a16="http://schemas.microsoft.com/office/drawing/2014/main" id="{71208D65-D9B8-44EF-A4B7-24B75D8EFA45}"/>
              </a:ext>
            </a:extLst>
          </p:cNvPr>
          <p:cNvSpPr>
            <a:spLocks/>
          </p:cNvSpPr>
          <p:nvPr/>
        </p:nvSpPr>
        <p:spPr>
          <a:xfrm>
            <a:off x="2204878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5" name="data_3054">
            <a:extLst>
              <a:ext uri="{FF2B5EF4-FFF2-40B4-BE49-F238E27FC236}">
                <a16:creationId xmlns:a16="http://schemas.microsoft.com/office/drawing/2014/main" id="{9519B4C9-A240-44A7-89F4-866C28E5A83E}"/>
              </a:ext>
            </a:extLst>
          </p:cNvPr>
          <p:cNvSpPr>
            <a:spLocks/>
          </p:cNvSpPr>
          <p:nvPr/>
        </p:nvSpPr>
        <p:spPr>
          <a:xfrm>
            <a:off x="2120899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6" name="data_3055">
            <a:extLst>
              <a:ext uri="{FF2B5EF4-FFF2-40B4-BE49-F238E27FC236}">
                <a16:creationId xmlns:a16="http://schemas.microsoft.com/office/drawing/2014/main" id="{687DC4F5-8088-4E90-A854-6C496D7C8136}"/>
              </a:ext>
            </a:extLst>
          </p:cNvPr>
          <p:cNvSpPr>
            <a:spLocks/>
          </p:cNvSpPr>
          <p:nvPr/>
        </p:nvSpPr>
        <p:spPr>
          <a:xfrm>
            <a:off x="2127668" y="69005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7" name="data_3056">
            <a:extLst>
              <a:ext uri="{FF2B5EF4-FFF2-40B4-BE49-F238E27FC236}">
                <a16:creationId xmlns:a16="http://schemas.microsoft.com/office/drawing/2014/main" id="{1087890A-D0E8-4DC4-8B33-4BCBEC6F8235}"/>
              </a:ext>
            </a:extLst>
          </p:cNvPr>
          <p:cNvSpPr>
            <a:spLocks/>
          </p:cNvSpPr>
          <p:nvPr/>
        </p:nvSpPr>
        <p:spPr>
          <a:xfrm>
            <a:off x="2115279" y="68465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8" name="data_3057">
            <a:extLst>
              <a:ext uri="{FF2B5EF4-FFF2-40B4-BE49-F238E27FC236}">
                <a16:creationId xmlns:a16="http://schemas.microsoft.com/office/drawing/2014/main" id="{57A3DF4A-B45E-436D-A88B-16F5AF688044}"/>
              </a:ext>
            </a:extLst>
          </p:cNvPr>
          <p:cNvSpPr>
            <a:spLocks/>
          </p:cNvSpPr>
          <p:nvPr/>
        </p:nvSpPr>
        <p:spPr>
          <a:xfrm>
            <a:off x="2213070" y="633693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9" name="data_3058">
            <a:extLst>
              <a:ext uri="{FF2B5EF4-FFF2-40B4-BE49-F238E27FC236}">
                <a16:creationId xmlns:a16="http://schemas.microsoft.com/office/drawing/2014/main" id="{452D659D-2241-4414-AE45-F42CEF84D7FB}"/>
              </a:ext>
            </a:extLst>
          </p:cNvPr>
          <p:cNvSpPr>
            <a:spLocks/>
          </p:cNvSpPr>
          <p:nvPr/>
        </p:nvSpPr>
        <p:spPr>
          <a:xfrm>
            <a:off x="2224274" y="69158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0" name="data_3059">
            <a:extLst>
              <a:ext uri="{FF2B5EF4-FFF2-40B4-BE49-F238E27FC236}">
                <a16:creationId xmlns:a16="http://schemas.microsoft.com/office/drawing/2014/main" id="{CFCA9DB3-55F7-4BDE-B89F-ACE8279D5BF6}"/>
              </a:ext>
            </a:extLst>
          </p:cNvPr>
          <p:cNvSpPr>
            <a:spLocks/>
          </p:cNvSpPr>
          <p:nvPr/>
        </p:nvSpPr>
        <p:spPr>
          <a:xfrm>
            <a:off x="2229398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1" name="data_3060">
            <a:extLst>
              <a:ext uri="{FF2B5EF4-FFF2-40B4-BE49-F238E27FC236}">
                <a16:creationId xmlns:a16="http://schemas.microsoft.com/office/drawing/2014/main" id="{EF4BB3FA-3E5F-4FB3-A3B5-F63E6B159BE5}"/>
              </a:ext>
            </a:extLst>
          </p:cNvPr>
          <p:cNvSpPr>
            <a:spLocks/>
          </p:cNvSpPr>
          <p:nvPr/>
        </p:nvSpPr>
        <p:spPr>
          <a:xfrm>
            <a:off x="2183361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2" name="data_3061">
            <a:extLst>
              <a:ext uri="{FF2B5EF4-FFF2-40B4-BE49-F238E27FC236}">
                <a16:creationId xmlns:a16="http://schemas.microsoft.com/office/drawing/2014/main" id="{F85EB79E-DC9F-4667-9E02-AF392978F3A7}"/>
              </a:ext>
            </a:extLst>
          </p:cNvPr>
          <p:cNvSpPr>
            <a:spLocks/>
          </p:cNvSpPr>
          <p:nvPr/>
        </p:nvSpPr>
        <p:spPr>
          <a:xfrm>
            <a:off x="2118470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3" name="data_3062">
            <a:extLst>
              <a:ext uri="{FF2B5EF4-FFF2-40B4-BE49-F238E27FC236}">
                <a16:creationId xmlns:a16="http://schemas.microsoft.com/office/drawing/2014/main" id="{BDF836D4-6DD0-4ED9-A6CF-E40605252D78}"/>
              </a:ext>
            </a:extLst>
          </p:cNvPr>
          <p:cNvSpPr>
            <a:spLocks/>
          </p:cNvSpPr>
          <p:nvPr/>
        </p:nvSpPr>
        <p:spPr>
          <a:xfrm>
            <a:off x="2113081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4" name="data_3063">
            <a:extLst>
              <a:ext uri="{FF2B5EF4-FFF2-40B4-BE49-F238E27FC236}">
                <a16:creationId xmlns:a16="http://schemas.microsoft.com/office/drawing/2014/main" id="{0321067B-3B55-43F0-9307-8F522ED193DB}"/>
              </a:ext>
            </a:extLst>
          </p:cNvPr>
          <p:cNvSpPr>
            <a:spLocks/>
          </p:cNvSpPr>
          <p:nvPr/>
        </p:nvSpPr>
        <p:spPr>
          <a:xfrm>
            <a:off x="2167794" y="55203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5" name="data_3064">
            <a:extLst>
              <a:ext uri="{FF2B5EF4-FFF2-40B4-BE49-F238E27FC236}">
                <a16:creationId xmlns:a16="http://schemas.microsoft.com/office/drawing/2014/main" id="{C8092290-E429-4773-AF22-F8908ED12D44}"/>
              </a:ext>
            </a:extLst>
          </p:cNvPr>
          <p:cNvSpPr>
            <a:spLocks/>
          </p:cNvSpPr>
          <p:nvPr/>
        </p:nvSpPr>
        <p:spPr>
          <a:xfrm>
            <a:off x="216867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6" name="data_3065">
            <a:extLst>
              <a:ext uri="{FF2B5EF4-FFF2-40B4-BE49-F238E27FC236}">
                <a16:creationId xmlns:a16="http://schemas.microsoft.com/office/drawing/2014/main" id="{FAF1BE93-48C2-4D34-8A8A-08A89F4B9B82}"/>
              </a:ext>
            </a:extLst>
          </p:cNvPr>
          <p:cNvSpPr>
            <a:spLocks/>
          </p:cNvSpPr>
          <p:nvPr/>
        </p:nvSpPr>
        <p:spPr>
          <a:xfrm>
            <a:off x="2118629" y="62079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7" name="data_3066">
            <a:extLst>
              <a:ext uri="{FF2B5EF4-FFF2-40B4-BE49-F238E27FC236}">
                <a16:creationId xmlns:a16="http://schemas.microsoft.com/office/drawing/2014/main" id="{3151910E-DE01-4142-BB37-5A3A36D81551}"/>
              </a:ext>
            </a:extLst>
          </p:cNvPr>
          <p:cNvSpPr>
            <a:spLocks/>
          </p:cNvSpPr>
          <p:nvPr/>
        </p:nvSpPr>
        <p:spPr>
          <a:xfrm>
            <a:off x="2193426" y="672389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8" name="data_3067">
            <a:extLst>
              <a:ext uri="{FF2B5EF4-FFF2-40B4-BE49-F238E27FC236}">
                <a16:creationId xmlns:a16="http://schemas.microsoft.com/office/drawing/2014/main" id="{B53DDC91-0B95-49F2-ADC2-D262962D92E0}"/>
              </a:ext>
            </a:extLst>
          </p:cNvPr>
          <p:cNvSpPr>
            <a:spLocks/>
          </p:cNvSpPr>
          <p:nvPr/>
        </p:nvSpPr>
        <p:spPr>
          <a:xfrm>
            <a:off x="2203862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9" name="data_3068">
            <a:extLst>
              <a:ext uri="{FF2B5EF4-FFF2-40B4-BE49-F238E27FC236}">
                <a16:creationId xmlns:a16="http://schemas.microsoft.com/office/drawing/2014/main" id="{2E26F194-8547-419C-80BE-CF67A8E3DBE4}"/>
              </a:ext>
            </a:extLst>
          </p:cNvPr>
          <p:cNvSpPr>
            <a:spLocks/>
          </p:cNvSpPr>
          <p:nvPr/>
        </p:nvSpPr>
        <p:spPr>
          <a:xfrm>
            <a:off x="220566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0" name="data_3069">
            <a:extLst>
              <a:ext uri="{FF2B5EF4-FFF2-40B4-BE49-F238E27FC236}">
                <a16:creationId xmlns:a16="http://schemas.microsoft.com/office/drawing/2014/main" id="{C1E0BCBE-BC6E-481D-AA85-50A5ACA64F02}"/>
              </a:ext>
            </a:extLst>
          </p:cNvPr>
          <p:cNvSpPr>
            <a:spLocks/>
          </p:cNvSpPr>
          <p:nvPr/>
        </p:nvSpPr>
        <p:spPr>
          <a:xfrm>
            <a:off x="2195727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1" name="data_3070">
            <a:extLst>
              <a:ext uri="{FF2B5EF4-FFF2-40B4-BE49-F238E27FC236}">
                <a16:creationId xmlns:a16="http://schemas.microsoft.com/office/drawing/2014/main" id="{9C598FEF-E10B-4A79-9AD9-227435D3A442}"/>
              </a:ext>
            </a:extLst>
          </p:cNvPr>
          <p:cNvSpPr>
            <a:spLocks/>
          </p:cNvSpPr>
          <p:nvPr/>
        </p:nvSpPr>
        <p:spPr>
          <a:xfrm>
            <a:off x="2213322" y="598485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2" name="data_3071">
            <a:extLst>
              <a:ext uri="{FF2B5EF4-FFF2-40B4-BE49-F238E27FC236}">
                <a16:creationId xmlns:a16="http://schemas.microsoft.com/office/drawing/2014/main" id="{6499B50B-DB7A-431D-B675-BF2360FCC824}"/>
              </a:ext>
            </a:extLst>
          </p:cNvPr>
          <p:cNvSpPr>
            <a:spLocks/>
          </p:cNvSpPr>
          <p:nvPr/>
        </p:nvSpPr>
        <p:spPr>
          <a:xfrm>
            <a:off x="2143660" y="67237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3" name="data_3072">
            <a:extLst>
              <a:ext uri="{FF2B5EF4-FFF2-40B4-BE49-F238E27FC236}">
                <a16:creationId xmlns:a16="http://schemas.microsoft.com/office/drawing/2014/main" id="{E1EC69EE-3025-415A-AB03-B9D4320AC3D5}"/>
              </a:ext>
            </a:extLst>
          </p:cNvPr>
          <p:cNvSpPr>
            <a:spLocks/>
          </p:cNvSpPr>
          <p:nvPr/>
        </p:nvSpPr>
        <p:spPr>
          <a:xfrm>
            <a:off x="214896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4" name="data_3073">
            <a:extLst>
              <a:ext uri="{FF2B5EF4-FFF2-40B4-BE49-F238E27FC236}">
                <a16:creationId xmlns:a16="http://schemas.microsoft.com/office/drawing/2014/main" id="{F40A6334-3155-4127-9858-73081861EB07}"/>
              </a:ext>
            </a:extLst>
          </p:cNvPr>
          <p:cNvSpPr>
            <a:spLocks/>
          </p:cNvSpPr>
          <p:nvPr/>
        </p:nvSpPr>
        <p:spPr>
          <a:xfrm>
            <a:off x="2195130" y="688357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5" name="data_3074">
            <a:extLst>
              <a:ext uri="{FF2B5EF4-FFF2-40B4-BE49-F238E27FC236}">
                <a16:creationId xmlns:a16="http://schemas.microsoft.com/office/drawing/2014/main" id="{26B67CED-23E6-4366-8001-9BE09269F4BE}"/>
              </a:ext>
            </a:extLst>
          </p:cNvPr>
          <p:cNvSpPr>
            <a:spLocks/>
          </p:cNvSpPr>
          <p:nvPr/>
        </p:nvSpPr>
        <p:spPr>
          <a:xfrm>
            <a:off x="2100225" y="52386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6" name="data_3075">
            <a:extLst>
              <a:ext uri="{FF2B5EF4-FFF2-40B4-BE49-F238E27FC236}">
                <a16:creationId xmlns:a16="http://schemas.microsoft.com/office/drawing/2014/main" id="{97D7697C-68A3-486F-AA0D-DF0B6431D349}"/>
              </a:ext>
            </a:extLst>
          </p:cNvPr>
          <p:cNvSpPr>
            <a:spLocks/>
          </p:cNvSpPr>
          <p:nvPr/>
        </p:nvSpPr>
        <p:spPr>
          <a:xfrm>
            <a:off x="2148748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7" name="data_3076">
            <a:extLst>
              <a:ext uri="{FF2B5EF4-FFF2-40B4-BE49-F238E27FC236}">
                <a16:creationId xmlns:a16="http://schemas.microsoft.com/office/drawing/2014/main" id="{3F75C361-01AB-4B5C-A1A1-25FD062B8C6E}"/>
              </a:ext>
            </a:extLst>
          </p:cNvPr>
          <p:cNvSpPr>
            <a:spLocks/>
          </p:cNvSpPr>
          <p:nvPr/>
        </p:nvSpPr>
        <p:spPr>
          <a:xfrm>
            <a:off x="2153050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8" name="data_3077">
            <a:extLst>
              <a:ext uri="{FF2B5EF4-FFF2-40B4-BE49-F238E27FC236}">
                <a16:creationId xmlns:a16="http://schemas.microsoft.com/office/drawing/2014/main" id="{0BC8A70E-1BCD-4368-A213-2D31CC24E23F}"/>
              </a:ext>
            </a:extLst>
          </p:cNvPr>
          <p:cNvSpPr>
            <a:spLocks/>
          </p:cNvSpPr>
          <p:nvPr/>
        </p:nvSpPr>
        <p:spPr>
          <a:xfrm>
            <a:off x="2154420" y="66500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9" name="data_3078">
            <a:extLst>
              <a:ext uri="{FF2B5EF4-FFF2-40B4-BE49-F238E27FC236}">
                <a16:creationId xmlns:a16="http://schemas.microsoft.com/office/drawing/2014/main" id="{90D49640-EED8-48B4-B7BE-28ED512DA64B}"/>
              </a:ext>
            </a:extLst>
          </p:cNvPr>
          <p:cNvSpPr>
            <a:spLocks/>
          </p:cNvSpPr>
          <p:nvPr/>
        </p:nvSpPr>
        <p:spPr>
          <a:xfrm>
            <a:off x="2149370" y="57290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0" name="data_3079">
            <a:extLst>
              <a:ext uri="{FF2B5EF4-FFF2-40B4-BE49-F238E27FC236}">
                <a16:creationId xmlns:a16="http://schemas.microsoft.com/office/drawing/2014/main" id="{60F1AC57-AD02-4FC3-99D7-3A112A434B13}"/>
              </a:ext>
            </a:extLst>
          </p:cNvPr>
          <p:cNvSpPr>
            <a:spLocks/>
          </p:cNvSpPr>
          <p:nvPr/>
        </p:nvSpPr>
        <p:spPr>
          <a:xfrm>
            <a:off x="2208836" y="669216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1" name="data_3080">
            <a:extLst>
              <a:ext uri="{FF2B5EF4-FFF2-40B4-BE49-F238E27FC236}">
                <a16:creationId xmlns:a16="http://schemas.microsoft.com/office/drawing/2014/main" id="{9B163570-3ABD-4638-9382-48D1875AF44E}"/>
              </a:ext>
            </a:extLst>
          </p:cNvPr>
          <p:cNvSpPr>
            <a:spLocks/>
          </p:cNvSpPr>
          <p:nvPr/>
        </p:nvSpPr>
        <p:spPr>
          <a:xfrm>
            <a:off x="2143814" y="56185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2" name="data_3081">
            <a:extLst>
              <a:ext uri="{FF2B5EF4-FFF2-40B4-BE49-F238E27FC236}">
                <a16:creationId xmlns:a16="http://schemas.microsoft.com/office/drawing/2014/main" id="{A146C6DE-4F61-4D1A-A540-29C5B5D5449E}"/>
              </a:ext>
            </a:extLst>
          </p:cNvPr>
          <p:cNvSpPr>
            <a:spLocks/>
          </p:cNvSpPr>
          <p:nvPr/>
        </p:nvSpPr>
        <p:spPr>
          <a:xfrm>
            <a:off x="2211091" y="60606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3" name="data_3082">
            <a:extLst>
              <a:ext uri="{FF2B5EF4-FFF2-40B4-BE49-F238E27FC236}">
                <a16:creationId xmlns:a16="http://schemas.microsoft.com/office/drawing/2014/main" id="{F99CCB20-E9ED-4A61-94D4-2D343F117399}"/>
              </a:ext>
            </a:extLst>
          </p:cNvPr>
          <p:cNvSpPr>
            <a:spLocks/>
          </p:cNvSpPr>
          <p:nvPr/>
        </p:nvSpPr>
        <p:spPr>
          <a:xfrm>
            <a:off x="218261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4" name="data_3083">
            <a:extLst>
              <a:ext uri="{FF2B5EF4-FFF2-40B4-BE49-F238E27FC236}">
                <a16:creationId xmlns:a16="http://schemas.microsoft.com/office/drawing/2014/main" id="{1BEA93B8-B823-468C-9D23-1A82DA1CD2F1}"/>
              </a:ext>
            </a:extLst>
          </p:cNvPr>
          <p:cNvSpPr>
            <a:spLocks/>
          </p:cNvSpPr>
          <p:nvPr/>
        </p:nvSpPr>
        <p:spPr>
          <a:xfrm>
            <a:off x="2198518" y="536750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5" name="data_3084">
            <a:extLst>
              <a:ext uri="{FF2B5EF4-FFF2-40B4-BE49-F238E27FC236}">
                <a16:creationId xmlns:a16="http://schemas.microsoft.com/office/drawing/2014/main" id="{024C2DE3-3222-4A8F-A33F-F07DB028D4C3}"/>
              </a:ext>
            </a:extLst>
          </p:cNvPr>
          <p:cNvSpPr>
            <a:spLocks/>
          </p:cNvSpPr>
          <p:nvPr/>
        </p:nvSpPr>
        <p:spPr>
          <a:xfrm>
            <a:off x="2180662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6" name="data_3085">
            <a:extLst>
              <a:ext uri="{FF2B5EF4-FFF2-40B4-BE49-F238E27FC236}">
                <a16:creationId xmlns:a16="http://schemas.microsoft.com/office/drawing/2014/main" id="{D5271D51-1CB9-43C3-9F15-B95BAB13BFDE}"/>
              </a:ext>
            </a:extLst>
          </p:cNvPr>
          <p:cNvSpPr>
            <a:spLocks/>
          </p:cNvSpPr>
          <p:nvPr/>
        </p:nvSpPr>
        <p:spPr>
          <a:xfrm>
            <a:off x="2122934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7" name="data_3086">
            <a:extLst>
              <a:ext uri="{FF2B5EF4-FFF2-40B4-BE49-F238E27FC236}">
                <a16:creationId xmlns:a16="http://schemas.microsoft.com/office/drawing/2014/main" id="{C4374EB4-40C8-4812-8A86-E6080C30610B}"/>
              </a:ext>
            </a:extLst>
          </p:cNvPr>
          <p:cNvSpPr>
            <a:spLocks/>
          </p:cNvSpPr>
          <p:nvPr/>
        </p:nvSpPr>
        <p:spPr>
          <a:xfrm>
            <a:off x="2184397" y="561856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8" name="data_3087">
            <a:extLst>
              <a:ext uri="{FF2B5EF4-FFF2-40B4-BE49-F238E27FC236}">
                <a16:creationId xmlns:a16="http://schemas.microsoft.com/office/drawing/2014/main" id="{3146641D-86CD-4482-9970-1D953CF1750B}"/>
              </a:ext>
            </a:extLst>
          </p:cNvPr>
          <p:cNvSpPr>
            <a:spLocks/>
          </p:cNvSpPr>
          <p:nvPr/>
        </p:nvSpPr>
        <p:spPr>
          <a:xfrm>
            <a:off x="213997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9" name="data_3088">
            <a:extLst>
              <a:ext uri="{FF2B5EF4-FFF2-40B4-BE49-F238E27FC236}">
                <a16:creationId xmlns:a16="http://schemas.microsoft.com/office/drawing/2014/main" id="{9FED4477-6530-40ED-AE34-2B9AF15C5EB1}"/>
              </a:ext>
            </a:extLst>
          </p:cNvPr>
          <p:cNvSpPr>
            <a:spLocks/>
          </p:cNvSpPr>
          <p:nvPr/>
        </p:nvSpPr>
        <p:spPr>
          <a:xfrm>
            <a:off x="217714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0" name="data_3089">
            <a:extLst>
              <a:ext uri="{FF2B5EF4-FFF2-40B4-BE49-F238E27FC236}">
                <a16:creationId xmlns:a16="http://schemas.microsoft.com/office/drawing/2014/main" id="{1E7A9FEC-3AE8-42B8-BD11-8718EDE0BD75}"/>
              </a:ext>
            </a:extLst>
          </p:cNvPr>
          <p:cNvSpPr>
            <a:spLocks/>
          </p:cNvSpPr>
          <p:nvPr/>
        </p:nvSpPr>
        <p:spPr>
          <a:xfrm>
            <a:off x="2142609" y="69005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1" name="data_3090">
            <a:extLst>
              <a:ext uri="{FF2B5EF4-FFF2-40B4-BE49-F238E27FC236}">
                <a16:creationId xmlns:a16="http://schemas.microsoft.com/office/drawing/2014/main" id="{E14CA05E-6E04-4C4F-94CA-CC5E89DE788A}"/>
              </a:ext>
            </a:extLst>
          </p:cNvPr>
          <p:cNvSpPr>
            <a:spLocks/>
          </p:cNvSpPr>
          <p:nvPr/>
        </p:nvSpPr>
        <p:spPr>
          <a:xfrm>
            <a:off x="2230814" y="658866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2" name="data_3091">
            <a:extLst>
              <a:ext uri="{FF2B5EF4-FFF2-40B4-BE49-F238E27FC236}">
                <a16:creationId xmlns:a16="http://schemas.microsoft.com/office/drawing/2014/main" id="{637DCF8A-B4FF-4A32-B65D-E1E2A4906102}"/>
              </a:ext>
            </a:extLst>
          </p:cNvPr>
          <p:cNvSpPr>
            <a:spLocks/>
          </p:cNvSpPr>
          <p:nvPr/>
        </p:nvSpPr>
        <p:spPr>
          <a:xfrm>
            <a:off x="218361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3" name="data_3092">
            <a:extLst>
              <a:ext uri="{FF2B5EF4-FFF2-40B4-BE49-F238E27FC236}">
                <a16:creationId xmlns:a16="http://schemas.microsoft.com/office/drawing/2014/main" id="{C45D77CE-2830-42AF-9197-DA81A013E020}"/>
              </a:ext>
            </a:extLst>
          </p:cNvPr>
          <p:cNvSpPr>
            <a:spLocks/>
          </p:cNvSpPr>
          <p:nvPr/>
        </p:nvSpPr>
        <p:spPr>
          <a:xfrm>
            <a:off x="2156044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4" name="data_3093">
            <a:extLst>
              <a:ext uri="{FF2B5EF4-FFF2-40B4-BE49-F238E27FC236}">
                <a16:creationId xmlns:a16="http://schemas.microsoft.com/office/drawing/2014/main" id="{449CC35D-DCBD-4285-BD64-6B1F3F5DF29F}"/>
              </a:ext>
            </a:extLst>
          </p:cNvPr>
          <p:cNvSpPr>
            <a:spLocks/>
          </p:cNvSpPr>
          <p:nvPr/>
        </p:nvSpPr>
        <p:spPr>
          <a:xfrm>
            <a:off x="2146290" y="68437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5" name="data_3094">
            <a:extLst>
              <a:ext uri="{FF2B5EF4-FFF2-40B4-BE49-F238E27FC236}">
                <a16:creationId xmlns:a16="http://schemas.microsoft.com/office/drawing/2014/main" id="{5B7A7ACA-880F-4984-A812-954250D29BB9}"/>
              </a:ext>
            </a:extLst>
          </p:cNvPr>
          <p:cNvSpPr>
            <a:spLocks/>
          </p:cNvSpPr>
          <p:nvPr/>
        </p:nvSpPr>
        <p:spPr>
          <a:xfrm>
            <a:off x="2146341" y="60606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6" name="data_3095">
            <a:extLst>
              <a:ext uri="{FF2B5EF4-FFF2-40B4-BE49-F238E27FC236}">
                <a16:creationId xmlns:a16="http://schemas.microsoft.com/office/drawing/2014/main" id="{8EB03379-499B-4305-8308-C1C06982C3F6}"/>
              </a:ext>
            </a:extLst>
          </p:cNvPr>
          <p:cNvSpPr>
            <a:spLocks/>
          </p:cNvSpPr>
          <p:nvPr/>
        </p:nvSpPr>
        <p:spPr>
          <a:xfrm>
            <a:off x="2216549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7" name="data_3096">
            <a:extLst>
              <a:ext uri="{FF2B5EF4-FFF2-40B4-BE49-F238E27FC236}">
                <a16:creationId xmlns:a16="http://schemas.microsoft.com/office/drawing/2014/main" id="{85462E82-0021-4543-813C-3ED5DDD33A74}"/>
              </a:ext>
            </a:extLst>
          </p:cNvPr>
          <p:cNvSpPr>
            <a:spLocks/>
          </p:cNvSpPr>
          <p:nvPr/>
        </p:nvSpPr>
        <p:spPr>
          <a:xfrm>
            <a:off x="2168961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8" name="data_3097">
            <a:extLst>
              <a:ext uri="{FF2B5EF4-FFF2-40B4-BE49-F238E27FC236}">
                <a16:creationId xmlns:a16="http://schemas.microsoft.com/office/drawing/2014/main" id="{64B5AC3A-AECC-473F-8606-5FE599742CF7}"/>
              </a:ext>
            </a:extLst>
          </p:cNvPr>
          <p:cNvSpPr>
            <a:spLocks/>
          </p:cNvSpPr>
          <p:nvPr/>
        </p:nvSpPr>
        <p:spPr>
          <a:xfrm>
            <a:off x="2163290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9" name="data_3098">
            <a:extLst>
              <a:ext uri="{FF2B5EF4-FFF2-40B4-BE49-F238E27FC236}">
                <a16:creationId xmlns:a16="http://schemas.microsoft.com/office/drawing/2014/main" id="{89231271-E256-4A63-89FC-6ACC6E495413}"/>
              </a:ext>
            </a:extLst>
          </p:cNvPr>
          <p:cNvSpPr>
            <a:spLocks/>
          </p:cNvSpPr>
          <p:nvPr/>
        </p:nvSpPr>
        <p:spPr>
          <a:xfrm>
            <a:off x="2100409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0" name="data_3099">
            <a:extLst>
              <a:ext uri="{FF2B5EF4-FFF2-40B4-BE49-F238E27FC236}">
                <a16:creationId xmlns:a16="http://schemas.microsoft.com/office/drawing/2014/main" id="{7F551DB0-3B9D-4AA2-BABC-87ADC8210462}"/>
              </a:ext>
            </a:extLst>
          </p:cNvPr>
          <p:cNvSpPr>
            <a:spLocks/>
          </p:cNvSpPr>
          <p:nvPr/>
        </p:nvSpPr>
        <p:spPr>
          <a:xfrm>
            <a:off x="2220583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1" name="data_3100">
            <a:extLst>
              <a:ext uri="{FF2B5EF4-FFF2-40B4-BE49-F238E27FC236}">
                <a16:creationId xmlns:a16="http://schemas.microsoft.com/office/drawing/2014/main" id="{3923C80B-3F90-4313-966D-8B7158A4889B}"/>
              </a:ext>
            </a:extLst>
          </p:cNvPr>
          <p:cNvSpPr>
            <a:spLocks/>
          </p:cNvSpPr>
          <p:nvPr/>
        </p:nvSpPr>
        <p:spPr>
          <a:xfrm>
            <a:off x="2127524" y="6915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2" name="data_3101">
            <a:extLst>
              <a:ext uri="{FF2B5EF4-FFF2-40B4-BE49-F238E27FC236}">
                <a16:creationId xmlns:a16="http://schemas.microsoft.com/office/drawing/2014/main" id="{4BA9A128-3557-46DF-931B-AA3FC9977145}"/>
              </a:ext>
            </a:extLst>
          </p:cNvPr>
          <p:cNvSpPr>
            <a:spLocks/>
          </p:cNvSpPr>
          <p:nvPr/>
        </p:nvSpPr>
        <p:spPr>
          <a:xfrm>
            <a:off x="2130630" y="66500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3" name="data_3102">
            <a:extLst>
              <a:ext uri="{FF2B5EF4-FFF2-40B4-BE49-F238E27FC236}">
                <a16:creationId xmlns:a16="http://schemas.microsoft.com/office/drawing/2014/main" id="{4260B1AC-9547-47D0-B135-976C0D064B5D}"/>
              </a:ext>
            </a:extLst>
          </p:cNvPr>
          <p:cNvSpPr>
            <a:spLocks/>
          </p:cNvSpPr>
          <p:nvPr/>
        </p:nvSpPr>
        <p:spPr>
          <a:xfrm>
            <a:off x="2210726" y="69363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4" name="data_3103">
            <a:extLst>
              <a:ext uri="{FF2B5EF4-FFF2-40B4-BE49-F238E27FC236}">
                <a16:creationId xmlns:a16="http://schemas.microsoft.com/office/drawing/2014/main" id="{9519A1D5-515B-4277-9D2E-66938AFEAF80}"/>
              </a:ext>
            </a:extLst>
          </p:cNvPr>
          <p:cNvSpPr>
            <a:spLocks/>
          </p:cNvSpPr>
          <p:nvPr/>
        </p:nvSpPr>
        <p:spPr>
          <a:xfrm>
            <a:off x="214749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5" name="data_3104">
            <a:extLst>
              <a:ext uri="{FF2B5EF4-FFF2-40B4-BE49-F238E27FC236}">
                <a16:creationId xmlns:a16="http://schemas.microsoft.com/office/drawing/2014/main" id="{AF8C5302-5507-40BE-82DC-F9FD9A1F75A0}"/>
              </a:ext>
            </a:extLst>
          </p:cNvPr>
          <p:cNvSpPr>
            <a:spLocks/>
          </p:cNvSpPr>
          <p:nvPr/>
        </p:nvSpPr>
        <p:spPr>
          <a:xfrm>
            <a:off x="2222862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6" name="data_3105">
            <a:extLst>
              <a:ext uri="{FF2B5EF4-FFF2-40B4-BE49-F238E27FC236}">
                <a16:creationId xmlns:a16="http://schemas.microsoft.com/office/drawing/2014/main" id="{5EA61DA8-EDD2-470A-BACB-071E75C470A2}"/>
              </a:ext>
            </a:extLst>
          </p:cNvPr>
          <p:cNvSpPr>
            <a:spLocks/>
          </p:cNvSpPr>
          <p:nvPr/>
        </p:nvSpPr>
        <p:spPr>
          <a:xfrm>
            <a:off x="2216927" y="562454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7" name="data_3106">
            <a:extLst>
              <a:ext uri="{FF2B5EF4-FFF2-40B4-BE49-F238E27FC236}">
                <a16:creationId xmlns:a16="http://schemas.microsoft.com/office/drawing/2014/main" id="{43A09134-6E32-485C-BFBB-E168CC5068BF}"/>
              </a:ext>
            </a:extLst>
          </p:cNvPr>
          <p:cNvSpPr>
            <a:spLocks/>
          </p:cNvSpPr>
          <p:nvPr/>
        </p:nvSpPr>
        <p:spPr>
          <a:xfrm>
            <a:off x="213353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8" name="data_3107">
            <a:extLst>
              <a:ext uri="{FF2B5EF4-FFF2-40B4-BE49-F238E27FC236}">
                <a16:creationId xmlns:a16="http://schemas.microsoft.com/office/drawing/2014/main" id="{6FFB4A9B-CBBD-4427-B408-4E130259151D}"/>
              </a:ext>
            </a:extLst>
          </p:cNvPr>
          <p:cNvSpPr>
            <a:spLocks/>
          </p:cNvSpPr>
          <p:nvPr/>
        </p:nvSpPr>
        <p:spPr>
          <a:xfrm>
            <a:off x="2126756" y="67679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9" name="data_3108">
            <a:extLst>
              <a:ext uri="{FF2B5EF4-FFF2-40B4-BE49-F238E27FC236}">
                <a16:creationId xmlns:a16="http://schemas.microsoft.com/office/drawing/2014/main" id="{D9094CCC-1DA9-4164-811F-B57E27494342}"/>
              </a:ext>
            </a:extLst>
          </p:cNvPr>
          <p:cNvSpPr>
            <a:spLocks/>
          </p:cNvSpPr>
          <p:nvPr/>
        </p:nvSpPr>
        <p:spPr>
          <a:xfrm>
            <a:off x="2188756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0" name="data_3109">
            <a:extLst>
              <a:ext uri="{FF2B5EF4-FFF2-40B4-BE49-F238E27FC236}">
                <a16:creationId xmlns:a16="http://schemas.microsoft.com/office/drawing/2014/main" id="{FA8ABBB4-62F3-449A-8A32-650AA3D20446}"/>
              </a:ext>
            </a:extLst>
          </p:cNvPr>
          <p:cNvSpPr>
            <a:spLocks/>
          </p:cNvSpPr>
          <p:nvPr/>
        </p:nvSpPr>
        <p:spPr>
          <a:xfrm>
            <a:off x="2150906" y="65389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1" name="data_3110">
            <a:extLst>
              <a:ext uri="{FF2B5EF4-FFF2-40B4-BE49-F238E27FC236}">
                <a16:creationId xmlns:a16="http://schemas.microsoft.com/office/drawing/2014/main" id="{4F109030-4D19-4FC7-ADF2-06AE63745CAB}"/>
              </a:ext>
            </a:extLst>
          </p:cNvPr>
          <p:cNvSpPr>
            <a:spLocks/>
          </p:cNvSpPr>
          <p:nvPr/>
        </p:nvSpPr>
        <p:spPr>
          <a:xfrm>
            <a:off x="2186012" y="54712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2" name="data_3111">
            <a:extLst>
              <a:ext uri="{FF2B5EF4-FFF2-40B4-BE49-F238E27FC236}">
                <a16:creationId xmlns:a16="http://schemas.microsoft.com/office/drawing/2014/main" id="{AB14C17A-8E24-46DF-A8C6-1B6D0DCB0A62}"/>
              </a:ext>
            </a:extLst>
          </p:cNvPr>
          <p:cNvSpPr>
            <a:spLocks/>
          </p:cNvSpPr>
          <p:nvPr/>
        </p:nvSpPr>
        <p:spPr>
          <a:xfrm>
            <a:off x="2219818" y="576592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3" name="data_3112">
            <a:extLst>
              <a:ext uri="{FF2B5EF4-FFF2-40B4-BE49-F238E27FC236}">
                <a16:creationId xmlns:a16="http://schemas.microsoft.com/office/drawing/2014/main" id="{12F27344-F8CC-4920-BF96-F0FEFFA13AED}"/>
              </a:ext>
            </a:extLst>
          </p:cNvPr>
          <p:cNvSpPr>
            <a:spLocks/>
          </p:cNvSpPr>
          <p:nvPr/>
        </p:nvSpPr>
        <p:spPr>
          <a:xfrm>
            <a:off x="2103524" y="626693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4" name="data_3113">
            <a:extLst>
              <a:ext uri="{FF2B5EF4-FFF2-40B4-BE49-F238E27FC236}">
                <a16:creationId xmlns:a16="http://schemas.microsoft.com/office/drawing/2014/main" id="{9009B9D7-22CB-4C95-959C-E1AF12FEA96B}"/>
              </a:ext>
            </a:extLst>
          </p:cNvPr>
          <p:cNvSpPr>
            <a:spLocks/>
          </p:cNvSpPr>
          <p:nvPr/>
        </p:nvSpPr>
        <p:spPr>
          <a:xfrm>
            <a:off x="2106557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5" name="data_3114">
            <a:extLst>
              <a:ext uri="{FF2B5EF4-FFF2-40B4-BE49-F238E27FC236}">
                <a16:creationId xmlns:a16="http://schemas.microsoft.com/office/drawing/2014/main" id="{6F135647-6DCD-4FD8-8D23-A333356F6F5F}"/>
              </a:ext>
            </a:extLst>
          </p:cNvPr>
          <p:cNvSpPr>
            <a:spLocks/>
          </p:cNvSpPr>
          <p:nvPr/>
        </p:nvSpPr>
        <p:spPr>
          <a:xfrm>
            <a:off x="2133503" y="694477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6" name="data_3115">
            <a:extLst>
              <a:ext uri="{FF2B5EF4-FFF2-40B4-BE49-F238E27FC236}">
                <a16:creationId xmlns:a16="http://schemas.microsoft.com/office/drawing/2014/main" id="{AA7410BF-DCDC-4FE0-96CF-708A3A2D3CB5}"/>
              </a:ext>
            </a:extLst>
          </p:cNvPr>
          <p:cNvSpPr>
            <a:spLocks/>
          </p:cNvSpPr>
          <p:nvPr/>
        </p:nvSpPr>
        <p:spPr>
          <a:xfrm>
            <a:off x="2211881" y="550629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7" name="data_3116">
            <a:extLst>
              <a:ext uri="{FF2B5EF4-FFF2-40B4-BE49-F238E27FC236}">
                <a16:creationId xmlns:a16="http://schemas.microsoft.com/office/drawing/2014/main" id="{FC42C112-A26B-4876-87CA-45E73DB589E2}"/>
              </a:ext>
            </a:extLst>
          </p:cNvPr>
          <p:cNvSpPr>
            <a:spLocks/>
          </p:cNvSpPr>
          <p:nvPr/>
        </p:nvSpPr>
        <p:spPr>
          <a:xfrm>
            <a:off x="2237549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8" name="data_3117">
            <a:extLst>
              <a:ext uri="{FF2B5EF4-FFF2-40B4-BE49-F238E27FC236}">
                <a16:creationId xmlns:a16="http://schemas.microsoft.com/office/drawing/2014/main" id="{C6321BED-2130-4BFA-9B3C-FAFBAE3EC148}"/>
              </a:ext>
            </a:extLst>
          </p:cNvPr>
          <p:cNvSpPr>
            <a:spLocks/>
          </p:cNvSpPr>
          <p:nvPr/>
        </p:nvSpPr>
        <p:spPr>
          <a:xfrm>
            <a:off x="2207061" y="547120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9" name="data_3118">
            <a:extLst>
              <a:ext uri="{FF2B5EF4-FFF2-40B4-BE49-F238E27FC236}">
                <a16:creationId xmlns:a16="http://schemas.microsoft.com/office/drawing/2014/main" id="{0F31599B-73C2-4E6F-ABC3-71907B18AAC9}"/>
              </a:ext>
            </a:extLst>
          </p:cNvPr>
          <p:cNvSpPr>
            <a:spLocks/>
          </p:cNvSpPr>
          <p:nvPr/>
        </p:nvSpPr>
        <p:spPr>
          <a:xfrm>
            <a:off x="2138226" y="517649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0" name="data_3119">
            <a:extLst>
              <a:ext uri="{FF2B5EF4-FFF2-40B4-BE49-F238E27FC236}">
                <a16:creationId xmlns:a16="http://schemas.microsoft.com/office/drawing/2014/main" id="{3973EA59-FB9E-4EE9-A101-0F6AE21C39D6}"/>
              </a:ext>
            </a:extLst>
          </p:cNvPr>
          <p:cNvSpPr>
            <a:spLocks/>
          </p:cNvSpPr>
          <p:nvPr/>
        </p:nvSpPr>
        <p:spPr>
          <a:xfrm>
            <a:off x="2138489" y="66073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1" name="data_3120">
            <a:extLst>
              <a:ext uri="{FF2B5EF4-FFF2-40B4-BE49-F238E27FC236}">
                <a16:creationId xmlns:a16="http://schemas.microsoft.com/office/drawing/2014/main" id="{EEAF2629-7B33-4CAE-83FE-EE6FCF657523}"/>
              </a:ext>
            </a:extLst>
          </p:cNvPr>
          <p:cNvSpPr>
            <a:spLocks/>
          </p:cNvSpPr>
          <p:nvPr/>
        </p:nvSpPr>
        <p:spPr>
          <a:xfrm>
            <a:off x="240316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2" name="data_3121">
            <a:extLst>
              <a:ext uri="{FF2B5EF4-FFF2-40B4-BE49-F238E27FC236}">
                <a16:creationId xmlns:a16="http://schemas.microsoft.com/office/drawing/2014/main" id="{5C81E35C-3DE0-4AA8-A09D-1BCEB814C5C1}"/>
              </a:ext>
            </a:extLst>
          </p:cNvPr>
          <p:cNvSpPr>
            <a:spLocks/>
          </p:cNvSpPr>
          <p:nvPr/>
        </p:nvSpPr>
        <p:spPr>
          <a:xfrm>
            <a:off x="2452010" y="520450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3" name="data_3122">
            <a:extLst>
              <a:ext uri="{FF2B5EF4-FFF2-40B4-BE49-F238E27FC236}">
                <a16:creationId xmlns:a16="http://schemas.microsoft.com/office/drawing/2014/main" id="{E4F62F08-4EB5-4C6F-9703-0FB35E254A59}"/>
              </a:ext>
            </a:extLst>
          </p:cNvPr>
          <p:cNvSpPr>
            <a:spLocks/>
          </p:cNvSpPr>
          <p:nvPr/>
        </p:nvSpPr>
        <p:spPr>
          <a:xfrm>
            <a:off x="2445530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4" name="data_3123">
            <a:extLst>
              <a:ext uri="{FF2B5EF4-FFF2-40B4-BE49-F238E27FC236}">
                <a16:creationId xmlns:a16="http://schemas.microsoft.com/office/drawing/2014/main" id="{C93E035D-378B-423E-97EE-9B9E27789AC8}"/>
              </a:ext>
            </a:extLst>
          </p:cNvPr>
          <p:cNvSpPr>
            <a:spLocks/>
          </p:cNvSpPr>
          <p:nvPr/>
        </p:nvSpPr>
        <p:spPr>
          <a:xfrm>
            <a:off x="2379490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5" name="data_3124">
            <a:extLst>
              <a:ext uri="{FF2B5EF4-FFF2-40B4-BE49-F238E27FC236}">
                <a16:creationId xmlns:a16="http://schemas.microsoft.com/office/drawing/2014/main" id="{B4C3FDE7-F515-476F-BE89-7BDDDE4E6EF6}"/>
              </a:ext>
            </a:extLst>
          </p:cNvPr>
          <p:cNvSpPr>
            <a:spLocks/>
          </p:cNvSpPr>
          <p:nvPr/>
        </p:nvSpPr>
        <p:spPr>
          <a:xfrm>
            <a:off x="235940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6" name="data_3125">
            <a:extLst>
              <a:ext uri="{FF2B5EF4-FFF2-40B4-BE49-F238E27FC236}">
                <a16:creationId xmlns:a16="http://schemas.microsoft.com/office/drawing/2014/main" id="{DE8D8794-C51B-468E-9E3A-32003FA2F72B}"/>
              </a:ext>
            </a:extLst>
          </p:cNvPr>
          <p:cNvSpPr>
            <a:spLocks/>
          </p:cNvSpPr>
          <p:nvPr/>
        </p:nvSpPr>
        <p:spPr>
          <a:xfrm>
            <a:off x="2368222" y="60926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7" name="data_3126">
            <a:extLst>
              <a:ext uri="{FF2B5EF4-FFF2-40B4-BE49-F238E27FC236}">
                <a16:creationId xmlns:a16="http://schemas.microsoft.com/office/drawing/2014/main" id="{9F320190-0C77-41DF-AA7F-3307958F5391}"/>
              </a:ext>
            </a:extLst>
          </p:cNvPr>
          <p:cNvSpPr>
            <a:spLocks/>
          </p:cNvSpPr>
          <p:nvPr/>
        </p:nvSpPr>
        <p:spPr>
          <a:xfrm>
            <a:off x="2396235" y="58758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8" name="data_3127">
            <a:extLst>
              <a:ext uri="{FF2B5EF4-FFF2-40B4-BE49-F238E27FC236}">
                <a16:creationId xmlns:a16="http://schemas.microsoft.com/office/drawing/2014/main" id="{6FC4D8CA-5208-46E2-9B15-768057FC5C6E}"/>
              </a:ext>
            </a:extLst>
          </p:cNvPr>
          <p:cNvSpPr>
            <a:spLocks/>
          </p:cNvSpPr>
          <p:nvPr/>
        </p:nvSpPr>
        <p:spPr>
          <a:xfrm>
            <a:off x="2426659" y="61356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9" name="data_3128">
            <a:extLst>
              <a:ext uri="{FF2B5EF4-FFF2-40B4-BE49-F238E27FC236}">
                <a16:creationId xmlns:a16="http://schemas.microsoft.com/office/drawing/2014/main" id="{1E92E8A9-54BD-4E27-98FE-68C96C8C0332}"/>
              </a:ext>
            </a:extLst>
          </p:cNvPr>
          <p:cNvSpPr>
            <a:spLocks/>
          </p:cNvSpPr>
          <p:nvPr/>
        </p:nvSpPr>
        <p:spPr>
          <a:xfrm>
            <a:off x="2331375" y="57659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0" name="data_3129">
            <a:extLst>
              <a:ext uri="{FF2B5EF4-FFF2-40B4-BE49-F238E27FC236}">
                <a16:creationId xmlns:a16="http://schemas.microsoft.com/office/drawing/2014/main" id="{7622335A-3AE2-44BC-B2BB-F6131E39274F}"/>
              </a:ext>
            </a:extLst>
          </p:cNvPr>
          <p:cNvSpPr>
            <a:spLocks/>
          </p:cNvSpPr>
          <p:nvPr/>
        </p:nvSpPr>
        <p:spPr>
          <a:xfrm>
            <a:off x="242588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1" name="data_3130">
            <a:extLst>
              <a:ext uri="{FF2B5EF4-FFF2-40B4-BE49-F238E27FC236}">
                <a16:creationId xmlns:a16="http://schemas.microsoft.com/office/drawing/2014/main" id="{B1D2307F-DAF9-4943-BD0F-AE6FFFA88F16}"/>
              </a:ext>
            </a:extLst>
          </p:cNvPr>
          <p:cNvSpPr>
            <a:spLocks/>
          </p:cNvSpPr>
          <p:nvPr/>
        </p:nvSpPr>
        <p:spPr>
          <a:xfrm>
            <a:off x="232999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2" name="data_3131">
            <a:extLst>
              <a:ext uri="{FF2B5EF4-FFF2-40B4-BE49-F238E27FC236}">
                <a16:creationId xmlns:a16="http://schemas.microsoft.com/office/drawing/2014/main" id="{F1AA41F5-65AA-4015-9B9C-10FD1F8E9A43}"/>
              </a:ext>
            </a:extLst>
          </p:cNvPr>
          <p:cNvSpPr>
            <a:spLocks/>
          </p:cNvSpPr>
          <p:nvPr/>
        </p:nvSpPr>
        <p:spPr>
          <a:xfrm>
            <a:off x="2420813" y="52500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3" name="data_3132">
            <a:extLst>
              <a:ext uri="{FF2B5EF4-FFF2-40B4-BE49-F238E27FC236}">
                <a16:creationId xmlns:a16="http://schemas.microsoft.com/office/drawing/2014/main" id="{7EE2464C-60DB-4A95-B062-42167650A54A}"/>
              </a:ext>
            </a:extLst>
          </p:cNvPr>
          <p:cNvSpPr>
            <a:spLocks/>
          </p:cNvSpPr>
          <p:nvPr/>
        </p:nvSpPr>
        <p:spPr>
          <a:xfrm>
            <a:off x="2452799" y="61338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4" name="data_3133">
            <a:extLst>
              <a:ext uri="{FF2B5EF4-FFF2-40B4-BE49-F238E27FC236}">
                <a16:creationId xmlns:a16="http://schemas.microsoft.com/office/drawing/2014/main" id="{1637CD92-91CD-47E3-9DF3-FFA0A34FFDE9}"/>
              </a:ext>
            </a:extLst>
          </p:cNvPr>
          <p:cNvSpPr>
            <a:spLocks/>
          </p:cNvSpPr>
          <p:nvPr/>
        </p:nvSpPr>
        <p:spPr>
          <a:xfrm>
            <a:off x="2364435" y="6650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5" name="data_3134">
            <a:extLst>
              <a:ext uri="{FF2B5EF4-FFF2-40B4-BE49-F238E27FC236}">
                <a16:creationId xmlns:a16="http://schemas.microsoft.com/office/drawing/2014/main" id="{4AF63382-3F9B-428B-A82E-1D33743C786C}"/>
              </a:ext>
            </a:extLst>
          </p:cNvPr>
          <p:cNvSpPr>
            <a:spLocks/>
          </p:cNvSpPr>
          <p:nvPr/>
        </p:nvSpPr>
        <p:spPr>
          <a:xfrm>
            <a:off x="235119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6" name="data_3135">
            <a:extLst>
              <a:ext uri="{FF2B5EF4-FFF2-40B4-BE49-F238E27FC236}">
                <a16:creationId xmlns:a16="http://schemas.microsoft.com/office/drawing/2014/main" id="{4067BCC8-368E-4FEA-B23E-F9EF2FC286E5}"/>
              </a:ext>
            </a:extLst>
          </p:cNvPr>
          <p:cNvSpPr>
            <a:spLocks/>
          </p:cNvSpPr>
          <p:nvPr/>
        </p:nvSpPr>
        <p:spPr>
          <a:xfrm>
            <a:off x="2334795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7" name="data_3136">
            <a:extLst>
              <a:ext uri="{FF2B5EF4-FFF2-40B4-BE49-F238E27FC236}">
                <a16:creationId xmlns:a16="http://schemas.microsoft.com/office/drawing/2014/main" id="{93B97B89-D5EB-41BD-B14B-36C271FA04F7}"/>
              </a:ext>
            </a:extLst>
          </p:cNvPr>
          <p:cNvSpPr>
            <a:spLocks/>
          </p:cNvSpPr>
          <p:nvPr/>
        </p:nvSpPr>
        <p:spPr>
          <a:xfrm>
            <a:off x="2364118" y="57659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8" name="data_3137">
            <a:extLst>
              <a:ext uri="{FF2B5EF4-FFF2-40B4-BE49-F238E27FC236}">
                <a16:creationId xmlns:a16="http://schemas.microsoft.com/office/drawing/2014/main" id="{699AD31A-D949-4E20-85B7-8C00EA380C1F}"/>
              </a:ext>
            </a:extLst>
          </p:cNvPr>
          <p:cNvSpPr>
            <a:spLocks/>
          </p:cNvSpPr>
          <p:nvPr/>
        </p:nvSpPr>
        <p:spPr>
          <a:xfrm>
            <a:off x="2458915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9" name="data_3138">
            <a:extLst>
              <a:ext uri="{FF2B5EF4-FFF2-40B4-BE49-F238E27FC236}">
                <a16:creationId xmlns:a16="http://schemas.microsoft.com/office/drawing/2014/main" id="{21861674-847B-4BFA-BE40-05D5CDF61851}"/>
              </a:ext>
            </a:extLst>
          </p:cNvPr>
          <p:cNvSpPr>
            <a:spLocks/>
          </p:cNvSpPr>
          <p:nvPr/>
        </p:nvSpPr>
        <p:spPr>
          <a:xfrm>
            <a:off x="2365631" y="63712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0" name="data_3139">
            <a:extLst>
              <a:ext uri="{FF2B5EF4-FFF2-40B4-BE49-F238E27FC236}">
                <a16:creationId xmlns:a16="http://schemas.microsoft.com/office/drawing/2014/main" id="{050C9E9F-A890-487C-9F2A-3CE584DC877C}"/>
              </a:ext>
            </a:extLst>
          </p:cNvPr>
          <p:cNvSpPr>
            <a:spLocks/>
          </p:cNvSpPr>
          <p:nvPr/>
        </p:nvSpPr>
        <p:spPr>
          <a:xfrm>
            <a:off x="2341067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1" name="data_3140">
            <a:extLst>
              <a:ext uri="{FF2B5EF4-FFF2-40B4-BE49-F238E27FC236}">
                <a16:creationId xmlns:a16="http://schemas.microsoft.com/office/drawing/2014/main" id="{AF2271B6-41EF-4634-9EAD-3B2E5E9EB9B7}"/>
              </a:ext>
            </a:extLst>
          </p:cNvPr>
          <p:cNvSpPr>
            <a:spLocks/>
          </p:cNvSpPr>
          <p:nvPr/>
        </p:nvSpPr>
        <p:spPr>
          <a:xfrm>
            <a:off x="2370873" y="6650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2" name="data_3141">
            <a:extLst>
              <a:ext uri="{FF2B5EF4-FFF2-40B4-BE49-F238E27FC236}">
                <a16:creationId xmlns:a16="http://schemas.microsoft.com/office/drawing/2014/main" id="{F3963B1A-C9E0-403E-8477-48B9B7AAC156}"/>
              </a:ext>
            </a:extLst>
          </p:cNvPr>
          <p:cNvSpPr>
            <a:spLocks/>
          </p:cNvSpPr>
          <p:nvPr/>
        </p:nvSpPr>
        <p:spPr>
          <a:xfrm>
            <a:off x="2376022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3" name="data_3142">
            <a:extLst>
              <a:ext uri="{FF2B5EF4-FFF2-40B4-BE49-F238E27FC236}">
                <a16:creationId xmlns:a16="http://schemas.microsoft.com/office/drawing/2014/main" id="{0F368CD7-9248-49C8-B009-D14EB0565D7C}"/>
              </a:ext>
            </a:extLst>
          </p:cNvPr>
          <p:cNvSpPr>
            <a:spLocks/>
          </p:cNvSpPr>
          <p:nvPr/>
        </p:nvSpPr>
        <p:spPr>
          <a:xfrm>
            <a:off x="2441499" y="539752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4" name="data_3143">
            <a:extLst>
              <a:ext uri="{FF2B5EF4-FFF2-40B4-BE49-F238E27FC236}">
                <a16:creationId xmlns:a16="http://schemas.microsoft.com/office/drawing/2014/main" id="{E349905B-EBCD-4567-BB49-D0ADC268639D}"/>
              </a:ext>
            </a:extLst>
          </p:cNvPr>
          <p:cNvSpPr>
            <a:spLocks/>
          </p:cNvSpPr>
          <p:nvPr/>
        </p:nvSpPr>
        <p:spPr>
          <a:xfrm>
            <a:off x="2432055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5" name="data_3144">
            <a:extLst>
              <a:ext uri="{FF2B5EF4-FFF2-40B4-BE49-F238E27FC236}">
                <a16:creationId xmlns:a16="http://schemas.microsoft.com/office/drawing/2014/main" id="{D695AAF8-1550-4A8E-8509-E1F03911EE2A}"/>
              </a:ext>
            </a:extLst>
          </p:cNvPr>
          <p:cNvSpPr>
            <a:spLocks/>
          </p:cNvSpPr>
          <p:nvPr/>
        </p:nvSpPr>
        <p:spPr>
          <a:xfrm>
            <a:off x="2328197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6" name="data_3145">
            <a:extLst>
              <a:ext uri="{FF2B5EF4-FFF2-40B4-BE49-F238E27FC236}">
                <a16:creationId xmlns:a16="http://schemas.microsoft.com/office/drawing/2014/main" id="{8C7122AF-38BE-441A-A7CB-10D4EC088950}"/>
              </a:ext>
            </a:extLst>
          </p:cNvPr>
          <p:cNvSpPr>
            <a:spLocks/>
          </p:cNvSpPr>
          <p:nvPr/>
        </p:nvSpPr>
        <p:spPr>
          <a:xfrm>
            <a:off x="2451064" y="64008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7" name="data_3146">
            <a:extLst>
              <a:ext uri="{FF2B5EF4-FFF2-40B4-BE49-F238E27FC236}">
                <a16:creationId xmlns:a16="http://schemas.microsoft.com/office/drawing/2014/main" id="{6B5781AF-3EEB-455F-ADF0-9A05A46B3837}"/>
              </a:ext>
            </a:extLst>
          </p:cNvPr>
          <p:cNvSpPr>
            <a:spLocks/>
          </p:cNvSpPr>
          <p:nvPr/>
        </p:nvSpPr>
        <p:spPr>
          <a:xfrm>
            <a:off x="2369317" y="6650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8" name="data_3147">
            <a:extLst>
              <a:ext uri="{FF2B5EF4-FFF2-40B4-BE49-F238E27FC236}">
                <a16:creationId xmlns:a16="http://schemas.microsoft.com/office/drawing/2014/main" id="{1B29783C-0178-450E-B10B-CC5B2284720D}"/>
              </a:ext>
            </a:extLst>
          </p:cNvPr>
          <p:cNvSpPr>
            <a:spLocks/>
          </p:cNvSpPr>
          <p:nvPr/>
        </p:nvSpPr>
        <p:spPr>
          <a:xfrm>
            <a:off x="236260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9" name="data_3148">
            <a:extLst>
              <a:ext uri="{FF2B5EF4-FFF2-40B4-BE49-F238E27FC236}">
                <a16:creationId xmlns:a16="http://schemas.microsoft.com/office/drawing/2014/main" id="{BBE7CAE3-B334-429B-B603-D7FBA9E57FE2}"/>
              </a:ext>
            </a:extLst>
          </p:cNvPr>
          <p:cNvSpPr>
            <a:spLocks/>
          </p:cNvSpPr>
          <p:nvPr/>
        </p:nvSpPr>
        <p:spPr>
          <a:xfrm>
            <a:off x="2398220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0" name="data_3149">
            <a:extLst>
              <a:ext uri="{FF2B5EF4-FFF2-40B4-BE49-F238E27FC236}">
                <a16:creationId xmlns:a16="http://schemas.microsoft.com/office/drawing/2014/main" id="{C42185C1-305A-4859-A1B1-D0B016970024}"/>
              </a:ext>
            </a:extLst>
          </p:cNvPr>
          <p:cNvSpPr>
            <a:spLocks/>
          </p:cNvSpPr>
          <p:nvPr/>
        </p:nvSpPr>
        <p:spPr>
          <a:xfrm>
            <a:off x="2445909" y="65393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1" name="data_3150">
            <a:extLst>
              <a:ext uri="{FF2B5EF4-FFF2-40B4-BE49-F238E27FC236}">
                <a16:creationId xmlns:a16="http://schemas.microsoft.com/office/drawing/2014/main" id="{323D1DB9-5825-48B2-AF51-34072B7C9AB3}"/>
              </a:ext>
            </a:extLst>
          </p:cNvPr>
          <p:cNvSpPr>
            <a:spLocks/>
          </p:cNvSpPr>
          <p:nvPr/>
        </p:nvSpPr>
        <p:spPr>
          <a:xfrm>
            <a:off x="2442297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2" name="data_3151">
            <a:extLst>
              <a:ext uri="{FF2B5EF4-FFF2-40B4-BE49-F238E27FC236}">
                <a16:creationId xmlns:a16="http://schemas.microsoft.com/office/drawing/2014/main" id="{9C394B98-F576-4929-8286-638558FFCF2F}"/>
              </a:ext>
            </a:extLst>
          </p:cNvPr>
          <p:cNvSpPr>
            <a:spLocks/>
          </p:cNvSpPr>
          <p:nvPr/>
        </p:nvSpPr>
        <p:spPr>
          <a:xfrm>
            <a:off x="2390140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3" name="data_3152">
            <a:extLst>
              <a:ext uri="{FF2B5EF4-FFF2-40B4-BE49-F238E27FC236}">
                <a16:creationId xmlns:a16="http://schemas.microsoft.com/office/drawing/2014/main" id="{5BEB4B1B-51AE-444C-AD46-1C7ABCC4F219}"/>
              </a:ext>
            </a:extLst>
          </p:cNvPr>
          <p:cNvSpPr>
            <a:spLocks/>
          </p:cNvSpPr>
          <p:nvPr/>
        </p:nvSpPr>
        <p:spPr>
          <a:xfrm>
            <a:off x="2428447" y="691609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4" name="data_3153">
            <a:extLst>
              <a:ext uri="{FF2B5EF4-FFF2-40B4-BE49-F238E27FC236}">
                <a16:creationId xmlns:a16="http://schemas.microsoft.com/office/drawing/2014/main" id="{BB3F43D4-2B98-4743-A689-2F3F3FC2CE49}"/>
              </a:ext>
            </a:extLst>
          </p:cNvPr>
          <p:cNvSpPr>
            <a:spLocks/>
          </p:cNvSpPr>
          <p:nvPr/>
        </p:nvSpPr>
        <p:spPr>
          <a:xfrm>
            <a:off x="244717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5" name="data_3154">
            <a:extLst>
              <a:ext uri="{FF2B5EF4-FFF2-40B4-BE49-F238E27FC236}">
                <a16:creationId xmlns:a16="http://schemas.microsoft.com/office/drawing/2014/main" id="{77904B1A-7296-47B4-98E2-A5C6D963946E}"/>
              </a:ext>
            </a:extLst>
          </p:cNvPr>
          <p:cNvSpPr>
            <a:spLocks/>
          </p:cNvSpPr>
          <p:nvPr/>
        </p:nvSpPr>
        <p:spPr>
          <a:xfrm>
            <a:off x="239910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6" name="data_3155">
            <a:extLst>
              <a:ext uri="{FF2B5EF4-FFF2-40B4-BE49-F238E27FC236}">
                <a16:creationId xmlns:a16="http://schemas.microsoft.com/office/drawing/2014/main" id="{FECF0992-1F2C-4D9E-AA10-9D5B38AB721F}"/>
              </a:ext>
            </a:extLst>
          </p:cNvPr>
          <p:cNvSpPr>
            <a:spLocks/>
          </p:cNvSpPr>
          <p:nvPr/>
        </p:nvSpPr>
        <p:spPr>
          <a:xfrm>
            <a:off x="2420235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7" name="data_3156">
            <a:extLst>
              <a:ext uri="{FF2B5EF4-FFF2-40B4-BE49-F238E27FC236}">
                <a16:creationId xmlns:a16="http://schemas.microsoft.com/office/drawing/2014/main" id="{D874DE15-EA8E-4E75-A250-7F53E6420599}"/>
              </a:ext>
            </a:extLst>
          </p:cNvPr>
          <p:cNvSpPr>
            <a:spLocks/>
          </p:cNvSpPr>
          <p:nvPr/>
        </p:nvSpPr>
        <p:spPr>
          <a:xfrm>
            <a:off x="240094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8" name="data_3157">
            <a:extLst>
              <a:ext uri="{FF2B5EF4-FFF2-40B4-BE49-F238E27FC236}">
                <a16:creationId xmlns:a16="http://schemas.microsoft.com/office/drawing/2014/main" id="{FF33884C-F996-4DB1-B6AF-CC3812225053}"/>
              </a:ext>
            </a:extLst>
          </p:cNvPr>
          <p:cNvSpPr>
            <a:spLocks/>
          </p:cNvSpPr>
          <p:nvPr/>
        </p:nvSpPr>
        <p:spPr>
          <a:xfrm>
            <a:off x="2420134" y="53238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9" name="data_3158">
            <a:extLst>
              <a:ext uri="{FF2B5EF4-FFF2-40B4-BE49-F238E27FC236}">
                <a16:creationId xmlns:a16="http://schemas.microsoft.com/office/drawing/2014/main" id="{E5787E61-181F-40F9-AC68-003AEE5C6189}"/>
              </a:ext>
            </a:extLst>
          </p:cNvPr>
          <p:cNvSpPr>
            <a:spLocks/>
          </p:cNvSpPr>
          <p:nvPr/>
        </p:nvSpPr>
        <p:spPr>
          <a:xfrm>
            <a:off x="2363105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0" name="data_3159">
            <a:extLst>
              <a:ext uri="{FF2B5EF4-FFF2-40B4-BE49-F238E27FC236}">
                <a16:creationId xmlns:a16="http://schemas.microsoft.com/office/drawing/2014/main" id="{7674853D-D2A1-4A5F-976F-82C60C53FD93}"/>
              </a:ext>
            </a:extLst>
          </p:cNvPr>
          <p:cNvSpPr>
            <a:spLocks/>
          </p:cNvSpPr>
          <p:nvPr/>
        </p:nvSpPr>
        <p:spPr>
          <a:xfrm>
            <a:off x="2438590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1" name="data_3160">
            <a:extLst>
              <a:ext uri="{FF2B5EF4-FFF2-40B4-BE49-F238E27FC236}">
                <a16:creationId xmlns:a16="http://schemas.microsoft.com/office/drawing/2014/main" id="{C838CD36-AF9C-4DCD-8CE7-832F40EFD893}"/>
              </a:ext>
            </a:extLst>
          </p:cNvPr>
          <p:cNvSpPr>
            <a:spLocks/>
          </p:cNvSpPr>
          <p:nvPr/>
        </p:nvSpPr>
        <p:spPr>
          <a:xfrm>
            <a:off x="2389655" y="59452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2" name="data_3161">
            <a:extLst>
              <a:ext uri="{FF2B5EF4-FFF2-40B4-BE49-F238E27FC236}">
                <a16:creationId xmlns:a16="http://schemas.microsoft.com/office/drawing/2014/main" id="{0B1F2EB6-73CE-47DD-AA88-650E6804A322}"/>
              </a:ext>
            </a:extLst>
          </p:cNvPr>
          <p:cNvSpPr>
            <a:spLocks/>
          </p:cNvSpPr>
          <p:nvPr/>
        </p:nvSpPr>
        <p:spPr>
          <a:xfrm>
            <a:off x="2445939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3" name="data_3162">
            <a:extLst>
              <a:ext uri="{FF2B5EF4-FFF2-40B4-BE49-F238E27FC236}">
                <a16:creationId xmlns:a16="http://schemas.microsoft.com/office/drawing/2014/main" id="{CB7B9273-C31C-418E-A2B4-920BE3EB0D5F}"/>
              </a:ext>
            </a:extLst>
          </p:cNvPr>
          <p:cNvSpPr>
            <a:spLocks/>
          </p:cNvSpPr>
          <p:nvPr/>
        </p:nvSpPr>
        <p:spPr>
          <a:xfrm>
            <a:off x="2416150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4" name="data_3163">
            <a:extLst>
              <a:ext uri="{FF2B5EF4-FFF2-40B4-BE49-F238E27FC236}">
                <a16:creationId xmlns:a16="http://schemas.microsoft.com/office/drawing/2014/main" id="{0543294D-ED93-47FF-8D61-038307D4208D}"/>
              </a:ext>
            </a:extLst>
          </p:cNvPr>
          <p:cNvSpPr>
            <a:spLocks/>
          </p:cNvSpPr>
          <p:nvPr/>
        </p:nvSpPr>
        <p:spPr>
          <a:xfrm>
            <a:off x="2348058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5" name="data_3164">
            <a:extLst>
              <a:ext uri="{FF2B5EF4-FFF2-40B4-BE49-F238E27FC236}">
                <a16:creationId xmlns:a16="http://schemas.microsoft.com/office/drawing/2014/main" id="{B62ACF2D-909D-460F-9CAE-347417CB7E06}"/>
              </a:ext>
            </a:extLst>
          </p:cNvPr>
          <p:cNvSpPr>
            <a:spLocks/>
          </p:cNvSpPr>
          <p:nvPr/>
        </p:nvSpPr>
        <p:spPr>
          <a:xfrm>
            <a:off x="2427655" y="56817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6" name="data_3165">
            <a:extLst>
              <a:ext uri="{FF2B5EF4-FFF2-40B4-BE49-F238E27FC236}">
                <a16:creationId xmlns:a16="http://schemas.microsoft.com/office/drawing/2014/main" id="{5E37E872-B8A4-4B2F-8D6C-FDEA580BD29D}"/>
              </a:ext>
            </a:extLst>
          </p:cNvPr>
          <p:cNvSpPr>
            <a:spLocks/>
          </p:cNvSpPr>
          <p:nvPr/>
        </p:nvSpPr>
        <p:spPr>
          <a:xfrm>
            <a:off x="242504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7" name="data_3166">
            <a:extLst>
              <a:ext uri="{FF2B5EF4-FFF2-40B4-BE49-F238E27FC236}">
                <a16:creationId xmlns:a16="http://schemas.microsoft.com/office/drawing/2014/main" id="{F567847F-7A64-4AFE-B071-3CB345B8F46C}"/>
              </a:ext>
            </a:extLst>
          </p:cNvPr>
          <p:cNvSpPr>
            <a:spLocks/>
          </p:cNvSpPr>
          <p:nvPr/>
        </p:nvSpPr>
        <p:spPr>
          <a:xfrm>
            <a:off x="238552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8" name="data_3167">
            <a:extLst>
              <a:ext uri="{FF2B5EF4-FFF2-40B4-BE49-F238E27FC236}">
                <a16:creationId xmlns:a16="http://schemas.microsoft.com/office/drawing/2014/main" id="{F35D57C1-B290-4778-8917-CDF257F2C018}"/>
              </a:ext>
            </a:extLst>
          </p:cNvPr>
          <p:cNvSpPr>
            <a:spLocks/>
          </p:cNvSpPr>
          <p:nvPr/>
        </p:nvSpPr>
        <p:spPr>
          <a:xfrm>
            <a:off x="2439962" y="640952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9" name="data_3168">
            <a:extLst>
              <a:ext uri="{FF2B5EF4-FFF2-40B4-BE49-F238E27FC236}">
                <a16:creationId xmlns:a16="http://schemas.microsoft.com/office/drawing/2014/main" id="{B607200B-C461-4190-ABBD-5E52C99A0BC1}"/>
              </a:ext>
            </a:extLst>
          </p:cNvPr>
          <p:cNvSpPr>
            <a:spLocks/>
          </p:cNvSpPr>
          <p:nvPr/>
        </p:nvSpPr>
        <p:spPr>
          <a:xfrm>
            <a:off x="2417123" y="52661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0" name="data_3169">
            <a:extLst>
              <a:ext uri="{FF2B5EF4-FFF2-40B4-BE49-F238E27FC236}">
                <a16:creationId xmlns:a16="http://schemas.microsoft.com/office/drawing/2014/main" id="{65A70946-C15D-472D-8EB0-5F62A87F6B0B}"/>
              </a:ext>
            </a:extLst>
          </p:cNvPr>
          <p:cNvSpPr>
            <a:spLocks/>
          </p:cNvSpPr>
          <p:nvPr/>
        </p:nvSpPr>
        <p:spPr>
          <a:xfrm>
            <a:off x="2348436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1" name="data_3170">
            <a:extLst>
              <a:ext uri="{FF2B5EF4-FFF2-40B4-BE49-F238E27FC236}">
                <a16:creationId xmlns:a16="http://schemas.microsoft.com/office/drawing/2014/main" id="{AD16BC80-69EA-400B-A376-E31EC1EB71E5}"/>
              </a:ext>
            </a:extLst>
          </p:cNvPr>
          <p:cNvSpPr>
            <a:spLocks/>
          </p:cNvSpPr>
          <p:nvPr/>
        </p:nvSpPr>
        <p:spPr>
          <a:xfrm>
            <a:off x="2457221" y="65027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2" name="data_3171">
            <a:extLst>
              <a:ext uri="{FF2B5EF4-FFF2-40B4-BE49-F238E27FC236}">
                <a16:creationId xmlns:a16="http://schemas.microsoft.com/office/drawing/2014/main" id="{4F03859B-699E-433D-B24F-81E5FE6462FA}"/>
              </a:ext>
            </a:extLst>
          </p:cNvPr>
          <p:cNvSpPr>
            <a:spLocks/>
          </p:cNvSpPr>
          <p:nvPr/>
        </p:nvSpPr>
        <p:spPr>
          <a:xfrm>
            <a:off x="2397250" y="64535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3" name="data_3172">
            <a:extLst>
              <a:ext uri="{FF2B5EF4-FFF2-40B4-BE49-F238E27FC236}">
                <a16:creationId xmlns:a16="http://schemas.microsoft.com/office/drawing/2014/main" id="{7BB8070B-9697-4302-80C4-DFA9ECFDDCC5}"/>
              </a:ext>
            </a:extLst>
          </p:cNvPr>
          <p:cNvSpPr>
            <a:spLocks/>
          </p:cNvSpPr>
          <p:nvPr/>
        </p:nvSpPr>
        <p:spPr>
          <a:xfrm>
            <a:off x="2345223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4" name="data_3173">
            <a:extLst>
              <a:ext uri="{FF2B5EF4-FFF2-40B4-BE49-F238E27FC236}">
                <a16:creationId xmlns:a16="http://schemas.microsoft.com/office/drawing/2014/main" id="{44FE70ED-92BA-4687-A5DB-325E6518B739}"/>
              </a:ext>
            </a:extLst>
          </p:cNvPr>
          <p:cNvSpPr>
            <a:spLocks/>
          </p:cNvSpPr>
          <p:nvPr/>
        </p:nvSpPr>
        <p:spPr>
          <a:xfrm>
            <a:off x="2359502" y="669216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5" name="data_3174">
            <a:extLst>
              <a:ext uri="{FF2B5EF4-FFF2-40B4-BE49-F238E27FC236}">
                <a16:creationId xmlns:a16="http://schemas.microsoft.com/office/drawing/2014/main" id="{ADB91952-39CB-4451-8B57-C9F01BC3D8A1}"/>
              </a:ext>
            </a:extLst>
          </p:cNvPr>
          <p:cNvSpPr>
            <a:spLocks/>
          </p:cNvSpPr>
          <p:nvPr/>
        </p:nvSpPr>
        <p:spPr>
          <a:xfrm>
            <a:off x="2433279" y="56185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6" name="data_3175">
            <a:extLst>
              <a:ext uri="{FF2B5EF4-FFF2-40B4-BE49-F238E27FC236}">
                <a16:creationId xmlns:a16="http://schemas.microsoft.com/office/drawing/2014/main" id="{0A8516A6-33B0-46B4-B7DE-FB2A428B9312}"/>
              </a:ext>
            </a:extLst>
          </p:cNvPr>
          <p:cNvSpPr>
            <a:spLocks/>
          </p:cNvSpPr>
          <p:nvPr/>
        </p:nvSpPr>
        <p:spPr>
          <a:xfrm>
            <a:off x="2464770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7" name="data_3176">
            <a:extLst>
              <a:ext uri="{FF2B5EF4-FFF2-40B4-BE49-F238E27FC236}">
                <a16:creationId xmlns:a16="http://schemas.microsoft.com/office/drawing/2014/main" id="{4915BBE5-CA45-4906-AC54-02F5B0AE9D6C}"/>
              </a:ext>
            </a:extLst>
          </p:cNvPr>
          <p:cNvSpPr>
            <a:spLocks/>
          </p:cNvSpPr>
          <p:nvPr/>
        </p:nvSpPr>
        <p:spPr>
          <a:xfrm>
            <a:off x="2422276" y="574381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8" name="data_3177">
            <a:extLst>
              <a:ext uri="{FF2B5EF4-FFF2-40B4-BE49-F238E27FC236}">
                <a16:creationId xmlns:a16="http://schemas.microsoft.com/office/drawing/2014/main" id="{F34462D6-9AE4-4580-9BE1-370C36201E63}"/>
              </a:ext>
            </a:extLst>
          </p:cNvPr>
          <p:cNvSpPr>
            <a:spLocks/>
          </p:cNvSpPr>
          <p:nvPr/>
        </p:nvSpPr>
        <p:spPr>
          <a:xfrm>
            <a:off x="2418259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9" name="data_3178">
            <a:extLst>
              <a:ext uri="{FF2B5EF4-FFF2-40B4-BE49-F238E27FC236}">
                <a16:creationId xmlns:a16="http://schemas.microsoft.com/office/drawing/2014/main" id="{30F01B85-A57E-4865-9C17-93C2303CDA03}"/>
              </a:ext>
            </a:extLst>
          </p:cNvPr>
          <p:cNvSpPr>
            <a:spLocks/>
          </p:cNvSpPr>
          <p:nvPr/>
        </p:nvSpPr>
        <p:spPr>
          <a:xfrm>
            <a:off x="2392628" y="61101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0" name="data_3179">
            <a:extLst>
              <a:ext uri="{FF2B5EF4-FFF2-40B4-BE49-F238E27FC236}">
                <a16:creationId xmlns:a16="http://schemas.microsoft.com/office/drawing/2014/main" id="{935A66DF-8183-47C0-A675-7B19E31515FE}"/>
              </a:ext>
            </a:extLst>
          </p:cNvPr>
          <p:cNvSpPr>
            <a:spLocks/>
          </p:cNvSpPr>
          <p:nvPr/>
        </p:nvSpPr>
        <p:spPr>
          <a:xfrm>
            <a:off x="2404250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1" name="data_3180">
            <a:extLst>
              <a:ext uri="{FF2B5EF4-FFF2-40B4-BE49-F238E27FC236}">
                <a16:creationId xmlns:a16="http://schemas.microsoft.com/office/drawing/2014/main" id="{2C929341-D179-4258-B2C6-3079230E311C}"/>
              </a:ext>
            </a:extLst>
          </p:cNvPr>
          <p:cNvSpPr>
            <a:spLocks/>
          </p:cNvSpPr>
          <p:nvPr/>
        </p:nvSpPr>
        <p:spPr>
          <a:xfrm>
            <a:off x="2381105" y="561856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2" name="data_3181">
            <a:extLst>
              <a:ext uri="{FF2B5EF4-FFF2-40B4-BE49-F238E27FC236}">
                <a16:creationId xmlns:a16="http://schemas.microsoft.com/office/drawing/2014/main" id="{5DCB2352-4E91-4630-9470-1967B26D2835}"/>
              </a:ext>
            </a:extLst>
          </p:cNvPr>
          <p:cNvSpPr>
            <a:spLocks/>
          </p:cNvSpPr>
          <p:nvPr/>
        </p:nvSpPr>
        <p:spPr>
          <a:xfrm>
            <a:off x="238031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3" name="data_3182">
            <a:extLst>
              <a:ext uri="{FF2B5EF4-FFF2-40B4-BE49-F238E27FC236}">
                <a16:creationId xmlns:a16="http://schemas.microsoft.com/office/drawing/2014/main" id="{BE04BD9A-B3E2-4F98-81AB-2539BA5835D6}"/>
              </a:ext>
            </a:extLst>
          </p:cNvPr>
          <p:cNvSpPr>
            <a:spLocks/>
          </p:cNvSpPr>
          <p:nvPr/>
        </p:nvSpPr>
        <p:spPr>
          <a:xfrm>
            <a:off x="245156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4" name="data_3183">
            <a:extLst>
              <a:ext uri="{FF2B5EF4-FFF2-40B4-BE49-F238E27FC236}">
                <a16:creationId xmlns:a16="http://schemas.microsoft.com/office/drawing/2014/main" id="{89364583-ADA8-466E-90D1-8E7090109839}"/>
              </a:ext>
            </a:extLst>
          </p:cNvPr>
          <p:cNvSpPr>
            <a:spLocks/>
          </p:cNvSpPr>
          <p:nvPr/>
        </p:nvSpPr>
        <p:spPr>
          <a:xfrm>
            <a:off x="2428661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5" name="data_3184">
            <a:extLst>
              <a:ext uri="{FF2B5EF4-FFF2-40B4-BE49-F238E27FC236}">
                <a16:creationId xmlns:a16="http://schemas.microsoft.com/office/drawing/2014/main" id="{0FA49D5F-AB1B-41CD-AC0D-4E0385F313E3}"/>
              </a:ext>
            </a:extLst>
          </p:cNvPr>
          <p:cNvSpPr>
            <a:spLocks/>
          </p:cNvSpPr>
          <p:nvPr/>
        </p:nvSpPr>
        <p:spPr>
          <a:xfrm>
            <a:off x="2393250" y="6915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6" name="data_3185">
            <a:extLst>
              <a:ext uri="{FF2B5EF4-FFF2-40B4-BE49-F238E27FC236}">
                <a16:creationId xmlns:a16="http://schemas.microsoft.com/office/drawing/2014/main" id="{4E6F5C66-C1D9-41E2-80B9-280D317A159B}"/>
              </a:ext>
            </a:extLst>
          </p:cNvPr>
          <p:cNvSpPr>
            <a:spLocks/>
          </p:cNvSpPr>
          <p:nvPr/>
        </p:nvSpPr>
        <p:spPr>
          <a:xfrm>
            <a:off x="2377764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7" name="data_3186">
            <a:extLst>
              <a:ext uri="{FF2B5EF4-FFF2-40B4-BE49-F238E27FC236}">
                <a16:creationId xmlns:a16="http://schemas.microsoft.com/office/drawing/2014/main" id="{FC9DD760-3CE3-4410-BF26-C101E76FFC73}"/>
              </a:ext>
            </a:extLst>
          </p:cNvPr>
          <p:cNvSpPr>
            <a:spLocks/>
          </p:cNvSpPr>
          <p:nvPr/>
        </p:nvSpPr>
        <p:spPr>
          <a:xfrm>
            <a:off x="2379477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8" name="data_3187">
            <a:extLst>
              <a:ext uri="{FF2B5EF4-FFF2-40B4-BE49-F238E27FC236}">
                <a16:creationId xmlns:a16="http://schemas.microsoft.com/office/drawing/2014/main" id="{EE2B1A0B-86E5-40F0-A35C-444B6A427633}"/>
              </a:ext>
            </a:extLst>
          </p:cNvPr>
          <p:cNvSpPr>
            <a:spLocks/>
          </p:cNvSpPr>
          <p:nvPr/>
        </p:nvSpPr>
        <p:spPr>
          <a:xfrm>
            <a:off x="2460466" y="69342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9" name="data_3188">
            <a:extLst>
              <a:ext uri="{FF2B5EF4-FFF2-40B4-BE49-F238E27FC236}">
                <a16:creationId xmlns:a16="http://schemas.microsoft.com/office/drawing/2014/main" id="{D35F8051-1A7F-463D-9A31-F12C56A91FF6}"/>
              </a:ext>
            </a:extLst>
          </p:cNvPr>
          <p:cNvSpPr>
            <a:spLocks/>
          </p:cNvSpPr>
          <p:nvPr/>
        </p:nvSpPr>
        <p:spPr>
          <a:xfrm>
            <a:off x="2419190" y="635535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0" name="data_3189">
            <a:extLst>
              <a:ext uri="{FF2B5EF4-FFF2-40B4-BE49-F238E27FC236}">
                <a16:creationId xmlns:a16="http://schemas.microsoft.com/office/drawing/2014/main" id="{BF22FA1B-9DAF-4ADE-8D30-F490594F929A}"/>
              </a:ext>
            </a:extLst>
          </p:cNvPr>
          <p:cNvSpPr>
            <a:spLocks/>
          </p:cNvSpPr>
          <p:nvPr/>
        </p:nvSpPr>
        <p:spPr>
          <a:xfrm>
            <a:off x="236422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1" name="data_3190">
            <a:extLst>
              <a:ext uri="{FF2B5EF4-FFF2-40B4-BE49-F238E27FC236}">
                <a16:creationId xmlns:a16="http://schemas.microsoft.com/office/drawing/2014/main" id="{DBAB7626-EF6F-4636-AFFC-D61EBE7BFFC6}"/>
              </a:ext>
            </a:extLst>
          </p:cNvPr>
          <p:cNvSpPr>
            <a:spLocks/>
          </p:cNvSpPr>
          <p:nvPr/>
        </p:nvSpPr>
        <p:spPr>
          <a:xfrm>
            <a:off x="2457988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2" name="data_3191">
            <a:extLst>
              <a:ext uri="{FF2B5EF4-FFF2-40B4-BE49-F238E27FC236}">
                <a16:creationId xmlns:a16="http://schemas.microsoft.com/office/drawing/2014/main" id="{0B762736-5C75-418B-8599-0AC49A2CCD69}"/>
              </a:ext>
            </a:extLst>
          </p:cNvPr>
          <p:cNvSpPr>
            <a:spLocks/>
          </p:cNvSpPr>
          <p:nvPr/>
        </p:nvSpPr>
        <p:spPr>
          <a:xfrm>
            <a:off x="240904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3" name="data_3192">
            <a:extLst>
              <a:ext uri="{FF2B5EF4-FFF2-40B4-BE49-F238E27FC236}">
                <a16:creationId xmlns:a16="http://schemas.microsoft.com/office/drawing/2014/main" id="{1C5EEFCF-028C-41C2-B7EE-B8EE1D3A7D1E}"/>
              </a:ext>
            </a:extLst>
          </p:cNvPr>
          <p:cNvSpPr>
            <a:spLocks/>
          </p:cNvSpPr>
          <p:nvPr/>
        </p:nvSpPr>
        <p:spPr>
          <a:xfrm>
            <a:off x="235700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4" name="data_3193">
            <a:extLst>
              <a:ext uri="{FF2B5EF4-FFF2-40B4-BE49-F238E27FC236}">
                <a16:creationId xmlns:a16="http://schemas.microsoft.com/office/drawing/2014/main" id="{0E793C8A-52EE-43E3-B0AC-905DC3206178}"/>
              </a:ext>
            </a:extLst>
          </p:cNvPr>
          <p:cNvSpPr>
            <a:spLocks/>
          </p:cNvSpPr>
          <p:nvPr/>
        </p:nvSpPr>
        <p:spPr>
          <a:xfrm>
            <a:off x="241972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5" name="data_3194">
            <a:extLst>
              <a:ext uri="{FF2B5EF4-FFF2-40B4-BE49-F238E27FC236}">
                <a16:creationId xmlns:a16="http://schemas.microsoft.com/office/drawing/2014/main" id="{39C5A69D-D93F-47E8-87C1-28639EDEB4E1}"/>
              </a:ext>
            </a:extLst>
          </p:cNvPr>
          <p:cNvSpPr>
            <a:spLocks/>
          </p:cNvSpPr>
          <p:nvPr/>
        </p:nvSpPr>
        <p:spPr>
          <a:xfrm>
            <a:off x="2445451" y="64552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6" name="data_3195">
            <a:extLst>
              <a:ext uri="{FF2B5EF4-FFF2-40B4-BE49-F238E27FC236}">
                <a16:creationId xmlns:a16="http://schemas.microsoft.com/office/drawing/2014/main" id="{54D1654E-A04C-4A06-8F27-E1638638A2EB}"/>
              </a:ext>
            </a:extLst>
          </p:cNvPr>
          <p:cNvSpPr>
            <a:spLocks/>
          </p:cNvSpPr>
          <p:nvPr/>
        </p:nvSpPr>
        <p:spPr>
          <a:xfrm>
            <a:off x="2365450" y="633376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7" name="data_3196">
            <a:extLst>
              <a:ext uri="{FF2B5EF4-FFF2-40B4-BE49-F238E27FC236}">
                <a16:creationId xmlns:a16="http://schemas.microsoft.com/office/drawing/2014/main" id="{7DA3A11A-2553-4FBC-A380-D55FAA6E91DE}"/>
              </a:ext>
            </a:extLst>
          </p:cNvPr>
          <p:cNvSpPr>
            <a:spLocks/>
          </p:cNvSpPr>
          <p:nvPr/>
        </p:nvSpPr>
        <p:spPr>
          <a:xfrm>
            <a:off x="2361855" y="68209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8" name="data_3197">
            <a:extLst>
              <a:ext uri="{FF2B5EF4-FFF2-40B4-BE49-F238E27FC236}">
                <a16:creationId xmlns:a16="http://schemas.microsoft.com/office/drawing/2014/main" id="{DCEC64AD-A87B-467F-9F0B-0288F21079BE}"/>
              </a:ext>
            </a:extLst>
          </p:cNvPr>
          <p:cNvSpPr>
            <a:spLocks/>
          </p:cNvSpPr>
          <p:nvPr/>
        </p:nvSpPr>
        <p:spPr>
          <a:xfrm>
            <a:off x="2417464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9" name="data_3198">
            <a:extLst>
              <a:ext uri="{FF2B5EF4-FFF2-40B4-BE49-F238E27FC236}">
                <a16:creationId xmlns:a16="http://schemas.microsoft.com/office/drawing/2014/main" id="{150F997A-836D-4C6C-AEF2-2FB4C038C7D0}"/>
              </a:ext>
            </a:extLst>
          </p:cNvPr>
          <p:cNvSpPr>
            <a:spLocks/>
          </p:cNvSpPr>
          <p:nvPr/>
        </p:nvSpPr>
        <p:spPr>
          <a:xfrm>
            <a:off x="2451853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0" name="data_3199">
            <a:extLst>
              <a:ext uri="{FF2B5EF4-FFF2-40B4-BE49-F238E27FC236}">
                <a16:creationId xmlns:a16="http://schemas.microsoft.com/office/drawing/2014/main" id="{FEE194F7-0EC5-456E-8ACE-084B20AF8061}"/>
              </a:ext>
            </a:extLst>
          </p:cNvPr>
          <p:cNvSpPr>
            <a:spLocks/>
          </p:cNvSpPr>
          <p:nvPr/>
        </p:nvSpPr>
        <p:spPr>
          <a:xfrm>
            <a:off x="2333497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1" name="data_3200">
            <a:extLst>
              <a:ext uri="{FF2B5EF4-FFF2-40B4-BE49-F238E27FC236}">
                <a16:creationId xmlns:a16="http://schemas.microsoft.com/office/drawing/2014/main" id="{B6E70136-A096-4374-952D-E5BD0410AC07}"/>
              </a:ext>
            </a:extLst>
          </p:cNvPr>
          <p:cNvSpPr>
            <a:spLocks/>
          </p:cNvSpPr>
          <p:nvPr/>
        </p:nvSpPr>
        <p:spPr>
          <a:xfrm>
            <a:off x="240574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2" name="data_3201">
            <a:extLst>
              <a:ext uri="{FF2B5EF4-FFF2-40B4-BE49-F238E27FC236}">
                <a16:creationId xmlns:a16="http://schemas.microsoft.com/office/drawing/2014/main" id="{6160A790-2136-4D51-A787-2141132BBBB8}"/>
              </a:ext>
            </a:extLst>
          </p:cNvPr>
          <p:cNvSpPr>
            <a:spLocks/>
          </p:cNvSpPr>
          <p:nvPr/>
        </p:nvSpPr>
        <p:spPr>
          <a:xfrm>
            <a:off x="2379133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3" name="data_3202">
            <a:extLst>
              <a:ext uri="{FF2B5EF4-FFF2-40B4-BE49-F238E27FC236}">
                <a16:creationId xmlns:a16="http://schemas.microsoft.com/office/drawing/2014/main" id="{812DECAF-587B-414D-B569-E08A303B603D}"/>
              </a:ext>
            </a:extLst>
          </p:cNvPr>
          <p:cNvSpPr>
            <a:spLocks/>
          </p:cNvSpPr>
          <p:nvPr/>
        </p:nvSpPr>
        <p:spPr>
          <a:xfrm>
            <a:off x="2355469" y="6650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4" name="data_3203">
            <a:extLst>
              <a:ext uri="{FF2B5EF4-FFF2-40B4-BE49-F238E27FC236}">
                <a16:creationId xmlns:a16="http://schemas.microsoft.com/office/drawing/2014/main" id="{CED23B9B-B75C-425F-9F47-027EA13E1E3A}"/>
              </a:ext>
            </a:extLst>
          </p:cNvPr>
          <p:cNvSpPr>
            <a:spLocks/>
          </p:cNvSpPr>
          <p:nvPr/>
        </p:nvSpPr>
        <p:spPr>
          <a:xfrm>
            <a:off x="2406414" y="657147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5" name="data_3204">
            <a:extLst>
              <a:ext uri="{FF2B5EF4-FFF2-40B4-BE49-F238E27FC236}">
                <a16:creationId xmlns:a16="http://schemas.microsoft.com/office/drawing/2014/main" id="{F3EE9614-9C3C-4C25-BA2A-E5F6F79C1C00}"/>
              </a:ext>
            </a:extLst>
          </p:cNvPr>
          <p:cNvSpPr>
            <a:spLocks/>
          </p:cNvSpPr>
          <p:nvPr/>
        </p:nvSpPr>
        <p:spPr>
          <a:xfrm>
            <a:off x="2399033" y="62079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6" name="data_3205">
            <a:extLst>
              <a:ext uri="{FF2B5EF4-FFF2-40B4-BE49-F238E27FC236}">
                <a16:creationId xmlns:a16="http://schemas.microsoft.com/office/drawing/2014/main" id="{46BB0505-0195-405D-87FB-77B65F3409EE}"/>
              </a:ext>
            </a:extLst>
          </p:cNvPr>
          <p:cNvSpPr>
            <a:spLocks/>
          </p:cNvSpPr>
          <p:nvPr/>
        </p:nvSpPr>
        <p:spPr>
          <a:xfrm>
            <a:off x="2353037" y="57659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7" name="data_3206">
            <a:extLst>
              <a:ext uri="{FF2B5EF4-FFF2-40B4-BE49-F238E27FC236}">
                <a16:creationId xmlns:a16="http://schemas.microsoft.com/office/drawing/2014/main" id="{B872BD57-104D-4E9F-B5E0-4E31E536D73E}"/>
              </a:ext>
            </a:extLst>
          </p:cNvPr>
          <p:cNvSpPr>
            <a:spLocks/>
          </p:cNvSpPr>
          <p:nvPr/>
        </p:nvSpPr>
        <p:spPr>
          <a:xfrm>
            <a:off x="2381029" y="588380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8" name="data_3207">
            <a:extLst>
              <a:ext uri="{FF2B5EF4-FFF2-40B4-BE49-F238E27FC236}">
                <a16:creationId xmlns:a16="http://schemas.microsoft.com/office/drawing/2014/main" id="{588DFE3B-DAF8-470A-BA1C-0406E90EC200}"/>
              </a:ext>
            </a:extLst>
          </p:cNvPr>
          <p:cNvSpPr>
            <a:spLocks/>
          </p:cNvSpPr>
          <p:nvPr/>
        </p:nvSpPr>
        <p:spPr>
          <a:xfrm>
            <a:off x="2328116" y="69447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9" name="data_3208">
            <a:extLst>
              <a:ext uri="{FF2B5EF4-FFF2-40B4-BE49-F238E27FC236}">
                <a16:creationId xmlns:a16="http://schemas.microsoft.com/office/drawing/2014/main" id="{FCFFB417-6A7C-469D-B9F1-DFD1EE269466}"/>
              </a:ext>
            </a:extLst>
          </p:cNvPr>
          <p:cNvSpPr>
            <a:spLocks/>
          </p:cNvSpPr>
          <p:nvPr/>
        </p:nvSpPr>
        <p:spPr>
          <a:xfrm>
            <a:off x="2374380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0" name="data_3209">
            <a:extLst>
              <a:ext uri="{FF2B5EF4-FFF2-40B4-BE49-F238E27FC236}">
                <a16:creationId xmlns:a16="http://schemas.microsoft.com/office/drawing/2014/main" id="{EB00BCFF-CBC1-47C3-B9AD-404CE2A3DA8C}"/>
              </a:ext>
            </a:extLst>
          </p:cNvPr>
          <p:cNvSpPr>
            <a:spLocks/>
          </p:cNvSpPr>
          <p:nvPr/>
        </p:nvSpPr>
        <p:spPr>
          <a:xfrm>
            <a:off x="2408620" y="589433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1" name="data_3210">
            <a:extLst>
              <a:ext uri="{FF2B5EF4-FFF2-40B4-BE49-F238E27FC236}">
                <a16:creationId xmlns:a16="http://schemas.microsoft.com/office/drawing/2014/main" id="{F3C0751B-B9D9-43FC-BD39-B35FE453BE46}"/>
              </a:ext>
            </a:extLst>
          </p:cNvPr>
          <p:cNvSpPr>
            <a:spLocks/>
          </p:cNvSpPr>
          <p:nvPr/>
        </p:nvSpPr>
        <p:spPr>
          <a:xfrm>
            <a:off x="2359826" y="517649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2" name="data_3211">
            <a:extLst>
              <a:ext uri="{FF2B5EF4-FFF2-40B4-BE49-F238E27FC236}">
                <a16:creationId xmlns:a16="http://schemas.microsoft.com/office/drawing/2014/main" id="{7E3BAFB6-E8C2-43AE-B32E-C77E8A16122C}"/>
              </a:ext>
            </a:extLst>
          </p:cNvPr>
          <p:cNvSpPr>
            <a:spLocks/>
          </p:cNvSpPr>
          <p:nvPr/>
        </p:nvSpPr>
        <p:spPr>
          <a:xfrm>
            <a:off x="2454302" y="65027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3" name="data_3212">
            <a:extLst>
              <a:ext uri="{FF2B5EF4-FFF2-40B4-BE49-F238E27FC236}">
                <a16:creationId xmlns:a16="http://schemas.microsoft.com/office/drawing/2014/main" id="{18B0B47D-379B-451C-BD50-2AB40F63A5E2}"/>
              </a:ext>
            </a:extLst>
          </p:cNvPr>
          <p:cNvSpPr>
            <a:spLocks/>
          </p:cNvSpPr>
          <p:nvPr/>
        </p:nvSpPr>
        <p:spPr>
          <a:xfrm>
            <a:off x="2428447" y="606063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4" name="data_3213">
            <a:extLst>
              <a:ext uri="{FF2B5EF4-FFF2-40B4-BE49-F238E27FC236}">
                <a16:creationId xmlns:a16="http://schemas.microsoft.com/office/drawing/2014/main" id="{6CE8F4E8-C953-4E5E-9DA1-D5870D251221}"/>
              </a:ext>
            </a:extLst>
          </p:cNvPr>
          <p:cNvSpPr>
            <a:spLocks/>
          </p:cNvSpPr>
          <p:nvPr/>
        </p:nvSpPr>
        <p:spPr>
          <a:xfrm>
            <a:off x="2431419" y="681847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5" name="data_3214">
            <a:extLst>
              <a:ext uri="{FF2B5EF4-FFF2-40B4-BE49-F238E27FC236}">
                <a16:creationId xmlns:a16="http://schemas.microsoft.com/office/drawing/2014/main" id="{AB680835-603F-4667-8345-979C3245DF08}"/>
              </a:ext>
            </a:extLst>
          </p:cNvPr>
          <p:cNvSpPr>
            <a:spLocks/>
          </p:cNvSpPr>
          <p:nvPr/>
        </p:nvSpPr>
        <p:spPr>
          <a:xfrm>
            <a:off x="2602282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6" name="data_3215">
            <a:extLst>
              <a:ext uri="{FF2B5EF4-FFF2-40B4-BE49-F238E27FC236}">
                <a16:creationId xmlns:a16="http://schemas.microsoft.com/office/drawing/2014/main" id="{B21ACE0B-F186-4C1D-A312-5ED1D6C3AE38}"/>
              </a:ext>
            </a:extLst>
          </p:cNvPr>
          <p:cNvSpPr>
            <a:spLocks/>
          </p:cNvSpPr>
          <p:nvPr/>
        </p:nvSpPr>
        <p:spPr>
          <a:xfrm>
            <a:off x="2662505" y="51898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7" name="data_3216">
            <a:extLst>
              <a:ext uri="{FF2B5EF4-FFF2-40B4-BE49-F238E27FC236}">
                <a16:creationId xmlns:a16="http://schemas.microsoft.com/office/drawing/2014/main" id="{06900901-AAC8-49EC-A4CE-9C5CBFC1DDD9}"/>
              </a:ext>
            </a:extLst>
          </p:cNvPr>
          <p:cNvSpPr>
            <a:spLocks/>
          </p:cNvSpPr>
          <p:nvPr/>
        </p:nvSpPr>
        <p:spPr>
          <a:xfrm>
            <a:off x="268449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8" name="data_3217">
            <a:extLst>
              <a:ext uri="{FF2B5EF4-FFF2-40B4-BE49-F238E27FC236}">
                <a16:creationId xmlns:a16="http://schemas.microsoft.com/office/drawing/2014/main" id="{31ADF92D-C56D-4901-B5C1-75209A41C51A}"/>
              </a:ext>
            </a:extLst>
          </p:cNvPr>
          <p:cNvSpPr>
            <a:spLocks/>
          </p:cNvSpPr>
          <p:nvPr/>
        </p:nvSpPr>
        <p:spPr>
          <a:xfrm>
            <a:off x="2611545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9" name="data_3218">
            <a:extLst>
              <a:ext uri="{FF2B5EF4-FFF2-40B4-BE49-F238E27FC236}">
                <a16:creationId xmlns:a16="http://schemas.microsoft.com/office/drawing/2014/main" id="{7C15BD70-5E64-46AF-953A-716F4EB1D1CF}"/>
              </a:ext>
            </a:extLst>
          </p:cNvPr>
          <p:cNvSpPr>
            <a:spLocks/>
          </p:cNvSpPr>
          <p:nvPr/>
        </p:nvSpPr>
        <p:spPr>
          <a:xfrm>
            <a:off x="2684492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0" name="data_3219">
            <a:extLst>
              <a:ext uri="{FF2B5EF4-FFF2-40B4-BE49-F238E27FC236}">
                <a16:creationId xmlns:a16="http://schemas.microsoft.com/office/drawing/2014/main" id="{23EF697B-9883-4CE2-AF7F-780309EFFBAA}"/>
              </a:ext>
            </a:extLst>
          </p:cNvPr>
          <p:cNvSpPr>
            <a:spLocks/>
          </p:cNvSpPr>
          <p:nvPr/>
        </p:nvSpPr>
        <p:spPr>
          <a:xfrm>
            <a:off x="2681655" y="59544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1" name="data_3220">
            <a:extLst>
              <a:ext uri="{FF2B5EF4-FFF2-40B4-BE49-F238E27FC236}">
                <a16:creationId xmlns:a16="http://schemas.microsoft.com/office/drawing/2014/main" id="{09B2F714-EF00-41B8-9B77-22EE8E1AAD29}"/>
              </a:ext>
            </a:extLst>
          </p:cNvPr>
          <p:cNvSpPr>
            <a:spLocks/>
          </p:cNvSpPr>
          <p:nvPr/>
        </p:nvSpPr>
        <p:spPr>
          <a:xfrm>
            <a:off x="259172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2" name="data_3221">
            <a:extLst>
              <a:ext uri="{FF2B5EF4-FFF2-40B4-BE49-F238E27FC236}">
                <a16:creationId xmlns:a16="http://schemas.microsoft.com/office/drawing/2014/main" id="{43DCAD36-177B-42F5-8581-8252C2114C17}"/>
              </a:ext>
            </a:extLst>
          </p:cNvPr>
          <p:cNvSpPr>
            <a:spLocks/>
          </p:cNvSpPr>
          <p:nvPr/>
        </p:nvSpPr>
        <p:spPr>
          <a:xfrm>
            <a:off x="262873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3" name="data_3222">
            <a:extLst>
              <a:ext uri="{FF2B5EF4-FFF2-40B4-BE49-F238E27FC236}">
                <a16:creationId xmlns:a16="http://schemas.microsoft.com/office/drawing/2014/main" id="{96D8BBC4-770D-4CAF-804E-B1109264DD4F}"/>
              </a:ext>
            </a:extLst>
          </p:cNvPr>
          <p:cNvSpPr>
            <a:spLocks/>
          </p:cNvSpPr>
          <p:nvPr/>
        </p:nvSpPr>
        <p:spPr>
          <a:xfrm>
            <a:off x="2649406" y="57659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4" name="data_3223">
            <a:extLst>
              <a:ext uri="{FF2B5EF4-FFF2-40B4-BE49-F238E27FC236}">
                <a16:creationId xmlns:a16="http://schemas.microsoft.com/office/drawing/2014/main" id="{20752C71-54FF-4861-9169-F4E3AE5BA7DE}"/>
              </a:ext>
            </a:extLst>
          </p:cNvPr>
          <p:cNvSpPr>
            <a:spLocks/>
          </p:cNvSpPr>
          <p:nvPr/>
        </p:nvSpPr>
        <p:spPr>
          <a:xfrm>
            <a:off x="264530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5" name="data_3224">
            <a:extLst>
              <a:ext uri="{FF2B5EF4-FFF2-40B4-BE49-F238E27FC236}">
                <a16:creationId xmlns:a16="http://schemas.microsoft.com/office/drawing/2014/main" id="{7984A9B3-A3F6-4D18-B335-8226C59D9DDE}"/>
              </a:ext>
            </a:extLst>
          </p:cNvPr>
          <p:cNvSpPr>
            <a:spLocks/>
          </p:cNvSpPr>
          <p:nvPr/>
        </p:nvSpPr>
        <p:spPr>
          <a:xfrm>
            <a:off x="255477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6" name="data_3225">
            <a:extLst>
              <a:ext uri="{FF2B5EF4-FFF2-40B4-BE49-F238E27FC236}">
                <a16:creationId xmlns:a16="http://schemas.microsoft.com/office/drawing/2014/main" id="{1EA4914C-FBCF-4F0F-A83C-7481556EB268}"/>
              </a:ext>
            </a:extLst>
          </p:cNvPr>
          <p:cNvSpPr>
            <a:spLocks/>
          </p:cNvSpPr>
          <p:nvPr/>
        </p:nvSpPr>
        <p:spPr>
          <a:xfrm>
            <a:off x="2664314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7" name="data_3226">
            <a:extLst>
              <a:ext uri="{FF2B5EF4-FFF2-40B4-BE49-F238E27FC236}">
                <a16:creationId xmlns:a16="http://schemas.microsoft.com/office/drawing/2014/main" id="{1EF0B25C-7EB9-4130-BF82-83FE858302FC}"/>
              </a:ext>
            </a:extLst>
          </p:cNvPr>
          <p:cNvSpPr>
            <a:spLocks/>
          </p:cNvSpPr>
          <p:nvPr/>
        </p:nvSpPr>
        <p:spPr>
          <a:xfrm>
            <a:off x="2628356" y="58641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8" name="data_3227">
            <a:extLst>
              <a:ext uri="{FF2B5EF4-FFF2-40B4-BE49-F238E27FC236}">
                <a16:creationId xmlns:a16="http://schemas.microsoft.com/office/drawing/2014/main" id="{DFD57C66-0AD1-4FE0-86F2-6DF72076CF63}"/>
              </a:ext>
            </a:extLst>
          </p:cNvPr>
          <p:cNvSpPr>
            <a:spLocks/>
          </p:cNvSpPr>
          <p:nvPr/>
        </p:nvSpPr>
        <p:spPr>
          <a:xfrm>
            <a:off x="265645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9" name="data_3228">
            <a:extLst>
              <a:ext uri="{FF2B5EF4-FFF2-40B4-BE49-F238E27FC236}">
                <a16:creationId xmlns:a16="http://schemas.microsoft.com/office/drawing/2014/main" id="{A5957BD4-7DAD-4156-A24F-992AA4C9B69E}"/>
              </a:ext>
            </a:extLst>
          </p:cNvPr>
          <p:cNvSpPr>
            <a:spLocks/>
          </p:cNvSpPr>
          <p:nvPr/>
        </p:nvSpPr>
        <p:spPr>
          <a:xfrm>
            <a:off x="267795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0" name="data_3229">
            <a:extLst>
              <a:ext uri="{FF2B5EF4-FFF2-40B4-BE49-F238E27FC236}">
                <a16:creationId xmlns:a16="http://schemas.microsoft.com/office/drawing/2014/main" id="{58B97AD7-C635-4748-9245-7E36DA779A16}"/>
              </a:ext>
            </a:extLst>
          </p:cNvPr>
          <p:cNvSpPr>
            <a:spLocks/>
          </p:cNvSpPr>
          <p:nvPr/>
        </p:nvSpPr>
        <p:spPr>
          <a:xfrm>
            <a:off x="2623586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1" name="data_3230">
            <a:extLst>
              <a:ext uri="{FF2B5EF4-FFF2-40B4-BE49-F238E27FC236}">
                <a16:creationId xmlns:a16="http://schemas.microsoft.com/office/drawing/2014/main" id="{807C0B42-B6C2-4C61-872F-DC7D2AD5360E}"/>
              </a:ext>
            </a:extLst>
          </p:cNvPr>
          <p:cNvSpPr>
            <a:spLocks/>
          </p:cNvSpPr>
          <p:nvPr/>
        </p:nvSpPr>
        <p:spPr>
          <a:xfrm>
            <a:off x="2609213" y="57659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2" name="data_3231">
            <a:extLst>
              <a:ext uri="{FF2B5EF4-FFF2-40B4-BE49-F238E27FC236}">
                <a16:creationId xmlns:a16="http://schemas.microsoft.com/office/drawing/2014/main" id="{83FEC4AB-B8E8-4DBE-9D7D-A5107D2CE472}"/>
              </a:ext>
            </a:extLst>
          </p:cNvPr>
          <p:cNvSpPr>
            <a:spLocks/>
          </p:cNvSpPr>
          <p:nvPr/>
        </p:nvSpPr>
        <p:spPr>
          <a:xfrm>
            <a:off x="256397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3" name="data_3232">
            <a:extLst>
              <a:ext uri="{FF2B5EF4-FFF2-40B4-BE49-F238E27FC236}">
                <a16:creationId xmlns:a16="http://schemas.microsoft.com/office/drawing/2014/main" id="{CEB42540-A59D-4C02-89E3-D1EECD36F873}"/>
              </a:ext>
            </a:extLst>
          </p:cNvPr>
          <p:cNvSpPr>
            <a:spLocks/>
          </p:cNvSpPr>
          <p:nvPr/>
        </p:nvSpPr>
        <p:spPr>
          <a:xfrm>
            <a:off x="2625109" y="634979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4" name="data_3233">
            <a:extLst>
              <a:ext uri="{FF2B5EF4-FFF2-40B4-BE49-F238E27FC236}">
                <a16:creationId xmlns:a16="http://schemas.microsoft.com/office/drawing/2014/main" id="{07D5F4C2-1E26-437E-9DAC-3AD37E303BC4}"/>
              </a:ext>
            </a:extLst>
          </p:cNvPr>
          <p:cNvSpPr>
            <a:spLocks/>
          </p:cNvSpPr>
          <p:nvPr/>
        </p:nvSpPr>
        <p:spPr>
          <a:xfrm>
            <a:off x="2635435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5" name="data_3234">
            <a:extLst>
              <a:ext uri="{FF2B5EF4-FFF2-40B4-BE49-F238E27FC236}">
                <a16:creationId xmlns:a16="http://schemas.microsoft.com/office/drawing/2014/main" id="{954547F6-17A5-4E15-84DF-AAB9AE62F917}"/>
              </a:ext>
            </a:extLst>
          </p:cNvPr>
          <p:cNvSpPr>
            <a:spLocks/>
          </p:cNvSpPr>
          <p:nvPr/>
        </p:nvSpPr>
        <p:spPr>
          <a:xfrm>
            <a:off x="2598917" y="65027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6" name="data_3235">
            <a:extLst>
              <a:ext uri="{FF2B5EF4-FFF2-40B4-BE49-F238E27FC236}">
                <a16:creationId xmlns:a16="http://schemas.microsoft.com/office/drawing/2014/main" id="{CF1C50FE-AB39-40CB-B992-DC2C6E5F016E}"/>
              </a:ext>
            </a:extLst>
          </p:cNvPr>
          <p:cNvSpPr>
            <a:spLocks/>
          </p:cNvSpPr>
          <p:nvPr/>
        </p:nvSpPr>
        <p:spPr>
          <a:xfrm>
            <a:off x="2610628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7" name="data_3236">
            <a:extLst>
              <a:ext uri="{FF2B5EF4-FFF2-40B4-BE49-F238E27FC236}">
                <a16:creationId xmlns:a16="http://schemas.microsoft.com/office/drawing/2014/main" id="{D51D5825-F0CF-4A2E-BFDB-2C53282A385F}"/>
              </a:ext>
            </a:extLst>
          </p:cNvPr>
          <p:cNvSpPr>
            <a:spLocks/>
          </p:cNvSpPr>
          <p:nvPr/>
        </p:nvSpPr>
        <p:spPr>
          <a:xfrm>
            <a:off x="2678283" y="539752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8" name="data_3237">
            <a:extLst>
              <a:ext uri="{FF2B5EF4-FFF2-40B4-BE49-F238E27FC236}">
                <a16:creationId xmlns:a16="http://schemas.microsoft.com/office/drawing/2014/main" id="{CF84303C-803C-4A08-8F7C-0C4BC405893E}"/>
              </a:ext>
            </a:extLst>
          </p:cNvPr>
          <p:cNvSpPr>
            <a:spLocks/>
          </p:cNvSpPr>
          <p:nvPr/>
        </p:nvSpPr>
        <p:spPr>
          <a:xfrm>
            <a:off x="257927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9" name="data_3238">
            <a:extLst>
              <a:ext uri="{FF2B5EF4-FFF2-40B4-BE49-F238E27FC236}">
                <a16:creationId xmlns:a16="http://schemas.microsoft.com/office/drawing/2014/main" id="{C0C95227-D154-4FD3-84D1-D56DA66A0FD2}"/>
              </a:ext>
            </a:extLst>
          </p:cNvPr>
          <p:cNvSpPr>
            <a:spLocks/>
          </p:cNvSpPr>
          <p:nvPr/>
        </p:nvSpPr>
        <p:spPr>
          <a:xfrm>
            <a:off x="2558912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0" name="data_3239">
            <a:extLst>
              <a:ext uri="{FF2B5EF4-FFF2-40B4-BE49-F238E27FC236}">
                <a16:creationId xmlns:a16="http://schemas.microsoft.com/office/drawing/2014/main" id="{CC42427F-2813-4326-9528-8E6BD532388A}"/>
              </a:ext>
            </a:extLst>
          </p:cNvPr>
          <p:cNvSpPr>
            <a:spLocks/>
          </p:cNvSpPr>
          <p:nvPr/>
        </p:nvSpPr>
        <p:spPr>
          <a:xfrm>
            <a:off x="2607864" y="55427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1" name="data_3240">
            <a:extLst>
              <a:ext uri="{FF2B5EF4-FFF2-40B4-BE49-F238E27FC236}">
                <a16:creationId xmlns:a16="http://schemas.microsoft.com/office/drawing/2014/main" id="{A952E771-8717-4BEF-98D9-E061BC1782E4}"/>
              </a:ext>
            </a:extLst>
          </p:cNvPr>
          <p:cNvSpPr>
            <a:spLocks/>
          </p:cNvSpPr>
          <p:nvPr/>
        </p:nvSpPr>
        <p:spPr>
          <a:xfrm>
            <a:off x="2603134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2" name="data_3241">
            <a:extLst>
              <a:ext uri="{FF2B5EF4-FFF2-40B4-BE49-F238E27FC236}">
                <a16:creationId xmlns:a16="http://schemas.microsoft.com/office/drawing/2014/main" id="{0FF0AD35-C699-4443-ABC6-A1D4559F2A72}"/>
              </a:ext>
            </a:extLst>
          </p:cNvPr>
          <p:cNvSpPr>
            <a:spLocks/>
          </p:cNvSpPr>
          <p:nvPr/>
        </p:nvSpPr>
        <p:spPr>
          <a:xfrm>
            <a:off x="263756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3" name="data_3242">
            <a:extLst>
              <a:ext uri="{FF2B5EF4-FFF2-40B4-BE49-F238E27FC236}">
                <a16:creationId xmlns:a16="http://schemas.microsoft.com/office/drawing/2014/main" id="{49D0A401-B1B2-4493-B54E-807741ECC04D}"/>
              </a:ext>
            </a:extLst>
          </p:cNvPr>
          <p:cNvSpPr>
            <a:spLocks/>
          </p:cNvSpPr>
          <p:nvPr/>
        </p:nvSpPr>
        <p:spPr>
          <a:xfrm>
            <a:off x="267267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4" name="data_3243">
            <a:extLst>
              <a:ext uri="{FF2B5EF4-FFF2-40B4-BE49-F238E27FC236}">
                <a16:creationId xmlns:a16="http://schemas.microsoft.com/office/drawing/2014/main" id="{0D61E3CC-EBCB-43AE-9C6B-94C4FE2E61DD}"/>
              </a:ext>
            </a:extLst>
          </p:cNvPr>
          <p:cNvSpPr>
            <a:spLocks/>
          </p:cNvSpPr>
          <p:nvPr/>
        </p:nvSpPr>
        <p:spPr>
          <a:xfrm>
            <a:off x="2600085" y="616589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5" name="data_3244">
            <a:extLst>
              <a:ext uri="{FF2B5EF4-FFF2-40B4-BE49-F238E27FC236}">
                <a16:creationId xmlns:a16="http://schemas.microsoft.com/office/drawing/2014/main" id="{122B3E9D-226F-4256-B78D-52990A7C42F2}"/>
              </a:ext>
            </a:extLst>
          </p:cNvPr>
          <p:cNvSpPr>
            <a:spLocks/>
          </p:cNvSpPr>
          <p:nvPr/>
        </p:nvSpPr>
        <p:spPr>
          <a:xfrm>
            <a:off x="2565383" y="60606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6" name="data_3245">
            <a:extLst>
              <a:ext uri="{FF2B5EF4-FFF2-40B4-BE49-F238E27FC236}">
                <a16:creationId xmlns:a16="http://schemas.microsoft.com/office/drawing/2014/main" id="{17D9003C-B82F-4065-995C-028F7BDA7354}"/>
              </a:ext>
            </a:extLst>
          </p:cNvPr>
          <p:cNvSpPr>
            <a:spLocks/>
          </p:cNvSpPr>
          <p:nvPr/>
        </p:nvSpPr>
        <p:spPr>
          <a:xfrm>
            <a:off x="2653233" y="60606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7" name="data_3246">
            <a:extLst>
              <a:ext uri="{FF2B5EF4-FFF2-40B4-BE49-F238E27FC236}">
                <a16:creationId xmlns:a16="http://schemas.microsoft.com/office/drawing/2014/main" id="{66F85973-FB23-48E6-9F2A-79FE7A5CFB26}"/>
              </a:ext>
            </a:extLst>
          </p:cNvPr>
          <p:cNvSpPr>
            <a:spLocks/>
          </p:cNvSpPr>
          <p:nvPr/>
        </p:nvSpPr>
        <p:spPr>
          <a:xfrm>
            <a:off x="2631034" y="69072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8" name="data_3247">
            <a:extLst>
              <a:ext uri="{FF2B5EF4-FFF2-40B4-BE49-F238E27FC236}">
                <a16:creationId xmlns:a16="http://schemas.microsoft.com/office/drawing/2014/main" id="{8FDC01D1-E6BC-4A2C-820B-0415978F74C6}"/>
              </a:ext>
            </a:extLst>
          </p:cNvPr>
          <p:cNvSpPr>
            <a:spLocks/>
          </p:cNvSpPr>
          <p:nvPr/>
        </p:nvSpPr>
        <p:spPr>
          <a:xfrm>
            <a:off x="2646340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9" name="data_3248">
            <a:extLst>
              <a:ext uri="{FF2B5EF4-FFF2-40B4-BE49-F238E27FC236}">
                <a16:creationId xmlns:a16="http://schemas.microsoft.com/office/drawing/2014/main" id="{62EA9781-CBEC-4464-ADD6-A7E770BE6EAF}"/>
              </a:ext>
            </a:extLst>
          </p:cNvPr>
          <p:cNvSpPr>
            <a:spLocks/>
          </p:cNvSpPr>
          <p:nvPr/>
        </p:nvSpPr>
        <p:spPr>
          <a:xfrm>
            <a:off x="267066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0" name="data_3249">
            <a:extLst>
              <a:ext uri="{FF2B5EF4-FFF2-40B4-BE49-F238E27FC236}">
                <a16:creationId xmlns:a16="http://schemas.microsoft.com/office/drawing/2014/main" id="{D116233F-3079-4C7B-B596-72C64FA19483}"/>
              </a:ext>
            </a:extLst>
          </p:cNvPr>
          <p:cNvSpPr>
            <a:spLocks/>
          </p:cNvSpPr>
          <p:nvPr/>
        </p:nvSpPr>
        <p:spPr>
          <a:xfrm>
            <a:off x="2658079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1" name="data_3250">
            <a:extLst>
              <a:ext uri="{FF2B5EF4-FFF2-40B4-BE49-F238E27FC236}">
                <a16:creationId xmlns:a16="http://schemas.microsoft.com/office/drawing/2014/main" id="{707BD4C8-99BA-4CF6-A7F1-B2B21008165F}"/>
              </a:ext>
            </a:extLst>
          </p:cNvPr>
          <p:cNvSpPr>
            <a:spLocks/>
          </p:cNvSpPr>
          <p:nvPr/>
        </p:nvSpPr>
        <p:spPr>
          <a:xfrm>
            <a:off x="266044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2" name="data_3251">
            <a:extLst>
              <a:ext uri="{FF2B5EF4-FFF2-40B4-BE49-F238E27FC236}">
                <a16:creationId xmlns:a16="http://schemas.microsoft.com/office/drawing/2014/main" id="{C52C97FB-6144-4395-9E74-DA766EE11954}"/>
              </a:ext>
            </a:extLst>
          </p:cNvPr>
          <p:cNvSpPr>
            <a:spLocks/>
          </p:cNvSpPr>
          <p:nvPr/>
        </p:nvSpPr>
        <p:spPr>
          <a:xfrm>
            <a:off x="2663946" y="55203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3" name="data_3252">
            <a:extLst>
              <a:ext uri="{FF2B5EF4-FFF2-40B4-BE49-F238E27FC236}">
                <a16:creationId xmlns:a16="http://schemas.microsoft.com/office/drawing/2014/main" id="{5AE84A4F-91FD-49C2-838C-A5F3CDF7A83B}"/>
              </a:ext>
            </a:extLst>
          </p:cNvPr>
          <p:cNvSpPr>
            <a:spLocks/>
          </p:cNvSpPr>
          <p:nvPr/>
        </p:nvSpPr>
        <p:spPr>
          <a:xfrm>
            <a:off x="266780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4" name="data_3253">
            <a:extLst>
              <a:ext uri="{FF2B5EF4-FFF2-40B4-BE49-F238E27FC236}">
                <a16:creationId xmlns:a16="http://schemas.microsoft.com/office/drawing/2014/main" id="{F8FA34F7-ECAB-4115-B4E5-E5CFE0239337}"/>
              </a:ext>
            </a:extLst>
          </p:cNvPr>
          <p:cNvSpPr>
            <a:spLocks/>
          </p:cNvSpPr>
          <p:nvPr/>
        </p:nvSpPr>
        <p:spPr>
          <a:xfrm>
            <a:off x="260733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5" name="data_3254">
            <a:extLst>
              <a:ext uri="{FF2B5EF4-FFF2-40B4-BE49-F238E27FC236}">
                <a16:creationId xmlns:a16="http://schemas.microsoft.com/office/drawing/2014/main" id="{5477035C-629B-4F96-8A39-72668E2F8F25}"/>
              </a:ext>
            </a:extLst>
          </p:cNvPr>
          <p:cNvSpPr>
            <a:spLocks/>
          </p:cNvSpPr>
          <p:nvPr/>
        </p:nvSpPr>
        <p:spPr>
          <a:xfrm>
            <a:off x="264046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6" name="data_3255">
            <a:extLst>
              <a:ext uri="{FF2B5EF4-FFF2-40B4-BE49-F238E27FC236}">
                <a16:creationId xmlns:a16="http://schemas.microsoft.com/office/drawing/2014/main" id="{0838093B-2C68-42E2-895B-84E11782AB8D}"/>
              </a:ext>
            </a:extLst>
          </p:cNvPr>
          <p:cNvSpPr>
            <a:spLocks/>
          </p:cNvSpPr>
          <p:nvPr/>
        </p:nvSpPr>
        <p:spPr>
          <a:xfrm>
            <a:off x="260473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7" name="data_3256">
            <a:extLst>
              <a:ext uri="{FF2B5EF4-FFF2-40B4-BE49-F238E27FC236}">
                <a16:creationId xmlns:a16="http://schemas.microsoft.com/office/drawing/2014/main" id="{389D6A09-590D-4DC8-833A-B3B9F1322B41}"/>
              </a:ext>
            </a:extLst>
          </p:cNvPr>
          <p:cNvSpPr>
            <a:spLocks/>
          </p:cNvSpPr>
          <p:nvPr/>
        </p:nvSpPr>
        <p:spPr>
          <a:xfrm>
            <a:off x="262521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8" name="data_3257">
            <a:extLst>
              <a:ext uri="{FF2B5EF4-FFF2-40B4-BE49-F238E27FC236}">
                <a16:creationId xmlns:a16="http://schemas.microsoft.com/office/drawing/2014/main" id="{F60F9B7B-39C2-48E3-A286-EE8DFE414B5E}"/>
              </a:ext>
            </a:extLst>
          </p:cNvPr>
          <p:cNvSpPr>
            <a:spLocks/>
          </p:cNvSpPr>
          <p:nvPr/>
        </p:nvSpPr>
        <p:spPr>
          <a:xfrm>
            <a:off x="258961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9" name="data_3258">
            <a:extLst>
              <a:ext uri="{FF2B5EF4-FFF2-40B4-BE49-F238E27FC236}">
                <a16:creationId xmlns:a16="http://schemas.microsoft.com/office/drawing/2014/main" id="{D84009AD-C281-46DB-9221-6092B6525AFE}"/>
              </a:ext>
            </a:extLst>
          </p:cNvPr>
          <p:cNvSpPr>
            <a:spLocks/>
          </p:cNvSpPr>
          <p:nvPr/>
        </p:nvSpPr>
        <p:spPr>
          <a:xfrm>
            <a:off x="2644855" y="56817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0" name="data_3259">
            <a:extLst>
              <a:ext uri="{FF2B5EF4-FFF2-40B4-BE49-F238E27FC236}">
                <a16:creationId xmlns:a16="http://schemas.microsoft.com/office/drawing/2014/main" id="{24A6E0A8-2950-44EC-A4FC-237D995B5491}"/>
              </a:ext>
            </a:extLst>
          </p:cNvPr>
          <p:cNvSpPr>
            <a:spLocks/>
          </p:cNvSpPr>
          <p:nvPr/>
        </p:nvSpPr>
        <p:spPr>
          <a:xfrm>
            <a:off x="260952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1" name="data_3260">
            <a:extLst>
              <a:ext uri="{FF2B5EF4-FFF2-40B4-BE49-F238E27FC236}">
                <a16:creationId xmlns:a16="http://schemas.microsoft.com/office/drawing/2014/main" id="{E2CC496D-FD05-48F6-A3B9-5130C3931D08}"/>
              </a:ext>
            </a:extLst>
          </p:cNvPr>
          <p:cNvSpPr>
            <a:spLocks/>
          </p:cNvSpPr>
          <p:nvPr/>
        </p:nvSpPr>
        <p:spPr>
          <a:xfrm>
            <a:off x="2627130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2" name="data_3261">
            <a:extLst>
              <a:ext uri="{FF2B5EF4-FFF2-40B4-BE49-F238E27FC236}">
                <a16:creationId xmlns:a16="http://schemas.microsoft.com/office/drawing/2014/main" id="{45088D4F-4375-4736-89BB-D73B90279E20}"/>
              </a:ext>
            </a:extLst>
          </p:cNvPr>
          <p:cNvSpPr>
            <a:spLocks/>
          </p:cNvSpPr>
          <p:nvPr/>
        </p:nvSpPr>
        <p:spPr>
          <a:xfrm>
            <a:off x="2615616" y="605885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3" name="data_3262">
            <a:extLst>
              <a:ext uri="{FF2B5EF4-FFF2-40B4-BE49-F238E27FC236}">
                <a16:creationId xmlns:a16="http://schemas.microsoft.com/office/drawing/2014/main" id="{C631F268-2964-435C-BC4E-38B448B5CA0C}"/>
              </a:ext>
            </a:extLst>
          </p:cNvPr>
          <p:cNvSpPr>
            <a:spLocks/>
          </p:cNvSpPr>
          <p:nvPr/>
        </p:nvSpPr>
        <p:spPr>
          <a:xfrm>
            <a:off x="267058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4" name="data_3263">
            <a:extLst>
              <a:ext uri="{FF2B5EF4-FFF2-40B4-BE49-F238E27FC236}">
                <a16:creationId xmlns:a16="http://schemas.microsoft.com/office/drawing/2014/main" id="{1B73ED80-EA89-48DC-AD2A-1B2B82BCD1C0}"/>
              </a:ext>
            </a:extLst>
          </p:cNvPr>
          <p:cNvSpPr>
            <a:spLocks/>
          </p:cNvSpPr>
          <p:nvPr/>
        </p:nvSpPr>
        <p:spPr>
          <a:xfrm>
            <a:off x="2614490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5" name="data_3264">
            <a:extLst>
              <a:ext uri="{FF2B5EF4-FFF2-40B4-BE49-F238E27FC236}">
                <a16:creationId xmlns:a16="http://schemas.microsoft.com/office/drawing/2014/main" id="{B49C587A-AE13-492D-BA72-012E7F58C431}"/>
              </a:ext>
            </a:extLst>
          </p:cNvPr>
          <p:cNvSpPr>
            <a:spLocks/>
          </p:cNvSpPr>
          <p:nvPr/>
        </p:nvSpPr>
        <p:spPr>
          <a:xfrm>
            <a:off x="2660888" y="65027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6" name="data_3265">
            <a:extLst>
              <a:ext uri="{FF2B5EF4-FFF2-40B4-BE49-F238E27FC236}">
                <a16:creationId xmlns:a16="http://schemas.microsoft.com/office/drawing/2014/main" id="{04A8A5BD-A505-49E9-8578-D6793A1D88C3}"/>
              </a:ext>
            </a:extLst>
          </p:cNvPr>
          <p:cNvSpPr>
            <a:spLocks/>
          </p:cNvSpPr>
          <p:nvPr/>
        </p:nvSpPr>
        <p:spPr>
          <a:xfrm>
            <a:off x="2639233" y="625711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7" name="data_3266">
            <a:extLst>
              <a:ext uri="{FF2B5EF4-FFF2-40B4-BE49-F238E27FC236}">
                <a16:creationId xmlns:a16="http://schemas.microsoft.com/office/drawing/2014/main" id="{7BB47D11-5245-4C49-9435-8523115952F3}"/>
              </a:ext>
            </a:extLst>
          </p:cNvPr>
          <p:cNvSpPr>
            <a:spLocks/>
          </p:cNvSpPr>
          <p:nvPr/>
        </p:nvSpPr>
        <p:spPr>
          <a:xfrm>
            <a:off x="2642814" y="56185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8" name="data_3267">
            <a:extLst>
              <a:ext uri="{FF2B5EF4-FFF2-40B4-BE49-F238E27FC236}">
                <a16:creationId xmlns:a16="http://schemas.microsoft.com/office/drawing/2014/main" id="{F8BFFBD7-D160-44F9-A8A1-6031146A1944}"/>
              </a:ext>
            </a:extLst>
          </p:cNvPr>
          <p:cNvSpPr>
            <a:spLocks/>
          </p:cNvSpPr>
          <p:nvPr/>
        </p:nvSpPr>
        <p:spPr>
          <a:xfrm>
            <a:off x="2591616" y="669216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9" name="data_3268">
            <a:extLst>
              <a:ext uri="{FF2B5EF4-FFF2-40B4-BE49-F238E27FC236}">
                <a16:creationId xmlns:a16="http://schemas.microsoft.com/office/drawing/2014/main" id="{391BACB0-48D6-415B-8FAA-50354C79D02C}"/>
              </a:ext>
            </a:extLst>
          </p:cNvPr>
          <p:cNvSpPr>
            <a:spLocks/>
          </p:cNvSpPr>
          <p:nvPr/>
        </p:nvSpPr>
        <p:spPr>
          <a:xfrm>
            <a:off x="2594616" y="56185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0" name="data_3269">
            <a:extLst>
              <a:ext uri="{FF2B5EF4-FFF2-40B4-BE49-F238E27FC236}">
                <a16:creationId xmlns:a16="http://schemas.microsoft.com/office/drawing/2014/main" id="{5AE1397D-4778-4001-8496-E7CDE7957546}"/>
              </a:ext>
            </a:extLst>
          </p:cNvPr>
          <p:cNvSpPr>
            <a:spLocks/>
          </p:cNvSpPr>
          <p:nvPr/>
        </p:nvSpPr>
        <p:spPr>
          <a:xfrm>
            <a:off x="2671233" y="547120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1" name="data_3270">
            <a:extLst>
              <a:ext uri="{FF2B5EF4-FFF2-40B4-BE49-F238E27FC236}">
                <a16:creationId xmlns:a16="http://schemas.microsoft.com/office/drawing/2014/main" id="{6A781C55-3580-4E4E-B30E-44108384BCC1}"/>
              </a:ext>
            </a:extLst>
          </p:cNvPr>
          <p:cNvSpPr>
            <a:spLocks/>
          </p:cNvSpPr>
          <p:nvPr/>
        </p:nvSpPr>
        <p:spPr>
          <a:xfrm>
            <a:off x="2561541" y="574381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2" name="data_3271">
            <a:extLst>
              <a:ext uri="{FF2B5EF4-FFF2-40B4-BE49-F238E27FC236}">
                <a16:creationId xmlns:a16="http://schemas.microsoft.com/office/drawing/2014/main" id="{0427C5CF-9AA8-4A24-97DD-7756B47FE4DF}"/>
              </a:ext>
            </a:extLst>
          </p:cNvPr>
          <p:cNvSpPr>
            <a:spLocks/>
          </p:cNvSpPr>
          <p:nvPr/>
        </p:nvSpPr>
        <p:spPr>
          <a:xfrm>
            <a:off x="2642354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3" name="data_3272">
            <a:extLst>
              <a:ext uri="{FF2B5EF4-FFF2-40B4-BE49-F238E27FC236}">
                <a16:creationId xmlns:a16="http://schemas.microsoft.com/office/drawing/2014/main" id="{A03AC5EB-3898-430F-A5EB-2C3B29FCC2B5}"/>
              </a:ext>
            </a:extLst>
          </p:cNvPr>
          <p:cNvSpPr>
            <a:spLocks/>
          </p:cNvSpPr>
          <p:nvPr/>
        </p:nvSpPr>
        <p:spPr>
          <a:xfrm>
            <a:off x="260112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4" name="data_3273">
            <a:extLst>
              <a:ext uri="{FF2B5EF4-FFF2-40B4-BE49-F238E27FC236}">
                <a16:creationId xmlns:a16="http://schemas.microsoft.com/office/drawing/2014/main" id="{05A89D83-A59E-47C7-9487-0003688548F6}"/>
              </a:ext>
            </a:extLst>
          </p:cNvPr>
          <p:cNvSpPr>
            <a:spLocks/>
          </p:cNvSpPr>
          <p:nvPr/>
        </p:nvSpPr>
        <p:spPr>
          <a:xfrm>
            <a:off x="2570748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5" name="data_3274">
            <a:extLst>
              <a:ext uri="{FF2B5EF4-FFF2-40B4-BE49-F238E27FC236}">
                <a16:creationId xmlns:a16="http://schemas.microsoft.com/office/drawing/2014/main" id="{E6456E4A-B107-441A-81B7-CA11F58687E5}"/>
              </a:ext>
            </a:extLst>
          </p:cNvPr>
          <p:cNvSpPr>
            <a:spLocks/>
          </p:cNvSpPr>
          <p:nvPr/>
        </p:nvSpPr>
        <p:spPr>
          <a:xfrm>
            <a:off x="2603097" y="561856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6" name="data_3275">
            <a:extLst>
              <a:ext uri="{FF2B5EF4-FFF2-40B4-BE49-F238E27FC236}">
                <a16:creationId xmlns:a16="http://schemas.microsoft.com/office/drawing/2014/main" id="{D260C8A8-46A0-46E5-B58F-6A13F6837861}"/>
              </a:ext>
            </a:extLst>
          </p:cNvPr>
          <p:cNvSpPr>
            <a:spLocks/>
          </p:cNvSpPr>
          <p:nvPr/>
        </p:nvSpPr>
        <p:spPr>
          <a:xfrm>
            <a:off x="2591503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7" name="data_3276">
            <a:extLst>
              <a:ext uri="{FF2B5EF4-FFF2-40B4-BE49-F238E27FC236}">
                <a16:creationId xmlns:a16="http://schemas.microsoft.com/office/drawing/2014/main" id="{0E27453B-6EF8-4CEF-9E8E-3C6E8D7D4825}"/>
              </a:ext>
            </a:extLst>
          </p:cNvPr>
          <p:cNvSpPr>
            <a:spLocks/>
          </p:cNvSpPr>
          <p:nvPr/>
        </p:nvSpPr>
        <p:spPr>
          <a:xfrm>
            <a:off x="2632995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8" name="data_3277">
            <a:extLst>
              <a:ext uri="{FF2B5EF4-FFF2-40B4-BE49-F238E27FC236}">
                <a16:creationId xmlns:a16="http://schemas.microsoft.com/office/drawing/2014/main" id="{7C56A0DA-8F5A-46CB-B93C-4FFE622C637E}"/>
              </a:ext>
            </a:extLst>
          </p:cNvPr>
          <p:cNvSpPr>
            <a:spLocks/>
          </p:cNvSpPr>
          <p:nvPr/>
        </p:nvSpPr>
        <p:spPr>
          <a:xfrm>
            <a:off x="2570903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9" name="data_3278">
            <a:extLst>
              <a:ext uri="{FF2B5EF4-FFF2-40B4-BE49-F238E27FC236}">
                <a16:creationId xmlns:a16="http://schemas.microsoft.com/office/drawing/2014/main" id="{85D01B04-38D9-453C-8452-C1391C08BD91}"/>
              </a:ext>
            </a:extLst>
          </p:cNvPr>
          <p:cNvSpPr>
            <a:spLocks/>
          </p:cNvSpPr>
          <p:nvPr/>
        </p:nvSpPr>
        <p:spPr>
          <a:xfrm>
            <a:off x="2564771" y="6915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0" name="data_3279">
            <a:extLst>
              <a:ext uri="{FF2B5EF4-FFF2-40B4-BE49-F238E27FC236}">
                <a16:creationId xmlns:a16="http://schemas.microsoft.com/office/drawing/2014/main" id="{D47737D4-D973-4050-AF41-80107A238EB8}"/>
              </a:ext>
            </a:extLst>
          </p:cNvPr>
          <p:cNvSpPr>
            <a:spLocks/>
          </p:cNvSpPr>
          <p:nvPr/>
        </p:nvSpPr>
        <p:spPr>
          <a:xfrm>
            <a:off x="256116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1" name="data_3280">
            <a:extLst>
              <a:ext uri="{FF2B5EF4-FFF2-40B4-BE49-F238E27FC236}">
                <a16:creationId xmlns:a16="http://schemas.microsoft.com/office/drawing/2014/main" id="{6B7E71DC-A056-4378-8231-FB018DAC3D48}"/>
              </a:ext>
            </a:extLst>
          </p:cNvPr>
          <p:cNvSpPr>
            <a:spLocks/>
          </p:cNvSpPr>
          <p:nvPr/>
        </p:nvSpPr>
        <p:spPr>
          <a:xfrm>
            <a:off x="262041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2" name="data_3281">
            <a:extLst>
              <a:ext uri="{FF2B5EF4-FFF2-40B4-BE49-F238E27FC236}">
                <a16:creationId xmlns:a16="http://schemas.microsoft.com/office/drawing/2014/main" id="{B991F5C9-A214-4B75-93BE-34866187EAC1}"/>
              </a:ext>
            </a:extLst>
          </p:cNvPr>
          <p:cNvSpPr>
            <a:spLocks/>
          </p:cNvSpPr>
          <p:nvPr/>
        </p:nvSpPr>
        <p:spPr>
          <a:xfrm>
            <a:off x="2614370" y="6844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3" name="data_3282">
            <a:extLst>
              <a:ext uri="{FF2B5EF4-FFF2-40B4-BE49-F238E27FC236}">
                <a16:creationId xmlns:a16="http://schemas.microsoft.com/office/drawing/2014/main" id="{14A1C08C-52AE-4A05-94DD-54CD16311038}"/>
              </a:ext>
            </a:extLst>
          </p:cNvPr>
          <p:cNvSpPr>
            <a:spLocks/>
          </p:cNvSpPr>
          <p:nvPr/>
        </p:nvSpPr>
        <p:spPr>
          <a:xfrm>
            <a:off x="2663082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4" name="data_3283">
            <a:extLst>
              <a:ext uri="{FF2B5EF4-FFF2-40B4-BE49-F238E27FC236}">
                <a16:creationId xmlns:a16="http://schemas.microsoft.com/office/drawing/2014/main" id="{887E3927-13DF-4AC8-A545-4F4CBF7DAA47}"/>
              </a:ext>
            </a:extLst>
          </p:cNvPr>
          <p:cNvSpPr>
            <a:spLocks/>
          </p:cNvSpPr>
          <p:nvPr/>
        </p:nvSpPr>
        <p:spPr>
          <a:xfrm>
            <a:off x="261972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5" name="data_3284">
            <a:extLst>
              <a:ext uri="{FF2B5EF4-FFF2-40B4-BE49-F238E27FC236}">
                <a16:creationId xmlns:a16="http://schemas.microsoft.com/office/drawing/2014/main" id="{FB8B073B-E1A3-40DC-B0D0-237AB28A65F2}"/>
              </a:ext>
            </a:extLst>
          </p:cNvPr>
          <p:cNvSpPr>
            <a:spLocks/>
          </p:cNvSpPr>
          <p:nvPr/>
        </p:nvSpPr>
        <p:spPr>
          <a:xfrm>
            <a:off x="258578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6" name="data_3285">
            <a:extLst>
              <a:ext uri="{FF2B5EF4-FFF2-40B4-BE49-F238E27FC236}">
                <a16:creationId xmlns:a16="http://schemas.microsoft.com/office/drawing/2014/main" id="{8191BD7B-BC0A-4516-967D-9F0B9C749593}"/>
              </a:ext>
            </a:extLst>
          </p:cNvPr>
          <p:cNvSpPr>
            <a:spLocks/>
          </p:cNvSpPr>
          <p:nvPr/>
        </p:nvSpPr>
        <p:spPr>
          <a:xfrm>
            <a:off x="2660667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7" name="data_3286">
            <a:extLst>
              <a:ext uri="{FF2B5EF4-FFF2-40B4-BE49-F238E27FC236}">
                <a16:creationId xmlns:a16="http://schemas.microsoft.com/office/drawing/2014/main" id="{F5BAD944-0483-4C36-85D9-6C0DCA81DD78}"/>
              </a:ext>
            </a:extLst>
          </p:cNvPr>
          <p:cNvSpPr>
            <a:spLocks/>
          </p:cNvSpPr>
          <p:nvPr/>
        </p:nvSpPr>
        <p:spPr>
          <a:xfrm>
            <a:off x="2569848" y="69355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8" name="data_3287">
            <a:extLst>
              <a:ext uri="{FF2B5EF4-FFF2-40B4-BE49-F238E27FC236}">
                <a16:creationId xmlns:a16="http://schemas.microsoft.com/office/drawing/2014/main" id="{B1EAF002-4612-429F-AEB0-5647B67E515C}"/>
              </a:ext>
            </a:extLst>
          </p:cNvPr>
          <p:cNvSpPr>
            <a:spLocks/>
          </p:cNvSpPr>
          <p:nvPr/>
        </p:nvSpPr>
        <p:spPr>
          <a:xfrm>
            <a:off x="2680135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9" name="data_3288">
            <a:extLst>
              <a:ext uri="{FF2B5EF4-FFF2-40B4-BE49-F238E27FC236}">
                <a16:creationId xmlns:a16="http://schemas.microsoft.com/office/drawing/2014/main" id="{0F3DDCD0-4BE5-4840-89AE-7253E829E74D}"/>
              </a:ext>
            </a:extLst>
          </p:cNvPr>
          <p:cNvSpPr>
            <a:spLocks/>
          </p:cNvSpPr>
          <p:nvPr/>
        </p:nvSpPr>
        <p:spPr>
          <a:xfrm>
            <a:off x="2690039" y="651253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0" name="data_3289">
            <a:extLst>
              <a:ext uri="{FF2B5EF4-FFF2-40B4-BE49-F238E27FC236}">
                <a16:creationId xmlns:a16="http://schemas.microsoft.com/office/drawing/2014/main" id="{EF398847-EFD7-46A5-82E4-2D187A7C7B50}"/>
              </a:ext>
            </a:extLst>
          </p:cNvPr>
          <p:cNvSpPr>
            <a:spLocks/>
          </p:cNvSpPr>
          <p:nvPr/>
        </p:nvSpPr>
        <p:spPr>
          <a:xfrm>
            <a:off x="2640632" y="63360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1" name="data_3290">
            <a:extLst>
              <a:ext uri="{FF2B5EF4-FFF2-40B4-BE49-F238E27FC236}">
                <a16:creationId xmlns:a16="http://schemas.microsoft.com/office/drawing/2014/main" id="{4BE8849A-136C-42C5-BE34-F5B8477B1EA3}"/>
              </a:ext>
            </a:extLst>
          </p:cNvPr>
          <p:cNvSpPr>
            <a:spLocks/>
          </p:cNvSpPr>
          <p:nvPr/>
        </p:nvSpPr>
        <p:spPr>
          <a:xfrm>
            <a:off x="2551395" y="64142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2" name="data_3291">
            <a:extLst>
              <a:ext uri="{FF2B5EF4-FFF2-40B4-BE49-F238E27FC236}">
                <a16:creationId xmlns:a16="http://schemas.microsoft.com/office/drawing/2014/main" id="{CFC03053-4AB1-4663-A486-CE0302E45F2D}"/>
              </a:ext>
            </a:extLst>
          </p:cNvPr>
          <p:cNvSpPr>
            <a:spLocks/>
          </p:cNvSpPr>
          <p:nvPr/>
        </p:nvSpPr>
        <p:spPr>
          <a:xfrm>
            <a:off x="2586556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3" name="data_3292">
            <a:extLst>
              <a:ext uri="{FF2B5EF4-FFF2-40B4-BE49-F238E27FC236}">
                <a16:creationId xmlns:a16="http://schemas.microsoft.com/office/drawing/2014/main" id="{4055906A-A9A1-4E10-BA0C-BB9F4111DABB}"/>
              </a:ext>
            </a:extLst>
          </p:cNvPr>
          <p:cNvSpPr>
            <a:spLocks/>
          </p:cNvSpPr>
          <p:nvPr/>
        </p:nvSpPr>
        <p:spPr>
          <a:xfrm>
            <a:off x="2678723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4" name="data_3293">
            <a:extLst>
              <a:ext uri="{FF2B5EF4-FFF2-40B4-BE49-F238E27FC236}">
                <a16:creationId xmlns:a16="http://schemas.microsoft.com/office/drawing/2014/main" id="{11FE39FB-F247-439C-B169-9D72039D4165}"/>
              </a:ext>
            </a:extLst>
          </p:cNvPr>
          <p:cNvSpPr>
            <a:spLocks/>
          </p:cNvSpPr>
          <p:nvPr/>
        </p:nvSpPr>
        <p:spPr>
          <a:xfrm>
            <a:off x="256400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5" name="data_3294">
            <a:extLst>
              <a:ext uri="{FF2B5EF4-FFF2-40B4-BE49-F238E27FC236}">
                <a16:creationId xmlns:a16="http://schemas.microsoft.com/office/drawing/2014/main" id="{C4372768-950B-4F5F-91B2-3626DA85A62D}"/>
              </a:ext>
            </a:extLst>
          </p:cNvPr>
          <p:cNvSpPr>
            <a:spLocks/>
          </p:cNvSpPr>
          <p:nvPr/>
        </p:nvSpPr>
        <p:spPr>
          <a:xfrm>
            <a:off x="261112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6" name="data_3295">
            <a:extLst>
              <a:ext uri="{FF2B5EF4-FFF2-40B4-BE49-F238E27FC236}">
                <a16:creationId xmlns:a16="http://schemas.microsoft.com/office/drawing/2014/main" id="{5EEE8DC8-13B3-4D2F-8D85-AC7612BC99AA}"/>
              </a:ext>
            </a:extLst>
          </p:cNvPr>
          <p:cNvSpPr>
            <a:spLocks/>
          </p:cNvSpPr>
          <p:nvPr/>
        </p:nvSpPr>
        <p:spPr>
          <a:xfrm>
            <a:off x="262689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7" name="data_3296">
            <a:extLst>
              <a:ext uri="{FF2B5EF4-FFF2-40B4-BE49-F238E27FC236}">
                <a16:creationId xmlns:a16="http://schemas.microsoft.com/office/drawing/2014/main" id="{395AA495-F192-4DB1-9821-06C27343049C}"/>
              </a:ext>
            </a:extLst>
          </p:cNvPr>
          <p:cNvSpPr>
            <a:spLocks/>
          </p:cNvSpPr>
          <p:nvPr/>
        </p:nvSpPr>
        <p:spPr>
          <a:xfrm>
            <a:off x="268792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8" name="data_3297">
            <a:extLst>
              <a:ext uri="{FF2B5EF4-FFF2-40B4-BE49-F238E27FC236}">
                <a16:creationId xmlns:a16="http://schemas.microsoft.com/office/drawing/2014/main" id="{E0CC486A-706B-45C0-9C2F-F4E9B442495E}"/>
              </a:ext>
            </a:extLst>
          </p:cNvPr>
          <p:cNvSpPr>
            <a:spLocks/>
          </p:cNvSpPr>
          <p:nvPr/>
        </p:nvSpPr>
        <p:spPr>
          <a:xfrm>
            <a:off x="2635620" y="661848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9" name="data_3298">
            <a:extLst>
              <a:ext uri="{FF2B5EF4-FFF2-40B4-BE49-F238E27FC236}">
                <a16:creationId xmlns:a16="http://schemas.microsoft.com/office/drawing/2014/main" id="{6C224D65-F436-449E-AAC0-B913BBDCB5A2}"/>
              </a:ext>
            </a:extLst>
          </p:cNvPr>
          <p:cNvSpPr>
            <a:spLocks/>
          </p:cNvSpPr>
          <p:nvPr/>
        </p:nvSpPr>
        <p:spPr>
          <a:xfrm>
            <a:off x="260200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0" name="data_3299">
            <a:extLst>
              <a:ext uri="{FF2B5EF4-FFF2-40B4-BE49-F238E27FC236}">
                <a16:creationId xmlns:a16="http://schemas.microsoft.com/office/drawing/2014/main" id="{83101A84-8E23-4D48-BAA5-DFB21EA224ED}"/>
              </a:ext>
            </a:extLst>
          </p:cNvPr>
          <p:cNvSpPr>
            <a:spLocks/>
          </p:cNvSpPr>
          <p:nvPr/>
        </p:nvSpPr>
        <p:spPr>
          <a:xfrm>
            <a:off x="2654315" y="576592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1" name="data_3300">
            <a:extLst>
              <a:ext uri="{FF2B5EF4-FFF2-40B4-BE49-F238E27FC236}">
                <a16:creationId xmlns:a16="http://schemas.microsoft.com/office/drawing/2014/main" id="{1DE4CFC2-A5C8-4CA3-A71C-E3F30DD7AA03}"/>
              </a:ext>
            </a:extLst>
          </p:cNvPr>
          <p:cNvSpPr>
            <a:spLocks/>
          </p:cNvSpPr>
          <p:nvPr/>
        </p:nvSpPr>
        <p:spPr>
          <a:xfrm>
            <a:off x="2553235" y="65321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2" name="data_3301">
            <a:extLst>
              <a:ext uri="{FF2B5EF4-FFF2-40B4-BE49-F238E27FC236}">
                <a16:creationId xmlns:a16="http://schemas.microsoft.com/office/drawing/2014/main" id="{706E4D9E-AA84-4BFF-A647-34B2EEC206AC}"/>
              </a:ext>
            </a:extLst>
          </p:cNvPr>
          <p:cNvSpPr>
            <a:spLocks/>
          </p:cNvSpPr>
          <p:nvPr/>
        </p:nvSpPr>
        <p:spPr>
          <a:xfrm>
            <a:off x="2559282" y="694477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3" name="data_3302">
            <a:extLst>
              <a:ext uri="{FF2B5EF4-FFF2-40B4-BE49-F238E27FC236}">
                <a16:creationId xmlns:a16="http://schemas.microsoft.com/office/drawing/2014/main" id="{467E58F0-0EF7-4A57-87C9-7129AA1DDC82}"/>
              </a:ext>
            </a:extLst>
          </p:cNvPr>
          <p:cNvSpPr>
            <a:spLocks/>
          </p:cNvSpPr>
          <p:nvPr/>
        </p:nvSpPr>
        <p:spPr>
          <a:xfrm>
            <a:off x="2625316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4" name="data_3303">
            <a:extLst>
              <a:ext uri="{FF2B5EF4-FFF2-40B4-BE49-F238E27FC236}">
                <a16:creationId xmlns:a16="http://schemas.microsoft.com/office/drawing/2014/main" id="{333F5741-B933-4975-B4B1-79D282BB5065}"/>
              </a:ext>
            </a:extLst>
          </p:cNvPr>
          <p:cNvSpPr>
            <a:spLocks/>
          </p:cNvSpPr>
          <p:nvPr/>
        </p:nvSpPr>
        <p:spPr>
          <a:xfrm>
            <a:off x="2676080" y="52501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5" name="data_3304">
            <a:extLst>
              <a:ext uri="{FF2B5EF4-FFF2-40B4-BE49-F238E27FC236}">
                <a16:creationId xmlns:a16="http://schemas.microsoft.com/office/drawing/2014/main" id="{5ABA29A8-88F6-45A4-B124-46C75399E295}"/>
              </a:ext>
            </a:extLst>
          </p:cNvPr>
          <p:cNvSpPr>
            <a:spLocks/>
          </p:cNvSpPr>
          <p:nvPr/>
        </p:nvSpPr>
        <p:spPr>
          <a:xfrm>
            <a:off x="2601689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6" name="data_3305">
            <a:extLst>
              <a:ext uri="{FF2B5EF4-FFF2-40B4-BE49-F238E27FC236}">
                <a16:creationId xmlns:a16="http://schemas.microsoft.com/office/drawing/2014/main" id="{47CDB600-9BBD-48E9-9C13-1DDA358418DB}"/>
              </a:ext>
            </a:extLst>
          </p:cNvPr>
          <p:cNvSpPr>
            <a:spLocks/>
          </p:cNvSpPr>
          <p:nvPr/>
        </p:nvSpPr>
        <p:spPr>
          <a:xfrm>
            <a:off x="2640794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7" name="data_3306">
            <a:extLst>
              <a:ext uri="{FF2B5EF4-FFF2-40B4-BE49-F238E27FC236}">
                <a16:creationId xmlns:a16="http://schemas.microsoft.com/office/drawing/2014/main" id="{45E8A6D0-7FA2-4D3B-AC17-67CEEB275BB4}"/>
              </a:ext>
            </a:extLst>
          </p:cNvPr>
          <p:cNvSpPr>
            <a:spLocks/>
          </p:cNvSpPr>
          <p:nvPr/>
        </p:nvSpPr>
        <p:spPr>
          <a:xfrm>
            <a:off x="2651433" y="517649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8" name="data_3307">
            <a:extLst>
              <a:ext uri="{FF2B5EF4-FFF2-40B4-BE49-F238E27FC236}">
                <a16:creationId xmlns:a16="http://schemas.microsoft.com/office/drawing/2014/main" id="{26D256CA-971B-4932-B3CB-F143561ABE05}"/>
              </a:ext>
            </a:extLst>
          </p:cNvPr>
          <p:cNvSpPr>
            <a:spLocks/>
          </p:cNvSpPr>
          <p:nvPr/>
        </p:nvSpPr>
        <p:spPr>
          <a:xfrm>
            <a:off x="2589307" y="67342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9" name="data_3308">
            <a:extLst>
              <a:ext uri="{FF2B5EF4-FFF2-40B4-BE49-F238E27FC236}">
                <a16:creationId xmlns:a16="http://schemas.microsoft.com/office/drawing/2014/main" id="{D65EC975-0ED8-409F-971A-AFD80088C355}"/>
              </a:ext>
            </a:extLst>
          </p:cNvPr>
          <p:cNvSpPr>
            <a:spLocks/>
          </p:cNvSpPr>
          <p:nvPr/>
        </p:nvSpPr>
        <p:spPr>
          <a:xfrm>
            <a:off x="1007269" y="5088130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310" name="data_3309">
            <a:extLst>
              <a:ext uri="{FF2B5EF4-FFF2-40B4-BE49-F238E27FC236}">
                <a16:creationId xmlns:a16="http://schemas.microsoft.com/office/drawing/2014/main" id="{98CC7C4D-C101-44CF-933C-AF2F333277BB}"/>
              </a:ext>
            </a:extLst>
          </p:cNvPr>
          <p:cNvSpPr>
            <a:spLocks/>
          </p:cNvSpPr>
          <p:nvPr/>
        </p:nvSpPr>
        <p:spPr>
          <a:xfrm>
            <a:off x="1007269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311" name="text_3310">
            <a:extLst>
              <a:ext uri="{FF2B5EF4-FFF2-40B4-BE49-F238E27FC236}">
                <a16:creationId xmlns:a16="http://schemas.microsoft.com/office/drawing/2014/main" id="{09C39D79-EAB7-46D4-9CE2-96BEF7649E18}"/>
              </a:ext>
            </a:extLst>
          </p:cNvPr>
          <p:cNvSpPr>
            <a:spLocks/>
          </p:cNvSpPr>
          <p:nvPr/>
        </p:nvSpPr>
        <p:spPr>
          <a:xfrm>
            <a:off x="528439" y="4774729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3312" name="text_3311">
            <a:extLst>
              <a:ext uri="{FF2B5EF4-FFF2-40B4-BE49-F238E27FC236}">
                <a16:creationId xmlns:a16="http://schemas.microsoft.com/office/drawing/2014/main" id="{635F5F58-565F-4802-8189-22528DA41762}"/>
              </a:ext>
            </a:extLst>
          </p:cNvPr>
          <p:cNvSpPr>
            <a:spLocks/>
          </p:cNvSpPr>
          <p:nvPr/>
        </p:nvSpPr>
        <p:spPr>
          <a:xfrm>
            <a:off x="1007269" y="4797303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3313" name="data_3312">
            <a:extLst>
              <a:ext uri="{FF2B5EF4-FFF2-40B4-BE49-F238E27FC236}">
                <a16:creationId xmlns:a16="http://schemas.microsoft.com/office/drawing/2014/main" id="{1B84202A-3CEB-4DF1-8414-A2EB5EA18F12}"/>
              </a:ext>
            </a:extLst>
          </p:cNvPr>
          <p:cNvSpPr>
            <a:spLocks/>
          </p:cNvSpPr>
          <p:nvPr/>
        </p:nvSpPr>
        <p:spPr>
          <a:xfrm>
            <a:off x="1250939" y="6251878"/>
            <a:ext cx="191" cy="165609"/>
          </a:xfrm>
          <a:custGeom>
            <a:avLst/>
            <a:gdLst/>
            <a:ahLst/>
            <a:cxnLst/>
            <a:rect l="0" t="0" r="0" b="0"/>
            <a:pathLst>
              <a:path w="191" h="165609">
                <a:moveTo>
                  <a:pt x="0" y="165609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14" name="data_3313">
            <a:extLst>
              <a:ext uri="{FF2B5EF4-FFF2-40B4-BE49-F238E27FC236}">
                <a16:creationId xmlns:a16="http://schemas.microsoft.com/office/drawing/2014/main" id="{FE96E77F-89A1-4B6E-B46C-775FB9446598}"/>
              </a:ext>
            </a:extLst>
          </p:cNvPr>
          <p:cNvSpPr>
            <a:spLocks/>
          </p:cNvSpPr>
          <p:nvPr/>
        </p:nvSpPr>
        <p:spPr>
          <a:xfrm>
            <a:off x="1208765" y="641748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15" name="data_3314">
            <a:extLst>
              <a:ext uri="{FF2B5EF4-FFF2-40B4-BE49-F238E27FC236}">
                <a16:creationId xmlns:a16="http://schemas.microsoft.com/office/drawing/2014/main" id="{939584C9-EA57-49D7-BD32-7DF835E1A930}"/>
              </a:ext>
            </a:extLst>
          </p:cNvPr>
          <p:cNvSpPr>
            <a:spLocks/>
          </p:cNvSpPr>
          <p:nvPr/>
        </p:nvSpPr>
        <p:spPr>
          <a:xfrm>
            <a:off x="1208765" y="6251878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16" name="data_3315">
            <a:extLst>
              <a:ext uri="{FF2B5EF4-FFF2-40B4-BE49-F238E27FC236}">
                <a16:creationId xmlns:a16="http://schemas.microsoft.com/office/drawing/2014/main" id="{B3B7F106-EEAE-49BC-9B7C-725A85BF546F}"/>
              </a:ext>
            </a:extLst>
          </p:cNvPr>
          <p:cNvSpPr>
            <a:spLocks/>
          </p:cNvSpPr>
          <p:nvPr/>
        </p:nvSpPr>
        <p:spPr>
          <a:xfrm>
            <a:off x="1475865" y="6005684"/>
            <a:ext cx="191" cy="214320"/>
          </a:xfrm>
          <a:custGeom>
            <a:avLst/>
            <a:gdLst/>
            <a:ahLst/>
            <a:cxnLst/>
            <a:rect l="0" t="0" r="0" b="0"/>
            <a:pathLst>
              <a:path w="191" h="214320">
                <a:moveTo>
                  <a:pt x="0" y="214320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17" name="data_3316">
            <a:extLst>
              <a:ext uri="{FF2B5EF4-FFF2-40B4-BE49-F238E27FC236}">
                <a16:creationId xmlns:a16="http://schemas.microsoft.com/office/drawing/2014/main" id="{78F989B2-2829-4BB8-8602-2AAC158C21B1}"/>
              </a:ext>
            </a:extLst>
          </p:cNvPr>
          <p:cNvSpPr>
            <a:spLocks/>
          </p:cNvSpPr>
          <p:nvPr/>
        </p:nvSpPr>
        <p:spPr>
          <a:xfrm>
            <a:off x="1433691" y="6220004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18" name="data_3317">
            <a:extLst>
              <a:ext uri="{FF2B5EF4-FFF2-40B4-BE49-F238E27FC236}">
                <a16:creationId xmlns:a16="http://schemas.microsoft.com/office/drawing/2014/main" id="{49CD10C3-7008-4B0C-840E-E147F5EC2AE9}"/>
              </a:ext>
            </a:extLst>
          </p:cNvPr>
          <p:cNvSpPr>
            <a:spLocks/>
          </p:cNvSpPr>
          <p:nvPr/>
        </p:nvSpPr>
        <p:spPr>
          <a:xfrm>
            <a:off x="1433691" y="6005684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19" name="data_3318">
            <a:extLst>
              <a:ext uri="{FF2B5EF4-FFF2-40B4-BE49-F238E27FC236}">
                <a16:creationId xmlns:a16="http://schemas.microsoft.com/office/drawing/2014/main" id="{C5BDDD3A-C7C3-41B2-88CD-A0C862E7C049}"/>
              </a:ext>
            </a:extLst>
          </p:cNvPr>
          <p:cNvSpPr>
            <a:spLocks/>
          </p:cNvSpPr>
          <p:nvPr/>
        </p:nvSpPr>
        <p:spPr>
          <a:xfrm>
            <a:off x="1700791" y="5846898"/>
            <a:ext cx="191" cy="196117"/>
          </a:xfrm>
          <a:custGeom>
            <a:avLst/>
            <a:gdLst/>
            <a:ahLst/>
            <a:cxnLst/>
            <a:rect l="0" t="0" r="0" b="0"/>
            <a:pathLst>
              <a:path w="191" h="196117">
                <a:moveTo>
                  <a:pt x="0" y="19611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0" name="data_3319">
            <a:extLst>
              <a:ext uri="{FF2B5EF4-FFF2-40B4-BE49-F238E27FC236}">
                <a16:creationId xmlns:a16="http://schemas.microsoft.com/office/drawing/2014/main" id="{48EFA8D1-8CDE-4335-8ACC-83CC48B609F5}"/>
              </a:ext>
            </a:extLst>
          </p:cNvPr>
          <p:cNvSpPr>
            <a:spLocks/>
          </p:cNvSpPr>
          <p:nvPr/>
        </p:nvSpPr>
        <p:spPr>
          <a:xfrm>
            <a:off x="1658617" y="6043014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1" name="data_3320">
            <a:extLst>
              <a:ext uri="{FF2B5EF4-FFF2-40B4-BE49-F238E27FC236}">
                <a16:creationId xmlns:a16="http://schemas.microsoft.com/office/drawing/2014/main" id="{ADD2B6CE-E7F2-4E0E-98C4-C4BCFA5F176E}"/>
              </a:ext>
            </a:extLst>
          </p:cNvPr>
          <p:cNvSpPr>
            <a:spLocks/>
          </p:cNvSpPr>
          <p:nvPr/>
        </p:nvSpPr>
        <p:spPr>
          <a:xfrm>
            <a:off x="1658617" y="5846898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2" name="data_3321">
            <a:extLst>
              <a:ext uri="{FF2B5EF4-FFF2-40B4-BE49-F238E27FC236}">
                <a16:creationId xmlns:a16="http://schemas.microsoft.com/office/drawing/2014/main" id="{2B7DB1EC-4C2F-408C-96BB-521C4FC165ED}"/>
              </a:ext>
            </a:extLst>
          </p:cNvPr>
          <p:cNvSpPr>
            <a:spLocks/>
          </p:cNvSpPr>
          <p:nvPr/>
        </p:nvSpPr>
        <p:spPr>
          <a:xfrm>
            <a:off x="2188131" y="5959041"/>
            <a:ext cx="191" cy="298911"/>
          </a:xfrm>
          <a:custGeom>
            <a:avLst/>
            <a:gdLst/>
            <a:ahLst/>
            <a:cxnLst/>
            <a:rect l="0" t="0" r="0" b="0"/>
            <a:pathLst>
              <a:path w="191" h="298911">
                <a:moveTo>
                  <a:pt x="0" y="298911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23" name="data_3322">
            <a:extLst>
              <a:ext uri="{FF2B5EF4-FFF2-40B4-BE49-F238E27FC236}">
                <a16:creationId xmlns:a16="http://schemas.microsoft.com/office/drawing/2014/main" id="{1D2B7CE1-C0B4-46C6-BCD7-77C6ABB82FC1}"/>
              </a:ext>
            </a:extLst>
          </p:cNvPr>
          <p:cNvSpPr>
            <a:spLocks/>
          </p:cNvSpPr>
          <p:nvPr/>
        </p:nvSpPr>
        <p:spPr>
          <a:xfrm>
            <a:off x="2145957" y="6257952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24" name="data_3323">
            <a:extLst>
              <a:ext uri="{FF2B5EF4-FFF2-40B4-BE49-F238E27FC236}">
                <a16:creationId xmlns:a16="http://schemas.microsoft.com/office/drawing/2014/main" id="{784911AC-BBA6-4631-83CA-4E5B3C150054}"/>
              </a:ext>
            </a:extLst>
          </p:cNvPr>
          <p:cNvSpPr>
            <a:spLocks/>
          </p:cNvSpPr>
          <p:nvPr/>
        </p:nvSpPr>
        <p:spPr>
          <a:xfrm>
            <a:off x="2145957" y="595904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3325" name="data_3324">
            <a:extLst>
              <a:ext uri="{FF2B5EF4-FFF2-40B4-BE49-F238E27FC236}">
                <a16:creationId xmlns:a16="http://schemas.microsoft.com/office/drawing/2014/main" id="{A52F18BA-13B1-4E44-B865-94E738174386}"/>
              </a:ext>
            </a:extLst>
          </p:cNvPr>
          <p:cNvSpPr>
            <a:spLocks/>
          </p:cNvSpPr>
          <p:nvPr/>
        </p:nvSpPr>
        <p:spPr>
          <a:xfrm>
            <a:off x="2413057" y="5811801"/>
            <a:ext cx="191" cy="274757"/>
          </a:xfrm>
          <a:custGeom>
            <a:avLst/>
            <a:gdLst/>
            <a:ahLst/>
            <a:cxnLst/>
            <a:rect l="0" t="0" r="0" b="0"/>
            <a:pathLst>
              <a:path w="191" h="274757">
                <a:moveTo>
                  <a:pt x="0" y="27475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26" name="data_3325">
            <a:extLst>
              <a:ext uri="{FF2B5EF4-FFF2-40B4-BE49-F238E27FC236}">
                <a16:creationId xmlns:a16="http://schemas.microsoft.com/office/drawing/2014/main" id="{CDBE47EF-6FE1-4249-8A15-BA3EC426D93C}"/>
              </a:ext>
            </a:extLst>
          </p:cNvPr>
          <p:cNvSpPr>
            <a:spLocks/>
          </p:cNvSpPr>
          <p:nvPr/>
        </p:nvSpPr>
        <p:spPr>
          <a:xfrm>
            <a:off x="2370883" y="6086557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27" name="data_3326">
            <a:extLst>
              <a:ext uri="{FF2B5EF4-FFF2-40B4-BE49-F238E27FC236}">
                <a16:creationId xmlns:a16="http://schemas.microsoft.com/office/drawing/2014/main" id="{A7E3E08A-5BA5-45CE-BD80-632FAA9E465F}"/>
              </a:ext>
            </a:extLst>
          </p:cNvPr>
          <p:cNvSpPr>
            <a:spLocks/>
          </p:cNvSpPr>
          <p:nvPr/>
        </p:nvSpPr>
        <p:spPr>
          <a:xfrm>
            <a:off x="2370883" y="581180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3328" name="data_3327">
            <a:extLst>
              <a:ext uri="{FF2B5EF4-FFF2-40B4-BE49-F238E27FC236}">
                <a16:creationId xmlns:a16="http://schemas.microsoft.com/office/drawing/2014/main" id="{B587D5A1-8B8B-4231-8C36-F977F6DD6920}"/>
              </a:ext>
            </a:extLst>
          </p:cNvPr>
          <p:cNvSpPr>
            <a:spLocks/>
          </p:cNvSpPr>
          <p:nvPr/>
        </p:nvSpPr>
        <p:spPr>
          <a:xfrm>
            <a:off x="2637983" y="5587679"/>
            <a:ext cx="191" cy="271522"/>
          </a:xfrm>
          <a:custGeom>
            <a:avLst/>
            <a:gdLst/>
            <a:ahLst/>
            <a:cxnLst/>
            <a:rect l="0" t="0" r="0" b="0"/>
            <a:pathLst>
              <a:path w="191" h="271522">
                <a:moveTo>
                  <a:pt x="0" y="27152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29" name="data_3328">
            <a:extLst>
              <a:ext uri="{FF2B5EF4-FFF2-40B4-BE49-F238E27FC236}">
                <a16:creationId xmlns:a16="http://schemas.microsoft.com/office/drawing/2014/main" id="{E5A97734-4E16-41AB-B025-12626A457080}"/>
              </a:ext>
            </a:extLst>
          </p:cNvPr>
          <p:cNvSpPr>
            <a:spLocks/>
          </p:cNvSpPr>
          <p:nvPr/>
        </p:nvSpPr>
        <p:spPr>
          <a:xfrm>
            <a:off x="2595809" y="5859201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30" name="data_3329">
            <a:extLst>
              <a:ext uri="{FF2B5EF4-FFF2-40B4-BE49-F238E27FC236}">
                <a16:creationId xmlns:a16="http://schemas.microsoft.com/office/drawing/2014/main" id="{9BFE9549-C0FB-4004-840B-7FC54FED8327}"/>
              </a:ext>
            </a:extLst>
          </p:cNvPr>
          <p:cNvSpPr>
            <a:spLocks/>
          </p:cNvSpPr>
          <p:nvPr/>
        </p:nvSpPr>
        <p:spPr>
          <a:xfrm>
            <a:off x="2595809" y="5587679"/>
            <a:ext cx="84347" cy="191"/>
          </a:xfrm>
          <a:custGeom>
            <a:avLst/>
            <a:gdLst/>
            <a:ahLst/>
            <a:cxnLst/>
            <a:rect l="0" t="0" r="0" b="0"/>
            <a:pathLst>
              <a:path w="84347" h="191">
                <a:moveTo>
                  <a:pt x="0" y="0"/>
                </a:moveTo>
                <a:lnTo>
                  <a:pt x="84347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3331" name="data_3330">
            <a:extLst>
              <a:ext uri="{FF2B5EF4-FFF2-40B4-BE49-F238E27FC236}">
                <a16:creationId xmlns:a16="http://schemas.microsoft.com/office/drawing/2014/main" id="{996393C7-9B71-44D1-99F8-CCC6DC753FF0}"/>
              </a:ext>
            </a:extLst>
          </p:cNvPr>
          <p:cNvSpPr>
            <a:spLocks/>
          </p:cNvSpPr>
          <p:nvPr/>
        </p:nvSpPr>
        <p:spPr>
          <a:xfrm>
            <a:off x="1171277" y="633369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3332" name="data_3331">
            <a:extLst>
              <a:ext uri="{FF2B5EF4-FFF2-40B4-BE49-F238E27FC236}">
                <a16:creationId xmlns:a16="http://schemas.microsoft.com/office/drawing/2014/main" id="{94E0BEB4-B6EA-47D7-821E-2C8759BF3D58}"/>
              </a:ext>
            </a:extLst>
          </p:cNvPr>
          <p:cNvSpPr>
            <a:spLocks/>
          </p:cNvSpPr>
          <p:nvPr/>
        </p:nvSpPr>
        <p:spPr>
          <a:xfrm>
            <a:off x="1396203" y="6111077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3333" name="data_3332">
            <a:extLst>
              <a:ext uri="{FF2B5EF4-FFF2-40B4-BE49-F238E27FC236}">
                <a16:creationId xmlns:a16="http://schemas.microsoft.com/office/drawing/2014/main" id="{A9030B2E-5795-4430-9339-C5A6B245E38F}"/>
              </a:ext>
            </a:extLst>
          </p:cNvPr>
          <p:cNvSpPr>
            <a:spLocks/>
          </p:cNvSpPr>
          <p:nvPr/>
        </p:nvSpPr>
        <p:spPr>
          <a:xfrm>
            <a:off x="1621129" y="5943602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3334" name="data_3333">
            <a:extLst>
              <a:ext uri="{FF2B5EF4-FFF2-40B4-BE49-F238E27FC236}">
                <a16:creationId xmlns:a16="http://schemas.microsoft.com/office/drawing/2014/main" id="{DB06DB40-83CE-45E7-9340-8196F85CD764}"/>
              </a:ext>
            </a:extLst>
          </p:cNvPr>
          <p:cNvSpPr>
            <a:spLocks/>
          </p:cNvSpPr>
          <p:nvPr/>
        </p:nvSpPr>
        <p:spPr>
          <a:xfrm>
            <a:off x="2108469" y="6109019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3335" name="data_3334">
            <a:extLst>
              <a:ext uri="{FF2B5EF4-FFF2-40B4-BE49-F238E27FC236}">
                <a16:creationId xmlns:a16="http://schemas.microsoft.com/office/drawing/2014/main" id="{0541AAED-1432-41D6-8DE6-7E5D98BEBD10}"/>
              </a:ext>
            </a:extLst>
          </p:cNvPr>
          <p:cNvSpPr>
            <a:spLocks/>
          </p:cNvSpPr>
          <p:nvPr/>
        </p:nvSpPr>
        <p:spPr>
          <a:xfrm>
            <a:off x="2333395" y="5949966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3336" name="data_3335">
            <a:extLst>
              <a:ext uri="{FF2B5EF4-FFF2-40B4-BE49-F238E27FC236}">
                <a16:creationId xmlns:a16="http://schemas.microsoft.com/office/drawing/2014/main" id="{99651F72-B347-43A6-8EAC-EE6DEE95C264}"/>
              </a:ext>
            </a:extLst>
          </p:cNvPr>
          <p:cNvSpPr>
            <a:spLocks/>
          </p:cNvSpPr>
          <p:nvPr/>
        </p:nvSpPr>
        <p:spPr>
          <a:xfrm>
            <a:off x="2558321" y="5722691"/>
            <a:ext cx="159323" cy="191"/>
          </a:xfrm>
          <a:custGeom>
            <a:avLst/>
            <a:gdLst/>
            <a:ahLst/>
            <a:cxnLst/>
            <a:rect l="0" t="0" r="0" b="0"/>
            <a:pathLst>
              <a:path w="159323" h="191">
                <a:moveTo>
                  <a:pt x="0" y="0"/>
                </a:moveTo>
                <a:lnTo>
                  <a:pt x="159323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3337" name="data_3336">
            <a:extLst>
              <a:ext uri="{FF2B5EF4-FFF2-40B4-BE49-F238E27FC236}">
                <a16:creationId xmlns:a16="http://schemas.microsoft.com/office/drawing/2014/main" id="{FC4247C2-1903-40CE-AE8E-D71278227ABA}"/>
              </a:ext>
            </a:extLst>
          </p:cNvPr>
          <p:cNvSpPr>
            <a:spLocks/>
          </p:cNvSpPr>
          <p:nvPr/>
        </p:nvSpPr>
        <p:spPr>
          <a:xfrm>
            <a:off x="4006283" y="5088130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38" name="data_3337">
            <a:extLst>
              <a:ext uri="{FF2B5EF4-FFF2-40B4-BE49-F238E27FC236}">
                <a16:creationId xmlns:a16="http://schemas.microsoft.com/office/drawing/2014/main" id="{CA6536F0-A3AE-42F3-A626-EFFA3802A599}"/>
              </a:ext>
            </a:extLst>
          </p:cNvPr>
          <p:cNvSpPr>
            <a:spLocks/>
          </p:cNvSpPr>
          <p:nvPr/>
        </p:nvSpPr>
        <p:spPr>
          <a:xfrm>
            <a:off x="4006283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39" name="text_3338">
            <a:extLst>
              <a:ext uri="{FF2B5EF4-FFF2-40B4-BE49-F238E27FC236}">
                <a16:creationId xmlns:a16="http://schemas.microsoft.com/office/drawing/2014/main" id="{3DD38CE7-729C-47AC-9B35-CCDBB7F986DE}"/>
              </a:ext>
            </a:extLst>
          </p:cNvPr>
          <p:cNvSpPr>
            <a:spLocks/>
          </p:cNvSpPr>
          <p:nvPr/>
        </p:nvSpPr>
        <p:spPr>
          <a:xfrm>
            <a:off x="3925457" y="705489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340" name="data_3339">
            <a:extLst>
              <a:ext uri="{FF2B5EF4-FFF2-40B4-BE49-F238E27FC236}">
                <a16:creationId xmlns:a16="http://schemas.microsoft.com/office/drawing/2014/main" id="{06EB308B-E044-4A68-A4DE-B68C4C2190F8}"/>
              </a:ext>
            </a:extLst>
          </p:cNvPr>
          <p:cNvSpPr>
            <a:spLocks/>
          </p:cNvSpPr>
          <p:nvPr/>
        </p:nvSpPr>
        <p:spPr>
          <a:xfrm>
            <a:off x="4943475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41" name="text_3340">
            <a:extLst>
              <a:ext uri="{FF2B5EF4-FFF2-40B4-BE49-F238E27FC236}">
                <a16:creationId xmlns:a16="http://schemas.microsoft.com/office/drawing/2014/main" id="{983A79F3-1AD0-4ABC-B109-5A2586C06884}"/>
              </a:ext>
            </a:extLst>
          </p:cNvPr>
          <p:cNvSpPr>
            <a:spLocks/>
          </p:cNvSpPr>
          <p:nvPr/>
        </p:nvSpPr>
        <p:spPr>
          <a:xfrm>
            <a:off x="4862649" y="705489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42" name="data_3341">
            <a:extLst>
              <a:ext uri="{FF2B5EF4-FFF2-40B4-BE49-F238E27FC236}">
                <a16:creationId xmlns:a16="http://schemas.microsoft.com/office/drawing/2014/main" id="{9B6F463B-A4A4-461D-B338-11F93ED4DD9A}"/>
              </a:ext>
            </a:extLst>
          </p:cNvPr>
          <p:cNvSpPr>
            <a:spLocks/>
          </p:cNvSpPr>
          <p:nvPr/>
        </p:nvSpPr>
        <p:spPr>
          <a:xfrm>
            <a:off x="5880667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43" name="text_3342">
            <a:extLst>
              <a:ext uri="{FF2B5EF4-FFF2-40B4-BE49-F238E27FC236}">
                <a16:creationId xmlns:a16="http://schemas.microsoft.com/office/drawing/2014/main" id="{732478D6-5DC7-42C1-BEEE-BDCC20A56197}"/>
              </a:ext>
            </a:extLst>
          </p:cNvPr>
          <p:cNvSpPr>
            <a:spLocks/>
          </p:cNvSpPr>
          <p:nvPr/>
        </p:nvSpPr>
        <p:spPr>
          <a:xfrm>
            <a:off x="5799841" y="705489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344" name="text_3343">
            <a:extLst>
              <a:ext uri="{FF2B5EF4-FFF2-40B4-BE49-F238E27FC236}">
                <a16:creationId xmlns:a16="http://schemas.microsoft.com/office/drawing/2014/main" id="{9E75FB69-0497-4F2F-8E8A-EB36ADEC9D00}"/>
              </a:ext>
            </a:extLst>
          </p:cNvPr>
          <p:cNvSpPr>
            <a:spLocks/>
          </p:cNvSpPr>
          <p:nvPr/>
        </p:nvSpPr>
        <p:spPr>
          <a:xfrm>
            <a:off x="4574806" y="7235385"/>
            <a:ext cx="74613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3345" name="text_3344">
            <a:extLst>
              <a:ext uri="{FF2B5EF4-FFF2-40B4-BE49-F238E27FC236}">
                <a16:creationId xmlns:a16="http://schemas.microsoft.com/office/drawing/2014/main" id="{57C129EA-2A6C-41BA-8E5A-055BDB203B38}"/>
              </a:ext>
            </a:extLst>
          </p:cNvPr>
          <p:cNvSpPr>
            <a:spLocks/>
          </p:cNvSpPr>
          <p:nvPr/>
        </p:nvSpPr>
        <p:spPr>
          <a:xfrm>
            <a:off x="4355193" y="7368136"/>
            <a:ext cx="118563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Higher / equal / lower:</a:t>
            </a:r>
          </a:p>
        </p:txBody>
      </p:sp>
      <p:sp>
        <p:nvSpPr>
          <p:cNvPr id="3346" name="text_3345">
            <a:extLst>
              <a:ext uri="{FF2B5EF4-FFF2-40B4-BE49-F238E27FC236}">
                <a16:creationId xmlns:a16="http://schemas.microsoft.com/office/drawing/2014/main" id="{2BC84B9B-435F-4341-AA52-E484B69076A5}"/>
              </a:ext>
            </a:extLst>
          </p:cNvPr>
          <p:cNvSpPr>
            <a:spLocks/>
          </p:cNvSpPr>
          <p:nvPr/>
        </p:nvSpPr>
        <p:spPr>
          <a:xfrm>
            <a:off x="4674612" y="7495118"/>
            <a:ext cx="54656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68 / 7 / 19</a:t>
            </a:r>
          </a:p>
        </p:txBody>
      </p:sp>
      <p:sp>
        <p:nvSpPr>
          <p:cNvPr id="3347" name="data_3346">
            <a:extLst>
              <a:ext uri="{FF2B5EF4-FFF2-40B4-BE49-F238E27FC236}">
                <a16:creationId xmlns:a16="http://schemas.microsoft.com/office/drawing/2014/main" id="{FB1AEDAF-09A8-4A01-A4D1-919A66E3B20B}"/>
              </a:ext>
            </a:extLst>
          </p:cNvPr>
          <p:cNvSpPr>
            <a:spLocks/>
          </p:cNvSpPr>
          <p:nvPr/>
        </p:nvSpPr>
        <p:spPr>
          <a:xfrm>
            <a:off x="4006283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48" name="data_3347">
            <a:extLst>
              <a:ext uri="{FF2B5EF4-FFF2-40B4-BE49-F238E27FC236}">
                <a16:creationId xmlns:a16="http://schemas.microsoft.com/office/drawing/2014/main" id="{5CB26108-3CBA-4DEA-BBE3-D5C8EA36E4AB}"/>
              </a:ext>
            </a:extLst>
          </p:cNvPr>
          <p:cNvSpPr>
            <a:spLocks/>
          </p:cNvSpPr>
          <p:nvPr/>
        </p:nvSpPr>
        <p:spPr>
          <a:xfrm>
            <a:off x="3961947" y="696251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49" name="text_3348">
            <a:extLst>
              <a:ext uri="{FF2B5EF4-FFF2-40B4-BE49-F238E27FC236}">
                <a16:creationId xmlns:a16="http://schemas.microsoft.com/office/drawing/2014/main" id="{C2395DEE-2CD7-439D-9B55-AC8C786013EE}"/>
              </a:ext>
            </a:extLst>
          </p:cNvPr>
          <p:cNvSpPr>
            <a:spLocks/>
          </p:cNvSpPr>
          <p:nvPr/>
        </p:nvSpPr>
        <p:spPr>
          <a:xfrm>
            <a:off x="3738224" y="690506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350" name="data_3349">
            <a:extLst>
              <a:ext uri="{FF2B5EF4-FFF2-40B4-BE49-F238E27FC236}">
                <a16:creationId xmlns:a16="http://schemas.microsoft.com/office/drawing/2014/main" id="{8368C71E-53EA-4B98-BAFC-D8DAFC6F4DD9}"/>
              </a:ext>
            </a:extLst>
          </p:cNvPr>
          <p:cNvSpPr>
            <a:spLocks/>
          </p:cNvSpPr>
          <p:nvPr/>
        </p:nvSpPr>
        <p:spPr>
          <a:xfrm>
            <a:off x="4006283" y="6025322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51" name="data_3350">
            <a:extLst>
              <a:ext uri="{FF2B5EF4-FFF2-40B4-BE49-F238E27FC236}">
                <a16:creationId xmlns:a16="http://schemas.microsoft.com/office/drawing/2014/main" id="{0AA41E22-33B6-4AA5-B6A3-8889D631D509}"/>
              </a:ext>
            </a:extLst>
          </p:cNvPr>
          <p:cNvSpPr>
            <a:spLocks/>
          </p:cNvSpPr>
          <p:nvPr/>
        </p:nvSpPr>
        <p:spPr>
          <a:xfrm>
            <a:off x="3961947" y="6025322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52" name="text_3351">
            <a:extLst>
              <a:ext uri="{FF2B5EF4-FFF2-40B4-BE49-F238E27FC236}">
                <a16:creationId xmlns:a16="http://schemas.microsoft.com/office/drawing/2014/main" id="{91EDFF5D-F050-442E-9439-300D4B1E7577}"/>
              </a:ext>
            </a:extLst>
          </p:cNvPr>
          <p:cNvSpPr>
            <a:spLocks/>
          </p:cNvSpPr>
          <p:nvPr/>
        </p:nvSpPr>
        <p:spPr>
          <a:xfrm>
            <a:off x="3738224" y="5967872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53" name="data_3352">
            <a:extLst>
              <a:ext uri="{FF2B5EF4-FFF2-40B4-BE49-F238E27FC236}">
                <a16:creationId xmlns:a16="http://schemas.microsoft.com/office/drawing/2014/main" id="{B13918BF-BE6E-4407-8529-379E5D84B964}"/>
              </a:ext>
            </a:extLst>
          </p:cNvPr>
          <p:cNvSpPr>
            <a:spLocks/>
          </p:cNvSpPr>
          <p:nvPr/>
        </p:nvSpPr>
        <p:spPr>
          <a:xfrm>
            <a:off x="4006283" y="5088130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354" name="data_3353">
            <a:extLst>
              <a:ext uri="{FF2B5EF4-FFF2-40B4-BE49-F238E27FC236}">
                <a16:creationId xmlns:a16="http://schemas.microsoft.com/office/drawing/2014/main" id="{DBBFA24E-56C4-494E-BB67-46A6A4597778}"/>
              </a:ext>
            </a:extLst>
          </p:cNvPr>
          <p:cNvSpPr>
            <a:spLocks/>
          </p:cNvSpPr>
          <p:nvPr/>
        </p:nvSpPr>
        <p:spPr>
          <a:xfrm>
            <a:off x="3961947" y="508813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355" name="text_3354">
            <a:extLst>
              <a:ext uri="{FF2B5EF4-FFF2-40B4-BE49-F238E27FC236}">
                <a16:creationId xmlns:a16="http://schemas.microsoft.com/office/drawing/2014/main" id="{F4CCE7A7-D9EF-4868-8971-7EEAD1C9B7AF}"/>
              </a:ext>
            </a:extLst>
          </p:cNvPr>
          <p:cNvSpPr>
            <a:spLocks/>
          </p:cNvSpPr>
          <p:nvPr/>
        </p:nvSpPr>
        <p:spPr>
          <a:xfrm>
            <a:off x="3738224" y="503068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356" name="text_3355">
            <a:extLst>
              <a:ext uri="{FF2B5EF4-FFF2-40B4-BE49-F238E27FC236}">
                <a16:creationId xmlns:a16="http://schemas.microsoft.com/office/drawing/2014/main" id="{7F4B5F09-6E9C-4FEA-8B4E-ADF6EB6035E9}"/>
              </a:ext>
            </a:extLst>
          </p:cNvPr>
          <p:cNvSpPr>
            <a:spLocks/>
          </p:cNvSpPr>
          <p:nvPr/>
        </p:nvSpPr>
        <p:spPr>
          <a:xfrm rot="-5400000">
            <a:off x="3010694" y="5941083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3357" name="data_3356">
            <a:extLst>
              <a:ext uri="{FF2B5EF4-FFF2-40B4-BE49-F238E27FC236}">
                <a16:creationId xmlns:a16="http://schemas.microsoft.com/office/drawing/2014/main" id="{992EBC5A-AB15-4A3A-9FC8-D9A0321BD85F}"/>
              </a:ext>
            </a:extLst>
          </p:cNvPr>
          <p:cNvSpPr>
            <a:spLocks/>
          </p:cNvSpPr>
          <p:nvPr/>
        </p:nvSpPr>
        <p:spPr>
          <a:xfrm>
            <a:off x="4006283" y="5088130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0"/>
                </a:lnTo>
              </a:path>
            </a:pathLst>
          </a:custGeom>
          <a:noFill/>
          <a:ln w="14188">
            <a:solidFill>
              <a:srgbClr val="8B969F"/>
            </a:solidFill>
            <a:prstDash val="dash"/>
          </a:ln>
        </p:spPr>
      </p:sp>
      <p:sp>
        <p:nvSpPr>
          <p:cNvPr id="3358" name="data_3357">
            <a:extLst>
              <a:ext uri="{FF2B5EF4-FFF2-40B4-BE49-F238E27FC236}">
                <a16:creationId xmlns:a16="http://schemas.microsoft.com/office/drawing/2014/main" id="{CC46D4AF-0DFC-49C6-96ED-FD261E572329}"/>
              </a:ext>
            </a:extLst>
          </p:cNvPr>
          <p:cNvSpPr>
            <a:spLocks/>
          </p:cNvSpPr>
          <p:nvPr/>
        </p:nvSpPr>
        <p:spPr>
          <a:xfrm>
            <a:off x="4246478" y="5517546"/>
            <a:ext cx="63942" cy="63942"/>
          </a:xfrm>
          <a:prstGeom prst="ellipse">
            <a:avLst/>
          </a:prstGeom>
          <a:solidFill>
            <a:srgbClr val="443983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59" name="data_3358">
            <a:extLst>
              <a:ext uri="{FF2B5EF4-FFF2-40B4-BE49-F238E27FC236}">
                <a16:creationId xmlns:a16="http://schemas.microsoft.com/office/drawing/2014/main" id="{19DEADA3-F79C-46BA-B044-2E6176216F60}"/>
              </a:ext>
            </a:extLst>
          </p:cNvPr>
          <p:cNvSpPr>
            <a:spLocks/>
          </p:cNvSpPr>
          <p:nvPr/>
        </p:nvSpPr>
        <p:spPr>
          <a:xfrm>
            <a:off x="4970387" y="5700994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0" name="data_3359">
            <a:extLst>
              <a:ext uri="{FF2B5EF4-FFF2-40B4-BE49-F238E27FC236}">
                <a16:creationId xmlns:a16="http://schemas.microsoft.com/office/drawing/2014/main" id="{1131E95F-E347-48F2-A690-0EE635C121CB}"/>
              </a:ext>
            </a:extLst>
          </p:cNvPr>
          <p:cNvSpPr>
            <a:spLocks/>
          </p:cNvSpPr>
          <p:nvPr/>
        </p:nvSpPr>
        <p:spPr>
          <a:xfrm>
            <a:off x="3974312" y="5398980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1" name="data_3360">
            <a:extLst>
              <a:ext uri="{FF2B5EF4-FFF2-40B4-BE49-F238E27FC236}">
                <a16:creationId xmlns:a16="http://schemas.microsoft.com/office/drawing/2014/main" id="{BC98F83C-0025-46FE-AC3B-E04D810D794D}"/>
              </a:ext>
            </a:extLst>
          </p:cNvPr>
          <p:cNvSpPr>
            <a:spLocks/>
          </p:cNvSpPr>
          <p:nvPr/>
        </p:nvSpPr>
        <p:spPr>
          <a:xfrm>
            <a:off x="5222772" y="5436831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2" name="data_3361">
            <a:extLst>
              <a:ext uri="{FF2B5EF4-FFF2-40B4-BE49-F238E27FC236}">
                <a16:creationId xmlns:a16="http://schemas.microsoft.com/office/drawing/2014/main" id="{0D868754-F6E0-4B60-A195-BC368A281611}"/>
              </a:ext>
            </a:extLst>
          </p:cNvPr>
          <p:cNvSpPr>
            <a:spLocks/>
          </p:cNvSpPr>
          <p:nvPr/>
        </p:nvSpPr>
        <p:spPr>
          <a:xfrm>
            <a:off x="4509176" y="5342550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3" name="data_3362">
            <a:extLst>
              <a:ext uri="{FF2B5EF4-FFF2-40B4-BE49-F238E27FC236}">
                <a16:creationId xmlns:a16="http://schemas.microsoft.com/office/drawing/2014/main" id="{E6012497-8A93-468C-9572-A79F30EB31E8}"/>
              </a:ext>
            </a:extLst>
          </p:cNvPr>
          <p:cNvSpPr>
            <a:spLocks/>
          </p:cNvSpPr>
          <p:nvPr/>
        </p:nvSpPr>
        <p:spPr>
          <a:xfrm>
            <a:off x="4770343" y="6118221"/>
            <a:ext cx="63942" cy="63942"/>
          </a:xfrm>
          <a:prstGeom prst="ellipse">
            <a:avLst/>
          </a:prstGeom>
          <a:solidFill>
            <a:srgbClr val="65CB5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4" name="data_3363">
            <a:extLst>
              <a:ext uri="{FF2B5EF4-FFF2-40B4-BE49-F238E27FC236}">
                <a16:creationId xmlns:a16="http://schemas.microsoft.com/office/drawing/2014/main" id="{7BE10884-82C6-4A0C-BB0A-73EC40D3A93D}"/>
              </a:ext>
            </a:extLst>
          </p:cNvPr>
          <p:cNvSpPr>
            <a:spLocks/>
          </p:cNvSpPr>
          <p:nvPr/>
        </p:nvSpPr>
        <p:spPr>
          <a:xfrm>
            <a:off x="4682318" y="5875318"/>
            <a:ext cx="63942" cy="63942"/>
          </a:xfrm>
          <a:prstGeom prst="ellipse">
            <a:avLst/>
          </a:prstGeom>
          <a:solidFill>
            <a:srgbClr val="3C50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5" name="data_3364">
            <a:extLst>
              <a:ext uri="{FF2B5EF4-FFF2-40B4-BE49-F238E27FC236}">
                <a16:creationId xmlns:a16="http://schemas.microsoft.com/office/drawing/2014/main" id="{4137388B-7A1D-46DE-BE2D-9DCB9C3B1A6B}"/>
              </a:ext>
            </a:extLst>
          </p:cNvPr>
          <p:cNvSpPr>
            <a:spLocks/>
          </p:cNvSpPr>
          <p:nvPr/>
        </p:nvSpPr>
        <p:spPr>
          <a:xfrm>
            <a:off x="4835040" y="5976832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6" name="data_3365">
            <a:extLst>
              <a:ext uri="{FF2B5EF4-FFF2-40B4-BE49-F238E27FC236}">
                <a16:creationId xmlns:a16="http://schemas.microsoft.com/office/drawing/2014/main" id="{212604D2-3DE9-48E2-9D9E-8B9E80B569A9}"/>
              </a:ext>
            </a:extLst>
          </p:cNvPr>
          <p:cNvSpPr>
            <a:spLocks/>
          </p:cNvSpPr>
          <p:nvPr/>
        </p:nvSpPr>
        <p:spPr>
          <a:xfrm>
            <a:off x="4238931" y="5565524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7" name="data_3366">
            <a:extLst>
              <a:ext uri="{FF2B5EF4-FFF2-40B4-BE49-F238E27FC236}">
                <a16:creationId xmlns:a16="http://schemas.microsoft.com/office/drawing/2014/main" id="{6013ED02-4A2C-4DA5-BE77-DDCB83217542}"/>
              </a:ext>
            </a:extLst>
          </p:cNvPr>
          <p:cNvSpPr>
            <a:spLocks/>
          </p:cNvSpPr>
          <p:nvPr/>
        </p:nvSpPr>
        <p:spPr>
          <a:xfrm>
            <a:off x="4489613" y="5505734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8" name="data_3367">
            <a:extLst>
              <a:ext uri="{FF2B5EF4-FFF2-40B4-BE49-F238E27FC236}">
                <a16:creationId xmlns:a16="http://schemas.microsoft.com/office/drawing/2014/main" id="{B51E8D22-EB08-47BC-8D9B-BB30617374A1}"/>
              </a:ext>
            </a:extLst>
          </p:cNvPr>
          <p:cNvSpPr>
            <a:spLocks/>
          </p:cNvSpPr>
          <p:nvPr/>
        </p:nvSpPr>
        <p:spPr>
          <a:xfrm>
            <a:off x="4554892" y="6005991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69" name="data_3368">
            <a:extLst>
              <a:ext uri="{FF2B5EF4-FFF2-40B4-BE49-F238E27FC236}">
                <a16:creationId xmlns:a16="http://schemas.microsoft.com/office/drawing/2014/main" id="{B84991BC-8D77-40A5-8E62-D12A276307ED}"/>
              </a:ext>
            </a:extLst>
          </p:cNvPr>
          <p:cNvSpPr>
            <a:spLocks/>
          </p:cNvSpPr>
          <p:nvPr/>
        </p:nvSpPr>
        <p:spPr>
          <a:xfrm>
            <a:off x="4826956" y="5891132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0" name="data_3369">
            <a:extLst>
              <a:ext uri="{FF2B5EF4-FFF2-40B4-BE49-F238E27FC236}">
                <a16:creationId xmlns:a16="http://schemas.microsoft.com/office/drawing/2014/main" id="{296F43D2-97E3-498D-9958-75A23FB7B2E2}"/>
              </a:ext>
            </a:extLst>
          </p:cNvPr>
          <p:cNvSpPr>
            <a:spLocks/>
          </p:cNvSpPr>
          <p:nvPr/>
        </p:nvSpPr>
        <p:spPr>
          <a:xfrm>
            <a:off x="4499390" y="6491078"/>
            <a:ext cx="63942" cy="63942"/>
          </a:xfrm>
          <a:prstGeom prst="ellipse">
            <a:avLst/>
          </a:prstGeom>
          <a:solidFill>
            <a:srgbClr val="46075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1" name="data_3370">
            <a:extLst>
              <a:ext uri="{FF2B5EF4-FFF2-40B4-BE49-F238E27FC236}">
                <a16:creationId xmlns:a16="http://schemas.microsoft.com/office/drawing/2014/main" id="{33E453DA-3BEE-411D-A82C-051A1F57A3B0}"/>
              </a:ext>
            </a:extLst>
          </p:cNvPr>
          <p:cNvSpPr>
            <a:spLocks/>
          </p:cNvSpPr>
          <p:nvPr/>
        </p:nvSpPr>
        <p:spPr>
          <a:xfrm>
            <a:off x="3974312" y="6096684"/>
            <a:ext cx="63942" cy="63942"/>
          </a:xfrm>
          <a:prstGeom prst="ellipse">
            <a:avLst/>
          </a:prstGeom>
          <a:solidFill>
            <a:srgbClr val="470D60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2" name="data_3371">
            <a:extLst>
              <a:ext uri="{FF2B5EF4-FFF2-40B4-BE49-F238E27FC236}">
                <a16:creationId xmlns:a16="http://schemas.microsoft.com/office/drawing/2014/main" id="{B06F1DAC-3334-4C10-89B0-A8EFD6597381}"/>
              </a:ext>
            </a:extLst>
          </p:cNvPr>
          <p:cNvSpPr>
            <a:spLocks/>
          </p:cNvSpPr>
          <p:nvPr/>
        </p:nvSpPr>
        <p:spPr>
          <a:xfrm>
            <a:off x="5183960" y="5415998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3" name="data_3372">
            <a:extLst>
              <a:ext uri="{FF2B5EF4-FFF2-40B4-BE49-F238E27FC236}">
                <a16:creationId xmlns:a16="http://schemas.microsoft.com/office/drawing/2014/main" id="{1DCB8C4F-4355-4520-B841-63A65C55E225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1F988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4" name="data_3373">
            <a:extLst>
              <a:ext uri="{FF2B5EF4-FFF2-40B4-BE49-F238E27FC236}">
                <a16:creationId xmlns:a16="http://schemas.microsoft.com/office/drawing/2014/main" id="{6A46D2B2-FF6D-47CB-A365-C5D96B060DB8}"/>
              </a:ext>
            </a:extLst>
          </p:cNvPr>
          <p:cNvSpPr>
            <a:spLocks/>
          </p:cNvSpPr>
          <p:nvPr/>
        </p:nvSpPr>
        <p:spPr>
          <a:xfrm>
            <a:off x="5191044" y="5405016"/>
            <a:ext cx="63942" cy="63942"/>
          </a:xfrm>
          <a:prstGeom prst="ellipse">
            <a:avLst/>
          </a:prstGeom>
          <a:solidFill>
            <a:srgbClr val="1F9E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5" name="data_3374">
            <a:extLst>
              <a:ext uri="{FF2B5EF4-FFF2-40B4-BE49-F238E27FC236}">
                <a16:creationId xmlns:a16="http://schemas.microsoft.com/office/drawing/2014/main" id="{B4C19A57-E03A-43F6-B1E1-7FFC578C0E6C}"/>
              </a:ext>
            </a:extLst>
          </p:cNvPr>
          <p:cNvSpPr>
            <a:spLocks/>
          </p:cNvSpPr>
          <p:nvPr/>
        </p:nvSpPr>
        <p:spPr>
          <a:xfrm>
            <a:off x="5026461" y="5347485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6" name="data_3375">
            <a:extLst>
              <a:ext uri="{FF2B5EF4-FFF2-40B4-BE49-F238E27FC236}">
                <a16:creationId xmlns:a16="http://schemas.microsoft.com/office/drawing/2014/main" id="{8F37B961-DDFE-45F4-B8A5-8A220F5FB71C}"/>
              </a:ext>
            </a:extLst>
          </p:cNvPr>
          <p:cNvSpPr>
            <a:spLocks/>
          </p:cNvSpPr>
          <p:nvPr/>
        </p:nvSpPr>
        <p:spPr>
          <a:xfrm>
            <a:off x="4752765" y="5983086"/>
            <a:ext cx="63942" cy="63942"/>
          </a:xfrm>
          <a:prstGeom prst="ellipse">
            <a:avLst/>
          </a:prstGeom>
          <a:solidFill>
            <a:srgbClr val="2D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7" name="data_3376">
            <a:extLst>
              <a:ext uri="{FF2B5EF4-FFF2-40B4-BE49-F238E27FC236}">
                <a16:creationId xmlns:a16="http://schemas.microsoft.com/office/drawing/2014/main" id="{0D7AD895-FCA9-46B4-9880-D8965F53EFC5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8" name="data_3377">
            <a:extLst>
              <a:ext uri="{FF2B5EF4-FFF2-40B4-BE49-F238E27FC236}">
                <a16:creationId xmlns:a16="http://schemas.microsoft.com/office/drawing/2014/main" id="{F053ACE4-242D-47CE-95E9-F4F5638EBCF0}"/>
              </a:ext>
            </a:extLst>
          </p:cNvPr>
          <p:cNvSpPr>
            <a:spLocks/>
          </p:cNvSpPr>
          <p:nvPr/>
        </p:nvSpPr>
        <p:spPr>
          <a:xfrm>
            <a:off x="4798730" y="6100815"/>
            <a:ext cx="63942" cy="63942"/>
          </a:xfrm>
          <a:prstGeom prst="ellipse">
            <a:avLst/>
          </a:prstGeom>
          <a:solidFill>
            <a:srgbClr val="355E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79" name="data_3378">
            <a:extLst>
              <a:ext uri="{FF2B5EF4-FFF2-40B4-BE49-F238E27FC236}">
                <a16:creationId xmlns:a16="http://schemas.microsoft.com/office/drawing/2014/main" id="{44367DEA-CA2E-4A61-8C9C-BB3676704F04}"/>
              </a:ext>
            </a:extLst>
          </p:cNvPr>
          <p:cNvSpPr>
            <a:spLocks/>
          </p:cNvSpPr>
          <p:nvPr/>
        </p:nvSpPr>
        <p:spPr>
          <a:xfrm>
            <a:off x="4466005" y="6930543"/>
            <a:ext cx="63942" cy="63942"/>
          </a:xfrm>
          <a:prstGeom prst="ellipse">
            <a:avLst/>
          </a:prstGeom>
          <a:solidFill>
            <a:srgbClr val="2092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0" name="data_3379">
            <a:extLst>
              <a:ext uri="{FF2B5EF4-FFF2-40B4-BE49-F238E27FC236}">
                <a16:creationId xmlns:a16="http://schemas.microsoft.com/office/drawing/2014/main" id="{DF8925DD-B82B-439C-BB9E-B18432988B86}"/>
              </a:ext>
            </a:extLst>
          </p:cNvPr>
          <p:cNvSpPr>
            <a:spLocks/>
          </p:cNvSpPr>
          <p:nvPr/>
        </p:nvSpPr>
        <p:spPr>
          <a:xfrm>
            <a:off x="5265789" y="5364185"/>
            <a:ext cx="63942" cy="63942"/>
          </a:xfrm>
          <a:prstGeom prst="ellipse">
            <a:avLst/>
          </a:prstGeom>
          <a:solidFill>
            <a:srgbClr val="268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1" name="data_3380">
            <a:extLst>
              <a:ext uri="{FF2B5EF4-FFF2-40B4-BE49-F238E27FC236}">
                <a16:creationId xmlns:a16="http://schemas.microsoft.com/office/drawing/2014/main" id="{0AFC1919-A86D-478A-9576-48F1827FF2C3}"/>
              </a:ext>
            </a:extLst>
          </p:cNvPr>
          <p:cNvSpPr>
            <a:spLocks/>
          </p:cNvSpPr>
          <p:nvPr/>
        </p:nvSpPr>
        <p:spPr>
          <a:xfrm>
            <a:off x="5080335" y="5503106"/>
            <a:ext cx="63942" cy="63942"/>
          </a:xfrm>
          <a:prstGeom prst="ellipse">
            <a:avLst/>
          </a:prstGeom>
          <a:solidFill>
            <a:srgbClr val="2B7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2" name="data_3381">
            <a:extLst>
              <a:ext uri="{FF2B5EF4-FFF2-40B4-BE49-F238E27FC236}">
                <a16:creationId xmlns:a16="http://schemas.microsoft.com/office/drawing/2014/main" id="{CB73AB52-AD2A-4998-B3A5-A97014D8BCDF}"/>
              </a:ext>
            </a:extLst>
          </p:cNvPr>
          <p:cNvSpPr>
            <a:spLocks/>
          </p:cNvSpPr>
          <p:nvPr/>
        </p:nvSpPr>
        <p:spPr>
          <a:xfrm>
            <a:off x="3974312" y="5645251"/>
            <a:ext cx="63942" cy="63942"/>
          </a:xfrm>
          <a:prstGeom prst="ellipse">
            <a:avLst/>
          </a:prstGeom>
          <a:solidFill>
            <a:srgbClr val="3264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3" name="data_3382">
            <a:extLst>
              <a:ext uri="{FF2B5EF4-FFF2-40B4-BE49-F238E27FC236}">
                <a16:creationId xmlns:a16="http://schemas.microsoft.com/office/drawing/2014/main" id="{892B9B39-C648-425D-B5FF-616A49A709A1}"/>
              </a:ext>
            </a:extLst>
          </p:cNvPr>
          <p:cNvSpPr>
            <a:spLocks/>
          </p:cNvSpPr>
          <p:nvPr/>
        </p:nvSpPr>
        <p:spPr>
          <a:xfrm>
            <a:off x="4427885" y="6174812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4" name="data_3383">
            <a:extLst>
              <a:ext uri="{FF2B5EF4-FFF2-40B4-BE49-F238E27FC236}">
                <a16:creationId xmlns:a16="http://schemas.microsoft.com/office/drawing/2014/main" id="{E440601D-88DB-44EA-BE73-9C09606D5A6D}"/>
              </a:ext>
            </a:extLst>
          </p:cNvPr>
          <p:cNvSpPr>
            <a:spLocks/>
          </p:cNvSpPr>
          <p:nvPr/>
        </p:nvSpPr>
        <p:spPr>
          <a:xfrm>
            <a:off x="3974312" y="6789980"/>
            <a:ext cx="63942" cy="63942"/>
          </a:xfrm>
          <a:prstGeom prst="ellipse">
            <a:avLst/>
          </a:prstGeom>
          <a:solidFill>
            <a:srgbClr val="481A6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5" name="data_3384">
            <a:extLst>
              <a:ext uri="{FF2B5EF4-FFF2-40B4-BE49-F238E27FC236}">
                <a16:creationId xmlns:a16="http://schemas.microsoft.com/office/drawing/2014/main" id="{5E9F56CA-2FD0-4B18-A2D8-DD9F94C73A9E}"/>
              </a:ext>
            </a:extLst>
          </p:cNvPr>
          <p:cNvSpPr>
            <a:spLocks/>
          </p:cNvSpPr>
          <p:nvPr/>
        </p:nvSpPr>
        <p:spPr>
          <a:xfrm>
            <a:off x="5068807" y="5531003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6" name="data_3385">
            <a:extLst>
              <a:ext uri="{FF2B5EF4-FFF2-40B4-BE49-F238E27FC236}">
                <a16:creationId xmlns:a16="http://schemas.microsoft.com/office/drawing/2014/main" id="{23231DA5-0CC2-4185-A0B2-A50AAF41A9A1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481467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7" name="data_3386">
            <a:extLst>
              <a:ext uri="{FF2B5EF4-FFF2-40B4-BE49-F238E27FC236}">
                <a16:creationId xmlns:a16="http://schemas.microsoft.com/office/drawing/2014/main" id="{C05A26F5-321D-48BA-B06A-9C2FF7E4BC5A}"/>
              </a:ext>
            </a:extLst>
          </p:cNvPr>
          <p:cNvSpPr>
            <a:spLocks/>
          </p:cNvSpPr>
          <p:nvPr/>
        </p:nvSpPr>
        <p:spPr>
          <a:xfrm>
            <a:off x="4292622" y="6047193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8" name="data_3387">
            <a:extLst>
              <a:ext uri="{FF2B5EF4-FFF2-40B4-BE49-F238E27FC236}">
                <a16:creationId xmlns:a16="http://schemas.microsoft.com/office/drawing/2014/main" id="{7980FC22-BF60-4BE8-AD3E-C436E06D5D6B}"/>
              </a:ext>
            </a:extLst>
          </p:cNvPr>
          <p:cNvSpPr>
            <a:spLocks/>
          </p:cNvSpPr>
          <p:nvPr/>
        </p:nvSpPr>
        <p:spPr>
          <a:xfrm>
            <a:off x="4604303" y="6867391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89" name="data_3388">
            <a:extLst>
              <a:ext uri="{FF2B5EF4-FFF2-40B4-BE49-F238E27FC236}">
                <a16:creationId xmlns:a16="http://schemas.microsoft.com/office/drawing/2014/main" id="{4F4D3517-C10F-46FD-BB47-CAAD420F4AF4}"/>
              </a:ext>
            </a:extLst>
          </p:cNvPr>
          <p:cNvSpPr>
            <a:spLocks/>
          </p:cNvSpPr>
          <p:nvPr/>
        </p:nvSpPr>
        <p:spPr>
          <a:xfrm>
            <a:off x="4905473" y="5299981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0" name="data_3389">
            <a:extLst>
              <a:ext uri="{FF2B5EF4-FFF2-40B4-BE49-F238E27FC236}">
                <a16:creationId xmlns:a16="http://schemas.microsoft.com/office/drawing/2014/main" id="{78CE9915-7E57-4B32-AB3B-043170444C5E}"/>
              </a:ext>
            </a:extLst>
          </p:cNvPr>
          <p:cNvSpPr>
            <a:spLocks/>
          </p:cNvSpPr>
          <p:nvPr/>
        </p:nvSpPr>
        <p:spPr>
          <a:xfrm>
            <a:off x="5140613" y="5514397"/>
            <a:ext cx="63942" cy="63942"/>
          </a:xfrm>
          <a:prstGeom prst="ellipse">
            <a:avLst/>
          </a:prstGeom>
          <a:solidFill>
            <a:srgbClr val="4EC36B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1" name="data_3390">
            <a:extLst>
              <a:ext uri="{FF2B5EF4-FFF2-40B4-BE49-F238E27FC236}">
                <a16:creationId xmlns:a16="http://schemas.microsoft.com/office/drawing/2014/main" id="{8BBB36C6-1B47-41DC-8C70-A1081DE91805}"/>
              </a:ext>
            </a:extLst>
          </p:cNvPr>
          <p:cNvSpPr>
            <a:spLocks/>
          </p:cNvSpPr>
          <p:nvPr/>
        </p:nvSpPr>
        <p:spPr>
          <a:xfrm>
            <a:off x="4889733" y="5447197"/>
            <a:ext cx="63942" cy="63942"/>
          </a:xfrm>
          <a:prstGeom prst="ellipse">
            <a:avLst/>
          </a:prstGeom>
          <a:solidFill>
            <a:srgbClr val="3F47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2" name="data_3391">
            <a:extLst>
              <a:ext uri="{FF2B5EF4-FFF2-40B4-BE49-F238E27FC236}">
                <a16:creationId xmlns:a16="http://schemas.microsoft.com/office/drawing/2014/main" id="{71114BA2-D0B1-4B27-9AAF-CEBC42B1C7BD}"/>
              </a:ext>
            </a:extLst>
          </p:cNvPr>
          <p:cNvSpPr>
            <a:spLocks/>
          </p:cNvSpPr>
          <p:nvPr/>
        </p:nvSpPr>
        <p:spPr>
          <a:xfrm>
            <a:off x="4980475" y="6618932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3" name="data_3392">
            <a:extLst>
              <a:ext uri="{FF2B5EF4-FFF2-40B4-BE49-F238E27FC236}">
                <a16:creationId xmlns:a16="http://schemas.microsoft.com/office/drawing/2014/main" id="{42F70DDC-90C1-4B80-85C4-26B3E6F2E56D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3363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4" name="data_3393">
            <a:extLst>
              <a:ext uri="{FF2B5EF4-FFF2-40B4-BE49-F238E27FC236}">
                <a16:creationId xmlns:a16="http://schemas.microsoft.com/office/drawing/2014/main" id="{6123B3DF-48F3-4DBA-9BA8-3EC87501B983}"/>
              </a:ext>
            </a:extLst>
          </p:cNvPr>
          <p:cNvSpPr>
            <a:spLocks/>
          </p:cNvSpPr>
          <p:nvPr/>
        </p:nvSpPr>
        <p:spPr>
          <a:xfrm>
            <a:off x="4917049" y="5403071"/>
            <a:ext cx="63942" cy="63942"/>
          </a:xfrm>
          <a:prstGeom prst="ellipse">
            <a:avLst/>
          </a:prstGeom>
          <a:solidFill>
            <a:srgbClr val="2F6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5" name="data_3394">
            <a:extLst>
              <a:ext uri="{FF2B5EF4-FFF2-40B4-BE49-F238E27FC236}">
                <a16:creationId xmlns:a16="http://schemas.microsoft.com/office/drawing/2014/main" id="{8668C980-7F63-4E22-8299-C7128D952EE5}"/>
              </a:ext>
            </a:extLst>
          </p:cNvPr>
          <p:cNvSpPr>
            <a:spLocks/>
          </p:cNvSpPr>
          <p:nvPr/>
        </p:nvSpPr>
        <p:spPr>
          <a:xfrm>
            <a:off x="4731143" y="6215855"/>
            <a:ext cx="63942" cy="63942"/>
          </a:xfrm>
          <a:prstGeom prst="ellipse">
            <a:avLst/>
          </a:prstGeom>
          <a:solidFill>
            <a:srgbClr val="278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6" name="data_3395">
            <a:extLst>
              <a:ext uri="{FF2B5EF4-FFF2-40B4-BE49-F238E27FC236}">
                <a16:creationId xmlns:a16="http://schemas.microsoft.com/office/drawing/2014/main" id="{2C389B57-E9DC-41D3-85FC-1931ECF6991D}"/>
              </a:ext>
            </a:extLst>
          </p:cNvPr>
          <p:cNvSpPr>
            <a:spLocks/>
          </p:cNvSpPr>
          <p:nvPr/>
        </p:nvSpPr>
        <p:spPr>
          <a:xfrm>
            <a:off x="3974312" y="6125638"/>
            <a:ext cx="63942" cy="63942"/>
          </a:xfrm>
          <a:prstGeom prst="ellipse">
            <a:avLst/>
          </a:prstGeom>
          <a:solidFill>
            <a:srgbClr val="3E4A8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7" name="data_3396">
            <a:extLst>
              <a:ext uri="{FF2B5EF4-FFF2-40B4-BE49-F238E27FC236}">
                <a16:creationId xmlns:a16="http://schemas.microsoft.com/office/drawing/2014/main" id="{B79D768A-86FF-4A2A-BB08-58AB00AA2F90}"/>
              </a:ext>
            </a:extLst>
          </p:cNvPr>
          <p:cNvSpPr>
            <a:spLocks/>
          </p:cNvSpPr>
          <p:nvPr/>
        </p:nvSpPr>
        <p:spPr>
          <a:xfrm>
            <a:off x="4302871" y="5981179"/>
            <a:ext cx="63942" cy="63942"/>
          </a:xfrm>
          <a:prstGeom prst="ellipse">
            <a:avLst/>
          </a:prstGeom>
          <a:solidFill>
            <a:srgbClr val="2AB07F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8" name="data_3397">
            <a:extLst>
              <a:ext uri="{FF2B5EF4-FFF2-40B4-BE49-F238E27FC236}">
                <a16:creationId xmlns:a16="http://schemas.microsoft.com/office/drawing/2014/main" id="{EC0D1DF8-5C01-4700-AD56-18A74FDB3070}"/>
              </a:ext>
            </a:extLst>
          </p:cNvPr>
          <p:cNvSpPr>
            <a:spLocks/>
          </p:cNvSpPr>
          <p:nvPr/>
        </p:nvSpPr>
        <p:spPr>
          <a:xfrm>
            <a:off x="4240194" y="6464763"/>
            <a:ext cx="63942" cy="63942"/>
          </a:xfrm>
          <a:prstGeom prst="ellipse">
            <a:avLst/>
          </a:prstGeom>
          <a:solidFill>
            <a:srgbClr val="460A5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399" name="data_3398">
            <a:extLst>
              <a:ext uri="{FF2B5EF4-FFF2-40B4-BE49-F238E27FC236}">
                <a16:creationId xmlns:a16="http://schemas.microsoft.com/office/drawing/2014/main" id="{9FD2CF4B-1514-46F9-B371-69096D0B5D13}"/>
              </a:ext>
            </a:extLst>
          </p:cNvPr>
          <p:cNvSpPr>
            <a:spLocks/>
          </p:cNvSpPr>
          <p:nvPr/>
        </p:nvSpPr>
        <p:spPr>
          <a:xfrm>
            <a:off x="5190482" y="5606179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0" name="data_3399">
            <a:extLst>
              <a:ext uri="{FF2B5EF4-FFF2-40B4-BE49-F238E27FC236}">
                <a16:creationId xmlns:a16="http://schemas.microsoft.com/office/drawing/2014/main" id="{58C41E45-408C-4350-877D-50898E09EB5B}"/>
              </a:ext>
            </a:extLst>
          </p:cNvPr>
          <p:cNvSpPr>
            <a:spLocks/>
          </p:cNvSpPr>
          <p:nvPr/>
        </p:nvSpPr>
        <p:spPr>
          <a:xfrm>
            <a:off x="5167622" y="5442098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1" name="data_3400">
            <a:extLst>
              <a:ext uri="{FF2B5EF4-FFF2-40B4-BE49-F238E27FC236}">
                <a16:creationId xmlns:a16="http://schemas.microsoft.com/office/drawing/2014/main" id="{841E048E-6612-43D6-9E64-251551AA95E2}"/>
              </a:ext>
            </a:extLst>
          </p:cNvPr>
          <p:cNvSpPr>
            <a:spLocks/>
          </p:cNvSpPr>
          <p:nvPr/>
        </p:nvSpPr>
        <p:spPr>
          <a:xfrm>
            <a:off x="4892475" y="6930543"/>
            <a:ext cx="63942" cy="63942"/>
          </a:xfrm>
          <a:prstGeom prst="ellipse">
            <a:avLst/>
          </a:prstGeom>
          <a:solidFill>
            <a:srgbClr val="3265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2" name="data_3401">
            <a:extLst>
              <a:ext uri="{FF2B5EF4-FFF2-40B4-BE49-F238E27FC236}">
                <a16:creationId xmlns:a16="http://schemas.microsoft.com/office/drawing/2014/main" id="{2CA1DB29-4F3B-4FE2-97AC-185B9B3072BA}"/>
              </a:ext>
            </a:extLst>
          </p:cNvPr>
          <p:cNvSpPr>
            <a:spLocks/>
          </p:cNvSpPr>
          <p:nvPr/>
        </p:nvSpPr>
        <p:spPr>
          <a:xfrm>
            <a:off x="5112544" y="5514550"/>
            <a:ext cx="63942" cy="63942"/>
          </a:xfrm>
          <a:prstGeom prst="ellipse">
            <a:avLst/>
          </a:prstGeom>
          <a:solidFill>
            <a:srgbClr val="2A7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3" name="data_3402">
            <a:extLst>
              <a:ext uri="{FF2B5EF4-FFF2-40B4-BE49-F238E27FC236}">
                <a16:creationId xmlns:a16="http://schemas.microsoft.com/office/drawing/2014/main" id="{8FD2EF22-C7BC-4094-AA82-8452031ECD82}"/>
              </a:ext>
            </a:extLst>
          </p:cNvPr>
          <p:cNvSpPr>
            <a:spLocks/>
          </p:cNvSpPr>
          <p:nvPr/>
        </p:nvSpPr>
        <p:spPr>
          <a:xfrm>
            <a:off x="4003460" y="5615401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4" name="data_3403">
            <a:extLst>
              <a:ext uri="{FF2B5EF4-FFF2-40B4-BE49-F238E27FC236}">
                <a16:creationId xmlns:a16="http://schemas.microsoft.com/office/drawing/2014/main" id="{CF5F50DB-9395-4F77-AAEA-FD80FB82BCAF}"/>
              </a:ext>
            </a:extLst>
          </p:cNvPr>
          <p:cNvSpPr>
            <a:spLocks/>
          </p:cNvSpPr>
          <p:nvPr/>
        </p:nvSpPr>
        <p:spPr>
          <a:xfrm>
            <a:off x="5392950" y="5294124"/>
            <a:ext cx="63942" cy="63942"/>
          </a:xfrm>
          <a:prstGeom prst="ellipse">
            <a:avLst/>
          </a:prstGeom>
          <a:solidFill>
            <a:srgbClr val="228B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5" name="data_3404">
            <a:extLst>
              <a:ext uri="{FF2B5EF4-FFF2-40B4-BE49-F238E27FC236}">
                <a16:creationId xmlns:a16="http://schemas.microsoft.com/office/drawing/2014/main" id="{C3533ADD-ADEA-44E6-A6E5-13F4D56409BF}"/>
              </a:ext>
            </a:extLst>
          </p:cNvPr>
          <p:cNvSpPr>
            <a:spLocks/>
          </p:cNvSpPr>
          <p:nvPr/>
        </p:nvSpPr>
        <p:spPr>
          <a:xfrm>
            <a:off x="4761470" y="6405489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6" name="data_3405">
            <a:extLst>
              <a:ext uri="{FF2B5EF4-FFF2-40B4-BE49-F238E27FC236}">
                <a16:creationId xmlns:a16="http://schemas.microsoft.com/office/drawing/2014/main" id="{8BE3B77D-974F-43BC-9592-BE31A33488B1}"/>
              </a:ext>
            </a:extLst>
          </p:cNvPr>
          <p:cNvSpPr>
            <a:spLocks/>
          </p:cNvSpPr>
          <p:nvPr/>
        </p:nvSpPr>
        <p:spPr>
          <a:xfrm>
            <a:off x="5113347" y="5353334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7" name="data_3406">
            <a:extLst>
              <a:ext uri="{FF2B5EF4-FFF2-40B4-BE49-F238E27FC236}">
                <a16:creationId xmlns:a16="http://schemas.microsoft.com/office/drawing/2014/main" id="{61FA3DC4-6C16-4915-B26E-C8821E3EDF05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8" name="data_3407">
            <a:extLst>
              <a:ext uri="{FF2B5EF4-FFF2-40B4-BE49-F238E27FC236}">
                <a16:creationId xmlns:a16="http://schemas.microsoft.com/office/drawing/2014/main" id="{F0C3556F-47CB-45CC-A150-8F6B8E290B3B}"/>
              </a:ext>
            </a:extLst>
          </p:cNvPr>
          <p:cNvSpPr>
            <a:spLocks/>
          </p:cNvSpPr>
          <p:nvPr/>
        </p:nvSpPr>
        <p:spPr>
          <a:xfrm>
            <a:off x="4104025" y="6649506"/>
            <a:ext cx="63942" cy="63942"/>
          </a:xfrm>
          <a:prstGeom prst="ellipse">
            <a:avLst/>
          </a:prstGeom>
          <a:solidFill>
            <a:srgbClr val="3461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09" name="data_3408">
            <a:extLst>
              <a:ext uri="{FF2B5EF4-FFF2-40B4-BE49-F238E27FC236}">
                <a16:creationId xmlns:a16="http://schemas.microsoft.com/office/drawing/2014/main" id="{D10330DE-8C0A-438B-B2A7-35BEEBC7FD67}"/>
              </a:ext>
            </a:extLst>
          </p:cNvPr>
          <p:cNvSpPr>
            <a:spLocks/>
          </p:cNvSpPr>
          <p:nvPr/>
        </p:nvSpPr>
        <p:spPr>
          <a:xfrm>
            <a:off x="4457463" y="6210408"/>
            <a:ext cx="63942" cy="63942"/>
          </a:xfrm>
          <a:prstGeom prst="ellipse">
            <a:avLst/>
          </a:prstGeom>
          <a:solidFill>
            <a:srgbClr val="453781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0" name="data_3409">
            <a:extLst>
              <a:ext uri="{FF2B5EF4-FFF2-40B4-BE49-F238E27FC236}">
                <a16:creationId xmlns:a16="http://schemas.microsoft.com/office/drawing/2014/main" id="{43BF3203-C842-4457-9FCF-4FF28CCED415}"/>
              </a:ext>
            </a:extLst>
          </p:cNvPr>
          <p:cNvSpPr>
            <a:spLocks/>
          </p:cNvSpPr>
          <p:nvPr/>
        </p:nvSpPr>
        <p:spPr>
          <a:xfrm>
            <a:off x="4779087" y="6240600"/>
            <a:ext cx="63942" cy="63942"/>
          </a:xfrm>
          <a:prstGeom prst="ellipse">
            <a:avLst/>
          </a:prstGeom>
          <a:solidFill>
            <a:srgbClr val="297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1" name="data_3410">
            <a:extLst>
              <a:ext uri="{FF2B5EF4-FFF2-40B4-BE49-F238E27FC236}">
                <a16:creationId xmlns:a16="http://schemas.microsoft.com/office/drawing/2014/main" id="{DABA0A4D-0285-4A8A-BF3E-9AFC8D9F6D26}"/>
              </a:ext>
            </a:extLst>
          </p:cNvPr>
          <p:cNvSpPr>
            <a:spLocks/>
          </p:cNvSpPr>
          <p:nvPr/>
        </p:nvSpPr>
        <p:spPr>
          <a:xfrm>
            <a:off x="4303418" y="6930543"/>
            <a:ext cx="63942" cy="63942"/>
          </a:xfrm>
          <a:prstGeom prst="ellipse">
            <a:avLst/>
          </a:prstGeom>
          <a:solidFill>
            <a:srgbClr val="3858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2" name="data_3411">
            <a:extLst>
              <a:ext uri="{FF2B5EF4-FFF2-40B4-BE49-F238E27FC236}">
                <a16:creationId xmlns:a16="http://schemas.microsoft.com/office/drawing/2014/main" id="{CFFF4CDF-35C0-4B5F-BDF7-0478FD4EAC5E}"/>
              </a:ext>
            </a:extLst>
          </p:cNvPr>
          <p:cNvSpPr>
            <a:spLocks/>
          </p:cNvSpPr>
          <p:nvPr/>
        </p:nvSpPr>
        <p:spPr>
          <a:xfrm>
            <a:off x="5400421" y="5376337"/>
            <a:ext cx="63942" cy="63942"/>
          </a:xfrm>
          <a:prstGeom prst="ellipse">
            <a:avLst/>
          </a:prstGeom>
          <a:solidFill>
            <a:srgbClr val="287C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3" name="data_3412">
            <a:extLst>
              <a:ext uri="{FF2B5EF4-FFF2-40B4-BE49-F238E27FC236}">
                <a16:creationId xmlns:a16="http://schemas.microsoft.com/office/drawing/2014/main" id="{39498C14-BCFB-47D7-BC19-C0E7AC192FEE}"/>
              </a:ext>
            </a:extLst>
          </p:cNvPr>
          <p:cNvSpPr>
            <a:spLocks/>
          </p:cNvSpPr>
          <p:nvPr/>
        </p:nvSpPr>
        <p:spPr>
          <a:xfrm>
            <a:off x="4574741" y="6930543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4" name="data_3413">
            <a:extLst>
              <a:ext uri="{FF2B5EF4-FFF2-40B4-BE49-F238E27FC236}">
                <a16:creationId xmlns:a16="http://schemas.microsoft.com/office/drawing/2014/main" id="{AD23AC11-4014-4C6B-9F2D-22E79954F4C2}"/>
              </a:ext>
            </a:extLst>
          </p:cNvPr>
          <p:cNvSpPr>
            <a:spLocks/>
          </p:cNvSpPr>
          <p:nvPr/>
        </p:nvSpPr>
        <p:spPr>
          <a:xfrm>
            <a:off x="4120550" y="6394640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5" name="data_3414">
            <a:extLst>
              <a:ext uri="{FF2B5EF4-FFF2-40B4-BE49-F238E27FC236}">
                <a16:creationId xmlns:a16="http://schemas.microsoft.com/office/drawing/2014/main" id="{A0557877-BCF3-471A-8E4D-53B51B6B53E5}"/>
              </a:ext>
            </a:extLst>
          </p:cNvPr>
          <p:cNvSpPr>
            <a:spLocks/>
          </p:cNvSpPr>
          <p:nvPr/>
        </p:nvSpPr>
        <p:spPr>
          <a:xfrm>
            <a:off x="4876839" y="5393842"/>
            <a:ext cx="63942" cy="63942"/>
          </a:xfrm>
          <a:prstGeom prst="ellipse">
            <a:avLst/>
          </a:prstGeom>
          <a:solidFill>
            <a:srgbClr val="34B679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6" name="data_3415">
            <a:extLst>
              <a:ext uri="{FF2B5EF4-FFF2-40B4-BE49-F238E27FC236}">
                <a16:creationId xmlns:a16="http://schemas.microsoft.com/office/drawing/2014/main" id="{1489B0EB-1F9A-452B-9B4E-BD1856F0AEBF}"/>
              </a:ext>
            </a:extLst>
          </p:cNvPr>
          <p:cNvSpPr>
            <a:spLocks/>
          </p:cNvSpPr>
          <p:nvPr/>
        </p:nvSpPr>
        <p:spPr>
          <a:xfrm>
            <a:off x="5191910" y="5710522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7" name="data_3416">
            <a:extLst>
              <a:ext uri="{FF2B5EF4-FFF2-40B4-BE49-F238E27FC236}">
                <a16:creationId xmlns:a16="http://schemas.microsoft.com/office/drawing/2014/main" id="{4E596B47-78DC-4AE4-B09B-48D718C9D24B}"/>
              </a:ext>
            </a:extLst>
          </p:cNvPr>
          <p:cNvSpPr>
            <a:spLocks/>
          </p:cNvSpPr>
          <p:nvPr/>
        </p:nvSpPr>
        <p:spPr>
          <a:xfrm>
            <a:off x="4702103" y="6111454"/>
            <a:ext cx="63942" cy="63942"/>
          </a:xfrm>
          <a:prstGeom prst="ellipse">
            <a:avLst/>
          </a:prstGeom>
          <a:solidFill>
            <a:srgbClr val="46327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8" name="data_3417">
            <a:extLst>
              <a:ext uri="{FF2B5EF4-FFF2-40B4-BE49-F238E27FC236}">
                <a16:creationId xmlns:a16="http://schemas.microsoft.com/office/drawing/2014/main" id="{8A552D8E-F18F-468A-B99F-53746C1E0F14}"/>
              </a:ext>
            </a:extLst>
          </p:cNvPr>
          <p:cNvSpPr>
            <a:spLocks/>
          </p:cNvSpPr>
          <p:nvPr/>
        </p:nvSpPr>
        <p:spPr>
          <a:xfrm>
            <a:off x="4744470" y="5566298"/>
            <a:ext cx="63942" cy="63942"/>
          </a:xfrm>
          <a:prstGeom prst="ellipse">
            <a:avLst/>
          </a:prstGeom>
          <a:solidFill>
            <a:srgbClr val="25AC8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19" name="data_3418">
            <a:extLst>
              <a:ext uri="{FF2B5EF4-FFF2-40B4-BE49-F238E27FC236}">
                <a16:creationId xmlns:a16="http://schemas.microsoft.com/office/drawing/2014/main" id="{A7A959E7-AE02-4514-9183-B08DB3B8FEB8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2E6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0" name="data_3419">
            <a:extLst>
              <a:ext uri="{FF2B5EF4-FFF2-40B4-BE49-F238E27FC236}">
                <a16:creationId xmlns:a16="http://schemas.microsoft.com/office/drawing/2014/main" id="{6C8A619B-AE04-4243-909C-94F9FC69DCD7}"/>
              </a:ext>
            </a:extLst>
          </p:cNvPr>
          <p:cNvSpPr>
            <a:spLocks/>
          </p:cNvSpPr>
          <p:nvPr/>
        </p:nvSpPr>
        <p:spPr>
          <a:xfrm>
            <a:off x="5313157" y="5516100"/>
            <a:ext cx="63942" cy="63942"/>
          </a:xfrm>
          <a:prstGeom prst="ellipse">
            <a:avLst/>
          </a:prstGeom>
          <a:solidFill>
            <a:srgbClr val="277E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1" name="data_3420">
            <a:extLst>
              <a:ext uri="{FF2B5EF4-FFF2-40B4-BE49-F238E27FC236}">
                <a16:creationId xmlns:a16="http://schemas.microsoft.com/office/drawing/2014/main" id="{85AE7CF9-949C-4D62-A40C-D512EDFB93C8}"/>
              </a:ext>
            </a:extLst>
          </p:cNvPr>
          <p:cNvSpPr>
            <a:spLocks/>
          </p:cNvSpPr>
          <p:nvPr/>
        </p:nvSpPr>
        <p:spPr>
          <a:xfrm>
            <a:off x="4125971" y="6930543"/>
            <a:ext cx="63942" cy="63942"/>
          </a:xfrm>
          <a:prstGeom prst="ellipse">
            <a:avLst/>
          </a:prstGeom>
          <a:solidFill>
            <a:srgbClr val="306A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2" name="data_3421">
            <a:extLst>
              <a:ext uri="{FF2B5EF4-FFF2-40B4-BE49-F238E27FC236}">
                <a16:creationId xmlns:a16="http://schemas.microsoft.com/office/drawing/2014/main" id="{A1BD3ACF-8BE2-49C3-B8EF-B2237307F410}"/>
              </a:ext>
            </a:extLst>
          </p:cNvPr>
          <p:cNvSpPr>
            <a:spLocks/>
          </p:cNvSpPr>
          <p:nvPr/>
        </p:nvSpPr>
        <p:spPr>
          <a:xfrm>
            <a:off x="4654701" y="6930543"/>
            <a:ext cx="63942" cy="63942"/>
          </a:xfrm>
          <a:prstGeom prst="ellipse">
            <a:avLst/>
          </a:prstGeom>
          <a:solidFill>
            <a:srgbClr val="472E7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3" name="data_3422">
            <a:extLst>
              <a:ext uri="{FF2B5EF4-FFF2-40B4-BE49-F238E27FC236}">
                <a16:creationId xmlns:a16="http://schemas.microsoft.com/office/drawing/2014/main" id="{2518207C-4D1E-4A65-8F67-E1C29539385B}"/>
              </a:ext>
            </a:extLst>
          </p:cNvPr>
          <p:cNvSpPr>
            <a:spLocks/>
          </p:cNvSpPr>
          <p:nvPr/>
        </p:nvSpPr>
        <p:spPr>
          <a:xfrm>
            <a:off x="4499431" y="5902853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4" name="data_3423">
            <a:extLst>
              <a:ext uri="{FF2B5EF4-FFF2-40B4-BE49-F238E27FC236}">
                <a16:creationId xmlns:a16="http://schemas.microsoft.com/office/drawing/2014/main" id="{CCE0A7F0-D130-4335-A42A-045699788EBC}"/>
              </a:ext>
            </a:extLst>
          </p:cNvPr>
          <p:cNvSpPr>
            <a:spLocks/>
          </p:cNvSpPr>
          <p:nvPr/>
        </p:nvSpPr>
        <p:spPr>
          <a:xfrm>
            <a:off x="4889630" y="5471817"/>
            <a:ext cx="63942" cy="63942"/>
          </a:xfrm>
          <a:prstGeom prst="ellipse">
            <a:avLst/>
          </a:prstGeom>
          <a:solidFill>
            <a:srgbClr val="2C72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5" name="data_3424">
            <a:extLst>
              <a:ext uri="{FF2B5EF4-FFF2-40B4-BE49-F238E27FC236}">
                <a16:creationId xmlns:a16="http://schemas.microsoft.com/office/drawing/2014/main" id="{F32FD92A-09D8-48BE-A3F8-D204BB8D04DC}"/>
              </a:ext>
            </a:extLst>
          </p:cNvPr>
          <p:cNvSpPr>
            <a:spLocks/>
          </p:cNvSpPr>
          <p:nvPr/>
        </p:nvSpPr>
        <p:spPr>
          <a:xfrm>
            <a:off x="5013173" y="5740009"/>
            <a:ext cx="63942" cy="63942"/>
          </a:xfrm>
          <a:prstGeom prst="ellipse">
            <a:avLst/>
          </a:prstGeom>
          <a:solidFill>
            <a:srgbClr val="365D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6" name="data_3425">
            <a:extLst>
              <a:ext uri="{FF2B5EF4-FFF2-40B4-BE49-F238E27FC236}">
                <a16:creationId xmlns:a16="http://schemas.microsoft.com/office/drawing/2014/main" id="{FD5F09AA-D9B0-4280-A008-39738126E2BC}"/>
              </a:ext>
            </a:extLst>
          </p:cNvPr>
          <p:cNvSpPr>
            <a:spLocks/>
          </p:cNvSpPr>
          <p:nvPr/>
        </p:nvSpPr>
        <p:spPr>
          <a:xfrm>
            <a:off x="4262214" y="5796338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7" name="data_3426">
            <a:extLst>
              <a:ext uri="{FF2B5EF4-FFF2-40B4-BE49-F238E27FC236}">
                <a16:creationId xmlns:a16="http://schemas.microsoft.com/office/drawing/2014/main" id="{32498B7C-FB81-4338-9CE2-27BAFEBAFE6F}"/>
              </a:ext>
            </a:extLst>
          </p:cNvPr>
          <p:cNvSpPr>
            <a:spLocks/>
          </p:cNvSpPr>
          <p:nvPr/>
        </p:nvSpPr>
        <p:spPr>
          <a:xfrm>
            <a:off x="5128809" y="5519924"/>
            <a:ext cx="63942" cy="63942"/>
          </a:xfrm>
          <a:prstGeom prst="ellipse">
            <a:avLst/>
          </a:prstGeom>
          <a:solidFill>
            <a:srgbClr val="3D4D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8" name="data_3427">
            <a:extLst>
              <a:ext uri="{FF2B5EF4-FFF2-40B4-BE49-F238E27FC236}">
                <a16:creationId xmlns:a16="http://schemas.microsoft.com/office/drawing/2014/main" id="{478F8DF9-4962-4D8D-B4E3-8B8EC5BA790A}"/>
              </a:ext>
            </a:extLst>
          </p:cNvPr>
          <p:cNvSpPr>
            <a:spLocks/>
          </p:cNvSpPr>
          <p:nvPr/>
        </p:nvSpPr>
        <p:spPr>
          <a:xfrm>
            <a:off x="5144956" y="5658822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29" name="data_3428">
            <a:extLst>
              <a:ext uri="{FF2B5EF4-FFF2-40B4-BE49-F238E27FC236}">
                <a16:creationId xmlns:a16="http://schemas.microsoft.com/office/drawing/2014/main" id="{0935B88F-9EB8-4601-875C-6182BEBA2AA9}"/>
              </a:ext>
            </a:extLst>
          </p:cNvPr>
          <p:cNvSpPr>
            <a:spLocks/>
          </p:cNvSpPr>
          <p:nvPr/>
        </p:nvSpPr>
        <p:spPr>
          <a:xfrm>
            <a:off x="4815944" y="5665621"/>
            <a:ext cx="63942" cy="63942"/>
          </a:xfrm>
          <a:prstGeom prst="ellipse">
            <a:avLst/>
          </a:prstGeom>
          <a:solidFill>
            <a:srgbClr val="355F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0" name="data_3429">
            <a:extLst>
              <a:ext uri="{FF2B5EF4-FFF2-40B4-BE49-F238E27FC236}">
                <a16:creationId xmlns:a16="http://schemas.microsoft.com/office/drawing/2014/main" id="{13A6E2DC-DC01-46F2-AD18-620E5FB1CA88}"/>
              </a:ext>
            </a:extLst>
          </p:cNvPr>
          <p:cNvSpPr>
            <a:spLocks/>
          </p:cNvSpPr>
          <p:nvPr/>
        </p:nvSpPr>
        <p:spPr>
          <a:xfrm>
            <a:off x="4253839" y="6930543"/>
            <a:ext cx="63942" cy="63942"/>
          </a:xfrm>
          <a:prstGeom prst="ellipse">
            <a:avLst/>
          </a:prstGeom>
          <a:solidFill>
            <a:srgbClr val="5EC962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1" name="data_3430">
            <a:extLst>
              <a:ext uri="{FF2B5EF4-FFF2-40B4-BE49-F238E27FC236}">
                <a16:creationId xmlns:a16="http://schemas.microsoft.com/office/drawing/2014/main" id="{EA4E02DA-647E-48F2-8798-7081F0409582}"/>
              </a:ext>
            </a:extLst>
          </p:cNvPr>
          <p:cNvSpPr>
            <a:spLocks/>
          </p:cNvSpPr>
          <p:nvPr/>
        </p:nvSpPr>
        <p:spPr>
          <a:xfrm>
            <a:off x="4867343" y="5608393"/>
            <a:ext cx="63942" cy="63942"/>
          </a:xfrm>
          <a:prstGeom prst="ellipse">
            <a:avLst/>
          </a:prstGeom>
          <a:solidFill>
            <a:srgbClr val="3362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2" name="data_3431">
            <a:extLst>
              <a:ext uri="{FF2B5EF4-FFF2-40B4-BE49-F238E27FC236}">
                <a16:creationId xmlns:a16="http://schemas.microsoft.com/office/drawing/2014/main" id="{5DABD615-8C1E-434A-846A-F2985BE720AD}"/>
              </a:ext>
            </a:extLst>
          </p:cNvPr>
          <p:cNvSpPr>
            <a:spLocks/>
          </p:cNvSpPr>
          <p:nvPr/>
        </p:nvSpPr>
        <p:spPr>
          <a:xfrm>
            <a:off x="4641948" y="5927140"/>
            <a:ext cx="63942" cy="63942"/>
          </a:xfrm>
          <a:prstGeom prst="ellipse">
            <a:avLst/>
          </a:prstGeom>
          <a:solidFill>
            <a:srgbClr val="2F6B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3" name="data_3432">
            <a:extLst>
              <a:ext uri="{FF2B5EF4-FFF2-40B4-BE49-F238E27FC236}">
                <a16:creationId xmlns:a16="http://schemas.microsoft.com/office/drawing/2014/main" id="{633FA2E1-47A8-4FAC-8BFF-6EFB2889416E}"/>
              </a:ext>
            </a:extLst>
          </p:cNvPr>
          <p:cNvSpPr>
            <a:spLocks/>
          </p:cNvSpPr>
          <p:nvPr/>
        </p:nvSpPr>
        <p:spPr>
          <a:xfrm>
            <a:off x="4667918" y="6930543"/>
            <a:ext cx="63942" cy="63942"/>
          </a:xfrm>
          <a:prstGeom prst="ellipse">
            <a:avLst/>
          </a:prstGeom>
          <a:solidFill>
            <a:srgbClr val="219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4" name="data_3433">
            <a:extLst>
              <a:ext uri="{FF2B5EF4-FFF2-40B4-BE49-F238E27FC236}">
                <a16:creationId xmlns:a16="http://schemas.microsoft.com/office/drawing/2014/main" id="{BF5742C1-5A6B-4740-B77B-26FAB8820345}"/>
              </a:ext>
            </a:extLst>
          </p:cNvPr>
          <p:cNvSpPr>
            <a:spLocks/>
          </p:cNvSpPr>
          <p:nvPr/>
        </p:nvSpPr>
        <p:spPr>
          <a:xfrm>
            <a:off x="4851373" y="6727198"/>
            <a:ext cx="63942" cy="63942"/>
          </a:xfrm>
          <a:prstGeom prst="ellipse">
            <a:avLst/>
          </a:prstGeom>
          <a:solidFill>
            <a:srgbClr val="3069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5" name="data_3434">
            <a:extLst>
              <a:ext uri="{FF2B5EF4-FFF2-40B4-BE49-F238E27FC236}">
                <a16:creationId xmlns:a16="http://schemas.microsoft.com/office/drawing/2014/main" id="{F9426772-7F35-4BCD-8674-3C07D9795EF3}"/>
              </a:ext>
            </a:extLst>
          </p:cNvPr>
          <p:cNvSpPr>
            <a:spLocks/>
          </p:cNvSpPr>
          <p:nvPr/>
        </p:nvSpPr>
        <p:spPr>
          <a:xfrm>
            <a:off x="4176802" y="6702556"/>
            <a:ext cx="63942" cy="63942"/>
          </a:xfrm>
          <a:prstGeom prst="ellipse">
            <a:avLst/>
          </a:prstGeom>
          <a:solidFill>
            <a:srgbClr val="482475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6" name="data_3435">
            <a:extLst>
              <a:ext uri="{FF2B5EF4-FFF2-40B4-BE49-F238E27FC236}">
                <a16:creationId xmlns:a16="http://schemas.microsoft.com/office/drawing/2014/main" id="{D4132DC1-0969-4999-AF1A-D298673FE2D8}"/>
              </a:ext>
            </a:extLst>
          </p:cNvPr>
          <p:cNvSpPr>
            <a:spLocks/>
          </p:cNvSpPr>
          <p:nvPr/>
        </p:nvSpPr>
        <p:spPr>
          <a:xfrm>
            <a:off x="4143699" y="6687183"/>
            <a:ext cx="63942" cy="63942"/>
          </a:xfrm>
          <a:prstGeom prst="ellipse">
            <a:avLst/>
          </a:prstGeom>
          <a:solidFill>
            <a:srgbClr val="2C71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7" name="data_3436">
            <a:extLst>
              <a:ext uri="{FF2B5EF4-FFF2-40B4-BE49-F238E27FC236}">
                <a16:creationId xmlns:a16="http://schemas.microsoft.com/office/drawing/2014/main" id="{19919852-06BC-403A-8D68-F500E236D900}"/>
              </a:ext>
            </a:extLst>
          </p:cNvPr>
          <p:cNvSpPr>
            <a:spLocks/>
          </p:cNvSpPr>
          <p:nvPr/>
        </p:nvSpPr>
        <p:spPr>
          <a:xfrm>
            <a:off x="4615460" y="5420377"/>
            <a:ext cx="63942" cy="63942"/>
          </a:xfrm>
          <a:prstGeom prst="ellipse">
            <a:avLst/>
          </a:prstGeom>
          <a:solidFill>
            <a:srgbClr val="1F9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8" name="data_3437">
            <a:extLst>
              <a:ext uri="{FF2B5EF4-FFF2-40B4-BE49-F238E27FC236}">
                <a16:creationId xmlns:a16="http://schemas.microsoft.com/office/drawing/2014/main" id="{F0BE1146-E85A-40BE-A4D1-1AF3BB28573A}"/>
              </a:ext>
            </a:extLst>
          </p:cNvPr>
          <p:cNvSpPr>
            <a:spLocks/>
          </p:cNvSpPr>
          <p:nvPr/>
        </p:nvSpPr>
        <p:spPr>
          <a:xfrm>
            <a:off x="5531410" y="6415942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39" name="data_3438">
            <a:extLst>
              <a:ext uri="{FF2B5EF4-FFF2-40B4-BE49-F238E27FC236}">
                <a16:creationId xmlns:a16="http://schemas.microsoft.com/office/drawing/2014/main" id="{4B856917-0D1F-449C-AD8D-64E80FD5DF55}"/>
              </a:ext>
            </a:extLst>
          </p:cNvPr>
          <p:cNvSpPr>
            <a:spLocks/>
          </p:cNvSpPr>
          <p:nvPr/>
        </p:nvSpPr>
        <p:spPr>
          <a:xfrm>
            <a:off x="4274826" y="5511560"/>
            <a:ext cx="63942" cy="63942"/>
          </a:xfrm>
          <a:prstGeom prst="ellipse">
            <a:avLst/>
          </a:prstGeom>
          <a:solidFill>
            <a:srgbClr val="3C4F8A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0" name="data_3439">
            <a:extLst>
              <a:ext uri="{FF2B5EF4-FFF2-40B4-BE49-F238E27FC236}">
                <a16:creationId xmlns:a16="http://schemas.microsoft.com/office/drawing/2014/main" id="{C3F4FD7C-B7BC-4D58-9AF7-0E49479DDF50}"/>
              </a:ext>
            </a:extLst>
          </p:cNvPr>
          <p:cNvSpPr>
            <a:spLocks/>
          </p:cNvSpPr>
          <p:nvPr/>
        </p:nvSpPr>
        <p:spPr>
          <a:xfrm>
            <a:off x="3974312" y="6177711"/>
            <a:ext cx="63942" cy="63942"/>
          </a:xfrm>
          <a:prstGeom prst="ellipse">
            <a:avLst/>
          </a:prstGeom>
          <a:solidFill>
            <a:srgbClr val="2D70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1" name="data_3440">
            <a:extLst>
              <a:ext uri="{FF2B5EF4-FFF2-40B4-BE49-F238E27FC236}">
                <a16:creationId xmlns:a16="http://schemas.microsoft.com/office/drawing/2014/main" id="{459474BA-6EA3-4338-9FD5-0BD596EB8B8F}"/>
              </a:ext>
            </a:extLst>
          </p:cNvPr>
          <p:cNvSpPr>
            <a:spLocks/>
          </p:cNvSpPr>
          <p:nvPr/>
        </p:nvSpPr>
        <p:spPr>
          <a:xfrm>
            <a:off x="4622960" y="6550844"/>
            <a:ext cx="63942" cy="63942"/>
          </a:xfrm>
          <a:prstGeom prst="ellipse">
            <a:avLst/>
          </a:prstGeom>
          <a:solidFill>
            <a:srgbClr val="238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2" name="data_3441">
            <a:extLst>
              <a:ext uri="{FF2B5EF4-FFF2-40B4-BE49-F238E27FC236}">
                <a16:creationId xmlns:a16="http://schemas.microsoft.com/office/drawing/2014/main" id="{41F45115-EAAF-44F8-A391-799A694C5248}"/>
              </a:ext>
            </a:extLst>
          </p:cNvPr>
          <p:cNvSpPr>
            <a:spLocks/>
          </p:cNvSpPr>
          <p:nvPr/>
        </p:nvSpPr>
        <p:spPr>
          <a:xfrm>
            <a:off x="4756055" y="5659022"/>
            <a:ext cx="63942" cy="63942"/>
          </a:xfrm>
          <a:prstGeom prst="ellipse">
            <a:avLst/>
          </a:prstGeom>
          <a:solidFill>
            <a:srgbClr val="375A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3" name="data_3442">
            <a:extLst>
              <a:ext uri="{FF2B5EF4-FFF2-40B4-BE49-F238E27FC236}">
                <a16:creationId xmlns:a16="http://schemas.microsoft.com/office/drawing/2014/main" id="{AC1A8042-57B7-4449-A827-A7EB1E6AE902}"/>
              </a:ext>
            </a:extLst>
          </p:cNvPr>
          <p:cNvSpPr>
            <a:spLocks/>
          </p:cNvSpPr>
          <p:nvPr/>
        </p:nvSpPr>
        <p:spPr>
          <a:xfrm>
            <a:off x="4886328" y="5492867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4" name="data_3443">
            <a:extLst>
              <a:ext uri="{FF2B5EF4-FFF2-40B4-BE49-F238E27FC236}">
                <a16:creationId xmlns:a16="http://schemas.microsoft.com/office/drawing/2014/main" id="{2D7280E9-138F-4685-8C8C-AE083078744D}"/>
              </a:ext>
            </a:extLst>
          </p:cNvPr>
          <p:cNvSpPr>
            <a:spLocks/>
          </p:cNvSpPr>
          <p:nvPr/>
        </p:nvSpPr>
        <p:spPr>
          <a:xfrm>
            <a:off x="5177593" y="5479556"/>
            <a:ext cx="63942" cy="63942"/>
          </a:xfrm>
          <a:prstGeom prst="ellipse">
            <a:avLst/>
          </a:prstGeom>
          <a:solidFill>
            <a:srgbClr val="34608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5" name="data_3444">
            <a:extLst>
              <a:ext uri="{FF2B5EF4-FFF2-40B4-BE49-F238E27FC236}">
                <a16:creationId xmlns:a16="http://schemas.microsoft.com/office/drawing/2014/main" id="{935C7B47-BDA7-4DA4-8A2B-CC43F396FA20}"/>
              </a:ext>
            </a:extLst>
          </p:cNvPr>
          <p:cNvSpPr>
            <a:spLocks/>
          </p:cNvSpPr>
          <p:nvPr/>
        </p:nvSpPr>
        <p:spPr>
          <a:xfrm>
            <a:off x="3974312" y="6930543"/>
            <a:ext cx="63942" cy="63942"/>
          </a:xfrm>
          <a:prstGeom prst="ellipse">
            <a:avLst/>
          </a:prstGeom>
          <a:solidFill>
            <a:srgbClr val="277F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6" name="data_3445">
            <a:extLst>
              <a:ext uri="{FF2B5EF4-FFF2-40B4-BE49-F238E27FC236}">
                <a16:creationId xmlns:a16="http://schemas.microsoft.com/office/drawing/2014/main" id="{9BD1D116-8857-4984-87B6-5AC98509C8FC}"/>
              </a:ext>
            </a:extLst>
          </p:cNvPr>
          <p:cNvSpPr>
            <a:spLocks/>
          </p:cNvSpPr>
          <p:nvPr/>
        </p:nvSpPr>
        <p:spPr>
          <a:xfrm>
            <a:off x="4447925" y="5424109"/>
            <a:ext cx="63942" cy="63942"/>
          </a:xfrm>
          <a:prstGeom prst="ellipse">
            <a:avLst/>
          </a:prstGeom>
          <a:solidFill>
            <a:srgbClr val="4045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7" name="data_3446">
            <a:extLst>
              <a:ext uri="{FF2B5EF4-FFF2-40B4-BE49-F238E27FC236}">
                <a16:creationId xmlns:a16="http://schemas.microsoft.com/office/drawing/2014/main" id="{9BE4BC49-E6B7-4E78-A68B-A09532BBBCD3}"/>
              </a:ext>
            </a:extLst>
          </p:cNvPr>
          <p:cNvSpPr>
            <a:spLocks/>
          </p:cNvSpPr>
          <p:nvPr/>
        </p:nvSpPr>
        <p:spPr>
          <a:xfrm>
            <a:off x="5009364" y="5731435"/>
            <a:ext cx="63942" cy="63942"/>
          </a:xfrm>
          <a:prstGeom prst="ellipse">
            <a:avLst/>
          </a:prstGeom>
          <a:solidFill>
            <a:srgbClr val="1FA188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8" name="data_3447">
            <a:extLst>
              <a:ext uri="{FF2B5EF4-FFF2-40B4-BE49-F238E27FC236}">
                <a16:creationId xmlns:a16="http://schemas.microsoft.com/office/drawing/2014/main" id="{B365BB37-268A-4E9B-9804-D7BCC3E7F27F}"/>
              </a:ext>
            </a:extLst>
          </p:cNvPr>
          <p:cNvSpPr>
            <a:spLocks/>
          </p:cNvSpPr>
          <p:nvPr/>
        </p:nvSpPr>
        <p:spPr>
          <a:xfrm>
            <a:off x="5354725" y="5537624"/>
            <a:ext cx="63942" cy="63942"/>
          </a:xfrm>
          <a:prstGeom prst="ellipse">
            <a:avLst/>
          </a:prstGeom>
          <a:solidFill>
            <a:srgbClr val="31688E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49" name="data_3448">
            <a:extLst>
              <a:ext uri="{FF2B5EF4-FFF2-40B4-BE49-F238E27FC236}">
                <a16:creationId xmlns:a16="http://schemas.microsoft.com/office/drawing/2014/main" id="{341EAA17-5B57-435F-9A70-72D8E39CBA1E}"/>
              </a:ext>
            </a:extLst>
          </p:cNvPr>
          <p:cNvSpPr>
            <a:spLocks/>
          </p:cNvSpPr>
          <p:nvPr/>
        </p:nvSpPr>
        <p:spPr>
          <a:xfrm>
            <a:off x="4821734" y="6125181"/>
            <a:ext cx="63942" cy="63942"/>
          </a:xfrm>
          <a:prstGeom prst="ellipse">
            <a:avLst/>
          </a:prstGeom>
          <a:solidFill>
            <a:srgbClr val="472F7D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50" name="data_3449">
            <a:extLst>
              <a:ext uri="{FF2B5EF4-FFF2-40B4-BE49-F238E27FC236}">
                <a16:creationId xmlns:a16="http://schemas.microsoft.com/office/drawing/2014/main" id="{1C0380CA-3F01-4022-B86E-89CC0B07ED0C}"/>
              </a:ext>
            </a:extLst>
          </p:cNvPr>
          <p:cNvSpPr>
            <a:spLocks/>
          </p:cNvSpPr>
          <p:nvPr/>
        </p:nvSpPr>
        <p:spPr>
          <a:xfrm>
            <a:off x="4118340" y="6240456"/>
            <a:ext cx="63942" cy="63942"/>
          </a:xfrm>
          <a:prstGeom prst="ellipse">
            <a:avLst/>
          </a:prstGeom>
          <a:solidFill>
            <a:srgbClr val="3956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51" name="data_3450">
            <a:extLst>
              <a:ext uri="{FF2B5EF4-FFF2-40B4-BE49-F238E27FC236}">
                <a16:creationId xmlns:a16="http://schemas.microsoft.com/office/drawing/2014/main" id="{F8F6BAFF-BC17-4AFD-817F-2837C48734B2}"/>
              </a:ext>
            </a:extLst>
          </p:cNvPr>
          <p:cNvSpPr>
            <a:spLocks/>
          </p:cNvSpPr>
          <p:nvPr/>
        </p:nvSpPr>
        <p:spPr>
          <a:xfrm>
            <a:off x="4505111" y="6930543"/>
            <a:ext cx="63942" cy="63942"/>
          </a:xfrm>
          <a:prstGeom prst="ellipse">
            <a:avLst/>
          </a:prstGeom>
          <a:solidFill>
            <a:srgbClr val="3A548C">
              <a:alpha val="80000"/>
            </a:srgbClr>
          </a:solidFill>
          <a:ln w="532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3452" name="data_3451">
            <a:extLst>
              <a:ext uri="{FF2B5EF4-FFF2-40B4-BE49-F238E27FC236}">
                <a16:creationId xmlns:a16="http://schemas.microsoft.com/office/drawing/2014/main" id="{4AB8A68C-46D8-4686-953F-96EF69ED9BFC}"/>
              </a:ext>
            </a:extLst>
          </p:cNvPr>
          <p:cNvSpPr>
            <a:spLocks/>
          </p:cNvSpPr>
          <p:nvPr/>
        </p:nvSpPr>
        <p:spPr>
          <a:xfrm>
            <a:off x="4006283" y="5088130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53" name="data_3452">
            <a:extLst>
              <a:ext uri="{FF2B5EF4-FFF2-40B4-BE49-F238E27FC236}">
                <a16:creationId xmlns:a16="http://schemas.microsoft.com/office/drawing/2014/main" id="{42F9256F-08B1-4EEC-82C6-7DD616042F13}"/>
              </a:ext>
            </a:extLst>
          </p:cNvPr>
          <p:cNvSpPr>
            <a:spLocks/>
          </p:cNvSpPr>
          <p:nvPr/>
        </p:nvSpPr>
        <p:spPr>
          <a:xfrm>
            <a:off x="4006283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54" name="text_3453">
            <a:extLst>
              <a:ext uri="{FF2B5EF4-FFF2-40B4-BE49-F238E27FC236}">
                <a16:creationId xmlns:a16="http://schemas.microsoft.com/office/drawing/2014/main" id="{DD011EA9-B765-4DB4-8951-F94D4EA864A2}"/>
              </a:ext>
            </a:extLst>
          </p:cNvPr>
          <p:cNvSpPr>
            <a:spLocks/>
          </p:cNvSpPr>
          <p:nvPr/>
        </p:nvSpPr>
        <p:spPr>
          <a:xfrm>
            <a:off x="3527453" y="4774729"/>
            <a:ext cx="9807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3455" name="text_3454">
            <a:extLst>
              <a:ext uri="{FF2B5EF4-FFF2-40B4-BE49-F238E27FC236}">
                <a16:creationId xmlns:a16="http://schemas.microsoft.com/office/drawing/2014/main" id="{9DACB340-16E5-4877-9C88-1A177852DF35}"/>
              </a:ext>
            </a:extLst>
          </p:cNvPr>
          <p:cNvSpPr>
            <a:spLocks/>
          </p:cNvSpPr>
          <p:nvPr/>
        </p:nvSpPr>
        <p:spPr>
          <a:xfrm>
            <a:off x="4006283" y="4797303"/>
            <a:ext cx="1333023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 · Dice</a:t>
            </a:r>
          </a:p>
        </p:txBody>
      </p:sp>
      <p:sp>
        <p:nvSpPr>
          <p:cNvPr id="3456" name="data_3455">
            <a:extLst>
              <a:ext uri="{FF2B5EF4-FFF2-40B4-BE49-F238E27FC236}">
                <a16:creationId xmlns:a16="http://schemas.microsoft.com/office/drawing/2014/main" id="{29CEC7CF-6F91-44EE-9E28-71A01B060364}"/>
              </a:ext>
            </a:extLst>
          </p:cNvPr>
          <p:cNvSpPr>
            <a:spLocks/>
          </p:cNvSpPr>
          <p:nvPr/>
        </p:nvSpPr>
        <p:spPr>
          <a:xfrm>
            <a:off x="5989252" y="5088130"/>
            <a:ext cx="90487" cy="1874384"/>
          </a:xfrm>
          <a:custGeom>
            <a:avLst/>
            <a:gdLst/>
            <a:ahLst/>
            <a:cxnLst/>
            <a:rect l="0" t="0" r="0" b="0"/>
            <a:pathLst>
              <a:path w="90487" h="1874384">
                <a:moveTo>
                  <a:pt x="0" y="1874384"/>
                </a:moveTo>
                <a:lnTo>
                  <a:pt x="90487" y="1874384"/>
                </a:lnTo>
                <a:lnTo>
                  <a:pt x="90487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457" name="data_3456">
            <a:extLst>
              <a:ext uri="{FF2B5EF4-FFF2-40B4-BE49-F238E27FC236}">
                <a16:creationId xmlns:a16="http://schemas.microsoft.com/office/drawing/2014/main" id="{351C042F-BF7B-464F-9A31-E5627E0AE13C}"/>
              </a:ext>
            </a:extLst>
          </p:cNvPr>
          <p:cNvSpPr>
            <a:spLocks/>
          </p:cNvSpPr>
          <p:nvPr/>
        </p:nvSpPr>
        <p:spPr>
          <a:xfrm>
            <a:off x="5989252" y="69551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DE725"/>
          </a:solidFill>
          <a:ln w="3547">
            <a:solidFill>
              <a:srgbClr val="FDE725"/>
            </a:solidFill>
            <a:prstDash val="solid"/>
          </a:ln>
        </p:spPr>
      </p:sp>
      <p:sp>
        <p:nvSpPr>
          <p:cNvPr id="3458" name="data_3457">
            <a:extLst>
              <a:ext uri="{FF2B5EF4-FFF2-40B4-BE49-F238E27FC236}">
                <a16:creationId xmlns:a16="http://schemas.microsoft.com/office/drawing/2014/main" id="{9EF0E342-1D47-4A1B-ADD2-F090D3A088C3}"/>
              </a:ext>
            </a:extLst>
          </p:cNvPr>
          <p:cNvSpPr>
            <a:spLocks/>
          </p:cNvSpPr>
          <p:nvPr/>
        </p:nvSpPr>
        <p:spPr>
          <a:xfrm>
            <a:off x="5989252" y="69478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BE723"/>
          </a:solidFill>
          <a:ln w="3547">
            <a:solidFill>
              <a:srgbClr val="FBE723"/>
            </a:solidFill>
            <a:prstDash val="solid"/>
          </a:ln>
        </p:spPr>
      </p:sp>
      <p:sp>
        <p:nvSpPr>
          <p:cNvPr id="3459" name="data_3458">
            <a:extLst>
              <a:ext uri="{FF2B5EF4-FFF2-40B4-BE49-F238E27FC236}">
                <a16:creationId xmlns:a16="http://schemas.microsoft.com/office/drawing/2014/main" id="{69256DA5-0409-4564-8099-F8175FBDE01E}"/>
              </a:ext>
            </a:extLst>
          </p:cNvPr>
          <p:cNvSpPr>
            <a:spLocks/>
          </p:cNvSpPr>
          <p:nvPr/>
        </p:nvSpPr>
        <p:spPr>
          <a:xfrm>
            <a:off x="5989252" y="69405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8E621"/>
          </a:solidFill>
          <a:ln w="3547">
            <a:solidFill>
              <a:srgbClr val="F8E621"/>
            </a:solidFill>
            <a:prstDash val="solid"/>
          </a:ln>
        </p:spPr>
      </p:sp>
      <p:sp>
        <p:nvSpPr>
          <p:cNvPr id="3460" name="data_3459">
            <a:extLst>
              <a:ext uri="{FF2B5EF4-FFF2-40B4-BE49-F238E27FC236}">
                <a16:creationId xmlns:a16="http://schemas.microsoft.com/office/drawing/2014/main" id="{368F3692-05E4-4252-95C4-EDAE150B0752}"/>
              </a:ext>
            </a:extLst>
          </p:cNvPr>
          <p:cNvSpPr>
            <a:spLocks/>
          </p:cNvSpPr>
          <p:nvPr/>
        </p:nvSpPr>
        <p:spPr>
          <a:xfrm>
            <a:off x="5989252" y="69332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6E620"/>
          </a:solidFill>
          <a:ln w="3547">
            <a:solidFill>
              <a:srgbClr val="F6E620"/>
            </a:solidFill>
            <a:prstDash val="solid"/>
          </a:ln>
        </p:spPr>
      </p:sp>
      <p:sp>
        <p:nvSpPr>
          <p:cNvPr id="3461" name="data_3460">
            <a:extLst>
              <a:ext uri="{FF2B5EF4-FFF2-40B4-BE49-F238E27FC236}">
                <a16:creationId xmlns:a16="http://schemas.microsoft.com/office/drawing/2014/main" id="{6DC785B5-A68B-4428-8FF7-D5AF77E31665}"/>
              </a:ext>
            </a:extLst>
          </p:cNvPr>
          <p:cNvSpPr>
            <a:spLocks/>
          </p:cNvSpPr>
          <p:nvPr/>
        </p:nvSpPr>
        <p:spPr>
          <a:xfrm>
            <a:off x="5989252" y="69259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4E61E"/>
          </a:solidFill>
          <a:ln w="3547">
            <a:solidFill>
              <a:srgbClr val="F4E61E"/>
            </a:solidFill>
            <a:prstDash val="solid"/>
          </a:ln>
        </p:spPr>
      </p:sp>
      <p:sp>
        <p:nvSpPr>
          <p:cNvPr id="3462" name="data_3461">
            <a:extLst>
              <a:ext uri="{FF2B5EF4-FFF2-40B4-BE49-F238E27FC236}">
                <a16:creationId xmlns:a16="http://schemas.microsoft.com/office/drawing/2014/main" id="{9D96A08A-DA99-45C7-8638-1C09F76F7D5C}"/>
              </a:ext>
            </a:extLst>
          </p:cNvPr>
          <p:cNvSpPr>
            <a:spLocks/>
          </p:cNvSpPr>
          <p:nvPr/>
        </p:nvSpPr>
        <p:spPr>
          <a:xfrm>
            <a:off x="5989252" y="69185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F1E51D"/>
          </a:solidFill>
          <a:ln w="3547">
            <a:solidFill>
              <a:srgbClr val="F1E51D"/>
            </a:solidFill>
            <a:prstDash val="solid"/>
          </a:ln>
        </p:spPr>
      </p:sp>
      <p:sp>
        <p:nvSpPr>
          <p:cNvPr id="3463" name="data_3462">
            <a:extLst>
              <a:ext uri="{FF2B5EF4-FFF2-40B4-BE49-F238E27FC236}">
                <a16:creationId xmlns:a16="http://schemas.microsoft.com/office/drawing/2014/main" id="{2A7E03B8-4D95-4985-9354-D84C819E9366}"/>
              </a:ext>
            </a:extLst>
          </p:cNvPr>
          <p:cNvSpPr>
            <a:spLocks/>
          </p:cNvSpPr>
          <p:nvPr/>
        </p:nvSpPr>
        <p:spPr>
          <a:xfrm>
            <a:off x="5989252" y="69112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FE51C"/>
          </a:solidFill>
          <a:ln w="3547">
            <a:solidFill>
              <a:srgbClr val="EFE51C"/>
            </a:solidFill>
            <a:prstDash val="solid"/>
          </a:ln>
        </p:spPr>
      </p:sp>
      <p:sp>
        <p:nvSpPr>
          <p:cNvPr id="3464" name="data_3463">
            <a:extLst>
              <a:ext uri="{FF2B5EF4-FFF2-40B4-BE49-F238E27FC236}">
                <a16:creationId xmlns:a16="http://schemas.microsoft.com/office/drawing/2014/main" id="{455BD2EC-E5F1-4957-BEEB-172C90375BB0}"/>
              </a:ext>
            </a:extLst>
          </p:cNvPr>
          <p:cNvSpPr>
            <a:spLocks/>
          </p:cNvSpPr>
          <p:nvPr/>
        </p:nvSpPr>
        <p:spPr>
          <a:xfrm>
            <a:off x="5989252" y="69039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CE51B"/>
          </a:solidFill>
          <a:ln w="3547">
            <a:solidFill>
              <a:srgbClr val="ECE51B"/>
            </a:solidFill>
            <a:prstDash val="solid"/>
          </a:ln>
        </p:spPr>
      </p:sp>
      <p:sp>
        <p:nvSpPr>
          <p:cNvPr id="3465" name="data_3464">
            <a:extLst>
              <a:ext uri="{FF2B5EF4-FFF2-40B4-BE49-F238E27FC236}">
                <a16:creationId xmlns:a16="http://schemas.microsoft.com/office/drawing/2014/main" id="{BA80EAEE-3A2E-4F51-AE5E-5DF16BE0DFA4}"/>
              </a:ext>
            </a:extLst>
          </p:cNvPr>
          <p:cNvSpPr>
            <a:spLocks/>
          </p:cNvSpPr>
          <p:nvPr/>
        </p:nvSpPr>
        <p:spPr>
          <a:xfrm>
            <a:off x="5989252" y="68966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AE51A"/>
          </a:solidFill>
          <a:ln w="3547">
            <a:solidFill>
              <a:srgbClr val="EAE51A"/>
            </a:solidFill>
            <a:prstDash val="solid"/>
          </a:ln>
        </p:spPr>
      </p:sp>
      <p:sp>
        <p:nvSpPr>
          <p:cNvPr id="3466" name="data_3465">
            <a:extLst>
              <a:ext uri="{FF2B5EF4-FFF2-40B4-BE49-F238E27FC236}">
                <a16:creationId xmlns:a16="http://schemas.microsoft.com/office/drawing/2014/main" id="{A6D6170C-F88E-4FED-AC6B-F50F90FE60E6}"/>
              </a:ext>
            </a:extLst>
          </p:cNvPr>
          <p:cNvSpPr>
            <a:spLocks/>
          </p:cNvSpPr>
          <p:nvPr/>
        </p:nvSpPr>
        <p:spPr>
          <a:xfrm>
            <a:off x="5989252" y="68892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7E419"/>
          </a:solidFill>
          <a:ln w="3547">
            <a:solidFill>
              <a:srgbClr val="E7E419"/>
            </a:solidFill>
            <a:prstDash val="solid"/>
          </a:ln>
        </p:spPr>
      </p:sp>
      <p:sp>
        <p:nvSpPr>
          <p:cNvPr id="3467" name="data_3466">
            <a:extLst>
              <a:ext uri="{FF2B5EF4-FFF2-40B4-BE49-F238E27FC236}">
                <a16:creationId xmlns:a16="http://schemas.microsoft.com/office/drawing/2014/main" id="{EF79013D-E08E-407E-ADD9-BBA3C1FF4C21}"/>
              </a:ext>
            </a:extLst>
          </p:cNvPr>
          <p:cNvSpPr>
            <a:spLocks/>
          </p:cNvSpPr>
          <p:nvPr/>
        </p:nvSpPr>
        <p:spPr>
          <a:xfrm>
            <a:off x="5989252" y="68819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5E419"/>
          </a:solidFill>
          <a:ln w="3547">
            <a:solidFill>
              <a:srgbClr val="E5E419"/>
            </a:solidFill>
            <a:prstDash val="solid"/>
          </a:ln>
        </p:spPr>
      </p:sp>
      <p:sp>
        <p:nvSpPr>
          <p:cNvPr id="3468" name="data_3467">
            <a:extLst>
              <a:ext uri="{FF2B5EF4-FFF2-40B4-BE49-F238E27FC236}">
                <a16:creationId xmlns:a16="http://schemas.microsoft.com/office/drawing/2014/main" id="{7F799090-D872-4D0D-AFB2-B506403D1C1B}"/>
              </a:ext>
            </a:extLst>
          </p:cNvPr>
          <p:cNvSpPr>
            <a:spLocks/>
          </p:cNvSpPr>
          <p:nvPr/>
        </p:nvSpPr>
        <p:spPr>
          <a:xfrm>
            <a:off x="5989252" y="68746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E2E418"/>
          </a:solidFill>
          <a:ln w="3547">
            <a:solidFill>
              <a:srgbClr val="E2E418"/>
            </a:solidFill>
            <a:prstDash val="solid"/>
          </a:ln>
        </p:spPr>
      </p:sp>
      <p:sp>
        <p:nvSpPr>
          <p:cNvPr id="3469" name="data_3468">
            <a:extLst>
              <a:ext uri="{FF2B5EF4-FFF2-40B4-BE49-F238E27FC236}">
                <a16:creationId xmlns:a16="http://schemas.microsoft.com/office/drawing/2014/main" id="{1315E6FB-22C5-4638-8002-BA58C0767812}"/>
              </a:ext>
            </a:extLst>
          </p:cNvPr>
          <p:cNvSpPr>
            <a:spLocks/>
          </p:cNvSpPr>
          <p:nvPr/>
        </p:nvSpPr>
        <p:spPr>
          <a:xfrm>
            <a:off x="5989252" y="68673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FE318"/>
          </a:solidFill>
          <a:ln w="3547">
            <a:solidFill>
              <a:srgbClr val="DFE318"/>
            </a:solidFill>
            <a:prstDash val="solid"/>
          </a:ln>
        </p:spPr>
      </p:sp>
      <p:sp>
        <p:nvSpPr>
          <p:cNvPr id="3470" name="data_3469">
            <a:extLst>
              <a:ext uri="{FF2B5EF4-FFF2-40B4-BE49-F238E27FC236}">
                <a16:creationId xmlns:a16="http://schemas.microsoft.com/office/drawing/2014/main" id="{2D7FE3B2-92CA-49EC-86E1-2BAFBD59E916}"/>
              </a:ext>
            </a:extLst>
          </p:cNvPr>
          <p:cNvSpPr>
            <a:spLocks/>
          </p:cNvSpPr>
          <p:nvPr/>
        </p:nvSpPr>
        <p:spPr>
          <a:xfrm>
            <a:off x="5989252" y="68600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DE318"/>
          </a:solidFill>
          <a:ln w="3547">
            <a:solidFill>
              <a:srgbClr val="DDE318"/>
            </a:solidFill>
            <a:prstDash val="solid"/>
          </a:ln>
        </p:spPr>
      </p:sp>
      <p:sp>
        <p:nvSpPr>
          <p:cNvPr id="3471" name="data_3470">
            <a:extLst>
              <a:ext uri="{FF2B5EF4-FFF2-40B4-BE49-F238E27FC236}">
                <a16:creationId xmlns:a16="http://schemas.microsoft.com/office/drawing/2014/main" id="{531D105A-6AA0-4D92-926B-4034165162C3}"/>
              </a:ext>
            </a:extLst>
          </p:cNvPr>
          <p:cNvSpPr>
            <a:spLocks/>
          </p:cNvSpPr>
          <p:nvPr/>
        </p:nvSpPr>
        <p:spPr>
          <a:xfrm>
            <a:off x="5989252" y="68526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AE319"/>
          </a:solidFill>
          <a:ln w="3547">
            <a:solidFill>
              <a:srgbClr val="DAE319"/>
            </a:solidFill>
            <a:prstDash val="solid"/>
          </a:ln>
        </p:spPr>
      </p:sp>
      <p:sp>
        <p:nvSpPr>
          <p:cNvPr id="3472" name="data_3471">
            <a:extLst>
              <a:ext uri="{FF2B5EF4-FFF2-40B4-BE49-F238E27FC236}">
                <a16:creationId xmlns:a16="http://schemas.microsoft.com/office/drawing/2014/main" id="{5E5AD226-DA22-490A-9C93-B4C6ED16E815}"/>
              </a:ext>
            </a:extLst>
          </p:cNvPr>
          <p:cNvSpPr>
            <a:spLocks/>
          </p:cNvSpPr>
          <p:nvPr/>
        </p:nvSpPr>
        <p:spPr>
          <a:xfrm>
            <a:off x="5989252" y="68453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8E219"/>
          </a:solidFill>
          <a:ln w="3547">
            <a:solidFill>
              <a:srgbClr val="D8E219"/>
            </a:solidFill>
            <a:prstDash val="solid"/>
          </a:ln>
        </p:spPr>
      </p:sp>
      <p:sp>
        <p:nvSpPr>
          <p:cNvPr id="3473" name="data_3472">
            <a:extLst>
              <a:ext uri="{FF2B5EF4-FFF2-40B4-BE49-F238E27FC236}">
                <a16:creationId xmlns:a16="http://schemas.microsoft.com/office/drawing/2014/main" id="{0FCDAD49-94EB-49D8-BE23-99A4D31BA297}"/>
              </a:ext>
            </a:extLst>
          </p:cNvPr>
          <p:cNvSpPr>
            <a:spLocks/>
          </p:cNvSpPr>
          <p:nvPr/>
        </p:nvSpPr>
        <p:spPr>
          <a:xfrm>
            <a:off x="5989252" y="68380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5E21A"/>
          </a:solidFill>
          <a:ln w="3547">
            <a:solidFill>
              <a:srgbClr val="D5E21A"/>
            </a:solidFill>
            <a:prstDash val="solid"/>
          </a:ln>
        </p:spPr>
      </p:sp>
      <p:sp>
        <p:nvSpPr>
          <p:cNvPr id="3474" name="data_3473">
            <a:extLst>
              <a:ext uri="{FF2B5EF4-FFF2-40B4-BE49-F238E27FC236}">
                <a16:creationId xmlns:a16="http://schemas.microsoft.com/office/drawing/2014/main" id="{82BDBFF5-91AE-4785-98DF-0347C6DF356C}"/>
              </a:ext>
            </a:extLst>
          </p:cNvPr>
          <p:cNvSpPr>
            <a:spLocks/>
          </p:cNvSpPr>
          <p:nvPr/>
        </p:nvSpPr>
        <p:spPr>
          <a:xfrm>
            <a:off x="5989252" y="68307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2E21B"/>
          </a:solidFill>
          <a:ln w="3547">
            <a:solidFill>
              <a:srgbClr val="D2E21B"/>
            </a:solidFill>
            <a:prstDash val="solid"/>
          </a:ln>
        </p:spPr>
      </p:sp>
      <p:sp>
        <p:nvSpPr>
          <p:cNvPr id="3475" name="data_3474">
            <a:extLst>
              <a:ext uri="{FF2B5EF4-FFF2-40B4-BE49-F238E27FC236}">
                <a16:creationId xmlns:a16="http://schemas.microsoft.com/office/drawing/2014/main" id="{94EBDB24-7A0A-4FD1-8F03-5D00B104E5F7}"/>
              </a:ext>
            </a:extLst>
          </p:cNvPr>
          <p:cNvSpPr>
            <a:spLocks/>
          </p:cNvSpPr>
          <p:nvPr/>
        </p:nvSpPr>
        <p:spPr>
          <a:xfrm>
            <a:off x="5989252" y="68233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D0E11C"/>
          </a:solidFill>
          <a:ln w="3547">
            <a:solidFill>
              <a:srgbClr val="D0E11C"/>
            </a:solidFill>
            <a:prstDash val="solid"/>
          </a:ln>
        </p:spPr>
      </p:sp>
      <p:sp>
        <p:nvSpPr>
          <p:cNvPr id="3476" name="data_3475">
            <a:extLst>
              <a:ext uri="{FF2B5EF4-FFF2-40B4-BE49-F238E27FC236}">
                <a16:creationId xmlns:a16="http://schemas.microsoft.com/office/drawing/2014/main" id="{4EA5CAA4-C4DF-4235-A6E9-B5F097DB51D4}"/>
              </a:ext>
            </a:extLst>
          </p:cNvPr>
          <p:cNvSpPr>
            <a:spLocks/>
          </p:cNvSpPr>
          <p:nvPr/>
        </p:nvSpPr>
        <p:spPr>
          <a:xfrm>
            <a:off x="5989252" y="68160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DE11D"/>
          </a:solidFill>
          <a:ln w="3547">
            <a:solidFill>
              <a:srgbClr val="CDE11D"/>
            </a:solidFill>
            <a:prstDash val="solid"/>
          </a:ln>
        </p:spPr>
      </p:sp>
      <p:sp>
        <p:nvSpPr>
          <p:cNvPr id="3477" name="data_3476">
            <a:extLst>
              <a:ext uri="{FF2B5EF4-FFF2-40B4-BE49-F238E27FC236}">
                <a16:creationId xmlns:a16="http://schemas.microsoft.com/office/drawing/2014/main" id="{12E98BA7-6961-4DD1-81CD-FABA7F2B6A51}"/>
              </a:ext>
            </a:extLst>
          </p:cNvPr>
          <p:cNvSpPr>
            <a:spLocks/>
          </p:cNvSpPr>
          <p:nvPr/>
        </p:nvSpPr>
        <p:spPr>
          <a:xfrm>
            <a:off x="5989252" y="68087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AE11F"/>
          </a:solidFill>
          <a:ln w="3547">
            <a:solidFill>
              <a:srgbClr val="CAE11F"/>
            </a:solidFill>
            <a:prstDash val="solid"/>
          </a:ln>
        </p:spPr>
      </p:sp>
      <p:sp>
        <p:nvSpPr>
          <p:cNvPr id="3478" name="data_3477">
            <a:extLst>
              <a:ext uri="{FF2B5EF4-FFF2-40B4-BE49-F238E27FC236}">
                <a16:creationId xmlns:a16="http://schemas.microsoft.com/office/drawing/2014/main" id="{1B768E9F-A96D-4B77-8B15-8A6F06FD89B0}"/>
              </a:ext>
            </a:extLst>
          </p:cNvPr>
          <p:cNvSpPr>
            <a:spLocks/>
          </p:cNvSpPr>
          <p:nvPr/>
        </p:nvSpPr>
        <p:spPr>
          <a:xfrm>
            <a:off x="5989252" y="68014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8E020"/>
          </a:solidFill>
          <a:ln w="3547">
            <a:solidFill>
              <a:srgbClr val="C8E020"/>
            </a:solidFill>
            <a:prstDash val="solid"/>
          </a:ln>
        </p:spPr>
      </p:sp>
      <p:sp>
        <p:nvSpPr>
          <p:cNvPr id="3479" name="data_3478">
            <a:extLst>
              <a:ext uri="{FF2B5EF4-FFF2-40B4-BE49-F238E27FC236}">
                <a16:creationId xmlns:a16="http://schemas.microsoft.com/office/drawing/2014/main" id="{BF46A2D3-CCD2-4236-ABC5-DD14661B0597}"/>
              </a:ext>
            </a:extLst>
          </p:cNvPr>
          <p:cNvSpPr>
            <a:spLocks/>
          </p:cNvSpPr>
          <p:nvPr/>
        </p:nvSpPr>
        <p:spPr>
          <a:xfrm>
            <a:off x="5989252" y="67941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5E021"/>
          </a:solidFill>
          <a:ln w="3547">
            <a:solidFill>
              <a:srgbClr val="C5E021"/>
            </a:solidFill>
            <a:prstDash val="solid"/>
          </a:ln>
        </p:spPr>
      </p:sp>
      <p:sp>
        <p:nvSpPr>
          <p:cNvPr id="3480" name="data_3479">
            <a:extLst>
              <a:ext uri="{FF2B5EF4-FFF2-40B4-BE49-F238E27FC236}">
                <a16:creationId xmlns:a16="http://schemas.microsoft.com/office/drawing/2014/main" id="{8FAE3F48-3C18-45D3-98DE-9E7A8E51FE02}"/>
              </a:ext>
            </a:extLst>
          </p:cNvPr>
          <p:cNvSpPr>
            <a:spLocks/>
          </p:cNvSpPr>
          <p:nvPr/>
        </p:nvSpPr>
        <p:spPr>
          <a:xfrm>
            <a:off x="5989252" y="67867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2DF23"/>
          </a:solidFill>
          <a:ln w="3547">
            <a:solidFill>
              <a:srgbClr val="C2DF23"/>
            </a:solidFill>
            <a:prstDash val="solid"/>
          </a:ln>
        </p:spPr>
      </p:sp>
      <p:sp>
        <p:nvSpPr>
          <p:cNvPr id="3481" name="data_3480">
            <a:extLst>
              <a:ext uri="{FF2B5EF4-FFF2-40B4-BE49-F238E27FC236}">
                <a16:creationId xmlns:a16="http://schemas.microsoft.com/office/drawing/2014/main" id="{3E2B2F86-A8ED-485C-9286-A03E66398FCB}"/>
              </a:ext>
            </a:extLst>
          </p:cNvPr>
          <p:cNvSpPr>
            <a:spLocks/>
          </p:cNvSpPr>
          <p:nvPr/>
        </p:nvSpPr>
        <p:spPr>
          <a:xfrm>
            <a:off x="5989252" y="67794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C0DF25"/>
          </a:solidFill>
          <a:ln w="3547">
            <a:solidFill>
              <a:srgbClr val="C0DF25"/>
            </a:solidFill>
            <a:prstDash val="solid"/>
          </a:ln>
        </p:spPr>
      </p:sp>
      <p:sp>
        <p:nvSpPr>
          <p:cNvPr id="3482" name="data_3481">
            <a:extLst>
              <a:ext uri="{FF2B5EF4-FFF2-40B4-BE49-F238E27FC236}">
                <a16:creationId xmlns:a16="http://schemas.microsoft.com/office/drawing/2014/main" id="{2D6FCE3F-F046-4F03-9957-226FA37D533A}"/>
              </a:ext>
            </a:extLst>
          </p:cNvPr>
          <p:cNvSpPr>
            <a:spLocks/>
          </p:cNvSpPr>
          <p:nvPr/>
        </p:nvSpPr>
        <p:spPr>
          <a:xfrm>
            <a:off x="5989252" y="67721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DDF26"/>
          </a:solidFill>
          <a:ln w="3547">
            <a:solidFill>
              <a:srgbClr val="BDDF26"/>
            </a:solidFill>
            <a:prstDash val="solid"/>
          </a:ln>
        </p:spPr>
      </p:sp>
      <p:sp>
        <p:nvSpPr>
          <p:cNvPr id="3483" name="data_3482">
            <a:extLst>
              <a:ext uri="{FF2B5EF4-FFF2-40B4-BE49-F238E27FC236}">
                <a16:creationId xmlns:a16="http://schemas.microsoft.com/office/drawing/2014/main" id="{EAEABEC9-F151-4FBE-B7FF-35DE43B46F2B}"/>
              </a:ext>
            </a:extLst>
          </p:cNvPr>
          <p:cNvSpPr>
            <a:spLocks/>
          </p:cNvSpPr>
          <p:nvPr/>
        </p:nvSpPr>
        <p:spPr>
          <a:xfrm>
            <a:off x="5989252" y="67648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ADE28"/>
          </a:solidFill>
          <a:ln w="3547">
            <a:solidFill>
              <a:srgbClr val="BADE28"/>
            </a:solidFill>
            <a:prstDash val="solid"/>
          </a:ln>
        </p:spPr>
      </p:sp>
      <p:sp>
        <p:nvSpPr>
          <p:cNvPr id="3484" name="data_3483">
            <a:extLst>
              <a:ext uri="{FF2B5EF4-FFF2-40B4-BE49-F238E27FC236}">
                <a16:creationId xmlns:a16="http://schemas.microsoft.com/office/drawing/2014/main" id="{D8DFD9DA-5525-4953-BEB1-27B26D26207D}"/>
              </a:ext>
            </a:extLst>
          </p:cNvPr>
          <p:cNvSpPr>
            <a:spLocks/>
          </p:cNvSpPr>
          <p:nvPr/>
        </p:nvSpPr>
        <p:spPr>
          <a:xfrm>
            <a:off x="5989252" y="675750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8DE29"/>
          </a:solidFill>
          <a:ln w="3547">
            <a:solidFill>
              <a:srgbClr val="B8DE29"/>
            </a:solidFill>
            <a:prstDash val="solid"/>
          </a:ln>
        </p:spPr>
      </p:sp>
      <p:sp>
        <p:nvSpPr>
          <p:cNvPr id="3485" name="data_3484">
            <a:extLst>
              <a:ext uri="{FF2B5EF4-FFF2-40B4-BE49-F238E27FC236}">
                <a16:creationId xmlns:a16="http://schemas.microsoft.com/office/drawing/2014/main" id="{452603FC-6DBF-4725-A38C-89384A9FF5ED}"/>
              </a:ext>
            </a:extLst>
          </p:cNvPr>
          <p:cNvSpPr>
            <a:spLocks/>
          </p:cNvSpPr>
          <p:nvPr/>
        </p:nvSpPr>
        <p:spPr>
          <a:xfrm>
            <a:off x="5989252" y="67501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5DE2B"/>
          </a:solidFill>
          <a:ln w="3547">
            <a:solidFill>
              <a:srgbClr val="B5DE2B"/>
            </a:solidFill>
            <a:prstDash val="solid"/>
          </a:ln>
        </p:spPr>
      </p:sp>
      <p:sp>
        <p:nvSpPr>
          <p:cNvPr id="3486" name="data_3485">
            <a:extLst>
              <a:ext uri="{FF2B5EF4-FFF2-40B4-BE49-F238E27FC236}">
                <a16:creationId xmlns:a16="http://schemas.microsoft.com/office/drawing/2014/main" id="{185DB5B0-123D-40F8-B22E-0628F02379FE}"/>
              </a:ext>
            </a:extLst>
          </p:cNvPr>
          <p:cNvSpPr>
            <a:spLocks/>
          </p:cNvSpPr>
          <p:nvPr/>
        </p:nvSpPr>
        <p:spPr>
          <a:xfrm>
            <a:off x="5989252" y="67428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2DD2D"/>
          </a:solidFill>
          <a:ln w="3547">
            <a:solidFill>
              <a:srgbClr val="B2DD2D"/>
            </a:solidFill>
            <a:prstDash val="solid"/>
          </a:ln>
        </p:spPr>
      </p:sp>
      <p:sp>
        <p:nvSpPr>
          <p:cNvPr id="3487" name="data_3486">
            <a:extLst>
              <a:ext uri="{FF2B5EF4-FFF2-40B4-BE49-F238E27FC236}">
                <a16:creationId xmlns:a16="http://schemas.microsoft.com/office/drawing/2014/main" id="{BA322BA0-5A41-4EAB-B2BD-6E61BB4A12D1}"/>
              </a:ext>
            </a:extLst>
          </p:cNvPr>
          <p:cNvSpPr>
            <a:spLocks/>
          </p:cNvSpPr>
          <p:nvPr/>
        </p:nvSpPr>
        <p:spPr>
          <a:xfrm>
            <a:off x="5989252" y="67355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B0DD2F"/>
          </a:solidFill>
          <a:ln w="3547">
            <a:solidFill>
              <a:srgbClr val="B0DD2F"/>
            </a:solidFill>
            <a:prstDash val="solid"/>
          </a:ln>
        </p:spPr>
      </p:sp>
      <p:sp>
        <p:nvSpPr>
          <p:cNvPr id="3488" name="data_3487">
            <a:extLst>
              <a:ext uri="{FF2B5EF4-FFF2-40B4-BE49-F238E27FC236}">
                <a16:creationId xmlns:a16="http://schemas.microsoft.com/office/drawing/2014/main" id="{E5FB2BF3-7CEF-4D4F-9461-99E7A7B1DA28}"/>
              </a:ext>
            </a:extLst>
          </p:cNvPr>
          <p:cNvSpPr>
            <a:spLocks/>
          </p:cNvSpPr>
          <p:nvPr/>
        </p:nvSpPr>
        <p:spPr>
          <a:xfrm>
            <a:off x="5989252" y="67282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DDC30"/>
          </a:solidFill>
          <a:ln w="3547">
            <a:solidFill>
              <a:srgbClr val="ADDC30"/>
            </a:solidFill>
            <a:prstDash val="solid"/>
          </a:ln>
        </p:spPr>
      </p:sp>
      <p:sp>
        <p:nvSpPr>
          <p:cNvPr id="3489" name="data_3488">
            <a:extLst>
              <a:ext uri="{FF2B5EF4-FFF2-40B4-BE49-F238E27FC236}">
                <a16:creationId xmlns:a16="http://schemas.microsoft.com/office/drawing/2014/main" id="{A3590235-09F4-4251-94AE-F651F0E304F1}"/>
              </a:ext>
            </a:extLst>
          </p:cNvPr>
          <p:cNvSpPr>
            <a:spLocks/>
          </p:cNvSpPr>
          <p:nvPr/>
        </p:nvSpPr>
        <p:spPr>
          <a:xfrm>
            <a:off x="5989252" y="67208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ADC32"/>
          </a:solidFill>
          <a:ln w="3547">
            <a:solidFill>
              <a:srgbClr val="AADC32"/>
            </a:solidFill>
            <a:prstDash val="solid"/>
          </a:ln>
        </p:spPr>
      </p:sp>
      <p:sp>
        <p:nvSpPr>
          <p:cNvPr id="3490" name="data_3489">
            <a:extLst>
              <a:ext uri="{FF2B5EF4-FFF2-40B4-BE49-F238E27FC236}">
                <a16:creationId xmlns:a16="http://schemas.microsoft.com/office/drawing/2014/main" id="{6633F88F-B28E-4E6B-B8C5-9F92D930C908}"/>
              </a:ext>
            </a:extLst>
          </p:cNvPr>
          <p:cNvSpPr>
            <a:spLocks/>
          </p:cNvSpPr>
          <p:nvPr/>
        </p:nvSpPr>
        <p:spPr>
          <a:xfrm>
            <a:off x="5989252" y="67135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8DB34"/>
          </a:solidFill>
          <a:ln w="3547">
            <a:solidFill>
              <a:srgbClr val="A8DB34"/>
            </a:solidFill>
            <a:prstDash val="solid"/>
          </a:ln>
        </p:spPr>
      </p:sp>
      <p:sp>
        <p:nvSpPr>
          <p:cNvPr id="3491" name="data_3490">
            <a:extLst>
              <a:ext uri="{FF2B5EF4-FFF2-40B4-BE49-F238E27FC236}">
                <a16:creationId xmlns:a16="http://schemas.microsoft.com/office/drawing/2014/main" id="{F881CA82-6053-4FC9-B694-F5139615858C}"/>
              </a:ext>
            </a:extLst>
          </p:cNvPr>
          <p:cNvSpPr>
            <a:spLocks/>
          </p:cNvSpPr>
          <p:nvPr/>
        </p:nvSpPr>
        <p:spPr>
          <a:xfrm>
            <a:off x="5989252" y="67062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5DB36"/>
          </a:solidFill>
          <a:ln w="3547">
            <a:solidFill>
              <a:srgbClr val="A5DB36"/>
            </a:solidFill>
            <a:prstDash val="solid"/>
          </a:ln>
        </p:spPr>
      </p:sp>
      <p:sp>
        <p:nvSpPr>
          <p:cNvPr id="3492" name="data_3491">
            <a:extLst>
              <a:ext uri="{FF2B5EF4-FFF2-40B4-BE49-F238E27FC236}">
                <a16:creationId xmlns:a16="http://schemas.microsoft.com/office/drawing/2014/main" id="{6590B728-5221-47FD-85BB-8A42364D7237}"/>
              </a:ext>
            </a:extLst>
          </p:cNvPr>
          <p:cNvSpPr>
            <a:spLocks/>
          </p:cNvSpPr>
          <p:nvPr/>
        </p:nvSpPr>
        <p:spPr>
          <a:xfrm>
            <a:off x="5989252" y="66989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2DA37"/>
          </a:solidFill>
          <a:ln w="3547">
            <a:solidFill>
              <a:srgbClr val="A2DA37"/>
            </a:solidFill>
            <a:prstDash val="solid"/>
          </a:ln>
        </p:spPr>
      </p:sp>
      <p:sp>
        <p:nvSpPr>
          <p:cNvPr id="3493" name="data_3492">
            <a:extLst>
              <a:ext uri="{FF2B5EF4-FFF2-40B4-BE49-F238E27FC236}">
                <a16:creationId xmlns:a16="http://schemas.microsoft.com/office/drawing/2014/main" id="{778FBDFB-0C86-498B-A96D-52DBCBD68D88}"/>
              </a:ext>
            </a:extLst>
          </p:cNvPr>
          <p:cNvSpPr>
            <a:spLocks/>
          </p:cNvSpPr>
          <p:nvPr/>
        </p:nvSpPr>
        <p:spPr>
          <a:xfrm>
            <a:off x="5989252" y="66916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A0DA39"/>
          </a:solidFill>
          <a:ln w="3547">
            <a:solidFill>
              <a:srgbClr val="A0DA39"/>
            </a:solidFill>
            <a:prstDash val="solid"/>
          </a:ln>
        </p:spPr>
      </p:sp>
      <p:sp>
        <p:nvSpPr>
          <p:cNvPr id="3494" name="data_3493">
            <a:extLst>
              <a:ext uri="{FF2B5EF4-FFF2-40B4-BE49-F238E27FC236}">
                <a16:creationId xmlns:a16="http://schemas.microsoft.com/office/drawing/2014/main" id="{7F07EAA3-FAED-4EB2-9B75-825B353960F5}"/>
              </a:ext>
            </a:extLst>
          </p:cNvPr>
          <p:cNvSpPr>
            <a:spLocks/>
          </p:cNvSpPr>
          <p:nvPr/>
        </p:nvSpPr>
        <p:spPr>
          <a:xfrm>
            <a:off x="5989252" y="66842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DD93B"/>
          </a:solidFill>
          <a:ln w="3547">
            <a:solidFill>
              <a:srgbClr val="9DD93B"/>
            </a:solidFill>
            <a:prstDash val="solid"/>
          </a:ln>
        </p:spPr>
      </p:sp>
      <p:sp>
        <p:nvSpPr>
          <p:cNvPr id="3495" name="data_3494">
            <a:extLst>
              <a:ext uri="{FF2B5EF4-FFF2-40B4-BE49-F238E27FC236}">
                <a16:creationId xmlns:a16="http://schemas.microsoft.com/office/drawing/2014/main" id="{777E5FA4-1540-4765-ADAA-FCAD405AABD2}"/>
              </a:ext>
            </a:extLst>
          </p:cNvPr>
          <p:cNvSpPr>
            <a:spLocks/>
          </p:cNvSpPr>
          <p:nvPr/>
        </p:nvSpPr>
        <p:spPr>
          <a:xfrm>
            <a:off x="5989252" y="66769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BD93C"/>
          </a:solidFill>
          <a:ln w="3547">
            <a:solidFill>
              <a:srgbClr val="9BD93C"/>
            </a:solidFill>
            <a:prstDash val="solid"/>
          </a:ln>
        </p:spPr>
      </p:sp>
      <p:sp>
        <p:nvSpPr>
          <p:cNvPr id="3496" name="data_3495">
            <a:extLst>
              <a:ext uri="{FF2B5EF4-FFF2-40B4-BE49-F238E27FC236}">
                <a16:creationId xmlns:a16="http://schemas.microsoft.com/office/drawing/2014/main" id="{F21C5FD4-7EA8-4531-ACC5-BF3CE4DE1CB9}"/>
              </a:ext>
            </a:extLst>
          </p:cNvPr>
          <p:cNvSpPr>
            <a:spLocks/>
          </p:cNvSpPr>
          <p:nvPr/>
        </p:nvSpPr>
        <p:spPr>
          <a:xfrm>
            <a:off x="5989252" y="66696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8D83E"/>
          </a:solidFill>
          <a:ln w="3547">
            <a:solidFill>
              <a:srgbClr val="98D83E"/>
            </a:solidFill>
            <a:prstDash val="solid"/>
          </a:ln>
        </p:spPr>
      </p:sp>
      <p:sp>
        <p:nvSpPr>
          <p:cNvPr id="3497" name="data_3496">
            <a:extLst>
              <a:ext uri="{FF2B5EF4-FFF2-40B4-BE49-F238E27FC236}">
                <a16:creationId xmlns:a16="http://schemas.microsoft.com/office/drawing/2014/main" id="{EC70ECB4-5E9D-47FB-BEED-B668F0C1CB52}"/>
              </a:ext>
            </a:extLst>
          </p:cNvPr>
          <p:cNvSpPr>
            <a:spLocks/>
          </p:cNvSpPr>
          <p:nvPr/>
        </p:nvSpPr>
        <p:spPr>
          <a:xfrm>
            <a:off x="5989252" y="66623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5D840"/>
          </a:solidFill>
          <a:ln w="3547">
            <a:solidFill>
              <a:srgbClr val="95D840"/>
            </a:solidFill>
            <a:prstDash val="solid"/>
          </a:ln>
        </p:spPr>
      </p:sp>
      <p:sp>
        <p:nvSpPr>
          <p:cNvPr id="3498" name="data_3497">
            <a:extLst>
              <a:ext uri="{FF2B5EF4-FFF2-40B4-BE49-F238E27FC236}">
                <a16:creationId xmlns:a16="http://schemas.microsoft.com/office/drawing/2014/main" id="{99458D87-8034-4740-9DC0-C91ECF43E894}"/>
              </a:ext>
            </a:extLst>
          </p:cNvPr>
          <p:cNvSpPr>
            <a:spLocks/>
          </p:cNvSpPr>
          <p:nvPr/>
        </p:nvSpPr>
        <p:spPr>
          <a:xfrm>
            <a:off x="5989252" y="66549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3D741"/>
          </a:solidFill>
          <a:ln w="3547">
            <a:solidFill>
              <a:srgbClr val="93D741"/>
            </a:solidFill>
            <a:prstDash val="solid"/>
          </a:ln>
        </p:spPr>
      </p:sp>
      <p:sp>
        <p:nvSpPr>
          <p:cNvPr id="3499" name="data_3498">
            <a:extLst>
              <a:ext uri="{FF2B5EF4-FFF2-40B4-BE49-F238E27FC236}">
                <a16:creationId xmlns:a16="http://schemas.microsoft.com/office/drawing/2014/main" id="{1B619CBB-04F0-433A-B618-B6F6A97565E5}"/>
              </a:ext>
            </a:extLst>
          </p:cNvPr>
          <p:cNvSpPr>
            <a:spLocks/>
          </p:cNvSpPr>
          <p:nvPr/>
        </p:nvSpPr>
        <p:spPr>
          <a:xfrm>
            <a:off x="5989252" y="66476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90D743"/>
          </a:solidFill>
          <a:ln w="3547">
            <a:solidFill>
              <a:srgbClr val="90D743"/>
            </a:solidFill>
            <a:prstDash val="solid"/>
          </a:ln>
        </p:spPr>
      </p:sp>
      <p:sp>
        <p:nvSpPr>
          <p:cNvPr id="3500" name="data_3499">
            <a:extLst>
              <a:ext uri="{FF2B5EF4-FFF2-40B4-BE49-F238E27FC236}">
                <a16:creationId xmlns:a16="http://schemas.microsoft.com/office/drawing/2014/main" id="{B0EDA9CB-9A82-4321-BCF5-E6DDF90BBEA7}"/>
              </a:ext>
            </a:extLst>
          </p:cNvPr>
          <p:cNvSpPr>
            <a:spLocks/>
          </p:cNvSpPr>
          <p:nvPr/>
        </p:nvSpPr>
        <p:spPr>
          <a:xfrm>
            <a:off x="5989252" y="664035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ED645"/>
          </a:solidFill>
          <a:ln w="3547">
            <a:solidFill>
              <a:srgbClr val="8ED645"/>
            </a:solidFill>
            <a:prstDash val="solid"/>
          </a:ln>
        </p:spPr>
      </p:sp>
      <p:sp>
        <p:nvSpPr>
          <p:cNvPr id="3501" name="data_3500">
            <a:extLst>
              <a:ext uri="{FF2B5EF4-FFF2-40B4-BE49-F238E27FC236}">
                <a16:creationId xmlns:a16="http://schemas.microsoft.com/office/drawing/2014/main" id="{28FD2A66-3437-43AC-BCD8-0408B6379F06}"/>
              </a:ext>
            </a:extLst>
          </p:cNvPr>
          <p:cNvSpPr>
            <a:spLocks/>
          </p:cNvSpPr>
          <p:nvPr/>
        </p:nvSpPr>
        <p:spPr>
          <a:xfrm>
            <a:off x="5989252" y="66330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BD646"/>
          </a:solidFill>
          <a:ln w="3547">
            <a:solidFill>
              <a:srgbClr val="8BD646"/>
            </a:solidFill>
            <a:prstDash val="solid"/>
          </a:ln>
        </p:spPr>
      </p:sp>
      <p:sp>
        <p:nvSpPr>
          <p:cNvPr id="3502" name="data_3501">
            <a:extLst>
              <a:ext uri="{FF2B5EF4-FFF2-40B4-BE49-F238E27FC236}">
                <a16:creationId xmlns:a16="http://schemas.microsoft.com/office/drawing/2014/main" id="{A4D76EC9-77D9-468E-BAC7-E76947E699F8}"/>
              </a:ext>
            </a:extLst>
          </p:cNvPr>
          <p:cNvSpPr>
            <a:spLocks/>
          </p:cNvSpPr>
          <p:nvPr/>
        </p:nvSpPr>
        <p:spPr>
          <a:xfrm>
            <a:off x="5989252" y="66257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9D548"/>
          </a:solidFill>
          <a:ln w="3547">
            <a:solidFill>
              <a:srgbClr val="89D548"/>
            </a:solidFill>
            <a:prstDash val="solid"/>
          </a:ln>
        </p:spPr>
      </p:sp>
      <p:sp>
        <p:nvSpPr>
          <p:cNvPr id="3503" name="data_3502">
            <a:extLst>
              <a:ext uri="{FF2B5EF4-FFF2-40B4-BE49-F238E27FC236}">
                <a16:creationId xmlns:a16="http://schemas.microsoft.com/office/drawing/2014/main" id="{BB90E730-8285-4695-AD9B-F503B9181F5C}"/>
              </a:ext>
            </a:extLst>
          </p:cNvPr>
          <p:cNvSpPr>
            <a:spLocks/>
          </p:cNvSpPr>
          <p:nvPr/>
        </p:nvSpPr>
        <p:spPr>
          <a:xfrm>
            <a:off x="5989252" y="66183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6D549"/>
          </a:solidFill>
          <a:ln w="3547">
            <a:solidFill>
              <a:srgbClr val="86D549"/>
            </a:solidFill>
            <a:prstDash val="solid"/>
          </a:ln>
        </p:spPr>
      </p:sp>
      <p:sp>
        <p:nvSpPr>
          <p:cNvPr id="3504" name="data_3503">
            <a:extLst>
              <a:ext uri="{FF2B5EF4-FFF2-40B4-BE49-F238E27FC236}">
                <a16:creationId xmlns:a16="http://schemas.microsoft.com/office/drawing/2014/main" id="{9825CBC0-D65B-4EA6-B7AD-E983CADC3778}"/>
              </a:ext>
            </a:extLst>
          </p:cNvPr>
          <p:cNvSpPr>
            <a:spLocks/>
          </p:cNvSpPr>
          <p:nvPr/>
        </p:nvSpPr>
        <p:spPr>
          <a:xfrm>
            <a:off x="5989252" y="66110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4D44B"/>
          </a:solidFill>
          <a:ln w="3547">
            <a:solidFill>
              <a:srgbClr val="84D44B"/>
            </a:solidFill>
            <a:prstDash val="solid"/>
          </a:ln>
        </p:spPr>
      </p:sp>
      <p:sp>
        <p:nvSpPr>
          <p:cNvPr id="3505" name="data_3504">
            <a:extLst>
              <a:ext uri="{FF2B5EF4-FFF2-40B4-BE49-F238E27FC236}">
                <a16:creationId xmlns:a16="http://schemas.microsoft.com/office/drawing/2014/main" id="{AE7C2B19-AFFF-4AAD-B032-BC0FDD5B52BA}"/>
              </a:ext>
            </a:extLst>
          </p:cNvPr>
          <p:cNvSpPr>
            <a:spLocks/>
          </p:cNvSpPr>
          <p:nvPr/>
        </p:nvSpPr>
        <p:spPr>
          <a:xfrm>
            <a:off x="5989252" y="66037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81D34D"/>
          </a:solidFill>
          <a:ln w="3547">
            <a:solidFill>
              <a:srgbClr val="81D34D"/>
            </a:solidFill>
            <a:prstDash val="solid"/>
          </a:ln>
        </p:spPr>
      </p:sp>
      <p:sp>
        <p:nvSpPr>
          <p:cNvPr id="3506" name="data_3505">
            <a:extLst>
              <a:ext uri="{FF2B5EF4-FFF2-40B4-BE49-F238E27FC236}">
                <a16:creationId xmlns:a16="http://schemas.microsoft.com/office/drawing/2014/main" id="{0CFA559C-1CB4-423E-901F-7E213C835470}"/>
              </a:ext>
            </a:extLst>
          </p:cNvPr>
          <p:cNvSpPr>
            <a:spLocks/>
          </p:cNvSpPr>
          <p:nvPr/>
        </p:nvSpPr>
        <p:spPr>
          <a:xfrm>
            <a:off x="5989252" y="65964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FD34E"/>
          </a:solidFill>
          <a:ln w="3547">
            <a:solidFill>
              <a:srgbClr val="7FD34E"/>
            </a:solidFill>
            <a:prstDash val="solid"/>
          </a:ln>
        </p:spPr>
      </p:sp>
      <p:sp>
        <p:nvSpPr>
          <p:cNvPr id="3507" name="data_3506">
            <a:extLst>
              <a:ext uri="{FF2B5EF4-FFF2-40B4-BE49-F238E27FC236}">
                <a16:creationId xmlns:a16="http://schemas.microsoft.com/office/drawing/2014/main" id="{B6290D4C-0205-467C-BBA1-50C2733A5CFA}"/>
              </a:ext>
            </a:extLst>
          </p:cNvPr>
          <p:cNvSpPr>
            <a:spLocks/>
          </p:cNvSpPr>
          <p:nvPr/>
        </p:nvSpPr>
        <p:spPr>
          <a:xfrm>
            <a:off x="5989252" y="65891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CD250"/>
          </a:solidFill>
          <a:ln w="3547">
            <a:solidFill>
              <a:srgbClr val="7CD250"/>
            </a:solidFill>
            <a:prstDash val="solid"/>
          </a:ln>
        </p:spPr>
      </p:sp>
      <p:sp>
        <p:nvSpPr>
          <p:cNvPr id="3508" name="data_3507">
            <a:extLst>
              <a:ext uri="{FF2B5EF4-FFF2-40B4-BE49-F238E27FC236}">
                <a16:creationId xmlns:a16="http://schemas.microsoft.com/office/drawing/2014/main" id="{7F1EDB8A-265E-4DEC-8C90-CB9D9847F6D3}"/>
              </a:ext>
            </a:extLst>
          </p:cNvPr>
          <p:cNvSpPr>
            <a:spLocks/>
          </p:cNvSpPr>
          <p:nvPr/>
        </p:nvSpPr>
        <p:spPr>
          <a:xfrm>
            <a:off x="5989252" y="65817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AD151"/>
          </a:solidFill>
          <a:ln w="3547">
            <a:solidFill>
              <a:srgbClr val="7AD151"/>
            </a:solidFill>
            <a:prstDash val="solid"/>
          </a:ln>
        </p:spPr>
      </p:sp>
      <p:sp>
        <p:nvSpPr>
          <p:cNvPr id="3509" name="data_3508">
            <a:extLst>
              <a:ext uri="{FF2B5EF4-FFF2-40B4-BE49-F238E27FC236}">
                <a16:creationId xmlns:a16="http://schemas.microsoft.com/office/drawing/2014/main" id="{8BBB88E8-D490-48A4-8D63-F56CEF110CE0}"/>
              </a:ext>
            </a:extLst>
          </p:cNvPr>
          <p:cNvSpPr>
            <a:spLocks/>
          </p:cNvSpPr>
          <p:nvPr/>
        </p:nvSpPr>
        <p:spPr>
          <a:xfrm>
            <a:off x="5989252" y="65744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7D153"/>
          </a:solidFill>
          <a:ln w="3547">
            <a:solidFill>
              <a:srgbClr val="77D153"/>
            </a:solidFill>
            <a:prstDash val="solid"/>
          </a:ln>
        </p:spPr>
      </p:sp>
      <p:sp>
        <p:nvSpPr>
          <p:cNvPr id="3510" name="data_3509">
            <a:extLst>
              <a:ext uri="{FF2B5EF4-FFF2-40B4-BE49-F238E27FC236}">
                <a16:creationId xmlns:a16="http://schemas.microsoft.com/office/drawing/2014/main" id="{744288D1-EC7C-40BF-8AA0-A33380BC63B6}"/>
              </a:ext>
            </a:extLst>
          </p:cNvPr>
          <p:cNvSpPr>
            <a:spLocks/>
          </p:cNvSpPr>
          <p:nvPr/>
        </p:nvSpPr>
        <p:spPr>
          <a:xfrm>
            <a:off x="5989252" y="65671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5D054"/>
          </a:solidFill>
          <a:ln w="3547">
            <a:solidFill>
              <a:srgbClr val="75D054"/>
            </a:solidFill>
            <a:prstDash val="solid"/>
          </a:ln>
        </p:spPr>
      </p:sp>
      <p:sp>
        <p:nvSpPr>
          <p:cNvPr id="3511" name="data_3510">
            <a:extLst>
              <a:ext uri="{FF2B5EF4-FFF2-40B4-BE49-F238E27FC236}">
                <a16:creationId xmlns:a16="http://schemas.microsoft.com/office/drawing/2014/main" id="{64DAE34B-0434-45D4-BFE7-4C5D50F0A794}"/>
              </a:ext>
            </a:extLst>
          </p:cNvPr>
          <p:cNvSpPr>
            <a:spLocks/>
          </p:cNvSpPr>
          <p:nvPr/>
        </p:nvSpPr>
        <p:spPr>
          <a:xfrm>
            <a:off x="5989252" y="65598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3D056"/>
          </a:solidFill>
          <a:ln w="3547">
            <a:solidFill>
              <a:srgbClr val="73D056"/>
            </a:solidFill>
            <a:prstDash val="solid"/>
          </a:ln>
        </p:spPr>
      </p:sp>
      <p:sp>
        <p:nvSpPr>
          <p:cNvPr id="3512" name="data_3511">
            <a:extLst>
              <a:ext uri="{FF2B5EF4-FFF2-40B4-BE49-F238E27FC236}">
                <a16:creationId xmlns:a16="http://schemas.microsoft.com/office/drawing/2014/main" id="{3D15FECD-0AB6-4B0C-9304-D05AF20B4C7E}"/>
              </a:ext>
            </a:extLst>
          </p:cNvPr>
          <p:cNvSpPr>
            <a:spLocks/>
          </p:cNvSpPr>
          <p:nvPr/>
        </p:nvSpPr>
        <p:spPr>
          <a:xfrm>
            <a:off x="5989252" y="65524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70CF57"/>
          </a:solidFill>
          <a:ln w="3547">
            <a:solidFill>
              <a:srgbClr val="70CF57"/>
            </a:solidFill>
            <a:prstDash val="solid"/>
          </a:ln>
        </p:spPr>
      </p:sp>
      <p:sp>
        <p:nvSpPr>
          <p:cNvPr id="3513" name="data_3512">
            <a:extLst>
              <a:ext uri="{FF2B5EF4-FFF2-40B4-BE49-F238E27FC236}">
                <a16:creationId xmlns:a16="http://schemas.microsoft.com/office/drawing/2014/main" id="{F45C5406-4ED4-45F4-BE37-7FF0CBB3E389}"/>
              </a:ext>
            </a:extLst>
          </p:cNvPr>
          <p:cNvSpPr>
            <a:spLocks/>
          </p:cNvSpPr>
          <p:nvPr/>
        </p:nvSpPr>
        <p:spPr>
          <a:xfrm>
            <a:off x="5989252" y="65451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ECE58"/>
          </a:solidFill>
          <a:ln w="3547">
            <a:solidFill>
              <a:srgbClr val="6ECE58"/>
            </a:solidFill>
            <a:prstDash val="solid"/>
          </a:ln>
        </p:spPr>
      </p:sp>
      <p:sp>
        <p:nvSpPr>
          <p:cNvPr id="3514" name="data_3513">
            <a:extLst>
              <a:ext uri="{FF2B5EF4-FFF2-40B4-BE49-F238E27FC236}">
                <a16:creationId xmlns:a16="http://schemas.microsoft.com/office/drawing/2014/main" id="{DB9635DD-0DDE-444F-9323-688D9C3EE0EE}"/>
              </a:ext>
            </a:extLst>
          </p:cNvPr>
          <p:cNvSpPr>
            <a:spLocks/>
          </p:cNvSpPr>
          <p:nvPr/>
        </p:nvSpPr>
        <p:spPr>
          <a:xfrm>
            <a:off x="5989252" y="65378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CCD5A"/>
          </a:solidFill>
          <a:ln w="3547">
            <a:solidFill>
              <a:srgbClr val="6CCD5A"/>
            </a:solidFill>
            <a:prstDash val="solid"/>
          </a:ln>
        </p:spPr>
      </p:sp>
      <p:sp>
        <p:nvSpPr>
          <p:cNvPr id="3515" name="data_3514">
            <a:extLst>
              <a:ext uri="{FF2B5EF4-FFF2-40B4-BE49-F238E27FC236}">
                <a16:creationId xmlns:a16="http://schemas.microsoft.com/office/drawing/2014/main" id="{AA64CA89-A442-4D51-9AE0-8774F72BFA50}"/>
              </a:ext>
            </a:extLst>
          </p:cNvPr>
          <p:cNvSpPr>
            <a:spLocks/>
          </p:cNvSpPr>
          <p:nvPr/>
        </p:nvSpPr>
        <p:spPr>
          <a:xfrm>
            <a:off x="5989252" y="65305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9CD5B"/>
          </a:solidFill>
          <a:ln w="3547">
            <a:solidFill>
              <a:srgbClr val="69CD5B"/>
            </a:solidFill>
            <a:prstDash val="solid"/>
          </a:ln>
        </p:spPr>
      </p:sp>
      <p:sp>
        <p:nvSpPr>
          <p:cNvPr id="3516" name="data_3515">
            <a:extLst>
              <a:ext uri="{FF2B5EF4-FFF2-40B4-BE49-F238E27FC236}">
                <a16:creationId xmlns:a16="http://schemas.microsoft.com/office/drawing/2014/main" id="{3FE3571E-6589-4402-86DD-231B2BDD423C}"/>
              </a:ext>
            </a:extLst>
          </p:cNvPr>
          <p:cNvSpPr>
            <a:spLocks/>
          </p:cNvSpPr>
          <p:nvPr/>
        </p:nvSpPr>
        <p:spPr>
          <a:xfrm>
            <a:off x="5989252" y="652320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7CC5C"/>
          </a:solidFill>
          <a:ln w="3547">
            <a:solidFill>
              <a:srgbClr val="67CC5C"/>
            </a:solidFill>
            <a:prstDash val="solid"/>
          </a:ln>
        </p:spPr>
      </p:sp>
      <p:sp>
        <p:nvSpPr>
          <p:cNvPr id="3517" name="data_3516">
            <a:extLst>
              <a:ext uri="{FF2B5EF4-FFF2-40B4-BE49-F238E27FC236}">
                <a16:creationId xmlns:a16="http://schemas.microsoft.com/office/drawing/2014/main" id="{9958D45D-0D49-486C-9ED7-3F15F235E920}"/>
              </a:ext>
            </a:extLst>
          </p:cNvPr>
          <p:cNvSpPr>
            <a:spLocks/>
          </p:cNvSpPr>
          <p:nvPr/>
        </p:nvSpPr>
        <p:spPr>
          <a:xfrm>
            <a:off x="5989252" y="65158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5CB5E"/>
          </a:solidFill>
          <a:ln w="3547">
            <a:solidFill>
              <a:srgbClr val="65CB5E"/>
            </a:solidFill>
            <a:prstDash val="solid"/>
          </a:ln>
        </p:spPr>
      </p:sp>
      <p:sp>
        <p:nvSpPr>
          <p:cNvPr id="3518" name="data_3517">
            <a:extLst>
              <a:ext uri="{FF2B5EF4-FFF2-40B4-BE49-F238E27FC236}">
                <a16:creationId xmlns:a16="http://schemas.microsoft.com/office/drawing/2014/main" id="{3E56D162-E598-41E3-9C56-8205CD6382E4}"/>
              </a:ext>
            </a:extLst>
          </p:cNvPr>
          <p:cNvSpPr>
            <a:spLocks/>
          </p:cNvSpPr>
          <p:nvPr/>
        </p:nvSpPr>
        <p:spPr>
          <a:xfrm>
            <a:off x="5989252" y="65085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3CB5F"/>
          </a:solidFill>
          <a:ln w="3547">
            <a:solidFill>
              <a:srgbClr val="63CB5F"/>
            </a:solidFill>
            <a:prstDash val="solid"/>
          </a:ln>
        </p:spPr>
      </p:sp>
      <p:sp>
        <p:nvSpPr>
          <p:cNvPr id="3519" name="data_3518">
            <a:extLst>
              <a:ext uri="{FF2B5EF4-FFF2-40B4-BE49-F238E27FC236}">
                <a16:creationId xmlns:a16="http://schemas.microsoft.com/office/drawing/2014/main" id="{12C826F2-745B-4E85-A47F-7D8493D5368B}"/>
              </a:ext>
            </a:extLst>
          </p:cNvPr>
          <p:cNvSpPr>
            <a:spLocks/>
          </p:cNvSpPr>
          <p:nvPr/>
        </p:nvSpPr>
        <p:spPr>
          <a:xfrm>
            <a:off x="5989252" y="65012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60CA60"/>
          </a:solidFill>
          <a:ln w="3547">
            <a:solidFill>
              <a:srgbClr val="60CA60"/>
            </a:solidFill>
            <a:prstDash val="solid"/>
          </a:ln>
        </p:spPr>
      </p:sp>
      <p:sp>
        <p:nvSpPr>
          <p:cNvPr id="3520" name="data_3519">
            <a:extLst>
              <a:ext uri="{FF2B5EF4-FFF2-40B4-BE49-F238E27FC236}">
                <a16:creationId xmlns:a16="http://schemas.microsoft.com/office/drawing/2014/main" id="{F5C2EE86-7D65-4F18-96BB-A92F06E46949}"/>
              </a:ext>
            </a:extLst>
          </p:cNvPr>
          <p:cNvSpPr>
            <a:spLocks/>
          </p:cNvSpPr>
          <p:nvPr/>
        </p:nvSpPr>
        <p:spPr>
          <a:xfrm>
            <a:off x="5989252" y="64939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EC962"/>
          </a:solidFill>
          <a:ln w="3547">
            <a:solidFill>
              <a:srgbClr val="5EC962"/>
            </a:solidFill>
            <a:prstDash val="solid"/>
          </a:ln>
        </p:spPr>
      </p:sp>
      <p:sp>
        <p:nvSpPr>
          <p:cNvPr id="3521" name="data_3520">
            <a:extLst>
              <a:ext uri="{FF2B5EF4-FFF2-40B4-BE49-F238E27FC236}">
                <a16:creationId xmlns:a16="http://schemas.microsoft.com/office/drawing/2014/main" id="{704B0323-496C-41C5-8B76-C89B094993FA}"/>
              </a:ext>
            </a:extLst>
          </p:cNvPr>
          <p:cNvSpPr>
            <a:spLocks/>
          </p:cNvSpPr>
          <p:nvPr/>
        </p:nvSpPr>
        <p:spPr>
          <a:xfrm>
            <a:off x="5989252" y="64865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CC863"/>
          </a:solidFill>
          <a:ln w="3547">
            <a:solidFill>
              <a:srgbClr val="5CC863"/>
            </a:solidFill>
            <a:prstDash val="solid"/>
          </a:ln>
        </p:spPr>
      </p:sp>
      <p:sp>
        <p:nvSpPr>
          <p:cNvPr id="3522" name="data_3521">
            <a:extLst>
              <a:ext uri="{FF2B5EF4-FFF2-40B4-BE49-F238E27FC236}">
                <a16:creationId xmlns:a16="http://schemas.microsoft.com/office/drawing/2014/main" id="{30F57292-82C2-44C8-BEE4-9E2CCE3983C3}"/>
              </a:ext>
            </a:extLst>
          </p:cNvPr>
          <p:cNvSpPr>
            <a:spLocks/>
          </p:cNvSpPr>
          <p:nvPr/>
        </p:nvSpPr>
        <p:spPr>
          <a:xfrm>
            <a:off x="5989252" y="64792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AC864"/>
          </a:solidFill>
          <a:ln w="3547">
            <a:solidFill>
              <a:srgbClr val="5AC864"/>
            </a:solidFill>
            <a:prstDash val="solid"/>
          </a:ln>
        </p:spPr>
      </p:sp>
      <p:sp>
        <p:nvSpPr>
          <p:cNvPr id="3523" name="data_3522">
            <a:extLst>
              <a:ext uri="{FF2B5EF4-FFF2-40B4-BE49-F238E27FC236}">
                <a16:creationId xmlns:a16="http://schemas.microsoft.com/office/drawing/2014/main" id="{CBD1C035-3956-47D4-A544-07D27D0A858B}"/>
              </a:ext>
            </a:extLst>
          </p:cNvPr>
          <p:cNvSpPr>
            <a:spLocks/>
          </p:cNvSpPr>
          <p:nvPr/>
        </p:nvSpPr>
        <p:spPr>
          <a:xfrm>
            <a:off x="5989252" y="64719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8C765"/>
          </a:solidFill>
          <a:ln w="3547">
            <a:solidFill>
              <a:srgbClr val="58C765"/>
            </a:solidFill>
            <a:prstDash val="solid"/>
          </a:ln>
        </p:spPr>
      </p:sp>
      <p:sp>
        <p:nvSpPr>
          <p:cNvPr id="3524" name="data_3523">
            <a:extLst>
              <a:ext uri="{FF2B5EF4-FFF2-40B4-BE49-F238E27FC236}">
                <a16:creationId xmlns:a16="http://schemas.microsoft.com/office/drawing/2014/main" id="{3173C2E9-31BD-472A-8DFF-3019FBE14A03}"/>
              </a:ext>
            </a:extLst>
          </p:cNvPr>
          <p:cNvSpPr>
            <a:spLocks/>
          </p:cNvSpPr>
          <p:nvPr/>
        </p:nvSpPr>
        <p:spPr>
          <a:xfrm>
            <a:off x="5989252" y="64646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6C667"/>
          </a:solidFill>
          <a:ln w="3547">
            <a:solidFill>
              <a:srgbClr val="56C667"/>
            </a:solidFill>
            <a:prstDash val="solid"/>
          </a:ln>
        </p:spPr>
      </p:sp>
      <p:sp>
        <p:nvSpPr>
          <p:cNvPr id="3525" name="data_3524">
            <a:extLst>
              <a:ext uri="{FF2B5EF4-FFF2-40B4-BE49-F238E27FC236}">
                <a16:creationId xmlns:a16="http://schemas.microsoft.com/office/drawing/2014/main" id="{64075706-F5C8-44E0-816F-CD3B4693B7FF}"/>
              </a:ext>
            </a:extLst>
          </p:cNvPr>
          <p:cNvSpPr>
            <a:spLocks/>
          </p:cNvSpPr>
          <p:nvPr/>
        </p:nvSpPr>
        <p:spPr>
          <a:xfrm>
            <a:off x="5989252" y="64573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4C568"/>
          </a:solidFill>
          <a:ln w="3547">
            <a:solidFill>
              <a:srgbClr val="54C568"/>
            </a:solidFill>
            <a:prstDash val="solid"/>
          </a:ln>
        </p:spPr>
      </p:sp>
      <p:sp>
        <p:nvSpPr>
          <p:cNvPr id="3526" name="data_3525">
            <a:extLst>
              <a:ext uri="{FF2B5EF4-FFF2-40B4-BE49-F238E27FC236}">
                <a16:creationId xmlns:a16="http://schemas.microsoft.com/office/drawing/2014/main" id="{655DD95E-A5B6-4EFE-83CE-3977B1234899}"/>
              </a:ext>
            </a:extLst>
          </p:cNvPr>
          <p:cNvSpPr>
            <a:spLocks/>
          </p:cNvSpPr>
          <p:nvPr/>
        </p:nvSpPr>
        <p:spPr>
          <a:xfrm>
            <a:off x="5989252" y="64499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2C569"/>
          </a:solidFill>
          <a:ln w="3547">
            <a:solidFill>
              <a:srgbClr val="52C569"/>
            </a:solidFill>
            <a:prstDash val="solid"/>
          </a:ln>
        </p:spPr>
      </p:sp>
      <p:sp>
        <p:nvSpPr>
          <p:cNvPr id="3527" name="data_3526">
            <a:extLst>
              <a:ext uri="{FF2B5EF4-FFF2-40B4-BE49-F238E27FC236}">
                <a16:creationId xmlns:a16="http://schemas.microsoft.com/office/drawing/2014/main" id="{6AA109FC-73C4-4064-A4C6-78047C8A7790}"/>
              </a:ext>
            </a:extLst>
          </p:cNvPr>
          <p:cNvSpPr>
            <a:spLocks/>
          </p:cNvSpPr>
          <p:nvPr/>
        </p:nvSpPr>
        <p:spPr>
          <a:xfrm>
            <a:off x="5989252" y="644266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50C46A"/>
          </a:solidFill>
          <a:ln w="3547">
            <a:solidFill>
              <a:srgbClr val="50C46A"/>
            </a:solidFill>
            <a:prstDash val="solid"/>
          </a:ln>
        </p:spPr>
      </p:sp>
      <p:sp>
        <p:nvSpPr>
          <p:cNvPr id="3528" name="data_3527">
            <a:extLst>
              <a:ext uri="{FF2B5EF4-FFF2-40B4-BE49-F238E27FC236}">
                <a16:creationId xmlns:a16="http://schemas.microsoft.com/office/drawing/2014/main" id="{7EAEF178-9E7F-4A8B-8F81-48726992D830}"/>
              </a:ext>
            </a:extLst>
          </p:cNvPr>
          <p:cNvSpPr>
            <a:spLocks/>
          </p:cNvSpPr>
          <p:nvPr/>
        </p:nvSpPr>
        <p:spPr>
          <a:xfrm>
            <a:off x="5989252" y="643534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EC36B"/>
          </a:solidFill>
          <a:ln w="3547">
            <a:solidFill>
              <a:srgbClr val="4EC36B"/>
            </a:solidFill>
            <a:prstDash val="solid"/>
          </a:ln>
        </p:spPr>
      </p:sp>
      <p:sp>
        <p:nvSpPr>
          <p:cNvPr id="3529" name="data_3528">
            <a:extLst>
              <a:ext uri="{FF2B5EF4-FFF2-40B4-BE49-F238E27FC236}">
                <a16:creationId xmlns:a16="http://schemas.microsoft.com/office/drawing/2014/main" id="{0ED5B4D4-60AB-4B2A-A516-012CDF75089A}"/>
              </a:ext>
            </a:extLst>
          </p:cNvPr>
          <p:cNvSpPr>
            <a:spLocks/>
          </p:cNvSpPr>
          <p:nvPr/>
        </p:nvSpPr>
        <p:spPr>
          <a:xfrm>
            <a:off x="5989252" y="64280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CC26C"/>
          </a:solidFill>
          <a:ln w="3547">
            <a:solidFill>
              <a:srgbClr val="4CC26C"/>
            </a:solidFill>
            <a:prstDash val="solid"/>
          </a:ln>
        </p:spPr>
      </p:sp>
      <p:sp>
        <p:nvSpPr>
          <p:cNvPr id="3530" name="data_3529">
            <a:extLst>
              <a:ext uri="{FF2B5EF4-FFF2-40B4-BE49-F238E27FC236}">
                <a16:creationId xmlns:a16="http://schemas.microsoft.com/office/drawing/2014/main" id="{0F585585-3615-4B51-85EF-BAFD44E32798}"/>
              </a:ext>
            </a:extLst>
          </p:cNvPr>
          <p:cNvSpPr>
            <a:spLocks/>
          </p:cNvSpPr>
          <p:nvPr/>
        </p:nvSpPr>
        <p:spPr>
          <a:xfrm>
            <a:off x="5989252" y="64207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AC16D"/>
          </a:solidFill>
          <a:ln w="3547">
            <a:solidFill>
              <a:srgbClr val="4AC16D"/>
            </a:solidFill>
            <a:prstDash val="solid"/>
          </a:ln>
        </p:spPr>
      </p:sp>
      <p:sp>
        <p:nvSpPr>
          <p:cNvPr id="3531" name="data_3530">
            <a:extLst>
              <a:ext uri="{FF2B5EF4-FFF2-40B4-BE49-F238E27FC236}">
                <a16:creationId xmlns:a16="http://schemas.microsoft.com/office/drawing/2014/main" id="{E2A1A8B6-3162-482F-A4BE-E181BBBB50C2}"/>
              </a:ext>
            </a:extLst>
          </p:cNvPr>
          <p:cNvSpPr>
            <a:spLocks/>
          </p:cNvSpPr>
          <p:nvPr/>
        </p:nvSpPr>
        <p:spPr>
          <a:xfrm>
            <a:off x="5989252" y="64133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C16E"/>
          </a:solidFill>
          <a:ln w="3547">
            <a:solidFill>
              <a:srgbClr val="48C16E"/>
            </a:solidFill>
            <a:prstDash val="solid"/>
          </a:ln>
        </p:spPr>
      </p:sp>
      <p:sp>
        <p:nvSpPr>
          <p:cNvPr id="3532" name="data_3531">
            <a:extLst>
              <a:ext uri="{FF2B5EF4-FFF2-40B4-BE49-F238E27FC236}">
                <a16:creationId xmlns:a16="http://schemas.microsoft.com/office/drawing/2014/main" id="{E61B5247-7724-44AD-A2F1-18C1BA80B90D}"/>
              </a:ext>
            </a:extLst>
          </p:cNvPr>
          <p:cNvSpPr>
            <a:spLocks/>
          </p:cNvSpPr>
          <p:nvPr/>
        </p:nvSpPr>
        <p:spPr>
          <a:xfrm>
            <a:off x="5989252" y="640605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C06F"/>
          </a:solidFill>
          <a:ln w="3547">
            <a:solidFill>
              <a:srgbClr val="46C06F"/>
            </a:solidFill>
            <a:prstDash val="solid"/>
          </a:ln>
        </p:spPr>
      </p:sp>
      <p:sp>
        <p:nvSpPr>
          <p:cNvPr id="3533" name="data_3532">
            <a:extLst>
              <a:ext uri="{FF2B5EF4-FFF2-40B4-BE49-F238E27FC236}">
                <a16:creationId xmlns:a16="http://schemas.microsoft.com/office/drawing/2014/main" id="{BB6C7D92-5432-4585-A19F-888482D44924}"/>
              </a:ext>
            </a:extLst>
          </p:cNvPr>
          <p:cNvSpPr>
            <a:spLocks/>
          </p:cNvSpPr>
          <p:nvPr/>
        </p:nvSpPr>
        <p:spPr>
          <a:xfrm>
            <a:off x="5989252" y="639873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BF70"/>
          </a:solidFill>
          <a:ln w="3547">
            <a:solidFill>
              <a:srgbClr val="44BF70"/>
            </a:solidFill>
            <a:prstDash val="solid"/>
          </a:ln>
        </p:spPr>
      </p:sp>
      <p:sp>
        <p:nvSpPr>
          <p:cNvPr id="3534" name="data_3533">
            <a:extLst>
              <a:ext uri="{FF2B5EF4-FFF2-40B4-BE49-F238E27FC236}">
                <a16:creationId xmlns:a16="http://schemas.microsoft.com/office/drawing/2014/main" id="{F15195A0-6714-4D14-8A68-49D1EE45140C}"/>
              </a:ext>
            </a:extLst>
          </p:cNvPr>
          <p:cNvSpPr>
            <a:spLocks/>
          </p:cNvSpPr>
          <p:nvPr/>
        </p:nvSpPr>
        <p:spPr>
          <a:xfrm>
            <a:off x="5989252" y="63914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BE71"/>
          </a:solidFill>
          <a:ln w="3547">
            <a:solidFill>
              <a:srgbClr val="42BE71"/>
            </a:solidFill>
            <a:prstDash val="solid"/>
          </a:ln>
        </p:spPr>
      </p:sp>
      <p:sp>
        <p:nvSpPr>
          <p:cNvPr id="3535" name="data_3534">
            <a:extLst>
              <a:ext uri="{FF2B5EF4-FFF2-40B4-BE49-F238E27FC236}">
                <a16:creationId xmlns:a16="http://schemas.microsoft.com/office/drawing/2014/main" id="{6BC08737-C6A7-4DA0-80AD-209BC4CC05AF}"/>
              </a:ext>
            </a:extLst>
          </p:cNvPr>
          <p:cNvSpPr>
            <a:spLocks/>
          </p:cNvSpPr>
          <p:nvPr/>
        </p:nvSpPr>
        <p:spPr>
          <a:xfrm>
            <a:off x="5989252" y="63840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BD72"/>
          </a:solidFill>
          <a:ln w="3547">
            <a:solidFill>
              <a:srgbClr val="40BD72"/>
            </a:solidFill>
            <a:prstDash val="solid"/>
          </a:ln>
        </p:spPr>
      </p:sp>
      <p:sp>
        <p:nvSpPr>
          <p:cNvPr id="3536" name="data_3535">
            <a:extLst>
              <a:ext uri="{FF2B5EF4-FFF2-40B4-BE49-F238E27FC236}">
                <a16:creationId xmlns:a16="http://schemas.microsoft.com/office/drawing/2014/main" id="{FDBC75AD-2530-4E48-A84E-876C6F1E20AE}"/>
              </a:ext>
            </a:extLst>
          </p:cNvPr>
          <p:cNvSpPr>
            <a:spLocks/>
          </p:cNvSpPr>
          <p:nvPr/>
        </p:nvSpPr>
        <p:spPr>
          <a:xfrm>
            <a:off x="5989252" y="63767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BC73"/>
          </a:solidFill>
          <a:ln w="3547">
            <a:solidFill>
              <a:srgbClr val="3FBC73"/>
            </a:solidFill>
            <a:prstDash val="solid"/>
          </a:ln>
        </p:spPr>
      </p:sp>
      <p:sp>
        <p:nvSpPr>
          <p:cNvPr id="3537" name="data_3536">
            <a:extLst>
              <a:ext uri="{FF2B5EF4-FFF2-40B4-BE49-F238E27FC236}">
                <a16:creationId xmlns:a16="http://schemas.microsoft.com/office/drawing/2014/main" id="{62627745-4E7D-4B44-92CC-FE490E9C0E88}"/>
              </a:ext>
            </a:extLst>
          </p:cNvPr>
          <p:cNvSpPr>
            <a:spLocks/>
          </p:cNvSpPr>
          <p:nvPr/>
        </p:nvSpPr>
        <p:spPr>
          <a:xfrm>
            <a:off x="5989252" y="63694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BC74"/>
          </a:solidFill>
          <a:ln w="3547">
            <a:solidFill>
              <a:srgbClr val="3DBC74"/>
            </a:solidFill>
            <a:prstDash val="solid"/>
          </a:ln>
        </p:spPr>
      </p:sp>
      <p:sp>
        <p:nvSpPr>
          <p:cNvPr id="3538" name="data_3537">
            <a:extLst>
              <a:ext uri="{FF2B5EF4-FFF2-40B4-BE49-F238E27FC236}">
                <a16:creationId xmlns:a16="http://schemas.microsoft.com/office/drawing/2014/main" id="{18F6ECD9-8DD7-4EBE-8D2E-6C6AF5C2DE93}"/>
              </a:ext>
            </a:extLst>
          </p:cNvPr>
          <p:cNvSpPr>
            <a:spLocks/>
          </p:cNvSpPr>
          <p:nvPr/>
        </p:nvSpPr>
        <p:spPr>
          <a:xfrm>
            <a:off x="5989252" y="636212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BB75"/>
          </a:solidFill>
          <a:ln w="3547">
            <a:solidFill>
              <a:srgbClr val="3BBB75"/>
            </a:solidFill>
            <a:prstDash val="solid"/>
          </a:ln>
        </p:spPr>
      </p:sp>
      <p:sp>
        <p:nvSpPr>
          <p:cNvPr id="3539" name="data_3538">
            <a:extLst>
              <a:ext uri="{FF2B5EF4-FFF2-40B4-BE49-F238E27FC236}">
                <a16:creationId xmlns:a16="http://schemas.microsoft.com/office/drawing/2014/main" id="{FAD0F3D9-9CBF-41A8-BE6D-920402A6AC14}"/>
              </a:ext>
            </a:extLst>
          </p:cNvPr>
          <p:cNvSpPr>
            <a:spLocks/>
          </p:cNvSpPr>
          <p:nvPr/>
        </p:nvSpPr>
        <p:spPr>
          <a:xfrm>
            <a:off x="5989252" y="63548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BA76"/>
          </a:solidFill>
          <a:ln w="3547">
            <a:solidFill>
              <a:srgbClr val="3ABA76"/>
            </a:solidFill>
            <a:prstDash val="solid"/>
          </a:ln>
        </p:spPr>
      </p:sp>
      <p:sp>
        <p:nvSpPr>
          <p:cNvPr id="3540" name="data_3539">
            <a:extLst>
              <a:ext uri="{FF2B5EF4-FFF2-40B4-BE49-F238E27FC236}">
                <a16:creationId xmlns:a16="http://schemas.microsoft.com/office/drawing/2014/main" id="{1FF94CE3-A5E3-45AB-980E-334140B397D1}"/>
              </a:ext>
            </a:extLst>
          </p:cNvPr>
          <p:cNvSpPr>
            <a:spLocks/>
          </p:cNvSpPr>
          <p:nvPr/>
        </p:nvSpPr>
        <p:spPr>
          <a:xfrm>
            <a:off x="5989252" y="63474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B977"/>
          </a:solidFill>
          <a:ln w="3547">
            <a:solidFill>
              <a:srgbClr val="38B977"/>
            </a:solidFill>
            <a:prstDash val="solid"/>
          </a:ln>
        </p:spPr>
      </p:sp>
      <p:sp>
        <p:nvSpPr>
          <p:cNvPr id="3541" name="data_3540">
            <a:extLst>
              <a:ext uri="{FF2B5EF4-FFF2-40B4-BE49-F238E27FC236}">
                <a16:creationId xmlns:a16="http://schemas.microsoft.com/office/drawing/2014/main" id="{D09418EA-229F-4ADA-93A2-0953FF52D0B8}"/>
              </a:ext>
            </a:extLst>
          </p:cNvPr>
          <p:cNvSpPr>
            <a:spLocks/>
          </p:cNvSpPr>
          <p:nvPr/>
        </p:nvSpPr>
        <p:spPr>
          <a:xfrm>
            <a:off x="5989252" y="63401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B878"/>
          </a:solidFill>
          <a:ln w="3547">
            <a:solidFill>
              <a:srgbClr val="37B878"/>
            </a:solidFill>
            <a:prstDash val="solid"/>
          </a:ln>
        </p:spPr>
      </p:sp>
      <p:sp>
        <p:nvSpPr>
          <p:cNvPr id="3542" name="data_3541">
            <a:extLst>
              <a:ext uri="{FF2B5EF4-FFF2-40B4-BE49-F238E27FC236}">
                <a16:creationId xmlns:a16="http://schemas.microsoft.com/office/drawing/2014/main" id="{ED442EDE-F676-45A8-A57D-C8AE9FA64719}"/>
              </a:ext>
            </a:extLst>
          </p:cNvPr>
          <p:cNvSpPr>
            <a:spLocks/>
          </p:cNvSpPr>
          <p:nvPr/>
        </p:nvSpPr>
        <p:spPr>
          <a:xfrm>
            <a:off x="5989252" y="63328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B779"/>
          </a:solidFill>
          <a:ln w="3547">
            <a:solidFill>
              <a:srgbClr val="35B779"/>
            </a:solidFill>
            <a:prstDash val="solid"/>
          </a:ln>
        </p:spPr>
      </p:sp>
      <p:sp>
        <p:nvSpPr>
          <p:cNvPr id="3543" name="data_3542">
            <a:extLst>
              <a:ext uri="{FF2B5EF4-FFF2-40B4-BE49-F238E27FC236}">
                <a16:creationId xmlns:a16="http://schemas.microsoft.com/office/drawing/2014/main" id="{59EFA8AC-887A-41E0-87CF-116A7798E917}"/>
              </a:ext>
            </a:extLst>
          </p:cNvPr>
          <p:cNvSpPr>
            <a:spLocks/>
          </p:cNvSpPr>
          <p:nvPr/>
        </p:nvSpPr>
        <p:spPr>
          <a:xfrm>
            <a:off x="5989252" y="632551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B679"/>
          </a:solidFill>
          <a:ln w="3547">
            <a:solidFill>
              <a:srgbClr val="34B679"/>
            </a:solidFill>
            <a:prstDash val="solid"/>
          </a:ln>
        </p:spPr>
      </p:sp>
      <p:sp>
        <p:nvSpPr>
          <p:cNvPr id="3544" name="data_3543">
            <a:extLst>
              <a:ext uri="{FF2B5EF4-FFF2-40B4-BE49-F238E27FC236}">
                <a16:creationId xmlns:a16="http://schemas.microsoft.com/office/drawing/2014/main" id="{41B122EC-25ED-4EFC-ABFF-A7CAD7B5130D}"/>
              </a:ext>
            </a:extLst>
          </p:cNvPr>
          <p:cNvSpPr>
            <a:spLocks/>
          </p:cNvSpPr>
          <p:nvPr/>
        </p:nvSpPr>
        <p:spPr>
          <a:xfrm>
            <a:off x="5989252" y="631819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B67A"/>
          </a:solidFill>
          <a:ln w="3547">
            <a:solidFill>
              <a:srgbClr val="32B67A"/>
            </a:solidFill>
            <a:prstDash val="solid"/>
          </a:ln>
        </p:spPr>
      </p:sp>
      <p:sp>
        <p:nvSpPr>
          <p:cNvPr id="3545" name="data_3544">
            <a:extLst>
              <a:ext uri="{FF2B5EF4-FFF2-40B4-BE49-F238E27FC236}">
                <a16:creationId xmlns:a16="http://schemas.microsoft.com/office/drawing/2014/main" id="{7F1544E0-787B-41AE-940F-A55FBCC8B3C6}"/>
              </a:ext>
            </a:extLst>
          </p:cNvPr>
          <p:cNvSpPr>
            <a:spLocks/>
          </p:cNvSpPr>
          <p:nvPr/>
        </p:nvSpPr>
        <p:spPr>
          <a:xfrm>
            <a:off x="5989252" y="63108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B57B"/>
          </a:solidFill>
          <a:ln w="3547">
            <a:solidFill>
              <a:srgbClr val="31B57B"/>
            </a:solidFill>
            <a:prstDash val="solid"/>
          </a:ln>
        </p:spPr>
      </p:sp>
      <p:sp>
        <p:nvSpPr>
          <p:cNvPr id="3546" name="data_3545">
            <a:extLst>
              <a:ext uri="{FF2B5EF4-FFF2-40B4-BE49-F238E27FC236}">
                <a16:creationId xmlns:a16="http://schemas.microsoft.com/office/drawing/2014/main" id="{63A73DEC-D02B-4A80-B916-808FCA78179C}"/>
              </a:ext>
            </a:extLst>
          </p:cNvPr>
          <p:cNvSpPr>
            <a:spLocks/>
          </p:cNvSpPr>
          <p:nvPr/>
        </p:nvSpPr>
        <p:spPr>
          <a:xfrm>
            <a:off x="5989252" y="63035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B47C"/>
          </a:solidFill>
          <a:ln w="3547">
            <a:solidFill>
              <a:srgbClr val="2FB47C"/>
            </a:solidFill>
            <a:prstDash val="solid"/>
          </a:ln>
        </p:spPr>
      </p:sp>
      <p:sp>
        <p:nvSpPr>
          <p:cNvPr id="3547" name="data_3546">
            <a:extLst>
              <a:ext uri="{FF2B5EF4-FFF2-40B4-BE49-F238E27FC236}">
                <a16:creationId xmlns:a16="http://schemas.microsoft.com/office/drawing/2014/main" id="{C8778833-09BA-4270-8D13-B045274E77D0}"/>
              </a:ext>
            </a:extLst>
          </p:cNvPr>
          <p:cNvSpPr>
            <a:spLocks/>
          </p:cNvSpPr>
          <p:nvPr/>
        </p:nvSpPr>
        <p:spPr>
          <a:xfrm>
            <a:off x="5989252" y="62962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B37C"/>
          </a:solidFill>
          <a:ln w="3547">
            <a:solidFill>
              <a:srgbClr val="2EB37C"/>
            </a:solidFill>
            <a:prstDash val="solid"/>
          </a:ln>
        </p:spPr>
      </p:sp>
      <p:sp>
        <p:nvSpPr>
          <p:cNvPr id="3548" name="data_3547">
            <a:extLst>
              <a:ext uri="{FF2B5EF4-FFF2-40B4-BE49-F238E27FC236}">
                <a16:creationId xmlns:a16="http://schemas.microsoft.com/office/drawing/2014/main" id="{AA39FB7C-BCE6-4F76-9FE6-2206F906FAAC}"/>
              </a:ext>
            </a:extLst>
          </p:cNvPr>
          <p:cNvSpPr>
            <a:spLocks/>
          </p:cNvSpPr>
          <p:nvPr/>
        </p:nvSpPr>
        <p:spPr>
          <a:xfrm>
            <a:off x="5989252" y="628890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B27D"/>
          </a:solidFill>
          <a:ln w="3547">
            <a:solidFill>
              <a:srgbClr val="2DB27D"/>
            </a:solidFill>
            <a:prstDash val="solid"/>
          </a:ln>
        </p:spPr>
      </p:sp>
      <p:sp>
        <p:nvSpPr>
          <p:cNvPr id="3549" name="data_3548">
            <a:extLst>
              <a:ext uri="{FF2B5EF4-FFF2-40B4-BE49-F238E27FC236}">
                <a16:creationId xmlns:a16="http://schemas.microsoft.com/office/drawing/2014/main" id="{583A73AC-89E6-4179-AA20-621BF702A192}"/>
              </a:ext>
            </a:extLst>
          </p:cNvPr>
          <p:cNvSpPr>
            <a:spLocks/>
          </p:cNvSpPr>
          <p:nvPr/>
        </p:nvSpPr>
        <p:spPr>
          <a:xfrm>
            <a:off x="5989252" y="628158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B17E"/>
          </a:solidFill>
          <a:ln w="3547">
            <a:solidFill>
              <a:srgbClr val="2CB17E"/>
            </a:solidFill>
            <a:prstDash val="solid"/>
          </a:ln>
        </p:spPr>
      </p:sp>
      <p:sp>
        <p:nvSpPr>
          <p:cNvPr id="3550" name="data_3549">
            <a:extLst>
              <a:ext uri="{FF2B5EF4-FFF2-40B4-BE49-F238E27FC236}">
                <a16:creationId xmlns:a16="http://schemas.microsoft.com/office/drawing/2014/main" id="{6CC3F269-2B9A-46E7-9559-8AED85966A6A}"/>
              </a:ext>
            </a:extLst>
          </p:cNvPr>
          <p:cNvSpPr>
            <a:spLocks/>
          </p:cNvSpPr>
          <p:nvPr/>
        </p:nvSpPr>
        <p:spPr>
          <a:xfrm>
            <a:off x="5989252" y="62742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B07F"/>
          </a:solidFill>
          <a:ln w="3547">
            <a:solidFill>
              <a:srgbClr val="2AB07F"/>
            </a:solidFill>
            <a:prstDash val="solid"/>
          </a:ln>
        </p:spPr>
      </p:sp>
      <p:sp>
        <p:nvSpPr>
          <p:cNvPr id="3551" name="data_3550">
            <a:extLst>
              <a:ext uri="{FF2B5EF4-FFF2-40B4-BE49-F238E27FC236}">
                <a16:creationId xmlns:a16="http://schemas.microsoft.com/office/drawing/2014/main" id="{1E8AD8FC-1951-4543-91DE-F44D4BEA5C15}"/>
              </a:ext>
            </a:extLst>
          </p:cNvPr>
          <p:cNvSpPr>
            <a:spLocks/>
          </p:cNvSpPr>
          <p:nvPr/>
        </p:nvSpPr>
        <p:spPr>
          <a:xfrm>
            <a:off x="5989252" y="62669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AF7F"/>
          </a:solidFill>
          <a:ln w="3547">
            <a:solidFill>
              <a:srgbClr val="29AF7F"/>
            </a:solidFill>
            <a:prstDash val="solid"/>
          </a:ln>
        </p:spPr>
      </p:sp>
      <p:sp>
        <p:nvSpPr>
          <p:cNvPr id="3552" name="data_3551">
            <a:extLst>
              <a:ext uri="{FF2B5EF4-FFF2-40B4-BE49-F238E27FC236}">
                <a16:creationId xmlns:a16="http://schemas.microsoft.com/office/drawing/2014/main" id="{45354249-3BD3-4822-99D8-22E040B32A8E}"/>
              </a:ext>
            </a:extLst>
          </p:cNvPr>
          <p:cNvSpPr>
            <a:spLocks/>
          </p:cNvSpPr>
          <p:nvPr/>
        </p:nvSpPr>
        <p:spPr>
          <a:xfrm>
            <a:off x="5989252" y="62596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AE80"/>
          </a:solidFill>
          <a:ln w="3547">
            <a:solidFill>
              <a:srgbClr val="28AE80"/>
            </a:solidFill>
            <a:prstDash val="solid"/>
          </a:ln>
        </p:spPr>
      </p:sp>
      <p:sp>
        <p:nvSpPr>
          <p:cNvPr id="3553" name="data_3552">
            <a:extLst>
              <a:ext uri="{FF2B5EF4-FFF2-40B4-BE49-F238E27FC236}">
                <a16:creationId xmlns:a16="http://schemas.microsoft.com/office/drawing/2014/main" id="{06793C32-5B34-43C8-8EE0-465A28D79D48}"/>
              </a:ext>
            </a:extLst>
          </p:cNvPr>
          <p:cNvSpPr>
            <a:spLocks/>
          </p:cNvSpPr>
          <p:nvPr/>
        </p:nvSpPr>
        <p:spPr>
          <a:xfrm>
            <a:off x="5989252" y="62522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AD81"/>
          </a:solidFill>
          <a:ln w="3547">
            <a:solidFill>
              <a:srgbClr val="27AD81"/>
            </a:solidFill>
            <a:prstDash val="solid"/>
          </a:ln>
        </p:spPr>
      </p:sp>
      <p:sp>
        <p:nvSpPr>
          <p:cNvPr id="3554" name="data_3553">
            <a:extLst>
              <a:ext uri="{FF2B5EF4-FFF2-40B4-BE49-F238E27FC236}">
                <a16:creationId xmlns:a16="http://schemas.microsoft.com/office/drawing/2014/main" id="{2FF09D44-1247-4312-B1F8-4018F5F2F48D}"/>
              </a:ext>
            </a:extLst>
          </p:cNvPr>
          <p:cNvSpPr>
            <a:spLocks/>
          </p:cNvSpPr>
          <p:nvPr/>
        </p:nvSpPr>
        <p:spPr>
          <a:xfrm>
            <a:off x="5989252" y="624497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AD81"/>
          </a:solidFill>
          <a:ln w="3547">
            <a:solidFill>
              <a:srgbClr val="26AD81"/>
            </a:solidFill>
            <a:prstDash val="solid"/>
          </a:ln>
        </p:spPr>
      </p:sp>
      <p:sp>
        <p:nvSpPr>
          <p:cNvPr id="3555" name="data_3554">
            <a:extLst>
              <a:ext uri="{FF2B5EF4-FFF2-40B4-BE49-F238E27FC236}">
                <a16:creationId xmlns:a16="http://schemas.microsoft.com/office/drawing/2014/main" id="{A25DE9B9-7646-4128-ABA3-FF5F0E83D9D8}"/>
              </a:ext>
            </a:extLst>
          </p:cNvPr>
          <p:cNvSpPr>
            <a:spLocks/>
          </p:cNvSpPr>
          <p:nvPr/>
        </p:nvSpPr>
        <p:spPr>
          <a:xfrm>
            <a:off x="5989252" y="62376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C82"/>
          </a:solidFill>
          <a:ln w="3547">
            <a:solidFill>
              <a:srgbClr val="25AC82"/>
            </a:solidFill>
            <a:prstDash val="solid"/>
          </a:ln>
        </p:spPr>
      </p:sp>
      <p:sp>
        <p:nvSpPr>
          <p:cNvPr id="3556" name="data_3555">
            <a:extLst>
              <a:ext uri="{FF2B5EF4-FFF2-40B4-BE49-F238E27FC236}">
                <a16:creationId xmlns:a16="http://schemas.microsoft.com/office/drawing/2014/main" id="{AE5FFE48-8C68-446B-9C14-E4E598E1DD32}"/>
              </a:ext>
            </a:extLst>
          </p:cNvPr>
          <p:cNvSpPr>
            <a:spLocks/>
          </p:cNvSpPr>
          <p:nvPr/>
        </p:nvSpPr>
        <p:spPr>
          <a:xfrm>
            <a:off x="5989252" y="62303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AB82"/>
          </a:solidFill>
          <a:ln w="3547">
            <a:solidFill>
              <a:srgbClr val="25AB82"/>
            </a:solidFill>
            <a:prstDash val="solid"/>
          </a:ln>
        </p:spPr>
      </p:sp>
      <p:sp>
        <p:nvSpPr>
          <p:cNvPr id="3557" name="data_3556">
            <a:extLst>
              <a:ext uri="{FF2B5EF4-FFF2-40B4-BE49-F238E27FC236}">
                <a16:creationId xmlns:a16="http://schemas.microsoft.com/office/drawing/2014/main" id="{87FB3945-1D79-4B5F-B897-CDD00973F8C0}"/>
              </a:ext>
            </a:extLst>
          </p:cNvPr>
          <p:cNvSpPr>
            <a:spLocks/>
          </p:cNvSpPr>
          <p:nvPr/>
        </p:nvSpPr>
        <p:spPr>
          <a:xfrm>
            <a:off x="5989252" y="62230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AA83"/>
          </a:solidFill>
          <a:ln w="3547">
            <a:solidFill>
              <a:srgbClr val="24AA83"/>
            </a:solidFill>
            <a:prstDash val="solid"/>
          </a:ln>
        </p:spPr>
      </p:sp>
      <p:sp>
        <p:nvSpPr>
          <p:cNvPr id="3558" name="data_3557">
            <a:extLst>
              <a:ext uri="{FF2B5EF4-FFF2-40B4-BE49-F238E27FC236}">
                <a16:creationId xmlns:a16="http://schemas.microsoft.com/office/drawing/2014/main" id="{721647EA-74FA-479B-9335-84F3AE469072}"/>
              </a:ext>
            </a:extLst>
          </p:cNvPr>
          <p:cNvSpPr>
            <a:spLocks/>
          </p:cNvSpPr>
          <p:nvPr/>
        </p:nvSpPr>
        <p:spPr>
          <a:xfrm>
            <a:off x="5989252" y="62156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A983"/>
          </a:solidFill>
          <a:ln w="3547">
            <a:solidFill>
              <a:srgbClr val="23A983"/>
            </a:solidFill>
            <a:prstDash val="solid"/>
          </a:ln>
        </p:spPr>
      </p:sp>
      <p:sp>
        <p:nvSpPr>
          <p:cNvPr id="3559" name="data_3558">
            <a:extLst>
              <a:ext uri="{FF2B5EF4-FFF2-40B4-BE49-F238E27FC236}">
                <a16:creationId xmlns:a16="http://schemas.microsoft.com/office/drawing/2014/main" id="{FAB61DC0-7509-40A4-8E92-BB6A37D879DE}"/>
              </a:ext>
            </a:extLst>
          </p:cNvPr>
          <p:cNvSpPr>
            <a:spLocks/>
          </p:cNvSpPr>
          <p:nvPr/>
        </p:nvSpPr>
        <p:spPr>
          <a:xfrm>
            <a:off x="5989252" y="620836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884"/>
          </a:solidFill>
          <a:ln w="3547">
            <a:solidFill>
              <a:srgbClr val="22A884"/>
            </a:solidFill>
            <a:prstDash val="solid"/>
          </a:ln>
        </p:spPr>
      </p:sp>
      <p:sp>
        <p:nvSpPr>
          <p:cNvPr id="3560" name="data_3559">
            <a:extLst>
              <a:ext uri="{FF2B5EF4-FFF2-40B4-BE49-F238E27FC236}">
                <a16:creationId xmlns:a16="http://schemas.microsoft.com/office/drawing/2014/main" id="{692E9DD8-4FC7-4C6E-8710-03249A25F715}"/>
              </a:ext>
            </a:extLst>
          </p:cNvPr>
          <p:cNvSpPr>
            <a:spLocks/>
          </p:cNvSpPr>
          <p:nvPr/>
        </p:nvSpPr>
        <p:spPr>
          <a:xfrm>
            <a:off x="5989252" y="620104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A785"/>
          </a:solidFill>
          <a:ln w="3547">
            <a:solidFill>
              <a:srgbClr val="22A785"/>
            </a:solidFill>
            <a:prstDash val="solid"/>
          </a:ln>
        </p:spPr>
      </p:sp>
      <p:sp>
        <p:nvSpPr>
          <p:cNvPr id="3561" name="data_3560">
            <a:extLst>
              <a:ext uri="{FF2B5EF4-FFF2-40B4-BE49-F238E27FC236}">
                <a16:creationId xmlns:a16="http://schemas.microsoft.com/office/drawing/2014/main" id="{C2D0C527-98C3-4773-A9AB-05E71A5D2AAC}"/>
              </a:ext>
            </a:extLst>
          </p:cNvPr>
          <p:cNvSpPr>
            <a:spLocks/>
          </p:cNvSpPr>
          <p:nvPr/>
        </p:nvSpPr>
        <p:spPr>
          <a:xfrm>
            <a:off x="5989252" y="61937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685"/>
          </a:solidFill>
          <a:ln w="3547">
            <a:solidFill>
              <a:srgbClr val="21A685"/>
            </a:solidFill>
            <a:prstDash val="solid"/>
          </a:ln>
        </p:spPr>
      </p:sp>
      <p:sp>
        <p:nvSpPr>
          <p:cNvPr id="3562" name="data_3561">
            <a:extLst>
              <a:ext uri="{FF2B5EF4-FFF2-40B4-BE49-F238E27FC236}">
                <a16:creationId xmlns:a16="http://schemas.microsoft.com/office/drawing/2014/main" id="{302F84A1-F653-44E4-BD25-E37B2EB1DF85}"/>
              </a:ext>
            </a:extLst>
          </p:cNvPr>
          <p:cNvSpPr>
            <a:spLocks/>
          </p:cNvSpPr>
          <p:nvPr/>
        </p:nvSpPr>
        <p:spPr>
          <a:xfrm>
            <a:off x="5989252" y="61864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A585"/>
          </a:solidFill>
          <a:ln w="3547">
            <a:solidFill>
              <a:srgbClr val="21A585"/>
            </a:solidFill>
            <a:prstDash val="solid"/>
          </a:ln>
        </p:spPr>
      </p:sp>
      <p:sp>
        <p:nvSpPr>
          <p:cNvPr id="3563" name="data_3562">
            <a:extLst>
              <a:ext uri="{FF2B5EF4-FFF2-40B4-BE49-F238E27FC236}">
                <a16:creationId xmlns:a16="http://schemas.microsoft.com/office/drawing/2014/main" id="{008838C4-CED0-4E1F-9DC3-2547BB00695D}"/>
              </a:ext>
            </a:extLst>
          </p:cNvPr>
          <p:cNvSpPr>
            <a:spLocks/>
          </p:cNvSpPr>
          <p:nvPr/>
        </p:nvSpPr>
        <p:spPr>
          <a:xfrm>
            <a:off x="5989252" y="61790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486"/>
          </a:solidFill>
          <a:ln w="3547">
            <a:solidFill>
              <a:srgbClr val="20A486"/>
            </a:solidFill>
            <a:prstDash val="solid"/>
          </a:ln>
        </p:spPr>
      </p:sp>
      <p:sp>
        <p:nvSpPr>
          <p:cNvPr id="3564" name="data_3563">
            <a:extLst>
              <a:ext uri="{FF2B5EF4-FFF2-40B4-BE49-F238E27FC236}">
                <a16:creationId xmlns:a16="http://schemas.microsoft.com/office/drawing/2014/main" id="{EE137C19-C534-4E8A-80BE-831D7CDB1301}"/>
              </a:ext>
            </a:extLst>
          </p:cNvPr>
          <p:cNvSpPr>
            <a:spLocks/>
          </p:cNvSpPr>
          <p:nvPr/>
        </p:nvSpPr>
        <p:spPr>
          <a:xfrm>
            <a:off x="5989252" y="617175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A386"/>
          </a:solidFill>
          <a:ln w="3547">
            <a:solidFill>
              <a:srgbClr val="20A386"/>
            </a:solidFill>
            <a:prstDash val="solid"/>
          </a:ln>
        </p:spPr>
      </p:sp>
      <p:sp>
        <p:nvSpPr>
          <p:cNvPr id="3565" name="data_3564">
            <a:extLst>
              <a:ext uri="{FF2B5EF4-FFF2-40B4-BE49-F238E27FC236}">
                <a16:creationId xmlns:a16="http://schemas.microsoft.com/office/drawing/2014/main" id="{51B73698-6951-4A55-8DC5-CDE9709F629F}"/>
              </a:ext>
            </a:extLst>
          </p:cNvPr>
          <p:cNvSpPr>
            <a:spLocks/>
          </p:cNvSpPr>
          <p:nvPr/>
        </p:nvSpPr>
        <p:spPr>
          <a:xfrm>
            <a:off x="5989252" y="616443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287"/>
          </a:solidFill>
          <a:ln w="3547">
            <a:solidFill>
              <a:srgbClr val="1FA287"/>
            </a:solidFill>
            <a:prstDash val="solid"/>
          </a:ln>
        </p:spPr>
      </p:sp>
      <p:sp>
        <p:nvSpPr>
          <p:cNvPr id="3566" name="data_3565">
            <a:extLst>
              <a:ext uri="{FF2B5EF4-FFF2-40B4-BE49-F238E27FC236}">
                <a16:creationId xmlns:a16="http://schemas.microsoft.com/office/drawing/2014/main" id="{6C4B62DC-BD3B-4D6A-A47C-2554004C9106}"/>
              </a:ext>
            </a:extLst>
          </p:cNvPr>
          <p:cNvSpPr>
            <a:spLocks/>
          </p:cNvSpPr>
          <p:nvPr/>
        </p:nvSpPr>
        <p:spPr>
          <a:xfrm>
            <a:off x="5989252" y="61571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7"/>
          </a:solidFill>
          <a:ln w="3547">
            <a:solidFill>
              <a:srgbClr val="1FA187"/>
            </a:solidFill>
            <a:prstDash val="solid"/>
          </a:ln>
        </p:spPr>
      </p:sp>
      <p:sp>
        <p:nvSpPr>
          <p:cNvPr id="3567" name="data_3566">
            <a:extLst>
              <a:ext uri="{FF2B5EF4-FFF2-40B4-BE49-F238E27FC236}">
                <a16:creationId xmlns:a16="http://schemas.microsoft.com/office/drawing/2014/main" id="{F4BA4370-ECE5-43C6-A6FF-93750A7F8E15}"/>
              </a:ext>
            </a:extLst>
          </p:cNvPr>
          <p:cNvSpPr>
            <a:spLocks/>
          </p:cNvSpPr>
          <p:nvPr/>
        </p:nvSpPr>
        <p:spPr>
          <a:xfrm>
            <a:off x="5989252" y="61497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188"/>
          </a:solidFill>
          <a:ln w="3547">
            <a:solidFill>
              <a:srgbClr val="1FA188"/>
            </a:solidFill>
            <a:prstDash val="solid"/>
          </a:ln>
        </p:spPr>
      </p:sp>
      <p:sp>
        <p:nvSpPr>
          <p:cNvPr id="3568" name="data_3567">
            <a:extLst>
              <a:ext uri="{FF2B5EF4-FFF2-40B4-BE49-F238E27FC236}">
                <a16:creationId xmlns:a16="http://schemas.microsoft.com/office/drawing/2014/main" id="{684BBF12-16F8-44AB-88D3-AE78159BDBB0}"/>
              </a:ext>
            </a:extLst>
          </p:cNvPr>
          <p:cNvSpPr>
            <a:spLocks/>
          </p:cNvSpPr>
          <p:nvPr/>
        </p:nvSpPr>
        <p:spPr>
          <a:xfrm>
            <a:off x="5989252" y="61424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A088"/>
          </a:solidFill>
          <a:ln w="3547">
            <a:solidFill>
              <a:srgbClr val="1FA088"/>
            </a:solidFill>
            <a:prstDash val="solid"/>
          </a:ln>
        </p:spPr>
      </p:sp>
      <p:sp>
        <p:nvSpPr>
          <p:cNvPr id="3569" name="data_3568">
            <a:extLst>
              <a:ext uri="{FF2B5EF4-FFF2-40B4-BE49-F238E27FC236}">
                <a16:creationId xmlns:a16="http://schemas.microsoft.com/office/drawing/2014/main" id="{A9798633-C344-4C05-A359-BA040669E31B}"/>
              </a:ext>
            </a:extLst>
          </p:cNvPr>
          <p:cNvSpPr>
            <a:spLocks/>
          </p:cNvSpPr>
          <p:nvPr/>
        </p:nvSpPr>
        <p:spPr>
          <a:xfrm>
            <a:off x="5989252" y="61351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F88"/>
          </a:solidFill>
          <a:ln w="3547">
            <a:solidFill>
              <a:srgbClr val="1F9F88"/>
            </a:solidFill>
            <a:prstDash val="solid"/>
          </a:ln>
        </p:spPr>
      </p:sp>
      <p:sp>
        <p:nvSpPr>
          <p:cNvPr id="3570" name="data_3569">
            <a:extLst>
              <a:ext uri="{FF2B5EF4-FFF2-40B4-BE49-F238E27FC236}">
                <a16:creationId xmlns:a16="http://schemas.microsoft.com/office/drawing/2014/main" id="{9F876387-0F2E-4FD7-8661-8C38FE9B837D}"/>
              </a:ext>
            </a:extLst>
          </p:cNvPr>
          <p:cNvSpPr>
            <a:spLocks/>
          </p:cNvSpPr>
          <p:nvPr/>
        </p:nvSpPr>
        <p:spPr>
          <a:xfrm>
            <a:off x="5989252" y="612782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E89"/>
          </a:solidFill>
          <a:ln w="3547">
            <a:solidFill>
              <a:srgbClr val="1F9E89"/>
            </a:solidFill>
            <a:prstDash val="solid"/>
          </a:ln>
        </p:spPr>
      </p:sp>
      <p:sp>
        <p:nvSpPr>
          <p:cNvPr id="3571" name="data_3570">
            <a:extLst>
              <a:ext uri="{FF2B5EF4-FFF2-40B4-BE49-F238E27FC236}">
                <a16:creationId xmlns:a16="http://schemas.microsoft.com/office/drawing/2014/main" id="{7BD0938D-604A-40A3-A2A5-78146BDC4B34}"/>
              </a:ext>
            </a:extLst>
          </p:cNvPr>
          <p:cNvSpPr>
            <a:spLocks/>
          </p:cNvSpPr>
          <p:nvPr/>
        </p:nvSpPr>
        <p:spPr>
          <a:xfrm>
            <a:off x="5989252" y="61205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D89"/>
          </a:solidFill>
          <a:ln w="3547">
            <a:solidFill>
              <a:srgbClr val="1E9D89"/>
            </a:solidFill>
            <a:prstDash val="solid"/>
          </a:ln>
        </p:spPr>
      </p:sp>
      <p:sp>
        <p:nvSpPr>
          <p:cNvPr id="3572" name="data_3571">
            <a:extLst>
              <a:ext uri="{FF2B5EF4-FFF2-40B4-BE49-F238E27FC236}">
                <a16:creationId xmlns:a16="http://schemas.microsoft.com/office/drawing/2014/main" id="{CEA82DDF-06B4-45F8-827E-9354E8C7650D}"/>
              </a:ext>
            </a:extLst>
          </p:cNvPr>
          <p:cNvSpPr>
            <a:spLocks/>
          </p:cNvSpPr>
          <p:nvPr/>
        </p:nvSpPr>
        <p:spPr>
          <a:xfrm>
            <a:off x="5989252" y="61131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C89"/>
          </a:solidFill>
          <a:ln w="3547">
            <a:solidFill>
              <a:srgbClr val="1E9C89"/>
            </a:solidFill>
            <a:prstDash val="solid"/>
          </a:ln>
        </p:spPr>
      </p:sp>
      <p:sp>
        <p:nvSpPr>
          <p:cNvPr id="3573" name="data_3572">
            <a:extLst>
              <a:ext uri="{FF2B5EF4-FFF2-40B4-BE49-F238E27FC236}">
                <a16:creationId xmlns:a16="http://schemas.microsoft.com/office/drawing/2014/main" id="{29B9A990-0C81-4835-A329-399DA9577D03}"/>
              </a:ext>
            </a:extLst>
          </p:cNvPr>
          <p:cNvSpPr>
            <a:spLocks/>
          </p:cNvSpPr>
          <p:nvPr/>
        </p:nvSpPr>
        <p:spPr>
          <a:xfrm>
            <a:off x="5989252" y="61058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E9B8A"/>
          </a:solidFill>
          <a:ln w="3547">
            <a:solidFill>
              <a:srgbClr val="1E9B8A"/>
            </a:solidFill>
            <a:prstDash val="solid"/>
          </a:ln>
        </p:spPr>
      </p:sp>
      <p:sp>
        <p:nvSpPr>
          <p:cNvPr id="3574" name="data_3573">
            <a:extLst>
              <a:ext uri="{FF2B5EF4-FFF2-40B4-BE49-F238E27FC236}">
                <a16:creationId xmlns:a16="http://schemas.microsoft.com/office/drawing/2014/main" id="{03C1E21E-638B-47A7-BE48-1A8B41602B88}"/>
              </a:ext>
            </a:extLst>
          </p:cNvPr>
          <p:cNvSpPr>
            <a:spLocks/>
          </p:cNvSpPr>
          <p:nvPr/>
        </p:nvSpPr>
        <p:spPr>
          <a:xfrm>
            <a:off x="5989252" y="60985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A8A"/>
          </a:solidFill>
          <a:ln w="3547">
            <a:solidFill>
              <a:srgbClr val="1F9A8A"/>
            </a:solidFill>
            <a:prstDash val="solid"/>
          </a:ln>
        </p:spPr>
      </p:sp>
      <p:sp>
        <p:nvSpPr>
          <p:cNvPr id="3575" name="data_3574">
            <a:extLst>
              <a:ext uri="{FF2B5EF4-FFF2-40B4-BE49-F238E27FC236}">
                <a16:creationId xmlns:a16="http://schemas.microsoft.com/office/drawing/2014/main" id="{EE226E0F-8DDD-482B-B5F9-138010FEA681}"/>
              </a:ext>
            </a:extLst>
          </p:cNvPr>
          <p:cNvSpPr>
            <a:spLocks/>
          </p:cNvSpPr>
          <p:nvPr/>
        </p:nvSpPr>
        <p:spPr>
          <a:xfrm>
            <a:off x="5989252" y="609121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98A"/>
          </a:solidFill>
          <a:ln w="3547">
            <a:solidFill>
              <a:srgbClr val="1F998A"/>
            </a:solidFill>
            <a:prstDash val="solid"/>
          </a:ln>
        </p:spPr>
      </p:sp>
      <p:sp>
        <p:nvSpPr>
          <p:cNvPr id="3576" name="data_3575">
            <a:extLst>
              <a:ext uri="{FF2B5EF4-FFF2-40B4-BE49-F238E27FC236}">
                <a16:creationId xmlns:a16="http://schemas.microsoft.com/office/drawing/2014/main" id="{1BD858FF-8753-42FD-8A64-1907202A65F2}"/>
              </a:ext>
            </a:extLst>
          </p:cNvPr>
          <p:cNvSpPr>
            <a:spLocks/>
          </p:cNvSpPr>
          <p:nvPr/>
        </p:nvSpPr>
        <p:spPr>
          <a:xfrm>
            <a:off x="5989252" y="608389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88B"/>
          </a:solidFill>
          <a:ln w="3547">
            <a:solidFill>
              <a:srgbClr val="1F988B"/>
            </a:solidFill>
            <a:prstDash val="solid"/>
          </a:ln>
        </p:spPr>
      </p:sp>
      <p:sp>
        <p:nvSpPr>
          <p:cNvPr id="3577" name="data_3576">
            <a:extLst>
              <a:ext uri="{FF2B5EF4-FFF2-40B4-BE49-F238E27FC236}">
                <a16:creationId xmlns:a16="http://schemas.microsoft.com/office/drawing/2014/main" id="{C6BD58FF-88B7-4B69-A2AF-4083C74AE885}"/>
              </a:ext>
            </a:extLst>
          </p:cNvPr>
          <p:cNvSpPr>
            <a:spLocks/>
          </p:cNvSpPr>
          <p:nvPr/>
        </p:nvSpPr>
        <p:spPr>
          <a:xfrm>
            <a:off x="5989252" y="60765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78B"/>
          </a:solidFill>
          <a:ln w="3547">
            <a:solidFill>
              <a:srgbClr val="1F978B"/>
            </a:solidFill>
            <a:prstDash val="solid"/>
          </a:ln>
        </p:spPr>
      </p:sp>
      <p:sp>
        <p:nvSpPr>
          <p:cNvPr id="3578" name="data_3577">
            <a:extLst>
              <a:ext uri="{FF2B5EF4-FFF2-40B4-BE49-F238E27FC236}">
                <a16:creationId xmlns:a16="http://schemas.microsoft.com/office/drawing/2014/main" id="{04B22945-739B-4094-8CBF-461639C1354E}"/>
              </a:ext>
            </a:extLst>
          </p:cNvPr>
          <p:cNvSpPr>
            <a:spLocks/>
          </p:cNvSpPr>
          <p:nvPr/>
        </p:nvSpPr>
        <p:spPr>
          <a:xfrm>
            <a:off x="5989252" y="60692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68B"/>
          </a:solidFill>
          <a:ln w="3547">
            <a:solidFill>
              <a:srgbClr val="1F968B"/>
            </a:solidFill>
            <a:prstDash val="solid"/>
          </a:ln>
        </p:spPr>
      </p:sp>
      <p:sp>
        <p:nvSpPr>
          <p:cNvPr id="3579" name="data_3578">
            <a:extLst>
              <a:ext uri="{FF2B5EF4-FFF2-40B4-BE49-F238E27FC236}">
                <a16:creationId xmlns:a16="http://schemas.microsoft.com/office/drawing/2014/main" id="{BE10ECE2-E3AD-48A4-927E-CB1D3338C6A8}"/>
              </a:ext>
            </a:extLst>
          </p:cNvPr>
          <p:cNvSpPr>
            <a:spLocks/>
          </p:cNvSpPr>
          <p:nvPr/>
        </p:nvSpPr>
        <p:spPr>
          <a:xfrm>
            <a:off x="5989252" y="60619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58B"/>
          </a:solidFill>
          <a:ln w="3547">
            <a:solidFill>
              <a:srgbClr val="1F958B"/>
            </a:solidFill>
            <a:prstDash val="solid"/>
          </a:ln>
        </p:spPr>
      </p:sp>
      <p:sp>
        <p:nvSpPr>
          <p:cNvPr id="3580" name="data_3579">
            <a:extLst>
              <a:ext uri="{FF2B5EF4-FFF2-40B4-BE49-F238E27FC236}">
                <a16:creationId xmlns:a16="http://schemas.microsoft.com/office/drawing/2014/main" id="{ECC98779-88F0-4DD3-ACE7-A6ECE5C83E69}"/>
              </a:ext>
            </a:extLst>
          </p:cNvPr>
          <p:cNvSpPr>
            <a:spLocks/>
          </p:cNvSpPr>
          <p:nvPr/>
        </p:nvSpPr>
        <p:spPr>
          <a:xfrm>
            <a:off x="5989252" y="605460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1F948C"/>
          </a:solidFill>
          <a:ln w="3547">
            <a:solidFill>
              <a:srgbClr val="1F948C"/>
            </a:solidFill>
            <a:prstDash val="solid"/>
          </a:ln>
        </p:spPr>
      </p:sp>
      <p:sp>
        <p:nvSpPr>
          <p:cNvPr id="3581" name="data_3580">
            <a:extLst>
              <a:ext uri="{FF2B5EF4-FFF2-40B4-BE49-F238E27FC236}">
                <a16:creationId xmlns:a16="http://schemas.microsoft.com/office/drawing/2014/main" id="{E725EF53-D0BB-4AC9-8790-C4044C26306D}"/>
              </a:ext>
            </a:extLst>
          </p:cNvPr>
          <p:cNvSpPr>
            <a:spLocks/>
          </p:cNvSpPr>
          <p:nvPr/>
        </p:nvSpPr>
        <p:spPr>
          <a:xfrm>
            <a:off x="5989252" y="604728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38C"/>
          </a:solidFill>
          <a:ln w="3547">
            <a:solidFill>
              <a:srgbClr val="20938C"/>
            </a:solidFill>
            <a:prstDash val="solid"/>
          </a:ln>
        </p:spPr>
      </p:sp>
      <p:sp>
        <p:nvSpPr>
          <p:cNvPr id="3582" name="data_3581">
            <a:extLst>
              <a:ext uri="{FF2B5EF4-FFF2-40B4-BE49-F238E27FC236}">
                <a16:creationId xmlns:a16="http://schemas.microsoft.com/office/drawing/2014/main" id="{2E29F9BE-E2F0-4AE8-AD23-F8DA18B6E2D5}"/>
              </a:ext>
            </a:extLst>
          </p:cNvPr>
          <p:cNvSpPr>
            <a:spLocks/>
          </p:cNvSpPr>
          <p:nvPr/>
        </p:nvSpPr>
        <p:spPr>
          <a:xfrm>
            <a:off x="5989252" y="60399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3583" name="data_3582">
            <a:extLst>
              <a:ext uri="{FF2B5EF4-FFF2-40B4-BE49-F238E27FC236}">
                <a16:creationId xmlns:a16="http://schemas.microsoft.com/office/drawing/2014/main" id="{1435E963-1369-4ED3-9A0E-6E902BDEA08C}"/>
              </a:ext>
            </a:extLst>
          </p:cNvPr>
          <p:cNvSpPr>
            <a:spLocks/>
          </p:cNvSpPr>
          <p:nvPr/>
        </p:nvSpPr>
        <p:spPr>
          <a:xfrm>
            <a:off x="5989252" y="60326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0928C"/>
          </a:solidFill>
          <a:ln w="3547">
            <a:solidFill>
              <a:srgbClr val="20928C"/>
            </a:solidFill>
            <a:prstDash val="solid"/>
          </a:ln>
        </p:spPr>
      </p:sp>
      <p:sp>
        <p:nvSpPr>
          <p:cNvPr id="3584" name="data_3583">
            <a:extLst>
              <a:ext uri="{FF2B5EF4-FFF2-40B4-BE49-F238E27FC236}">
                <a16:creationId xmlns:a16="http://schemas.microsoft.com/office/drawing/2014/main" id="{33A47E9B-2AD7-4242-AB60-2B675F56A7A3}"/>
              </a:ext>
            </a:extLst>
          </p:cNvPr>
          <p:cNvSpPr>
            <a:spLocks/>
          </p:cNvSpPr>
          <p:nvPr/>
        </p:nvSpPr>
        <p:spPr>
          <a:xfrm>
            <a:off x="5989252" y="60253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18C"/>
          </a:solidFill>
          <a:ln w="3547">
            <a:solidFill>
              <a:srgbClr val="21918C"/>
            </a:solidFill>
            <a:prstDash val="solid"/>
          </a:ln>
        </p:spPr>
      </p:sp>
      <p:sp>
        <p:nvSpPr>
          <p:cNvPr id="3585" name="data_3584">
            <a:extLst>
              <a:ext uri="{FF2B5EF4-FFF2-40B4-BE49-F238E27FC236}">
                <a16:creationId xmlns:a16="http://schemas.microsoft.com/office/drawing/2014/main" id="{27324CD7-8906-465E-9A24-B66F3686ADFE}"/>
              </a:ext>
            </a:extLst>
          </p:cNvPr>
          <p:cNvSpPr>
            <a:spLocks/>
          </p:cNvSpPr>
          <p:nvPr/>
        </p:nvSpPr>
        <p:spPr>
          <a:xfrm>
            <a:off x="5989252" y="60180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908D"/>
          </a:solidFill>
          <a:ln w="3547">
            <a:solidFill>
              <a:srgbClr val="21908D"/>
            </a:solidFill>
            <a:prstDash val="solid"/>
          </a:ln>
        </p:spPr>
      </p:sp>
      <p:sp>
        <p:nvSpPr>
          <p:cNvPr id="3586" name="data_3585">
            <a:extLst>
              <a:ext uri="{FF2B5EF4-FFF2-40B4-BE49-F238E27FC236}">
                <a16:creationId xmlns:a16="http://schemas.microsoft.com/office/drawing/2014/main" id="{859D9702-A4C0-498E-B1AD-ED8905BD7A9F}"/>
              </a:ext>
            </a:extLst>
          </p:cNvPr>
          <p:cNvSpPr>
            <a:spLocks/>
          </p:cNvSpPr>
          <p:nvPr/>
        </p:nvSpPr>
        <p:spPr>
          <a:xfrm>
            <a:off x="5989252" y="601067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F8D"/>
          </a:solidFill>
          <a:ln w="3547">
            <a:solidFill>
              <a:srgbClr val="218F8D"/>
            </a:solidFill>
            <a:prstDash val="solid"/>
          </a:ln>
        </p:spPr>
      </p:sp>
      <p:sp>
        <p:nvSpPr>
          <p:cNvPr id="3587" name="data_3586">
            <a:extLst>
              <a:ext uri="{FF2B5EF4-FFF2-40B4-BE49-F238E27FC236}">
                <a16:creationId xmlns:a16="http://schemas.microsoft.com/office/drawing/2014/main" id="{99890129-EB09-4FFE-A4A1-67A4AF732237}"/>
              </a:ext>
            </a:extLst>
          </p:cNvPr>
          <p:cNvSpPr>
            <a:spLocks/>
          </p:cNvSpPr>
          <p:nvPr/>
        </p:nvSpPr>
        <p:spPr>
          <a:xfrm>
            <a:off x="5989252" y="60033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18E8D"/>
          </a:solidFill>
          <a:ln w="3547">
            <a:solidFill>
              <a:srgbClr val="218E8D"/>
            </a:solidFill>
            <a:prstDash val="solid"/>
          </a:ln>
        </p:spPr>
      </p:sp>
      <p:sp>
        <p:nvSpPr>
          <p:cNvPr id="3588" name="data_3587">
            <a:extLst>
              <a:ext uri="{FF2B5EF4-FFF2-40B4-BE49-F238E27FC236}">
                <a16:creationId xmlns:a16="http://schemas.microsoft.com/office/drawing/2014/main" id="{9436A6C1-FA53-4A33-88C5-33A933F58CE8}"/>
              </a:ext>
            </a:extLst>
          </p:cNvPr>
          <p:cNvSpPr>
            <a:spLocks/>
          </p:cNvSpPr>
          <p:nvPr/>
        </p:nvSpPr>
        <p:spPr>
          <a:xfrm>
            <a:off x="5989252" y="59960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D8D"/>
          </a:solidFill>
          <a:ln w="3547">
            <a:solidFill>
              <a:srgbClr val="228D8D"/>
            </a:solidFill>
            <a:prstDash val="solid"/>
          </a:ln>
        </p:spPr>
      </p:sp>
      <p:sp>
        <p:nvSpPr>
          <p:cNvPr id="3589" name="data_3588">
            <a:extLst>
              <a:ext uri="{FF2B5EF4-FFF2-40B4-BE49-F238E27FC236}">
                <a16:creationId xmlns:a16="http://schemas.microsoft.com/office/drawing/2014/main" id="{845900BE-C3D1-4FCA-AD18-CD87FEF49789}"/>
              </a:ext>
            </a:extLst>
          </p:cNvPr>
          <p:cNvSpPr>
            <a:spLocks/>
          </p:cNvSpPr>
          <p:nvPr/>
        </p:nvSpPr>
        <p:spPr>
          <a:xfrm>
            <a:off x="5989252" y="59887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C8D"/>
          </a:solidFill>
          <a:ln w="3547">
            <a:solidFill>
              <a:srgbClr val="228C8D"/>
            </a:solidFill>
            <a:prstDash val="solid"/>
          </a:ln>
        </p:spPr>
      </p:sp>
      <p:sp>
        <p:nvSpPr>
          <p:cNvPr id="3590" name="data_3589">
            <a:extLst>
              <a:ext uri="{FF2B5EF4-FFF2-40B4-BE49-F238E27FC236}">
                <a16:creationId xmlns:a16="http://schemas.microsoft.com/office/drawing/2014/main" id="{AC3C80EC-0831-4A34-AB77-99235D524ECF}"/>
              </a:ext>
            </a:extLst>
          </p:cNvPr>
          <p:cNvSpPr>
            <a:spLocks/>
          </p:cNvSpPr>
          <p:nvPr/>
        </p:nvSpPr>
        <p:spPr>
          <a:xfrm>
            <a:off x="5989252" y="59813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28B8D"/>
          </a:solidFill>
          <a:ln w="3547">
            <a:solidFill>
              <a:srgbClr val="228B8D"/>
            </a:solidFill>
            <a:prstDash val="solid"/>
          </a:ln>
        </p:spPr>
      </p:sp>
      <p:sp>
        <p:nvSpPr>
          <p:cNvPr id="3591" name="data_3590">
            <a:extLst>
              <a:ext uri="{FF2B5EF4-FFF2-40B4-BE49-F238E27FC236}">
                <a16:creationId xmlns:a16="http://schemas.microsoft.com/office/drawing/2014/main" id="{BE19612F-BDAE-4FEF-9E24-9717642CF0B3}"/>
              </a:ext>
            </a:extLst>
          </p:cNvPr>
          <p:cNvSpPr>
            <a:spLocks/>
          </p:cNvSpPr>
          <p:nvPr/>
        </p:nvSpPr>
        <p:spPr>
          <a:xfrm>
            <a:off x="5989252" y="597406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A8D"/>
          </a:solidFill>
          <a:ln w="3547">
            <a:solidFill>
              <a:srgbClr val="238A8D"/>
            </a:solidFill>
            <a:prstDash val="solid"/>
          </a:ln>
        </p:spPr>
      </p:sp>
      <p:sp>
        <p:nvSpPr>
          <p:cNvPr id="3592" name="data_3591">
            <a:extLst>
              <a:ext uri="{FF2B5EF4-FFF2-40B4-BE49-F238E27FC236}">
                <a16:creationId xmlns:a16="http://schemas.microsoft.com/office/drawing/2014/main" id="{4AFF7EB8-A07D-4224-B6B7-F30F13AD4F32}"/>
              </a:ext>
            </a:extLst>
          </p:cNvPr>
          <p:cNvSpPr>
            <a:spLocks/>
          </p:cNvSpPr>
          <p:nvPr/>
        </p:nvSpPr>
        <p:spPr>
          <a:xfrm>
            <a:off x="5989252" y="596674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98E"/>
          </a:solidFill>
          <a:ln w="3547">
            <a:solidFill>
              <a:srgbClr val="23898E"/>
            </a:solidFill>
            <a:prstDash val="solid"/>
          </a:ln>
        </p:spPr>
      </p:sp>
      <p:sp>
        <p:nvSpPr>
          <p:cNvPr id="3593" name="data_3592">
            <a:extLst>
              <a:ext uri="{FF2B5EF4-FFF2-40B4-BE49-F238E27FC236}">
                <a16:creationId xmlns:a16="http://schemas.microsoft.com/office/drawing/2014/main" id="{58EFF108-DB94-436A-8A5B-2A630556EE0C}"/>
              </a:ext>
            </a:extLst>
          </p:cNvPr>
          <p:cNvSpPr>
            <a:spLocks/>
          </p:cNvSpPr>
          <p:nvPr/>
        </p:nvSpPr>
        <p:spPr>
          <a:xfrm>
            <a:off x="5989252" y="59594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3888E"/>
          </a:solidFill>
          <a:ln w="3547">
            <a:solidFill>
              <a:srgbClr val="23888E"/>
            </a:solidFill>
            <a:prstDash val="solid"/>
          </a:ln>
        </p:spPr>
      </p:sp>
      <p:sp>
        <p:nvSpPr>
          <p:cNvPr id="3594" name="data_3593">
            <a:extLst>
              <a:ext uri="{FF2B5EF4-FFF2-40B4-BE49-F238E27FC236}">
                <a16:creationId xmlns:a16="http://schemas.microsoft.com/office/drawing/2014/main" id="{B00456BA-14B2-4AD0-B8AD-C6E4F5576B1E}"/>
              </a:ext>
            </a:extLst>
          </p:cNvPr>
          <p:cNvSpPr>
            <a:spLocks/>
          </p:cNvSpPr>
          <p:nvPr/>
        </p:nvSpPr>
        <p:spPr>
          <a:xfrm>
            <a:off x="5989252" y="59521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78E"/>
          </a:solidFill>
          <a:ln w="3547">
            <a:solidFill>
              <a:srgbClr val="24878E"/>
            </a:solidFill>
            <a:prstDash val="solid"/>
          </a:ln>
        </p:spPr>
      </p:sp>
      <p:sp>
        <p:nvSpPr>
          <p:cNvPr id="3595" name="data_3594">
            <a:extLst>
              <a:ext uri="{FF2B5EF4-FFF2-40B4-BE49-F238E27FC236}">
                <a16:creationId xmlns:a16="http://schemas.microsoft.com/office/drawing/2014/main" id="{BA466765-5B52-42A5-8CBD-38F7C2021EB6}"/>
              </a:ext>
            </a:extLst>
          </p:cNvPr>
          <p:cNvSpPr>
            <a:spLocks/>
          </p:cNvSpPr>
          <p:nvPr/>
        </p:nvSpPr>
        <p:spPr>
          <a:xfrm>
            <a:off x="5989252" y="59447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4868E"/>
          </a:solidFill>
          <a:ln w="3547">
            <a:solidFill>
              <a:srgbClr val="24868E"/>
            </a:solidFill>
            <a:prstDash val="solid"/>
          </a:ln>
        </p:spPr>
      </p:sp>
      <p:sp>
        <p:nvSpPr>
          <p:cNvPr id="3596" name="data_3595">
            <a:extLst>
              <a:ext uri="{FF2B5EF4-FFF2-40B4-BE49-F238E27FC236}">
                <a16:creationId xmlns:a16="http://schemas.microsoft.com/office/drawing/2014/main" id="{93886C73-3CBA-40FE-B131-A8EEF2B38857}"/>
              </a:ext>
            </a:extLst>
          </p:cNvPr>
          <p:cNvSpPr>
            <a:spLocks/>
          </p:cNvSpPr>
          <p:nvPr/>
        </p:nvSpPr>
        <p:spPr>
          <a:xfrm>
            <a:off x="5989252" y="593746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58E"/>
          </a:solidFill>
          <a:ln w="3547">
            <a:solidFill>
              <a:srgbClr val="25858E"/>
            </a:solidFill>
            <a:prstDash val="solid"/>
          </a:ln>
        </p:spPr>
      </p:sp>
      <p:sp>
        <p:nvSpPr>
          <p:cNvPr id="3597" name="data_3596">
            <a:extLst>
              <a:ext uri="{FF2B5EF4-FFF2-40B4-BE49-F238E27FC236}">
                <a16:creationId xmlns:a16="http://schemas.microsoft.com/office/drawing/2014/main" id="{68451BC1-C646-438A-9195-781149E9BF60}"/>
              </a:ext>
            </a:extLst>
          </p:cNvPr>
          <p:cNvSpPr>
            <a:spLocks/>
          </p:cNvSpPr>
          <p:nvPr/>
        </p:nvSpPr>
        <p:spPr>
          <a:xfrm>
            <a:off x="5989252" y="593013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48E"/>
          </a:solidFill>
          <a:ln w="3547">
            <a:solidFill>
              <a:srgbClr val="25848E"/>
            </a:solidFill>
            <a:prstDash val="solid"/>
          </a:ln>
        </p:spPr>
      </p:sp>
      <p:sp>
        <p:nvSpPr>
          <p:cNvPr id="3598" name="data_3597">
            <a:extLst>
              <a:ext uri="{FF2B5EF4-FFF2-40B4-BE49-F238E27FC236}">
                <a16:creationId xmlns:a16="http://schemas.microsoft.com/office/drawing/2014/main" id="{BDBBDACB-846C-4395-9A33-F67B5FC6B08D}"/>
              </a:ext>
            </a:extLst>
          </p:cNvPr>
          <p:cNvSpPr>
            <a:spLocks/>
          </p:cNvSpPr>
          <p:nvPr/>
        </p:nvSpPr>
        <p:spPr>
          <a:xfrm>
            <a:off x="5989252" y="59228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5838E"/>
          </a:solidFill>
          <a:ln w="3547">
            <a:solidFill>
              <a:srgbClr val="25838E"/>
            </a:solidFill>
            <a:prstDash val="solid"/>
          </a:ln>
        </p:spPr>
      </p:sp>
      <p:sp>
        <p:nvSpPr>
          <p:cNvPr id="3599" name="data_3598">
            <a:extLst>
              <a:ext uri="{FF2B5EF4-FFF2-40B4-BE49-F238E27FC236}">
                <a16:creationId xmlns:a16="http://schemas.microsoft.com/office/drawing/2014/main" id="{C507A532-C05B-46EE-88AD-1C5280C1E325}"/>
              </a:ext>
            </a:extLst>
          </p:cNvPr>
          <p:cNvSpPr>
            <a:spLocks/>
          </p:cNvSpPr>
          <p:nvPr/>
        </p:nvSpPr>
        <p:spPr>
          <a:xfrm>
            <a:off x="5989252" y="59154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3600" name="data_3599">
            <a:extLst>
              <a:ext uri="{FF2B5EF4-FFF2-40B4-BE49-F238E27FC236}">
                <a16:creationId xmlns:a16="http://schemas.microsoft.com/office/drawing/2014/main" id="{404FC118-7104-4EA0-BAB7-A4C6BF3272B1}"/>
              </a:ext>
            </a:extLst>
          </p:cNvPr>
          <p:cNvSpPr>
            <a:spLocks/>
          </p:cNvSpPr>
          <p:nvPr/>
        </p:nvSpPr>
        <p:spPr>
          <a:xfrm>
            <a:off x="5989252" y="59081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28E"/>
          </a:solidFill>
          <a:ln w="3547">
            <a:solidFill>
              <a:srgbClr val="26828E"/>
            </a:solidFill>
            <a:prstDash val="solid"/>
          </a:ln>
        </p:spPr>
      </p:sp>
      <p:sp>
        <p:nvSpPr>
          <p:cNvPr id="3601" name="data_3600">
            <a:extLst>
              <a:ext uri="{FF2B5EF4-FFF2-40B4-BE49-F238E27FC236}">
                <a16:creationId xmlns:a16="http://schemas.microsoft.com/office/drawing/2014/main" id="{531495FC-9B74-4FBD-89F2-E46C3EF9E145}"/>
              </a:ext>
            </a:extLst>
          </p:cNvPr>
          <p:cNvSpPr>
            <a:spLocks/>
          </p:cNvSpPr>
          <p:nvPr/>
        </p:nvSpPr>
        <p:spPr>
          <a:xfrm>
            <a:off x="5989252" y="59008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6818E"/>
          </a:solidFill>
          <a:ln w="3547">
            <a:solidFill>
              <a:srgbClr val="26818E"/>
            </a:solidFill>
            <a:prstDash val="solid"/>
          </a:ln>
        </p:spPr>
      </p:sp>
      <p:sp>
        <p:nvSpPr>
          <p:cNvPr id="3602" name="data_3601">
            <a:extLst>
              <a:ext uri="{FF2B5EF4-FFF2-40B4-BE49-F238E27FC236}">
                <a16:creationId xmlns:a16="http://schemas.microsoft.com/office/drawing/2014/main" id="{F1C63E1F-934D-42E6-9BA9-2722B5FFA5C2}"/>
              </a:ext>
            </a:extLst>
          </p:cNvPr>
          <p:cNvSpPr>
            <a:spLocks/>
          </p:cNvSpPr>
          <p:nvPr/>
        </p:nvSpPr>
        <p:spPr>
          <a:xfrm>
            <a:off x="5989252" y="589352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808E"/>
          </a:solidFill>
          <a:ln w="3547">
            <a:solidFill>
              <a:srgbClr val="27808E"/>
            </a:solidFill>
            <a:prstDash val="solid"/>
          </a:ln>
        </p:spPr>
      </p:sp>
      <p:sp>
        <p:nvSpPr>
          <p:cNvPr id="3603" name="data_3602">
            <a:extLst>
              <a:ext uri="{FF2B5EF4-FFF2-40B4-BE49-F238E27FC236}">
                <a16:creationId xmlns:a16="http://schemas.microsoft.com/office/drawing/2014/main" id="{063799B4-3939-4B0C-92AF-7E113742D241}"/>
              </a:ext>
            </a:extLst>
          </p:cNvPr>
          <p:cNvSpPr>
            <a:spLocks/>
          </p:cNvSpPr>
          <p:nvPr/>
        </p:nvSpPr>
        <p:spPr>
          <a:xfrm>
            <a:off x="5989252" y="58862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F8E"/>
          </a:solidFill>
          <a:ln w="3547">
            <a:solidFill>
              <a:srgbClr val="277F8E"/>
            </a:solidFill>
            <a:prstDash val="solid"/>
          </a:ln>
        </p:spPr>
      </p:sp>
      <p:sp>
        <p:nvSpPr>
          <p:cNvPr id="3604" name="data_3603">
            <a:extLst>
              <a:ext uri="{FF2B5EF4-FFF2-40B4-BE49-F238E27FC236}">
                <a16:creationId xmlns:a16="http://schemas.microsoft.com/office/drawing/2014/main" id="{A76BDE77-4D86-4360-8943-7EA003B59A17}"/>
              </a:ext>
            </a:extLst>
          </p:cNvPr>
          <p:cNvSpPr>
            <a:spLocks/>
          </p:cNvSpPr>
          <p:nvPr/>
        </p:nvSpPr>
        <p:spPr>
          <a:xfrm>
            <a:off x="5989252" y="58788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77E8E"/>
          </a:solidFill>
          <a:ln w="3547">
            <a:solidFill>
              <a:srgbClr val="277E8E"/>
            </a:solidFill>
            <a:prstDash val="solid"/>
          </a:ln>
        </p:spPr>
      </p:sp>
      <p:sp>
        <p:nvSpPr>
          <p:cNvPr id="3605" name="data_3604">
            <a:extLst>
              <a:ext uri="{FF2B5EF4-FFF2-40B4-BE49-F238E27FC236}">
                <a16:creationId xmlns:a16="http://schemas.microsoft.com/office/drawing/2014/main" id="{D82720BA-9E6F-44CE-BA8E-4D7AFE3EF6D9}"/>
              </a:ext>
            </a:extLst>
          </p:cNvPr>
          <p:cNvSpPr>
            <a:spLocks/>
          </p:cNvSpPr>
          <p:nvPr/>
        </p:nvSpPr>
        <p:spPr>
          <a:xfrm>
            <a:off x="5989252" y="58715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D8E"/>
          </a:solidFill>
          <a:ln w="3547">
            <a:solidFill>
              <a:srgbClr val="287D8E"/>
            </a:solidFill>
            <a:prstDash val="solid"/>
          </a:ln>
        </p:spPr>
      </p:sp>
      <p:sp>
        <p:nvSpPr>
          <p:cNvPr id="3606" name="data_3605">
            <a:extLst>
              <a:ext uri="{FF2B5EF4-FFF2-40B4-BE49-F238E27FC236}">
                <a16:creationId xmlns:a16="http://schemas.microsoft.com/office/drawing/2014/main" id="{77179152-7EB1-439E-97F3-527D6A0A78A6}"/>
              </a:ext>
            </a:extLst>
          </p:cNvPr>
          <p:cNvSpPr>
            <a:spLocks/>
          </p:cNvSpPr>
          <p:nvPr/>
        </p:nvSpPr>
        <p:spPr>
          <a:xfrm>
            <a:off x="5989252" y="58642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87C8E"/>
          </a:solidFill>
          <a:ln w="3547">
            <a:solidFill>
              <a:srgbClr val="287C8E"/>
            </a:solidFill>
            <a:prstDash val="solid"/>
          </a:ln>
        </p:spPr>
      </p:sp>
      <p:sp>
        <p:nvSpPr>
          <p:cNvPr id="3607" name="data_3606">
            <a:extLst>
              <a:ext uri="{FF2B5EF4-FFF2-40B4-BE49-F238E27FC236}">
                <a16:creationId xmlns:a16="http://schemas.microsoft.com/office/drawing/2014/main" id="{9BD9B391-7E4A-4C86-BE16-2E7B725199F3}"/>
              </a:ext>
            </a:extLst>
          </p:cNvPr>
          <p:cNvSpPr>
            <a:spLocks/>
          </p:cNvSpPr>
          <p:nvPr/>
        </p:nvSpPr>
        <p:spPr>
          <a:xfrm>
            <a:off x="5989252" y="585692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B8E"/>
          </a:solidFill>
          <a:ln w="3547">
            <a:solidFill>
              <a:srgbClr val="297B8E"/>
            </a:solidFill>
            <a:prstDash val="solid"/>
          </a:ln>
        </p:spPr>
      </p:sp>
      <p:sp>
        <p:nvSpPr>
          <p:cNvPr id="3608" name="data_3607">
            <a:extLst>
              <a:ext uri="{FF2B5EF4-FFF2-40B4-BE49-F238E27FC236}">
                <a16:creationId xmlns:a16="http://schemas.microsoft.com/office/drawing/2014/main" id="{AC92BD71-76B8-4455-9BD4-D18E044977AC}"/>
              </a:ext>
            </a:extLst>
          </p:cNvPr>
          <p:cNvSpPr>
            <a:spLocks/>
          </p:cNvSpPr>
          <p:nvPr/>
        </p:nvSpPr>
        <p:spPr>
          <a:xfrm>
            <a:off x="5989252" y="584959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A8E"/>
          </a:solidFill>
          <a:ln w="3547">
            <a:solidFill>
              <a:srgbClr val="297A8E"/>
            </a:solidFill>
            <a:prstDash val="solid"/>
          </a:ln>
        </p:spPr>
      </p:sp>
      <p:sp>
        <p:nvSpPr>
          <p:cNvPr id="3609" name="data_3608">
            <a:extLst>
              <a:ext uri="{FF2B5EF4-FFF2-40B4-BE49-F238E27FC236}">
                <a16:creationId xmlns:a16="http://schemas.microsoft.com/office/drawing/2014/main" id="{BA7842FC-1C2D-478A-8626-38E975DBE4C6}"/>
              </a:ext>
            </a:extLst>
          </p:cNvPr>
          <p:cNvSpPr>
            <a:spLocks/>
          </p:cNvSpPr>
          <p:nvPr/>
        </p:nvSpPr>
        <p:spPr>
          <a:xfrm>
            <a:off x="5989252" y="58422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9798E"/>
          </a:solidFill>
          <a:ln w="3547">
            <a:solidFill>
              <a:srgbClr val="29798E"/>
            </a:solidFill>
            <a:prstDash val="solid"/>
          </a:ln>
        </p:spPr>
      </p:sp>
      <p:sp>
        <p:nvSpPr>
          <p:cNvPr id="3610" name="data_3609">
            <a:extLst>
              <a:ext uri="{FF2B5EF4-FFF2-40B4-BE49-F238E27FC236}">
                <a16:creationId xmlns:a16="http://schemas.microsoft.com/office/drawing/2014/main" id="{4CD7C486-3A73-42CE-9C72-63851B8B2AEC}"/>
              </a:ext>
            </a:extLst>
          </p:cNvPr>
          <p:cNvSpPr>
            <a:spLocks/>
          </p:cNvSpPr>
          <p:nvPr/>
        </p:nvSpPr>
        <p:spPr>
          <a:xfrm>
            <a:off x="5989252" y="58349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88E"/>
          </a:solidFill>
          <a:ln w="3547">
            <a:solidFill>
              <a:srgbClr val="2A788E"/>
            </a:solidFill>
            <a:prstDash val="solid"/>
          </a:ln>
        </p:spPr>
      </p:sp>
      <p:sp>
        <p:nvSpPr>
          <p:cNvPr id="3611" name="data_3610">
            <a:extLst>
              <a:ext uri="{FF2B5EF4-FFF2-40B4-BE49-F238E27FC236}">
                <a16:creationId xmlns:a16="http://schemas.microsoft.com/office/drawing/2014/main" id="{E27D6C0D-CF6B-4805-B9A4-359561812195}"/>
              </a:ext>
            </a:extLst>
          </p:cNvPr>
          <p:cNvSpPr>
            <a:spLocks/>
          </p:cNvSpPr>
          <p:nvPr/>
        </p:nvSpPr>
        <p:spPr>
          <a:xfrm>
            <a:off x="5989252" y="58276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78E"/>
          </a:solidFill>
          <a:ln w="3547">
            <a:solidFill>
              <a:srgbClr val="2A778E"/>
            </a:solidFill>
            <a:prstDash val="solid"/>
          </a:ln>
        </p:spPr>
      </p:sp>
      <p:sp>
        <p:nvSpPr>
          <p:cNvPr id="3612" name="data_3611">
            <a:extLst>
              <a:ext uri="{FF2B5EF4-FFF2-40B4-BE49-F238E27FC236}">
                <a16:creationId xmlns:a16="http://schemas.microsoft.com/office/drawing/2014/main" id="{6BB144C8-C3A1-4C05-8AB9-D86B9E5B31AE}"/>
              </a:ext>
            </a:extLst>
          </p:cNvPr>
          <p:cNvSpPr>
            <a:spLocks/>
          </p:cNvSpPr>
          <p:nvPr/>
        </p:nvSpPr>
        <p:spPr>
          <a:xfrm>
            <a:off x="5989252" y="582031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A768E"/>
          </a:solidFill>
          <a:ln w="3547">
            <a:solidFill>
              <a:srgbClr val="2A768E"/>
            </a:solidFill>
            <a:prstDash val="solid"/>
          </a:ln>
        </p:spPr>
      </p:sp>
      <p:sp>
        <p:nvSpPr>
          <p:cNvPr id="3613" name="data_3612">
            <a:extLst>
              <a:ext uri="{FF2B5EF4-FFF2-40B4-BE49-F238E27FC236}">
                <a16:creationId xmlns:a16="http://schemas.microsoft.com/office/drawing/2014/main" id="{CDEE69FC-6CB6-498F-AEBA-7BA4781C8C2F}"/>
              </a:ext>
            </a:extLst>
          </p:cNvPr>
          <p:cNvSpPr>
            <a:spLocks/>
          </p:cNvSpPr>
          <p:nvPr/>
        </p:nvSpPr>
        <p:spPr>
          <a:xfrm>
            <a:off x="5989252" y="581298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58E"/>
          </a:solidFill>
          <a:ln w="3547">
            <a:solidFill>
              <a:srgbClr val="2B758E"/>
            </a:solidFill>
            <a:prstDash val="solid"/>
          </a:ln>
        </p:spPr>
      </p:sp>
      <p:sp>
        <p:nvSpPr>
          <p:cNvPr id="3614" name="data_3613">
            <a:extLst>
              <a:ext uri="{FF2B5EF4-FFF2-40B4-BE49-F238E27FC236}">
                <a16:creationId xmlns:a16="http://schemas.microsoft.com/office/drawing/2014/main" id="{6EBD687E-7C01-4D4A-A4B0-797B7E18D8A1}"/>
              </a:ext>
            </a:extLst>
          </p:cNvPr>
          <p:cNvSpPr>
            <a:spLocks/>
          </p:cNvSpPr>
          <p:nvPr/>
        </p:nvSpPr>
        <p:spPr>
          <a:xfrm>
            <a:off x="5989252" y="58056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B748E"/>
          </a:solidFill>
          <a:ln w="3547">
            <a:solidFill>
              <a:srgbClr val="2B748E"/>
            </a:solidFill>
            <a:prstDash val="solid"/>
          </a:ln>
        </p:spPr>
      </p:sp>
      <p:sp>
        <p:nvSpPr>
          <p:cNvPr id="3615" name="data_3614">
            <a:extLst>
              <a:ext uri="{FF2B5EF4-FFF2-40B4-BE49-F238E27FC236}">
                <a16:creationId xmlns:a16="http://schemas.microsoft.com/office/drawing/2014/main" id="{55C70B08-3828-4405-96C4-C9151050763F}"/>
              </a:ext>
            </a:extLst>
          </p:cNvPr>
          <p:cNvSpPr>
            <a:spLocks/>
          </p:cNvSpPr>
          <p:nvPr/>
        </p:nvSpPr>
        <p:spPr>
          <a:xfrm>
            <a:off x="5989252" y="57983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38E"/>
          </a:solidFill>
          <a:ln w="3547">
            <a:solidFill>
              <a:srgbClr val="2C738E"/>
            </a:solidFill>
            <a:prstDash val="solid"/>
          </a:ln>
        </p:spPr>
      </p:sp>
      <p:sp>
        <p:nvSpPr>
          <p:cNvPr id="3616" name="data_3615">
            <a:extLst>
              <a:ext uri="{FF2B5EF4-FFF2-40B4-BE49-F238E27FC236}">
                <a16:creationId xmlns:a16="http://schemas.microsoft.com/office/drawing/2014/main" id="{F02E6D22-1894-49F5-8950-C81BD09F4E5E}"/>
              </a:ext>
            </a:extLst>
          </p:cNvPr>
          <p:cNvSpPr>
            <a:spLocks/>
          </p:cNvSpPr>
          <p:nvPr/>
        </p:nvSpPr>
        <p:spPr>
          <a:xfrm>
            <a:off x="5989252" y="57910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28E"/>
          </a:solidFill>
          <a:ln w="3547">
            <a:solidFill>
              <a:srgbClr val="2C728E"/>
            </a:solidFill>
            <a:prstDash val="solid"/>
          </a:ln>
        </p:spPr>
      </p:sp>
      <p:sp>
        <p:nvSpPr>
          <p:cNvPr id="3617" name="data_3616">
            <a:extLst>
              <a:ext uri="{FF2B5EF4-FFF2-40B4-BE49-F238E27FC236}">
                <a16:creationId xmlns:a16="http://schemas.microsoft.com/office/drawing/2014/main" id="{8A9C911A-2110-459E-A414-4EDABB6C7A0B}"/>
              </a:ext>
            </a:extLst>
          </p:cNvPr>
          <p:cNvSpPr>
            <a:spLocks/>
          </p:cNvSpPr>
          <p:nvPr/>
        </p:nvSpPr>
        <p:spPr>
          <a:xfrm>
            <a:off x="5989252" y="57837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C718E"/>
          </a:solidFill>
          <a:ln w="3547">
            <a:solidFill>
              <a:srgbClr val="2C718E"/>
            </a:solidFill>
            <a:prstDash val="solid"/>
          </a:ln>
        </p:spPr>
      </p:sp>
      <p:sp>
        <p:nvSpPr>
          <p:cNvPr id="3618" name="data_3617">
            <a:extLst>
              <a:ext uri="{FF2B5EF4-FFF2-40B4-BE49-F238E27FC236}">
                <a16:creationId xmlns:a16="http://schemas.microsoft.com/office/drawing/2014/main" id="{17B3980F-2A9A-45CC-A9EB-DEBCB003F4E7}"/>
              </a:ext>
            </a:extLst>
          </p:cNvPr>
          <p:cNvSpPr>
            <a:spLocks/>
          </p:cNvSpPr>
          <p:nvPr/>
        </p:nvSpPr>
        <p:spPr>
          <a:xfrm>
            <a:off x="5989252" y="577638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18E"/>
          </a:solidFill>
          <a:ln w="3547">
            <a:solidFill>
              <a:srgbClr val="2D718E"/>
            </a:solidFill>
            <a:prstDash val="solid"/>
          </a:ln>
        </p:spPr>
      </p:sp>
      <p:sp>
        <p:nvSpPr>
          <p:cNvPr id="3619" name="data_3618">
            <a:extLst>
              <a:ext uri="{FF2B5EF4-FFF2-40B4-BE49-F238E27FC236}">
                <a16:creationId xmlns:a16="http://schemas.microsoft.com/office/drawing/2014/main" id="{AEF896C8-294A-42AC-941E-A859787F1D5A}"/>
              </a:ext>
            </a:extLst>
          </p:cNvPr>
          <p:cNvSpPr>
            <a:spLocks/>
          </p:cNvSpPr>
          <p:nvPr/>
        </p:nvSpPr>
        <p:spPr>
          <a:xfrm>
            <a:off x="5989252" y="57690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D708E"/>
          </a:solidFill>
          <a:ln w="3547">
            <a:solidFill>
              <a:srgbClr val="2D708E"/>
            </a:solidFill>
            <a:prstDash val="solid"/>
          </a:ln>
        </p:spPr>
      </p:sp>
      <p:sp>
        <p:nvSpPr>
          <p:cNvPr id="3620" name="data_3619">
            <a:extLst>
              <a:ext uri="{FF2B5EF4-FFF2-40B4-BE49-F238E27FC236}">
                <a16:creationId xmlns:a16="http://schemas.microsoft.com/office/drawing/2014/main" id="{2C99E5E9-BE9A-494B-A6F4-8FDCC5AC06C7}"/>
              </a:ext>
            </a:extLst>
          </p:cNvPr>
          <p:cNvSpPr>
            <a:spLocks/>
          </p:cNvSpPr>
          <p:nvPr/>
        </p:nvSpPr>
        <p:spPr>
          <a:xfrm>
            <a:off x="5989252" y="57617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F8E"/>
          </a:solidFill>
          <a:ln w="3547">
            <a:solidFill>
              <a:srgbClr val="2E6F8E"/>
            </a:solidFill>
            <a:prstDash val="solid"/>
          </a:ln>
        </p:spPr>
      </p:sp>
      <p:sp>
        <p:nvSpPr>
          <p:cNvPr id="3621" name="data_3620">
            <a:extLst>
              <a:ext uri="{FF2B5EF4-FFF2-40B4-BE49-F238E27FC236}">
                <a16:creationId xmlns:a16="http://schemas.microsoft.com/office/drawing/2014/main" id="{EE1B94CB-4CD8-4F9F-9C23-B664A7B42C38}"/>
              </a:ext>
            </a:extLst>
          </p:cNvPr>
          <p:cNvSpPr>
            <a:spLocks/>
          </p:cNvSpPr>
          <p:nvPr/>
        </p:nvSpPr>
        <p:spPr>
          <a:xfrm>
            <a:off x="5989252" y="57544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E8E"/>
          </a:solidFill>
          <a:ln w="3547">
            <a:solidFill>
              <a:srgbClr val="2E6E8E"/>
            </a:solidFill>
            <a:prstDash val="solid"/>
          </a:ln>
        </p:spPr>
      </p:sp>
      <p:sp>
        <p:nvSpPr>
          <p:cNvPr id="3622" name="data_3621">
            <a:extLst>
              <a:ext uri="{FF2B5EF4-FFF2-40B4-BE49-F238E27FC236}">
                <a16:creationId xmlns:a16="http://schemas.microsoft.com/office/drawing/2014/main" id="{CA47738F-39F7-4265-B47D-7398A70EE449}"/>
              </a:ext>
            </a:extLst>
          </p:cNvPr>
          <p:cNvSpPr>
            <a:spLocks/>
          </p:cNvSpPr>
          <p:nvPr/>
        </p:nvSpPr>
        <p:spPr>
          <a:xfrm>
            <a:off x="5989252" y="57470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E6D8E"/>
          </a:solidFill>
          <a:ln w="3547">
            <a:solidFill>
              <a:srgbClr val="2E6D8E"/>
            </a:solidFill>
            <a:prstDash val="solid"/>
          </a:ln>
        </p:spPr>
      </p:sp>
      <p:sp>
        <p:nvSpPr>
          <p:cNvPr id="3623" name="data_3622">
            <a:extLst>
              <a:ext uri="{FF2B5EF4-FFF2-40B4-BE49-F238E27FC236}">
                <a16:creationId xmlns:a16="http://schemas.microsoft.com/office/drawing/2014/main" id="{ADA4A2CC-EF3E-4C67-AD75-2E343703C93E}"/>
              </a:ext>
            </a:extLst>
          </p:cNvPr>
          <p:cNvSpPr>
            <a:spLocks/>
          </p:cNvSpPr>
          <p:nvPr/>
        </p:nvSpPr>
        <p:spPr>
          <a:xfrm>
            <a:off x="5989252" y="573977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C8E"/>
          </a:solidFill>
          <a:ln w="3547">
            <a:solidFill>
              <a:srgbClr val="2F6C8E"/>
            </a:solidFill>
            <a:prstDash val="solid"/>
          </a:ln>
        </p:spPr>
      </p:sp>
      <p:sp>
        <p:nvSpPr>
          <p:cNvPr id="3624" name="data_3623">
            <a:extLst>
              <a:ext uri="{FF2B5EF4-FFF2-40B4-BE49-F238E27FC236}">
                <a16:creationId xmlns:a16="http://schemas.microsoft.com/office/drawing/2014/main" id="{F8F230C6-B221-42F8-9B55-CACC6B675899}"/>
              </a:ext>
            </a:extLst>
          </p:cNvPr>
          <p:cNvSpPr>
            <a:spLocks/>
          </p:cNvSpPr>
          <p:nvPr/>
        </p:nvSpPr>
        <p:spPr>
          <a:xfrm>
            <a:off x="5989252" y="573244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2F6B8E"/>
          </a:solidFill>
          <a:ln w="3547">
            <a:solidFill>
              <a:srgbClr val="2F6B8E"/>
            </a:solidFill>
            <a:prstDash val="solid"/>
          </a:ln>
        </p:spPr>
      </p:sp>
      <p:sp>
        <p:nvSpPr>
          <p:cNvPr id="3625" name="data_3624">
            <a:extLst>
              <a:ext uri="{FF2B5EF4-FFF2-40B4-BE49-F238E27FC236}">
                <a16:creationId xmlns:a16="http://schemas.microsoft.com/office/drawing/2014/main" id="{6401FD17-6AD4-437D-86C9-0140CB58D6BA}"/>
              </a:ext>
            </a:extLst>
          </p:cNvPr>
          <p:cNvSpPr>
            <a:spLocks/>
          </p:cNvSpPr>
          <p:nvPr/>
        </p:nvSpPr>
        <p:spPr>
          <a:xfrm>
            <a:off x="5989252" y="57251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A8E"/>
          </a:solidFill>
          <a:ln w="3547">
            <a:solidFill>
              <a:srgbClr val="306A8E"/>
            </a:solidFill>
            <a:prstDash val="solid"/>
          </a:ln>
        </p:spPr>
      </p:sp>
      <p:sp>
        <p:nvSpPr>
          <p:cNvPr id="3626" name="data_3625">
            <a:extLst>
              <a:ext uri="{FF2B5EF4-FFF2-40B4-BE49-F238E27FC236}">
                <a16:creationId xmlns:a16="http://schemas.microsoft.com/office/drawing/2014/main" id="{FDAE9CC0-0DCD-4A46-A4C2-FECD170FDE3F}"/>
              </a:ext>
            </a:extLst>
          </p:cNvPr>
          <p:cNvSpPr>
            <a:spLocks/>
          </p:cNvSpPr>
          <p:nvPr/>
        </p:nvSpPr>
        <p:spPr>
          <a:xfrm>
            <a:off x="5989252" y="57178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0698E"/>
          </a:solidFill>
          <a:ln w="3547">
            <a:solidFill>
              <a:srgbClr val="30698E"/>
            </a:solidFill>
            <a:prstDash val="solid"/>
          </a:ln>
        </p:spPr>
      </p:sp>
      <p:sp>
        <p:nvSpPr>
          <p:cNvPr id="3627" name="data_3626">
            <a:extLst>
              <a:ext uri="{FF2B5EF4-FFF2-40B4-BE49-F238E27FC236}">
                <a16:creationId xmlns:a16="http://schemas.microsoft.com/office/drawing/2014/main" id="{9DBC757E-E581-4377-ADEF-356D5A6C9360}"/>
              </a:ext>
            </a:extLst>
          </p:cNvPr>
          <p:cNvSpPr>
            <a:spLocks/>
          </p:cNvSpPr>
          <p:nvPr/>
        </p:nvSpPr>
        <p:spPr>
          <a:xfrm>
            <a:off x="5989252" y="57104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88E"/>
          </a:solidFill>
          <a:ln w="3547">
            <a:solidFill>
              <a:srgbClr val="31688E"/>
            </a:solidFill>
            <a:prstDash val="solid"/>
          </a:ln>
        </p:spPr>
      </p:sp>
      <p:sp>
        <p:nvSpPr>
          <p:cNvPr id="3628" name="data_3627">
            <a:extLst>
              <a:ext uri="{FF2B5EF4-FFF2-40B4-BE49-F238E27FC236}">
                <a16:creationId xmlns:a16="http://schemas.microsoft.com/office/drawing/2014/main" id="{42DE60AA-B204-42CC-AC5E-089F1F07FCEA}"/>
              </a:ext>
            </a:extLst>
          </p:cNvPr>
          <p:cNvSpPr>
            <a:spLocks/>
          </p:cNvSpPr>
          <p:nvPr/>
        </p:nvSpPr>
        <p:spPr>
          <a:xfrm>
            <a:off x="5989252" y="570316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78E"/>
          </a:solidFill>
          <a:ln w="3547">
            <a:solidFill>
              <a:srgbClr val="31678E"/>
            </a:solidFill>
            <a:prstDash val="solid"/>
          </a:ln>
        </p:spPr>
      </p:sp>
      <p:sp>
        <p:nvSpPr>
          <p:cNvPr id="3629" name="data_3628">
            <a:extLst>
              <a:ext uri="{FF2B5EF4-FFF2-40B4-BE49-F238E27FC236}">
                <a16:creationId xmlns:a16="http://schemas.microsoft.com/office/drawing/2014/main" id="{61A353D0-DCC3-41E1-81E5-642EAC246BDC}"/>
              </a:ext>
            </a:extLst>
          </p:cNvPr>
          <p:cNvSpPr>
            <a:spLocks/>
          </p:cNvSpPr>
          <p:nvPr/>
        </p:nvSpPr>
        <p:spPr>
          <a:xfrm>
            <a:off x="5989252" y="569584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1668E"/>
          </a:solidFill>
          <a:ln w="3547">
            <a:solidFill>
              <a:srgbClr val="31668E"/>
            </a:solidFill>
            <a:prstDash val="solid"/>
          </a:ln>
        </p:spPr>
      </p:sp>
      <p:sp>
        <p:nvSpPr>
          <p:cNvPr id="3630" name="data_3629">
            <a:extLst>
              <a:ext uri="{FF2B5EF4-FFF2-40B4-BE49-F238E27FC236}">
                <a16:creationId xmlns:a16="http://schemas.microsoft.com/office/drawing/2014/main" id="{8B790155-C7BF-4635-B4A8-0CAA8C6D8D61}"/>
              </a:ext>
            </a:extLst>
          </p:cNvPr>
          <p:cNvSpPr>
            <a:spLocks/>
          </p:cNvSpPr>
          <p:nvPr/>
        </p:nvSpPr>
        <p:spPr>
          <a:xfrm>
            <a:off x="5989252" y="56885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58E"/>
          </a:solidFill>
          <a:ln w="3547">
            <a:solidFill>
              <a:srgbClr val="32658E"/>
            </a:solidFill>
            <a:prstDash val="solid"/>
          </a:ln>
        </p:spPr>
      </p:sp>
      <p:sp>
        <p:nvSpPr>
          <p:cNvPr id="3631" name="data_3630">
            <a:extLst>
              <a:ext uri="{FF2B5EF4-FFF2-40B4-BE49-F238E27FC236}">
                <a16:creationId xmlns:a16="http://schemas.microsoft.com/office/drawing/2014/main" id="{052C134A-D653-428E-BD8C-78E7F80D2D81}"/>
              </a:ext>
            </a:extLst>
          </p:cNvPr>
          <p:cNvSpPr>
            <a:spLocks/>
          </p:cNvSpPr>
          <p:nvPr/>
        </p:nvSpPr>
        <p:spPr>
          <a:xfrm>
            <a:off x="5989252" y="56811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2648E"/>
          </a:solidFill>
          <a:ln w="3547">
            <a:solidFill>
              <a:srgbClr val="32648E"/>
            </a:solidFill>
            <a:prstDash val="solid"/>
          </a:ln>
        </p:spPr>
      </p:sp>
      <p:sp>
        <p:nvSpPr>
          <p:cNvPr id="3632" name="data_3631">
            <a:extLst>
              <a:ext uri="{FF2B5EF4-FFF2-40B4-BE49-F238E27FC236}">
                <a16:creationId xmlns:a16="http://schemas.microsoft.com/office/drawing/2014/main" id="{C3FF928E-1D0B-4B2F-82EA-5296DD4FC5A0}"/>
              </a:ext>
            </a:extLst>
          </p:cNvPr>
          <p:cNvSpPr>
            <a:spLocks/>
          </p:cNvSpPr>
          <p:nvPr/>
        </p:nvSpPr>
        <p:spPr>
          <a:xfrm>
            <a:off x="5989252" y="56738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38D"/>
          </a:solidFill>
          <a:ln w="3547">
            <a:solidFill>
              <a:srgbClr val="33638D"/>
            </a:solidFill>
            <a:prstDash val="solid"/>
          </a:ln>
        </p:spPr>
      </p:sp>
      <p:sp>
        <p:nvSpPr>
          <p:cNvPr id="3633" name="data_3632">
            <a:extLst>
              <a:ext uri="{FF2B5EF4-FFF2-40B4-BE49-F238E27FC236}">
                <a16:creationId xmlns:a16="http://schemas.microsoft.com/office/drawing/2014/main" id="{41F15709-A3C3-40EA-A6EA-2B01734B85E6}"/>
              </a:ext>
            </a:extLst>
          </p:cNvPr>
          <p:cNvSpPr>
            <a:spLocks/>
          </p:cNvSpPr>
          <p:nvPr/>
        </p:nvSpPr>
        <p:spPr>
          <a:xfrm>
            <a:off x="5989252" y="56665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3628D"/>
          </a:solidFill>
          <a:ln w="3547">
            <a:solidFill>
              <a:srgbClr val="33628D"/>
            </a:solidFill>
            <a:prstDash val="solid"/>
          </a:ln>
        </p:spPr>
      </p:sp>
      <p:sp>
        <p:nvSpPr>
          <p:cNvPr id="3634" name="data_3633">
            <a:extLst>
              <a:ext uri="{FF2B5EF4-FFF2-40B4-BE49-F238E27FC236}">
                <a16:creationId xmlns:a16="http://schemas.microsoft.com/office/drawing/2014/main" id="{5996CCDD-C5B4-44C9-96E1-3D24AA6DAC78}"/>
              </a:ext>
            </a:extLst>
          </p:cNvPr>
          <p:cNvSpPr>
            <a:spLocks/>
          </p:cNvSpPr>
          <p:nvPr/>
        </p:nvSpPr>
        <p:spPr>
          <a:xfrm>
            <a:off x="5989252" y="565923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18D"/>
          </a:solidFill>
          <a:ln w="3547">
            <a:solidFill>
              <a:srgbClr val="34618D"/>
            </a:solidFill>
            <a:prstDash val="solid"/>
          </a:ln>
        </p:spPr>
      </p:sp>
      <p:sp>
        <p:nvSpPr>
          <p:cNvPr id="3635" name="data_3634">
            <a:extLst>
              <a:ext uri="{FF2B5EF4-FFF2-40B4-BE49-F238E27FC236}">
                <a16:creationId xmlns:a16="http://schemas.microsoft.com/office/drawing/2014/main" id="{B72AA88D-BD81-40C3-B25B-092F2B20DF4D}"/>
              </a:ext>
            </a:extLst>
          </p:cNvPr>
          <p:cNvSpPr>
            <a:spLocks/>
          </p:cNvSpPr>
          <p:nvPr/>
        </p:nvSpPr>
        <p:spPr>
          <a:xfrm>
            <a:off x="5989252" y="56519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4608D"/>
          </a:solidFill>
          <a:ln w="3547">
            <a:solidFill>
              <a:srgbClr val="34608D"/>
            </a:solidFill>
            <a:prstDash val="solid"/>
          </a:ln>
        </p:spPr>
      </p:sp>
      <p:sp>
        <p:nvSpPr>
          <p:cNvPr id="3636" name="data_3635">
            <a:extLst>
              <a:ext uri="{FF2B5EF4-FFF2-40B4-BE49-F238E27FC236}">
                <a16:creationId xmlns:a16="http://schemas.microsoft.com/office/drawing/2014/main" id="{ACF92F72-6F7E-49F4-BD92-521E3979506E}"/>
              </a:ext>
            </a:extLst>
          </p:cNvPr>
          <p:cNvSpPr>
            <a:spLocks/>
          </p:cNvSpPr>
          <p:nvPr/>
        </p:nvSpPr>
        <p:spPr>
          <a:xfrm>
            <a:off x="5989252" y="56445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F8D"/>
          </a:solidFill>
          <a:ln w="3547">
            <a:solidFill>
              <a:srgbClr val="355F8D"/>
            </a:solidFill>
            <a:prstDash val="solid"/>
          </a:ln>
        </p:spPr>
      </p:sp>
      <p:sp>
        <p:nvSpPr>
          <p:cNvPr id="3637" name="data_3636">
            <a:extLst>
              <a:ext uri="{FF2B5EF4-FFF2-40B4-BE49-F238E27FC236}">
                <a16:creationId xmlns:a16="http://schemas.microsoft.com/office/drawing/2014/main" id="{121EC852-2E7B-4048-99BF-2918A78067D5}"/>
              </a:ext>
            </a:extLst>
          </p:cNvPr>
          <p:cNvSpPr>
            <a:spLocks/>
          </p:cNvSpPr>
          <p:nvPr/>
        </p:nvSpPr>
        <p:spPr>
          <a:xfrm>
            <a:off x="5989252" y="56372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55E8D"/>
          </a:solidFill>
          <a:ln w="3547">
            <a:solidFill>
              <a:srgbClr val="355E8D"/>
            </a:solidFill>
            <a:prstDash val="solid"/>
          </a:ln>
        </p:spPr>
      </p:sp>
      <p:sp>
        <p:nvSpPr>
          <p:cNvPr id="3638" name="data_3637">
            <a:extLst>
              <a:ext uri="{FF2B5EF4-FFF2-40B4-BE49-F238E27FC236}">
                <a16:creationId xmlns:a16="http://schemas.microsoft.com/office/drawing/2014/main" id="{EAD9B522-4B1B-4913-8FE0-31E8BD12D479}"/>
              </a:ext>
            </a:extLst>
          </p:cNvPr>
          <p:cNvSpPr>
            <a:spLocks/>
          </p:cNvSpPr>
          <p:nvPr/>
        </p:nvSpPr>
        <p:spPr>
          <a:xfrm>
            <a:off x="5989252" y="56299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D8D"/>
          </a:solidFill>
          <a:ln w="3547">
            <a:solidFill>
              <a:srgbClr val="365D8D"/>
            </a:solidFill>
            <a:prstDash val="solid"/>
          </a:ln>
        </p:spPr>
      </p:sp>
      <p:sp>
        <p:nvSpPr>
          <p:cNvPr id="3639" name="data_3638">
            <a:extLst>
              <a:ext uri="{FF2B5EF4-FFF2-40B4-BE49-F238E27FC236}">
                <a16:creationId xmlns:a16="http://schemas.microsoft.com/office/drawing/2014/main" id="{989709CE-5E24-4AFA-886B-0473C4DDF733}"/>
              </a:ext>
            </a:extLst>
          </p:cNvPr>
          <p:cNvSpPr>
            <a:spLocks/>
          </p:cNvSpPr>
          <p:nvPr/>
        </p:nvSpPr>
        <p:spPr>
          <a:xfrm>
            <a:off x="5989252" y="562262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65C8D"/>
          </a:solidFill>
          <a:ln w="3547">
            <a:solidFill>
              <a:srgbClr val="365C8D"/>
            </a:solidFill>
            <a:prstDash val="solid"/>
          </a:ln>
        </p:spPr>
      </p:sp>
      <p:sp>
        <p:nvSpPr>
          <p:cNvPr id="3640" name="data_3639">
            <a:extLst>
              <a:ext uri="{FF2B5EF4-FFF2-40B4-BE49-F238E27FC236}">
                <a16:creationId xmlns:a16="http://schemas.microsoft.com/office/drawing/2014/main" id="{57D1F304-2127-44E3-A049-690C873ADA49}"/>
              </a:ext>
            </a:extLst>
          </p:cNvPr>
          <p:cNvSpPr>
            <a:spLocks/>
          </p:cNvSpPr>
          <p:nvPr/>
        </p:nvSpPr>
        <p:spPr>
          <a:xfrm>
            <a:off x="5989252" y="561530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B8D"/>
          </a:solidFill>
          <a:ln w="3547">
            <a:solidFill>
              <a:srgbClr val="375B8D"/>
            </a:solidFill>
            <a:prstDash val="solid"/>
          </a:ln>
        </p:spPr>
      </p:sp>
      <p:sp>
        <p:nvSpPr>
          <p:cNvPr id="3641" name="data_3640">
            <a:extLst>
              <a:ext uri="{FF2B5EF4-FFF2-40B4-BE49-F238E27FC236}">
                <a16:creationId xmlns:a16="http://schemas.microsoft.com/office/drawing/2014/main" id="{E7B7DBB3-600C-48C1-970C-B9021B232CFB}"/>
              </a:ext>
            </a:extLst>
          </p:cNvPr>
          <p:cNvSpPr>
            <a:spLocks/>
          </p:cNvSpPr>
          <p:nvPr/>
        </p:nvSpPr>
        <p:spPr>
          <a:xfrm>
            <a:off x="5989252" y="56079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75A8C"/>
          </a:solidFill>
          <a:ln w="3547">
            <a:solidFill>
              <a:srgbClr val="375A8C"/>
            </a:solidFill>
            <a:prstDash val="solid"/>
          </a:ln>
        </p:spPr>
      </p:sp>
      <p:sp>
        <p:nvSpPr>
          <p:cNvPr id="3642" name="data_3641">
            <a:extLst>
              <a:ext uri="{FF2B5EF4-FFF2-40B4-BE49-F238E27FC236}">
                <a16:creationId xmlns:a16="http://schemas.microsoft.com/office/drawing/2014/main" id="{20449CF0-C1D6-4911-8059-4D1285349F8E}"/>
              </a:ext>
            </a:extLst>
          </p:cNvPr>
          <p:cNvSpPr>
            <a:spLocks/>
          </p:cNvSpPr>
          <p:nvPr/>
        </p:nvSpPr>
        <p:spPr>
          <a:xfrm>
            <a:off x="5989252" y="56006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98C"/>
          </a:solidFill>
          <a:ln w="3547">
            <a:solidFill>
              <a:srgbClr val="38598C"/>
            </a:solidFill>
            <a:prstDash val="solid"/>
          </a:ln>
        </p:spPr>
      </p:sp>
      <p:sp>
        <p:nvSpPr>
          <p:cNvPr id="3643" name="data_3642">
            <a:extLst>
              <a:ext uri="{FF2B5EF4-FFF2-40B4-BE49-F238E27FC236}">
                <a16:creationId xmlns:a16="http://schemas.microsoft.com/office/drawing/2014/main" id="{9F3C0B5F-ED53-4962-998E-B0EE30D6E28B}"/>
              </a:ext>
            </a:extLst>
          </p:cNvPr>
          <p:cNvSpPr>
            <a:spLocks/>
          </p:cNvSpPr>
          <p:nvPr/>
        </p:nvSpPr>
        <p:spPr>
          <a:xfrm>
            <a:off x="5989252" y="55933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8588C"/>
          </a:solidFill>
          <a:ln w="3547">
            <a:solidFill>
              <a:srgbClr val="38588C"/>
            </a:solidFill>
            <a:prstDash val="solid"/>
          </a:ln>
        </p:spPr>
      </p:sp>
      <p:sp>
        <p:nvSpPr>
          <p:cNvPr id="3644" name="data_3643">
            <a:extLst>
              <a:ext uri="{FF2B5EF4-FFF2-40B4-BE49-F238E27FC236}">
                <a16:creationId xmlns:a16="http://schemas.microsoft.com/office/drawing/2014/main" id="{2E5D7D8D-B867-4EEB-B37B-B59942FD9806}"/>
              </a:ext>
            </a:extLst>
          </p:cNvPr>
          <p:cNvSpPr>
            <a:spLocks/>
          </p:cNvSpPr>
          <p:nvPr/>
        </p:nvSpPr>
        <p:spPr>
          <a:xfrm>
            <a:off x="5989252" y="558601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68C"/>
          </a:solidFill>
          <a:ln w="3547">
            <a:solidFill>
              <a:srgbClr val="39568C"/>
            </a:solidFill>
            <a:prstDash val="solid"/>
          </a:ln>
        </p:spPr>
      </p:sp>
      <p:sp>
        <p:nvSpPr>
          <p:cNvPr id="3645" name="data_3644">
            <a:extLst>
              <a:ext uri="{FF2B5EF4-FFF2-40B4-BE49-F238E27FC236}">
                <a16:creationId xmlns:a16="http://schemas.microsoft.com/office/drawing/2014/main" id="{9477EA7B-B06C-4823-A7E2-437C3743BFFA}"/>
              </a:ext>
            </a:extLst>
          </p:cNvPr>
          <p:cNvSpPr>
            <a:spLocks/>
          </p:cNvSpPr>
          <p:nvPr/>
        </p:nvSpPr>
        <p:spPr>
          <a:xfrm>
            <a:off x="5989252" y="557869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9558C"/>
          </a:solidFill>
          <a:ln w="3547">
            <a:solidFill>
              <a:srgbClr val="39558C"/>
            </a:solidFill>
            <a:prstDash val="solid"/>
          </a:ln>
        </p:spPr>
      </p:sp>
      <p:sp>
        <p:nvSpPr>
          <p:cNvPr id="3646" name="data_3645">
            <a:extLst>
              <a:ext uri="{FF2B5EF4-FFF2-40B4-BE49-F238E27FC236}">
                <a16:creationId xmlns:a16="http://schemas.microsoft.com/office/drawing/2014/main" id="{BCC6E682-A680-4479-A305-0F92A817B5E1}"/>
              </a:ext>
            </a:extLst>
          </p:cNvPr>
          <p:cNvSpPr>
            <a:spLocks/>
          </p:cNvSpPr>
          <p:nvPr/>
        </p:nvSpPr>
        <p:spPr>
          <a:xfrm>
            <a:off x="5989252" y="55713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48C"/>
          </a:solidFill>
          <a:ln w="3547">
            <a:solidFill>
              <a:srgbClr val="3A548C"/>
            </a:solidFill>
            <a:prstDash val="solid"/>
          </a:ln>
        </p:spPr>
      </p:sp>
      <p:sp>
        <p:nvSpPr>
          <p:cNvPr id="3647" name="data_3646">
            <a:extLst>
              <a:ext uri="{FF2B5EF4-FFF2-40B4-BE49-F238E27FC236}">
                <a16:creationId xmlns:a16="http://schemas.microsoft.com/office/drawing/2014/main" id="{950A989C-0F12-40F4-BD19-329C1399BA5D}"/>
              </a:ext>
            </a:extLst>
          </p:cNvPr>
          <p:cNvSpPr>
            <a:spLocks/>
          </p:cNvSpPr>
          <p:nvPr/>
        </p:nvSpPr>
        <p:spPr>
          <a:xfrm>
            <a:off x="5989252" y="55640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A538B"/>
          </a:solidFill>
          <a:ln w="3547">
            <a:solidFill>
              <a:srgbClr val="3A538B"/>
            </a:solidFill>
            <a:prstDash val="solid"/>
          </a:ln>
        </p:spPr>
      </p:sp>
      <p:sp>
        <p:nvSpPr>
          <p:cNvPr id="3648" name="data_3647">
            <a:extLst>
              <a:ext uri="{FF2B5EF4-FFF2-40B4-BE49-F238E27FC236}">
                <a16:creationId xmlns:a16="http://schemas.microsoft.com/office/drawing/2014/main" id="{42E00322-4987-4C85-815F-B43D18A41184}"/>
              </a:ext>
            </a:extLst>
          </p:cNvPr>
          <p:cNvSpPr>
            <a:spLocks/>
          </p:cNvSpPr>
          <p:nvPr/>
        </p:nvSpPr>
        <p:spPr>
          <a:xfrm>
            <a:off x="5989252" y="55567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28B"/>
          </a:solidFill>
          <a:ln w="3547">
            <a:solidFill>
              <a:srgbClr val="3B528B"/>
            </a:solidFill>
            <a:prstDash val="solid"/>
          </a:ln>
        </p:spPr>
      </p:sp>
      <p:sp>
        <p:nvSpPr>
          <p:cNvPr id="3649" name="data_3648">
            <a:extLst>
              <a:ext uri="{FF2B5EF4-FFF2-40B4-BE49-F238E27FC236}">
                <a16:creationId xmlns:a16="http://schemas.microsoft.com/office/drawing/2014/main" id="{05565C64-CDC6-4176-9612-7D84B284DC9D}"/>
              </a:ext>
            </a:extLst>
          </p:cNvPr>
          <p:cNvSpPr>
            <a:spLocks/>
          </p:cNvSpPr>
          <p:nvPr/>
        </p:nvSpPr>
        <p:spPr>
          <a:xfrm>
            <a:off x="5989252" y="55494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B518B"/>
          </a:solidFill>
          <a:ln w="3547">
            <a:solidFill>
              <a:srgbClr val="3B518B"/>
            </a:solidFill>
            <a:prstDash val="solid"/>
          </a:ln>
        </p:spPr>
      </p:sp>
      <p:sp>
        <p:nvSpPr>
          <p:cNvPr id="3650" name="data_3649">
            <a:extLst>
              <a:ext uri="{FF2B5EF4-FFF2-40B4-BE49-F238E27FC236}">
                <a16:creationId xmlns:a16="http://schemas.microsoft.com/office/drawing/2014/main" id="{838DDBF3-D2FD-4642-A334-23D65878DC4E}"/>
              </a:ext>
            </a:extLst>
          </p:cNvPr>
          <p:cNvSpPr>
            <a:spLocks/>
          </p:cNvSpPr>
          <p:nvPr/>
        </p:nvSpPr>
        <p:spPr>
          <a:xfrm>
            <a:off x="5989252" y="554208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508B"/>
          </a:solidFill>
          <a:ln w="3547">
            <a:solidFill>
              <a:srgbClr val="3C508B"/>
            </a:solidFill>
            <a:prstDash val="solid"/>
          </a:ln>
        </p:spPr>
      </p:sp>
      <p:sp>
        <p:nvSpPr>
          <p:cNvPr id="3651" name="data_3650">
            <a:extLst>
              <a:ext uri="{FF2B5EF4-FFF2-40B4-BE49-F238E27FC236}">
                <a16:creationId xmlns:a16="http://schemas.microsoft.com/office/drawing/2014/main" id="{52ABEB3C-F8CB-40EA-830A-B960AA6C9D4E}"/>
              </a:ext>
            </a:extLst>
          </p:cNvPr>
          <p:cNvSpPr>
            <a:spLocks/>
          </p:cNvSpPr>
          <p:nvPr/>
        </p:nvSpPr>
        <p:spPr>
          <a:xfrm>
            <a:off x="5989252" y="55347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C4F8A"/>
          </a:solidFill>
          <a:ln w="3547">
            <a:solidFill>
              <a:srgbClr val="3C4F8A"/>
            </a:solidFill>
            <a:prstDash val="solid"/>
          </a:ln>
        </p:spPr>
      </p:sp>
      <p:sp>
        <p:nvSpPr>
          <p:cNvPr id="3652" name="data_3651">
            <a:extLst>
              <a:ext uri="{FF2B5EF4-FFF2-40B4-BE49-F238E27FC236}">
                <a16:creationId xmlns:a16="http://schemas.microsoft.com/office/drawing/2014/main" id="{7DDA54A2-B0D3-46C7-9609-DC94D9587FB9}"/>
              </a:ext>
            </a:extLst>
          </p:cNvPr>
          <p:cNvSpPr>
            <a:spLocks/>
          </p:cNvSpPr>
          <p:nvPr/>
        </p:nvSpPr>
        <p:spPr>
          <a:xfrm>
            <a:off x="5989252" y="55274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E8A"/>
          </a:solidFill>
          <a:ln w="3547">
            <a:solidFill>
              <a:srgbClr val="3D4E8A"/>
            </a:solidFill>
            <a:prstDash val="solid"/>
          </a:ln>
        </p:spPr>
      </p:sp>
      <p:sp>
        <p:nvSpPr>
          <p:cNvPr id="3653" name="data_3652">
            <a:extLst>
              <a:ext uri="{FF2B5EF4-FFF2-40B4-BE49-F238E27FC236}">
                <a16:creationId xmlns:a16="http://schemas.microsoft.com/office/drawing/2014/main" id="{23F372D2-879A-4A9E-8116-4B7D560267C4}"/>
              </a:ext>
            </a:extLst>
          </p:cNvPr>
          <p:cNvSpPr>
            <a:spLocks/>
          </p:cNvSpPr>
          <p:nvPr/>
        </p:nvSpPr>
        <p:spPr>
          <a:xfrm>
            <a:off x="5989252" y="55201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D4D8A"/>
          </a:solidFill>
          <a:ln w="3547">
            <a:solidFill>
              <a:srgbClr val="3D4D8A"/>
            </a:solidFill>
            <a:prstDash val="solid"/>
          </a:ln>
        </p:spPr>
      </p:sp>
      <p:sp>
        <p:nvSpPr>
          <p:cNvPr id="3654" name="data_3653">
            <a:extLst>
              <a:ext uri="{FF2B5EF4-FFF2-40B4-BE49-F238E27FC236}">
                <a16:creationId xmlns:a16="http://schemas.microsoft.com/office/drawing/2014/main" id="{F659DB0C-6003-4772-853C-B5BBCC19FCCF}"/>
              </a:ext>
            </a:extLst>
          </p:cNvPr>
          <p:cNvSpPr>
            <a:spLocks/>
          </p:cNvSpPr>
          <p:nvPr/>
        </p:nvSpPr>
        <p:spPr>
          <a:xfrm>
            <a:off x="5989252" y="55127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C8A"/>
          </a:solidFill>
          <a:ln w="3547">
            <a:solidFill>
              <a:srgbClr val="3E4C8A"/>
            </a:solidFill>
            <a:prstDash val="solid"/>
          </a:ln>
        </p:spPr>
      </p:sp>
      <p:sp>
        <p:nvSpPr>
          <p:cNvPr id="3655" name="data_3654">
            <a:extLst>
              <a:ext uri="{FF2B5EF4-FFF2-40B4-BE49-F238E27FC236}">
                <a16:creationId xmlns:a16="http://schemas.microsoft.com/office/drawing/2014/main" id="{F2033653-0973-4781-8C5A-36D31BBEF47C}"/>
              </a:ext>
            </a:extLst>
          </p:cNvPr>
          <p:cNvSpPr>
            <a:spLocks/>
          </p:cNvSpPr>
          <p:nvPr/>
        </p:nvSpPr>
        <p:spPr>
          <a:xfrm>
            <a:off x="5989252" y="550547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A89"/>
          </a:solidFill>
          <a:ln w="3547">
            <a:solidFill>
              <a:srgbClr val="3E4A89"/>
            </a:solidFill>
            <a:prstDash val="solid"/>
          </a:ln>
        </p:spPr>
      </p:sp>
      <p:sp>
        <p:nvSpPr>
          <p:cNvPr id="3656" name="data_3655">
            <a:extLst>
              <a:ext uri="{FF2B5EF4-FFF2-40B4-BE49-F238E27FC236}">
                <a16:creationId xmlns:a16="http://schemas.microsoft.com/office/drawing/2014/main" id="{43935194-3B7F-461B-B062-1412BE4772B7}"/>
              </a:ext>
            </a:extLst>
          </p:cNvPr>
          <p:cNvSpPr>
            <a:spLocks/>
          </p:cNvSpPr>
          <p:nvPr/>
        </p:nvSpPr>
        <p:spPr>
          <a:xfrm>
            <a:off x="5989252" y="549815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E4989"/>
          </a:solidFill>
          <a:ln w="3547">
            <a:solidFill>
              <a:srgbClr val="3E4989"/>
            </a:solidFill>
            <a:prstDash val="solid"/>
          </a:ln>
        </p:spPr>
      </p:sp>
      <p:sp>
        <p:nvSpPr>
          <p:cNvPr id="3657" name="data_3656">
            <a:extLst>
              <a:ext uri="{FF2B5EF4-FFF2-40B4-BE49-F238E27FC236}">
                <a16:creationId xmlns:a16="http://schemas.microsoft.com/office/drawing/2014/main" id="{180DE6D4-E241-46FB-8E0C-A7C18ACBBE17}"/>
              </a:ext>
            </a:extLst>
          </p:cNvPr>
          <p:cNvSpPr>
            <a:spLocks/>
          </p:cNvSpPr>
          <p:nvPr/>
        </p:nvSpPr>
        <p:spPr>
          <a:xfrm>
            <a:off x="5989252" y="54908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889"/>
          </a:solidFill>
          <a:ln w="3547">
            <a:solidFill>
              <a:srgbClr val="3F4889"/>
            </a:solidFill>
            <a:prstDash val="solid"/>
          </a:ln>
        </p:spPr>
      </p:sp>
      <p:sp>
        <p:nvSpPr>
          <p:cNvPr id="3658" name="data_3657">
            <a:extLst>
              <a:ext uri="{FF2B5EF4-FFF2-40B4-BE49-F238E27FC236}">
                <a16:creationId xmlns:a16="http://schemas.microsoft.com/office/drawing/2014/main" id="{87BED7FC-3332-4FD9-9043-AE6CE93FFD4B}"/>
              </a:ext>
            </a:extLst>
          </p:cNvPr>
          <p:cNvSpPr>
            <a:spLocks/>
          </p:cNvSpPr>
          <p:nvPr/>
        </p:nvSpPr>
        <p:spPr>
          <a:xfrm>
            <a:off x="5989252" y="548350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3F4788"/>
          </a:solidFill>
          <a:ln w="3547">
            <a:solidFill>
              <a:srgbClr val="3F4788"/>
            </a:solidFill>
            <a:prstDash val="solid"/>
          </a:ln>
        </p:spPr>
      </p:sp>
      <p:sp>
        <p:nvSpPr>
          <p:cNvPr id="3659" name="data_3658">
            <a:extLst>
              <a:ext uri="{FF2B5EF4-FFF2-40B4-BE49-F238E27FC236}">
                <a16:creationId xmlns:a16="http://schemas.microsoft.com/office/drawing/2014/main" id="{4538D832-9EE7-49F5-BD5A-26B4BF49C7FD}"/>
              </a:ext>
            </a:extLst>
          </p:cNvPr>
          <p:cNvSpPr>
            <a:spLocks/>
          </p:cNvSpPr>
          <p:nvPr/>
        </p:nvSpPr>
        <p:spPr>
          <a:xfrm>
            <a:off x="5989252" y="547618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688"/>
          </a:solidFill>
          <a:ln w="3547">
            <a:solidFill>
              <a:srgbClr val="404688"/>
            </a:solidFill>
            <a:prstDash val="solid"/>
          </a:ln>
        </p:spPr>
      </p:sp>
      <p:sp>
        <p:nvSpPr>
          <p:cNvPr id="3660" name="data_3659">
            <a:extLst>
              <a:ext uri="{FF2B5EF4-FFF2-40B4-BE49-F238E27FC236}">
                <a16:creationId xmlns:a16="http://schemas.microsoft.com/office/drawing/2014/main" id="{EE4B2D39-801E-46D2-87E3-478D94B9DCF8}"/>
              </a:ext>
            </a:extLst>
          </p:cNvPr>
          <p:cNvSpPr>
            <a:spLocks/>
          </p:cNvSpPr>
          <p:nvPr/>
        </p:nvSpPr>
        <p:spPr>
          <a:xfrm>
            <a:off x="5989252" y="546886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04588"/>
          </a:solidFill>
          <a:ln w="3547">
            <a:solidFill>
              <a:srgbClr val="404588"/>
            </a:solidFill>
            <a:prstDash val="solid"/>
          </a:ln>
        </p:spPr>
      </p:sp>
      <p:sp>
        <p:nvSpPr>
          <p:cNvPr id="3661" name="data_3660">
            <a:extLst>
              <a:ext uri="{FF2B5EF4-FFF2-40B4-BE49-F238E27FC236}">
                <a16:creationId xmlns:a16="http://schemas.microsoft.com/office/drawing/2014/main" id="{F376A2B0-B247-42AA-99B1-1830D0FAAE87}"/>
              </a:ext>
            </a:extLst>
          </p:cNvPr>
          <p:cNvSpPr>
            <a:spLocks/>
          </p:cNvSpPr>
          <p:nvPr/>
        </p:nvSpPr>
        <p:spPr>
          <a:xfrm>
            <a:off x="5989252" y="546154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487"/>
          </a:solidFill>
          <a:ln w="3547">
            <a:solidFill>
              <a:srgbClr val="414487"/>
            </a:solidFill>
            <a:prstDash val="solid"/>
          </a:ln>
        </p:spPr>
      </p:sp>
      <p:sp>
        <p:nvSpPr>
          <p:cNvPr id="3662" name="data_3661">
            <a:extLst>
              <a:ext uri="{FF2B5EF4-FFF2-40B4-BE49-F238E27FC236}">
                <a16:creationId xmlns:a16="http://schemas.microsoft.com/office/drawing/2014/main" id="{A9DFBA63-ABC2-4693-9FC0-A83BB87AAD3C}"/>
              </a:ext>
            </a:extLst>
          </p:cNvPr>
          <p:cNvSpPr>
            <a:spLocks/>
          </p:cNvSpPr>
          <p:nvPr/>
        </p:nvSpPr>
        <p:spPr>
          <a:xfrm>
            <a:off x="5989252" y="545422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14287"/>
          </a:solidFill>
          <a:ln w="3547">
            <a:solidFill>
              <a:srgbClr val="414287"/>
            </a:solidFill>
            <a:prstDash val="solid"/>
          </a:ln>
        </p:spPr>
      </p:sp>
      <p:sp>
        <p:nvSpPr>
          <p:cNvPr id="3663" name="data_3662">
            <a:extLst>
              <a:ext uri="{FF2B5EF4-FFF2-40B4-BE49-F238E27FC236}">
                <a16:creationId xmlns:a16="http://schemas.microsoft.com/office/drawing/2014/main" id="{C34DF27A-E084-4DFB-98BF-E6349DF632F7}"/>
              </a:ext>
            </a:extLst>
          </p:cNvPr>
          <p:cNvSpPr>
            <a:spLocks/>
          </p:cNvSpPr>
          <p:nvPr/>
        </p:nvSpPr>
        <p:spPr>
          <a:xfrm>
            <a:off x="5989252" y="544689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186"/>
          </a:solidFill>
          <a:ln w="3547">
            <a:solidFill>
              <a:srgbClr val="424186"/>
            </a:solidFill>
            <a:prstDash val="solid"/>
          </a:ln>
        </p:spPr>
      </p:sp>
      <p:sp>
        <p:nvSpPr>
          <p:cNvPr id="3664" name="data_3663">
            <a:extLst>
              <a:ext uri="{FF2B5EF4-FFF2-40B4-BE49-F238E27FC236}">
                <a16:creationId xmlns:a16="http://schemas.microsoft.com/office/drawing/2014/main" id="{32A22E51-B61E-48FB-A613-A7F53C053328}"/>
              </a:ext>
            </a:extLst>
          </p:cNvPr>
          <p:cNvSpPr>
            <a:spLocks/>
          </p:cNvSpPr>
          <p:nvPr/>
        </p:nvSpPr>
        <p:spPr>
          <a:xfrm>
            <a:off x="5989252" y="543957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4086"/>
          </a:solidFill>
          <a:ln w="3547">
            <a:solidFill>
              <a:srgbClr val="424086"/>
            </a:solidFill>
            <a:prstDash val="solid"/>
          </a:ln>
        </p:spPr>
      </p:sp>
      <p:sp>
        <p:nvSpPr>
          <p:cNvPr id="3665" name="data_3664">
            <a:extLst>
              <a:ext uri="{FF2B5EF4-FFF2-40B4-BE49-F238E27FC236}">
                <a16:creationId xmlns:a16="http://schemas.microsoft.com/office/drawing/2014/main" id="{FA4C9975-4B56-4395-9464-62556E312B24}"/>
              </a:ext>
            </a:extLst>
          </p:cNvPr>
          <p:cNvSpPr>
            <a:spLocks/>
          </p:cNvSpPr>
          <p:nvPr/>
        </p:nvSpPr>
        <p:spPr>
          <a:xfrm>
            <a:off x="5989252" y="543225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23F85"/>
          </a:solidFill>
          <a:ln w="3547">
            <a:solidFill>
              <a:srgbClr val="423F85"/>
            </a:solidFill>
            <a:prstDash val="solid"/>
          </a:ln>
        </p:spPr>
      </p:sp>
      <p:sp>
        <p:nvSpPr>
          <p:cNvPr id="3666" name="data_3665">
            <a:extLst>
              <a:ext uri="{FF2B5EF4-FFF2-40B4-BE49-F238E27FC236}">
                <a16:creationId xmlns:a16="http://schemas.microsoft.com/office/drawing/2014/main" id="{57D7999F-AC6E-48F3-A4D5-CD5EC59B97F9}"/>
              </a:ext>
            </a:extLst>
          </p:cNvPr>
          <p:cNvSpPr>
            <a:spLocks/>
          </p:cNvSpPr>
          <p:nvPr/>
        </p:nvSpPr>
        <p:spPr>
          <a:xfrm>
            <a:off x="5989252" y="542493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E85"/>
          </a:solidFill>
          <a:ln w="3547">
            <a:solidFill>
              <a:srgbClr val="433E85"/>
            </a:solidFill>
            <a:prstDash val="solid"/>
          </a:ln>
        </p:spPr>
      </p:sp>
      <p:sp>
        <p:nvSpPr>
          <p:cNvPr id="3667" name="data_3666">
            <a:extLst>
              <a:ext uri="{FF2B5EF4-FFF2-40B4-BE49-F238E27FC236}">
                <a16:creationId xmlns:a16="http://schemas.microsoft.com/office/drawing/2014/main" id="{BD97D16C-8E44-4152-BE35-77423899E448}"/>
              </a:ext>
            </a:extLst>
          </p:cNvPr>
          <p:cNvSpPr>
            <a:spLocks/>
          </p:cNvSpPr>
          <p:nvPr/>
        </p:nvSpPr>
        <p:spPr>
          <a:xfrm>
            <a:off x="5989252" y="541761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33D84"/>
          </a:solidFill>
          <a:ln w="3547">
            <a:solidFill>
              <a:srgbClr val="433D84"/>
            </a:solidFill>
            <a:prstDash val="solid"/>
          </a:ln>
        </p:spPr>
      </p:sp>
      <p:sp>
        <p:nvSpPr>
          <p:cNvPr id="3668" name="data_3667">
            <a:extLst>
              <a:ext uri="{FF2B5EF4-FFF2-40B4-BE49-F238E27FC236}">
                <a16:creationId xmlns:a16="http://schemas.microsoft.com/office/drawing/2014/main" id="{CA2DD251-3DAA-4EE1-947D-A71F4F7F41B0}"/>
              </a:ext>
            </a:extLst>
          </p:cNvPr>
          <p:cNvSpPr>
            <a:spLocks/>
          </p:cNvSpPr>
          <p:nvPr/>
        </p:nvSpPr>
        <p:spPr>
          <a:xfrm>
            <a:off x="5989252" y="541029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B84"/>
          </a:solidFill>
          <a:ln w="3547">
            <a:solidFill>
              <a:srgbClr val="443B84"/>
            </a:solidFill>
            <a:prstDash val="solid"/>
          </a:ln>
        </p:spPr>
      </p:sp>
      <p:sp>
        <p:nvSpPr>
          <p:cNvPr id="3669" name="data_3668">
            <a:extLst>
              <a:ext uri="{FF2B5EF4-FFF2-40B4-BE49-F238E27FC236}">
                <a16:creationId xmlns:a16="http://schemas.microsoft.com/office/drawing/2014/main" id="{9E20E834-49BA-4876-8FAF-AEB6340A912E}"/>
              </a:ext>
            </a:extLst>
          </p:cNvPr>
          <p:cNvSpPr>
            <a:spLocks/>
          </p:cNvSpPr>
          <p:nvPr/>
        </p:nvSpPr>
        <p:spPr>
          <a:xfrm>
            <a:off x="5989252" y="540296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A83"/>
          </a:solidFill>
          <a:ln w="3547">
            <a:solidFill>
              <a:srgbClr val="443A83"/>
            </a:solidFill>
            <a:prstDash val="solid"/>
          </a:ln>
        </p:spPr>
      </p:sp>
      <p:sp>
        <p:nvSpPr>
          <p:cNvPr id="3670" name="data_3669">
            <a:extLst>
              <a:ext uri="{FF2B5EF4-FFF2-40B4-BE49-F238E27FC236}">
                <a16:creationId xmlns:a16="http://schemas.microsoft.com/office/drawing/2014/main" id="{30389101-B20F-482B-AD5C-259FF8E37BC6}"/>
              </a:ext>
            </a:extLst>
          </p:cNvPr>
          <p:cNvSpPr>
            <a:spLocks/>
          </p:cNvSpPr>
          <p:nvPr/>
        </p:nvSpPr>
        <p:spPr>
          <a:xfrm>
            <a:off x="5989252" y="539564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3983"/>
          </a:solidFill>
          <a:ln w="3547">
            <a:solidFill>
              <a:srgbClr val="443983"/>
            </a:solidFill>
            <a:prstDash val="solid"/>
          </a:ln>
        </p:spPr>
      </p:sp>
      <p:sp>
        <p:nvSpPr>
          <p:cNvPr id="3671" name="data_3670">
            <a:extLst>
              <a:ext uri="{FF2B5EF4-FFF2-40B4-BE49-F238E27FC236}">
                <a16:creationId xmlns:a16="http://schemas.microsoft.com/office/drawing/2014/main" id="{522DF3A0-2819-4327-8E60-387B438453B0}"/>
              </a:ext>
            </a:extLst>
          </p:cNvPr>
          <p:cNvSpPr>
            <a:spLocks/>
          </p:cNvSpPr>
          <p:nvPr/>
        </p:nvSpPr>
        <p:spPr>
          <a:xfrm>
            <a:off x="5989252" y="538832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882"/>
          </a:solidFill>
          <a:ln w="3547">
            <a:solidFill>
              <a:srgbClr val="453882"/>
            </a:solidFill>
            <a:prstDash val="solid"/>
          </a:ln>
        </p:spPr>
      </p:sp>
      <p:sp>
        <p:nvSpPr>
          <p:cNvPr id="3672" name="data_3671">
            <a:extLst>
              <a:ext uri="{FF2B5EF4-FFF2-40B4-BE49-F238E27FC236}">
                <a16:creationId xmlns:a16="http://schemas.microsoft.com/office/drawing/2014/main" id="{FBA906F8-D78A-4C2A-89E6-AE457BE9FD2E}"/>
              </a:ext>
            </a:extLst>
          </p:cNvPr>
          <p:cNvSpPr>
            <a:spLocks/>
          </p:cNvSpPr>
          <p:nvPr/>
        </p:nvSpPr>
        <p:spPr>
          <a:xfrm>
            <a:off x="5989252" y="538100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781"/>
          </a:solidFill>
          <a:ln w="3547">
            <a:solidFill>
              <a:srgbClr val="453781"/>
            </a:solidFill>
            <a:prstDash val="solid"/>
          </a:ln>
        </p:spPr>
      </p:sp>
      <p:sp>
        <p:nvSpPr>
          <p:cNvPr id="3673" name="data_3672">
            <a:extLst>
              <a:ext uri="{FF2B5EF4-FFF2-40B4-BE49-F238E27FC236}">
                <a16:creationId xmlns:a16="http://schemas.microsoft.com/office/drawing/2014/main" id="{71A49503-080D-4F06-A2CF-A0EF54C5044B}"/>
              </a:ext>
            </a:extLst>
          </p:cNvPr>
          <p:cNvSpPr>
            <a:spLocks/>
          </p:cNvSpPr>
          <p:nvPr/>
        </p:nvSpPr>
        <p:spPr>
          <a:xfrm>
            <a:off x="5989252" y="537368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3581"/>
          </a:solidFill>
          <a:ln w="3547">
            <a:solidFill>
              <a:srgbClr val="453581"/>
            </a:solidFill>
            <a:prstDash val="solid"/>
          </a:ln>
        </p:spPr>
      </p:sp>
      <p:sp>
        <p:nvSpPr>
          <p:cNvPr id="3674" name="data_3673">
            <a:extLst>
              <a:ext uri="{FF2B5EF4-FFF2-40B4-BE49-F238E27FC236}">
                <a16:creationId xmlns:a16="http://schemas.microsoft.com/office/drawing/2014/main" id="{84629B3D-C1CB-4AE3-8A16-4A5CA205CECA}"/>
              </a:ext>
            </a:extLst>
          </p:cNvPr>
          <p:cNvSpPr>
            <a:spLocks/>
          </p:cNvSpPr>
          <p:nvPr/>
        </p:nvSpPr>
        <p:spPr>
          <a:xfrm>
            <a:off x="5989252" y="536635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480"/>
          </a:solidFill>
          <a:ln w="3547">
            <a:solidFill>
              <a:srgbClr val="463480"/>
            </a:solidFill>
            <a:prstDash val="solid"/>
          </a:ln>
        </p:spPr>
      </p:sp>
      <p:sp>
        <p:nvSpPr>
          <p:cNvPr id="3675" name="data_3674">
            <a:extLst>
              <a:ext uri="{FF2B5EF4-FFF2-40B4-BE49-F238E27FC236}">
                <a16:creationId xmlns:a16="http://schemas.microsoft.com/office/drawing/2014/main" id="{31C68CFC-13F5-42F2-A995-7A57F4F2C121}"/>
              </a:ext>
            </a:extLst>
          </p:cNvPr>
          <p:cNvSpPr>
            <a:spLocks/>
          </p:cNvSpPr>
          <p:nvPr/>
        </p:nvSpPr>
        <p:spPr>
          <a:xfrm>
            <a:off x="5989252" y="535903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37F"/>
          </a:solidFill>
          <a:ln w="3547">
            <a:solidFill>
              <a:srgbClr val="46337F"/>
            </a:solidFill>
            <a:prstDash val="solid"/>
          </a:ln>
        </p:spPr>
      </p:sp>
      <p:sp>
        <p:nvSpPr>
          <p:cNvPr id="3676" name="data_3675">
            <a:extLst>
              <a:ext uri="{FF2B5EF4-FFF2-40B4-BE49-F238E27FC236}">
                <a16:creationId xmlns:a16="http://schemas.microsoft.com/office/drawing/2014/main" id="{C921E0AB-4DFC-4C06-893E-9F0FB736EA58}"/>
              </a:ext>
            </a:extLst>
          </p:cNvPr>
          <p:cNvSpPr>
            <a:spLocks/>
          </p:cNvSpPr>
          <p:nvPr/>
        </p:nvSpPr>
        <p:spPr>
          <a:xfrm>
            <a:off x="5989252" y="535171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27E"/>
          </a:solidFill>
          <a:ln w="3547">
            <a:solidFill>
              <a:srgbClr val="46327E"/>
            </a:solidFill>
            <a:prstDash val="solid"/>
          </a:ln>
        </p:spPr>
      </p:sp>
      <p:sp>
        <p:nvSpPr>
          <p:cNvPr id="3677" name="data_3676">
            <a:extLst>
              <a:ext uri="{FF2B5EF4-FFF2-40B4-BE49-F238E27FC236}">
                <a16:creationId xmlns:a16="http://schemas.microsoft.com/office/drawing/2014/main" id="{5457E2D9-39C0-4468-BC2C-88572B2ED842}"/>
              </a:ext>
            </a:extLst>
          </p:cNvPr>
          <p:cNvSpPr>
            <a:spLocks/>
          </p:cNvSpPr>
          <p:nvPr/>
        </p:nvSpPr>
        <p:spPr>
          <a:xfrm>
            <a:off x="5989252" y="534439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307E"/>
          </a:solidFill>
          <a:ln w="3547">
            <a:solidFill>
              <a:srgbClr val="46307E"/>
            </a:solidFill>
            <a:prstDash val="solid"/>
          </a:ln>
        </p:spPr>
      </p:sp>
      <p:sp>
        <p:nvSpPr>
          <p:cNvPr id="3678" name="data_3677">
            <a:extLst>
              <a:ext uri="{FF2B5EF4-FFF2-40B4-BE49-F238E27FC236}">
                <a16:creationId xmlns:a16="http://schemas.microsoft.com/office/drawing/2014/main" id="{0ED96E1E-0B3C-4E6D-B2B0-24FBCD1FF5E5}"/>
              </a:ext>
            </a:extLst>
          </p:cNvPr>
          <p:cNvSpPr>
            <a:spLocks/>
          </p:cNvSpPr>
          <p:nvPr/>
        </p:nvSpPr>
        <p:spPr>
          <a:xfrm>
            <a:off x="5989252" y="533707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F7D"/>
          </a:solidFill>
          <a:ln w="3547">
            <a:solidFill>
              <a:srgbClr val="472F7D"/>
            </a:solidFill>
            <a:prstDash val="solid"/>
          </a:ln>
        </p:spPr>
      </p:sp>
      <p:sp>
        <p:nvSpPr>
          <p:cNvPr id="3679" name="data_3678">
            <a:extLst>
              <a:ext uri="{FF2B5EF4-FFF2-40B4-BE49-F238E27FC236}">
                <a16:creationId xmlns:a16="http://schemas.microsoft.com/office/drawing/2014/main" id="{F937DD2A-CD80-4148-964A-F39C22C5AE28}"/>
              </a:ext>
            </a:extLst>
          </p:cNvPr>
          <p:cNvSpPr>
            <a:spLocks/>
          </p:cNvSpPr>
          <p:nvPr/>
        </p:nvSpPr>
        <p:spPr>
          <a:xfrm>
            <a:off x="5989252" y="532975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E7C"/>
          </a:solidFill>
          <a:ln w="3547">
            <a:solidFill>
              <a:srgbClr val="472E7C"/>
            </a:solidFill>
            <a:prstDash val="solid"/>
          </a:ln>
        </p:spPr>
      </p:sp>
      <p:sp>
        <p:nvSpPr>
          <p:cNvPr id="3680" name="data_3679">
            <a:extLst>
              <a:ext uri="{FF2B5EF4-FFF2-40B4-BE49-F238E27FC236}">
                <a16:creationId xmlns:a16="http://schemas.microsoft.com/office/drawing/2014/main" id="{4CDD9F9F-99FC-4215-9E8A-760BC266E8C3}"/>
              </a:ext>
            </a:extLst>
          </p:cNvPr>
          <p:cNvSpPr>
            <a:spLocks/>
          </p:cNvSpPr>
          <p:nvPr/>
        </p:nvSpPr>
        <p:spPr>
          <a:xfrm>
            <a:off x="5989252" y="532242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D7B"/>
          </a:solidFill>
          <a:ln w="3547">
            <a:solidFill>
              <a:srgbClr val="472D7B"/>
            </a:solidFill>
            <a:prstDash val="solid"/>
          </a:ln>
        </p:spPr>
      </p:sp>
      <p:sp>
        <p:nvSpPr>
          <p:cNvPr id="3681" name="data_3680">
            <a:extLst>
              <a:ext uri="{FF2B5EF4-FFF2-40B4-BE49-F238E27FC236}">
                <a16:creationId xmlns:a16="http://schemas.microsoft.com/office/drawing/2014/main" id="{04209311-0A19-44A6-A71B-35F0F3BB52EA}"/>
              </a:ext>
            </a:extLst>
          </p:cNvPr>
          <p:cNvSpPr>
            <a:spLocks/>
          </p:cNvSpPr>
          <p:nvPr/>
        </p:nvSpPr>
        <p:spPr>
          <a:xfrm>
            <a:off x="5989252" y="531510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C7A"/>
          </a:solidFill>
          <a:ln w="3547">
            <a:solidFill>
              <a:srgbClr val="472C7A"/>
            </a:solidFill>
            <a:prstDash val="solid"/>
          </a:ln>
        </p:spPr>
      </p:sp>
      <p:sp>
        <p:nvSpPr>
          <p:cNvPr id="3682" name="data_3681">
            <a:extLst>
              <a:ext uri="{FF2B5EF4-FFF2-40B4-BE49-F238E27FC236}">
                <a16:creationId xmlns:a16="http://schemas.microsoft.com/office/drawing/2014/main" id="{A95E8CB5-81ED-4A8A-8A1F-ACC878205A16}"/>
              </a:ext>
            </a:extLst>
          </p:cNvPr>
          <p:cNvSpPr>
            <a:spLocks/>
          </p:cNvSpPr>
          <p:nvPr/>
        </p:nvSpPr>
        <p:spPr>
          <a:xfrm>
            <a:off x="5989252" y="530778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2A7A"/>
          </a:solidFill>
          <a:ln w="3547">
            <a:solidFill>
              <a:srgbClr val="472A7A"/>
            </a:solidFill>
            <a:prstDash val="solid"/>
          </a:ln>
        </p:spPr>
      </p:sp>
      <p:sp>
        <p:nvSpPr>
          <p:cNvPr id="3683" name="data_3682">
            <a:extLst>
              <a:ext uri="{FF2B5EF4-FFF2-40B4-BE49-F238E27FC236}">
                <a16:creationId xmlns:a16="http://schemas.microsoft.com/office/drawing/2014/main" id="{3BDEE8FA-4526-41E4-8CAF-4FF1F3072179}"/>
              </a:ext>
            </a:extLst>
          </p:cNvPr>
          <p:cNvSpPr>
            <a:spLocks/>
          </p:cNvSpPr>
          <p:nvPr/>
        </p:nvSpPr>
        <p:spPr>
          <a:xfrm>
            <a:off x="5989252" y="530046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979"/>
          </a:solidFill>
          <a:ln w="3547">
            <a:solidFill>
              <a:srgbClr val="482979"/>
            </a:solidFill>
            <a:prstDash val="solid"/>
          </a:ln>
        </p:spPr>
      </p:sp>
      <p:sp>
        <p:nvSpPr>
          <p:cNvPr id="3684" name="data_3683">
            <a:extLst>
              <a:ext uri="{FF2B5EF4-FFF2-40B4-BE49-F238E27FC236}">
                <a16:creationId xmlns:a16="http://schemas.microsoft.com/office/drawing/2014/main" id="{B1BD9FAD-A6ED-444B-8A6B-50DEAA7B426E}"/>
              </a:ext>
            </a:extLst>
          </p:cNvPr>
          <p:cNvSpPr>
            <a:spLocks/>
          </p:cNvSpPr>
          <p:nvPr/>
        </p:nvSpPr>
        <p:spPr>
          <a:xfrm>
            <a:off x="5989252" y="529314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878"/>
          </a:solidFill>
          <a:ln w="3547">
            <a:solidFill>
              <a:srgbClr val="482878"/>
            </a:solidFill>
            <a:prstDash val="solid"/>
          </a:ln>
        </p:spPr>
      </p:sp>
      <p:sp>
        <p:nvSpPr>
          <p:cNvPr id="3685" name="data_3684">
            <a:extLst>
              <a:ext uri="{FF2B5EF4-FFF2-40B4-BE49-F238E27FC236}">
                <a16:creationId xmlns:a16="http://schemas.microsoft.com/office/drawing/2014/main" id="{B35E484B-1C6F-4C57-9C45-D4AC362C49A3}"/>
              </a:ext>
            </a:extLst>
          </p:cNvPr>
          <p:cNvSpPr>
            <a:spLocks/>
          </p:cNvSpPr>
          <p:nvPr/>
        </p:nvSpPr>
        <p:spPr>
          <a:xfrm>
            <a:off x="5989252" y="528581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677"/>
          </a:solidFill>
          <a:ln w="3547">
            <a:solidFill>
              <a:srgbClr val="482677"/>
            </a:solidFill>
            <a:prstDash val="solid"/>
          </a:ln>
        </p:spPr>
      </p:sp>
      <p:sp>
        <p:nvSpPr>
          <p:cNvPr id="3686" name="data_3685">
            <a:extLst>
              <a:ext uri="{FF2B5EF4-FFF2-40B4-BE49-F238E27FC236}">
                <a16:creationId xmlns:a16="http://schemas.microsoft.com/office/drawing/2014/main" id="{0B072B7B-754A-4ADB-B82E-A260D28ECEFD}"/>
              </a:ext>
            </a:extLst>
          </p:cNvPr>
          <p:cNvSpPr>
            <a:spLocks/>
          </p:cNvSpPr>
          <p:nvPr/>
        </p:nvSpPr>
        <p:spPr>
          <a:xfrm>
            <a:off x="5989252" y="527849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576"/>
          </a:solidFill>
          <a:ln w="3547">
            <a:solidFill>
              <a:srgbClr val="482576"/>
            </a:solidFill>
            <a:prstDash val="solid"/>
          </a:ln>
        </p:spPr>
      </p:sp>
      <p:sp>
        <p:nvSpPr>
          <p:cNvPr id="3687" name="data_3686">
            <a:extLst>
              <a:ext uri="{FF2B5EF4-FFF2-40B4-BE49-F238E27FC236}">
                <a16:creationId xmlns:a16="http://schemas.microsoft.com/office/drawing/2014/main" id="{453CA86A-3D8F-47DB-8A88-845D3FE70370}"/>
              </a:ext>
            </a:extLst>
          </p:cNvPr>
          <p:cNvSpPr>
            <a:spLocks/>
          </p:cNvSpPr>
          <p:nvPr/>
        </p:nvSpPr>
        <p:spPr>
          <a:xfrm>
            <a:off x="5989252" y="527117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475"/>
          </a:solidFill>
          <a:ln w="3547">
            <a:solidFill>
              <a:srgbClr val="482475"/>
            </a:solidFill>
            <a:prstDash val="solid"/>
          </a:ln>
        </p:spPr>
      </p:sp>
      <p:sp>
        <p:nvSpPr>
          <p:cNvPr id="3688" name="data_3687">
            <a:extLst>
              <a:ext uri="{FF2B5EF4-FFF2-40B4-BE49-F238E27FC236}">
                <a16:creationId xmlns:a16="http://schemas.microsoft.com/office/drawing/2014/main" id="{E51552B6-F267-44C5-B9F4-0E810CFA5918}"/>
              </a:ext>
            </a:extLst>
          </p:cNvPr>
          <p:cNvSpPr>
            <a:spLocks/>
          </p:cNvSpPr>
          <p:nvPr/>
        </p:nvSpPr>
        <p:spPr>
          <a:xfrm>
            <a:off x="5989252" y="526385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374"/>
          </a:solidFill>
          <a:ln w="3547">
            <a:solidFill>
              <a:srgbClr val="482374"/>
            </a:solidFill>
            <a:prstDash val="solid"/>
          </a:ln>
        </p:spPr>
      </p:sp>
      <p:sp>
        <p:nvSpPr>
          <p:cNvPr id="3689" name="data_3688">
            <a:extLst>
              <a:ext uri="{FF2B5EF4-FFF2-40B4-BE49-F238E27FC236}">
                <a16:creationId xmlns:a16="http://schemas.microsoft.com/office/drawing/2014/main" id="{BA09BBDC-A374-4E0C-8F50-371863C9E50A}"/>
              </a:ext>
            </a:extLst>
          </p:cNvPr>
          <p:cNvSpPr>
            <a:spLocks/>
          </p:cNvSpPr>
          <p:nvPr/>
        </p:nvSpPr>
        <p:spPr>
          <a:xfrm>
            <a:off x="5989252" y="525653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173"/>
          </a:solidFill>
          <a:ln w="3547">
            <a:solidFill>
              <a:srgbClr val="482173"/>
            </a:solidFill>
            <a:prstDash val="solid"/>
          </a:ln>
        </p:spPr>
      </p:sp>
      <p:sp>
        <p:nvSpPr>
          <p:cNvPr id="3690" name="data_3689">
            <a:extLst>
              <a:ext uri="{FF2B5EF4-FFF2-40B4-BE49-F238E27FC236}">
                <a16:creationId xmlns:a16="http://schemas.microsoft.com/office/drawing/2014/main" id="{403CC471-5EDE-4217-8D49-FE65EAC4F65B}"/>
              </a:ext>
            </a:extLst>
          </p:cNvPr>
          <p:cNvSpPr>
            <a:spLocks/>
          </p:cNvSpPr>
          <p:nvPr/>
        </p:nvSpPr>
        <p:spPr>
          <a:xfrm>
            <a:off x="5989252" y="524921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2071"/>
          </a:solidFill>
          <a:ln w="3547">
            <a:solidFill>
              <a:srgbClr val="482071"/>
            </a:solidFill>
            <a:prstDash val="solid"/>
          </a:ln>
        </p:spPr>
      </p:sp>
      <p:sp>
        <p:nvSpPr>
          <p:cNvPr id="3691" name="data_3690">
            <a:extLst>
              <a:ext uri="{FF2B5EF4-FFF2-40B4-BE49-F238E27FC236}">
                <a16:creationId xmlns:a16="http://schemas.microsoft.com/office/drawing/2014/main" id="{B838BC64-B3F3-44D5-B807-495EF8BA090C}"/>
              </a:ext>
            </a:extLst>
          </p:cNvPr>
          <p:cNvSpPr>
            <a:spLocks/>
          </p:cNvSpPr>
          <p:nvPr/>
        </p:nvSpPr>
        <p:spPr>
          <a:xfrm>
            <a:off x="5989252" y="524188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F70"/>
          </a:solidFill>
          <a:ln w="3547">
            <a:solidFill>
              <a:srgbClr val="481F70"/>
            </a:solidFill>
            <a:prstDash val="solid"/>
          </a:ln>
        </p:spPr>
      </p:sp>
      <p:sp>
        <p:nvSpPr>
          <p:cNvPr id="3692" name="data_3691">
            <a:extLst>
              <a:ext uri="{FF2B5EF4-FFF2-40B4-BE49-F238E27FC236}">
                <a16:creationId xmlns:a16="http://schemas.microsoft.com/office/drawing/2014/main" id="{A6BFDD0D-8CA2-4547-AA6B-63D08A5EDA77}"/>
              </a:ext>
            </a:extLst>
          </p:cNvPr>
          <p:cNvSpPr>
            <a:spLocks/>
          </p:cNvSpPr>
          <p:nvPr/>
        </p:nvSpPr>
        <p:spPr>
          <a:xfrm>
            <a:off x="5989252" y="523456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D6F"/>
          </a:solidFill>
          <a:ln w="3547">
            <a:solidFill>
              <a:srgbClr val="481D6F"/>
            </a:solidFill>
            <a:prstDash val="solid"/>
          </a:ln>
        </p:spPr>
      </p:sp>
      <p:sp>
        <p:nvSpPr>
          <p:cNvPr id="3693" name="data_3692">
            <a:extLst>
              <a:ext uri="{FF2B5EF4-FFF2-40B4-BE49-F238E27FC236}">
                <a16:creationId xmlns:a16="http://schemas.microsoft.com/office/drawing/2014/main" id="{5DBB9DD1-62D3-40D2-8BCA-400972BB15CC}"/>
              </a:ext>
            </a:extLst>
          </p:cNvPr>
          <p:cNvSpPr>
            <a:spLocks/>
          </p:cNvSpPr>
          <p:nvPr/>
        </p:nvSpPr>
        <p:spPr>
          <a:xfrm>
            <a:off x="5989252" y="522724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C6E"/>
          </a:solidFill>
          <a:ln w="3547">
            <a:solidFill>
              <a:srgbClr val="481C6E"/>
            </a:solidFill>
            <a:prstDash val="solid"/>
          </a:ln>
        </p:spPr>
      </p:sp>
      <p:sp>
        <p:nvSpPr>
          <p:cNvPr id="3694" name="data_3693">
            <a:extLst>
              <a:ext uri="{FF2B5EF4-FFF2-40B4-BE49-F238E27FC236}">
                <a16:creationId xmlns:a16="http://schemas.microsoft.com/office/drawing/2014/main" id="{112B6269-C8CE-4396-99C8-EF377061D792}"/>
              </a:ext>
            </a:extLst>
          </p:cNvPr>
          <p:cNvSpPr>
            <a:spLocks/>
          </p:cNvSpPr>
          <p:nvPr/>
        </p:nvSpPr>
        <p:spPr>
          <a:xfrm>
            <a:off x="5989252" y="521992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B6D"/>
          </a:solidFill>
          <a:ln w="3547">
            <a:solidFill>
              <a:srgbClr val="481B6D"/>
            </a:solidFill>
            <a:prstDash val="solid"/>
          </a:ln>
        </p:spPr>
      </p:sp>
      <p:sp>
        <p:nvSpPr>
          <p:cNvPr id="3695" name="data_3694">
            <a:extLst>
              <a:ext uri="{FF2B5EF4-FFF2-40B4-BE49-F238E27FC236}">
                <a16:creationId xmlns:a16="http://schemas.microsoft.com/office/drawing/2014/main" id="{CD5C2CE5-675F-4544-B564-D2DAAEACDB1E}"/>
              </a:ext>
            </a:extLst>
          </p:cNvPr>
          <p:cNvSpPr>
            <a:spLocks/>
          </p:cNvSpPr>
          <p:nvPr/>
        </p:nvSpPr>
        <p:spPr>
          <a:xfrm>
            <a:off x="5989252" y="521260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A6C"/>
          </a:solidFill>
          <a:ln w="3547">
            <a:solidFill>
              <a:srgbClr val="481A6C"/>
            </a:solidFill>
            <a:prstDash val="solid"/>
          </a:ln>
        </p:spPr>
      </p:sp>
      <p:sp>
        <p:nvSpPr>
          <p:cNvPr id="3696" name="data_3695">
            <a:extLst>
              <a:ext uri="{FF2B5EF4-FFF2-40B4-BE49-F238E27FC236}">
                <a16:creationId xmlns:a16="http://schemas.microsoft.com/office/drawing/2014/main" id="{746A46C6-656A-4785-8F3A-03B376C6CB53}"/>
              </a:ext>
            </a:extLst>
          </p:cNvPr>
          <p:cNvSpPr>
            <a:spLocks/>
          </p:cNvSpPr>
          <p:nvPr/>
        </p:nvSpPr>
        <p:spPr>
          <a:xfrm>
            <a:off x="5989252" y="520527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86A"/>
          </a:solidFill>
          <a:ln w="3547">
            <a:solidFill>
              <a:srgbClr val="48186A"/>
            </a:solidFill>
            <a:prstDash val="solid"/>
          </a:ln>
        </p:spPr>
      </p:sp>
      <p:sp>
        <p:nvSpPr>
          <p:cNvPr id="3697" name="data_3696">
            <a:extLst>
              <a:ext uri="{FF2B5EF4-FFF2-40B4-BE49-F238E27FC236}">
                <a16:creationId xmlns:a16="http://schemas.microsoft.com/office/drawing/2014/main" id="{5AE8EFC7-350C-4325-AA11-F94A4D07BC37}"/>
              </a:ext>
            </a:extLst>
          </p:cNvPr>
          <p:cNvSpPr>
            <a:spLocks/>
          </p:cNvSpPr>
          <p:nvPr/>
        </p:nvSpPr>
        <p:spPr>
          <a:xfrm>
            <a:off x="5989252" y="519795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769"/>
          </a:solidFill>
          <a:ln w="3547">
            <a:solidFill>
              <a:srgbClr val="481769"/>
            </a:solidFill>
            <a:prstDash val="solid"/>
          </a:ln>
        </p:spPr>
      </p:sp>
      <p:sp>
        <p:nvSpPr>
          <p:cNvPr id="3698" name="data_3697">
            <a:extLst>
              <a:ext uri="{FF2B5EF4-FFF2-40B4-BE49-F238E27FC236}">
                <a16:creationId xmlns:a16="http://schemas.microsoft.com/office/drawing/2014/main" id="{1D83F4D2-7E79-4B87-89CA-108D8A2F1871}"/>
              </a:ext>
            </a:extLst>
          </p:cNvPr>
          <p:cNvSpPr>
            <a:spLocks/>
          </p:cNvSpPr>
          <p:nvPr/>
        </p:nvSpPr>
        <p:spPr>
          <a:xfrm>
            <a:off x="5989252" y="519063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668"/>
          </a:solidFill>
          <a:ln w="3547">
            <a:solidFill>
              <a:srgbClr val="481668"/>
            </a:solidFill>
            <a:prstDash val="solid"/>
          </a:ln>
        </p:spPr>
      </p:sp>
      <p:sp>
        <p:nvSpPr>
          <p:cNvPr id="3699" name="data_3698">
            <a:extLst>
              <a:ext uri="{FF2B5EF4-FFF2-40B4-BE49-F238E27FC236}">
                <a16:creationId xmlns:a16="http://schemas.microsoft.com/office/drawing/2014/main" id="{77E1932E-6388-4BA0-A5ED-7C75287D34A8}"/>
              </a:ext>
            </a:extLst>
          </p:cNvPr>
          <p:cNvSpPr>
            <a:spLocks/>
          </p:cNvSpPr>
          <p:nvPr/>
        </p:nvSpPr>
        <p:spPr>
          <a:xfrm>
            <a:off x="5989252" y="518331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81467"/>
          </a:solidFill>
          <a:ln w="3547">
            <a:solidFill>
              <a:srgbClr val="481467"/>
            </a:solidFill>
            <a:prstDash val="solid"/>
          </a:ln>
        </p:spPr>
      </p:sp>
      <p:sp>
        <p:nvSpPr>
          <p:cNvPr id="3700" name="data_3699">
            <a:extLst>
              <a:ext uri="{FF2B5EF4-FFF2-40B4-BE49-F238E27FC236}">
                <a16:creationId xmlns:a16="http://schemas.microsoft.com/office/drawing/2014/main" id="{61689117-7FD5-4300-AAF3-E2379DDEAAC4}"/>
              </a:ext>
            </a:extLst>
          </p:cNvPr>
          <p:cNvSpPr>
            <a:spLocks/>
          </p:cNvSpPr>
          <p:nvPr/>
        </p:nvSpPr>
        <p:spPr>
          <a:xfrm>
            <a:off x="5989252" y="517599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365"/>
          </a:solidFill>
          <a:ln w="3547">
            <a:solidFill>
              <a:srgbClr val="471365"/>
            </a:solidFill>
            <a:prstDash val="solid"/>
          </a:ln>
        </p:spPr>
      </p:sp>
      <p:sp>
        <p:nvSpPr>
          <p:cNvPr id="3701" name="data_3700">
            <a:extLst>
              <a:ext uri="{FF2B5EF4-FFF2-40B4-BE49-F238E27FC236}">
                <a16:creationId xmlns:a16="http://schemas.microsoft.com/office/drawing/2014/main" id="{8E02B101-E641-4C0C-A9D3-658641D9F8F3}"/>
              </a:ext>
            </a:extLst>
          </p:cNvPr>
          <p:cNvSpPr>
            <a:spLocks/>
          </p:cNvSpPr>
          <p:nvPr/>
        </p:nvSpPr>
        <p:spPr>
          <a:xfrm>
            <a:off x="5989252" y="516867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164"/>
          </a:solidFill>
          <a:ln w="3547">
            <a:solidFill>
              <a:srgbClr val="471164"/>
            </a:solidFill>
            <a:prstDash val="solid"/>
          </a:ln>
        </p:spPr>
      </p:sp>
      <p:sp>
        <p:nvSpPr>
          <p:cNvPr id="3702" name="data_3701">
            <a:extLst>
              <a:ext uri="{FF2B5EF4-FFF2-40B4-BE49-F238E27FC236}">
                <a16:creationId xmlns:a16="http://schemas.microsoft.com/office/drawing/2014/main" id="{80B4C9AF-19E7-40D5-ADAF-DC9942005AD8}"/>
              </a:ext>
            </a:extLst>
          </p:cNvPr>
          <p:cNvSpPr>
            <a:spLocks/>
          </p:cNvSpPr>
          <p:nvPr/>
        </p:nvSpPr>
        <p:spPr>
          <a:xfrm>
            <a:off x="5989252" y="5161348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1063"/>
          </a:solidFill>
          <a:ln w="3547">
            <a:solidFill>
              <a:srgbClr val="471063"/>
            </a:solidFill>
            <a:prstDash val="solid"/>
          </a:ln>
        </p:spPr>
      </p:sp>
      <p:sp>
        <p:nvSpPr>
          <p:cNvPr id="3703" name="data_3702">
            <a:extLst>
              <a:ext uri="{FF2B5EF4-FFF2-40B4-BE49-F238E27FC236}">
                <a16:creationId xmlns:a16="http://schemas.microsoft.com/office/drawing/2014/main" id="{9BC00794-2A48-4493-9E6C-ED73F1EA9434}"/>
              </a:ext>
            </a:extLst>
          </p:cNvPr>
          <p:cNvSpPr>
            <a:spLocks/>
          </p:cNvSpPr>
          <p:nvPr/>
        </p:nvSpPr>
        <p:spPr>
          <a:xfrm>
            <a:off x="5989252" y="5154026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E61"/>
          </a:solidFill>
          <a:ln w="3547">
            <a:solidFill>
              <a:srgbClr val="470E61"/>
            </a:solidFill>
            <a:prstDash val="solid"/>
          </a:ln>
        </p:spPr>
      </p:sp>
      <p:sp>
        <p:nvSpPr>
          <p:cNvPr id="3704" name="data_3703">
            <a:extLst>
              <a:ext uri="{FF2B5EF4-FFF2-40B4-BE49-F238E27FC236}">
                <a16:creationId xmlns:a16="http://schemas.microsoft.com/office/drawing/2014/main" id="{118DF6DD-81C4-4DF8-930E-9AE1A7A06E99}"/>
              </a:ext>
            </a:extLst>
          </p:cNvPr>
          <p:cNvSpPr>
            <a:spLocks/>
          </p:cNvSpPr>
          <p:nvPr/>
        </p:nvSpPr>
        <p:spPr>
          <a:xfrm>
            <a:off x="5989252" y="514670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70D60"/>
          </a:solidFill>
          <a:ln w="3547">
            <a:solidFill>
              <a:srgbClr val="470D60"/>
            </a:solidFill>
            <a:prstDash val="solid"/>
          </a:ln>
        </p:spPr>
      </p:sp>
      <p:sp>
        <p:nvSpPr>
          <p:cNvPr id="3705" name="data_3704">
            <a:extLst>
              <a:ext uri="{FF2B5EF4-FFF2-40B4-BE49-F238E27FC236}">
                <a16:creationId xmlns:a16="http://schemas.microsoft.com/office/drawing/2014/main" id="{6F3F513E-A521-4A28-AED4-DBA92C283902}"/>
              </a:ext>
            </a:extLst>
          </p:cNvPr>
          <p:cNvSpPr>
            <a:spLocks/>
          </p:cNvSpPr>
          <p:nvPr/>
        </p:nvSpPr>
        <p:spPr>
          <a:xfrm>
            <a:off x="5989252" y="5139383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B5E"/>
          </a:solidFill>
          <a:ln w="3547">
            <a:solidFill>
              <a:srgbClr val="460B5E"/>
            </a:solidFill>
            <a:prstDash val="solid"/>
          </a:ln>
        </p:spPr>
      </p:sp>
      <p:sp>
        <p:nvSpPr>
          <p:cNvPr id="3706" name="data_3705">
            <a:extLst>
              <a:ext uri="{FF2B5EF4-FFF2-40B4-BE49-F238E27FC236}">
                <a16:creationId xmlns:a16="http://schemas.microsoft.com/office/drawing/2014/main" id="{D14A6137-8FE2-455A-BD9C-05E1AE7E6630}"/>
              </a:ext>
            </a:extLst>
          </p:cNvPr>
          <p:cNvSpPr>
            <a:spLocks/>
          </p:cNvSpPr>
          <p:nvPr/>
        </p:nvSpPr>
        <p:spPr>
          <a:xfrm>
            <a:off x="5989252" y="5132061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A5D"/>
          </a:solidFill>
          <a:ln w="3547">
            <a:solidFill>
              <a:srgbClr val="460A5D"/>
            </a:solidFill>
            <a:prstDash val="solid"/>
          </a:ln>
        </p:spPr>
      </p:sp>
      <p:sp>
        <p:nvSpPr>
          <p:cNvPr id="3707" name="data_3706">
            <a:extLst>
              <a:ext uri="{FF2B5EF4-FFF2-40B4-BE49-F238E27FC236}">
                <a16:creationId xmlns:a16="http://schemas.microsoft.com/office/drawing/2014/main" id="{6D09A5B3-7646-4BCD-A990-1DC8A9AB75FF}"/>
              </a:ext>
            </a:extLst>
          </p:cNvPr>
          <p:cNvSpPr>
            <a:spLocks/>
          </p:cNvSpPr>
          <p:nvPr/>
        </p:nvSpPr>
        <p:spPr>
          <a:xfrm>
            <a:off x="5989252" y="5124739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85C"/>
          </a:solidFill>
          <a:ln w="3547">
            <a:solidFill>
              <a:srgbClr val="46085C"/>
            </a:solidFill>
            <a:prstDash val="solid"/>
          </a:ln>
        </p:spPr>
      </p:sp>
      <p:sp>
        <p:nvSpPr>
          <p:cNvPr id="3708" name="data_3707">
            <a:extLst>
              <a:ext uri="{FF2B5EF4-FFF2-40B4-BE49-F238E27FC236}">
                <a16:creationId xmlns:a16="http://schemas.microsoft.com/office/drawing/2014/main" id="{CECAD6DF-D1EB-486C-895C-005656632CEC}"/>
              </a:ext>
            </a:extLst>
          </p:cNvPr>
          <p:cNvSpPr>
            <a:spLocks/>
          </p:cNvSpPr>
          <p:nvPr/>
        </p:nvSpPr>
        <p:spPr>
          <a:xfrm>
            <a:off x="5989252" y="5117417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6075A"/>
          </a:solidFill>
          <a:ln w="3547">
            <a:solidFill>
              <a:srgbClr val="46075A"/>
            </a:solidFill>
            <a:prstDash val="solid"/>
          </a:ln>
        </p:spPr>
      </p:sp>
      <p:sp>
        <p:nvSpPr>
          <p:cNvPr id="3709" name="data_3708">
            <a:extLst>
              <a:ext uri="{FF2B5EF4-FFF2-40B4-BE49-F238E27FC236}">
                <a16:creationId xmlns:a16="http://schemas.microsoft.com/office/drawing/2014/main" id="{BA462F90-F2E4-44B9-A6AE-C0D004BB8272}"/>
              </a:ext>
            </a:extLst>
          </p:cNvPr>
          <p:cNvSpPr>
            <a:spLocks/>
          </p:cNvSpPr>
          <p:nvPr/>
        </p:nvSpPr>
        <p:spPr>
          <a:xfrm>
            <a:off x="5989252" y="5110095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559"/>
          </a:solidFill>
          <a:ln w="3547">
            <a:solidFill>
              <a:srgbClr val="450559"/>
            </a:solidFill>
            <a:prstDash val="solid"/>
          </a:ln>
        </p:spPr>
      </p:sp>
      <p:sp>
        <p:nvSpPr>
          <p:cNvPr id="3710" name="data_3709">
            <a:extLst>
              <a:ext uri="{FF2B5EF4-FFF2-40B4-BE49-F238E27FC236}">
                <a16:creationId xmlns:a16="http://schemas.microsoft.com/office/drawing/2014/main" id="{A12F2609-CC98-46F5-A885-A2F14513B100}"/>
              </a:ext>
            </a:extLst>
          </p:cNvPr>
          <p:cNvSpPr>
            <a:spLocks/>
          </p:cNvSpPr>
          <p:nvPr/>
        </p:nvSpPr>
        <p:spPr>
          <a:xfrm>
            <a:off x="5989252" y="5102774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50457"/>
          </a:solidFill>
          <a:ln w="3547">
            <a:solidFill>
              <a:srgbClr val="450457"/>
            </a:solidFill>
            <a:prstDash val="solid"/>
          </a:ln>
        </p:spPr>
      </p:sp>
      <p:sp>
        <p:nvSpPr>
          <p:cNvPr id="3711" name="data_3710">
            <a:extLst>
              <a:ext uri="{FF2B5EF4-FFF2-40B4-BE49-F238E27FC236}">
                <a16:creationId xmlns:a16="http://schemas.microsoft.com/office/drawing/2014/main" id="{0B876C32-FEEB-4F99-8F45-6621CC5668F9}"/>
              </a:ext>
            </a:extLst>
          </p:cNvPr>
          <p:cNvSpPr>
            <a:spLocks/>
          </p:cNvSpPr>
          <p:nvPr/>
        </p:nvSpPr>
        <p:spPr>
          <a:xfrm>
            <a:off x="5989252" y="5095452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256"/>
          </a:solidFill>
          <a:ln w="3547">
            <a:solidFill>
              <a:srgbClr val="440256"/>
            </a:solidFill>
            <a:prstDash val="solid"/>
          </a:ln>
        </p:spPr>
      </p:sp>
      <p:sp>
        <p:nvSpPr>
          <p:cNvPr id="3712" name="data_3711">
            <a:extLst>
              <a:ext uri="{FF2B5EF4-FFF2-40B4-BE49-F238E27FC236}">
                <a16:creationId xmlns:a16="http://schemas.microsoft.com/office/drawing/2014/main" id="{49E70389-2C4C-4BC9-A533-2CBD7147B45F}"/>
              </a:ext>
            </a:extLst>
          </p:cNvPr>
          <p:cNvSpPr>
            <a:spLocks/>
          </p:cNvSpPr>
          <p:nvPr/>
        </p:nvSpPr>
        <p:spPr>
          <a:xfrm>
            <a:off x="5989252" y="5088130"/>
            <a:ext cx="90487" cy="7322"/>
          </a:xfrm>
          <a:custGeom>
            <a:avLst/>
            <a:gdLst/>
            <a:ahLst/>
            <a:cxnLst/>
            <a:rect l="0" t="0" r="0" b="0"/>
            <a:pathLst>
              <a:path w="90487" h="7322">
                <a:moveTo>
                  <a:pt x="0" y="7322"/>
                </a:moveTo>
                <a:lnTo>
                  <a:pt x="90487" y="7322"/>
                </a:lnTo>
                <a:lnTo>
                  <a:pt x="90487" y="0"/>
                </a:lnTo>
                <a:lnTo>
                  <a:pt x="0" y="0"/>
                </a:lnTo>
                <a:lnTo>
                  <a:pt x="0" y="7322"/>
                </a:lnTo>
                <a:close/>
              </a:path>
            </a:pathLst>
          </a:custGeom>
          <a:solidFill>
            <a:srgbClr val="440154"/>
          </a:solidFill>
          <a:ln w="3547">
            <a:solidFill>
              <a:srgbClr val="440154"/>
            </a:solidFill>
            <a:prstDash val="solid"/>
          </a:ln>
        </p:spPr>
      </p:sp>
      <p:sp>
        <p:nvSpPr>
          <p:cNvPr id="3713" name="data_3712">
            <a:extLst>
              <a:ext uri="{FF2B5EF4-FFF2-40B4-BE49-F238E27FC236}">
                <a16:creationId xmlns:a16="http://schemas.microsoft.com/office/drawing/2014/main" id="{EE2E08E9-07DA-441E-9CCF-39CFDC0B4F7C}"/>
              </a:ext>
            </a:extLst>
          </p:cNvPr>
          <p:cNvSpPr>
            <a:spLocks/>
          </p:cNvSpPr>
          <p:nvPr/>
        </p:nvSpPr>
        <p:spPr>
          <a:xfrm>
            <a:off x="6079739" y="6962514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14" name="text_3713">
            <a:extLst>
              <a:ext uri="{FF2B5EF4-FFF2-40B4-BE49-F238E27FC236}">
                <a16:creationId xmlns:a16="http://schemas.microsoft.com/office/drawing/2014/main" id="{9C3C37A8-3C68-4867-AA21-7D832037B84F}"/>
              </a:ext>
            </a:extLst>
          </p:cNvPr>
          <p:cNvSpPr>
            <a:spLocks/>
          </p:cNvSpPr>
          <p:nvPr/>
        </p:nvSpPr>
        <p:spPr>
          <a:xfrm>
            <a:off x="6177279" y="6905862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3715" name="data_3714">
            <a:extLst>
              <a:ext uri="{FF2B5EF4-FFF2-40B4-BE49-F238E27FC236}">
                <a16:creationId xmlns:a16="http://schemas.microsoft.com/office/drawing/2014/main" id="{2ABDE090-9955-481C-BC1A-0A2356FC2382}"/>
              </a:ext>
            </a:extLst>
          </p:cNvPr>
          <p:cNvSpPr>
            <a:spLocks/>
          </p:cNvSpPr>
          <p:nvPr/>
        </p:nvSpPr>
        <p:spPr>
          <a:xfrm>
            <a:off x="6079739" y="6337719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16" name="text_3715">
            <a:extLst>
              <a:ext uri="{FF2B5EF4-FFF2-40B4-BE49-F238E27FC236}">
                <a16:creationId xmlns:a16="http://schemas.microsoft.com/office/drawing/2014/main" id="{ED962CDD-45E7-4D74-9E3C-C4BC34DE50BB}"/>
              </a:ext>
            </a:extLst>
          </p:cNvPr>
          <p:cNvSpPr>
            <a:spLocks/>
          </p:cNvSpPr>
          <p:nvPr/>
        </p:nvSpPr>
        <p:spPr>
          <a:xfrm>
            <a:off x="6177279" y="6281068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3717" name="data_3716">
            <a:extLst>
              <a:ext uri="{FF2B5EF4-FFF2-40B4-BE49-F238E27FC236}">
                <a16:creationId xmlns:a16="http://schemas.microsoft.com/office/drawing/2014/main" id="{A02ED049-94CC-4D08-A06D-2523F02DDB0C}"/>
              </a:ext>
            </a:extLst>
          </p:cNvPr>
          <p:cNvSpPr>
            <a:spLocks/>
          </p:cNvSpPr>
          <p:nvPr/>
        </p:nvSpPr>
        <p:spPr>
          <a:xfrm>
            <a:off x="6079739" y="5712925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18" name="text_3717">
            <a:extLst>
              <a:ext uri="{FF2B5EF4-FFF2-40B4-BE49-F238E27FC236}">
                <a16:creationId xmlns:a16="http://schemas.microsoft.com/office/drawing/2014/main" id="{FA8120F4-90ED-4C7E-A0C2-C12F98AD986A}"/>
              </a:ext>
            </a:extLst>
          </p:cNvPr>
          <p:cNvSpPr>
            <a:spLocks/>
          </p:cNvSpPr>
          <p:nvPr/>
        </p:nvSpPr>
        <p:spPr>
          <a:xfrm>
            <a:off x="6177279" y="5656273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3719" name="data_3718">
            <a:extLst>
              <a:ext uri="{FF2B5EF4-FFF2-40B4-BE49-F238E27FC236}">
                <a16:creationId xmlns:a16="http://schemas.microsoft.com/office/drawing/2014/main" id="{0DFBF401-C3E8-46E3-A1C5-8E6B1DAE3D81}"/>
              </a:ext>
            </a:extLst>
          </p:cNvPr>
          <p:cNvSpPr>
            <a:spLocks/>
          </p:cNvSpPr>
          <p:nvPr/>
        </p:nvSpPr>
        <p:spPr>
          <a:xfrm>
            <a:off x="6079739" y="5088130"/>
            <a:ext cx="35469" cy="191"/>
          </a:xfrm>
          <a:custGeom>
            <a:avLst/>
            <a:gdLst/>
            <a:ahLst/>
            <a:cxnLst/>
            <a:rect l="0" t="0" r="0" b="0"/>
            <a:pathLst>
              <a:path w="35469" h="191">
                <a:moveTo>
                  <a:pt x="0" y="0"/>
                </a:moveTo>
                <a:lnTo>
                  <a:pt x="35469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720" name="text_3719">
            <a:extLst>
              <a:ext uri="{FF2B5EF4-FFF2-40B4-BE49-F238E27FC236}">
                <a16:creationId xmlns:a16="http://schemas.microsoft.com/office/drawing/2014/main" id="{893B10E4-1B88-458E-8755-23253E4477F7}"/>
              </a:ext>
            </a:extLst>
          </p:cNvPr>
          <p:cNvSpPr>
            <a:spLocks/>
          </p:cNvSpPr>
          <p:nvPr/>
        </p:nvSpPr>
        <p:spPr>
          <a:xfrm>
            <a:off x="6177279" y="5031478"/>
            <a:ext cx="72706" cy="15739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99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99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3721" name="text_3720">
            <a:extLst>
              <a:ext uri="{FF2B5EF4-FFF2-40B4-BE49-F238E27FC236}">
                <a16:creationId xmlns:a16="http://schemas.microsoft.com/office/drawing/2014/main" id="{A889EE5D-C0AB-4965-9001-61E6E83A0A56}"/>
              </a:ext>
            </a:extLst>
          </p:cNvPr>
          <p:cNvSpPr>
            <a:spLocks/>
          </p:cNvSpPr>
          <p:nvPr/>
        </p:nvSpPr>
        <p:spPr>
          <a:xfrm rot="-5400000">
            <a:off x="6009664" y="5944409"/>
            <a:ext cx="75223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Resolution (Å)</a:t>
            </a:r>
          </a:p>
        </p:txBody>
      </p:sp>
      <p:sp>
        <p:nvSpPr>
          <p:cNvPr id="3722" name="data_3721">
            <a:extLst>
              <a:ext uri="{FF2B5EF4-FFF2-40B4-BE49-F238E27FC236}">
                <a16:creationId xmlns:a16="http://schemas.microsoft.com/office/drawing/2014/main" id="{43D12A1D-3458-473B-82BF-21F4C3E048DF}"/>
              </a:ext>
            </a:extLst>
          </p:cNvPr>
          <p:cNvSpPr>
            <a:spLocks/>
          </p:cNvSpPr>
          <p:nvPr/>
        </p:nvSpPr>
        <p:spPr>
          <a:xfrm>
            <a:off x="7005297" y="5088130"/>
            <a:ext cx="1874384" cy="1874384"/>
          </a:xfrm>
          <a:custGeom>
            <a:avLst/>
            <a:gdLst/>
            <a:ahLst/>
            <a:cxnLst/>
            <a:rect l="0" t="0" r="0" b="0"/>
            <a:pathLst>
              <a:path w="1874384" h="1874384">
                <a:moveTo>
                  <a:pt x="0" y="1874384"/>
                </a:moveTo>
                <a:lnTo>
                  <a:pt x="1874384" y="1874384"/>
                </a:lnTo>
                <a:lnTo>
                  <a:pt x="1874384" y="0"/>
                </a:lnTo>
                <a:lnTo>
                  <a:pt x="0" y="0"/>
                </a:lnTo>
                <a:lnTo>
                  <a:pt x="0" y="1874384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723" name="data_3722">
            <a:extLst>
              <a:ext uri="{FF2B5EF4-FFF2-40B4-BE49-F238E27FC236}">
                <a16:creationId xmlns:a16="http://schemas.microsoft.com/office/drawing/2014/main" id="{A15F34AA-C5A4-4754-8738-648D840E5FF0}"/>
              </a:ext>
            </a:extLst>
          </p:cNvPr>
          <p:cNvSpPr>
            <a:spLocks/>
          </p:cNvSpPr>
          <p:nvPr/>
        </p:nvSpPr>
        <p:spPr>
          <a:xfrm>
            <a:off x="7423234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24" name="text_3723">
            <a:extLst>
              <a:ext uri="{FF2B5EF4-FFF2-40B4-BE49-F238E27FC236}">
                <a16:creationId xmlns:a16="http://schemas.microsoft.com/office/drawing/2014/main" id="{C5344302-CF60-4D8F-9A23-398004334552}"/>
              </a:ext>
            </a:extLst>
          </p:cNvPr>
          <p:cNvSpPr>
            <a:spLocks/>
          </p:cNvSpPr>
          <p:nvPr/>
        </p:nvSpPr>
        <p:spPr>
          <a:xfrm>
            <a:off x="7063134" y="7099231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3725" name="text_3724">
            <a:extLst>
              <a:ext uri="{FF2B5EF4-FFF2-40B4-BE49-F238E27FC236}">
                <a16:creationId xmlns:a16="http://schemas.microsoft.com/office/drawing/2014/main" id="{9B3200B9-C5D9-474E-AF2C-577DFF6812D5}"/>
              </a:ext>
            </a:extLst>
          </p:cNvPr>
          <p:cNvSpPr>
            <a:spLocks/>
          </p:cNvSpPr>
          <p:nvPr/>
        </p:nvSpPr>
        <p:spPr>
          <a:xfrm>
            <a:off x="7187181" y="7226153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3726" name="data_3725">
            <a:extLst>
              <a:ext uri="{FF2B5EF4-FFF2-40B4-BE49-F238E27FC236}">
                <a16:creationId xmlns:a16="http://schemas.microsoft.com/office/drawing/2014/main" id="{5243E74F-D75A-4A8D-9600-4BC3F337337A}"/>
              </a:ext>
            </a:extLst>
          </p:cNvPr>
          <p:cNvSpPr>
            <a:spLocks/>
          </p:cNvSpPr>
          <p:nvPr/>
        </p:nvSpPr>
        <p:spPr>
          <a:xfrm>
            <a:off x="8461744" y="6962514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27" name="text_3726">
            <a:extLst>
              <a:ext uri="{FF2B5EF4-FFF2-40B4-BE49-F238E27FC236}">
                <a16:creationId xmlns:a16="http://schemas.microsoft.com/office/drawing/2014/main" id="{FD0E0D6C-6EF8-49E2-A2AC-6C1822D54240}"/>
              </a:ext>
            </a:extLst>
          </p:cNvPr>
          <p:cNvSpPr>
            <a:spLocks/>
          </p:cNvSpPr>
          <p:nvPr/>
        </p:nvSpPr>
        <p:spPr>
          <a:xfrm>
            <a:off x="8101644" y="7099231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3728" name="text_3727">
            <a:extLst>
              <a:ext uri="{FF2B5EF4-FFF2-40B4-BE49-F238E27FC236}">
                <a16:creationId xmlns:a16="http://schemas.microsoft.com/office/drawing/2014/main" id="{7C16736C-2051-4B91-BA8A-CA29AC1B54D6}"/>
              </a:ext>
            </a:extLst>
          </p:cNvPr>
          <p:cNvSpPr>
            <a:spLocks/>
          </p:cNvSpPr>
          <p:nvPr/>
        </p:nvSpPr>
        <p:spPr>
          <a:xfrm>
            <a:off x="8320839" y="7226153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3729" name="data_3728">
            <a:extLst>
              <a:ext uri="{FF2B5EF4-FFF2-40B4-BE49-F238E27FC236}">
                <a16:creationId xmlns:a16="http://schemas.microsoft.com/office/drawing/2014/main" id="{C150A242-9F44-4D2F-961B-D67AF1DA7D85}"/>
              </a:ext>
            </a:extLst>
          </p:cNvPr>
          <p:cNvSpPr>
            <a:spLocks/>
          </p:cNvSpPr>
          <p:nvPr/>
        </p:nvSpPr>
        <p:spPr>
          <a:xfrm>
            <a:off x="7005297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730" name="data_3729">
            <a:extLst>
              <a:ext uri="{FF2B5EF4-FFF2-40B4-BE49-F238E27FC236}">
                <a16:creationId xmlns:a16="http://schemas.microsoft.com/office/drawing/2014/main" id="{260A5046-190B-4629-98D1-2EE8A6DAF02B}"/>
              </a:ext>
            </a:extLst>
          </p:cNvPr>
          <p:cNvSpPr>
            <a:spLocks/>
          </p:cNvSpPr>
          <p:nvPr/>
        </p:nvSpPr>
        <p:spPr>
          <a:xfrm>
            <a:off x="6960961" y="696251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31" name="text_3730">
            <a:extLst>
              <a:ext uri="{FF2B5EF4-FFF2-40B4-BE49-F238E27FC236}">
                <a16:creationId xmlns:a16="http://schemas.microsoft.com/office/drawing/2014/main" id="{D23EA749-51C4-4626-B599-F61E8D00E83A}"/>
              </a:ext>
            </a:extLst>
          </p:cNvPr>
          <p:cNvSpPr>
            <a:spLocks/>
          </p:cNvSpPr>
          <p:nvPr/>
        </p:nvSpPr>
        <p:spPr>
          <a:xfrm>
            <a:off x="6737238" y="6905064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732" name="data_3731">
            <a:extLst>
              <a:ext uri="{FF2B5EF4-FFF2-40B4-BE49-F238E27FC236}">
                <a16:creationId xmlns:a16="http://schemas.microsoft.com/office/drawing/2014/main" id="{F109C65A-9968-49CF-B65A-B160E7D4AAB1}"/>
              </a:ext>
            </a:extLst>
          </p:cNvPr>
          <p:cNvSpPr>
            <a:spLocks/>
          </p:cNvSpPr>
          <p:nvPr/>
        </p:nvSpPr>
        <p:spPr>
          <a:xfrm>
            <a:off x="7005297" y="6078371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733" name="data_3732">
            <a:extLst>
              <a:ext uri="{FF2B5EF4-FFF2-40B4-BE49-F238E27FC236}">
                <a16:creationId xmlns:a16="http://schemas.microsoft.com/office/drawing/2014/main" id="{282F1021-28A0-44AC-8308-5831992418F7}"/>
              </a:ext>
            </a:extLst>
          </p:cNvPr>
          <p:cNvSpPr>
            <a:spLocks/>
          </p:cNvSpPr>
          <p:nvPr/>
        </p:nvSpPr>
        <p:spPr>
          <a:xfrm>
            <a:off x="6960961" y="607837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34" name="text_3733">
            <a:extLst>
              <a:ext uri="{FF2B5EF4-FFF2-40B4-BE49-F238E27FC236}">
                <a16:creationId xmlns:a16="http://schemas.microsoft.com/office/drawing/2014/main" id="{F2D1045F-E21F-46A8-B964-24877DBADCF6}"/>
              </a:ext>
            </a:extLst>
          </p:cNvPr>
          <p:cNvSpPr>
            <a:spLocks/>
          </p:cNvSpPr>
          <p:nvPr/>
        </p:nvSpPr>
        <p:spPr>
          <a:xfrm>
            <a:off x="6737238" y="602092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735" name="data_3734">
            <a:extLst>
              <a:ext uri="{FF2B5EF4-FFF2-40B4-BE49-F238E27FC236}">
                <a16:creationId xmlns:a16="http://schemas.microsoft.com/office/drawing/2014/main" id="{447B65C8-3BA1-4EB7-A9A2-3B16DD60C1DF}"/>
              </a:ext>
            </a:extLst>
          </p:cNvPr>
          <p:cNvSpPr>
            <a:spLocks/>
          </p:cNvSpPr>
          <p:nvPr/>
        </p:nvSpPr>
        <p:spPr>
          <a:xfrm>
            <a:off x="7005297" y="5194227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736" name="data_3735">
            <a:extLst>
              <a:ext uri="{FF2B5EF4-FFF2-40B4-BE49-F238E27FC236}">
                <a16:creationId xmlns:a16="http://schemas.microsoft.com/office/drawing/2014/main" id="{167E5577-A50B-4834-A809-3713C6F2AFF2}"/>
              </a:ext>
            </a:extLst>
          </p:cNvPr>
          <p:cNvSpPr>
            <a:spLocks/>
          </p:cNvSpPr>
          <p:nvPr/>
        </p:nvSpPr>
        <p:spPr>
          <a:xfrm>
            <a:off x="6960961" y="5194227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737" name="text_3736">
            <a:extLst>
              <a:ext uri="{FF2B5EF4-FFF2-40B4-BE49-F238E27FC236}">
                <a16:creationId xmlns:a16="http://schemas.microsoft.com/office/drawing/2014/main" id="{A669DF54-6513-4D86-B22F-13C141C19E75}"/>
              </a:ext>
            </a:extLst>
          </p:cNvPr>
          <p:cNvSpPr>
            <a:spLocks/>
          </p:cNvSpPr>
          <p:nvPr/>
        </p:nvSpPr>
        <p:spPr>
          <a:xfrm>
            <a:off x="6737238" y="513677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738" name="text_3737">
            <a:extLst>
              <a:ext uri="{FF2B5EF4-FFF2-40B4-BE49-F238E27FC236}">
                <a16:creationId xmlns:a16="http://schemas.microsoft.com/office/drawing/2014/main" id="{0126B74A-AFDF-4632-9C3C-F44BA263C56A}"/>
              </a:ext>
            </a:extLst>
          </p:cNvPr>
          <p:cNvSpPr>
            <a:spLocks/>
          </p:cNvSpPr>
          <p:nvPr/>
        </p:nvSpPr>
        <p:spPr>
          <a:xfrm rot="-5400000">
            <a:off x="6468030" y="5941083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739" name="data_3738">
            <a:extLst>
              <a:ext uri="{FF2B5EF4-FFF2-40B4-BE49-F238E27FC236}">
                <a16:creationId xmlns:a16="http://schemas.microsoft.com/office/drawing/2014/main" id="{1EA28DB6-EA8A-43FA-AFAD-7436D993F28A}"/>
              </a:ext>
            </a:extLst>
          </p:cNvPr>
          <p:cNvSpPr>
            <a:spLocks/>
          </p:cNvSpPr>
          <p:nvPr/>
        </p:nvSpPr>
        <p:spPr>
          <a:xfrm>
            <a:off x="7076220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87438" y="1768287"/>
                </a:moveTo>
                <a:lnTo>
                  <a:pt x="0" y="1768287"/>
                </a:lnTo>
                <a:lnTo>
                  <a:pt x="882" y="1757235"/>
                </a:lnTo>
                <a:lnTo>
                  <a:pt x="3463" y="1746183"/>
                </a:lnTo>
                <a:lnTo>
                  <a:pt x="7552" y="1735131"/>
                </a:lnTo>
                <a:lnTo>
                  <a:pt x="12859" y="1724080"/>
                </a:lnTo>
                <a:lnTo>
                  <a:pt x="19027" y="1713028"/>
                </a:lnTo>
                <a:lnTo>
                  <a:pt x="25673" y="1701976"/>
                </a:lnTo>
                <a:lnTo>
                  <a:pt x="32425" y="1690924"/>
                </a:lnTo>
                <a:lnTo>
                  <a:pt x="38958" y="1679872"/>
                </a:lnTo>
                <a:lnTo>
                  <a:pt x="45013" y="1668821"/>
                </a:lnTo>
                <a:lnTo>
                  <a:pt x="50412" y="1657769"/>
                </a:lnTo>
                <a:lnTo>
                  <a:pt x="55054" y="1646717"/>
                </a:lnTo>
                <a:lnTo>
                  <a:pt x="58910" y="1635665"/>
                </a:lnTo>
                <a:lnTo>
                  <a:pt x="62008" y="1624613"/>
                </a:lnTo>
                <a:lnTo>
                  <a:pt x="64413" y="1613562"/>
                </a:lnTo>
                <a:lnTo>
                  <a:pt x="66215" y="1602510"/>
                </a:lnTo>
                <a:lnTo>
                  <a:pt x="67512" y="1591458"/>
                </a:lnTo>
                <a:lnTo>
                  <a:pt x="68403" y="1580406"/>
                </a:lnTo>
                <a:lnTo>
                  <a:pt x="68975" y="1569354"/>
                </a:lnTo>
                <a:lnTo>
                  <a:pt x="69308" y="1558303"/>
                </a:lnTo>
                <a:lnTo>
                  <a:pt x="69468" y="1547251"/>
                </a:lnTo>
                <a:lnTo>
                  <a:pt x="69510" y="1536199"/>
                </a:lnTo>
                <a:lnTo>
                  <a:pt x="69479" y="1525147"/>
                </a:lnTo>
                <a:lnTo>
                  <a:pt x="69413" y="1514096"/>
                </a:lnTo>
                <a:lnTo>
                  <a:pt x="69343" y="1503044"/>
                </a:lnTo>
                <a:lnTo>
                  <a:pt x="69297" y="1491992"/>
                </a:lnTo>
                <a:lnTo>
                  <a:pt x="69300" y="1480940"/>
                </a:lnTo>
                <a:lnTo>
                  <a:pt x="69377" y="1469888"/>
                </a:lnTo>
                <a:lnTo>
                  <a:pt x="69546" y="1458837"/>
                </a:lnTo>
                <a:lnTo>
                  <a:pt x="69825" y="1447785"/>
                </a:lnTo>
                <a:lnTo>
                  <a:pt x="70223" y="1436733"/>
                </a:lnTo>
                <a:lnTo>
                  <a:pt x="70743" y="1425681"/>
                </a:lnTo>
                <a:lnTo>
                  <a:pt x="71374" y="1414629"/>
                </a:lnTo>
                <a:lnTo>
                  <a:pt x="72098" y="1403578"/>
                </a:lnTo>
                <a:lnTo>
                  <a:pt x="72882" y="1392526"/>
                </a:lnTo>
                <a:lnTo>
                  <a:pt x="73682" y="1381474"/>
                </a:lnTo>
                <a:lnTo>
                  <a:pt x="74449" y="1370422"/>
                </a:lnTo>
                <a:lnTo>
                  <a:pt x="75131" y="1359370"/>
                </a:lnTo>
                <a:lnTo>
                  <a:pt x="75676" y="1348319"/>
                </a:lnTo>
                <a:lnTo>
                  <a:pt x="76038" y="1337267"/>
                </a:lnTo>
                <a:lnTo>
                  <a:pt x="76184" y="1326215"/>
                </a:lnTo>
                <a:lnTo>
                  <a:pt x="76092" y="1315163"/>
                </a:lnTo>
                <a:lnTo>
                  <a:pt x="75758" y="1304111"/>
                </a:lnTo>
                <a:lnTo>
                  <a:pt x="75189" y="1293060"/>
                </a:lnTo>
                <a:lnTo>
                  <a:pt x="74411" y="1282008"/>
                </a:lnTo>
                <a:lnTo>
                  <a:pt x="73462" y="1270956"/>
                </a:lnTo>
                <a:lnTo>
                  <a:pt x="72391" y="1259904"/>
                </a:lnTo>
                <a:lnTo>
                  <a:pt x="71258" y="1248853"/>
                </a:lnTo>
                <a:lnTo>
                  <a:pt x="70129" y="1237801"/>
                </a:lnTo>
                <a:lnTo>
                  <a:pt x="69071" y="1226749"/>
                </a:lnTo>
                <a:lnTo>
                  <a:pt x="68153" y="1215697"/>
                </a:lnTo>
                <a:lnTo>
                  <a:pt x="67436" y="1204645"/>
                </a:lnTo>
                <a:lnTo>
                  <a:pt x="66968" y="1193594"/>
                </a:lnTo>
                <a:lnTo>
                  <a:pt x="66785" y="1182542"/>
                </a:lnTo>
                <a:lnTo>
                  <a:pt x="66903" y="1171490"/>
                </a:lnTo>
                <a:lnTo>
                  <a:pt x="67316" y="1160438"/>
                </a:lnTo>
                <a:lnTo>
                  <a:pt x="68003" y="1149386"/>
                </a:lnTo>
                <a:lnTo>
                  <a:pt x="68923" y="1138335"/>
                </a:lnTo>
                <a:lnTo>
                  <a:pt x="70025" y="1127283"/>
                </a:lnTo>
                <a:lnTo>
                  <a:pt x="71253" y="1116231"/>
                </a:lnTo>
                <a:lnTo>
                  <a:pt x="72550" y="1105179"/>
                </a:lnTo>
                <a:lnTo>
                  <a:pt x="73863" y="1094127"/>
                </a:lnTo>
                <a:lnTo>
                  <a:pt x="75148" y="1083076"/>
                </a:lnTo>
                <a:lnTo>
                  <a:pt x="76368" y="1072024"/>
                </a:lnTo>
                <a:lnTo>
                  <a:pt x="77497" y="1060972"/>
                </a:lnTo>
                <a:lnTo>
                  <a:pt x="78514" y="1049920"/>
                </a:lnTo>
                <a:lnTo>
                  <a:pt x="79405" y="1038868"/>
                </a:lnTo>
                <a:lnTo>
                  <a:pt x="80161" y="1027817"/>
                </a:lnTo>
                <a:lnTo>
                  <a:pt x="80774" y="1016765"/>
                </a:lnTo>
                <a:lnTo>
                  <a:pt x="81239" y="1005713"/>
                </a:lnTo>
                <a:lnTo>
                  <a:pt x="81556" y="994661"/>
                </a:lnTo>
                <a:lnTo>
                  <a:pt x="81730" y="983609"/>
                </a:lnTo>
                <a:lnTo>
                  <a:pt x="81768" y="972558"/>
                </a:lnTo>
                <a:lnTo>
                  <a:pt x="81686" y="961506"/>
                </a:lnTo>
                <a:lnTo>
                  <a:pt x="81507" y="950454"/>
                </a:lnTo>
                <a:lnTo>
                  <a:pt x="81256" y="939402"/>
                </a:lnTo>
                <a:lnTo>
                  <a:pt x="80965" y="928351"/>
                </a:lnTo>
                <a:lnTo>
                  <a:pt x="80666" y="917299"/>
                </a:lnTo>
                <a:lnTo>
                  <a:pt x="80390" y="906247"/>
                </a:lnTo>
                <a:lnTo>
                  <a:pt x="80162" y="895195"/>
                </a:lnTo>
                <a:lnTo>
                  <a:pt x="80005" y="884143"/>
                </a:lnTo>
                <a:lnTo>
                  <a:pt x="79928" y="873092"/>
                </a:lnTo>
                <a:lnTo>
                  <a:pt x="79937" y="862040"/>
                </a:lnTo>
                <a:lnTo>
                  <a:pt x="80026" y="850988"/>
                </a:lnTo>
                <a:lnTo>
                  <a:pt x="80187" y="839936"/>
                </a:lnTo>
                <a:lnTo>
                  <a:pt x="80403" y="828884"/>
                </a:lnTo>
                <a:lnTo>
                  <a:pt x="80661" y="817833"/>
                </a:lnTo>
                <a:lnTo>
                  <a:pt x="80947" y="806781"/>
                </a:lnTo>
                <a:lnTo>
                  <a:pt x="81250" y="795729"/>
                </a:lnTo>
                <a:lnTo>
                  <a:pt x="81563" y="784677"/>
                </a:lnTo>
                <a:lnTo>
                  <a:pt x="81882" y="773625"/>
                </a:lnTo>
                <a:lnTo>
                  <a:pt x="82209" y="762574"/>
                </a:lnTo>
                <a:lnTo>
                  <a:pt x="82542" y="751522"/>
                </a:lnTo>
                <a:lnTo>
                  <a:pt x="82881" y="740470"/>
                </a:lnTo>
                <a:lnTo>
                  <a:pt x="83223" y="729418"/>
                </a:lnTo>
                <a:lnTo>
                  <a:pt x="83561" y="718366"/>
                </a:lnTo>
                <a:lnTo>
                  <a:pt x="83886" y="707315"/>
                </a:lnTo>
                <a:lnTo>
                  <a:pt x="84183" y="696263"/>
                </a:lnTo>
                <a:lnTo>
                  <a:pt x="84439" y="685211"/>
                </a:lnTo>
                <a:lnTo>
                  <a:pt x="84642" y="674159"/>
                </a:lnTo>
                <a:lnTo>
                  <a:pt x="84783" y="663108"/>
                </a:lnTo>
                <a:lnTo>
                  <a:pt x="84860" y="652056"/>
                </a:lnTo>
                <a:lnTo>
                  <a:pt x="84875" y="641004"/>
                </a:lnTo>
                <a:lnTo>
                  <a:pt x="84838" y="629952"/>
                </a:lnTo>
                <a:lnTo>
                  <a:pt x="84765" y="618900"/>
                </a:lnTo>
                <a:lnTo>
                  <a:pt x="84671" y="607849"/>
                </a:lnTo>
                <a:lnTo>
                  <a:pt x="84573" y="596797"/>
                </a:lnTo>
                <a:lnTo>
                  <a:pt x="84488" y="585745"/>
                </a:lnTo>
                <a:lnTo>
                  <a:pt x="84426" y="574693"/>
                </a:lnTo>
                <a:lnTo>
                  <a:pt x="84392" y="563641"/>
                </a:lnTo>
                <a:lnTo>
                  <a:pt x="84387" y="552590"/>
                </a:lnTo>
                <a:lnTo>
                  <a:pt x="84408" y="541538"/>
                </a:lnTo>
                <a:lnTo>
                  <a:pt x="84449" y="530486"/>
                </a:lnTo>
                <a:lnTo>
                  <a:pt x="84506" y="519434"/>
                </a:lnTo>
                <a:lnTo>
                  <a:pt x="84577" y="508382"/>
                </a:lnTo>
                <a:lnTo>
                  <a:pt x="84661" y="497331"/>
                </a:lnTo>
                <a:lnTo>
                  <a:pt x="84765" y="486279"/>
                </a:lnTo>
                <a:lnTo>
                  <a:pt x="84895" y="475227"/>
                </a:lnTo>
                <a:lnTo>
                  <a:pt x="85061" y="464175"/>
                </a:lnTo>
                <a:lnTo>
                  <a:pt x="85272" y="453123"/>
                </a:lnTo>
                <a:lnTo>
                  <a:pt x="85537" y="442072"/>
                </a:lnTo>
                <a:lnTo>
                  <a:pt x="85859" y="431020"/>
                </a:lnTo>
                <a:lnTo>
                  <a:pt x="86238" y="419968"/>
                </a:lnTo>
                <a:lnTo>
                  <a:pt x="86671" y="408916"/>
                </a:lnTo>
                <a:lnTo>
                  <a:pt x="87149" y="397865"/>
                </a:lnTo>
                <a:lnTo>
                  <a:pt x="87661" y="386813"/>
                </a:lnTo>
                <a:lnTo>
                  <a:pt x="88196" y="375761"/>
                </a:lnTo>
                <a:lnTo>
                  <a:pt x="88741" y="364709"/>
                </a:lnTo>
                <a:lnTo>
                  <a:pt x="89283" y="353657"/>
                </a:lnTo>
                <a:lnTo>
                  <a:pt x="89812" y="342606"/>
                </a:lnTo>
                <a:lnTo>
                  <a:pt x="90320" y="331554"/>
                </a:lnTo>
                <a:lnTo>
                  <a:pt x="90799" y="320502"/>
                </a:lnTo>
                <a:lnTo>
                  <a:pt x="91243" y="309450"/>
                </a:lnTo>
                <a:lnTo>
                  <a:pt x="91647" y="298398"/>
                </a:lnTo>
                <a:lnTo>
                  <a:pt x="92009" y="287347"/>
                </a:lnTo>
                <a:lnTo>
                  <a:pt x="92326" y="276295"/>
                </a:lnTo>
                <a:lnTo>
                  <a:pt x="92595" y="265243"/>
                </a:lnTo>
                <a:lnTo>
                  <a:pt x="92815" y="254191"/>
                </a:lnTo>
                <a:lnTo>
                  <a:pt x="92984" y="243139"/>
                </a:lnTo>
                <a:lnTo>
                  <a:pt x="93096" y="232088"/>
                </a:lnTo>
                <a:lnTo>
                  <a:pt x="93146" y="221036"/>
                </a:lnTo>
                <a:lnTo>
                  <a:pt x="93123" y="209984"/>
                </a:lnTo>
                <a:lnTo>
                  <a:pt x="93013" y="198932"/>
                </a:lnTo>
                <a:lnTo>
                  <a:pt x="92795" y="187880"/>
                </a:lnTo>
                <a:lnTo>
                  <a:pt x="92443" y="176829"/>
                </a:lnTo>
                <a:lnTo>
                  <a:pt x="91926" y="165777"/>
                </a:lnTo>
                <a:lnTo>
                  <a:pt x="91210" y="154725"/>
                </a:lnTo>
                <a:lnTo>
                  <a:pt x="90258" y="143673"/>
                </a:lnTo>
                <a:lnTo>
                  <a:pt x="89039" y="132622"/>
                </a:lnTo>
                <a:lnTo>
                  <a:pt x="87531" y="121570"/>
                </a:lnTo>
                <a:lnTo>
                  <a:pt x="85727" y="110518"/>
                </a:lnTo>
                <a:lnTo>
                  <a:pt x="83642" y="99466"/>
                </a:lnTo>
                <a:lnTo>
                  <a:pt x="81317" y="88414"/>
                </a:lnTo>
                <a:lnTo>
                  <a:pt x="78823" y="77363"/>
                </a:lnTo>
                <a:lnTo>
                  <a:pt x="76259" y="66311"/>
                </a:lnTo>
                <a:lnTo>
                  <a:pt x="73748" y="55259"/>
                </a:lnTo>
                <a:lnTo>
                  <a:pt x="71427" y="44207"/>
                </a:lnTo>
                <a:lnTo>
                  <a:pt x="69436" y="33155"/>
                </a:lnTo>
                <a:lnTo>
                  <a:pt x="67906" y="22104"/>
                </a:lnTo>
                <a:lnTo>
                  <a:pt x="66942" y="11052"/>
                </a:lnTo>
                <a:lnTo>
                  <a:pt x="66613" y="0"/>
                </a:lnTo>
                <a:lnTo>
                  <a:pt x="120825" y="0"/>
                </a:lnTo>
                <a:lnTo>
                  <a:pt x="120825" y="0"/>
                </a:lnTo>
                <a:lnTo>
                  <a:pt x="120496" y="11052"/>
                </a:lnTo>
                <a:lnTo>
                  <a:pt x="119532" y="22104"/>
                </a:lnTo>
                <a:lnTo>
                  <a:pt x="118002" y="33155"/>
                </a:lnTo>
                <a:lnTo>
                  <a:pt x="116012" y="44207"/>
                </a:lnTo>
                <a:lnTo>
                  <a:pt x="113690" y="55259"/>
                </a:lnTo>
                <a:lnTo>
                  <a:pt x="111179" y="66311"/>
                </a:lnTo>
                <a:lnTo>
                  <a:pt x="108615" y="77363"/>
                </a:lnTo>
                <a:lnTo>
                  <a:pt x="106121" y="88414"/>
                </a:lnTo>
                <a:lnTo>
                  <a:pt x="103797" y="99466"/>
                </a:lnTo>
                <a:lnTo>
                  <a:pt x="101712" y="110518"/>
                </a:lnTo>
                <a:lnTo>
                  <a:pt x="99908" y="121570"/>
                </a:lnTo>
                <a:lnTo>
                  <a:pt x="98400" y="132622"/>
                </a:lnTo>
                <a:lnTo>
                  <a:pt x="97181" y="143673"/>
                </a:lnTo>
                <a:lnTo>
                  <a:pt x="96229" y="154725"/>
                </a:lnTo>
                <a:lnTo>
                  <a:pt x="95512" y="165777"/>
                </a:lnTo>
                <a:lnTo>
                  <a:pt x="94995" y="176829"/>
                </a:lnTo>
                <a:lnTo>
                  <a:pt x="94644" y="187880"/>
                </a:lnTo>
                <a:lnTo>
                  <a:pt x="94426" y="198932"/>
                </a:lnTo>
                <a:lnTo>
                  <a:pt x="94315" y="209984"/>
                </a:lnTo>
                <a:lnTo>
                  <a:pt x="94292" y="221036"/>
                </a:lnTo>
                <a:lnTo>
                  <a:pt x="94342" y="232088"/>
                </a:lnTo>
                <a:lnTo>
                  <a:pt x="94455" y="243139"/>
                </a:lnTo>
                <a:lnTo>
                  <a:pt x="94623" y="254191"/>
                </a:lnTo>
                <a:lnTo>
                  <a:pt x="94843" y="265243"/>
                </a:lnTo>
                <a:lnTo>
                  <a:pt x="95113" y="276295"/>
                </a:lnTo>
                <a:lnTo>
                  <a:pt x="95430" y="287347"/>
                </a:lnTo>
                <a:lnTo>
                  <a:pt x="95791" y="298398"/>
                </a:lnTo>
                <a:lnTo>
                  <a:pt x="96196" y="309450"/>
                </a:lnTo>
                <a:lnTo>
                  <a:pt x="96640" y="320502"/>
                </a:lnTo>
                <a:lnTo>
                  <a:pt x="97118" y="331554"/>
                </a:lnTo>
                <a:lnTo>
                  <a:pt x="97626" y="342606"/>
                </a:lnTo>
                <a:lnTo>
                  <a:pt x="98156" y="353657"/>
                </a:lnTo>
                <a:lnTo>
                  <a:pt x="98698" y="364709"/>
                </a:lnTo>
                <a:lnTo>
                  <a:pt x="99242" y="375761"/>
                </a:lnTo>
                <a:lnTo>
                  <a:pt x="99777" y="386813"/>
                </a:lnTo>
                <a:lnTo>
                  <a:pt x="100289" y="397865"/>
                </a:lnTo>
                <a:lnTo>
                  <a:pt x="100767" y="408916"/>
                </a:lnTo>
                <a:lnTo>
                  <a:pt x="101200" y="419968"/>
                </a:lnTo>
                <a:lnTo>
                  <a:pt x="101579" y="431020"/>
                </a:lnTo>
                <a:lnTo>
                  <a:pt x="101902" y="442072"/>
                </a:lnTo>
                <a:lnTo>
                  <a:pt x="102166" y="453123"/>
                </a:lnTo>
                <a:lnTo>
                  <a:pt x="102378" y="464175"/>
                </a:lnTo>
                <a:lnTo>
                  <a:pt x="102544" y="475227"/>
                </a:lnTo>
                <a:lnTo>
                  <a:pt x="102674" y="486279"/>
                </a:lnTo>
                <a:lnTo>
                  <a:pt x="102777" y="497331"/>
                </a:lnTo>
                <a:lnTo>
                  <a:pt x="102862" y="508382"/>
                </a:lnTo>
                <a:lnTo>
                  <a:pt x="102932" y="519434"/>
                </a:lnTo>
                <a:lnTo>
                  <a:pt x="102989" y="530486"/>
                </a:lnTo>
                <a:lnTo>
                  <a:pt x="103031" y="541538"/>
                </a:lnTo>
                <a:lnTo>
                  <a:pt x="103051" y="552590"/>
                </a:lnTo>
                <a:lnTo>
                  <a:pt x="103046" y="563641"/>
                </a:lnTo>
                <a:lnTo>
                  <a:pt x="103012" y="574693"/>
                </a:lnTo>
                <a:lnTo>
                  <a:pt x="102950" y="585745"/>
                </a:lnTo>
                <a:lnTo>
                  <a:pt x="102865" y="596797"/>
                </a:lnTo>
                <a:lnTo>
                  <a:pt x="102768" y="607849"/>
                </a:lnTo>
                <a:lnTo>
                  <a:pt x="102674" y="618900"/>
                </a:lnTo>
                <a:lnTo>
                  <a:pt x="102600" y="629952"/>
                </a:lnTo>
                <a:lnTo>
                  <a:pt x="102563" y="641004"/>
                </a:lnTo>
                <a:lnTo>
                  <a:pt x="102579" y="652056"/>
                </a:lnTo>
                <a:lnTo>
                  <a:pt x="102655" y="663108"/>
                </a:lnTo>
                <a:lnTo>
                  <a:pt x="102797" y="674159"/>
                </a:lnTo>
                <a:lnTo>
                  <a:pt x="103000" y="685211"/>
                </a:lnTo>
                <a:lnTo>
                  <a:pt x="103256" y="696263"/>
                </a:lnTo>
                <a:lnTo>
                  <a:pt x="103553" y="707315"/>
                </a:lnTo>
                <a:lnTo>
                  <a:pt x="103877" y="718366"/>
                </a:lnTo>
                <a:lnTo>
                  <a:pt x="104215" y="729418"/>
                </a:lnTo>
                <a:lnTo>
                  <a:pt x="104557" y="740470"/>
                </a:lnTo>
                <a:lnTo>
                  <a:pt x="104897" y="751522"/>
                </a:lnTo>
                <a:lnTo>
                  <a:pt x="105230" y="762574"/>
                </a:lnTo>
                <a:lnTo>
                  <a:pt x="105556" y="773625"/>
                </a:lnTo>
                <a:lnTo>
                  <a:pt x="105876" y="784677"/>
                </a:lnTo>
                <a:lnTo>
                  <a:pt x="106189" y="795729"/>
                </a:lnTo>
                <a:lnTo>
                  <a:pt x="106491" y="806781"/>
                </a:lnTo>
                <a:lnTo>
                  <a:pt x="106777" y="817833"/>
                </a:lnTo>
                <a:lnTo>
                  <a:pt x="107035" y="828884"/>
                </a:lnTo>
                <a:lnTo>
                  <a:pt x="107252" y="839936"/>
                </a:lnTo>
                <a:lnTo>
                  <a:pt x="107412" y="850988"/>
                </a:lnTo>
                <a:lnTo>
                  <a:pt x="107501" y="862040"/>
                </a:lnTo>
                <a:lnTo>
                  <a:pt x="107510" y="873092"/>
                </a:lnTo>
                <a:lnTo>
                  <a:pt x="107434" y="884143"/>
                </a:lnTo>
                <a:lnTo>
                  <a:pt x="107276" y="895195"/>
                </a:lnTo>
                <a:lnTo>
                  <a:pt x="107049" y="906247"/>
                </a:lnTo>
                <a:lnTo>
                  <a:pt x="106773" y="917299"/>
                </a:lnTo>
                <a:lnTo>
                  <a:pt x="106474" y="928351"/>
                </a:lnTo>
                <a:lnTo>
                  <a:pt x="106183" y="939402"/>
                </a:lnTo>
                <a:lnTo>
                  <a:pt x="105932" y="950454"/>
                </a:lnTo>
                <a:lnTo>
                  <a:pt x="105752" y="961506"/>
                </a:lnTo>
                <a:lnTo>
                  <a:pt x="105671" y="972558"/>
                </a:lnTo>
                <a:lnTo>
                  <a:pt x="105709" y="983609"/>
                </a:lnTo>
                <a:lnTo>
                  <a:pt x="105882" y="994661"/>
                </a:lnTo>
                <a:lnTo>
                  <a:pt x="106199" y="1005713"/>
                </a:lnTo>
                <a:lnTo>
                  <a:pt x="106665" y="1016765"/>
                </a:lnTo>
                <a:lnTo>
                  <a:pt x="107277" y="1027817"/>
                </a:lnTo>
                <a:lnTo>
                  <a:pt x="108033" y="1038868"/>
                </a:lnTo>
                <a:lnTo>
                  <a:pt x="108924" y="1049920"/>
                </a:lnTo>
                <a:lnTo>
                  <a:pt x="109942" y="1060972"/>
                </a:lnTo>
                <a:lnTo>
                  <a:pt x="111070" y="1072024"/>
                </a:lnTo>
                <a:lnTo>
                  <a:pt x="112291" y="1083076"/>
                </a:lnTo>
                <a:lnTo>
                  <a:pt x="113575" y="1094127"/>
                </a:lnTo>
                <a:lnTo>
                  <a:pt x="114888" y="1105179"/>
                </a:lnTo>
                <a:lnTo>
                  <a:pt x="116185" y="1116231"/>
                </a:lnTo>
                <a:lnTo>
                  <a:pt x="117413" y="1127283"/>
                </a:lnTo>
                <a:lnTo>
                  <a:pt x="118515" y="1138335"/>
                </a:lnTo>
                <a:lnTo>
                  <a:pt x="119435" y="1149386"/>
                </a:lnTo>
                <a:lnTo>
                  <a:pt x="120122" y="1160438"/>
                </a:lnTo>
                <a:lnTo>
                  <a:pt x="120536" y="1171490"/>
                </a:lnTo>
                <a:lnTo>
                  <a:pt x="120653" y="1182542"/>
                </a:lnTo>
                <a:lnTo>
                  <a:pt x="120470" y="1193594"/>
                </a:lnTo>
                <a:lnTo>
                  <a:pt x="120003" y="1204645"/>
                </a:lnTo>
                <a:lnTo>
                  <a:pt x="119285" y="1215697"/>
                </a:lnTo>
                <a:lnTo>
                  <a:pt x="118367" y="1226749"/>
                </a:lnTo>
                <a:lnTo>
                  <a:pt x="117310" y="1237801"/>
                </a:lnTo>
                <a:lnTo>
                  <a:pt x="116180" y="1248853"/>
                </a:lnTo>
                <a:lnTo>
                  <a:pt x="115047" y="1259904"/>
                </a:lnTo>
                <a:lnTo>
                  <a:pt x="113977" y="1270956"/>
                </a:lnTo>
                <a:lnTo>
                  <a:pt x="113027" y="1282008"/>
                </a:lnTo>
                <a:lnTo>
                  <a:pt x="112249" y="1293060"/>
                </a:lnTo>
                <a:lnTo>
                  <a:pt x="111681" y="1304111"/>
                </a:lnTo>
                <a:lnTo>
                  <a:pt x="111346" y="1315163"/>
                </a:lnTo>
                <a:lnTo>
                  <a:pt x="111254" y="1326215"/>
                </a:lnTo>
                <a:lnTo>
                  <a:pt x="111400" y="1337267"/>
                </a:lnTo>
                <a:lnTo>
                  <a:pt x="111763" y="1348319"/>
                </a:lnTo>
                <a:lnTo>
                  <a:pt x="112307" y="1359370"/>
                </a:lnTo>
                <a:lnTo>
                  <a:pt x="112989" y="1370422"/>
                </a:lnTo>
                <a:lnTo>
                  <a:pt x="113756" y="1381474"/>
                </a:lnTo>
                <a:lnTo>
                  <a:pt x="114557" y="1392526"/>
                </a:lnTo>
                <a:lnTo>
                  <a:pt x="115340" y="1403578"/>
                </a:lnTo>
                <a:lnTo>
                  <a:pt x="116064" y="1414629"/>
                </a:lnTo>
                <a:lnTo>
                  <a:pt x="116696" y="1425681"/>
                </a:lnTo>
                <a:lnTo>
                  <a:pt x="117215" y="1436733"/>
                </a:lnTo>
                <a:lnTo>
                  <a:pt x="117613" y="1447785"/>
                </a:lnTo>
                <a:lnTo>
                  <a:pt x="117892" y="1458837"/>
                </a:lnTo>
                <a:lnTo>
                  <a:pt x="118062" y="1469888"/>
                </a:lnTo>
                <a:lnTo>
                  <a:pt x="118138" y="1480940"/>
                </a:lnTo>
                <a:lnTo>
                  <a:pt x="118142" y="1491992"/>
                </a:lnTo>
                <a:lnTo>
                  <a:pt x="118096" y="1503044"/>
                </a:lnTo>
                <a:lnTo>
                  <a:pt x="118025" y="1514096"/>
                </a:lnTo>
                <a:lnTo>
                  <a:pt x="117959" y="1525147"/>
                </a:lnTo>
                <a:lnTo>
                  <a:pt x="117928" y="1536199"/>
                </a:lnTo>
                <a:lnTo>
                  <a:pt x="117970" y="1547251"/>
                </a:lnTo>
                <a:lnTo>
                  <a:pt x="118130" y="1558303"/>
                </a:lnTo>
                <a:lnTo>
                  <a:pt x="118463" y="1569354"/>
                </a:lnTo>
                <a:lnTo>
                  <a:pt x="119036" y="1580406"/>
                </a:lnTo>
                <a:lnTo>
                  <a:pt x="119926" y="1591458"/>
                </a:lnTo>
                <a:lnTo>
                  <a:pt x="121223" y="1602510"/>
                </a:lnTo>
                <a:lnTo>
                  <a:pt x="123025" y="1613562"/>
                </a:lnTo>
                <a:lnTo>
                  <a:pt x="125431" y="1624613"/>
                </a:lnTo>
                <a:lnTo>
                  <a:pt x="128528" y="1635665"/>
                </a:lnTo>
                <a:lnTo>
                  <a:pt x="132385" y="1646717"/>
                </a:lnTo>
                <a:lnTo>
                  <a:pt x="137027" y="1657769"/>
                </a:lnTo>
                <a:lnTo>
                  <a:pt x="142425" y="1668821"/>
                </a:lnTo>
                <a:lnTo>
                  <a:pt x="148480" y="1679872"/>
                </a:lnTo>
                <a:lnTo>
                  <a:pt x="155013" y="1690924"/>
                </a:lnTo>
                <a:lnTo>
                  <a:pt x="161766" y="1701976"/>
                </a:lnTo>
                <a:lnTo>
                  <a:pt x="168411" y="1713028"/>
                </a:lnTo>
                <a:lnTo>
                  <a:pt x="174580" y="1724080"/>
                </a:lnTo>
                <a:lnTo>
                  <a:pt x="179887" y="1735131"/>
                </a:lnTo>
                <a:lnTo>
                  <a:pt x="183976" y="1746183"/>
                </a:lnTo>
                <a:lnTo>
                  <a:pt x="186556" y="1757235"/>
                </a:lnTo>
                <a:lnTo>
                  <a:pt x="187438" y="1768287"/>
                </a:lnTo>
                <a:lnTo>
                  <a:pt x="187438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3740" name="data_3739">
            <a:extLst>
              <a:ext uri="{FF2B5EF4-FFF2-40B4-BE49-F238E27FC236}">
                <a16:creationId xmlns:a16="http://schemas.microsoft.com/office/drawing/2014/main" id="{402B5ADF-2C82-4EC2-97FC-44C895923D57}"/>
              </a:ext>
            </a:extLst>
          </p:cNvPr>
          <p:cNvSpPr>
            <a:spLocks/>
          </p:cNvSpPr>
          <p:nvPr/>
        </p:nvSpPr>
        <p:spPr>
          <a:xfrm>
            <a:off x="7329515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43059" y="1768287"/>
                </a:moveTo>
                <a:lnTo>
                  <a:pt x="44380" y="1768287"/>
                </a:lnTo>
                <a:lnTo>
                  <a:pt x="44936" y="1757235"/>
                </a:lnTo>
                <a:lnTo>
                  <a:pt x="46568" y="1746183"/>
                </a:lnTo>
                <a:lnTo>
                  <a:pt x="49164" y="1735131"/>
                </a:lnTo>
                <a:lnTo>
                  <a:pt x="52554" y="1724080"/>
                </a:lnTo>
                <a:lnTo>
                  <a:pt x="56525" y="1713028"/>
                </a:lnTo>
                <a:lnTo>
                  <a:pt x="60845" y="1701976"/>
                </a:lnTo>
                <a:lnTo>
                  <a:pt x="65284" y="1690924"/>
                </a:lnTo>
                <a:lnTo>
                  <a:pt x="69632" y="1679872"/>
                </a:lnTo>
                <a:lnTo>
                  <a:pt x="73717" y="1668821"/>
                </a:lnTo>
                <a:lnTo>
                  <a:pt x="77411" y="1657769"/>
                </a:lnTo>
                <a:lnTo>
                  <a:pt x="80633" y="1646717"/>
                </a:lnTo>
                <a:lnTo>
                  <a:pt x="83351" y="1635665"/>
                </a:lnTo>
                <a:lnTo>
                  <a:pt x="85567" y="1624613"/>
                </a:lnTo>
                <a:lnTo>
                  <a:pt x="87316" y="1613562"/>
                </a:lnTo>
                <a:lnTo>
                  <a:pt x="88652" y="1602510"/>
                </a:lnTo>
                <a:lnTo>
                  <a:pt x="89640" y="1591458"/>
                </a:lnTo>
                <a:lnTo>
                  <a:pt x="90345" y="1580406"/>
                </a:lnTo>
                <a:lnTo>
                  <a:pt x="90832" y="1569354"/>
                </a:lnTo>
                <a:lnTo>
                  <a:pt x="91157" y="1558303"/>
                </a:lnTo>
                <a:lnTo>
                  <a:pt x="91365" y="1547251"/>
                </a:lnTo>
                <a:lnTo>
                  <a:pt x="91494" y="1536199"/>
                </a:lnTo>
                <a:lnTo>
                  <a:pt x="91570" y="1525147"/>
                </a:lnTo>
                <a:lnTo>
                  <a:pt x="91611" y="1514096"/>
                </a:lnTo>
                <a:lnTo>
                  <a:pt x="91630" y="1503044"/>
                </a:lnTo>
                <a:lnTo>
                  <a:pt x="91631" y="1491992"/>
                </a:lnTo>
                <a:lnTo>
                  <a:pt x="91616" y="1480940"/>
                </a:lnTo>
                <a:lnTo>
                  <a:pt x="91583" y="1469888"/>
                </a:lnTo>
                <a:lnTo>
                  <a:pt x="91530" y="1458837"/>
                </a:lnTo>
                <a:lnTo>
                  <a:pt x="91451" y="1447785"/>
                </a:lnTo>
                <a:lnTo>
                  <a:pt x="91344" y="1436733"/>
                </a:lnTo>
                <a:lnTo>
                  <a:pt x="91206" y="1425681"/>
                </a:lnTo>
                <a:lnTo>
                  <a:pt x="91039" y="1414629"/>
                </a:lnTo>
                <a:lnTo>
                  <a:pt x="90845" y="1403578"/>
                </a:lnTo>
                <a:lnTo>
                  <a:pt x="90630" y="1392526"/>
                </a:lnTo>
                <a:lnTo>
                  <a:pt x="90403" y="1381474"/>
                </a:lnTo>
                <a:lnTo>
                  <a:pt x="90173" y="1370422"/>
                </a:lnTo>
                <a:lnTo>
                  <a:pt x="89950" y="1359370"/>
                </a:lnTo>
                <a:lnTo>
                  <a:pt x="89742" y="1348319"/>
                </a:lnTo>
                <a:lnTo>
                  <a:pt x="89554" y="1337267"/>
                </a:lnTo>
                <a:lnTo>
                  <a:pt x="89389" y="1326215"/>
                </a:lnTo>
                <a:lnTo>
                  <a:pt x="89244" y="1315163"/>
                </a:lnTo>
                <a:lnTo>
                  <a:pt x="89113" y="1304111"/>
                </a:lnTo>
                <a:lnTo>
                  <a:pt x="88987" y="1293060"/>
                </a:lnTo>
                <a:lnTo>
                  <a:pt x="88855" y="1282008"/>
                </a:lnTo>
                <a:lnTo>
                  <a:pt x="88710" y="1270956"/>
                </a:lnTo>
                <a:lnTo>
                  <a:pt x="88546" y="1259904"/>
                </a:lnTo>
                <a:lnTo>
                  <a:pt x="88362" y="1248853"/>
                </a:lnTo>
                <a:lnTo>
                  <a:pt x="88162" y="1237801"/>
                </a:lnTo>
                <a:lnTo>
                  <a:pt x="87957" y="1226749"/>
                </a:lnTo>
                <a:lnTo>
                  <a:pt x="87762" y="1215697"/>
                </a:lnTo>
                <a:lnTo>
                  <a:pt x="87596" y="1204645"/>
                </a:lnTo>
                <a:lnTo>
                  <a:pt x="87476" y="1193594"/>
                </a:lnTo>
                <a:lnTo>
                  <a:pt x="87419" y="1182542"/>
                </a:lnTo>
                <a:lnTo>
                  <a:pt x="87438" y="1171490"/>
                </a:lnTo>
                <a:lnTo>
                  <a:pt x="87537" y="1160438"/>
                </a:lnTo>
                <a:lnTo>
                  <a:pt x="87715" y="1149386"/>
                </a:lnTo>
                <a:lnTo>
                  <a:pt x="87965" y="1138335"/>
                </a:lnTo>
                <a:lnTo>
                  <a:pt x="88271" y="1127283"/>
                </a:lnTo>
                <a:lnTo>
                  <a:pt x="88613" y="1116231"/>
                </a:lnTo>
                <a:lnTo>
                  <a:pt x="88968" y="1105179"/>
                </a:lnTo>
                <a:lnTo>
                  <a:pt x="89313" y="1094127"/>
                </a:lnTo>
                <a:lnTo>
                  <a:pt x="89622" y="1083076"/>
                </a:lnTo>
                <a:lnTo>
                  <a:pt x="89873" y="1072024"/>
                </a:lnTo>
                <a:lnTo>
                  <a:pt x="90044" y="1060972"/>
                </a:lnTo>
                <a:lnTo>
                  <a:pt x="90115" y="1049920"/>
                </a:lnTo>
                <a:lnTo>
                  <a:pt x="90070" y="1038868"/>
                </a:lnTo>
                <a:lnTo>
                  <a:pt x="89895" y="1027817"/>
                </a:lnTo>
                <a:lnTo>
                  <a:pt x="89579" y="1016765"/>
                </a:lnTo>
                <a:lnTo>
                  <a:pt x="89117" y="1005713"/>
                </a:lnTo>
                <a:lnTo>
                  <a:pt x="88509" y="994661"/>
                </a:lnTo>
                <a:lnTo>
                  <a:pt x="87763" y="983609"/>
                </a:lnTo>
                <a:lnTo>
                  <a:pt x="86898" y="972558"/>
                </a:lnTo>
                <a:lnTo>
                  <a:pt x="85940" y="961506"/>
                </a:lnTo>
                <a:lnTo>
                  <a:pt x="84928" y="950454"/>
                </a:lnTo>
                <a:lnTo>
                  <a:pt x="83906" y="939402"/>
                </a:lnTo>
                <a:lnTo>
                  <a:pt x="82925" y="928351"/>
                </a:lnTo>
                <a:lnTo>
                  <a:pt x="82036" y="917299"/>
                </a:lnTo>
                <a:lnTo>
                  <a:pt x="81288" y="906247"/>
                </a:lnTo>
                <a:lnTo>
                  <a:pt x="80720" y="895195"/>
                </a:lnTo>
                <a:lnTo>
                  <a:pt x="80360" y="884143"/>
                </a:lnTo>
                <a:lnTo>
                  <a:pt x="80222" y="873092"/>
                </a:lnTo>
                <a:lnTo>
                  <a:pt x="80305" y="862040"/>
                </a:lnTo>
                <a:lnTo>
                  <a:pt x="80591" y="850988"/>
                </a:lnTo>
                <a:lnTo>
                  <a:pt x="81053" y="839936"/>
                </a:lnTo>
                <a:lnTo>
                  <a:pt x="81654" y="828884"/>
                </a:lnTo>
                <a:lnTo>
                  <a:pt x="82356" y="817833"/>
                </a:lnTo>
                <a:lnTo>
                  <a:pt x="83116" y="806781"/>
                </a:lnTo>
                <a:lnTo>
                  <a:pt x="83900" y="795729"/>
                </a:lnTo>
                <a:lnTo>
                  <a:pt x="84677" y="784677"/>
                </a:lnTo>
                <a:lnTo>
                  <a:pt x="85420" y="773625"/>
                </a:lnTo>
                <a:lnTo>
                  <a:pt x="86113" y="762574"/>
                </a:lnTo>
                <a:lnTo>
                  <a:pt x="86740" y="751522"/>
                </a:lnTo>
                <a:lnTo>
                  <a:pt x="87291" y="740470"/>
                </a:lnTo>
                <a:lnTo>
                  <a:pt x="87759" y="729418"/>
                </a:lnTo>
                <a:lnTo>
                  <a:pt x="88137" y="718366"/>
                </a:lnTo>
                <a:lnTo>
                  <a:pt x="88420" y="707315"/>
                </a:lnTo>
                <a:lnTo>
                  <a:pt x="88606" y="696263"/>
                </a:lnTo>
                <a:lnTo>
                  <a:pt x="88695" y="685211"/>
                </a:lnTo>
                <a:lnTo>
                  <a:pt x="88692" y="674159"/>
                </a:lnTo>
                <a:lnTo>
                  <a:pt x="88608" y="663108"/>
                </a:lnTo>
                <a:lnTo>
                  <a:pt x="88458" y="652056"/>
                </a:lnTo>
                <a:lnTo>
                  <a:pt x="88263" y="641004"/>
                </a:lnTo>
                <a:lnTo>
                  <a:pt x="88049" y="629952"/>
                </a:lnTo>
                <a:lnTo>
                  <a:pt x="87843" y="618900"/>
                </a:lnTo>
                <a:lnTo>
                  <a:pt x="87670" y="607849"/>
                </a:lnTo>
                <a:lnTo>
                  <a:pt x="87554" y="596797"/>
                </a:lnTo>
                <a:lnTo>
                  <a:pt x="87512" y="585745"/>
                </a:lnTo>
                <a:lnTo>
                  <a:pt x="87553" y="574693"/>
                </a:lnTo>
                <a:lnTo>
                  <a:pt x="87680" y="563641"/>
                </a:lnTo>
                <a:lnTo>
                  <a:pt x="87885" y="552590"/>
                </a:lnTo>
                <a:lnTo>
                  <a:pt x="88156" y="541538"/>
                </a:lnTo>
                <a:lnTo>
                  <a:pt x="88475" y="530486"/>
                </a:lnTo>
                <a:lnTo>
                  <a:pt x="88821" y="519434"/>
                </a:lnTo>
                <a:lnTo>
                  <a:pt x="89174" y="508382"/>
                </a:lnTo>
                <a:lnTo>
                  <a:pt x="89516" y="497331"/>
                </a:lnTo>
                <a:lnTo>
                  <a:pt x="89833" y="486279"/>
                </a:lnTo>
                <a:lnTo>
                  <a:pt x="90116" y="475227"/>
                </a:lnTo>
                <a:lnTo>
                  <a:pt x="90362" y="464175"/>
                </a:lnTo>
                <a:lnTo>
                  <a:pt x="90573" y="453123"/>
                </a:lnTo>
                <a:lnTo>
                  <a:pt x="90753" y="442072"/>
                </a:lnTo>
                <a:lnTo>
                  <a:pt x="90910" y="431020"/>
                </a:lnTo>
                <a:lnTo>
                  <a:pt x="91053" y="419968"/>
                </a:lnTo>
                <a:lnTo>
                  <a:pt x="91192" y="408916"/>
                </a:lnTo>
                <a:lnTo>
                  <a:pt x="91333" y="397865"/>
                </a:lnTo>
                <a:lnTo>
                  <a:pt x="91481" y="386813"/>
                </a:lnTo>
                <a:lnTo>
                  <a:pt x="91640" y="375761"/>
                </a:lnTo>
                <a:lnTo>
                  <a:pt x="91810" y="364709"/>
                </a:lnTo>
                <a:lnTo>
                  <a:pt x="91989" y="353657"/>
                </a:lnTo>
                <a:lnTo>
                  <a:pt x="92172" y="342606"/>
                </a:lnTo>
                <a:lnTo>
                  <a:pt x="92353" y="331554"/>
                </a:lnTo>
                <a:lnTo>
                  <a:pt x="92528" y="320502"/>
                </a:lnTo>
                <a:lnTo>
                  <a:pt x="92687" y="309450"/>
                </a:lnTo>
                <a:lnTo>
                  <a:pt x="92823" y="298398"/>
                </a:lnTo>
                <a:lnTo>
                  <a:pt x="92927" y="287347"/>
                </a:lnTo>
                <a:lnTo>
                  <a:pt x="92991" y="276295"/>
                </a:lnTo>
                <a:lnTo>
                  <a:pt x="93001" y="265243"/>
                </a:lnTo>
                <a:lnTo>
                  <a:pt x="92942" y="254191"/>
                </a:lnTo>
                <a:lnTo>
                  <a:pt x="92794" y="243139"/>
                </a:lnTo>
                <a:lnTo>
                  <a:pt x="92527" y="232088"/>
                </a:lnTo>
                <a:lnTo>
                  <a:pt x="92103" y="221036"/>
                </a:lnTo>
                <a:lnTo>
                  <a:pt x="91471" y="209984"/>
                </a:lnTo>
                <a:lnTo>
                  <a:pt x="90565" y="198932"/>
                </a:lnTo>
                <a:lnTo>
                  <a:pt x="89306" y="187880"/>
                </a:lnTo>
                <a:lnTo>
                  <a:pt x="87599" y="176829"/>
                </a:lnTo>
                <a:lnTo>
                  <a:pt x="85338" y="165777"/>
                </a:lnTo>
                <a:lnTo>
                  <a:pt x="82414" y="154725"/>
                </a:lnTo>
                <a:lnTo>
                  <a:pt x="78723" y="143673"/>
                </a:lnTo>
                <a:lnTo>
                  <a:pt x="74181" y="132622"/>
                </a:lnTo>
                <a:lnTo>
                  <a:pt x="68739" y="121570"/>
                </a:lnTo>
                <a:lnTo>
                  <a:pt x="62401" y="110518"/>
                </a:lnTo>
                <a:lnTo>
                  <a:pt x="55240" y="99466"/>
                </a:lnTo>
                <a:lnTo>
                  <a:pt x="47409" y="88414"/>
                </a:lnTo>
                <a:lnTo>
                  <a:pt x="39145" y="77363"/>
                </a:lnTo>
                <a:lnTo>
                  <a:pt x="30765" y="66311"/>
                </a:lnTo>
                <a:lnTo>
                  <a:pt x="22652" y="55259"/>
                </a:lnTo>
                <a:lnTo>
                  <a:pt x="15223" y="44207"/>
                </a:lnTo>
                <a:lnTo>
                  <a:pt x="8900" y="33155"/>
                </a:lnTo>
                <a:lnTo>
                  <a:pt x="4068" y="22104"/>
                </a:lnTo>
                <a:lnTo>
                  <a:pt x="1034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04" y="11052"/>
                </a:lnTo>
                <a:lnTo>
                  <a:pt x="183371" y="22104"/>
                </a:lnTo>
                <a:lnTo>
                  <a:pt x="178538" y="33155"/>
                </a:lnTo>
                <a:lnTo>
                  <a:pt x="172215" y="44207"/>
                </a:lnTo>
                <a:lnTo>
                  <a:pt x="164786" y="55259"/>
                </a:lnTo>
                <a:lnTo>
                  <a:pt x="156673" y="66311"/>
                </a:lnTo>
                <a:lnTo>
                  <a:pt x="148294" y="77363"/>
                </a:lnTo>
                <a:lnTo>
                  <a:pt x="140030" y="88414"/>
                </a:lnTo>
                <a:lnTo>
                  <a:pt x="132198" y="99466"/>
                </a:lnTo>
                <a:lnTo>
                  <a:pt x="125037" y="110518"/>
                </a:lnTo>
                <a:lnTo>
                  <a:pt x="118700" y="121570"/>
                </a:lnTo>
                <a:lnTo>
                  <a:pt x="113258" y="132622"/>
                </a:lnTo>
                <a:lnTo>
                  <a:pt x="108715" y="143673"/>
                </a:lnTo>
                <a:lnTo>
                  <a:pt x="105024" y="154725"/>
                </a:lnTo>
                <a:lnTo>
                  <a:pt x="102100" y="165777"/>
                </a:lnTo>
                <a:lnTo>
                  <a:pt x="99839" y="176829"/>
                </a:lnTo>
                <a:lnTo>
                  <a:pt x="98132" y="187880"/>
                </a:lnTo>
                <a:lnTo>
                  <a:pt x="96873" y="198932"/>
                </a:lnTo>
                <a:lnTo>
                  <a:pt x="95968" y="209984"/>
                </a:lnTo>
                <a:lnTo>
                  <a:pt x="95335" y="221036"/>
                </a:lnTo>
                <a:lnTo>
                  <a:pt x="94911" y="232088"/>
                </a:lnTo>
                <a:lnTo>
                  <a:pt x="94644" y="243139"/>
                </a:lnTo>
                <a:lnTo>
                  <a:pt x="94496" y="254191"/>
                </a:lnTo>
                <a:lnTo>
                  <a:pt x="94437" y="265243"/>
                </a:lnTo>
                <a:lnTo>
                  <a:pt x="94448" y="276295"/>
                </a:lnTo>
                <a:lnTo>
                  <a:pt x="94511" y="287347"/>
                </a:lnTo>
                <a:lnTo>
                  <a:pt x="94616" y="298398"/>
                </a:lnTo>
                <a:lnTo>
                  <a:pt x="94752" y="309450"/>
                </a:lnTo>
                <a:lnTo>
                  <a:pt x="94911" y="320502"/>
                </a:lnTo>
                <a:lnTo>
                  <a:pt x="95085" y="331554"/>
                </a:lnTo>
                <a:lnTo>
                  <a:pt x="95267" y="342606"/>
                </a:lnTo>
                <a:lnTo>
                  <a:pt x="95450" y="353657"/>
                </a:lnTo>
                <a:lnTo>
                  <a:pt x="95628" y="364709"/>
                </a:lnTo>
                <a:lnTo>
                  <a:pt x="95798" y="375761"/>
                </a:lnTo>
                <a:lnTo>
                  <a:pt x="95957" y="386813"/>
                </a:lnTo>
                <a:lnTo>
                  <a:pt x="96106" y="397865"/>
                </a:lnTo>
                <a:lnTo>
                  <a:pt x="96247" y="408916"/>
                </a:lnTo>
                <a:lnTo>
                  <a:pt x="96385" y="419968"/>
                </a:lnTo>
                <a:lnTo>
                  <a:pt x="96528" y="431020"/>
                </a:lnTo>
                <a:lnTo>
                  <a:pt x="96686" y="442072"/>
                </a:lnTo>
                <a:lnTo>
                  <a:pt x="96866" y="453123"/>
                </a:lnTo>
                <a:lnTo>
                  <a:pt x="97076" y="464175"/>
                </a:lnTo>
                <a:lnTo>
                  <a:pt x="97322" y="475227"/>
                </a:lnTo>
                <a:lnTo>
                  <a:pt x="97606" y="486279"/>
                </a:lnTo>
                <a:lnTo>
                  <a:pt x="97923" y="497331"/>
                </a:lnTo>
                <a:lnTo>
                  <a:pt x="98265" y="508382"/>
                </a:lnTo>
                <a:lnTo>
                  <a:pt x="98617" y="519434"/>
                </a:lnTo>
                <a:lnTo>
                  <a:pt x="98963" y="530486"/>
                </a:lnTo>
                <a:lnTo>
                  <a:pt x="99282" y="541538"/>
                </a:lnTo>
                <a:lnTo>
                  <a:pt x="99553" y="552590"/>
                </a:lnTo>
                <a:lnTo>
                  <a:pt x="99759" y="563641"/>
                </a:lnTo>
                <a:lnTo>
                  <a:pt x="99885" y="574693"/>
                </a:lnTo>
                <a:lnTo>
                  <a:pt x="99927" y="585745"/>
                </a:lnTo>
                <a:lnTo>
                  <a:pt x="99884" y="596797"/>
                </a:lnTo>
                <a:lnTo>
                  <a:pt x="99768" y="607849"/>
                </a:lnTo>
                <a:lnTo>
                  <a:pt x="99595" y="618900"/>
                </a:lnTo>
                <a:lnTo>
                  <a:pt x="99389" y="629952"/>
                </a:lnTo>
                <a:lnTo>
                  <a:pt x="99175" y="641004"/>
                </a:lnTo>
                <a:lnTo>
                  <a:pt x="98980" y="652056"/>
                </a:lnTo>
                <a:lnTo>
                  <a:pt x="98830" y="663108"/>
                </a:lnTo>
                <a:lnTo>
                  <a:pt x="98746" y="674159"/>
                </a:lnTo>
                <a:lnTo>
                  <a:pt x="98743" y="685211"/>
                </a:lnTo>
                <a:lnTo>
                  <a:pt x="98832" y="696263"/>
                </a:lnTo>
                <a:lnTo>
                  <a:pt x="99018" y="707315"/>
                </a:lnTo>
                <a:lnTo>
                  <a:pt x="99301" y="718366"/>
                </a:lnTo>
                <a:lnTo>
                  <a:pt x="99679" y="729418"/>
                </a:lnTo>
                <a:lnTo>
                  <a:pt x="100147" y="740470"/>
                </a:lnTo>
                <a:lnTo>
                  <a:pt x="100699" y="751522"/>
                </a:lnTo>
                <a:lnTo>
                  <a:pt x="101326" y="762574"/>
                </a:lnTo>
                <a:lnTo>
                  <a:pt x="102018" y="773625"/>
                </a:lnTo>
                <a:lnTo>
                  <a:pt x="102762" y="784677"/>
                </a:lnTo>
                <a:lnTo>
                  <a:pt x="103538" y="795729"/>
                </a:lnTo>
                <a:lnTo>
                  <a:pt x="104322" y="806781"/>
                </a:lnTo>
                <a:lnTo>
                  <a:pt x="105083" y="817833"/>
                </a:lnTo>
                <a:lnTo>
                  <a:pt x="105784" y="828884"/>
                </a:lnTo>
                <a:lnTo>
                  <a:pt x="106386" y="839936"/>
                </a:lnTo>
                <a:lnTo>
                  <a:pt x="106848" y="850988"/>
                </a:lnTo>
                <a:lnTo>
                  <a:pt x="107134" y="862040"/>
                </a:lnTo>
                <a:lnTo>
                  <a:pt x="107216" y="873092"/>
                </a:lnTo>
                <a:lnTo>
                  <a:pt x="107078" y="884143"/>
                </a:lnTo>
                <a:lnTo>
                  <a:pt x="106719" y="895195"/>
                </a:lnTo>
                <a:lnTo>
                  <a:pt x="106150" y="906247"/>
                </a:lnTo>
                <a:lnTo>
                  <a:pt x="105402" y="917299"/>
                </a:lnTo>
                <a:lnTo>
                  <a:pt x="104513" y="928351"/>
                </a:lnTo>
                <a:lnTo>
                  <a:pt x="103532" y="939402"/>
                </a:lnTo>
                <a:lnTo>
                  <a:pt x="102510" y="950454"/>
                </a:lnTo>
                <a:lnTo>
                  <a:pt x="101498" y="961506"/>
                </a:lnTo>
                <a:lnTo>
                  <a:pt x="100541" y="972558"/>
                </a:lnTo>
                <a:lnTo>
                  <a:pt x="99675" y="983609"/>
                </a:lnTo>
                <a:lnTo>
                  <a:pt x="98930" y="994661"/>
                </a:lnTo>
                <a:lnTo>
                  <a:pt x="98321" y="1005713"/>
                </a:lnTo>
                <a:lnTo>
                  <a:pt x="97859" y="1016765"/>
                </a:lnTo>
                <a:lnTo>
                  <a:pt x="97543" y="1027817"/>
                </a:lnTo>
                <a:lnTo>
                  <a:pt x="97368" y="1038868"/>
                </a:lnTo>
                <a:lnTo>
                  <a:pt x="97323" y="1049920"/>
                </a:lnTo>
                <a:lnTo>
                  <a:pt x="97394" y="1060972"/>
                </a:lnTo>
                <a:lnTo>
                  <a:pt x="97565" y="1072024"/>
                </a:lnTo>
                <a:lnTo>
                  <a:pt x="97816" y="1083076"/>
                </a:lnTo>
                <a:lnTo>
                  <a:pt x="98125" y="1094127"/>
                </a:lnTo>
                <a:lnTo>
                  <a:pt x="98470" y="1105179"/>
                </a:lnTo>
                <a:lnTo>
                  <a:pt x="98826" y="1116231"/>
                </a:lnTo>
                <a:lnTo>
                  <a:pt x="99168" y="1127283"/>
                </a:lnTo>
                <a:lnTo>
                  <a:pt x="99473" y="1138335"/>
                </a:lnTo>
                <a:lnTo>
                  <a:pt x="99723" y="1149386"/>
                </a:lnTo>
                <a:lnTo>
                  <a:pt x="99902" y="1160438"/>
                </a:lnTo>
                <a:lnTo>
                  <a:pt x="100001" y="1171490"/>
                </a:lnTo>
                <a:lnTo>
                  <a:pt x="100019" y="1182542"/>
                </a:lnTo>
                <a:lnTo>
                  <a:pt x="99962" y="1193594"/>
                </a:lnTo>
                <a:lnTo>
                  <a:pt x="99843" y="1204645"/>
                </a:lnTo>
                <a:lnTo>
                  <a:pt x="99676" y="1215697"/>
                </a:lnTo>
                <a:lnTo>
                  <a:pt x="99481" y="1226749"/>
                </a:lnTo>
                <a:lnTo>
                  <a:pt x="99277" y="1237801"/>
                </a:lnTo>
                <a:lnTo>
                  <a:pt x="99077" y="1248853"/>
                </a:lnTo>
                <a:lnTo>
                  <a:pt x="98892" y="1259904"/>
                </a:lnTo>
                <a:lnTo>
                  <a:pt x="98728" y="1270956"/>
                </a:lnTo>
                <a:lnTo>
                  <a:pt x="98583" y="1282008"/>
                </a:lnTo>
                <a:lnTo>
                  <a:pt x="98452" y="1293060"/>
                </a:lnTo>
                <a:lnTo>
                  <a:pt x="98326" y="1304111"/>
                </a:lnTo>
                <a:lnTo>
                  <a:pt x="98194" y="1315163"/>
                </a:lnTo>
                <a:lnTo>
                  <a:pt x="98049" y="1326215"/>
                </a:lnTo>
                <a:lnTo>
                  <a:pt x="97884" y="1337267"/>
                </a:lnTo>
                <a:lnTo>
                  <a:pt x="97697" y="1348319"/>
                </a:lnTo>
                <a:lnTo>
                  <a:pt x="97489" y="1359370"/>
                </a:lnTo>
                <a:lnTo>
                  <a:pt x="97265" y="1370422"/>
                </a:lnTo>
                <a:lnTo>
                  <a:pt x="97035" y="1381474"/>
                </a:lnTo>
                <a:lnTo>
                  <a:pt x="96808" y="1392526"/>
                </a:lnTo>
                <a:lnTo>
                  <a:pt x="96593" y="1403578"/>
                </a:lnTo>
                <a:lnTo>
                  <a:pt x="96399" y="1414629"/>
                </a:lnTo>
                <a:lnTo>
                  <a:pt x="96232" y="1425681"/>
                </a:lnTo>
                <a:lnTo>
                  <a:pt x="96095" y="1436733"/>
                </a:lnTo>
                <a:lnTo>
                  <a:pt x="95988" y="1447785"/>
                </a:lnTo>
                <a:lnTo>
                  <a:pt x="95909" y="1458837"/>
                </a:lnTo>
                <a:lnTo>
                  <a:pt x="95855" y="1469888"/>
                </a:lnTo>
                <a:lnTo>
                  <a:pt x="95822" y="1480940"/>
                </a:lnTo>
                <a:lnTo>
                  <a:pt x="95807" y="1491992"/>
                </a:lnTo>
                <a:lnTo>
                  <a:pt x="95809" y="1503044"/>
                </a:lnTo>
                <a:lnTo>
                  <a:pt x="95827" y="1514096"/>
                </a:lnTo>
                <a:lnTo>
                  <a:pt x="95869" y="1525147"/>
                </a:lnTo>
                <a:lnTo>
                  <a:pt x="95945" y="1536199"/>
                </a:lnTo>
                <a:lnTo>
                  <a:pt x="96073" y="1547251"/>
                </a:lnTo>
                <a:lnTo>
                  <a:pt x="96282" y="1558303"/>
                </a:lnTo>
                <a:lnTo>
                  <a:pt x="96606" y="1569354"/>
                </a:lnTo>
                <a:lnTo>
                  <a:pt x="97093" y="1580406"/>
                </a:lnTo>
                <a:lnTo>
                  <a:pt x="97799" y="1591458"/>
                </a:lnTo>
                <a:lnTo>
                  <a:pt x="98786" y="1602510"/>
                </a:lnTo>
                <a:lnTo>
                  <a:pt x="100122" y="1613562"/>
                </a:lnTo>
                <a:lnTo>
                  <a:pt x="101872" y="1624613"/>
                </a:lnTo>
                <a:lnTo>
                  <a:pt x="104088" y="1635665"/>
                </a:lnTo>
                <a:lnTo>
                  <a:pt x="106805" y="1646717"/>
                </a:lnTo>
                <a:lnTo>
                  <a:pt x="110028" y="1657769"/>
                </a:lnTo>
                <a:lnTo>
                  <a:pt x="113721" y="1668821"/>
                </a:lnTo>
                <a:lnTo>
                  <a:pt x="117806" y="1679872"/>
                </a:lnTo>
                <a:lnTo>
                  <a:pt x="122155" y="1690924"/>
                </a:lnTo>
                <a:lnTo>
                  <a:pt x="126593" y="1701976"/>
                </a:lnTo>
                <a:lnTo>
                  <a:pt x="130914" y="1713028"/>
                </a:lnTo>
                <a:lnTo>
                  <a:pt x="134885" y="1724080"/>
                </a:lnTo>
                <a:lnTo>
                  <a:pt x="138275" y="1735131"/>
                </a:lnTo>
                <a:lnTo>
                  <a:pt x="140870" y="1746183"/>
                </a:lnTo>
                <a:lnTo>
                  <a:pt x="142502" y="1757235"/>
                </a:lnTo>
                <a:lnTo>
                  <a:pt x="143059" y="1768287"/>
                </a:lnTo>
                <a:lnTo>
                  <a:pt x="143059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3741" name="data_3740">
            <a:extLst>
              <a:ext uri="{FF2B5EF4-FFF2-40B4-BE49-F238E27FC236}">
                <a16:creationId xmlns:a16="http://schemas.microsoft.com/office/drawing/2014/main" id="{24F0F220-BD8B-48D6-B052-1C1115E497C5}"/>
              </a:ext>
            </a:extLst>
          </p:cNvPr>
          <p:cNvSpPr>
            <a:spLocks/>
          </p:cNvSpPr>
          <p:nvPr/>
        </p:nvSpPr>
        <p:spPr>
          <a:xfrm>
            <a:off x="7582810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18430" y="1768287"/>
                </a:moveTo>
                <a:lnTo>
                  <a:pt x="69008" y="1768287"/>
                </a:lnTo>
                <a:lnTo>
                  <a:pt x="69283" y="1757235"/>
                </a:lnTo>
                <a:lnTo>
                  <a:pt x="70090" y="1746183"/>
                </a:lnTo>
                <a:lnTo>
                  <a:pt x="71373" y="1735131"/>
                </a:lnTo>
                <a:lnTo>
                  <a:pt x="73051" y="1724080"/>
                </a:lnTo>
                <a:lnTo>
                  <a:pt x="75020" y="1713028"/>
                </a:lnTo>
                <a:lnTo>
                  <a:pt x="77165" y="1701976"/>
                </a:lnTo>
                <a:lnTo>
                  <a:pt x="79373" y="1690924"/>
                </a:lnTo>
                <a:lnTo>
                  <a:pt x="81541" y="1679872"/>
                </a:lnTo>
                <a:lnTo>
                  <a:pt x="83581" y="1668821"/>
                </a:lnTo>
                <a:lnTo>
                  <a:pt x="85430" y="1657769"/>
                </a:lnTo>
                <a:lnTo>
                  <a:pt x="87045" y="1646717"/>
                </a:lnTo>
                <a:lnTo>
                  <a:pt x="88409" y="1635665"/>
                </a:lnTo>
                <a:lnTo>
                  <a:pt x="89521" y="1624613"/>
                </a:lnTo>
                <a:lnTo>
                  <a:pt x="90397" y="1613562"/>
                </a:lnTo>
                <a:lnTo>
                  <a:pt x="91064" y="1602510"/>
                </a:lnTo>
                <a:lnTo>
                  <a:pt x="91555" y="1591458"/>
                </a:lnTo>
                <a:lnTo>
                  <a:pt x="91902" y="1580406"/>
                </a:lnTo>
                <a:lnTo>
                  <a:pt x="92139" y="1569354"/>
                </a:lnTo>
                <a:lnTo>
                  <a:pt x="92294" y="1558303"/>
                </a:lnTo>
                <a:lnTo>
                  <a:pt x="92391" y="1547251"/>
                </a:lnTo>
                <a:lnTo>
                  <a:pt x="92450" y="1536199"/>
                </a:lnTo>
                <a:lnTo>
                  <a:pt x="92485" y="1525147"/>
                </a:lnTo>
                <a:lnTo>
                  <a:pt x="92505" y="1514096"/>
                </a:lnTo>
                <a:lnTo>
                  <a:pt x="92517" y="1503044"/>
                </a:lnTo>
                <a:lnTo>
                  <a:pt x="92525" y="1491992"/>
                </a:lnTo>
                <a:lnTo>
                  <a:pt x="92531" y="1480940"/>
                </a:lnTo>
                <a:lnTo>
                  <a:pt x="92539" y="1469888"/>
                </a:lnTo>
                <a:lnTo>
                  <a:pt x="92549" y="1458837"/>
                </a:lnTo>
                <a:lnTo>
                  <a:pt x="92564" y="1447785"/>
                </a:lnTo>
                <a:lnTo>
                  <a:pt x="92586" y="1436733"/>
                </a:lnTo>
                <a:lnTo>
                  <a:pt x="92615" y="1425681"/>
                </a:lnTo>
                <a:lnTo>
                  <a:pt x="92653" y="1414629"/>
                </a:lnTo>
                <a:lnTo>
                  <a:pt x="92699" y="1403578"/>
                </a:lnTo>
                <a:lnTo>
                  <a:pt x="92753" y="1392526"/>
                </a:lnTo>
                <a:lnTo>
                  <a:pt x="92813" y="1381474"/>
                </a:lnTo>
                <a:lnTo>
                  <a:pt x="92874" y="1370422"/>
                </a:lnTo>
                <a:lnTo>
                  <a:pt x="92933" y="1359370"/>
                </a:lnTo>
                <a:lnTo>
                  <a:pt x="92984" y="1348319"/>
                </a:lnTo>
                <a:lnTo>
                  <a:pt x="93022" y="1337267"/>
                </a:lnTo>
                <a:lnTo>
                  <a:pt x="93043" y="1326215"/>
                </a:lnTo>
                <a:lnTo>
                  <a:pt x="93042" y="1315163"/>
                </a:lnTo>
                <a:lnTo>
                  <a:pt x="93015" y="1304111"/>
                </a:lnTo>
                <a:lnTo>
                  <a:pt x="92962" y="1293060"/>
                </a:lnTo>
                <a:lnTo>
                  <a:pt x="92883" y="1282008"/>
                </a:lnTo>
                <a:lnTo>
                  <a:pt x="92780" y="1270956"/>
                </a:lnTo>
                <a:lnTo>
                  <a:pt x="92659" y="1259904"/>
                </a:lnTo>
                <a:lnTo>
                  <a:pt x="92526" y="1248853"/>
                </a:lnTo>
                <a:lnTo>
                  <a:pt x="92388" y="1237801"/>
                </a:lnTo>
                <a:lnTo>
                  <a:pt x="92254" y="1226749"/>
                </a:lnTo>
                <a:lnTo>
                  <a:pt x="92134" y="1215697"/>
                </a:lnTo>
                <a:lnTo>
                  <a:pt x="92036" y="1204645"/>
                </a:lnTo>
                <a:lnTo>
                  <a:pt x="91966" y="1193594"/>
                </a:lnTo>
                <a:lnTo>
                  <a:pt x="91929" y="1182542"/>
                </a:lnTo>
                <a:lnTo>
                  <a:pt x="91926" y="1171490"/>
                </a:lnTo>
                <a:lnTo>
                  <a:pt x="91957" y="1160438"/>
                </a:lnTo>
                <a:lnTo>
                  <a:pt x="92017" y="1149386"/>
                </a:lnTo>
                <a:lnTo>
                  <a:pt x="92100" y="1138335"/>
                </a:lnTo>
                <a:lnTo>
                  <a:pt x="92196" y="1127283"/>
                </a:lnTo>
                <a:lnTo>
                  <a:pt x="92296" y="1116231"/>
                </a:lnTo>
                <a:lnTo>
                  <a:pt x="92390" y="1105179"/>
                </a:lnTo>
                <a:lnTo>
                  <a:pt x="92468" y="1094127"/>
                </a:lnTo>
                <a:lnTo>
                  <a:pt x="92520" y="1083076"/>
                </a:lnTo>
                <a:lnTo>
                  <a:pt x="92540" y="1072024"/>
                </a:lnTo>
                <a:lnTo>
                  <a:pt x="92522" y="1060972"/>
                </a:lnTo>
                <a:lnTo>
                  <a:pt x="92462" y="1049920"/>
                </a:lnTo>
                <a:lnTo>
                  <a:pt x="92357" y="1038868"/>
                </a:lnTo>
                <a:lnTo>
                  <a:pt x="92209" y="1027817"/>
                </a:lnTo>
                <a:lnTo>
                  <a:pt x="92016" y="1016765"/>
                </a:lnTo>
                <a:lnTo>
                  <a:pt x="91783" y="1005713"/>
                </a:lnTo>
                <a:lnTo>
                  <a:pt x="91514" y="994661"/>
                </a:lnTo>
                <a:lnTo>
                  <a:pt x="91214" y="983609"/>
                </a:lnTo>
                <a:lnTo>
                  <a:pt x="90891" y="972558"/>
                </a:lnTo>
                <a:lnTo>
                  <a:pt x="90555" y="961506"/>
                </a:lnTo>
                <a:lnTo>
                  <a:pt x="90218" y="950454"/>
                </a:lnTo>
                <a:lnTo>
                  <a:pt x="89893" y="939402"/>
                </a:lnTo>
                <a:lnTo>
                  <a:pt x="89595" y="928351"/>
                </a:lnTo>
                <a:lnTo>
                  <a:pt x="89339" y="917299"/>
                </a:lnTo>
                <a:lnTo>
                  <a:pt x="89137" y="906247"/>
                </a:lnTo>
                <a:lnTo>
                  <a:pt x="89002" y="895195"/>
                </a:lnTo>
                <a:lnTo>
                  <a:pt x="88939" y="884143"/>
                </a:lnTo>
                <a:lnTo>
                  <a:pt x="88953" y="873092"/>
                </a:lnTo>
                <a:lnTo>
                  <a:pt x="89042" y="862040"/>
                </a:lnTo>
                <a:lnTo>
                  <a:pt x="89199" y="850988"/>
                </a:lnTo>
                <a:lnTo>
                  <a:pt x="89413" y="839936"/>
                </a:lnTo>
                <a:lnTo>
                  <a:pt x="89669" y="828884"/>
                </a:lnTo>
                <a:lnTo>
                  <a:pt x="89951" y="817833"/>
                </a:lnTo>
                <a:lnTo>
                  <a:pt x="90242" y="806781"/>
                </a:lnTo>
                <a:lnTo>
                  <a:pt x="90524" y="795729"/>
                </a:lnTo>
                <a:lnTo>
                  <a:pt x="90783" y="784677"/>
                </a:lnTo>
                <a:lnTo>
                  <a:pt x="91004" y="773625"/>
                </a:lnTo>
                <a:lnTo>
                  <a:pt x="91176" y="762574"/>
                </a:lnTo>
                <a:lnTo>
                  <a:pt x="91291" y="751522"/>
                </a:lnTo>
                <a:lnTo>
                  <a:pt x="91340" y="740470"/>
                </a:lnTo>
                <a:lnTo>
                  <a:pt x="91320" y="729418"/>
                </a:lnTo>
                <a:lnTo>
                  <a:pt x="91226" y="718366"/>
                </a:lnTo>
                <a:lnTo>
                  <a:pt x="91059" y="707315"/>
                </a:lnTo>
                <a:lnTo>
                  <a:pt x="90821" y="696263"/>
                </a:lnTo>
                <a:lnTo>
                  <a:pt x="90517" y="685211"/>
                </a:lnTo>
                <a:lnTo>
                  <a:pt x="90155" y="674159"/>
                </a:lnTo>
                <a:lnTo>
                  <a:pt x="89748" y="663108"/>
                </a:lnTo>
                <a:lnTo>
                  <a:pt x="89312" y="652056"/>
                </a:lnTo>
                <a:lnTo>
                  <a:pt x="88864" y="641004"/>
                </a:lnTo>
                <a:lnTo>
                  <a:pt x="88425" y="629952"/>
                </a:lnTo>
                <a:lnTo>
                  <a:pt x="88013" y="618900"/>
                </a:lnTo>
                <a:lnTo>
                  <a:pt x="87644" y="607849"/>
                </a:lnTo>
                <a:lnTo>
                  <a:pt x="87331" y="596797"/>
                </a:lnTo>
                <a:lnTo>
                  <a:pt x="87082" y="585745"/>
                </a:lnTo>
                <a:lnTo>
                  <a:pt x="86897" y="574693"/>
                </a:lnTo>
                <a:lnTo>
                  <a:pt x="86775" y="563641"/>
                </a:lnTo>
                <a:lnTo>
                  <a:pt x="86708" y="552590"/>
                </a:lnTo>
                <a:lnTo>
                  <a:pt x="86687" y="541538"/>
                </a:lnTo>
                <a:lnTo>
                  <a:pt x="86701" y="530486"/>
                </a:lnTo>
                <a:lnTo>
                  <a:pt x="86744" y="519434"/>
                </a:lnTo>
                <a:lnTo>
                  <a:pt x="86808" y="508382"/>
                </a:lnTo>
                <a:lnTo>
                  <a:pt x="86893" y="497331"/>
                </a:lnTo>
                <a:lnTo>
                  <a:pt x="86998" y="486279"/>
                </a:lnTo>
                <a:lnTo>
                  <a:pt x="87128" y="475227"/>
                </a:lnTo>
                <a:lnTo>
                  <a:pt x="87287" y="464175"/>
                </a:lnTo>
                <a:lnTo>
                  <a:pt x="87479" y="453123"/>
                </a:lnTo>
                <a:lnTo>
                  <a:pt x="87705" y="442072"/>
                </a:lnTo>
                <a:lnTo>
                  <a:pt x="87963" y="431020"/>
                </a:lnTo>
                <a:lnTo>
                  <a:pt x="88248" y="419968"/>
                </a:lnTo>
                <a:lnTo>
                  <a:pt x="88552" y="408916"/>
                </a:lnTo>
                <a:lnTo>
                  <a:pt x="88863" y="397865"/>
                </a:lnTo>
                <a:lnTo>
                  <a:pt x="89169" y="386813"/>
                </a:lnTo>
                <a:lnTo>
                  <a:pt x="89458" y="375761"/>
                </a:lnTo>
                <a:lnTo>
                  <a:pt x="89720" y="364709"/>
                </a:lnTo>
                <a:lnTo>
                  <a:pt x="89948" y="353657"/>
                </a:lnTo>
                <a:lnTo>
                  <a:pt x="90139" y="342606"/>
                </a:lnTo>
                <a:lnTo>
                  <a:pt x="90293" y="331554"/>
                </a:lnTo>
                <a:lnTo>
                  <a:pt x="90415" y="320502"/>
                </a:lnTo>
                <a:lnTo>
                  <a:pt x="90509" y="309450"/>
                </a:lnTo>
                <a:lnTo>
                  <a:pt x="90582" y="298398"/>
                </a:lnTo>
                <a:lnTo>
                  <a:pt x="90638" y="287347"/>
                </a:lnTo>
                <a:lnTo>
                  <a:pt x="90680" y="276295"/>
                </a:lnTo>
                <a:lnTo>
                  <a:pt x="90704" y="265243"/>
                </a:lnTo>
                <a:lnTo>
                  <a:pt x="90699" y="254191"/>
                </a:lnTo>
                <a:lnTo>
                  <a:pt x="90648" y="243139"/>
                </a:lnTo>
                <a:lnTo>
                  <a:pt x="90518" y="232088"/>
                </a:lnTo>
                <a:lnTo>
                  <a:pt x="90266" y="221036"/>
                </a:lnTo>
                <a:lnTo>
                  <a:pt x="89836" y="209984"/>
                </a:lnTo>
                <a:lnTo>
                  <a:pt x="89152" y="198932"/>
                </a:lnTo>
                <a:lnTo>
                  <a:pt x="88125" y="187880"/>
                </a:lnTo>
                <a:lnTo>
                  <a:pt x="86651" y="176829"/>
                </a:lnTo>
                <a:lnTo>
                  <a:pt x="84613" y="165777"/>
                </a:lnTo>
                <a:lnTo>
                  <a:pt x="81895" y="154725"/>
                </a:lnTo>
                <a:lnTo>
                  <a:pt x="78386" y="143673"/>
                </a:lnTo>
                <a:lnTo>
                  <a:pt x="73996" y="132622"/>
                </a:lnTo>
                <a:lnTo>
                  <a:pt x="68674" y="121570"/>
                </a:lnTo>
                <a:lnTo>
                  <a:pt x="62423" y="110518"/>
                </a:lnTo>
                <a:lnTo>
                  <a:pt x="55318" y="99466"/>
                </a:lnTo>
                <a:lnTo>
                  <a:pt x="47516" y="88414"/>
                </a:lnTo>
                <a:lnTo>
                  <a:pt x="39258" y="77363"/>
                </a:lnTo>
                <a:lnTo>
                  <a:pt x="30869" y="66311"/>
                </a:lnTo>
                <a:lnTo>
                  <a:pt x="22736" y="55259"/>
                </a:lnTo>
                <a:lnTo>
                  <a:pt x="15283" y="44207"/>
                </a:lnTo>
                <a:lnTo>
                  <a:pt x="8937" y="33155"/>
                </a:lnTo>
                <a:lnTo>
                  <a:pt x="4085" y="22104"/>
                </a:lnTo>
                <a:lnTo>
                  <a:pt x="103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00" y="11052"/>
                </a:lnTo>
                <a:lnTo>
                  <a:pt x="183354" y="22104"/>
                </a:lnTo>
                <a:lnTo>
                  <a:pt x="178502" y="33155"/>
                </a:lnTo>
                <a:lnTo>
                  <a:pt x="172155" y="44207"/>
                </a:lnTo>
                <a:lnTo>
                  <a:pt x="164702" y="55259"/>
                </a:lnTo>
                <a:lnTo>
                  <a:pt x="156569" y="66311"/>
                </a:lnTo>
                <a:lnTo>
                  <a:pt x="148180" y="77363"/>
                </a:lnTo>
                <a:lnTo>
                  <a:pt x="139923" y="88414"/>
                </a:lnTo>
                <a:lnTo>
                  <a:pt x="132120" y="99466"/>
                </a:lnTo>
                <a:lnTo>
                  <a:pt x="125015" y="110518"/>
                </a:lnTo>
                <a:lnTo>
                  <a:pt x="118764" y="121570"/>
                </a:lnTo>
                <a:lnTo>
                  <a:pt x="113442" y="132622"/>
                </a:lnTo>
                <a:lnTo>
                  <a:pt x="109052" y="143673"/>
                </a:lnTo>
                <a:lnTo>
                  <a:pt x="105543" y="154725"/>
                </a:lnTo>
                <a:lnTo>
                  <a:pt x="102825" y="165777"/>
                </a:lnTo>
                <a:lnTo>
                  <a:pt x="100788" y="176829"/>
                </a:lnTo>
                <a:lnTo>
                  <a:pt x="99313" y="187880"/>
                </a:lnTo>
                <a:lnTo>
                  <a:pt x="98286" y="198932"/>
                </a:lnTo>
                <a:lnTo>
                  <a:pt x="97602" y="209984"/>
                </a:lnTo>
                <a:lnTo>
                  <a:pt x="97172" y="221036"/>
                </a:lnTo>
                <a:lnTo>
                  <a:pt x="96921" y="232088"/>
                </a:lnTo>
                <a:lnTo>
                  <a:pt x="96791" y="243139"/>
                </a:lnTo>
                <a:lnTo>
                  <a:pt x="96739" y="254191"/>
                </a:lnTo>
                <a:lnTo>
                  <a:pt x="96735" y="265243"/>
                </a:lnTo>
                <a:lnTo>
                  <a:pt x="96759" y="276295"/>
                </a:lnTo>
                <a:lnTo>
                  <a:pt x="96800" y="287347"/>
                </a:lnTo>
                <a:lnTo>
                  <a:pt x="96857" y="298398"/>
                </a:lnTo>
                <a:lnTo>
                  <a:pt x="96930" y="309450"/>
                </a:lnTo>
                <a:lnTo>
                  <a:pt x="97024" y="320502"/>
                </a:lnTo>
                <a:lnTo>
                  <a:pt x="97145" y="331554"/>
                </a:lnTo>
                <a:lnTo>
                  <a:pt x="97300" y="342606"/>
                </a:lnTo>
                <a:lnTo>
                  <a:pt x="97491" y="353657"/>
                </a:lnTo>
                <a:lnTo>
                  <a:pt x="97719" y="364709"/>
                </a:lnTo>
                <a:lnTo>
                  <a:pt x="97981" y="375761"/>
                </a:lnTo>
                <a:lnTo>
                  <a:pt x="98270" y="386813"/>
                </a:lnTo>
                <a:lnTo>
                  <a:pt x="98576" y="397865"/>
                </a:lnTo>
                <a:lnTo>
                  <a:pt x="98887" y="408916"/>
                </a:lnTo>
                <a:lnTo>
                  <a:pt x="99190" y="419968"/>
                </a:lnTo>
                <a:lnTo>
                  <a:pt x="99476" y="431020"/>
                </a:lnTo>
                <a:lnTo>
                  <a:pt x="99734" y="442072"/>
                </a:lnTo>
                <a:lnTo>
                  <a:pt x="99959" y="453123"/>
                </a:lnTo>
                <a:lnTo>
                  <a:pt x="100151" y="464175"/>
                </a:lnTo>
                <a:lnTo>
                  <a:pt x="100310" y="475227"/>
                </a:lnTo>
                <a:lnTo>
                  <a:pt x="100440" y="486279"/>
                </a:lnTo>
                <a:lnTo>
                  <a:pt x="100546" y="497331"/>
                </a:lnTo>
                <a:lnTo>
                  <a:pt x="100630" y="508382"/>
                </a:lnTo>
                <a:lnTo>
                  <a:pt x="100695" y="519434"/>
                </a:lnTo>
                <a:lnTo>
                  <a:pt x="100737" y="530486"/>
                </a:lnTo>
                <a:lnTo>
                  <a:pt x="100752" y="541538"/>
                </a:lnTo>
                <a:lnTo>
                  <a:pt x="100730" y="552590"/>
                </a:lnTo>
                <a:lnTo>
                  <a:pt x="100663" y="563641"/>
                </a:lnTo>
                <a:lnTo>
                  <a:pt x="100541" y="574693"/>
                </a:lnTo>
                <a:lnTo>
                  <a:pt x="100357" y="585745"/>
                </a:lnTo>
                <a:lnTo>
                  <a:pt x="100107" y="596797"/>
                </a:lnTo>
                <a:lnTo>
                  <a:pt x="99794" y="607849"/>
                </a:lnTo>
                <a:lnTo>
                  <a:pt x="99425" y="618900"/>
                </a:lnTo>
                <a:lnTo>
                  <a:pt x="99013" y="629952"/>
                </a:lnTo>
                <a:lnTo>
                  <a:pt x="98574" y="641004"/>
                </a:lnTo>
                <a:lnTo>
                  <a:pt x="98127" y="652056"/>
                </a:lnTo>
                <a:lnTo>
                  <a:pt x="97691" y="663108"/>
                </a:lnTo>
                <a:lnTo>
                  <a:pt x="97284" y="674159"/>
                </a:lnTo>
                <a:lnTo>
                  <a:pt x="96922" y="685211"/>
                </a:lnTo>
                <a:lnTo>
                  <a:pt x="96617" y="696263"/>
                </a:lnTo>
                <a:lnTo>
                  <a:pt x="96379" y="707315"/>
                </a:lnTo>
                <a:lnTo>
                  <a:pt x="96212" y="718366"/>
                </a:lnTo>
                <a:lnTo>
                  <a:pt x="96119" y="729418"/>
                </a:lnTo>
                <a:lnTo>
                  <a:pt x="96098" y="740470"/>
                </a:lnTo>
                <a:lnTo>
                  <a:pt x="96148" y="751522"/>
                </a:lnTo>
                <a:lnTo>
                  <a:pt x="96262" y="762574"/>
                </a:lnTo>
                <a:lnTo>
                  <a:pt x="96434" y="773625"/>
                </a:lnTo>
                <a:lnTo>
                  <a:pt x="96656" y="784677"/>
                </a:lnTo>
                <a:lnTo>
                  <a:pt x="96914" y="795729"/>
                </a:lnTo>
                <a:lnTo>
                  <a:pt x="97197" y="806781"/>
                </a:lnTo>
                <a:lnTo>
                  <a:pt x="97488" y="817833"/>
                </a:lnTo>
                <a:lnTo>
                  <a:pt x="97770" y="828884"/>
                </a:lnTo>
                <a:lnTo>
                  <a:pt x="98026" y="839936"/>
                </a:lnTo>
                <a:lnTo>
                  <a:pt x="98240" y="850988"/>
                </a:lnTo>
                <a:lnTo>
                  <a:pt x="98396" y="862040"/>
                </a:lnTo>
                <a:lnTo>
                  <a:pt x="98485" y="873092"/>
                </a:lnTo>
                <a:lnTo>
                  <a:pt x="98499" y="884143"/>
                </a:lnTo>
                <a:lnTo>
                  <a:pt x="98437" y="895195"/>
                </a:lnTo>
                <a:lnTo>
                  <a:pt x="98301" y="906247"/>
                </a:lnTo>
                <a:lnTo>
                  <a:pt x="98099" y="917299"/>
                </a:lnTo>
                <a:lnTo>
                  <a:pt x="97843" y="928351"/>
                </a:lnTo>
                <a:lnTo>
                  <a:pt x="97545" y="939402"/>
                </a:lnTo>
                <a:lnTo>
                  <a:pt x="97221" y="950454"/>
                </a:lnTo>
                <a:lnTo>
                  <a:pt x="96884" y="961506"/>
                </a:lnTo>
                <a:lnTo>
                  <a:pt x="96548" y="972558"/>
                </a:lnTo>
                <a:lnTo>
                  <a:pt x="96225" y="983609"/>
                </a:lnTo>
                <a:lnTo>
                  <a:pt x="95924" y="994661"/>
                </a:lnTo>
                <a:lnTo>
                  <a:pt x="95655" y="1005713"/>
                </a:lnTo>
                <a:lnTo>
                  <a:pt x="95422" y="1016765"/>
                </a:lnTo>
                <a:lnTo>
                  <a:pt x="95230" y="1027817"/>
                </a:lnTo>
                <a:lnTo>
                  <a:pt x="95081" y="1038868"/>
                </a:lnTo>
                <a:lnTo>
                  <a:pt x="94977" y="1049920"/>
                </a:lnTo>
                <a:lnTo>
                  <a:pt x="94916" y="1060972"/>
                </a:lnTo>
                <a:lnTo>
                  <a:pt x="94898" y="1072024"/>
                </a:lnTo>
                <a:lnTo>
                  <a:pt x="94918" y="1083076"/>
                </a:lnTo>
                <a:lnTo>
                  <a:pt x="94970" y="1094127"/>
                </a:lnTo>
                <a:lnTo>
                  <a:pt x="95048" y="1105179"/>
                </a:lnTo>
                <a:lnTo>
                  <a:pt x="95142" y="1116231"/>
                </a:lnTo>
                <a:lnTo>
                  <a:pt x="95242" y="1127283"/>
                </a:lnTo>
                <a:lnTo>
                  <a:pt x="95339" y="1138335"/>
                </a:lnTo>
                <a:lnTo>
                  <a:pt x="95421" y="1149386"/>
                </a:lnTo>
                <a:lnTo>
                  <a:pt x="95481" y="1160438"/>
                </a:lnTo>
                <a:lnTo>
                  <a:pt x="95512" y="1171490"/>
                </a:lnTo>
                <a:lnTo>
                  <a:pt x="95510" y="1182542"/>
                </a:lnTo>
                <a:lnTo>
                  <a:pt x="95473" y="1193594"/>
                </a:lnTo>
                <a:lnTo>
                  <a:pt x="95403" y="1204645"/>
                </a:lnTo>
                <a:lnTo>
                  <a:pt x="95304" y="1215697"/>
                </a:lnTo>
                <a:lnTo>
                  <a:pt x="95184" y="1226749"/>
                </a:lnTo>
                <a:lnTo>
                  <a:pt x="95051" y="1237801"/>
                </a:lnTo>
                <a:lnTo>
                  <a:pt x="94913" y="1248853"/>
                </a:lnTo>
                <a:lnTo>
                  <a:pt x="94779" y="1259904"/>
                </a:lnTo>
                <a:lnTo>
                  <a:pt x="94658" y="1270956"/>
                </a:lnTo>
                <a:lnTo>
                  <a:pt x="94556" y="1282008"/>
                </a:lnTo>
                <a:lnTo>
                  <a:pt x="94476" y="1293060"/>
                </a:lnTo>
                <a:lnTo>
                  <a:pt x="94423" y="1304111"/>
                </a:lnTo>
                <a:lnTo>
                  <a:pt x="94397" y="1315163"/>
                </a:lnTo>
                <a:lnTo>
                  <a:pt x="94395" y="1326215"/>
                </a:lnTo>
                <a:lnTo>
                  <a:pt x="94416" y="1337267"/>
                </a:lnTo>
                <a:lnTo>
                  <a:pt x="94454" y="1348319"/>
                </a:lnTo>
                <a:lnTo>
                  <a:pt x="94506" y="1359370"/>
                </a:lnTo>
                <a:lnTo>
                  <a:pt x="94564" y="1370422"/>
                </a:lnTo>
                <a:lnTo>
                  <a:pt x="94626" y="1381474"/>
                </a:lnTo>
                <a:lnTo>
                  <a:pt x="94685" y="1392526"/>
                </a:lnTo>
                <a:lnTo>
                  <a:pt x="94739" y="1403578"/>
                </a:lnTo>
                <a:lnTo>
                  <a:pt x="94786" y="1414629"/>
                </a:lnTo>
                <a:lnTo>
                  <a:pt x="94824" y="1425681"/>
                </a:lnTo>
                <a:lnTo>
                  <a:pt x="94853" y="1436733"/>
                </a:lnTo>
                <a:lnTo>
                  <a:pt x="94874" y="1447785"/>
                </a:lnTo>
                <a:lnTo>
                  <a:pt x="94889" y="1458837"/>
                </a:lnTo>
                <a:lnTo>
                  <a:pt x="94900" y="1469888"/>
                </a:lnTo>
                <a:lnTo>
                  <a:pt x="94907" y="1480940"/>
                </a:lnTo>
                <a:lnTo>
                  <a:pt x="94914" y="1491992"/>
                </a:lnTo>
                <a:lnTo>
                  <a:pt x="94922" y="1503044"/>
                </a:lnTo>
                <a:lnTo>
                  <a:pt x="94934" y="1514096"/>
                </a:lnTo>
                <a:lnTo>
                  <a:pt x="94953" y="1525147"/>
                </a:lnTo>
                <a:lnTo>
                  <a:pt x="94988" y="1536199"/>
                </a:lnTo>
                <a:lnTo>
                  <a:pt x="95047" y="1547251"/>
                </a:lnTo>
                <a:lnTo>
                  <a:pt x="95145" y="1558303"/>
                </a:lnTo>
                <a:lnTo>
                  <a:pt x="95300" y="1569354"/>
                </a:lnTo>
                <a:lnTo>
                  <a:pt x="95536" y="1580406"/>
                </a:lnTo>
                <a:lnTo>
                  <a:pt x="95884" y="1591458"/>
                </a:lnTo>
                <a:lnTo>
                  <a:pt x="96374" y="1602510"/>
                </a:lnTo>
                <a:lnTo>
                  <a:pt x="97041" y="1613562"/>
                </a:lnTo>
                <a:lnTo>
                  <a:pt x="97918" y="1624613"/>
                </a:lnTo>
                <a:lnTo>
                  <a:pt x="99030" y="1635665"/>
                </a:lnTo>
                <a:lnTo>
                  <a:pt x="100393" y="1646717"/>
                </a:lnTo>
                <a:lnTo>
                  <a:pt x="102009" y="1657769"/>
                </a:lnTo>
                <a:lnTo>
                  <a:pt x="103857" y="1668821"/>
                </a:lnTo>
                <a:lnTo>
                  <a:pt x="105898" y="1679872"/>
                </a:lnTo>
                <a:lnTo>
                  <a:pt x="108065" y="1690924"/>
                </a:lnTo>
                <a:lnTo>
                  <a:pt x="110273" y="1701976"/>
                </a:lnTo>
                <a:lnTo>
                  <a:pt x="112419" y="1713028"/>
                </a:lnTo>
                <a:lnTo>
                  <a:pt x="114387" y="1724080"/>
                </a:lnTo>
                <a:lnTo>
                  <a:pt x="116065" y="1735131"/>
                </a:lnTo>
                <a:lnTo>
                  <a:pt x="117349" y="1746183"/>
                </a:lnTo>
                <a:lnTo>
                  <a:pt x="118155" y="1757235"/>
                </a:lnTo>
                <a:lnTo>
                  <a:pt x="118430" y="1768287"/>
                </a:lnTo>
                <a:lnTo>
                  <a:pt x="118430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3742" name="data_3741">
            <a:extLst>
              <a:ext uri="{FF2B5EF4-FFF2-40B4-BE49-F238E27FC236}">
                <a16:creationId xmlns:a16="http://schemas.microsoft.com/office/drawing/2014/main" id="{78E49190-DD72-4345-B28D-FC9307AFD9C1}"/>
              </a:ext>
            </a:extLst>
          </p:cNvPr>
          <p:cNvSpPr>
            <a:spLocks/>
          </p:cNvSpPr>
          <p:nvPr/>
        </p:nvSpPr>
        <p:spPr>
          <a:xfrm>
            <a:off x="8114730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55927" y="1768287"/>
                </a:moveTo>
                <a:lnTo>
                  <a:pt x="31511" y="1768287"/>
                </a:lnTo>
                <a:lnTo>
                  <a:pt x="32146" y="1757235"/>
                </a:lnTo>
                <a:lnTo>
                  <a:pt x="34009" y="1746183"/>
                </a:lnTo>
                <a:lnTo>
                  <a:pt x="36974" y="1735131"/>
                </a:lnTo>
                <a:lnTo>
                  <a:pt x="40848" y="1724080"/>
                </a:lnTo>
                <a:lnTo>
                  <a:pt x="45392" y="1713028"/>
                </a:lnTo>
                <a:lnTo>
                  <a:pt x="50342" y="1701976"/>
                </a:lnTo>
                <a:lnTo>
                  <a:pt x="55437" y="1690924"/>
                </a:lnTo>
                <a:lnTo>
                  <a:pt x="60437" y="1679872"/>
                </a:lnTo>
                <a:lnTo>
                  <a:pt x="65147" y="1668821"/>
                </a:lnTo>
                <a:lnTo>
                  <a:pt x="69417" y="1657769"/>
                </a:lnTo>
                <a:lnTo>
                  <a:pt x="73156" y="1646717"/>
                </a:lnTo>
                <a:lnTo>
                  <a:pt x="76323" y="1635665"/>
                </a:lnTo>
                <a:lnTo>
                  <a:pt x="78918" y="1624613"/>
                </a:lnTo>
                <a:lnTo>
                  <a:pt x="80981" y="1613562"/>
                </a:lnTo>
                <a:lnTo>
                  <a:pt x="82570" y="1602510"/>
                </a:lnTo>
                <a:lnTo>
                  <a:pt x="83759" y="1591458"/>
                </a:lnTo>
                <a:lnTo>
                  <a:pt x="84623" y="1580406"/>
                </a:lnTo>
                <a:lnTo>
                  <a:pt x="85237" y="1569354"/>
                </a:lnTo>
                <a:lnTo>
                  <a:pt x="85667" y="1558303"/>
                </a:lnTo>
                <a:lnTo>
                  <a:pt x="85968" y="1547251"/>
                </a:lnTo>
                <a:lnTo>
                  <a:pt x="86188" y="1536199"/>
                </a:lnTo>
                <a:lnTo>
                  <a:pt x="86361" y="1525147"/>
                </a:lnTo>
                <a:lnTo>
                  <a:pt x="86513" y="1514096"/>
                </a:lnTo>
                <a:lnTo>
                  <a:pt x="86661" y="1503044"/>
                </a:lnTo>
                <a:lnTo>
                  <a:pt x="86817" y="1491992"/>
                </a:lnTo>
                <a:lnTo>
                  <a:pt x="86985" y="1480940"/>
                </a:lnTo>
                <a:lnTo>
                  <a:pt x="87163" y="1469888"/>
                </a:lnTo>
                <a:lnTo>
                  <a:pt x="87348" y="1458837"/>
                </a:lnTo>
                <a:lnTo>
                  <a:pt x="87531" y="1447785"/>
                </a:lnTo>
                <a:lnTo>
                  <a:pt x="87705" y="1436733"/>
                </a:lnTo>
                <a:lnTo>
                  <a:pt x="87860" y="1425681"/>
                </a:lnTo>
                <a:lnTo>
                  <a:pt x="87987" y="1414629"/>
                </a:lnTo>
                <a:lnTo>
                  <a:pt x="88079" y="1403578"/>
                </a:lnTo>
                <a:lnTo>
                  <a:pt x="88134" y="1392526"/>
                </a:lnTo>
                <a:lnTo>
                  <a:pt x="88151" y="1381474"/>
                </a:lnTo>
                <a:lnTo>
                  <a:pt x="88133" y="1370422"/>
                </a:lnTo>
                <a:lnTo>
                  <a:pt x="88088" y="1359370"/>
                </a:lnTo>
                <a:lnTo>
                  <a:pt x="88025" y="1348319"/>
                </a:lnTo>
                <a:lnTo>
                  <a:pt x="87954" y="1337267"/>
                </a:lnTo>
                <a:lnTo>
                  <a:pt x="87887" y="1326215"/>
                </a:lnTo>
                <a:lnTo>
                  <a:pt x="87834" y="1315163"/>
                </a:lnTo>
                <a:lnTo>
                  <a:pt x="87801" y="1304111"/>
                </a:lnTo>
                <a:lnTo>
                  <a:pt x="87795" y="1293060"/>
                </a:lnTo>
                <a:lnTo>
                  <a:pt x="87815" y="1282008"/>
                </a:lnTo>
                <a:lnTo>
                  <a:pt x="87859" y="1270956"/>
                </a:lnTo>
                <a:lnTo>
                  <a:pt x="87921" y="1259904"/>
                </a:lnTo>
                <a:lnTo>
                  <a:pt x="87995" y="1248853"/>
                </a:lnTo>
                <a:lnTo>
                  <a:pt x="88072" y="1237801"/>
                </a:lnTo>
                <a:lnTo>
                  <a:pt x="88145" y="1226749"/>
                </a:lnTo>
                <a:lnTo>
                  <a:pt x="88209" y="1215697"/>
                </a:lnTo>
                <a:lnTo>
                  <a:pt x="88262" y="1204645"/>
                </a:lnTo>
                <a:lnTo>
                  <a:pt x="88304" y="1193594"/>
                </a:lnTo>
                <a:lnTo>
                  <a:pt x="88339" y="1182542"/>
                </a:lnTo>
                <a:lnTo>
                  <a:pt x="88373" y="1171490"/>
                </a:lnTo>
                <a:lnTo>
                  <a:pt x="88415" y="1160438"/>
                </a:lnTo>
                <a:lnTo>
                  <a:pt x="88474" y="1149386"/>
                </a:lnTo>
                <a:lnTo>
                  <a:pt x="88559" y="1138335"/>
                </a:lnTo>
                <a:lnTo>
                  <a:pt x="88676" y="1127283"/>
                </a:lnTo>
                <a:lnTo>
                  <a:pt x="88829" y="1116231"/>
                </a:lnTo>
                <a:lnTo>
                  <a:pt x="89019" y="1105179"/>
                </a:lnTo>
                <a:lnTo>
                  <a:pt x="89240" y="1094127"/>
                </a:lnTo>
                <a:lnTo>
                  <a:pt x="89485" y="1083076"/>
                </a:lnTo>
                <a:lnTo>
                  <a:pt x="89740" y="1072024"/>
                </a:lnTo>
                <a:lnTo>
                  <a:pt x="89989" y="1060972"/>
                </a:lnTo>
                <a:lnTo>
                  <a:pt x="90213" y="1049920"/>
                </a:lnTo>
                <a:lnTo>
                  <a:pt x="90393" y="1038868"/>
                </a:lnTo>
                <a:lnTo>
                  <a:pt x="90510" y="1027817"/>
                </a:lnTo>
                <a:lnTo>
                  <a:pt x="90547" y="1016765"/>
                </a:lnTo>
                <a:lnTo>
                  <a:pt x="90494" y="1005713"/>
                </a:lnTo>
                <a:lnTo>
                  <a:pt x="90343" y="994661"/>
                </a:lnTo>
                <a:lnTo>
                  <a:pt x="90096" y="983609"/>
                </a:lnTo>
                <a:lnTo>
                  <a:pt x="89761" y="972558"/>
                </a:lnTo>
                <a:lnTo>
                  <a:pt x="89355" y="961506"/>
                </a:lnTo>
                <a:lnTo>
                  <a:pt x="88901" y="950454"/>
                </a:lnTo>
                <a:lnTo>
                  <a:pt x="88427" y="939402"/>
                </a:lnTo>
                <a:lnTo>
                  <a:pt x="87967" y="928351"/>
                </a:lnTo>
                <a:lnTo>
                  <a:pt x="87550" y="917299"/>
                </a:lnTo>
                <a:lnTo>
                  <a:pt x="87205" y="906247"/>
                </a:lnTo>
                <a:lnTo>
                  <a:pt x="86956" y="895195"/>
                </a:lnTo>
                <a:lnTo>
                  <a:pt x="86818" y="884143"/>
                </a:lnTo>
                <a:lnTo>
                  <a:pt x="86795" y="873092"/>
                </a:lnTo>
                <a:lnTo>
                  <a:pt x="86885" y="862040"/>
                </a:lnTo>
                <a:lnTo>
                  <a:pt x="87075" y="850988"/>
                </a:lnTo>
                <a:lnTo>
                  <a:pt x="87345" y="839936"/>
                </a:lnTo>
                <a:lnTo>
                  <a:pt x="87673" y="828884"/>
                </a:lnTo>
                <a:lnTo>
                  <a:pt x="88033" y="817833"/>
                </a:lnTo>
                <a:lnTo>
                  <a:pt x="88401" y="806781"/>
                </a:lnTo>
                <a:lnTo>
                  <a:pt x="88759" y="795729"/>
                </a:lnTo>
                <a:lnTo>
                  <a:pt x="89089" y="784677"/>
                </a:lnTo>
                <a:lnTo>
                  <a:pt x="89382" y="773625"/>
                </a:lnTo>
                <a:lnTo>
                  <a:pt x="89634" y="762574"/>
                </a:lnTo>
                <a:lnTo>
                  <a:pt x="89843" y="751522"/>
                </a:lnTo>
                <a:lnTo>
                  <a:pt x="90012" y="740470"/>
                </a:lnTo>
                <a:lnTo>
                  <a:pt x="90144" y="729418"/>
                </a:lnTo>
                <a:lnTo>
                  <a:pt x="90244" y="718366"/>
                </a:lnTo>
                <a:lnTo>
                  <a:pt x="90315" y="707315"/>
                </a:lnTo>
                <a:lnTo>
                  <a:pt x="90362" y="696263"/>
                </a:lnTo>
                <a:lnTo>
                  <a:pt x="90386" y="685211"/>
                </a:lnTo>
                <a:lnTo>
                  <a:pt x="90390" y="674159"/>
                </a:lnTo>
                <a:lnTo>
                  <a:pt x="90376" y="663108"/>
                </a:lnTo>
                <a:lnTo>
                  <a:pt x="90346" y="652056"/>
                </a:lnTo>
                <a:lnTo>
                  <a:pt x="90302" y="641004"/>
                </a:lnTo>
                <a:lnTo>
                  <a:pt x="90247" y="629952"/>
                </a:lnTo>
                <a:lnTo>
                  <a:pt x="90183" y="618900"/>
                </a:lnTo>
                <a:lnTo>
                  <a:pt x="90112" y="607849"/>
                </a:lnTo>
                <a:lnTo>
                  <a:pt x="90034" y="596797"/>
                </a:lnTo>
                <a:lnTo>
                  <a:pt x="89945" y="585745"/>
                </a:lnTo>
                <a:lnTo>
                  <a:pt x="89844" y="574693"/>
                </a:lnTo>
                <a:lnTo>
                  <a:pt x="89726" y="563641"/>
                </a:lnTo>
                <a:lnTo>
                  <a:pt x="89586" y="552590"/>
                </a:lnTo>
                <a:lnTo>
                  <a:pt x="89421" y="541538"/>
                </a:lnTo>
                <a:lnTo>
                  <a:pt x="89232" y="530486"/>
                </a:lnTo>
                <a:lnTo>
                  <a:pt x="89020" y="519434"/>
                </a:lnTo>
                <a:lnTo>
                  <a:pt x="88795" y="508382"/>
                </a:lnTo>
                <a:lnTo>
                  <a:pt x="88568" y="497331"/>
                </a:lnTo>
                <a:lnTo>
                  <a:pt x="88354" y="486279"/>
                </a:lnTo>
                <a:lnTo>
                  <a:pt x="88170" y="475227"/>
                </a:lnTo>
                <a:lnTo>
                  <a:pt x="88033" y="464175"/>
                </a:lnTo>
                <a:lnTo>
                  <a:pt x="87956" y="453123"/>
                </a:lnTo>
                <a:lnTo>
                  <a:pt x="87948" y="442072"/>
                </a:lnTo>
                <a:lnTo>
                  <a:pt x="88010" y="431020"/>
                </a:lnTo>
                <a:lnTo>
                  <a:pt x="88139" y="419968"/>
                </a:lnTo>
                <a:lnTo>
                  <a:pt x="88323" y="408916"/>
                </a:lnTo>
                <a:lnTo>
                  <a:pt x="88543" y="397865"/>
                </a:lnTo>
                <a:lnTo>
                  <a:pt x="88780" y="386813"/>
                </a:lnTo>
                <a:lnTo>
                  <a:pt x="89011" y="375761"/>
                </a:lnTo>
                <a:lnTo>
                  <a:pt x="89215" y="364709"/>
                </a:lnTo>
                <a:lnTo>
                  <a:pt x="89375" y="353657"/>
                </a:lnTo>
                <a:lnTo>
                  <a:pt x="89477" y="342606"/>
                </a:lnTo>
                <a:lnTo>
                  <a:pt x="89515" y="331554"/>
                </a:lnTo>
                <a:lnTo>
                  <a:pt x="89488" y="320502"/>
                </a:lnTo>
                <a:lnTo>
                  <a:pt x="89401" y="309450"/>
                </a:lnTo>
                <a:lnTo>
                  <a:pt x="89262" y="298398"/>
                </a:lnTo>
                <a:lnTo>
                  <a:pt x="89082" y="287347"/>
                </a:lnTo>
                <a:lnTo>
                  <a:pt x="88871" y="276295"/>
                </a:lnTo>
                <a:lnTo>
                  <a:pt x="88636" y="265243"/>
                </a:lnTo>
                <a:lnTo>
                  <a:pt x="88381" y="254191"/>
                </a:lnTo>
                <a:lnTo>
                  <a:pt x="88099" y="243139"/>
                </a:lnTo>
                <a:lnTo>
                  <a:pt x="87774" y="232088"/>
                </a:lnTo>
                <a:lnTo>
                  <a:pt x="87374" y="221036"/>
                </a:lnTo>
                <a:lnTo>
                  <a:pt x="86850" y="209984"/>
                </a:lnTo>
                <a:lnTo>
                  <a:pt x="86136" y="198932"/>
                </a:lnTo>
                <a:lnTo>
                  <a:pt x="85144" y="187880"/>
                </a:lnTo>
                <a:lnTo>
                  <a:pt x="83768" y="176829"/>
                </a:lnTo>
                <a:lnTo>
                  <a:pt x="81887" y="165777"/>
                </a:lnTo>
                <a:lnTo>
                  <a:pt x="79377" y="154725"/>
                </a:lnTo>
                <a:lnTo>
                  <a:pt x="76113" y="143673"/>
                </a:lnTo>
                <a:lnTo>
                  <a:pt x="71995" y="132622"/>
                </a:lnTo>
                <a:lnTo>
                  <a:pt x="66957" y="121570"/>
                </a:lnTo>
                <a:lnTo>
                  <a:pt x="60991" y="110518"/>
                </a:lnTo>
                <a:lnTo>
                  <a:pt x="54158" y="99466"/>
                </a:lnTo>
                <a:lnTo>
                  <a:pt x="46607" y="88414"/>
                </a:lnTo>
                <a:lnTo>
                  <a:pt x="38573" y="77363"/>
                </a:lnTo>
                <a:lnTo>
                  <a:pt x="30376" y="66311"/>
                </a:lnTo>
                <a:lnTo>
                  <a:pt x="22402" y="55259"/>
                </a:lnTo>
                <a:lnTo>
                  <a:pt x="15074" y="44207"/>
                </a:lnTo>
                <a:lnTo>
                  <a:pt x="8822" y="33155"/>
                </a:lnTo>
                <a:lnTo>
                  <a:pt x="4034" y="22104"/>
                </a:lnTo>
                <a:lnTo>
                  <a:pt x="1026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12" y="11052"/>
                </a:lnTo>
                <a:lnTo>
                  <a:pt x="183404" y="22104"/>
                </a:lnTo>
                <a:lnTo>
                  <a:pt x="178617" y="33155"/>
                </a:lnTo>
                <a:lnTo>
                  <a:pt x="172364" y="44207"/>
                </a:lnTo>
                <a:lnTo>
                  <a:pt x="165037" y="55259"/>
                </a:lnTo>
                <a:lnTo>
                  <a:pt x="157062" y="66311"/>
                </a:lnTo>
                <a:lnTo>
                  <a:pt x="148865" y="77363"/>
                </a:lnTo>
                <a:lnTo>
                  <a:pt x="140831" y="88414"/>
                </a:lnTo>
                <a:lnTo>
                  <a:pt x="133280" y="99466"/>
                </a:lnTo>
                <a:lnTo>
                  <a:pt x="126448" y="110518"/>
                </a:lnTo>
                <a:lnTo>
                  <a:pt x="120481" y="121570"/>
                </a:lnTo>
                <a:lnTo>
                  <a:pt x="115443" y="132622"/>
                </a:lnTo>
                <a:lnTo>
                  <a:pt x="111325" y="143673"/>
                </a:lnTo>
                <a:lnTo>
                  <a:pt x="108062" y="154725"/>
                </a:lnTo>
                <a:lnTo>
                  <a:pt x="105551" y="165777"/>
                </a:lnTo>
                <a:lnTo>
                  <a:pt x="103671" y="176829"/>
                </a:lnTo>
                <a:lnTo>
                  <a:pt x="102295" y="187880"/>
                </a:lnTo>
                <a:lnTo>
                  <a:pt x="101302" y="198932"/>
                </a:lnTo>
                <a:lnTo>
                  <a:pt x="100588" y="209984"/>
                </a:lnTo>
                <a:lnTo>
                  <a:pt x="100065" y="221036"/>
                </a:lnTo>
                <a:lnTo>
                  <a:pt x="99664" y="232088"/>
                </a:lnTo>
                <a:lnTo>
                  <a:pt x="99339" y="243139"/>
                </a:lnTo>
                <a:lnTo>
                  <a:pt x="99058" y="254191"/>
                </a:lnTo>
                <a:lnTo>
                  <a:pt x="98802" y="265243"/>
                </a:lnTo>
                <a:lnTo>
                  <a:pt x="98568" y="276295"/>
                </a:lnTo>
                <a:lnTo>
                  <a:pt x="98356" y="287347"/>
                </a:lnTo>
                <a:lnTo>
                  <a:pt x="98176" y="298398"/>
                </a:lnTo>
                <a:lnTo>
                  <a:pt x="98037" y="309450"/>
                </a:lnTo>
                <a:lnTo>
                  <a:pt x="97950" y="320502"/>
                </a:lnTo>
                <a:lnTo>
                  <a:pt x="97923" y="331554"/>
                </a:lnTo>
                <a:lnTo>
                  <a:pt x="97962" y="342606"/>
                </a:lnTo>
                <a:lnTo>
                  <a:pt x="98064" y="353657"/>
                </a:lnTo>
                <a:lnTo>
                  <a:pt x="98223" y="364709"/>
                </a:lnTo>
                <a:lnTo>
                  <a:pt x="98427" y="375761"/>
                </a:lnTo>
                <a:lnTo>
                  <a:pt x="98658" y="386813"/>
                </a:lnTo>
                <a:lnTo>
                  <a:pt x="98895" y="397865"/>
                </a:lnTo>
                <a:lnTo>
                  <a:pt x="99116" y="408916"/>
                </a:lnTo>
                <a:lnTo>
                  <a:pt x="99299" y="419968"/>
                </a:lnTo>
                <a:lnTo>
                  <a:pt x="99428" y="431020"/>
                </a:lnTo>
                <a:lnTo>
                  <a:pt x="99491" y="442072"/>
                </a:lnTo>
                <a:lnTo>
                  <a:pt x="99482" y="453123"/>
                </a:lnTo>
                <a:lnTo>
                  <a:pt x="99405" y="464175"/>
                </a:lnTo>
                <a:lnTo>
                  <a:pt x="99268" y="475227"/>
                </a:lnTo>
                <a:lnTo>
                  <a:pt x="99085" y="486279"/>
                </a:lnTo>
                <a:lnTo>
                  <a:pt x="98871" y="497331"/>
                </a:lnTo>
                <a:lnTo>
                  <a:pt x="98643" y="508382"/>
                </a:lnTo>
                <a:lnTo>
                  <a:pt x="98418" y="519434"/>
                </a:lnTo>
                <a:lnTo>
                  <a:pt x="98207" y="530486"/>
                </a:lnTo>
                <a:lnTo>
                  <a:pt x="98017" y="541538"/>
                </a:lnTo>
                <a:lnTo>
                  <a:pt x="97852" y="552590"/>
                </a:lnTo>
                <a:lnTo>
                  <a:pt x="97712" y="563641"/>
                </a:lnTo>
                <a:lnTo>
                  <a:pt x="97594" y="574693"/>
                </a:lnTo>
                <a:lnTo>
                  <a:pt x="97493" y="585745"/>
                </a:lnTo>
                <a:lnTo>
                  <a:pt x="97405" y="596797"/>
                </a:lnTo>
                <a:lnTo>
                  <a:pt x="97326" y="607849"/>
                </a:lnTo>
                <a:lnTo>
                  <a:pt x="97255" y="618900"/>
                </a:lnTo>
                <a:lnTo>
                  <a:pt x="97191" y="629952"/>
                </a:lnTo>
                <a:lnTo>
                  <a:pt x="97137" y="641004"/>
                </a:lnTo>
                <a:lnTo>
                  <a:pt x="97093" y="652056"/>
                </a:lnTo>
                <a:lnTo>
                  <a:pt x="97062" y="663108"/>
                </a:lnTo>
                <a:lnTo>
                  <a:pt x="97048" y="674159"/>
                </a:lnTo>
                <a:lnTo>
                  <a:pt x="97052" y="685211"/>
                </a:lnTo>
                <a:lnTo>
                  <a:pt x="97076" y="696263"/>
                </a:lnTo>
                <a:lnTo>
                  <a:pt x="97123" y="707315"/>
                </a:lnTo>
                <a:lnTo>
                  <a:pt x="97195" y="718366"/>
                </a:lnTo>
                <a:lnTo>
                  <a:pt x="97295" y="729418"/>
                </a:lnTo>
                <a:lnTo>
                  <a:pt x="97427" y="740470"/>
                </a:lnTo>
                <a:lnTo>
                  <a:pt x="97595" y="751522"/>
                </a:lnTo>
                <a:lnTo>
                  <a:pt x="97804" y="762574"/>
                </a:lnTo>
                <a:lnTo>
                  <a:pt x="98056" y="773625"/>
                </a:lnTo>
                <a:lnTo>
                  <a:pt x="98349" y="784677"/>
                </a:lnTo>
                <a:lnTo>
                  <a:pt x="98680" y="795729"/>
                </a:lnTo>
                <a:lnTo>
                  <a:pt x="99037" y="806781"/>
                </a:lnTo>
                <a:lnTo>
                  <a:pt x="99406" y="817833"/>
                </a:lnTo>
                <a:lnTo>
                  <a:pt x="99766" y="828884"/>
                </a:lnTo>
                <a:lnTo>
                  <a:pt x="100093" y="839936"/>
                </a:lnTo>
                <a:lnTo>
                  <a:pt x="100364" y="850988"/>
                </a:lnTo>
                <a:lnTo>
                  <a:pt x="100553" y="862040"/>
                </a:lnTo>
                <a:lnTo>
                  <a:pt x="100643" y="873092"/>
                </a:lnTo>
                <a:lnTo>
                  <a:pt x="100621" y="884143"/>
                </a:lnTo>
                <a:lnTo>
                  <a:pt x="100482" y="895195"/>
                </a:lnTo>
                <a:lnTo>
                  <a:pt x="100233" y="906247"/>
                </a:lnTo>
                <a:lnTo>
                  <a:pt x="99889" y="917299"/>
                </a:lnTo>
                <a:lnTo>
                  <a:pt x="99472" y="928351"/>
                </a:lnTo>
                <a:lnTo>
                  <a:pt x="99011" y="939402"/>
                </a:lnTo>
                <a:lnTo>
                  <a:pt x="98538" y="950454"/>
                </a:lnTo>
                <a:lnTo>
                  <a:pt x="98084" y="961506"/>
                </a:lnTo>
                <a:lnTo>
                  <a:pt x="97678" y="972558"/>
                </a:lnTo>
                <a:lnTo>
                  <a:pt x="97343" y="983609"/>
                </a:lnTo>
                <a:lnTo>
                  <a:pt x="97095" y="994661"/>
                </a:lnTo>
                <a:lnTo>
                  <a:pt x="96945" y="1005713"/>
                </a:lnTo>
                <a:lnTo>
                  <a:pt x="96891" y="1016765"/>
                </a:lnTo>
                <a:lnTo>
                  <a:pt x="96929" y="1027817"/>
                </a:lnTo>
                <a:lnTo>
                  <a:pt x="97046" y="1038868"/>
                </a:lnTo>
                <a:lnTo>
                  <a:pt x="97226" y="1049920"/>
                </a:lnTo>
                <a:lnTo>
                  <a:pt x="97450" y="1060972"/>
                </a:lnTo>
                <a:lnTo>
                  <a:pt x="97699" y="1072024"/>
                </a:lnTo>
                <a:lnTo>
                  <a:pt x="97954" y="1083076"/>
                </a:lnTo>
                <a:lnTo>
                  <a:pt x="98198" y="1094127"/>
                </a:lnTo>
                <a:lnTo>
                  <a:pt x="98420" y="1105179"/>
                </a:lnTo>
                <a:lnTo>
                  <a:pt x="98609" y="1116231"/>
                </a:lnTo>
                <a:lnTo>
                  <a:pt x="98763" y="1127283"/>
                </a:lnTo>
                <a:lnTo>
                  <a:pt x="98880" y="1138335"/>
                </a:lnTo>
                <a:lnTo>
                  <a:pt x="98964" y="1149386"/>
                </a:lnTo>
                <a:lnTo>
                  <a:pt x="99024" y="1160438"/>
                </a:lnTo>
                <a:lnTo>
                  <a:pt x="99066" y="1171490"/>
                </a:lnTo>
                <a:lnTo>
                  <a:pt x="99100" y="1182542"/>
                </a:lnTo>
                <a:lnTo>
                  <a:pt x="99134" y="1193594"/>
                </a:lnTo>
                <a:lnTo>
                  <a:pt x="99176" y="1204645"/>
                </a:lnTo>
                <a:lnTo>
                  <a:pt x="99229" y="1215697"/>
                </a:lnTo>
                <a:lnTo>
                  <a:pt x="99293" y="1226749"/>
                </a:lnTo>
                <a:lnTo>
                  <a:pt x="99367" y="1237801"/>
                </a:lnTo>
                <a:lnTo>
                  <a:pt x="99444" y="1248853"/>
                </a:lnTo>
                <a:lnTo>
                  <a:pt x="99517" y="1259904"/>
                </a:lnTo>
                <a:lnTo>
                  <a:pt x="99580" y="1270956"/>
                </a:lnTo>
                <a:lnTo>
                  <a:pt x="99624" y="1282008"/>
                </a:lnTo>
                <a:lnTo>
                  <a:pt x="99644" y="1293060"/>
                </a:lnTo>
                <a:lnTo>
                  <a:pt x="99637" y="1304111"/>
                </a:lnTo>
                <a:lnTo>
                  <a:pt x="99605" y="1315163"/>
                </a:lnTo>
                <a:lnTo>
                  <a:pt x="99551" y="1326215"/>
                </a:lnTo>
                <a:lnTo>
                  <a:pt x="99484" y="1337267"/>
                </a:lnTo>
                <a:lnTo>
                  <a:pt x="99413" y="1348319"/>
                </a:lnTo>
                <a:lnTo>
                  <a:pt x="99350" y="1359370"/>
                </a:lnTo>
                <a:lnTo>
                  <a:pt x="99305" y="1370422"/>
                </a:lnTo>
                <a:lnTo>
                  <a:pt x="99287" y="1381474"/>
                </a:lnTo>
                <a:lnTo>
                  <a:pt x="99304" y="1392526"/>
                </a:lnTo>
                <a:lnTo>
                  <a:pt x="99359" y="1403578"/>
                </a:lnTo>
                <a:lnTo>
                  <a:pt x="99452" y="1414629"/>
                </a:lnTo>
                <a:lnTo>
                  <a:pt x="99579" y="1425681"/>
                </a:lnTo>
                <a:lnTo>
                  <a:pt x="99733" y="1436733"/>
                </a:lnTo>
                <a:lnTo>
                  <a:pt x="99907" y="1447785"/>
                </a:lnTo>
                <a:lnTo>
                  <a:pt x="100091" y="1458837"/>
                </a:lnTo>
                <a:lnTo>
                  <a:pt x="100275" y="1469888"/>
                </a:lnTo>
                <a:lnTo>
                  <a:pt x="100454" y="1480940"/>
                </a:lnTo>
                <a:lnTo>
                  <a:pt x="100621" y="1491992"/>
                </a:lnTo>
                <a:lnTo>
                  <a:pt x="100777" y="1503044"/>
                </a:lnTo>
                <a:lnTo>
                  <a:pt x="100926" y="1514096"/>
                </a:lnTo>
                <a:lnTo>
                  <a:pt x="101078" y="1525147"/>
                </a:lnTo>
                <a:lnTo>
                  <a:pt x="101251" y="1536199"/>
                </a:lnTo>
                <a:lnTo>
                  <a:pt x="101470" y="1547251"/>
                </a:lnTo>
                <a:lnTo>
                  <a:pt x="101772" y="1558303"/>
                </a:lnTo>
                <a:lnTo>
                  <a:pt x="102201" y="1569354"/>
                </a:lnTo>
                <a:lnTo>
                  <a:pt x="102815" y="1580406"/>
                </a:lnTo>
                <a:lnTo>
                  <a:pt x="103680" y="1591458"/>
                </a:lnTo>
                <a:lnTo>
                  <a:pt x="104868" y="1602510"/>
                </a:lnTo>
                <a:lnTo>
                  <a:pt x="106457" y="1613562"/>
                </a:lnTo>
                <a:lnTo>
                  <a:pt x="108520" y="1624613"/>
                </a:lnTo>
                <a:lnTo>
                  <a:pt x="111116" y="1635665"/>
                </a:lnTo>
                <a:lnTo>
                  <a:pt x="114282" y="1646717"/>
                </a:lnTo>
                <a:lnTo>
                  <a:pt x="118021" y="1657769"/>
                </a:lnTo>
                <a:lnTo>
                  <a:pt x="122292" y="1668821"/>
                </a:lnTo>
                <a:lnTo>
                  <a:pt x="127001" y="1679872"/>
                </a:lnTo>
                <a:lnTo>
                  <a:pt x="132002" y="1690924"/>
                </a:lnTo>
                <a:lnTo>
                  <a:pt x="137096" y="1701976"/>
                </a:lnTo>
                <a:lnTo>
                  <a:pt x="142046" y="1713028"/>
                </a:lnTo>
                <a:lnTo>
                  <a:pt x="146590" y="1724080"/>
                </a:lnTo>
                <a:lnTo>
                  <a:pt x="150465" y="1735131"/>
                </a:lnTo>
                <a:lnTo>
                  <a:pt x="153430" y="1746183"/>
                </a:lnTo>
                <a:lnTo>
                  <a:pt x="155292" y="1757235"/>
                </a:lnTo>
                <a:lnTo>
                  <a:pt x="155927" y="1768287"/>
                </a:lnTo>
                <a:lnTo>
                  <a:pt x="155927" y="1768287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3743" name="data_3742">
            <a:extLst>
              <a:ext uri="{FF2B5EF4-FFF2-40B4-BE49-F238E27FC236}">
                <a16:creationId xmlns:a16="http://schemas.microsoft.com/office/drawing/2014/main" id="{EF76E2AE-F8A4-4240-9C7C-F13169EFF1E9}"/>
              </a:ext>
            </a:extLst>
          </p:cNvPr>
          <p:cNvSpPr>
            <a:spLocks/>
          </p:cNvSpPr>
          <p:nvPr/>
        </p:nvSpPr>
        <p:spPr>
          <a:xfrm>
            <a:off x="8368025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38660" y="1768287"/>
                </a:moveTo>
                <a:lnTo>
                  <a:pt x="48779" y="1768287"/>
                </a:lnTo>
                <a:lnTo>
                  <a:pt x="49253" y="1757235"/>
                </a:lnTo>
                <a:lnTo>
                  <a:pt x="50645" y="1746183"/>
                </a:lnTo>
                <a:lnTo>
                  <a:pt x="52862" y="1735131"/>
                </a:lnTo>
                <a:lnTo>
                  <a:pt x="55765" y="1724080"/>
                </a:lnTo>
                <a:lnTo>
                  <a:pt x="59176" y="1713028"/>
                </a:lnTo>
                <a:lnTo>
                  <a:pt x="62901" y="1701976"/>
                </a:lnTo>
                <a:lnTo>
                  <a:pt x="66749" y="1690924"/>
                </a:lnTo>
                <a:lnTo>
                  <a:pt x="70543" y="1679872"/>
                </a:lnTo>
                <a:lnTo>
                  <a:pt x="74137" y="1668821"/>
                </a:lnTo>
                <a:lnTo>
                  <a:pt x="77418" y="1657769"/>
                </a:lnTo>
                <a:lnTo>
                  <a:pt x="80318" y="1646717"/>
                </a:lnTo>
                <a:lnTo>
                  <a:pt x="82801" y="1635665"/>
                </a:lnTo>
                <a:lnTo>
                  <a:pt x="84866" y="1624613"/>
                </a:lnTo>
                <a:lnTo>
                  <a:pt x="86537" y="1613562"/>
                </a:lnTo>
                <a:lnTo>
                  <a:pt x="87853" y="1602510"/>
                </a:lnTo>
                <a:lnTo>
                  <a:pt x="88864" y="1591458"/>
                </a:lnTo>
                <a:lnTo>
                  <a:pt x="89621" y="1580406"/>
                </a:lnTo>
                <a:lnTo>
                  <a:pt x="90174" y="1569354"/>
                </a:lnTo>
                <a:lnTo>
                  <a:pt x="90567" y="1558303"/>
                </a:lnTo>
                <a:lnTo>
                  <a:pt x="90837" y="1547251"/>
                </a:lnTo>
                <a:lnTo>
                  <a:pt x="91015" y="1536199"/>
                </a:lnTo>
                <a:lnTo>
                  <a:pt x="91122" y="1525147"/>
                </a:lnTo>
                <a:lnTo>
                  <a:pt x="91178" y="1514096"/>
                </a:lnTo>
                <a:lnTo>
                  <a:pt x="91194" y="1503044"/>
                </a:lnTo>
                <a:lnTo>
                  <a:pt x="91180" y="1491992"/>
                </a:lnTo>
                <a:lnTo>
                  <a:pt x="91144" y="1480940"/>
                </a:lnTo>
                <a:lnTo>
                  <a:pt x="91090" y="1469888"/>
                </a:lnTo>
                <a:lnTo>
                  <a:pt x="91021" y="1458837"/>
                </a:lnTo>
                <a:lnTo>
                  <a:pt x="90941" y="1447785"/>
                </a:lnTo>
                <a:lnTo>
                  <a:pt x="90852" y="1436733"/>
                </a:lnTo>
                <a:lnTo>
                  <a:pt x="90754" y="1425681"/>
                </a:lnTo>
                <a:lnTo>
                  <a:pt x="90651" y="1414629"/>
                </a:lnTo>
                <a:lnTo>
                  <a:pt x="90543" y="1403578"/>
                </a:lnTo>
                <a:lnTo>
                  <a:pt x="90434" y="1392526"/>
                </a:lnTo>
                <a:lnTo>
                  <a:pt x="90326" y="1381474"/>
                </a:lnTo>
                <a:lnTo>
                  <a:pt x="90223" y="1370422"/>
                </a:lnTo>
                <a:lnTo>
                  <a:pt x="90130" y="1359370"/>
                </a:lnTo>
                <a:lnTo>
                  <a:pt x="90050" y="1348319"/>
                </a:lnTo>
                <a:lnTo>
                  <a:pt x="89987" y="1337267"/>
                </a:lnTo>
                <a:lnTo>
                  <a:pt x="89945" y="1326215"/>
                </a:lnTo>
                <a:lnTo>
                  <a:pt x="89924" y="1315163"/>
                </a:lnTo>
                <a:lnTo>
                  <a:pt x="89926" y="1304111"/>
                </a:lnTo>
                <a:lnTo>
                  <a:pt x="89949" y="1293060"/>
                </a:lnTo>
                <a:lnTo>
                  <a:pt x="89991" y="1282008"/>
                </a:lnTo>
                <a:lnTo>
                  <a:pt x="90049" y="1270956"/>
                </a:lnTo>
                <a:lnTo>
                  <a:pt x="90120" y="1259904"/>
                </a:lnTo>
                <a:lnTo>
                  <a:pt x="90201" y="1248853"/>
                </a:lnTo>
                <a:lnTo>
                  <a:pt x="90292" y="1237801"/>
                </a:lnTo>
                <a:lnTo>
                  <a:pt x="90393" y="1226749"/>
                </a:lnTo>
                <a:lnTo>
                  <a:pt x="90503" y="1215697"/>
                </a:lnTo>
                <a:lnTo>
                  <a:pt x="90626" y="1204645"/>
                </a:lnTo>
                <a:lnTo>
                  <a:pt x="90764" y="1193594"/>
                </a:lnTo>
                <a:lnTo>
                  <a:pt x="90918" y="1182542"/>
                </a:lnTo>
                <a:lnTo>
                  <a:pt x="91090" y="1171490"/>
                </a:lnTo>
                <a:lnTo>
                  <a:pt x="91278" y="1160438"/>
                </a:lnTo>
                <a:lnTo>
                  <a:pt x="91481" y="1149386"/>
                </a:lnTo>
                <a:lnTo>
                  <a:pt x="91694" y="1138335"/>
                </a:lnTo>
                <a:lnTo>
                  <a:pt x="91910" y="1127283"/>
                </a:lnTo>
                <a:lnTo>
                  <a:pt x="92121" y="1116231"/>
                </a:lnTo>
                <a:lnTo>
                  <a:pt x="92319" y="1105179"/>
                </a:lnTo>
                <a:lnTo>
                  <a:pt x="92493" y="1094127"/>
                </a:lnTo>
                <a:lnTo>
                  <a:pt x="92635" y="1083076"/>
                </a:lnTo>
                <a:lnTo>
                  <a:pt x="92734" y="1072024"/>
                </a:lnTo>
                <a:lnTo>
                  <a:pt x="92782" y="1060972"/>
                </a:lnTo>
                <a:lnTo>
                  <a:pt x="92770" y="1049920"/>
                </a:lnTo>
                <a:lnTo>
                  <a:pt x="92691" y="1038868"/>
                </a:lnTo>
                <a:lnTo>
                  <a:pt x="92539" y="1027817"/>
                </a:lnTo>
                <a:lnTo>
                  <a:pt x="92311" y="1016765"/>
                </a:lnTo>
                <a:lnTo>
                  <a:pt x="92007" y="1005713"/>
                </a:lnTo>
                <a:lnTo>
                  <a:pt x="91629" y="994661"/>
                </a:lnTo>
                <a:lnTo>
                  <a:pt x="91185" y="983609"/>
                </a:lnTo>
                <a:lnTo>
                  <a:pt x="90688" y="972558"/>
                </a:lnTo>
                <a:lnTo>
                  <a:pt x="90156" y="961506"/>
                </a:lnTo>
                <a:lnTo>
                  <a:pt x="89611" y="950454"/>
                </a:lnTo>
                <a:lnTo>
                  <a:pt x="89080" y="939402"/>
                </a:lnTo>
                <a:lnTo>
                  <a:pt x="88591" y="928351"/>
                </a:lnTo>
                <a:lnTo>
                  <a:pt x="88171" y="917299"/>
                </a:lnTo>
                <a:lnTo>
                  <a:pt x="87846" y="906247"/>
                </a:lnTo>
                <a:lnTo>
                  <a:pt x="87634" y="895195"/>
                </a:lnTo>
                <a:lnTo>
                  <a:pt x="87548" y="884143"/>
                </a:lnTo>
                <a:lnTo>
                  <a:pt x="87591" y="873092"/>
                </a:lnTo>
                <a:lnTo>
                  <a:pt x="87756" y="862040"/>
                </a:lnTo>
                <a:lnTo>
                  <a:pt x="88030" y="850988"/>
                </a:lnTo>
                <a:lnTo>
                  <a:pt x="88389" y="839936"/>
                </a:lnTo>
                <a:lnTo>
                  <a:pt x="88808" y="828884"/>
                </a:lnTo>
                <a:lnTo>
                  <a:pt x="89257" y="817833"/>
                </a:lnTo>
                <a:lnTo>
                  <a:pt x="89706" y="806781"/>
                </a:lnTo>
                <a:lnTo>
                  <a:pt x="90129" y="795729"/>
                </a:lnTo>
                <a:lnTo>
                  <a:pt x="90503" y="784677"/>
                </a:lnTo>
                <a:lnTo>
                  <a:pt x="90811" y="773625"/>
                </a:lnTo>
                <a:lnTo>
                  <a:pt x="91039" y="762574"/>
                </a:lnTo>
                <a:lnTo>
                  <a:pt x="91182" y="751522"/>
                </a:lnTo>
                <a:lnTo>
                  <a:pt x="91236" y="740470"/>
                </a:lnTo>
                <a:lnTo>
                  <a:pt x="91204" y="729418"/>
                </a:lnTo>
                <a:lnTo>
                  <a:pt x="91089" y="718366"/>
                </a:lnTo>
                <a:lnTo>
                  <a:pt x="90897" y="707315"/>
                </a:lnTo>
                <a:lnTo>
                  <a:pt x="90638" y="696263"/>
                </a:lnTo>
                <a:lnTo>
                  <a:pt x="90321" y="685211"/>
                </a:lnTo>
                <a:lnTo>
                  <a:pt x="89961" y="674159"/>
                </a:lnTo>
                <a:lnTo>
                  <a:pt x="89572" y="663108"/>
                </a:lnTo>
                <a:lnTo>
                  <a:pt x="89171" y="652056"/>
                </a:lnTo>
                <a:lnTo>
                  <a:pt x="88776" y="641004"/>
                </a:lnTo>
                <a:lnTo>
                  <a:pt x="88407" y="629952"/>
                </a:lnTo>
                <a:lnTo>
                  <a:pt x="88080" y="618900"/>
                </a:lnTo>
                <a:lnTo>
                  <a:pt x="87812" y="607849"/>
                </a:lnTo>
                <a:lnTo>
                  <a:pt x="87615" y="596797"/>
                </a:lnTo>
                <a:lnTo>
                  <a:pt x="87497" y="585745"/>
                </a:lnTo>
                <a:lnTo>
                  <a:pt x="87460" y="574693"/>
                </a:lnTo>
                <a:lnTo>
                  <a:pt x="87500" y="563641"/>
                </a:lnTo>
                <a:lnTo>
                  <a:pt x="87610" y="552590"/>
                </a:lnTo>
                <a:lnTo>
                  <a:pt x="87779" y="541538"/>
                </a:lnTo>
                <a:lnTo>
                  <a:pt x="87993" y="530486"/>
                </a:lnTo>
                <a:lnTo>
                  <a:pt x="88239" y="519434"/>
                </a:lnTo>
                <a:lnTo>
                  <a:pt x="88505" y="508382"/>
                </a:lnTo>
                <a:lnTo>
                  <a:pt x="88781" y="497331"/>
                </a:lnTo>
                <a:lnTo>
                  <a:pt x="89059" y="486279"/>
                </a:lnTo>
                <a:lnTo>
                  <a:pt x="89334" y="475227"/>
                </a:lnTo>
                <a:lnTo>
                  <a:pt x="89605" y="464175"/>
                </a:lnTo>
                <a:lnTo>
                  <a:pt x="89868" y="453123"/>
                </a:lnTo>
                <a:lnTo>
                  <a:pt x="90125" y="442072"/>
                </a:lnTo>
                <a:lnTo>
                  <a:pt x="90373" y="431020"/>
                </a:lnTo>
                <a:lnTo>
                  <a:pt x="90610" y="419968"/>
                </a:lnTo>
                <a:lnTo>
                  <a:pt x="90834" y="408916"/>
                </a:lnTo>
                <a:lnTo>
                  <a:pt x="91041" y="397865"/>
                </a:lnTo>
                <a:lnTo>
                  <a:pt x="91227" y="386813"/>
                </a:lnTo>
                <a:lnTo>
                  <a:pt x="91387" y="375761"/>
                </a:lnTo>
                <a:lnTo>
                  <a:pt x="91519" y="364709"/>
                </a:lnTo>
                <a:lnTo>
                  <a:pt x="91622" y="353657"/>
                </a:lnTo>
                <a:lnTo>
                  <a:pt x="91695" y="342606"/>
                </a:lnTo>
                <a:lnTo>
                  <a:pt x="91741" y="331554"/>
                </a:lnTo>
                <a:lnTo>
                  <a:pt x="91763" y="320502"/>
                </a:lnTo>
                <a:lnTo>
                  <a:pt x="91767" y="309450"/>
                </a:lnTo>
                <a:lnTo>
                  <a:pt x="91756" y="298398"/>
                </a:lnTo>
                <a:lnTo>
                  <a:pt x="91734" y="287347"/>
                </a:lnTo>
                <a:lnTo>
                  <a:pt x="91702" y="276295"/>
                </a:lnTo>
                <a:lnTo>
                  <a:pt x="91655" y="265243"/>
                </a:lnTo>
                <a:lnTo>
                  <a:pt x="91585" y="254191"/>
                </a:lnTo>
                <a:lnTo>
                  <a:pt x="91472" y="243139"/>
                </a:lnTo>
                <a:lnTo>
                  <a:pt x="91287" y="232088"/>
                </a:lnTo>
                <a:lnTo>
                  <a:pt x="90987" y="221036"/>
                </a:lnTo>
                <a:lnTo>
                  <a:pt x="90513" y="209984"/>
                </a:lnTo>
                <a:lnTo>
                  <a:pt x="89792" y="198932"/>
                </a:lnTo>
                <a:lnTo>
                  <a:pt x="88731" y="187880"/>
                </a:lnTo>
                <a:lnTo>
                  <a:pt x="87224" y="176829"/>
                </a:lnTo>
                <a:lnTo>
                  <a:pt x="85152" y="165777"/>
                </a:lnTo>
                <a:lnTo>
                  <a:pt x="82394" y="154725"/>
                </a:lnTo>
                <a:lnTo>
                  <a:pt x="78840" y="143673"/>
                </a:lnTo>
                <a:lnTo>
                  <a:pt x="74398" y="132622"/>
                </a:lnTo>
                <a:lnTo>
                  <a:pt x="69019" y="121570"/>
                </a:lnTo>
                <a:lnTo>
                  <a:pt x="62707" y="110518"/>
                </a:lnTo>
                <a:lnTo>
                  <a:pt x="55542" y="99466"/>
                </a:lnTo>
                <a:lnTo>
                  <a:pt x="47683" y="88414"/>
                </a:lnTo>
                <a:lnTo>
                  <a:pt x="39375" y="77363"/>
                </a:lnTo>
                <a:lnTo>
                  <a:pt x="30945" y="66311"/>
                </a:lnTo>
                <a:lnTo>
                  <a:pt x="22781" y="55259"/>
                </a:lnTo>
                <a:lnTo>
                  <a:pt x="15307" y="44207"/>
                </a:lnTo>
                <a:lnTo>
                  <a:pt x="8948" y="33155"/>
                </a:lnTo>
                <a:lnTo>
                  <a:pt x="4089" y="22104"/>
                </a:lnTo>
                <a:lnTo>
                  <a:pt x="1039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399" y="11052"/>
                </a:lnTo>
                <a:lnTo>
                  <a:pt x="183350" y="22104"/>
                </a:lnTo>
                <a:lnTo>
                  <a:pt x="178491" y="33155"/>
                </a:lnTo>
                <a:lnTo>
                  <a:pt x="172131" y="44207"/>
                </a:lnTo>
                <a:lnTo>
                  <a:pt x="164657" y="55259"/>
                </a:lnTo>
                <a:lnTo>
                  <a:pt x="156493" y="66311"/>
                </a:lnTo>
                <a:lnTo>
                  <a:pt x="148063" y="77363"/>
                </a:lnTo>
                <a:lnTo>
                  <a:pt x="139756" y="88414"/>
                </a:lnTo>
                <a:lnTo>
                  <a:pt x="131896" y="99466"/>
                </a:lnTo>
                <a:lnTo>
                  <a:pt x="124731" y="110518"/>
                </a:lnTo>
                <a:lnTo>
                  <a:pt x="118420" y="121570"/>
                </a:lnTo>
                <a:lnTo>
                  <a:pt x="113040" y="132622"/>
                </a:lnTo>
                <a:lnTo>
                  <a:pt x="108599" y="143673"/>
                </a:lnTo>
                <a:lnTo>
                  <a:pt x="105044" y="154725"/>
                </a:lnTo>
                <a:lnTo>
                  <a:pt x="102287" y="165777"/>
                </a:lnTo>
                <a:lnTo>
                  <a:pt x="100215" y="176829"/>
                </a:lnTo>
                <a:lnTo>
                  <a:pt x="98707" y="187880"/>
                </a:lnTo>
                <a:lnTo>
                  <a:pt x="97646" y="198932"/>
                </a:lnTo>
                <a:lnTo>
                  <a:pt x="96925" y="209984"/>
                </a:lnTo>
                <a:lnTo>
                  <a:pt x="96452" y="221036"/>
                </a:lnTo>
                <a:lnTo>
                  <a:pt x="96152" y="232088"/>
                </a:lnTo>
                <a:lnTo>
                  <a:pt x="95966" y="243139"/>
                </a:lnTo>
                <a:lnTo>
                  <a:pt x="95853" y="254191"/>
                </a:lnTo>
                <a:lnTo>
                  <a:pt x="95783" y="265243"/>
                </a:lnTo>
                <a:lnTo>
                  <a:pt x="95737" y="276295"/>
                </a:lnTo>
                <a:lnTo>
                  <a:pt x="95705" y="287347"/>
                </a:lnTo>
                <a:lnTo>
                  <a:pt x="95683" y="298398"/>
                </a:lnTo>
                <a:lnTo>
                  <a:pt x="95672" y="309450"/>
                </a:lnTo>
                <a:lnTo>
                  <a:pt x="95675" y="320502"/>
                </a:lnTo>
                <a:lnTo>
                  <a:pt x="95698" y="331554"/>
                </a:lnTo>
                <a:lnTo>
                  <a:pt x="95743" y="342606"/>
                </a:lnTo>
                <a:lnTo>
                  <a:pt x="95817" y="353657"/>
                </a:lnTo>
                <a:lnTo>
                  <a:pt x="95919" y="364709"/>
                </a:lnTo>
                <a:lnTo>
                  <a:pt x="96051" y="375761"/>
                </a:lnTo>
                <a:lnTo>
                  <a:pt x="96212" y="386813"/>
                </a:lnTo>
                <a:lnTo>
                  <a:pt x="96397" y="397865"/>
                </a:lnTo>
                <a:lnTo>
                  <a:pt x="96604" y="408916"/>
                </a:lnTo>
                <a:lnTo>
                  <a:pt x="96828" y="419968"/>
                </a:lnTo>
                <a:lnTo>
                  <a:pt x="97066" y="431020"/>
                </a:lnTo>
                <a:lnTo>
                  <a:pt x="97314" y="442072"/>
                </a:lnTo>
                <a:lnTo>
                  <a:pt x="97570" y="453123"/>
                </a:lnTo>
                <a:lnTo>
                  <a:pt x="97834" y="464175"/>
                </a:lnTo>
                <a:lnTo>
                  <a:pt x="98104" y="475227"/>
                </a:lnTo>
                <a:lnTo>
                  <a:pt x="98380" y="486279"/>
                </a:lnTo>
                <a:lnTo>
                  <a:pt x="98658" y="497331"/>
                </a:lnTo>
                <a:lnTo>
                  <a:pt x="98933" y="508382"/>
                </a:lnTo>
                <a:lnTo>
                  <a:pt x="99199" y="519434"/>
                </a:lnTo>
                <a:lnTo>
                  <a:pt x="99446" y="530486"/>
                </a:lnTo>
                <a:lnTo>
                  <a:pt x="99660" y="541538"/>
                </a:lnTo>
                <a:lnTo>
                  <a:pt x="99828" y="552590"/>
                </a:lnTo>
                <a:lnTo>
                  <a:pt x="99938" y="563641"/>
                </a:lnTo>
                <a:lnTo>
                  <a:pt x="99978" y="574693"/>
                </a:lnTo>
                <a:lnTo>
                  <a:pt x="99941" y="585745"/>
                </a:lnTo>
                <a:lnTo>
                  <a:pt x="99823" y="596797"/>
                </a:lnTo>
                <a:lnTo>
                  <a:pt x="99626" y="607849"/>
                </a:lnTo>
                <a:lnTo>
                  <a:pt x="99358" y="618900"/>
                </a:lnTo>
                <a:lnTo>
                  <a:pt x="99032" y="629952"/>
                </a:lnTo>
                <a:lnTo>
                  <a:pt x="98662" y="641004"/>
                </a:lnTo>
                <a:lnTo>
                  <a:pt x="98267" y="652056"/>
                </a:lnTo>
                <a:lnTo>
                  <a:pt x="97866" y="663108"/>
                </a:lnTo>
                <a:lnTo>
                  <a:pt x="97477" y="674159"/>
                </a:lnTo>
                <a:lnTo>
                  <a:pt x="97117" y="685211"/>
                </a:lnTo>
                <a:lnTo>
                  <a:pt x="96801" y="696263"/>
                </a:lnTo>
                <a:lnTo>
                  <a:pt x="96542" y="707315"/>
                </a:lnTo>
                <a:lnTo>
                  <a:pt x="96350" y="718366"/>
                </a:lnTo>
                <a:lnTo>
                  <a:pt x="96234" y="729418"/>
                </a:lnTo>
                <a:lnTo>
                  <a:pt x="96202" y="740470"/>
                </a:lnTo>
                <a:lnTo>
                  <a:pt x="96256" y="751522"/>
                </a:lnTo>
                <a:lnTo>
                  <a:pt x="96399" y="762574"/>
                </a:lnTo>
                <a:lnTo>
                  <a:pt x="96628" y="773625"/>
                </a:lnTo>
                <a:lnTo>
                  <a:pt x="96935" y="784677"/>
                </a:lnTo>
                <a:lnTo>
                  <a:pt x="97309" y="795729"/>
                </a:lnTo>
                <a:lnTo>
                  <a:pt x="97732" y="806781"/>
                </a:lnTo>
                <a:lnTo>
                  <a:pt x="98181" y="817833"/>
                </a:lnTo>
                <a:lnTo>
                  <a:pt x="98630" y="828884"/>
                </a:lnTo>
                <a:lnTo>
                  <a:pt x="99049" y="839936"/>
                </a:lnTo>
                <a:lnTo>
                  <a:pt x="99409" y="850988"/>
                </a:lnTo>
                <a:lnTo>
                  <a:pt x="99682" y="862040"/>
                </a:lnTo>
                <a:lnTo>
                  <a:pt x="99848" y="873092"/>
                </a:lnTo>
                <a:lnTo>
                  <a:pt x="99890" y="884143"/>
                </a:lnTo>
                <a:lnTo>
                  <a:pt x="99804" y="895195"/>
                </a:lnTo>
                <a:lnTo>
                  <a:pt x="99593" y="906247"/>
                </a:lnTo>
                <a:lnTo>
                  <a:pt x="99267" y="917299"/>
                </a:lnTo>
                <a:lnTo>
                  <a:pt x="98847" y="928351"/>
                </a:lnTo>
                <a:lnTo>
                  <a:pt x="98358" y="939402"/>
                </a:lnTo>
                <a:lnTo>
                  <a:pt x="97827" y="950454"/>
                </a:lnTo>
                <a:lnTo>
                  <a:pt x="97282" y="961506"/>
                </a:lnTo>
                <a:lnTo>
                  <a:pt x="96750" y="972558"/>
                </a:lnTo>
                <a:lnTo>
                  <a:pt x="96253" y="983609"/>
                </a:lnTo>
                <a:lnTo>
                  <a:pt x="95810" y="994661"/>
                </a:lnTo>
                <a:lnTo>
                  <a:pt x="95432" y="1005713"/>
                </a:lnTo>
                <a:lnTo>
                  <a:pt x="95127" y="1016765"/>
                </a:lnTo>
                <a:lnTo>
                  <a:pt x="94899" y="1027817"/>
                </a:lnTo>
                <a:lnTo>
                  <a:pt x="94748" y="1038868"/>
                </a:lnTo>
                <a:lnTo>
                  <a:pt x="94669" y="1049920"/>
                </a:lnTo>
                <a:lnTo>
                  <a:pt x="94657" y="1060972"/>
                </a:lnTo>
                <a:lnTo>
                  <a:pt x="94704" y="1072024"/>
                </a:lnTo>
                <a:lnTo>
                  <a:pt x="94804" y="1083076"/>
                </a:lnTo>
                <a:lnTo>
                  <a:pt x="94945" y="1094127"/>
                </a:lnTo>
                <a:lnTo>
                  <a:pt x="95120" y="1105179"/>
                </a:lnTo>
                <a:lnTo>
                  <a:pt x="95317" y="1116231"/>
                </a:lnTo>
                <a:lnTo>
                  <a:pt x="95529" y="1127283"/>
                </a:lnTo>
                <a:lnTo>
                  <a:pt x="95745" y="1138335"/>
                </a:lnTo>
                <a:lnTo>
                  <a:pt x="95957" y="1149386"/>
                </a:lnTo>
                <a:lnTo>
                  <a:pt x="96160" y="1160438"/>
                </a:lnTo>
                <a:lnTo>
                  <a:pt x="96349" y="1171490"/>
                </a:lnTo>
                <a:lnTo>
                  <a:pt x="96520" y="1182542"/>
                </a:lnTo>
                <a:lnTo>
                  <a:pt x="96675" y="1193594"/>
                </a:lnTo>
                <a:lnTo>
                  <a:pt x="96812" y="1204645"/>
                </a:lnTo>
                <a:lnTo>
                  <a:pt x="96935" y="1215697"/>
                </a:lnTo>
                <a:lnTo>
                  <a:pt x="97046" y="1226749"/>
                </a:lnTo>
                <a:lnTo>
                  <a:pt x="97146" y="1237801"/>
                </a:lnTo>
                <a:lnTo>
                  <a:pt x="97237" y="1248853"/>
                </a:lnTo>
                <a:lnTo>
                  <a:pt x="97318" y="1259904"/>
                </a:lnTo>
                <a:lnTo>
                  <a:pt x="97389" y="1270956"/>
                </a:lnTo>
                <a:lnTo>
                  <a:pt x="97447" y="1282008"/>
                </a:lnTo>
                <a:lnTo>
                  <a:pt x="97489" y="1293060"/>
                </a:lnTo>
                <a:lnTo>
                  <a:pt x="97512" y="1304111"/>
                </a:lnTo>
                <a:lnTo>
                  <a:pt x="97514" y="1315163"/>
                </a:lnTo>
                <a:lnTo>
                  <a:pt x="97494" y="1326215"/>
                </a:lnTo>
                <a:lnTo>
                  <a:pt x="97451" y="1337267"/>
                </a:lnTo>
                <a:lnTo>
                  <a:pt x="97389" y="1348319"/>
                </a:lnTo>
                <a:lnTo>
                  <a:pt x="97309" y="1359370"/>
                </a:lnTo>
                <a:lnTo>
                  <a:pt x="97215" y="1370422"/>
                </a:lnTo>
                <a:lnTo>
                  <a:pt x="97112" y="1381474"/>
                </a:lnTo>
                <a:lnTo>
                  <a:pt x="97004" y="1392526"/>
                </a:lnTo>
                <a:lnTo>
                  <a:pt x="96895" y="1403578"/>
                </a:lnTo>
                <a:lnTo>
                  <a:pt x="96787" y="1414629"/>
                </a:lnTo>
                <a:lnTo>
                  <a:pt x="96684" y="1425681"/>
                </a:lnTo>
                <a:lnTo>
                  <a:pt x="96587" y="1436733"/>
                </a:lnTo>
                <a:lnTo>
                  <a:pt x="96497" y="1447785"/>
                </a:lnTo>
                <a:lnTo>
                  <a:pt x="96417" y="1458837"/>
                </a:lnTo>
                <a:lnTo>
                  <a:pt x="96349" y="1469888"/>
                </a:lnTo>
                <a:lnTo>
                  <a:pt x="96294" y="1480940"/>
                </a:lnTo>
                <a:lnTo>
                  <a:pt x="96258" y="1491992"/>
                </a:lnTo>
                <a:lnTo>
                  <a:pt x="96245" y="1503044"/>
                </a:lnTo>
                <a:lnTo>
                  <a:pt x="96261" y="1514096"/>
                </a:lnTo>
                <a:lnTo>
                  <a:pt x="96316" y="1525147"/>
                </a:lnTo>
                <a:lnTo>
                  <a:pt x="96424" y="1536199"/>
                </a:lnTo>
                <a:lnTo>
                  <a:pt x="96601" y="1547251"/>
                </a:lnTo>
                <a:lnTo>
                  <a:pt x="96871" y="1558303"/>
                </a:lnTo>
                <a:lnTo>
                  <a:pt x="97264" y="1569354"/>
                </a:lnTo>
                <a:lnTo>
                  <a:pt x="97817" y="1580406"/>
                </a:lnTo>
                <a:lnTo>
                  <a:pt x="98575" y="1591458"/>
                </a:lnTo>
                <a:lnTo>
                  <a:pt x="99585" y="1602510"/>
                </a:lnTo>
                <a:lnTo>
                  <a:pt x="100902" y="1613562"/>
                </a:lnTo>
                <a:lnTo>
                  <a:pt x="102572" y="1624613"/>
                </a:lnTo>
                <a:lnTo>
                  <a:pt x="104638" y="1635665"/>
                </a:lnTo>
                <a:lnTo>
                  <a:pt x="107121" y="1646717"/>
                </a:lnTo>
                <a:lnTo>
                  <a:pt x="110020" y="1657769"/>
                </a:lnTo>
                <a:lnTo>
                  <a:pt x="113302" y="1668821"/>
                </a:lnTo>
                <a:lnTo>
                  <a:pt x="116895" y="1679872"/>
                </a:lnTo>
                <a:lnTo>
                  <a:pt x="120689" y="1690924"/>
                </a:lnTo>
                <a:lnTo>
                  <a:pt x="124537" y="1701976"/>
                </a:lnTo>
                <a:lnTo>
                  <a:pt x="128263" y="1713028"/>
                </a:lnTo>
                <a:lnTo>
                  <a:pt x="131674" y="1724080"/>
                </a:lnTo>
                <a:lnTo>
                  <a:pt x="134576" y="1735131"/>
                </a:lnTo>
                <a:lnTo>
                  <a:pt x="136793" y="1746183"/>
                </a:lnTo>
                <a:lnTo>
                  <a:pt x="138185" y="1757235"/>
                </a:lnTo>
                <a:lnTo>
                  <a:pt x="138660" y="1768287"/>
                </a:lnTo>
                <a:lnTo>
                  <a:pt x="138660" y="1768287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3744" name="data_3743">
            <a:extLst>
              <a:ext uri="{FF2B5EF4-FFF2-40B4-BE49-F238E27FC236}">
                <a16:creationId xmlns:a16="http://schemas.microsoft.com/office/drawing/2014/main" id="{8164F486-69D8-4603-B76E-484EBCCD01F3}"/>
              </a:ext>
            </a:extLst>
          </p:cNvPr>
          <p:cNvSpPr>
            <a:spLocks/>
          </p:cNvSpPr>
          <p:nvPr/>
        </p:nvSpPr>
        <p:spPr>
          <a:xfrm>
            <a:off x="8621320" y="5194227"/>
            <a:ext cx="187438" cy="1768287"/>
          </a:xfrm>
          <a:custGeom>
            <a:avLst/>
            <a:gdLst/>
            <a:ahLst/>
            <a:cxnLst/>
            <a:rect l="0" t="0" r="0" b="0"/>
            <a:pathLst>
              <a:path w="187438" h="1768287">
                <a:moveTo>
                  <a:pt x="120098" y="1768287"/>
                </a:moveTo>
                <a:lnTo>
                  <a:pt x="67340" y="1768287"/>
                </a:lnTo>
                <a:lnTo>
                  <a:pt x="67590" y="1757235"/>
                </a:lnTo>
                <a:lnTo>
                  <a:pt x="68321" y="1746183"/>
                </a:lnTo>
                <a:lnTo>
                  <a:pt x="69488" y="1735131"/>
                </a:lnTo>
                <a:lnTo>
                  <a:pt x="71016" y="1724080"/>
                </a:lnTo>
                <a:lnTo>
                  <a:pt x="72813" y="1713028"/>
                </a:lnTo>
                <a:lnTo>
                  <a:pt x="74779" y="1701976"/>
                </a:lnTo>
                <a:lnTo>
                  <a:pt x="76813" y="1690924"/>
                </a:lnTo>
                <a:lnTo>
                  <a:pt x="78820" y="1679872"/>
                </a:lnTo>
                <a:lnTo>
                  <a:pt x="80724" y="1668821"/>
                </a:lnTo>
                <a:lnTo>
                  <a:pt x="82466" y="1657769"/>
                </a:lnTo>
                <a:lnTo>
                  <a:pt x="84007" y="1646717"/>
                </a:lnTo>
                <a:lnTo>
                  <a:pt x="85327" y="1635665"/>
                </a:lnTo>
                <a:lnTo>
                  <a:pt x="86427" y="1624613"/>
                </a:lnTo>
                <a:lnTo>
                  <a:pt x="87319" y="1613562"/>
                </a:lnTo>
                <a:lnTo>
                  <a:pt x="88026" y="1602510"/>
                </a:lnTo>
                <a:lnTo>
                  <a:pt x="88576" y="1591458"/>
                </a:lnTo>
                <a:lnTo>
                  <a:pt x="88999" y="1580406"/>
                </a:lnTo>
                <a:lnTo>
                  <a:pt x="89326" y="1569354"/>
                </a:lnTo>
                <a:lnTo>
                  <a:pt x="89584" y="1558303"/>
                </a:lnTo>
                <a:lnTo>
                  <a:pt x="89794" y="1547251"/>
                </a:lnTo>
                <a:lnTo>
                  <a:pt x="89976" y="1536199"/>
                </a:lnTo>
                <a:lnTo>
                  <a:pt x="90141" y="1525147"/>
                </a:lnTo>
                <a:lnTo>
                  <a:pt x="90296" y="1514096"/>
                </a:lnTo>
                <a:lnTo>
                  <a:pt x="90446" y="1503044"/>
                </a:lnTo>
                <a:lnTo>
                  <a:pt x="90589" y="1491992"/>
                </a:lnTo>
                <a:lnTo>
                  <a:pt x="90722" y="1480940"/>
                </a:lnTo>
                <a:lnTo>
                  <a:pt x="90841" y="1469888"/>
                </a:lnTo>
                <a:lnTo>
                  <a:pt x="90941" y="1458837"/>
                </a:lnTo>
                <a:lnTo>
                  <a:pt x="91018" y="1447785"/>
                </a:lnTo>
                <a:lnTo>
                  <a:pt x="91068" y="1436733"/>
                </a:lnTo>
                <a:lnTo>
                  <a:pt x="91090" y="1425681"/>
                </a:lnTo>
                <a:lnTo>
                  <a:pt x="91085" y="1414629"/>
                </a:lnTo>
                <a:lnTo>
                  <a:pt x="91060" y="1403578"/>
                </a:lnTo>
                <a:lnTo>
                  <a:pt x="91019" y="1392526"/>
                </a:lnTo>
                <a:lnTo>
                  <a:pt x="90971" y="1381474"/>
                </a:lnTo>
                <a:lnTo>
                  <a:pt x="90927" y="1370422"/>
                </a:lnTo>
                <a:lnTo>
                  <a:pt x="90896" y="1359370"/>
                </a:lnTo>
                <a:lnTo>
                  <a:pt x="90886" y="1348319"/>
                </a:lnTo>
                <a:lnTo>
                  <a:pt x="90902" y="1337267"/>
                </a:lnTo>
                <a:lnTo>
                  <a:pt x="90949" y="1326215"/>
                </a:lnTo>
                <a:lnTo>
                  <a:pt x="91027" y="1315163"/>
                </a:lnTo>
                <a:lnTo>
                  <a:pt x="91132" y="1304111"/>
                </a:lnTo>
                <a:lnTo>
                  <a:pt x="91259" y="1293060"/>
                </a:lnTo>
                <a:lnTo>
                  <a:pt x="91401" y="1282008"/>
                </a:lnTo>
                <a:lnTo>
                  <a:pt x="91550" y="1270956"/>
                </a:lnTo>
                <a:lnTo>
                  <a:pt x="91698" y="1259904"/>
                </a:lnTo>
                <a:lnTo>
                  <a:pt x="91837" y="1248853"/>
                </a:lnTo>
                <a:lnTo>
                  <a:pt x="91963" y="1237801"/>
                </a:lnTo>
                <a:lnTo>
                  <a:pt x="92070" y="1226749"/>
                </a:lnTo>
                <a:lnTo>
                  <a:pt x="92158" y="1215697"/>
                </a:lnTo>
                <a:lnTo>
                  <a:pt x="92227" y="1204645"/>
                </a:lnTo>
                <a:lnTo>
                  <a:pt x="92278" y="1193594"/>
                </a:lnTo>
                <a:lnTo>
                  <a:pt x="92313" y="1182542"/>
                </a:lnTo>
                <a:lnTo>
                  <a:pt x="92334" y="1171490"/>
                </a:lnTo>
                <a:lnTo>
                  <a:pt x="92343" y="1160438"/>
                </a:lnTo>
                <a:lnTo>
                  <a:pt x="92342" y="1149386"/>
                </a:lnTo>
                <a:lnTo>
                  <a:pt x="92333" y="1138335"/>
                </a:lnTo>
                <a:lnTo>
                  <a:pt x="92316" y="1127283"/>
                </a:lnTo>
                <a:lnTo>
                  <a:pt x="92292" y="1116231"/>
                </a:lnTo>
                <a:lnTo>
                  <a:pt x="92261" y="1105179"/>
                </a:lnTo>
                <a:lnTo>
                  <a:pt x="92222" y="1094127"/>
                </a:lnTo>
                <a:lnTo>
                  <a:pt x="92175" y="1083076"/>
                </a:lnTo>
                <a:lnTo>
                  <a:pt x="92120" y="1072024"/>
                </a:lnTo>
                <a:lnTo>
                  <a:pt x="92056" y="1060972"/>
                </a:lnTo>
                <a:lnTo>
                  <a:pt x="91982" y="1049920"/>
                </a:lnTo>
                <a:lnTo>
                  <a:pt x="91899" y="1038868"/>
                </a:lnTo>
                <a:lnTo>
                  <a:pt x="91804" y="1027817"/>
                </a:lnTo>
                <a:lnTo>
                  <a:pt x="91698" y="1016765"/>
                </a:lnTo>
                <a:lnTo>
                  <a:pt x="91580" y="1005713"/>
                </a:lnTo>
                <a:lnTo>
                  <a:pt x="91452" y="994661"/>
                </a:lnTo>
                <a:lnTo>
                  <a:pt x="91316" y="983609"/>
                </a:lnTo>
                <a:lnTo>
                  <a:pt x="91175" y="972558"/>
                </a:lnTo>
                <a:lnTo>
                  <a:pt x="91034" y="961506"/>
                </a:lnTo>
                <a:lnTo>
                  <a:pt x="90901" y="950454"/>
                </a:lnTo>
                <a:lnTo>
                  <a:pt x="90783" y="939402"/>
                </a:lnTo>
                <a:lnTo>
                  <a:pt x="90687" y="928351"/>
                </a:lnTo>
                <a:lnTo>
                  <a:pt x="90622" y="917299"/>
                </a:lnTo>
                <a:lnTo>
                  <a:pt x="90595" y="906247"/>
                </a:lnTo>
                <a:lnTo>
                  <a:pt x="90609" y="895195"/>
                </a:lnTo>
                <a:lnTo>
                  <a:pt x="90669" y="884143"/>
                </a:lnTo>
                <a:lnTo>
                  <a:pt x="90772" y="873092"/>
                </a:lnTo>
                <a:lnTo>
                  <a:pt x="90914" y="862040"/>
                </a:lnTo>
                <a:lnTo>
                  <a:pt x="91088" y="850988"/>
                </a:lnTo>
                <a:lnTo>
                  <a:pt x="91285" y="839936"/>
                </a:lnTo>
                <a:lnTo>
                  <a:pt x="91493" y="828884"/>
                </a:lnTo>
                <a:lnTo>
                  <a:pt x="91700" y="817833"/>
                </a:lnTo>
                <a:lnTo>
                  <a:pt x="91894" y="806781"/>
                </a:lnTo>
                <a:lnTo>
                  <a:pt x="92064" y="795729"/>
                </a:lnTo>
                <a:lnTo>
                  <a:pt x="92201" y="784677"/>
                </a:lnTo>
                <a:lnTo>
                  <a:pt x="92300" y="773625"/>
                </a:lnTo>
                <a:lnTo>
                  <a:pt x="92355" y="762574"/>
                </a:lnTo>
                <a:lnTo>
                  <a:pt x="92366" y="751522"/>
                </a:lnTo>
                <a:lnTo>
                  <a:pt x="92333" y="740470"/>
                </a:lnTo>
                <a:lnTo>
                  <a:pt x="92258" y="729418"/>
                </a:lnTo>
                <a:lnTo>
                  <a:pt x="92145" y="718366"/>
                </a:lnTo>
                <a:lnTo>
                  <a:pt x="92000" y="707315"/>
                </a:lnTo>
                <a:lnTo>
                  <a:pt x="91828" y="696263"/>
                </a:lnTo>
                <a:lnTo>
                  <a:pt x="91635" y="685211"/>
                </a:lnTo>
                <a:lnTo>
                  <a:pt x="91427" y="674159"/>
                </a:lnTo>
                <a:lnTo>
                  <a:pt x="91214" y="663108"/>
                </a:lnTo>
                <a:lnTo>
                  <a:pt x="91000" y="652056"/>
                </a:lnTo>
                <a:lnTo>
                  <a:pt x="90795" y="641004"/>
                </a:lnTo>
                <a:lnTo>
                  <a:pt x="90605" y="629952"/>
                </a:lnTo>
                <a:lnTo>
                  <a:pt x="90435" y="618900"/>
                </a:lnTo>
                <a:lnTo>
                  <a:pt x="90292" y="607849"/>
                </a:lnTo>
                <a:lnTo>
                  <a:pt x="90178" y="596797"/>
                </a:lnTo>
                <a:lnTo>
                  <a:pt x="90095" y="585745"/>
                </a:lnTo>
                <a:lnTo>
                  <a:pt x="90042" y="574693"/>
                </a:lnTo>
                <a:lnTo>
                  <a:pt x="90018" y="563641"/>
                </a:lnTo>
                <a:lnTo>
                  <a:pt x="90018" y="552590"/>
                </a:lnTo>
                <a:lnTo>
                  <a:pt x="90039" y="541538"/>
                </a:lnTo>
                <a:lnTo>
                  <a:pt x="90075" y="530486"/>
                </a:lnTo>
                <a:lnTo>
                  <a:pt x="90121" y="519434"/>
                </a:lnTo>
                <a:lnTo>
                  <a:pt x="90176" y="508382"/>
                </a:lnTo>
                <a:lnTo>
                  <a:pt x="90236" y="497331"/>
                </a:lnTo>
                <a:lnTo>
                  <a:pt x="90302" y="486279"/>
                </a:lnTo>
                <a:lnTo>
                  <a:pt x="90373" y="475227"/>
                </a:lnTo>
                <a:lnTo>
                  <a:pt x="90451" y="464175"/>
                </a:lnTo>
                <a:lnTo>
                  <a:pt x="90538" y="453123"/>
                </a:lnTo>
                <a:lnTo>
                  <a:pt x="90635" y="442072"/>
                </a:lnTo>
                <a:lnTo>
                  <a:pt x="90745" y="431020"/>
                </a:lnTo>
                <a:lnTo>
                  <a:pt x="90866" y="419968"/>
                </a:lnTo>
                <a:lnTo>
                  <a:pt x="90998" y="408916"/>
                </a:lnTo>
                <a:lnTo>
                  <a:pt x="91140" y="397865"/>
                </a:lnTo>
                <a:lnTo>
                  <a:pt x="91288" y="386813"/>
                </a:lnTo>
                <a:lnTo>
                  <a:pt x="91439" y="375761"/>
                </a:lnTo>
                <a:lnTo>
                  <a:pt x="91589" y="364709"/>
                </a:lnTo>
                <a:lnTo>
                  <a:pt x="91735" y="353657"/>
                </a:lnTo>
                <a:lnTo>
                  <a:pt x="91872" y="342606"/>
                </a:lnTo>
                <a:lnTo>
                  <a:pt x="91997" y="331554"/>
                </a:lnTo>
                <a:lnTo>
                  <a:pt x="92107" y="320502"/>
                </a:lnTo>
                <a:lnTo>
                  <a:pt x="92199" y="309450"/>
                </a:lnTo>
                <a:lnTo>
                  <a:pt x="92271" y="298398"/>
                </a:lnTo>
                <a:lnTo>
                  <a:pt x="92320" y="287347"/>
                </a:lnTo>
                <a:lnTo>
                  <a:pt x="92341" y="276295"/>
                </a:lnTo>
                <a:lnTo>
                  <a:pt x="92327" y="265243"/>
                </a:lnTo>
                <a:lnTo>
                  <a:pt x="92266" y="254191"/>
                </a:lnTo>
                <a:lnTo>
                  <a:pt x="92140" y="243139"/>
                </a:lnTo>
                <a:lnTo>
                  <a:pt x="91922" y="232088"/>
                </a:lnTo>
                <a:lnTo>
                  <a:pt x="91570" y="221036"/>
                </a:lnTo>
                <a:lnTo>
                  <a:pt x="91030" y="209984"/>
                </a:lnTo>
                <a:lnTo>
                  <a:pt x="90231" y="198932"/>
                </a:lnTo>
                <a:lnTo>
                  <a:pt x="89085" y="187880"/>
                </a:lnTo>
                <a:lnTo>
                  <a:pt x="87489" y="176829"/>
                </a:lnTo>
                <a:lnTo>
                  <a:pt x="85329" y="165777"/>
                </a:lnTo>
                <a:lnTo>
                  <a:pt x="82487" y="154725"/>
                </a:lnTo>
                <a:lnTo>
                  <a:pt x="78855" y="143673"/>
                </a:lnTo>
                <a:lnTo>
                  <a:pt x="74346" y="132622"/>
                </a:lnTo>
                <a:lnTo>
                  <a:pt x="68911" y="121570"/>
                </a:lnTo>
                <a:lnTo>
                  <a:pt x="62559" y="110518"/>
                </a:lnTo>
                <a:lnTo>
                  <a:pt x="55368" y="99466"/>
                </a:lnTo>
                <a:lnTo>
                  <a:pt x="47500" y="88414"/>
                </a:lnTo>
                <a:lnTo>
                  <a:pt x="39200" y="77363"/>
                </a:lnTo>
                <a:lnTo>
                  <a:pt x="30791" y="66311"/>
                </a:lnTo>
                <a:lnTo>
                  <a:pt x="22657" y="55259"/>
                </a:lnTo>
                <a:lnTo>
                  <a:pt x="15217" y="44207"/>
                </a:lnTo>
                <a:lnTo>
                  <a:pt x="8892" y="33155"/>
                </a:lnTo>
                <a:lnTo>
                  <a:pt x="4062" y="22104"/>
                </a:lnTo>
                <a:lnTo>
                  <a:pt x="1033" y="11052"/>
                </a:lnTo>
                <a:lnTo>
                  <a:pt x="0" y="0"/>
                </a:lnTo>
                <a:lnTo>
                  <a:pt x="187438" y="0"/>
                </a:lnTo>
                <a:lnTo>
                  <a:pt x="187438" y="0"/>
                </a:lnTo>
                <a:lnTo>
                  <a:pt x="186406" y="11052"/>
                </a:lnTo>
                <a:lnTo>
                  <a:pt x="183376" y="22104"/>
                </a:lnTo>
                <a:lnTo>
                  <a:pt x="178546" y="33155"/>
                </a:lnTo>
                <a:lnTo>
                  <a:pt x="172221" y="44207"/>
                </a:lnTo>
                <a:lnTo>
                  <a:pt x="164782" y="55259"/>
                </a:lnTo>
                <a:lnTo>
                  <a:pt x="156648" y="66311"/>
                </a:lnTo>
                <a:lnTo>
                  <a:pt x="148238" y="77363"/>
                </a:lnTo>
                <a:lnTo>
                  <a:pt x="139938" y="88414"/>
                </a:lnTo>
                <a:lnTo>
                  <a:pt x="132070" y="99466"/>
                </a:lnTo>
                <a:lnTo>
                  <a:pt x="124880" y="110518"/>
                </a:lnTo>
                <a:lnTo>
                  <a:pt x="118528" y="121570"/>
                </a:lnTo>
                <a:lnTo>
                  <a:pt x="113093" y="132622"/>
                </a:lnTo>
                <a:lnTo>
                  <a:pt x="108583" y="143673"/>
                </a:lnTo>
                <a:lnTo>
                  <a:pt x="104951" y="154725"/>
                </a:lnTo>
                <a:lnTo>
                  <a:pt x="102109" y="165777"/>
                </a:lnTo>
                <a:lnTo>
                  <a:pt x="99949" y="176829"/>
                </a:lnTo>
                <a:lnTo>
                  <a:pt x="98353" y="187880"/>
                </a:lnTo>
                <a:lnTo>
                  <a:pt x="97207" y="198932"/>
                </a:lnTo>
                <a:lnTo>
                  <a:pt x="96408" y="209984"/>
                </a:lnTo>
                <a:lnTo>
                  <a:pt x="95869" y="221036"/>
                </a:lnTo>
                <a:lnTo>
                  <a:pt x="95517" y="232088"/>
                </a:lnTo>
                <a:lnTo>
                  <a:pt x="95298" y="243139"/>
                </a:lnTo>
                <a:lnTo>
                  <a:pt x="95172" y="254191"/>
                </a:lnTo>
                <a:lnTo>
                  <a:pt x="95112" y="265243"/>
                </a:lnTo>
                <a:lnTo>
                  <a:pt x="95098" y="276295"/>
                </a:lnTo>
                <a:lnTo>
                  <a:pt x="95119" y="287347"/>
                </a:lnTo>
                <a:lnTo>
                  <a:pt x="95167" y="298398"/>
                </a:lnTo>
                <a:lnTo>
                  <a:pt x="95239" y="309450"/>
                </a:lnTo>
                <a:lnTo>
                  <a:pt x="95331" y="320502"/>
                </a:lnTo>
                <a:lnTo>
                  <a:pt x="95441" y="331554"/>
                </a:lnTo>
                <a:lnTo>
                  <a:pt x="95566" y="342606"/>
                </a:lnTo>
                <a:lnTo>
                  <a:pt x="95703" y="353657"/>
                </a:lnTo>
                <a:lnTo>
                  <a:pt x="95849" y="364709"/>
                </a:lnTo>
                <a:lnTo>
                  <a:pt x="95999" y="375761"/>
                </a:lnTo>
                <a:lnTo>
                  <a:pt x="96151" y="386813"/>
                </a:lnTo>
                <a:lnTo>
                  <a:pt x="96299" y="397865"/>
                </a:lnTo>
                <a:lnTo>
                  <a:pt x="96440" y="408916"/>
                </a:lnTo>
                <a:lnTo>
                  <a:pt x="96573" y="419968"/>
                </a:lnTo>
                <a:lnTo>
                  <a:pt x="96694" y="431020"/>
                </a:lnTo>
                <a:lnTo>
                  <a:pt x="96803" y="442072"/>
                </a:lnTo>
                <a:lnTo>
                  <a:pt x="96900" y="453123"/>
                </a:lnTo>
                <a:lnTo>
                  <a:pt x="96987" y="464175"/>
                </a:lnTo>
                <a:lnTo>
                  <a:pt x="97066" y="475227"/>
                </a:lnTo>
                <a:lnTo>
                  <a:pt x="97137" y="486279"/>
                </a:lnTo>
                <a:lnTo>
                  <a:pt x="97202" y="497331"/>
                </a:lnTo>
                <a:lnTo>
                  <a:pt x="97262" y="508382"/>
                </a:lnTo>
                <a:lnTo>
                  <a:pt x="97317" y="519434"/>
                </a:lnTo>
                <a:lnTo>
                  <a:pt x="97364" y="530486"/>
                </a:lnTo>
                <a:lnTo>
                  <a:pt x="97399" y="541538"/>
                </a:lnTo>
                <a:lnTo>
                  <a:pt x="97420" y="552590"/>
                </a:lnTo>
                <a:lnTo>
                  <a:pt x="97420" y="563641"/>
                </a:lnTo>
                <a:lnTo>
                  <a:pt x="97396" y="574693"/>
                </a:lnTo>
                <a:lnTo>
                  <a:pt x="97344" y="585745"/>
                </a:lnTo>
                <a:lnTo>
                  <a:pt x="97260" y="596797"/>
                </a:lnTo>
                <a:lnTo>
                  <a:pt x="97147" y="607849"/>
                </a:lnTo>
                <a:lnTo>
                  <a:pt x="97003" y="618900"/>
                </a:lnTo>
                <a:lnTo>
                  <a:pt x="96834" y="629952"/>
                </a:lnTo>
                <a:lnTo>
                  <a:pt x="96643" y="641004"/>
                </a:lnTo>
                <a:lnTo>
                  <a:pt x="96438" y="652056"/>
                </a:lnTo>
                <a:lnTo>
                  <a:pt x="96225" y="663108"/>
                </a:lnTo>
                <a:lnTo>
                  <a:pt x="96011" y="674159"/>
                </a:lnTo>
                <a:lnTo>
                  <a:pt x="95804" y="685211"/>
                </a:lnTo>
                <a:lnTo>
                  <a:pt x="95611" y="696263"/>
                </a:lnTo>
                <a:lnTo>
                  <a:pt x="95438" y="707315"/>
                </a:lnTo>
                <a:lnTo>
                  <a:pt x="95293" y="718366"/>
                </a:lnTo>
                <a:lnTo>
                  <a:pt x="95181" y="729418"/>
                </a:lnTo>
                <a:lnTo>
                  <a:pt x="95106" y="740470"/>
                </a:lnTo>
                <a:lnTo>
                  <a:pt x="95072" y="751522"/>
                </a:lnTo>
                <a:lnTo>
                  <a:pt x="95083" y="762574"/>
                </a:lnTo>
                <a:lnTo>
                  <a:pt x="95139" y="773625"/>
                </a:lnTo>
                <a:lnTo>
                  <a:pt x="95237" y="784677"/>
                </a:lnTo>
                <a:lnTo>
                  <a:pt x="95375" y="795729"/>
                </a:lnTo>
                <a:lnTo>
                  <a:pt x="95545" y="806781"/>
                </a:lnTo>
                <a:lnTo>
                  <a:pt x="95738" y="817833"/>
                </a:lnTo>
                <a:lnTo>
                  <a:pt x="95945" y="828884"/>
                </a:lnTo>
                <a:lnTo>
                  <a:pt x="96153" y="839936"/>
                </a:lnTo>
                <a:lnTo>
                  <a:pt x="96350" y="850988"/>
                </a:lnTo>
                <a:lnTo>
                  <a:pt x="96524" y="862040"/>
                </a:lnTo>
                <a:lnTo>
                  <a:pt x="96667" y="873092"/>
                </a:lnTo>
                <a:lnTo>
                  <a:pt x="96770" y="884143"/>
                </a:lnTo>
                <a:lnTo>
                  <a:pt x="96829" y="895195"/>
                </a:lnTo>
                <a:lnTo>
                  <a:pt x="96844" y="906247"/>
                </a:lnTo>
                <a:lnTo>
                  <a:pt x="96816" y="917299"/>
                </a:lnTo>
                <a:lnTo>
                  <a:pt x="96751" y="928351"/>
                </a:lnTo>
                <a:lnTo>
                  <a:pt x="96656" y="939402"/>
                </a:lnTo>
                <a:lnTo>
                  <a:pt x="96537" y="950454"/>
                </a:lnTo>
                <a:lnTo>
                  <a:pt x="96404" y="961506"/>
                </a:lnTo>
                <a:lnTo>
                  <a:pt x="96264" y="972558"/>
                </a:lnTo>
                <a:lnTo>
                  <a:pt x="96123" y="983609"/>
                </a:lnTo>
                <a:lnTo>
                  <a:pt x="95987" y="994661"/>
                </a:lnTo>
                <a:lnTo>
                  <a:pt x="95858" y="1005713"/>
                </a:lnTo>
                <a:lnTo>
                  <a:pt x="95741" y="1016765"/>
                </a:lnTo>
                <a:lnTo>
                  <a:pt x="95635" y="1027817"/>
                </a:lnTo>
                <a:lnTo>
                  <a:pt x="95540" y="1038868"/>
                </a:lnTo>
                <a:lnTo>
                  <a:pt x="95456" y="1049920"/>
                </a:lnTo>
                <a:lnTo>
                  <a:pt x="95383" y="1060972"/>
                </a:lnTo>
                <a:lnTo>
                  <a:pt x="95319" y="1072024"/>
                </a:lnTo>
                <a:lnTo>
                  <a:pt x="95264" y="1083076"/>
                </a:lnTo>
                <a:lnTo>
                  <a:pt x="95217" y="1094127"/>
                </a:lnTo>
                <a:lnTo>
                  <a:pt x="95178" y="1105179"/>
                </a:lnTo>
                <a:lnTo>
                  <a:pt x="95146" y="1116231"/>
                </a:lnTo>
                <a:lnTo>
                  <a:pt x="95122" y="1127283"/>
                </a:lnTo>
                <a:lnTo>
                  <a:pt x="95105" y="1138335"/>
                </a:lnTo>
                <a:lnTo>
                  <a:pt x="95096" y="1149386"/>
                </a:lnTo>
                <a:lnTo>
                  <a:pt x="95096" y="1160438"/>
                </a:lnTo>
                <a:lnTo>
                  <a:pt x="95105" y="1171490"/>
                </a:lnTo>
                <a:lnTo>
                  <a:pt x="95126" y="1182542"/>
                </a:lnTo>
                <a:lnTo>
                  <a:pt x="95160" y="1193594"/>
                </a:lnTo>
                <a:lnTo>
                  <a:pt x="95211" y="1204645"/>
                </a:lnTo>
                <a:lnTo>
                  <a:pt x="95280" y="1215697"/>
                </a:lnTo>
                <a:lnTo>
                  <a:pt x="95368" y="1226749"/>
                </a:lnTo>
                <a:lnTo>
                  <a:pt x="95476" y="1237801"/>
                </a:lnTo>
                <a:lnTo>
                  <a:pt x="95601" y="1248853"/>
                </a:lnTo>
                <a:lnTo>
                  <a:pt x="95740" y="1259904"/>
                </a:lnTo>
                <a:lnTo>
                  <a:pt x="95888" y="1270956"/>
                </a:lnTo>
                <a:lnTo>
                  <a:pt x="96037" y="1282008"/>
                </a:lnTo>
                <a:lnTo>
                  <a:pt x="96179" y="1293060"/>
                </a:lnTo>
                <a:lnTo>
                  <a:pt x="96307" y="1304111"/>
                </a:lnTo>
                <a:lnTo>
                  <a:pt x="96412" y="1315163"/>
                </a:lnTo>
                <a:lnTo>
                  <a:pt x="96489" y="1326215"/>
                </a:lnTo>
                <a:lnTo>
                  <a:pt x="96536" y="1337267"/>
                </a:lnTo>
                <a:lnTo>
                  <a:pt x="96553" y="1348319"/>
                </a:lnTo>
                <a:lnTo>
                  <a:pt x="96542" y="1359370"/>
                </a:lnTo>
                <a:lnTo>
                  <a:pt x="96511" y="1370422"/>
                </a:lnTo>
                <a:lnTo>
                  <a:pt x="96467" y="1381474"/>
                </a:lnTo>
                <a:lnTo>
                  <a:pt x="96420" y="1392526"/>
                </a:lnTo>
                <a:lnTo>
                  <a:pt x="96379" y="1403578"/>
                </a:lnTo>
                <a:lnTo>
                  <a:pt x="96353" y="1414629"/>
                </a:lnTo>
                <a:lnTo>
                  <a:pt x="96349" y="1425681"/>
                </a:lnTo>
                <a:lnTo>
                  <a:pt x="96371" y="1436733"/>
                </a:lnTo>
                <a:lnTo>
                  <a:pt x="96421" y="1447785"/>
                </a:lnTo>
                <a:lnTo>
                  <a:pt x="96497" y="1458837"/>
                </a:lnTo>
                <a:lnTo>
                  <a:pt x="96597" y="1469888"/>
                </a:lnTo>
                <a:lnTo>
                  <a:pt x="96716" y="1480940"/>
                </a:lnTo>
                <a:lnTo>
                  <a:pt x="96850" y="1491992"/>
                </a:lnTo>
                <a:lnTo>
                  <a:pt x="96993" y="1503044"/>
                </a:lnTo>
                <a:lnTo>
                  <a:pt x="97142" y="1514096"/>
                </a:lnTo>
                <a:lnTo>
                  <a:pt x="97298" y="1525147"/>
                </a:lnTo>
                <a:lnTo>
                  <a:pt x="97462" y="1536199"/>
                </a:lnTo>
                <a:lnTo>
                  <a:pt x="97644" y="1547251"/>
                </a:lnTo>
                <a:lnTo>
                  <a:pt x="97855" y="1558303"/>
                </a:lnTo>
                <a:lnTo>
                  <a:pt x="98112" y="1569354"/>
                </a:lnTo>
                <a:lnTo>
                  <a:pt x="98439" y="1580406"/>
                </a:lnTo>
                <a:lnTo>
                  <a:pt x="98863" y="1591458"/>
                </a:lnTo>
                <a:lnTo>
                  <a:pt x="99412" y="1602510"/>
                </a:lnTo>
                <a:lnTo>
                  <a:pt x="100119" y="1613562"/>
                </a:lnTo>
                <a:lnTo>
                  <a:pt x="101011" y="1624613"/>
                </a:lnTo>
                <a:lnTo>
                  <a:pt x="102111" y="1635665"/>
                </a:lnTo>
                <a:lnTo>
                  <a:pt x="103432" y="1646717"/>
                </a:lnTo>
                <a:lnTo>
                  <a:pt x="104972" y="1657769"/>
                </a:lnTo>
                <a:lnTo>
                  <a:pt x="106714" y="1668821"/>
                </a:lnTo>
                <a:lnTo>
                  <a:pt x="108618" y="1679872"/>
                </a:lnTo>
                <a:lnTo>
                  <a:pt x="110626" y="1690924"/>
                </a:lnTo>
                <a:lnTo>
                  <a:pt x="112659" y="1701976"/>
                </a:lnTo>
                <a:lnTo>
                  <a:pt x="114625" y="1713028"/>
                </a:lnTo>
                <a:lnTo>
                  <a:pt x="116423" y="1724080"/>
                </a:lnTo>
                <a:lnTo>
                  <a:pt x="117951" y="1735131"/>
                </a:lnTo>
                <a:lnTo>
                  <a:pt x="119117" y="1746183"/>
                </a:lnTo>
                <a:lnTo>
                  <a:pt x="119849" y="1757235"/>
                </a:lnTo>
                <a:lnTo>
                  <a:pt x="120098" y="1768287"/>
                </a:lnTo>
                <a:lnTo>
                  <a:pt x="120098" y="1768287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3745" name="data_3744">
            <a:extLst>
              <a:ext uri="{FF2B5EF4-FFF2-40B4-BE49-F238E27FC236}">
                <a16:creationId xmlns:a16="http://schemas.microsoft.com/office/drawing/2014/main" id="{237B819E-1E66-46D2-8E89-E4784287AB50}"/>
              </a:ext>
            </a:extLst>
          </p:cNvPr>
          <p:cNvSpPr>
            <a:spLocks/>
          </p:cNvSpPr>
          <p:nvPr/>
        </p:nvSpPr>
        <p:spPr>
          <a:xfrm>
            <a:off x="720663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6" name="data_3745">
            <a:extLst>
              <a:ext uri="{FF2B5EF4-FFF2-40B4-BE49-F238E27FC236}">
                <a16:creationId xmlns:a16="http://schemas.microsoft.com/office/drawing/2014/main" id="{75B80129-5EE6-42CE-9357-A944291ADCE5}"/>
              </a:ext>
            </a:extLst>
          </p:cNvPr>
          <p:cNvSpPr>
            <a:spLocks/>
          </p:cNvSpPr>
          <p:nvPr/>
        </p:nvSpPr>
        <p:spPr>
          <a:xfrm>
            <a:off x="7173870" y="5765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7" name="data_3746">
            <a:extLst>
              <a:ext uri="{FF2B5EF4-FFF2-40B4-BE49-F238E27FC236}">
                <a16:creationId xmlns:a16="http://schemas.microsoft.com/office/drawing/2014/main" id="{1C41CEAA-F260-4F2E-897B-08171283153E}"/>
              </a:ext>
            </a:extLst>
          </p:cNvPr>
          <p:cNvSpPr>
            <a:spLocks/>
          </p:cNvSpPr>
          <p:nvPr/>
        </p:nvSpPr>
        <p:spPr>
          <a:xfrm>
            <a:off x="7096033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8" name="data_3747">
            <a:extLst>
              <a:ext uri="{FF2B5EF4-FFF2-40B4-BE49-F238E27FC236}">
                <a16:creationId xmlns:a16="http://schemas.microsoft.com/office/drawing/2014/main" id="{D3390C00-8D7C-4C0E-9F9B-D7D6F9626B05}"/>
              </a:ext>
            </a:extLst>
          </p:cNvPr>
          <p:cNvSpPr>
            <a:spLocks/>
          </p:cNvSpPr>
          <p:nvPr/>
        </p:nvSpPr>
        <p:spPr>
          <a:xfrm>
            <a:off x="7130990" y="59343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9" name="data_3748">
            <a:extLst>
              <a:ext uri="{FF2B5EF4-FFF2-40B4-BE49-F238E27FC236}">
                <a16:creationId xmlns:a16="http://schemas.microsoft.com/office/drawing/2014/main" id="{BFA07101-093E-48DC-BE79-ACD45635B7EB}"/>
              </a:ext>
            </a:extLst>
          </p:cNvPr>
          <p:cNvSpPr>
            <a:spLocks/>
          </p:cNvSpPr>
          <p:nvPr/>
        </p:nvSpPr>
        <p:spPr>
          <a:xfrm>
            <a:off x="7123193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0" name="data_3749">
            <a:extLst>
              <a:ext uri="{FF2B5EF4-FFF2-40B4-BE49-F238E27FC236}">
                <a16:creationId xmlns:a16="http://schemas.microsoft.com/office/drawing/2014/main" id="{F83AD2FD-ECB2-4A82-AA8F-5B5FEC39E0B2}"/>
              </a:ext>
            </a:extLst>
          </p:cNvPr>
          <p:cNvSpPr>
            <a:spLocks/>
          </p:cNvSpPr>
          <p:nvPr/>
        </p:nvSpPr>
        <p:spPr>
          <a:xfrm>
            <a:off x="7116190" y="56367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1" name="data_3750">
            <a:extLst>
              <a:ext uri="{FF2B5EF4-FFF2-40B4-BE49-F238E27FC236}">
                <a16:creationId xmlns:a16="http://schemas.microsoft.com/office/drawing/2014/main" id="{CD4A2D50-D8DB-4D75-8555-61BA13D11214}"/>
              </a:ext>
            </a:extLst>
          </p:cNvPr>
          <p:cNvSpPr>
            <a:spLocks/>
          </p:cNvSpPr>
          <p:nvPr/>
        </p:nvSpPr>
        <p:spPr>
          <a:xfrm>
            <a:off x="7161996" y="642469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2" name="data_3751">
            <a:extLst>
              <a:ext uri="{FF2B5EF4-FFF2-40B4-BE49-F238E27FC236}">
                <a16:creationId xmlns:a16="http://schemas.microsoft.com/office/drawing/2014/main" id="{EEDFF623-C12D-40B8-9C91-B083E4AAC72A}"/>
              </a:ext>
            </a:extLst>
          </p:cNvPr>
          <p:cNvSpPr>
            <a:spLocks/>
          </p:cNvSpPr>
          <p:nvPr/>
        </p:nvSpPr>
        <p:spPr>
          <a:xfrm>
            <a:off x="7125613" y="61410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3" name="data_3752">
            <a:extLst>
              <a:ext uri="{FF2B5EF4-FFF2-40B4-BE49-F238E27FC236}">
                <a16:creationId xmlns:a16="http://schemas.microsoft.com/office/drawing/2014/main" id="{D4C3110E-0E4E-4890-B73F-747CF6621073}"/>
              </a:ext>
            </a:extLst>
          </p:cNvPr>
          <p:cNvSpPr>
            <a:spLocks/>
          </p:cNvSpPr>
          <p:nvPr/>
        </p:nvSpPr>
        <p:spPr>
          <a:xfrm>
            <a:off x="7194704" y="667273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4" name="data_3753">
            <a:extLst>
              <a:ext uri="{FF2B5EF4-FFF2-40B4-BE49-F238E27FC236}">
                <a16:creationId xmlns:a16="http://schemas.microsoft.com/office/drawing/2014/main" id="{11AC48ED-4BB1-4EA6-8C79-0CEE0BEA6586}"/>
              </a:ext>
            </a:extLst>
          </p:cNvPr>
          <p:cNvSpPr>
            <a:spLocks/>
          </p:cNvSpPr>
          <p:nvPr/>
        </p:nvSpPr>
        <p:spPr>
          <a:xfrm>
            <a:off x="7146081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5" name="data_3754">
            <a:extLst>
              <a:ext uri="{FF2B5EF4-FFF2-40B4-BE49-F238E27FC236}">
                <a16:creationId xmlns:a16="http://schemas.microsoft.com/office/drawing/2014/main" id="{60813D54-3199-48C1-8CBB-027E08C53413}"/>
              </a:ext>
            </a:extLst>
          </p:cNvPr>
          <p:cNvSpPr>
            <a:spLocks/>
          </p:cNvSpPr>
          <p:nvPr/>
        </p:nvSpPr>
        <p:spPr>
          <a:xfrm>
            <a:off x="7125393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6" name="data_3755">
            <a:extLst>
              <a:ext uri="{FF2B5EF4-FFF2-40B4-BE49-F238E27FC236}">
                <a16:creationId xmlns:a16="http://schemas.microsoft.com/office/drawing/2014/main" id="{25DAAECF-A6BF-49C3-9F3D-DF786609027F}"/>
              </a:ext>
            </a:extLst>
          </p:cNvPr>
          <p:cNvSpPr>
            <a:spLocks/>
          </p:cNvSpPr>
          <p:nvPr/>
        </p:nvSpPr>
        <p:spPr>
          <a:xfrm>
            <a:off x="7198433" y="601853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7" name="data_3756">
            <a:extLst>
              <a:ext uri="{FF2B5EF4-FFF2-40B4-BE49-F238E27FC236}">
                <a16:creationId xmlns:a16="http://schemas.microsoft.com/office/drawing/2014/main" id="{3AEAEC2F-1283-4632-B32C-71CD5B235F0B}"/>
              </a:ext>
            </a:extLst>
          </p:cNvPr>
          <p:cNvSpPr>
            <a:spLocks/>
          </p:cNvSpPr>
          <p:nvPr/>
        </p:nvSpPr>
        <p:spPr>
          <a:xfrm>
            <a:off x="7188829" y="671972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8" name="data_3757">
            <a:extLst>
              <a:ext uri="{FF2B5EF4-FFF2-40B4-BE49-F238E27FC236}">
                <a16:creationId xmlns:a16="http://schemas.microsoft.com/office/drawing/2014/main" id="{C215AE9B-CAFC-45D3-B7D4-6B201D9BF644}"/>
              </a:ext>
            </a:extLst>
          </p:cNvPr>
          <p:cNvSpPr>
            <a:spLocks/>
          </p:cNvSpPr>
          <p:nvPr/>
        </p:nvSpPr>
        <p:spPr>
          <a:xfrm>
            <a:off x="7205044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9" name="data_3758">
            <a:extLst>
              <a:ext uri="{FF2B5EF4-FFF2-40B4-BE49-F238E27FC236}">
                <a16:creationId xmlns:a16="http://schemas.microsoft.com/office/drawing/2014/main" id="{6FC2C391-0CBA-4F9D-BEB3-54779AA6AFC0}"/>
              </a:ext>
            </a:extLst>
          </p:cNvPr>
          <p:cNvSpPr>
            <a:spLocks/>
          </p:cNvSpPr>
          <p:nvPr/>
        </p:nvSpPr>
        <p:spPr>
          <a:xfrm>
            <a:off x="7137789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0" name="data_3759">
            <a:extLst>
              <a:ext uri="{FF2B5EF4-FFF2-40B4-BE49-F238E27FC236}">
                <a16:creationId xmlns:a16="http://schemas.microsoft.com/office/drawing/2014/main" id="{43DEECD2-D323-480D-9743-294F65B54BF1}"/>
              </a:ext>
            </a:extLst>
          </p:cNvPr>
          <p:cNvSpPr>
            <a:spLocks/>
          </p:cNvSpPr>
          <p:nvPr/>
        </p:nvSpPr>
        <p:spPr>
          <a:xfrm>
            <a:off x="7175543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1" name="data_3760">
            <a:extLst>
              <a:ext uri="{FF2B5EF4-FFF2-40B4-BE49-F238E27FC236}">
                <a16:creationId xmlns:a16="http://schemas.microsoft.com/office/drawing/2014/main" id="{0AA9ACF4-7FE9-48A0-8D21-4E0589BE5F5D}"/>
              </a:ext>
            </a:extLst>
          </p:cNvPr>
          <p:cNvSpPr>
            <a:spLocks/>
          </p:cNvSpPr>
          <p:nvPr/>
        </p:nvSpPr>
        <p:spPr>
          <a:xfrm>
            <a:off x="7125899" y="6237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2" name="data_3761">
            <a:extLst>
              <a:ext uri="{FF2B5EF4-FFF2-40B4-BE49-F238E27FC236}">
                <a16:creationId xmlns:a16="http://schemas.microsoft.com/office/drawing/2014/main" id="{4B829586-07A3-41AB-84FC-152EDAD6B600}"/>
              </a:ext>
            </a:extLst>
          </p:cNvPr>
          <p:cNvSpPr>
            <a:spLocks/>
          </p:cNvSpPr>
          <p:nvPr/>
        </p:nvSpPr>
        <p:spPr>
          <a:xfrm>
            <a:off x="7212768" y="6237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3" name="data_3762">
            <a:extLst>
              <a:ext uri="{FF2B5EF4-FFF2-40B4-BE49-F238E27FC236}">
                <a16:creationId xmlns:a16="http://schemas.microsoft.com/office/drawing/2014/main" id="{1506FB31-2B29-4AD5-B15A-86128A5ED8A7}"/>
              </a:ext>
            </a:extLst>
          </p:cNvPr>
          <p:cNvSpPr>
            <a:spLocks/>
          </p:cNvSpPr>
          <p:nvPr/>
        </p:nvSpPr>
        <p:spPr>
          <a:xfrm>
            <a:off x="7180388" y="64496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4" name="data_3763">
            <a:extLst>
              <a:ext uri="{FF2B5EF4-FFF2-40B4-BE49-F238E27FC236}">
                <a16:creationId xmlns:a16="http://schemas.microsoft.com/office/drawing/2014/main" id="{5C0C3382-148D-4FB5-A54B-8B6ED6E810E6}"/>
              </a:ext>
            </a:extLst>
          </p:cNvPr>
          <p:cNvSpPr>
            <a:spLocks/>
          </p:cNvSpPr>
          <p:nvPr/>
        </p:nvSpPr>
        <p:spPr>
          <a:xfrm>
            <a:off x="7212705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5" name="data_3764">
            <a:extLst>
              <a:ext uri="{FF2B5EF4-FFF2-40B4-BE49-F238E27FC236}">
                <a16:creationId xmlns:a16="http://schemas.microsoft.com/office/drawing/2014/main" id="{A4C2B752-5936-4064-BCA0-BE764CF7C213}"/>
              </a:ext>
            </a:extLst>
          </p:cNvPr>
          <p:cNvSpPr>
            <a:spLocks/>
          </p:cNvSpPr>
          <p:nvPr/>
        </p:nvSpPr>
        <p:spPr>
          <a:xfrm>
            <a:off x="7106676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6" name="data_3765">
            <a:extLst>
              <a:ext uri="{FF2B5EF4-FFF2-40B4-BE49-F238E27FC236}">
                <a16:creationId xmlns:a16="http://schemas.microsoft.com/office/drawing/2014/main" id="{BEE0DBCB-8BBA-4063-8E6A-C1DD24868F13}"/>
              </a:ext>
            </a:extLst>
          </p:cNvPr>
          <p:cNvSpPr>
            <a:spLocks/>
          </p:cNvSpPr>
          <p:nvPr/>
        </p:nvSpPr>
        <p:spPr>
          <a:xfrm>
            <a:off x="711816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7" name="data_3766">
            <a:extLst>
              <a:ext uri="{FF2B5EF4-FFF2-40B4-BE49-F238E27FC236}">
                <a16:creationId xmlns:a16="http://schemas.microsoft.com/office/drawing/2014/main" id="{E267815C-82DF-4A0E-9106-DA7DDC92E2A6}"/>
              </a:ext>
            </a:extLst>
          </p:cNvPr>
          <p:cNvSpPr>
            <a:spLocks/>
          </p:cNvSpPr>
          <p:nvPr/>
        </p:nvSpPr>
        <p:spPr>
          <a:xfrm>
            <a:off x="7174964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8" name="data_3767">
            <a:extLst>
              <a:ext uri="{FF2B5EF4-FFF2-40B4-BE49-F238E27FC236}">
                <a16:creationId xmlns:a16="http://schemas.microsoft.com/office/drawing/2014/main" id="{9268B839-6D91-4B46-AFA3-412BC2A79B6E}"/>
              </a:ext>
            </a:extLst>
          </p:cNvPr>
          <p:cNvSpPr>
            <a:spLocks/>
          </p:cNvSpPr>
          <p:nvPr/>
        </p:nvSpPr>
        <p:spPr>
          <a:xfrm>
            <a:off x="7134526" y="553015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9" name="data_3768">
            <a:extLst>
              <a:ext uri="{FF2B5EF4-FFF2-40B4-BE49-F238E27FC236}">
                <a16:creationId xmlns:a16="http://schemas.microsoft.com/office/drawing/2014/main" id="{759F5767-77CD-46B2-A2E6-54F9D6F80239}"/>
              </a:ext>
            </a:extLst>
          </p:cNvPr>
          <p:cNvSpPr>
            <a:spLocks/>
          </p:cNvSpPr>
          <p:nvPr/>
        </p:nvSpPr>
        <p:spPr>
          <a:xfrm>
            <a:off x="718560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0" name="data_3769">
            <a:extLst>
              <a:ext uri="{FF2B5EF4-FFF2-40B4-BE49-F238E27FC236}">
                <a16:creationId xmlns:a16="http://schemas.microsoft.com/office/drawing/2014/main" id="{AB51913F-EC30-4723-8CC0-7E72C3A82646}"/>
              </a:ext>
            </a:extLst>
          </p:cNvPr>
          <p:cNvSpPr>
            <a:spLocks/>
          </p:cNvSpPr>
          <p:nvPr/>
        </p:nvSpPr>
        <p:spPr>
          <a:xfrm>
            <a:off x="7096253" y="6692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1" name="data_3770">
            <a:extLst>
              <a:ext uri="{FF2B5EF4-FFF2-40B4-BE49-F238E27FC236}">
                <a16:creationId xmlns:a16="http://schemas.microsoft.com/office/drawing/2014/main" id="{1E6128D7-3D7D-4387-BCB6-80C812F11959}"/>
              </a:ext>
            </a:extLst>
          </p:cNvPr>
          <p:cNvSpPr>
            <a:spLocks/>
          </p:cNvSpPr>
          <p:nvPr/>
        </p:nvSpPr>
        <p:spPr>
          <a:xfrm>
            <a:off x="7108158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2" name="data_3771">
            <a:extLst>
              <a:ext uri="{FF2B5EF4-FFF2-40B4-BE49-F238E27FC236}">
                <a16:creationId xmlns:a16="http://schemas.microsoft.com/office/drawing/2014/main" id="{372AE77F-DC59-42FE-A9D2-704239BC53FA}"/>
              </a:ext>
            </a:extLst>
          </p:cNvPr>
          <p:cNvSpPr>
            <a:spLocks/>
          </p:cNvSpPr>
          <p:nvPr/>
        </p:nvSpPr>
        <p:spPr>
          <a:xfrm>
            <a:off x="7133891" y="5765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3" name="data_3772">
            <a:extLst>
              <a:ext uri="{FF2B5EF4-FFF2-40B4-BE49-F238E27FC236}">
                <a16:creationId xmlns:a16="http://schemas.microsoft.com/office/drawing/2014/main" id="{5417465B-49E2-4D21-BF7E-F7B1682C4D24}"/>
              </a:ext>
            </a:extLst>
          </p:cNvPr>
          <p:cNvSpPr>
            <a:spLocks/>
          </p:cNvSpPr>
          <p:nvPr/>
        </p:nvSpPr>
        <p:spPr>
          <a:xfrm>
            <a:off x="710713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4" name="data_3773">
            <a:extLst>
              <a:ext uri="{FF2B5EF4-FFF2-40B4-BE49-F238E27FC236}">
                <a16:creationId xmlns:a16="http://schemas.microsoft.com/office/drawing/2014/main" id="{AC3641BE-9723-4E86-844A-C2B0BACD6F9C}"/>
              </a:ext>
            </a:extLst>
          </p:cNvPr>
          <p:cNvSpPr>
            <a:spLocks/>
          </p:cNvSpPr>
          <p:nvPr/>
        </p:nvSpPr>
        <p:spPr>
          <a:xfrm>
            <a:off x="7206883" y="68678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5" name="data_3774">
            <a:extLst>
              <a:ext uri="{FF2B5EF4-FFF2-40B4-BE49-F238E27FC236}">
                <a16:creationId xmlns:a16="http://schemas.microsoft.com/office/drawing/2014/main" id="{0CB1E60B-D9AD-4C9A-A08C-2A03A021A668}"/>
              </a:ext>
            </a:extLst>
          </p:cNvPr>
          <p:cNvSpPr>
            <a:spLocks/>
          </p:cNvSpPr>
          <p:nvPr/>
        </p:nvSpPr>
        <p:spPr>
          <a:xfrm>
            <a:off x="7202580" y="681847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6" name="data_3775">
            <a:extLst>
              <a:ext uri="{FF2B5EF4-FFF2-40B4-BE49-F238E27FC236}">
                <a16:creationId xmlns:a16="http://schemas.microsoft.com/office/drawing/2014/main" id="{3397E413-236E-4E33-8E18-F11C45B3861E}"/>
              </a:ext>
            </a:extLst>
          </p:cNvPr>
          <p:cNvSpPr>
            <a:spLocks/>
          </p:cNvSpPr>
          <p:nvPr/>
        </p:nvSpPr>
        <p:spPr>
          <a:xfrm>
            <a:off x="7175146" y="656586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7" name="data_3776">
            <a:extLst>
              <a:ext uri="{FF2B5EF4-FFF2-40B4-BE49-F238E27FC236}">
                <a16:creationId xmlns:a16="http://schemas.microsoft.com/office/drawing/2014/main" id="{AA33275C-9EBD-4607-92BE-9EC4B2781BC7}"/>
              </a:ext>
            </a:extLst>
          </p:cNvPr>
          <p:cNvSpPr>
            <a:spLocks/>
          </p:cNvSpPr>
          <p:nvPr/>
        </p:nvSpPr>
        <p:spPr>
          <a:xfrm>
            <a:off x="7182521" y="67237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8" name="data_3777">
            <a:extLst>
              <a:ext uri="{FF2B5EF4-FFF2-40B4-BE49-F238E27FC236}">
                <a16:creationId xmlns:a16="http://schemas.microsoft.com/office/drawing/2014/main" id="{74C139DE-AEF6-478B-AC5F-CF46B286E7E0}"/>
              </a:ext>
            </a:extLst>
          </p:cNvPr>
          <p:cNvSpPr>
            <a:spLocks/>
          </p:cNvSpPr>
          <p:nvPr/>
        </p:nvSpPr>
        <p:spPr>
          <a:xfrm>
            <a:off x="7158283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9" name="data_3778">
            <a:extLst>
              <a:ext uri="{FF2B5EF4-FFF2-40B4-BE49-F238E27FC236}">
                <a16:creationId xmlns:a16="http://schemas.microsoft.com/office/drawing/2014/main" id="{E3C78EE7-922B-4813-BAB7-FD464EA8C344}"/>
              </a:ext>
            </a:extLst>
          </p:cNvPr>
          <p:cNvSpPr>
            <a:spLocks/>
          </p:cNvSpPr>
          <p:nvPr/>
        </p:nvSpPr>
        <p:spPr>
          <a:xfrm>
            <a:off x="7122475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0" name="data_3779">
            <a:extLst>
              <a:ext uri="{FF2B5EF4-FFF2-40B4-BE49-F238E27FC236}">
                <a16:creationId xmlns:a16="http://schemas.microsoft.com/office/drawing/2014/main" id="{4FD99462-B11B-4B7D-B515-425711F59D0B}"/>
              </a:ext>
            </a:extLst>
          </p:cNvPr>
          <p:cNvSpPr>
            <a:spLocks/>
          </p:cNvSpPr>
          <p:nvPr/>
        </p:nvSpPr>
        <p:spPr>
          <a:xfrm>
            <a:off x="7103812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1" name="data_3780">
            <a:extLst>
              <a:ext uri="{FF2B5EF4-FFF2-40B4-BE49-F238E27FC236}">
                <a16:creationId xmlns:a16="http://schemas.microsoft.com/office/drawing/2014/main" id="{4D07E52D-E465-4198-8059-7D7E72AD5F2F}"/>
              </a:ext>
            </a:extLst>
          </p:cNvPr>
          <p:cNvSpPr>
            <a:spLocks/>
          </p:cNvSpPr>
          <p:nvPr/>
        </p:nvSpPr>
        <p:spPr>
          <a:xfrm>
            <a:off x="7211252" y="6237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2" name="data_3781">
            <a:extLst>
              <a:ext uri="{FF2B5EF4-FFF2-40B4-BE49-F238E27FC236}">
                <a16:creationId xmlns:a16="http://schemas.microsoft.com/office/drawing/2014/main" id="{E0143CEC-1E3F-4C33-8DF7-173A1D9D5EB4}"/>
              </a:ext>
            </a:extLst>
          </p:cNvPr>
          <p:cNvSpPr>
            <a:spLocks/>
          </p:cNvSpPr>
          <p:nvPr/>
        </p:nvSpPr>
        <p:spPr>
          <a:xfrm>
            <a:off x="7120803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3" name="data_3782">
            <a:extLst>
              <a:ext uri="{FF2B5EF4-FFF2-40B4-BE49-F238E27FC236}">
                <a16:creationId xmlns:a16="http://schemas.microsoft.com/office/drawing/2014/main" id="{2E1D97FA-267F-4A5B-A5D0-1E7A4F32DE1D}"/>
              </a:ext>
            </a:extLst>
          </p:cNvPr>
          <p:cNvSpPr>
            <a:spLocks/>
          </p:cNvSpPr>
          <p:nvPr/>
        </p:nvSpPr>
        <p:spPr>
          <a:xfrm>
            <a:off x="719002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4" name="data_3783">
            <a:extLst>
              <a:ext uri="{FF2B5EF4-FFF2-40B4-BE49-F238E27FC236}">
                <a16:creationId xmlns:a16="http://schemas.microsoft.com/office/drawing/2014/main" id="{393C4AFD-2DC6-4830-ADF1-20EB2A03F19C}"/>
              </a:ext>
            </a:extLst>
          </p:cNvPr>
          <p:cNvSpPr>
            <a:spLocks/>
          </p:cNvSpPr>
          <p:nvPr/>
        </p:nvSpPr>
        <p:spPr>
          <a:xfrm>
            <a:off x="7115788" y="65518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5" name="data_3784">
            <a:extLst>
              <a:ext uri="{FF2B5EF4-FFF2-40B4-BE49-F238E27FC236}">
                <a16:creationId xmlns:a16="http://schemas.microsoft.com/office/drawing/2014/main" id="{8B18AAA9-DE0E-49F8-88B0-1F00A0B2A924}"/>
              </a:ext>
            </a:extLst>
          </p:cNvPr>
          <p:cNvSpPr>
            <a:spLocks/>
          </p:cNvSpPr>
          <p:nvPr/>
        </p:nvSpPr>
        <p:spPr>
          <a:xfrm>
            <a:off x="7203184" y="67887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6" name="data_3785">
            <a:extLst>
              <a:ext uri="{FF2B5EF4-FFF2-40B4-BE49-F238E27FC236}">
                <a16:creationId xmlns:a16="http://schemas.microsoft.com/office/drawing/2014/main" id="{535421EF-84F7-46AE-A241-D921154E9013}"/>
              </a:ext>
            </a:extLst>
          </p:cNvPr>
          <p:cNvSpPr>
            <a:spLocks/>
          </p:cNvSpPr>
          <p:nvPr/>
        </p:nvSpPr>
        <p:spPr>
          <a:xfrm>
            <a:off x="7182200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7" name="data_3786">
            <a:extLst>
              <a:ext uri="{FF2B5EF4-FFF2-40B4-BE49-F238E27FC236}">
                <a16:creationId xmlns:a16="http://schemas.microsoft.com/office/drawing/2014/main" id="{29DDF608-B405-49DE-98B6-C30FE159EC33}"/>
              </a:ext>
            </a:extLst>
          </p:cNvPr>
          <p:cNvSpPr>
            <a:spLocks/>
          </p:cNvSpPr>
          <p:nvPr/>
        </p:nvSpPr>
        <p:spPr>
          <a:xfrm>
            <a:off x="7188142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8" name="data_3787">
            <a:extLst>
              <a:ext uri="{FF2B5EF4-FFF2-40B4-BE49-F238E27FC236}">
                <a16:creationId xmlns:a16="http://schemas.microsoft.com/office/drawing/2014/main" id="{B341C5FF-A633-4F3D-9AD0-64D750CFEBD0}"/>
              </a:ext>
            </a:extLst>
          </p:cNvPr>
          <p:cNvSpPr>
            <a:spLocks/>
          </p:cNvSpPr>
          <p:nvPr/>
        </p:nvSpPr>
        <p:spPr>
          <a:xfrm>
            <a:off x="7169226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9" name="data_3788">
            <a:extLst>
              <a:ext uri="{FF2B5EF4-FFF2-40B4-BE49-F238E27FC236}">
                <a16:creationId xmlns:a16="http://schemas.microsoft.com/office/drawing/2014/main" id="{847B79D6-76DF-4AE8-8CF8-9B84303EAE17}"/>
              </a:ext>
            </a:extLst>
          </p:cNvPr>
          <p:cNvSpPr>
            <a:spLocks/>
          </p:cNvSpPr>
          <p:nvPr/>
        </p:nvSpPr>
        <p:spPr>
          <a:xfrm>
            <a:off x="7126595" y="63017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0" name="data_3789">
            <a:extLst>
              <a:ext uri="{FF2B5EF4-FFF2-40B4-BE49-F238E27FC236}">
                <a16:creationId xmlns:a16="http://schemas.microsoft.com/office/drawing/2014/main" id="{1E36D114-5420-423F-A3E7-0DBA30202066}"/>
              </a:ext>
            </a:extLst>
          </p:cNvPr>
          <p:cNvSpPr>
            <a:spLocks/>
          </p:cNvSpPr>
          <p:nvPr/>
        </p:nvSpPr>
        <p:spPr>
          <a:xfrm>
            <a:off x="7140451" y="67237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1" name="data_3790">
            <a:extLst>
              <a:ext uri="{FF2B5EF4-FFF2-40B4-BE49-F238E27FC236}">
                <a16:creationId xmlns:a16="http://schemas.microsoft.com/office/drawing/2014/main" id="{5BE6BCF6-6422-4171-B456-782D0A2857EB}"/>
              </a:ext>
            </a:extLst>
          </p:cNvPr>
          <p:cNvSpPr>
            <a:spLocks/>
          </p:cNvSpPr>
          <p:nvPr/>
        </p:nvSpPr>
        <p:spPr>
          <a:xfrm>
            <a:off x="7166698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2" name="data_3791">
            <a:extLst>
              <a:ext uri="{FF2B5EF4-FFF2-40B4-BE49-F238E27FC236}">
                <a16:creationId xmlns:a16="http://schemas.microsoft.com/office/drawing/2014/main" id="{4F082B38-6B7F-4890-BC4C-FDDE85AA1995}"/>
              </a:ext>
            </a:extLst>
          </p:cNvPr>
          <p:cNvSpPr>
            <a:spLocks/>
          </p:cNvSpPr>
          <p:nvPr/>
        </p:nvSpPr>
        <p:spPr>
          <a:xfrm>
            <a:off x="7129408" y="684654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3" name="data_3792">
            <a:extLst>
              <a:ext uri="{FF2B5EF4-FFF2-40B4-BE49-F238E27FC236}">
                <a16:creationId xmlns:a16="http://schemas.microsoft.com/office/drawing/2014/main" id="{201C3027-E44B-487F-AA78-1F2A91D204A6}"/>
              </a:ext>
            </a:extLst>
          </p:cNvPr>
          <p:cNvSpPr>
            <a:spLocks/>
          </p:cNvSpPr>
          <p:nvPr/>
        </p:nvSpPr>
        <p:spPr>
          <a:xfrm>
            <a:off x="7198679" y="63290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4" name="data_3793">
            <a:extLst>
              <a:ext uri="{FF2B5EF4-FFF2-40B4-BE49-F238E27FC236}">
                <a16:creationId xmlns:a16="http://schemas.microsoft.com/office/drawing/2014/main" id="{F04054ED-1A10-4D8D-818F-0254FCEC405F}"/>
              </a:ext>
            </a:extLst>
          </p:cNvPr>
          <p:cNvSpPr>
            <a:spLocks/>
          </p:cNvSpPr>
          <p:nvPr/>
        </p:nvSpPr>
        <p:spPr>
          <a:xfrm>
            <a:off x="7148610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5" name="data_3794">
            <a:extLst>
              <a:ext uri="{FF2B5EF4-FFF2-40B4-BE49-F238E27FC236}">
                <a16:creationId xmlns:a16="http://schemas.microsoft.com/office/drawing/2014/main" id="{270070A5-EA40-4E02-AC84-FC3FC8BF696E}"/>
              </a:ext>
            </a:extLst>
          </p:cNvPr>
          <p:cNvSpPr>
            <a:spLocks/>
          </p:cNvSpPr>
          <p:nvPr/>
        </p:nvSpPr>
        <p:spPr>
          <a:xfrm>
            <a:off x="7159745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6" name="data_3795">
            <a:extLst>
              <a:ext uri="{FF2B5EF4-FFF2-40B4-BE49-F238E27FC236}">
                <a16:creationId xmlns:a16="http://schemas.microsoft.com/office/drawing/2014/main" id="{3407194E-1BB6-4339-86ED-07285B318EF6}"/>
              </a:ext>
            </a:extLst>
          </p:cNvPr>
          <p:cNvSpPr>
            <a:spLocks/>
          </p:cNvSpPr>
          <p:nvPr/>
        </p:nvSpPr>
        <p:spPr>
          <a:xfrm>
            <a:off x="7092765" y="6692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7" name="data_3796">
            <a:extLst>
              <a:ext uri="{FF2B5EF4-FFF2-40B4-BE49-F238E27FC236}">
                <a16:creationId xmlns:a16="http://schemas.microsoft.com/office/drawing/2014/main" id="{89627A23-0BE1-4940-94C6-F5F475B6778D}"/>
              </a:ext>
            </a:extLst>
          </p:cNvPr>
          <p:cNvSpPr>
            <a:spLocks/>
          </p:cNvSpPr>
          <p:nvPr/>
        </p:nvSpPr>
        <p:spPr>
          <a:xfrm>
            <a:off x="7131516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8" name="data_3797">
            <a:extLst>
              <a:ext uri="{FF2B5EF4-FFF2-40B4-BE49-F238E27FC236}">
                <a16:creationId xmlns:a16="http://schemas.microsoft.com/office/drawing/2014/main" id="{92E28982-DC4B-47B7-88D2-0F218C8E360C}"/>
              </a:ext>
            </a:extLst>
          </p:cNvPr>
          <p:cNvSpPr>
            <a:spLocks/>
          </p:cNvSpPr>
          <p:nvPr/>
        </p:nvSpPr>
        <p:spPr>
          <a:xfrm>
            <a:off x="7140436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9" name="data_3798">
            <a:extLst>
              <a:ext uri="{FF2B5EF4-FFF2-40B4-BE49-F238E27FC236}">
                <a16:creationId xmlns:a16="http://schemas.microsoft.com/office/drawing/2014/main" id="{CFAF63B2-3583-4D44-926E-457450D04729}"/>
              </a:ext>
            </a:extLst>
          </p:cNvPr>
          <p:cNvSpPr>
            <a:spLocks/>
          </p:cNvSpPr>
          <p:nvPr/>
        </p:nvSpPr>
        <p:spPr>
          <a:xfrm>
            <a:off x="7116263" y="5765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0" name="data_3799">
            <a:extLst>
              <a:ext uri="{FF2B5EF4-FFF2-40B4-BE49-F238E27FC236}">
                <a16:creationId xmlns:a16="http://schemas.microsoft.com/office/drawing/2014/main" id="{AF2A35B0-DF0C-43BD-B94F-361EDEA614C1}"/>
              </a:ext>
            </a:extLst>
          </p:cNvPr>
          <p:cNvSpPr>
            <a:spLocks/>
          </p:cNvSpPr>
          <p:nvPr/>
        </p:nvSpPr>
        <p:spPr>
          <a:xfrm>
            <a:off x="7110654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1" name="data_3800">
            <a:extLst>
              <a:ext uri="{FF2B5EF4-FFF2-40B4-BE49-F238E27FC236}">
                <a16:creationId xmlns:a16="http://schemas.microsoft.com/office/drawing/2014/main" id="{018FEA26-3CA8-4671-8F78-FAFAC03F7262}"/>
              </a:ext>
            </a:extLst>
          </p:cNvPr>
          <p:cNvSpPr>
            <a:spLocks/>
          </p:cNvSpPr>
          <p:nvPr/>
        </p:nvSpPr>
        <p:spPr>
          <a:xfrm>
            <a:off x="7209922" y="662327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2" name="data_3801">
            <a:extLst>
              <a:ext uri="{FF2B5EF4-FFF2-40B4-BE49-F238E27FC236}">
                <a16:creationId xmlns:a16="http://schemas.microsoft.com/office/drawing/2014/main" id="{C7616403-E39E-49E7-9BBA-E63F1AC5D159}"/>
              </a:ext>
            </a:extLst>
          </p:cNvPr>
          <p:cNvSpPr>
            <a:spLocks/>
          </p:cNvSpPr>
          <p:nvPr/>
        </p:nvSpPr>
        <p:spPr>
          <a:xfrm>
            <a:off x="7101051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3" name="data_3802">
            <a:extLst>
              <a:ext uri="{FF2B5EF4-FFF2-40B4-BE49-F238E27FC236}">
                <a16:creationId xmlns:a16="http://schemas.microsoft.com/office/drawing/2014/main" id="{B1136AAB-5B9C-4237-AC80-AC91FB94F309}"/>
              </a:ext>
            </a:extLst>
          </p:cNvPr>
          <p:cNvSpPr>
            <a:spLocks/>
          </p:cNvSpPr>
          <p:nvPr/>
        </p:nvSpPr>
        <p:spPr>
          <a:xfrm>
            <a:off x="7102351" y="57069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4" name="data_3803">
            <a:extLst>
              <a:ext uri="{FF2B5EF4-FFF2-40B4-BE49-F238E27FC236}">
                <a16:creationId xmlns:a16="http://schemas.microsoft.com/office/drawing/2014/main" id="{4D604AB8-80A3-47FE-9B7B-92A139A26C64}"/>
              </a:ext>
            </a:extLst>
          </p:cNvPr>
          <p:cNvSpPr>
            <a:spLocks/>
          </p:cNvSpPr>
          <p:nvPr/>
        </p:nvSpPr>
        <p:spPr>
          <a:xfrm>
            <a:off x="7185048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5" name="data_3804">
            <a:extLst>
              <a:ext uri="{FF2B5EF4-FFF2-40B4-BE49-F238E27FC236}">
                <a16:creationId xmlns:a16="http://schemas.microsoft.com/office/drawing/2014/main" id="{E94D2255-F577-4696-8FCA-95E66919EE67}"/>
              </a:ext>
            </a:extLst>
          </p:cNvPr>
          <p:cNvSpPr>
            <a:spLocks/>
          </p:cNvSpPr>
          <p:nvPr/>
        </p:nvSpPr>
        <p:spPr>
          <a:xfrm>
            <a:off x="7100764" y="58838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6" name="data_3805">
            <a:extLst>
              <a:ext uri="{FF2B5EF4-FFF2-40B4-BE49-F238E27FC236}">
                <a16:creationId xmlns:a16="http://schemas.microsoft.com/office/drawing/2014/main" id="{7D06C3B8-FC51-44E8-9279-411696D03DCB}"/>
              </a:ext>
            </a:extLst>
          </p:cNvPr>
          <p:cNvSpPr>
            <a:spLocks/>
          </p:cNvSpPr>
          <p:nvPr/>
        </p:nvSpPr>
        <p:spPr>
          <a:xfrm>
            <a:off x="717496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7" name="data_3806">
            <a:extLst>
              <a:ext uri="{FF2B5EF4-FFF2-40B4-BE49-F238E27FC236}">
                <a16:creationId xmlns:a16="http://schemas.microsoft.com/office/drawing/2014/main" id="{5301C241-6D03-47F5-BB70-9EB31B26D4E7}"/>
              </a:ext>
            </a:extLst>
          </p:cNvPr>
          <p:cNvSpPr>
            <a:spLocks/>
          </p:cNvSpPr>
          <p:nvPr/>
        </p:nvSpPr>
        <p:spPr>
          <a:xfrm>
            <a:off x="7095858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8" name="data_3807">
            <a:extLst>
              <a:ext uri="{FF2B5EF4-FFF2-40B4-BE49-F238E27FC236}">
                <a16:creationId xmlns:a16="http://schemas.microsoft.com/office/drawing/2014/main" id="{C32D8F55-207B-49B9-96D8-AA7528C7852B}"/>
              </a:ext>
            </a:extLst>
          </p:cNvPr>
          <p:cNvSpPr>
            <a:spLocks/>
          </p:cNvSpPr>
          <p:nvPr/>
        </p:nvSpPr>
        <p:spPr>
          <a:xfrm>
            <a:off x="7168499" y="68342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9" name="data_3808">
            <a:extLst>
              <a:ext uri="{FF2B5EF4-FFF2-40B4-BE49-F238E27FC236}">
                <a16:creationId xmlns:a16="http://schemas.microsoft.com/office/drawing/2014/main" id="{D45D2372-2FAB-4281-B021-DED9476DAA12}"/>
              </a:ext>
            </a:extLst>
          </p:cNvPr>
          <p:cNvSpPr>
            <a:spLocks/>
          </p:cNvSpPr>
          <p:nvPr/>
        </p:nvSpPr>
        <p:spPr>
          <a:xfrm>
            <a:off x="7163122" y="64625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0" name="data_3809">
            <a:extLst>
              <a:ext uri="{FF2B5EF4-FFF2-40B4-BE49-F238E27FC236}">
                <a16:creationId xmlns:a16="http://schemas.microsoft.com/office/drawing/2014/main" id="{A720B69F-E549-43E8-8FC4-E80FEBBA7D23}"/>
              </a:ext>
            </a:extLst>
          </p:cNvPr>
          <p:cNvSpPr>
            <a:spLocks/>
          </p:cNvSpPr>
          <p:nvPr/>
        </p:nvSpPr>
        <p:spPr>
          <a:xfrm>
            <a:off x="718846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1" name="data_3810">
            <a:extLst>
              <a:ext uri="{FF2B5EF4-FFF2-40B4-BE49-F238E27FC236}">
                <a16:creationId xmlns:a16="http://schemas.microsoft.com/office/drawing/2014/main" id="{015C0BD6-3600-48B4-BB47-2E10937F0397}"/>
              </a:ext>
            </a:extLst>
          </p:cNvPr>
          <p:cNvSpPr>
            <a:spLocks/>
          </p:cNvSpPr>
          <p:nvPr/>
        </p:nvSpPr>
        <p:spPr>
          <a:xfrm>
            <a:off x="7151173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2" name="data_3811">
            <a:extLst>
              <a:ext uri="{FF2B5EF4-FFF2-40B4-BE49-F238E27FC236}">
                <a16:creationId xmlns:a16="http://schemas.microsoft.com/office/drawing/2014/main" id="{223AFC84-450A-4AB5-9BAB-66CF382A57F6}"/>
              </a:ext>
            </a:extLst>
          </p:cNvPr>
          <p:cNvSpPr>
            <a:spLocks/>
          </p:cNvSpPr>
          <p:nvPr/>
        </p:nvSpPr>
        <p:spPr>
          <a:xfrm>
            <a:off x="7111564" y="646251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3" name="data_3812">
            <a:extLst>
              <a:ext uri="{FF2B5EF4-FFF2-40B4-BE49-F238E27FC236}">
                <a16:creationId xmlns:a16="http://schemas.microsoft.com/office/drawing/2014/main" id="{57EA1EF0-0D4B-4601-BC83-78A7F15728CE}"/>
              </a:ext>
            </a:extLst>
          </p:cNvPr>
          <p:cNvSpPr>
            <a:spLocks/>
          </p:cNvSpPr>
          <p:nvPr/>
        </p:nvSpPr>
        <p:spPr>
          <a:xfrm>
            <a:off x="7204089" y="6767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4" name="data_3813">
            <a:extLst>
              <a:ext uri="{FF2B5EF4-FFF2-40B4-BE49-F238E27FC236}">
                <a16:creationId xmlns:a16="http://schemas.microsoft.com/office/drawing/2014/main" id="{AA93DE1C-7EF2-4194-8196-A6FE7AAFFDA1}"/>
              </a:ext>
            </a:extLst>
          </p:cNvPr>
          <p:cNvSpPr>
            <a:spLocks/>
          </p:cNvSpPr>
          <p:nvPr/>
        </p:nvSpPr>
        <p:spPr>
          <a:xfrm>
            <a:off x="7098481" y="59802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5" name="data_3814">
            <a:extLst>
              <a:ext uri="{FF2B5EF4-FFF2-40B4-BE49-F238E27FC236}">
                <a16:creationId xmlns:a16="http://schemas.microsoft.com/office/drawing/2014/main" id="{A3B8283D-BD50-4BDE-A755-BB8F243B0172}"/>
              </a:ext>
            </a:extLst>
          </p:cNvPr>
          <p:cNvSpPr>
            <a:spLocks/>
          </p:cNvSpPr>
          <p:nvPr/>
        </p:nvSpPr>
        <p:spPr>
          <a:xfrm>
            <a:off x="7188662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6" name="data_3815">
            <a:extLst>
              <a:ext uri="{FF2B5EF4-FFF2-40B4-BE49-F238E27FC236}">
                <a16:creationId xmlns:a16="http://schemas.microsoft.com/office/drawing/2014/main" id="{CADE8565-FF3A-4C4F-BB01-0279D977AE0B}"/>
              </a:ext>
            </a:extLst>
          </p:cNvPr>
          <p:cNvSpPr>
            <a:spLocks/>
          </p:cNvSpPr>
          <p:nvPr/>
        </p:nvSpPr>
        <p:spPr>
          <a:xfrm>
            <a:off x="7094522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7" name="data_3816">
            <a:extLst>
              <a:ext uri="{FF2B5EF4-FFF2-40B4-BE49-F238E27FC236}">
                <a16:creationId xmlns:a16="http://schemas.microsoft.com/office/drawing/2014/main" id="{72B98929-6356-4CE7-A90D-46C83EFA7B01}"/>
              </a:ext>
            </a:extLst>
          </p:cNvPr>
          <p:cNvSpPr>
            <a:spLocks/>
          </p:cNvSpPr>
          <p:nvPr/>
        </p:nvSpPr>
        <p:spPr>
          <a:xfrm>
            <a:off x="716239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8" name="data_3817">
            <a:extLst>
              <a:ext uri="{FF2B5EF4-FFF2-40B4-BE49-F238E27FC236}">
                <a16:creationId xmlns:a16="http://schemas.microsoft.com/office/drawing/2014/main" id="{DB87F316-0FCC-45CE-8E40-5979D9142EB6}"/>
              </a:ext>
            </a:extLst>
          </p:cNvPr>
          <p:cNvSpPr>
            <a:spLocks/>
          </p:cNvSpPr>
          <p:nvPr/>
        </p:nvSpPr>
        <p:spPr>
          <a:xfrm>
            <a:off x="7097449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9" name="data_3818">
            <a:extLst>
              <a:ext uri="{FF2B5EF4-FFF2-40B4-BE49-F238E27FC236}">
                <a16:creationId xmlns:a16="http://schemas.microsoft.com/office/drawing/2014/main" id="{34C59835-3836-4951-8D36-74E55D386F6C}"/>
              </a:ext>
            </a:extLst>
          </p:cNvPr>
          <p:cNvSpPr>
            <a:spLocks/>
          </p:cNvSpPr>
          <p:nvPr/>
        </p:nvSpPr>
        <p:spPr>
          <a:xfrm>
            <a:off x="7189093" y="684654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0" name="data_3819">
            <a:extLst>
              <a:ext uri="{FF2B5EF4-FFF2-40B4-BE49-F238E27FC236}">
                <a16:creationId xmlns:a16="http://schemas.microsoft.com/office/drawing/2014/main" id="{5CA9B0C1-152F-4E50-B70B-3E24595EB24A}"/>
              </a:ext>
            </a:extLst>
          </p:cNvPr>
          <p:cNvSpPr>
            <a:spLocks/>
          </p:cNvSpPr>
          <p:nvPr/>
        </p:nvSpPr>
        <p:spPr>
          <a:xfrm>
            <a:off x="7195410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1" name="data_3820">
            <a:extLst>
              <a:ext uri="{FF2B5EF4-FFF2-40B4-BE49-F238E27FC236}">
                <a16:creationId xmlns:a16="http://schemas.microsoft.com/office/drawing/2014/main" id="{A09640C8-62EE-4FD1-B286-FB03D2B27BF4}"/>
              </a:ext>
            </a:extLst>
          </p:cNvPr>
          <p:cNvSpPr>
            <a:spLocks/>
          </p:cNvSpPr>
          <p:nvPr/>
        </p:nvSpPr>
        <p:spPr>
          <a:xfrm>
            <a:off x="7170269" y="67840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2" name="data_3821">
            <a:extLst>
              <a:ext uri="{FF2B5EF4-FFF2-40B4-BE49-F238E27FC236}">
                <a16:creationId xmlns:a16="http://schemas.microsoft.com/office/drawing/2014/main" id="{DBB05B61-E94E-4187-A381-850363F8EEA4}"/>
              </a:ext>
            </a:extLst>
          </p:cNvPr>
          <p:cNvSpPr>
            <a:spLocks/>
          </p:cNvSpPr>
          <p:nvPr/>
        </p:nvSpPr>
        <p:spPr>
          <a:xfrm>
            <a:off x="712355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3" name="data_3822">
            <a:extLst>
              <a:ext uri="{FF2B5EF4-FFF2-40B4-BE49-F238E27FC236}">
                <a16:creationId xmlns:a16="http://schemas.microsoft.com/office/drawing/2014/main" id="{7662DECC-5BF4-4D5E-A965-41744401DBB3}"/>
              </a:ext>
            </a:extLst>
          </p:cNvPr>
          <p:cNvSpPr>
            <a:spLocks/>
          </p:cNvSpPr>
          <p:nvPr/>
        </p:nvSpPr>
        <p:spPr>
          <a:xfrm>
            <a:off x="7209090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4" name="data_3823">
            <a:extLst>
              <a:ext uri="{FF2B5EF4-FFF2-40B4-BE49-F238E27FC236}">
                <a16:creationId xmlns:a16="http://schemas.microsoft.com/office/drawing/2014/main" id="{ACE8F064-614C-4159-83FC-91BABAF9D996}"/>
              </a:ext>
            </a:extLst>
          </p:cNvPr>
          <p:cNvSpPr>
            <a:spLocks/>
          </p:cNvSpPr>
          <p:nvPr/>
        </p:nvSpPr>
        <p:spPr>
          <a:xfrm>
            <a:off x="7185218" y="66692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5" name="data_3824">
            <a:extLst>
              <a:ext uri="{FF2B5EF4-FFF2-40B4-BE49-F238E27FC236}">
                <a16:creationId xmlns:a16="http://schemas.microsoft.com/office/drawing/2014/main" id="{2902EF14-C40F-47F4-904F-B4ADCBE135C8}"/>
              </a:ext>
            </a:extLst>
          </p:cNvPr>
          <p:cNvSpPr>
            <a:spLocks/>
          </p:cNvSpPr>
          <p:nvPr/>
        </p:nvSpPr>
        <p:spPr>
          <a:xfrm>
            <a:off x="715087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6" name="data_3825">
            <a:extLst>
              <a:ext uri="{FF2B5EF4-FFF2-40B4-BE49-F238E27FC236}">
                <a16:creationId xmlns:a16="http://schemas.microsoft.com/office/drawing/2014/main" id="{5F765AB9-8893-4634-BA28-10A33407AE5B}"/>
              </a:ext>
            </a:extLst>
          </p:cNvPr>
          <p:cNvSpPr>
            <a:spLocks/>
          </p:cNvSpPr>
          <p:nvPr/>
        </p:nvSpPr>
        <p:spPr>
          <a:xfrm>
            <a:off x="7209037" y="66500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7" name="data_3826">
            <a:extLst>
              <a:ext uri="{FF2B5EF4-FFF2-40B4-BE49-F238E27FC236}">
                <a16:creationId xmlns:a16="http://schemas.microsoft.com/office/drawing/2014/main" id="{6C018E3C-5154-48CC-BAF1-A1C0377BCF2C}"/>
              </a:ext>
            </a:extLst>
          </p:cNvPr>
          <p:cNvSpPr>
            <a:spLocks/>
          </p:cNvSpPr>
          <p:nvPr/>
        </p:nvSpPr>
        <p:spPr>
          <a:xfrm>
            <a:off x="715965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8" name="data_3827">
            <a:extLst>
              <a:ext uri="{FF2B5EF4-FFF2-40B4-BE49-F238E27FC236}">
                <a16:creationId xmlns:a16="http://schemas.microsoft.com/office/drawing/2014/main" id="{A806B07F-F482-4884-BF04-E3F450E8A393}"/>
              </a:ext>
            </a:extLst>
          </p:cNvPr>
          <p:cNvSpPr>
            <a:spLocks/>
          </p:cNvSpPr>
          <p:nvPr/>
        </p:nvSpPr>
        <p:spPr>
          <a:xfrm>
            <a:off x="7138642" y="61410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9" name="data_3828">
            <a:extLst>
              <a:ext uri="{FF2B5EF4-FFF2-40B4-BE49-F238E27FC236}">
                <a16:creationId xmlns:a16="http://schemas.microsoft.com/office/drawing/2014/main" id="{BA40A67D-2D90-4844-9F19-471984439E37}"/>
              </a:ext>
            </a:extLst>
          </p:cNvPr>
          <p:cNvSpPr>
            <a:spLocks/>
          </p:cNvSpPr>
          <p:nvPr/>
        </p:nvSpPr>
        <p:spPr>
          <a:xfrm>
            <a:off x="7163044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0" name="data_3829">
            <a:extLst>
              <a:ext uri="{FF2B5EF4-FFF2-40B4-BE49-F238E27FC236}">
                <a16:creationId xmlns:a16="http://schemas.microsoft.com/office/drawing/2014/main" id="{9A5DFF60-5E4F-481C-9B95-4DA3D0BE4568}"/>
              </a:ext>
            </a:extLst>
          </p:cNvPr>
          <p:cNvSpPr>
            <a:spLocks/>
          </p:cNvSpPr>
          <p:nvPr/>
        </p:nvSpPr>
        <p:spPr>
          <a:xfrm>
            <a:off x="7106716" y="64395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1" name="data_3830">
            <a:extLst>
              <a:ext uri="{FF2B5EF4-FFF2-40B4-BE49-F238E27FC236}">
                <a16:creationId xmlns:a16="http://schemas.microsoft.com/office/drawing/2014/main" id="{59D86D9D-5A48-40C1-AD02-267509D74280}"/>
              </a:ext>
            </a:extLst>
          </p:cNvPr>
          <p:cNvSpPr>
            <a:spLocks/>
          </p:cNvSpPr>
          <p:nvPr/>
        </p:nvSpPr>
        <p:spPr>
          <a:xfrm>
            <a:off x="7122376" y="58838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2" name="data_3831">
            <a:extLst>
              <a:ext uri="{FF2B5EF4-FFF2-40B4-BE49-F238E27FC236}">
                <a16:creationId xmlns:a16="http://schemas.microsoft.com/office/drawing/2014/main" id="{6DF58397-8EE2-4EC0-A691-2CF32A457E11}"/>
              </a:ext>
            </a:extLst>
          </p:cNvPr>
          <p:cNvSpPr>
            <a:spLocks/>
          </p:cNvSpPr>
          <p:nvPr/>
        </p:nvSpPr>
        <p:spPr>
          <a:xfrm>
            <a:off x="720916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3" name="data_3832">
            <a:extLst>
              <a:ext uri="{FF2B5EF4-FFF2-40B4-BE49-F238E27FC236}">
                <a16:creationId xmlns:a16="http://schemas.microsoft.com/office/drawing/2014/main" id="{EBA38DD6-E68E-4593-BA45-1CC51C8045FA}"/>
              </a:ext>
            </a:extLst>
          </p:cNvPr>
          <p:cNvSpPr>
            <a:spLocks/>
          </p:cNvSpPr>
          <p:nvPr/>
        </p:nvSpPr>
        <p:spPr>
          <a:xfrm>
            <a:off x="7120898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4" name="data_3833">
            <a:extLst>
              <a:ext uri="{FF2B5EF4-FFF2-40B4-BE49-F238E27FC236}">
                <a16:creationId xmlns:a16="http://schemas.microsoft.com/office/drawing/2014/main" id="{C988D18C-B6CB-49B7-ADC3-0BFDF5EC3F96}"/>
              </a:ext>
            </a:extLst>
          </p:cNvPr>
          <p:cNvSpPr>
            <a:spLocks/>
          </p:cNvSpPr>
          <p:nvPr/>
        </p:nvSpPr>
        <p:spPr>
          <a:xfrm>
            <a:off x="7154419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5" name="data_3834">
            <a:extLst>
              <a:ext uri="{FF2B5EF4-FFF2-40B4-BE49-F238E27FC236}">
                <a16:creationId xmlns:a16="http://schemas.microsoft.com/office/drawing/2014/main" id="{7CE636D4-5BC8-43D9-B81F-FAF540F32C63}"/>
              </a:ext>
            </a:extLst>
          </p:cNvPr>
          <p:cNvSpPr>
            <a:spLocks/>
          </p:cNvSpPr>
          <p:nvPr/>
        </p:nvSpPr>
        <p:spPr>
          <a:xfrm>
            <a:off x="718106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6" name="data_3835">
            <a:extLst>
              <a:ext uri="{FF2B5EF4-FFF2-40B4-BE49-F238E27FC236}">
                <a16:creationId xmlns:a16="http://schemas.microsoft.com/office/drawing/2014/main" id="{390238F0-F036-46E8-A9E9-60A323E1C5E2}"/>
              </a:ext>
            </a:extLst>
          </p:cNvPr>
          <p:cNvSpPr>
            <a:spLocks/>
          </p:cNvSpPr>
          <p:nvPr/>
        </p:nvSpPr>
        <p:spPr>
          <a:xfrm>
            <a:off x="7140324" y="6237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7" name="data_3836">
            <a:extLst>
              <a:ext uri="{FF2B5EF4-FFF2-40B4-BE49-F238E27FC236}">
                <a16:creationId xmlns:a16="http://schemas.microsoft.com/office/drawing/2014/main" id="{B9B54C8D-2FA5-4B8B-9FAD-15530266F831}"/>
              </a:ext>
            </a:extLst>
          </p:cNvPr>
          <p:cNvSpPr>
            <a:spLocks/>
          </p:cNvSpPr>
          <p:nvPr/>
        </p:nvSpPr>
        <p:spPr>
          <a:xfrm>
            <a:off x="7157183" y="68087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8" name="data_3837">
            <a:extLst>
              <a:ext uri="{FF2B5EF4-FFF2-40B4-BE49-F238E27FC236}">
                <a16:creationId xmlns:a16="http://schemas.microsoft.com/office/drawing/2014/main" id="{757915F3-FEAD-42DC-86A2-1A61C8BDEB72}"/>
              </a:ext>
            </a:extLst>
          </p:cNvPr>
          <p:cNvSpPr>
            <a:spLocks/>
          </p:cNvSpPr>
          <p:nvPr/>
        </p:nvSpPr>
        <p:spPr>
          <a:xfrm>
            <a:off x="7168014" y="59343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9" name="data_3838">
            <a:extLst>
              <a:ext uri="{FF2B5EF4-FFF2-40B4-BE49-F238E27FC236}">
                <a16:creationId xmlns:a16="http://schemas.microsoft.com/office/drawing/2014/main" id="{68146BAB-2E8F-4A59-B97E-4C9ED77639B6}"/>
              </a:ext>
            </a:extLst>
          </p:cNvPr>
          <p:cNvSpPr>
            <a:spLocks/>
          </p:cNvSpPr>
          <p:nvPr/>
        </p:nvSpPr>
        <p:spPr>
          <a:xfrm>
            <a:off x="735705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0" name="data_3839">
            <a:extLst>
              <a:ext uri="{FF2B5EF4-FFF2-40B4-BE49-F238E27FC236}">
                <a16:creationId xmlns:a16="http://schemas.microsoft.com/office/drawing/2014/main" id="{33511FF3-114E-478B-A34D-301486B09F6C}"/>
              </a:ext>
            </a:extLst>
          </p:cNvPr>
          <p:cNvSpPr>
            <a:spLocks/>
          </p:cNvSpPr>
          <p:nvPr/>
        </p:nvSpPr>
        <p:spPr>
          <a:xfrm>
            <a:off x="7422922" y="555541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1" name="data_3840">
            <a:extLst>
              <a:ext uri="{FF2B5EF4-FFF2-40B4-BE49-F238E27FC236}">
                <a16:creationId xmlns:a16="http://schemas.microsoft.com/office/drawing/2014/main" id="{45A36C0B-4E02-43F0-806B-A1C54778D26E}"/>
              </a:ext>
            </a:extLst>
          </p:cNvPr>
          <p:cNvSpPr>
            <a:spLocks/>
          </p:cNvSpPr>
          <p:nvPr/>
        </p:nvSpPr>
        <p:spPr>
          <a:xfrm>
            <a:off x="741369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2" name="data_3841">
            <a:extLst>
              <a:ext uri="{FF2B5EF4-FFF2-40B4-BE49-F238E27FC236}">
                <a16:creationId xmlns:a16="http://schemas.microsoft.com/office/drawing/2014/main" id="{F871F905-C4F5-4392-B858-745ABE15A912}"/>
              </a:ext>
            </a:extLst>
          </p:cNvPr>
          <p:cNvSpPr>
            <a:spLocks/>
          </p:cNvSpPr>
          <p:nvPr/>
        </p:nvSpPr>
        <p:spPr>
          <a:xfrm>
            <a:off x="741521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3" name="data_3842">
            <a:extLst>
              <a:ext uri="{FF2B5EF4-FFF2-40B4-BE49-F238E27FC236}">
                <a16:creationId xmlns:a16="http://schemas.microsoft.com/office/drawing/2014/main" id="{8432E419-9B04-4112-9420-9922BFE348D9}"/>
              </a:ext>
            </a:extLst>
          </p:cNvPr>
          <p:cNvSpPr>
            <a:spLocks/>
          </p:cNvSpPr>
          <p:nvPr/>
        </p:nvSpPr>
        <p:spPr>
          <a:xfrm>
            <a:off x="739262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4" name="data_3843">
            <a:extLst>
              <a:ext uri="{FF2B5EF4-FFF2-40B4-BE49-F238E27FC236}">
                <a16:creationId xmlns:a16="http://schemas.microsoft.com/office/drawing/2014/main" id="{A24C1760-F35B-4E02-A252-F26B5F94D6B7}"/>
              </a:ext>
            </a:extLst>
          </p:cNvPr>
          <p:cNvSpPr>
            <a:spLocks/>
          </p:cNvSpPr>
          <p:nvPr/>
        </p:nvSpPr>
        <p:spPr>
          <a:xfrm>
            <a:off x="7426115" y="591968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5" name="data_3844">
            <a:extLst>
              <a:ext uri="{FF2B5EF4-FFF2-40B4-BE49-F238E27FC236}">
                <a16:creationId xmlns:a16="http://schemas.microsoft.com/office/drawing/2014/main" id="{BF59B79D-8450-41A9-8F7D-02CFF927E16F}"/>
              </a:ext>
            </a:extLst>
          </p:cNvPr>
          <p:cNvSpPr>
            <a:spLocks/>
          </p:cNvSpPr>
          <p:nvPr/>
        </p:nvSpPr>
        <p:spPr>
          <a:xfrm>
            <a:off x="7355418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6" name="data_3845">
            <a:extLst>
              <a:ext uri="{FF2B5EF4-FFF2-40B4-BE49-F238E27FC236}">
                <a16:creationId xmlns:a16="http://schemas.microsoft.com/office/drawing/2014/main" id="{1CE16FBA-00FB-403E-BAE5-E12FA7A34E2D}"/>
              </a:ext>
            </a:extLst>
          </p:cNvPr>
          <p:cNvSpPr>
            <a:spLocks/>
          </p:cNvSpPr>
          <p:nvPr/>
        </p:nvSpPr>
        <p:spPr>
          <a:xfrm>
            <a:off x="7391806" y="62079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7" name="data_3846">
            <a:extLst>
              <a:ext uri="{FF2B5EF4-FFF2-40B4-BE49-F238E27FC236}">
                <a16:creationId xmlns:a16="http://schemas.microsoft.com/office/drawing/2014/main" id="{0329F80A-7FEC-4391-BC84-FEA74E7A5621}"/>
              </a:ext>
            </a:extLst>
          </p:cNvPr>
          <p:cNvSpPr>
            <a:spLocks/>
          </p:cNvSpPr>
          <p:nvPr/>
        </p:nvSpPr>
        <p:spPr>
          <a:xfrm>
            <a:off x="745914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8" name="data_3847">
            <a:extLst>
              <a:ext uri="{FF2B5EF4-FFF2-40B4-BE49-F238E27FC236}">
                <a16:creationId xmlns:a16="http://schemas.microsoft.com/office/drawing/2014/main" id="{2030DC47-6F81-4844-BAAF-09F34753A5B5}"/>
              </a:ext>
            </a:extLst>
          </p:cNvPr>
          <p:cNvSpPr>
            <a:spLocks/>
          </p:cNvSpPr>
          <p:nvPr/>
        </p:nvSpPr>
        <p:spPr>
          <a:xfrm>
            <a:off x="739138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9" name="data_3848">
            <a:extLst>
              <a:ext uri="{FF2B5EF4-FFF2-40B4-BE49-F238E27FC236}">
                <a16:creationId xmlns:a16="http://schemas.microsoft.com/office/drawing/2014/main" id="{5F9C82FD-E09F-4F2E-A7A8-C471E5376D25}"/>
              </a:ext>
            </a:extLst>
          </p:cNvPr>
          <p:cNvSpPr>
            <a:spLocks/>
          </p:cNvSpPr>
          <p:nvPr/>
        </p:nvSpPr>
        <p:spPr>
          <a:xfrm>
            <a:off x="7399446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0" name="data_3849">
            <a:extLst>
              <a:ext uri="{FF2B5EF4-FFF2-40B4-BE49-F238E27FC236}">
                <a16:creationId xmlns:a16="http://schemas.microsoft.com/office/drawing/2014/main" id="{98423C7D-F38F-40FB-BEB9-4874A396C6BD}"/>
              </a:ext>
            </a:extLst>
          </p:cNvPr>
          <p:cNvSpPr>
            <a:spLocks/>
          </p:cNvSpPr>
          <p:nvPr/>
        </p:nvSpPr>
        <p:spPr>
          <a:xfrm>
            <a:off x="7353061" y="57290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1" name="data_3850">
            <a:extLst>
              <a:ext uri="{FF2B5EF4-FFF2-40B4-BE49-F238E27FC236}">
                <a16:creationId xmlns:a16="http://schemas.microsoft.com/office/drawing/2014/main" id="{25D2B01F-6E82-4729-970D-5B1048C5BE96}"/>
              </a:ext>
            </a:extLst>
          </p:cNvPr>
          <p:cNvSpPr>
            <a:spLocks/>
          </p:cNvSpPr>
          <p:nvPr/>
        </p:nvSpPr>
        <p:spPr>
          <a:xfrm>
            <a:off x="736866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2" name="data_3851">
            <a:extLst>
              <a:ext uri="{FF2B5EF4-FFF2-40B4-BE49-F238E27FC236}">
                <a16:creationId xmlns:a16="http://schemas.microsoft.com/office/drawing/2014/main" id="{AAF698E4-9C58-448A-804E-E968D30F0421}"/>
              </a:ext>
            </a:extLst>
          </p:cNvPr>
          <p:cNvSpPr>
            <a:spLocks/>
          </p:cNvSpPr>
          <p:nvPr/>
        </p:nvSpPr>
        <p:spPr>
          <a:xfrm>
            <a:off x="7418693" y="65027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3" name="data_3852">
            <a:extLst>
              <a:ext uri="{FF2B5EF4-FFF2-40B4-BE49-F238E27FC236}">
                <a16:creationId xmlns:a16="http://schemas.microsoft.com/office/drawing/2014/main" id="{B39D363A-9AD9-46A3-99C3-7DC7B58C1455}"/>
              </a:ext>
            </a:extLst>
          </p:cNvPr>
          <p:cNvSpPr>
            <a:spLocks/>
          </p:cNvSpPr>
          <p:nvPr/>
        </p:nvSpPr>
        <p:spPr>
          <a:xfrm>
            <a:off x="744965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4" name="data_3853">
            <a:extLst>
              <a:ext uri="{FF2B5EF4-FFF2-40B4-BE49-F238E27FC236}">
                <a16:creationId xmlns:a16="http://schemas.microsoft.com/office/drawing/2014/main" id="{6AF6F24E-1B85-45C7-BDF8-1695A1459FB9}"/>
              </a:ext>
            </a:extLst>
          </p:cNvPr>
          <p:cNvSpPr>
            <a:spLocks/>
          </p:cNvSpPr>
          <p:nvPr/>
        </p:nvSpPr>
        <p:spPr>
          <a:xfrm>
            <a:off x="7438846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5" name="data_3854">
            <a:extLst>
              <a:ext uri="{FF2B5EF4-FFF2-40B4-BE49-F238E27FC236}">
                <a16:creationId xmlns:a16="http://schemas.microsoft.com/office/drawing/2014/main" id="{F1E36CCE-EF93-42B0-A154-58965C608F41}"/>
              </a:ext>
            </a:extLst>
          </p:cNvPr>
          <p:cNvSpPr>
            <a:spLocks/>
          </p:cNvSpPr>
          <p:nvPr/>
        </p:nvSpPr>
        <p:spPr>
          <a:xfrm>
            <a:off x="741206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6" name="data_3855">
            <a:extLst>
              <a:ext uri="{FF2B5EF4-FFF2-40B4-BE49-F238E27FC236}">
                <a16:creationId xmlns:a16="http://schemas.microsoft.com/office/drawing/2014/main" id="{0F444A72-41B2-4F75-8805-94A8F27A4022}"/>
              </a:ext>
            </a:extLst>
          </p:cNvPr>
          <p:cNvSpPr>
            <a:spLocks/>
          </p:cNvSpPr>
          <p:nvPr/>
        </p:nvSpPr>
        <p:spPr>
          <a:xfrm>
            <a:off x="737163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7" name="data_3856">
            <a:extLst>
              <a:ext uri="{FF2B5EF4-FFF2-40B4-BE49-F238E27FC236}">
                <a16:creationId xmlns:a16="http://schemas.microsoft.com/office/drawing/2014/main" id="{44AB8278-184D-4545-AEA6-21271B4C37D0}"/>
              </a:ext>
            </a:extLst>
          </p:cNvPr>
          <p:cNvSpPr>
            <a:spLocks/>
          </p:cNvSpPr>
          <p:nvPr/>
        </p:nvSpPr>
        <p:spPr>
          <a:xfrm>
            <a:off x="7410151" y="59343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8" name="data_3857">
            <a:extLst>
              <a:ext uri="{FF2B5EF4-FFF2-40B4-BE49-F238E27FC236}">
                <a16:creationId xmlns:a16="http://schemas.microsoft.com/office/drawing/2014/main" id="{CB1BAB4C-8969-42CE-933A-8E18ACA44B70}"/>
              </a:ext>
            </a:extLst>
          </p:cNvPr>
          <p:cNvSpPr>
            <a:spLocks/>
          </p:cNvSpPr>
          <p:nvPr/>
        </p:nvSpPr>
        <p:spPr>
          <a:xfrm>
            <a:off x="7418980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9" name="data_3858">
            <a:extLst>
              <a:ext uri="{FF2B5EF4-FFF2-40B4-BE49-F238E27FC236}">
                <a16:creationId xmlns:a16="http://schemas.microsoft.com/office/drawing/2014/main" id="{E8609049-C481-436A-AC18-100A2CE86E73}"/>
              </a:ext>
            </a:extLst>
          </p:cNvPr>
          <p:cNvSpPr>
            <a:spLocks/>
          </p:cNvSpPr>
          <p:nvPr/>
        </p:nvSpPr>
        <p:spPr>
          <a:xfrm>
            <a:off x="7373429" y="66500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0" name="data_3859">
            <a:extLst>
              <a:ext uri="{FF2B5EF4-FFF2-40B4-BE49-F238E27FC236}">
                <a16:creationId xmlns:a16="http://schemas.microsoft.com/office/drawing/2014/main" id="{316C28BD-DA35-461A-BECA-1B797E989C48}"/>
              </a:ext>
            </a:extLst>
          </p:cNvPr>
          <p:cNvSpPr>
            <a:spLocks/>
          </p:cNvSpPr>
          <p:nvPr/>
        </p:nvSpPr>
        <p:spPr>
          <a:xfrm>
            <a:off x="740570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1" name="data_3860">
            <a:extLst>
              <a:ext uri="{FF2B5EF4-FFF2-40B4-BE49-F238E27FC236}">
                <a16:creationId xmlns:a16="http://schemas.microsoft.com/office/drawing/2014/main" id="{614063DC-4AF0-456C-8BCD-105111282E13}"/>
              </a:ext>
            </a:extLst>
          </p:cNvPr>
          <p:cNvSpPr>
            <a:spLocks/>
          </p:cNvSpPr>
          <p:nvPr/>
        </p:nvSpPr>
        <p:spPr>
          <a:xfrm>
            <a:off x="736795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2" name="data_3861">
            <a:extLst>
              <a:ext uri="{FF2B5EF4-FFF2-40B4-BE49-F238E27FC236}">
                <a16:creationId xmlns:a16="http://schemas.microsoft.com/office/drawing/2014/main" id="{0C040065-AA72-4458-851B-A538B3C51AAA}"/>
              </a:ext>
            </a:extLst>
          </p:cNvPr>
          <p:cNvSpPr>
            <a:spLocks/>
          </p:cNvSpPr>
          <p:nvPr/>
        </p:nvSpPr>
        <p:spPr>
          <a:xfrm>
            <a:off x="741380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3" name="data_3862">
            <a:extLst>
              <a:ext uri="{FF2B5EF4-FFF2-40B4-BE49-F238E27FC236}">
                <a16:creationId xmlns:a16="http://schemas.microsoft.com/office/drawing/2014/main" id="{63C54C1F-126D-4A0B-A2DC-EF3FEC99724C}"/>
              </a:ext>
            </a:extLst>
          </p:cNvPr>
          <p:cNvSpPr>
            <a:spLocks/>
          </p:cNvSpPr>
          <p:nvPr/>
        </p:nvSpPr>
        <p:spPr>
          <a:xfrm>
            <a:off x="737446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4" name="data_3863">
            <a:extLst>
              <a:ext uri="{FF2B5EF4-FFF2-40B4-BE49-F238E27FC236}">
                <a16:creationId xmlns:a16="http://schemas.microsoft.com/office/drawing/2014/main" id="{286FAFC2-5060-43A1-9E98-AFC22AC2B396}"/>
              </a:ext>
            </a:extLst>
          </p:cNvPr>
          <p:cNvSpPr>
            <a:spLocks/>
          </p:cNvSpPr>
          <p:nvPr/>
        </p:nvSpPr>
        <p:spPr>
          <a:xfrm>
            <a:off x="7354750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5" name="data_3864">
            <a:extLst>
              <a:ext uri="{FF2B5EF4-FFF2-40B4-BE49-F238E27FC236}">
                <a16:creationId xmlns:a16="http://schemas.microsoft.com/office/drawing/2014/main" id="{FBA5BDCD-8A26-49DB-B867-4B1D9EDACD31}"/>
              </a:ext>
            </a:extLst>
          </p:cNvPr>
          <p:cNvSpPr>
            <a:spLocks/>
          </p:cNvSpPr>
          <p:nvPr/>
        </p:nvSpPr>
        <p:spPr>
          <a:xfrm>
            <a:off x="7403374" y="65027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6" name="data_3865">
            <a:extLst>
              <a:ext uri="{FF2B5EF4-FFF2-40B4-BE49-F238E27FC236}">
                <a16:creationId xmlns:a16="http://schemas.microsoft.com/office/drawing/2014/main" id="{39245170-CEC4-4373-B6CF-C6881FC8BEDF}"/>
              </a:ext>
            </a:extLst>
          </p:cNvPr>
          <p:cNvSpPr>
            <a:spLocks/>
          </p:cNvSpPr>
          <p:nvPr/>
        </p:nvSpPr>
        <p:spPr>
          <a:xfrm>
            <a:off x="741324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7" name="data_3866">
            <a:extLst>
              <a:ext uri="{FF2B5EF4-FFF2-40B4-BE49-F238E27FC236}">
                <a16:creationId xmlns:a16="http://schemas.microsoft.com/office/drawing/2014/main" id="{6E34A1E5-A228-472B-BC2D-3FD95EB6F050}"/>
              </a:ext>
            </a:extLst>
          </p:cNvPr>
          <p:cNvSpPr>
            <a:spLocks/>
          </p:cNvSpPr>
          <p:nvPr/>
        </p:nvSpPr>
        <p:spPr>
          <a:xfrm>
            <a:off x="746318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8" name="data_3867">
            <a:extLst>
              <a:ext uri="{FF2B5EF4-FFF2-40B4-BE49-F238E27FC236}">
                <a16:creationId xmlns:a16="http://schemas.microsoft.com/office/drawing/2014/main" id="{39163777-6FF2-4AA5-8DC4-5C968EC5D805}"/>
              </a:ext>
            </a:extLst>
          </p:cNvPr>
          <p:cNvSpPr>
            <a:spLocks/>
          </p:cNvSpPr>
          <p:nvPr/>
        </p:nvSpPr>
        <p:spPr>
          <a:xfrm>
            <a:off x="7453990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9" name="data_3868">
            <a:extLst>
              <a:ext uri="{FF2B5EF4-FFF2-40B4-BE49-F238E27FC236}">
                <a16:creationId xmlns:a16="http://schemas.microsoft.com/office/drawing/2014/main" id="{1327D6B5-2450-4CD9-9135-1D6C2EBEFC7C}"/>
              </a:ext>
            </a:extLst>
          </p:cNvPr>
          <p:cNvSpPr>
            <a:spLocks/>
          </p:cNvSpPr>
          <p:nvPr/>
        </p:nvSpPr>
        <p:spPr>
          <a:xfrm>
            <a:off x="739199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0" name="data_3869">
            <a:extLst>
              <a:ext uri="{FF2B5EF4-FFF2-40B4-BE49-F238E27FC236}">
                <a16:creationId xmlns:a16="http://schemas.microsoft.com/office/drawing/2014/main" id="{9E146F3A-A8A2-45CC-8784-6CE9A96D425B}"/>
              </a:ext>
            </a:extLst>
          </p:cNvPr>
          <p:cNvSpPr>
            <a:spLocks/>
          </p:cNvSpPr>
          <p:nvPr/>
        </p:nvSpPr>
        <p:spPr>
          <a:xfrm>
            <a:off x="740088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1" name="data_3870">
            <a:extLst>
              <a:ext uri="{FF2B5EF4-FFF2-40B4-BE49-F238E27FC236}">
                <a16:creationId xmlns:a16="http://schemas.microsoft.com/office/drawing/2014/main" id="{362942D3-1F2C-459C-98B8-93E6D863089B}"/>
              </a:ext>
            </a:extLst>
          </p:cNvPr>
          <p:cNvSpPr>
            <a:spLocks/>
          </p:cNvSpPr>
          <p:nvPr/>
        </p:nvSpPr>
        <p:spPr>
          <a:xfrm>
            <a:off x="7419041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2" name="data_3871">
            <a:extLst>
              <a:ext uri="{FF2B5EF4-FFF2-40B4-BE49-F238E27FC236}">
                <a16:creationId xmlns:a16="http://schemas.microsoft.com/office/drawing/2014/main" id="{CC8A69B7-DA17-4E3D-8FF5-A83B7AA34F31}"/>
              </a:ext>
            </a:extLst>
          </p:cNvPr>
          <p:cNvSpPr>
            <a:spLocks/>
          </p:cNvSpPr>
          <p:nvPr/>
        </p:nvSpPr>
        <p:spPr>
          <a:xfrm>
            <a:off x="738288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3" name="data_3872">
            <a:extLst>
              <a:ext uri="{FF2B5EF4-FFF2-40B4-BE49-F238E27FC236}">
                <a16:creationId xmlns:a16="http://schemas.microsoft.com/office/drawing/2014/main" id="{A7FEE6D7-7731-4D16-AAB1-BA35A7729A86}"/>
              </a:ext>
            </a:extLst>
          </p:cNvPr>
          <p:cNvSpPr>
            <a:spLocks/>
          </p:cNvSpPr>
          <p:nvPr/>
        </p:nvSpPr>
        <p:spPr>
          <a:xfrm>
            <a:off x="7361833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4" name="data_3873">
            <a:extLst>
              <a:ext uri="{FF2B5EF4-FFF2-40B4-BE49-F238E27FC236}">
                <a16:creationId xmlns:a16="http://schemas.microsoft.com/office/drawing/2014/main" id="{69DB11EF-F791-4ECB-B668-88C00C1FC56C}"/>
              </a:ext>
            </a:extLst>
          </p:cNvPr>
          <p:cNvSpPr>
            <a:spLocks/>
          </p:cNvSpPr>
          <p:nvPr/>
        </p:nvSpPr>
        <p:spPr>
          <a:xfrm>
            <a:off x="741995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5" name="data_3874">
            <a:extLst>
              <a:ext uri="{FF2B5EF4-FFF2-40B4-BE49-F238E27FC236}">
                <a16:creationId xmlns:a16="http://schemas.microsoft.com/office/drawing/2014/main" id="{A7ECC9D4-2080-4D79-8CCC-3CCCF48FA211}"/>
              </a:ext>
            </a:extLst>
          </p:cNvPr>
          <p:cNvSpPr>
            <a:spLocks/>
          </p:cNvSpPr>
          <p:nvPr/>
        </p:nvSpPr>
        <p:spPr>
          <a:xfrm>
            <a:off x="743225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6" name="data_3875">
            <a:extLst>
              <a:ext uri="{FF2B5EF4-FFF2-40B4-BE49-F238E27FC236}">
                <a16:creationId xmlns:a16="http://schemas.microsoft.com/office/drawing/2014/main" id="{9ED6D711-1504-4F51-9BDA-5A775B08DA38}"/>
              </a:ext>
            </a:extLst>
          </p:cNvPr>
          <p:cNvSpPr>
            <a:spLocks/>
          </p:cNvSpPr>
          <p:nvPr/>
        </p:nvSpPr>
        <p:spPr>
          <a:xfrm>
            <a:off x="7413666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7" name="data_3876">
            <a:extLst>
              <a:ext uri="{FF2B5EF4-FFF2-40B4-BE49-F238E27FC236}">
                <a16:creationId xmlns:a16="http://schemas.microsoft.com/office/drawing/2014/main" id="{447109EC-A10F-4C74-97B5-D94C7E4DEABC}"/>
              </a:ext>
            </a:extLst>
          </p:cNvPr>
          <p:cNvSpPr>
            <a:spLocks/>
          </p:cNvSpPr>
          <p:nvPr/>
        </p:nvSpPr>
        <p:spPr>
          <a:xfrm>
            <a:off x="7466183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8" name="data_3877">
            <a:extLst>
              <a:ext uri="{FF2B5EF4-FFF2-40B4-BE49-F238E27FC236}">
                <a16:creationId xmlns:a16="http://schemas.microsoft.com/office/drawing/2014/main" id="{1FA8224F-86AB-4C5D-A2A6-B2CA8DC6D127}"/>
              </a:ext>
            </a:extLst>
          </p:cNvPr>
          <p:cNvSpPr>
            <a:spLocks/>
          </p:cNvSpPr>
          <p:nvPr/>
        </p:nvSpPr>
        <p:spPr>
          <a:xfrm>
            <a:off x="737470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9" name="data_3878">
            <a:extLst>
              <a:ext uri="{FF2B5EF4-FFF2-40B4-BE49-F238E27FC236}">
                <a16:creationId xmlns:a16="http://schemas.microsoft.com/office/drawing/2014/main" id="{0549011F-E6D4-45BF-84BF-ACB91502E43F}"/>
              </a:ext>
            </a:extLst>
          </p:cNvPr>
          <p:cNvSpPr>
            <a:spLocks/>
          </p:cNvSpPr>
          <p:nvPr/>
        </p:nvSpPr>
        <p:spPr>
          <a:xfrm>
            <a:off x="7452458" y="63132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0" name="data_3879">
            <a:extLst>
              <a:ext uri="{FF2B5EF4-FFF2-40B4-BE49-F238E27FC236}">
                <a16:creationId xmlns:a16="http://schemas.microsoft.com/office/drawing/2014/main" id="{78A0C689-6FE2-4C32-AD79-4AB63ED2D741}"/>
              </a:ext>
            </a:extLst>
          </p:cNvPr>
          <p:cNvSpPr>
            <a:spLocks/>
          </p:cNvSpPr>
          <p:nvPr/>
        </p:nvSpPr>
        <p:spPr>
          <a:xfrm>
            <a:off x="7401700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1" name="data_3880">
            <a:extLst>
              <a:ext uri="{FF2B5EF4-FFF2-40B4-BE49-F238E27FC236}">
                <a16:creationId xmlns:a16="http://schemas.microsoft.com/office/drawing/2014/main" id="{F98BA1BE-FEE4-42AD-ABDF-5C4BD8471030}"/>
              </a:ext>
            </a:extLst>
          </p:cNvPr>
          <p:cNvSpPr>
            <a:spLocks/>
          </p:cNvSpPr>
          <p:nvPr/>
        </p:nvSpPr>
        <p:spPr>
          <a:xfrm>
            <a:off x="736549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2" name="data_3881">
            <a:extLst>
              <a:ext uri="{FF2B5EF4-FFF2-40B4-BE49-F238E27FC236}">
                <a16:creationId xmlns:a16="http://schemas.microsoft.com/office/drawing/2014/main" id="{4240CA3B-225F-4834-9624-6D6293FE692E}"/>
              </a:ext>
            </a:extLst>
          </p:cNvPr>
          <p:cNvSpPr>
            <a:spLocks/>
          </p:cNvSpPr>
          <p:nvPr/>
        </p:nvSpPr>
        <p:spPr>
          <a:xfrm>
            <a:off x="740884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3" name="data_3882">
            <a:extLst>
              <a:ext uri="{FF2B5EF4-FFF2-40B4-BE49-F238E27FC236}">
                <a16:creationId xmlns:a16="http://schemas.microsoft.com/office/drawing/2014/main" id="{0F9A434A-29F4-4A02-9A31-2A6D32161037}"/>
              </a:ext>
            </a:extLst>
          </p:cNvPr>
          <p:cNvSpPr>
            <a:spLocks/>
          </p:cNvSpPr>
          <p:nvPr/>
        </p:nvSpPr>
        <p:spPr>
          <a:xfrm>
            <a:off x="741327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4" name="data_3883">
            <a:extLst>
              <a:ext uri="{FF2B5EF4-FFF2-40B4-BE49-F238E27FC236}">
                <a16:creationId xmlns:a16="http://schemas.microsoft.com/office/drawing/2014/main" id="{09BA713B-3DD9-40C6-8A13-26E211CD6595}"/>
              </a:ext>
            </a:extLst>
          </p:cNvPr>
          <p:cNvSpPr>
            <a:spLocks/>
          </p:cNvSpPr>
          <p:nvPr/>
        </p:nvSpPr>
        <p:spPr>
          <a:xfrm>
            <a:off x="736592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5" name="data_3884">
            <a:extLst>
              <a:ext uri="{FF2B5EF4-FFF2-40B4-BE49-F238E27FC236}">
                <a16:creationId xmlns:a16="http://schemas.microsoft.com/office/drawing/2014/main" id="{E4551111-99DB-4397-8AF0-466047B05866}"/>
              </a:ext>
            </a:extLst>
          </p:cNvPr>
          <p:cNvSpPr>
            <a:spLocks/>
          </p:cNvSpPr>
          <p:nvPr/>
        </p:nvSpPr>
        <p:spPr>
          <a:xfrm>
            <a:off x="738492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6" name="data_3885">
            <a:extLst>
              <a:ext uri="{FF2B5EF4-FFF2-40B4-BE49-F238E27FC236}">
                <a16:creationId xmlns:a16="http://schemas.microsoft.com/office/drawing/2014/main" id="{248FD0B8-611F-4C92-9FAC-386AC8CCB369}"/>
              </a:ext>
            </a:extLst>
          </p:cNvPr>
          <p:cNvSpPr>
            <a:spLocks/>
          </p:cNvSpPr>
          <p:nvPr/>
        </p:nvSpPr>
        <p:spPr>
          <a:xfrm>
            <a:off x="735775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7" name="data_3886">
            <a:extLst>
              <a:ext uri="{FF2B5EF4-FFF2-40B4-BE49-F238E27FC236}">
                <a16:creationId xmlns:a16="http://schemas.microsoft.com/office/drawing/2014/main" id="{C244479F-FF6B-43FB-B01E-3A2299B1F158}"/>
              </a:ext>
            </a:extLst>
          </p:cNvPr>
          <p:cNvSpPr>
            <a:spLocks/>
          </p:cNvSpPr>
          <p:nvPr/>
        </p:nvSpPr>
        <p:spPr>
          <a:xfrm>
            <a:off x="7410450" y="524198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8" name="data_3887">
            <a:extLst>
              <a:ext uri="{FF2B5EF4-FFF2-40B4-BE49-F238E27FC236}">
                <a16:creationId xmlns:a16="http://schemas.microsoft.com/office/drawing/2014/main" id="{DDA51A25-85E4-4765-AB03-B71DF4449827}"/>
              </a:ext>
            </a:extLst>
          </p:cNvPr>
          <p:cNvSpPr>
            <a:spLocks/>
          </p:cNvSpPr>
          <p:nvPr/>
        </p:nvSpPr>
        <p:spPr>
          <a:xfrm>
            <a:off x="7402411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9" name="data_3888">
            <a:extLst>
              <a:ext uri="{FF2B5EF4-FFF2-40B4-BE49-F238E27FC236}">
                <a16:creationId xmlns:a16="http://schemas.microsoft.com/office/drawing/2014/main" id="{35383D0F-7A1C-4A3B-BD28-986A8DC02B8D}"/>
              </a:ext>
            </a:extLst>
          </p:cNvPr>
          <p:cNvSpPr>
            <a:spLocks/>
          </p:cNvSpPr>
          <p:nvPr/>
        </p:nvSpPr>
        <p:spPr>
          <a:xfrm>
            <a:off x="735793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0" name="data_3889">
            <a:extLst>
              <a:ext uri="{FF2B5EF4-FFF2-40B4-BE49-F238E27FC236}">
                <a16:creationId xmlns:a16="http://schemas.microsoft.com/office/drawing/2014/main" id="{2852E2C5-76B7-4F5E-A7B4-81742CE904F5}"/>
              </a:ext>
            </a:extLst>
          </p:cNvPr>
          <p:cNvSpPr>
            <a:spLocks/>
          </p:cNvSpPr>
          <p:nvPr/>
        </p:nvSpPr>
        <p:spPr>
          <a:xfrm>
            <a:off x="7428164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1" name="data_3890">
            <a:extLst>
              <a:ext uri="{FF2B5EF4-FFF2-40B4-BE49-F238E27FC236}">
                <a16:creationId xmlns:a16="http://schemas.microsoft.com/office/drawing/2014/main" id="{5F8BAF9D-7A24-4B41-99CF-0BC2897E1076}"/>
              </a:ext>
            </a:extLst>
          </p:cNvPr>
          <p:cNvSpPr>
            <a:spLocks/>
          </p:cNvSpPr>
          <p:nvPr/>
        </p:nvSpPr>
        <p:spPr>
          <a:xfrm>
            <a:off x="741760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2" name="data_3891">
            <a:extLst>
              <a:ext uri="{FF2B5EF4-FFF2-40B4-BE49-F238E27FC236}">
                <a16:creationId xmlns:a16="http://schemas.microsoft.com/office/drawing/2014/main" id="{328DF716-45EF-48A3-8F4E-FF921678BD08}"/>
              </a:ext>
            </a:extLst>
          </p:cNvPr>
          <p:cNvSpPr>
            <a:spLocks/>
          </p:cNvSpPr>
          <p:nvPr/>
        </p:nvSpPr>
        <p:spPr>
          <a:xfrm>
            <a:off x="7384192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3" name="data_3892">
            <a:extLst>
              <a:ext uri="{FF2B5EF4-FFF2-40B4-BE49-F238E27FC236}">
                <a16:creationId xmlns:a16="http://schemas.microsoft.com/office/drawing/2014/main" id="{B8266C24-24BA-4E08-BB59-A36BADA3E77E}"/>
              </a:ext>
            </a:extLst>
          </p:cNvPr>
          <p:cNvSpPr>
            <a:spLocks/>
          </p:cNvSpPr>
          <p:nvPr/>
        </p:nvSpPr>
        <p:spPr>
          <a:xfrm>
            <a:off x="743532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4" name="data_3893">
            <a:extLst>
              <a:ext uri="{FF2B5EF4-FFF2-40B4-BE49-F238E27FC236}">
                <a16:creationId xmlns:a16="http://schemas.microsoft.com/office/drawing/2014/main" id="{1F7EEEA3-5EB5-4BB4-9B22-1A5CE667D740}"/>
              </a:ext>
            </a:extLst>
          </p:cNvPr>
          <p:cNvSpPr>
            <a:spLocks/>
          </p:cNvSpPr>
          <p:nvPr/>
        </p:nvSpPr>
        <p:spPr>
          <a:xfrm>
            <a:off x="742255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5" name="data_3894">
            <a:extLst>
              <a:ext uri="{FF2B5EF4-FFF2-40B4-BE49-F238E27FC236}">
                <a16:creationId xmlns:a16="http://schemas.microsoft.com/office/drawing/2014/main" id="{11E9588B-2DE8-486C-A87E-7D06F71BF569}"/>
              </a:ext>
            </a:extLst>
          </p:cNvPr>
          <p:cNvSpPr>
            <a:spLocks/>
          </p:cNvSpPr>
          <p:nvPr/>
        </p:nvSpPr>
        <p:spPr>
          <a:xfrm>
            <a:off x="7447128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6" name="data_3895">
            <a:extLst>
              <a:ext uri="{FF2B5EF4-FFF2-40B4-BE49-F238E27FC236}">
                <a16:creationId xmlns:a16="http://schemas.microsoft.com/office/drawing/2014/main" id="{4B44D3BE-DD72-40C4-8A1D-295D0332E684}"/>
              </a:ext>
            </a:extLst>
          </p:cNvPr>
          <p:cNvSpPr>
            <a:spLocks/>
          </p:cNvSpPr>
          <p:nvPr/>
        </p:nvSpPr>
        <p:spPr>
          <a:xfrm>
            <a:off x="740195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7" name="data_3896">
            <a:extLst>
              <a:ext uri="{FF2B5EF4-FFF2-40B4-BE49-F238E27FC236}">
                <a16:creationId xmlns:a16="http://schemas.microsoft.com/office/drawing/2014/main" id="{BD0F8098-9BB9-491C-9E88-BDBA6EB816DF}"/>
              </a:ext>
            </a:extLst>
          </p:cNvPr>
          <p:cNvSpPr>
            <a:spLocks/>
          </p:cNvSpPr>
          <p:nvPr/>
        </p:nvSpPr>
        <p:spPr>
          <a:xfrm>
            <a:off x="7387491" y="599262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8" name="data_3897">
            <a:extLst>
              <a:ext uri="{FF2B5EF4-FFF2-40B4-BE49-F238E27FC236}">
                <a16:creationId xmlns:a16="http://schemas.microsoft.com/office/drawing/2014/main" id="{93B2DE4A-A797-42E2-AB25-EE4DB0B00AEB}"/>
              </a:ext>
            </a:extLst>
          </p:cNvPr>
          <p:cNvSpPr>
            <a:spLocks/>
          </p:cNvSpPr>
          <p:nvPr/>
        </p:nvSpPr>
        <p:spPr>
          <a:xfrm>
            <a:off x="7390444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9" name="data_3898">
            <a:extLst>
              <a:ext uri="{FF2B5EF4-FFF2-40B4-BE49-F238E27FC236}">
                <a16:creationId xmlns:a16="http://schemas.microsoft.com/office/drawing/2014/main" id="{CEB12E18-5066-4DA7-BE91-1EDE582416B7}"/>
              </a:ext>
            </a:extLst>
          </p:cNvPr>
          <p:cNvSpPr>
            <a:spLocks/>
          </p:cNvSpPr>
          <p:nvPr/>
        </p:nvSpPr>
        <p:spPr>
          <a:xfrm>
            <a:off x="739692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0" name="data_3899">
            <a:extLst>
              <a:ext uri="{FF2B5EF4-FFF2-40B4-BE49-F238E27FC236}">
                <a16:creationId xmlns:a16="http://schemas.microsoft.com/office/drawing/2014/main" id="{7CBF30BC-A6B0-47A6-ADC7-D8F2F6D7D702}"/>
              </a:ext>
            </a:extLst>
          </p:cNvPr>
          <p:cNvSpPr>
            <a:spLocks/>
          </p:cNvSpPr>
          <p:nvPr/>
        </p:nvSpPr>
        <p:spPr>
          <a:xfrm>
            <a:off x="741988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1" name="data_3900">
            <a:extLst>
              <a:ext uri="{FF2B5EF4-FFF2-40B4-BE49-F238E27FC236}">
                <a16:creationId xmlns:a16="http://schemas.microsoft.com/office/drawing/2014/main" id="{79DCC79D-A91B-423B-A911-615F7F1E8D3F}"/>
              </a:ext>
            </a:extLst>
          </p:cNvPr>
          <p:cNvSpPr>
            <a:spLocks/>
          </p:cNvSpPr>
          <p:nvPr/>
        </p:nvSpPr>
        <p:spPr>
          <a:xfrm>
            <a:off x="743115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2" name="data_3901">
            <a:extLst>
              <a:ext uri="{FF2B5EF4-FFF2-40B4-BE49-F238E27FC236}">
                <a16:creationId xmlns:a16="http://schemas.microsoft.com/office/drawing/2014/main" id="{6C4BFF53-3730-42DA-9D99-DA0F1674CD20}"/>
              </a:ext>
            </a:extLst>
          </p:cNvPr>
          <p:cNvSpPr>
            <a:spLocks/>
          </p:cNvSpPr>
          <p:nvPr/>
        </p:nvSpPr>
        <p:spPr>
          <a:xfrm>
            <a:off x="739511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3" name="data_3902">
            <a:extLst>
              <a:ext uri="{FF2B5EF4-FFF2-40B4-BE49-F238E27FC236}">
                <a16:creationId xmlns:a16="http://schemas.microsoft.com/office/drawing/2014/main" id="{7062787D-1767-45F4-912F-96A2984DD636}"/>
              </a:ext>
            </a:extLst>
          </p:cNvPr>
          <p:cNvSpPr>
            <a:spLocks/>
          </p:cNvSpPr>
          <p:nvPr/>
        </p:nvSpPr>
        <p:spPr>
          <a:xfrm>
            <a:off x="744963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4" name="data_3903">
            <a:extLst>
              <a:ext uri="{FF2B5EF4-FFF2-40B4-BE49-F238E27FC236}">
                <a16:creationId xmlns:a16="http://schemas.microsoft.com/office/drawing/2014/main" id="{FA24DE80-5E68-458C-A9B6-4B5B00F13566}"/>
              </a:ext>
            </a:extLst>
          </p:cNvPr>
          <p:cNvSpPr>
            <a:spLocks/>
          </p:cNvSpPr>
          <p:nvPr/>
        </p:nvSpPr>
        <p:spPr>
          <a:xfrm>
            <a:off x="7427170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5" name="data_3904">
            <a:extLst>
              <a:ext uri="{FF2B5EF4-FFF2-40B4-BE49-F238E27FC236}">
                <a16:creationId xmlns:a16="http://schemas.microsoft.com/office/drawing/2014/main" id="{CA981DFE-4A54-4128-B7E3-411AFF080111}"/>
              </a:ext>
            </a:extLst>
          </p:cNvPr>
          <p:cNvSpPr>
            <a:spLocks/>
          </p:cNvSpPr>
          <p:nvPr/>
        </p:nvSpPr>
        <p:spPr>
          <a:xfrm>
            <a:off x="745731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6" name="data_3905">
            <a:extLst>
              <a:ext uri="{FF2B5EF4-FFF2-40B4-BE49-F238E27FC236}">
                <a16:creationId xmlns:a16="http://schemas.microsoft.com/office/drawing/2014/main" id="{95E5D629-D65A-4815-AB54-780D96A22AFF}"/>
              </a:ext>
            </a:extLst>
          </p:cNvPr>
          <p:cNvSpPr>
            <a:spLocks/>
          </p:cNvSpPr>
          <p:nvPr/>
        </p:nvSpPr>
        <p:spPr>
          <a:xfrm>
            <a:off x="7450862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7" name="data_3906">
            <a:extLst>
              <a:ext uri="{FF2B5EF4-FFF2-40B4-BE49-F238E27FC236}">
                <a16:creationId xmlns:a16="http://schemas.microsoft.com/office/drawing/2014/main" id="{8EC2A644-8ACA-46E3-9616-6D41A4034FE6}"/>
              </a:ext>
            </a:extLst>
          </p:cNvPr>
          <p:cNvSpPr>
            <a:spLocks/>
          </p:cNvSpPr>
          <p:nvPr/>
        </p:nvSpPr>
        <p:spPr>
          <a:xfrm>
            <a:off x="7445652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8" name="data_3907">
            <a:extLst>
              <a:ext uri="{FF2B5EF4-FFF2-40B4-BE49-F238E27FC236}">
                <a16:creationId xmlns:a16="http://schemas.microsoft.com/office/drawing/2014/main" id="{E3D39AEE-74F1-4968-A141-D120E0693853}"/>
              </a:ext>
            </a:extLst>
          </p:cNvPr>
          <p:cNvSpPr>
            <a:spLocks/>
          </p:cNvSpPr>
          <p:nvPr/>
        </p:nvSpPr>
        <p:spPr>
          <a:xfrm>
            <a:off x="735023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9" name="data_3908">
            <a:extLst>
              <a:ext uri="{FF2B5EF4-FFF2-40B4-BE49-F238E27FC236}">
                <a16:creationId xmlns:a16="http://schemas.microsoft.com/office/drawing/2014/main" id="{8DED603E-AE31-40E5-BE77-9384E1991D0D}"/>
              </a:ext>
            </a:extLst>
          </p:cNvPr>
          <p:cNvSpPr>
            <a:spLocks/>
          </p:cNvSpPr>
          <p:nvPr/>
        </p:nvSpPr>
        <p:spPr>
          <a:xfrm>
            <a:off x="7465088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0" name="data_3909">
            <a:extLst>
              <a:ext uri="{FF2B5EF4-FFF2-40B4-BE49-F238E27FC236}">
                <a16:creationId xmlns:a16="http://schemas.microsoft.com/office/drawing/2014/main" id="{0345033C-40D8-450E-A817-1DC5478A6FF1}"/>
              </a:ext>
            </a:extLst>
          </p:cNvPr>
          <p:cNvSpPr>
            <a:spLocks/>
          </p:cNvSpPr>
          <p:nvPr/>
        </p:nvSpPr>
        <p:spPr>
          <a:xfrm>
            <a:off x="740920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1" name="data_3910">
            <a:extLst>
              <a:ext uri="{FF2B5EF4-FFF2-40B4-BE49-F238E27FC236}">
                <a16:creationId xmlns:a16="http://schemas.microsoft.com/office/drawing/2014/main" id="{C169A8B3-890C-42B6-8624-8EA621265AF9}"/>
              </a:ext>
            </a:extLst>
          </p:cNvPr>
          <p:cNvSpPr>
            <a:spLocks/>
          </p:cNvSpPr>
          <p:nvPr/>
        </p:nvSpPr>
        <p:spPr>
          <a:xfrm>
            <a:off x="7443317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2" name="data_3911">
            <a:extLst>
              <a:ext uri="{FF2B5EF4-FFF2-40B4-BE49-F238E27FC236}">
                <a16:creationId xmlns:a16="http://schemas.microsoft.com/office/drawing/2014/main" id="{2C81B85D-5592-4D9A-BCB4-510990260B8C}"/>
              </a:ext>
            </a:extLst>
          </p:cNvPr>
          <p:cNvSpPr>
            <a:spLocks/>
          </p:cNvSpPr>
          <p:nvPr/>
        </p:nvSpPr>
        <p:spPr>
          <a:xfrm>
            <a:off x="739626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3" name="data_3912">
            <a:extLst>
              <a:ext uri="{FF2B5EF4-FFF2-40B4-BE49-F238E27FC236}">
                <a16:creationId xmlns:a16="http://schemas.microsoft.com/office/drawing/2014/main" id="{B200AE3A-3672-468B-8E81-C46CB2381F9E}"/>
              </a:ext>
            </a:extLst>
          </p:cNvPr>
          <p:cNvSpPr>
            <a:spLocks/>
          </p:cNvSpPr>
          <p:nvPr/>
        </p:nvSpPr>
        <p:spPr>
          <a:xfrm>
            <a:off x="7352270" y="593433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4" name="data_3913">
            <a:extLst>
              <a:ext uri="{FF2B5EF4-FFF2-40B4-BE49-F238E27FC236}">
                <a16:creationId xmlns:a16="http://schemas.microsoft.com/office/drawing/2014/main" id="{AE02EB96-46A5-4F29-969B-FC67115613C8}"/>
              </a:ext>
            </a:extLst>
          </p:cNvPr>
          <p:cNvSpPr>
            <a:spLocks/>
          </p:cNvSpPr>
          <p:nvPr/>
        </p:nvSpPr>
        <p:spPr>
          <a:xfrm>
            <a:off x="7400320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5" name="data_3914">
            <a:extLst>
              <a:ext uri="{FF2B5EF4-FFF2-40B4-BE49-F238E27FC236}">
                <a16:creationId xmlns:a16="http://schemas.microsoft.com/office/drawing/2014/main" id="{24F64EA0-B08B-4F2D-B515-AEFC51C96CE2}"/>
              </a:ext>
            </a:extLst>
          </p:cNvPr>
          <p:cNvSpPr>
            <a:spLocks/>
          </p:cNvSpPr>
          <p:nvPr/>
        </p:nvSpPr>
        <p:spPr>
          <a:xfrm>
            <a:off x="7361923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6" name="data_3915">
            <a:extLst>
              <a:ext uri="{FF2B5EF4-FFF2-40B4-BE49-F238E27FC236}">
                <a16:creationId xmlns:a16="http://schemas.microsoft.com/office/drawing/2014/main" id="{421BAFF9-8ACF-405B-9298-22A644F5E53D}"/>
              </a:ext>
            </a:extLst>
          </p:cNvPr>
          <p:cNvSpPr>
            <a:spLocks/>
          </p:cNvSpPr>
          <p:nvPr/>
        </p:nvSpPr>
        <p:spPr>
          <a:xfrm>
            <a:off x="738231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7" name="data_3916">
            <a:extLst>
              <a:ext uri="{FF2B5EF4-FFF2-40B4-BE49-F238E27FC236}">
                <a16:creationId xmlns:a16="http://schemas.microsoft.com/office/drawing/2014/main" id="{CEF7648A-B210-43E0-9DEB-27B0FADE7A0A}"/>
              </a:ext>
            </a:extLst>
          </p:cNvPr>
          <p:cNvSpPr>
            <a:spLocks/>
          </p:cNvSpPr>
          <p:nvPr/>
        </p:nvSpPr>
        <p:spPr>
          <a:xfrm>
            <a:off x="742396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8" name="data_3917">
            <a:extLst>
              <a:ext uri="{FF2B5EF4-FFF2-40B4-BE49-F238E27FC236}">
                <a16:creationId xmlns:a16="http://schemas.microsoft.com/office/drawing/2014/main" id="{9204E106-F947-4810-8CE7-567605FE3BBE}"/>
              </a:ext>
            </a:extLst>
          </p:cNvPr>
          <p:cNvSpPr>
            <a:spLocks/>
          </p:cNvSpPr>
          <p:nvPr/>
        </p:nvSpPr>
        <p:spPr>
          <a:xfrm>
            <a:off x="7386592" y="52943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9" name="data_3918">
            <a:extLst>
              <a:ext uri="{FF2B5EF4-FFF2-40B4-BE49-F238E27FC236}">
                <a16:creationId xmlns:a16="http://schemas.microsoft.com/office/drawing/2014/main" id="{9B057EDD-939F-48D0-90DB-74E53726843D}"/>
              </a:ext>
            </a:extLst>
          </p:cNvPr>
          <p:cNvSpPr>
            <a:spLocks/>
          </p:cNvSpPr>
          <p:nvPr/>
        </p:nvSpPr>
        <p:spPr>
          <a:xfrm>
            <a:off x="7446909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0" name="data_3919">
            <a:extLst>
              <a:ext uri="{FF2B5EF4-FFF2-40B4-BE49-F238E27FC236}">
                <a16:creationId xmlns:a16="http://schemas.microsoft.com/office/drawing/2014/main" id="{1A3090C1-9B12-43CC-A7D5-8EDD053856D1}"/>
              </a:ext>
            </a:extLst>
          </p:cNvPr>
          <p:cNvSpPr>
            <a:spLocks/>
          </p:cNvSpPr>
          <p:nvPr/>
        </p:nvSpPr>
        <p:spPr>
          <a:xfrm>
            <a:off x="746169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1" name="data_3920">
            <a:extLst>
              <a:ext uri="{FF2B5EF4-FFF2-40B4-BE49-F238E27FC236}">
                <a16:creationId xmlns:a16="http://schemas.microsoft.com/office/drawing/2014/main" id="{94EE27DF-EC0F-4663-842D-0E29731BC93B}"/>
              </a:ext>
            </a:extLst>
          </p:cNvPr>
          <p:cNvSpPr>
            <a:spLocks/>
          </p:cNvSpPr>
          <p:nvPr/>
        </p:nvSpPr>
        <p:spPr>
          <a:xfrm>
            <a:off x="7409240" y="674830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2" name="data_3921">
            <a:extLst>
              <a:ext uri="{FF2B5EF4-FFF2-40B4-BE49-F238E27FC236}">
                <a16:creationId xmlns:a16="http://schemas.microsoft.com/office/drawing/2014/main" id="{5414F5C4-53A3-4F04-8A04-E85298B165AB}"/>
              </a:ext>
            </a:extLst>
          </p:cNvPr>
          <p:cNvSpPr>
            <a:spLocks/>
          </p:cNvSpPr>
          <p:nvPr/>
        </p:nvSpPr>
        <p:spPr>
          <a:xfrm>
            <a:off x="739224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3" name="data_3922">
            <a:extLst>
              <a:ext uri="{FF2B5EF4-FFF2-40B4-BE49-F238E27FC236}">
                <a16:creationId xmlns:a16="http://schemas.microsoft.com/office/drawing/2014/main" id="{106F95DA-2FD0-47F3-991A-1577515D5168}"/>
              </a:ext>
            </a:extLst>
          </p:cNvPr>
          <p:cNvSpPr>
            <a:spLocks/>
          </p:cNvSpPr>
          <p:nvPr/>
        </p:nvSpPr>
        <p:spPr>
          <a:xfrm>
            <a:off x="7395281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4" name="data_3923">
            <a:extLst>
              <a:ext uri="{FF2B5EF4-FFF2-40B4-BE49-F238E27FC236}">
                <a16:creationId xmlns:a16="http://schemas.microsoft.com/office/drawing/2014/main" id="{6339560D-858A-426F-8339-42FDFBD53594}"/>
              </a:ext>
            </a:extLst>
          </p:cNvPr>
          <p:cNvSpPr>
            <a:spLocks/>
          </p:cNvSpPr>
          <p:nvPr/>
        </p:nvSpPr>
        <p:spPr>
          <a:xfrm>
            <a:off x="738896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5" name="data_3924">
            <a:extLst>
              <a:ext uri="{FF2B5EF4-FFF2-40B4-BE49-F238E27FC236}">
                <a16:creationId xmlns:a16="http://schemas.microsoft.com/office/drawing/2014/main" id="{1DBCDEE9-EB12-47E2-9757-0B18CFE55ACD}"/>
              </a:ext>
            </a:extLst>
          </p:cNvPr>
          <p:cNvSpPr>
            <a:spLocks/>
          </p:cNvSpPr>
          <p:nvPr/>
        </p:nvSpPr>
        <p:spPr>
          <a:xfrm>
            <a:off x="745832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6" name="data_3925">
            <a:extLst>
              <a:ext uri="{FF2B5EF4-FFF2-40B4-BE49-F238E27FC236}">
                <a16:creationId xmlns:a16="http://schemas.microsoft.com/office/drawing/2014/main" id="{3E9DBB8D-E58C-407D-AE59-FCEAC08C72DC}"/>
              </a:ext>
            </a:extLst>
          </p:cNvPr>
          <p:cNvSpPr>
            <a:spLocks/>
          </p:cNvSpPr>
          <p:nvPr/>
        </p:nvSpPr>
        <p:spPr>
          <a:xfrm>
            <a:off x="736838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7" name="data_3926">
            <a:extLst>
              <a:ext uri="{FF2B5EF4-FFF2-40B4-BE49-F238E27FC236}">
                <a16:creationId xmlns:a16="http://schemas.microsoft.com/office/drawing/2014/main" id="{EBFA8F4A-DCBA-4850-B1FB-539FF2B30A8D}"/>
              </a:ext>
            </a:extLst>
          </p:cNvPr>
          <p:cNvSpPr>
            <a:spLocks/>
          </p:cNvSpPr>
          <p:nvPr/>
        </p:nvSpPr>
        <p:spPr>
          <a:xfrm>
            <a:off x="738818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8" name="data_3927">
            <a:extLst>
              <a:ext uri="{FF2B5EF4-FFF2-40B4-BE49-F238E27FC236}">
                <a16:creationId xmlns:a16="http://schemas.microsoft.com/office/drawing/2014/main" id="{E8788255-3791-41BC-91E6-7BE019181379}"/>
              </a:ext>
            </a:extLst>
          </p:cNvPr>
          <p:cNvSpPr>
            <a:spLocks/>
          </p:cNvSpPr>
          <p:nvPr/>
        </p:nvSpPr>
        <p:spPr>
          <a:xfrm>
            <a:off x="7394934" y="56185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9" name="data_3928">
            <a:extLst>
              <a:ext uri="{FF2B5EF4-FFF2-40B4-BE49-F238E27FC236}">
                <a16:creationId xmlns:a16="http://schemas.microsoft.com/office/drawing/2014/main" id="{C65A2A0C-2AD0-4232-ACC8-C7A0154E813A}"/>
              </a:ext>
            </a:extLst>
          </p:cNvPr>
          <p:cNvSpPr>
            <a:spLocks/>
          </p:cNvSpPr>
          <p:nvPr/>
        </p:nvSpPr>
        <p:spPr>
          <a:xfrm>
            <a:off x="7432125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0" name="data_3929">
            <a:extLst>
              <a:ext uri="{FF2B5EF4-FFF2-40B4-BE49-F238E27FC236}">
                <a16:creationId xmlns:a16="http://schemas.microsoft.com/office/drawing/2014/main" id="{D707BF98-F143-4DEE-A02C-B1C053B15879}"/>
              </a:ext>
            </a:extLst>
          </p:cNvPr>
          <p:cNvSpPr>
            <a:spLocks/>
          </p:cNvSpPr>
          <p:nvPr/>
        </p:nvSpPr>
        <p:spPr>
          <a:xfrm>
            <a:off x="7398189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1" name="data_3930">
            <a:extLst>
              <a:ext uri="{FF2B5EF4-FFF2-40B4-BE49-F238E27FC236}">
                <a16:creationId xmlns:a16="http://schemas.microsoft.com/office/drawing/2014/main" id="{B951B131-DC70-425E-AAE4-1BF5DAAAC513}"/>
              </a:ext>
            </a:extLst>
          </p:cNvPr>
          <p:cNvSpPr>
            <a:spLocks/>
          </p:cNvSpPr>
          <p:nvPr/>
        </p:nvSpPr>
        <p:spPr>
          <a:xfrm>
            <a:off x="7435819" y="65027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2" name="data_3931">
            <a:extLst>
              <a:ext uri="{FF2B5EF4-FFF2-40B4-BE49-F238E27FC236}">
                <a16:creationId xmlns:a16="http://schemas.microsoft.com/office/drawing/2014/main" id="{9F2B0690-E241-4535-813D-9248EEC37E4B}"/>
              </a:ext>
            </a:extLst>
          </p:cNvPr>
          <p:cNvSpPr>
            <a:spLocks/>
          </p:cNvSpPr>
          <p:nvPr/>
        </p:nvSpPr>
        <p:spPr>
          <a:xfrm>
            <a:off x="7419875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3" name="data_3932">
            <a:extLst>
              <a:ext uri="{FF2B5EF4-FFF2-40B4-BE49-F238E27FC236}">
                <a16:creationId xmlns:a16="http://schemas.microsoft.com/office/drawing/2014/main" id="{A13E14CD-660F-45DF-B02A-7170342AD2E1}"/>
              </a:ext>
            </a:extLst>
          </p:cNvPr>
          <p:cNvSpPr>
            <a:spLocks/>
          </p:cNvSpPr>
          <p:nvPr/>
        </p:nvSpPr>
        <p:spPr>
          <a:xfrm>
            <a:off x="769215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4" name="data_3933">
            <a:extLst>
              <a:ext uri="{FF2B5EF4-FFF2-40B4-BE49-F238E27FC236}">
                <a16:creationId xmlns:a16="http://schemas.microsoft.com/office/drawing/2014/main" id="{4984BADC-9F11-4B66-8669-2FE9DA7E8115}"/>
              </a:ext>
            </a:extLst>
          </p:cNvPr>
          <p:cNvSpPr>
            <a:spLocks/>
          </p:cNvSpPr>
          <p:nvPr/>
        </p:nvSpPr>
        <p:spPr>
          <a:xfrm>
            <a:off x="7692103" y="544853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5" name="data_3934">
            <a:extLst>
              <a:ext uri="{FF2B5EF4-FFF2-40B4-BE49-F238E27FC236}">
                <a16:creationId xmlns:a16="http://schemas.microsoft.com/office/drawing/2014/main" id="{381DA61F-695A-4B99-8BED-3D623B7FEF6F}"/>
              </a:ext>
            </a:extLst>
          </p:cNvPr>
          <p:cNvSpPr>
            <a:spLocks/>
          </p:cNvSpPr>
          <p:nvPr/>
        </p:nvSpPr>
        <p:spPr>
          <a:xfrm>
            <a:off x="768566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6" name="data_3935">
            <a:extLst>
              <a:ext uri="{FF2B5EF4-FFF2-40B4-BE49-F238E27FC236}">
                <a16:creationId xmlns:a16="http://schemas.microsoft.com/office/drawing/2014/main" id="{837B4651-F36C-4525-8884-DC33587AC6D3}"/>
              </a:ext>
            </a:extLst>
          </p:cNvPr>
          <p:cNvSpPr>
            <a:spLocks/>
          </p:cNvSpPr>
          <p:nvPr/>
        </p:nvSpPr>
        <p:spPr>
          <a:xfrm>
            <a:off x="769755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7" name="data_3936">
            <a:extLst>
              <a:ext uri="{FF2B5EF4-FFF2-40B4-BE49-F238E27FC236}">
                <a16:creationId xmlns:a16="http://schemas.microsoft.com/office/drawing/2014/main" id="{2DE778F7-CBC1-4B48-8052-D6FF712E977C}"/>
              </a:ext>
            </a:extLst>
          </p:cNvPr>
          <p:cNvSpPr>
            <a:spLocks/>
          </p:cNvSpPr>
          <p:nvPr/>
        </p:nvSpPr>
        <p:spPr>
          <a:xfrm>
            <a:off x="7646365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8" name="data_3937">
            <a:extLst>
              <a:ext uri="{FF2B5EF4-FFF2-40B4-BE49-F238E27FC236}">
                <a16:creationId xmlns:a16="http://schemas.microsoft.com/office/drawing/2014/main" id="{62A340BA-FAD5-402A-B2C0-E03F7DC2D014}"/>
              </a:ext>
            </a:extLst>
          </p:cNvPr>
          <p:cNvSpPr>
            <a:spLocks/>
          </p:cNvSpPr>
          <p:nvPr/>
        </p:nvSpPr>
        <p:spPr>
          <a:xfrm>
            <a:off x="7709070" y="60221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9" name="data_3938">
            <a:extLst>
              <a:ext uri="{FF2B5EF4-FFF2-40B4-BE49-F238E27FC236}">
                <a16:creationId xmlns:a16="http://schemas.microsoft.com/office/drawing/2014/main" id="{C99BD18E-2714-4DA5-AD15-87141676F9F8}"/>
              </a:ext>
            </a:extLst>
          </p:cNvPr>
          <p:cNvSpPr>
            <a:spLocks/>
          </p:cNvSpPr>
          <p:nvPr/>
        </p:nvSpPr>
        <p:spPr>
          <a:xfrm>
            <a:off x="766624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0" name="data_3939">
            <a:extLst>
              <a:ext uri="{FF2B5EF4-FFF2-40B4-BE49-F238E27FC236}">
                <a16:creationId xmlns:a16="http://schemas.microsoft.com/office/drawing/2014/main" id="{996B2AC2-4A24-4AE1-92B3-B1293C41DCEB}"/>
              </a:ext>
            </a:extLst>
          </p:cNvPr>
          <p:cNvSpPr>
            <a:spLocks/>
          </p:cNvSpPr>
          <p:nvPr/>
        </p:nvSpPr>
        <p:spPr>
          <a:xfrm>
            <a:off x="761026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1" name="data_3940">
            <a:extLst>
              <a:ext uri="{FF2B5EF4-FFF2-40B4-BE49-F238E27FC236}">
                <a16:creationId xmlns:a16="http://schemas.microsoft.com/office/drawing/2014/main" id="{A1331947-555B-4C58-91A5-D2C0BC741BCE}"/>
              </a:ext>
            </a:extLst>
          </p:cNvPr>
          <p:cNvSpPr>
            <a:spLocks/>
          </p:cNvSpPr>
          <p:nvPr/>
        </p:nvSpPr>
        <p:spPr>
          <a:xfrm>
            <a:off x="759974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2" name="data_3941">
            <a:extLst>
              <a:ext uri="{FF2B5EF4-FFF2-40B4-BE49-F238E27FC236}">
                <a16:creationId xmlns:a16="http://schemas.microsoft.com/office/drawing/2014/main" id="{BB6C238B-52DF-4668-9CC4-5DE593C3C0CA}"/>
              </a:ext>
            </a:extLst>
          </p:cNvPr>
          <p:cNvSpPr>
            <a:spLocks/>
          </p:cNvSpPr>
          <p:nvPr/>
        </p:nvSpPr>
        <p:spPr>
          <a:xfrm>
            <a:off x="769382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3" name="data_3942">
            <a:extLst>
              <a:ext uri="{FF2B5EF4-FFF2-40B4-BE49-F238E27FC236}">
                <a16:creationId xmlns:a16="http://schemas.microsoft.com/office/drawing/2014/main" id="{D77F3E5B-6F72-4EFF-832C-6DC2760E1417}"/>
              </a:ext>
            </a:extLst>
          </p:cNvPr>
          <p:cNvSpPr>
            <a:spLocks/>
          </p:cNvSpPr>
          <p:nvPr/>
        </p:nvSpPr>
        <p:spPr>
          <a:xfrm>
            <a:off x="766544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4" name="data_3943">
            <a:extLst>
              <a:ext uri="{FF2B5EF4-FFF2-40B4-BE49-F238E27FC236}">
                <a16:creationId xmlns:a16="http://schemas.microsoft.com/office/drawing/2014/main" id="{6AFFB711-8AD1-4DB1-B945-530D0B181FC7}"/>
              </a:ext>
            </a:extLst>
          </p:cNvPr>
          <p:cNvSpPr>
            <a:spLocks/>
          </p:cNvSpPr>
          <p:nvPr/>
        </p:nvSpPr>
        <p:spPr>
          <a:xfrm>
            <a:off x="762786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5" name="data_3944">
            <a:extLst>
              <a:ext uri="{FF2B5EF4-FFF2-40B4-BE49-F238E27FC236}">
                <a16:creationId xmlns:a16="http://schemas.microsoft.com/office/drawing/2014/main" id="{36E4E6BE-C195-49EA-94DF-708B1C4E4D18}"/>
              </a:ext>
            </a:extLst>
          </p:cNvPr>
          <p:cNvSpPr>
            <a:spLocks/>
          </p:cNvSpPr>
          <p:nvPr/>
        </p:nvSpPr>
        <p:spPr>
          <a:xfrm>
            <a:off x="7662268" y="53238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6" name="data_3945">
            <a:extLst>
              <a:ext uri="{FF2B5EF4-FFF2-40B4-BE49-F238E27FC236}">
                <a16:creationId xmlns:a16="http://schemas.microsoft.com/office/drawing/2014/main" id="{C4BB8F8A-6ADE-49C4-A901-5857FE0457E0}"/>
              </a:ext>
            </a:extLst>
          </p:cNvPr>
          <p:cNvSpPr>
            <a:spLocks/>
          </p:cNvSpPr>
          <p:nvPr/>
        </p:nvSpPr>
        <p:spPr>
          <a:xfrm>
            <a:off x="7667120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7" name="data_3946">
            <a:extLst>
              <a:ext uri="{FF2B5EF4-FFF2-40B4-BE49-F238E27FC236}">
                <a16:creationId xmlns:a16="http://schemas.microsoft.com/office/drawing/2014/main" id="{9F637060-61B2-4B83-BEAA-2D51422D65C0}"/>
              </a:ext>
            </a:extLst>
          </p:cNvPr>
          <p:cNvSpPr>
            <a:spLocks/>
          </p:cNvSpPr>
          <p:nvPr/>
        </p:nvSpPr>
        <p:spPr>
          <a:xfrm>
            <a:off x="760210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8" name="data_3947">
            <a:extLst>
              <a:ext uri="{FF2B5EF4-FFF2-40B4-BE49-F238E27FC236}">
                <a16:creationId xmlns:a16="http://schemas.microsoft.com/office/drawing/2014/main" id="{A33800C9-7BA2-4B53-A7E5-7896F5988B2D}"/>
              </a:ext>
            </a:extLst>
          </p:cNvPr>
          <p:cNvSpPr>
            <a:spLocks/>
          </p:cNvSpPr>
          <p:nvPr/>
        </p:nvSpPr>
        <p:spPr>
          <a:xfrm>
            <a:off x="7688366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9" name="data_3948">
            <a:extLst>
              <a:ext uri="{FF2B5EF4-FFF2-40B4-BE49-F238E27FC236}">
                <a16:creationId xmlns:a16="http://schemas.microsoft.com/office/drawing/2014/main" id="{4C2CEDE2-2810-4B4C-8E1D-18E30CDBDBDC}"/>
              </a:ext>
            </a:extLst>
          </p:cNvPr>
          <p:cNvSpPr>
            <a:spLocks/>
          </p:cNvSpPr>
          <p:nvPr/>
        </p:nvSpPr>
        <p:spPr>
          <a:xfrm>
            <a:off x="770892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0" name="data_3949">
            <a:extLst>
              <a:ext uri="{FF2B5EF4-FFF2-40B4-BE49-F238E27FC236}">
                <a16:creationId xmlns:a16="http://schemas.microsoft.com/office/drawing/2014/main" id="{638C455F-8B22-415A-A0F7-1B54C98F342F}"/>
              </a:ext>
            </a:extLst>
          </p:cNvPr>
          <p:cNvSpPr>
            <a:spLocks/>
          </p:cNvSpPr>
          <p:nvPr/>
        </p:nvSpPr>
        <p:spPr>
          <a:xfrm>
            <a:off x="764981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1" name="data_3950">
            <a:extLst>
              <a:ext uri="{FF2B5EF4-FFF2-40B4-BE49-F238E27FC236}">
                <a16:creationId xmlns:a16="http://schemas.microsoft.com/office/drawing/2014/main" id="{F20C2478-737A-4226-9085-E950158B6BF3}"/>
              </a:ext>
            </a:extLst>
          </p:cNvPr>
          <p:cNvSpPr>
            <a:spLocks/>
          </p:cNvSpPr>
          <p:nvPr/>
        </p:nvSpPr>
        <p:spPr>
          <a:xfrm>
            <a:off x="7673342" y="54979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2" name="data_3951">
            <a:extLst>
              <a:ext uri="{FF2B5EF4-FFF2-40B4-BE49-F238E27FC236}">
                <a16:creationId xmlns:a16="http://schemas.microsoft.com/office/drawing/2014/main" id="{74E8C461-BB23-458A-8C7D-4117D9204784}"/>
              </a:ext>
            </a:extLst>
          </p:cNvPr>
          <p:cNvSpPr>
            <a:spLocks/>
          </p:cNvSpPr>
          <p:nvPr/>
        </p:nvSpPr>
        <p:spPr>
          <a:xfrm>
            <a:off x="7693568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3" name="data_3952">
            <a:extLst>
              <a:ext uri="{FF2B5EF4-FFF2-40B4-BE49-F238E27FC236}">
                <a16:creationId xmlns:a16="http://schemas.microsoft.com/office/drawing/2014/main" id="{2DF8D585-43EF-418F-859D-C86248850308}"/>
              </a:ext>
            </a:extLst>
          </p:cNvPr>
          <p:cNvSpPr>
            <a:spLocks/>
          </p:cNvSpPr>
          <p:nvPr/>
        </p:nvSpPr>
        <p:spPr>
          <a:xfrm>
            <a:off x="7622079" y="672374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4" name="data_3953">
            <a:extLst>
              <a:ext uri="{FF2B5EF4-FFF2-40B4-BE49-F238E27FC236}">
                <a16:creationId xmlns:a16="http://schemas.microsoft.com/office/drawing/2014/main" id="{2C32DBEE-6143-4BF8-8B14-4136F52E3A37}"/>
              </a:ext>
            </a:extLst>
          </p:cNvPr>
          <p:cNvSpPr>
            <a:spLocks/>
          </p:cNvSpPr>
          <p:nvPr/>
        </p:nvSpPr>
        <p:spPr>
          <a:xfrm>
            <a:off x="7668004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5" name="data_3954">
            <a:extLst>
              <a:ext uri="{FF2B5EF4-FFF2-40B4-BE49-F238E27FC236}">
                <a16:creationId xmlns:a16="http://schemas.microsoft.com/office/drawing/2014/main" id="{806412EE-3238-442C-AA42-5FA41AAE0E4A}"/>
              </a:ext>
            </a:extLst>
          </p:cNvPr>
          <p:cNvSpPr>
            <a:spLocks/>
          </p:cNvSpPr>
          <p:nvPr/>
        </p:nvSpPr>
        <p:spPr>
          <a:xfrm>
            <a:off x="771739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6" name="data_3955">
            <a:extLst>
              <a:ext uri="{FF2B5EF4-FFF2-40B4-BE49-F238E27FC236}">
                <a16:creationId xmlns:a16="http://schemas.microsoft.com/office/drawing/2014/main" id="{4D11E69F-DCE2-42AF-852F-AF0909614EA8}"/>
              </a:ext>
            </a:extLst>
          </p:cNvPr>
          <p:cNvSpPr>
            <a:spLocks/>
          </p:cNvSpPr>
          <p:nvPr/>
        </p:nvSpPr>
        <p:spPr>
          <a:xfrm>
            <a:off x="762440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7" name="data_3956">
            <a:extLst>
              <a:ext uri="{FF2B5EF4-FFF2-40B4-BE49-F238E27FC236}">
                <a16:creationId xmlns:a16="http://schemas.microsoft.com/office/drawing/2014/main" id="{C4EE34B1-A21A-4ABA-A01C-381FF7F56B36}"/>
              </a:ext>
            </a:extLst>
          </p:cNvPr>
          <p:cNvSpPr>
            <a:spLocks/>
          </p:cNvSpPr>
          <p:nvPr/>
        </p:nvSpPr>
        <p:spPr>
          <a:xfrm>
            <a:off x="765671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8" name="data_3957">
            <a:extLst>
              <a:ext uri="{FF2B5EF4-FFF2-40B4-BE49-F238E27FC236}">
                <a16:creationId xmlns:a16="http://schemas.microsoft.com/office/drawing/2014/main" id="{FAF9BC93-95E5-487B-B362-C0758C1CB5B1}"/>
              </a:ext>
            </a:extLst>
          </p:cNvPr>
          <p:cNvSpPr>
            <a:spLocks/>
          </p:cNvSpPr>
          <p:nvPr/>
        </p:nvSpPr>
        <p:spPr>
          <a:xfrm>
            <a:off x="7633101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9" name="data_3958">
            <a:extLst>
              <a:ext uri="{FF2B5EF4-FFF2-40B4-BE49-F238E27FC236}">
                <a16:creationId xmlns:a16="http://schemas.microsoft.com/office/drawing/2014/main" id="{70E365A6-F3DA-4E06-AEE8-697C9EB2DB1F}"/>
              </a:ext>
            </a:extLst>
          </p:cNvPr>
          <p:cNvSpPr>
            <a:spLocks/>
          </p:cNvSpPr>
          <p:nvPr/>
        </p:nvSpPr>
        <p:spPr>
          <a:xfrm>
            <a:off x="766264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0" name="data_3959">
            <a:extLst>
              <a:ext uri="{FF2B5EF4-FFF2-40B4-BE49-F238E27FC236}">
                <a16:creationId xmlns:a16="http://schemas.microsoft.com/office/drawing/2014/main" id="{26438A0B-4DBF-4F1A-AF74-042381B208B2}"/>
              </a:ext>
            </a:extLst>
          </p:cNvPr>
          <p:cNvSpPr>
            <a:spLocks/>
          </p:cNvSpPr>
          <p:nvPr/>
        </p:nvSpPr>
        <p:spPr>
          <a:xfrm>
            <a:off x="768756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1" name="data_3960">
            <a:extLst>
              <a:ext uri="{FF2B5EF4-FFF2-40B4-BE49-F238E27FC236}">
                <a16:creationId xmlns:a16="http://schemas.microsoft.com/office/drawing/2014/main" id="{B7AF5DAA-F933-4CA7-9752-29B84DDD6846}"/>
              </a:ext>
            </a:extLst>
          </p:cNvPr>
          <p:cNvSpPr>
            <a:spLocks/>
          </p:cNvSpPr>
          <p:nvPr/>
        </p:nvSpPr>
        <p:spPr>
          <a:xfrm>
            <a:off x="767532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2" name="data_3961">
            <a:extLst>
              <a:ext uri="{FF2B5EF4-FFF2-40B4-BE49-F238E27FC236}">
                <a16:creationId xmlns:a16="http://schemas.microsoft.com/office/drawing/2014/main" id="{13A6CF47-F492-4A3B-B903-76FE6B937D6A}"/>
              </a:ext>
            </a:extLst>
          </p:cNvPr>
          <p:cNvSpPr>
            <a:spLocks/>
          </p:cNvSpPr>
          <p:nvPr/>
        </p:nvSpPr>
        <p:spPr>
          <a:xfrm>
            <a:off x="7645513" y="63553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3" name="data_3962">
            <a:extLst>
              <a:ext uri="{FF2B5EF4-FFF2-40B4-BE49-F238E27FC236}">
                <a16:creationId xmlns:a16="http://schemas.microsoft.com/office/drawing/2014/main" id="{E635C0C2-CD8C-422C-B06A-E2F145975C4F}"/>
              </a:ext>
            </a:extLst>
          </p:cNvPr>
          <p:cNvSpPr>
            <a:spLocks/>
          </p:cNvSpPr>
          <p:nvPr/>
        </p:nvSpPr>
        <p:spPr>
          <a:xfrm>
            <a:off x="765846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4" name="data_3963">
            <a:extLst>
              <a:ext uri="{FF2B5EF4-FFF2-40B4-BE49-F238E27FC236}">
                <a16:creationId xmlns:a16="http://schemas.microsoft.com/office/drawing/2014/main" id="{6C3F3E2E-F8BC-49F0-BCEA-3554AE81788C}"/>
              </a:ext>
            </a:extLst>
          </p:cNvPr>
          <p:cNvSpPr>
            <a:spLocks/>
          </p:cNvSpPr>
          <p:nvPr/>
        </p:nvSpPr>
        <p:spPr>
          <a:xfrm>
            <a:off x="761168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5" name="data_3964">
            <a:extLst>
              <a:ext uri="{FF2B5EF4-FFF2-40B4-BE49-F238E27FC236}">
                <a16:creationId xmlns:a16="http://schemas.microsoft.com/office/drawing/2014/main" id="{D99F3298-EBC7-4718-B21A-F1898126FD19}"/>
              </a:ext>
            </a:extLst>
          </p:cNvPr>
          <p:cNvSpPr>
            <a:spLocks/>
          </p:cNvSpPr>
          <p:nvPr/>
        </p:nvSpPr>
        <p:spPr>
          <a:xfrm>
            <a:off x="7705091" y="56817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6" name="data_3965">
            <a:extLst>
              <a:ext uri="{FF2B5EF4-FFF2-40B4-BE49-F238E27FC236}">
                <a16:creationId xmlns:a16="http://schemas.microsoft.com/office/drawing/2014/main" id="{686EB929-F944-4FF9-BB7A-D7F84744ECDC}"/>
              </a:ext>
            </a:extLst>
          </p:cNvPr>
          <p:cNvSpPr>
            <a:spLocks/>
          </p:cNvSpPr>
          <p:nvPr/>
        </p:nvSpPr>
        <p:spPr>
          <a:xfrm>
            <a:off x="760545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7" name="data_3966">
            <a:extLst>
              <a:ext uri="{FF2B5EF4-FFF2-40B4-BE49-F238E27FC236}">
                <a16:creationId xmlns:a16="http://schemas.microsoft.com/office/drawing/2014/main" id="{47CFA42A-93C1-485C-8067-7672DD0B88DC}"/>
              </a:ext>
            </a:extLst>
          </p:cNvPr>
          <p:cNvSpPr>
            <a:spLocks/>
          </p:cNvSpPr>
          <p:nvPr/>
        </p:nvSpPr>
        <p:spPr>
          <a:xfrm>
            <a:off x="766091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8" name="data_3967">
            <a:extLst>
              <a:ext uri="{FF2B5EF4-FFF2-40B4-BE49-F238E27FC236}">
                <a16:creationId xmlns:a16="http://schemas.microsoft.com/office/drawing/2014/main" id="{FC4432C1-0BCA-4B3C-9D42-C29AF67EACE1}"/>
              </a:ext>
            </a:extLst>
          </p:cNvPr>
          <p:cNvSpPr>
            <a:spLocks/>
          </p:cNvSpPr>
          <p:nvPr/>
        </p:nvSpPr>
        <p:spPr>
          <a:xfrm>
            <a:off x="7634115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9" name="data_3968">
            <a:extLst>
              <a:ext uri="{FF2B5EF4-FFF2-40B4-BE49-F238E27FC236}">
                <a16:creationId xmlns:a16="http://schemas.microsoft.com/office/drawing/2014/main" id="{9097A7B3-6989-4229-BC85-1F9CD86373BC}"/>
              </a:ext>
            </a:extLst>
          </p:cNvPr>
          <p:cNvSpPr>
            <a:spLocks/>
          </p:cNvSpPr>
          <p:nvPr/>
        </p:nvSpPr>
        <p:spPr>
          <a:xfrm>
            <a:off x="764077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0" name="data_3969">
            <a:extLst>
              <a:ext uri="{FF2B5EF4-FFF2-40B4-BE49-F238E27FC236}">
                <a16:creationId xmlns:a16="http://schemas.microsoft.com/office/drawing/2014/main" id="{29B1C1C8-9EED-4AD6-B41F-AD85C5BDF98E}"/>
              </a:ext>
            </a:extLst>
          </p:cNvPr>
          <p:cNvSpPr>
            <a:spLocks/>
          </p:cNvSpPr>
          <p:nvPr/>
        </p:nvSpPr>
        <p:spPr>
          <a:xfrm>
            <a:off x="7664716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1" name="data_3970">
            <a:extLst>
              <a:ext uri="{FF2B5EF4-FFF2-40B4-BE49-F238E27FC236}">
                <a16:creationId xmlns:a16="http://schemas.microsoft.com/office/drawing/2014/main" id="{2510881D-F6A6-4683-8C18-2F5FFAFC1C7E}"/>
              </a:ext>
            </a:extLst>
          </p:cNvPr>
          <p:cNvSpPr>
            <a:spLocks/>
          </p:cNvSpPr>
          <p:nvPr/>
        </p:nvSpPr>
        <p:spPr>
          <a:xfrm>
            <a:off x="760480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2" name="data_3971">
            <a:extLst>
              <a:ext uri="{FF2B5EF4-FFF2-40B4-BE49-F238E27FC236}">
                <a16:creationId xmlns:a16="http://schemas.microsoft.com/office/drawing/2014/main" id="{DF9B0372-B931-4626-9004-2B9FD253EF6D}"/>
              </a:ext>
            </a:extLst>
          </p:cNvPr>
          <p:cNvSpPr>
            <a:spLocks/>
          </p:cNvSpPr>
          <p:nvPr/>
        </p:nvSpPr>
        <p:spPr>
          <a:xfrm>
            <a:off x="771708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3" name="data_3972">
            <a:extLst>
              <a:ext uri="{FF2B5EF4-FFF2-40B4-BE49-F238E27FC236}">
                <a16:creationId xmlns:a16="http://schemas.microsoft.com/office/drawing/2014/main" id="{3A591637-57E9-4514-BC2C-A0F31B73C252}"/>
              </a:ext>
            </a:extLst>
          </p:cNvPr>
          <p:cNvSpPr>
            <a:spLocks/>
          </p:cNvSpPr>
          <p:nvPr/>
        </p:nvSpPr>
        <p:spPr>
          <a:xfrm>
            <a:off x="7686526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4" name="data_3973">
            <a:extLst>
              <a:ext uri="{FF2B5EF4-FFF2-40B4-BE49-F238E27FC236}">
                <a16:creationId xmlns:a16="http://schemas.microsoft.com/office/drawing/2014/main" id="{D738688C-405E-4604-BB8D-B4DB0008EAE1}"/>
              </a:ext>
            </a:extLst>
          </p:cNvPr>
          <p:cNvSpPr>
            <a:spLocks/>
          </p:cNvSpPr>
          <p:nvPr/>
        </p:nvSpPr>
        <p:spPr>
          <a:xfrm>
            <a:off x="768290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5" name="data_3974">
            <a:extLst>
              <a:ext uri="{FF2B5EF4-FFF2-40B4-BE49-F238E27FC236}">
                <a16:creationId xmlns:a16="http://schemas.microsoft.com/office/drawing/2014/main" id="{565676CA-2ABE-4454-98B7-7693D57CD3F8}"/>
              </a:ext>
            </a:extLst>
          </p:cNvPr>
          <p:cNvSpPr>
            <a:spLocks/>
          </p:cNvSpPr>
          <p:nvPr/>
        </p:nvSpPr>
        <p:spPr>
          <a:xfrm>
            <a:off x="771611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6" name="data_3975">
            <a:extLst>
              <a:ext uri="{FF2B5EF4-FFF2-40B4-BE49-F238E27FC236}">
                <a16:creationId xmlns:a16="http://schemas.microsoft.com/office/drawing/2014/main" id="{2DA7FB30-E307-4E2E-90CD-78DA0C472AF4}"/>
              </a:ext>
            </a:extLst>
          </p:cNvPr>
          <p:cNvSpPr>
            <a:spLocks/>
          </p:cNvSpPr>
          <p:nvPr/>
        </p:nvSpPr>
        <p:spPr>
          <a:xfrm>
            <a:off x="766882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7" name="data_3976">
            <a:extLst>
              <a:ext uri="{FF2B5EF4-FFF2-40B4-BE49-F238E27FC236}">
                <a16:creationId xmlns:a16="http://schemas.microsoft.com/office/drawing/2014/main" id="{B73A3DD2-4461-436F-B9BD-F3328F6AB22D}"/>
              </a:ext>
            </a:extLst>
          </p:cNvPr>
          <p:cNvSpPr>
            <a:spLocks/>
          </p:cNvSpPr>
          <p:nvPr/>
        </p:nvSpPr>
        <p:spPr>
          <a:xfrm>
            <a:off x="769113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8" name="data_3977">
            <a:extLst>
              <a:ext uri="{FF2B5EF4-FFF2-40B4-BE49-F238E27FC236}">
                <a16:creationId xmlns:a16="http://schemas.microsoft.com/office/drawing/2014/main" id="{A332E5B8-813D-4D1D-AB00-AF6753B739DC}"/>
              </a:ext>
            </a:extLst>
          </p:cNvPr>
          <p:cNvSpPr>
            <a:spLocks/>
          </p:cNvSpPr>
          <p:nvPr/>
        </p:nvSpPr>
        <p:spPr>
          <a:xfrm>
            <a:off x="763844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9" name="data_3978">
            <a:extLst>
              <a:ext uri="{FF2B5EF4-FFF2-40B4-BE49-F238E27FC236}">
                <a16:creationId xmlns:a16="http://schemas.microsoft.com/office/drawing/2014/main" id="{D5CE52CC-2AB6-4353-9C3E-F88BA52B55B5}"/>
              </a:ext>
            </a:extLst>
          </p:cNvPr>
          <p:cNvSpPr>
            <a:spLocks/>
          </p:cNvSpPr>
          <p:nvPr/>
        </p:nvSpPr>
        <p:spPr>
          <a:xfrm>
            <a:off x="762070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0" name="data_3979">
            <a:extLst>
              <a:ext uri="{FF2B5EF4-FFF2-40B4-BE49-F238E27FC236}">
                <a16:creationId xmlns:a16="http://schemas.microsoft.com/office/drawing/2014/main" id="{683FF2E7-C37F-4722-89B2-57F7A45A79DC}"/>
              </a:ext>
            </a:extLst>
          </p:cNvPr>
          <p:cNvSpPr>
            <a:spLocks/>
          </p:cNvSpPr>
          <p:nvPr/>
        </p:nvSpPr>
        <p:spPr>
          <a:xfrm>
            <a:off x="7666953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1" name="data_3980">
            <a:extLst>
              <a:ext uri="{FF2B5EF4-FFF2-40B4-BE49-F238E27FC236}">
                <a16:creationId xmlns:a16="http://schemas.microsoft.com/office/drawing/2014/main" id="{E8733AC6-EC25-4FD2-9B1B-04C13DFB056E}"/>
              </a:ext>
            </a:extLst>
          </p:cNvPr>
          <p:cNvSpPr>
            <a:spLocks/>
          </p:cNvSpPr>
          <p:nvPr/>
        </p:nvSpPr>
        <p:spPr>
          <a:xfrm>
            <a:off x="760009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2" name="data_3981">
            <a:extLst>
              <a:ext uri="{FF2B5EF4-FFF2-40B4-BE49-F238E27FC236}">
                <a16:creationId xmlns:a16="http://schemas.microsoft.com/office/drawing/2014/main" id="{ED078E65-0A60-4E0D-9E31-318CE1659248}"/>
              </a:ext>
            </a:extLst>
          </p:cNvPr>
          <p:cNvSpPr>
            <a:spLocks/>
          </p:cNvSpPr>
          <p:nvPr/>
        </p:nvSpPr>
        <p:spPr>
          <a:xfrm>
            <a:off x="7642396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3" name="data_3982">
            <a:extLst>
              <a:ext uri="{FF2B5EF4-FFF2-40B4-BE49-F238E27FC236}">
                <a16:creationId xmlns:a16="http://schemas.microsoft.com/office/drawing/2014/main" id="{295768AB-7EBE-4AC1-B9BF-CF505F563386}"/>
              </a:ext>
            </a:extLst>
          </p:cNvPr>
          <p:cNvSpPr>
            <a:spLocks/>
          </p:cNvSpPr>
          <p:nvPr/>
        </p:nvSpPr>
        <p:spPr>
          <a:xfrm>
            <a:off x="764925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4" name="data_3983">
            <a:extLst>
              <a:ext uri="{FF2B5EF4-FFF2-40B4-BE49-F238E27FC236}">
                <a16:creationId xmlns:a16="http://schemas.microsoft.com/office/drawing/2014/main" id="{E5B4712B-6995-4784-8599-561F75271052}"/>
              </a:ext>
            </a:extLst>
          </p:cNvPr>
          <p:cNvSpPr>
            <a:spLocks/>
          </p:cNvSpPr>
          <p:nvPr/>
        </p:nvSpPr>
        <p:spPr>
          <a:xfrm>
            <a:off x="7679327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5" name="data_3984">
            <a:extLst>
              <a:ext uri="{FF2B5EF4-FFF2-40B4-BE49-F238E27FC236}">
                <a16:creationId xmlns:a16="http://schemas.microsoft.com/office/drawing/2014/main" id="{5EA6A1EF-6719-405D-8C77-74C37FCB96EF}"/>
              </a:ext>
            </a:extLst>
          </p:cNvPr>
          <p:cNvSpPr>
            <a:spLocks/>
          </p:cNvSpPr>
          <p:nvPr/>
        </p:nvSpPr>
        <p:spPr>
          <a:xfrm>
            <a:off x="770214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6" name="data_3985">
            <a:extLst>
              <a:ext uri="{FF2B5EF4-FFF2-40B4-BE49-F238E27FC236}">
                <a16:creationId xmlns:a16="http://schemas.microsoft.com/office/drawing/2014/main" id="{0FD70902-FD45-48C1-99D5-BB51A0B27163}"/>
              </a:ext>
            </a:extLst>
          </p:cNvPr>
          <p:cNvSpPr>
            <a:spLocks/>
          </p:cNvSpPr>
          <p:nvPr/>
        </p:nvSpPr>
        <p:spPr>
          <a:xfrm>
            <a:off x="766366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7" name="data_3986">
            <a:extLst>
              <a:ext uri="{FF2B5EF4-FFF2-40B4-BE49-F238E27FC236}">
                <a16:creationId xmlns:a16="http://schemas.microsoft.com/office/drawing/2014/main" id="{0E6C5150-2C48-4654-96BE-ED4BC0936698}"/>
              </a:ext>
            </a:extLst>
          </p:cNvPr>
          <p:cNvSpPr>
            <a:spLocks/>
          </p:cNvSpPr>
          <p:nvPr/>
        </p:nvSpPr>
        <p:spPr>
          <a:xfrm>
            <a:off x="7698113" y="54291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8" name="data_3987">
            <a:extLst>
              <a:ext uri="{FF2B5EF4-FFF2-40B4-BE49-F238E27FC236}">
                <a16:creationId xmlns:a16="http://schemas.microsoft.com/office/drawing/2014/main" id="{7E025565-F867-416C-8CBF-AD55D57DD5DA}"/>
              </a:ext>
            </a:extLst>
          </p:cNvPr>
          <p:cNvSpPr>
            <a:spLocks/>
          </p:cNvSpPr>
          <p:nvPr/>
        </p:nvSpPr>
        <p:spPr>
          <a:xfrm>
            <a:off x="7600576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9" name="data_3988">
            <a:extLst>
              <a:ext uri="{FF2B5EF4-FFF2-40B4-BE49-F238E27FC236}">
                <a16:creationId xmlns:a16="http://schemas.microsoft.com/office/drawing/2014/main" id="{208C3427-1B75-40AA-BF21-56F30CE1BD64}"/>
              </a:ext>
            </a:extLst>
          </p:cNvPr>
          <p:cNvSpPr>
            <a:spLocks/>
          </p:cNvSpPr>
          <p:nvPr/>
        </p:nvSpPr>
        <p:spPr>
          <a:xfrm>
            <a:off x="7602577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0" name="data_3989">
            <a:extLst>
              <a:ext uri="{FF2B5EF4-FFF2-40B4-BE49-F238E27FC236}">
                <a16:creationId xmlns:a16="http://schemas.microsoft.com/office/drawing/2014/main" id="{A7B1BE7B-C4DB-43A2-913F-5417ADC7AB8C}"/>
              </a:ext>
            </a:extLst>
          </p:cNvPr>
          <p:cNvSpPr>
            <a:spLocks/>
          </p:cNvSpPr>
          <p:nvPr/>
        </p:nvSpPr>
        <p:spPr>
          <a:xfrm>
            <a:off x="762909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1" name="data_3990">
            <a:extLst>
              <a:ext uri="{FF2B5EF4-FFF2-40B4-BE49-F238E27FC236}">
                <a16:creationId xmlns:a16="http://schemas.microsoft.com/office/drawing/2014/main" id="{A773BE17-65B8-4672-B02B-BDB5160D5CB8}"/>
              </a:ext>
            </a:extLst>
          </p:cNvPr>
          <p:cNvSpPr>
            <a:spLocks/>
          </p:cNvSpPr>
          <p:nvPr/>
        </p:nvSpPr>
        <p:spPr>
          <a:xfrm>
            <a:off x="7664365" y="59132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2" name="data_3991">
            <a:extLst>
              <a:ext uri="{FF2B5EF4-FFF2-40B4-BE49-F238E27FC236}">
                <a16:creationId xmlns:a16="http://schemas.microsoft.com/office/drawing/2014/main" id="{F0D34615-850F-4CD4-9D6A-C6D6A53B7198}"/>
              </a:ext>
            </a:extLst>
          </p:cNvPr>
          <p:cNvSpPr>
            <a:spLocks/>
          </p:cNvSpPr>
          <p:nvPr/>
        </p:nvSpPr>
        <p:spPr>
          <a:xfrm>
            <a:off x="7623238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3" name="data_3992">
            <a:extLst>
              <a:ext uri="{FF2B5EF4-FFF2-40B4-BE49-F238E27FC236}">
                <a16:creationId xmlns:a16="http://schemas.microsoft.com/office/drawing/2014/main" id="{EC5AB9C4-1F7A-4D84-8D6D-D099FC735F1C}"/>
              </a:ext>
            </a:extLst>
          </p:cNvPr>
          <p:cNvSpPr>
            <a:spLocks/>
          </p:cNvSpPr>
          <p:nvPr/>
        </p:nvSpPr>
        <p:spPr>
          <a:xfrm>
            <a:off x="765416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4" name="data_3993">
            <a:extLst>
              <a:ext uri="{FF2B5EF4-FFF2-40B4-BE49-F238E27FC236}">
                <a16:creationId xmlns:a16="http://schemas.microsoft.com/office/drawing/2014/main" id="{E6E3EAFC-C29E-4941-8388-883C73B15060}"/>
              </a:ext>
            </a:extLst>
          </p:cNvPr>
          <p:cNvSpPr>
            <a:spLocks/>
          </p:cNvSpPr>
          <p:nvPr/>
        </p:nvSpPr>
        <p:spPr>
          <a:xfrm>
            <a:off x="7669764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5" name="data_3994">
            <a:extLst>
              <a:ext uri="{FF2B5EF4-FFF2-40B4-BE49-F238E27FC236}">
                <a16:creationId xmlns:a16="http://schemas.microsoft.com/office/drawing/2014/main" id="{F366E0A4-22E0-4D6D-B0A9-EF7A8DB3D2BE}"/>
              </a:ext>
            </a:extLst>
          </p:cNvPr>
          <p:cNvSpPr>
            <a:spLocks/>
          </p:cNvSpPr>
          <p:nvPr/>
        </p:nvSpPr>
        <p:spPr>
          <a:xfrm>
            <a:off x="767064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6" name="data_3995">
            <a:extLst>
              <a:ext uri="{FF2B5EF4-FFF2-40B4-BE49-F238E27FC236}">
                <a16:creationId xmlns:a16="http://schemas.microsoft.com/office/drawing/2014/main" id="{55393385-082D-4876-9030-A750CB6AB4F2}"/>
              </a:ext>
            </a:extLst>
          </p:cNvPr>
          <p:cNvSpPr>
            <a:spLocks/>
          </p:cNvSpPr>
          <p:nvPr/>
        </p:nvSpPr>
        <p:spPr>
          <a:xfrm>
            <a:off x="7633703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7" name="data_3996">
            <a:extLst>
              <a:ext uri="{FF2B5EF4-FFF2-40B4-BE49-F238E27FC236}">
                <a16:creationId xmlns:a16="http://schemas.microsoft.com/office/drawing/2014/main" id="{BE843754-7852-4ED0-A32D-D506F931CC25}"/>
              </a:ext>
            </a:extLst>
          </p:cNvPr>
          <p:cNvSpPr>
            <a:spLocks/>
          </p:cNvSpPr>
          <p:nvPr/>
        </p:nvSpPr>
        <p:spPr>
          <a:xfrm>
            <a:off x="7686742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8" name="data_3997">
            <a:extLst>
              <a:ext uri="{FF2B5EF4-FFF2-40B4-BE49-F238E27FC236}">
                <a16:creationId xmlns:a16="http://schemas.microsoft.com/office/drawing/2014/main" id="{9C6E03BA-255E-48A5-9254-B0D53078E604}"/>
              </a:ext>
            </a:extLst>
          </p:cNvPr>
          <p:cNvSpPr>
            <a:spLocks/>
          </p:cNvSpPr>
          <p:nvPr/>
        </p:nvSpPr>
        <p:spPr>
          <a:xfrm>
            <a:off x="7674787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9" name="data_3998">
            <a:extLst>
              <a:ext uri="{FF2B5EF4-FFF2-40B4-BE49-F238E27FC236}">
                <a16:creationId xmlns:a16="http://schemas.microsoft.com/office/drawing/2014/main" id="{562C6009-4ED9-4960-A3EF-6EB81D4817FB}"/>
              </a:ext>
            </a:extLst>
          </p:cNvPr>
          <p:cNvSpPr>
            <a:spLocks/>
          </p:cNvSpPr>
          <p:nvPr/>
        </p:nvSpPr>
        <p:spPr>
          <a:xfrm>
            <a:off x="768999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0" name="data_3999">
            <a:extLst>
              <a:ext uri="{FF2B5EF4-FFF2-40B4-BE49-F238E27FC236}">
                <a16:creationId xmlns:a16="http://schemas.microsoft.com/office/drawing/2014/main" id="{09FA89E9-E008-4472-A83A-06D473A71F61}"/>
              </a:ext>
            </a:extLst>
          </p:cNvPr>
          <p:cNvSpPr>
            <a:spLocks/>
          </p:cNvSpPr>
          <p:nvPr/>
        </p:nvSpPr>
        <p:spPr>
          <a:xfrm>
            <a:off x="7640232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1" name="data_4000">
            <a:extLst>
              <a:ext uri="{FF2B5EF4-FFF2-40B4-BE49-F238E27FC236}">
                <a16:creationId xmlns:a16="http://schemas.microsoft.com/office/drawing/2014/main" id="{20EB0CCE-10CA-437C-BB22-2DB8061A879F}"/>
              </a:ext>
            </a:extLst>
          </p:cNvPr>
          <p:cNvSpPr>
            <a:spLocks/>
          </p:cNvSpPr>
          <p:nvPr/>
        </p:nvSpPr>
        <p:spPr>
          <a:xfrm>
            <a:off x="7673703" y="63553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2" name="data_4001">
            <a:extLst>
              <a:ext uri="{FF2B5EF4-FFF2-40B4-BE49-F238E27FC236}">
                <a16:creationId xmlns:a16="http://schemas.microsoft.com/office/drawing/2014/main" id="{AF946C90-2D35-423B-B76F-306202A7B2BC}"/>
              </a:ext>
            </a:extLst>
          </p:cNvPr>
          <p:cNvSpPr>
            <a:spLocks/>
          </p:cNvSpPr>
          <p:nvPr/>
        </p:nvSpPr>
        <p:spPr>
          <a:xfrm>
            <a:off x="770442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3" name="data_4002">
            <a:extLst>
              <a:ext uri="{FF2B5EF4-FFF2-40B4-BE49-F238E27FC236}">
                <a16:creationId xmlns:a16="http://schemas.microsoft.com/office/drawing/2014/main" id="{3B71A2FC-C80C-435C-8134-1E5F5E76F9B2}"/>
              </a:ext>
            </a:extLst>
          </p:cNvPr>
          <p:cNvSpPr>
            <a:spLocks/>
          </p:cNvSpPr>
          <p:nvPr/>
        </p:nvSpPr>
        <p:spPr>
          <a:xfrm>
            <a:off x="765809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4" name="data_4003">
            <a:extLst>
              <a:ext uri="{FF2B5EF4-FFF2-40B4-BE49-F238E27FC236}">
                <a16:creationId xmlns:a16="http://schemas.microsoft.com/office/drawing/2014/main" id="{5B509B13-4C14-4892-8818-2C329AEA1854}"/>
              </a:ext>
            </a:extLst>
          </p:cNvPr>
          <p:cNvSpPr>
            <a:spLocks/>
          </p:cNvSpPr>
          <p:nvPr/>
        </p:nvSpPr>
        <p:spPr>
          <a:xfrm>
            <a:off x="760428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5" name="data_4004">
            <a:extLst>
              <a:ext uri="{FF2B5EF4-FFF2-40B4-BE49-F238E27FC236}">
                <a16:creationId xmlns:a16="http://schemas.microsoft.com/office/drawing/2014/main" id="{F77D829D-9478-446B-A62E-E09850CAF663}"/>
              </a:ext>
            </a:extLst>
          </p:cNvPr>
          <p:cNvSpPr>
            <a:spLocks/>
          </p:cNvSpPr>
          <p:nvPr/>
        </p:nvSpPr>
        <p:spPr>
          <a:xfrm>
            <a:off x="7684124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6" name="data_4005">
            <a:extLst>
              <a:ext uri="{FF2B5EF4-FFF2-40B4-BE49-F238E27FC236}">
                <a16:creationId xmlns:a16="http://schemas.microsoft.com/office/drawing/2014/main" id="{E2CBBF61-C95D-4D5E-B723-5D59933410F1}"/>
              </a:ext>
            </a:extLst>
          </p:cNvPr>
          <p:cNvSpPr>
            <a:spLocks/>
          </p:cNvSpPr>
          <p:nvPr/>
        </p:nvSpPr>
        <p:spPr>
          <a:xfrm>
            <a:off x="762833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7" name="data_4006">
            <a:extLst>
              <a:ext uri="{FF2B5EF4-FFF2-40B4-BE49-F238E27FC236}">
                <a16:creationId xmlns:a16="http://schemas.microsoft.com/office/drawing/2014/main" id="{D1DDA7A2-2D97-4FEF-AC6E-6435832430B7}"/>
              </a:ext>
            </a:extLst>
          </p:cNvPr>
          <p:cNvSpPr>
            <a:spLocks/>
          </p:cNvSpPr>
          <p:nvPr/>
        </p:nvSpPr>
        <p:spPr>
          <a:xfrm>
            <a:off x="7711049" y="615887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8" name="data_4007">
            <a:extLst>
              <a:ext uri="{FF2B5EF4-FFF2-40B4-BE49-F238E27FC236}">
                <a16:creationId xmlns:a16="http://schemas.microsoft.com/office/drawing/2014/main" id="{1EDFEF43-8BF5-4C13-B2CC-5805B1F5E7D2}"/>
              </a:ext>
            </a:extLst>
          </p:cNvPr>
          <p:cNvSpPr>
            <a:spLocks/>
          </p:cNvSpPr>
          <p:nvPr/>
        </p:nvSpPr>
        <p:spPr>
          <a:xfrm>
            <a:off x="763788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9" name="data_4008">
            <a:extLst>
              <a:ext uri="{FF2B5EF4-FFF2-40B4-BE49-F238E27FC236}">
                <a16:creationId xmlns:a16="http://schemas.microsoft.com/office/drawing/2014/main" id="{566D789D-9729-4553-9291-E3167C485DD7}"/>
              </a:ext>
            </a:extLst>
          </p:cNvPr>
          <p:cNvSpPr>
            <a:spLocks/>
          </p:cNvSpPr>
          <p:nvPr/>
        </p:nvSpPr>
        <p:spPr>
          <a:xfrm>
            <a:off x="759843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0" name="data_4009">
            <a:extLst>
              <a:ext uri="{FF2B5EF4-FFF2-40B4-BE49-F238E27FC236}">
                <a16:creationId xmlns:a16="http://schemas.microsoft.com/office/drawing/2014/main" id="{C30A03E1-8195-4062-AC2F-8040692F2B54}"/>
              </a:ext>
            </a:extLst>
          </p:cNvPr>
          <p:cNvSpPr>
            <a:spLocks/>
          </p:cNvSpPr>
          <p:nvPr/>
        </p:nvSpPr>
        <p:spPr>
          <a:xfrm>
            <a:off x="7696335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1" name="data_4010">
            <a:extLst>
              <a:ext uri="{FF2B5EF4-FFF2-40B4-BE49-F238E27FC236}">
                <a16:creationId xmlns:a16="http://schemas.microsoft.com/office/drawing/2014/main" id="{252EDB3C-4AF5-48D2-8E78-D5E67FDEF1FD}"/>
              </a:ext>
            </a:extLst>
          </p:cNvPr>
          <p:cNvSpPr>
            <a:spLocks/>
          </p:cNvSpPr>
          <p:nvPr/>
        </p:nvSpPr>
        <p:spPr>
          <a:xfrm>
            <a:off x="7658773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2" name="data_4011">
            <a:extLst>
              <a:ext uri="{FF2B5EF4-FFF2-40B4-BE49-F238E27FC236}">
                <a16:creationId xmlns:a16="http://schemas.microsoft.com/office/drawing/2014/main" id="{96562A7D-05B0-4E9B-82A6-E8AD12E35FD9}"/>
              </a:ext>
            </a:extLst>
          </p:cNvPr>
          <p:cNvSpPr>
            <a:spLocks/>
          </p:cNvSpPr>
          <p:nvPr/>
        </p:nvSpPr>
        <p:spPr>
          <a:xfrm>
            <a:off x="7696188" y="564183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3" name="data_4012">
            <a:extLst>
              <a:ext uri="{FF2B5EF4-FFF2-40B4-BE49-F238E27FC236}">
                <a16:creationId xmlns:a16="http://schemas.microsoft.com/office/drawing/2014/main" id="{715E4F11-2679-4F3A-8106-C73F4C1966DB}"/>
              </a:ext>
            </a:extLst>
          </p:cNvPr>
          <p:cNvSpPr>
            <a:spLocks/>
          </p:cNvSpPr>
          <p:nvPr/>
        </p:nvSpPr>
        <p:spPr>
          <a:xfrm>
            <a:off x="762038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4" name="data_4013">
            <a:extLst>
              <a:ext uri="{FF2B5EF4-FFF2-40B4-BE49-F238E27FC236}">
                <a16:creationId xmlns:a16="http://schemas.microsoft.com/office/drawing/2014/main" id="{E1FCD7D7-3B7A-4825-BC2C-8F5438CDAE00}"/>
              </a:ext>
            </a:extLst>
          </p:cNvPr>
          <p:cNvSpPr>
            <a:spLocks/>
          </p:cNvSpPr>
          <p:nvPr/>
        </p:nvSpPr>
        <p:spPr>
          <a:xfrm>
            <a:off x="763425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5" name="data_4014">
            <a:extLst>
              <a:ext uri="{FF2B5EF4-FFF2-40B4-BE49-F238E27FC236}">
                <a16:creationId xmlns:a16="http://schemas.microsoft.com/office/drawing/2014/main" id="{00FBCBF5-39D5-4943-8DD2-C4EF913FD6AC}"/>
              </a:ext>
            </a:extLst>
          </p:cNvPr>
          <p:cNvSpPr>
            <a:spLocks/>
          </p:cNvSpPr>
          <p:nvPr/>
        </p:nvSpPr>
        <p:spPr>
          <a:xfrm>
            <a:off x="7607611" y="65911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6" name="data_4015">
            <a:extLst>
              <a:ext uri="{FF2B5EF4-FFF2-40B4-BE49-F238E27FC236}">
                <a16:creationId xmlns:a16="http://schemas.microsoft.com/office/drawing/2014/main" id="{63A6EA99-3147-4418-9062-C58259A6B8D7}"/>
              </a:ext>
            </a:extLst>
          </p:cNvPr>
          <p:cNvSpPr>
            <a:spLocks/>
          </p:cNvSpPr>
          <p:nvPr/>
        </p:nvSpPr>
        <p:spPr>
          <a:xfrm>
            <a:off x="766026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7" name="data_4016">
            <a:extLst>
              <a:ext uri="{FF2B5EF4-FFF2-40B4-BE49-F238E27FC236}">
                <a16:creationId xmlns:a16="http://schemas.microsoft.com/office/drawing/2014/main" id="{403A0F31-6DF7-49A5-B25C-2C428256BA34}"/>
              </a:ext>
            </a:extLst>
          </p:cNvPr>
          <p:cNvSpPr>
            <a:spLocks/>
          </p:cNvSpPr>
          <p:nvPr/>
        </p:nvSpPr>
        <p:spPr>
          <a:xfrm>
            <a:off x="7700867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8" name="data_4017">
            <a:extLst>
              <a:ext uri="{FF2B5EF4-FFF2-40B4-BE49-F238E27FC236}">
                <a16:creationId xmlns:a16="http://schemas.microsoft.com/office/drawing/2014/main" id="{260958A9-0DB9-471A-863D-554017022236}"/>
              </a:ext>
            </a:extLst>
          </p:cNvPr>
          <p:cNvSpPr>
            <a:spLocks/>
          </p:cNvSpPr>
          <p:nvPr/>
        </p:nvSpPr>
        <p:spPr>
          <a:xfrm>
            <a:off x="767622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9" name="data_4018">
            <a:extLst>
              <a:ext uri="{FF2B5EF4-FFF2-40B4-BE49-F238E27FC236}">
                <a16:creationId xmlns:a16="http://schemas.microsoft.com/office/drawing/2014/main" id="{7C104BF5-398A-4068-9073-AFDE745FC082}"/>
              </a:ext>
            </a:extLst>
          </p:cNvPr>
          <p:cNvSpPr>
            <a:spLocks/>
          </p:cNvSpPr>
          <p:nvPr/>
        </p:nvSpPr>
        <p:spPr>
          <a:xfrm>
            <a:off x="7613678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0" name="data_4019">
            <a:extLst>
              <a:ext uri="{FF2B5EF4-FFF2-40B4-BE49-F238E27FC236}">
                <a16:creationId xmlns:a16="http://schemas.microsoft.com/office/drawing/2014/main" id="{76351046-BC2A-426A-8582-514ADC6C3400}"/>
              </a:ext>
            </a:extLst>
          </p:cNvPr>
          <p:cNvSpPr>
            <a:spLocks/>
          </p:cNvSpPr>
          <p:nvPr/>
        </p:nvSpPr>
        <p:spPr>
          <a:xfrm>
            <a:off x="7607364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1" name="data_4020">
            <a:extLst>
              <a:ext uri="{FF2B5EF4-FFF2-40B4-BE49-F238E27FC236}">
                <a16:creationId xmlns:a16="http://schemas.microsoft.com/office/drawing/2014/main" id="{65F1D2D5-3F43-429C-AA87-62D296776B50}"/>
              </a:ext>
            </a:extLst>
          </p:cNvPr>
          <p:cNvSpPr>
            <a:spLocks/>
          </p:cNvSpPr>
          <p:nvPr/>
        </p:nvSpPr>
        <p:spPr>
          <a:xfrm>
            <a:off x="765489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2" name="data_4021">
            <a:extLst>
              <a:ext uri="{FF2B5EF4-FFF2-40B4-BE49-F238E27FC236}">
                <a16:creationId xmlns:a16="http://schemas.microsoft.com/office/drawing/2014/main" id="{BF52755A-4D57-41AE-B5C2-B0B954F80BB7}"/>
              </a:ext>
            </a:extLst>
          </p:cNvPr>
          <p:cNvSpPr>
            <a:spLocks/>
          </p:cNvSpPr>
          <p:nvPr/>
        </p:nvSpPr>
        <p:spPr>
          <a:xfrm>
            <a:off x="7634422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3" name="data_4022">
            <a:extLst>
              <a:ext uri="{FF2B5EF4-FFF2-40B4-BE49-F238E27FC236}">
                <a16:creationId xmlns:a16="http://schemas.microsoft.com/office/drawing/2014/main" id="{04617C02-376D-4B1F-8CC3-183BAF1E54B7}"/>
              </a:ext>
            </a:extLst>
          </p:cNvPr>
          <p:cNvSpPr>
            <a:spLocks/>
          </p:cNvSpPr>
          <p:nvPr/>
        </p:nvSpPr>
        <p:spPr>
          <a:xfrm>
            <a:off x="764627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4" name="data_4023">
            <a:extLst>
              <a:ext uri="{FF2B5EF4-FFF2-40B4-BE49-F238E27FC236}">
                <a16:creationId xmlns:a16="http://schemas.microsoft.com/office/drawing/2014/main" id="{F7FDF8A1-9B11-4FB6-86CA-674DC0ED8A01}"/>
              </a:ext>
            </a:extLst>
          </p:cNvPr>
          <p:cNvSpPr>
            <a:spLocks/>
          </p:cNvSpPr>
          <p:nvPr/>
        </p:nvSpPr>
        <p:spPr>
          <a:xfrm>
            <a:off x="768672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5" name="data_4024">
            <a:extLst>
              <a:ext uri="{FF2B5EF4-FFF2-40B4-BE49-F238E27FC236}">
                <a16:creationId xmlns:a16="http://schemas.microsoft.com/office/drawing/2014/main" id="{91743280-B139-4F82-9C65-4A48D3C42E5C}"/>
              </a:ext>
            </a:extLst>
          </p:cNvPr>
          <p:cNvSpPr>
            <a:spLocks/>
          </p:cNvSpPr>
          <p:nvPr/>
        </p:nvSpPr>
        <p:spPr>
          <a:xfrm>
            <a:off x="763568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6" name="data_4025">
            <a:extLst>
              <a:ext uri="{FF2B5EF4-FFF2-40B4-BE49-F238E27FC236}">
                <a16:creationId xmlns:a16="http://schemas.microsoft.com/office/drawing/2014/main" id="{F7526BE4-031C-4673-9018-7C2A7F138E85}"/>
              </a:ext>
            </a:extLst>
          </p:cNvPr>
          <p:cNvSpPr>
            <a:spLocks/>
          </p:cNvSpPr>
          <p:nvPr/>
        </p:nvSpPr>
        <p:spPr>
          <a:xfrm>
            <a:off x="7640190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7" name="data_4026">
            <a:extLst>
              <a:ext uri="{FF2B5EF4-FFF2-40B4-BE49-F238E27FC236}">
                <a16:creationId xmlns:a16="http://schemas.microsoft.com/office/drawing/2014/main" id="{38BCDE94-8C18-470D-9DA9-AD146380A1D3}"/>
              </a:ext>
            </a:extLst>
          </p:cNvPr>
          <p:cNvSpPr>
            <a:spLocks/>
          </p:cNvSpPr>
          <p:nvPr/>
        </p:nvSpPr>
        <p:spPr>
          <a:xfrm>
            <a:off x="8192795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8" name="data_4027">
            <a:extLst>
              <a:ext uri="{FF2B5EF4-FFF2-40B4-BE49-F238E27FC236}">
                <a16:creationId xmlns:a16="http://schemas.microsoft.com/office/drawing/2014/main" id="{B5BD7FD3-F1A9-491F-9A46-E66AF84B9E11}"/>
              </a:ext>
            </a:extLst>
          </p:cNvPr>
          <p:cNvSpPr>
            <a:spLocks/>
          </p:cNvSpPr>
          <p:nvPr/>
        </p:nvSpPr>
        <p:spPr>
          <a:xfrm>
            <a:off x="8201496" y="53372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9" name="data_4028">
            <a:extLst>
              <a:ext uri="{FF2B5EF4-FFF2-40B4-BE49-F238E27FC236}">
                <a16:creationId xmlns:a16="http://schemas.microsoft.com/office/drawing/2014/main" id="{FD59E786-D10C-4763-B430-40CCE5DDC778}"/>
              </a:ext>
            </a:extLst>
          </p:cNvPr>
          <p:cNvSpPr>
            <a:spLocks/>
          </p:cNvSpPr>
          <p:nvPr/>
        </p:nvSpPr>
        <p:spPr>
          <a:xfrm>
            <a:off x="8176474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0" name="data_4029">
            <a:extLst>
              <a:ext uri="{FF2B5EF4-FFF2-40B4-BE49-F238E27FC236}">
                <a16:creationId xmlns:a16="http://schemas.microsoft.com/office/drawing/2014/main" id="{9D89E78B-6763-458D-919C-7BB89FC9628F}"/>
              </a:ext>
            </a:extLst>
          </p:cNvPr>
          <p:cNvSpPr>
            <a:spLocks/>
          </p:cNvSpPr>
          <p:nvPr/>
        </p:nvSpPr>
        <p:spPr>
          <a:xfrm>
            <a:off x="8175109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1" name="data_4030">
            <a:extLst>
              <a:ext uri="{FF2B5EF4-FFF2-40B4-BE49-F238E27FC236}">
                <a16:creationId xmlns:a16="http://schemas.microsoft.com/office/drawing/2014/main" id="{4E88644B-17B3-4347-9C7A-F5E0986CE3FC}"/>
              </a:ext>
            </a:extLst>
          </p:cNvPr>
          <p:cNvSpPr>
            <a:spLocks/>
          </p:cNvSpPr>
          <p:nvPr/>
        </p:nvSpPr>
        <p:spPr>
          <a:xfrm>
            <a:off x="8175751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2" name="data_4031">
            <a:extLst>
              <a:ext uri="{FF2B5EF4-FFF2-40B4-BE49-F238E27FC236}">
                <a16:creationId xmlns:a16="http://schemas.microsoft.com/office/drawing/2014/main" id="{A0ED638E-CCAD-4ECF-A288-E28FEBE1F3ED}"/>
              </a:ext>
            </a:extLst>
          </p:cNvPr>
          <p:cNvSpPr>
            <a:spLocks/>
          </p:cNvSpPr>
          <p:nvPr/>
        </p:nvSpPr>
        <p:spPr>
          <a:xfrm>
            <a:off x="8222161" y="53533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3" name="data_4032">
            <a:extLst>
              <a:ext uri="{FF2B5EF4-FFF2-40B4-BE49-F238E27FC236}">
                <a16:creationId xmlns:a16="http://schemas.microsoft.com/office/drawing/2014/main" id="{B839DE28-5507-43C2-8A96-2CB333FE65B9}"/>
              </a:ext>
            </a:extLst>
          </p:cNvPr>
          <p:cNvSpPr>
            <a:spLocks/>
          </p:cNvSpPr>
          <p:nvPr/>
        </p:nvSpPr>
        <p:spPr>
          <a:xfrm>
            <a:off x="8187281" y="54712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4" name="data_4033">
            <a:extLst>
              <a:ext uri="{FF2B5EF4-FFF2-40B4-BE49-F238E27FC236}">
                <a16:creationId xmlns:a16="http://schemas.microsoft.com/office/drawing/2014/main" id="{39ADA545-8C33-4D74-AD22-4F61D5A8806D}"/>
              </a:ext>
            </a:extLst>
          </p:cNvPr>
          <p:cNvSpPr>
            <a:spLocks/>
          </p:cNvSpPr>
          <p:nvPr/>
        </p:nvSpPr>
        <p:spPr>
          <a:xfrm>
            <a:off x="8197665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5" name="data_4034">
            <a:extLst>
              <a:ext uri="{FF2B5EF4-FFF2-40B4-BE49-F238E27FC236}">
                <a16:creationId xmlns:a16="http://schemas.microsoft.com/office/drawing/2014/main" id="{8A6558BA-A0AD-4FA2-BD2D-DF1F26394549}"/>
              </a:ext>
            </a:extLst>
          </p:cNvPr>
          <p:cNvSpPr>
            <a:spLocks/>
          </p:cNvSpPr>
          <p:nvPr/>
        </p:nvSpPr>
        <p:spPr>
          <a:xfrm>
            <a:off x="8137852" y="5765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6" name="data_4035">
            <a:extLst>
              <a:ext uri="{FF2B5EF4-FFF2-40B4-BE49-F238E27FC236}">
                <a16:creationId xmlns:a16="http://schemas.microsoft.com/office/drawing/2014/main" id="{B41AFB46-4576-4331-BCDD-320C127A226C}"/>
              </a:ext>
            </a:extLst>
          </p:cNvPr>
          <p:cNvSpPr>
            <a:spLocks/>
          </p:cNvSpPr>
          <p:nvPr/>
        </p:nvSpPr>
        <p:spPr>
          <a:xfrm>
            <a:off x="8245272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7" name="data_4036">
            <a:extLst>
              <a:ext uri="{FF2B5EF4-FFF2-40B4-BE49-F238E27FC236}">
                <a16:creationId xmlns:a16="http://schemas.microsoft.com/office/drawing/2014/main" id="{D81E1224-0D16-4267-9853-8AB312241660}"/>
              </a:ext>
            </a:extLst>
          </p:cNvPr>
          <p:cNvSpPr>
            <a:spLocks/>
          </p:cNvSpPr>
          <p:nvPr/>
        </p:nvSpPr>
        <p:spPr>
          <a:xfrm>
            <a:off x="8229907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8" name="data_4037">
            <a:extLst>
              <a:ext uri="{FF2B5EF4-FFF2-40B4-BE49-F238E27FC236}">
                <a16:creationId xmlns:a16="http://schemas.microsoft.com/office/drawing/2014/main" id="{A0EC7279-6751-49C1-8F58-20B51F891745}"/>
              </a:ext>
            </a:extLst>
          </p:cNvPr>
          <p:cNvSpPr>
            <a:spLocks/>
          </p:cNvSpPr>
          <p:nvPr/>
        </p:nvSpPr>
        <p:spPr>
          <a:xfrm>
            <a:off x="8150761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9" name="data_4038">
            <a:extLst>
              <a:ext uri="{FF2B5EF4-FFF2-40B4-BE49-F238E27FC236}">
                <a16:creationId xmlns:a16="http://schemas.microsoft.com/office/drawing/2014/main" id="{5317913B-1C16-4F94-879D-0E8BB5AFC15F}"/>
              </a:ext>
            </a:extLst>
          </p:cNvPr>
          <p:cNvSpPr>
            <a:spLocks/>
          </p:cNvSpPr>
          <p:nvPr/>
        </p:nvSpPr>
        <p:spPr>
          <a:xfrm>
            <a:off x="8178267" y="625711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0" name="data_4039">
            <a:extLst>
              <a:ext uri="{FF2B5EF4-FFF2-40B4-BE49-F238E27FC236}">
                <a16:creationId xmlns:a16="http://schemas.microsoft.com/office/drawing/2014/main" id="{47C10E96-B8F8-4EB1-91ED-5A6BB1CF1BDA}"/>
              </a:ext>
            </a:extLst>
          </p:cNvPr>
          <p:cNvSpPr>
            <a:spLocks/>
          </p:cNvSpPr>
          <p:nvPr/>
        </p:nvSpPr>
        <p:spPr>
          <a:xfrm>
            <a:off x="824935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1" name="data_4040">
            <a:extLst>
              <a:ext uri="{FF2B5EF4-FFF2-40B4-BE49-F238E27FC236}">
                <a16:creationId xmlns:a16="http://schemas.microsoft.com/office/drawing/2014/main" id="{0840DDE7-275B-4509-BC1D-828A1F5035F0}"/>
              </a:ext>
            </a:extLst>
          </p:cNvPr>
          <p:cNvSpPr>
            <a:spLocks/>
          </p:cNvSpPr>
          <p:nvPr/>
        </p:nvSpPr>
        <p:spPr>
          <a:xfrm>
            <a:off x="813436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2" name="data_4041">
            <a:extLst>
              <a:ext uri="{FF2B5EF4-FFF2-40B4-BE49-F238E27FC236}">
                <a16:creationId xmlns:a16="http://schemas.microsoft.com/office/drawing/2014/main" id="{EA7DBB8F-97AE-4557-8614-679164507D5B}"/>
              </a:ext>
            </a:extLst>
          </p:cNvPr>
          <p:cNvSpPr>
            <a:spLocks/>
          </p:cNvSpPr>
          <p:nvPr/>
        </p:nvSpPr>
        <p:spPr>
          <a:xfrm>
            <a:off x="8191832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3" name="data_4042">
            <a:extLst>
              <a:ext uri="{FF2B5EF4-FFF2-40B4-BE49-F238E27FC236}">
                <a16:creationId xmlns:a16="http://schemas.microsoft.com/office/drawing/2014/main" id="{DF9F1D73-945F-4103-BE18-F2A70A6B2C13}"/>
              </a:ext>
            </a:extLst>
          </p:cNvPr>
          <p:cNvSpPr>
            <a:spLocks/>
          </p:cNvSpPr>
          <p:nvPr/>
        </p:nvSpPr>
        <p:spPr>
          <a:xfrm>
            <a:off x="8197820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4" name="data_4043">
            <a:extLst>
              <a:ext uri="{FF2B5EF4-FFF2-40B4-BE49-F238E27FC236}">
                <a16:creationId xmlns:a16="http://schemas.microsoft.com/office/drawing/2014/main" id="{2A35FBFF-7DB1-4030-B371-306B671A7AD0}"/>
              </a:ext>
            </a:extLst>
          </p:cNvPr>
          <p:cNvSpPr>
            <a:spLocks/>
          </p:cNvSpPr>
          <p:nvPr/>
        </p:nvSpPr>
        <p:spPr>
          <a:xfrm>
            <a:off x="819024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5" name="data_4044">
            <a:extLst>
              <a:ext uri="{FF2B5EF4-FFF2-40B4-BE49-F238E27FC236}">
                <a16:creationId xmlns:a16="http://schemas.microsoft.com/office/drawing/2014/main" id="{CC38221B-5E44-4799-9214-03410A182FFD}"/>
              </a:ext>
            </a:extLst>
          </p:cNvPr>
          <p:cNvSpPr>
            <a:spLocks/>
          </p:cNvSpPr>
          <p:nvPr/>
        </p:nvSpPr>
        <p:spPr>
          <a:xfrm>
            <a:off x="8250071" y="63258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6" name="data_4045">
            <a:extLst>
              <a:ext uri="{FF2B5EF4-FFF2-40B4-BE49-F238E27FC236}">
                <a16:creationId xmlns:a16="http://schemas.microsoft.com/office/drawing/2014/main" id="{AE392E72-DE72-4C7F-B4C7-7BD86C2E2015}"/>
              </a:ext>
            </a:extLst>
          </p:cNvPr>
          <p:cNvSpPr>
            <a:spLocks/>
          </p:cNvSpPr>
          <p:nvPr/>
        </p:nvSpPr>
        <p:spPr>
          <a:xfrm>
            <a:off x="8233234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7" name="data_4046">
            <a:extLst>
              <a:ext uri="{FF2B5EF4-FFF2-40B4-BE49-F238E27FC236}">
                <a16:creationId xmlns:a16="http://schemas.microsoft.com/office/drawing/2014/main" id="{B164B506-221C-45F8-8AB8-AAEAED337ED8}"/>
              </a:ext>
            </a:extLst>
          </p:cNvPr>
          <p:cNvSpPr>
            <a:spLocks/>
          </p:cNvSpPr>
          <p:nvPr/>
        </p:nvSpPr>
        <p:spPr>
          <a:xfrm>
            <a:off x="8143067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8" name="data_4047">
            <a:extLst>
              <a:ext uri="{FF2B5EF4-FFF2-40B4-BE49-F238E27FC236}">
                <a16:creationId xmlns:a16="http://schemas.microsoft.com/office/drawing/2014/main" id="{0B389B6B-49DF-4D2F-A01D-0140749C7408}"/>
              </a:ext>
            </a:extLst>
          </p:cNvPr>
          <p:cNvSpPr>
            <a:spLocks/>
          </p:cNvSpPr>
          <p:nvPr/>
        </p:nvSpPr>
        <p:spPr>
          <a:xfrm>
            <a:off x="8156422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9" name="data_4048">
            <a:extLst>
              <a:ext uri="{FF2B5EF4-FFF2-40B4-BE49-F238E27FC236}">
                <a16:creationId xmlns:a16="http://schemas.microsoft.com/office/drawing/2014/main" id="{26501964-C4F0-434F-9795-F958CE05B9B8}"/>
              </a:ext>
            </a:extLst>
          </p:cNvPr>
          <p:cNvSpPr>
            <a:spLocks/>
          </p:cNvSpPr>
          <p:nvPr/>
        </p:nvSpPr>
        <p:spPr>
          <a:xfrm>
            <a:off x="8169955" y="539752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0" name="data_4049">
            <a:extLst>
              <a:ext uri="{FF2B5EF4-FFF2-40B4-BE49-F238E27FC236}">
                <a16:creationId xmlns:a16="http://schemas.microsoft.com/office/drawing/2014/main" id="{EB368FFC-1A27-4CCB-8500-B81498ECB018}"/>
              </a:ext>
            </a:extLst>
          </p:cNvPr>
          <p:cNvSpPr>
            <a:spLocks/>
          </p:cNvSpPr>
          <p:nvPr/>
        </p:nvSpPr>
        <p:spPr>
          <a:xfrm>
            <a:off x="8191779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1" name="data_4050">
            <a:extLst>
              <a:ext uri="{FF2B5EF4-FFF2-40B4-BE49-F238E27FC236}">
                <a16:creationId xmlns:a16="http://schemas.microsoft.com/office/drawing/2014/main" id="{2A7C07A7-5E1B-4694-A333-F27C69703790}"/>
              </a:ext>
            </a:extLst>
          </p:cNvPr>
          <p:cNvSpPr>
            <a:spLocks/>
          </p:cNvSpPr>
          <p:nvPr/>
        </p:nvSpPr>
        <p:spPr>
          <a:xfrm>
            <a:off x="822781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2" name="data_4051">
            <a:extLst>
              <a:ext uri="{FF2B5EF4-FFF2-40B4-BE49-F238E27FC236}">
                <a16:creationId xmlns:a16="http://schemas.microsoft.com/office/drawing/2014/main" id="{2E95A3CB-09A2-43C9-90B4-CBF386CC9770}"/>
              </a:ext>
            </a:extLst>
          </p:cNvPr>
          <p:cNvSpPr>
            <a:spLocks/>
          </p:cNvSpPr>
          <p:nvPr/>
        </p:nvSpPr>
        <p:spPr>
          <a:xfrm>
            <a:off x="8206325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3" name="data_4052">
            <a:extLst>
              <a:ext uri="{FF2B5EF4-FFF2-40B4-BE49-F238E27FC236}">
                <a16:creationId xmlns:a16="http://schemas.microsoft.com/office/drawing/2014/main" id="{8D1B58B3-CBB8-4BA5-95B5-DC2F6B3C2C07}"/>
              </a:ext>
            </a:extLst>
          </p:cNvPr>
          <p:cNvSpPr>
            <a:spLocks/>
          </p:cNvSpPr>
          <p:nvPr/>
        </p:nvSpPr>
        <p:spPr>
          <a:xfrm>
            <a:off x="823448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4" name="data_4053">
            <a:extLst>
              <a:ext uri="{FF2B5EF4-FFF2-40B4-BE49-F238E27FC236}">
                <a16:creationId xmlns:a16="http://schemas.microsoft.com/office/drawing/2014/main" id="{346CEBA5-9944-448B-A2E7-6BF44C4C97B5}"/>
              </a:ext>
            </a:extLst>
          </p:cNvPr>
          <p:cNvSpPr>
            <a:spLocks/>
          </p:cNvSpPr>
          <p:nvPr/>
        </p:nvSpPr>
        <p:spPr>
          <a:xfrm>
            <a:off x="8158870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5" name="data_4054">
            <a:extLst>
              <a:ext uri="{FF2B5EF4-FFF2-40B4-BE49-F238E27FC236}">
                <a16:creationId xmlns:a16="http://schemas.microsoft.com/office/drawing/2014/main" id="{E949510F-B643-46FB-A652-01A720DC2EA1}"/>
              </a:ext>
            </a:extLst>
          </p:cNvPr>
          <p:cNvSpPr>
            <a:spLocks/>
          </p:cNvSpPr>
          <p:nvPr/>
        </p:nvSpPr>
        <p:spPr>
          <a:xfrm>
            <a:off x="8199881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6" name="data_4055">
            <a:extLst>
              <a:ext uri="{FF2B5EF4-FFF2-40B4-BE49-F238E27FC236}">
                <a16:creationId xmlns:a16="http://schemas.microsoft.com/office/drawing/2014/main" id="{565ADE8E-026C-4929-A433-8AE437876DA7}"/>
              </a:ext>
            </a:extLst>
          </p:cNvPr>
          <p:cNvSpPr>
            <a:spLocks/>
          </p:cNvSpPr>
          <p:nvPr/>
        </p:nvSpPr>
        <p:spPr>
          <a:xfrm>
            <a:off x="8200549" y="65027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7" name="data_4056">
            <a:extLst>
              <a:ext uri="{FF2B5EF4-FFF2-40B4-BE49-F238E27FC236}">
                <a16:creationId xmlns:a16="http://schemas.microsoft.com/office/drawing/2014/main" id="{669143D5-AE8A-4299-914F-B2A1E97BFB94}"/>
              </a:ext>
            </a:extLst>
          </p:cNvPr>
          <p:cNvSpPr>
            <a:spLocks/>
          </p:cNvSpPr>
          <p:nvPr/>
        </p:nvSpPr>
        <p:spPr>
          <a:xfrm>
            <a:off x="8133630" y="66500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8" name="data_4057">
            <a:extLst>
              <a:ext uri="{FF2B5EF4-FFF2-40B4-BE49-F238E27FC236}">
                <a16:creationId xmlns:a16="http://schemas.microsoft.com/office/drawing/2014/main" id="{6A10EEE8-7258-40E3-96B7-9AF56CAAFB5C}"/>
              </a:ext>
            </a:extLst>
          </p:cNvPr>
          <p:cNvSpPr>
            <a:spLocks/>
          </p:cNvSpPr>
          <p:nvPr/>
        </p:nvSpPr>
        <p:spPr>
          <a:xfrm>
            <a:off x="8137211" y="628167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9" name="data_4058">
            <a:extLst>
              <a:ext uri="{FF2B5EF4-FFF2-40B4-BE49-F238E27FC236}">
                <a16:creationId xmlns:a16="http://schemas.microsoft.com/office/drawing/2014/main" id="{4CD3FF87-CFAB-422D-909E-234AD022ECD6}"/>
              </a:ext>
            </a:extLst>
          </p:cNvPr>
          <p:cNvSpPr>
            <a:spLocks/>
          </p:cNvSpPr>
          <p:nvPr/>
        </p:nvSpPr>
        <p:spPr>
          <a:xfrm>
            <a:off x="8168103" y="69132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0" name="data_4059">
            <a:extLst>
              <a:ext uri="{FF2B5EF4-FFF2-40B4-BE49-F238E27FC236}">
                <a16:creationId xmlns:a16="http://schemas.microsoft.com/office/drawing/2014/main" id="{9F480482-9C55-43FE-9D7D-6234894BBFF4}"/>
              </a:ext>
            </a:extLst>
          </p:cNvPr>
          <p:cNvSpPr>
            <a:spLocks/>
          </p:cNvSpPr>
          <p:nvPr/>
        </p:nvSpPr>
        <p:spPr>
          <a:xfrm>
            <a:off x="8154765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1" name="data_4060">
            <a:extLst>
              <a:ext uri="{FF2B5EF4-FFF2-40B4-BE49-F238E27FC236}">
                <a16:creationId xmlns:a16="http://schemas.microsoft.com/office/drawing/2014/main" id="{88B6BDBC-696C-4208-8A8E-C141D4B23639}"/>
              </a:ext>
            </a:extLst>
          </p:cNvPr>
          <p:cNvSpPr>
            <a:spLocks/>
          </p:cNvSpPr>
          <p:nvPr/>
        </p:nvSpPr>
        <p:spPr>
          <a:xfrm>
            <a:off x="8183937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2" name="data_4061">
            <a:extLst>
              <a:ext uri="{FF2B5EF4-FFF2-40B4-BE49-F238E27FC236}">
                <a16:creationId xmlns:a16="http://schemas.microsoft.com/office/drawing/2014/main" id="{94ACBD62-A709-4C19-A636-302E9022C907}"/>
              </a:ext>
            </a:extLst>
          </p:cNvPr>
          <p:cNvSpPr>
            <a:spLocks/>
          </p:cNvSpPr>
          <p:nvPr/>
        </p:nvSpPr>
        <p:spPr>
          <a:xfrm>
            <a:off x="816796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3" name="data_4062">
            <a:extLst>
              <a:ext uri="{FF2B5EF4-FFF2-40B4-BE49-F238E27FC236}">
                <a16:creationId xmlns:a16="http://schemas.microsoft.com/office/drawing/2014/main" id="{3C87C04D-34F6-4869-8CA8-62C9139DE62E}"/>
              </a:ext>
            </a:extLst>
          </p:cNvPr>
          <p:cNvSpPr>
            <a:spLocks/>
          </p:cNvSpPr>
          <p:nvPr/>
        </p:nvSpPr>
        <p:spPr>
          <a:xfrm>
            <a:off x="8220948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4" name="data_4063">
            <a:extLst>
              <a:ext uri="{FF2B5EF4-FFF2-40B4-BE49-F238E27FC236}">
                <a16:creationId xmlns:a16="http://schemas.microsoft.com/office/drawing/2014/main" id="{BB8A2EA4-371E-484B-8CF3-324962D23A1B}"/>
              </a:ext>
            </a:extLst>
          </p:cNvPr>
          <p:cNvSpPr>
            <a:spLocks/>
          </p:cNvSpPr>
          <p:nvPr/>
        </p:nvSpPr>
        <p:spPr>
          <a:xfrm>
            <a:off x="8217805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5" name="data_4064">
            <a:extLst>
              <a:ext uri="{FF2B5EF4-FFF2-40B4-BE49-F238E27FC236}">
                <a16:creationId xmlns:a16="http://schemas.microsoft.com/office/drawing/2014/main" id="{3950C924-632E-422F-BF55-A4A276C6EFC0}"/>
              </a:ext>
            </a:extLst>
          </p:cNvPr>
          <p:cNvSpPr>
            <a:spLocks/>
          </p:cNvSpPr>
          <p:nvPr/>
        </p:nvSpPr>
        <p:spPr>
          <a:xfrm>
            <a:off x="8131080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6" name="data_4065">
            <a:extLst>
              <a:ext uri="{FF2B5EF4-FFF2-40B4-BE49-F238E27FC236}">
                <a16:creationId xmlns:a16="http://schemas.microsoft.com/office/drawing/2014/main" id="{D67F098E-735B-4FC8-AD3F-1BE0FC3B59DB}"/>
              </a:ext>
            </a:extLst>
          </p:cNvPr>
          <p:cNvSpPr>
            <a:spLocks/>
          </p:cNvSpPr>
          <p:nvPr/>
        </p:nvSpPr>
        <p:spPr>
          <a:xfrm>
            <a:off x="817876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7" name="data_4066">
            <a:extLst>
              <a:ext uri="{FF2B5EF4-FFF2-40B4-BE49-F238E27FC236}">
                <a16:creationId xmlns:a16="http://schemas.microsoft.com/office/drawing/2014/main" id="{E1E96E12-A222-4C87-B2EE-4B48A2CB4EC5}"/>
              </a:ext>
            </a:extLst>
          </p:cNvPr>
          <p:cNvSpPr>
            <a:spLocks/>
          </p:cNvSpPr>
          <p:nvPr/>
        </p:nvSpPr>
        <p:spPr>
          <a:xfrm>
            <a:off x="8191573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8" name="data_4067">
            <a:extLst>
              <a:ext uri="{FF2B5EF4-FFF2-40B4-BE49-F238E27FC236}">
                <a16:creationId xmlns:a16="http://schemas.microsoft.com/office/drawing/2014/main" id="{2C2170A2-1651-41CE-BF73-E2937333384E}"/>
              </a:ext>
            </a:extLst>
          </p:cNvPr>
          <p:cNvSpPr>
            <a:spLocks/>
          </p:cNvSpPr>
          <p:nvPr/>
        </p:nvSpPr>
        <p:spPr>
          <a:xfrm>
            <a:off x="8194091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9" name="data_4068">
            <a:extLst>
              <a:ext uri="{FF2B5EF4-FFF2-40B4-BE49-F238E27FC236}">
                <a16:creationId xmlns:a16="http://schemas.microsoft.com/office/drawing/2014/main" id="{A83B625E-24DB-45DF-BF20-3FE1D211465E}"/>
              </a:ext>
            </a:extLst>
          </p:cNvPr>
          <p:cNvSpPr>
            <a:spLocks/>
          </p:cNvSpPr>
          <p:nvPr/>
        </p:nvSpPr>
        <p:spPr>
          <a:xfrm>
            <a:off x="8189025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0" name="data_4069">
            <a:extLst>
              <a:ext uri="{FF2B5EF4-FFF2-40B4-BE49-F238E27FC236}">
                <a16:creationId xmlns:a16="http://schemas.microsoft.com/office/drawing/2014/main" id="{2F4A18C7-9C09-4527-8D37-EBD581AC5E7A}"/>
              </a:ext>
            </a:extLst>
          </p:cNvPr>
          <p:cNvSpPr>
            <a:spLocks/>
          </p:cNvSpPr>
          <p:nvPr/>
        </p:nvSpPr>
        <p:spPr>
          <a:xfrm>
            <a:off x="822760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1" name="data_4070">
            <a:extLst>
              <a:ext uri="{FF2B5EF4-FFF2-40B4-BE49-F238E27FC236}">
                <a16:creationId xmlns:a16="http://schemas.microsoft.com/office/drawing/2014/main" id="{A16DBB7A-E668-45A1-BF15-AE84DD941652}"/>
              </a:ext>
            </a:extLst>
          </p:cNvPr>
          <p:cNvSpPr>
            <a:spLocks/>
          </p:cNvSpPr>
          <p:nvPr/>
        </p:nvSpPr>
        <p:spPr>
          <a:xfrm>
            <a:off x="8141758" y="593433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2" name="data_4071">
            <a:extLst>
              <a:ext uri="{FF2B5EF4-FFF2-40B4-BE49-F238E27FC236}">
                <a16:creationId xmlns:a16="http://schemas.microsoft.com/office/drawing/2014/main" id="{9E464EA4-B3A7-44F2-8A9F-E491DD3E277A}"/>
              </a:ext>
            </a:extLst>
          </p:cNvPr>
          <p:cNvSpPr>
            <a:spLocks/>
          </p:cNvSpPr>
          <p:nvPr/>
        </p:nvSpPr>
        <p:spPr>
          <a:xfrm>
            <a:off x="8140925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3" name="data_4072">
            <a:extLst>
              <a:ext uri="{FF2B5EF4-FFF2-40B4-BE49-F238E27FC236}">
                <a16:creationId xmlns:a16="http://schemas.microsoft.com/office/drawing/2014/main" id="{F4EA762F-1B46-4A4A-ABA6-252374AA13D1}"/>
              </a:ext>
            </a:extLst>
          </p:cNvPr>
          <p:cNvSpPr>
            <a:spLocks/>
          </p:cNvSpPr>
          <p:nvPr/>
        </p:nvSpPr>
        <p:spPr>
          <a:xfrm>
            <a:off x="8156768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4" name="data_4073">
            <a:extLst>
              <a:ext uri="{FF2B5EF4-FFF2-40B4-BE49-F238E27FC236}">
                <a16:creationId xmlns:a16="http://schemas.microsoft.com/office/drawing/2014/main" id="{EC14105E-D9C8-43F8-945C-5EE5AB541F58}"/>
              </a:ext>
            </a:extLst>
          </p:cNvPr>
          <p:cNvSpPr>
            <a:spLocks/>
          </p:cNvSpPr>
          <p:nvPr/>
        </p:nvSpPr>
        <p:spPr>
          <a:xfrm>
            <a:off x="8201727" y="680875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5" name="data_4074">
            <a:extLst>
              <a:ext uri="{FF2B5EF4-FFF2-40B4-BE49-F238E27FC236}">
                <a16:creationId xmlns:a16="http://schemas.microsoft.com/office/drawing/2014/main" id="{C1029F0D-0E76-490B-AE48-A8AF62F5B155}"/>
              </a:ext>
            </a:extLst>
          </p:cNvPr>
          <p:cNvSpPr>
            <a:spLocks/>
          </p:cNvSpPr>
          <p:nvPr/>
        </p:nvSpPr>
        <p:spPr>
          <a:xfrm>
            <a:off x="8180614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6" name="data_4075">
            <a:extLst>
              <a:ext uri="{FF2B5EF4-FFF2-40B4-BE49-F238E27FC236}">
                <a16:creationId xmlns:a16="http://schemas.microsoft.com/office/drawing/2014/main" id="{1CEF41A0-DF2B-4F22-8368-B9ACBA7D32E2}"/>
              </a:ext>
            </a:extLst>
          </p:cNvPr>
          <p:cNvSpPr>
            <a:spLocks/>
          </p:cNvSpPr>
          <p:nvPr/>
        </p:nvSpPr>
        <p:spPr>
          <a:xfrm>
            <a:off x="8229477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7" name="data_4076">
            <a:extLst>
              <a:ext uri="{FF2B5EF4-FFF2-40B4-BE49-F238E27FC236}">
                <a16:creationId xmlns:a16="http://schemas.microsoft.com/office/drawing/2014/main" id="{F41D852E-83F1-4F7B-BAC9-1D9D9192956F}"/>
              </a:ext>
            </a:extLst>
          </p:cNvPr>
          <p:cNvSpPr>
            <a:spLocks/>
          </p:cNvSpPr>
          <p:nvPr/>
        </p:nvSpPr>
        <p:spPr>
          <a:xfrm>
            <a:off x="8232118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8" name="data_4077">
            <a:extLst>
              <a:ext uri="{FF2B5EF4-FFF2-40B4-BE49-F238E27FC236}">
                <a16:creationId xmlns:a16="http://schemas.microsoft.com/office/drawing/2014/main" id="{E94A859A-BCB3-4FDA-A1E9-259F9CC26017}"/>
              </a:ext>
            </a:extLst>
          </p:cNvPr>
          <p:cNvSpPr>
            <a:spLocks/>
          </p:cNvSpPr>
          <p:nvPr/>
        </p:nvSpPr>
        <p:spPr>
          <a:xfrm>
            <a:off x="8165986" y="63553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9" name="data_4078">
            <a:extLst>
              <a:ext uri="{FF2B5EF4-FFF2-40B4-BE49-F238E27FC236}">
                <a16:creationId xmlns:a16="http://schemas.microsoft.com/office/drawing/2014/main" id="{2AC859A1-2702-43E8-829A-F03C816261E3}"/>
              </a:ext>
            </a:extLst>
          </p:cNvPr>
          <p:cNvSpPr>
            <a:spLocks/>
          </p:cNvSpPr>
          <p:nvPr/>
        </p:nvSpPr>
        <p:spPr>
          <a:xfrm>
            <a:off x="8171949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0" name="data_4079">
            <a:extLst>
              <a:ext uri="{FF2B5EF4-FFF2-40B4-BE49-F238E27FC236}">
                <a16:creationId xmlns:a16="http://schemas.microsoft.com/office/drawing/2014/main" id="{2B477096-509C-40D8-A3AB-60F5A8C41952}"/>
              </a:ext>
            </a:extLst>
          </p:cNvPr>
          <p:cNvSpPr>
            <a:spLocks/>
          </p:cNvSpPr>
          <p:nvPr/>
        </p:nvSpPr>
        <p:spPr>
          <a:xfrm>
            <a:off x="8159359" y="66921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1" name="data_4080">
            <a:extLst>
              <a:ext uri="{FF2B5EF4-FFF2-40B4-BE49-F238E27FC236}">
                <a16:creationId xmlns:a16="http://schemas.microsoft.com/office/drawing/2014/main" id="{61B985AA-6591-4321-B29D-AFE26AB3C27E}"/>
              </a:ext>
            </a:extLst>
          </p:cNvPr>
          <p:cNvSpPr>
            <a:spLocks/>
          </p:cNvSpPr>
          <p:nvPr/>
        </p:nvSpPr>
        <p:spPr>
          <a:xfrm>
            <a:off x="8198132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2" name="data_4081">
            <a:extLst>
              <a:ext uri="{FF2B5EF4-FFF2-40B4-BE49-F238E27FC236}">
                <a16:creationId xmlns:a16="http://schemas.microsoft.com/office/drawing/2014/main" id="{95361C8D-ECFC-42CB-BD59-778F09BB9108}"/>
              </a:ext>
            </a:extLst>
          </p:cNvPr>
          <p:cNvSpPr>
            <a:spLocks/>
          </p:cNvSpPr>
          <p:nvPr/>
        </p:nvSpPr>
        <p:spPr>
          <a:xfrm>
            <a:off x="8215198" y="60606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3" name="data_4082">
            <a:extLst>
              <a:ext uri="{FF2B5EF4-FFF2-40B4-BE49-F238E27FC236}">
                <a16:creationId xmlns:a16="http://schemas.microsoft.com/office/drawing/2014/main" id="{12D5AB98-0B3A-4AA2-AF69-51F74FFA133D}"/>
              </a:ext>
            </a:extLst>
          </p:cNvPr>
          <p:cNvSpPr>
            <a:spLocks/>
          </p:cNvSpPr>
          <p:nvPr/>
        </p:nvSpPr>
        <p:spPr>
          <a:xfrm>
            <a:off x="819296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4" name="data_4083">
            <a:extLst>
              <a:ext uri="{FF2B5EF4-FFF2-40B4-BE49-F238E27FC236}">
                <a16:creationId xmlns:a16="http://schemas.microsoft.com/office/drawing/2014/main" id="{3723402D-0ED0-40DD-8778-28D8F8799D25}"/>
              </a:ext>
            </a:extLst>
          </p:cNvPr>
          <p:cNvSpPr>
            <a:spLocks/>
          </p:cNvSpPr>
          <p:nvPr/>
        </p:nvSpPr>
        <p:spPr>
          <a:xfrm>
            <a:off x="824282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5" name="data_4084">
            <a:extLst>
              <a:ext uri="{FF2B5EF4-FFF2-40B4-BE49-F238E27FC236}">
                <a16:creationId xmlns:a16="http://schemas.microsoft.com/office/drawing/2014/main" id="{3CF81B4E-275B-42E9-A802-89B5C01E8A3D}"/>
              </a:ext>
            </a:extLst>
          </p:cNvPr>
          <p:cNvSpPr>
            <a:spLocks/>
          </p:cNvSpPr>
          <p:nvPr/>
        </p:nvSpPr>
        <p:spPr>
          <a:xfrm>
            <a:off x="824804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6" name="data_4085">
            <a:extLst>
              <a:ext uri="{FF2B5EF4-FFF2-40B4-BE49-F238E27FC236}">
                <a16:creationId xmlns:a16="http://schemas.microsoft.com/office/drawing/2014/main" id="{D1191CB0-D179-4E8B-AC09-960F7216B5A3}"/>
              </a:ext>
            </a:extLst>
          </p:cNvPr>
          <p:cNvSpPr>
            <a:spLocks/>
          </p:cNvSpPr>
          <p:nvPr/>
        </p:nvSpPr>
        <p:spPr>
          <a:xfrm>
            <a:off x="8200353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7" name="data_4086">
            <a:extLst>
              <a:ext uri="{FF2B5EF4-FFF2-40B4-BE49-F238E27FC236}">
                <a16:creationId xmlns:a16="http://schemas.microsoft.com/office/drawing/2014/main" id="{D138935D-9691-4F89-A32C-837FDDA02C29}"/>
              </a:ext>
            </a:extLst>
          </p:cNvPr>
          <p:cNvSpPr>
            <a:spLocks/>
          </p:cNvSpPr>
          <p:nvPr/>
        </p:nvSpPr>
        <p:spPr>
          <a:xfrm>
            <a:off x="8188048" y="56185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8" name="data_4087">
            <a:extLst>
              <a:ext uri="{FF2B5EF4-FFF2-40B4-BE49-F238E27FC236}">
                <a16:creationId xmlns:a16="http://schemas.microsoft.com/office/drawing/2014/main" id="{A9AD3F21-5CA3-4F52-A692-992F41887DAD}"/>
              </a:ext>
            </a:extLst>
          </p:cNvPr>
          <p:cNvSpPr>
            <a:spLocks/>
          </p:cNvSpPr>
          <p:nvPr/>
        </p:nvSpPr>
        <p:spPr>
          <a:xfrm>
            <a:off x="820206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9" name="data_4088">
            <a:extLst>
              <a:ext uri="{FF2B5EF4-FFF2-40B4-BE49-F238E27FC236}">
                <a16:creationId xmlns:a16="http://schemas.microsoft.com/office/drawing/2014/main" id="{42ACEFF8-F31D-4448-8659-F079BAE4C2C1}"/>
              </a:ext>
            </a:extLst>
          </p:cNvPr>
          <p:cNvSpPr>
            <a:spLocks/>
          </p:cNvSpPr>
          <p:nvPr/>
        </p:nvSpPr>
        <p:spPr>
          <a:xfrm>
            <a:off x="8206322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0" name="data_4089">
            <a:extLst>
              <a:ext uri="{FF2B5EF4-FFF2-40B4-BE49-F238E27FC236}">
                <a16:creationId xmlns:a16="http://schemas.microsoft.com/office/drawing/2014/main" id="{2B34C54B-822A-4250-B23B-7A16D39E86C0}"/>
              </a:ext>
            </a:extLst>
          </p:cNvPr>
          <p:cNvSpPr>
            <a:spLocks/>
          </p:cNvSpPr>
          <p:nvPr/>
        </p:nvSpPr>
        <p:spPr>
          <a:xfrm>
            <a:off x="8155557" y="672374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1" name="data_4090">
            <a:extLst>
              <a:ext uri="{FF2B5EF4-FFF2-40B4-BE49-F238E27FC236}">
                <a16:creationId xmlns:a16="http://schemas.microsoft.com/office/drawing/2014/main" id="{E6541F80-5BEB-4BDA-BF37-C380A427E82B}"/>
              </a:ext>
            </a:extLst>
          </p:cNvPr>
          <p:cNvSpPr>
            <a:spLocks/>
          </p:cNvSpPr>
          <p:nvPr/>
        </p:nvSpPr>
        <p:spPr>
          <a:xfrm>
            <a:off x="8214569" y="65027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2" name="data_4091">
            <a:extLst>
              <a:ext uri="{FF2B5EF4-FFF2-40B4-BE49-F238E27FC236}">
                <a16:creationId xmlns:a16="http://schemas.microsoft.com/office/drawing/2014/main" id="{CB5BB420-ACF2-458F-BC0C-34F3CC0C6851}"/>
              </a:ext>
            </a:extLst>
          </p:cNvPr>
          <p:cNvSpPr>
            <a:spLocks/>
          </p:cNvSpPr>
          <p:nvPr/>
        </p:nvSpPr>
        <p:spPr>
          <a:xfrm>
            <a:off x="823714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3" name="data_4092">
            <a:extLst>
              <a:ext uri="{FF2B5EF4-FFF2-40B4-BE49-F238E27FC236}">
                <a16:creationId xmlns:a16="http://schemas.microsoft.com/office/drawing/2014/main" id="{CFD2FFCE-CD7F-49BC-BB19-5C7D62444159}"/>
              </a:ext>
            </a:extLst>
          </p:cNvPr>
          <p:cNvSpPr>
            <a:spLocks/>
          </p:cNvSpPr>
          <p:nvPr/>
        </p:nvSpPr>
        <p:spPr>
          <a:xfrm>
            <a:off x="8160041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4" name="data_4093">
            <a:extLst>
              <a:ext uri="{FF2B5EF4-FFF2-40B4-BE49-F238E27FC236}">
                <a16:creationId xmlns:a16="http://schemas.microsoft.com/office/drawing/2014/main" id="{88D468D4-A72D-4869-9707-EB80EDF46838}"/>
              </a:ext>
            </a:extLst>
          </p:cNvPr>
          <p:cNvSpPr>
            <a:spLocks/>
          </p:cNvSpPr>
          <p:nvPr/>
        </p:nvSpPr>
        <p:spPr>
          <a:xfrm>
            <a:off x="8132032" y="675532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5" name="data_4094">
            <a:extLst>
              <a:ext uri="{FF2B5EF4-FFF2-40B4-BE49-F238E27FC236}">
                <a16:creationId xmlns:a16="http://schemas.microsoft.com/office/drawing/2014/main" id="{92A6F3A5-E6C2-45E3-804D-8437BF56ABCC}"/>
              </a:ext>
            </a:extLst>
          </p:cNvPr>
          <p:cNvSpPr>
            <a:spLocks/>
          </p:cNvSpPr>
          <p:nvPr/>
        </p:nvSpPr>
        <p:spPr>
          <a:xfrm>
            <a:off x="8218641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6" name="data_4095">
            <a:extLst>
              <a:ext uri="{FF2B5EF4-FFF2-40B4-BE49-F238E27FC236}">
                <a16:creationId xmlns:a16="http://schemas.microsoft.com/office/drawing/2014/main" id="{EB29F3B0-FD91-475A-9A65-528E78D44296}"/>
              </a:ext>
            </a:extLst>
          </p:cNvPr>
          <p:cNvSpPr>
            <a:spLocks/>
          </p:cNvSpPr>
          <p:nvPr/>
        </p:nvSpPr>
        <p:spPr>
          <a:xfrm>
            <a:off x="8154983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7" name="data_4096">
            <a:extLst>
              <a:ext uri="{FF2B5EF4-FFF2-40B4-BE49-F238E27FC236}">
                <a16:creationId xmlns:a16="http://schemas.microsoft.com/office/drawing/2014/main" id="{E825475E-B919-4214-95DE-D34AB5D3F663}"/>
              </a:ext>
            </a:extLst>
          </p:cNvPr>
          <p:cNvSpPr>
            <a:spLocks/>
          </p:cNvSpPr>
          <p:nvPr/>
        </p:nvSpPr>
        <p:spPr>
          <a:xfrm>
            <a:off x="8174284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8" name="data_4097">
            <a:extLst>
              <a:ext uri="{FF2B5EF4-FFF2-40B4-BE49-F238E27FC236}">
                <a16:creationId xmlns:a16="http://schemas.microsoft.com/office/drawing/2014/main" id="{3EB00FB0-50CA-4767-A523-166B91096596}"/>
              </a:ext>
            </a:extLst>
          </p:cNvPr>
          <p:cNvSpPr>
            <a:spLocks/>
          </p:cNvSpPr>
          <p:nvPr/>
        </p:nvSpPr>
        <p:spPr>
          <a:xfrm>
            <a:off x="815865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9" name="data_4098">
            <a:extLst>
              <a:ext uri="{FF2B5EF4-FFF2-40B4-BE49-F238E27FC236}">
                <a16:creationId xmlns:a16="http://schemas.microsoft.com/office/drawing/2014/main" id="{54F91E6D-BF56-4D32-8934-B3F1CE09EDC7}"/>
              </a:ext>
            </a:extLst>
          </p:cNvPr>
          <p:cNvSpPr>
            <a:spLocks/>
          </p:cNvSpPr>
          <p:nvPr/>
        </p:nvSpPr>
        <p:spPr>
          <a:xfrm>
            <a:off x="8145805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0" name="data_4099">
            <a:extLst>
              <a:ext uri="{FF2B5EF4-FFF2-40B4-BE49-F238E27FC236}">
                <a16:creationId xmlns:a16="http://schemas.microsoft.com/office/drawing/2014/main" id="{18C1E38E-4B6B-4DA5-9CCE-9E2D0439B2AB}"/>
              </a:ext>
            </a:extLst>
          </p:cNvPr>
          <p:cNvSpPr>
            <a:spLocks/>
          </p:cNvSpPr>
          <p:nvPr/>
        </p:nvSpPr>
        <p:spPr>
          <a:xfrm>
            <a:off x="8205128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1" name="data_4100">
            <a:extLst>
              <a:ext uri="{FF2B5EF4-FFF2-40B4-BE49-F238E27FC236}">
                <a16:creationId xmlns:a16="http://schemas.microsoft.com/office/drawing/2014/main" id="{19B7000F-769E-4429-9D0F-923133F5A75F}"/>
              </a:ext>
            </a:extLst>
          </p:cNvPr>
          <p:cNvSpPr>
            <a:spLocks/>
          </p:cNvSpPr>
          <p:nvPr/>
        </p:nvSpPr>
        <p:spPr>
          <a:xfrm>
            <a:off x="8226146" y="67974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2" name="data_4101">
            <a:extLst>
              <a:ext uri="{FF2B5EF4-FFF2-40B4-BE49-F238E27FC236}">
                <a16:creationId xmlns:a16="http://schemas.microsoft.com/office/drawing/2014/main" id="{EC57E275-9F74-4D89-81A3-7A237144A800}"/>
              </a:ext>
            </a:extLst>
          </p:cNvPr>
          <p:cNvSpPr>
            <a:spLocks/>
          </p:cNvSpPr>
          <p:nvPr/>
        </p:nvSpPr>
        <p:spPr>
          <a:xfrm>
            <a:off x="8146029" y="66500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3" name="data_4102">
            <a:extLst>
              <a:ext uri="{FF2B5EF4-FFF2-40B4-BE49-F238E27FC236}">
                <a16:creationId xmlns:a16="http://schemas.microsoft.com/office/drawing/2014/main" id="{6EDE7D75-C212-4D00-B118-7C66D723E8BF}"/>
              </a:ext>
            </a:extLst>
          </p:cNvPr>
          <p:cNvSpPr>
            <a:spLocks/>
          </p:cNvSpPr>
          <p:nvPr/>
        </p:nvSpPr>
        <p:spPr>
          <a:xfrm>
            <a:off x="8165209" y="688583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4" name="data_4103">
            <a:extLst>
              <a:ext uri="{FF2B5EF4-FFF2-40B4-BE49-F238E27FC236}">
                <a16:creationId xmlns:a16="http://schemas.microsoft.com/office/drawing/2014/main" id="{8A92464D-ED15-45EA-860D-B504404312A6}"/>
              </a:ext>
            </a:extLst>
          </p:cNvPr>
          <p:cNvSpPr>
            <a:spLocks/>
          </p:cNvSpPr>
          <p:nvPr/>
        </p:nvSpPr>
        <p:spPr>
          <a:xfrm>
            <a:off x="8227264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5" name="data_4104">
            <a:extLst>
              <a:ext uri="{FF2B5EF4-FFF2-40B4-BE49-F238E27FC236}">
                <a16:creationId xmlns:a16="http://schemas.microsoft.com/office/drawing/2014/main" id="{5E839F19-7E74-41BB-A5A8-C789E25A13E5}"/>
              </a:ext>
            </a:extLst>
          </p:cNvPr>
          <p:cNvSpPr>
            <a:spLocks/>
          </p:cNvSpPr>
          <p:nvPr/>
        </p:nvSpPr>
        <p:spPr>
          <a:xfrm>
            <a:off x="8176972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6" name="data_4105">
            <a:extLst>
              <a:ext uri="{FF2B5EF4-FFF2-40B4-BE49-F238E27FC236}">
                <a16:creationId xmlns:a16="http://schemas.microsoft.com/office/drawing/2014/main" id="{42F048B4-648C-4BB5-ABBE-EE8B66077465}"/>
              </a:ext>
            </a:extLst>
          </p:cNvPr>
          <p:cNvSpPr>
            <a:spLocks/>
          </p:cNvSpPr>
          <p:nvPr/>
        </p:nvSpPr>
        <p:spPr>
          <a:xfrm>
            <a:off x="8174316" y="54291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7" name="data_4106">
            <a:extLst>
              <a:ext uri="{FF2B5EF4-FFF2-40B4-BE49-F238E27FC236}">
                <a16:creationId xmlns:a16="http://schemas.microsoft.com/office/drawing/2014/main" id="{0A0E560A-7902-424D-8061-F506F9C901F5}"/>
              </a:ext>
            </a:extLst>
          </p:cNvPr>
          <p:cNvSpPr>
            <a:spLocks/>
          </p:cNvSpPr>
          <p:nvPr/>
        </p:nvSpPr>
        <p:spPr>
          <a:xfrm>
            <a:off x="8147370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8" name="data_4107">
            <a:extLst>
              <a:ext uri="{FF2B5EF4-FFF2-40B4-BE49-F238E27FC236}">
                <a16:creationId xmlns:a16="http://schemas.microsoft.com/office/drawing/2014/main" id="{7BBBDC41-4157-43D8-9B9D-EC643E561B95}"/>
              </a:ext>
            </a:extLst>
          </p:cNvPr>
          <p:cNvSpPr>
            <a:spLocks/>
          </p:cNvSpPr>
          <p:nvPr/>
        </p:nvSpPr>
        <p:spPr>
          <a:xfrm>
            <a:off x="8249157" y="65911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9" name="data_4108">
            <a:extLst>
              <a:ext uri="{FF2B5EF4-FFF2-40B4-BE49-F238E27FC236}">
                <a16:creationId xmlns:a16="http://schemas.microsoft.com/office/drawing/2014/main" id="{890191F4-54B3-4493-B50B-34F7EDFC69FD}"/>
              </a:ext>
            </a:extLst>
          </p:cNvPr>
          <p:cNvSpPr>
            <a:spLocks/>
          </p:cNvSpPr>
          <p:nvPr/>
        </p:nvSpPr>
        <p:spPr>
          <a:xfrm>
            <a:off x="8212136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0" name="data_4109">
            <a:extLst>
              <a:ext uri="{FF2B5EF4-FFF2-40B4-BE49-F238E27FC236}">
                <a16:creationId xmlns:a16="http://schemas.microsoft.com/office/drawing/2014/main" id="{F3DA0EE4-C105-4EF9-8B64-B8EFEDBB1395}"/>
              </a:ext>
            </a:extLst>
          </p:cNvPr>
          <p:cNvSpPr>
            <a:spLocks/>
          </p:cNvSpPr>
          <p:nvPr/>
        </p:nvSpPr>
        <p:spPr>
          <a:xfrm>
            <a:off x="8176591" y="645358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1" name="data_4110">
            <a:extLst>
              <a:ext uri="{FF2B5EF4-FFF2-40B4-BE49-F238E27FC236}">
                <a16:creationId xmlns:a16="http://schemas.microsoft.com/office/drawing/2014/main" id="{2964BCC8-1F82-4AF2-8307-0F1DF0A93903}"/>
              </a:ext>
            </a:extLst>
          </p:cNvPr>
          <p:cNvSpPr>
            <a:spLocks/>
          </p:cNvSpPr>
          <p:nvPr/>
        </p:nvSpPr>
        <p:spPr>
          <a:xfrm>
            <a:off x="8149724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2" name="data_4111">
            <a:extLst>
              <a:ext uri="{FF2B5EF4-FFF2-40B4-BE49-F238E27FC236}">
                <a16:creationId xmlns:a16="http://schemas.microsoft.com/office/drawing/2014/main" id="{A4B5BEF0-A7F9-4B8A-AB02-7100A0EEF650}"/>
              </a:ext>
            </a:extLst>
          </p:cNvPr>
          <p:cNvSpPr>
            <a:spLocks/>
          </p:cNvSpPr>
          <p:nvPr/>
        </p:nvSpPr>
        <p:spPr>
          <a:xfrm>
            <a:off x="8210483" y="576592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3" name="data_4112">
            <a:extLst>
              <a:ext uri="{FF2B5EF4-FFF2-40B4-BE49-F238E27FC236}">
                <a16:creationId xmlns:a16="http://schemas.microsoft.com/office/drawing/2014/main" id="{FF5EE062-1B9A-4897-A215-BAAE58DBB74D}"/>
              </a:ext>
            </a:extLst>
          </p:cNvPr>
          <p:cNvSpPr>
            <a:spLocks/>
          </p:cNvSpPr>
          <p:nvPr/>
        </p:nvSpPr>
        <p:spPr>
          <a:xfrm>
            <a:off x="8181320" y="58838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4" name="data_4113">
            <a:extLst>
              <a:ext uri="{FF2B5EF4-FFF2-40B4-BE49-F238E27FC236}">
                <a16:creationId xmlns:a16="http://schemas.microsoft.com/office/drawing/2014/main" id="{8AB43F2F-4A23-4455-99AB-0C7413EC085F}"/>
              </a:ext>
            </a:extLst>
          </p:cNvPr>
          <p:cNvSpPr>
            <a:spLocks/>
          </p:cNvSpPr>
          <p:nvPr/>
        </p:nvSpPr>
        <p:spPr>
          <a:xfrm>
            <a:off x="8178305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5" name="data_4114">
            <a:extLst>
              <a:ext uri="{FF2B5EF4-FFF2-40B4-BE49-F238E27FC236}">
                <a16:creationId xmlns:a16="http://schemas.microsoft.com/office/drawing/2014/main" id="{96C4C66C-3690-4554-98EE-87425C3BC59F}"/>
              </a:ext>
            </a:extLst>
          </p:cNvPr>
          <p:cNvSpPr>
            <a:spLocks/>
          </p:cNvSpPr>
          <p:nvPr/>
        </p:nvSpPr>
        <p:spPr>
          <a:xfrm>
            <a:off x="8162149" y="69447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6" name="data_4115">
            <a:extLst>
              <a:ext uri="{FF2B5EF4-FFF2-40B4-BE49-F238E27FC236}">
                <a16:creationId xmlns:a16="http://schemas.microsoft.com/office/drawing/2014/main" id="{8EE015BB-C2C7-40DE-930C-B9843433975D}"/>
              </a:ext>
            </a:extLst>
          </p:cNvPr>
          <p:cNvSpPr>
            <a:spLocks/>
          </p:cNvSpPr>
          <p:nvPr/>
        </p:nvSpPr>
        <p:spPr>
          <a:xfrm>
            <a:off x="818581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7" name="data_4116">
            <a:extLst>
              <a:ext uri="{FF2B5EF4-FFF2-40B4-BE49-F238E27FC236}">
                <a16:creationId xmlns:a16="http://schemas.microsoft.com/office/drawing/2014/main" id="{0185D6A3-D799-4D24-82E8-70986132C6F0}"/>
              </a:ext>
            </a:extLst>
          </p:cNvPr>
          <p:cNvSpPr>
            <a:spLocks/>
          </p:cNvSpPr>
          <p:nvPr/>
        </p:nvSpPr>
        <p:spPr>
          <a:xfrm>
            <a:off x="8174769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8" name="data_4117">
            <a:extLst>
              <a:ext uri="{FF2B5EF4-FFF2-40B4-BE49-F238E27FC236}">
                <a16:creationId xmlns:a16="http://schemas.microsoft.com/office/drawing/2014/main" id="{D9A0B4AF-1FA3-460C-8801-D03B7C2B49E8}"/>
              </a:ext>
            </a:extLst>
          </p:cNvPr>
          <p:cNvSpPr>
            <a:spLocks/>
          </p:cNvSpPr>
          <p:nvPr/>
        </p:nvSpPr>
        <p:spPr>
          <a:xfrm>
            <a:off x="8184306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9" name="data_4118">
            <a:extLst>
              <a:ext uri="{FF2B5EF4-FFF2-40B4-BE49-F238E27FC236}">
                <a16:creationId xmlns:a16="http://schemas.microsoft.com/office/drawing/2014/main" id="{D5A469EC-4CF6-48DB-9438-674E71FB9A03}"/>
              </a:ext>
            </a:extLst>
          </p:cNvPr>
          <p:cNvSpPr>
            <a:spLocks/>
          </p:cNvSpPr>
          <p:nvPr/>
        </p:nvSpPr>
        <p:spPr>
          <a:xfrm>
            <a:off x="8244259" y="51764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0" name="data_4119">
            <a:extLst>
              <a:ext uri="{FF2B5EF4-FFF2-40B4-BE49-F238E27FC236}">
                <a16:creationId xmlns:a16="http://schemas.microsoft.com/office/drawing/2014/main" id="{82CD5674-AADB-49FB-AE89-033579877FF7}"/>
              </a:ext>
            </a:extLst>
          </p:cNvPr>
          <p:cNvSpPr>
            <a:spLocks/>
          </p:cNvSpPr>
          <p:nvPr/>
        </p:nvSpPr>
        <p:spPr>
          <a:xfrm>
            <a:off x="8140607" y="64395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1" name="data_4120">
            <a:extLst>
              <a:ext uri="{FF2B5EF4-FFF2-40B4-BE49-F238E27FC236}">
                <a16:creationId xmlns:a16="http://schemas.microsoft.com/office/drawing/2014/main" id="{B89D351C-4947-4747-BF5B-954AC5C4BBD6}"/>
              </a:ext>
            </a:extLst>
          </p:cNvPr>
          <p:cNvSpPr>
            <a:spLocks/>
          </p:cNvSpPr>
          <p:nvPr/>
        </p:nvSpPr>
        <p:spPr>
          <a:xfrm>
            <a:off x="840671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2" name="data_4121">
            <a:extLst>
              <a:ext uri="{FF2B5EF4-FFF2-40B4-BE49-F238E27FC236}">
                <a16:creationId xmlns:a16="http://schemas.microsoft.com/office/drawing/2014/main" id="{0766B7C2-CD96-41B2-91E4-1AC90D0961ED}"/>
              </a:ext>
            </a:extLst>
          </p:cNvPr>
          <p:cNvSpPr>
            <a:spLocks/>
          </p:cNvSpPr>
          <p:nvPr/>
        </p:nvSpPr>
        <p:spPr>
          <a:xfrm>
            <a:off x="844961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3" name="data_4122">
            <a:extLst>
              <a:ext uri="{FF2B5EF4-FFF2-40B4-BE49-F238E27FC236}">
                <a16:creationId xmlns:a16="http://schemas.microsoft.com/office/drawing/2014/main" id="{4B8082C5-48DE-40F2-8F27-4D58CA89A292}"/>
              </a:ext>
            </a:extLst>
          </p:cNvPr>
          <p:cNvSpPr>
            <a:spLocks/>
          </p:cNvSpPr>
          <p:nvPr/>
        </p:nvSpPr>
        <p:spPr>
          <a:xfrm>
            <a:off x="845231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4" name="data_4123">
            <a:extLst>
              <a:ext uri="{FF2B5EF4-FFF2-40B4-BE49-F238E27FC236}">
                <a16:creationId xmlns:a16="http://schemas.microsoft.com/office/drawing/2014/main" id="{863EA992-96A4-44D8-82ED-E1939E5064FE}"/>
              </a:ext>
            </a:extLst>
          </p:cNvPr>
          <p:cNvSpPr>
            <a:spLocks/>
          </p:cNvSpPr>
          <p:nvPr/>
        </p:nvSpPr>
        <p:spPr>
          <a:xfrm>
            <a:off x="843306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5" name="data_4124">
            <a:extLst>
              <a:ext uri="{FF2B5EF4-FFF2-40B4-BE49-F238E27FC236}">
                <a16:creationId xmlns:a16="http://schemas.microsoft.com/office/drawing/2014/main" id="{C7A29203-40AF-4B61-8FCC-D9BF7B85C527}"/>
              </a:ext>
            </a:extLst>
          </p:cNvPr>
          <p:cNvSpPr>
            <a:spLocks/>
          </p:cNvSpPr>
          <p:nvPr/>
        </p:nvSpPr>
        <p:spPr>
          <a:xfrm>
            <a:off x="841384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6" name="data_4125">
            <a:extLst>
              <a:ext uri="{FF2B5EF4-FFF2-40B4-BE49-F238E27FC236}">
                <a16:creationId xmlns:a16="http://schemas.microsoft.com/office/drawing/2014/main" id="{30558A28-9CA4-486B-B07F-50A13A6C0468}"/>
              </a:ext>
            </a:extLst>
          </p:cNvPr>
          <p:cNvSpPr>
            <a:spLocks/>
          </p:cNvSpPr>
          <p:nvPr/>
        </p:nvSpPr>
        <p:spPr>
          <a:xfrm>
            <a:off x="8440281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7" name="data_4126">
            <a:extLst>
              <a:ext uri="{FF2B5EF4-FFF2-40B4-BE49-F238E27FC236}">
                <a16:creationId xmlns:a16="http://schemas.microsoft.com/office/drawing/2014/main" id="{B150D080-DA88-4C2B-BBBB-F7F8806D0A0F}"/>
              </a:ext>
            </a:extLst>
          </p:cNvPr>
          <p:cNvSpPr>
            <a:spLocks/>
          </p:cNvSpPr>
          <p:nvPr/>
        </p:nvSpPr>
        <p:spPr>
          <a:xfrm>
            <a:off x="841179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8" name="data_4127">
            <a:extLst>
              <a:ext uri="{FF2B5EF4-FFF2-40B4-BE49-F238E27FC236}">
                <a16:creationId xmlns:a16="http://schemas.microsoft.com/office/drawing/2014/main" id="{6714B446-2C8C-429C-87F5-2D2E624E01E7}"/>
              </a:ext>
            </a:extLst>
          </p:cNvPr>
          <p:cNvSpPr>
            <a:spLocks/>
          </p:cNvSpPr>
          <p:nvPr/>
        </p:nvSpPr>
        <p:spPr>
          <a:xfrm>
            <a:off x="842591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9" name="data_4128">
            <a:extLst>
              <a:ext uri="{FF2B5EF4-FFF2-40B4-BE49-F238E27FC236}">
                <a16:creationId xmlns:a16="http://schemas.microsoft.com/office/drawing/2014/main" id="{D9C76B3D-9022-458A-9AF4-5243C0ED33D1}"/>
              </a:ext>
            </a:extLst>
          </p:cNvPr>
          <p:cNvSpPr>
            <a:spLocks/>
          </p:cNvSpPr>
          <p:nvPr/>
        </p:nvSpPr>
        <p:spPr>
          <a:xfrm>
            <a:off x="8504757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0" name="data_4129">
            <a:extLst>
              <a:ext uri="{FF2B5EF4-FFF2-40B4-BE49-F238E27FC236}">
                <a16:creationId xmlns:a16="http://schemas.microsoft.com/office/drawing/2014/main" id="{A02BBCC6-143F-4E78-8193-F282E6EFA546}"/>
              </a:ext>
            </a:extLst>
          </p:cNvPr>
          <p:cNvSpPr>
            <a:spLocks/>
          </p:cNvSpPr>
          <p:nvPr/>
        </p:nvSpPr>
        <p:spPr>
          <a:xfrm>
            <a:off x="8491592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1" name="data_4130">
            <a:extLst>
              <a:ext uri="{FF2B5EF4-FFF2-40B4-BE49-F238E27FC236}">
                <a16:creationId xmlns:a16="http://schemas.microsoft.com/office/drawing/2014/main" id="{70AD9CF6-AF3A-490B-9BE3-3E0D0C02FF34}"/>
              </a:ext>
            </a:extLst>
          </p:cNvPr>
          <p:cNvSpPr>
            <a:spLocks/>
          </p:cNvSpPr>
          <p:nvPr/>
        </p:nvSpPr>
        <p:spPr>
          <a:xfrm>
            <a:off x="845934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2" name="data_4131">
            <a:extLst>
              <a:ext uri="{FF2B5EF4-FFF2-40B4-BE49-F238E27FC236}">
                <a16:creationId xmlns:a16="http://schemas.microsoft.com/office/drawing/2014/main" id="{611F3519-9AC0-4732-B6DB-5D0940F94135}"/>
              </a:ext>
            </a:extLst>
          </p:cNvPr>
          <p:cNvSpPr>
            <a:spLocks/>
          </p:cNvSpPr>
          <p:nvPr/>
        </p:nvSpPr>
        <p:spPr>
          <a:xfrm>
            <a:off x="841924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3" name="data_4132">
            <a:extLst>
              <a:ext uri="{FF2B5EF4-FFF2-40B4-BE49-F238E27FC236}">
                <a16:creationId xmlns:a16="http://schemas.microsoft.com/office/drawing/2014/main" id="{5EB76403-4BD6-434A-A163-EACA52D1B19C}"/>
              </a:ext>
            </a:extLst>
          </p:cNvPr>
          <p:cNvSpPr>
            <a:spLocks/>
          </p:cNvSpPr>
          <p:nvPr/>
        </p:nvSpPr>
        <p:spPr>
          <a:xfrm>
            <a:off x="8400957" y="645358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4" name="data_4133">
            <a:extLst>
              <a:ext uri="{FF2B5EF4-FFF2-40B4-BE49-F238E27FC236}">
                <a16:creationId xmlns:a16="http://schemas.microsoft.com/office/drawing/2014/main" id="{054C8790-E359-446A-B172-310B82999D1A}"/>
              </a:ext>
            </a:extLst>
          </p:cNvPr>
          <p:cNvSpPr>
            <a:spLocks/>
          </p:cNvSpPr>
          <p:nvPr/>
        </p:nvSpPr>
        <p:spPr>
          <a:xfrm>
            <a:off x="8412266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5" name="data_4134">
            <a:extLst>
              <a:ext uri="{FF2B5EF4-FFF2-40B4-BE49-F238E27FC236}">
                <a16:creationId xmlns:a16="http://schemas.microsoft.com/office/drawing/2014/main" id="{C581C5E8-4E08-492E-9D0B-73AC6DDFFB3F}"/>
              </a:ext>
            </a:extLst>
          </p:cNvPr>
          <p:cNvSpPr>
            <a:spLocks/>
          </p:cNvSpPr>
          <p:nvPr/>
        </p:nvSpPr>
        <p:spPr>
          <a:xfrm>
            <a:off x="842405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6" name="data_4135">
            <a:extLst>
              <a:ext uri="{FF2B5EF4-FFF2-40B4-BE49-F238E27FC236}">
                <a16:creationId xmlns:a16="http://schemas.microsoft.com/office/drawing/2014/main" id="{D232C372-B8F4-409B-8C99-3C0C75F2B122}"/>
              </a:ext>
            </a:extLst>
          </p:cNvPr>
          <p:cNvSpPr>
            <a:spLocks/>
          </p:cNvSpPr>
          <p:nvPr/>
        </p:nvSpPr>
        <p:spPr>
          <a:xfrm>
            <a:off x="8420415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7" name="data_4136">
            <a:extLst>
              <a:ext uri="{FF2B5EF4-FFF2-40B4-BE49-F238E27FC236}">
                <a16:creationId xmlns:a16="http://schemas.microsoft.com/office/drawing/2014/main" id="{64BE1245-1CD5-4C9F-80F6-82C55A65F593}"/>
              </a:ext>
            </a:extLst>
          </p:cNvPr>
          <p:cNvSpPr>
            <a:spLocks/>
          </p:cNvSpPr>
          <p:nvPr/>
        </p:nvSpPr>
        <p:spPr>
          <a:xfrm>
            <a:off x="8396244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8" name="data_4137">
            <a:extLst>
              <a:ext uri="{FF2B5EF4-FFF2-40B4-BE49-F238E27FC236}">
                <a16:creationId xmlns:a16="http://schemas.microsoft.com/office/drawing/2014/main" id="{9C26C6E4-5C24-4DC1-B054-7BA0641C92B4}"/>
              </a:ext>
            </a:extLst>
          </p:cNvPr>
          <p:cNvSpPr>
            <a:spLocks/>
          </p:cNvSpPr>
          <p:nvPr/>
        </p:nvSpPr>
        <p:spPr>
          <a:xfrm>
            <a:off x="845623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9" name="data_4138">
            <a:extLst>
              <a:ext uri="{FF2B5EF4-FFF2-40B4-BE49-F238E27FC236}">
                <a16:creationId xmlns:a16="http://schemas.microsoft.com/office/drawing/2014/main" id="{A4228383-6243-44AB-9D37-24E017034ACD}"/>
              </a:ext>
            </a:extLst>
          </p:cNvPr>
          <p:cNvSpPr>
            <a:spLocks/>
          </p:cNvSpPr>
          <p:nvPr/>
        </p:nvSpPr>
        <p:spPr>
          <a:xfrm>
            <a:off x="8490500" y="65911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0" name="data_4139">
            <a:extLst>
              <a:ext uri="{FF2B5EF4-FFF2-40B4-BE49-F238E27FC236}">
                <a16:creationId xmlns:a16="http://schemas.microsoft.com/office/drawing/2014/main" id="{1DB8FF85-A61F-4086-B051-B0E9C9780FB6}"/>
              </a:ext>
            </a:extLst>
          </p:cNvPr>
          <p:cNvSpPr>
            <a:spLocks/>
          </p:cNvSpPr>
          <p:nvPr/>
        </p:nvSpPr>
        <p:spPr>
          <a:xfrm>
            <a:off x="840166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1" name="data_4140">
            <a:extLst>
              <a:ext uri="{FF2B5EF4-FFF2-40B4-BE49-F238E27FC236}">
                <a16:creationId xmlns:a16="http://schemas.microsoft.com/office/drawing/2014/main" id="{7775E6B2-65D7-440B-B003-52A8A88B3956}"/>
              </a:ext>
            </a:extLst>
          </p:cNvPr>
          <p:cNvSpPr>
            <a:spLocks/>
          </p:cNvSpPr>
          <p:nvPr/>
        </p:nvSpPr>
        <p:spPr>
          <a:xfrm>
            <a:off x="846812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2" name="data_4141">
            <a:extLst>
              <a:ext uri="{FF2B5EF4-FFF2-40B4-BE49-F238E27FC236}">
                <a16:creationId xmlns:a16="http://schemas.microsoft.com/office/drawing/2014/main" id="{83F06B92-1AEC-4799-B5D9-2F0C75B20D96}"/>
              </a:ext>
            </a:extLst>
          </p:cNvPr>
          <p:cNvSpPr>
            <a:spLocks/>
          </p:cNvSpPr>
          <p:nvPr/>
        </p:nvSpPr>
        <p:spPr>
          <a:xfrm>
            <a:off x="8479010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3" name="data_4142">
            <a:extLst>
              <a:ext uri="{FF2B5EF4-FFF2-40B4-BE49-F238E27FC236}">
                <a16:creationId xmlns:a16="http://schemas.microsoft.com/office/drawing/2014/main" id="{375B70E8-2166-411E-9DA3-32060C1AAE01}"/>
              </a:ext>
            </a:extLst>
          </p:cNvPr>
          <p:cNvSpPr>
            <a:spLocks/>
          </p:cNvSpPr>
          <p:nvPr/>
        </p:nvSpPr>
        <p:spPr>
          <a:xfrm>
            <a:off x="8428386" y="539752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4" name="data_4143">
            <a:extLst>
              <a:ext uri="{FF2B5EF4-FFF2-40B4-BE49-F238E27FC236}">
                <a16:creationId xmlns:a16="http://schemas.microsoft.com/office/drawing/2014/main" id="{2BF0D6DE-3CF8-4358-8D4E-58CFF229C592}"/>
              </a:ext>
            </a:extLst>
          </p:cNvPr>
          <p:cNvSpPr>
            <a:spLocks/>
          </p:cNvSpPr>
          <p:nvPr/>
        </p:nvSpPr>
        <p:spPr>
          <a:xfrm>
            <a:off x="848666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5" name="data_4144">
            <a:extLst>
              <a:ext uri="{FF2B5EF4-FFF2-40B4-BE49-F238E27FC236}">
                <a16:creationId xmlns:a16="http://schemas.microsoft.com/office/drawing/2014/main" id="{BFB46F18-F652-4277-96BC-C0637A14BAC9}"/>
              </a:ext>
            </a:extLst>
          </p:cNvPr>
          <p:cNvSpPr>
            <a:spLocks/>
          </p:cNvSpPr>
          <p:nvPr/>
        </p:nvSpPr>
        <p:spPr>
          <a:xfrm>
            <a:off x="844629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6" name="data_4145">
            <a:extLst>
              <a:ext uri="{FF2B5EF4-FFF2-40B4-BE49-F238E27FC236}">
                <a16:creationId xmlns:a16="http://schemas.microsoft.com/office/drawing/2014/main" id="{EAD0899A-0621-43F3-96C7-092C991F8145}"/>
              </a:ext>
            </a:extLst>
          </p:cNvPr>
          <p:cNvSpPr>
            <a:spLocks/>
          </p:cNvSpPr>
          <p:nvPr/>
        </p:nvSpPr>
        <p:spPr>
          <a:xfrm>
            <a:off x="8449053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7" name="data_4146">
            <a:extLst>
              <a:ext uri="{FF2B5EF4-FFF2-40B4-BE49-F238E27FC236}">
                <a16:creationId xmlns:a16="http://schemas.microsoft.com/office/drawing/2014/main" id="{8ACCF81A-B1A8-421D-AC54-341D3C6B4A3B}"/>
              </a:ext>
            </a:extLst>
          </p:cNvPr>
          <p:cNvSpPr>
            <a:spLocks/>
          </p:cNvSpPr>
          <p:nvPr/>
        </p:nvSpPr>
        <p:spPr>
          <a:xfrm>
            <a:off x="8496461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8" name="data_4147">
            <a:extLst>
              <a:ext uri="{FF2B5EF4-FFF2-40B4-BE49-F238E27FC236}">
                <a16:creationId xmlns:a16="http://schemas.microsoft.com/office/drawing/2014/main" id="{C2D9D29E-8A3A-4B19-9A49-7FB5C45E13EA}"/>
              </a:ext>
            </a:extLst>
          </p:cNvPr>
          <p:cNvSpPr>
            <a:spLocks/>
          </p:cNvSpPr>
          <p:nvPr/>
        </p:nvSpPr>
        <p:spPr>
          <a:xfrm>
            <a:off x="848475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9" name="data_4148">
            <a:extLst>
              <a:ext uri="{FF2B5EF4-FFF2-40B4-BE49-F238E27FC236}">
                <a16:creationId xmlns:a16="http://schemas.microsoft.com/office/drawing/2014/main" id="{8BB3A6EC-59B5-4102-A013-FF707F824997}"/>
              </a:ext>
            </a:extLst>
          </p:cNvPr>
          <p:cNvSpPr>
            <a:spLocks/>
          </p:cNvSpPr>
          <p:nvPr/>
        </p:nvSpPr>
        <p:spPr>
          <a:xfrm>
            <a:off x="847057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0" name="data_4149">
            <a:extLst>
              <a:ext uri="{FF2B5EF4-FFF2-40B4-BE49-F238E27FC236}">
                <a16:creationId xmlns:a16="http://schemas.microsoft.com/office/drawing/2014/main" id="{39F81C0E-9E8D-4129-B749-760291264DA3}"/>
              </a:ext>
            </a:extLst>
          </p:cNvPr>
          <p:cNvSpPr>
            <a:spLocks/>
          </p:cNvSpPr>
          <p:nvPr/>
        </p:nvSpPr>
        <p:spPr>
          <a:xfrm>
            <a:off x="843243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1" name="data_4150">
            <a:extLst>
              <a:ext uri="{FF2B5EF4-FFF2-40B4-BE49-F238E27FC236}">
                <a16:creationId xmlns:a16="http://schemas.microsoft.com/office/drawing/2014/main" id="{EC87F408-69DF-4ABC-8714-EB07B7F71280}"/>
              </a:ext>
            </a:extLst>
          </p:cNvPr>
          <p:cNvSpPr>
            <a:spLocks/>
          </p:cNvSpPr>
          <p:nvPr/>
        </p:nvSpPr>
        <p:spPr>
          <a:xfrm>
            <a:off x="8478219" y="66500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2" name="data_4151">
            <a:extLst>
              <a:ext uri="{FF2B5EF4-FFF2-40B4-BE49-F238E27FC236}">
                <a16:creationId xmlns:a16="http://schemas.microsoft.com/office/drawing/2014/main" id="{62D0308B-4125-4B1C-B888-3583978A1180}"/>
              </a:ext>
            </a:extLst>
          </p:cNvPr>
          <p:cNvSpPr>
            <a:spLocks/>
          </p:cNvSpPr>
          <p:nvPr/>
        </p:nvSpPr>
        <p:spPr>
          <a:xfrm>
            <a:off x="8481251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3" name="data_4152">
            <a:extLst>
              <a:ext uri="{FF2B5EF4-FFF2-40B4-BE49-F238E27FC236}">
                <a16:creationId xmlns:a16="http://schemas.microsoft.com/office/drawing/2014/main" id="{9D706B9D-1D51-4602-852E-DD7965E2A276}"/>
              </a:ext>
            </a:extLst>
          </p:cNvPr>
          <p:cNvSpPr>
            <a:spLocks/>
          </p:cNvSpPr>
          <p:nvPr/>
        </p:nvSpPr>
        <p:spPr>
          <a:xfrm>
            <a:off x="8437165" y="69026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4" name="data_4153">
            <a:extLst>
              <a:ext uri="{FF2B5EF4-FFF2-40B4-BE49-F238E27FC236}">
                <a16:creationId xmlns:a16="http://schemas.microsoft.com/office/drawing/2014/main" id="{AC418DB8-B641-41D9-BBAC-F3310AB476C9}"/>
              </a:ext>
            </a:extLst>
          </p:cNvPr>
          <p:cNvSpPr>
            <a:spLocks/>
          </p:cNvSpPr>
          <p:nvPr/>
        </p:nvSpPr>
        <p:spPr>
          <a:xfrm>
            <a:off x="839320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5" name="data_4154">
            <a:extLst>
              <a:ext uri="{FF2B5EF4-FFF2-40B4-BE49-F238E27FC236}">
                <a16:creationId xmlns:a16="http://schemas.microsoft.com/office/drawing/2014/main" id="{0735545F-44CF-4615-9627-CC790E9940CE}"/>
              </a:ext>
            </a:extLst>
          </p:cNvPr>
          <p:cNvSpPr>
            <a:spLocks/>
          </p:cNvSpPr>
          <p:nvPr/>
        </p:nvSpPr>
        <p:spPr>
          <a:xfrm>
            <a:off x="842340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6" name="data_4155">
            <a:extLst>
              <a:ext uri="{FF2B5EF4-FFF2-40B4-BE49-F238E27FC236}">
                <a16:creationId xmlns:a16="http://schemas.microsoft.com/office/drawing/2014/main" id="{DDCB89F0-71AD-4F2D-9C4D-AF2CF577F98C}"/>
              </a:ext>
            </a:extLst>
          </p:cNvPr>
          <p:cNvSpPr>
            <a:spLocks/>
          </p:cNvSpPr>
          <p:nvPr/>
        </p:nvSpPr>
        <p:spPr>
          <a:xfrm>
            <a:off x="840467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7" name="data_4156">
            <a:extLst>
              <a:ext uri="{FF2B5EF4-FFF2-40B4-BE49-F238E27FC236}">
                <a16:creationId xmlns:a16="http://schemas.microsoft.com/office/drawing/2014/main" id="{83AB0A62-155A-4D6B-A7E4-DBBB148E8C4C}"/>
              </a:ext>
            </a:extLst>
          </p:cNvPr>
          <p:cNvSpPr>
            <a:spLocks/>
          </p:cNvSpPr>
          <p:nvPr/>
        </p:nvSpPr>
        <p:spPr>
          <a:xfrm>
            <a:off x="842416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8" name="data_4157">
            <a:extLst>
              <a:ext uri="{FF2B5EF4-FFF2-40B4-BE49-F238E27FC236}">
                <a16:creationId xmlns:a16="http://schemas.microsoft.com/office/drawing/2014/main" id="{45F57125-EE44-41CB-8582-785D2C7D3653}"/>
              </a:ext>
            </a:extLst>
          </p:cNvPr>
          <p:cNvSpPr>
            <a:spLocks/>
          </p:cNvSpPr>
          <p:nvPr/>
        </p:nvSpPr>
        <p:spPr>
          <a:xfrm>
            <a:off x="8395134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9" name="data_4158">
            <a:extLst>
              <a:ext uri="{FF2B5EF4-FFF2-40B4-BE49-F238E27FC236}">
                <a16:creationId xmlns:a16="http://schemas.microsoft.com/office/drawing/2014/main" id="{13323CA7-6556-4443-B831-118FE4E14452}"/>
              </a:ext>
            </a:extLst>
          </p:cNvPr>
          <p:cNvSpPr>
            <a:spLocks/>
          </p:cNvSpPr>
          <p:nvPr/>
        </p:nvSpPr>
        <p:spPr>
          <a:xfrm>
            <a:off x="849294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0" name="data_4159">
            <a:extLst>
              <a:ext uri="{FF2B5EF4-FFF2-40B4-BE49-F238E27FC236}">
                <a16:creationId xmlns:a16="http://schemas.microsoft.com/office/drawing/2014/main" id="{C0E3AD6A-35FE-45AF-AFDF-9F0158E58590}"/>
              </a:ext>
            </a:extLst>
          </p:cNvPr>
          <p:cNvSpPr>
            <a:spLocks/>
          </p:cNvSpPr>
          <p:nvPr/>
        </p:nvSpPr>
        <p:spPr>
          <a:xfrm>
            <a:off x="8470109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1" name="data_4160">
            <a:extLst>
              <a:ext uri="{FF2B5EF4-FFF2-40B4-BE49-F238E27FC236}">
                <a16:creationId xmlns:a16="http://schemas.microsoft.com/office/drawing/2014/main" id="{D958C1CA-7128-4057-8404-DB83175D44F4}"/>
              </a:ext>
            </a:extLst>
          </p:cNvPr>
          <p:cNvSpPr>
            <a:spLocks/>
          </p:cNvSpPr>
          <p:nvPr/>
        </p:nvSpPr>
        <p:spPr>
          <a:xfrm>
            <a:off x="8491206" y="54712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2" name="data_4161">
            <a:extLst>
              <a:ext uri="{FF2B5EF4-FFF2-40B4-BE49-F238E27FC236}">
                <a16:creationId xmlns:a16="http://schemas.microsoft.com/office/drawing/2014/main" id="{B760A0B1-FCC7-4CEB-B02D-BD675BB1F664}"/>
              </a:ext>
            </a:extLst>
          </p:cNvPr>
          <p:cNvSpPr>
            <a:spLocks/>
          </p:cNvSpPr>
          <p:nvPr/>
        </p:nvSpPr>
        <p:spPr>
          <a:xfrm>
            <a:off x="839248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3" name="data_4162">
            <a:extLst>
              <a:ext uri="{FF2B5EF4-FFF2-40B4-BE49-F238E27FC236}">
                <a16:creationId xmlns:a16="http://schemas.microsoft.com/office/drawing/2014/main" id="{A35F320C-BA56-46E4-92C8-7B2B6F81147D}"/>
              </a:ext>
            </a:extLst>
          </p:cNvPr>
          <p:cNvSpPr>
            <a:spLocks/>
          </p:cNvSpPr>
          <p:nvPr/>
        </p:nvSpPr>
        <p:spPr>
          <a:xfrm>
            <a:off x="848098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4" name="data_4163">
            <a:extLst>
              <a:ext uri="{FF2B5EF4-FFF2-40B4-BE49-F238E27FC236}">
                <a16:creationId xmlns:a16="http://schemas.microsoft.com/office/drawing/2014/main" id="{29FC0548-4648-4CC3-9D05-AA76E58CAA1F}"/>
              </a:ext>
            </a:extLst>
          </p:cNvPr>
          <p:cNvSpPr>
            <a:spLocks/>
          </p:cNvSpPr>
          <p:nvPr/>
        </p:nvSpPr>
        <p:spPr>
          <a:xfrm>
            <a:off x="8487093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5" name="data_4164">
            <a:extLst>
              <a:ext uri="{FF2B5EF4-FFF2-40B4-BE49-F238E27FC236}">
                <a16:creationId xmlns:a16="http://schemas.microsoft.com/office/drawing/2014/main" id="{0DFAEEA0-D9EA-402E-943A-F1C076667C25}"/>
              </a:ext>
            </a:extLst>
          </p:cNvPr>
          <p:cNvSpPr>
            <a:spLocks/>
          </p:cNvSpPr>
          <p:nvPr/>
        </p:nvSpPr>
        <p:spPr>
          <a:xfrm>
            <a:off x="8389781" y="56817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6" name="data_4165">
            <a:extLst>
              <a:ext uri="{FF2B5EF4-FFF2-40B4-BE49-F238E27FC236}">
                <a16:creationId xmlns:a16="http://schemas.microsoft.com/office/drawing/2014/main" id="{D6BE98C1-CE4A-4261-9109-6222650DC50F}"/>
              </a:ext>
            </a:extLst>
          </p:cNvPr>
          <p:cNvSpPr>
            <a:spLocks/>
          </p:cNvSpPr>
          <p:nvPr/>
        </p:nvSpPr>
        <p:spPr>
          <a:xfrm>
            <a:off x="843846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7" name="data_4166">
            <a:extLst>
              <a:ext uri="{FF2B5EF4-FFF2-40B4-BE49-F238E27FC236}">
                <a16:creationId xmlns:a16="http://schemas.microsoft.com/office/drawing/2014/main" id="{37350B78-AA56-4914-B298-8340FC8DBA36}"/>
              </a:ext>
            </a:extLst>
          </p:cNvPr>
          <p:cNvSpPr>
            <a:spLocks/>
          </p:cNvSpPr>
          <p:nvPr/>
        </p:nvSpPr>
        <p:spPr>
          <a:xfrm>
            <a:off x="846847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8" name="data_4167">
            <a:extLst>
              <a:ext uri="{FF2B5EF4-FFF2-40B4-BE49-F238E27FC236}">
                <a16:creationId xmlns:a16="http://schemas.microsoft.com/office/drawing/2014/main" id="{11A23F3B-C015-4347-8089-9B88A6C5D7F0}"/>
              </a:ext>
            </a:extLst>
          </p:cNvPr>
          <p:cNvSpPr>
            <a:spLocks/>
          </p:cNvSpPr>
          <p:nvPr/>
        </p:nvSpPr>
        <p:spPr>
          <a:xfrm>
            <a:off x="8407814" y="680875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9" name="data_4168">
            <a:extLst>
              <a:ext uri="{FF2B5EF4-FFF2-40B4-BE49-F238E27FC236}">
                <a16:creationId xmlns:a16="http://schemas.microsoft.com/office/drawing/2014/main" id="{6CCE2AC3-D773-4CF1-A65A-68B97D029196}"/>
              </a:ext>
            </a:extLst>
          </p:cNvPr>
          <p:cNvSpPr>
            <a:spLocks/>
          </p:cNvSpPr>
          <p:nvPr/>
        </p:nvSpPr>
        <p:spPr>
          <a:xfrm>
            <a:off x="844615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0" name="data_4169">
            <a:extLst>
              <a:ext uri="{FF2B5EF4-FFF2-40B4-BE49-F238E27FC236}">
                <a16:creationId xmlns:a16="http://schemas.microsoft.com/office/drawing/2014/main" id="{1E843DFF-49F4-44DA-B913-90F62B18FA2C}"/>
              </a:ext>
            </a:extLst>
          </p:cNvPr>
          <p:cNvSpPr>
            <a:spLocks/>
          </p:cNvSpPr>
          <p:nvPr/>
        </p:nvSpPr>
        <p:spPr>
          <a:xfrm>
            <a:off x="848895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1" name="data_4170">
            <a:extLst>
              <a:ext uri="{FF2B5EF4-FFF2-40B4-BE49-F238E27FC236}">
                <a16:creationId xmlns:a16="http://schemas.microsoft.com/office/drawing/2014/main" id="{43807B3F-27EB-499D-85E9-A8854F45BE94}"/>
              </a:ext>
            </a:extLst>
          </p:cNvPr>
          <p:cNvSpPr>
            <a:spLocks/>
          </p:cNvSpPr>
          <p:nvPr/>
        </p:nvSpPr>
        <p:spPr>
          <a:xfrm>
            <a:off x="8433155" y="65027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2" name="data_4171">
            <a:extLst>
              <a:ext uri="{FF2B5EF4-FFF2-40B4-BE49-F238E27FC236}">
                <a16:creationId xmlns:a16="http://schemas.microsoft.com/office/drawing/2014/main" id="{D2BDEEE7-FF63-4B4B-A226-A1D81FB67B24}"/>
              </a:ext>
            </a:extLst>
          </p:cNvPr>
          <p:cNvSpPr>
            <a:spLocks/>
          </p:cNvSpPr>
          <p:nvPr/>
        </p:nvSpPr>
        <p:spPr>
          <a:xfrm>
            <a:off x="8397984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3" name="data_4172">
            <a:extLst>
              <a:ext uri="{FF2B5EF4-FFF2-40B4-BE49-F238E27FC236}">
                <a16:creationId xmlns:a16="http://schemas.microsoft.com/office/drawing/2014/main" id="{C28B0957-8006-40BF-B429-0D219D228F85}"/>
              </a:ext>
            </a:extLst>
          </p:cNvPr>
          <p:cNvSpPr>
            <a:spLocks/>
          </p:cNvSpPr>
          <p:nvPr/>
        </p:nvSpPr>
        <p:spPr>
          <a:xfrm>
            <a:off x="8482775" y="650270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4" name="data_4173">
            <a:extLst>
              <a:ext uri="{FF2B5EF4-FFF2-40B4-BE49-F238E27FC236}">
                <a16:creationId xmlns:a16="http://schemas.microsoft.com/office/drawing/2014/main" id="{031B888A-419E-48C5-97CC-5DA6AA370B29}"/>
              </a:ext>
            </a:extLst>
          </p:cNvPr>
          <p:cNvSpPr>
            <a:spLocks/>
          </p:cNvSpPr>
          <p:nvPr/>
        </p:nvSpPr>
        <p:spPr>
          <a:xfrm>
            <a:off x="841305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5" name="data_4174">
            <a:extLst>
              <a:ext uri="{FF2B5EF4-FFF2-40B4-BE49-F238E27FC236}">
                <a16:creationId xmlns:a16="http://schemas.microsoft.com/office/drawing/2014/main" id="{FE65282C-E83D-426A-B2F5-D405AAAE4228}"/>
              </a:ext>
            </a:extLst>
          </p:cNvPr>
          <p:cNvSpPr>
            <a:spLocks/>
          </p:cNvSpPr>
          <p:nvPr/>
        </p:nvSpPr>
        <p:spPr>
          <a:xfrm>
            <a:off x="8435453" y="56185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6" name="data_4175">
            <a:extLst>
              <a:ext uri="{FF2B5EF4-FFF2-40B4-BE49-F238E27FC236}">
                <a16:creationId xmlns:a16="http://schemas.microsoft.com/office/drawing/2014/main" id="{FDF9FB0F-73DC-4680-B1D6-D6CA8987E634}"/>
              </a:ext>
            </a:extLst>
          </p:cNvPr>
          <p:cNvSpPr>
            <a:spLocks/>
          </p:cNvSpPr>
          <p:nvPr/>
        </p:nvSpPr>
        <p:spPr>
          <a:xfrm>
            <a:off x="8447590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7" name="data_4176">
            <a:extLst>
              <a:ext uri="{FF2B5EF4-FFF2-40B4-BE49-F238E27FC236}">
                <a16:creationId xmlns:a16="http://schemas.microsoft.com/office/drawing/2014/main" id="{C9592CEB-740A-4BDB-ABB6-D30803E5AD47}"/>
              </a:ext>
            </a:extLst>
          </p:cNvPr>
          <p:cNvSpPr>
            <a:spLocks/>
          </p:cNvSpPr>
          <p:nvPr/>
        </p:nvSpPr>
        <p:spPr>
          <a:xfrm>
            <a:off x="838481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8" name="data_4177">
            <a:extLst>
              <a:ext uri="{FF2B5EF4-FFF2-40B4-BE49-F238E27FC236}">
                <a16:creationId xmlns:a16="http://schemas.microsoft.com/office/drawing/2014/main" id="{C743D724-544B-4EAF-A225-85DE8BD9A843}"/>
              </a:ext>
            </a:extLst>
          </p:cNvPr>
          <p:cNvSpPr>
            <a:spLocks/>
          </p:cNvSpPr>
          <p:nvPr/>
        </p:nvSpPr>
        <p:spPr>
          <a:xfrm>
            <a:off x="848533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9" name="data_4178">
            <a:extLst>
              <a:ext uri="{FF2B5EF4-FFF2-40B4-BE49-F238E27FC236}">
                <a16:creationId xmlns:a16="http://schemas.microsoft.com/office/drawing/2014/main" id="{B2AFAB7B-6C20-4188-A2A2-291A95619D9B}"/>
              </a:ext>
            </a:extLst>
          </p:cNvPr>
          <p:cNvSpPr>
            <a:spLocks/>
          </p:cNvSpPr>
          <p:nvPr/>
        </p:nvSpPr>
        <p:spPr>
          <a:xfrm>
            <a:off x="849788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0" name="data_4179">
            <a:extLst>
              <a:ext uri="{FF2B5EF4-FFF2-40B4-BE49-F238E27FC236}">
                <a16:creationId xmlns:a16="http://schemas.microsoft.com/office/drawing/2014/main" id="{1A1E24F3-6D07-47E5-8AB7-8EDA59B986FB}"/>
              </a:ext>
            </a:extLst>
          </p:cNvPr>
          <p:cNvSpPr>
            <a:spLocks/>
          </p:cNvSpPr>
          <p:nvPr/>
        </p:nvSpPr>
        <p:spPr>
          <a:xfrm>
            <a:off x="841846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1" name="data_4180">
            <a:extLst>
              <a:ext uri="{FF2B5EF4-FFF2-40B4-BE49-F238E27FC236}">
                <a16:creationId xmlns:a16="http://schemas.microsoft.com/office/drawing/2014/main" id="{2ED1B5EB-58A9-4EA1-8784-1663B5893EF7}"/>
              </a:ext>
            </a:extLst>
          </p:cNvPr>
          <p:cNvSpPr>
            <a:spLocks/>
          </p:cNvSpPr>
          <p:nvPr/>
        </p:nvSpPr>
        <p:spPr>
          <a:xfrm>
            <a:off x="8461354" y="561856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2" name="data_4181">
            <a:extLst>
              <a:ext uri="{FF2B5EF4-FFF2-40B4-BE49-F238E27FC236}">
                <a16:creationId xmlns:a16="http://schemas.microsoft.com/office/drawing/2014/main" id="{08F730C4-54BC-4DB7-A8E2-E507034B82EB}"/>
              </a:ext>
            </a:extLst>
          </p:cNvPr>
          <p:cNvSpPr>
            <a:spLocks/>
          </p:cNvSpPr>
          <p:nvPr/>
        </p:nvSpPr>
        <p:spPr>
          <a:xfrm>
            <a:off x="8425141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3" name="data_4182">
            <a:extLst>
              <a:ext uri="{FF2B5EF4-FFF2-40B4-BE49-F238E27FC236}">
                <a16:creationId xmlns:a16="http://schemas.microsoft.com/office/drawing/2014/main" id="{26D014C5-4CC6-47BA-8723-B64D11E799BA}"/>
              </a:ext>
            </a:extLst>
          </p:cNvPr>
          <p:cNvSpPr>
            <a:spLocks/>
          </p:cNvSpPr>
          <p:nvPr/>
        </p:nvSpPr>
        <p:spPr>
          <a:xfrm>
            <a:off x="843754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4" name="data_4183">
            <a:extLst>
              <a:ext uri="{FF2B5EF4-FFF2-40B4-BE49-F238E27FC236}">
                <a16:creationId xmlns:a16="http://schemas.microsoft.com/office/drawing/2014/main" id="{4AD83548-360F-45FE-A20B-44A74B3790DD}"/>
              </a:ext>
            </a:extLst>
          </p:cNvPr>
          <p:cNvSpPr>
            <a:spLocks/>
          </p:cNvSpPr>
          <p:nvPr/>
        </p:nvSpPr>
        <p:spPr>
          <a:xfrm>
            <a:off x="8499286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5" name="data_4184">
            <a:extLst>
              <a:ext uri="{FF2B5EF4-FFF2-40B4-BE49-F238E27FC236}">
                <a16:creationId xmlns:a16="http://schemas.microsoft.com/office/drawing/2014/main" id="{5F6A4C4B-229B-48D4-8360-DB0C8FF2F8C7}"/>
              </a:ext>
            </a:extLst>
          </p:cNvPr>
          <p:cNvSpPr>
            <a:spLocks/>
          </p:cNvSpPr>
          <p:nvPr/>
        </p:nvSpPr>
        <p:spPr>
          <a:xfrm>
            <a:off x="8443824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6" name="data_4185">
            <a:extLst>
              <a:ext uri="{FF2B5EF4-FFF2-40B4-BE49-F238E27FC236}">
                <a16:creationId xmlns:a16="http://schemas.microsoft.com/office/drawing/2014/main" id="{2A1017CD-7AE9-468B-80A4-F1610A79A815}"/>
              </a:ext>
            </a:extLst>
          </p:cNvPr>
          <p:cNvSpPr>
            <a:spLocks/>
          </p:cNvSpPr>
          <p:nvPr/>
        </p:nvSpPr>
        <p:spPr>
          <a:xfrm>
            <a:off x="849762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7" name="data_4186">
            <a:extLst>
              <a:ext uri="{FF2B5EF4-FFF2-40B4-BE49-F238E27FC236}">
                <a16:creationId xmlns:a16="http://schemas.microsoft.com/office/drawing/2014/main" id="{BCB1C8E6-76B6-4BC8-AE7E-3094DF45FD7D}"/>
              </a:ext>
            </a:extLst>
          </p:cNvPr>
          <p:cNvSpPr>
            <a:spLocks/>
          </p:cNvSpPr>
          <p:nvPr/>
        </p:nvSpPr>
        <p:spPr>
          <a:xfrm>
            <a:off x="843616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8" name="data_4187">
            <a:extLst>
              <a:ext uri="{FF2B5EF4-FFF2-40B4-BE49-F238E27FC236}">
                <a16:creationId xmlns:a16="http://schemas.microsoft.com/office/drawing/2014/main" id="{B4CA57BF-C6B3-42C4-A21C-BEAD85E46AE3}"/>
              </a:ext>
            </a:extLst>
          </p:cNvPr>
          <p:cNvSpPr>
            <a:spLocks/>
          </p:cNvSpPr>
          <p:nvPr/>
        </p:nvSpPr>
        <p:spPr>
          <a:xfrm>
            <a:off x="847682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9" name="data_4188">
            <a:extLst>
              <a:ext uri="{FF2B5EF4-FFF2-40B4-BE49-F238E27FC236}">
                <a16:creationId xmlns:a16="http://schemas.microsoft.com/office/drawing/2014/main" id="{C2ED5ADB-1B26-4129-B814-0A8DB4ECD405}"/>
              </a:ext>
            </a:extLst>
          </p:cNvPr>
          <p:cNvSpPr>
            <a:spLocks/>
          </p:cNvSpPr>
          <p:nvPr/>
        </p:nvSpPr>
        <p:spPr>
          <a:xfrm>
            <a:off x="846026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0" name="data_4189">
            <a:extLst>
              <a:ext uri="{FF2B5EF4-FFF2-40B4-BE49-F238E27FC236}">
                <a16:creationId xmlns:a16="http://schemas.microsoft.com/office/drawing/2014/main" id="{6875BB38-136E-404A-97FE-964ECD402B18}"/>
              </a:ext>
            </a:extLst>
          </p:cNvPr>
          <p:cNvSpPr>
            <a:spLocks/>
          </p:cNvSpPr>
          <p:nvPr/>
        </p:nvSpPr>
        <p:spPr>
          <a:xfrm>
            <a:off x="845543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1" name="data_4190">
            <a:extLst>
              <a:ext uri="{FF2B5EF4-FFF2-40B4-BE49-F238E27FC236}">
                <a16:creationId xmlns:a16="http://schemas.microsoft.com/office/drawing/2014/main" id="{A7EAB87A-CC1E-4AAA-89EF-5195B76FECC7}"/>
              </a:ext>
            </a:extLst>
          </p:cNvPr>
          <p:cNvSpPr>
            <a:spLocks/>
          </p:cNvSpPr>
          <p:nvPr/>
        </p:nvSpPr>
        <p:spPr>
          <a:xfrm>
            <a:off x="838898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2" name="data_4191">
            <a:extLst>
              <a:ext uri="{FF2B5EF4-FFF2-40B4-BE49-F238E27FC236}">
                <a16:creationId xmlns:a16="http://schemas.microsoft.com/office/drawing/2014/main" id="{A4FE2604-5F6B-4006-9D1C-7A4ED95D0749}"/>
              </a:ext>
            </a:extLst>
          </p:cNvPr>
          <p:cNvSpPr>
            <a:spLocks/>
          </p:cNvSpPr>
          <p:nvPr/>
        </p:nvSpPr>
        <p:spPr>
          <a:xfrm>
            <a:off x="8410548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3" name="data_4192">
            <a:extLst>
              <a:ext uri="{FF2B5EF4-FFF2-40B4-BE49-F238E27FC236}">
                <a16:creationId xmlns:a16="http://schemas.microsoft.com/office/drawing/2014/main" id="{B741DA27-B44D-4C0B-80D3-A17D0F2502E4}"/>
              </a:ext>
            </a:extLst>
          </p:cNvPr>
          <p:cNvSpPr>
            <a:spLocks/>
          </p:cNvSpPr>
          <p:nvPr/>
        </p:nvSpPr>
        <p:spPr>
          <a:xfrm>
            <a:off x="850371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4" name="data_4193">
            <a:extLst>
              <a:ext uri="{FF2B5EF4-FFF2-40B4-BE49-F238E27FC236}">
                <a16:creationId xmlns:a16="http://schemas.microsoft.com/office/drawing/2014/main" id="{F5047E51-C085-4AF0-84E2-D14A5B3BB11D}"/>
              </a:ext>
            </a:extLst>
          </p:cNvPr>
          <p:cNvSpPr>
            <a:spLocks/>
          </p:cNvSpPr>
          <p:nvPr/>
        </p:nvSpPr>
        <p:spPr>
          <a:xfrm>
            <a:off x="8474306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5" name="data_4194">
            <a:extLst>
              <a:ext uri="{FF2B5EF4-FFF2-40B4-BE49-F238E27FC236}">
                <a16:creationId xmlns:a16="http://schemas.microsoft.com/office/drawing/2014/main" id="{1E43771C-96A8-424D-800A-D61E74CE79FE}"/>
              </a:ext>
            </a:extLst>
          </p:cNvPr>
          <p:cNvSpPr>
            <a:spLocks/>
          </p:cNvSpPr>
          <p:nvPr/>
        </p:nvSpPr>
        <p:spPr>
          <a:xfrm>
            <a:off x="8471443" y="63553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6" name="data_4195">
            <a:extLst>
              <a:ext uri="{FF2B5EF4-FFF2-40B4-BE49-F238E27FC236}">
                <a16:creationId xmlns:a16="http://schemas.microsoft.com/office/drawing/2014/main" id="{10C656B6-A379-4106-8CDF-7B440E04AF48}"/>
              </a:ext>
            </a:extLst>
          </p:cNvPr>
          <p:cNvSpPr>
            <a:spLocks/>
          </p:cNvSpPr>
          <p:nvPr/>
        </p:nvSpPr>
        <p:spPr>
          <a:xfrm>
            <a:off x="8414910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7" name="data_4196">
            <a:extLst>
              <a:ext uri="{FF2B5EF4-FFF2-40B4-BE49-F238E27FC236}">
                <a16:creationId xmlns:a16="http://schemas.microsoft.com/office/drawing/2014/main" id="{6724FCDB-7C50-4DFB-8B55-325A51EF7465}"/>
              </a:ext>
            </a:extLst>
          </p:cNvPr>
          <p:cNvSpPr>
            <a:spLocks/>
          </p:cNvSpPr>
          <p:nvPr/>
        </p:nvSpPr>
        <p:spPr>
          <a:xfrm>
            <a:off x="8464158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8" name="data_4197">
            <a:extLst>
              <a:ext uri="{FF2B5EF4-FFF2-40B4-BE49-F238E27FC236}">
                <a16:creationId xmlns:a16="http://schemas.microsoft.com/office/drawing/2014/main" id="{F8CF0109-859A-40F3-86CE-DD9A8F14E382}"/>
              </a:ext>
            </a:extLst>
          </p:cNvPr>
          <p:cNvSpPr>
            <a:spLocks/>
          </p:cNvSpPr>
          <p:nvPr/>
        </p:nvSpPr>
        <p:spPr>
          <a:xfrm>
            <a:off x="8430669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9" name="data_4198">
            <a:extLst>
              <a:ext uri="{FF2B5EF4-FFF2-40B4-BE49-F238E27FC236}">
                <a16:creationId xmlns:a16="http://schemas.microsoft.com/office/drawing/2014/main" id="{E559BECC-EA82-4D52-816D-8EEC8CC10F61}"/>
              </a:ext>
            </a:extLst>
          </p:cNvPr>
          <p:cNvSpPr>
            <a:spLocks/>
          </p:cNvSpPr>
          <p:nvPr/>
        </p:nvSpPr>
        <p:spPr>
          <a:xfrm>
            <a:off x="8388427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0" name="data_4199">
            <a:extLst>
              <a:ext uri="{FF2B5EF4-FFF2-40B4-BE49-F238E27FC236}">
                <a16:creationId xmlns:a16="http://schemas.microsoft.com/office/drawing/2014/main" id="{32211204-BE5B-48DC-9543-928C2BDCF6BE}"/>
              </a:ext>
            </a:extLst>
          </p:cNvPr>
          <p:cNvSpPr>
            <a:spLocks/>
          </p:cNvSpPr>
          <p:nvPr/>
        </p:nvSpPr>
        <p:spPr>
          <a:xfrm>
            <a:off x="8401060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1" name="data_4200">
            <a:extLst>
              <a:ext uri="{FF2B5EF4-FFF2-40B4-BE49-F238E27FC236}">
                <a16:creationId xmlns:a16="http://schemas.microsoft.com/office/drawing/2014/main" id="{E81A50E8-4B8B-4A3C-AF70-B2829D33319F}"/>
              </a:ext>
            </a:extLst>
          </p:cNvPr>
          <p:cNvSpPr>
            <a:spLocks/>
          </p:cNvSpPr>
          <p:nvPr/>
        </p:nvSpPr>
        <p:spPr>
          <a:xfrm>
            <a:off x="847615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2" name="data_4201">
            <a:extLst>
              <a:ext uri="{FF2B5EF4-FFF2-40B4-BE49-F238E27FC236}">
                <a16:creationId xmlns:a16="http://schemas.microsoft.com/office/drawing/2014/main" id="{2876BB22-94E7-401B-B073-8483C27D91F5}"/>
              </a:ext>
            </a:extLst>
          </p:cNvPr>
          <p:cNvSpPr>
            <a:spLocks/>
          </p:cNvSpPr>
          <p:nvPr/>
        </p:nvSpPr>
        <p:spPr>
          <a:xfrm>
            <a:off x="8493171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3" name="data_4202">
            <a:extLst>
              <a:ext uri="{FF2B5EF4-FFF2-40B4-BE49-F238E27FC236}">
                <a16:creationId xmlns:a16="http://schemas.microsoft.com/office/drawing/2014/main" id="{2EFC4BA6-F8AB-4731-9FC0-33EE0D594034}"/>
              </a:ext>
            </a:extLst>
          </p:cNvPr>
          <p:cNvSpPr>
            <a:spLocks/>
          </p:cNvSpPr>
          <p:nvPr/>
        </p:nvSpPr>
        <p:spPr>
          <a:xfrm>
            <a:off x="8444519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4" name="data_4203">
            <a:extLst>
              <a:ext uri="{FF2B5EF4-FFF2-40B4-BE49-F238E27FC236}">
                <a16:creationId xmlns:a16="http://schemas.microsoft.com/office/drawing/2014/main" id="{D8C45BF5-E843-4231-A923-0E68474FD651}"/>
              </a:ext>
            </a:extLst>
          </p:cNvPr>
          <p:cNvSpPr>
            <a:spLocks/>
          </p:cNvSpPr>
          <p:nvPr/>
        </p:nvSpPr>
        <p:spPr>
          <a:xfrm>
            <a:off x="8456689" y="674830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5" name="data_4204">
            <a:extLst>
              <a:ext uri="{FF2B5EF4-FFF2-40B4-BE49-F238E27FC236}">
                <a16:creationId xmlns:a16="http://schemas.microsoft.com/office/drawing/2014/main" id="{D33742E2-4269-4939-911A-C17BB91D71AC}"/>
              </a:ext>
            </a:extLst>
          </p:cNvPr>
          <p:cNvSpPr>
            <a:spLocks/>
          </p:cNvSpPr>
          <p:nvPr/>
        </p:nvSpPr>
        <p:spPr>
          <a:xfrm>
            <a:off x="842463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6" name="data_4205">
            <a:extLst>
              <a:ext uri="{FF2B5EF4-FFF2-40B4-BE49-F238E27FC236}">
                <a16:creationId xmlns:a16="http://schemas.microsoft.com/office/drawing/2014/main" id="{4816189D-6A01-49A9-B01A-0794D95504BA}"/>
              </a:ext>
            </a:extLst>
          </p:cNvPr>
          <p:cNvSpPr>
            <a:spLocks/>
          </p:cNvSpPr>
          <p:nvPr/>
        </p:nvSpPr>
        <p:spPr>
          <a:xfrm>
            <a:off x="8397861" y="57659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7" name="data_4206">
            <a:extLst>
              <a:ext uri="{FF2B5EF4-FFF2-40B4-BE49-F238E27FC236}">
                <a16:creationId xmlns:a16="http://schemas.microsoft.com/office/drawing/2014/main" id="{D6EE9EEC-FC51-416E-BE07-479E74C9E9A0}"/>
              </a:ext>
            </a:extLst>
          </p:cNvPr>
          <p:cNvSpPr>
            <a:spLocks/>
          </p:cNvSpPr>
          <p:nvPr/>
        </p:nvSpPr>
        <p:spPr>
          <a:xfrm>
            <a:off x="8410324" y="58838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8" name="data_4207">
            <a:extLst>
              <a:ext uri="{FF2B5EF4-FFF2-40B4-BE49-F238E27FC236}">
                <a16:creationId xmlns:a16="http://schemas.microsoft.com/office/drawing/2014/main" id="{5F6F26B6-8E1F-40FF-9A1B-96598ECB142A}"/>
              </a:ext>
            </a:extLst>
          </p:cNvPr>
          <p:cNvSpPr>
            <a:spLocks/>
          </p:cNvSpPr>
          <p:nvPr/>
        </p:nvSpPr>
        <p:spPr>
          <a:xfrm>
            <a:off x="8394687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9" name="data_4208">
            <a:extLst>
              <a:ext uri="{FF2B5EF4-FFF2-40B4-BE49-F238E27FC236}">
                <a16:creationId xmlns:a16="http://schemas.microsoft.com/office/drawing/2014/main" id="{712BB853-9745-44EE-8656-12740CBD0725}"/>
              </a:ext>
            </a:extLst>
          </p:cNvPr>
          <p:cNvSpPr>
            <a:spLocks/>
          </p:cNvSpPr>
          <p:nvPr/>
        </p:nvSpPr>
        <p:spPr>
          <a:xfrm>
            <a:off x="8418644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0" name="data_4209">
            <a:extLst>
              <a:ext uri="{FF2B5EF4-FFF2-40B4-BE49-F238E27FC236}">
                <a16:creationId xmlns:a16="http://schemas.microsoft.com/office/drawing/2014/main" id="{CACF2C4C-CDD7-4157-A58F-7884AED9DDD8}"/>
              </a:ext>
            </a:extLst>
          </p:cNvPr>
          <p:cNvSpPr>
            <a:spLocks/>
          </p:cNvSpPr>
          <p:nvPr/>
        </p:nvSpPr>
        <p:spPr>
          <a:xfrm>
            <a:off x="8407307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1" name="data_4210">
            <a:extLst>
              <a:ext uri="{FF2B5EF4-FFF2-40B4-BE49-F238E27FC236}">
                <a16:creationId xmlns:a16="http://schemas.microsoft.com/office/drawing/2014/main" id="{F471A8AC-0FA8-4C50-BAF5-9C548BC201A4}"/>
              </a:ext>
            </a:extLst>
          </p:cNvPr>
          <p:cNvSpPr>
            <a:spLocks/>
          </p:cNvSpPr>
          <p:nvPr/>
        </p:nvSpPr>
        <p:spPr>
          <a:xfrm>
            <a:off x="8429343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2" name="data_4211">
            <a:extLst>
              <a:ext uri="{FF2B5EF4-FFF2-40B4-BE49-F238E27FC236}">
                <a16:creationId xmlns:a16="http://schemas.microsoft.com/office/drawing/2014/main" id="{60204D40-A98C-490E-8138-C2A029FA47BC}"/>
              </a:ext>
            </a:extLst>
          </p:cNvPr>
          <p:cNvSpPr>
            <a:spLocks/>
          </p:cNvSpPr>
          <p:nvPr/>
        </p:nvSpPr>
        <p:spPr>
          <a:xfrm>
            <a:off x="8474495" y="60606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3" name="data_4212">
            <a:extLst>
              <a:ext uri="{FF2B5EF4-FFF2-40B4-BE49-F238E27FC236}">
                <a16:creationId xmlns:a16="http://schemas.microsoft.com/office/drawing/2014/main" id="{A06EADFC-9EAA-4BA6-8B13-289B532485FF}"/>
              </a:ext>
            </a:extLst>
          </p:cNvPr>
          <p:cNvSpPr>
            <a:spLocks/>
          </p:cNvSpPr>
          <p:nvPr/>
        </p:nvSpPr>
        <p:spPr>
          <a:xfrm>
            <a:off x="8429385" y="51764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4" name="data_4213">
            <a:extLst>
              <a:ext uri="{FF2B5EF4-FFF2-40B4-BE49-F238E27FC236}">
                <a16:creationId xmlns:a16="http://schemas.microsoft.com/office/drawing/2014/main" id="{11E9D579-EB42-4776-87D0-FAFC3D389201}"/>
              </a:ext>
            </a:extLst>
          </p:cNvPr>
          <p:cNvSpPr>
            <a:spLocks/>
          </p:cNvSpPr>
          <p:nvPr/>
        </p:nvSpPr>
        <p:spPr>
          <a:xfrm>
            <a:off x="8483716" y="694477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5" name="data_4214">
            <a:extLst>
              <a:ext uri="{FF2B5EF4-FFF2-40B4-BE49-F238E27FC236}">
                <a16:creationId xmlns:a16="http://schemas.microsoft.com/office/drawing/2014/main" id="{6428A871-E3A7-4065-A760-543B5EDEED54}"/>
              </a:ext>
            </a:extLst>
          </p:cNvPr>
          <p:cNvSpPr>
            <a:spLocks/>
          </p:cNvSpPr>
          <p:nvPr/>
        </p:nvSpPr>
        <p:spPr>
          <a:xfrm>
            <a:off x="866681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6" name="data_4215">
            <a:extLst>
              <a:ext uri="{FF2B5EF4-FFF2-40B4-BE49-F238E27FC236}">
                <a16:creationId xmlns:a16="http://schemas.microsoft.com/office/drawing/2014/main" id="{09ACAF45-E330-4E9B-AB7E-8C74967B3C69}"/>
              </a:ext>
            </a:extLst>
          </p:cNvPr>
          <p:cNvSpPr>
            <a:spLocks/>
          </p:cNvSpPr>
          <p:nvPr/>
        </p:nvSpPr>
        <p:spPr>
          <a:xfrm>
            <a:off x="863785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7" name="data_4216">
            <a:extLst>
              <a:ext uri="{FF2B5EF4-FFF2-40B4-BE49-F238E27FC236}">
                <a16:creationId xmlns:a16="http://schemas.microsoft.com/office/drawing/2014/main" id="{85906D2E-58BA-49A0-8FE6-4646A3C1927B}"/>
              </a:ext>
            </a:extLst>
          </p:cNvPr>
          <p:cNvSpPr>
            <a:spLocks/>
          </p:cNvSpPr>
          <p:nvPr/>
        </p:nvSpPr>
        <p:spPr>
          <a:xfrm>
            <a:off x="866850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8" name="data_4217">
            <a:extLst>
              <a:ext uri="{FF2B5EF4-FFF2-40B4-BE49-F238E27FC236}">
                <a16:creationId xmlns:a16="http://schemas.microsoft.com/office/drawing/2014/main" id="{AAF806B5-0A28-4536-A96C-BEEFEFD0BBE0}"/>
              </a:ext>
            </a:extLst>
          </p:cNvPr>
          <p:cNvSpPr>
            <a:spLocks/>
          </p:cNvSpPr>
          <p:nvPr/>
        </p:nvSpPr>
        <p:spPr>
          <a:xfrm>
            <a:off x="865411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9" name="data_4218">
            <a:extLst>
              <a:ext uri="{FF2B5EF4-FFF2-40B4-BE49-F238E27FC236}">
                <a16:creationId xmlns:a16="http://schemas.microsoft.com/office/drawing/2014/main" id="{33E8540A-A895-42E7-BCC2-253A44D144B1}"/>
              </a:ext>
            </a:extLst>
          </p:cNvPr>
          <p:cNvSpPr>
            <a:spLocks/>
          </p:cNvSpPr>
          <p:nvPr/>
        </p:nvSpPr>
        <p:spPr>
          <a:xfrm>
            <a:off x="8672063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0" name="data_4219">
            <a:extLst>
              <a:ext uri="{FF2B5EF4-FFF2-40B4-BE49-F238E27FC236}">
                <a16:creationId xmlns:a16="http://schemas.microsoft.com/office/drawing/2014/main" id="{70E114AB-009D-42D5-84B7-872BED082EB5}"/>
              </a:ext>
            </a:extLst>
          </p:cNvPr>
          <p:cNvSpPr>
            <a:spLocks/>
          </p:cNvSpPr>
          <p:nvPr/>
        </p:nvSpPr>
        <p:spPr>
          <a:xfrm>
            <a:off x="8728969" y="55301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1" name="data_4220">
            <a:extLst>
              <a:ext uri="{FF2B5EF4-FFF2-40B4-BE49-F238E27FC236}">
                <a16:creationId xmlns:a16="http://schemas.microsoft.com/office/drawing/2014/main" id="{89702756-611F-4232-B446-67080F40F6D5}"/>
              </a:ext>
            </a:extLst>
          </p:cNvPr>
          <p:cNvSpPr>
            <a:spLocks/>
          </p:cNvSpPr>
          <p:nvPr/>
        </p:nvSpPr>
        <p:spPr>
          <a:xfrm>
            <a:off x="869705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2" name="data_4221">
            <a:extLst>
              <a:ext uri="{FF2B5EF4-FFF2-40B4-BE49-F238E27FC236}">
                <a16:creationId xmlns:a16="http://schemas.microsoft.com/office/drawing/2014/main" id="{AF0CB9FF-EF0F-4C68-B996-056E19812667}"/>
              </a:ext>
            </a:extLst>
          </p:cNvPr>
          <p:cNvSpPr>
            <a:spLocks/>
          </p:cNvSpPr>
          <p:nvPr/>
        </p:nvSpPr>
        <p:spPr>
          <a:xfrm>
            <a:off x="864031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3" name="data_4222">
            <a:extLst>
              <a:ext uri="{FF2B5EF4-FFF2-40B4-BE49-F238E27FC236}">
                <a16:creationId xmlns:a16="http://schemas.microsoft.com/office/drawing/2014/main" id="{86BF2FFD-6BB2-4E55-99AC-FAFBAC751409}"/>
              </a:ext>
            </a:extLst>
          </p:cNvPr>
          <p:cNvSpPr>
            <a:spLocks/>
          </p:cNvSpPr>
          <p:nvPr/>
        </p:nvSpPr>
        <p:spPr>
          <a:xfrm>
            <a:off x="8692097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4" name="data_4223">
            <a:extLst>
              <a:ext uri="{FF2B5EF4-FFF2-40B4-BE49-F238E27FC236}">
                <a16:creationId xmlns:a16="http://schemas.microsoft.com/office/drawing/2014/main" id="{E2277230-9A91-4E9A-9FB2-B7771E3C511F}"/>
              </a:ext>
            </a:extLst>
          </p:cNvPr>
          <p:cNvSpPr>
            <a:spLocks/>
          </p:cNvSpPr>
          <p:nvPr/>
        </p:nvSpPr>
        <p:spPr>
          <a:xfrm>
            <a:off x="865105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5" name="data_4224">
            <a:extLst>
              <a:ext uri="{FF2B5EF4-FFF2-40B4-BE49-F238E27FC236}">
                <a16:creationId xmlns:a16="http://schemas.microsoft.com/office/drawing/2014/main" id="{5ACC655E-1823-4452-B046-723E9ABB20B2}"/>
              </a:ext>
            </a:extLst>
          </p:cNvPr>
          <p:cNvSpPr>
            <a:spLocks/>
          </p:cNvSpPr>
          <p:nvPr/>
        </p:nvSpPr>
        <p:spPr>
          <a:xfrm>
            <a:off x="867312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6" name="data_4225">
            <a:extLst>
              <a:ext uri="{FF2B5EF4-FFF2-40B4-BE49-F238E27FC236}">
                <a16:creationId xmlns:a16="http://schemas.microsoft.com/office/drawing/2014/main" id="{58F62896-D437-428B-8284-72064333E917}"/>
              </a:ext>
            </a:extLst>
          </p:cNvPr>
          <p:cNvSpPr>
            <a:spLocks/>
          </p:cNvSpPr>
          <p:nvPr/>
        </p:nvSpPr>
        <p:spPr>
          <a:xfrm>
            <a:off x="864775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7" name="data_4226">
            <a:extLst>
              <a:ext uri="{FF2B5EF4-FFF2-40B4-BE49-F238E27FC236}">
                <a16:creationId xmlns:a16="http://schemas.microsoft.com/office/drawing/2014/main" id="{50DCA5F6-35F2-421B-A949-187D07DC8CB7}"/>
              </a:ext>
            </a:extLst>
          </p:cNvPr>
          <p:cNvSpPr>
            <a:spLocks/>
          </p:cNvSpPr>
          <p:nvPr/>
        </p:nvSpPr>
        <p:spPr>
          <a:xfrm>
            <a:off x="8739083" y="586416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8" name="data_4227">
            <a:extLst>
              <a:ext uri="{FF2B5EF4-FFF2-40B4-BE49-F238E27FC236}">
                <a16:creationId xmlns:a16="http://schemas.microsoft.com/office/drawing/2014/main" id="{40AE3A2D-AC87-4EAE-81BE-DE394CF04670}"/>
              </a:ext>
            </a:extLst>
          </p:cNvPr>
          <p:cNvSpPr>
            <a:spLocks/>
          </p:cNvSpPr>
          <p:nvPr/>
        </p:nvSpPr>
        <p:spPr>
          <a:xfrm>
            <a:off x="865420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9" name="data_4228">
            <a:extLst>
              <a:ext uri="{FF2B5EF4-FFF2-40B4-BE49-F238E27FC236}">
                <a16:creationId xmlns:a16="http://schemas.microsoft.com/office/drawing/2014/main" id="{0281E617-B994-4A41-B530-04D909116CA3}"/>
              </a:ext>
            </a:extLst>
          </p:cNvPr>
          <p:cNvSpPr>
            <a:spLocks/>
          </p:cNvSpPr>
          <p:nvPr/>
        </p:nvSpPr>
        <p:spPr>
          <a:xfrm>
            <a:off x="865730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0" name="data_4229">
            <a:extLst>
              <a:ext uri="{FF2B5EF4-FFF2-40B4-BE49-F238E27FC236}">
                <a16:creationId xmlns:a16="http://schemas.microsoft.com/office/drawing/2014/main" id="{48048D74-1755-4C37-8D77-EEC621F3EE88}"/>
              </a:ext>
            </a:extLst>
          </p:cNvPr>
          <p:cNvSpPr>
            <a:spLocks/>
          </p:cNvSpPr>
          <p:nvPr/>
        </p:nvSpPr>
        <p:spPr>
          <a:xfrm>
            <a:off x="8689239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1" name="data_4230">
            <a:extLst>
              <a:ext uri="{FF2B5EF4-FFF2-40B4-BE49-F238E27FC236}">
                <a16:creationId xmlns:a16="http://schemas.microsoft.com/office/drawing/2014/main" id="{4E4601A6-413C-4000-99EA-A026F4619316}"/>
              </a:ext>
            </a:extLst>
          </p:cNvPr>
          <p:cNvSpPr>
            <a:spLocks/>
          </p:cNvSpPr>
          <p:nvPr/>
        </p:nvSpPr>
        <p:spPr>
          <a:xfrm>
            <a:off x="8720214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2" name="data_4231">
            <a:extLst>
              <a:ext uri="{FF2B5EF4-FFF2-40B4-BE49-F238E27FC236}">
                <a16:creationId xmlns:a16="http://schemas.microsoft.com/office/drawing/2014/main" id="{43CC55FC-797E-4E04-9B6F-740D02B2FA12}"/>
              </a:ext>
            </a:extLst>
          </p:cNvPr>
          <p:cNvSpPr>
            <a:spLocks/>
          </p:cNvSpPr>
          <p:nvPr/>
        </p:nvSpPr>
        <p:spPr>
          <a:xfrm>
            <a:off x="872455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3" name="data_4232">
            <a:extLst>
              <a:ext uri="{FF2B5EF4-FFF2-40B4-BE49-F238E27FC236}">
                <a16:creationId xmlns:a16="http://schemas.microsoft.com/office/drawing/2014/main" id="{6E0E3A79-A812-42A0-8414-A2808013EFC1}"/>
              </a:ext>
            </a:extLst>
          </p:cNvPr>
          <p:cNvSpPr>
            <a:spLocks/>
          </p:cNvSpPr>
          <p:nvPr/>
        </p:nvSpPr>
        <p:spPr>
          <a:xfrm>
            <a:off x="8658405" y="61490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4" name="data_4233">
            <a:extLst>
              <a:ext uri="{FF2B5EF4-FFF2-40B4-BE49-F238E27FC236}">
                <a16:creationId xmlns:a16="http://schemas.microsoft.com/office/drawing/2014/main" id="{4DB2081E-70F9-4538-A36F-5403540CD243}"/>
              </a:ext>
            </a:extLst>
          </p:cNvPr>
          <p:cNvSpPr>
            <a:spLocks/>
          </p:cNvSpPr>
          <p:nvPr/>
        </p:nvSpPr>
        <p:spPr>
          <a:xfrm>
            <a:off x="8640170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5" name="data_4234">
            <a:extLst>
              <a:ext uri="{FF2B5EF4-FFF2-40B4-BE49-F238E27FC236}">
                <a16:creationId xmlns:a16="http://schemas.microsoft.com/office/drawing/2014/main" id="{E15E023A-F814-4846-A734-60C713CECFFA}"/>
              </a:ext>
            </a:extLst>
          </p:cNvPr>
          <p:cNvSpPr>
            <a:spLocks/>
          </p:cNvSpPr>
          <p:nvPr/>
        </p:nvSpPr>
        <p:spPr>
          <a:xfrm>
            <a:off x="870567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6" name="data_4235">
            <a:extLst>
              <a:ext uri="{FF2B5EF4-FFF2-40B4-BE49-F238E27FC236}">
                <a16:creationId xmlns:a16="http://schemas.microsoft.com/office/drawing/2014/main" id="{DD46E594-D3DB-4428-BAF5-D2125A222627}"/>
              </a:ext>
            </a:extLst>
          </p:cNvPr>
          <p:cNvSpPr>
            <a:spLocks/>
          </p:cNvSpPr>
          <p:nvPr/>
        </p:nvSpPr>
        <p:spPr>
          <a:xfrm>
            <a:off x="8697088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7" name="data_4236">
            <a:extLst>
              <a:ext uri="{FF2B5EF4-FFF2-40B4-BE49-F238E27FC236}">
                <a16:creationId xmlns:a16="http://schemas.microsoft.com/office/drawing/2014/main" id="{FCC1B730-2FE9-40E5-9788-071CA02405BC}"/>
              </a:ext>
            </a:extLst>
          </p:cNvPr>
          <p:cNvSpPr>
            <a:spLocks/>
          </p:cNvSpPr>
          <p:nvPr/>
        </p:nvSpPr>
        <p:spPr>
          <a:xfrm>
            <a:off x="8741953" y="539752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8" name="data_4237">
            <a:extLst>
              <a:ext uri="{FF2B5EF4-FFF2-40B4-BE49-F238E27FC236}">
                <a16:creationId xmlns:a16="http://schemas.microsoft.com/office/drawing/2014/main" id="{AA6849AD-74F1-46B0-AD8A-12E0DFFA2D9D}"/>
              </a:ext>
            </a:extLst>
          </p:cNvPr>
          <p:cNvSpPr>
            <a:spLocks/>
          </p:cNvSpPr>
          <p:nvPr/>
        </p:nvSpPr>
        <p:spPr>
          <a:xfrm>
            <a:off x="868749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9" name="data_4238">
            <a:extLst>
              <a:ext uri="{FF2B5EF4-FFF2-40B4-BE49-F238E27FC236}">
                <a16:creationId xmlns:a16="http://schemas.microsoft.com/office/drawing/2014/main" id="{3A6073C2-5E77-443F-8885-12F9FEC16A93}"/>
              </a:ext>
            </a:extLst>
          </p:cNvPr>
          <p:cNvSpPr>
            <a:spLocks/>
          </p:cNvSpPr>
          <p:nvPr/>
        </p:nvSpPr>
        <p:spPr>
          <a:xfrm>
            <a:off x="875785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0" name="data_4239">
            <a:extLst>
              <a:ext uri="{FF2B5EF4-FFF2-40B4-BE49-F238E27FC236}">
                <a16:creationId xmlns:a16="http://schemas.microsoft.com/office/drawing/2014/main" id="{A323E3D1-EC0D-4FCE-8234-D805DB7B5E0E}"/>
              </a:ext>
            </a:extLst>
          </p:cNvPr>
          <p:cNvSpPr>
            <a:spLocks/>
          </p:cNvSpPr>
          <p:nvPr/>
        </p:nvSpPr>
        <p:spPr>
          <a:xfrm>
            <a:off x="8692696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1" name="data_4240">
            <a:extLst>
              <a:ext uri="{FF2B5EF4-FFF2-40B4-BE49-F238E27FC236}">
                <a16:creationId xmlns:a16="http://schemas.microsoft.com/office/drawing/2014/main" id="{A494BA67-7184-4B01-9FC4-76A4A019E4B0}"/>
              </a:ext>
            </a:extLst>
          </p:cNvPr>
          <p:cNvSpPr>
            <a:spLocks/>
          </p:cNvSpPr>
          <p:nvPr/>
        </p:nvSpPr>
        <p:spPr>
          <a:xfrm>
            <a:off x="867662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2" name="data_4241">
            <a:extLst>
              <a:ext uri="{FF2B5EF4-FFF2-40B4-BE49-F238E27FC236}">
                <a16:creationId xmlns:a16="http://schemas.microsoft.com/office/drawing/2014/main" id="{00BAABA5-AE1F-45EF-AAD0-098FFD84FDE0}"/>
              </a:ext>
            </a:extLst>
          </p:cNvPr>
          <p:cNvSpPr>
            <a:spLocks/>
          </p:cNvSpPr>
          <p:nvPr/>
        </p:nvSpPr>
        <p:spPr>
          <a:xfrm>
            <a:off x="872033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3" name="data_4242">
            <a:extLst>
              <a:ext uri="{FF2B5EF4-FFF2-40B4-BE49-F238E27FC236}">
                <a16:creationId xmlns:a16="http://schemas.microsoft.com/office/drawing/2014/main" id="{937C0610-D4A4-4B91-A908-BB71B5EE2FFB}"/>
              </a:ext>
            </a:extLst>
          </p:cNvPr>
          <p:cNvSpPr>
            <a:spLocks/>
          </p:cNvSpPr>
          <p:nvPr/>
        </p:nvSpPr>
        <p:spPr>
          <a:xfrm>
            <a:off x="865599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4" name="data_4243">
            <a:extLst>
              <a:ext uri="{FF2B5EF4-FFF2-40B4-BE49-F238E27FC236}">
                <a16:creationId xmlns:a16="http://schemas.microsoft.com/office/drawing/2014/main" id="{E0A00647-C0A2-4066-9664-764EAC296A84}"/>
              </a:ext>
            </a:extLst>
          </p:cNvPr>
          <p:cNvSpPr>
            <a:spLocks/>
          </p:cNvSpPr>
          <p:nvPr/>
        </p:nvSpPr>
        <p:spPr>
          <a:xfrm>
            <a:off x="873245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5" name="data_4244">
            <a:extLst>
              <a:ext uri="{FF2B5EF4-FFF2-40B4-BE49-F238E27FC236}">
                <a16:creationId xmlns:a16="http://schemas.microsoft.com/office/drawing/2014/main" id="{6C5AEB35-E540-4692-8E7E-64DEE7718089}"/>
              </a:ext>
            </a:extLst>
          </p:cNvPr>
          <p:cNvSpPr>
            <a:spLocks/>
          </p:cNvSpPr>
          <p:nvPr/>
        </p:nvSpPr>
        <p:spPr>
          <a:xfrm>
            <a:off x="8704938" y="665006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6" name="data_4245">
            <a:extLst>
              <a:ext uri="{FF2B5EF4-FFF2-40B4-BE49-F238E27FC236}">
                <a16:creationId xmlns:a16="http://schemas.microsoft.com/office/drawing/2014/main" id="{4E18BDEC-4097-4451-98D7-E7673DE6D9EC}"/>
              </a:ext>
            </a:extLst>
          </p:cNvPr>
          <p:cNvSpPr>
            <a:spLocks/>
          </p:cNvSpPr>
          <p:nvPr/>
        </p:nvSpPr>
        <p:spPr>
          <a:xfrm>
            <a:off x="8697720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7" name="data_4246">
            <a:extLst>
              <a:ext uri="{FF2B5EF4-FFF2-40B4-BE49-F238E27FC236}">
                <a16:creationId xmlns:a16="http://schemas.microsoft.com/office/drawing/2014/main" id="{9CCC3E83-4E71-4896-B9D6-93F07E383B2F}"/>
              </a:ext>
            </a:extLst>
          </p:cNvPr>
          <p:cNvSpPr>
            <a:spLocks/>
          </p:cNvSpPr>
          <p:nvPr/>
        </p:nvSpPr>
        <p:spPr>
          <a:xfrm>
            <a:off x="8711872" y="689215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8" name="data_4247">
            <a:extLst>
              <a:ext uri="{FF2B5EF4-FFF2-40B4-BE49-F238E27FC236}">
                <a16:creationId xmlns:a16="http://schemas.microsoft.com/office/drawing/2014/main" id="{D8043A83-13F9-4ACD-87FE-43514BD33233}"/>
              </a:ext>
            </a:extLst>
          </p:cNvPr>
          <p:cNvSpPr>
            <a:spLocks/>
          </p:cNvSpPr>
          <p:nvPr/>
        </p:nvSpPr>
        <p:spPr>
          <a:xfrm>
            <a:off x="873882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9" name="data_4248">
            <a:extLst>
              <a:ext uri="{FF2B5EF4-FFF2-40B4-BE49-F238E27FC236}">
                <a16:creationId xmlns:a16="http://schemas.microsoft.com/office/drawing/2014/main" id="{2F4D61FA-99A6-40D2-AF46-8E0896041074}"/>
              </a:ext>
            </a:extLst>
          </p:cNvPr>
          <p:cNvSpPr>
            <a:spLocks/>
          </p:cNvSpPr>
          <p:nvPr/>
        </p:nvSpPr>
        <p:spPr>
          <a:xfrm>
            <a:off x="867788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0" name="data_4249">
            <a:extLst>
              <a:ext uri="{FF2B5EF4-FFF2-40B4-BE49-F238E27FC236}">
                <a16:creationId xmlns:a16="http://schemas.microsoft.com/office/drawing/2014/main" id="{08303B15-C097-4297-8C6D-D31C81349B26}"/>
              </a:ext>
            </a:extLst>
          </p:cNvPr>
          <p:cNvSpPr>
            <a:spLocks/>
          </p:cNvSpPr>
          <p:nvPr/>
        </p:nvSpPr>
        <p:spPr>
          <a:xfrm>
            <a:off x="8665148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1" name="data_4250">
            <a:extLst>
              <a:ext uri="{FF2B5EF4-FFF2-40B4-BE49-F238E27FC236}">
                <a16:creationId xmlns:a16="http://schemas.microsoft.com/office/drawing/2014/main" id="{58F405E1-044F-4B07-A7C4-126E054475BC}"/>
              </a:ext>
            </a:extLst>
          </p:cNvPr>
          <p:cNvSpPr>
            <a:spLocks/>
          </p:cNvSpPr>
          <p:nvPr/>
        </p:nvSpPr>
        <p:spPr>
          <a:xfrm>
            <a:off x="872834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2" name="data_4251">
            <a:extLst>
              <a:ext uri="{FF2B5EF4-FFF2-40B4-BE49-F238E27FC236}">
                <a16:creationId xmlns:a16="http://schemas.microsoft.com/office/drawing/2014/main" id="{BBEB73FC-9F32-4762-ABD9-2B562805E431}"/>
              </a:ext>
            </a:extLst>
          </p:cNvPr>
          <p:cNvSpPr>
            <a:spLocks/>
          </p:cNvSpPr>
          <p:nvPr/>
        </p:nvSpPr>
        <p:spPr>
          <a:xfrm>
            <a:off x="870158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3" name="data_4252">
            <a:extLst>
              <a:ext uri="{FF2B5EF4-FFF2-40B4-BE49-F238E27FC236}">
                <a16:creationId xmlns:a16="http://schemas.microsoft.com/office/drawing/2014/main" id="{BC98A10D-7B5F-416B-A1AB-2872A839D7BF}"/>
              </a:ext>
            </a:extLst>
          </p:cNvPr>
          <p:cNvSpPr>
            <a:spLocks/>
          </p:cNvSpPr>
          <p:nvPr/>
        </p:nvSpPr>
        <p:spPr>
          <a:xfrm>
            <a:off x="8710349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4" name="data_4253">
            <a:extLst>
              <a:ext uri="{FF2B5EF4-FFF2-40B4-BE49-F238E27FC236}">
                <a16:creationId xmlns:a16="http://schemas.microsoft.com/office/drawing/2014/main" id="{8460F751-5598-4373-932B-850DB9990267}"/>
              </a:ext>
            </a:extLst>
          </p:cNvPr>
          <p:cNvSpPr>
            <a:spLocks/>
          </p:cNvSpPr>
          <p:nvPr/>
        </p:nvSpPr>
        <p:spPr>
          <a:xfrm>
            <a:off x="863680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5" name="data_4254">
            <a:extLst>
              <a:ext uri="{FF2B5EF4-FFF2-40B4-BE49-F238E27FC236}">
                <a16:creationId xmlns:a16="http://schemas.microsoft.com/office/drawing/2014/main" id="{D786A352-D28C-4BF8-BF8C-E286FDC87854}"/>
              </a:ext>
            </a:extLst>
          </p:cNvPr>
          <p:cNvSpPr>
            <a:spLocks/>
          </p:cNvSpPr>
          <p:nvPr/>
        </p:nvSpPr>
        <p:spPr>
          <a:xfrm>
            <a:off x="871677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6" name="data_4255">
            <a:extLst>
              <a:ext uri="{FF2B5EF4-FFF2-40B4-BE49-F238E27FC236}">
                <a16:creationId xmlns:a16="http://schemas.microsoft.com/office/drawing/2014/main" id="{59C8C805-FE15-47A4-B30D-AE346A755614}"/>
              </a:ext>
            </a:extLst>
          </p:cNvPr>
          <p:cNvSpPr>
            <a:spLocks/>
          </p:cNvSpPr>
          <p:nvPr/>
        </p:nvSpPr>
        <p:spPr>
          <a:xfrm>
            <a:off x="873537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7" name="data_4256">
            <a:extLst>
              <a:ext uri="{FF2B5EF4-FFF2-40B4-BE49-F238E27FC236}">
                <a16:creationId xmlns:a16="http://schemas.microsoft.com/office/drawing/2014/main" id="{131AB28E-52B7-47DF-AE82-76B854648FE2}"/>
              </a:ext>
            </a:extLst>
          </p:cNvPr>
          <p:cNvSpPr>
            <a:spLocks/>
          </p:cNvSpPr>
          <p:nvPr/>
        </p:nvSpPr>
        <p:spPr>
          <a:xfrm>
            <a:off x="8643985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8" name="data_4257">
            <a:extLst>
              <a:ext uri="{FF2B5EF4-FFF2-40B4-BE49-F238E27FC236}">
                <a16:creationId xmlns:a16="http://schemas.microsoft.com/office/drawing/2014/main" id="{9632771A-6C0C-4BE9-98F8-AB3C31E5246D}"/>
              </a:ext>
            </a:extLst>
          </p:cNvPr>
          <p:cNvSpPr>
            <a:spLocks/>
          </p:cNvSpPr>
          <p:nvPr/>
        </p:nvSpPr>
        <p:spPr>
          <a:xfrm>
            <a:off x="8678036" y="606063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9" name="data_4258">
            <a:extLst>
              <a:ext uri="{FF2B5EF4-FFF2-40B4-BE49-F238E27FC236}">
                <a16:creationId xmlns:a16="http://schemas.microsoft.com/office/drawing/2014/main" id="{208FD2D0-D450-45F9-8729-88222CFC2A6D}"/>
              </a:ext>
            </a:extLst>
          </p:cNvPr>
          <p:cNvSpPr>
            <a:spLocks/>
          </p:cNvSpPr>
          <p:nvPr/>
        </p:nvSpPr>
        <p:spPr>
          <a:xfrm>
            <a:off x="8743019" y="56817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0" name="data_4259">
            <a:extLst>
              <a:ext uri="{FF2B5EF4-FFF2-40B4-BE49-F238E27FC236}">
                <a16:creationId xmlns:a16="http://schemas.microsoft.com/office/drawing/2014/main" id="{5ABACE21-5FE2-4D50-B9B6-29858D7CCE2E}"/>
              </a:ext>
            </a:extLst>
          </p:cNvPr>
          <p:cNvSpPr>
            <a:spLocks/>
          </p:cNvSpPr>
          <p:nvPr/>
        </p:nvSpPr>
        <p:spPr>
          <a:xfrm>
            <a:off x="864941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1" name="data_4260">
            <a:extLst>
              <a:ext uri="{FF2B5EF4-FFF2-40B4-BE49-F238E27FC236}">
                <a16:creationId xmlns:a16="http://schemas.microsoft.com/office/drawing/2014/main" id="{1CD4CA90-CA7E-4911-9418-372AF6302665}"/>
              </a:ext>
            </a:extLst>
          </p:cNvPr>
          <p:cNvSpPr>
            <a:spLocks/>
          </p:cNvSpPr>
          <p:nvPr/>
        </p:nvSpPr>
        <p:spPr>
          <a:xfrm>
            <a:off x="868300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2" name="data_4261">
            <a:extLst>
              <a:ext uri="{FF2B5EF4-FFF2-40B4-BE49-F238E27FC236}">
                <a16:creationId xmlns:a16="http://schemas.microsoft.com/office/drawing/2014/main" id="{59E1A79D-3B9C-4A0A-9BDD-5854E2248B9A}"/>
              </a:ext>
            </a:extLst>
          </p:cNvPr>
          <p:cNvSpPr>
            <a:spLocks/>
          </p:cNvSpPr>
          <p:nvPr/>
        </p:nvSpPr>
        <p:spPr>
          <a:xfrm>
            <a:off x="8689665" y="674074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3" name="data_4262">
            <a:extLst>
              <a:ext uri="{FF2B5EF4-FFF2-40B4-BE49-F238E27FC236}">
                <a16:creationId xmlns:a16="http://schemas.microsoft.com/office/drawing/2014/main" id="{2777A32C-7352-443B-9765-67D7B423C4C5}"/>
              </a:ext>
            </a:extLst>
          </p:cNvPr>
          <p:cNvSpPr>
            <a:spLocks/>
          </p:cNvSpPr>
          <p:nvPr/>
        </p:nvSpPr>
        <p:spPr>
          <a:xfrm>
            <a:off x="870480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4" name="data_4263">
            <a:extLst>
              <a:ext uri="{FF2B5EF4-FFF2-40B4-BE49-F238E27FC236}">
                <a16:creationId xmlns:a16="http://schemas.microsoft.com/office/drawing/2014/main" id="{D1F606B3-08D3-43E2-A590-1219E9DBDDD9}"/>
              </a:ext>
            </a:extLst>
          </p:cNvPr>
          <p:cNvSpPr>
            <a:spLocks/>
          </p:cNvSpPr>
          <p:nvPr/>
        </p:nvSpPr>
        <p:spPr>
          <a:xfrm>
            <a:off x="8702971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5" name="data_4264">
            <a:extLst>
              <a:ext uri="{FF2B5EF4-FFF2-40B4-BE49-F238E27FC236}">
                <a16:creationId xmlns:a16="http://schemas.microsoft.com/office/drawing/2014/main" id="{C9DC45EF-E2CC-4668-9956-58763ECD6382}"/>
              </a:ext>
            </a:extLst>
          </p:cNvPr>
          <p:cNvSpPr>
            <a:spLocks/>
          </p:cNvSpPr>
          <p:nvPr/>
        </p:nvSpPr>
        <p:spPr>
          <a:xfrm>
            <a:off x="8715245" y="650270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6" name="data_4265">
            <a:extLst>
              <a:ext uri="{FF2B5EF4-FFF2-40B4-BE49-F238E27FC236}">
                <a16:creationId xmlns:a16="http://schemas.microsoft.com/office/drawing/2014/main" id="{4F9018C5-F6B8-4BB7-BC91-E4A49B79278E}"/>
              </a:ext>
            </a:extLst>
          </p:cNvPr>
          <p:cNvSpPr>
            <a:spLocks/>
          </p:cNvSpPr>
          <p:nvPr/>
        </p:nvSpPr>
        <p:spPr>
          <a:xfrm>
            <a:off x="8747993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7" name="data_4266">
            <a:extLst>
              <a:ext uri="{FF2B5EF4-FFF2-40B4-BE49-F238E27FC236}">
                <a16:creationId xmlns:a16="http://schemas.microsoft.com/office/drawing/2014/main" id="{6FEF0AA2-BE34-4763-8A31-DC254FA27755}"/>
              </a:ext>
            </a:extLst>
          </p:cNvPr>
          <p:cNvSpPr>
            <a:spLocks/>
          </p:cNvSpPr>
          <p:nvPr/>
        </p:nvSpPr>
        <p:spPr>
          <a:xfrm>
            <a:off x="8705952" y="650270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8" name="data_4267">
            <a:extLst>
              <a:ext uri="{FF2B5EF4-FFF2-40B4-BE49-F238E27FC236}">
                <a16:creationId xmlns:a16="http://schemas.microsoft.com/office/drawing/2014/main" id="{357C9192-B9C9-46E1-9B94-4BE48BA73B51}"/>
              </a:ext>
            </a:extLst>
          </p:cNvPr>
          <p:cNvSpPr>
            <a:spLocks/>
          </p:cNvSpPr>
          <p:nvPr/>
        </p:nvSpPr>
        <p:spPr>
          <a:xfrm>
            <a:off x="8665837" y="66921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9" name="data_4268">
            <a:extLst>
              <a:ext uri="{FF2B5EF4-FFF2-40B4-BE49-F238E27FC236}">
                <a16:creationId xmlns:a16="http://schemas.microsoft.com/office/drawing/2014/main" id="{B11274F1-AFFE-42B9-B6C2-8B81792FE5DF}"/>
              </a:ext>
            </a:extLst>
          </p:cNvPr>
          <p:cNvSpPr>
            <a:spLocks/>
          </p:cNvSpPr>
          <p:nvPr/>
        </p:nvSpPr>
        <p:spPr>
          <a:xfrm>
            <a:off x="8750715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0" name="data_4269">
            <a:extLst>
              <a:ext uri="{FF2B5EF4-FFF2-40B4-BE49-F238E27FC236}">
                <a16:creationId xmlns:a16="http://schemas.microsoft.com/office/drawing/2014/main" id="{793EDE00-4D7C-4B54-A7BD-4958A623C3C5}"/>
              </a:ext>
            </a:extLst>
          </p:cNvPr>
          <p:cNvSpPr>
            <a:spLocks/>
          </p:cNvSpPr>
          <p:nvPr/>
        </p:nvSpPr>
        <p:spPr>
          <a:xfrm>
            <a:off x="869377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1" name="data_4270">
            <a:extLst>
              <a:ext uri="{FF2B5EF4-FFF2-40B4-BE49-F238E27FC236}">
                <a16:creationId xmlns:a16="http://schemas.microsoft.com/office/drawing/2014/main" id="{86958AFA-E4AC-46F4-9428-938873198BDB}"/>
              </a:ext>
            </a:extLst>
          </p:cNvPr>
          <p:cNvSpPr>
            <a:spLocks/>
          </p:cNvSpPr>
          <p:nvPr/>
        </p:nvSpPr>
        <p:spPr>
          <a:xfrm>
            <a:off x="872681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2" name="data_4271">
            <a:extLst>
              <a:ext uri="{FF2B5EF4-FFF2-40B4-BE49-F238E27FC236}">
                <a16:creationId xmlns:a16="http://schemas.microsoft.com/office/drawing/2014/main" id="{87780394-F9FA-4C20-A968-5A803D90D1F3}"/>
              </a:ext>
            </a:extLst>
          </p:cNvPr>
          <p:cNvSpPr>
            <a:spLocks/>
          </p:cNvSpPr>
          <p:nvPr/>
        </p:nvSpPr>
        <p:spPr>
          <a:xfrm>
            <a:off x="8671399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3" name="data_4272">
            <a:extLst>
              <a:ext uri="{FF2B5EF4-FFF2-40B4-BE49-F238E27FC236}">
                <a16:creationId xmlns:a16="http://schemas.microsoft.com/office/drawing/2014/main" id="{80C075D4-10F1-4562-BE4A-8D15C3CAC552}"/>
              </a:ext>
            </a:extLst>
          </p:cNvPr>
          <p:cNvSpPr>
            <a:spLocks/>
          </p:cNvSpPr>
          <p:nvPr/>
        </p:nvSpPr>
        <p:spPr>
          <a:xfrm>
            <a:off x="8686739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4" name="data_4273">
            <a:extLst>
              <a:ext uri="{FF2B5EF4-FFF2-40B4-BE49-F238E27FC236}">
                <a16:creationId xmlns:a16="http://schemas.microsoft.com/office/drawing/2014/main" id="{B05D850A-255B-4DA1-BB5B-E3F319FB90D7}"/>
              </a:ext>
            </a:extLst>
          </p:cNvPr>
          <p:cNvSpPr>
            <a:spLocks/>
          </p:cNvSpPr>
          <p:nvPr/>
        </p:nvSpPr>
        <p:spPr>
          <a:xfrm>
            <a:off x="871590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5" name="data_4274">
            <a:extLst>
              <a:ext uri="{FF2B5EF4-FFF2-40B4-BE49-F238E27FC236}">
                <a16:creationId xmlns:a16="http://schemas.microsoft.com/office/drawing/2014/main" id="{0856383F-E0A3-4219-87BA-F5C1EFDCC7D9}"/>
              </a:ext>
            </a:extLst>
          </p:cNvPr>
          <p:cNvSpPr>
            <a:spLocks/>
          </p:cNvSpPr>
          <p:nvPr/>
        </p:nvSpPr>
        <p:spPr>
          <a:xfrm>
            <a:off x="8709718" y="561856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6" name="data_4275">
            <a:extLst>
              <a:ext uri="{FF2B5EF4-FFF2-40B4-BE49-F238E27FC236}">
                <a16:creationId xmlns:a16="http://schemas.microsoft.com/office/drawing/2014/main" id="{36008B7F-EF5B-4D0D-AC10-F2712939292E}"/>
              </a:ext>
            </a:extLst>
          </p:cNvPr>
          <p:cNvSpPr>
            <a:spLocks/>
          </p:cNvSpPr>
          <p:nvPr/>
        </p:nvSpPr>
        <p:spPr>
          <a:xfrm>
            <a:off x="8687998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7" name="data_4276">
            <a:extLst>
              <a:ext uri="{FF2B5EF4-FFF2-40B4-BE49-F238E27FC236}">
                <a16:creationId xmlns:a16="http://schemas.microsoft.com/office/drawing/2014/main" id="{D094CC5B-A6BB-4540-A9E2-89D6890E8BD2}"/>
              </a:ext>
            </a:extLst>
          </p:cNvPr>
          <p:cNvSpPr>
            <a:spLocks/>
          </p:cNvSpPr>
          <p:nvPr/>
        </p:nvSpPr>
        <p:spPr>
          <a:xfrm>
            <a:off x="867697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8" name="data_4277">
            <a:extLst>
              <a:ext uri="{FF2B5EF4-FFF2-40B4-BE49-F238E27FC236}">
                <a16:creationId xmlns:a16="http://schemas.microsoft.com/office/drawing/2014/main" id="{5AF13B84-8E7A-4AF7-81B4-3535CD52A7C4}"/>
              </a:ext>
            </a:extLst>
          </p:cNvPr>
          <p:cNvSpPr>
            <a:spLocks/>
          </p:cNvSpPr>
          <p:nvPr/>
        </p:nvSpPr>
        <p:spPr>
          <a:xfrm>
            <a:off x="8725424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9" name="data_4278">
            <a:extLst>
              <a:ext uri="{FF2B5EF4-FFF2-40B4-BE49-F238E27FC236}">
                <a16:creationId xmlns:a16="http://schemas.microsoft.com/office/drawing/2014/main" id="{D5DF3A7E-5D80-49AC-B216-7E242A8A12FF}"/>
              </a:ext>
            </a:extLst>
          </p:cNvPr>
          <p:cNvSpPr>
            <a:spLocks/>
          </p:cNvSpPr>
          <p:nvPr/>
        </p:nvSpPr>
        <p:spPr>
          <a:xfrm>
            <a:off x="8645600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0" name="data_4279">
            <a:extLst>
              <a:ext uri="{FF2B5EF4-FFF2-40B4-BE49-F238E27FC236}">
                <a16:creationId xmlns:a16="http://schemas.microsoft.com/office/drawing/2014/main" id="{0A73A4BE-7706-4A11-89A7-E4BEB7460536}"/>
              </a:ext>
            </a:extLst>
          </p:cNvPr>
          <p:cNvSpPr>
            <a:spLocks/>
          </p:cNvSpPr>
          <p:nvPr/>
        </p:nvSpPr>
        <p:spPr>
          <a:xfrm>
            <a:off x="8715813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1" name="data_4280">
            <a:extLst>
              <a:ext uri="{FF2B5EF4-FFF2-40B4-BE49-F238E27FC236}">
                <a16:creationId xmlns:a16="http://schemas.microsoft.com/office/drawing/2014/main" id="{2732945F-F1E6-4C03-B0B7-8340B84301D7}"/>
              </a:ext>
            </a:extLst>
          </p:cNvPr>
          <p:cNvSpPr>
            <a:spLocks/>
          </p:cNvSpPr>
          <p:nvPr/>
        </p:nvSpPr>
        <p:spPr>
          <a:xfrm>
            <a:off x="8663406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2" name="data_4281">
            <a:extLst>
              <a:ext uri="{FF2B5EF4-FFF2-40B4-BE49-F238E27FC236}">
                <a16:creationId xmlns:a16="http://schemas.microsoft.com/office/drawing/2014/main" id="{6F36F837-1B48-430B-A210-F8588AE1C28B}"/>
              </a:ext>
            </a:extLst>
          </p:cNvPr>
          <p:cNvSpPr>
            <a:spLocks/>
          </p:cNvSpPr>
          <p:nvPr/>
        </p:nvSpPr>
        <p:spPr>
          <a:xfrm>
            <a:off x="8735075" y="681847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3" name="data_4282">
            <a:extLst>
              <a:ext uri="{FF2B5EF4-FFF2-40B4-BE49-F238E27FC236}">
                <a16:creationId xmlns:a16="http://schemas.microsoft.com/office/drawing/2014/main" id="{786C7216-8B23-4B96-8236-D9B6EC37E8A8}"/>
              </a:ext>
            </a:extLst>
          </p:cNvPr>
          <p:cNvSpPr>
            <a:spLocks/>
          </p:cNvSpPr>
          <p:nvPr/>
        </p:nvSpPr>
        <p:spPr>
          <a:xfrm>
            <a:off x="8728747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4" name="data_4283">
            <a:extLst>
              <a:ext uri="{FF2B5EF4-FFF2-40B4-BE49-F238E27FC236}">
                <a16:creationId xmlns:a16="http://schemas.microsoft.com/office/drawing/2014/main" id="{BF400254-71D0-4D1E-8128-B3E5FA23E7D9}"/>
              </a:ext>
            </a:extLst>
          </p:cNvPr>
          <p:cNvSpPr>
            <a:spLocks/>
          </p:cNvSpPr>
          <p:nvPr/>
        </p:nvSpPr>
        <p:spPr>
          <a:xfrm>
            <a:off x="8752739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5" name="data_4284">
            <a:extLst>
              <a:ext uri="{FF2B5EF4-FFF2-40B4-BE49-F238E27FC236}">
                <a16:creationId xmlns:a16="http://schemas.microsoft.com/office/drawing/2014/main" id="{073CBD21-D9D3-46F9-9D7F-4C8DF69FCA0B}"/>
              </a:ext>
            </a:extLst>
          </p:cNvPr>
          <p:cNvSpPr>
            <a:spLocks/>
          </p:cNvSpPr>
          <p:nvPr/>
        </p:nvSpPr>
        <p:spPr>
          <a:xfrm>
            <a:off x="868617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6" name="data_4285">
            <a:extLst>
              <a:ext uri="{FF2B5EF4-FFF2-40B4-BE49-F238E27FC236}">
                <a16:creationId xmlns:a16="http://schemas.microsoft.com/office/drawing/2014/main" id="{CA5E7DE0-25CE-461B-BFCA-5A45B3C28E95}"/>
              </a:ext>
            </a:extLst>
          </p:cNvPr>
          <p:cNvSpPr>
            <a:spLocks/>
          </p:cNvSpPr>
          <p:nvPr/>
        </p:nvSpPr>
        <p:spPr>
          <a:xfrm>
            <a:off x="870208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7" name="data_4286">
            <a:extLst>
              <a:ext uri="{FF2B5EF4-FFF2-40B4-BE49-F238E27FC236}">
                <a16:creationId xmlns:a16="http://schemas.microsoft.com/office/drawing/2014/main" id="{C63C1A2C-F28D-4111-89FF-630D963950BA}"/>
              </a:ext>
            </a:extLst>
          </p:cNvPr>
          <p:cNvSpPr>
            <a:spLocks/>
          </p:cNvSpPr>
          <p:nvPr/>
        </p:nvSpPr>
        <p:spPr>
          <a:xfrm>
            <a:off x="8720565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8" name="data_4287">
            <a:extLst>
              <a:ext uri="{FF2B5EF4-FFF2-40B4-BE49-F238E27FC236}">
                <a16:creationId xmlns:a16="http://schemas.microsoft.com/office/drawing/2014/main" id="{E072F7E5-FE5F-41A3-8502-564986A6F526}"/>
              </a:ext>
            </a:extLst>
          </p:cNvPr>
          <p:cNvSpPr>
            <a:spLocks/>
          </p:cNvSpPr>
          <p:nvPr/>
        </p:nvSpPr>
        <p:spPr>
          <a:xfrm>
            <a:off x="8728303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9" name="data_4288">
            <a:extLst>
              <a:ext uri="{FF2B5EF4-FFF2-40B4-BE49-F238E27FC236}">
                <a16:creationId xmlns:a16="http://schemas.microsoft.com/office/drawing/2014/main" id="{BF246691-2F56-4FC1-892A-480898AF07D9}"/>
              </a:ext>
            </a:extLst>
          </p:cNvPr>
          <p:cNvSpPr>
            <a:spLocks/>
          </p:cNvSpPr>
          <p:nvPr/>
        </p:nvSpPr>
        <p:spPr>
          <a:xfrm>
            <a:off x="8664712" y="63553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0" name="data_4289">
            <a:extLst>
              <a:ext uri="{FF2B5EF4-FFF2-40B4-BE49-F238E27FC236}">
                <a16:creationId xmlns:a16="http://schemas.microsoft.com/office/drawing/2014/main" id="{B75B771B-BE8A-43D1-B0BD-53839EF0E856}"/>
              </a:ext>
            </a:extLst>
          </p:cNvPr>
          <p:cNvSpPr>
            <a:spLocks/>
          </p:cNvSpPr>
          <p:nvPr/>
        </p:nvSpPr>
        <p:spPr>
          <a:xfrm>
            <a:off x="8691527" y="684654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1" name="data_4290">
            <a:extLst>
              <a:ext uri="{FF2B5EF4-FFF2-40B4-BE49-F238E27FC236}">
                <a16:creationId xmlns:a16="http://schemas.microsoft.com/office/drawing/2014/main" id="{11A5C70B-A3B6-4C1F-AF88-0225AE0FC375}"/>
              </a:ext>
            </a:extLst>
          </p:cNvPr>
          <p:cNvSpPr>
            <a:spLocks/>
          </p:cNvSpPr>
          <p:nvPr/>
        </p:nvSpPr>
        <p:spPr>
          <a:xfrm>
            <a:off x="8682283" y="65321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2" name="data_4291">
            <a:extLst>
              <a:ext uri="{FF2B5EF4-FFF2-40B4-BE49-F238E27FC236}">
                <a16:creationId xmlns:a16="http://schemas.microsoft.com/office/drawing/2014/main" id="{34CC3688-5DED-4F95-A52B-AC72C48C2C11}"/>
              </a:ext>
            </a:extLst>
          </p:cNvPr>
          <p:cNvSpPr>
            <a:spLocks/>
          </p:cNvSpPr>
          <p:nvPr/>
        </p:nvSpPr>
        <p:spPr>
          <a:xfrm>
            <a:off x="8648917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3" name="data_4292">
            <a:extLst>
              <a:ext uri="{FF2B5EF4-FFF2-40B4-BE49-F238E27FC236}">
                <a16:creationId xmlns:a16="http://schemas.microsoft.com/office/drawing/2014/main" id="{4138D15C-50EF-4793-8658-01195FE77D22}"/>
              </a:ext>
            </a:extLst>
          </p:cNvPr>
          <p:cNvSpPr>
            <a:spLocks/>
          </p:cNvSpPr>
          <p:nvPr/>
        </p:nvSpPr>
        <p:spPr>
          <a:xfrm>
            <a:off x="8649966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4" name="data_4293">
            <a:extLst>
              <a:ext uri="{FF2B5EF4-FFF2-40B4-BE49-F238E27FC236}">
                <a16:creationId xmlns:a16="http://schemas.microsoft.com/office/drawing/2014/main" id="{B3085FC9-5CC7-456D-9693-4ED979C17C9D}"/>
              </a:ext>
            </a:extLst>
          </p:cNvPr>
          <p:cNvSpPr>
            <a:spLocks/>
          </p:cNvSpPr>
          <p:nvPr/>
        </p:nvSpPr>
        <p:spPr>
          <a:xfrm>
            <a:off x="867970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5" name="data_4294">
            <a:extLst>
              <a:ext uri="{FF2B5EF4-FFF2-40B4-BE49-F238E27FC236}">
                <a16:creationId xmlns:a16="http://schemas.microsoft.com/office/drawing/2014/main" id="{5C0D7145-151B-4C1E-9007-047BEFC6E514}"/>
              </a:ext>
            </a:extLst>
          </p:cNvPr>
          <p:cNvSpPr>
            <a:spLocks/>
          </p:cNvSpPr>
          <p:nvPr/>
        </p:nvSpPr>
        <p:spPr>
          <a:xfrm>
            <a:off x="874873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6" name="data_4295">
            <a:extLst>
              <a:ext uri="{FF2B5EF4-FFF2-40B4-BE49-F238E27FC236}">
                <a16:creationId xmlns:a16="http://schemas.microsoft.com/office/drawing/2014/main" id="{32D34716-CAEB-4C31-955B-3E28C9FC2D03}"/>
              </a:ext>
            </a:extLst>
          </p:cNvPr>
          <p:cNvSpPr>
            <a:spLocks/>
          </p:cNvSpPr>
          <p:nvPr/>
        </p:nvSpPr>
        <p:spPr>
          <a:xfrm>
            <a:off x="8668134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7" name="data_4296">
            <a:extLst>
              <a:ext uri="{FF2B5EF4-FFF2-40B4-BE49-F238E27FC236}">
                <a16:creationId xmlns:a16="http://schemas.microsoft.com/office/drawing/2014/main" id="{4182AB70-8772-4768-85C3-50E6F7ABD7BF}"/>
              </a:ext>
            </a:extLst>
          </p:cNvPr>
          <p:cNvSpPr>
            <a:spLocks/>
          </p:cNvSpPr>
          <p:nvPr/>
        </p:nvSpPr>
        <p:spPr>
          <a:xfrm>
            <a:off x="874813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8" name="data_4297">
            <a:extLst>
              <a:ext uri="{FF2B5EF4-FFF2-40B4-BE49-F238E27FC236}">
                <a16:creationId xmlns:a16="http://schemas.microsoft.com/office/drawing/2014/main" id="{1924C91B-ADEE-4C6D-9C37-158E3B6EA15E}"/>
              </a:ext>
            </a:extLst>
          </p:cNvPr>
          <p:cNvSpPr>
            <a:spLocks/>
          </p:cNvSpPr>
          <p:nvPr/>
        </p:nvSpPr>
        <p:spPr>
          <a:xfrm>
            <a:off x="8653789" y="67483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9" name="data_4298">
            <a:extLst>
              <a:ext uri="{FF2B5EF4-FFF2-40B4-BE49-F238E27FC236}">
                <a16:creationId xmlns:a16="http://schemas.microsoft.com/office/drawing/2014/main" id="{49993054-3E3A-46FF-BFB7-FF9302516A1C}"/>
              </a:ext>
            </a:extLst>
          </p:cNvPr>
          <p:cNvSpPr>
            <a:spLocks/>
          </p:cNvSpPr>
          <p:nvPr/>
        </p:nvSpPr>
        <p:spPr>
          <a:xfrm>
            <a:off x="873822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0" name="data_4299">
            <a:extLst>
              <a:ext uri="{FF2B5EF4-FFF2-40B4-BE49-F238E27FC236}">
                <a16:creationId xmlns:a16="http://schemas.microsoft.com/office/drawing/2014/main" id="{0771D519-90F7-4274-B3CF-116C4BD6B9C2}"/>
              </a:ext>
            </a:extLst>
          </p:cNvPr>
          <p:cNvSpPr>
            <a:spLocks/>
          </p:cNvSpPr>
          <p:nvPr/>
        </p:nvSpPr>
        <p:spPr>
          <a:xfrm>
            <a:off x="8679591" y="576592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1" name="data_4300">
            <a:extLst>
              <a:ext uri="{FF2B5EF4-FFF2-40B4-BE49-F238E27FC236}">
                <a16:creationId xmlns:a16="http://schemas.microsoft.com/office/drawing/2014/main" id="{C6398EF9-C61B-4144-836B-E1093AE8EDDC}"/>
              </a:ext>
            </a:extLst>
          </p:cNvPr>
          <p:cNvSpPr>
            <a:spLocks/>
          </p:cNvSpPr>
          <p:nvPr/>
        </p:nvSpPr>
        <p:spPr>
          <a:xfrm>
            <a:off x="8683625" y="623746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2" name="data_4301">
            <a:extLst>
              <a:ext uri="{FF2B5EF4-FFF2-40B4-BE49-F238E27FC236}">
                <a16:creationId xmlns:a16="http://schemas.microsoft.com/office/drawing/2014/main" id="{CE4D7251-7EEC-4526-80CC-F684ABB6B6D2}"/>
              </a:ext>
            </a:extLst>
          </p:cNvPr>
          <p:cNvSpPr>
            <a:spLocks/>
          </p:cNvSpPr>
          <p:nvPr/>
        </p:nvSpPr>
        <p:spPr>
          <a:xfrm>
            <a:off x="8646439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3" name="data_4302">
            <a:extLst>
              <a:ext uri="{FF2B5EF4-FFF2-40B4-BE49-F238E27FC236}">
                <a16:creationId xmlns:a16="http://schemas.microsoft.com/office/drawing/2014/main" id="{36923E11-4769-4604-88EC-DB0A67D0831A}"/>
              </a:ext>
            </a:extLst>
          </p:cNvPr>
          <p:cNvSpPr>
            <a:spLocks/>
          </p:cNvSpPr>
          <p:nvPr/>
        </p:nvSpPr>
        <p:spPr>
          <a:xfrm>
            <a:off x="8700798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4" name="data_4303">
            <a:extLst>
              <a:ext uri="{FF2B5EF4-FFF2-40B4-BE49-F238E27FC236}">
                <a16:creationId xmlns:a16="http://schemas.microsoft.com/office/drawing/2014/main" id="{BF9636CF-3C51-4064-A04F-BDE284F5224F}"/>
              </a:ext>
            </a:extLst>
          </p:cNvPr>
          <p:cNvSpPr>
            <a:spLocks/>
          </p:cNvSpPr>
          <p:nvPr/>
        </p:nvSpPr>
        <p:spPr>
          <a:xfrm>
            <a:off x="8705790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5" name="data_4304">
            <a:extLst>
              <a:ext uri="{FF2B5EF4-FFF2-40B4-BE49-F238E27FC236}">
                <a16:creationId xmlns:a16="http://schemas.microsoft.com/office/drawing/2014/main" id="{0CD0BB42-0C8B-4F72-A8E7-3220B83F25E1}"/>
              </a:ext>
            </a:extLst>
          </p:cNvPr>
          <p:cNvSpPr>
            <a:spLocks/>
          </p:cNvSpPr>
          <p:nvPr/>
        </p:nvSpPr>
        <p:spPr>
          <a:xfrm>
            <a:off x="8722081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6" name="data_4305">
            <a:extLst>
              <a:ext uri="{FF2B5EF4-FFF2-40B4-BE49-F238E27FC236}">
                <a16:creationId xmlns:a16="http://schemas.microsoft.com/office/drawing/2014/main" id="{B99CC1FD-6102-4DBA-AEE8-4A7E78C2435E}"/>
              </a:ext>
            </a:extLst>
          </p:cNvPr>
          <p:cNvSpPr>
            <a:spLocks/>
          </p:cNvSpPr>
          <p:nvPr/>
        </p:nvSpPr>
        <p:spPr>
          <a:xfrm>
            <a:off x="870047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7" name="data_4306">
            <a:extLst>
              <a:ext uri="{FF2B5EF4-FFF2-40B4-BE49-F238E27FC236}">
                <a16:creationId xmlns:a16="http://schemas.microsoft.com/office/drawing/2014/main" id="{284709F7-FD45-49C1-BC02-AB9DE0FD3C3C}"/>
              </a:ext>
            </a:extLst>
          </p:cNvPr>
          <p:cNvSpPr>
            <a:spLocks/>
          </p:cNvSpPr>
          <p:nvPr/>
        </p:nvSpPr>
        <p:spPr>
          <a:xfrm>
            <a:off x="8735252" y="51764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8" name="data_4307">
            <a:extLst>
              <a:ext uri="{FF2B5EF4-FFF2-40B4-BE49-F238E27FC236}">
                <a16:creationId xmlns:a16="http://schemas.microsoft.com/office/drawing/2014/main" id="{4807CC50-5DD1-46CB-A5B0-334012F03938}"/>
              </a:ext>
            </a:extLst>
          </p:cNvPr>
          <p:cNvSpPr>
            <a:spLocks/>
          </p:cNvSpPr>
          <p:nvPr/>
        </p:nvSpPr>
        <p:spPr>
          <a:xfrm>
            <a:off x="8715611" y="69447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9" name="data_4308">
            <a:extLst>
              <a:ext uri="{FF2B5EF4-FFF2-40B4-BE49-F238E27FC236}">
                <a16:creationId xmlns:a16="http://schemas.microsoft.com/office/drawing/2014/main" id="{206263E0-D307-48E2-8303-4A30FF906EDE}"/>
              </a:ext>
            </a:extLst>
          </p:cNvPr>
          <p:cNvSpPr>
            <a:spLocks/>
          </p:cNvSpPr>
          <p:nvPr/>
        </p:nvSpPr>
        <p:spPr>
          <a:xfrm>
            <a:off x="7005297" y="5088130"/>
            <a:ext cx="191" cy="1874384"/>
          </a:xfrm>
          <a:custGeom>
            <a:avLst/>
            <a:gdLst/>
            <a:ahLst/>
            <a:cxnLst/>
            <a:rect l="0" t="0" r="0" b="0"/>
            <a:pathLst>
              <a:path w="191" h="1874384">
                <a:moveTo>
                  <a:pt x="0" y="1874384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4310" name="data_4309">
            <a:extLst>
              <a:ext uri="{FF2B5EF4-FFF2-40B4-BE49-F238E27FC236}">
                <a16:creationId xmlns:a16="http://schemas.microsoft.com/office/drawing/2014/main" id="{426C5996-BD47-4168-ABD1-C7B0D1AEE18D}"/>
              </a:ext>
            </a:extLst>
          </p:cNvPr>
          <p:cNvSpPr>
            <a:spLocks/>
          </p:cNvSpPr>
          <p:nvPr/>
        </p:nvSpPr>
        <p:spPr>
          <a:xfrm>
            <a:off x="7005297" y="6962514"/>
            <a:ext cx="1874384" cy="191"/>
          </a:xfrm>
          <a:custGeom>
            <a:avLst/>
            <a:gdLst/>
            <a:ahLst/>
            <a:cxnLst/>
            <a:rect l="0" t="0" r="0" b="0"/>
            <a:pathLst>
              <a:path w="1874384" h="191">
                <a:moveTo>
                  <a:pt x="0" y="0"/>
                </a:moveTo>
                <a:lnTo>
                  <a:pt x="1874384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4311" name="text_4310">
            <a:extLst>
              <a:ext uri="{FF2B5EF4-FFF2-40B4-BE49-F238E27FC236}">
                <a16:creationId xmlns:a16="http://schemas.microsoft.com/office/drawing/2014/main" id="{90DE51E6-A397-4309-A19C-B7A83E6D95DA}"/>
              </a:ext>
            </a:extLst>
          </p:cNvPr>
          <p:cNvSpPr>
            <a:spLocks/>
          </p:cNvSpPr>
          <p:nvPr/>
        </p:nvSpPr>
        <p:spPr>
          <a:xfrm>
            <a:off x="6526468" y="4774729"/>
            <a:ext cx="64908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4312" name="text_4311">
            <a:extLst>
              <a:ext uri="{FF2B5EF4-FFF2-40B4-BE49-F238E27FC236}">
                <a16:creationId xmlns:a16="http://schemas.microsoft.com/office/drawing/2014/main" id="{F460E711-E16D-495E-B6E2-5DF10A687E28}"/>
              </a:ext>
            </a:extLst>
          </p:cNvPr>
          <p:cNvSpPr>
            <a:spLocks/>
          </p:cNvSpPr>
          <p:nvPr/>
        </p:nvSpPr>
        <p:spPr>
          <a:xfrm>
            <a:off x="7005297" y="4797303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4313" name="data_4312">
            <a:extLst>
              <a:ext uri="{FF2B5EF4-FFF2-40B4-BE49-F238E27FC236}">
                <a16:creationId xmlns:a16="http://schemas.microsoft.com/office/drawing/2014/main" id="{A6B7FA50-19C6-4225-8AF3-DA91D6D0FCA6}"/>
              </a:ext>
            </a:extLst>
          </p:cNvPr>
          <p:cNvSpPr>
            <a:spLocks/>
          </p:cNvSpPr>
          <p:nvPr/>
        </p:nvSpPr>
        <p:spPr>
          <a:xfrm>
            <a:off x="7169939" y="6078371"/>
            <a:ext cx="191" cy="785905"/>
          </a:xfrm>
          <a:custGeom>
            <a:avLst/>
            <a:gdLst/>
            <a:ahLst/>
            <a:cxnLst/>
            <a:rect l="0" t="0" r="0" b="0"/>
            <a:pathLst>
              <a:path w="191" h="785905">
                <a:moveTo>
                  <a:pt x="0" y="78590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4314" name="data_4313">
            <a:extLst>
              <a:ext uri="{FF2B5EF4-FFF2-40B4-BE49-F238E27FC236}">
                <a16:creationId xmlns:a16="http://schemas.microsoft.com/office/drawing/2014/main" id="{AC718FA8-BE2F-47CA-935F-EBAB5D76ECC9}"/>
              </a:ext>
            </a:extLst>
          </p:cNvPr>
          <p:cNvSpPr>
            <a:spLocks/>
          </p:cNvSpPr>
          <p:nvPr/>
        </p:nvSpPr>
        <p:spPr>
          <a:xfrm>
            <a:off x="7423234" y="5194227"/>
            <a:ext cx="191" cy="1326215"/>
          </a:xfrm>
          <a:custGeom>
            <a:avLst/>
            <a:gdLst/>
            <a:ahLst/>
            <a:cxnLst/>
            <a:rect l="0" t="0" r="0" b="0"/>
            <a:pathLst>
              <a:path w="191" h="1326215">
                <a:moveTo>
                  <a:pt x="0" y="132621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4315" name="data_4314">
            <a:extLst>
              <a:ext uri="{FF2B5EF4-FFF2-40B4-BE49-F238E27FC236}">
                <a16:creationId xmlns:a16="http://schemas.microsoft.com/office/drawing/2014/main" id="{7FE747DA-651A-440B-8065-27DF4326CC01}"/>
              </a:ext>
            </a:extLst>
          </p:cNvPr>
          <p:cNvSpPr>
            <a:spLocks/>
          </p:cNvSpPr>
          <p:nvPr/>
        </p:nvSpPr>
        <p:spPr>
          <a:xfrm>
            <a:off x="7676529" y="5194227"/>
            <a:ext cx="191" cy="818473"/>
          </a:xfrm>
          <a:custGeom>
            <a:avLst/>
            <a:gdLst/>
            <a:ahLst/>
            <a:cxnLst/>
            <a:rect l="0" t="0" r="0" b="0"/>
            <a:pathLst>
              <a:path w="191" h="818473">
                <a:moveTo>
                  <a:pt x="0" y="818473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4316" name="data_4315">
            <a:extLst>
              <a:ext uri="{FF2B5EF4-FFF2-40B4-BE49-F238E27FC236}">
                <a16:creationId xmlns:a16="http://schemas.microsoft.com/office/drawing/2014/main" id="{1C81154D-8909-4568-8CF4-FFB705D3E0F2}"/>
              </a:ext>
            </a:extLst>
          </p:cNvPr>
          <p:cNvSpPr>
            <a:spLocks/>
          </p:cNvSpPr>
          <p:nvPr/>
        </p:nvSpPr>
        <p:spPr>
          <a:xfrm>
            <a:off x="8208449" y="5194227"/>
            <a:ext cx="191" cy="1690074"/>
          </a:xfrm>
          <a:custGeom>
            <a:avLst/>
            <a:gdLst/>
            <a:ahLst/>
            <a:cxnLst/>
            <a:rect l="0" t="0" r="0" b="0"/>
            <a:pathLst>
              <a:path w="191" h="1690074">
                <a:moveTo>
                  <a:pt x="0" y="1690074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4317" name="data_4316">
            <a:extLst>
              <a:ext uri="{FF2B5EF4-FFF2-40B4-BE49-F238E27FC236}">
                <a16:creationId xmlns:a16="http://schemas.microsoft.com/office/drawing/2014/main" id="{DF5E9992-DDC9-43DD-958C-E6A1FF3EFB45}"/>
              </a:ext>
            </a:extLst>
          </p:cNvPr>
          <p:cNvSpPr>
            <a:spLocks/>
          </p:cNvSpPr>
          <p:nvPr/>
        </p:nvSpPr>
        <p:spPr>
          <a:xfrm>
            <a:off x="8461744" y="5194227"/>
            <a:ext cx="191" cy="1547251"/>
          </a:xfrm>
          <a:custGeom>
            <a:avLst/>
            <a:gdLst/>
            <a:ahLst/>
            <a:cxnLst/>
            <a:rect l="0" t="0" r="0" b="0"/>
            <a:pathLst>
              <a:path w="191" h="1547251">
                <a:moveTo>
                  <a:pt x="0" y="154725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4318" name="data_4317">
            <a:extLst>
              <a:ext uri="{FF2B5EF4-FFF2-40B4-BE49-F238E27FC236}">
                <a16:creationId xmlns:a16="http://schemas.microsoft.com/office/drawing/2014/main" id="{CE5998D9-45C8-4E00-BC87-65E474E827F3}"/>
              </a:ext>
            </a:extLst>
          </p:cNvPr>
          <p:cNvSpPr>
            <a:spLocks/>
          </p:cNvSpPr>
          <p:nvPr/>
        </p:nvSpPr>
        <p:spPr>
          <a:xfrm>
            <a:off x="8715039" y="5194227"/>
            <a:ext cx="191" cy="1289376"/>
          </a:xfrm>
          <a:custGeom>
            <a:avLst/>
            <a:gdLst/>
            <a:ahLst/>
            <a:cxnLst/>
            <a:rect l="0" t="0" r="0" b="0"/>
            <a:pathLst>
              <a:path w="191" h="1289376">
                <a:moveTo>
                  <a:pt x="0" y="1289376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4319" name="data_4318">
            <a:extLst>
              <a:ext uri="{FF2B5EF4-FFF2-40B4-BE49-F238E27FC236}">
                <a16:creationId xmlns:a16="http://schemas.microsoft.com/office/drawing/2014/main" id="{95E32D14-B65A-423A-85F5-89FAAAFCFAF4}"/>
              </a:ext>
            </a:extLst>
          </p:cNvPr>
          <p:cNvSpPr>
            <a:spLocks/>
          </p:cNvSpPr>
          <p:nvPr/>
        </p:nvSpPr>
        <p:spPr>
          <a:xfrm>
            <a:off x="7134470" y="648943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4320" name="data_4319">
            <a:extLst>
              <a:ext uri="{FF2B5EF4-FFF2-40B4-BE49-F238E27FC236}">
                <a16:creationId xmlns:a16="http://schemas.microsoft.com/office/drawing/2014/main" id="{C661D349-3354-4FFA-8C62-A253901982A5}"/>
              </a:ext>
            </a:extLst>
          </p:cNvPr>
          <p:cNvSpPr>
            <a:spLocks/>
          </p:cNvSpPr>
          <p:nvPr/>
        </p:nvSpPr>
        <p:spPr>
          <a:xfrm>
            <a:off x="7387765" y="574818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4321" name="data_4320">
            <a:extLst>
              <a:ext uri="{FF2B5EF4-FFF2-40B4-BE49-F238E27FC236}">
                <a16:creationId xmlns:a16="http://schemas.microsoft.com/office/drawing/2014/main" id="{37EBED12-442B-4DB4-BB40-4EDE3FAE5719}"/>
              </a:ext>
            </a:extLst>
          </p:cNvPr>
          <p:cNvSpPr>
            <a:spLocks/>
          </p:cNvSpPr>
          <p:nvPr/>
        </p:nvSpPr>
        <p:spPr>
          <a:xfrm>
            <a:off x="7641061" y="515875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4322" name="data_4321">
            <a:extLst>
              <a:ext uri="{FF2B5EF4-FFF2-40B4-BE49-F238E27FC236}">
                <a16:creationId xmlns:a16="http://schemas.microsoft.com/office/drawing/2014/main" id="{F51F047D-3F08-4466-A338-0DA6AE5CB5FE}"/>
              </a:ext>
            </a:extLst>
          </p:cNvPr>
          <p:cNvSpPr>
            <a:spLocks/>
          </p:cNvSpPr>
          <p:nvPr/>
        </p:nvSpPr>
        <p:spPr>
          <a:xfrm>
            <a:off x="8172980" y="5807130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4323" name="data_4322">
            <a:extLst>
              <a:ext uri="{FF2B5EF4-FFF2-40B4-BE49-F238E27FC236}">
                <a16:creationId xmlns:a16="http://schemas.microsoft.com/office/drawing/2014/main" id="{AF97789C-CFA3-41AE-81FF-15B2A7C80359}"/>
              </a:ext>
            </a:extLst>
          </p:cNvPr>
          <p:cNvSpPr>
            <a:spLocks/>
          </p:cNvSpPr>
          <p:nvPr/>
        </p:nvSpPr>
        <p:spPr>
          <a:xfrm>
            <a:off x="8426275" y="5416633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4324" name="data_4323">
            <a:extLst>
              <a:ext uri="{FF2B5EF4-FFF2-40B4-BE49-F238E27FC236}">
                <a16:creationId xmlns:a16="http://schemas.microsoft.com/office/drawing/2014/main" id="{9A37E151-0675-4D89-AD6F-8C269DA80E07}"/>
              </a:ext>
            </a:extLst>
          </p:cNvPr>
          <p:cNvSpPr>
            <a:spLocks/>
          </p:cNvSpPr>
          <p:nvPr/>
        </p:nvSpPr>
        <p:spPr>
          <a:xfrm>
            <a:off x="8679571" y="515875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4325" name="data_4324">
            <a:extLst>
              <a:ext uri="{FF2B5EF4-FFF2-40B4-BE49-F238E27FC236}">
                <a16:creationId xmlns:a16="http://schemas.microsoft.com/office/drawing/2014/main" id="{C7D9C077-F9C0-43AA-9875-940943620351}"/>
              </a:ext>
            </a:extLst>
          </p:cNvPr>
          <p:cNvSpPr>
            <a:spLocks/>
          </p:cNvSpPr>
          <p:nvPr/>
        </p:nvSpPr>
        <p:spPr>
          <a:xfrm>
            <a:off x="2982516" y="74274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4326" name="text_4325">
            <a:extLst>
              <a:ext uri="{FF2B5EF4-FFF2-40B4-BE49-F238E27FC236}">
                <a16:creationId xmlns:a16="http://schemas.microsoft.com/office/drawing/2014/main" id="{C5A268E1-FBFF-4570-ACF3-BCAB04295090}"/>
              </a:ext>
            </a:extLst>
          </p:cNvPr>
          <p:cNvSpPr>
            <a:spLocks/>
          </p:cNvSpPr>
          <p:nvPr/>
        </p:nvSpPr>
        <p:spPr>
          <a:xfrm>
            <a:off x="3252080" y="730613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4327" name="data_4326">
            <a:extLst>
              <a:ext uri="{FF2B5EF4-FFF2-40B4-BE49-F238E27FC236}">
                <a16:creationId xmlns:a16="http://schemas.microsoft.com/office/drawing/2014/main" id="{E7A4996F-C9B0-4000-AA51-100BC850C0EA}"/>
              </a:ext>
            </a:extLst>
          </p:cNvPr>
          <p:cNvSpPr>
            <a:spLocks/>
          </p:cNvSpPr>
          <p:nvPr/>
        </p:nvSpPr>
        <p:spPr>
          <a:xfrm>
            <a:off x="4192119" y="74274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4328" name="text_4327">
            <a:extLst>
              <a:ext uri="{FF2B5EF4-FFF2-40B4-BE49-F238E27FC236}">
                <a16:creationId xmlns:a16="http://schemas.microsoft.com/office/drawing/2014/main" id="{48AE8747-A9B0-4D56-8B53-B012A474A86E}"/>
              </a:ext>
            </a:extLst>
          </p:cNvPr>
          <p:cNvSpPr>
            <a:spLocks/>
          </p:cNvSpPr>
          <p:nvPr/>
        </p:nvSpPr>
        <p:spPr>
          <a:xfrm>
            <a:off x="4461682" y="730613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4329" name="data_4328">
            <a:extLst>
              <a:ext uri="{FF2B5EF4-FFF2-40B4-BE49-F238E27FC236}">
                <a16:creationId xmlns:a16="http://schemas.microsoft.com/office/drawing/2014/main" id="{00A5E0F6-E665-4FF9-9F18-4AA3908CEB13}"/>
              </a:ext>
            </a:extLst>
          </p:cNvPr>
          <p:cNvSpPr>
            <a:spLocks/>
          </p:cNvSpPr>
          <p:nvPr/>
        </p:nvSpPr>
        <p:spPr>
          <a:xfrm>
            <a:off x="5844184" y="742744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4330" name="text_4329">
            <a:extLst>
              <a:ext uri="{FF2B5EF4-FFF2-40B4-BE49-F238E27FC236}">
                <a16:creationId xmlns:a16="http://schemas.microsoft.com/office/drawing/2014/main" id="{18DA683B-BF99-4056-8706-DF0CF23B935F}"/>
              </a:ext>
            </a:extLst>
          </p:cNvPr>
          <p:cNvSpPr>
            <a:spLocks/>
          </p:cNvSpPr>
          <p:nvPr/>
        </p:nvSpPr>
        <p:spPr>
          <a:xfrm>
            <a:off x="6113748" y="730613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6180452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6" name="data_4330">
            <a:extLst>
              <a:ext uri="{FF2B5EF4-FFF2-40B4-BE49-F238E27FC236}">
                <a16:creationId xmlns:a16="http://schemas.microsoft.com/office/drawing/2014/main" id="{88B19EF4-CE2D-468F-9490-2B9A10107E05}"/>
              </a:ext>
            </a:extLst>
          </p:cNvPr>
          <p:cNvSpPr>
            <a:spLocks/>
          </p:cNvSpPr>
          <p:nvPr/>
        </p:nvSpPr>
        <p:spPr>
          <a:xfrm>
            <a:off x="238125" y="1082675"/>
            <a:ext cx="9048750" cy="6635750"/>
          </a:xfrm>
          <a:custGeom>
            <a:avLst/>
            <a:gdLst/>
            <a:ahLst/>
            <a:cxnLst/>
            <a:rect l="0" t="0" r="0" b="0"/>
            <a:pathLst>
              <a:path w="9048750" h="6635750">
                <a:moveTo>
                  <a:pt x="0" y="6635750"/>
                </a:moveTo>
                <a:lnTo>
                  <a:pt x="9048750" y="6635750"/>
                </a:lnTo>
                <a:lnTo>
                  <a:pt x="9048750" y="0"/>
                </a:lnTo>
                <a:lnTo>
                  <a:pt x="0" y="0"/>
                </a:lnTo>
                <a:lnTo>
                  <a:pt x="0" y="66357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4331">
            <a:extLst>
              <a:ext uri="{FF2B5EF4-FFF2-40B4-BE49-F238E27FC236}">
                <a16:creationId xmlns:a16="http://schemas.microsoft.com/office/drawing/2014/main" id="{EE2F65F4-0795-4ADC-B64D-7C100793068F}"/>
              </a:ext>
            </a:extLst>
          </p:cNvPr>
          <p:cNvSpPr>
            <a:spLocks/>
          </p:cNvSpPr>
          <p:nvPr/>
        </p:nvSpPr>
        <p:spPr>
          <a:xfrm>
            <a:off x="1188244" y="2210753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4332">
            <a:extLst>
              <a:ext uri="{FF2B5EF4-FFF2-40B4-BE49-F238E27FC236}">
                <a16:creationId xmlns:a16="http://schemas.microsoft.com/office/drawing/2014/main" id="{342B5389-23D5-456B-BA2A-A8D196CA520C}"/>
              </a:ext>
            </a:extLst>
          </p:cNvPr>
          <p:cNvSpPr>
            <a:spLocks/>
          </p:cNvSpPr>
          <p:nvPr/>
        </p:nvSpPr>
        <p:spPr>
          <a:xfrm>
            <a:off x="1956863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4333">
            <a:extLst>
              <a:ext uri="{FF2B5EF4-FFF2-40B4-BE49-F238E27FC236}">
                <a16:creationId xmlns:a16="http://schemas.microsoft.com/office/drawing/2014/main" id="{7C913AEA-083A-4373-819C-5435AAA3D38D}"/>
              </a:ext>
            </a:extLst>
          </p:cNvPr>
          <p:cNvSpPr>
            <a:spLocks/>
          </p:cNvSpPr>
          <p:nvPr/>
        </p:nvSpPr>
        <p:spPr>
          <a:xfrm>
            <a:off x="1596764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5" name="text_4334">
            <a:extLst>
              <a:ext uri="{FF2B5EF4-FFF2-40B4-BE49-F238E27FC236}">
                <a16:creationId xmlns:a16="http://schemas.microsoft.com/office/drawing/2014/main" id="{BD18818A-D4C6-4977-B449-053A25540ADE}"/>
              </a:ext>
            </a:extLst>
          </p:cNvPr>
          <p:cNvSpPr>
            <a:spLocks/>
          </p:cNvSpPr>
          <p:nvPr/>
        </p:nvSpPr>
        <p:spPr>
          <a:xfrm>
            <a:off x="1720810" y="426093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6" name="data_4335">
            <a:extLst>
              <a:ext uri="{FF2B5EF4-FFF2-40B4-BE49-F238E27FC236}">
                <a16:creationId xmlns:a16="http://schemas.microsoft.com/office/drawing/2014/main" id="{BE863186-7186-4C8D-9F58-F2C3B0C72496}"/>
              </a:ext>
            </a:extLst>
          </p:cNvPr>
          <p:cNvSpPr>
            <a:spLocks/>
          </p:cNvSpPr>
          <p:nvPr/>
        </p:nvSpPr>
        <p:spPr>
          <a:xfrm>
            <a:off x="3866767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7" name="text_4336">
            <a:extLst>
              <a:ext uri="{FF2B5EF4-FFF2-40B4-BE49-F238E27FC236}">
                <a16:creationId xmlns:a16="http://schemas.microsoft.com/office/drawing/2014/main" id="{7AF0681F-7F72-4A7A-A6AC-6DCD75E883F7}"/>
              </a:ext>
            </a:extLst>
          </p:cNvPr>
          <p:cNvSpPr>
            <a:spLocks/>
          </p:cNvSpPr>
          <p:nvPr/>
        </p:nvSpPr>
        <p:spPr>
          <a:xfrm>
            <a:off x="3506667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8" name="text_4337">
            <a:extLst>
              <a:ext uri="{FF2B5EF4-FFF2-40B4-BE49-F238E27FC236}">
                <a16:creationId xmlns:a16="http://schemas.microsoft.com/office/drawing/2014/main" id="{CE258229-90CC-4F30-8BE3-B83C835239FB}"/>
              </a:ext>
            </a:extLst>
          </p:cNvPr>
          <p:cNvSpPr>
            <a:spLocks/>
          </p:cNvSpPr>
          <p:nvPr/>
        </p:nvSpPr>
        <p:spPr>
          <a:xfrm>
            <a:off x="3725861" y="426093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9" name="data_4338">
            <a:extLst>
              <a:ext uri="{FF2B5EF4-FFF2-40B4-BE49-F238E27FC236}">
                <a16:creationId xmlns:a16="http://schemas.microsoft.com/office/drawing/2014/main" id="{6859C015-7F9C-4F2F-8013-52B63D0E5D4C}"/>
              </a:ext>
            </a:extLst>
          </p:cNvPr>
          <p:cNvSpPr>
            <a:spLocks/>
          </p:cNvSpPr>
          <p:nvPr/>
        </p:nvSpPr>
        <p:spPr>
          <a:xfrm>
            <a:off x="1188244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0" name="data_4339">
            <a:extLst>
              <a:ext uri="{FF2B5EF4-FFF2-40B4-BE49-F238E27FC236}">
                <a16:creationId xmlns:a16="http://schemas.microsoft.com/office/drawing/2014/main" id="{15725709-F67D-4B4E-BD4E-60ABC0B9318C}"/>
              </a:ext>
            </a:extLst>
          </p:cNvPr>
          <p:cNvSpPr>
            <a:spLocks/>
          </p:cNvSpPr>
          <p:nvPr/>
        </p:nvSpPr>
        <p:spPr>
          <a:xfrm>
            <a:off x="1143908" y="399730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" name="text_4340">
            <a:extLst>
              <a:ext uri="{FF2B5EF4-FFF2-40B4-BE49-F238E27FC236}">
                <a16:creationId xmlns:a16="http://schemas.microsoft.com/office/drawing/2014/main" id="{3C90FE2F-8E83-4EA9-A52A-CB1A0CA72E32}"/>
              </a:ext>
            </a:extLst>
          </p:cNvPr>
          <p:cNvSpPr>
            <a:spLocks/>
          </p:cNvSpPr>
          <p:nvPr/>
        </p:nvSpPr>
        <p:spPr>
          <a:xfrm>
            <a:off x="920184" y="393985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2" name="data_4341">
            <a:extLst>
              <a:ext uri="{FF2B5EF4-FFF2-40B4-BE49-F238E27FC236}">
                <a16:creationId xmlns:a16="http://schemas.microsoft.com/office/drawing/2014/main" id="{FEAAE9A4-390D-45B8-B198-7D5555808A69}"/>
              </a:ext>
            </a:extLst>
          </p:cNvPr>
          <p:cNvSpPr>
            <a:spLocks/>
          </p:cNvSpPr>
          <p:nvPr/>
        </p:nvSpPr>
        <p:spPr>
          <a:xfrm>
            <a:off x="1188244" y="3154589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3" name="data_4342">
            <a:extLst>
              <a:ext uri="{FF2B5EF4-FFF2-40B4-BE49-F238E27FC236}">
                <a16:creationId xmlns:a16="http://schemas.microsoft.com/office/drawing/2014/main" id="{32C262FA-4A97-4371-826C-D0EB31C369C3}"/>
              </a:ext>
            </a:extLst>
          </p:cNvPr>
          <p:cNvSpPr>
            <a:spLocks/>
          </p:cNvSpPr>
          <p:nvPr/>
        </p:nvSpPr>
        <p:spPr>
          <a:xfrm>
            <a:off x="1143908" y="315458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4" name="text_4343">
            <a:extLst>
              <a:ext uri="{FF2B5EF4-FFF2-40B4-BE49-F238E27FC236}">
                <a16:creationId xmlns:a16="http://schemas.microsoft.com/office/drawing/2014/main" id="{C2270AAB-CA9D-4D52-ADDA-E252A3F08176}"/>
              </a:ext>
            </a:extLst>
          </p:cNvPr>
          <p:cNvSpPr>
            <a:spLocks/>
          </p:cNvSpPr>
          <p:nvPr/>
        </p:nvSpPr>
        <p:spPr>
          <a:xfrm>
            <a:off x="920184" y="309714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5" name="data_4344">
            <a:extLst>
              <a:ext uri="{FF2B5EF4-FFF2-40B4-BE49-F238E27FC236}">
                <a16:creationId xmlns:a16="http://schemas.microsoft.com/office/drawing/2014/main" id="{434E1542-D0F8-4220-8082-00AE87329922}"/>
              </a:ext>
            </a:extLst>
          </p:cNvPr>
          <p:cNvSpPr>
            <a:spLocks/>
          </p:cNvSpPr>
          <p:nvPr/>
        </p:nvSpPr>
        <p:spPr>
          <a:xfrm>
            <a:off x="1188244" y="23118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6" name="data_4345">
            <a:extLst>
              <a:ext uri="{FF2B5EF4-FFF2-40B4-BE49-F238E27FC236}">
                <a16:creationId xmlns:a16="http://schemas.microsoft.com/office/drawing/2014/main" id="{190C9F93-FDD8-4FF2-B371-1707DE55CC21}"/>
              </a:ext>
            </a:extLst>
          </p:cNvPr>
          <p:cNvSpPr>
            <a:spLocks/>
          </p:cNvSpPr>
          <p:nvPr/>
        </p:nvSpPr>
        <p:spPr>
          <a:xfrm>
            <a:off x="1143908" y="23118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" name="text_4346">
            <a:extLst>
              <a:ext uri="{FF2B5EF4-FFF2-40B4-BE49-F238E27FC236}">
                <a16:creationId xmlns:a16="http://schemas.microsoft.com/office/drawing/2014/main" id="{A8C6F2BC-C083-44A7-B917-3C51A80E6625}"/>
              </a:ext>
            </a:extLst>
          </p:cNvPr>
          <p:cNvSpPr>
            <a:spLocks/>
          </p:cNvSpPr>
          <p:nvPr/>
        </p:nvSpPr>
        <p:spPr>
          <a:xfrm>
            <a:off x="920184" y="225442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8" name="text_4347">
            <a:extLst>
              <a:ext uri="{FF2B5EF4-FFF2-40B4-BE49-F238E27FC236}">
                <a16:creationId xmlns:a16="http://schemas.microsoft.com/office/drawing/2014/main" id="{C8C735AF-122E-4643-9352-151D817DE568}"/>
              </a:ext>
            </a:extLst>
          </p:cNvPr>
          <p:cNvSpPr>
            <a:spLocks/>
          </p:cNvSpPr>
          <p:nvPr/>
        </p:nvSpPr>
        <p:spPr>
          <a:xfrm rot="-5400000">
            <a:off x="650976" y="3019788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9" name="data_4348">
            <a:extLst>
              <a:ext uri="{FF2B5EF4-FFF2-40B4-BE49-F238E27FC236}">
                <a16:creationId xmlns:a16="http://schemas.microsoft.com/office/drawing/2014/main" id="{41840699-319B-4B2B-B1D2-3F7C24CB1460}"/>
              </a:ext>
            </a:extLst>
          </p:cNvPr>
          <p:cNvSpPr>
            <a:spLocks/>
          </p:cNvSpPr>
          <p:nvPr/>
        </p:nvSpPr>
        <p:spPr>
          <a:xfrm>
            <a:off x="1318676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854" y="1674889"/>
                </a:lnTo>
                <a:lnTo>
                  <a:pt x="7282" y="1664355"/>
                </a:lnTo>
                <a:lnTo>
                  <a:pt x="15903" y="1653821"/>
                </a:lnTo>
                <a:lnTo>
                  <a:pt x="27132" y="1643287"/>
                </a:lnTo>
                <a:lnTo>
                  <a:pt x="40242" y="1632753"/>
                </a:lnTo>
                <a:lnTo>
                  <a:pt x="54449" y="1622219"/>
                </a:lnTo>
                <a:lnTo>
                  <a:pt x="68984" y="1611685"/>
                </a:lnTo>
                <a:lnTo>
                  <a:pt x="83163" y="1601152"/>
                </a:lnTo>
                <a:lnTo>
                  <a:pt x="96429" y="1590618"/>
                </a:lnTo>
                <a:lnTo>
                  <a:pt x="108388" y="1580084"/>
                </a:lnTo>
                <a:lnTo>
                  <a:pt x="118804" y="1569550"/>
                </a:lnTo>
                <a:lnTo>
                  <a:pt x="127592" y="1559016"/>
                </a:lnTo>
                <a:lnTo>
                  <a:pt x="134787" y="1548482"/>
                </a:lnTo>
                <a:lnTo>
                  <a:pt x="140512" y="1537948"/>
                </a:lnTo>
                <a:lnTo>
                  <a:pt x="144945" y="1527414"/>
                </a:lnTo>
                <a:lnTo>
                  <a:pt x="148287" y="1516880"/>
                </a:lnTo>
                <a:lnTo>
                  <a:pt x="150740" y="1506347"/>
                </a:lnTo>
                <a:lnTo>
                  <a:pt x="152489" y="1495813"/>
                </a:lnTo>
                <a:lnTo>
                  <a:pt x="153695" y="1485279"/>
                </a:lnTo>
                <a:lnTo>
                  <a:pt x="154489" y="1474745"/>
                </a:lnTo>
                <a:lnTo>
                  <a:pt x="154975" y="1464211"/>
                </a:lnTo>
                <a:lnTo>
                  <a:pt x="155234" y="1453677"/>
                </a:lnTo>
                <a:lnTo>
                  <a:pt x="155325" y="1443143"/>
                </a:lnTo>
                <a:lnTo>
                  <a:pt x="155297" y="1432609"/>
                </a:lnTo>
                <a:lnTo>
                  <a:pt x="155185" y="1422075"/>
                </a:lnTo>
                <a:lnTo>
                  <a:pt x="155019" y="1411542"/>
                </a:lnTo>
                <a:lnTo>
                  <a:pt x="154827" y="1401008"/>
                </a:lnTo>
                <a:lnTo>
                  <a:pt x="154633" y="1390474"/>
                </a:lnTo>
                <a:lnTo>
                  <a:pt x="154457" y="1379940"/>
                </a:lnTo>
                <a:lnTo>
                  <a:pt x="154321" y="1369406"/>
                </a:lnTo>
                <a:lnTo>
                  <a:pt x="154239" y="1358872"/>
                </a:lnTo>
                <a:lnTo>
                  <a:pt x="154222" y="1348338"/>
                </a:lnTo>
                <a:lnTo>
                  <a:pt x="154274" y="1337804"/>
                </a:lnTo>
                <a:lnTo>
                  <a:pt x="154392" y="1327270"/>
                </a:lnTo>
                <a:lnTo>
                  <a:pt x="154566" y="1316736"/>
                </a:lnTo>
                <a:lnTo>
                  <a:pt x="154777" y="1306203"/>
                </a:lnTo>
                <a:lnTo>
                  <a:pt x="155001" y="1295669"/>
                </a:lnTo>
                <a:lnTo>
                  <a:pt x="155210" y="1285135"/>
                </a:lnTo>
                <a:lnTo>
                  <a:pt x="155376" y="1274601"/>
                </a:lnTo>
                <a:lnTo>
                  <a:pt x="155471" y="1264067"/>
                </a:lnTo>
                <a:lnTo>
                  <a:pt x="155469" y="1253533"/>
                </a:lnTo>
                <a:lnTo>
                  <a:pt x="155354" y="1242999"/>
                </a:lnTo>
                <a:lnTo>
                  <a:pt x="155116" y="1232465"/>
                </a:lnTo>
                <a:lnTo>
                  <a:pt x="154755" y="1221931"/>
                </a:lnTo>
                <a:lnTo>
                  <a:pt x="154282" y="1211398"/>
                </a:lnTo>
                <a:lnTo>
                  <a:pt x="153718" y="1200864"/>
                </a:lnTo>
                <a:lnTo>
                  <a:pt x="153093" y="1190330"/>
                </a:lnTo>
                <a:lnTo>
                  <a:pt x="152446" y="1179796"/>
                </a:lnTo>
                <a:lnTo>
                  <a:pt x="151821" y="1169262"/>
                </a:lnTo>
                <a:lnTo>
                  <a:pt x="151261" y="1158728"/>
                </a:lnTo>
                <a:lnTo>
                  <a:pt x="150810" y="1148194"/>
                </a:lnTo>
                <a:lnTo>
                  <a:pt x="150501" y="1137660"/>
                </a:lnTo>
                <a:lnTo>
                  <a:pt x="150361" y="1127126"/>
                </a:lnTo>
                <a:lnTo>
                  <a:pt x="150400" y="1116593"/>
                </a:lnTo>
                <a:lnTo>
                  <a:pt x="150618" y="1106059"/>
                </a:lnTo>
                <a:lnTo>
                  <a:pt x="150998" y="1095525"/>
                </a:lnTo>
                <a:lnTo>
                  <a:pt x="151516" y="1084991"/>
                </a:lnTo>
                <a:lnTo>
                  <a:pt x="152139" y="1074457"/>
                </a:lnTo>
                <a:lnTo>
                  <a:pt x="152831" y="1063923"/>
                </a:lnTo>
                <a:lnTo>
                  <a:pt x="153558" y="1053389"/>
                </a:lnTo>
                <a:lnTo>
                  <a:pt x="154290" y="1042855"/>
                </a:lnTo>
                <a:lnTo>
                  <a:pt x="155002" y="1032321"/>
                </a:lnTo>
                <a:lnTo>
                  <a:pt x="155678" y="1021788"/>
                </a:lnTo>
                <a:lnTo>
                  <a:pt x="156305" y="1011254"/>
                </a:lnTo>
                <a:lnTo>
                  <a:pt x="156878" y="1000720"/>
                </a:lnTo>
                <a:lnTo>
                  <a:pt x="157392" y="990186"/>
                </a:lnTo>
                <a:lnTo>
                  <a:pt x="157846" y="979652"/>
                </a:lnTo>
                <a:lnTo>
                  <a:pt x="158237" y="969118"/>
                </a:lnTo>
                <a:lnTo>
                  <a:pt x="158563" y="958584"/>
                </a:lnTo>
                <a:lnTo>
                  <a:pt x="158825" y="948050"/>
                </a:lnTo>
                <a:lnTo>
                  <a:pt x="159020" y="937516"/>
                </a:lnTo>
                <a:lnTo>
                  <a:pt x="159153" y="926982"/>
                </a:lnTo>
                <a:lnTo>
                  <a:pt x="159228" y="916449"/>
                </a:lnTo>
                <a:lnTo>
                  <a:pt x="159254" y="905915"/>
                </a:lnTo>
                <a:lnTo>
                  <a:pt x="159243" y="895381"/>
                </a:lnTo>
                <a:lnTo>
                  <a:pt x="159211" y="884847"/>
                </a:lnTo>
                <a:lnTo>
                  <a:pt x="159174" y="874313"/>
                </a:lnTo>
                <a:lnTo>
                  <a:pt x="159148" y="863779"/>
                </a:lnTo>
                <a:lnTo>
                  <a:pt x="159146" y="853245"/>
                </a:lnTo>
                <a:lnTo>
                  <a:pt x="159180" y="842711"/>
                </a:lnTo>
                <a:lnTo>
                  <a:pt x="159255" y="832177"/>
                </a:lnTo>
                <a:lnTo>
                  <a:pt x="159375" y="821644"/>
                </a:lnTo>
                <a:lnTo>
                  <a:pt x="159538" y="811110"/>
                </a:lnTo>
                <a:lnTo>
                  <a:pt x="159740" y="800576"/>
                </a:lnTo>
                <a:lnTo>
                  <a:pt x="159976" y="790042"/>
                </a:lnTo>
                <a:lnTo>
                  <a:pt x="160241" y="779508"/>
                </a:lnTo>
                <a:lnTo>
                  <a:pt x="160532" y="768974"/>
                </a:lnTo>
                <a:lnTo>
                  <a:pt x="160846" y="758440"/>
                </a:lnTo>
                <a:lnTo>
                  <a:pt x="161183" y="747906"/>
                </a:lnTo>
                <a:lnTo>
                  <a:pt x="161541" y="737372"/>
                </a:lnTo>
                <a:lnTo>
                  <a:pt x="161919" y="726839"/>
                </a:lnTo>
                <a:lnTo>
                  <a:pt x="162314" y="716305"/>
                </a:lnTo>
                <a:lnTo>
                  <a:pt x="162719" y="705771"/>
                </a:lnTo>
                <a:lnTo>
                  <a:pt x="163124" y="695237"/>
                </a:lnTo>
                <a:lnTo>
                  <a:pt x="163516" y="684703"/>
                </a:lnTo>
                <a:lnTo>
                  <a:pt x="163879" y="674169"/>
                </a:lnTo>
                <a:lnTo>
                  <a:pt x="164197" y="663635"/>
                </a:lnTo>
                <a:lnTo>
                  <a:pt x="164455" y="653101"/>
                </a:lnTo>
                <a:lnTo>
                  <a:pt x="164643" y="642567"/>
                </a:lnTo>
                <a:lnTo>
                  <a:pt x="164757" y="632034"/>
                </a:lnTo>
                <a:lnTo>
                  <a:pt x="164799" y="621500"/>
                </a:lnTo>
                <a:lnTo>
                  <a:pt x="164777" y="610966"/>
                </a:lnTo>
                <a:lnTo>
                  <a:pt x="164707" y="600432"/>
                </a:lnTo>
                <a:lnTo>
                  <a:pt x="164607" y="589898"/>
                </a:lnTo>
                <a:lnTo>
                  <a:pt x="164497" y="579364"/>
                </a:lnTo>
                <a:lnTo>
                  <a:pt x="164397" y="568830"/>
                </a:lnTo>
                <a:lnTo>
                  <a:pt x="164323" y="558296"/>
                </a:lnTo>
                <a:lnTo>
                  <a:pt x="164285" y="547762"/>
                </a:lnTo>
                <a:lnTo>
                  <a:pt x="164287" y="537228"/>
                </a:lnTo>
                <a:lnTo>
                  <a:pt x="164330" y="526695"/>
                </a:lnTo>
                <a:lnTo>
                  <a:pt x="164408" y="516161"/>
                </a:lnTo>
                <a:lnTo>
                  <a:pt x="164514" y="505627"/>
                </a:lnTo>
                <a:lnTo>
                  <a:pt x="164641" y="495093"/>
                </a:lnTo>
                <a:lnTo>
                  <a:pt x="164780" y="484559"/>
                </a:lnTo>
                <a:lnTo>
                  <a:pt x="164929" y="474025"/>
                </a:lnTo>
                <a:lnTo>
                  <a:pt x="165085" y="463491"/>
                </a:lnTo>
                <a:lnTo>
                  <a:pt x="165249" y="452957"/>
                </a:lnTo>
                <a:lnTo>
                  <a:pt x="165423" y="442423"/>
                </a:lnTo>
                <a:lnTo>
                  <a:pt x="165612" y="431890"/>
                </a:lnTo>
                <a:lnTo>
                  <a:pt x="165817" y="421356"/>
                </a:lnTo>
                <a:lnTo>
                  <a:pt x="166041" y="410822"/>
                </a:lnTo>
                <a:lnTo>
                  <a:pt x="166284" y="400288"/>
                </a:lnTo>
                <a:lnTo>
                  <a:pt x="166545" y="389754"/>
                </a:lnTo>
                <a:lnTo>
                  <a:pt x="166821" y="379220"/>
                </a:lnTo>
                <a:lnTo>
                  <a:pt x="167107" y="368686"/>
                </a:lnTo>
                <a:lnTo>
                  <a:pt x="167400" y="358152"/>
                </a:lnTo>
                <a:lnTo>
                  <a:pt x="167696" y="347618"/>
                </a:lnTo>
                <a:lnTo>
                  <a:pt x="167991" y="337085"/>
                </a:lnTo>
                <a:lnTo>
                  <a:pt x="168282" y="326551"/>
                </a:lnTo>
                <a:lnTo>
                  <a:pt x="168565" y="316017"/>
                </a:lnTo>
                <a:lnTo>
                  <a:pt x="168841" y="305483"/>
                </a:lnTo>
                <a:lnTo>
                  <a:pt x="169107" y="294949"/>
                </a:lnTo>
                <a:lnTo>
                  <a:pt x="169363" y="284415"/>
                </a:lnTo>
                <a:lnTo>
                  <a:pt x="169608" y="273881"/>
                </a:lnTo>
                <a:lnTo>
                  <a:pt x="169842" y="263347"/>
                </a:lnTo>
                <a:lnTo>
                  <a:pt x="170064" y="252813"/>
                </a:lnTo>
                <a:lnTo>
                  <a:pt x="170273" y="242280"/>
                </a:lnTo>
                <a:lnTo>
                  <a:pt x="170465" y="231746"/>
                </a:lnTo>
                <a:lnTo>
                  <a:pt x="170635" y="221212"/>
                </a:lnTo>
                <a:lnTo>
                  <a:pt x="170776" y="210678"/>
                </a:lnTo>
                <a:lnTo>
                  <a:pt x="170876" y="200144"/>
                </a:lnTo>
                <a:lnTo>
                  <a:pt x="170922" y="189610"/>
                </a:lnTo>
                <a:lnTo>
                  <a:pt x="170896" y="179076"/>
                </a:lnTo>
                <a:lnTo>
                  <a:pt x="170775" y="168542"/>
                </a:lnTo>
                <a:lnTo>
                  <a:pt x="170537" y="158008"/>
                </a:lnTo>
                <a:lnTo>
                  <a:pt x="170156" y="147474"/>
                </a:lnTo>
                <a:lnTo>
                  <a:pt x="169609" y="136941"/>
                </a:lnTo>
                <a:lnTo>
                  <a:pt x="168874" y="126407"/>
                </a:lnTo>
                <a:lnTo>
                  <a:pt x="167940" y="115873"/>
                </a:lnTo>
                <a:lnTo>
                  <a:pt x="166805" y="105339"/>
                </a:lnTo>
                <a:lnTo>
                  <a:pt x="165482" y="94805"/>
                </a:lnTo>
                <a:lnTo>
                  <a:pt x="163999" y="84271"/>
                </a:lnTo>
                <a:lnTo>
                  <a:pt x="162406" y="73737"/>
                </a:lnTo>
                <a:lnTo>
                  <a:pt x="160767" y="63203"/>
                </a:lnTo>
                <a:lnTo>
                  <a:pt x="159163" y="52669"/>
                </a:lnTo>
                <a:lnTo>
                  <a:pt x="157682" y="42136"/>
                </a:lnTo>
                <a:lnTo>
                  <a:pt x="156413" y="31602"/>
                </a:lnTo>
                <a:lnTo>
                  <a:pt x="155439" y="21068"/>
                </a:lnTo>
                <a:lnTo>
                  <a:pt x="154826" y="10534"/>
                </a:lnTo>
                <a:lnTo>
                  <a:pt x="154617" y="0"/>
                </a:lnTo>
                <a:lnTo>
                  <a:pt x="190098" y="0"/>
                </a:lnTo>
                <a:lnTo>
                  <a:pt x="190098" y="0"/>
                </a:lnTo>
                <a:lnTo>
                  <a:pt x="189888" y="10534"/>
                </a:lnTo>
                <a:lnTo>
                  <a:pt x="189275" y="21068"/>
                </a:lnTo>
                <a:lnTo>
                  <a:pt x="188301" y="31602"/>
                </a:lnTo>
                <a:lnTo>
                  <a:pt x="187032" y="42136"/>
                </a:lnTo>
                <a:lnTo>
                  <a:pt x="185551" y="52669"/>
                </a:lnTo>
                <a:lnTo>
                  <a:pt x="183947" y="63203"/>
                </a:lnTo>
                <a:lnTo>
                  <a:pt x="182309" y="73737"/>
                </a:lnTo>
                <a:lnTo>
                  <a:pt x="180715" y="84271"/>
                </a:lnTo>
                <a:lnTo>
                  <a:pt x="179233" y="94805"/>
                </a:lnTo>
                <a:lnTo>
                  <a:pt x="177909" y="105339"/>
                </a:lnTo>
                <a:lnTo>
                  <a:pt x="176774" y="115873"/>
                </a:lnTo>
                <a:lnTo>
                  <a:pt x="175840" y="126407"/>
                </a:lnTo>
                <a:lnTo>
                  <a:pt x="175106" y="136941"/>
                </a:lnTo>
                <a:lnTo>
                  <a:pt x="174558" y="147474"/>
                </a:lnTo>
                <a:lnTo>
                  <a:pt x="174177" y="158008"/>
                </a:lnTo>
                <a:lnTo>
                  <a:pt x="173939" y="168542"/>
                </a:lnTo>
                <a:lnTo>
                  <a:pt x="173819" y="179076"/>
                </a:lnTo>
                <a:lnTo>
                  <a:pt x="173792" y="189610"/>
                </a:lnTo>
                <a:lnTo>
                  <a:pt x="173838" y="200144"/>
                </a:lnTo>
                <a:lnTo>
                  <a:pt x="173938" y="210678"/>
                </a:lnTo>
                <a:lnTo>
                  <a:pt x="174079" y="221212"/>
                </a:lnTo>
                <a:lnTo>
                  <a:pt x="174249" y="231746"/>
                </a:lnTo>
                <a:lnTo>
                  <a:pt x="174442" y="242280"/>
                </a:lnTo>
                <a:lnTo>
                  <a:pt x="174650" y="252813"/>
                </a:lnTo>
                <a:lnTo>
                  <a:pt x="174872" y="263347"/>
                </a:lnTo>
                <a:lnTo>
                  <a:pt x="175107" y="273881"/>
                </a:lnTo>
                <a:lnTo>
                  <a:pt x="175352" y="284415"/>
                </a:lnTo>
                <a:lnTo>
                  <a:pt x="175608" y="294949"/>
                </a:lnTo>
                <a:lnTo>
                  <a:pt x="175873" y="305483"/>
                </a:lnTo>
                <a:lnTo>
                  <a:pt x="176149" y="316017"/>
                </a:lnTo>
                <a:lnTo>
                  <a:pt x="176433" y="326551"/>
                </a:lnTo>
                <a:lnTo>
                  <a:pt x="176723" y="337085"/>
                </a:lnTo>
                <a:lnTo>
                  <a:pt x="177018" y="347618"/>
                </a:lnTo>
                <a:lnTo>
                  <a:pt x="177314" y="358152"/>
                </a:lnTo>
                <a:lnTo>
                  <a:pt x="177607" y="368686"/>
                </a:lnTo>
                <a:lnTo>
                  <a:pt x="177894" y="379220"/>
                </a:lnTo>
                <a:lnTo>
                  <a:pt x="178169" y="389754"/>
                </a:lnTo>
                <a:lnTo>
                  <a:pt x="178430" y="400288"/>
                </a:lnTo>
                <a:lnTo>
                  <a:pt x="178673" y="410822"/>
                </a:lnTo>
                <a:lnTo>
                  <a:pt x="178897" y="421356"/>
                </a:lnTo>
                <a:lnTo>
                  <a:pt x="179103" y="431890"/>
                </a:lnTo>
                <a:lnTo>
                  <a:pt x="179291" y="442423"/>
                </a:lnTo>
                <a:lnTo>
                  <a:pt x="179466" y="452957"/>
                </a:lnTo>
                <a:lnTo>
                  <a:pt x="179629" y="463491"/>
                </a:lnTo>
                <a:lnTo>
                  <a:pt x="179785" y="474025"/>
                </a:lnTo>
                <a:lnTo>
                  <a:pt x="179934" y="484559"/>
                </a:lnTo>
                <a:lnTo>
                  <a:pt x="180074" y="495093"/>
                </a:lnTo>
                <a:lnTo>
                  <a:pt x="180200" y="505627"/>
                </a:lnTo>
                <a:lnTo>
                  <a:pt x="180306" y="516161"/>
                </a:lnTo>
                <a:lnTo>
                  <a:pt x="180384" y="526695"/>
                </a:lnTo>
                <a:lnTo>
                  <a:pt x="180427" y="537228"/>
                </a:lnTo>
                <a:lnTo>
                  <a:pt x="180429" y="547762"/>
                </a:lnTo>
                <a:lnTo>
                  <a:pt x="180391" y="558296"/>
                </a:lnTo>
                <a:lnTo>
                  <a:pt x="180317" y="568830"/>
                </a:lnTo>
                <a:lnTo>
                  <a:pt x="180217" y="579364"/>
                </a:lnTo>
                <a:lnTo>
                  <a:pt x="180108" y="589898"/>
                </a:lnTo>
                <a:lnTo>
                  <a:pt x="180008" y="600432"/>
                </a:lnTo>
                <a:lnTo>
                  <a:pt x="179937" y="610966"/>
                </a:lnTo>
                <a:lnTo>
                  <a:pt x="179915" y="621500"/>
                </a:lnTo>
                <a:lnTo>
                  <a:pt x="179957" y="632034"/>
                </a:lnTo>
                <a:lnTo>
                  <a:pt x="180071" y="642567"/>
                </a:lnTo>
                <a:lnTo>
                  <a:pt x="180259" y="653101"/>
                </a:lnTo>
                <a:lnTo>
                  <a:pt x="180518" y="663635"/>
                </a:lnTo>
                <a:lnTo>
                  <a:pt x="180835" y="674169"/>
                </a:lnTo>
                <a:lnTo>
                  <a:pt x="181198" y="684703"/>
                </a:lnTo>
                <a:lnTo>
                  <a:pt x="181590" y="695237"/>
                </a:lnTo>
                <a:lnTo>
                  <a:pt x="181996" y="705771"/>
                </a:lnTo>
                <a:lnTo>
                  <a:pt x="182401" y="716305"/>
                </a:lnTo>
                <a:lnTo>
                  <a:pt x="182796" y="726839"/>
                </a:lnTo>
                <a:lnTo>
                  <a:pt x="183174" y="737372"/>
                </a:lnTo>
                <a:lnTo>
                  <a:pt x="183532" y="747906"/>
                </a:lnTo>
                <a:lnTo>
                  <a:pt x="183868" y="758440"/>
                </a:lnTo>
                <a:lnTo>
                  <a:pt x="184182" y="768974"/>
                </a:lnTo>
                <a:lnTo>
                  <a:pt x="184473" y="779508"/>
                </a:lnTo>
                <a:lnTo>
                  <a:pt x="184739" y="790042"/>
                </a:lnTo>
                <a:lnTo>
                  <a:pt x="184975" y="800576"/>
                </a:lnTo>
                <a:lnTo>
                  <a:pt x="185177" y="811110"/>
                </a:lnTo>
                <a:lnTo>
                  <a:pt x="185339" y="821644"/>
                </a:lnTo>
                <a:lnTo>
                  <a:pt x="185459" y="832177"/>
                </a:lnTo>
                <a:lnTo>
                  <a:pt x="185534" y="842711"/>
                </a:lnTo>
                <a:lnTo>
                  <a:pt x="185568" y="853245"/>
                </a:lnTo>
                <a:lnTo>
                  <a:pt x="185566" y="863779"/>
                </a:lnTo>
                <a:lnTo>
                  <a:pt x="185540" y="874313"/>
                </a:lnTo>
                <a:lnTo>
                  <a:pt x="185503" y="884847"/>
                </a:lnTo>
                <a:lnTo>
                  <a:pt x="185471" y="895381"/>
                </a:lnTo>
                <a:lnTo>
                  <a:pt x="185461" y="905915"/>
                </a:lnTo>
                <a:lnTo>
                  <a:pt x="185487" y="916449"/>
                </a:lnTo>
                <a:lnTo>
                  <a:pt x="185561" y="926982"/>
                </a:lnTo>
                <a:lnTo>
                  <a:pt x="185694" y="937516"/>
                </a:lnTo>
                <a:lnTo>
                  <a:pt x="185890" y="948050"/>
                </a:lnTo>
                <a:lnTo>
                  <a:pt x="186151" y="958584"/>
                </a:lnTo>
                <a:lnTo>
                  <a:pt x="186478" y="969118"/>
                </a:lnTo>
                <a:lnTo>
                  <a:pt x="186869" y="979652"/>
                </a:lnTo>
                <a:lnTo>
                  <a:pt x="187322" y="990186"/>
                </a:lnTo>
                <a:lnTo>
                  <a:pt x="187836" y="1000720"/>
                </a:lnTo>
                <a:lnTo>
                  <a:pt x="188409" y="1011254"/>
                </a:lnTo>
                <a:lnTo>
                  <a:pt x="189036" y="1021788"/>
                </a:lnTo>
                <a:lnTo>
                  <a:pt x="189712" y="1032321"/>
                </a:lnTo>
                <a:lnTo>
                  <a:pt x="190424" y="1042855"/>
                </a:lnTo>
                <a:lnTo>
                  <a:pt x="191156" y="1053389"/>
                </a:lnTo>
                <a:lnTo>
                  <a:pt x="191883" y="1063923"/>
                </a:lnTo>
                <a:lnTo>
                  <a:pt x="192576" y="1074457"/>
                </a:lnTo>
                <a:lnTo>
                  <a:pt x="193198" y="1084991"/>
                </a:lnTo>
                <a:lnTo>
                  <a:pt x="193716" y="1095525"/>
                </a:lnTo>
                <a:lnTo>
                  <a:pt x="194097" y="1106059"/>
                </a:lnTo>
                <a:lnTo>
                  <a:pt x="194314" y="1116593"/>
                </a:lnTo>
                <a:lnTo>
                  <a:pt x="194353" y="1127126"/>
                </a:lnTo>
                <a:lnTo>
                  <a:pt x="194213" y="1137660"/>
                </a:lnTo>
                <a:lnTo>
                  <a:pt x="193905" y="1148194"/>
                </a:lnTo>
                <a:lnTo>
                  <a:pt x="193453" y="1158728"/>
                </a:lnTo>
                <a:lnTo>
                  <a:pt x="192894" y="1169262"/>
                </a:lnTo>
                <a:lnTo>
                  <a:pt x="192268" y="1179796"/>
                </a:lnTo>
                <a:lnTo>
                  <a:pt x="191621" y="1190330"/>
                </a:lnTo>
                <a:lnTo>
                  <a:pt x="190996" y="1200864"/>
                </a:lnTo>
                <a:lnTo>
                  <a:pt x="190432" y="1211398"/>
                </a:lnTo>
                <a:lnTo>
                  <a:pt x="189959" y="1221931"/>
                </a:lnTo>
                <a:lnTo>
                  <a:pt x="189598" y="1232465"/>
                </a:lnTo>
                <a:lnTo>
                  <a:pt x="189360" y="1242999"/>
                </a:lnTo>
                <a:lnTo>
                  <a:pt x="189245" y="1253533"/>
                </a:lnTo>
                <a:lnTo>
                  <a:pt x="189244" y="1264067"/>
                </a:lnTo>
                <a:lnTo>
                  <a:pt x="189338" y="1274601"/>
                </a:lnTo>
                <a:lnTo>
                  <a:pt x="189504" y="1285135"/>
                </a:lnTo>
                <a:lnTo>
                  <a:pt x="189714" y="1295669"/>
                </a:lnTo>
                <a:lnTo>
                  <a:pt x="189938" y="1306203"/>
                </a:lnTo>
                <a:lnTo>
                  <a:pt x="190148" y="1316736"/>
                </a:lnTo>
                <a:lnTo>
                  <a:pt x="190322" y="1327270"/>
                </a:lnTo>
                <a:lnTo>
                  <a:pt x="190440" y="1337804"/>
                </a:lnTo>
                <a:lnTo>
                  <a:pt x="190492" y="1348338"/>
                </a:lnTo>
                <a:lnTo>
                  <a:pt x="190475" y="1358872"/>
                </a:lnTo>
                <a:lnTo>
                  <a:pt x="190393" y="1369406"/>
                </a:lnTo>
                <a:lnTo>
                  <a:pt x="190257" y="1379940"/>
                </a:lnTo>
                <a:lnTo>
                  <a:pt x="190082" y="1390474"/>
                </a:lnTo>
                <a:lnTo>
                  <a:pt x="189887" y="1401008"/>
                </a:lnTo>
                <a:lnTo>
                  <a:pt x="189695" y="1411542"/>
                </a:lnTo>
                <a:lnTo>
                  <a:pt x="189530" y="1422075"/>
                </a:lnTo>
                <a:lnTo>
                  <a:pt x="189418" y="1432609"/>
                </a:lnTo>
                <a:lnTo>
                  <a:pt x="189389" y="1443143"/>
                </a:lnTo>
                <a:lnTo>
                  <a:pt x="189481" y="1453677"/>
                </a:lnTo>
                <a:lnTo>
                  <a:pt x="189739" y="1464211"/>
                </a:lnTo>
                <a:lnTo>
                  <a:pt x="190225" y="1474745"/>
                </a:lnTo>
                <a:lnTo>
                  <a:pt x="191019" y="1485279"/>
                </a:lnTo>
                <a:lnTo>
                  <a:pt x="192225" y="1495813"/>
                </a:lnTo>
                <a:lnTo>
                  <a:pt x="193974" y="1506347"/>
                </a:lnTo>
                <a:lnTo>
                  <a:pt x="196427" y="1516880"/>
                </a:lnTo>
                <a:lnTo>
                  <a:pt x="199769" y="1527414"/>
                </a:lnTo>
                <a:lnTo>
                  <a:pt x="204202" y="1537948"/>
                </a:lnTo>
                <a:lnTo>
                  <a:pt x="209927" y="1548482"/>
                </a:lnTo>
                <a:lnTo>
                  <a:pt x="217122" y="1559016"/>
                </a:lnTo>
                <a:lnTo>
                  <a:pt x="225910" y="1569550"/>
                </a:lnTo>
                <a:lnTo>
                  <a:pt x="236326" y="1580084"/>
                </a:lnTo>
                <a:lnTo>
                  <a:pt x="248285" y="1590618"/>
                </a:lnTo>
                <a:lnTo>
                  <a:pt x="261552" y="1601152"/>
                </a:lnTo>
                <a:lnTo>
                  <a:pt x="275730" y="1611685"/>
                </a:lnTo>
                <a:lnTo>
                  <a:pt x="290265" y="1622219"/>
                </a:lnTo>
                <a:lnTo>
                  <a:pt x="304472" y="1632753"/>
                </a:lnTo>
                <a:lnTo>
                  <a:pt x="317583" y="1643287"/>
                </a:lnTo>
                <a:lnTo>
                  <a:pt x="328811" y="1653821"/>
                </a:lnTo>
                <a:lnTo>
                  <a:pt x="337432" y="1664355"/>
                </a:lnTo>
                <a:lnTo>
                  <a:pt x="342861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0" name="data_4349">
            <a:extLst>
              <a:ext uri="{FF2B5EF4-FFF2-40B4-BE49-F238E27FC236}">
                <a16:creationId xmlns:a16="http://schemas.microsoft.com/office/drawing/2014/main" id="{38C73904-9908-496B-AD37-C4B29A3E7804}"/>
              </a:ext>
            </a:extLst>
          </p:cNvPr>
          <p:cNvSpPr>
            <a:spLocks/>
          </p:cNvSpPr>
          <p:nvPr/>
        </p:nvSpPr>
        <p:spPr>
          <a:xfrm>
            <a:off x="1784506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45341" y="1685423"/>
                </a:moveTo>
                <a:lnTo>
                  <a:pt x="99373" y="1685423"/>
                </a:lnTo>
                <a:lnTo>
                  <a:pt x="100220" y="1674889"/>
                </a:lnTo>
                <a:lnTo>
                  <a:pt x="102700" y="1664355"/>
                </a:lnTo>
                <a:lnTo>
                  <a:pt x="106642" y="1653821"/>
                </a:lnTo>
                <a:lnTo>
                  <a:pt x="111780" y="1643287"/>
                </a:lnTo>
                <a:lnTo>
                  <a:pt x="117784" y="1632753"/>
                </a:lnTo>
                <a:lnTo>
                  <a:pt x="124298" y="1622219"/>
                </a:lnTo>
                <a:lnTo>
                  <a:pt x="130968" y="1611685"/>
                </a:lnTo>
                <a:lnTo>
                  <a:pt x="137478" y="1601152"/>
                </a:lnTo>
                <a:lnTo>
                  <a:pt x="143570" y="1590618"/>
                </a:lnTo>
                <a:lnTo>
                  <a:pt x="149058" y="1580084"/>
                </a:lnTo>
                <a:lnTo>
                  <a:pt x="153828" y="1569550"/>
                </a:lnTo>
                <a:lnTo>
                  <a:pt x="157838" y="1559016"/>
                </a:lnTo>
                <a:lnTo>
                  <a:pt x="161100" y="1548482"/>
                </a:lnTo>
                <a:lnTo>
                  <a:pt x="163672" y="1537948"/>
                </a:lnTo>
                <a:lnTo>
                  <a:pt x="165636" y="1527414"/>
                </a:lnTo>
                <a:lnTo>
                  <a:pt x="167087" y="1516880"/>
                </a:lnTo>
                <a:lnTo>
                  <a:pt x="168122" y="1506347"/>
                </a:lnTo>
                <a:lnTo>
                  <a:pt x="168828" y="1495813"/>
                </a:lnTo>
                <a:lnTo>
                  <a:pt x="169283" y="1485279"/>
                </a:lnTo>
                <a:lnTo>
                  <a:pt x="169547" y="1474745"/>
                </a:lnTo>
                <a:lnTo>
                  <a:pt x="169668" y="1464211"/>
                </a:lnTo>
                <a:lnTo>
                  <a:pt x="169682" y="1453677"/>
                </a:lnTo>
                <a:lnTo>
                  <a:pt x="169611" y="1443143"/>
                </a:lnTo>
                <a:lnTo>
                  <a:pt x="169472" y="1432609"/>
                </a:lnTo>
                <a:lnTo>
                  <a:pt x="169274" y="1422075"/>
                </a:lnTo>
                <a:lnTo>
                  <a:pt x="169024" y="1411542"/>
                </a:lnTo>
                <a:lnTo>
                  <a:pt x="168724" y="1401008"/>
                </a:lnTo>
                <a:lnTo>
                  <a:pt x="168376" y="1390474"/>
                </a:lnTo>
                <a:lnTo>
                  <a:pt x="167982" y="1379940"/>
                </a:lnTo>
                <a:lnTo>
                  <a:pt x="167544" y="1369406"/>
                </a:lnTo>
                <a:lnTo>
                  <a:pt x="167067" y="1358872"/>
                </a:lnTo>
                <a:lnTo>
                  <a:pt x="166556" y="1348338"/>
                </a:lnTo>
                <a:lnTo>
                  <a:pt x="166021" y="1337804"/>
                </a:lnTo>
                <a:lnTo>
                  <a:pt x="165472" y="1327270"/>
                </a:lnTo>
                <a:lnTo>
                  <a:pt x="164922" y="1316736"/>
                </a:lnTo>
                <a:lnTo>
                  <a:pt x="164382" y="1306203"/>
                </a:lnTo>
                <a:lnTo>
                  <a:pt x="163863" y="1295669"/>
                </a:lnTo>
                <a:lnTo>
                  <a:pt x="163369" y="1285135"/>
                </a:lnTo>
                <a:lnTo>
                  <a:pt x="162900" y="1274601"/>
                </a:lnTo>
                <a:lnTo>
                  <a:pt x="162452" y="1264067"/>
                </a:lnTo>
                <a:lnTo>
                  <a:pt x="162011" y="1253533"/>
                </a:lnTo>
                <a:lnTo>
                  <a:pt x="161560" y="1242999"/>
                </a:lnTo>
                <a:lnTo>
                  <a:pt x="161081" y="1232465"/>
                </a:lnTo>
                <a:lnTo>
                  <a:pt x="160556" y="1221931"/>
                </a:lnTo>
                <a:lnTo>
                  <a:pt x="159974" y="1211398"/>
                </a:lnTo>
                <a:lnTo>
                  <a:pt x="159330" y="1200864"/>
                </a:lnTo>
                <a:lnTo>
                  <a:pt x="158632" y="1190330"/>
                </a:lnTo>
                <a:lnTo>
                  <a:pt x="157901" y="1179796"/>
                </a:lnTo>
                <a:lnTo>
                  <a:pt x="157167" y="1169262"/>
                </a:lnTo>
                <a:lnTo>
                  <a:pt x="156469" y="1158728"/>
                </a:lnTo>
                <a:lnTo>
                  <a:pt x="155852" y="1148194"/>
                </a:lnTo>
                <a:lnTo>
                  <a:pt x="155359" y="1137660"/>
                </a:lnTo>
                <a:lnTo>
                  <a:pt x="155027" y="1127126"/>
                </a:lnTo>
                <a:lnTo>
                  <a:pt x="154884" y="1116593"/>
                </a:lnTo>
                <a:lnTo>
                  <a:pt x="154944" y="1106059"/>
                </a:lnTo>
                <a:lnTo>
                  <a:pt x="155207" y="1095525"/>
                </a:lnTo>
                <a:lnTo>
                  <a:pt x="155657" y="1084991"/>
                </a:lnTo>
                <a:lnTo>
                  <a:pt x="156266" y="1074457"/>
                </a:lnTo>
                <a:lnTo>
                  <a:pt x="156997" y="1063923"/>
                </a:lnTo>
                <a:lnTo>
                  <a:pt x="157803" y="1053389"/>
                </a:lnTo>
                <a:lnTo>
                  <a:pt x="158636" y="1042855"/>
                </a:lnTo>
                <a:lnTo>
                  <a:pt x="159445" y="1032321"/>
                </a:lnTo>
                <a:lnTo>
                  <a:pt x="160180" y="1021788"/>
                </a:lnTo>
                <a:lnTo>
                  <a:pt x="160796" y="1011254"/>
                </a:lnTo>
                <a:lnTo>
                  <a:pt x="161246" y="1000720"/>
                </a:lnTo>
                <a:lnTo>
                  <a:pt x="161492" y="990186"/>
                </a:lnTo>
                <a:lnTo>
                  <a:pt x="161497" y="979652"/>
                </a:lnTo>
                <a:lnTo>
                  <a:pt x="161236" y="969118"/>
                </a:lnTo>
                <a:lnTo>
                  <a:pt x="160690" y="958584"/>
                </a:lnTo>
                <a:lnTo>
                  <a:pt x="159859" y="948050"/>
                </a:lnTo>
                <a:lnTo>
                  <a:pt x="158756" y="937516"/>
                </a:lnTo>
                <a:lnTo>
                  <a:pt x="157418" y="926982"/>
                </a:lnTo>
                <a:lnTo>
                  <a:pt x="155901" y="916449"/>
                </a:lnTo>
                <a:lnTo>
                  <a:pt x="154284" y="905915"/>
                </a:lnTo>
                <a:lnTo>
                  <a:pt x="152660" y="895381"/>
                </a:lnTo>
                <a:lnTo>
                  <a:pt x="151131" y="884847"/>
                </a:lnTo>
                <a:lnTo>
                  <a:pt x="149800" y="874313"/>
                </a:lnTo>
                <a:lnTo>
                  <a:pt x="148759" y="863779"/>
                </a:lnTo>
                <a:lnTo>
                  <a:pt x="148080" y="853245"/>
                </a:lnTo>
                <a:lnTo>
                  <a:pt x="147806" y="842711"/>
                </a:lnTo>
                <a:lnTo>
                  <a:pt x="147949" y="832177"/>
                </a:lnTo>
                <a:lnTo>
                  <a:pt x="148482" y="821644"/>
                </a:lnTo>
                <a:lnTo>
                  <a:pt x="149350" y="811110"/>
                </a:lnTo>
                <a:lnTo>
                  <a:pt x="150474" y="800576"/>
                </a:lnTo>
                <a:lnTo>
                  <a:pt x="151759" y="790042"/>
                </a:lnTo>
                <a:lnTo>
                  <a:pt x="153105" y="779508"/>
                </a:lnTo>
                <a:lnTo>
                  <a:pt x="154419" y="768974"/>
                </a:lnTo>
                <a:lnTo>
                  <a:pt x="155623" y="758440"/>
                </a:lnTo>
                <a:lnTo>
                  <a:pt x="156655" y="747906"/>
                </a:lnTo>
                <a:lnTo>
                  <a:pt x="157476" y="737372"/>
                </a:lnTo>
                <a:lnTo>
                  <a:pt x="158065" y="726839"/>
                </a:lnTo>
                <a:lnTo>
                  <a:pt x="158416" y="716305"/>
                </a:lnTo>
                <a:lnTo>
                  <a:pt x="158536" y="705771"/>
                </a:lnTo>
                <a:lnTo>
                  <a:pt x="158437" y="695237"/>
                </a:lnTo>
                <a:lnTo>
                  <a:pt x="158134" y="684703"/>
                </a:lnTo>
                <a:lnTo>
                  <a:pt x="157643" y="674169"/>
                </a:lnTo>
                <a:lnTo>
                  <a:pt x="156982" y="663635"/>
                </a:lnTo>
                <a:lnTo>
                  <a:pt x="156172" y="653101"/>
                </a:lnTo>
                <a:lnTo>
                  <a:pt x="155240" y="642567"/>
                </a:lnTo>
                <a:lnTo>
                  <a:pt x="154219" y="632034"/>
                </a:lnTo>
                <a:lnTo>
                  <a:pt x="153154" y="621500"/>
                </a:lnTo>
                <a:lnTo>
                  <a:pt x="152099" y="610966"/>
                </a:lnTo>
                <a:lnTo>
                  <a:pt x="151113" y="600432"/>
                </a:lnTo>
                <a:lnTo>
                  <a:pt x="150260" y="589898"/>
                </a:lnTo>
                <a:lnTo>
                  <a:pt x="149598" y="579364"/>
                </a:lnTo>
                <a:lnTo>
                  <a:pt x="149176" y="568830"/>
                </a:lnTo>
                <a:lnTo>
                  <a:pt x="149028" y="558296"/>
                </a:lnTo>
                <a:lnTo>
                  <a:pt x="149167" y="547762"/>
                </a:lnTo>
                <a:lnTo>
                  <a:pt x="149584" y="537228"/>
                </a:lnTo>
                <a:lnTo>
                  <a:pt x="150249" y="526695"/>
                </a:lnTo>
                <a:lnTo>
                  <a:pt x="151115" y="516161"/>
                </a:lnTo>
                <a:lnTo>
                  <a:pt x="152124" y="505627"/>
                </a:lnTo>
                <a:lnTo>
                  <a:pt x="153211" y="495093"/>
                </a:lnTo>
                <a:lnTo>
                  <a:pt x="154315" y="484559"/>
                </a:lnTo>
                <a:lnTo>
                  <a:pt x="155381" y="474025"/>
                </a:lnTo>
                <a:lnTo>
                  <a:pt x="156368" y="463491"/>
                </a:lnTo>
                <a:lnTo>
                  <a:pt x="157249" y="452957"/>
                </a:lnTo>
                <a:lnTo>
                  <a:pt x="158011" y="442423"/>
                </a:lnTo>
                <a:lnTo>
                  <a:pt x="158656" y="431890"/>
                </a:lnTo>
                <a:lnTo>
                  <a:pt x="159193" y="421356"/>
                </a:lnTo>
                <a:lnTo>
                  <a:pt x="159640" y="410822"/>
                </a:lnTo>
                <a:lnTo>
                  <a:pt x="160015" y="400288"/>
                </a:lnTo>
                <a:lnTo>
                  <a:pt x="160333" y="389754"/>
                </a:lnTo>
                <a:lnTo>
                  <a:pt x="160607" y="379220"/>
                </a:lnTo>
                <a:lnTo>
                  <a:pt x="160844" y="368686"/>
                </a:lnTo>
                <a:lnTo>
                  <a:pt x="161046" y="358152"/>
                </a:lnTo>
                <a:lnTo>
                  <a:pt x="161210" y="347618"/>
                </a:lnTo>
                <a:lnTo>
                  <a:pt x="161332" y="337085"/>
                </a:lnTo>
                <a:lnTo>
                  <a:pt x="161410" y="326551"/>
                </a:lnTo>
                <a:lnTo>
                  <a:pt x="161441" y="316017"/>
                </a:lnTo>
                <a:lnTo>
                  <a:pt x="161428" y="305483"/>
                </a:lnTo>
                <a:lnTo>
                  <a:pt x="161379" y="294949"/>
                </a:lnTo>
                <a:lnTo>
                  <a:pt x="161304" y="284415"/>
                </a:lnTo>
                <a:lnTo>
                  <a:pt x="161217" y="273881"/>
                </a:lnTo>
                <a:lnTo>
                  <a:pt x="161127" y="263347"/>
                </a:lnTo>
                <a:lnTo>
                  <a:pt x="161041" y="252813"/>
                </a:lnTo>
                <a:lnTo>
                  <a:pt x="160955" y="242280"/>
                </a:lnTo>
                <a:lnTo>
                  <a:pt x="160846" y="231746"/>
                </a:lnTo>
                <a:lnTo>
                  <a:pt x="160673" y="221212"/>
                </a:lnTo>
                <a:lnTo>
                  <a:pt x="160367" y="210678"/>
                </a:lnTo>
                <a:lnTo>
                  <a:pt x="159827" y="200144"/>
                </a:lnTo>
                <a:lnTo>
                  <a:pt x="158920" y="189610"/>
                </a:lnTo>
                <a:lnTo>
                  <a:pt x="157474" y="179076"/>
                </a:lnTo>
                <a:lnTo>
                  <a:pt x="155288" y="168542"/>
                </a:lnTo>
                <a:lnTo>
                  <a:pt x="152135" y="158008"/>
                </a:lnTo>
                <a:lnTo>
                  <a:pt x="147775" y="147474"/>
                </a:lnTo>
                <a:lnTo>
                  <a:pt x="141979" y="136941"/>
                </a:lnTo>
                <a:lnTo>
                  <a:pt x="134553" y="126407"/>
                </a:lnTo>
                <a:lnTo>
                  <a:pt x="125369" y="115873"/>
                </a:lnTo>
                <a:lnTo>
                  <a:pt x="114405" y="105339"/>
                </a:lnTo>
                <a:lnTo>
                  <a:pt x="101769" y="94805"/>
                </a:lnTo>
                <a:lnTo>
                  <a:pt x="87730" y="84271"/>
                </a:lnTo>
                <a:lnTo>
                  <a:pt x="72728" y="73737"/>
                </a:lnTo>
                <a:lnTo>
                  <a:pt x="57361" y="63203"/>
                </a:lnTo>
                <a:lnTo>
                  <a:pt x="42361" y="52669"/>
                </a:lnTo>
                <a:lnTo>
                  <a:pt x="28539" y="42136"/>
                </a:lnTo>
                <a:lnTo>
                  <a:pt x="16718" y="31602"/>
                </a:lnTo>
                <a:lnTo>
                  <a:pt x="7651" y="21068"/>
                </a:lnTo>
                <a:lnTo>
                  <a:pt x="1947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67" y="10534"/>
                </a:lnTo>
                <a:lnTo>
                  <a:pt x="337063" y="21068"/>
                </a:lnTo>
                <a:lnTo>
                  <a:pt x="327997" y="31602"/>
                </a:lnTo>
                <a:lnTo>
                  <a:pt x="316175" y="42136"/>
                </a:lnTo>
                <a:lnTo>
                  <a:pt x="302354" y="52669"/>
                </a:lnTo>
                <a:lnTo>
                  <a:pt x="287354" y="63203"/>
                </a:lnTo>
                <a:lnTo>
                  <a:pt x="271987" y="73737"/>
                </a:lnTo>
                <a:lnTo>
                  <a:pt x="256984" y="84271"/>
                </a:lnTo>
                <a:lnTo>
                  <a:pt x="242945" y="94805"/>
                </a:lnTo>
                <a:lnTo>
                  <a:pt x="230309" y="105339"/>
                </a:lnTo>
                <a:lnTo>
                  <a:pt x="219345" y="115873"/>
                </a:lnTo>
                <a:lnTo>
                  <a:pt x="210162" y="126407"/>
                </a:lnTo>
                <a:lnTo>
                  <a:pt x="202735" y="136941"/>
                </a:lnTo>
                <a:lnTo>
                  <a:pt x="196939" y="147474"/>
                </a:lnTo>
                <a:lnTo>
                  <a:pt x="192580" y="158008"/>
                </a:lnTo>
                <a:lnTo>
                  <a:pt x="189426" y="168542"/>
                </a:lnTo>
                <a:lnTo>
                  <a:pt x="187240" y="179076"/>
                </a:lnTo>
                <a:lnTo>
                  <a:pt x="185795" y="189610"/>
                </a:lnTo>
                <a:lnTo>
                  <a:pt x="184887" y="200144"/>
                </a:lnTo>
                <a:lnTo>
                  <a:pt x="184347" y="210678"/>
                </a:lnTo>
                <a:lnTo>
                  <a:pt x="184041" y="221212"/>
                </a:lnTo>
                <a:lnTo>
                  <a:pt x="183868" y="231746"/>
                </a:lnTo>
                <a:lnTo>
                  <a:pt x="183760" y="242280"/>
                </a:lnTo>
                <a:lnTo>
                  <a:pt x="183673" y="252813"/>
                </a:lnTo>
                <a:lnTo>
                  <a:pt x="183587" y="263347"/>
                </a:lnTo>
                <a:lnTo>
                  <a:pt x="183498" y="273881"/>
                </a:lnTo>
                <a:lnTo>
                  <a:pt x="183410" y="284415"/>
                </a:lnTo>
                <a:lnTo>
                  <a:pt x="183335" y="294949"/>
                </a:lnTo>
                <a:lnTo>
                  <a:pt x="183286" y="305483"/>
                </a:lnTo>
                <a:lnTo>
                  <a:pt x="183273" y="316017"/>
                </a:lnTo>
                <a:lnTo>
                  <a:pt x="183304" y="326551"/>
                </a:lnTo>
                <a:lnTo>
                  <a:pt x="183382" y="337085"/>
                </a:lnTo>
                <a:lnTo>
                  <a:pt x="183505" y="347618"/>
                </a:lnTo>
                <a:lnTo>
                  <a:pt x="183669" y="358152"/>
                </a:lnTo>
                <a:lnTo>
                  <a:pt x="183870" y="368686"/>
                </a:lnTo>
                <a:lnTo>
                  <a:pt x="184107" y="379220"/>
                </a:lnTo>
                <a:lnTo>
                  <a:pt x="184382" y="389754"/>
                </a:lnTo>
                <a:lnTo>
                  <a:pt x="184700" y="400288"/>
                </a:lnTo>
                <a:lnTo>
                  <a:pt x="185074" y="410822"/>
                </a:lnTo>
                <a:lnTo>
                  <a:pt x="185521" y="421356"/>
                </a:lnTo>
                <a:lnTo>
                  <a:pt x="186058" y="431890"/>
                </a:lnTo>
                <a:lnTo>
                  <a:pt x="186703" y="442423"/>
                </a:lnTo>
                <a:lnTo>
                  <a:pt x="187466" y="452957"/>
                </a:lnTo>
                <a:lnTo>
                  <a:pt x="188346" y="463491"/>
                </a:lnTo>
                <a:lnTo>
                  <a:pt x="189333" y="474025"/>
                </a:lnTo>
                <a:lnTo>
                  <a:pt x="190400" y="484559"/>
                </a:lnTo>
                <a:lnTo>
                  <a:pt x="191503" y="495093"/>
                </a:lnTo>
                <a:lnTo>
                  <a:pt x="192590" y="505627"/>
                </a:lnTo>
                <a:lnTo>
                  <a:pt x="193599" y="516161"/>
                </a:lnTo>
                <a:lnTo>
                  <a:pt x="194465" y="526695"/>
                </a:lnTo>
                <a:lnTo>
                  <a:pt x="195131" y="537228"/>
                </a:lnTo>
                <a:lnTo>
                  <a:pt x="195547" y="547762"/>
                </a:lnTo>
                <a:lnTo>
                  <a:pt x="195686" y="558296"/>
                </a:lnTo>
                <a:lnTo>
                  <a:pt x="195538" y="568830"/>
                </a:lnTo>
                <a:lnTo>
                  <a:pt x="195117" y="579364"/>
                </a:lnTo>
                <a:lnTo>
                  <a:pt x="194455" y="589898"/>
                </a:lnTo>
                <a:lnTo>
                  <a:pt x="193601" y="600432"/>
                </a:lnTo>
                <a:lnTo>
                  <a:pt x="192616" y="610966"/>
                </a:lnTo>
                <a:lnTo>
                  <a:pt x="191560" y="621500"/>
                </a:lnTo>
                <a:lnTo>
                  <a:pt x="190495" y="632034"/>
                </a:lnTo>
                <a:lnTo>
                  <a:pt x="189475" y="642567"/>
                </a:lnTo>
                <a:lnTo>
                  <a:pt x="188542" y="653101"/>
                </a:lnTo>
                <a:lnTo>
                  <a:pt x="187732" y="663635"/>
                </a:lnTo>
                <a:lnTo>
                  <a:pt x="187072" y="674169"/>
                </a:lnTo>
                <a:lnTo>
                  <a:pt x="186581" y="684703"/>
                </a:lnTo>
                <a:lnTo>
                  <a:pt x="186278" y="695237"/>
                </a:lnTo>
                <a:lnTo>
                  <a:pt x="186178" y="705771"/>
                </a:lnTo>
                <a:lnTo>
                  <a:pt x="186298" y="716305"/>
                </a:lnTo>
                <a:lnTo>
                  <a:pt x="186650" y="726839"/>
                </a:lnTo>
                <a:lnTo>
                  <a:pt x="187238" y="737372"/>
                </a:lnTo>
                <a:lnTo>
                  <a:pt x="188059" y="747906"/>
                </a:lnTo>
                <a:lnTo>
                  <a:pt x="189091" y="758440"/>
                </a:lnTo>
                <a:lnTo>
                  <a:pt x="190295" y="768974"/>
                </a:lnTo>
                <a:lnTo>
                  <a:pt x="191610" y="779508"/>
                </a:lnTo>
                <a:lnTo>
                  <a:pt x="192956" y="790042"/>
                </a:lnTo>
                <a:lnTo>
                  <a:pt x="194240" y="800576"/>
                </a:lnTo>
                <a:lnTo>
                  <a:pt x="195364" y="811110"/>
                </a:lnTo>
                <a:lnTo>
                  <a:pt x="196233" y="821644"/>
                </a:lnTo>
                <a:lnTo>
                  <a:pt x="196766" y="832177"/>
                </a:lnTo>
                <a:lnTo>
                  <a:pt x="196908" y="842711"/>
                </a:lnTo>
                <a:lnTo>
                  <a:pt x="196634" y="853245"/>
                </a:lnTo>
                <a:lnTo>
                  <a:pt x="195955" y="863779"/>
                </a:lnTo>
                <a:lnTo>
                  <a:pt x="194914" y="874313"/>
                </a:lnTo>
                <a:lnTo>
                  <a:pt x="193583" y="884847"/>
                </a:lnTo>
                <a:lnTo>
                  <a:pt x="192054" y="895381"/>
                </a:lnTo>
                <a:lnTo>
                  <a:pt x="190430" y="905915"/>
                </a:lnTo>
                <a:lnTo>
                  <a:pt x="188813" y="916449"/>
                </a:lnTo>
                <a:lnTo>
                  <a:pt x="187297" y="926982"/>
                </a:lnTo>
                <a:lnTo>
                  <a:pt x="185959" y="937516"/>
                </a:lnTo>
                <a:lnTo>
                  <a:pt x="184856" y="948050"/>
                </a:lnTo>
                <a:lnTo>
                  <a:pt x="184024" y="958584"/>
                </a:lnTo>
                <a:lnTo>
                  <a:pt x="183479" y="969118"/>
                </a:lnTo>
                <a:lnTo>
                  <a:pt x="183217" y="979652"/>
                </a:lnTo>
                <a:lnTo>
                  <a:pt x="183223" y="990186"/>
                </a:lnTo>
                <a:lnTo>
                  <a:pt x="183468" y="1000720"/>
                </a:lnTo>
                <a:lnTo>
                  <a:pt x="183919" y="1011254"/>
                </a:lnTo>
                <a:lnTo>
                  <a:pt x="184534" y="1021788"/>
                </a:lnTo>
                <a:lnTo>
                  <a:pt x="185270" y="1032321"/>
                </a:lnTo>
                <a:lnTo>
                  <a:pt x="186079" y="1042855"/>
                </a:lnTo>
                <a:lnTo>
                  <a:pt x="186911" y="1053389"/>
                </a:lnTo>
                <a:lnTo>
                  <a:pt x="187717" y="1063923"/>
                </a:lnTo>
                <a:lnTo>
                  <a:pt x="188448" y="1074457"/>
                </a:lnTo>
                <a:lnTo>
                  <a:pt x="189057" y="1084991"/>
                </a:lnTo>
                <a:lnTo>
                  <a:pt x="189508" y="1095525"/>
                </a:lnTo>
                <a:lnTo>
                  <a:pt x="189771" y="1106059"/>
                </a:lnTo>
                <a:lnTo>
                  <a:pt x="189831" y="1116593"/>
                </a:lnTo>
                <a:lnTo>
                  <a:pt x="189688" y="1127126"/>
                </a:lnTo>
                <a:lnTo>
                  <a:pt x="189356" y="1137660"/>
                </a:lnTo>
                <a:lnTo>
                  <a:pt x="188862" y="1148194"/>
                </a:lnTo>
                <a:lnTo>
                  <a:pt x="188245" y="1158728"/>
                </a:lnTo>
                <a:lnTo>
                  <a:pt x="187547" y="1169262"/>
                </a:lnTo>
                <a:lnTo>
                  <a:pt x="186813" y="1179796"/>
                </a:lnTo>
                <a:lnTo>
                  <a:pt x="186082" y="1190330"/>
                </a:lnTo>
                <a:lnTo>
                  <a:pt x="185384" y="1200864"/>
                </a:lnTo>
                <a:lnTo>
                  <a:pt x="184741" y="1211398"/>
                </a:lnTo>
                <a:lnTo>
                  <a:pt x="184158" y="1221931"/>
                </a:lnTo>
                <a:lnTo>
                  <a:pt x="183633" y="1232465"/>
                </a:lnTo>
                <a:lnTo>
                  <a:pt x="183154" y="1242999"/>
                </a:lnTo>
                <a:lnTo>
                  <a:pt x="182704" y="1253533"/>
                </a:lnTo>
                <a:lnTo>
                  <a:pt x="182262" y="1264067"/>
                </a:lnTo>
                <a:lnTo>
                  <a:pt x="181814" y="1274601"/>
                </a:lnTo>
                <a:lnTo>
                  <a:pt x="181346" y="1285135"/>
                </a:lnTo>
                <a:lnTo>
                  <a:pt x="180852" y="1295669"/>
                </a:lnTo>
                <a:lnTo>
                  <a:pt x="180332" y="1306203"/>
                </a:lnTo>
                <a:lnTo>
                  <a:pt x="179792" y="1316736"/>
                </a:lnTo>
                <a:lnTo>
                  <a:pt x="179242" y="1327270"/>
                </a:lnTo>
                <a:lnTo>
                  <a:pt x="178693" y="1337804"/>
                </a:lnTo>
                <a:lnTo>
                  <a:pt x="178158" y="1348338"/>
                </a:lnTo>
                <a:lnTo>
                  <a:pt x="177647" y="1358872"/>
                </a:lnTo>
                <a:lnTo>
                  <a:pt x="177170" y="1369406"/>
                </a:lnTo>
                <a:lnTo>
                  <a:pt x="176732" y="1379940"/>
                </a:lnTo>
                <a:lnTo>
                  <a:pt x="176338" y="1390474"/>
                </a:lnTo>
                <a:lnTo>
                  <a:pt x="175990" y="1401008"/>
                </a:lnTo>
                <a:lnTo>
                  <a:pt x="175691" y="1411542"/>
                </a:lnTo>
                <a:lnTo>
                  <a:pt x="175440" y="1422075"/>
                </a:lnTo>
                <a:lnTo>
                  <a:pt x="175243" y="1432609"/>
                </a:lnTo>
                <a:lnTo>
                  <a:pt x="175104" y="1443143"/>
                </a:lnTo>
                <a:lnTo>
                  <a:pt x="175033" y="1453677"/>
                </a:lnTo>
                <a:lnTo>
                  <a:pt x="175046" y="1464211"/>
                </a:lnTo>
                <a:lnTo>
                  <a:pt x="175167" y="1474745"/>
                </a:lnTo>
                <a:lnTo>
                  <a:pt x="175432" y="1485279"/>
                </a:lnTo>
                <a:lnTo>
                  <a:pt x="175886" y="1495813"/>
                </a:lnTo>
                <a:lnTo>
                  <a:pt x="176593" y="1506347"/>
                </a:lnTo>
                <a:lnTo>
                  <a:pt x="177627" y="1516880"/>
                </a:lnTo>
                <a:lnTo>
                  <a:pt x="179078" y="1527414"/>
                </a:lnTo>
                <a:lnTo>
                  <a:pt x="181042" y="1537948"/>
                </a:lnTo>
                <a:lnTo>
                  <a:pt x="183614" y="1548482"/>
                </a:lnTo>
                <a:lnTo>
                  <a:pt x="186877" y="1559016"/>
                </a:lnTo>
                <a:lnTo>
                  <a:pt x="190886" y="1569550"/>
                </a:lnTo>
                <a:lnTo>
                  <a:pt x="195657" y="1580084"/>
                </a:lnTo>
                <a:lnTo>
                  <a:pt x="201144" y="1590618"/>
                </a:lnTo>
                <a:lnTo>
                  <a:pt x="207237" y="1601152"/>
                </a:lnTo>
                <a:lnTo>
                  <a:pt x="213747" y="1611685"/>
                </a:lnTo>
                <a:lnTo>
                  <a:pt x="220417" y="1622219"/>
                </a:lnTo>
                <a:lnTo>
                  <a:pt x="226930" y="1632753"/>
                </a:lnTo>
                <a:lnTo>
                  <a:pt x="232935" y="1643287"/>
                </a:lnTo>
                <a:lnTo>
                  <a:pt x="238072" y="1653821"/>
                </a:lnTo>
                <a:lnTo>
                  <a:pt x="242014" y="1664355"/>
                </a:lnTo>
                <a:lnTo>
                  <a:pt x="244494" y="1674889"/>
                </a:lnTo>
                <a:lnTo>
                  <a:pt x="245341" y="1685423"/>
                </a:lnTo>
                <a:lnTo>
                  <a:pt x="245341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1" name="data_4350">
            <a:extLst>
              <a:ext uri="{FF2B5EF4-FFF2-40B4-BE49-F238E27FC236}">
                <a16:creationId xmlns:a16="http://schemas.microsoft.com/office/drawing/2014/main" id="{C9FD26E6-DE9F-46E6-93CB-AF6D3C813435}"/>
              </a:ext>
            </a:extLst>
          </p:cNvPr>
          <p:cNvSpPr>
            <a:spLocks/>
          </p:cNvSpPr>
          <p:nvPr/>
        </p:nvSpPr>
        <p:spPr>
          <a:xfrm>
            <a:off x="2250336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00154" y="1685423"/>
                </a:moveTo>
                <a:lnTo>
                  <a:pt x="144560" y="1685423"/>
                </a:lnTo>
                <a:lnTo>
                  <a:pt x="144878" y="1674889"/>
                </a:lnTo>
                <a:lnTo>
                  <a:pt x="145810" y="1664355"/>
                </a:lnTo>
                <a:lnTo>
                  <a:pt x="147291" y="1653821"/>
                </a:lnTo>
                <a:lnTo>
                  <a:pt x="149223" y="1643287"/>
                </a:lnTo>
                <a:lnTo>
                  <a:pt x="151483" y="1632753"/>
                </a:lnTo>
                <a:lnTo>
                  <a:pt x="153934" y="1622219"/>
                </a:lnTo>
                <a:lnTo>
                  <a:pt x="156444" y="1611685"/>
                </a:lnTo>
                <a:lnTo>
                  <a:pt x="158892" y="1601152"/>
                </a:lnTo>
                <a:lnTo>
                  <a:pt x="161176" y="1590618"/>
                </a:lnTo>
                <a:lnTo>
                  <a:pt x="163224" y="1580084"/>
                </a:lnTo>
                <a:lnTo>
                  <a:pt x="164990" y="1569550"/>
                </a:lnTo>
                <a:lnTo>
                  <a:pt x="166454" y="1559016"/>
                </a:lnTo>
                <a:lnTo>
                  <a:pt x="167622" y="1548482"/>
                </a:lnTo>
                <a:lnTo>
                  <a:pt x="168515" y="1537948"/>
                </a:lnTo>
                <a:lnTo>
                  <a:pt x="169169" y="1527414"/>
                </a:lnTo>
                <a:lnTo>
                  <a:pt x="169624" y="1516880"/>
                </a:lnTo>
                <a:lnTo>
                  <a:pt x="169926" y="1506347"/>
                </a:lnTo>
                <a:lnTo>
                  <a:pt x="170116" y="1495813"/>
                </a:lnTo>
                <a:lnTo>
                  <a:pt x="170232" y="1485279"/>
                </a:lnTo>
                <a:lnTo>
                  <a:pt x="170306" y="1474745"/>
                </a:lnTo>
                <a:lnTo>
                  <a:pt x="170361" y="1464211"/>
                </a:lnTo>
                <a:lnTo>
                  <a:pt x="170415" y="1453677"/>
                </a:lnTo>
                <a:lnTo>
                  <a:pt x="170476" y="1443143"/>
                </a:lnTo>
                <a:lnTo>
                  <a:pt x="170549" y="1432609"/>
                </a:lnTo>
                <a:lnTo>
                  <a:pt x="170630" y="1422075"/>
                </a:lnTo>
                <a:lnTo>
                  <a:pt x="170712" y="1411542"/>
                </a:lnTo>
                <a:lnTo>
                  <a:pt x="170786" y="1401008"/>
                </a:lnTo>
                <a:lnTo>
                  <a:pt x="170839" y="1390474"/>
                </a:lnTo>
                <a:lnTo>
                  <a:pt x="170861" y="1379940"/>
                </a:lnTo>
                <a:lnTo>
                  <a:pt x="170840" y="1369406"/>
                </a:lnTo>
                <a:lnTo>
                  <a:pt x="170767" y="1358872"/>
                </a:lnTo>
                <a:lnTo>
                  <a:pt x="170636" y="1348338"/>
                </a:lnTo>
                <a:lnTo>
                  <a:pt x="170446" y="1337804"/>
                </a:lnTo>
                <a:lnTo>
                  <a:pt x="170197" y="1327270"/>
                </a:lnTo>
                <a:lnTo>
                  <a:pt x="169895" y="1316736"/>
                </a:lnTo>
                <a:lnTo>
                  <a:pt x="169548" y="1306203"/>
                </a:lnTo>
                <a:lnTo>
                  <a:pt x="169170" y="1295669"/>
                </a:lnTo>
                <a:lnTo>
                  <a:pt x="168775" y="1285135"/>
                </a:lnTo>
                <a:lnTo>
                  <a:pt x="168377" y="1274601"/>
                </a:lnTo>
                <a:lnTo>
                  <a:pt x="167991" y="1264067"/>
                </a:lnTo>
                <a:lnTo>
                  <a:pt x="167632" y="1253533"/>
                </a:lnTo>
                <a:lnTo>
                  <a:pt x="167311" y="1242999"/>
                </a:lnTo>
                <a:lnTo>
                  <a:pt x="167035" y="1232465"/>
                </a:lnTo>
                <a:lnTo>
                  <a:pt x="166811" y="1221931"/>
                </a:lnTo>
                <a:lnTo>
                  <a:pt x="166640" y="1211398"/>
                </a:lnTo>
                <a:lnTo>
                  <a:pt x="166523" y="1200864"/>
                </a:lnTo>
                <a:lnTo>
                  <a:pt x="166458" y="1190330"/>
                </a:lnTo>
                <a:lnTo>
                  <a:pt x="166442" y="1179796"/>
                </a:lnTo>
                <a:lnTo>
                  <a:pt x="166474" y="1169262"/>
                </a:lnTo>
                <a:lnTo>
                  <a:pt x="166551" y="1158728"/>
                </a:lnTo>
                <a:lnTo>
                  <a:pt x="166672" y="1148194"/>
                </a:lnTo>
                <a:lnTo>
                  <a:pt x="166835" y="1137660"/>
                </a:lnTo>
                <a:lnTo>
                  <a:pt x="167038" y="1127126"/>
                </a:lnTo>
                <a:lnTo>
                  <a:pt x="167278" y="1116593"/>
                </a:lnTo>
                <a:lnTo>
                  <a:pt x="167548" y="1106059"/>
                </a:lnTo>
                <a:lnTo>
                  <a:pt x="167841" y="1095525"/>
                </a:lnTo>
                <a:lnTo>
                  <a:pt x="168145" y="1084991"/>
                </a:lnTo>
                <a:lnTo>
                  <a:pt x="168446" y="1074457"/>
                </a:lnTo>
                <a:lnTo>
                  <a:pt x="168730" y="1063923"/>
                </a:lnTo>
                <a:lnTo>
                  <a:pt x="168980" y="1053389"/>
                </a:lnTo>
                <a:lnTo>
                  <a:pt x="169181" y="1042855"/>
                </a:lnTo>
                <a:lnTo>
                  <a:pt x="169318" y="1032321"/>
                </a:lnTo>
                <a:lnTo>
                  <a:pt x="169378" y="1021788"/>
                </a:lnTo>
                <a:lnTo>
                  <a:pt x="169349" y="1011254"/>
                </a:lnTo>
                <a:lnTo>
                  <a:pt x="169224" y="1000720"/>
                </a:lnTo>
                <a:lnTo>
                  <a:pt x="168994" y="990186"/>
                </a:lnTo>
                <a:lnTo>
                  <a:pt x="168656" y="979652"/>
                </a:lnTo>
                <a:lnTo>
                  <a:pt x="168208" y="969118"/>
                </a:lnTo>
                <a:lnTo>
                  <a:pt x="167650" y="958584"/>
                </a:lnTo>
                <a:lnTo>
                  <a:pt x="166988" y="948050"/>
                </a:lnTo>
                <a:lnTo>
                  <a:pt x="166232" y="937516"/>
                </a:lnTo>
                <a:lnTo>
                  <a:pt x="165399" y="926982"/>
                </a:lnTo>
                <a:lnTo>
                  <a:pt x="164512" y="916449"/>
                </a:lnTo>
                <a:lnTo>
                  <a:pt x="163602" y="905915"/>
                </a:lnTo>
                <a:lnTo>
                  <a:pt x="162704" y="895381"/>
                </a:lnTo>
                <a:lnTo>
                  <a:pt x="161859" y="884847"/>
                </a:lnTo>
                <a:lnTo>
                  <a:pt x="161108" y="874313"/>
                </a:lnTo>
                <a:lnTo>
                  <a:pt x="160491" y="863779"/>
                </a:lnTo>
                <a:lnTo>
                  <a:pt x="160037" y="853245"/>
                </a:lnTo>
                <a:lnTo>
                  <a:pt x="159768" y="842711"/>
                </a:lnTo>
                <a:lnTo>
                  <a:pt x="159692" y="832177"/>
                </a:lnTo>
                <a:lnTo>
                  <a:pt x="159804" y="821644"/>
                </a:lnTo>
                <a:lnTo>
                  <a:pt x="160084" y="811110"/>
                </a:lnTo>
                <a:lnTo>
                  <a:pt x="160499" y="800576"/>
                </a:lnTo>
                <a:lnTo>
                  <a:pt x="161010" y="790042"/>
                </a:lnTo>
                <a:lnTo>
                  <a:pt x="161570" y="779508"/>
                </a:lnTo>
                <a:lnTo>
                  <a:pt x="162133" y="768974"/>
                </a:lnTo>
                <a:lnTo>
                  <a:pt x="162654" y="758440"/>
                </a:lnTo>
                <a:lnTo>
                  <a:pt x="163095" y="747906"/>
                </a:lnTo>
                <a:lnTo>
                  <a:pt x="163421" y="737372"/>
                </a:lnTo>
                <a:lnTo>
                  <a:pt x="163609" y="726839"/>
                </a:lnTo>
                <a:lnTo>
                  <a:pt x="163640" y="716305"/>
                </a:lnTo>
                <a:lnTo>
                  <a:pt x="163505" y="705771"/>
                </a:lnTo>
                <a:lnTo>
                  <a:pt x="163202" y="695237"/>
                </a:lnTo>
                <a:lnTo>
                  <a:pt x="162734" y="684703"/>
                </a:lnTo>
                <a:lnTo>
                  <a:pt x="162113" y="674169"/>
                </a:lnTo>
                <a:lnTo>
                  <a:pt x="161360" y="663635"/>
                </a:lnTo>
                <a:lnTo>
                  <a:pt x="160502" y="653101"/>
                </a:lnTo>
                <a:lnTo>
                  <a:pt x="159575" y="642567"/>
                </a:lnTo>
                <a:lnTo>
                  <a:pt x="158621" y="632034"/>
                </a:lnTo>
                <a:lnTo>
                  <a:pt x="157689" y="621500"/>
                </a:lnTo>
                <a:lnTo>
                  <a:pt x="156832" y="610966"/>
                </a:lnTo>
                <a:lnTo>
                  <a:pt x="156098" y="600432"/>
                </a:lnTo>
                <a:lnTo>
                  <a:pt x="155533" y="589898"/>
                </a:lnTo>
                <a:lnTo>
                  <a:pt x="155171" y="579364"/>
                </a:lnTo>
                <a:lnTo>
                  <a:pt x="155033" y="568830"/>
                </a:lnTo>
                <a:lnTo>
                  <a:pt x="155124" y="558296"/>
                </a:lnTo>
                <a:lnTo>
                  <a:pt x="155431" y="547762"/>
                </a:lnTo>
                <a:lnTo>
                  <a:pt x="155926" y="537228"/>
                </a:lnTo>
                <a:lnTo>
                  <a:pt x="156569" y="526695"/>
                </a:lnTo>
                <a:lnTo>
                  <a:pt x="157311" y="516161"/>
                </a:lnTo>
                <a:lnTo>
                  <a:pt x="158102" y="505627"/>
                </a:lnTo>
                <a:lnTo>
                  <a:pt x="158894" y="495093"/>
                </a:lnTo>
                <a:lnTo>
                  <a:pt x="159646" y="484559"/>
                </a:lnTo>
                <a:lnTo>
                  <a:pt x="160327" y="474025"/>
                </a:lnTo>
                <a:lnTo>
                  <a:pt x="160919" y="463491"/>
                </a:lnTo>
                <a:lnTo>
                  <a:pt x="161414" y="452957"/>
                </a:lnTo>
                <a:lnTo>
                  <a:pt x="161814" y="442423"/>
                </a:lnTo>
                <a:lnTo>
                  <a:pt x="162126" y="431890"/>
                </a:lnTo>
                <a:lnTo>
                  <a:pt x="162362" y="421356"/>
                </a:lnTo>
                <a:lnTo>
                  <a:pt x="162533" y="410822"/>
                </a:lnTo>
                <a:lnTo>
                  <a:pt x="162649" y="400288"/>
                </a:lnTo>
                <a:lnTo>
                  <a:pt x="162716" y="389754"/>
                </a:lnTo>
                <a:lnTo>
                  <a:pt x="162740" y="379220"/>
                </a:lnTo>
                <a:lnTo>
                  <a:pt x="162722" y="368686"/>
                </a:lnTo>
                <a:lnTo>
                  <a:pt x="162663" y="358152"/>
                </a:lnTo>
                <a:lnTo>
                  <a:pt x="162568" y="347618"/>
                </a:lnTo>
                <a:lnTo>
                  <a:pt x="162440" y="337085"/>
                </a:lnTo>
                <a:lnTo>
                  <a:pt x="162288" y="326551"/>
                </a:lnTo>
                <a:lnTo>
                  <a:pt x="162123" y="316017"/>
                </a:lnTo>
                <a:lnTo>
                  <a:pt x="161961" y="305483"/>
                </a:lnTo>
                <a:lnTo>
                  <a:pt x="161815" y="294949"/>
                </a:lnTo>
                <a:lnTo>
                  <a:pt x="161700" y="284415"/>
                </a:lnTo>
                <a:lnTo>
                  <a:pt x="161627" y="273881"/>
                </a:lnTo>
                <a:lnTo>
                  <a:pt x="161597" y="263347"/>
                </a:lnTo>
                <a:lnTo>
                  <a:pt x="161604" y="252813"/>
                </a:lnTo>
                <a:lnTo>
                  <a:pt x="161624" y="242280"/>
                </a:lnTo>
                <a:lnTo>
                  <a:pt x="161620" y="231746"/>
                </a:lnTo>
                <a:lnTo>
                  <a:pt x="161530" y="221212"/>
                </a:lnTo>
                <a:lnTo>
                  <a:pt x="161270" y="210678"/>
                </a:lnTo>
                <a:lnTo>
                  <a:pt x="160727" y="200144"/>
                </a:lnTo>
                <a:lnTo>
                  <a:pt x="159760" y="189610"/>
                </a:lnTo>
                <a:lnTo>
                  <a:pt x="158197" y="179076"/>
                </a:lnTo>
                <a:lnTo>
                  <a:pt x="155842" y="168542"/>
                </a:lnTo>
                <a:lnTo>
                  <a:pt x="152475" y="158008"/>
                </a:lnTo>
                <a:lnTo>
                  <a:pt x="147874" y="147474"/>
                </a:lnTo>
                <a:lnTo>
                  <a:pt x="141826" y="136941"/>
                </a:lnTo>
                <a:lnTo>
                  <a:pt x="134156" y="126407"/>
                </a:lnTo>
                <a:lnTo>
                  <a:pt x="124759" y="115873"/>
                </a:lnTo>
                <a:lnTo>
                  <a:pt x="113628" y="105339"/>
                </a:lnTo>
                <a:lnTo>
                  <a:pt x="100887" y="94805"/>
                </a:lnTo>
                <a:lnTo>
                  <a:pt x="86815" y="84271"/>
                </a:lnTo>
                <a:lnTo>
                  <a:pt x="71849" y="73737"/>
                </a:lnTo>
                <a:lnTo>
                  <a:pt x="56583" y="63203"/>
                </a:lnTo>
                <a:lnTo>
                  <a:pt x="41732" y="52669"/>
                </a:lnTo>
                <a:lnTo>
                  <a:pt x="28084" y="42136"/>
                </a:lnTo>
                <a:lnTo>
                  <a:pt x="16437" y="31602"/>
                </a:lnTo>
                <a:lnTo>
                  <a:pt x="7518" y="21068"/>
                </a:lnTo>
                <a:lnTo>
                  <a:pt x="191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2" y="10534"/>
                </a:lnTo>
                <a:lnTo>
                  <a:pt x="337196" y="21068"/>
                </a:lnTo>
                <a:lnTo>
                  <a:pt x="328277" y="31602"/>
                </a:lnTo>
                <a:lnTo>
                  <a:pt x="316630" y="42136"/>
                </a:lnTo>
                <a:lnTo>
                  <a:pt x="302983" y="52669"/>
                </a:lnTo>
                <a:lnTo>
                  <a:pt x="288131" y="63203"/>
                </a:lnTo>
                <a:lnTo>
                  <a:pt x="272865" y="73737"/>
                </a:lnTo>
                <a:lnTo>
                  <a:pt x="257899" y="84271"/>
                </a:lnTo>
                <a:lnTo>
                  <a:pt x="243827" y="94805"/>
                </a:lnTo>
                <a:lnTo>
                  <a:pt x="231086" y="105339"/>
                </a:lnTo>
                <a:lnTo>
                  <a:pt x="219955" y="115873"/>
                </a:lnTo>
                <a:lnTo>
                  <a:pt x="210558" y="126407"/>
                </a:lnTo>
                <a:lnTo>
                  <a:pt x="202888" y="136941"/>
                </a:lnTo>
                <a:lnTo>
                  <a:pt x="196840" y="147474"/>
                </a:lnTo>
                <a:lnTo>
                  <a:pt x="192239" y="158008"/>
                </a:lnTo>
                <a:lnTo>
                  <a:pt x="188873" y="168542"/>
                </a:lnTo>
                <a:lnTo>
                  <a:pt x="186517" y="179076"/>
                </a:lnTo>
                <a:lnTo>
                  <a:pt x="184954" y="189610"/>
                </a:lnTo>
                <a:lnTo>
                  <a:pt x="183987" y="200144"/>
                </a:lnTo>
                <a:lnTo>
                  <a:pt x="183444" y="210678"/>
                </a:lnTo>
                <a:lnTo>
                  <a:pt x="183184" y="221212"/>
                </a:lnTo>
                <a:lnTo>
                  <a:pt x="183094" y="231746"/>
                </a:lnTo>
                <a:lnTo>
                  <a:pt x="183090" y="242280"/>
                </a:lnTo>
                <a:lnTo>
                  <a:pt x="183111" y="252813"/>
                </a:lnTo>
                <a:lnTo>
                  <a:pt x="183117" y="263347"/>
                </a:lnTo>
                <a:lnTo>
                  <a:pt x="183087" y="273881"/>
                </a:lnTo>
                <a:lnTo>
                  <a:pt x="183014" y="284415"/>
                </a:lnTo>
                <a:lnTo>
                  <a:pt x="182899" y="294949"/>
                </a:lnTo>
                <a:lnTo>
                  <a:pt x="182754" y="305483"/>
                </a:lnTo>
                <a:lnTo>
                  <a:pt x="182591" y="316017"/>
                </a:lnTo>
                <a:lnTo>
                  <a:pt x="182427" y="326551"/>
                </a:lnTo>
                <a:lnTo>
                  <a:pt x="182275" y="337085"/>
                </a:lnTo>
                <a:lnTo>
                  <a:pt x="182147" y="347618"/>
                </a:lnTo>
                <a:lnTo>
                  <a:pt x="182051" y="358152"/>
                </a:lnTo>
                <a:lnTo>
                  <a:pt x="181993" y="368686"/>
                </a:lnTo>
                <a:lnTo>
                  <a:pt x="181974" y="379220"/>
                </a:lnTo>
                <a:lnTo>
                  <a:pt x="181998" y="389754"/>
                </a:lnTo>
                <a:lnTo>
                  <a:pt x="182066" y="400288"/>
                </a:lnTo>
                <a:lnTo>
                  <a:pt x="182181" y="410822"/>
                </a:lnTo>
                <a:lnTo>
                  <a:pt x="182352" y="421356"/>
                </a:lnTo>
                <a:lnTo>
                  <a:pt x="182588" y="431890"/>
                </a:lnTo>
                <a:lnTo>
                  <a:pt x="182901" y="442423"/>
                </a:lnTo>
                <a:lnTo>
                  <a:pt x="183300" y="452957"/>
                </a:lnTo>
                <a:lnTo>
                  <a:pt x="183796" y="463491"/>
                </a:lnTo>
                <a:lnTo>
                  <a:pt x="184388" y="474025"/>
                </a:lnTo>
                <a:lnTo>
                  <a:pt x="185069" y="484559"/>
                </a:lnTo>
                <a:lnTo>
                  <a:pt x="185820" y="495093"/>
                </a:lnTo>
                <a:lnTo>
                  <a:pt x="186612" y="505627"/>
                </a:lnTo>
                <a:lnTo>
                  <a:pt x="187403" y="516161"/>
                </a:lnTo>
                <a:lnTo>
                  <a:pt x="188145" y="526695"/>
                </a:lnTo>
                <a:lnTo>
                  <a:pt x="188788" y="537228"/>
                </a:lnTo>
                <a:lnTo>
                  <a:pt x="189283" y="547762"/>
                </a:lnTo>
                <a:lnTo>
                  <a:pt x="189590" y="558296"/>
                </a:lnTo>
                <a:lnTo>
                  <a:pt x="189681" y="568830"/>
                </a:lnTo>
                <a:lnTo>
                  <a:pt x="189543" y="579364"/>
                </a:lnTo>
                <a:lnTo>
                  <a:pt x="189181" y="589898"/>
                </a:lnTo>
                <a:lnTo>
                  <a:pt x="188616" y="600432"/>
                </a:lnTo>
                <a:lnTo>
                  <a:pt x="187882" y="610966"/>
                </a:lnTo>
                <a:lnTo>
                  <a:pt x="187025" y="621500"/>
                </a:lnTo>
                <a:lnTo>
                  <a:pt x="186094" y="632034"/>
                </a:lnTo>
                <a:lnTo>
                  <a:pt x="185140" y="642567"/>
                </a:lnTo>
                <a:lnTo>
                  <a:pt x="184212" y="653101"/>
                </a:lnTo>
                <a:lnTo>
                  <a:pt x="183354" y="663635"/>
                </a:lnTo>
                <a:lnTo>
                  <a:pt x="182601" y="674169"/>
                </a:lnTo>
                <a:lnTo>
                  <a:pt x="181981" y="684703"/>
                </a:lnTo>
                <a:lnTo>
                  <a:pt x="181513" y="695237"/>
                </a:lnTo>
                <a:lnTo>
                  <a:pt x="181209" y="705771"/>
                </a:lnTo>
                <a:lnTo>
                  <a:pt x="181074" y="716305"/>
                </a:lnTo>
                <a:lnTo>
                  <a:pt x="181106" y="726839"/>
                </a:lnTo>
                <a:lnTo>
                  <a:pt x="181293" y="737372"/>
                </a:lnTo>
                <a:lnTo>
                  <a:pt x="181620" y="747906"/>
                </a:lnTo>
                <a:lnTo>
                  <a:pt x="182060" y="758440"/>
                </a:lnTo>
                <a:lnTo>
                  <a:pt x="182581" y="768974"/>
                </a:lnTo>
                <a:lnTo>
                  <a:pt x="183144" y="779508"/>
                </a:lnTo>
                <a:lnTo>
                  <a:pt x="183705" y="790042"/>
                </a:lnTo>
                <a:lnTo>
                  <a:pt x="184215" y="800576"/>
                </a:lnTo>
                <a:lnTo>
                  <a:pt x="184631" y="811110"/>
                </a:lnTo>
                <a:lnTo>
                  <a:pt x="184910" y="821644"/>
                </a:lnTo>
                <a:lnTo>
                  <a:pt x="185022" y="832177"/>
                </a:lnTo>
                <a:lnTo>
                  <a:pt x="184946" y="842711"/>
                </a:lnTo>
                <a:lnTo>
                  <a:pt x="184678" y="853245"/>
                </a:lnTo>
                <a:lnTo>
                  <a:pt x="184224" y="863779"/>
                </a:lnTo>
                <a:lnTo>
                  <a:pt x="183606" y="874313"/>
                </a:lnTo>
                <a:lnTo>
                  <a:pt x="182855" y="884847"/>
                </a:lnTo>
                <a:lnTo>
                  <a:pt x="182011" y="895381"/>
                </a:lnTo>
                <a:lnTo>
                  <a:pt x="181113" y="905915"/>
                </a:lnTo>
                <a:lnTo>
                  <a:pt x="180202" y="916449"/>
                </a:lnTo>
                <a:lnTo>
                  <a:pt x="179315" y="926982"/>
                </a:lnTo>
                <a:lnTo>
                  <a:pt x="178482" y="937516"/>
                </a:lnTo>
                <a:lnTo>
                  <a:pt x="177726" y="948050"/>
                </a:lnTo>
                <a:lnTo>
                  <a:pt x="177064" y="958584"/>
                </a:lnTo>
                <a:lnTo>
                  <a:pt x="176507" y="969118"/>
                </a:lnTo>
                <a:lnTo>
                  <a:pt x="176058" y="979652"/>
                </a:lnTo>
                <a:lnTo>
                  <a:pt x="175720" y="990186"/>
                </a:lnTo>
                <a:lnTo>
                  <a:pt x="175491" y="1000720"/>
                </a:lnTo>
                <a:lnTo>
                  <a:pt x="175365" y="1011254"/>
                </a:lnTo>
                <a:lnTo>
                  <a:pt x="175337" y="1021788"/>
                </a:lnTo>
                <a:lnTo>
                  <a:pt x="175396" y="1032321"/>
                </a:lnTo>
                <a:lnTo>
                  <a:pt x="175533" y="1042855"/>
                </a:lnTo>
                <a:lnTo>
                  <a:pt x="175734" y="1053389"/>
                </a:lnTo>
                <a:lnTo>
                  <a:pt x="175984" y="1063923"/>
                </a:lnTo>
                <a:lnTo>
                  <a:pt x="176268" y="1074457"/>
                </a:lnTo>
                <a:lnTo>
                  <a:pt x="176570" y="1084991"/>
                </a:lnTo>
                <a:lnTo>
                  <a:pt x="176874" y="1095525"/>
                </a:lnTo>
                <a:lnTo>
                  <a:pt x="177166" y="1106059"/>
                </a:lnTo>
                <a:lnTo>
                  <a:pt x="177436" y="1116593"/>
                </a:lnTo>
                <a:lnTo>
                  <a:pt x="177676" y="1127126"/>
                </a:lnTo>
                <a:lnTo>
                  <a:pt x="177879" y="1137660"/>
                </a:lnTo>
                <a:lnTo>
                  <a:pt x="178042" y="1148194"/>
                </a:lnTo>
                <a:lnTo>
                  <a:pt x="178163" y="1158728"/>
                </a:lnTo>
                <a:lnTo>
                  <a:pt x="178240" y="1169262"/>
                </a:lnTo>
                <a:lnTo>
                  <a:pt x="178272" y="1179796"/>
                </a:lnTo>
                <a:lnTo>
                  <a:pt x="178256" y="1190330"/>
                </a:lnTo>
                <a:lnTo>
                  <a:pt x="178191" y="1200864"/>
                </a:lnTo>
                <a:lnTo>
                  <a:pt x="178074" y="1211398"/>
                </a:lnTo>
                <a:lnTo>
                  <a:pt x="177903" y="1221931"/>
                </a:lnTo>
                <a:lnTo>
                  <a:pt x="177679" y="1232465"/>
                </a:lnTo>
                <a:lnTo>
                  <a:pt x="177404" y="1242999"/>
                </a:lnTo>
                <a:lnTo>
                  <a:pt x="177082" y="1253533"/>
                </a:lnTo>
                <a:lnTo>
                  <a:pt x="176723" y="1264067"/>
                </a:lnTo>
                <a:lnTo>
                  <a:pt x="176338" y="1274601"/>
                </a:lnTo>
                <a:lnTo>
                  <a:pt x="175940" y="1285135"/>
                </a:lnTo>
                <a:lnTo>
                  <a:pt x="175544" y="1295669"/>
                </a:lnTo>
                <a:lnTo>
                  <a:pt x="175166" y="1306203"/>
                </a:lnTo>
                <a:lnTo>
                  <a:pt x="174820" y="1316736"/>
                </a:lnTo>
                <a:lnTo>
                  <a:pt x="174518" y="1327270"/>
                </a:lnTo>
                <a:lnTo>
                  <a:pt x="174269" y="1337804"/>
                </a:lnTo>
                <a:lnTo>
                  <a:pt x="174078" y="1348338"/>
                </a:lnTo>
                <a:lnTo>
                  <a:pt x="173948" y="1358872"/>
                </a:lnTo>
                <a:lnTo>
                  <a:pt x="173875" y="1369406"/>
                </a:lnTo>
                <a:lnTo>
                  <a:pt x="173854" y="1379940"/>
                </a:lnTo>
                <a:lnTo>
                  <a:pt x="173875" y="1390474"/>
                </a:lnTo>
                <a:lnTo>
                  <a:pt x="173929" y="1401008"/>
                </a:lnTo>
                <a:lnTo>
                  <a:pt x="174002" y="1411542"/>
                </a:lnTo>
                <a:lnTo>
                  <a:pt x="174084" y="1422075"/>
                </a:lnTo>
                <a:lnTo>
                  <a:pt x="174165" y="1432609"/>
                </a:lnTo>
                <a:lnTo>
                  <a:pt x="174238" y="1443143"/>
                </a:lnTo>
                <a:lnTo>
                  <a:pt x="174300" y="1453677"/>
                </a:lnTo>
                <a:lnTo>
                  <a:pt x="174353" y="1464211"/>
                </a:lnTo>
                <a:lnTo>
                  <a:pt x="174409" y="1474745"/>
                </a:lnTo>
                <a:lnTo>
                  <a:pt x="174482" y="1485279"/>
                </a:lnTo>
                <a:lnTo>
                  <a:pt x="174598" y="1495813"/>
                </a:lnTo>
                <a:lnTo>
                  <a:pt x="174788" y="1506347"/>
                </a:lnTo>
                <a:lnTo>
                  <a:pt x="175090" y="1516880"/>
                </a:lnTo>
                <a:lnTo>
                  <a:pt x="175546" y="1527414"/>
                </a:lnTo>
                <a:lnTo>
                  <a:pt x="176199" y="1537948"/>
                </a:lnTo>
                <a:lnTo>
                  <a:pt x="177092" y="1548482"/>
                </a:lnTo>
                <a:lnTo>
                  <a:pt x="178260" y="1559016"/>
                </a:lnTo>
                <a:lnTo>
                  <a:pt x="179725" y="1569550"/>
                </a:lnTo>
                <a:lnTo>
                  <a:pt x="181490" y="1580084"/>
                </a:lnTo>
                <a:lnTo>
                  <a:pt x="183538" y="1590618"/>
                </a:lnTo>
                <a:lnTo>
                  <a:pt x="185823" y="1601152"/>
                </a:lnTo>
                <a:lnTo>
                  <a:pt x="188270" y="1611685"/>
                </a:lnTo>
                <a:lnTo>
                  <a:pt x="190780" y="1622219"/>
                </a:lnTo>
                <a:lnTo>
                  <a:pt x="193232" y="1632753"/>
                </a:lnTo>
                <a:lnTo>
                  <a:pt x="195491" y="1643287"/>
                </a:lnTo>
                <a:lnTo>
                  <a:pt x="197423" y="1653821"/>
                </a:lnTo>
                <a:lnTo>
                  <a:pt x="198904" y="1664355"/>
                </a:lnTo>
                <a:lnTo>
                  <a:pt x="199836" y="1674889"/>
                </a:lnTo>
                <a:lnTo>
                  <a:pt x="200154" y="1685423"/>
                </a:lnTo>
                <a:lnTo>
                  <a:pt x="200154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2" name="data_4351">
            <a:extLst>
              <a:ext uri="{FF2B5EF4-FFF2-40B4-BE49-F238E27FC236}">
                <a16:creationId xmlns:a16="http://schemas.microsoft.com/office/drawing/2014/main" id="{21A78BF4-C246-42D2-8C78-2473D2D572B5}"/>
              </a:ext>
            </a:extLst>
          </p:cNvPr>
          <p:cNvSpPr>
            <a:spLocks/>
          </p:cNvSpPr>
          <p:nvPr/>
        </p:nvSpPr>
        <p:spPr>
          <a:xfrm>
            <a:off x="3228580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877" y="1674889"/>
                </a:lnTo>
                <a:lnTo>
                  <a:pt x="7376" y="1664355"/>
                </a:lnTo>
                <a:lnTo>
                  <a:pt x="16122" y="1653821"/>
                </a:lnTo>
                <a:lnTo>
                  <a:pt x="27535" y="1643287"/>
                </a:lnTo>
                <a:lnTo>
                  <a:pt x="40896" y="1632753"/>
                </a:lnTo>
                <a:lnTo>
                  <a:pt x="55421" y="1622219"/>
                </a:lnTo>
                <a:lnTo>
                  <a:pt x="70334" y="1611685"/>
                </a:lnTo>
                <a:lnTo>
                  <a:pt x="84938" y="1601152"/>
                </a:lnTo>
                <a:lnTo>
                  <a:pt x="98660" y="1590618"/>
                </a:lnTo>
                <a:lnTo>
                  <a:pt x="111079" y="1580084"/>
                </a:lnTo>
                <a:lnTo>
                  <a:pt x="121938" y="1569550"/>
                </a:lnTo>
                <a:lnTo>
                  <a:pt x="131129" y="1559016"/>
                </a:lnTo>
                <a:lnTo>
                  <a:pt x="138673" y="1548482"/>
                </a:lnTo>
                <a:lnTo>
                  <a:pt x="144687" y="1537948"/>
                </a:lnTo>
                <a:lnTo>
                  <a:pt x="149353" y="1527414"/>
                </a:lnTo>
                <a:lnTo>
                  <a:pt x="152885" y="1516880"/>
                </a:lnTo>
                <a:lnTo>
                  <a:pt x="155506" y="1506347"/>
                </a:lnTo>
                <a:lnTo>
                  <a:pt x="157427" y="1495813"/>
                </a:lnTo>
                <a:lnTo>
                  <a:pt x="158834" y="1485279"/>
                </a:lnTo>
                <a:lnTo>
                  <a:pt x="159884" y="1474745"/>
                </a:lnTo>
                <a:lnTo>
                  <a:pt x="160700" y="1464211"/>
                </a:lnTo>
                <a:lnTo>
                  <a:pt x="161375" y="1453677"/>
                </a:lnTo>
                <a:lnTo>
                  <a:pt x="161973" y="1443143"/>
                </a:lnTo>
                <a:lnTo>
                  <a:pt x="162534" y="1432609"/>
                </a:lnTo>
                <a:lnTo>
                  <a:pt x="163078" y="1422075"/>
                </a:lnTo>
                <a:lnTo>
                  <a:pt x="163612" y="1411542"/>
                </a:lnTo>
                <a:lnTo>
                  <a:pt x="164132" y="1401008"/>
                </a:lnTo>
                <a:lnTo>
                  <a:pt x="164629" y="1390474"/>
                </a:lnTo>
                <a:lnTo>
                  <a:pt x="165089" y="1379940"/>
                </a:lnTo>
                <a:lnTo>
                  <a:pt x="165499" y="1369406"/>
                </a:lnTo>
                <a:lnTo>
                  <a:pt x="165846" y="1358872"/>
                </a:lnTo>
                <a:lnTo>
                  <a:pt x="166120" y="1348338"/>
                </a:lnTo>
                <a:lnTo>
                  <a:pt x="166314" y="1337804"/>
                </a:lnTo>
                <a:lnTo>
                  <a:pt x="166421" y="1327270"/>
                </a:lnTo>
                <a:lnTo>
                  <a:pt x="166440" y="1316736"/>
                </a:lnTo>
                <a:lnTo>
                  <a:pt x="166371" y="1306203"/>
                </a:lnTo>
                <a:lnTo>
                  <a:pt x="166214" y="1295669"/>
                </a:lnTo>
                <a:lnTo>
                  <a:pt x="165973" y="1285135"/>
                </a:lnTo>
                <a:lnTo>
                  <a:pt x="165652" y="1274601"/>
                </a:lnTo>
                <a:lnTo>
                  <a:pt x="165257" y="1264067"/>
                </a:lnTo>
                <a:lnTo>
                  <a:pt x="164793" y="1253533"/>
                </a:lnTo>
                <a:lnTo>
                  <a:pt x="164268" y="1242999"/>
                </a:lnTo>
                <a:lnTo>
                  <a:pt x="163691" y="1232465"/>
                </a:lnTo>
                <a:lnTo>
                  <a:pt x="163072" y="1221931"/>
                </a:lnTo>
                <a:lnTo>
                  <a:pt x="162424" y="1211398"/>
                </a:lnTo>
                <a:lnTo>
                  <a:pt x="161763" y="1200864"/>
                </a:lnTo>
                <a:lnTo>
                  <a:pt x="161107" y="1190330"/>
                </a:lnTo>
                <a:lnTo>
                  <a:pt x="160477" y="1179796"/>
                </a:lnTo>
                <a:lnTo>
                  <a:pt x="159897" y="1169262"/>
                </a:lnTo>
                <a:lnTo>
                  <a:pt x="159388" y="1158728"/>
                </a:lnTo>
                <a:lnTo>
                  <a:pt x="158973" y="1148194"/>
                </a:lnTo>
                <a:lnTo>
                  <a:pt x="158669" y="1137660"/>
                </a:lnTo>
                <a:lnTo>
                  <a:pt x="158490" y="1127126"/>
                </a:lnTo>
                <a:lnTo>
                  <a:pt x="158439" y="1116593"/>
                </a:lnTo>
                <a:lnTo>
                  <a:pt x="158513" y="1106059"/>
                </a:lnTo>
                <a:lnTo>
                  <a:pt x="158703" y="1095525"/>
                </a:lnTo>
                <a:lnTo>
                  <a:pt x="158989" y="1084991"/>
                </a:lnTo>
                <a:lnTo>
                  <a:pt x="159348" y="1074457"/>
                </a:lnTo>
                <a:lnTo>
                  <a:pt x="159755" y="1063923"/>
                </a:lnTo>
                <a:lnTo>
                  <a:pt x="160182" y="1053389"/>
                </a:lnTo>
                <a:lnTo>
                  <a:pt x="160600" y="1042855"/>
                </a:lnTo>
                <a:lnTo>
                  <a:pt x="160982" y="1032321"/>
                </a:lnTo>
                <a:lnTo>
                  <a:pt x="161302" y="1021788"/>
                </a:lnTo>
                <a:lnTo>
                  <a:pt x="161531" y="1011254"/>
                </a:lnTo>
                <a:lnTo>
                  <a:pt x="161642" y="1000720"/>
                </a:lnTo>
                <a:lnTo>
                  <a:pt x="161607" y="990186"/>
                </a:lnTo>
                <a:lnTo>
                  <a:pt x="161397" y="979652"/>
                </a:lnTo>
                <a:lnTo>
                  <a:pt x="160985" y="969118"/>
                </a:lnTo>
                <a:lnTo>
                  <a:pt x="160350" y="958584"/>
                </a:lnTo>
                <a:lnTo>
                  <a:pt x="159481" y="948050"/>
                </a:lnTo>
                <a:lnTo>
                  <a:pt x="158380" y="937516"/>
                </a:lnTo>
                <a:lnTo>
                  <a:pt x="157066" y="926982"/>
                </a:lnTo>
                <a:lnTo>
                  <a:pt x="155583" y="916449"/>
                </a:lnTo>
                <a:lnTo>
                  <a:pt x="153993" y="905915"/>
                </a:lnTo>
                <a:lnTo>
                  <a:pt x="152377" y="895381"/>
                </a:lnTo>
                <a:lnTo>
                  <a:pt x="150831" y="884847"/>
                </a:lnTo>
                <a:lnTo>
                  <a:pt x="149454" y="874313"/>
                </a:lnTo>
                <a:lnTo>
                  <a:pt x="148343" y="863779"/>
                </a:lnTo>
                <a:lnTo>
                  <a:pt x="147577" y="853245"/>
                </a:lnTo>
                <a:lnTo>
                  <a:pt x="147213" y="842711"/>
                </a:lnTo>
                <a:lnTo>
                  <a:pt x="147278" y="832177"/>
                </a:lnTo>
                <a:lnTo>
                  <a:pt x="147763" y="821644"/>
                </a:lnTo>
                <a:lnTo>
                  <a:pt x="148631" y="811110"/>
                </a:lnTo>
                <a:lnTo>
                  <a:pt x="149815" y="800576"/>
                </a:lnTo>
                <a:lnTo>
                  <a:pt x="151229" y="790042"/>
                </a:lnTo>
                <a:lnTo>
                  <a:pt x="152778" y="779508"/>
                </a:lnTo>
                <a:lnTo>
                  <a:pt x="154369" y="768974"/>
                </a:lnTo>
                <a:lnTo>
                  <a:pt x="155917" y="758440"/>
                </a:lnTo>
                <a:lnTo>
                  <a:pt x="157354" y="747906"/>
                </a:lnTo>
                <a:lnTo>
                  <a:pt x="158632" y="737372"/>
                </a:lnTo>
                <a:lnTo>
                  <a:pt x="159724" y="726839"/>
                </a:lnTo>
                <a:lnTo>
                  <a:pt x="160623" y="716305"/>
                </a:lnTo>
                <a:lnTo>
                  <a:pt x="161337" y="705771"/>
                </a:lnTo>
                <a:lnTo>
                  <a:pt x="161886" y="695237"/>
                </a:lnTo>
                <a:lnTo>
                  <a:pt x="162296" y="684703"/>
                </a:lnTo>
                <a:lnTo>
                  <a:pt x="162597" y="674169"/>
                </a:lnTo>
                <a:lnTo>
                  <a:pt x="162816" y="663635"/>
                </a:lnTo>
                <a:lnTo>
                  <a:pt x="162977" y="653101"/>
                </a:lnTo>
                <a:lnTo>
                  <a:pt x="163100" y="642567"/>
                </a:lnTo>
                <a:lnTo>
                  <a:pt x="163202" y="632034"/>
                </a:lnTo>
                <a:lnTo>
                  <a:pt x="163294" y="621500"/>
                </a:lnTo>
                <a:lnTo>
                  <a:pt x="163384" y="610966"/>
                </a:lnTo>
                <a:lnTo>
                  <a:pt x="163478" y="600432"/>
                </a:lnTo>
                <a:lnTo>
                  <a:pt x="163581" y="589898"/>
                </a:lnTo>
                <a:lnTo>
                  <a:pt x="163692" y="579364"/>
                </a:lnTo>
                <a:lnTo>
                  <a:pt x="163811" y="568830"/>
                </a:lnTo>
                <a:lnTo>
                  <a:pt x="163936" y="558296"/>
                </a:lnTo>
                <a:lnTo>
                  <a:pt x="164061" y="547762"/>
                </a:lnTo>
                <a:lnTo>
                  <a:pt x="164179" y="537228"/>
                </a:lnTo>
                <a:lnTo>
                  <a:pt x="164285" y="526695"/>
                </a:lnTo>
                <a:lnTo>
                  <a:pt x="164371" y="516161"/>
                </a:lnTo>
                <a:lnTo>
                  <a:pt x="164433" y="505627"/>
                </a:lnTo>
                <a:lnTo>
                  <a:pt x="164470" y="495093"/>
                </a:lnTo>
                <a:lnTo>
                  <a:pt x="164486" y="484559"/>
                </a:lnTo>
                <a:lnTo>
                  <a:pt x="164489" y="474025"/>
                </a:lnTo>
                <a:lnTo>
                  <a:pt x="164490" y="463491"/>
                </a:lnTo>
                <a:lnTo>
                  <a:pt x="164502" y="452957"/>
                </a:lnTo>
                <a:lnTo>
                  <a:pt x="164541" y="442423"/>
                </a:lnTo>
                <a:lnTo>
                  <a:pt x="164618" y="431890"/>
                </a:lnTo>
                <a:lnTo>
                  <a:pt x="164742" y="421356"/>
                </a:lnTo>
                <a:lnTo>
                  <a:pt x="164916" y="410822"/>
                </a:lnTo>
                <a:lnTo>
                  <a:pt x="165138" y="400288"/>
                </a:lnTo>
                <a:lnTo>
                  <a:pt x="165399" y="389754"/>
                </a:lnTo>
                <a:lnTo>
                  <a:pt x="165685" y="379220"/>
                </a:lnTo>
                <a:lnTo>
                  <a:pt x="165979" y="368686"/>
                </a:lnTo>
                <a:lnTo>
                  <a:pt x="166264" y="358152"/>
                </a:lnTo>
                <a:lnTo>
                  <a:pt x="166525" y="347618"/>
                </a:lnTo>
                <a:lnTo>
                  <a:pt x="166748" y="337085"/>
                </a:lnTo>
                <a:lnTo>
                  <a:pt x="166926" y="326551"/>
                </a:lnTo>
                <a:lnTo>
                  <a:pt x="167057" y="316017"/>
                </a:lnTo>
                <a:lnTo>
                  <a:pt x="167145" y="305483"/>
                </a:lnTo>
                <a:lnTo>
                  <a:pt x="167197" y="294949"/>
                </a:lnTo>
                <a:lnTo>
                  <a:pt x="167227" y="284415"/>
                </a:lnTo>
                <a:lnTo>
                  <a:pt x="167245" y="273881"/>
                </a:lnTo>
                <a:lnTo>
                  <a:pt x="167265" y="263347"/>
                </a:lnTo>
                <a:lnTo>
                  <a:pt x="167295" y="252813"/>
                </a:lnTo>
                <a:lnTo>
                  <a:pt x="167341" y="242280"/>
                </a:lnTo>
                <a:lnTo>
                  <a:pt x="167402" y="231746"/>
                </a:lnTo>
                <a:lnTo>
                  <a:pt x="167468" y="221212"/>
                </a:lnTo>
                <a:lnTo>
                  <a:pt x="167521" y="210678"/>
                </a:lnTo>
                <a:lnTo>
                  <a:pt x="167536" y="200144"/>
                </a:lnTo>
                <a:lnTo>
                  <a:pt x="167474" y="189610"/>
                </a:lnTo>
                <a:lnTo>
                  <a:pt x="167287" y="179076"/>
                </a:lnTo>
                <a:lnTo>
                  <a:pt x="166918" y="168542"/>
                </a:lnTo>
                <a:lnTo>
                  <a:pt x="166303" y="158008"/>
                </a:lnTo>
                <a:lnTo>
                  <a:pt x="165374" y="147474"/>
                </a:lnTo>
                <a:lnTo>
                  <a:pt x="164066" y="136941"/>
                </a:lnTo>
                <a:lnTo>
                  <a:pt x="162322" y="126407"/>
                </a:lnTo>
                <a:lnTo>
                  <a:pt x="160106" y="115873"/>
                </a:lnTo>
                <a:lnTo>
                  <a:pt x="157406" y="105339"/>
                </a:lnTo>
                <a:lnTo>
                  <a:pt x="154250" y="94805"/>
                </a:lnTo>
                <a:lnTo>
                  <a:pt x="150707" y="84271"/>
                </a:lnTo>
                <a:lnTo>
                  <a:pt x="146892" y="73737"/>
                </a:lnTo>
                <a:lnTo>
                  <a:pt x="142962" y="63203"/>
                </a:lnTo>
                <a:lnTo>
                  <a:pt x="139109" y="52669"/>
                </a:lnTo>
                <a:lnTo>
                  <a:pt x="135549" y="42136"/>
                </a:lnTo>
                <a:lnTo>
                  <a:pt x="132498" y="31602"/>
                </a:lnTo>
                <a:lnTo>
                  <a:pt x="130154" y="21068"/>
                </a:lnTo>
                <a:lnTo>
                  <a:pt x="128678" y="10534"/>
                </a:lnTo>
                <a:lnTo>
                  <a:pt x="128174" y="0"/>
                </a:lnTo>
                <a:lnTo>
                  <a:pt x="216540" y="0"/>
                </a:lnTo>
                <a:lnTo>
                  <a:pt x="216540" y="0"/>
                </a:lnTo>
                <a:lnTo>
                  <a:pt x="216036" y="10534"/>
                </a:lnTo>
                <a:lnTo>
                  <a:pt x="214560" y="21068"/>
                </a:lnTo>
                <a:lnTo>
                  <a:pt x="212217" y="31602"/>
                </a:lnTo>
                <a:lnTo>
                  <a:pt x="209165" y="42136"/>
                </a:lnTo>
                <a:lnTo>
                  <a:pt x="205605" y="52669"/>
                </a:lnTo>
                <a:lnTo>
                  <a:pt x="201753" y="63203"/>
                </a:lnTo>
                <a:lnTo>
                  <a:pt x="197822" y="73737"/>
                </a:lnTo>
                <a:lnTo>
                  <a:pt x="194007" y="84271"/>
                </a:lnTo>
                <a:lnTo>
                  <a:pt x="190464" y="94805"/>
                </a:lnTo>
                <a:lnTo>
                  <a:pt x="187308" y="105339"/>
                </a:lnTo>
                <a:lnTo>
                  <a:pt x="184609" y="115873"/>
                </a:lnTo>
                <a:lnTo>
                  <a:pt x="182392" y="126407"/>
                </a:lnTo>
                <a:lnTo>
                  <a:pt x="180648" y="136941"/>
                </a:lnTo>
                <a:lnTo>
                  <a:pt x="179340" y="147474"/>
                </a:lnTo>
                <a:lnTo>
                  <a:pt x="178411" y="158008"/>
                </a:lnTo>
                <a:lnTo>
                  <a:pt x="177796" y="168542"/>
                </a:lnTo>
                <a:lnTo>
                  <a:pt x="177427" y="179076"/>
                </a:lnTo>
                <a:lnTo>
                  <a:pt x="177241" y="189610"/>
                </a:lnTo>
                <a:lnTo>
                  <a:pt x="177178" y="200144"/>
                </a:lnTo>
                <a:lnTo>
                  <a:pt x="177193" y="210678"/>
                </a:lnTo>
                <a:lnTo>
                  <a:pt x="177247" y="221212"/>
                </a:lnTo>
                <a:lnTo>
                  <a:pt x="177313" y="231746"/>
                </a:lnTo>
                <a:lnTo>
                  <a:pt x="177373" y="242280"/>
                </a:lnTo>
                <a:lnTo>
                  <a:pt x="177419" y="252813"/>
                </a:lnTo>
                <a:lnTo>
                  <a:pt x="177449" y="263347"/>
                </a:lnTo>
                <a:lnTo>
                  <a:pt x="177469" y="273881"/>
                </a:lnTo>
                <a:lnTo>
                  <a:pt x="177487" y="284415"/>
                </a:lnTo>
                <a:lnTo>
                  <a:pt x="177517" y="294949"/>
                </a:lnTo>
                <a:lnTo>
                  <a:pt x="177570" y="305483"/>
                </a:lnTo>
                <a:lnTo>
                  <a:pt x="177658" y="316017"/>
                </a:lnTo>
                <a:lnTo>
                  <a:pt x="177789" y="326551"/>
                </a:lnTo>
                <a:lnTo>
                  <a:pt x="177967" y="337085"/>
                </a:lnTo>
                <a:lnTo>
                  <a:pt x="178190" y="347618"/>
                </a:lnTo>
                <a:lnTo>
                  <a:pt x="178450" y="358152"/>
                </a:lnTo>
                <a:lnTo>
                  <a:pt x="178735" y="368686"/>
                </a:lnTo>
                <a:lnTo>
                  <a:pt x="179030" y="379220"/>
                </a:lnTo>
                <a:lnTo>
                  <a:pt x="179316" y="389754"/>
                </a:lnTo>
                <a:lnTo>
                  <a:pt x="179576" y="400288"/>
                </a:lnTo>
                <a:lnTo>
                  <a:pt x="179798" y="410822"/>
                </a:lnTo>
                <a:lnTo>
                  <a:pt x="179973" y="421356"/>
                </a:lnTo>
                <a:lnTo>
                  <a:pt x="180097" y="431890"/>
                </a:lnTo>
                <a:lnTo>
                  <a:pt x="180173" y="442423"/>
                </a:lnTo>
                <a:lnTo>
                  <a:pt x="180212" y="452957"/>
                </a:lnTo>
                <a:lnTo>
                  <a:pt x="180224" y="463491"/>
                </a:lnTo>
                <a:lnTo>
                  <a:pt x="180225" y="474025"/>
                </a:lnTo>
                <a:lnTo>
                  <a:pt x="180228" y="484559"/>
                </a:lnTo>
                <a:lnTo>
                  <a:pt x="180244" y="495093"/>
                </a:lnTo>
                <a:lnTo>
                  <a:pt x="180282" y="505627"/>
                </a:lnTo>
                <a:lnTo>
                  <a:pt x="180344" y="516161"/>
                </a:lnTo>
                <a:lnTo>
                  <a:pt x="180429" y="526695"/>
                </a:lnTo>
                <a:lnTo>
                  <a:pt x="180535" y="537228"/>
                </a:lnTo>
                <a:lnTo>
                  <a:pt x="180653" y="547762"/>
                </a:lnTo>
                <a:lnTo>
                  <a:pt x="180778" y="558296"/>
                </a:lnTo>
                <a:lnTo>
                  <a:pt x="180903" y="568830"/>
                </a:lnTo>
                <a:lnTo>
                  <a:pt x="181023" y="579364"/>
                </a:lnTo>
                <a:lnTo>
                  <a:pt x="181134" y="589898"/>
                </a:lnTo>
                <a:lnTo>
                  <a:pt x="181236" y="600432"/>
                </a:lnTo>
                <a:lnTo>
                  <a:pt x="181330" y="610966"/>
                </a:lnTo>
                <a:lnTo>
                  <a:pt x="181421" y="621500"/>
                </a:lnTo>
                <a:lnTo>
                  <a:pt x="181512" y="632034"/>
                </a:lnTo>
                <a:lnTo>
                  <a:pt x="181614" y="642567"/>
                </a:lnTo>
                <a:lnTo>
                  <a:pt x="181738" y="653101"/>
                </a:lnTo>
                <a:lnTo>
                  <a:pt x="181899" y="663635"/>
                </a:lnTo>
                <a:lnTo>
                  <a:pt x="182117" y="674169"/>
                </a:lnTo>
                <a:lnTo>
                  <a:pt x="182418" y="684703"/>
                </a:lnTo>
                <a:lnTo>
                  <a:pt x="182829" y="695237"/>
                </a:lnTo>
                <a:lnTo>
                  <a:pt x="183377" y="705771"/>
                </a:lnTo>
                <a:lnTo>
                  <a:pt x="184091" y="716305"/>
                </a:lnTo>
                <a:lnTo>
                  <a:pt x="184990" y="726839"/>
                </a:lnTo>
                <a:lnTo>
                  <a:pt x="186082" y="737372"/>
                </a:lnTo>
                <a:lnTo>
                  <a:pt x="187360" y="747906"/>
                </a:lnTo>
                <a:lnTo>
                  <a:pt x="188797" y="758440"/>
                </a:lnTo>
                <a:lnTo>
                  <a:pt x="190345" y="768974"/>
                </a:lnTo>
                <a:lnTo>
                  <a:pt x="191936" y="779508"/>
                </a:lnTo>
                <a:lnTo>
                  <a:pt x="193486" y="790042"/>
                </a:lnTo>
                <a:lnTo>
                  <a:pt x="194899" y="800576"/>
                </a:lnTo>
                <a:lnTo>
                  <a:pt x="196083" y="811110"/>
                </a:lnTo>
                <a:lnTo>
                  <a:pt x="196951" y="821644"/>
                </a:lnTo>
                <a:lnTo>
                  <a:pt x="197437" y="832177"/>
                </a:lnTo>
                <a:lnTo>
                  <a:pt x="197501" y="842711"/>
                </a:lnTo>
                <a:lnTo>
                  <a:pt x="197137" y="853245"/>
                </a:lnTo>
                <a:lnTo>
                  <a:pt x="196372" y="863779"/>
                </a:lnTo>
                <a:lnTo>
                  <a:pt x="195260" y="874313"/>
                </a:lnTo>
                <a:lnTo>
                  <a:pt x="193883" y="884847"/>
                </a:lnTo>
                <a:lnTo>
                  <a:pt x="192337" y="895381"/>
                </a:lnTo>
                <a:lnTo>
                  <a:pt x="190721" y="905915"/>
                </a:lnTo>
                <a:lnTo>
                  <a:pt x="189131" y="916449"/>
                </a:lnTo>
                <a:lnTo>
                  <a:pt x="187648" y="926982"/>
                </a:lnTo>
                <a:lnTo>
                  <a:pt x="186335" y="937516"/>
                </a:lnTo>
                <a:lnTo>
                  <a:pt x="185233" y="948050"/>
                </a:lnTo>
                <a:lnTo>
                  <a:pt x="184364" y="958584"/>
                </a:lnTo>
                <a:lnTo>
                  <a:pt x="183729" y="969118"/>
                </a:lnTo>
                <a:lnTo>
                  <a:pt x="183317" y="979652"/>
                </a:lnTo>
                <a:lnTo>
                  <a:pt x="183107" y="990186"/>
                </a:lnTo>
                <a:lnTo>
                  <a:pt x="183072" y="1000720"/>
                </a:lnTo>
                <a:lnTo>
                  <a:pt x="183183" y="1011254"/>
                </a:lnTo>
                <a:lnTo>
                  <a:pt x="183413" y="1021788"/>
                </a:lnTo>
                <a:lnTo>
                  <a:pt x="183732" y="1032321"/>
                </a:lnTo>
                <a:lnTo>
                  <a:pt x="184114" y="1042855"/>
                </a:lnTo>
                <a:lnTo>
                  <a:pt x="184532" y="1053389"/>
                </a:lnTo>
                <a:lnTo>
                  <a:pt x="184959" y="1063923"/>
                </a:lnTo>
                <a:lnTo>
                  <a:pt x="185366" y="1074457"/>
                </a:lnTo>
                <a:lnTo>
                  <a:pt x="185726" y="1084991"/>
                </a:lnTo>
                <a:lnTo>
                  <a:pt x="186012" y="1095525"/>
                </a:lnTo>
                <a:lnTo>
                  <a:pt x="186201" y="1106059"/>
                </a:lnTo>
                <a:lnTo>
                  <a:pt x="186275" y="1116593"/>
                </a:lnTo>
                <a:lnTo>
                  <a:pt x="186224" y="1127126"/>
                </a:lnTo>
                <a:lnTo>
                  <a:pt x="186045" y="1137660"/>
                </a:lnTo>
                <a:lnTo>
                  <a:pt x="185741" y="1148194"/>
                </a:lnTo>
                <a:lnTo>
                  <a:pt x="185326" y="1158728"/>
                </a:lnTo>
                <a:lnTo>
                  <a:pt x="184818" y="1169262"/>
                </a:lnTo>
                <a:lnTo>
                  <a:pt x="184237" y="1179796"/>
                </a:lnTo>
                <a:lnTo>
                  <a:pt x="183607" y="1190330"/>
                </a:lnTo>
                <a:lnTo>
                  <a:pt x="182951" y="1200864"/>
                </a:lnTo>
                <a:lnTo>
                  <a:pt x="182290" y="1211398"/>
                </a:lnTo>
                <a:lnTo>
                  <a:pt x="181642" y="1221931"/>
                </a:lnTo>
                <a:lnTo>
                  <a:pt x="181023" y="1232465"/>
                </a:lnTo>
                <a:lnTo>
                  <a:pt x="180446" y="1242999"/>
                </a:lnTo>
                <a:lnTo>
                  <a:pt x="179921" y="1253533"/>
                </a:lnTo>
                <a:lnTo>
                  <a:pt x="179457" y="1264067"/>
                </a:lnTo>
                <a:lnTo>
                  <a:pt x="179062" y="1274601"/>
                </a:lnTo>
                <a:lnTo>
                  <a:pt x="178741" y="1285135"/>
                </a:lnTo>
                <a:lnTo>
                  <a:pt x="178500" y="1295669"/>
                </a:lnTo>
                <a:lnTo>
                  <a:pt x="178343" y="1306203"/>
                </a:lnTo>
                <a:lnTo>
                  <a:pt x="178274" y="1316736"/>
                </a:lnTo>
                <a:lnTo>
                  <a:pt x="178293" y="1327270"/>
                </a:lnTo>
                <a:lnTo>
                  <a:pt x="178400" y="1337804"/>
                </a:lnTo>
                <a:lnTo>
                  <a:pt x="178594" y="1348338"/>
                </a:lnTo>
                <a:lnTo>
                  <a:pt x="178868" y="1358872"/>
                </a:lnTo>
                <a:lnTo>
                  <a:pt x="179216" y="1369406"/>
                </a:lnTo>
                <a:lnTo>
                  <a:pt x="179626" y="1379940"/>
                </a:lnTo>
                <a:lnTo>
                  <a:pt x="180086" y="1390474"/>
                </a:lnTo>
                <a:lnTo>
                  <a:pt x="180582" y="1401008"/>
                </a:lnTo>
                <a:lnTo>
                  <a:pt x="181103" y="1411542"/>
                </a:lnTo>
                <a:lnTo>
                  <a:pt x="181636" y="1422075"/>
                </a:lnTo>
                <a:lnTo>
                  <a:pt x="182180" y="1432609"/>
                </a:lnTo>
                <a:lnTo>
                  <a:pt x="182741" y="1443143"/>
                </a:lnTo>
                <a:lnTo>
                  <a:pt x="183339" y="1453677"/>
                </a:lnTo>
                <a:lnTo>
                  <a:pt x="184014" y="1464211"/>
                </a:lnTo>
                <a:lnTo>
                  <a:pt x="184830" y="1474745"/>
                </a:lnTo>
                <a:lnTo>
                  <a:pt x="185880" y="1485279"/>
                </a:lnTo>
                <a:lnTo>
                  <a:pt x="187287" y="1495813"/>
                </a:lnTo>
                <a:lnTo>
                  <a:pt x="189208" y="1506347"/>
                </a:lnTo>
                <a:lnTo>
                  <a:pt x="191829" y="1516880"/>
                </a:lnTo>
                <a:lnTo>
                  <a:pt x="195361" y="1527414"/>
                </a:lnTo>
                <a:lnTo>
                  <a:pt x="200027" y="1537948"/>
                </a:lnTo>
                <a:lnTo>
                  <a:pt x="206042" y="1548482"/>
                </a:lnTo>
                <a:lnTo>
                  <a:pt x="213585" y="1559016"/>
                </a:lnTo>
                <a:lnTo>
                  <a:pt x="222776" y="1569550"/>
                </a:lnTo>
                <a:lnTo>
                  <a:pt x="233635" y="1580084"/>
                </a:lnTo>
                <a:lnTo>
                  <a:pt x="246054" y="1590618"/>
                </a:lnTo>
                <a:lnTo>
                  <a:pt x="259776" y="1601152"/>
                </a:lnTo>
                <a:lnTo>
                  <a:pt x="274380" y="1611685"/>
                </a:lnTo>
                <a:lnTo>
                  <a:pt x="289294" y="1622219"/>
                </a:lnTo>
                <a:lnTo>
                  <a:pt x="303818" y="1632753"/>
                </a:lnTo>
                <a:lnTo>
                  <a:pt x="317179" y="1643287"/>
                </a:lnTo>
                <a:lnTo>
                  <a:pt x="328592" y="1653821"/>
                </a:lnTo>
                <a:lnTo>
                  <a:pt x="337338" y="1664355"/>
                </a:lnTo>
                <a:lnTo>
                  <a:pt x="342838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23" name="data_4352">
            <a:extLst>
              <a:ext uri="{FF2B5EF4-FFF2-40B4-BE49-F238E27FC236}">
                <a16:creationId xmlns:a16="http://schemas.microsoft.com/office/drawing/2014/main" id="{5F96F37F-82B0-47A8-B94E-8889A3177722}"/>
              </a:ext>
            </a:extLst>
          </p:cNvPr>
          <p:cNvSpPr>
            <a:spLocks/>
          </p:cNvSpPr>
          <p:nvPr/>
        </p:nvSpPr>
        <p:spPr>
          <a:xfrm>
            <a:off x="3694410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60714" y="1685423"/>
                </a:moveTo>
                <a:lnTo>
                  <a:pt x="84000" y="1685423"/>
                </a:lnTo>
                <a:lnTo>
                  <a:pt x="84984" y="1674889"/>
                </a:lnTo>
                <a:lnTo>
                  <a:pt x="87867" y="1664355"/>
                </a:lnTo>
                <a:lnTo>
                  <a:pt x="92445" y="1653821"/>
                </a:lnTo>
                <a:lnTo>
                  <a:pt x="98409" y="1643287"/>
                </a:lnTo>
                <a:lnTo>
                  <a:pt x="105374" y="1632753"/>
                </a:lnTo>
                <a:lnTo>
                  <a:pt x="112920" y="1622219"/>
                </a:lnTo>
                <a:lnTo>
                  <a:pt x="120636" y="1611685"/>
                </a:lnTo>
                <a:lnTo>
                  <a:pt x="128152" y="1601152"/>
                </a:lnTo>
                <a:lnTo>
                  <a:pt x="135167" y="1590618"/>
                </a:lnTo>
                <a:lnTo>
                  <a:pt x="141465" y="1580084"/>
                </a:lnTo>
                <a:lnTo>
                  <a:pt x="146916" y="1569550"/>
                </a:lnTo>
                <a:lnTo>
                  <a:pt x="151471" y="1559016"/>
                </a:lnTo>
                <a:lnTo>
                  <a:pt x="155149" y="1548482"/>
                </a:lnTo>
                <a:lnTo>
                  <a:pt x="158020" y="1537948"/>
                </a:lnTo>
                <a:lnTo>
                  <a:pt x="160183" y="1527414"/>
                </a:lnTo>
                <a:lnTo>
                  <a:pt x="161757" y="1516880"/>
                </a:lnTo>
                <a:lnTo>
                  <a:pt x="162858" y="1506347"/>
                </a:lnTo>
                <a:lnTo>
                  <a:pt x="163597" y="1495813"/>
                </a:lnTo>
                <a:lnTo>
                  <a:pt x="164070" y="1485279"/>
                </a:lnTo>
                <a:lnTo>
                  <a:pt x="164357" y="1474745"/>
                </a:lnTo>
                <a:lnTo>
                  <a:pt x="164521" y="1464211"/>
                </a:lnTo>
                <a:lnTo>
                  <a:pt x="164608" y="1453677"/>
                </a:lnTo>
                <a:lnTo>
                  <a:pt x="164651" y="1443143"/>
                </a:lnTo>
                <a:lnTo>
                  <a:pt x="164668" y="1432609"/>
                </a:lnTo>
                <a:lnTo>
                  <a:pt x="164670" y="1422075"/>
                </a:lnTo>
                <a:lnTo>
                  <a:pt x="164655" y="1411542"/>
                </a:lnTo>
                <a:lnTo>
                  <a:pt x="164617" y="1401008"/>
                </a:lnTo>
                <a:lnTo>
                  <a:pt x="164544" y="1390474"/>
                </a:lnTo>
                <a:lnTo>
                  <a:pt x="164419" y="1379940"/>
                </a:lnTo>
                <a:lnTo>
                  <a:pt x="164229" y="1369406"/>
                </a:lnTo>
                <a:lnTo>
                  <a:pt x="163959" y="1358872"/>
                </a:lnTo>
                <a:lnTo>
                  <a:pt x="163600" y="1348338"/>
                </a:lnTo>
                <a:lnTo>
                  <a:pt x="163151" y="1337804"/>
                </a:lnTo>
                <a:lnTo>
                  <a:pt x="162616" y="1327270"/>
                </a:lnTo>
                <a:lnTo>
                  <a:pt x="162008" y="1316736"/>
                </a:lnTo>
                <a:lnTo>
                  <a:pt x="161346" y="1306203"/>
                </a:lnTo>
                <a:lnTo>
                  <a:pt x="160653" y="1295669"/>
                </a:lnTo>
                <a:lnTo>
                  <a:pt x="159954" y="1285135"/>
                </a:lnTo>
                <a:lnTo>
                  <a:pt x="159274" y="1274601"/>
                </a:lnTo>
                <a:lnTo>
                  <a:pt x="158636" y="1264067"/>
                </a:lnTo>
                <a:lnTo>
                  <a:pt x="158056" y="1253533"/>
                </a:lnTo>
                <a:lnTo>
                  <a:pt x="157545" y="1242999"/>
                </a:lnTo>
                <a:lnTo>
                  <a:pt x="157109" y="1232465"/>
                </a:lnTo>
                <a:lnTo>
                  <a:pt x="156750" y="1221931"/>
                </a:lnTo>
                <a:lnTo>
                  <a:pt x="156469" y="1211398"/>
                </a:lnTo>
                <a:lnTo>
                  <a:pt x="156265" y="1200864"/>
                </a:lnTo>
                <a:lnTo>
                  <a:pt x="156142" y="1190330"/>
                </a:lnTo>
                <a:lnTo>
                  <a:pt x="156103" y="1179796"/>
                </a:lnTo>
                <a:lnTo>
                  <a:pt x="156156" y="1169262"/>
                </a:lnTo>
                <a:lnTo>
                  <a:pt x="156309" y="1158728"/>
                </a:lnTo>
                <a:lnTo>
                  <a:pt x="156572" y="1148194"/>
                </a:lnTo>
                <a:lnTo>
                  <a:pt x="156950" y="1137660"/>
                </a:lnTo>
                <a:lnTo>
                  <a:pt x="157441" y="1127126"/>
                </a:lnTo>
                <a:lnTo>
                  <a:pt x="158038" y="1116593"/>
                </a:lnTo>
                <a:lnTo>
                  <a:pt x="158726" y="1106059"/>
                </a:lnTo>
                <a:lnTo>
                  <a:pt x="159482" y="1095525"/>
                </a:lnTo>
                <a:lnTo>
                  <a:pt x="160277" y="1084991"/>
                </a:lnTo>
                <a:lnTo>
                  <a:pt x="161078" y="1074457"/>
                </a:lnTo>
                <a:lnTo>
                  <a:pt x="161849" y="1063923"/>
                </a:lnTo>
                <a:lnTo>
                  <a:pt x="162553" y="1053389"/>
                </a:lnTo>
                <a:lnTo>
                  <a:pt x="163156" y="1042855"/>
                </a:lnTo>
                <a:lnTo>
                  <a:pt x="163624" y="1032321"/>
                </a:lnTo>
                <a:lnTo>
                  <a:pt x="163921" y="1021788"/>
                </a:lnTo>
                <a:lnTo>
                  <a:pt x="164014" y="1011254"/>
                </a:lnTo>
                <a:lnTo>
                  <a:pt x="163867" y="1000720"/>
                </a:lnTo>
                <a:lnTo>
                  <a:pt x="163445" y="990186"/>
                </a:lnTo>
                <a:lnTo>
                  <a:pt x="162715" y="979652"/>
                </a:lnTo>
                <a:lnTo>
                  <a:pt x="161648" y="969118"/>
                </a:lnTo>
                <a:lnTo>
                  <a:pt x="160225" y="958584"/>
                </a:lnTo>
                <a:lnTo>
                  <a:pt x="158447" y="948050"/>
                </a:lnTo>
                <a:lnTo>
                  <a:pt x="156334" y="937516"/>
                </a:lnTo>
                <a:lnTo>
                  <a:pt x="153934" y="926982"/>
                </a:lnTo>
                <a:lnTo>
                  <a:pt x="151326" y="916449"/>
                </a:lnTo>
                <a:lnTo>
                  <a:pt x="148617" y="905915"/>
                </a:lnTo>
                <a:lnTo>
                  <a:pt x="145939" y="895381"/>
                </a:lnTo>
                <a:lnTo>
                  <a:pt x="143436" y="884847"/>
                </a:lnTo>
                <a:lnTo>
                  <a:pt x="141255" y="874313"/>
                </a:lnTo>
                <a:lnTo>
                  <a:pt x="139530" y="863779"/>
                </a:lnTo>
                <a:lnTo>
                  <a:pt x="138366" y="853245"/>
                </a:lnTo>
                <a:lnTo>
                  <a:pt x="137831" y="842711"/>
                </a:lnTo>
                <a:lnTo>
                  <a:pt x="137945" y="832177"/>
                </a:lnTo>
                <a:lnTo>
                  <a:pt x="138677" y="821644"/>
                </a:lnTo>
                <a:lnTo>
                  <a:pt x="139952" y="811110"/>
                </a:lnTo>
                <a:lnTo>
                  <a:pt x="141657" y="800576"/>
                </a:lnTo>
                <a:lnTo>
                  <a:pt x="143652" y="790042"/>
                </a:lnTo>
                <a:lnTo>
                  <a:pt x="145788" y="779508"/>
                </a:lnTo>
                <a:lnTo>
                  <a:pt x="147918" y="768974"/>
                </a:lnTo>
                <a:lnTo>
                  <a:pt x="149909" y="758440"/>
                </a:lnTo>
                <a:lnTo>
                  <a:pt x="151652" y="747906"/>
                </a:lnTo>
                <a:lnTo>
                  <a:pt x="153066" y="737372"/>
                </a:lnTo>
                <a:lnTo>
                  <a:pt x="154098" y="726839"/>
                </a:lnTo>
                <a:lnTo>
                  <a:pt x="154724" y="716305"/>
                </a:lnTo>
                <a:lnTo>
                  <a:pt x="154941" y="705771"/>
                </a:lnTo>
                <a:lnTo>
                  <a:pt x="154766" y="695237"/>
                </a:lnTo>
                <a:lnTo>
                  <a:pt x="154232" y="684703"/>
                </a:lnTo>
                <a:lnTo>
                  <a:pt x="153382" y="674169"/>
                </a:lnTo>
                <a:lnTo>
                  <a:pt x="152268" y="663635"/>
                </a:lnTo>
                <a:lnTo>
                  <a:pt x="150953" y="653101"/>
                </a:lnTo>
                <a:lnTo>
                  <a:pt x="149508" y="642567"/>
                </a:lnTo>
                <a:lnTo>
                  <a:pt x="148009" y="632034"/>
                </a:lnTo>
                <a:lnTo>
                  <a:pt x="146540" y="621500"/>
                </a:lnTo>
                <a:lnTo>
                  <a:pt x="145186" y="610966"/>
                </a:lnTo>
                <a:lnTo>
                  <a:pt x="144029" y="600432"/>
                </a:lnTo>
                <a:lnTo>
                  <a:pt x="143143" y="589898"/>
                </a:lnTo>
                <a:lnTo>
                  <a:pt x="142587" y="579364"/>
                </a:lnTo>
                <a:lnTo>
                  <a:pt x="142399" y="568830"/>
                </a:lnTo>
                <a:lnTo>
                  <a:pt x="142593" y="558296"/>
                </a:lnTo>
                <a:lnTo>
                  <a:pt x="143155" y="547762"/>
                </a:lnTo>
                <a:lnTo>
                  <a:pt x="144049" y="537228"/>
                </a:lnTo>
                <a:lnTo>
                  <a:pt x="145215" y="526695"/>
                </a:lnTo>
                <a:lnTo>
                  <a:pt x="146581" y="516161"/>
                </a:lnTo>
                <a:lnTo>
                  <a:pt x="148071" y="505627"/>
                </a:lnTo>
                <a:lnTo>
                  <a:pt x="149606" y="495093"/>
                </a:lnTo>
                <a:lnTo>
                  <a:pt x="151121" y="484559"/>
                </a:lnTo>
                <a:lnTo>
                  <a:pt x="152563" y="474025"/>
                </a:lnTo>
                <a:lnTo>
                  <a:pt x="153895" y="463491"/>
                </a:lnTo>
                <a:lnTo>
                  <a:pt x="155098" y="452957"/>
                </a:lnTo>
                <a:lnTo>
                  <a:pt x="156164" y="442423"/>
                </a:lnTo>
                <a:lnTo>
                  <a:pt x="157097" y="431890"/>
                </a:lnTo>
                <a:lnTo>
                  <a:pt x="157905" y="421356"/>
                </a:lnTo>
                <a:lnTo>
                  <a:pt x="158600" y="410822"/>
                </a:lnTo>
                <a:lnTo>
                  <a:pt x="159190" y="400288"/>
                </a:lnTo>
                <a:lnTo>
                  <a:pt x="159684" y="389754"/>
                </a:lnTo>
                <a:lnTo>
                  <a:pt x="160084" y="379220"/>
                </a:lnTo>
                <a:lnTo>
                  <a:pt x="160394" y="368686"/>
                </a:lnTo>
                <a:lnTo>
                  <a:pt x="160618" y="358152"/>
                </a:lnTo>
                <a:lnTo>
                  <a:pt x="160760" y="347618"/>
                </a:lnTo>
                <a:lnTo>
                  <a:pt x="160832" y="337085"/>
                </a:lnTo>
                <a:lnTo>
                  <a:pt x="160847" y="326551"/>
                </a:lnTo>
                <a:lnTo>
                  <a:pt x="160824" y="316017"/>
                </a:lnTo>
                <a:lnTo>
                  <a:pt x="160786" y="305483"/>
                </a:lnTo>
                <a:lnTo>
                  <a:pt x="160755" y="294949"/>
                </a:lnTo>
                <a:lnTo>
                  <a:pt x="160753" y="284415"/>
                </a:lnTo>
                <a:lnTo>
                  <a:pt x="160795" y="273881"/>
                </a:lnTo>
                <a:lnTo>
                  <a:pt x="160889" y="263347"/>
                </a:lnTo>
                <a:lnTo>
                  <a:pt x="161030" y="252813"/>
                </a:lnTo>
                <a:lnTo>
                  <a:pt x="161199" y="242280"/>
                </a:lnTo>
                <a:lnTo>
                  <a:pt x="161357" y="231746"/>
                </a:lnTo>
                <a:lnTo>
                  <a:pt x="161447" y="221212"/>
                </a:lnTo>
                <a:lnTo>
                  <a:pt x="161386" y="210678"/>
                </a:lnTo>
                <a:lnTo>
                  <a:pt x="161062" y="200144"/>
                </a:lnTo>
                <a:lnTo>
                  <a:pt x="160335" y="189610"/>
                </a:lnTo>
                <a:lnTo>
                  <a:pt x="159034" y="179076"/>
                </a:lnTo>
                <a:lnTo>
                  <a:pt x="156957" y="168542"/>
                </a:lnTo>
                <a:lnTo>
                  <a:pt x="153881" y="158008"/>
                </a:lnTo>
                <a:lnTo>
                  <a:pt x="149568" y="147474"/>
                </a:lnTo>
                <a:lnTo>
                  <a:pt x="143791" y="136941"/>
                </a:lnTo>
                <a:lnTo>
                  <a:pt x="136354" y="126407"/>
                </a:lnTo>
                <a:lnTo>
                  <a:pt x="127128" y="115873"/>
                </a:lnTo>
                <a:lnTo>
                  <a:pt x="116085" y="105339"/>
                </a:lnTo>
                <a:lnTo>
                  <a:pt x="103333" y="94805"/>
                </a:lnTo>
                <a:lnTo>
                  <a:pt x="89139" y="84271"/>
                </a:lnTo>
                <a:lnTo>
                  <a:pt x="73944" y="73737"/>
                </a:lnTo>
                <a:lnTo>
                  <a:pt x="58356" y="63203"/>
                </a:lnTo>
                <a:lnTo>
                  <a:pt x="43120" y="52669"/>
                </a:lnTo>
                <a:lnTo>
                  <a:pt x="29064" y="42136"/>
                </a:lnTo>
                <a:lnTo>
                  <a:pt x="17032" y="31602"/>
                </a:lnTo>
                <a:lnTo>
                  <a:pt x="7797" y="21068"/>
                </a:lnTo>
                <a:lnTo>
                  <a:pt x="1985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30" y="10534"/>
                </a:lnTo>
                <a:lnTo>
                  <a:pt x="336917" y="21068"/>
                </a:lnTo>
                <a:lnTo>
                  <a:pt x="327682" y="31602"/>
                </a:lnTo>
                <a:lnTo>
                  <a:pt x="315650" y="42136"/>
                </a:lnTo>
                <a:lnTo>
                  <a:pt x="301595" y="52669"/>
                </a:lnTo>
                <a:lnTo>
                  <a:pt x="286359" y="63203"/>
                </a:lnTo>
                <a:lnTo>
                  <a:pt x="270771" y="73737"/>
                </a:lnTo>
                <a:lnTo>
                  <a:pt x="255576" y="84271"/>
                </a:lnTo>
                <a:lnTo>
                  <a:pt x="241381" y="94805"/>
                </a:lnTo>
                <a:lnTo>
                  <a:pt x="228629" y="105339"/>
                </a:lnTo>
                <a:lnTo>
                  <a:pt x="217586" y="115873"/>
                </a:lnTo>
                <a:lnTo>
                  <a:pt x="208361" y="126407"/>
                </a:lnTo>
                <a:lnTo>
                  <a:pt x="200924" y="136941"/>
                </a:lnTo>
                <a:lnTo>
                  <a:pt x="195146" y="147474"/>
                </a:lnTo>
                <a:lnTo>
                  <a:pt x="190833" y="158008"/>
                </a:lnTo>
                <a:lnTo>
                  <a:pt x="187757" y="168542"/>
                </a:lnTo>
                <a:lnTo>
                  <a:pt x="185680" y="179076"/>
                </a:lnTo>
                <a:lnTo>
                  <a:pt x="184379" y="189610"/>
                </a:lnTo>
                <a:lnTo>
                  <a:pt x="183652" y="200144"/>
                </a:lnTo>
                <a:lnTo>
                  <a:pt x="183329" y="210678"/>
                </a:lnTo>
                <a:lnTo>
                  <a:pt x="183267" y="221212"/>
                </a:lnTo>
                <a:lnTo>
                  <a:pt x="183357" y="231746"/>
                </a:lnTo>
                <a:lnTo>
                  <a:pt x="183516" y="242280"/>
                </a:lnTo>
                <a:lnTo>
                  <a:pt x="183684" y="252813"/>
                </a:lnTo>
                <a:lnTo>
                  <a:pt x="183825" y="263347"/>
                </a:lnTo>
                <a:lnTo>
                  <a:pt x="183919" y="273881"/>
                </a:lnTo>
                <a:lnTo>
                  <a:pt x="183962" y="284415"/>
                </a:lnTo>
                <a:lnTo>
                  <a:pt x="183959" y="294949"/>
                </a:lnTo>
                <a:lnTo>
                  <a:pt x="183929" y="305483"/>
                </a:lnTo>
                <a:lnTo>
                  <a:pt x="183890" y="316017"/>
                </a:lnTo>
                <a:lnTo>
                  <a:pt x="183868" y="326551"/>
                </a:lnTo>
                <a:lnTo>
                  <a:pt x="183882" y="337085"/>
                </a:lnTo>
                <a:lnTo>
                  <a:pt x="183954" y="347618"/>
                </a:lnTo>
                <a:lnTo>
                  <a:pt x="184097" y="358152"/>
                </a:lnTo>
                <a:lnTo>
                  <a:pt x="184320" y="368686"/>
                </a:lnTo>
                <a:lnTo>
                  <a:pt x="184630" y="379220"/>
                </a:lnTo>
                <a:lnTo>
                  <a:pt x="185031" y="389754"/>
                </a:lnTo>
                <a:lnTo>
                  <a:pt x="185524" y="400288"/>
                </a:lnTo>
                <a:lnTo>
                  <a:pt x="186114" y="410822"/>
                </a:lnTo>
                <a:lnTo>
                  <a:pt x="186809" y="421356"/>
                </a:lnTo>
                <a:lnTo>
                  <a:pt x="187618" y="431890"/>
                </a:lnTo>
                <a:lnTo>
                  <a:pt x="188550" y="442423"/>
                </a:lnTo>
                <a:lnTo>
                  <a:pt x="189616" y="452957"/>
                </a:lnTo>
                <a:lnTo>
                  <a:pt x="190819" y="463491"/>
                </a:lnTo>
                <a:lnTo>
                  <a:pt x="192151" y="474025"/>
                </a:lnTo>
                <a:lnTo>
                  <a:pt x="193593" y="484559"/>
                </a:lnTo>
                <a:lnTo>
                  <a:pt x="195108" y="495093"/>
                </a:lnTo>
                <a:lnTo>
                  <a:pt x="196644" y="505627"/>
                </a:lnTo>
                <a:lnTo>
                  <a:pt x="198133" y="516161"/>
                </a:lnTo>
                <a:lnTo>
                  <a:pt x="199499" y="526695"/>
                </a:lnTo>
                <a:lnTo>
                  <a:pt x="200666" y="537228"/>
                </a:lnTo>
                <a:lnTo>
                  <a:pt x="201559" y="547762"/>
                </a:lnTo>
                <a:lnTo>
                  <a:pt x="202122" y="558296"/>
                </a:lnTo>
                <a:lnTo>
                  <a:pt x="202315" y="568830"/>
                </a:lnTo>
                <a:lnTo>
                  <a:pt x="202127" y="579364"/>
                </a:lnTo>
                <a:lnTo>
                  <a:pt x="201571" y="589898"/>
                </a:lnTo>
                <a:lnTo>
                  <a:pt x="200685" y="600432"/>
                </a:lnTo>
                <a:lnTo>
                  <a:pt x="199528" y="610966"/>
                </a:lnTo>
                <a:lnTo>
                  <a:pt x="198174" y="621500"/>
                </a:lnTo>
                <a:lnTo>
                  <a:pt x="196705" y="632034"/>
                </a:lnTo>
                <a:lnTo>
                  <a:pt x="195206" y="642567"/>
                </a:lnTo>
                <a:lnTo>
                  <a:pt x="193761" y="653101"/>
                </a:lnTo>
                <a:lnTo>
                  <a:pt x="192446" y="663635"/>
                </a:lnTo>
                <a:lnTo>
                  <a:pt x="191333" y="674169"/>
                </a:lnTo>
                <a:lnTo>
                  <a:pt x="190482" y="684703"/>
                </a:lnTo>
                <a:lnTo>
                  <a:pt x="189948" y="695237"/>
                </a:lnTo>
                <a:lnTo>
                  <a:pt x="189773" y="705771"/>
                </a:lnTo>
                <a:lnTo>
                  <a:pt x="189990" y="716305"/>
                </a:lnTo>
                <a:lnTo>
                  <a:pt x="190616" y="726839"/>
                </a:lnTo>
                <a:lnTo>
                  <a:pt x="191649" y="737372"/>
                </a:lnTo>
                <a:lnTo>
                  <a:pt x="193063" y="747906"/>
                </a:lnTo>
                <a:lnTo>
                  <a:pt x="194806" y="758440"/>
                </a:lnTo>
                <a:lnTo>
                  <a:pt x="196797" y="768974"/>
                </a:lnTo>
                <a:lnTo>
                  <a:pt x="198926" y="779508"/>
                </a:lnTo>
                <a:lnTo>
                  <a:pt x="201062" y="790042"/>
                </a:lnTo>
                <a:lnTo>
                  <a:pt x="203057" y="800576"/>
                </a:lnTo>
                <a:lnTo>
                  <a:pt x="204762" y="811110"/>
                </a:lnTo>
                <a:lnTo>
                  <a:pt x="206037" y="821644"/>
                </a:lnTo>
                <a:lnTo>
                  <a:pt x="206769" y="832177"/>
                </a:lnTo>
                <a:lnTo>
                  <a:pt x="206883" y="842711"/>
                </a:lnTo>
                <a:lnTo>
                  <a:pt x="206348" y="853245"/>
                </a:lnTo>
                <a:lnTo>
                  <a:pt x="205184" y="863779"/>
                </a:lnTo>
                <a:lnTo>
                  <a:pt x="203459" y="874313"/>
                </a:lnTo>
                <a:lnTo>
                  <a:pt x="201278" y="884847"/>
                </a:lnTo>
                <a:lnTo>
                  <a:pt x="198775" y="895381"/>
                </a:lnTo>
                <a:lnTo>
                  <a:pt x="196097" y="905915"/>
                </a:lnTo>
                <a:lnTo>
                  <a:pt x="193389" y="916449"/>
                </a:lnTo>
                <a:lnTo>
                  <a:pt x="190781" y="926982"/>
                </a:lnTo>
                <a:lnTo>
                  <a:pt x="188381" y="937516"/>
                </a:lnTo>
                <a:lnTo>
                  <a:pt x="186267" y="948050"/>
                </a:lnTo>
                <a:lnTo>
                  <a:pt x="184489" y="958584"/>
                </a:lnTo>
                <a:lnTo>
                  <a:pt x="183067" y="969118"/>
                </a:lnTo>
                <a:lnTo>
                  <a:pt x="181999" y="979652"/>
                </a:lnTo>
                <a:lnTo>
                  <a:pt x="181269" y="990186"/>
                </a:lnTo>
                <a:lnTo>
                  <a:pt x="180847" y="1000720"/>
                </a:lnTo>
                <a:lnTo>
                  <a:pt x="180700" y="1011254"/>
                </a:lnTo>
                <a:lnTo>
                  <a:pt x="180793" y="1021788"/>
                </a:lnTo>
                <a:lnTo>
                  <a:pt x="181090" y="1032321"/>
                </a:lnTo>
                <a:lnTo>
                  <a:pt x="181558" y="1042855"/>
                </a:lnTo>
                <a:lnTo>
                  <a:pt x="182161" y="1053389"/>
                </a:lnTo>
                <a:lnTo>
                  <a:pt x="182866" y="1063923"/>
                </a:lnTo>
                <a:lnTo>
                  <a:pt x="183636" y="1074457"/>
                </a:lnTo>
                <a:lnTo>
                  <a:pt x="184437" y="1084991"/>
                </a:lnTo>
                <a:lnTo>
                  <a:pt x="185232" y="1095525"/>
                </a:lnTo>
                <a:lnTo>
                  <a:pt x="185988" y="1106059"/>
                </a:lnTo>
                <a:lnTo>
                  <a:pt x="186677" y="1116593"/>
                </a:lnTo>
                <a:lnTo>
                  <a:pt x="187274" y="1127126"/>
                </a:lnTo>
                <a:lnTo>
                  <a:pt x="187765" y="1137660"/>
                </a:lnTo>
                <a:lnTo>
                  <a:pt x="188142" y="1148194"/>
                </a:lnTo>
                <a:lnTo>
                  <a:pt x="188405" y="1158728"/>
                </a:lnTo>
                <a:lnTo>
                  <a:pt x="188559" y="1169262"/>
                </a:lnTo>
                <a:lnTo>
                  <a:pt x="188612" y="1179796"/>
                </a:lnTo>
                <a:lnTo>
                  <a:pt x="188573" y="1190330"/>
                </a:lnTo>
                <a:lnTo>
                  <a:pt x="188449" y="1200864"/>
                </a:lnTo>
                <a:lnTo>
                  <a:pt x="188246" y="1211398"/>
                </a:lnTo>
                <a:lnTo>
                  <a:pt x="187964" y="1221931"/>
                </a:lnTo>
                <a:lnTo>
                  <a:pt x="187606" y="1232465"/>
                </a:lnTo>
                <a:lnTo>
                  <a:pt x="187170" y="1242999"/>
                </a:lnTo>
                <a:lnTo>
                  <a:pt x="186658" y="1253533"/>
                </a:lnTo>
                <a:lnTo>
                  <a:pt x="186078" y="1264067"/>
                </a:lnTo>
                <a:lnTo>
                  <a:pt x="185440" y="1274601"/>
                </a:lnTo>
                <a:lnTo>
                  <a:pt x="184760" y="1285135"/>
                </a:lnTo>
                <a:lnTo>
                  <a:pt x="184062" y="1295669"/>
                </a:lnTo>
                <a:lnTo>
                  <a:pt x="183368" y="1306203"/>
                </a:lnTo>
                <a:lnTo>
                  <a:pt x="182706" y="1316736"/>
                </a:lnTo>
                <a:lnTo>
                  <a:pt x="182098" y="1327270"/>
                </a:lnTo>
                <a:lnTo>
                  <a:pt x="181563" y="1337804"/>
                </a:lnTo>
                <a:lnTo>
                  <a:pt x="181114" y="1348338"/>
                </a:lnTo>
                <a:lnTo>
                  <a:pt x="180756" y="1358872"/>
                </a:lnTo>
                <a:lnTo>
                  <a:pt x="180486" y="1369406"/>
                </a:lnTo>
                <a:lnTo>
                  <a:pt x="180295" y="1379940"/>
                </a:lnTo>
                <a:lnTo>
                  <a:pt x="180170" y="1390474"/>
                </a:lnTo>
                <a:lnTo>
                  <a:pt x="180097" y="1401008"/>
                </a:lnTo>
                <a:lnTo>
                  <a:pt x="180059" y="1411542"/>
                </a:lnTo>
                <a:lnTo>
                  <a:pt x="180044" y="1422075"/>
                </a:lnTo>
                <a:lnTo>
                  <a:pt x="180046" y="1432609"/>
                </a:lnTo>
                <a:lnTo>
                  <a:pt x="180064" y="1443143"/>
                </a:lnTo>
                <a:lnTo>
                  <a:pt x="180106" y="1453677"/>
                </a:lnTo>
                <a:lnTo>
                  <a:pt x="180194" y="1464211"/>
                </a:lnTo>
                <a:lnTo>
                  <a:pt x="180357" y="1474745"/>
                </a:lnTo>
                <a:lnTo>
                  <a:pt x="180645" y="1485279"/>
                </a:lnTo>
                <a:lnTo>
                  <a:pt x="181118" y="1495813"/>
                </a:lnTo>
                <a:lnTo>
                  <a:pt x="181857" y="1506347"/>
                </a:lnTo>
                <a:lnTo>
                  <a:pt x="182958" y="1516880"/>
                </a:lnTo>
                <a:lnTo>
                  <a:pt x="184531" y="1527414"/>
                </a:lnTo>
                <a:lnTo>
                  <a:pt x="186695" y="1537948"/>
                </a:lnTo>
                <a:lnTo>
                  <a:pt x="189565" y="1548482"/>
                </a:lnTo>
                <a:lnTo>
                  <a:pt x="193243" y="1559016"/>
                </a:lnTo>
                <a:lnTo>
                  <a:pt x="197798" y="1569550"/>
                </a:lnTo>
                <a:lnTo>
                  <a:pt x="203249" y="1580084"/>
                </a:lnTo>
                <a:lnTo>
                  <a:pt x="209547" y="1590618"/>
                </a:lnTo>
                <a:lnTo>
                  <a:pt x="216562" y="1601152"/>
                </a:lnTo>
                <a:lnTo>
                  <a:pt x="224078" y="1611685"/>
                </a:lnTo>
                <a:lnTo>
                  <a:pt x="231794" y="1622219"/>
                </a:lnTo>
                <a:lnTo>
                  <a:pt x="239340" y="1632753"/>
                </a:lnTo>
                <a:lnTo>
                  <a:pt x="246305" y="1643287"/>
                </a:lnTo>
                <a:lnTo>
                  <a:pt x="252269" y="1653821"/>
                </a:lnTo>
                <a:lnTo>
                  <a:pt x="256848" y="1664355"/>
                </a:lnTo>
                <a:lnTo>
                  <a:pt x="259730" y="1674889"/>
                </a:lnTo>
                <a:lnTo>
                  <a:pt x="260714" y="1685423"/>
                </a:lnTo>
                <a:lnTo>
                  <a:pt x="260714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24" name="data_4353">
            <a:extLst>
              <a:ext uri="{FF2B5EF4-FFF2-40B4-BE49-F238E27FC236}">
                <a16:creationId xmlns:a16="http://schemas.microsoft.com/office/drawing/2014/main" id="{7CE4A29B-3CFF-46AE-B169-F9970A10E4DE}"/>
              </a:ext>
            </a:extLst>
          </p:cNvPr>
          <p:cNvSpPr>
            <a:spLocks/>
          </p:cNvSpPr>
          <p:nvPr/>
        </p:nvSpPr>
        <p:spPr>
          <a:xfrm>
            <a:off x="4160240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11517" y="1685423"/>
                </a:moveTo>
                <a:lnTo>
                  <a:pt x="133197" y="1685423"/>
                </a:lnTo>
                <a:lnTo>
                  <a:pt x="133588" y="1674889"/>
                </a:lnTo>
                <a:lnTo>
                  <a:pt x="134733" y="1664355"/>
                </a:lnTo>
                <a:lnTo>
                  <a:pt x="136558" y="1653821"/>
                </a:lnTo>
                <a:lnTo>
                  <a:pt x="138944" y="1643287"/>
                </a:lnTo>
                <a:lnTo>
                  <a:pt x="141746" y="1632753"/>
                </a:lnTo>
                <a:lnTo>
                  <a:pt x="144803" y="1622219"/>
                </a:lnTo>
                <a:lnTo>
                  <a:pt x="147955" y="1611685"/>
                </a:lnTo>
                <a:lnTo>
                  <a:pt x="151059" y="1601152"/>
                </a:lnTo>
                <a:lnTo>
                  <a:pt x="153994" y="1590618"/>
                </a:lnTo>
                <a:lnTo>
                  <a:pt x="156671" y="1580084"/>
                </a:lnTo>
                <a:lnTo>
                  <a:pt x="159033" y="1569550"/>
                </a:lnTo>
                <a:lnTo>
                  <a:pt x="161055" y="1559016"/>
                </a:lnTo>
                <a:lnTo>
                  <a:pt x="162740" y="1548482"/>
                </a:lnTo>
                <a:lnTo>
                  <a:pt x="164110" y="1537948"/>
                </a:lnTo>
                <a:lnTo>
                  <a:pt x="165202" y="1527414"/>
                </a:lnTo>
                <a:lnTo>
                  <a:pt x="166062" y="1516880"/>
                </a:lnTo>
                <a:lnTo>
                  <a:pt x="166737" y="1506347"/>
                </a:lnTo>
                <a:lnTo>
                  <a:pt x="167270" y="1495813"/>
                </a:lnTo>
                <a:lnTo>
                  <a:pt x="167699" y="1485279"/>
                </a:lnTo>
                <a:lnTo>
                  <a:pt x="168054" y="1474745"/>
                </a:lnTo>
                <a:lnTo>
                  <a:pt x="168355" y="1464211"/>
                </a:lnTo>
                <a:lnTo>
                  <a:pt x="168614" y="1453677"/>
                </a:lnTo>
                <a:lnTo>
                  <a:pt x="168833" y="1443143"/>
                </a:lnTo>
                <a:lnTo>
                  <a:pt x="169009" y="1432609"/>
                </a:lnTo>
                <a:lnTo>
                  <a:pt x="169133" y="1422075"/>
                </a:lnTo>
                <a:lnTo>
                  <a:pt x="169193" y="1411542"/>
                </a:lnTo>
                <a:lnTo>
                  <a:pt x="169176" y="1401008"/>
                </a:lnTo>
                <a:lnTo>
                  <a:pt x="169072" y="1390474"/>
                </a:lnTo>
                <a:lnTo>
                  <a:pt x="168873" y="1379940"/>
                </a:lnTo>
                <a:lnTo>
                  <a:pt x="168574" y="1369406"/>
                </a:lnTo>
                <a:lnTo>
                  <a:pt x="168178" y="1358872"/>
                </a:lnTo>
                <a:lnTo>
                  <a:pt x="167694" y="1348338"/>
                </a:lnTo>
                <a:lnTo>
                  <a:pt x="167134" y="1337804"/>
                </a:lnTo>
                <a:lnTo>
                  <a:pt x="166520" y="1327270"/>
                </a:lnTo>
                <a:lnTo>
                  <a:pt x="165874" y="1316736"/>
                </a:lnTo>
                <a:lnTo>
                  <a:pt x="165222" y="1306203"/>
                </a:lnTo>
                <a:lnTo>
                  <a:pt x="164588" y="1295669"/>
                </a:lnTo>
                <a:lnTo>
                  <a:pt x="163998" y="1285135"/>
                </a:lnTo>
                <a:lnTo>
                  <a:pt x="163470" y="1274601"/>
                </a:lnTo>
                <a:lnTo>
                  <a:pt x="163017" y="1264067"/>
                </a:lnTo>
                <a:lnTo>
                  <a:pt x="162649" y="1253533"/>
                </a:lnTo>
                <a:lnTo>
                  <a:pt x="162365" y="1242999"/>
                </a:lnTo>
                <a:lnTo>
                  <a:pt x="162163" y="1232465"/>
                </a:lnTo>
                <a:lnTo>
                  <a:pt x="162035" y="1221931"/>
                </a:lnTo>
                <a:lnTo>
                  <a:pt x="161970" y="1211398"/>
                </a:lnTo>
                <a:lnTo>
                  <a:pt x="161960" y="1200864"/>
                </a:lnTo>
                <a:lnTo>
                  <a:pt x="161996" y="1190330"/>
                </a:lnTo>
                <a:lnTo>
                  <a:pt x="162076" y="1179796"/>
                </a:lnTo>
                <a:lnTo>
                  <a:pt x="162198" y="1169262"/>
                </a:lnTo>
                <a:lnTo>
                  <a:pt x="162365" y="1158728"/>
                </a:lnTo>
                <a:lnTo>
                  <a:pt x="162581" y="1148194"/>
                </a:lnTo>
                <a:lnTo>
                  <a:pt x="162851" y="1137660"/>
                </a:lnTo>
                <a:lnTo>
                  <a:pt x="163176" y="1127126"/>
                </a:lnTo>
                <a:lnTo>
                  <a:pt x="163553" y="1116593"/>
                </a:lnTo>
                <a:lnTo>
                  <a:pt x="163976" y="1106059"/>
                </a:lnTo>
                <a:lnTo>
                  <a:pt x="164430" y="1095525"/>
                </a:lnTo>
                <a:lnTo>
                  <a:pt x="164896" y="1084991"/>
                </a:lnTo>
                <a:lnTo>
                  <a:pt x="165351" y="1074457"/>
                </a:lnTo>
                <a:lnTo>
                  <a:pt x="165770" y="1063923"/>
                </a:lnTo>
                <a:lnTo>
                  <a:pt x="166128" y="1053389"/>
                </a:lnTo>
                <a:lnTo>
                  <a:pt x="166399" y="1042855"/>
                </a:lnTo>
                <a:lnTo>
                  <a:pt x="166562" y="1032321"/>
                </a:lnTo>
                <a:lnTo>
                  <a:pt x="166597" y="1021788"/>
                </a:lnTo>
                <a:lnTo>
                  <a:pt x="166485" y="1011254"/>
                </a:lnTo>
                <a:lnTo>
                  <a:pt x="166212" y="1000720"/>
                </a:lnTo>
                <a:lnTo>
                  <a:pt x="165763" y="990186"/>
                </a:lnTo>
                <a:lnTo>
                  <a:pt x="165127" y="979652"/>
                </a:lnTo>
                <a:lnTo>
                  <a:pt x="164295" y="969118"/>
                </a:lnTo>
                <a:lnTo>
                  <a:pt x="163265" y="958584"/>
                </a:lnTo>
                <a:lnTo>
                  <a:pt x="162043" y="948050"/>
                </a:lnTo>
                <a:lnTo>
                  <a:pt x="160645" y="937516"/>
                </a:lnTo>
                <a:lnTo>
                  <a:pt x="159103" y="926982"/>
                </a:lnTo>
                <a:lnTo>
                  <a:pt x="157466" y="916449"/>
                </a:lnTo>
                <a:lnTo>
                  <a:pt x="155796" y="905915"/>
                </a:lnTo>
                <a:lnTo>
                  <a:pt x="154171" y="895381"/>
                </a:lnTo>
                <a:lnTo>
                  <a:pt x="152674" y="884847"/>
                </a:lnTo>
                <a:lnTo>
                  <a:pt x="151391" y="874313"/>
                </a:lnTo>
                <a:lnTo>
                  <a:pt x="150398" y="863779"/>
                </a:lnTo>
                <a:lnTo>
                  <a:pt x="149755" y="853245"/>
                </a:lnTo>
                <a:lnTo>
                  <a:pt x="149501" y="842711"/>
                </a:lnTo>
                <a:lnTo>
                  <a:pt x="149645" y="832177"/>
                </a:lnTo>
                <a:lnTo>
                  <a:pt x="150165" y="821644"/>
                </a:lnTo>
                <a:lnTo>
                  <a:pt x="151015" y="811110"/>
                </a:lnTo>
                <a:lnTo>
                  <a:pt x="152125" y="800576"/>
                </a:lnTo>
                <a:lnTo>
                  <a:pt x="153411" y="790042"/>
                </a:lnTo>
                <a:lnTo>
                  <a:pt x="154784" y="779508"/>
                </a:lnTo>
                <a:lnTo>
                  <a:pt x="156158" y="768974"/>
                </a:lnTo>
                <a:lnTo>
                  <a:pt x="157456" y="758440"/>
                </a:lnTo>
                <a:lnTo>
                  <a:pt x="158618" y="747906"/>
                </a:lnTo>
                <a:lnTo>
                  <a:pt x="159599" y="737372"/>
                </a:lnTo>
                <a:lnTo>
                  <a:pt x="160373" y="726839"/>
                </a:lnTo>
                <a:lnTo>
                  <a:pt x="160928" y="716305"/>
                </a:lnTo>
                <a:lnTo>
                  <a:pt x="161264" y="705771"/>
                </a:lnTo>
                <a:lnTo>
                  <a:pt x="161390" y="695237"/>
                </a:lnTo>
                <a:lnTo>
                  <a:pt x="161321" y="684703"/>
                </a:lnTo>
                <a:lnTo>
                  <a:pt x="161077" y="674169"/>
                </a:lnTo>
                <a:lnTo>
                  <a:pt x="160681" y="663635"/>
                </a:lnTo>
                <a:lnTo>
                  <a:pt x="160160" y="653101"/>
                </a:lnTo>
                <a:lnTo>
                  <a:pt x="159545" y="642567"/>
                </a:lnTo>
                <a:lnTo>
                  <a:pt x="158871" y="632034"/>
                </a:lnTo>
                <a:lnTo>
                  <a:pt x="158178" y="621500"/>
                </a:lnTo>
                <a:lnTo>
                  <a:pt x="157509" y="610966"/>
                </a:lnTo>
                <a:lnTo>
                  <a:pt x="156907" y="600432"/>
                </a:lnTo>
                <a:lnTo>
                  <a:pt x="156413" y="589898"/>
                </a:lnTo>
                <a:lnTo>
                  <a:pt x="156060" y="579364"/>
                </a:lnTo>
                <a:lnTo>
                  <a:pt x="155871" y="568830"/>
                </a:lnTo>
                <a:lnTo>
                  <a:pt x="155855" y="558296"/>
                </a:lnTo>
                <a:lnTo>
                  <a:pt x="156008" y="547762"/>
                </a:lnTo>
                <a:lnTo>
                  <a:pt x="156308" y="537228"/>
                </a:lnTo>
                <a:lnTo>
                  <a:pt x="156724" y="526695"/>
                </a:lnTo>
                <a:lnTo>
                  <a:pt x="157214" y="516161"/>
                </a:lnTo>
                <a:lnTo>
                  <a:pt x="157736" y="505627"/>
                </a:lnTo>
                <a:lnTo>
                  <a:pt x="158248" y="495093"/>
                </a:lnTo>
                <a:lnTo>
                  <a:pt x="158714" y="484559"/>
                </a:lnTo>
                <a:lnTo>
                  <a:pt x="159110" y="474025"/>
                </a:lnTo>
                <a:lnTo>
                  <a:pt x="159424" y="463491"/>
                </a:lnTo>
                <a:lnTo>
                  <a:pt x="159655" y="452957"/>
                </a:lnTo>
                <a:lnTo>
                  <a:pt x="159812" y="442423"/>
                </a:lnTo>
                <a:lnTo>
                  <a:pt x="159911" y="431890"/>
                </a:lnTo>
                <a:lnTo>
                  <a:pt x="159972" y="421356"/>
                </a:lnTo>
                <a:lnTo>
                  <a:pt x="160014" y="410822"/>
                </a:lnTo>
                <a:lnTo>
                  <a:pt x="160056" y="400288"/>
                </a:lnTo>
                <a:lnTo>
                  <a:pt x="160110" y="389754"/>
                </a:lnTo>
                <a:lnTo>
                  <a:pt x="160184" y="379220"/>
                </a:lnTo>
                <a:lnTo>
                  <a:pt x="160284" y="368686"/>
                </a:lnTo>
                <a:lnTo>
                  <a:pt x="160411" y="358152"/>
                </a:lnTo>
                <a:lnTo>
                  <a:pt x="160566" y="347618"/>
                </a:lnTo>
                <a:lnTo>
                  <a:pt x="160750" y="337085"/>
                </a:lnTo>
                <a:lnTo>
                  <a:pt x="160965" y="326551"/>
                </a:lnTo>
                <a:lnTo>
                  <a:pt x="161215" y="316017"/>
                </a:lnTo>
                <a:lnTo>
                  <a:pt x="161504" y="305483"/>
                </a:lnTo>
                <a:lnTo>
                  <a:pt x="161837" y="294949"/>
                </a:lnTo>
                <a:lnTo>
                  <a:pt x="162216" y="284415"/>
                </a:lnTo>
                <a:lnTo>
                  <a:pt x="162638" y="273881"/>
                </a:lnTo>
                <a:lnTo>
                  <a:pt x="163097" y="263347"/>
                </a:lnTo>
                <a:lnTo>
                  <a:pt x="163574" y="252813"/>
                </a:lnTo>
                <a:lnTo>
                  <a:pt x="164041" y="242280"/>
                </a:lnTo>
                <a:lnTo>
                  <a:pt x="164454" y="231746"/>
                </a:lnTo>
                <a:lnTo>
                  <a:pt x="164749" y="221212"/>
                </a:lnTo>
                <a:lnTo>
                  <a:pt x="164842" y="210678"/>
                </a:lnTo>
                <a:lnTo>
                  <a:pt x="164621" y="200144"/>
                </a:lnTo>
                <a:lnTo>
                  <a:pt x="163946" y="189610"/>
                </a:lnTo>
                <a:lnTo>
                  <a:pt x="162644" y="179076"/>
                </a:lnTo>
                <a:lnTo>
                  <a:pt x="160513" y="168542"/>
                </a:lnTo>
                <a:lnTo>
                  <a:pt x="157329" y="158008"/>
                </a:lnTo>
                <a:lnTo>
                  <a:pt x="152856" y="147474"/>
                </a:lnTo>
                <a:lnTo>
                  <a:pt x="146868" y="136941"/>
                </a:lnTo>
                <a:lnTo>
                  <a:pt x="139173" y="126407"/>
                </a:lnTo>
                <a:lnTo>
                  <a:pt x="129651" y="115873"/>
                </a:lnTo>
                <a:lnTo>
                  <a:pt x="118284" y="105339"/>
                </a:lnTo>
                <a:lnTo>
                  <a:pt x="105191" y="94805"/>
                </a:lnTo>
                <a:lnTo>
                  <a:pt x="90654" y="84271"/>
                </a:lnTo>
                <a:lnTo>
                  <a:pt x="75131" y="73737"/>
                </a:lnTo>
                <a:lnTo>
                  <a:pt x="59240" y="63203"/>
                </a:lnTo>
                <a:lnTo>
                  <a:pt x="43738" y="52669"/>
                </a:lnTo>
                <a:lnTo>
                  <a:pt x="29461" y="42136"/>
                </a:lnTo>
                <a:lnTo>
                  <a:pt x="17255" y="31602"/>
                </a:lnTo>
                <a:lnTo>
                  <a:pt x="7896" y="21068"/>
                </a:lnTo>
                <a:lnTo>
                  <a:pt x="2009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705" y="10534"/>
                </a:lnTo>
                <a:lnTo>
                  <a:pt x="336818" y="21068"/>
                </a:lnTo>
                <a:lnTo>
                  <a:pt x="327459" y="31602"/>
                </a:lnTo>
                <a:lnTo>
                  <a:pt x="315253" y="42136"/>
                </a:lnTo>
                <a:lnTo>
                  <a:pt x="300976" y="52669"/>
                </a:lnTo>
                <a:lnTo>
                  <a:pt x="285474" y="63203"/>
                </a:lnTo>
                <a:lnTo>
                  <a:pt x="269584" y="73737"/>
                </a:lnTo>
                <a:lnTo>
                  <a:pt x="254060" y="84271"/>
                </a:lnTo>
                <a:lnTo>
                  <a:pt x="239524" y="94805"/>
                </a:lnTo>
                <a:lnTo>
                  <a:pt x="226431" y="105339"/>
                </a:lnTo>
                <a:lnTo>
                  <a:pt x="215063" y="115873"/>
                </a:lnTo>
                <a:lnTo>
                  <a:pt x="205541" y="126407"/>
                </a:lnTo>
                <a:lnTo>
                  <a:pt x="197846" y="136941"/>
                </a:lnTo>
                <a:lnTo>
                  <a:pt x="191858" y="147474"/>
                </a:lnTo>
                <a:lnTo>
                  <a:pt x="187385" y="158008"/>
                </a:lnTo>
                <a:lnTo>
                  <a:pt x="184201" y="168542"/>
                </a:lnTo>
                <a:lnTo>
                  <a:pt x="182071" y="179076"/>
                </a:lnTo>
                <a:lnTo>
                  <a:pt x="180769" y="189610"/>
                </a:lnTo>
                <a:lnTo>
                  <a:pt x="180093" y="200144"/>
                </a:lnTo>
                <a:lnTo>
                  <a:pt x="179873" y="210678"/>
                </a:lnTo>
                <a:lnTo>
                  <a:pt x="179966" y="221212"/>
                </a:lnTo>
                <a:lnTo>
                  <a:pt x="180261" y="231746"/>
                </a:lnTo>
                <a:lnTo>
                  <a:pt x="180673" y="242280"/>
                </a:lnTo>
                <a:lnTo>
                  <a:pt x="181140" y="252813"/>
                </a:lnTo>
                <a:lnTo>
                  <a:pt x="181617" y="263347"/>
                </a:lnTo>
                <a:lnTo>
                  <a:pt x="182076" y="273881"/>
                </a:lnTo>
                <a:lnTo>
                  <a:pt x="182499" y="284415"/>
                </a:lnTo>
                <a:lnTo>
                  <a:pt x="182877" y="294949"/>
                </a:lnTo>
                <a:lnTo>
                  <a:pt x="183210" y="305483"/>
                </a:lnTo>
                <a:lnTo>
                  <a:pt x="183499" y="316017"/>
                </a:lnTo>
                <a:lnTo>
                  <a:pt x="183749" y="326551"/>
                </a:lnTo>
                <a:lnTo>
                  <a:pt x="183964" y="337085"/>
                </a:lnTo>
                <a:lnTo>
                  <a:pt x="184148" y="347618"/>
                </a:lnTo>
                <a:lnTo>
                  <a:pt x="184303" y="358152"/>
                </a:lnTo>
                <a:lnTo>
                  <a:pt x="184430" y="368686"/>
                </a:lnTo>
                <a:lnTo>
                  <a:pt x="184530" y="379220"/>
                </a:lnTo>
                <a:lnTo>
                  <a:pt x="184605" y="389754"/>
                </a:lnTo>
                <a:lnTo>
                  <a:pt x="184658" y="400288"/>
                </a:lnTo>
                <a:lnTo>
                  <a:pt x="184700" y="410822"/>
                </a:lnTo>
                <a:lnTo>
                  <a:pt x="184742" y="421356"/>
                </a:lnTo>
                <a:lnTo>
                  <a:pt x="184803" y="431890"/>
                </a:lnTo>
                <a:lnTo>
                  <a:pt x="184902" y="442423"/>
                </a:lnTo>
                <a:lnTo>
                  <a:pt x="185059" y="452957"/>
                </a:lnTo>
                <a:lnTo>
                  <a:pt x="185290" y="463491"/>
                </a:lnTo>
                <a:lnTo>
                  <a:pt x="185604" y="474025"/>
                </a:lnTo>
                <a:lnTo>
                  <a:pt x="186001" y="484559"/>
                </a:lnTo>
                <a:lnTo>
                  <a:pt x="186467" y="495093"/>
                </a:lnTo>
                <a:lnTo>
                  <a:pt x="186978" y="505627"/>
                </a:lnTo>
                <a:lnTo>
                  <a:pt x="187500" y="516161"/>
                </a:lnTo>
                <a:lnTo>
                  <a:pt x="187991" y="526695"/>
                </a:lnTo>
                <a:lnTo>
                  <a:pt x="188406" y="537228"/>
                </a:lnTo>
                <a:lnTo>
                  <a:pt x="188707" y="547762"/>
                </a:lnTo>
                <a:lnTo>
                  <a:pt x="188859" y="558296"/>
                </a:lnTo>
                <a:lnTo>
                  <a:pt x="188844" y="568830"/>
                </a:lnTo>
                <a:lnTo>
                  <a:pt x="188655" y="579364"/>
                </a:lnTo>
                <a:lnTo>
                  <a:pt x="188302" y="589898"/>
                </a:lnTo>
                <a:lnTo>
                  <a:pt x="187807" y="600432"/>
                </a:lnTo>
                <a:lnTo>
                  <a:pt x="187206" y="610966"/>
                </a:lnTo>
                <a:lnTo>
                  <a:pt x="186537" y="621500"/>
                </a:lnTo>
                <a:lnTo>
                  <a:pt x="185844" y="632034"/>
                </a:lnTo>
                <a:lnTo>
                  <a:pt x="185170" y="642567"/>
                </a:lnTo>
                <a:lnTo>
                  <a:pt x="184554" y="653101"/>
                </a:lnTo>
                <a:lnTo>
                  <a:pt x="184033" y="663635"/>
                </a:lnTo>
                <a:lnTo>
                  <a:pt x="183637" y="674169"/>
                </a:lnTo>
                <a:lnTo>
                  <a:pt x="183393" y="684703"/>
                </a:lnTo>
                <a:lnTo>
                  <a:pt x="183324" y="695237"/>
                </a:lnTo>
                <a:lnTo>
                  <a:pt x="183450" y="705771"/>
                </a:lnTo>
                <a:lnTo>
                  <a:pt x="183786" y="716305"/>
                </a:lnTo>
                <a:lnTo>
                  <a:pt x="184341" y="726839"/>
                </a:lnTo>
                <a:lnTo>
                  <a:pt x="185115" y="737372"/>
                </a:lnTo>
                <a:lnTo>
                  <a:pt x="186096" y="747906"/>
                </a:lnTo>
                <a:lnTo>
                  <a:pt x="187258" y="758440"/>
                </a:lnTo>
                <a:lnTo>
                  <a:pt x="188557" y="768974"/>
                </a:lnTo>
                <a:lnTo>
                  <a:pt x="189930" y="779508"/>
                </a:lnTo>
                <a:lnTo>
                  <a:pt x="191303" y="790042"/>
                </a:lnTo>
                <a:lnTo>
                  <a:pt x="192589" y="800576"/>
                </a:lnTo>
                <a:lnTo>
                  <a:pt x="193699" y="811110"/>
                </a:lnTo>
                <a:lnTo>
                  <a:pt x="194549" y="821644"/>
                </a:lnTo>
                <a:lnTo>
                  <a:pt x="195070" y="832177"/>
                </a:lnTo>
                <a:lnTo>
                  <a:pt x="195213" y="842711"/>
                </a:lnTo>
                <a:lnTo>
                  <a:pt x="194959" y="853245"/>
                </a:lnTo>
                <a:lnTo>
                  <a:pt x="194317" y="863779"/>
                </a:lnTo>
                <a:lnTo>
                  <a:pt x="193323" y="874313"/>
                </a:lnTo>
                <a:lnTo>
                  <a:pt x="192040" y="884847"/>
                </a:lnTo>
                <a:lnTo>
                  <a:pt x="190543" y="895381"/>
                </a:lnTo>
                <a:lnTo>
                  <a:pt x="188918" y="905915"/>
                </a:lnTo>
                <a:lnTo>
                  <a:pt x="187248" y="916449"/>
                </a:lnTo>
                <a:lnTo>
                  <a:pt x="185611" y="926982"/>
                </a:lnTo>
                <a:lnTo>
                  <a:pt x="184070" y="937516"/>
                </a:lnTo>
                <a:lnTo>
                  <a:pt x="182672" y="948050"/>
                </a:lnTo>
                <a:lnTo>
                  <a:pt x="181449" y="958584"/>
                </a:lnTo>
                <a:lnTo>
                  <a:pt x="180419" y="969118"/>
                </a:lnTo>
                <a:lnTo>
                  <a:pt x="179587" y="979652"/>
                </a:lnTo>
                <a:lnTo>
                  <a:pt x="178951" y="990186"/>
                </a:lnTo>
                <a:lnTo>
                  <a:pt x="178502" y="1000720"/>
                </a:lnTo>
                <a:lnTo>
                  <a:pt x="178229" y="1011254"/>
                </a:lnTo>
                <a:lnTo>
                  <a:pt x="178117" y="1021788"/>
                </a:lnTo>
                <a:lnTo>
                  <a:pt x="178152" y="1032321"/>
                </a:lnTo>
                <a:lnTo>
                  <a:pt x="178315" y="1042855"/>
                </a:lnTo>
                <a:lnTo>
                  <a:pt x="178587" y="1053389"/>
                </a:lnTo>
                <a:lnTo>
                  <a:pt x="178944" y="1063923"/>
                </a:lnTo>
                <a:lnTo>
                  <a:pt x="179363" y="1074457"/>
                </a:lnTo>
                <a:lnTo>
                  <a:pt x="179818" y="1084991"/>
                </a:lnTo>
                <a:lnTo>
                  <a:pt x="180284" y="1095525"/>
                </a:lnTo>
                <a:lnTo>
                  <a:pt x="180738" y="1106059"/>
                </a:lnTo>
                <a:lnTo>
                  <a:pt x="181161" y="1116593"/>
                </a:lnTo>
                <a:lnTo>
                  <a:pt x="181539" y="1127126"/>
                </a:lnTo>
                <a:lnTo>
                  <a:pt x="181863" y="1137660"/>
                </a:lnTo>
                <a:lnTo>
                  <a:pt x="182133" y="1148194"/>
                </a:lnTo>
                <a:lnTo>
                  <a:pt x="182350" y="1158728"/>
                </a:lnTo>
                <a:lnTo>
                  <a:pt x="182517" y="1169262"/>
                </a:lnTo>
                <a:lnTo>
                  <a:pt x="182638" y="1179796"/>
                </a:lnTo>
                <a:lnTo>
                  <a:pt x="182718" y="1190330"/>
                </a:lnTo>
                <a:lnTo>
                  <a:pt x="182755" y="1200864"/>
                </a:lnTo>
                <a:lnTo>
                  <a:pt x="182744" y="1211398"/>
                </a:lnTo>
                <a:lnTo>
                  <a:pt x="182680" y="1221931"/>
                </a:lnTo>
                <a:lnTo>
                  <a:pt x="182551" y="1232465"/>
                </a:lnTo>
                <a:lnTo>
                  <a:pt x="182349" y="1242999"/>
                </a:lnTo>
                <a:lnTo>
                  <a:pt x="182066" y="1253533"/>
                </a:lnTo>
                <a:lnTo>
                  <a:pt x="181697" y="1264067"/>
                </a:lnTo>
                <a:lnTo>
                  <a:pt x="181245" y="1274601"/>
                </a:lnTo>
                <a:lnTo>
                  <a:pt x="180716" y="1285135"/>
                </a:lnTo>
                <a:lnTo>
                  <a:pt x="180126" y="1295669"/>
                </a:lnTo>
                <a:lnTo>
                  <a:pt x="179493" y="1306203"/>
                </a:lnTo>
                <a:lnTo>
                  <a:pt x="178840" y="1316736"/>
                </a:lnTo>
                <a:lnTo>
                  <a:pt x="178194" y="1327270"/>
                </a:lnTo>
                <a:lnTo>
                  <a:pt x="177580" y="1337804"/>
                </a:lnTo>
                <a:lnTo>
                  <a:pt x="177021" y="1348338"/>
                </a:lnTo>
                <a:lnTo>
                  <a:pt x="176536" y="1358872"/>
                </a:lnTo>
                <a:lnTo>
                  <a:pt x="176140" y="1369406"/>
                </a:lnTo>
                <a:lnTo>
                  <a:pt x="175841" y="1379940"/>
                </a:lnTo>
                <a:lnTo>
                  <a:pt x="175642" y="1390474"/>
                </a:lnTo>
                <a:lnTo>
                  <a:pt x="175538" y="1401008"/>
                </a:lnTo>
                <a:lnTo>
                  <a:pt x="175522" y="1411542"/>
                </a:lnTo>
                <a:lnTo>
                  <a:pt x="175581" y="1422075"/>
                </a:lnTo>
                <a:lnTo>
                  <a:pt x="175705" y="1432609"/>
                </a:lnTo>
                <a:lnTo>
                  <a:pt x="175881" y="1443143"/>
                </a:lnTo>
                <a:lnTo>
                  <a:pt x="176100" y="1453677"/>
                </a:lnTo>
                <a:lnTo>
                  <a:pt x="176359" y="1464211"/>
                </a:lnTo>
                <a:lnTo>
                  <a:pt x="176660" y="1474745"/>
                </a:lnTo>
                <a:lnTo>
                  <a:pt x="177015" y="1485279"/>
                </a:lnTo>
                <a:lnTo>
                  <a:pt x="177444" y="1495813"/>
                </a:lnTo>
                <a:lnTo>
                  <a:pt x="177977" y="1506347"/>
                </a:lnTo>
                <a:lnTo>
                  <a:pt x="178652" y="1516880"/>
                </a:lnTo>
                <a:lnTo>
                  <a:pt x="179512" y="1527414"/>
                </a:lnTo>
                <a:lnTo>
                  <a:pt x="180604" y="1537948"/>
                </a:lnTo>
                <a:lnTo>
                  <a:pt x="181974" y="1548482"/>
                </a:lnTo>
                <a:lnTo>
                  <a:pt x="183659" y="1559016"/>
                </a:lnTo>
                <a:lnTo>
                  <a:pt x="185681" y="1569550"/>
                </a:lnTo>
                <a:lnTo>
                  <a:pt x="188043" y="1580084"/>
                </a:lnTo>
                <a:lnTo>
                  <a:pt x="190720" y="1590618"/>
                </a:lnTo>
                <a:lnTo>
                  <a:pt x="193655" y="1601152"/>
                </a:lnTo>
                <a:lnTo>
                  <a:pt x="196759" y="1611685"/>
                </a:lnTo>
                <a:lnTo>
                  <a:pt x="199912" y="1622219"/>
                </a:lnTo>
                <a:lnTo>
                  <a:pt x="202968" y="1632753"/>
                </a:lnTo>
                <a:lnTo>
                  <a:pt x="205770" y="1643287"/>
                </a:lnTo>
                <a:lnTo>
                  <a:pt x="208156" y="1653821"/>
                </a:lnTo>
                <a:lnTo>
                  <a:pt x="209981" y="1664355"/>
                </a:lnTo>
                <a:lnTo>
                  <a:pt x="211127" y="1674889"/>
                </a:lnTo>
                <a:lnTo>
                  <a:pt x="211517" y="1685423"/>
                </a:lnTo>
                <a:lnTo>
                  <a:pt x="211517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25" name="data_4354">
            <a:extLst>
              <a:ext uri="{FF2B5EF4-FFF2-40B4-BE49-F238E27FC236}">
                <a16:creationId xmlns:a16="http://schemas.microsoft.com/office/drawing/2014/main" id="{B68B350E-CB2B-49F4-B2B0-C2599B0B9BD4}"/>
              </a:ext>
            </a:extLst>
          </p:cNvPr>
          <p:cNvSpPr>
            <a:spLocks/>
          </p:cNvSpPr>
          <p:nvPr/>
        </p:nvSpPr>
        <p:spPr>
          <a:xfrm>
            <a:off x="157340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" name="data_4355">
            <a:extLst>
              <a:ext uri="{FF2B5EF4-FFF2-40B4-BE49-F238E27FC236}">
                <a16:creationId xmlns:a16="http://schemas.microsoft.com/office/drawing/2014/main" id="{75BAFDEA-76A6-49D2-B1F7-515EB972B4B2}"/>
              </a:ext>
            </a:extLst>
          </p:cNvPr>
          <p:cNvSpPr>
            <a:spLocks/>
          </p:cNvSpPr>
          <p:nvPr/>
        </p:nvSpPr>
        <p:spPr>
          <a:xfrm>
            <a:off x="151314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" name="data_4356">
            <a:extLst>
              <a:ext uri="{FF2B5EF4-FFF2-40B4-BE49-F238E27FC236}">
                <a16:creationId xmlns:a16="http://schemas.microsoft.com/office/drawing/2014/main" id="{695BAF3B-5849-46DF-AC07-632CC2A0FEC2}"/>
              </a:ext>
            </a:extLst>
          </p:cNvPr>
          <p:cNvSpPr>
            <a:spLocks/>
          </p:cNvSpPr>
          <p:nvPr/>
        </p:nvSpPr>
        <p:spPr>
          <a:xfrm>
            <a:off x="136999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" name="data_4357">
            <a:extLst>
              <a:ext uri="{FF2B5EF4-FFF2-40B4-BE49-F238E27FC236}">
                <a16:creationId xmlns:a16="http://schemas.microsoft.com/office/drawing/2014/main" id="{52F5F1A3-41BC-4265-B8D7-E7D4787C37ED}"/>
              </a:ext>
            </a:extLst>
          </p:cNvPr>
          <p:cNvSpPr>
            <a:spLocks/>
          </p:cNvSpPr>
          <p:nvPr/>
        </p:nvSpPr>
        <p:spPr>
          <a:xfrm>
            <a:off x="143428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" name="data_4358">
            <a:extLst>
              <a:ext uri="{FF2B5EF4-FFF2-40B4-BE49-F238E27FC236}">
                <a16:creationId xmlns:a16="http://schemas.microsoft.com/office/drawing/2014/main" id="{44D80D27-5F25-43A7-AE70-9C60C9CD05F0}"/>
              </a:ext>
            </a:extLst>
          </p:cNvPr>
          <p:cNvSpPr>
            <a:spLocks/>
          </p:cNvSpPr>
          <p:nvPr/>
        </p:nvSpPr>
        <p:spPr>
          <a:xfrm>
            <a:off x="1419945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" name="data_4359">
            <a:extLst>
              <a:ext uri="{FF2B5EF4-FFF2-40B4-BE49-F238E27FC236}">
                <a16:creationId xmlns:a16="http://schemas.microsoft.com/office/drawing/2014/main" id="{6BDC469F-C810-4FDF-A594-D59B4FDB539E}"/>
              </a:ext>
            </a:extLst>
          </p:cNvPr>
          <p:cNvSpPr>
            <a:spLocks/>
          </p:cNvSpPr>
          <p:nvPr/>
        </p:nvSpPr>
        <p:spPr>
          <a:xfrm>
            <a:off x="140706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" name="data_4360">
            <a:extLst>
              <a:ext uri="{FF2B5EF4-FFF2-40B4-BE49-F238E27FC236}">
                <a16:creationId xmlns:a16="http://schemas.microsoft.com/office/drawing/2014/main" id="{A2D92418-5EA3-4F93-A859-E64E0E0E1287}"/>
              </a:ext>
            </a:extLst>
          </p:cNvPr>
          <p:cNvSpPr>
            <a:spLocks/>
          </p:cNvSpPr>
          <p:nvPr/>
        </p:nvSpPr>
        <p:spPr>
          <a:xfrm>
            <a:off x="149130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" name="data_4361">
            <a:extLst>
              <a:ext uri="{FF2B5EF4-FFF2-40B4-BE49-F238E27FC236}">
                <a16:creationId xmlns:a16="http://schemas.microsoft.com/office/drawing/2014/main" id="{EB4870A1-176D-4370-81C1-F405C6348F0F}"/>
              </a:ext>
            </a:extLst>
          </p:cNvPr>
          <p:cNvSpPr>
            <a:spLocks/>
          </p:cNvSpPr>
          <p:nvPr/>
        </p:nvSpPr>
        <p:spPr>
          <a:xfrm>
            <a:off x="1424394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" name="data_4362">
            <a:extLst>
              <a:ext uri="{FF2B5EF4-FFF2-40B4-BE49-F238E27FC236}">
                <a16:creationId xmlns:a16="http://schemas.microsoft.com/office/drawing/2014/main" id="{5C201B43-39D3-4681-99AB-783C0A411981}"/>
              </a:ext>
            </a:extLst>
          </p:cNvPr>
          <p:cNvSpPr>
            <a:spLocks/>
          </p:cNvSpPr>
          <p:nvPr/>
        </p:nvSpPr>
        <p:spPr>
          <a:xfrm>
            <a:off x="155145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" name="data_4363">
            <a:extLst>
              <a:ext uri="{FF2B5EF4-FFF2-40B4-BE49-F238E27FC236}">
                <a16:creationId xmlns:a16="http://schemas.microsoft.com/office/drawing/2014/main" id="{A2948D0D-36E9-41F6-B49D-F09C1B7C89F2}"/>
              </a:ext>
            </a:extLst>
          </p:cNvPr>
          <p:cNvSpPr>
            <a:spLocks/>
          </p:cNvSpPr>
          <p:nvPr/>
        </p:nvSpPr>
        <p:spPr>
          <a:xfrm>
            <a:off x="1462036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" name="data_4364">
            <a:extLst>
              <a:ext uri="{FF2B5EF4-FFF2-40B4-BE49-F238E27FC236}">
                <a16:creationId xmlns:a16="http://schemas.microsoft.com/office/drawing/2014/main" id="{101FA6B5-1B2C-48D3-9ACF-08CA790C62AC}"/>
              </a:ext>
            </a:extLst>
          </p:cNvPr>
          <p:cNvSpPr>
            <a:spLocks/>
          </p:cNvSpPr>
          <p:nvPr/>
        </p:nvSpPr>
        <p:spPr>
          <a:xfrm>
            <a:off x="1423991" y="27328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" name="data_4365">
            <a:extLst>
              <a:ext uri="{FF2B5EF4-FFF2-40B4-BE49-F238E27FC236}">
                <a16:creationId xmlns:a16="http://schemas.microsoft.com/office/drawing/2014/main" id="{342FCB40-BD4F-43D1-8D14-76CBDC0781FB}"/>
              </a:ext>
            </a:extLst>
          </p:cNvPr>
          <p:cNvSpPr>
            <a:spLocks/>
          </p:cNvSpPr>
          <p:nvPr/>
        </p:nvSpPr>
        <p:spPr>
          <a:xfrm>
            <a:off x="1558316" y="34838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" name="data_4366">
            <a:extLst>
              <a:ext uri="{FF2B5EF4-FFF2-40B4-BE49-F238E27FC236}">
                <a16:creationId xmlns:a16="http://schemas.microsoft.com/office/drawing/2014/main" id="{51F0F1D5-B250-454B-A98B-478F059A1798}"/>
              </a:ext>
            </a:extLst>
          </p:cNvPr>
          <p:cNvSpPr>
            <a:spLocks/>
          </p:cNvSpPr>
          <p:nvPr/>
        </p:nvSpPr>
        <p:spPr>
          <a:xfrm>
            <a:off x="1540654" y="3213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" name="data_4367">
            <a:extLst>
              <a:ext uri="{FF2B5EF4-FFF2-40B4-BE49-F238E27FC236}">
                <a16:creationId xmlns:a16="http://schemas.microsoft.com/office/drawing/2014/main" id="{586B03D6-5338-4F70-BA64-E388F0461E14}"/>
              </a:ext>
            </a:extLst>
          </p:cNvPr>
          <p:cNvSpPr>
            <a:spLocks/>
          </p:cNvSpPr>
          <p:nvPr/>
        </p:nvSpPr>
        <p:spPr>
          <a:xfrm>
            <a:off x="1570475" y="38672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" name="data_4368">
            <a:extLst>
              <a:ext uri="{FF2B5EF4-FFF2-40B4-BE49-F238E27FC236}">
                <a16:creationId xmlns:a16="http://schemas.microsoft.com/office/drawing/2014/main" id="{B0E347AA-ED00-458E-8D38-F6FE13422B5F}"/>
              </a:ext>
            </a:extLst>
          </p:cNvPr>
          <p:cNvSpPr>
            <a:spLocks/>
          </p:cNvSpPr>
          <p:nvPr/>
        </p:nvSpPr>
        <p:spPr>
          <a:xfrm>
            <a:off x="1446788" y="37202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" name="data_4369">
            <a:extLst>
              <a:ext uri="{FF2B5EF4-FFF2-40B4-BE49-F238E27FC236}">
                <a16:creationId xmlns:a16="http://schemas.microsoft.com/office/drawing/2014/main" id="{0D5DDA61-F2BB-4285-853A-253F01893064}"/>
              </a:ext>
            </a:extLst>
          </p:cNvPr>
          <p:cNvSpPr>
            <a:spLocks/>
          </p:cNvSpPr>
          <p:nvPr/>
        </p:nvSpPr>
        <p:spPr>
          <a:xfrm>
            <a:off x="1516219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" name="data_4370">
            <a:extLst>
              <a:ext uri="{FF2B5EF4-FFF2-40B4-BE49-F238E27FC236}">
                <a16:creationId xmlns:a16="http://schemas.microsoft.com/office/drawing/2014/main" id="{1B1D4067-6903-49A7-842F-19B3D8EEB36F}"/>
              </a:ext>
            </a:extLst>
          </p:cNvPr>
          <p:cNvSpPr>
            <a:spLocks/>
          </p:cNvSpPr>
          <p:nvPr/>
        </p:nvSpPr>
        <p:spPr>
          <a:xfrm>
            <a:off x="14249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" name="data_4371">
            <a:extLst>
              <a:ext uri="{FF2B5EF4-FFF2-40B4-BE49-F238E27FC236}">
                <a16:creationId xmlns:a16="http://schemas.microsoft.com/office/drawing/2014/main" id="{6D6BAE01-B9B5-4CE8-9620-3F3810EFD62A}"/>
              </a:ext>
            </a:extLst>
          </p:cNvPr>
          <p:cNvSpPr>
            <a:spLocks/>
          </p:cNvSpPr>
          <p:nvPr/>
        </p:nvSpPr>
        <p:spPr>
          <a:xfrm>
            <a:off x="1584679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" name="data_4372">
            <a:extLst>
              <a:ext uri="{FF2B5EF4-FFF2-40B4-BE49-F238E27FC236}">
                <a16:creationId xmlns:a16="http://schemas.microsoft.com/office/drawing/2014/main" id="{FE4B9F59-371B-4FEA-87D8-7333C4023FA8}"/>
              </a:ext>
            </a:extLst>
          </p:cNvPr>
          <p:cNvSpPr>
            <a:spLocks/>
          </p:cNvSpPr>
          <p:nvPr/>
        </p:nvSpPr>
        <p:spPr>
          <a:xfrm>
            <a:off x="1525131" y="30967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" name="data_4373">
            <a:extLst>
              <a:ext uri="{FF2B5EF4-FFF2-40B4-BE49-F238E27FC236}">
                <a16:creationId xmlns:a16="http://schemas.microsoft.com/office/drawing/2014/main" id="{EDB52623-CD0F-4426-ADE3-B4FF4471A426}"/>
              </a:ext>
            </a:extLst>
          </p:cNvPr>
          <p:cNvSpPr>
            <a:spLocks/>
          </p:cNvSpPr>
          <p:nvPr/>
        </p:nvSpPr>
        <p:spPr>
          <a:xfrm>
            <a:off x="1584563" y="3213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" name="data_4374">
            <a:extLst>
              <a:ext uri="{FF2B5EF4-FFF2-40B4-BE49-F238E27FC236}">
                <a16:creationId xmlns:a16="http://schemas.microsoft.com/office/drawing/2014/main" id="{C3FC8A57-DCA2-4504-AE2C-DDEAEA09A2B2}"/>
              </a:ext>
            </a:extLst>
          </p:cNvPr>
          <p:cNvSpPr>
            <a:spLocks/>
          </p:cNvSpPr>
          <p:nvPr/>
        </p:nvSpPr>
        <p:spPr>
          <a:xfrm>
            <a:off x="1389567" y="37650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" name="data_4375">
            <a:extLst>
              <a:ext uri="{FF2B5EF4-FFF2-40B4-BE49-F238E27FC236}">
                <a16:creationId xmlns:a16="http://schemas.microsoft.com/office/drawing/2014/main" id="{896A6A5F-BEFB-4947-80BB-54437FD45B46}"/>
              </a:ext>
            </a:extLst>
          </p:cNvPr>
          <p:cNvSpPr>
            <a:spLocks/>
          </p:cNvSpPr>
          <p:nvPr/>
        </p:nvSpPr>
        <p:spPr>
          <a:xfrm>
            <a:off x="14107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" name="data_4376">
            <a:extLst>
              <a:ext uri="{FF2B5EF4-FFF2-40B4-BE49-F238E27FC236}">
                <a16:creationId xmlns:a16="http://schemas.microsoft.com/office/drawing/2014/main" id="{9CED0D0A-3D45-40A1-8CF0-034C110E1D60}"/>
              </a:ext>
            </a:extLst>
          </p:cNvPr>
          <p:cNvSpPr>
            <a:spLocks/>
          </p:cNvSpPr>
          <p:nvPr/>
        </p:nvSpPr>
        <p:spPr>
          <a:xfrm>
            <a:off x="1515154" y="32572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" name="data_4377">
            <a:extLst>
              <a:ext uri="{FF2B5EF4-FFF2-40B4-BE49-F238E27FC236}">
                <a16:creationId xmlns:a16="http://schemas.microsoft.com/office/drawing/2014/main" id="{E03DF8C6-4184-47D2-81B3-548F5C667A33}"/>
              </a:ext>
            </a:extLst>
          </p:cNvPr>
          <p:cNvSpPr>
            <a:spLocks/>
          </p:cNvSpPr>
          <p:nvPr/>
        </p:nvSpPr>
        <p:spPr>
          <a:xfrm>
            <a:off x="144078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" name="data_4378">
            <a:extLst>
              <a:ext uri="{FF2B5EF4-FFF2-40B4-BE49-F238E27FC236}">
                <a16:creationId xmlns:a16="http://schemas.microsoft.com/office/drawing/2014/main" id="{CF35BBB3-FDA6-46E2-850E-A46CFE76EB5F}"/>
              </a:ext>
            </a:extLst>
          </p:cNvPr>
          <p:cNvSpPr>
            <a:spLocks/>
          </p:cNvSpPr>
          <p:nvPr/>
        </p:nvSpPr>
        <p:spPr>
          <a:xfrm>
            <a:off x="153472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" name="data_4379">
            <a:extLst>
              <a:ext uri="{FF2B5EF4-FFF2-40B4-BE49-F238E27FC236}">
                <a16:creationId xmlns:a16="http://schemas.microsoft.com/office/drawing/2014/main" id="{A1EB37FF-3828-4ADE-9CFE-B87715DA9DBA}"/>
              </a:ext>
            </a:extLst>
          </p:cNvPr>
          <p:cNvSpPr>
            <a:spLocks/>
          </p:cNvSpPr>
          <p:nvPr/>
        </p:nvSpPr>
        <p:spPr>
          <a:xfrm>
            <a:off x="137039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" name="data_4380">
            <a:extLst>
              <a:ext uri="{FF2B5EF4-FFF2-40B4-BE49-F238E27FC236}">
                <a16:creationId xmlns:a16="http://schemas.microsoft.com/office/drawing/2014/main" id="{2FDC07ED-715A-4E1A-9AEF-A6780E062F02}"/>
              </a:ext>
            </a:extLst>
          </p:cNvPr>
          <p:cNvSpPr>
            <a:spLocks/>
          </p:cNvSpPr>
          <p:nvPr/>
        </p:nvSpPr>
        <p:spPr>
          <a:xfrm>
            <a:off x="1392293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" name="data_4381">
            <a:extLst>
              <a:ext uri="{FF2B5EF4-FFF2-40B4-BE49-F238E27FC236}">
                <a16:creationId xmlns:a16="http://schemas.microsoft.com/office/drawing/2014/main" id="{92E200A0-DC4C-41B4-BB70-782718B688E9}"/>
              </a:ext>
            </a:extLst>
          </p:cNvPr>
          <p:cNvSpPr>
            <a:spLocks/>
          </p:cNvSpPr>
          <p:nvPr/>
        </p:nvSpPr>
        <p:spPr>
          <a:xfrm>
            <a:off x="14396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" name="data_4382">
            <a:extLst>
              <a:ext uri="{FF2B5EF4-FFF2-40B4-BE49-F238E27FC236}">
                <a16:creationId xmlns:a16="http://schemas.microsoft.com/office/drawing/2014/main" id="{FBE88B38-2E73-4D6A-9102-A43EDF984601}"/>
              </a:ext>
            </a:extLst>
          </p:cNvPr>
          <p:cNvSpPr>
            <a:spLocks/>
          </p:cNvSpPr>
          <p:nvPr/>
        </p:nvSpPr>
        <p:spPr>
          <a:xfrm>
            <a:off x="1390415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" name="data_4383">
            <a:extLst>
              <a:ext uri="{FF2B5EF4-FFF2-40B4-BE49-F238E27FC236}">
                <a16:creationId xmlns:a16="http://schemas.microsoft.com/office/drawing/2014/main" id="{240E0D6B-9786-4F92-A963-1DAEEDCFE51A}"/>
              </a:ext>
            </a:extLst>
          </p:cNvPr>
          <p:cNvSpPr>
            <a:spLocks/>
          </p:cNvSpPr>
          <p:nvPr/>
        </p:nvSpPr>
        <p:spPr>
          <a:xfrm>
            <a:off x="1573856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" name="data_4384">
            <a:extLst>
              <a:ext uri="{FF2B5EF4-FFF2-40B4-BE49-F238E27FC236}">
                <a16:creationId xmlns:a16="http://schemas.microsoft.com/office/drawing/2014/main" id="{56C7A436-B0E5-48E7-B5BD-8C9679D87319}"/>
              </a:ext>
            </a:extLst>
          </p:cNvPr>
          <p:cNvSpPr>
            <a:spLocks/>
          </p:cNvSpPr>
          <p:nvPr/>
        </p:nvSpPr>
        <p:spPr>
          <a:xfrm>
            <a:off x="15659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" name="data_4385">
            <a:extLst>
              <a:ext uri="{FF2B5EF4-FFF2-40B4-BE49-F238E27FC236}">
                <a16:creationId xmlns:a16="http://schemas.microsoft.com/office/drawing/2014/main" id="{022B082F-1163-4A8B-A687-899069445E7B}"/>
              </a:ext>
            </a:extLst>
          </p:cNvPr>
          <p:cNvSpPr>
            <a:spLocks/>
          </p:cNvSpPr>
          <p:nvPr/>
        </p:nvSpPr>
        <p:spPr>
          <a:xfrm>
            <a:off x="1515489" y="3507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" name="data_4386">
            <a:extLst>
              <a:ext uri="{FF2B5EF4-FFF2-40B4-BE49-F238E27FC236}">
                <a16:creationId xmlns:a16="http://schemas.microsoft.com/office/drawing/2014/main" id="{EABBBEF0-9BB1-4604-B879-406E130DE375}"/>
              </a:ext>
            </a:extLst>
          </p:cNvPr>
          <p:cNvSpPr>
            <a:spLocks/>
          </p:cNvSpPr>
          <p:nvPr/>
        </p:nvSpPr>
        <p:spPr>
          <a:xfrm>
            <a:off x="152905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" name="data_4387">
            <a:extLst>
              <a:ext uri="{FF2B5EF4-FFF2-40B4-BE49-F238E27FC236}">
                <a16:creationId xmlns:a16="http://schemas.microsoft.com/office/drawing/2014/main" id="{334F4F2E-6CE1-48AB-946D-77A4078CBFD8}"/>
              </a:ext>
            </a:extLst>
          </p:cNvPr>
          <p:cNvSpPr>
            <a:spLocks/>
          </p:cNvSpPr>
          <p:nvPr/>
        </p:nvSpPr>
        <p:spPr>
          <a:xfrm>
            <a:off x="148447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" name="data_4388">
            <a:extLst>
              <a:ext uri="{FF2B5EF4-FFF2-40B4-BE49-F238E27FC236}">
                <a16:creationId xmlns:a16="http://schemas.microsoft.com/office/drawing/2014/main" id="{875AA464-945E-48BD-8274-7F6E9A5E67B2}"/>
              </a:ext>
            </a:extLst>
          </p:cNvPr>
          <p:cNvSpPr>
            <a:spLocks/>
          </p:cNvSpPr>
          <p:nvPr/>
        </p:nvSpPr>
        <p:spPr>
          <a:xfrm>
            <a:off x="141862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" name="data_4389">
            <a:extLst>
              <a:ext uri="{FF2B5EF4-FFF2-40B4-BE49-F238E27FC236}">
                <a16:creationId xmlns:a16="http://schemas.microsoft.com/office/drawing/2014/main" id="{B6EAAEFC-CD4D-4676-9276-84072671E84F}"/>
              </a:ext>
            </a:extLst>
          </p:cNvPr>
          <p:cNvSpPr>
            <a:spLocks/>
          </p:cNvSpPr>
          <p:nvPr/>
        </p:nvSpPr>
        <p:spPr>
          <a:xfrm>
            <a:off x="13843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" name="data_4390">
            <a:extLst>
              <a:ext uri="{FF2B5EF4-FFF2-40B4-BE49-F238E27FC236}">
                <a16:creationId xmlns:a16="http://schemas.microsoft.com/office/drawing/2014/main" id="{0FAFDF95-2548-41E9-9B08-3A428179CA7D}"/>
              </a:ext>
            </a:extLst>
          </p:cNvPr>
          <p:cNvSpPr>
            <a:spLocks/>
          </p:cNvSpPr>
          <p:nvPr/>
        </p:nvSpPr>
        <p:spPr>
          <a:xfrm>
            <a:off x="15818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" name="data_4391">
            <a:extLst>
              <a:ext uri="{FF2B5EF4-FFF2-40B4-BE49-F238E27FC236}">
                <a16:creationId xmlns:a16="http://schemas.microsoft.com/office/drawing/2014/main" id="{9E161763-4BF2-4495-8AF7-96367259FB51}"/>
              </a:ext>
            </a:extLst>
          </p:cNvPr>
          <p:cNvSpPr>
            <a:spLocks/>
          </p:cNvSpPr>
          <p:nvPr/>
        </p:nvSpPr>
        <p:spPr>
          <a:xfrm>
            <a:off x="1415549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" name="data_4392">
            <a:extLst>
              <a:ext uri="{FF2B5EF4-FFF2-40B4-BE49-F238E27FC236}">
                <a16:creationId xmlns:a16="http://schemas.microsoft.com/office/drawing/2014/main" id="{9A826FF0-C04C-4213-813F-20FD7BE82C97}"/>
              </a:ext>
            </a:extLst>
          </p:cNvPr>
          <p:cNvSpPr>
            <a:spLocks/>
          </p:cNvSpPr>
          <p:nvPr/>
        </p:nvSpPr>
        <p:spPr>
          <a:xfrm>
            <a:off x="15428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" name="data_4393">
            <a:extLst>
              <a:ext uri="{FF2B5EF4-FFF2-40B4-BE49-F238E27FC236}">
                <a16:creationId xmlns:a16="http://schemas.microsoft.com/office/drawing/2014/main" id="{5AB6FD8C-7C4A-49BA-BCCA-A0FC33C00CB0}"/>
              </a:ext>
            </a:extLst>
          </p:cNvPr>
          <p:cNvSpPr>
            <a:spLocks/>
          </p:cNvSpPr>
          <p:nvPr/>
        </p:nvSpPr>
        <p:spPr>
          <a:xfrm>
            <a:off x="140632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" name="data_4394">
            <a:extLst>
              <a:ext uri="{FF2B5EF4-FFF2-40B4-BE49-F238E27FC236}">
                <a16:creationId xmlns:a16="http://schemas.microsoft.com/office/drawing/2014/main" id="{DC7127F6-71B9-42DF-9871-DAD5345AEABF}"/>
              </a:ext>
            </a:extLst>
          </p:cNvPr>
          <p:cNvSpPr>
            <a:spLocks/>
          </p:cNvSpPr>
          <p:nvPr/>
        </p:nvSpPr>
        <p:spPr>
          <a:xfrm>
            <a:off x="156705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" name="data_4395">
            <a:extLst>
              <a:ext uri="{FF2B5EF4-FFF2-40B4-BE49-F238E27FC236}">
                <a16:creationId xmlns:a16="http://schemas.microsoft.com/office/drawing/2014/main" id="{0F4DDC17-BC6B-45C4-88AD-DCEAA2A09454}"/>
              </a:ext>
            </a:extLst>
          </p:cNvPr>
          <p:cNvSpPr>
            <a:spLocks/>
          </p:cNvSpPr>
          <p:nvPr/>
        </p:nvSpPr>
        <p:spPr>
          <a:xfrm>
            <a:off x="1528463" y="26312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" name="data_4396">
            <a:extLst>
              <a:ext uri="{FF2B5EF4-FFF2-40B4-BE49-F238E27FC236}">
                <a16:creationId xmlns:a16="http://schemas.microsoft.com/office/drawing/2014/main" id="{8C745184-1C58-4CE9-B12B-D4F8CBBB6788}"/>
              </a:ext>
            </a:extLst>
          </p:cNvPr>
          <p:cNvSpPr>
            <a:spLocks/>
          </p:cNvSpPr>
          <p:nvPr/>
        </p:nvSpPr>
        <p:spPr>
          <a:xfrm>
            <a:off x="153939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" name="data_4397">
            <a:extLst>
              <a:ext uri="{FF2B5EF4-FFF2-40B4-BE49-F238E27FC236}">
                <a16:creationId xmlns:a16="http://schemas.microsoft.com/office/drawing/2014/main" id="{B7610276-7C61-4C25-97F1-345D89EDF1B1}"/>
              </a:ext>
            </a:extLst>
          </p:cNvPr>
          <p:cNvSpPr>
            <a:spLocks/>
          </p:cNvSpPr>
          <p:nvPr/>
        </p:nvSpPr>
        <p:spPr>
          <a:xfrm>
            <a:off x="1504602" y="38110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" name="data_4398">
            <a:extLst>
              <a:ext uri="{FF2B5EF4-FFF2-40B4-BE49-F238E27FC236}">
                <a16:creationId xmlns:a16="http://schemas.microsoft.com/office/drawing/2014/main" id="{58F0A240-EC87-4F5A-B9C4-F2C0224DB5E2}"/>
              </a:ext>
            </a:extLst>
          </p:cNvPr>
          <p:cNvSpPr>
            <a:spLocks/>
          </p:cNvSpPr>
          <p:nvPr/>
        </p:nvSpPr>
        <p:spPr>
          <a:xfrm>
            <a:off x="14262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" name="data_4399">
            <a:extLst>
              <a:ext uri="{FF2B5EF4-FFF2-40B4-BE49-F238E27FC236}">
                <a16:creationId xmlns:a16="http://schemas.microsoft.com/office/drawing/2014/main" id="{150EE775-30C4-4BFC-B80B-3A5A842CFCC8}"/>
              </a:ext>
            </a:extLst>
          </p:cNvPr>
          <p:cNvSpPr>
            <a:spLocks/>
          </p:cNvSpPr>
          <p:nvPr/>
        </p:nvSpPr>
        <p:spPr>
          <a:xfrm>
            <a:off x="145168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" name="data_4400">
            <a:extLst>
              <a:ext uri="{FF2B5EF4-FFF2-40B4-BE49-F238E27FC236}">
                <a16:creationId xmlns:a16="http://schemas.microsoft.com/office/drawing/2014/main" id="{8008DA4D-A04D-4031-8849-7190734D6C23}"/>
              </a:ext>
            </a:extLst>
          </p:cNvPr>
          <p:cNvSpPr>
            <a:spLocks/>
          </p:cNvSpPr>
          <p:nvPr/>
        </p:nvSpPr>
        <p:spPr>
          <a:xfrm>
            <a:off x="1499953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" name="data_4401">
            <a:extLst>
              <a:ext uri="{FF2B5EF4-FFF2-40B4-BE49-F238E27FC236}">
                <a16:creationId xmlns:a16="http://schemas.microsoft.com/office/drawing/2014/main" id="{DBBD62B2-B542-4538-96D6-7939690D27F7}"/>
              </a:ext>
            </a:extLst>
          </p:cNvPr>
          <p:cNvSpPr>
            <a:spLocks/>
          </p:cNvSpPr>
          <p:nvPr/>
        </p:nvSpPr>
        <p:spPr>
          <a:xfrm>
            <a:off x="14313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" name="data_4402">
            <a:extLst>
              <a:ext uri="{FF2B5EF4-FFF2-40B4-BE49-F238E27FC236}">
                <a16:creationId xmlns:a16="http://schemas.microsoft.com/office/drawing/2014/main" id="{06C8CC23-D183-42FA-BBC4-266AC9E781FF}"/>
              </a:ext>
            </a:extLst>
          </p:cNvPr>
          <p:cNvSpPr>
            <a:spLocks/>
          </p:cNvSpPr>
          <p:nvPr/>
        </p:nvSpPr>
        <p:spPr>
          <a:xfrm>
            <a:off x="1558769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" name="data_4403">
            <a:extLst>
              <a:ext uri="{FF2B5EF4-FFF2-40B4-BE49-F238E27FC236}">
                <a16:creationId xmlns:a16="http://schemas.microsoft.com/office/drawing/2014/main" id="{A35DA9E7-4E84-4289-995A-198883515D7E}"/>
              </a:ext>
            </a:extLst>
          </p:cNvPr>
          <p:cNvSpPr>
            <a:spLocks/>
          </p:cNvSpPr>
          <p:nvPr/>
        </p:nvSpPr>
        <p:spPr>
          <a:xfrm>
            <a:off x="1466687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" name="data_4404">
            <a:extLst>
              <a:ext uri="{FF2B5EF4-FFF2-40B4-BE49-F238E27FC236}">
                <a16:creationId xmlns:a16="http://schemas.microsoft.com/office/drawing/2014/main" id="{64B9FCD6-EA49-4A2C-AE4F-7980C22ACE7D}"/>
              </a:ext>
            </a:extLst>
          </p:cNvPr>
          <p:cNvSpPr>
            <a:spLocks/>
          </p:cNvSpPr>
          <p:nvPr/>
        </p:nvSpPr>
        <p:spPr>
          <a:xfrm>
            <a:off x="1487166" y="36050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" name="data_4405">
            <a:extLst>
              <a:ext uri="{FF2B5EF4-FFF2-40B4-BE49-F238E27FC236}">
                <a16:creationId xmlns:a16="http://schemas.microsoft.com/office/drawing/2014/main" id="{E04EB0C2-700F-41C6-B18A-093F2F140636}"/>
              </a:ext>
            </a:extLst>
          </p:cNvPr>
          <p:cNvSpPr>
            <a:spLocks/>
          </p:cNvSpPr>
          <p:nvPr/>
        </p:nvSpPr>
        <p:spPr>
          <a:xfrm>
            <a:off x="13639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" name="data_4406">
            <a:extLst>
              <a:ext uri="{FF2B5EF4-FFF2-40B4-BE49-F238E27FC236}">
                <a16:creationId xmlns:a16="http://schemas.microsoft.com/office/drawing/2014/main" id="{1E20A1F0-FE80-4BC4-AF52-FCDA08843389}"/>
              </a:ext>
            </a:extLst>
          </p:cNvPr>
          <p:cNvSpPr>
            <a:spLocks/>
          </p:cNvSpPr>
          <p:nvPr/>
        </p:nvSpPr>
        <p:spPr>
          <a:xfrm>
            <a:off x="1435250" y="39062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" name="data_4407">
            <a:extLst>
              <a:ext uri="{FF2B5EF4-FFF2-40B4-BE49-F238E27FC236}">
                <a16:creationId xmlns:a16="http://schemas.microsoft.com/office/drawing/2014/main" id="{E6E84520-A878-4D0C-AC07-2C74128276F8}"/>
              </a:ext>
            </a:extLst>
          </p:cNvPr>
          <p:cNvSpPr>
            <a:spLocks/>
          </p:cNvSpPr>
          <p:nvPr/>
        </p:nvSpPr>
        <p:spPr>
          <a:xfrm>
            <a:off x="1451655" y="27472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" name="data_4408">
            <a:extLst>
              <a:ext uri="{FF2B5EF4-FFF2-40B4-BE49-F238E27FC236}">
                <a16:creationId xmlns:a16="http://schemas.microsoft.com/office/drawing/2014/main" id="{5EBF200A-9D80-44E1-941F-6B34345CC3AC}"/>
              </a:ext>
            </a:extLst>
          </p:cNvPr>
          <p:cNvSpPr>
            <a:spLocks/>
          </p:cNvSpPr>
          <p:nvPr/>
        </p:nvSpPr>
        <p:spPr>
          <a:xfrm>
            <a:off x="140719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" name="data_4409">
            <a:extLst>
              <a:ext uri="{FF2B5EF4-FFF2-40B4-BE49-F238E27FC236}">
                <a16:creationId xmlns:a16="http://schemas.microsoft.com/office/drawing/2014/main" id="{0422ECBA-F6AC-48A1-9C32-ECC8EB67F420}"/>
              </a:ext>
            </a:extLst>
          </p:cNvPr>
          <p:cNvSpPr>
            <a:spLocks/>
          </p:cNvSpPr>
          <p:nvPr/>
        </p:nvSpPr>
        <p:spPr>
          <a:xfrm>
            <a:off x="1396884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" name="data_4410">
            <a:extLst>
              <a:ext uri="{FF2B5EF4-FFF2-40B4-BE49-F238E27FC236}">
                <a16:creationId xmlns:a16="http://schemas.microsoft.com/office/drawing/2014/main" id="{4187A801-B120-4B8B-9F8F-E0865C26BD61}"/>
              </a:ext>
            </a:extLst>
          </p:cNvPr>
          <p:cNvSpPr>
            <a:spLocks/>
          </p:cNvSpPr>
          <p:nvPr/>
        </p:nvSpPr>
        <p:spPr>
          <a:xfrm>
            <a:off x="1579446" y="38591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" name="data_4411">
            <a:extLst>
              <a:ext uri="{FF2B5EF4-FFF2-40B4-BE49-F238E27FC236}">
                <a16:creationId xmlns:a16="http://schemas.microsoft.com/office/drawing/2014/main" id="{395BA7E3-9CA4-4DBE-9D8C-E4F7C9079594}"/>
              </a:ext>
            </a:extLst>
          </p:cNvPr>
          <p:cNvSpPr>
            <a:spLocks/>
          </p:cNvSpPr>
          <p:nvPr/>
        </p:nvSpPr>
        <p:spPr>
          <a:xfrm>
            <a:off x="1379223" y="36184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" name="data_4412">
            <a:extLst>
              <a:ext uri="{FF2B5EF4-FFF2-40B4-BE49-F238E27FC236}">
                <a16:creationId xmlns:a16="http://schemas.microsoft.com/office/drawing/2014/main" id="{8CD63B72-9E32-4B57-BB06-B49566BB8440}"/>
              </a:ext>
            </a:extLst>
          </p:cNvPr>
          <p:cNvSpPr>
            <a:spLocks/>
          </p:cNvSpPr>
          <p:nvPr/>
        </p:nvSpPr>
        <p:spPr>
          <a:xfrm>
            <a:off x="1381613" y="36050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" name="data_4413">
            <a:extLst>
              <a:ext uri="{FF2B5EF4-FFF2-40B4-BE49-F238E27FC236}">
                <a16:creationId xmlns:a16="http://schemas.microsoft.com/office/drawing/2014/main" id="{656CA514-5F04-4C64-84AB-779B068D13D0}"/>
              </a:ext>
            </a:extLst>
          </p:cNvPr>
          <p:cNvSpPr>
            <a:spLocks/>
          </p:cNvSpPr>
          <p:nvPr/>
        </p:nvSpPr>
        <p:spPr>
          <a:xfrm>
            <a:off x="1533700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" name="data_4414">
            <a:extLst>
              <a:ext uri="{FF2B5EF4-FFF2-40B4-BE49-F238E27FC236}">
                <a16:creationId xmlns:a16="http://schemas.microsoft.com/office/drawing/2014/main" id="{F8573BFE-7FAC-4F9B-B8F6-3157BC21C168}"/>
              </a:ext>
            </a:extLst>
          </p:cNvPr>
          <p:cNvSpPr>
            <a:spLocks/>
          </p:cNvSpPr>
          <p:nvPr/>
        </p:nvSpPr>
        <p:spPr>
          <a:xfrm>
            <a:off x="1378695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" name="data_4415">
            <a:extLst>
              <a:ext uri="{FF2B5EF4-FFF2-40B4-BE49-F238E27FC236}">
                <a16:creationId xmlns:a16="http://schemas.microsoft.com/office/drawing/2014/main" id="{42A6AC7B-03ED-46C0-8EA9-50C96CCE894E}"/>
              </a:ext>
            </a:extLst>
          </p:cNvPr>
          <p:cNvSpPr>
            <a:spLocks/>
          </p:cNvSpPr>
          <p:nvPr/>
        </p:nvSpPr>
        <p:spPr>
          <a:xfrm>
            <a:off x="151516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" name="data_4416">
            <a:extLst>
              <a:ext uri="{FF2B5EF4-FFF2-40B4-BE49-F238E27FC236}">
                <a16:creationId xmlns:a16="http://schemas.microsoft.com/office/drawing/2014/main" id="{E1CCDEFC-AE0C-4FC3-88C5-FAA66C4CB1E7}"/>
              </a:ext>
            </a:extLst>
          </p:cNvPr>
          <p:cNvSpPr>
            <a:spLocks/>
          </p:cNvSpPr>
          <p:nvPr/>
        </p:nvSpPr>
        <p:spPr>
          <a:xfrm>
            <a:off x="13696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" name="data_4417">
            <a:extLst>
              <a:ext uri="{FF2B5EF4-FFF2-40B4-BE49-F238E27FC236}">
                <a16:creationId xmlns:a16="http://schemas.microsoft.com/office/drawing/2014/main" id="{0BCA7990-1E8F-4945-84D9-100973D13E8D}"/>
              </a:ext>
            </a:extLst>
          </p:cNvPr>
          <p:cNvSpPr>
            <a:spLocks/>
          </p:cNvSpPr>
          <p:nvPr/>
        </p:nvSpPr>
        <p:spPr>
          <a:xfrm>
            <a:off x="150326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" name="data_4418">
            <a:extLst>
              <a:ext uri="{FF2B5EF4-FFF2-40B4-BE49-F238E27FC236}">
                <a16:creationId xmlns:a16="http://schemas.microsoft.com/office/drawing/2014/main" id="{01B5062D-F03B-4C61-89F0-1BDAC599DF54}"/>
              </a:ext>
            </a:extLst>
          </p:cNvPr>
          <p:cNvSpPr>
            <a:spLocks/>
          </p:cNvSpPr>
          <p:nvPr/>
        </p:nvSpPr>
        <p:spPr>
          <a:xfrm>
            <a:off x="1493376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" name="data_4419">
            <a:extLst>
              <a:ext uri="{FF2B5EF4-FFF2-40B4-BE49-F238E27FC236}">
                <a16:creationId xmlns:a16="http://schemas.microsoft.com/office/drawing/2014/main" id="{7ED3F180-6072-4A36-B791-D7280C6B4C7A}"/>
              </a:ext>
            </a:extLst>
          </p:cNvPr>
          <p:cNvSpPr>
            <a:spLocks/>
          </p:cNvSpPr>
          <p:nvPr/>
        </p:nvSpPr>
        <p:spPr>
          <a:xfrm>
            <a:off x="1539989" y="3849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" name="data_4420">
            <a:extLst>
              <a:ext uri="{FF2B5EF4-FFF2-40B4-BE49-F238E27FC236}">
                <a16:creationId xmlns:a16="http://schemas.microsoft.com/office/drawing/2014/main" id="{06AE64E6-CCDB-4BE4-8504-7782BC4945BA}"/>
              </a:ext>
            </a:extLst>
          </p:cNvPr>
          <p:cNvSpPr>
            <a:spLocks/>
          </p:cNvSpPr>
          <p:nvPr/>
        </p:nvSpPr>
        <p:spPr>
          <a:xfrm>
            <a:off x="147140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" name="data_4421">
            <a:extLst>
              <a:ext uri="{FF2B5EF4-FFF2-40B4-BE49-F238E27FC236}">
                <a16:creationId xmlns:a16="http://schemas.microsoft.com/office/drawing/2014/main" id="{A20C0D0F-300B-4D02-9F32-FFC52A4C2414}"/>
              </a:ext>
            </a:extLst>
          </p:cNvPr>
          <p:cNvSpPr>
            <a:spLocks/>
          </p:cNvSpPr>
          <p:nvPr/>
        </p:nvSpPr>
        <p:spPr>
          <a:xfrm>
            <a:off x="13985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" name="data_4422">
            <a:extLst>
              <a:ext uri="{FF2B5EF4-FFF2-40B4-BE49-F238E27FC236}">
                <a16:creationId xmlns:a16="http://schemas.microsoft.com/office/drawing/2014/main" id="{156B791F-FAD5-4608-801D-8B343B99FF4C}"/>
              </a:ext>
            </a:extLst>
          </p:cNvPr>
          <p:cNvSpPr>
            <a:spLocks/>
          </p:cNvSpPr>
          <p:nvPr/>
        </p:nvSpPr>
        <p:spPr>
          <a:xfrm>
            <a:off x="156871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" name="data_4423">
            <a:extLst>
              <a:ext uri="{FF2B5EF4-FFF2-40B4-BE49-F238E27FC236}">
                <a16:creationId xmlns:a16="http://schemas.microsoft.com/office/drawing/2014/main" id="{3085B330-4A6E-491B-89B5-EFFD64F632B2}"/>
              </a:ext>
            </a:extLst>
          </p:cNvPr>
          <p:cNvSpPr>
            <a:spLocks/>
          </p:cNvSpPr>
          <p:nvPr/>
        </p:nvSpPr>
        <p:spPr>
          <a:xfrm>
            <a:off x="137449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" name="data_4424">
            <a:extLst>
              <a:ext uri="{FF2B5EF4-FFF2-40B4-BE49-F238E27FC236}">
                <a16:creationId xmlns:a16="http://schemas.microsoft.com/office/drawing/2014/main" id="{FDF867BA-FD62-4880-AA9C-4ACD28B07E89}"/>
              </a:ext>
            </a:extLst>
          </p:cNvPr>
          <p:cNvSpPr>
            <a:spLocks/>
          </p:cNvSpPr>
          <p:nvPr/>
        </p:nvSpPr>
        <p:spPr>
          <a:xfrm>
            <a:off x="1540348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" name="data_4425">
            <a:extLst>
              <a:ext uri="{FF2B5EF4-FFF2-40B4-BE49-F238E27FC236}">
                <a16:creationId xmlns:a16="http://schemas.microsoft.com/office/drawing/2014/main" id="{5C1DC787-31B9-46C4-AAAB-45C0DB6D65D0}"/>
              </a:ext>
            </a:extLst>
          </p:cNvPr>
          <p:cNvSpPr>
            <a:spLocks/>
          </p:cNvSpPr>
          <p:nvPr/>
        </p:nvSpPr>
        <p:spPr>
          <a:xfrm>
            <a:off x="136721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" name="data_4426">
            <a:extLst>
              <a:ext uri="{FF2B5EF4-FFF2-40B4-BE49-F238E27FC236}">
                <a16:creationId xmlns:a16="http://schemas.microsoft.com/office/drawing/2014/main" id="{0AC79905-C00A-495D-A4D3-5D34BCF61C2E}"/>
              </a:ext>
            </a:extLst>
          </p:cNvPr>
          <p:cNvSpPr>
            <a:spLocks/>
          </p:cNvSpPr>
          <p:nvPr/>
        </p:nvSpPr>
        <p:spPr>
          <a:xfrm>
            <a:off x="14920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" name="data_4427">
            <a:extLst>
              <a:ext uri="{FF2B5EF4-FFF2-40B4-BE49-F238E27FC236}">
                <a16:creationId xmlns:a16="http://schemas.microsoft.com/office/drawing/2014/main" id="{99EC483A-A3AD-4969-B2F4-3AD567C80C12}"/>
              </a:ext>
            </a:extLst>
          </p:cNvPr>
          <p:cNvSpPr>
            <a:spLocks/>
          </p:cNvSpPr>
          <p:nvPr/>
        </p:nvSpPr>
        <p:spPr>
          <a:xfrm>
            <a:off x="1372600" y="36050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" name="data_4428">
            <a:extLst>
              <a:ext uri="{FF2B5EF4-FFF2-40B4-BE49-F238E27FC236}">
                <a16:creationId xmlns:a16="http://schemas.microsoft.com/office/drawing/2014/main" id="{C6BD6E2A-54AC-43A7-ADD8-8E940219F505}"/>
              </a:ext>
            </a:extLst>
          </p:cNvPr>
          <p:cNvSpPr>
            <a:spLocks/>
          </p:cNvSpPr>
          <p:nvPr/>
        </p:nvSpPr>
        <p:spPr>
          <a:xfrm>
            <a:off x="1541140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" name="data_4429">
            <a:extLst>
              <a:ext uri="{FF2B5EF4-FFF2-40B4-BE49-F238E27FC236}">
                <a16:creationId xmlns:a16="http://schemas.microsoft.com/office/drawing/2014/main" id="{79FD25D5-00BA-4EF7-8D25-188EF44B0A15}"/>
              </a:ext>
            </a:extLst>
          </p:cNvPr>
          <p:cNvSpPr>
            <a:spLocks/>
          </p:cNvSpPr>
          <p:nvPr/>
        </p:nvSpPr>
        <p:spPr>
          <a:xfrm>
            <a:off x="1552757" y="38308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" name="data_4430">
            <a:extLst>
              <a:ext uri="{FF2B5EF4-FFF2-40B4-BE49-F238E27FC236}">
                <a16:creationId xmlns:a16="http://schemas.microsoft.com/office/drawing/2014/main" id="{3F17D045-BBF2-4DA2-9D1A-84AEA36C3FA0}"/>
              </a:ext>
            </a:extLst>
          </p:cNvPr>
          <p:cNvSpPr>
            <a:spLocks/>
          </p:cNvSpPr>
          <p:nvPr/>
        </p:nvSpPr>
        <p:spPr>
          <a:xfrm>
            <a:off x="15065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" name="data_4431">
            <a:extLst>
              <a:ext uri="{FF2B5EF4-FFF2-40B4-BE49-F238E27FC236}">
                <a16:creationId xmlns:a16="http://schemas.microsoft.com/office/drawing/2014/main" id="{0F51C4DA-5397-4F0D-8502-4E3A83118760}"/>
              </a:ext>
            </a:extLst>
          </p:cNvPr>
          <p:cNvSpPr>
            <a:spLocks/>
          </p:cNvSpPr>
          <p:nvPr/>
        </p:nvSpPr>
        <p:spPr>
          <a:xfrm>
            <a:off x="1420613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" name="data_4432">
            <a:extLst>
              <a:ext uri="{FF2B5EF4-FFF2-40B4-BE49-F238E27FC236}">
                <a16:creationId xmlns:a16="http://schemas.microsoft.com/office/drawing/2014/main" id="{A9A2DD87-51AD-4E96-912E-36EF300171C4}"/>
              </a:ext>
            </a:extLst>
          </p:cNvPr>
          <p:cNvSpPr>
            <a:spLocks/>
          </p:cNvSpPr>
          <p:nvPr/>
        </p:nvSpPr>
        <p:spPr>
          <a:xfrm>
            <a:off x="157791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" name="data_4433">
            <a:extLst>
              <a:ext uri="{FF2B5EF4-FFF2-40B4-BE49-F238E27FC236}">
                <a16:creationId xmlns:a16="http://schemas.microsoft.com/office/drawing/2014/main" id="{809E3F54-A575-4DCD-B8B2-B7822B539B84}"/>
              </a:ext>
            </a:extLst>
          </p:cNvPr>
          <p:cNvSpPr>
            <a:spLocks/>
          </p:cNvSpPr>
          <p:nvPr/>
        </p:nvSpPr>
        <p:spPr>
          <a:xfrm>
            <a:off x="153401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" name="data_4434">
            <a:extLst>
              <a:ext uri="{FF2B5EF4-FFF2-40B4-BE49-F238E27FC236}">
                <a16:creationId xmlns:a16="http://schemas.microsoft.com/office/drawing/2014/main" id="{8A5B697C-AC6A-4D73-9A40-92139D3945E6}"/>
              </a:ext>
            </a:extLst>
          </p:cNvPr>
          <p:cNvSpPr>
            <a:spLocks/>
          </p:cNvSpPr>
          <p:nvPr/>
        </p:nvSpPr>
        <p:spPr>
          <a:xfrm>
            <a:off x="147084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" name="data_4435">
            <a:extLst>
              <a:ext uri="{FF2B5EF4-FFF2-40B4-BE49-F238E27FC236}">
                <a16:creationId xmlns:a16="http://schemas.microsoft.com/office/drawing/2014/main" id="{F2994A6D-3AD5-420B-8270-1CF2EA22AB63}"/>
              </a:ext>
            </a:extLst>
          </p:cNvPr>
          <p:cNvSpPr>
            <a:spLocks/>
          </p:cNvSpPr>
          <p:nvPr/>
        </p:nvSpPr>
        <p:spPr>
          <a:xfrm>
            <a:off x="1577818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" name="data_4436">
            <a:extLst>
              <a:ext uri="{FF2B5EF4-FFF2-40B4-BE49-F238E27FC236}">
                <a16:creationId xmlns:a16="http://schemas.microsoft.com/office/drawing/2014/main" id="{E3AF728A-994B-4D3E-9187-B721492AFDEA}"/>
              </a:ext>
            </a:extLst>
          </p:cNvPr>
          <p:cNvSpPr>
            <a:spLocks/>
          </p:cNvSpPr>
          <p:nvPr/>
        </p:nvSpPr>
        <p:spPr>
          <a:xfrm>
            <a:off x="1487003" y="33666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" name="data_4437">
            <a:extLst>
              <a:ext uri="{FF2B5EF4-FFF2-40B4-BE49-F238E27FC236}">
                <a16:creationId xmlns:a16="http://schemas.microsoft.com/office/drawing/2014/main" id="{3B32198E-66ED-4167-BAE0-31C7C84B8906}"/>
              </a:ext>
            </a:extLst>
          </p:cNvPr>
          <p:cNvSpPr>
            <a:spLocks/>
          </p:cNvSpPr>
          <p:nvPr/>
        </p:nvSpPr>
        <p:spPr>
          <a:xfrm>
            <a:off x="1448355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" name="data_4438">
            <a:extLst>
              <a:ext uri="{FF2B5EF4-FFF2-40B4-BE49-F238E27FC236}">
                <a16:creationId xmlns:a16="http://schemas.microsoft.com/office/drawing/2014/main" id="{39E2EFE6-4474-4A66-A30C-CE444C8C836C}"/>
              </a:ext>
            </a:extLst>
          </p:cNvPr>
          <p:cNvSpPr>
            <a:spLocks/>
          </p:cNvSpPr>
          <p:nvPr/>
        </p:nvSpPr>
        <p:spPr>
          <a:xfrm>
            <a:off x="149323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0" name="data_4439">
            <a:extLst>
              <a:ext uri="{FF2B5EF4-FFF2-40B4-BE49-F238E27FC236}">
                <a16:creationId xmlns:a16="http://schemas.microsoft.com/office/drawing/2014/main" id="{3CC5B050-2271-4DB5-AA3B-4CF205B77FE4}"/>
              </a:ext>
            </a:extLst>
          </p:cNvPr>
          <p:cNvSpPr>
            <a:spLocks/>
          </p:cNvSpPr>
          <p:nvPr/>
        </p:nvSpPr>
        <p:spPr>
          <a:xfrm>
            <a:off x="1389642" y="3885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1" name="data_4440">
            <a:extLst>
              <a:ext uri="{FF2B5EF4-FFF2-40B4-BE49-F238E27FC236}">
                <a16:creationId xmlns:a16="http://schemas.microsoft.com/office/drawing/2014/main" id="{2DDEE252-F5A4-48F1-AC6E-FAF65AA75AE6}"/>
              </a:ext>
            </a:extLst>
          </p:cNvPr>
          <p:cNvSpPr>
            <a:spLocks/>
          </p:cNvSpPr>
          <p:nvPr/>
        </p:nvSpPr>
        <p:spPr>
          <a:xfrm>
            <a:off x="141844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2" name="data_4441">
            <a:extLst>
              <a:ext uri="{FF2B5EF4-FFF2-40B4-BE49-F238E27FC236}">
                <a16:creationId xmlns:a16="http://schemas.microsoft.com/office/drawing/2014/main" id="{76463006-8D7C-4581-B554-52549E44C6DA}"/>
              </a:ext>
            </a:extLst>
          </p:cNvPr>
          <p:cNvSpPr>
            <a:spLocks/>
          </p:cNvSpPr>
          <p:nvPr/>
        </p:nvSpPr>
        <p:spPr>
          <a:xfrm>
            <a:off x="15780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" name="data_4442">
            <a:extLst>
              <a:ext uri="{FF2B5EF4-FFF2-40B4-BE49-F238E27FC236}">
                <a16:creationId xmlns:a16="http://schemas.microsoft.com/office/drawing/2014/main" id="{8079A705-FE01-4DC1-BD01-7783C5D04864}"/>
              </a:ext>
            </a:extLst>
          </p:cNvPr>
          <p:cNvSpPr>
            <a:spLocks/>
          </p:cNvSpPr>
          <p:nvPr/>
        </p:nvSpPr>
        <p:spPr>
          <a:xfrm>
            <a:off x="141572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" name="data_4443">
            <a:extLst>
              <a:ext uri="{FF2B5EF4-FFF2-40B4-BE49-F238E27FC236}">
                <a16:creationId xmlns:a16="http://schemas.microsoft.com/office/drawing/2014/main" id="{C281D1AE-81B1-4F36-934A-EB18A5E46DE9}"/>
              </a:ext>
            </a:extLst>
          </p:cNvPr>
          <p:cNvSpPr>
            <a:spLocks/>
          </p:cNvSpPr>
          <p:nvPr/>
        </p:nvSpPr>
        <p:spPr>
          <a:xfrm>
            <a:off x="1477370" y="339267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" name="data_4444">
            <a:extLst>
              <a:ext uri="{FF2B5EF4-FFF2-40B4-BE49-F238E27FC236}">
                <a16:creationId xmlns:a16="http://schemas.microsoft.com/office/drawing/2014/main" id="{0C64B6BA-8EA3-4BC6-ADE9-D500A20610D9}"/>
              </a:ext>
            </a:extLst>
          </p:cNvPr>
          <p:cNvSpPr>
            <a:spLocks/>
          </p:cNvSpPr>
          <p:nvPr/>
        </p:nvSpPr>
        <p:spPr>
          <a:xfrm>
            <a:off x="152637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" name="data_4445">
            <a:extLst>
              <a:ext uri="{FF2B5EF4-FFF2-40B4-BE49-F238E27FC236}">
                <a16:creationId xmlns:a16="http://schemas.microsoft.com/office/drawing/2014/main" id="{CDE0A8CD-2A02-4069-B152-15A02E1814D0}"/>
              </a:ext>
            </a:extLst>
          </p:cNvPr>
          <p:cNvSpPr>
            <a:spLocks/>
          </p:cNvSpPr>
          <p:nvPr/>
        </p:nvSpPr>
        <p:spPr>
          <a:xfrm>
            <a:off x="145144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" name="data_4446">
            <a:extLst>
              <a:ext uri="{FF2B5EF4-FFF2-40B4-BE49-F238E27FC236}">
                <a16:creationId xmlns:a16="http://schemas.microsoft.com/office/drawing/2014/main" id="{A6FA44DE-3752-4522-9AF1-80E39DF22595}"/>
              </a:ext>
            </a:extLst>
          </p:cNvPr>
          <p:cNvSpPr>
            <a:spLocks/>
          </p:cNvSpPr>
          <p:nvPr/>
        </p:nvSpPr>
        <p:spPr>
          <a:xfrm>
            <a:off x="14824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" name="data_4447">
            <a:extLst>
              <a:ext uri="{FF2B5EF4-FFF2-40B4-BE49-F238E27FC236}">
                <a16:creationId xmlns:a16="http://schemas.microsoft.com/office/drawing/2014/main" id="{1734C494-21B1-459C-8832-7F4957012C95}"/>
              </a:ext>
            </a:extLst>
          </p:cNvPr>
          <p:cNvSpPr>
            <a:spLocks/>
          </p:cNvSpPr>
          <p:nvPr/>
        </p:nvSpPr>
        <p:spPr>
          <a:xfrm>
            <a:off x="1502373" y="33666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" name="data_4448">
            <a:extLst>
              <a:ext uri="{FF2B5EF4-FFF2-40B4-BE49-F238E27FC236}">
                <a16:creationId xmlns:a16="http://schemas.microsoft.com/office/drawing/2014/main" id="{915B1FAD-EDB8-4F1A-A84D-0D3B78903576}"/>
              </a:ext>
            </a:extLst>
          </p:cNvPr>
          <p:cNvSpPr>
            <a:spLocks/>
          </p:cNvSpPr>
          <p:nvPr/>
        </p:nvSpPr>
        <p:spPr>
          <a:xfrm>
            <a:off x="152664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" name="data_4449">
            <a:extLst>
              <a:ext uri="{FF2B5EF4-FFF2-40B4-BE49-F238E27FC236}">
                <a16:creationId xmlns:a16="http://schemas.microsoft.com/office/drawing/2014/main" id="{ADF73C30-89A0-4592-988C-E5EA0BA80284}"/>
              </a:ext>
            </a:extLst>
          </p:cNvPr>
          <p:cNvSpPr>
            <a:spLocks/>
          </p:cNvSpPr>
          <p:nvPr/>
        </p:nvSpPr>
        <p:spPr>
          <a:xfrm>
            <a:off x="1569415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" name="data_4450">
            <a:extLst>
              <a:ext uri="{FF2B5EF4-FFF2-40B4-BE49-F238E27FC236}">
                <a16:creationId xmlns:a16="http://schemas.microsoft.com/office/drawing/2014/main" id="{BA5FCFC7-C2DA-49F3-8B2D-4CBB685F7AC0}"/>
              </a:ext>
            </a:extLst>
          </p:cNvPr>
          <p:cNvSpPr>
            <a:spLocks/>
          </p:cNvSpPr>
          <p:nvPr/>
        </p:nvSpPr>
        <p:spPr>
          <a:xfrm>
            <a:off x="152300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" name="data_4451">
            <a:extLst>
              <a:ext uri="{FF2B5EF4-FFF2-40B4-BE49-F238E27FC236}">
                <a16:creationId xmlns:a16="http://schemas.microsoft.com/office/drawing/2014/main" id="{678D61A3-9A20-47B8-8C09-B36BB79A8A57}"/>
              </a:ext>
            </a:extLst>
          </p:cNvPr>
          <p:cNvSpPr>
            <a:spLocks/>
          </p:cNvSpPr>
          <p:nvPr/>
        </p:nvSpPr>
        <p:spPr>
          <a:xfrm>
            <a:off x="144691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" name="data_4452">
            <a:extLst>
              <a:ext uri="{FF2B5EF4-FFF2-40B4-BE49-F238E27FC236}">
                <a16:creationId xmlns:a16="http://schemas.microsoft.com/office/drawing/2014/main" id="{FF4F2FEB-88D5-4F60-9EAE-3F19379A9C1B}"/>
              </a:ext>
            </a:extLst>
          </p:cNvPr>
          <p:cNvSpPr>
            <a:spLocks/>
          </p:cNvSpPr>
          <p:nvPr/>
        </p:nvSpPr>
        <p:spPr>
          <a:xfrm>
            <a:off x="1470063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" name="data_4453">
            <a:extLst>
              <a:ext uri="{FF2B5EF4-FFF2-40B4-BE49-F238E27FC236}">
                <a16:creationId xmlns:a16="http://schemas.microsoft.com/office/drawing/2014/main" id="{57D9ED43-7323-48E1-A119-069344CFEFA0}"/>
              </a:ext>
            </a:extLst>
          </p:cNvPr>
          <p:cNvSpPr>
            <a:spLocks/>
          </p:cNvSpPr>
          <p:nvPr/>
        </p:nvSpPr>
        <p:spPr>
          <a:xfrm>
            <a:off x="1553435" y="2534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" name="data_4454">
            <a:extLst>
              <a:ext uri="{FF2B5EF4-FFF2-40B4-BE49-F238E27FC236}">
                <a16:creationId xmlns:a16="http://schemas.microsoft.com/office/drawing/2014/main" id="{99DF6CBD-CCEF-44CA-A1A7-C023C8DA27F7}"/>
              </a:ext>
            </a:extLst>
          </p:cNvPr>
          <p:cNvSpPr>
            <a:spLocks/>
          </p:cNvSpPr>
          <p:nvPr/>
        </p:nvSpPr>
        <p:spPr>
          <a:xfrm>
            <a:off x="1391206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" name="data_4455">
            <a:extLst>
              <a:ext uri="{FF2B5EF4-FFF2-40B4-BE49-F238E27FC236}">
                <a16:creationId xmlns:a16="http://schemas.microsoft.com/office/drawing/2014/main" id="{71107D4F-F6B4-4773-965F-150C70DDAE48}"/>
              </a:ext>
            </a:extLst>
          </p:cNvPr>
          <p:cNvSpPr>
            <a:spLocks/>
          </p:cNvSpPr>
          <p:nvPr/>
        </p:nvSpPr>
        <p:spPr>
          <a:xfrm>
            <a:off x="157050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" name="data_4456">
            <a:extLst>
              <a:ext uri="{FF2B5EF4-FFF2-40B4-BE49-F238E27FC236}">
                <a16:creationId xmlns:a16="http://schemas.microsoft.com/office/drawing/2014/main" id="{66A165C3-558F-42F6-9DD4-BBF075D63C2E}"/>
              </a:ext>
            </a:extLst>
          </p:cNvPr>
          <p:cNvSpPr>
            <a:spLocks/>
          </p:cNvSpPr>
          <p:nvPr/>
        </p:nvSpPr>
        <p:spPr>
          <a:xfrm>
            <a:off x="14558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" name="data_4457">
            <a:extLst>
              <a:ext uri="{FF2B5EF4-FFF2-40B4-BE49-F238E27FC236}">
                <a16:creationId xmlns:a16="http://schemas.microsoft.com/office/drawing/2014/main" id="{21E4AF0F-BC1B-43F8-A462-92568A7BE43E}"/>
              </a:ext>
            </a:extLst>
          </p:cNvPr>
          <p:cNvSpPr>
            <a:spLocks/>
          </p:cNvSpPr>
          <p:nvPr/>
        </p:nvSpPr>
        <p:spPr>
          <a:xfrm>
            <a:off x="156431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" name="data_4458">
            <a:extLst>
              <a:ext uri="{FF2B5EF4-FFF2-40B4-BE49-F238E27FC236}">
                <a16:creationId xmlns:a16="http://schemas.microsoft.com/office/drawing/2014/main" id="{553B8DA6-14DE-4A78-9177-295E3E6B9BED}"/>
              </a:ext>
            </a:extLst>
          </p:cNvPr>
          <p:cNvSpPr>
            <a:spLocks/>
          </p:cNvSpPr>
          <p:nvPr/>
        </p:nvSpPr>
        <p:spPr>
          <a:xfrm>
            <a:off x="1417595" y="36220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" name="data_4459">
            <a:extLst>
              <a:ext uri="{FF2B5EF4-FFF2-40B4-BE49-F238E27FC236}">
                <a16:creationId xmlns:a16="http://schemas.microsoft.com/office/drawing/2014/main" id="{4F4A27AF-61CE-4D6E-AAC9-6624FA2AADD0}"/>
              </a:ext>
            </a:extLst>
          </p:cNvPr>
          <p:cNvSpPr>
            <a:spLocks/>
          </p:cNvSpPr>
          <p:nvPr/>
        </p:nvSpPr>
        <p:spPr>
          <a:xfrm>
            <a:off x="1491025" y="36731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" name="data_4460">
            <a:extLst>
              <a:ext uri="{FF2B5EF4-FFF2-40B4-BE49-F238E27FC236}">
                <a16:creationId xmlns:a16="http://schemas.microsoft.com/office/drawing/2014/main" id="{52BCB0DF-FA93-46E8-B483-987B101A6977}"/>
              </a:ext>
            </a:extLst>
          </p:cNvPr>
          <p:cNvSpPr>
            <a:spLocks/>
          </p:cNvSpPr>
          <p:nvPr/>
        </p:nvSpPr>
        <p:spPr>
          <a:xfrm>
            <a:off x="1470236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" name="data_4461">
            <a:extLst>
              <a:ext uri="{FF2B5EF4-FFF2-40B4-BE49-F238E27FC236}">
                <a16:creationId xmlns:a16="http://schemas.microsoft.com/office/drawing/2014/main" id="{4AE17F8A-7D93-4141-A82F-F117E58C8431}"/>
              </a:ext>
            </a:extLst>
          </p:cNvPr>
          <p:cNvSpPr>
            <a:spLocks/>
          </p:cNvSpPr>
          <p:nvPr/>
        </p:nvSpPr>
        <p:spPr>
          <a:xfrm>
            <a:off x="1438881" y="27997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" name="data_4462">
            <a:extLst>
              <a:ext uri="{FF2B5EF4-FFF2-40B4-BE49-F238E27FC236}">
                <a16:creationId xmlns:a16="http://schemas.microsoft.com/office/drawing/2014/main" id="{B75E8C82-BBC4-4B35-A944-DF4C629E63C7}"/>
              </a:ext>
            </a:extLst>
          </p:cNvPr>
          <p:cNvSpPr>
            <a:spLocks/>
          </p:cNvSpPr>
          <p:nvPr/>
        </p:nvSpPr>
        <p:spPr>
          <a:xfrm>
            <a:off x="14250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" name="data_4463">
            <a:extLst>
              <a:ext uri="{FF2B5EF4-FFF2-40B4-BE49-F238E27FC236}">
                <a16:creationId xmlns:a16="http://schemas.microsoft.com/office/drawing/2014/main" id="{AC9AD231-8FF5-4FB7-ACC0-E9664A64E9BD}"/>
              </a:ext>
            </a:extLst>
          </p:cNvPr>
          <p:cNvSpPr>
            <a:spLocks/>
          </p:cNvSpPr>
          <p:nvPr/>
        </p:nvSpPr>
        <p:spPr>
          <a:xfrm>
            <a:off x="147164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" name="data_4464">
            <a:extLst>
              <a:ext uri="{FF2B5EF4-FFF2-40B4-BE49-F238E27FC236}">
                <a16:creationId xmlns:a16="http://schemas.microsoft.com/office/drawing/2014/main" id="{486767B1-1B55-4C3B-91DA-9D7B91BD3BDA}"/>
              </a:ext>
            </a:extLst>
          </p:cNvPr>
          <p:cNvSpPr>
            <a:spLocks/>
          </p:cNvSpPr>
          <p:nvPr/>
        </p:nvSpPr>
        <p:spPr>
          <a:xfrm>
            <a:off x="1364364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" name="data_4465">
            <a:extLst>
              <a:ext uri="{FF2B5EF4-FFF2-40B4-BE49-F238E27FC236}">
                <a16:creationId xmlns:a16="http://schemas.microsoft.com/office/drawing/2014/main" id="{EB9077D9-E6FE-4A90-B384-DD333D8C70D5}"/>
              </a:ext>
            </a:extLst>
          </p:cNvPr>
          <p:cNvSpPr>
            <a:spLocks/>
          </p:cNvSpPr>
          <p:nvPr/>
        </p:nvSpPr>
        <p:spPr>
          <a:xfrm>
            <a:off x="151429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" name="data_4466">
            <a:extLst>
              <a:ext uri="{FF2B5EF4-FFF2-40B4-BE49-F238E27FC236}">
                <a16:creationId xmlns:a16="http://schemas.microsoft.com/office/drawing/2014/main" id="{87284F49-C51B-4ABC-8882-4DF5A83C2C2B}"/>
              </a:ext>
            </a:extLst>
          </p:cNvPr>
          <p:cNvSpPr>
            <a:spLocks/>
          </p:cNvSpPr>
          <p:nvPr/>
        </p:nvSpPr>
        <p:spPr>
          <a:xfrm>
            <a:off x="15251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" name="data_4467">
            <a:extLst>
              <a:ext uri="{FF2B5EF4-FFF2-40B4-BE49-F238E27FC236}">
                <a16:creationId xmlns:a16="http://schemas.microsoft.com/office/drawing/2014/main" id="{9BF97AE0-1880-4DE5-91B3-606FC293B999}"/>
              </a:ext>
            </a:extLst>
          </p:cNvPr>
          <p:cNvSpPr>
            <a:spLocks/>
          </p:cNvSpPr>
          <p:nvPr/>
        </p:nvSpPr>
        <p:spPr>
          <a:xfrm>
            <a:off x="1503547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" name="data_4468">
            <a:extLst>
              <a:ext uri="{FF2B5EF4-FFF2-40B4-BE49-F238E27FC236}">
                <a16:creationId xmlns:a16="http://schemas.microsoft.com/office/drawing/2014/main" id="{09544D52-ECF5-448F-AA24-B95E48336714}"/>
              </a:ext>
            </a:extLst>
          </p:cNvPr>
          <p:cNvSpPr>
            <a:spLocks/>
          </p:cNvSpPr>
          <p:nvPr/>
        </p:nvSpPr>
        <p:spPr>
          <a:xfrm>
            <a:off x="15790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" name="data_4469">
            <a:extLst>
              <a:ext uri="{FF2B5EF4-FFF2-40B4-BE49-F238E27FC236}">
                <a16:creationId xmlns:a16="http://schemas.microsoft.com/office/drawing/2014/main" id="{CC344598-E335-41ED-9DAF-944995749BF6}"/>
              </a:ext>
            </a:extLst>
          </p:cNvPr>
          <p:cNvSpPr>
            <a:spLocks/>
          </p:cNvSpPr>
          <p:nvPr/>
        </p:nvSpPr>
        <p:spPr>
          <a:xfrm>
            <a:off x="143398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" name="data_4470">
            <a:extLst>
              <a:ext uri="{FF2B5EF4-FFF2-40B4-BE49-F238E27FC236}">
                <a16:creationId xmlns:a16="http://schemas.microsoft.com/office/drawing/2014/main" id="{C85D0DD6-6FBC-414B-B3A7-58C7B34C9286}"/>
              </a:ext>
            </a:extLst>
          </p:cNvPr>
          <p:cNvSpPr>
            <a:spLocks/>
          </p:cNvSpPr>
          <p:nvPr/>
        </p:nvSpPr>
        <p:spPr>
          <a:xfrm>
            <a:off x="1486553" y="35426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" name="data_4471">
            <a:extLst>
              <a:ext uri="{FF2B5EF4-FFF2-40B4-BE49-F238E27FC236}">
                <a16:creationId xmlns:a16="http://schemas.microsoft.com/office/drawing/2014/main" id="{4E53DA8C-9499-48F4-B3FA-F1130FAF9FD5}"/>
              </a:ext>
            </a:extLst>
          </p:cNvPr>
          <p:cNvSpPr>
            <a:spLocks/>
          </p:cNvSpPr>
          <p:nvPr/>
        </p:nvSpPr>
        <p:spPr>
          <a:xfrm>
            <a:off x="146852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" name="data_4472">
            <a:extLst>
              <a:ext uri="{FF2B5EF4-FFF2-40B4-BE49-F238E27FC236}">
                <a16:creationId xmlns:a16="http://schemas.microsoft.com/office/drawing/2014/main" id="{6F205030-3444-4F32-9673-BC1A08734698}"/>
              </a:ext>
            </a:extLst>
          </p:cNvPr>
          <p:cNvSpPr>
            <a:spLocks/>
          </p:cNvSpPr>
          <p:nvPr/>
        </p:nvSpPr>
        <p:spPr>
          <a:xfrm>
            <a:off x="143141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" name="data_4473">
            <a:extLst>
              <a:ext uri="{FF2B5EF4-FFF2-40B4-BE49-F238E27FC236}">
                <a16:creationId xmlns:a16="http://schemas.microsoft.com/office/drawing/2014/main" id="{CD3C5213-10C9-45B0-8AFF-6D57DCE32028}"/>
              </a:ext>
            </a:extLst>
          </p:cNvPr>
          <p:cNvSpPr>
            <a:spLocks/>
          </p:cNvSpPr>
          <p:nvPr/>
        </p:nvSpPr>
        <p:spPr>
          <a:xfrm>
            <a:off x="150325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" name="data_4474">
            <a:extLst>
              <a:ext uri="{FF2B5EF4-FFF2-40B4-BE49-F238E27FC236}">
                <a16:creationId xmlns:a16="http://schemas.microsoft.com/office/drawing/2014/main" id="{C7A416D0-6B0A-4B1A-9619-7DA8C1F18CF7}"/>
              </a:ext>
            </a:extLst>
          </p:cNvPr>
          <p:cNvSpPr>
            <a:spLocks/>
          </p:cNvSpPr>
          <p:nvPr/>
        </p:nvSpPr>
        <p:spPr>
          <a:xfrm>
            <a:off x="1366159" y="38742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" name="data_4475">
            <a:extLst>
              <a:ext uri="{FF2B5EF4-FFF2-40B4-BE49-F238E27FC236}">
                <a16:creationId xmlns:a16="http://schemas.microsoft.com/office/drawing/2014/main" id="{8ED8B5D2-AFE3-43BB-8338-F52D47626DCB}"/>
              </a:ext>
            </a:extLst>
          </p:cNvPr>
          <p:cNvSpPr>
            <a:spLocks/>
          </p:cNvSpPr>
          <p:nvPr/>
        </p:nvSpPr>
        <p:spPr>
          <a:xfrm>
            <a:off x="139860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" name="data_4476">
            <a:extLst>
              <a:ext uri="{FF2B5EF4-FFF2-40B4-BE49-F238E27FC236}">
                <a16:creationId xmlns:a16="http://schemas.microsoft.com/office/drawing/2014/main" id="{ABAF5A0E-23F9-452C-A08F-F38CA518769E}"/>
              </a:ext>
            </a:extLst>
          </p:cNvPr>
          <p:cNvSpPr>
            <a:spLocks/>
          </p:cNvSpPr>
          <p:nvPr/>
        </p:nvSpPr>
        <p:spPr>
          <a:xfrm>
            <a:off x="13629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" name="data_4477">
            <a:extLst>
              <a:ext uri="{FF2B5EF4-FFF2-40B4-BE49-F238E27FC236}">
                <a16:creationId xmlns:a16="http://schemas.microsoft.com/office/drawing/2014/main" id="{CA9A0E68-2441-4F3C-93DF-CCC424F3D9CB}"/>
              </a:ext>
            </a:extLst>
          </p:cNvPr>
          <p:cNvSpPr>
            <a:spLocks/>
          </p:cNvSpPr>
          <p:nvPr/>
        </p:nvSpPr>
        <p:spPr>
          <a:xfrm>
            <a:off x="1398698" y="319303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" name="data_4478">
            <a:extLst>
              <a:ext uri="{FF2B5EF4-FFF2-40B4-BE49-F238E27FC236}">
                <a16:creationId xmlns:a16="http://schemas.microsoft.com/office/drawing/2014/main" id="{415CE994-3C15-4BCE-8BD6-C11E1629F347}"/>
              </a:ext>
            </a:extLst>
          </p:cNvPr>
          <p:cNvSpPr>
            <a:spLocks/>
          </p:cNvSpPr>
          <p:nvPr/>
        </p:nvSpPr>
        <p:spPr>
          <a:xfrm>
            <a:off x="148629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" name="data_4479">
            <a:extLst>
              <a:ext uri="{FF2B5EF4-FFF2-40B4-BE49-F238E27FC236}">
                <a16:creationId xmlns:a16="http://schemas.microsoft.com/office/drawing/2014/main" id="{3BD600F7-18F6-4E3D-9DB6-1FDC09901498}"/>
              </a:ext>
            </a:extLst>
          </p:cNvPr>
          <p:cNvSpPr>
            <a:spLocks/>
          </p:cNvSpPr>
          <p:nvPr/>
        </p:nvSpPr>
        <p:spPr>
          <a:xfrm>
            <a:off x="15619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" name="data_4480">
            <a:extLst>
              <a:ext uri="{FF2B5EF4-FFF2-40B4-BE49-F238E27FC236}">
                <a16:creationId xmlns:a16="http://schemas.microsoft.com/office/drawing/2014/main" id="{946E171E-447E-47DC-B0FF-68BBB9323405}"/>
              </a:ext>
            </a:extLst>
          </p:cNvPr>
          <p:cNvSpPr>
            <a:spLocks/>
          </p:cNvSpPr>
          <p:nvPr/>
        </p:nvSpPr>
        <p:spPr>
          <a:xfrm>
            <a:off x="136688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" name="data_4481">
            <a:extLst>
              <a:ext uri="{FF2B5EF4-FFF2-40B4-BE49-F238E27FC236}">
                <a16:creationId xmlns:a16="http://schemas.microsoft.com/office/drawing/2014/main" id="{5B53BA97-BE6C-4426-9DC9-6E2A35ED180C}"/>
              </a:ext>
            </a:extLst>
          </p:cNvPr>
          <p:cNvSpPr>
            <a:spLocks/>
          </p:cNvSpPr>
          <p:nvPr/>
        </p:nvSpPr>
        <p:spPr>
          <a:xfrm>
            <a:off x="149778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" name="data_4482">
            <a:extLst>
              <a:ext uri="{FF2B5EF4-FFF2-40B4-BE49-F238E27FC236}">
                <a16:creationId xmlns:a16="http://schemas.microsoft.com/office/drawing/2014/main" id="{8932F2B3-2E4C-4C18-B2F7-50B62AE90B9A}"/>
              </a:ext>
            </a:extLst>
          </p:cNvPr>
          <p:cNvSpPr>
            <a:spLocks/>
          </p:cNvSpPr>
          <p:nvPr/>
        </p:nvSpPr>
        <p:spPr>
          <a:xfrm>
            <a:off x="139679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" name="data_4483">
            <a:extLst>
              <a:ext uri="{FF2B5EF4-FFF2-40B4-BE49-F238E27FC236}">
                <a16:creationId xmlns:a16="http://schemas.microsoft.com/office/drawing/2014/main" id="{D64797DC-5D3E-4F6E-B00A-ECE15EBE21AA}"/>
              </a:ext>
            </a:extLst>
          </p:cNvPr>
          <p:cNvSpPr>
            <a:spLocks/>
          </p:cNvSpPr>
          <p:nvPr/>
        </p:nvSpPr>
        <p:spPr>
          <a:xfrm>
            <a:off x="1576793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" name="data_4484">
            <a:extLst>
              <a:ext uri="{FF2B5EF4-FFF2-40B4-BE49-F238E27FC236}">
                <a16:creationId xmlns:a16="http://schemas.microsoft.com/office/drawing/2014/main" id="{F94903DF-63CE-4D2D-9A7C-DB392C0E8A5C}"/>
              </a:ext>
            </a:extLst>
          </p:cNvPr>
          <p:cNvSpPr>
            <a:spLocks/>
          </p:cNvSpPr>
          <p:nvPr/>
        </p:nvSpPr>
        <p:spPr>
          <a:xfrm>
            <a:off x="1444414" y="35199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" name="data_4485">
            <a:extLst>
              <a:ext uri="{FF2B5EF4-FFF2-40B4-BE49-F238E27FC236}">
                <a16:creationId xmlns:a16="http://schemas.microsoft.com/office/drawing/2014/main" id="{5FFDB1F9-DF22-468A-B84C-0B01B081511D}"/>
              </a:ext>
            </a:extLst>
          </p:cNvPr>
          <p:cNvSpPr>
            <a:spLocks/>
          </p:cNvSpPr>
          <p:nvPr/>
        </p:nvSpPr>
        <p:spPr>
          <a:xfrm>
            <a:off x="1427449" y="38110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" name="data_4486">
            <a:extLst>
              <a:ext uri="{FF2B5EF4-FFF2-40B4-BE49-F238E27FC236}">
                <a16:creationId xmlns:a16="http://schemas.microsoft.com/office/drawing/2014/main" id="{6A04275A-229F-4288-B153-525EAB54639F}"/>
              </a:ext>
            </a:extLst>
          </p:cNvPr>
          <p:cNvSpPr>
            <a:spLocks/>
          </p:cNvSpPr>
          <p:nvPr/>
        </p:nvSpPr>
        <p:spPr>
          <a:xfrm>
            <a:off x="137603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" name="data_4487">
            <a:extLst>
              <a:ext uri="{FF2B5EF4-FFF2-40B4-BE49-F238E27FC236}">
                <a16:creationId xmlns:a16="http://schemas.microsoft.com/office/drawing/2014/main" id="{021D0C18-8A38-4C3D-AC9E-8AC139919C92}"/>
              </a:ext>
            </a:extLst>
          </p:cNvPr>
          <p:cNvSpPr>
            <a:spLocks/>
          </p:cNvSpPr>
          <p:nvPr/>
        </p:nvSpPr>
        <p:spPr>
          <a:xfrm>
            <a:off x="1566408" y="306024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" name="data_4488">
            <a:extLst>
              <a:ext uri="{FF2B5EF4-FFF2-40B4-BE49-F238E27FC236}">
                <a16:creationId xmlns:a16="http://schemas.microsoft.com/office/drawing/2014/main" id="{341D9DE9-4EA3-401F-B6F1-68050A3584BF}"/>
              </a:ext>
            </a:extLst>
          </p:cNvPr>
          <p:cNvSpPr>
            <a:spLocks/>
          </p:cNvSpPr>
          <p:nvPr/>
        </p:nvSpPr>
        <p:spPr>
          <a:xfrm>
            <a:off x="1471861" y="327730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" name="data_4489">
            <a:extLst>
              <a:ext uri="{FF2B5EF4-FFF2-40B4-BE49-F238E27FC236}">
                <a16:creationId xmlns:a16="http://schemas.microsoft.com/office/drawing/2014/main" id="{C4373089-5789-4A26-B4EB-6A1DAC507103}"/>
              </a:ext>
            </a:extLst>
          </p:cNvPr>
          <p:cNvSpPr>
            <a:spLocks/>
          </p:cNvSpPr>
          <p:nvPr/>
        </p:nvSpPr>
        <p:spPr>
          <a:xfrm>
            <a:off x="142651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" name="data_4490">
            <a:extLst>
              <a:ext uri="{FF2B5EF4-FFF2-40B4-BE49-F238E27FC236}">
                <a16:creationId xmlns:a16="http://schemas.microsoft.com/office/drawing/2014/main" id="{F60ED9DE-3326-4283-9D66-B0669CB40F34}"/>
              </a:ext>
            </a:extLst>
          </p:cNvPr>
          <p:cNvSpPr>
            <a:spLocks/>
          </p:cNvSpPr>
          <p:nvPr/>
        </p:nvSpPr>
        <p:spPr>
          <a:xfrm>
            <a:off x="1517138" y="26312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" name="data_4491">
            <a:extLst>
              <a:ext uri="{FF2B5EF4-FFF2-40B4-BE49-F238E27FC236}">
                <a16:creationId xmlns:a16="http://schemas.microsoft.com/office/drawing/2014/main" id="{76FD3914-3677-4992-AAA9-3E17D7B89089}"/>
              </a:ext>
            </a:extLst>
          </p:cNvPr>
          <p:cNvSpPr>
            <a:spLocks/>
          </p:cNvSpPr>
          <p:nvPr/>
        </p:nvSpPr>
        <p:spPr>
          <a:xfrm>
            <a:off x="139394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" name="data_4492">
            <a:extLst>
              <a:ext uri="{FF2B5EF4-FFF2-40B4-BE49-F238E27FC236}">
                <a16:creationId xmlns:a16="http://schemas.microsoft.com/office/drawing/2014/main" id="{0D4EDF97-3CAA-43D9-9CA2-86043A5821DD}"/>
              </a:ext>
            </a:extLst>
          </p:cNvPr>
          <p:cNvSpPr>
            <a:spLocks/>
          </p:cNvSpPr>
          <p:nvPr/>
        </p:nvSpPr>
        <p:spPr>
          <a:xfrm>
            <a:off x="149073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" name="data_4493">
            <a:extLst>
              <a:ext uri="{FF2B5EF4-FFF2-40B4-BE49-F238E27FC236}">
                <a16:creationId xmlns:a16="http://schemas.microsoft.com/office/drawing/2014/main" id="{56AF6ECA-6C7A-4253-82A0-EFD877C2B59A}"/>
              </a:ext>
            </a:extLst>
          </p:cNvPr>
          <p:cNvSpPr>
            <a:spLocks/>
          </p:cNvSpPr>
          <p:nvPr/>
        </p:nvSpPr>
        <p:spPr>
          <a:xfrm>
            <a:off x="148633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" name="data_4494">
            <a:extLst>
              <a:ext uri="{FF2B5EF4-FFF2-40B4-BE49-F238E27FC236}">
                <a16:creationId xmlns:a16="http://schemas.microsoft.com/office/drawing/2014/main" id="{687099C6-0A21-4D60-A205-BAD81177B6C8}"/>
              </a:ext>
            </a:extLst>
          </p:cNvPr>
          <p:cNvSpPr>
            <a:spLocks/>
          </p:cNvSpPr>
          <p:nvPr/>
        </p:nvSpPr>
        <p:spPr>
          <a:xfrm>
            <a:off x="1478102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" name="data_4495">
            <a:extLst>
              <a:ext uri="{FF2B5EF4-FFF2-40B4-BE49-F238E27FC236}">
                <a16:creationId xmlns:a16="http://schemas.microsoft.com/office/drawing/2014/main" id="{E839CA96-8725-4543-B9C5-0BBEAFEC2E88}"/>
              </a:ext>
            </a:extLst>
          </p:cNvPr>
          <p:cNvSpPr>
            <a:spLocks/>
          </p:cNvSpPr>
          <p:nvPr/>
        </p:nvSpPr>
        <p:spPr>
          <a:xfrm>
            <a:off x="14625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" name="data_4496">
            <a:extLst>
              <a:ext uri="{FF2B5EF4-FFF2-40B4-BE49-F238E27FC236}">
                <a16:creationId xmlns:a16="http://schemas.microsoft.com/office/drawing/2014/main" id="{9A558D66-579C-4939-B132-0187AA77D25C}"/>
              </a:ext>
            </a:extLst>
          </p:cNvPr>
          <p:cNvSpPr>
            <a:spLocks/>
          </p:cNvSpPr>
          <p:nvPr/>
        </p:nvSpPr>
        <p:spPr>
          <a:xfrm>
            <a:off x="1482734" y="3885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" name="data_4497">
            <a:extLst>
              <a:ext uri="{FF2B5EF4-FFF2-40B4-BE49-F238E27FC236}">
                <a16:creationId xmlns:a16="http://schemas.microsoft.com/office/drawing/2014/main" id="{C2310519-5C66-4E94-997D-4969F60DCC11}"/>
              </a:ext>
            </a:extLst>
          </p:cNvPr>
          <p:cNvSpPr>
            <a:spLocks/>
          </p:cNvSpPr>
          <p:nvPr/>
        </p:nvSpPr>
        <p:spPr>
          <a:xfrm>
            <a:off x="152063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" name="data_4498">
            <a:extLst>
              <a:ext uri="{FF2B5EF4-FFF2-40B4-BE49-F238E27FC236}">
                <a16:creationId xmlns:a16="http://schemas.microsoft.com/office/drawing/2014/main" id="{9340DDB2-A4DB-49AE-9A49-C3C9859CE677}"/>
              </a:ext>
            </a:extLst>
          </p:cNvPr>
          <p:cNvSpPr>
            <a:spLocks/>
          </p:cNvSpPr>
          <p:nvPr/>
        </p:nvSpPr>
        <p:spPr>
          <a:xfrm>
            <a:off x="1499303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" name="data_4499">
            <a:extLst>
              <a:ext uri="{FF2B5EF4-FFF2-40B4-BE49-F238E27FC236}">
                <a16:creationId xmlns:a16="http://schemas.microsoft.com/office/drawing/2014/main" id="{8D645A41-4A46-4FE3-B7D9-A0D1B852FC39}"/>
              </a:ext>
            </a:extLst>
          </p:cNvPr>
          <p:cNvSpPr>
            <a:spLocks/>
          </p:cNvSpPr>
          <p:nvPr/>
        </p:nvSpPr>
        <p:spPr>
          <a:xfrm>
            <a:off x="1438355" y="38263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1" name="data_4500">
            <a:extLst>
              <a:ext uri="{FF2B5EF4-FFF2-40B4-BE49-F238E27FC236}">
                <a16:creationId xmlns:a16="http://schemas.microsoft.com/office/drawing/2014/main" id="{D1599F20-64A6-40FE-9968-675E0F35D815}"/>
              </a:ext>
            </a:extLst>
          </p:cNvPr>
          <p:cNvSpPr>
            <a:spLocks/>
          </p:cNvSpPr>
          <p:nvPr/>
        </p:nvSpPr>
        <p:spPr>
          <a:xfrm>
            <a:off x="1576286" y="30720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2" name="data_4501">
            <a:extLst>
              <a:ext uri="{FF2B5EF4-FFF2-40B4-BE49-F238E27FC236}">
                <a16:creationId xmlns:a16="http://schemas.microsoft.com/office/drawing/2014/main" id="{5D15F39E-9BF1-4E47-9F55-6E09F5F736F3}"/>
              </a:ext>
            </a:extLst>
          </p:cNvPr>
          <p:cNvSpPr>
            <a:spLocks/>
          </p:cNvSpPr>
          <p:nvPr/>
        </p:nvSpPr>
        <p:spPr>
          <a:xfrm>
            <a:off x="151922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3" name="data_4502">
            <a:extLst>
              <a:ext uri="{FF2B5EF4-FFF2-40B4-BE49-F238E27FC236}">
                <a16:creationId xmlns:a16="http://schemas.microsoft.com/office/drawing/2014/main" id="{8FA42CE3-FBF2-4996-AE9E-020B1E9E2642}"/>
              </a:ext>
            </a:extLst>
          </p:cNvPr>
          <p:cNvSpPr>
            <a:spLocks/>
          </p:cNvSpPr>
          <p:nvPr/>
        </p:nvSpPr>
        <p:spPr>
          <a:xfrm>
            <a:off x="140022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4" name="data_4503">
            <a:extLst>
              <a:ext uri="{FF2B5EF4-FFF2-40B4-BE49-F238E27FC236}">
                <a16:creationId xmlns:a16="http://schemas.microsoft.com/office/drawing/2014/main" id="{99E3CC87-1E6D-4528-8206-4BAAB63C886F}"/>
              </a:ext>
            </a:extLst>
          </p:cNvPr>
          <p:cNvSpPr>
            <a:spLocks/>
          </p:cNvSpPr>
          <p:nvPr/>
        </p:nvSpPr>
        <p:spPr>
          <a:xfrm>
            <a:off x="1386726" y="37169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5" name="data_4504">
            <a:extLst>
              <a:ext uri="{FF2B5EF4-FFF2-40B4-BE49-F238E27FC236}">
                <a16:creationId xmlns:a16="http://schemas.microsoft.com/office/drawing/2014/main" id="{258BAD59-173E-486F-9BB1-5A3CEC1945E6}"/>
              </a:ext>
            </a:extLst>
          </p:cNvPr>
          <p:cNvSpPr>
            <a:spLocks/>
          </p:cNvSpPr>
          <p:nvPr/>
        </p:nvSpPr>
        <p:spPr>
          <a:xfrm>
            <a:off x="152283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6" name="data_4505">
            <a:extLst>
              <a:ext uri="{FF2B5EF4-FFF2-40B4-BE49-F238E27FC236}">
                <a16:creationId xmlns:a16="http://schemas.microsoft.com/office/drawing/2014/main" id="{5E0212EC-8603-441B-A6D8-45B1F77AB0CF}"/>
              </a:ext>
            </a:extLst>
          </p:cNvPr>
          <p:cNvSpPr>
            <a:spLocks/>
          </p:cNvSpPr>
          <p:nvPr/>
        </p:nvSpPr>
        <p:spPr>
          <a:xfrm>
            <a:off x="1570507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7" name="data_4506">
            <a:extLst>
              <a:ext uri="{FF2B5EF4-FFF2-40B4-BE49-F238E27FC236}">
                <a16:creationId xmlns:a16="http://schemas.microsoft.com/office/drawing/2014/main" id="{2AF9E2F9-2B05-49C2-9C11-BBF5A4B8D831}"/>
              </a:ext>
            </a:extLst>
          </p:cNvPr>
          <p:cNvSpPr>
            <a:spLocks/>
          </p:cNvSpPr>
          <p:nvPr/>
        </p:nvSpPr>
        <p:spPr>
          <a:xfrm>
            <a:off x="155243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8" name="data_4507">
            <a:extLst>
              <a:ext uri="{FF2B5EF4-FFF2-40B4-BE49-F238E27FC236}">
                <a16:creationId xmlns:a16="http://schemas.microsoft.com/office/drawing/2014/main" id="{1AFD01D1-488D-4856-B995-551B86C07312}"/>
              </a:ext>
            </a:extLst>
          </p:cNvPr>
          <p:cNvSpPr>
            <a:spLocks/>
          </p:cNvSpPr>
          <p:nvPr/>
        </p:nvSpPr>
        <p:spPr>
          <a:xfrm>
            <a:off x="1534698" y="347393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9" name="data_4508">
            <a:extLst>
              <a:ext uri="{FF2B5EF4-FFF2-40B4-BE49-F238E27FC236}">
                <a16:creationId xmlns:a16="http://schemas.microsoft.com/office/drawing/2014/main" id="{9E12841C-E2D2-412C-A77E-996C15ED7372}"/>
              </a:ext>
            </a:extLst>
          </p:cNvPr>
          <p:cNvSpPr>
            <a:spLocks/>
          </p:cNvSpPr>
          <p:nvPr/>
        </p:nvSpPr>
        <p:spPr>
          <a:xfrm>
            <a:off x="1511722" y="3213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0" name="data_4509">
            <a:extLst>
              <a:ext uri="{FF2B5EF4-FFF2-40B4-BE49-F238E27FC236}">
                <a16:creationId xmlns:a16="http://schemas.microsoft.com/office/drawing/2014/main" id="{739B292F-D0F7-427E-A848-73A263405A36}"/>
              </a:ext>
            </a:extLst>
          </p:cNvPr>
          <p:cNvSpPr>
            <a:spLocks/>
          </p:cNvSpPr>
          <p:nvPr/>
        </p:nvSpPr>
        <p:spPr>
          <a:xfrm>
            <a:off x="149711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1" name="data_4510">
            <a:extLst>
              <a:ext uri="{FF2B5EF4-FFF2-40B4-BE49-F238E27FC236}">
                <a16:creationId xmlns:a16="http://schemas.microsoft.com/office/drawing/2014/main" id="{9BD357A6-03A3-4922-8743-86C35B7FDA06}"/>
              </a:ext>
            </a:extLst>
          </p:cNvPr>
          <p:cNvSpPr>
            <a:spLocks/>
          </p:cNvSpPr>
          <p:nvPr/>
        </p:nvSpPr>
        <p:spPr>
          <a:xfrm>
            <a:off x="1516821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2" name="data_4511">
            <a:extLst>
              <a:ext uri="{FF2B5EF4-FFF2-40B4-BE49-F238E27FC236}">
                <a16:creationId xmlns:a16="http://schemas.microsoft.com/office/drawing/2014/main" id="{A72684A6-170D-4C47-93B4-EA9C42C6151A}"/>
              </a:ext>
            </a:extLst>
          </p:cNvPr>
          <p:cNvSpPr>
            <a:spLocks/>
          </p:cNvSpPr>
          <p:nvPr/>
        </p:nvSpPr>
        <p:spPr>
          <a:xfrm>
            <a:off x="1449837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3" name="data_4512">
            <a:extLst>
              <a:ext uri="{FF2B5EF4-FFF2-40B4-BE49-F238E27FC236}">
                <a16:creationId xmlns:a16="http://schemas.microsoft.com/office/drawing/2014/main" id="{45DCD312-1352-49B2-884B-F4105BCCDED1}"/>
              </a:ext>
            </a:extLst>
          </p:cNvPr>
          <p:cNvSpPr>
            <a:spLocks/>
          </p:cNvSpPr>
          <p:nvPr/>
        </p:nvSpPr>
        <p:spPr>
          <a:xfrm>
            <a:off x="144088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4" name="data_4513">
            <a:extLst>
              <a:ext uri="{FF2B5EF4-FFF2-40B4-BE49-F238E27FC236}">
                <a16:creationId xmlns:a16="http://schemas.microsoft.com/office/drawing/2014/main" id="{139A0DD8-192B-4298-B7BD-1B961C3D91AA}"/>
              </a:ext>
            </a:extLst>
          </p:cNvPr>
          <p:cNvSpPr>
            <a:spLocks/>
          </p:cNvSpPr>
          <p:nvPr/>
        </p:nvSpPr>
        <p:spPr>
          <a:xfrm>
            <a:off x="1463801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5" name="data_4514">
            <a:extLst>
              <a:ext uri="{FF2B5EF4-FFF2-40B4-BE49-F238E27FC236}">
                <a16:creationId xmlns:a16="http://schemas.microsoft.com/office/drawing/2014/main" id="{EA4BFBF8-D7E6-4E40-BA70-4AAD14765E4A}"/>
              </a:ext>
            </a:extLst>
          </p:cNvPr>
          <p:cNvSpPr>
            <a:spLocks/>
          </p:cNvSpPr>
          <p:nvPr/>
        </p:nvSpPr>
        <p:spPr>
          <a:xfrm>
            <a:off x="1407384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6" name="data_4515">
            <a:extLst>
              <a:ext uri="{FF2B5EF4-FFF2-40B4-BE49-F238E27FC236}">
                <a16:creationId xmlns:a16="http://schemas.microsoft.com/office/drawing/2014/main" id="{FB7D7B04-DB29-4984-BCE7-A181734892CA}"/>
              </a:ext>
            </a:extLst>
          </p:cNvPr>
          <p:cNvSpPr>
            <a:spLocks/>
          </p:cNvSpPr>
          <p:nvPr/>
        </p:nvSpPr>
        <p:spPr>
          <a:xfrm>
            <a:off x="140680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7" name="data_4516">
            <a:extLst>
              <a:ext uri="{FF2B5EF4-FFF2-40B4-BE49-F238E27FC236}">
                <a16:creationId xmlns:a16="http://schemas.microsoft.com/office/drawing/2014/main" id="{D24E65E2-DEB6-487C-8490-0586747ABA84}"/>
              </a:ext>
            </a:extLst>
          </p:cNvPr>
          <p:cNvSpPr>
            <a:spLocks/>
          </p:cNvSpPr>
          <p:nvPr/>
        </p:nvSpPr>
        <p:spPr>
          <a:xfrm>
            <a:off x="14723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8" name="data_4517">
            <a:extLst>
              <a:ext uri="{FF2B5EF4-FFF2-40B4-BE49-F238E27FC236}">
                <a16:creationId xmlns:a16="http://schemas.microsoft.com/office/drawing/2014/main" id="{A91245AC-9901-4C4E-B807-DE1BDEDACB85}"/>
              </a:ext>
            </a:extLst>
          </p:cNvPr>
          <p:cNvSpPr>
            <a:spLocks/>
          </p:cNvSpPr>
          <p:nvPr/>
        </p:nvSpPr>
        <p:spPr>
          <a:xfrm>
            <a:off x="15011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89" name="data_4518">
            <a:extLst>
              <a:ext uri="{FF2B5EF4-FFF2-40B4-BE49-F238E27FC236}">
                <a16:creationId xmlns:a16="http://schemas.microsoft.com/office/drawing/2014/main" id="{6C32A2BF-ED13-455E-B442-DDF637B073E5}"/>
              </a:ext>
            </a:extLst>
          </p:cNvPr>
          <p:cNvSpPr>
            <a:spLocks/>
          </p:cNvSpPr>
          <p:nvPr/>
        </p:nvSpPr>
        <p:spPr>
          <a:xfrm>
            <a:off x="148730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0" name="data_4519">
            <a:extLst>
              <a:ext uri="{FF2B5EF4-FFF2-40B4-BE49-F238E27FC236}">
                <a16:creationId xmlns:a16="http://schemas.microsoft.com/office/drawing/2014/main" id="{C19AD20E-DB15-4BF1-997D-7D90A4B1DA34}"/>
              </a:ext>
            </a:extLst>
          </p:cNvPr>
          <p:cNvSpPr>
            <a:spLocks/>
          </p:cNvSpPr>
          <p:nvPr/>
        </p:nvSpPr>
        <p:spPr>
          <a:xfrm>
            <a:off x="1530703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1" name="data_4520">
            <a:extLst>
              <a:ext uri="{FF2B5EF4-FFF2-40B4-BE49-F238E27FC236}">
                <a16:creationId xmlns:a16="http://schemas.microsoft.com/office/drawing/2014/main" id="{A5AA07D1-2D0D-4C24-A4C8-8CEB6154CD2A}"/>
              </a:ext>
            </a:extLst>
          </p:cNvPr>
          <p:cNvSpPr>
            <a:spLocks/>
          </p:cNvSpPr>
          <p:nvPr/>
        </p:nvSpPr>
        <p:spPr>
          <a:xfrm>
            <a:off x="13988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2" name="data_4521">
            <a:extLst>
              <a:ext uri="{FF2B5EF4-FFF2-40B4-BE49-F238E27FC236}">
                <a16:creationId xmlns:a16="http://schemas.microsoft.com/office/drawing/2014/main" id="{E7EA0D11-824D-4ECC-83B6-CABC14AAB2BF}"/>
              </a:ext>
            </a:extLst>
          </p:cNvPr>
          <p:cNvSpPr>
            <a:spLocks/>
          </p:cNvSpPr>
          <p:nvPr/>
        </p:nvSpPr>
        <p:spPr>
          <a:xfrm>
            <a:off x="140721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3" name="data_4522">
            <a:extLst>
              <a:ext uri="{FF2B5EF4-FFF2-40B4-BE49-F238E27FC236}">
                <a16:creationId xmlns:a16="http://schemas.microsoft.com/office/drawing/2014/main" id="{9FD10419-4E98-4F18-AB2D-86AAD33CCCBB}"/>
              </a:ext>
            </a:extLst>
          </p:cNvPr>
          <p:cNvSpPr>
            <a:spLocks/>
          </p:cNvSpPr>
          <p:nvPr/>
        </p:nvSpPr>
        <p:spPr>
          <a:xfrm>
            <a:off x="1363147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4" name="data_4523">
            <a:extLst>
              <a:ext uri="{FF2B5EF4-FFF2-40B4-BE49-F238E27FC236}">
                <a16:creationId xmlns:a16="http://schemas.microsoft.com/office/drawing/2014/main" id="{5BCE86BB-A145-4647-A61F-22F90DE85376}"/>
              </a:ext>
            </a:extLst>
          </p:cNvPr>
          <p:cNvSpPr>
            <a:spLocks/>
          </p:cNvSpPr>
          <p:nvPr/>
        </p:nvSpPr>
        <p:spPr>
          <a:xfrm>
            <a:off x="1490985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5" name="data_4524">
            <a:extLst>
              <a:ext uri="{FF2B5EF4-FFF2-40B4-BE49-F238E27FC236}">
                <a16:creationId xmlns:a16="http://schemas.microsoft.com/office/drawing/2014/main" id="{B88BF24C-9FAB-4009-A6AC-9784593B855C}"/>
              </a:ext>
            </a:extLst>
          </p:cNvPr>
          <p:cNvSpPr>
            <a:spLocks/>
          </p:cNvSpPr>
          <p:nvPr/>
        </p:nvSpPr>
        <p:spPr>
          <a:xfrm>
            <a:off x="138832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6" name="data_4525">
            <a:extLst>
              <a:ext uri="{FF2B5EF4-FFF2-40B4-BE49-F238E27FC236}">
                <a16:creationId xmlns:a16="http://schemas.microsoft.com/office/drawing/2014/main" id="{8504FD62-02E0-4E0A-8106-A59C9EEB2641}"/>
              </a:ext>
            </a:extLst>
          </p:cNvPr>
          <p:cNvSpPr>
            <a:spLocks/>
          </p:cNvSpPr>
          <p:nvPr/>
        </p:nvSpPr>
        <p:spPr>
          <a:xfrm>
            <a:off x="1547426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7" name="data_4526">
            <a:extLst>
              <a:ext uri="{FF2B5EF4-FFF2-40B4-BE49-F238E27FC236}">
                <a16:creationId xmlns:a16="http://schemas.microsoft.com/office/drawing/2014/main" id="{30333627-40A0-4F45-821B-78B1E1262EB9}"/>
              </a:ext>
            </a:extLst>
          </p:cNvPr>
          <p:cNvSpPr>
            <a:spLocks/>
          </p:cNvSpPr>
          <p:nvPr/>
        </p:nvSpPr>
        <p:spPr>
          <a:xfrm>
            <a:off x="1432952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8" name="data_4527">
            <a:extLst>
              <a:ext uri="{FF2B5EF4-FFF2-40B4-BE49-F238E27FC236}">
                <a16:creationId xmlns:a16="http://schemas.microsoft.com/office/drawing/2014/main" id="{CE60809B-39A3-4B83-BFF4-FA0C6863001C}"/>
              </a:ext>
            </a:extLst>
          </p:cNvPr>
          <p:cNvSpPr>
            <a:spLocks/>
          </p:cNvSpPr>
          <p:nvPr/>
        </p:nvSpPr>
        <p:spPr>
          <a:xfrm>
            <a:off x="145534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99" name="data_4528">
            <a:extLst>
              <a:ext uri="{FF2B5EF4-FFF2-40B4-BE49-F238E27FC236}">
                <a16:creationId xmlns:a16="http://schemas.microsoft.com/office/drawing/2014/main" id="{96D046CB-8E55-4187-B001-6827899CE001}"/>
              </a:ext>
            </a:extLst>
          </p:cNvPr>
          <p:cNvSpPr>
            <a:spLocks/>
          </p:cNvSpPr>
          <p:nvPr/>
        </p:nvSpPr>
        <p:spPr>
          <a:xfrm>
            <a:off x="1387804" y="3849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0" name="data_4529">
            <a:extLst>
              <a:ext uri="{FF2B5EF4-FFF2-40B4-BE49-F238E27FC236}">
                <a16:creationId xmlns:a16="http://schemas.microsoft.com/office/drawing/2014/main" id="{3176196B-F210-4B8C-A41A-E2A5F14A75FD}"/>
              </a:ext>
            </a:extLst>
          </p:cNvPr>
          <p:cNvSpPr>
            <a:spLocks/>
          </p:cNvSpPr>
          <p:nvPr/>
        </p:nvSpPr>
        <p:spPr>
          <a:xfrm>
            <a:off x="1444423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1" name="data_4530">
            <a:extLst>
              <a:ext uri="{FF2B5EF4-FFF2-40B4-BE49-F238E27FC236}">
                <a16:creationId xmlns:a16="http://schemas.microsoft.com/office/drawing/2014/main" id="{81B98E7D-432C-4B40-9B3A-49D108FC0A21}"/>
              </a:ext>
            </a:extLst>
          </p:cNvPr>
          <p:cNvSpPr>
            <a:spLocks/>
          </p:cNvSpPr>
          <p:nvPr/>
        </p:nvSpPr>
        <p:spPr>
          <a:xfrm>
            <a:off x="1537530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2" name="data_4531">
            <a:extLst>
              <a:ext uri="{FF2B5EF4-FFF2-40B4-BE49-F238E27FC236}">
                <a16:creationId xmlns:a16="http://schemas.microsoft.com/office/drawing/2014/main" id="{337B6244-DCBE-4B43-AD83-C25B822CCCE7}"/>
              </a:ext>
            </a:extLst>
          </p:cNvPr>
          <p:cNvSpPr>
            <a:spLocks/>
          </p:cNvSpPr>
          <p:nvPr/>
        </p:nvSpPr>
        <p:spPr>
          <a:xfrm>
            <a:off x="15166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3" name="data_4532">
            <a:extLst>
              <a:ext uri="{FF2B5EF4-FFF2-40B4-BE49-F238E27FC236}">
                <a16:creationId xmlns:a16="http://schemas.microsoft.com/office/drawing/2014/main" id="{B11E8580-9898-4CAF-8525-2C949038E2EE}"/>
              </a:ext>
            </a:extLst>
          </p:cNvPr>
          <p:cNvSpPr>
            <a:spLocks/>
          </p:cNvSpPr>
          <p:nvPr/>
        </p:nvSpPr>
        <p:spPr>
          <a:xfrm>
            <a:off x="1403893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4" name="data_4533">
            <a:extLst>
              <a:ext uri="{FF2B5EF4-FFF2-40B4-BE49-F238E27FC236}">
                <a16:creationId xmlns:a16="http://schemas.microsoft.com/office/drawing/2014/main" id="{14723C69-DACB-4423-9D6D-58B37D27C0D7}"/>
              </a:ext>
            </a:extLst>
          </p:cNvPr>
          <p:cNvSpPr>
            <a:spLocks/>
          </p:cNvSpPr>
          <p:nvPr/>
        </p:nvSpPr>
        <p:spPr>
          <a:xfrm>
            <a:off x="185002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5" name="data_4534">
            <a:extLst>
              <a:ext uri="{FF2B5EF4-FFF2-40B4-BE49-F238E27FC236}">
                <a16:creationId xmlns:a16="http://schemas.microsoft.com/office/drawing/2014/main" id="{8078B583-04A5-450E-9831-15101DA7419A}"/>
              </a:ext>
            </a:extLst>
          </p:cNvPr>
          <p:cNvSpPr>
            <a:spLocks/>
          </p:cNvSpPr>
          <p:nvPr/>
        </p:nvSpPr>
        <p:spPr>
          <a:xfrm>
            <a:off x="1971169" y="2534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6" name="data_4535">
            <a:extLst>
              <a:ext uri="{FF2B5EF4-FFF2-40B4-BE49-F238E27FC236}">
                <a16:creationId xmlns:a16="http://schemas.microsoft.com/office/drawing/2014/main" id="{3FABFDEE-904B-40C5-871E-0806104D97D2}"/>
              </a:ext>
            </a:extLst>
          </p:cNvPr>
          <p:cNvSpPr>
            <a:spLocks/>
          </p:cNvSpPr>
          <p:nvPr/>
        </p:nvSpPr>
        <p:spPr>
          <a:xfrm>
            <a:off x="19542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7" name="data_4536">
            <a:extLst>
              <a:ext uri="{FF2B5EF4-FFF2-40B4-BE49-F238E27FC236}">
                <a16:creationId xmlns:a16="http://schemas.microsoft.com/office/drawing/2014/main" id="{787D04E7-A7BC-4154-9F44-72B476FD6AE3}"/>
              </a:ext>
            </a:extLst>
          </p:cNvPr>
          <p:cNvSpPr>
            <a:spLocks/>
          </p:cNvSpPr>
          <p:nvPr/>
        </p:nvSpPr>
        <p:spPr>
          <a:xfrm>
            <a:off x="1957000" y="38110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8" name="data_4537">
            <a:extLst>
              <a:ext uri="{FF2B5EF4-FFF2-40B4-BE49-F238E27FC236}">
                <a16:creationId xmlns:a16="http://schemas.microsoft.com/office/drawing/2014/main" id="{88936B25-8BB1-4997-9054-4E60A276453F}"/>
              </a:ext>
            </a:extLst>
          </p:cNvPr>
          <p:cNvSpPr>
            <a:spLocks/>
          </p:cNvSpPr>
          <p:nvPr/>
        </p:nvSpPr>
        <p:spPr>
          <a:xfrm>
            <a:off x="1915451" y="26553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09" name="data_4538">
            <a:extLst>
              <a:ext uri="{FF2B5EF4-FFF2-40B4-BE49-F238E27FC236}">
                <a16:creationId xmlns:a16="http://schemas.microsoft.com/office/drawing/2014/main" id="{9D80F66D-88B6-4872-92B0-8B0FFCC5656B}"/>
              </a:ext>
            </a:extLst>
          </p:cNvPr>
          <p:cNvSpPr>
            <a:spLocks/>
          </p:cNvSpPr>
          <p:nvPr/>
        </p:nvSpPr>
        <p:spPr>
          <a:xfrm>
            <a:off x="197704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0" name="data_4539">
            <a:extLst>
              <a:ext uri="{FF2B5EF4-FFF2-40B4-BE49-F238E27FC236}">
                <a16:creationId xmlns:a16="http://schemas.microsoft.com/office/drawing/2014/main" id="{23265993-F1FC-46C0-A890-1CA72C11B811}"/>
              </a:ext>
            </a:extLst>
          </p:cNvPr>
          <p:cNvSpPr>
            <a:spLocks/>
          </p:cNvSpPr>
          <p:nvPr/>
        </p:nvSpPr>
        <p:spPr>
          <a:xfrm>
            <a:off x="18470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1" name="data_4540">
            <a:extLst>
              <a:ext uri="{FF2B5EF4-FFF2-40B4-BE49-F238E27FC236}">
                <a16:creationId xmlns:a16="http://schemas.microsoft.com/office/drawing/2014/main" id="{E20892BC-C0C1-4889-B9EC-2E3F0C4C0929}"/>
              </a:ext>
            </a:extLst>
          </p:cNvPr>
          <p:cNvSpPr>
            <a:spLocks/>
          </p:cNvSpPr>
          <p:nvPr/>
        </p:nvSpPr>
        <p:spPr>
          <a:xfrm>
            <a:off x="191394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2" name="data_4541">
            <a:extLst>
              <a:ext uri="{FF2B5EF4-FFF2-40B4-BE49-F238E27FC236}">
                <a16:creationId xmlns:a16="http://schemas.microsoft.com/office/drawing/2014/main" id="{1DB60159-B555-44FF-89C0-172DD4362805}"/>
              </a:ext>
            </a:extLst>
          </p:cNvPr>
          <p:cNvSpPr>
            <a:spLocks/>
          </p:cNvSpPr>
          <p:nvPr/>
        </p:nvSpPr>
        <p:spPr>
          <a:xfrm>
            <a:off x="20377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3" name="data_4542">
            <a:extLst>
              <a:ext uri="{FF2B5EF4-FFF2-40B4-BE49-F238E27FC236}">
                <a16:creationId xmlns:a16="http://schemas.microsoft.com/office/drawing/2014/main" id="{236C4BE1-85AE-4E45-A479-30675A09F4A7}"/>
              </a:ext>
            </a:extLst>
          </p:cNvPr>
          <p:cNvSpPr>
            <a:spLocks/>
          </p:cNvSpPr>
          <p:nvPr/>
        </p:nvSpPr>
        <p:spPr>
          <a:xfrm>
            <a:off x="19131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4" name="data_4543">
            <a:extLst>
              <a:ext uri="{FF2B5EF4-FFF2-40B4-BE49-F238E27FC236}">
                <a16:creationId xmlns:a16="http://schemas.microsoft.com/office/drawing/2014/main" id="{4DED591C-B114-400E-AD54-4167B1A14C08}"/>
              </a:ext>
            </a:extLst>
          </p:cNvPr>
          <p:cNvSpPr>
            <a:spLocks/>
          </p:cNvSpPr>
          <p:nvPr/>
        </p:nvSpPr>
        <p:spPr>
          <a:xfrm>
            <a:off x="1927996" y="30025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5" name="data_4544">
            <a:extLst>
              <a:ext uri="{FF2B5EF4-FFF2-40B4-BE49-F238E27FC236}">
                <a16:creationId xmlns:a16="http://schemas.microsoft.com/office/drawing/2014/main" id="{51E2D0F8-17D5-484A-A09F-BC19AA76A9EB}"/>
              </a:ext>
            </a:extLst>
          </p:cNvPr>
          <p:cNvSpPr>
            <a:spLocks/>
          </p:cNvSpPr>
          <p:nvPr/>
        </p:nvSpPr>
        <p:spPr>
          <a:xfrm>
            <a:off x="184269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6" name="data_4545">
            <a:extLst>
              <a:ext uri="{FF2B5EF4-FFF2-40B4-BE49-F238E27FC236}">
                <a16:creationId xmlns:a16="http://schemas.microsoft.com/office/drawing/2014/main" id="{B076FC00-5FDA-4AB0-9487-71059BE24400}"/>
              </a:ext>
            </a:extLst>
          </p:cNvPr>
          <p:cNvSpPr>
            <a:spLocks/>
          </p:cNvSpPr>
          <p:nvPr/>
        </p:nvSpPr>
        <p:spPr>
          <a:xfrm>
            <a:off x="1871378" y="3277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7" name="data_4546">
            <a:extLst>
              <a:ext uri="{FF2B5EF4-FFF2-40B4-BE49-F238E27FC236}">
                <a16:creationId xmlns:a16="http://schemas.microsoft.com/office/drawing/2014/main" id="{0AFBA5CE-FC2F-4233-A6E7-C49766325EC6}"/>
              </a:ext>
            </a:extLst>
          </p:cNvPr>
          <p:cNvSpPr>
            <a:spLocks/>
          </p:cNvSpPr>
          <p:nvPr/>
        </p:nvSpPr>
        <p:spPr>
          <a:xfrm>
            <a:off x="196339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8" name="data_4547">
            <a:extLst>
              <a:ext uri="{FF2B5EF4-FFF2-40B4-BE49-F238E27FC236}">
                <a16:creationId xmlns:a16="http://schemas.microsoft.com/office/drawing/2014/main" id="{42C6F851-7B95-4AAE-ACFE-8224B2068F1B}"/>
              </a:ext>
            </a:extLst>
          </p:cNvPr>
          <p:cNvSpPr>
            <a:spLocks/>
          </p:cNvSpPr>
          <p:nvPr/>
        </p:nvSpPr>
        <p:spPr>
          <a:xfrm>
            <a:off x="202032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19" name="data_4548">
            <a:extLst>
              <a:ext uri="{FF2B5EF4-FFF2-40B4-BE49-F238E27FC236}">
                <a16:creationId xmlns:a16="http://schemas.microsoft.com/office/drawing/2014/main" id="{47D6734C-0C31-43E8-9A09-F67E1406AD45}"/>
              </a:ext>
            </a:extLst>
          </p:cNvPr>
          <p:cNvSpPr>
            <a:spLocks/>
          </p:cNvSpPr>
          <p:nvPr/>
        </p:nvSpPr>
        <p:spPr>
          <a:xfrm>
            <a:off x="200045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0" name="data_4549">
            <a:extLst>
              <a:ext uri="{FF2B5EF4-FFF2-40B4-BE49-F238E27FC236}">
                <a16:creationId xmlns:a16="http://schemas.microsoft.com/office/drawing/2014/main" id="{2CDA5974-A992-4D9B-A87E-17E4B26A7DCD}"/>
              </a:ext>
            </a:extLst>
          </p:cNvPr>
          <p:cNvSpPr>
            <a:spLocks/>
          </p:cNvSpPr>
          <p:nvPr/>
        </p:nvSpPr>
        <p:spPr>
          <a:xfrm>
            <a:off x="195119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1" name="data_4550">
            <a:extLst>
              <a:ext uri="{FF2B5EF4-FFF2-40B4-BE49-F238E27FC236}">
                <a16:creationId xmlns:a16="http://schemas.microsoft.com/office/drawing/2014/main" id="{C78E9055-2F62-4BAC-A96E-E822002CE279}"/>
              </a:ext>
            </a:extLst>
          </p:cNvPr>
          <p:cNvSpPr>
            <a:spLocks/>
          </p:cNvSpPr>
          <p:nvPr/>
        </p:nvSpPr>
        <p:spPr>
          <a:xfrm>
            <a:off x="187685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2" name="data_4551">
            <a:extLst>
              <a:ext uri="{FF2B5EF4-FFF2-40B4-BE49-F238E27FC236}">
                <a16:creationId xmlns:a16="http://schemas.microsoft.com/office/drawing/2014/main" id="{B88D590A-3177-43D8-8A5C-D9465994656D}"/>
              </a:ext>
            </a:extLst>
          </p:cNvPr>
          <p:cNvSpPr>
            <a:spLocks/>
          </p:cNvSpPr>
          <p:nvPr/>
        </p:nvSpPr>
        <p:spPr>
          <a:xfrm>
            <a:off x="1947682" y="282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3" name="data_4552">
            <a:extLst>
              <a:ext uri="{FF2B5EF4-FFF2-40B4-BE49-F238E27FC236}">
                <a16:creationId xmlns:a16="http://schemas.microsoft.com/office/drawing/2014/main" id="{2DB9FBDE-C212-4B65-A22C-E14854A36C4E}"/>
              </a:ext>
            </a:extLst>
          </p:cNvPr>
          <p:cNvSpPr>
            <a:spLocks/>
          </p:cNvSpPr>
          <p:nvPr/>
        </p:nvSpPr>
        <p:spPr>
          <a:xfrm>
            <a:off x="196392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4" name="data_4553">
            <a:extLst>
              <a:ext uri="{FF2B5EF4-FFF2-40B4-BE49-F238E27FC236}">
                <a16:creationId xmlns:a16="http://schemas.microsoft.com/office/drawing/2014/main" id="{16220EF7-BB87-460A-91F7-ADF34AA3C08F}"/>
              </a:ext>
            </a:extLst>
          </p:cNvPr>
          <p:cNvSpPr>
            <a:spLocks/>
          </p:cNvSpPr>
          <p:nvPr/>
        </p:nvSpPr>
        <p:spPr>
          <a:xfrm>
            <a:off x="188014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5" name="data_4554">
            <a:extLst>
              <a:ext uri="{FF2B5EF4-FFF2-40B4-BE49-F238E27FC236}">
                <a16:creationId xmlns:a16="http://schemas.microsoft.com/office/drawing/2014/main" id="{FD99DE9B-DF6E-4E80-B767-69C176113714}"/>
              </a:ext>
            </a:extLst>
          </p:cNvPr>
          <p:cNvSpPr>
            <a:spLocks/>
          </p:cNvSpPr>
          <p:nvPr/>
        </p:nvSpPr>
        <p:spPr>
          <a:xfrm>
            <a:off x="1939512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6" name="data_4555">
            <a:extLst>
              <a:ext uri="{FF2B5EF4-FFF2-40B4-BE49-F238E27FC236}">
                <a16:creationId xmlns:a16="http://schemas.microsoft.com/office/drawing/2014/main" id="{852698BC-0269-464F-9BA5-3DAC81F69B2D}"/>
              </a:ext>
            </a:extLst>
          </p:cNvPr>
          <p:cNvSpPr>
            <a:spLocks/>
          </p:cNvSpPr>
          <p:nvPr/>
        </p:nvSpPr>
        <p:spPr>
          <a:xfrm>
            <a:off x="18700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7" name="data_4556">
            <a:extLst>
              <a:ext uri="{FF2B5EF4-FFF2-40B4-BE49-F238E27FC236}">
                <a16:creationId xmlns:a16="http://schemas.microsoft.com/office/drawing/2014/main" id="{151DD1CE-D7B1-4A7C-814D-9315C5994FBC}"/>
              </a:ext>
            </a:extLst>
          </p:cNvPr>
          <p:cNvSpPr>
            <a:spLocks/>
          </p:cNvSpPr>
          <p:nvPr/>
        </p:nvSpPr>
        <p:spPr>
          <a:xfrm>
            <a:off x="19543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8" name="data_4557">
            <a:extLst>
              <a:ext uri="{FF2B5EF4-FFF2-40B4-BE49-F238E27FC236}">
                <a16:creationId xmlns:a16="http://schemas.microsoft.com/office/drawing/2014/main" id="{629B8425-B811-4412-BD1A-ED81688F8ECC}"/>
              </a:ext>
            </a:extLst>
          </p:cNvPr>
          <p:cNvSpPr>
            <a:spLocks/>
          </p:cNvSpPr>
          <p:nvPr/>
        </p:nvSpPr>
        <p:spPr>
          <a:xfrm>
            <a:off x="1882052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29" name="data_4558">
            <a:extLst>
              <a:ext uri="{FF2B5EF4-FFF2-40B4-BE49-F238E27FC236}">
                <a16:creationId xmlns:a16="http://schemas.microsoft.com/office/drawing/2014/main" id="{745B340D-1CF6-402A-AA5A-39C2FA1C48CD}"/>
              </a:ext>
            </a:extLst>
          </p:cNvPr>
          <p:cNvSpPr>
            <a:spLocks/>
          </p:cNvSpPr>
          <p:nvPr/>
        </p:nvSpPr>
        <p:spPr>
          <a:xfrm>
            <a:off x="184579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0" name="data_4559">
            <a:extLst>
              <a:ext uri="{FF2B5EF4-FFF2-40B4-BE49-F238E27FC236}">
                <a16:creationId xmlns:a16="http://schemas.microsoft.com/office/drawing/2014/main" id="{4738C031-FE08-4D44-80E3-529C1593E2C3}"/>
              </a:ext>
            </a:extLst>
          </p:cNvPr>
          <p:cNvSpPr>
            <a:spLocks/>
          </p:cNvSpPr>
          <p:nvPr/>
        </p:nvSpPr>
        <p:spPr>
          <a:xfrm>
            <a:off x="1935219" y="33475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1" name="data_4560">
            <a:extLst>
              <a:ext uri="{FF2B5EF4-FFF2-40B4-BE49-F238E27FC236}">
                <a16:creationId xmlns:a16="http://schemas.microsoft.com/office/drawing/2014/main" id="{C54C5386-D339-4547-9D77-F8C6F29C9B8D}"/>
              </a:ext>
            </a:extLst>
          </p:cNvPr>
          <p:cNvSpPr>
            <a:spLocks/>
          </p:cNvSpPr>
          <p:nvPr/>
        </p:nvSpPr>
        <p:spPr>
          <a:xfrm>
            <a:off x="1953367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2" name="data_4561">
            <a:extLst>
              <a:ext uri="{FF2B5EF4-FFF2-40B4-BE49-F238E27FC236}">
                <a16:creationId xmlns:a16="http://schemas.microsoft.com/office/drawing/2014/main" id="{4B9C5D6C-9FC1-4013-838D-E879319F8AF1}"/>
              </a:ext>
            </a:extLst>
          </p:cNvPr>
          <p:cNvSpPr>
            <a:spLocks/>
          </p:cNvSpPr>
          <p:nvPr/>
        </p:nvSpPr>
        <p:spPr>
          <a:xfrm>
            <a:off x="204522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3" name="data_4562">
            <a:extLst>
              <a:ext uri="{FF2B5EF4-FFF2-40B4-BE49-F238E27FC236}">
                <a16:creationId xmlns:a16="http://schemas.microsoft.com/office/drawing/2014/main" id="{ADA2EE82-47D5-4D28-A57C-62BB8D589F75}"/>
              </a:ext>
            </a:extLst>
          </p:cNvPr>
          <p:cNvSpPr>
            <a:spLocks/>
          </p:cNvSpPr>
          <p:nvPr/>
        </p:nvSpPr>
        <p:spPr>
          <a:xfrm>
            <a:off x="202830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4" name="data_4563">
            <a:extLst>
              <a:ext uri="{FF2B5EF4-FFF2-40B4-BE49-F238E27FC236}">
                <a16:creationId xmlns:a16="http://schemas.microsoft.com/office/drawing/2014/main" id="{EF95E9B6-522E-4AB7-9885-1A6FB24F7AF0}"/>
              </a:ext>
            </a:extLst>
          </p:cNvPr>
          <p:cNvSpPr>
            <a:spLocks/>
          </p:cNvSpPr>
          <p:nvPr/>
        </p:nvSpPr>
        <p:spPr>
          <a:xfrm>
            <a:off x="191428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5" name="data_4564">
            <a:extLst>
              <a:ext uri="{FF2B5EF4-FFF2-40B4-BE49-F238E27FC236}">
                <a16:creationId xmlns:a16="http://schemas.microsoft.com/office/drawing/2014/main" id="{D797041F-4ACA-43BD-80CB-0A15C4D35BFB}"/>
              </a:ext>
            </a:extLst>
          </p:cNvPr>
          <p:cNvSpPr>
            <a:spLocks/>
          </p:cNvSpPr>
          <p:nvPr/>
        </p:nvSpPr>
        <p:spPr>
          <a:xfrm>
            <a:off x="1930648" y="30164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6" name="data_4565">
            <a:extLst>
              <a:ext uri="{FF2B5EF4-FFF2-40B4-BE49-F238E27FC236}">
                <a16:creationId xmlns:a16="http://schemas.microsoft.com/office/drawing/2014/main" id="{C8C36070-26A2-4E39-9A4F-2D245FA9598C}"/>
              </a:ext>
            </a:extLst>
          </p:cNvPr>
          <p:cNvSpPr>
            <a:spLocks/>
          </p:cNvSpPr>
          <p:nvPr/>
        </p:nvSpPr>
        <p:spPr>
          <a:xfrm>
            <a:off x="196403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7" name="data_4566">
            <a:extLst>
              <a:ext uri="{FF2B5EF4-FFF2-40B4-BE49-F238E27FC236}">
                <a16:creationId xmlns:a16="http://schemas.microsoft.com/office/drawing/2014/main" id="{9F441B79-A48A-4011-80CD-2CFBBB28DB6F}"/>
              </a:ext>
            </a:extLst>
          </p:cNvPr>
          <p:cNvSpPr>
            <a:spLocks/>
          </p:cNvSpPr>
          <p:nvPr/>
        </p:nvSpPr>
        <p:spPr>
          <a:xfrm>
            <a:off x="1897537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8" name="data_4567">
            <a:extLst>
              <a:ext uri="{FF2B5EF4-FFF2-40B4-BE49-F238E27FC236}">
                <a16:creationId xmlns:a16="http://schemas.microsoft.com/office/drawing/2014/main" id="{A46027B3-5526-4D44-957B-16B7FD616AC1}"/>
              </a:ext>
            </a:extLst>
          </p:cNvPr>
          <p:cNvSpPr>
            <a:spLocks/>
          </p:cNvSpPr>
          <p:nvPr/>
        </p:nvSpPr>
        <p:spPr>
          <a:xfrm>
            <a:off x="185882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39" name="data_4568">
            <a:extLst>
              <a:ext uri="{FF2B5EF4-FFF2-40B4-BE49-F238E27FC236}">
                <a16:creationId xmlns:a16="http://schemas.microsoft.com/office/drawing/2014/main" id="{64614EF5-5A55-4093-AF8D-C86691571297}"/>
              </a:ext>
            </a:extLst>
          </p:cNvPr>
          <p:cNvSpPr>
            <a:spLocks/>
          </p:cNvSpPr>
          <p:nvPr/>
        </p:nvSpPr>
        <p:spPr>
          <a:xfrm>
            <a:off x="196572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0" name="data_4569">
            <a:extLst>
              <a:ext uri="{FF2B5EF4-FFF2-40B4-BE49-F238E27FC236}">
                <a16:creationId xmlns:a16="http://schemas.microsoft.com/office/drawing/2014/main" id="{32F57BAC-CE3A-4585-82EA-324D628184B6}"/>
              </a:ext>
            </a:extLst>
          </p:cNvPr>
          <p:cNvSpPr>
            <a:spLocks/>
          </p:cNvSpPr>
          <p:nvPr/>
        </p:nvSpPr>
        <p:spPr>
          <a:xfrm>
            <a:off x="198832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1" name="data_4570">
            <a:extLst>
              <a:ext uri="{FF2B5EF4-FFF2-40B4-BE49-F238E27FC236}">
                <a16:creationId xmlns:a16="http://schemas.microsoft.com/office/drawing/2014/main" id="{8860365E-C527-4ECA-AD2B-BCE07349EA22}"/>
              </a:ext>
            </a:extLst>
          </p:cNvPr>
          <p:cNvSpPr>
            <a:spLocks/>
          </p:cNvSpPr>
          <p:nvPr/>
        </p:nvSpPr>
        <p:spPr>
          <a:xfrm>
            <a:off x="195414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2" name="data_4571">
            <a:extLst>
              <a:ext uri="{FF2B5EF4-FFF2-40B4-BE49-F238E27FC236}">
                <a16:creationId xmlns:a16="http://schemas.microsoft.com/office/drawing/2014/main" id="{28851330-011B-43AF-8D8C-9228D86515D0}"/>
              </a:ext>
            </a:extLst>
          </p:cNvPr>
          <p:cNvSpPr>
            <a:spLocks/>
          </p:cNvSpPr>
          <p:nvPr/>
        </p:nvSpPr>
        <p:spPr>
          <a:xfrm>
            <a:off x="205073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3" name="data_4572">
            <a:extLst>
              <a:ext uri="{FF2B5EF4-FFF2-40B4-BE49-F238E27FC236}">
                <a16:creationId xmlns:a16="http://schemas.microsoft.com/office/drawing/2014/main" id="{09A9A716-FF84-4C49-8D11-6220B567EDF7}"/>
              </a:ext>
            </a:extLst>
          </p:cNvPr>
          <p:cNvSpPr>
            <a:spLocks/>
          </p:cNvSpPr>
          <p:nvPr/>
        </p:nvSpPr>
        <p:spPr>
          <a:xfrm>
            <a:off x="18824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4" name="data_4573">
            <a:extLst>
              <a:ext uri="{FF2B5EF4-FFF2-40B4-BE49-F238E27FC236}">
                <a16:creationId xmlns:a16="http://schemas.microsoft.com/office/drawing/2014/main" id="{67DABABF-4885-4E9C-9CF5-3F772B367261}"/>
              </a:ext>
            </a:extLst>
          </p:cNvPr>
          <p:cNvSpPr>
            <a:spLocks/>
          </p:cNvSpPr>
          <p:nvPr/>
        </p:nvSpPr>
        <p:spPr>
          <a:xfrm>
            <a:off x="202548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5" name="data_4574">
            <a:extLst>
              <a:ext uri="{FF2B5EF4-FFF2-40B4-BE49-F238E27FC236}">
                <a16:creationId xmlns:a16="http://schemas.microsoft.com/office/drawing/2014/main" id="{4A317CDF-089A-4EB8-BBC1-98421923D3B1}"/>
              </a:ext>
            </a:extLst>
          </p:cNvPr>
          <p:cNvSpPr>
            <a:spLocks/>
          </p:cNvSpPr>
          <p:nvPr/>
        </p:nvSpPr>
        <p:spPr>
          <a:xfrm>
            <a:off x="193214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6" name="data_4575">
            <a:extLst>
              <a:ext uri="{FF2B5EF4-FFF2-40B4-BE49-F238E27FC236}">
                <a16:creationId xmlns:a16="http://schemas.microsoft.com/office/drawing/2014/main" id="{8F729031-5989-489E-A6D9-149B31C7DCF0}"/>
              </a:ext>
            </a:extLst>
          </p:cNvPr>
          <p:cNvSpPr>
            <a:spLocks/>
          </p:cNvSpPr>
          <p:nvPr/>
        </p:nvSpPr>
        <p:spPr>
          <a:xfrm>
            <a:off x="186555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7" name="data_4576">
            <a:extLst>
              <a:ext uri="{FF2B5EF4-FFF2-40B4-BE49-F238E27FC236}">
                <a16:creationId xmlns:a16="http://schemas.microsoft.com/office/drawing/2014/main" id="{483E70E2-CAC6-4A48-BA5B-35ADB1C028E7}"/>
              </a:ext>
            </a:extLst>
          </p:cNvPr>
          <p:cNvSpPr>
            <a:spLocks/>
          </p:cNvSpPr>
          <p:nvPr/>
        </p:nvSpPr>
        <p:spPr>
          <a:xfrm>
            <a:off x="1945280" y="278985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8" name="data_4577">
            <a:extLst>
              <a:ext uri="{FF2B5EF4-FFF2-40B4-BE49-F238E27FC236}">
                <a16:creationId xmlns:a16="http://schemas.microsoft.com/office/drawing/2014/main" id="{10480CAB-7870-4B06-B226-C914296F98F2}"/>
              </a:ext>
            </a:extLst>
          </p:cNvPr>
          <p:cNvSpPr>
            <a:spLocks/>
          </p:cNvSpPr>
          <p:nvPr/>
        </p:nvSpPr>
        <p:spPr>
          <a:xfrm>
            <a:off x="195342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49" name="data_4578">
            <a:extLst>
              <a:ext uri="{FF2B5EF4-FFF2-40B4-BE49-F238E27FC236}">
                <a16:creationId xmlns:a16="http://schemas.microsoft.com/office/drawing/2014/main" id="{ADE3A08F-C412-4718-B1D3-79CCF1D64C54}"/>
              </a:ext>
            </a:extLst>
          </p:cNvPr>
          <p:cNvSpPr>
            <a:spLocks/>
          </p:cNvSpPr>
          <p:nvPr/>
        </p:nvSpPr>
        <p:spPr>
          <a:xfrm>
            <a:off x="1866344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0" name="data_4579">
            <a:extLst>
              <a:ext uri="{FF2B5EF4-FFF2-40B4-BE49-F238E27FC236}">
                <a16:creationId xmlns:a16="http://schemas.microsoft.com/office/drawing/2014/main" id="{26842D40-D578-452C-93EF-1334156C01C5}"/>
              </a:ext>
            </a:extLst>
          </p:cNvPr>
          <p:cNvSpPr>
            <a:spLocks/>
          </p:cNvSpPr>
          <p:nvPr/>
        </p:nvSpPr>
        <p:spPr>
          <a:xfrm>
            <a:off x="1901296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1" name="data_4580">
            <a:extLst>
              <a:ext uri="{FF2B5EF4-FFF2-40B4-BE49-F238E27FC236}">
                <a16:creationId xmlns:a16="http://schemas.microsoft.com/office/drawing/2014/main" id="{39872BC7-CF31-4770-8F07-6E26981F7E9D}"/>
              </a:ext>
            </a:extLst>
          </p:cNvPr>
          <p:cNvSpPr>
            <a:spLocks/>
          </p:cNvSpPr>
          <p:nvPr/>
        </p:nvSpPr>
        <p:spPr>
          <a:xfrm>
            <a:off x="1851321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2" name="data_4581">
            <a:extLst>
              <a:ext uri="{FF2B5EF4-FFF2-40B4-BE49-F238E27FC236}">
                <a16:creationId xmlns:a16="http://schemas.microsoft.com/office/drawing/2014/main" id="{9C66A015-EFAD-4832-A27B-59C82288F0C3}"/>
              </a:ext>
            </a:extLst>
          </p:cNvPr>
          <p:cNvSpPr>
            <a:spLocks/>
          </p:cNvSpPr>
          <p:nvPr/>
        </p:nvSpPr>
        <p:spPr>
          <a:xfrm>
            <a:off x="1948232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3" name="data_4582">
            <a:extLst>
              <a:ext uri="{FF2B5EF4-FFF2-40B4-BE49-F238E27FC236}">
                <a16:creationId xmlns:a16="http://schemas.microsoft.com/office/drawing/2014/main" id="{C822B73B-8F24-4E52-BC33-8F14B50A316D}"/>
              </a:ext>
            </a:extLst>
          </p:cNvPr>
          <p:cNvSpPr>
            <a:spLocks/>
          </p:cNvSpPr>
          <p:nvPr/>
        </p:nvSpPr>
        <p:spPr>
          <a:xfrm>
            <a:off x="193344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4" name="data_4583">
            <a:extLst>
              <a:ext uri="{FF2B5EF4-FFF2-40B4-BE49-F238E27FC236}">
                <a16:creationId xmlns:a16="http://schemas.microsoft.com/office/drawing/2014/main" id="{3A1B95D1-CFE9-44DA-9900-67552D3AC86F}"/>
              </a:ext>
            </a:extLst>
          </p:cNvPr>
          <p:cNvSpPr>
            <a:spLocks/>
          </p:cNvSpPr>
          <p:nvPr/>
        </p:nvSpPr>
        <p:spPr>
          <a:xfrm>
            <a:off x="1851646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5" name="data_4584">
            <a:extLst>
              <a:ext uri="{FF2B5EF4-FFF2-40B4-BE49-F238E27FC236}">
                <a16:creationId xmlns:a16="http://schemas.microsoft.com/office/drawing/2014/main" id="{535378DC-BBAB-485A-84C5-9F1404074AA4}"/>
              </a:ext>
            </a:extLst>
          </p:cNvPr>
          <p:cNvSpPr>
            <a:spLocks/>
          </p:cNvSpPr>
          <p:nvPr/>
        </p:nvSpPr>
        <p:spPr>
          <a:xfrm>
            <a:off x="198081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6" name="data_4585">
            <a:extLst>
              <a:ext uri="{FF2B5EF4-FFF2-40B4-BE49-F238E27FC236}">
                <a16:creationId xmlns:a16="http://schemas.microsoft.com/office/drawing/2014/main" id="{EA8F34D2-8602-47C5-A188-174D664A673E}"/>
              </a:ext>
            </a:extLst>
          </p:cNvPr>
          <p:cNvSpPr>
            <a:spLocks/>
          </p:cNvSpPr>
          <p:nvPr/>
        </p:nvSpPr>
        <p:spPr>
          <a:xfrm>
            <a:off x="1961394" y="28803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7" name="data_4586">
            <a:extLst>
              <a:ext uri="{FF2B5EF4-FFF2-40B4-BE49-F238E27FC236}">
                <a16:creationId xmlns:a16="http://schemas.microsoft.com/office/drawing/2014/main" id="{FF944F6C-90C0-4E6A-AABF-97B801F8B8D0}"/>
              </a:ext>
            </a:extLst>
          </p:cNvPr>
          <p:cNvSpPr>
            <a:spLocks/>
          </p:cNvSpPr>
          <p:nvPr/>
        </p:nvSpPr>
        <p:spPr>
          <a:xfrm>
            <a:off x="1899942" y="248615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8" name="data_4587">
            <a:extLst>
              <a:ext uri="{FF2B5EF4-FFF2-40B4-BE49-F238E27FC236}">
                <a16:creationId xmlns:a16="http://schemas.microsoft.com/office/drawing/2014/main" id="{D9400439-EA8E-43DD-94B3-581E544BD395}"/>
              </a:ext>
            </a:extLst>
          </p:cNvPr>
          <p:cNvSpPr>
            <a:spLocks/>
          </p:cNvSpPr>
          <p:nvPr/>
        </p:nvSpPr>
        <p:spPr>
          <a:xfrm>
            <a:off x="19939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59" name="data_4588">
            <a:extLst>
              <a:ext uri="{FF2B5EF4-FFF2-40B4-BE49-F238E27FC236}">
                <a16:creationId xmlns:a16="http://schemas.microsoft.com/office/drawing/2014/main" id="{F343AB33-48BB-45E7-82A7-D3CF8BC262D9}"/>
              </a:ext>
            </a:extLst>
          </p:cNvPr>
          <p:cNvSpPr>
            <a:spLocks/>
          </p:cNvSpPr>
          <p:nvPr/>
        </p:nvSpPr>
        <p:spPr>
          <a:xfrm>
            <a:off x="197050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0" name="data_4589">
            <a:extLst>
              <a:ext uri="{FF2B5EF4-FFF2-40B4-BE49-F238E27FC236}">
                <a16:creationId xmlns:a16="http://schemas.microsoft.com/office/drawing/2014/main" id="{99664662-3DC1-4BF3-8F81-71F158E36E58}"/>
              </a:ext>
            </a:extLst>
          </p:cNvPr>
          <p:cNvSpPr>
            <a:spLocks/>
          </p:cNvSpPr>
          <p:nvPr/>
        </p:nvSpPr>
        <p:spPr>
          <a:xfrm>
            <a:off x="20156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1" name="data_4590">
            <a:extLst>
              <a:ext uri="{FF2B5EF4-FFF2-40B4-BE49-F238E27FC236}">
                <a16:creationId xmlns:a16="http://schemas.microsoft.com/office/drawing/2014/main" id="{45BBE03C-E4AE-4F69-903F-B3BE0D4BC978}"/>
              </a:ext>
            </a:extLst>
          </p:cNvPr>
          <p:cNvSpPr>
            <a:spLocks/>
          </p:cNvSpPr>
          <p:nvPr/>
        </p:nvSpPr>
        <p:spPr>
          <a:xfrm>
            <a:off x="193261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2" name="data_4591">
            <a:extLst>
              <a:ext uri="{FF2B5EF4-FFF2-40B4-BE49-F238E27FC236}">
                <a16:creationId xmlns:a16="http://schemas.microsoft.com/office/drawing/2014/main" id="{7E29BEDC-951F-4B5E-A937-23D6CF25A2F6}"/>
              </a:ext>
            </a:extLst>
          </p:cNvPr>
          <p:cNvSpPr>
            <a:spLocks/>
          </p:cNvSpPr>
          <p:nvPr/>
        </p:nvSpPr>
        <p:spPr>
          <a:xfrm>
            <a:off x="1906009" y="26686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3" name="data_4592">
            <a:extLst>
              <a:ext uri="{FF2B5EF4-FFF2-40B4-BE49-F238E27FC236}">
                <a16:creationId xmlns:a16="http://schemas.microsoft.com/office/drawing/2014/main" id="{623218B3-80CF-4279-A6CE-957DCCCD0DCC}"/>
              </a:ext>
            </a:extLst>
          </p:cNvPr>
          <p:cNvSpPr>
            <a:spLocks/>
          </p:cNvSpPr>
          <p:nvPr/>
        </p:nvSpPr>
        <p:spPr>
          <a:xfrm>
            <a:off x="191144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4" name="data_4593">
            <a:extLst>
              <a:ext uri="{FF2B5EF4-FFF2-40B4-BE49-F238E27FC236}">
                <a16:creationId xmlns:a16="http://schemas.microsoft.com/office/drawing/2014/main" id="{7F29A70C-7E74-401B-9691-C88497AA30DA}"/>
              </a:ext>
            </a:extLst>
          </p:cNvPr>
          <p:cNvSpPr>
            <a:spLocks/>
          </p:cNvSpPr>
          <p:nvPr/>
        </p:nvSpPr>
        <p:spPr>
          <a:xfrm>
            <a:off x="192336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5" name="data_4594">
            <a:extLst>
              <a:ext uri="{FF2B5EF4-FFF2-40B4-BE49-F238E27FC236}">
                <a16:creationId xmlns:a16="http://schemas.microsoft.com/office/drawing/2014/main" id="{AB59C1F2-DF48-462C-8358-4430DC732A0F}"/>
              </a:ext>
            </a:extLst>
          </p:cNvPr>
          <p:cNvSpPr>
            <a:spLocks/>
          </p:cNvSpPr>
          <p:nvPr/>
        </p:nvSpPr>
        <p:spPr>
          <a:xfrm>
            <a:off x="196558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6" name="data_4595">
            <a:extLst>
              <a:ext uri="{FF2B5EF4-FFF2-40B4-BE49-F238E27FC236}">
                <a16:creationId xmlns:a16="http://schemas.microsoft.com/office/drawing/2014/main" id="{1CDFE490-57AF-401B-8F86-06A380B53EE4}"/>
              </a:ext>
            </a:extLst>
          </p:cNvPr>
          <p:cNvSpPr>
            <a:spLocks/>
          </p:cNvSpPr>
          <p:nvPr/>
        </p:nvSpPr>
        <p:spPr>
          <a:xfrm>
            <a:off x="19863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7" name="data_4596">
            <a:extLst>
              <a:ext uri="{FF2B5EF4-FFF2-40B4-BE49-F238E27FC236}">
                <a16:creationId xmlns:a16="http://schemas.microsoft.com/office/drawing/2014/main" id="{A8D11521-4CF6-449B-BC86-086D6D3E2C74}"/>
              </a:ext>
            </a:extLst>
          </p:cNvPr>
          <p:cNvSpPr>
            <a:spLocks/>
          </p:cNvSpPr>
          <p:nvPr/>
        </p:nvSpPr>
        <p:spPr>
          <a:xfrm>
            <a:off x="192003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8" name="data_4597">
            <a:extLst>
              <a:ext uri="{FF2B5EF4-FFF2-40B4-BE49-F238E27FC236}">
                <a16:creationId xmlns:a16="http://schemas.microsoft.com/office/drawing/2014/main" id="{82FAEE15-E11F-4092-AE14-FC81DE1164EF}"/>
              </a:ext>
            </a:extLst>
          </p:cNvPr>
          <p:cNvSpPr>
            <a:spLocks/>
          </p:cNvSpPr>
          <p:nvPr/>
        </p:nvSpPr>
        <p:spPr>
          <a:xfrm>
            <a:off x="202030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69" name="data_4598">
            <a:extLst>
              <a:ext uri="{FF2B5EF4-FFF2-40B4-BE49-F238E27FC236}">
                <a16:creationId xmlns:a16="http://schemas.microsoft.com/office/drawing/2014/main" id="{D5AE42E2-F0A2-4EE9-B5E9-054A4D1FDBDA}"/>
              </a:ext>
            </a:extLst>
          </p:cNvPr>
          <p:cNvSpPr>
            <a:spLocks/>
          </p:cNvSpPr>
          <p:nvPr/>
        </p:nvSpPr>
        <p:spPr>
          <a:xfrm>
            <a:off x="1978983" y="3277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0" name="data_4599">
            <a:extLst>
              <a:ext uri="{FF2B5EF4-FFF2-40B4-BE49-F238E27FC236}">
                <a16:creationId xmlns:a16="http://schemas.microsoft.com/office/drawing/2014/main" id="{9381B789-B2EF-49BD-AA6B-44DFC4562B71}"/>
              </a:ext>
            </a:extLst>
          </p:cNvPr>
          <p:cNvSpPr>
            <a:spLocks/>
          </p:cNvSpPr>
          <p:nvPr/>
        </p:nvSpPr>
        <p:spPr>
          <a:xfrm>
            <a:off x="2034414" y="345287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1" name="data_4600">
            <a:extLst>
              <a:ext uri="{FF2B5EF4-FFF2-40B4-BE49-F238E27FC236}">
                <a16:creationId xmlns:a16="http://schemas.microsoft.com/office/drawing/2014/main" id="{BAABD69D-D413-4C8D-B1D1-436671C1D51A}"/>
              </a:ext>
            </a:extLst>
          </p:cNvPr>
          <p:cNvSpPr>
            <a:spLocks/>
          </p:cNvSpPr>
          <p:nvPr/>
        </p:nvSpPr>
        <p:spPr>
          <a:xfrm>
            <a:off x="202255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2" name="data_4601">
            <a:extLst>
              <a:ext uri="{FF2B5EF4-FFF2-40B4-BE49-F238E27FC236}">
                <a16:creationId xmlns:a16="http://schemas.microsoft.com/office/drawing/2014/main" id="{F7CCD731-474B-4B43-BF25-D9F0F84E1AD5}"/>
              </a:ext>
            </a:extLst>
          </p:cNvPr>
          <p:cNvSpPr>
            <a:spLocks/>
          </p:cNvSpPr>
          <p:nvPr/>
        </p:nvSpPr>
        <p:spPr>
          <a:xfrm>
            <a:off x="201297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3" name="data_4602">
            <a:extLst>
              <a:ext uri="{FF2B5EF4-FFF2-40B4-BE49-F238E27FC236}">
                <a16:creationId xmlns:a16="http://schemas.microsoft.com/office/drawing/2014/main" id="{190D3DAE-FEDF-4F87-A984-52ED759D15DE}"/>
              </a:ext>
            </a:extLst>
          </p:cNvPr>
          <p:cNvSpPr>
            <a:spLocks/>
          </p:cNvSpPr>
          <p:nvPr/>
        </p:nvSpPr>
        <p:spPr>
          <a:xfrm>
            <a:off x="1837500" y="357827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4" name="data_4603">
            <a:extLst>
              <a:ext uri="{FF2B5EF4-FFF2-40B4-BE49-F238E27FC236}">
                <a16:creationId xmlns:a16="http://schemas.microsoft.com/office/drawing/2014/main" id="{1391BB3A-72CA-4578-B5B9-78CED16B79D5}"/>
              </a:ext>
            </a:extLst>
          </p:cNvPr>
          <p:cNvSpPr>
            <a:spLocks/>
          </p:cNvSpPr>
          <p:nvPr/>
        </p:nvSpPr>
        <p:spPr>
          <a:xfrm>
            <a:off x="204871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5" name="data_4604">
            <a:extLst>
              <a:ext uri="{FF2B5EF4-FFF2-40B4-BE49-F238E27FC236}">
                <a16:creationId xmlns:a16="http://schemas.microsoft.com/office/drawing/2014/main" id="{574D7D93-91B5-460D-BEFF-DAFF440D5354}"/>
              </a:ext>
            </a:extLst>
          </p:cNvPr>
          <p:cNvSpPr>
            <a:spLocks/>
          </p:cNvSpPr>
          <p:nvPr/>
        </p:nvSpPr>
        <p:spPr>
          <a:xfrm>
            <a:off x="1945935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6" name="data_4605">
            <a:extLst>
              <a:ext uri="{FF2B5EF4-FFF2-40B4-BE49-F238E27FC236}">
                <a16:creationId xmlns:a16="http://schemas.microsoft.com/office/drawing/2014/main" id="{CCBB0539-4517-4A1C-A985-14404C34D233}"/>
              </a:ext>
            </a:extLst>
          </p:cNvPr>
          <p:cNvSpPr>
            <a:spLocks/>
          </p:cNvSpPr>
          <p:nvPr/>
        </p:nvSpPr>
        <p:spPr>
          <a:xfrm>
            <a:off x="200867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7" name="data_4606">
            <a:extLst>
              <a:ext uri="{FF2B5EF4-FFF2-40B4-BE49-F238E27FC236}">
                <a16:creationId xmlns:a16="http://schemas.microsoft.com/office/drawing/2014/main" id="{B951C65F-E000-468B-BF77-44498905E995}"/>
              </a:ext>
            </a:extLst>
          </p:cNvPr>
          <p:cNvSpPr>
            <a:spLocks/>
          </p:cNvSpPr>
          <p:nvPr/>
        </p:nvSpPr>
        <p:spPr>
          <a:xfrm>
            <a:off x="192213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8" name="data_4607">
            <a:extLst>
              <a:ext uri="{FF2B5EF4-FFF2-40B4-BE49-F238E27FC236}">
                <a16:creationId xmlns:a16="http://schemas.microsoft.com/office/drawing/2014/main" id="{83E85228-5F75-47DE-9681-1C555B49ECC0}"/>
              </a:ext>
            </a:extLst>
          </p:cNvPr>
          <p:cNvSpPr>
            <a:spLocks/>
          </p:cNvSpPr>
          <p:nvPr/>
        </p:nvSpPr>
        <p:spPr>
          <a:xfrm>
            <a:off x="1841234" y="334753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79" name="data_4608">
            <a:extLst>
              <a:ext uri="{FF2B5EF4-FFF2-40B4-BE49-F238E27FC236}">
                <a16:creationId xmlns:a16="http://schemas.microsoft.com/office/drawing/2014/main" id="{F4ED0F0F-D3DE-458F-AA6A-7183D4A4B270}"/>
              </a:ext>
            </a:extLst>
          </p:cNvPr>
          <p:cNvSpPr>
            <a:spLocks/>
          </p:cNvSpPr>
          <p:nvPr/>
        </p:nvSpPr>
        <p:spPr>
          <a:xfrm>
            <a:off x="1929603" y="337762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0" name="data_4609">
            <a:extLst>
              <a:ext uri="{FF2B5EF4-FFF2-40B4-BE49-F238E27FC236}">
                <a16:creationId xmlns:a16="http://schemas.microsoft.com/office/drawing/2014/main" id="{37347056-FAB7-4397-9804-7F139695A0A0}"/>
              </a:ext>
            </a:extLst>
          </p:cNvPr>
          <p:cNvSpPr>
            <a:spLocks/>
          </p:cNvSpPr>
          <p:nvPr/>
        </p:nvSpPr>
        <p:spPr>
          <a:xfrm>
            <a:off x="185898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1" name="data_4610">
            <a:extLst>
              <a:ext uri="{FF2B5EF4-FFF2-40B4-BE49-F238E27FC236}">
                <a16:creationId xmlns:a16="http://schemas.microsoft.com/office/drawing/2014/main" id="{03C3506B-3FE8-4F0B-BED6-7BBAD1825899}"/>
              </a:ext>
            </a:extLst>
          </p:cNvPr>
          <p:cNvSpPr>
            <a:spLocks/>
          </p:cNvSpPr>
          <p:nvPr/>
        </p:nvSpPr>
        <p:spPr>
          <a:xfrm>
            <a:off x="189648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2" name="data_4611">
            <a:extLst>
              <a:ext uri="{FF2B5EF4-FFF2-40B4-BE49-F238E27FC236}">
                <a16:creationId xmlns:a16="http://schemas.microsoft.com/office/drawing/2014/main" id="{499B6670-08DF-4531-8533-7021A753A0BC}"/>
              </a:ext>
            </a:extLst>
          </p:cNvPr>
          <p:cNvSpPr>
            <a:spLocks/>
          </p:cNvSpPr>
          <p:nvPr/>
        </p:nvSpPr>
        <p:spPr>
          <a:xfrm>
            <a:off x="19730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3" name="data_4612">
            <a:extLst>
              <a:ext uri="{FF2B5EF4-FFF2-40B4-BE49-F238E27FC236}">
                <a16:creationId xmlns:a16="http://schemas.microsoft.com/office/drawing/2014/main" id="{11AAED41-53E3-4813-A77C-77692553DB82}"/>
              </a:ext>
            </a:extLst>
          </p:cNvPr>
          <p:cNvSpPr>
            <a:spLocks/>
          </p:cNvSpPr>
          <p:nvPr/>
        </p:nvSpPr>
        <p:spPr>
          <a:xfrm>
            <a:off x="1904356" y="2406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4" name="data_4613">
            <a:extLst>
              <a:ext uri="{FF2B5EF4-FFF2-40B4-BE49-F238E27FC236}">
                <a16:creationId xmlns:a16="http://schemas.microsoft.com/office/drawing/2014/main" id="{F16F0CFF-BCFA-4362-818C-1C6B6526F18F}"/>
              </a:ext>
            </a:extLst>
          </p:cNvPr>
          <p:cNvSpPr>
            <a:spLocks/>
          </p:cNvSpPr>
          <p:nvPr/>
        </p:nvSpPr>
        <p:spPr>
          <a:xfrm>
            <a:off x="20152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5" name="data_4614">
            <a:extLst>
              <a:ext uri="{FF2B5EF4-FFF2-40B4-BE49-F238E27FC236}">
                <a16:creationId xmlns:a16="http://schemas.microsoft.com/office/drawing/2014/main" id="{8C437728-8F19-40DD-8E51-FB22B337813B}"/>
              </a:ext>
            </a:extLst>
          </p:cNvPr>
          <p:cNvSpPr>
            <a:spLocks/>
          </p:cNvSpPr>
          <p:nvPr/>
        </p:nvSpPr>
        <p:spPr>
          <a:xfrm>
            <a:off x="204247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6" name="data_4615">
            <a:extLst>
              <a:ext uri="{FF2B5EF4-FFF2-40B4-BE49-F238E27FC236}">
                <a16:creationId xmlns:a16="http://schemas.microsoft.com/office/drawing/2014/main" id="{FAAAA1E8-0923-4D70-A3B7-E32FF5D0F5EC}"/>
              </a:ext>
            </a:extLst>
          </p:cNvPr>
          <p:cNvSpPr>
            <a:spLocks/>
          </p:cNvSpPr>
          <p:nvPr/>
        </p:nvSpPr>
        <p:spPr>
          <a:xfrm>
            <a:off x="19460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7" name="data_4616">
            <a:extLst>
              <a:ext uri="{FF2B5EF4-FFF2-40B4-BE49-F238E27FC236}">
                <a16:creationId xmlns:a16="http://schemas.microsoft.com/office/drawing/2014/main" id="{95951BF2-5872-443E-AA08-EEA5D2C0414C}"/>
              </a:ext>
            </a:extLst>
          </p:cNvPr>
          <p:cNvSpPr>
            <a:spLocks/>
          </p:cNvSpPr>
          <p:nvPr/>
        </p:nvSpPr>
        <p:spPr>
          <a:xfrm>
            <a:off x="191475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8" name="data_4617">
            <a:extLst>
              <a:ext uri="{FF2B5EF4-FFF2-40B4-BE49-F238E27FC236}">
                <a16:creationId xmlns:a16="http://schemas.microsoft.com/office/drawing/2014/main" id="{F4EFF587-AE1E-44E6-BB19-EFD34AD9FF6F}"/>
              </a:ext>
            </a:extLst>
          </p:cNvPr>
          <p:cNvSpPr>
            <a:spLocks/>
          </p:cNvSpPr>
          <p:nvPr/>
        </p:nvSpPr>
        <p:spPr>
          <a:xfrm>
            <a:off x="19203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89" name="data_4618">
            <a:extLst>
              <a:ext uri="{FF2B5EF4-FFF2-40B4-BE49-F238E27FC236}">
                <a16:creationId xmlns:a16="http://schemas.microsoft.com/office/drawing/2014/main" id="{94556894-F490-40AD-9778-2EEC3E7C9AC4}"/>
              </a:ext>
            </a:extLst>
          </p:cNvPr>
          <p:cNvSpPr>
            <a:spLocks/>
          </p:cNvSpPr>
          <p:nvPr/>
        </p:nvSpPr>
        <p:spPr>
          <a:xfrm>
            <a:off x="19087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0" name="data_4619">
            <a:extLst>
              <a:ext uri="{FF2B5EF4-FFF2-40B4-BE49-F238E27FC236}">
                <a16:creationId xmlns:a16="http://schemas.microsoft.com/office/drawing/2014/main" id="{30864BE7-8F17-41D2-B743-C428FAED3F2B}"/>
              </a:ext>
            </a:extLst>
          </p:cNvPr>
          <p:cNvSpPr>
            <a:spLocks/>
          </p:cNvSpPr>
          <p:nvPr/>
        </p:nvSpPr>
        <p:spPr>
          <a:xfrm>
            <a:off x="203627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1" name="data_4620">
            <a:extLst>
              <a:ext uri="{FF2B5EF4-FFF2-40B4-BE49-F238E27FC236}">
                <a16:creationId xmlns:a16="http://schemas.microsoft.com/office/drawing/2014/main" id="{93CD1C19-0818-424A-A7B1-B1E8109713D8}"/>
              </a:ext>
            </a:extLst>
          </p:cNvPr>
          <p:cNvSpPr>
            <a:spLocks/>
          </p:cNvSpPr>
          <p:nvPr/>
        </p:nvSpPr>
        <p:spPr>
          <a:xfrm>
            <a:off x="187087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2" name="data_4621">
            <a:extLst>
              <a:ext uri="{FF2B5EF4-FFF2-40B4-BE49-F238E27FC236}">
                <a16:creationId xmlns:a16="http://schemas.microsoft.com/office/drawing/2014/main" id="{12AA4836-51D9-40BF-B50B-8E9A7D0DC026}"/>
              </a:ext>
            </a:extLst>
          </p:cNvPr>
          <p:cNvSpPr>
            <a:spLocks/>
          </p:cNvSpPr>
          <p:nvPr/>
        </p:nvSpPr>
        <p:spPr>
          <a:xfrm>
            <a:off x="1907285" y="36424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3" name="data_4622">
            <a:extLst>
              <a:ext uri="{FF2B5EF4-FFF2-40B4-BE49-F238E27FC236}">
                <a16:creationId xmlns:a16="http://schemas.microsoft.com/office/drawing/2014/main" id="{44D595BD-29B0-4B8A-86F9-D7B3C86420B6}"/>
              </a:ext>
            </a:extLst>
          </p:cNvPr>
          <p:cNvSpPr>
            <a:spLocks/>
          </p:cNvSpPr>
          <p:nvPr/>
        </p:nvSpPr>
        <p:spPr>
          <a:xfrm>
            <a:off x="1919697" y="2356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4" name="data_4623">
            <a:extLst>
              <a:ext uri="{FF2B5EF4-FFF2-40B4-BE49-F238E27FC236}">
                <a16:creationId xmlns:a16="http://schemas.microsoft.com/office/drawing/2014/main" id="{A43B443C-10C9-4D58-97EC-E2C5667ED214}"/>
              </a:ext>
            </a:extLst>
          </p:cNvPr>
          <p:cNvSpPr>
            <a:spLocks/>
          </p:cNvSpPr>
          <p:nvPr/>
        </p:nvSpPr>
        <p:spPr>
          <a:xfrm>
            <a:off x="1988095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5" name="data_4624">
            <a:extLst>
              <a:ext uri="{FF2B5EF4-FFF2-40B4-BE49-F238E27FC236}">
                <a16:creationId xmlns:a16="http://schemas.microsoft.com/office/drawing/2014/main" id="{89F5809C-ED10-45DD-9B5F-7F698CB6D23F}"/>
              </a:ext>
            </a:extLst>
          </p:cNvPr>
          <p:cNvSpPr>
            <a:spLocks/>
          </p:cNvSpPr>
          <p:nvPr/>
        </p:nvSpPr>
        <p:spPr>
          <a:xfrm>
            <a:off x="19256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6" name="data_4625">
            <a:extLst>
              <a:ext uri="{FF2B5EF4-FFF2-40B4-BE49-F238E27FC236}">
                <a16:creationId xmlns:a16="http://schemas.microsoft.com/office/drawing/2014/main" id="{C780CAE5-6FD7-4C95-B28B-A6DCD901D8F4}"/>
              </a:ext>
            </a:extLst>
          </p:cNvPr>
          <p:cNvSpPr>
            <a:spLocks/>
          </p:cNvSpPr>
          <p:nvPr/>
        </p:nvSpPr>
        <p:spPr>
          <a:xfrm>
            <a:off x="199488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7" name="data_4626">
            <a:extLst>
              <a:ext uri="{FF2B5EF4-FFF2-40B4-BE49-F238E27FC236}">
                <a16:creationId xmlns:a16="http://schemas.microsoft.com/office/drawing/2014/main" id="{7AEE35E4-5F43-4B89-A4F1-6D8E42D8271B}"/>
              </a:ext>
            </a:extLst>
          </p:cNvPr>
          <p:cNvSpPr>
            <a:spLocks/>
          </p:cNvSpPr>
          <p:nvPr/>
        </p:nvSpPr>
        <p:spPr>
          <a:xfrm>
            <a:off x="196556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8" name="data_4627">
            <a:extLst>
              <a:ext uri="{FF2B5EF4-FFF2-40B4-BE49-F238E27FC236}">
                <a16:creationId xmlns:a16="http://schemas.microsoft.com/office/drawing/2014/main" id="{B3D86D7A-700B-4F31-A5C1-C06AD651241B}"/>
              </a:ext>
            </a:extLst>
          </p:cNvPr>
          <p:cNvSpPr>
            <a:spLocks/>
          </p:cNvSpPr>
          <p:nvPr/>
        </p:nvSpPr>
        <p:spPr>
          <a:xfrm>
            <a:off x="195304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299" name="data_4628">
            <a:extLst>
              <a:ext uri="{FF2B5EF4-FFF2-40B4-BE49-F238E27FC236}">
                <a16:creationId xmlns:a16="http://schemas.microsoft.com/office/drawing/2014/main" id="{0CD84E71-A652-4E68-AE9F-3EB40E55879A}"/>
              </a:ext>
            </a:extLst>
          </p:cNvPr>
          <p:cNvSpPr>
            <a:spLocks/>
          </p:cNvSpPr>
          <p:nvPr/>
        </p:nvSpPr>
        <p:spPr>
          <a:xfrm>
            <a:off x="1903495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0" name="data_4629">
            <a:extLst>
              <a:ext uri="{FF2B5EF4-FFF2-40B4-BE49-F238E27FC236}">
                <a16:creationId xmlns:a16="http://schemas.microsoft.com/office/drawing/2014/main" id="{5EB705B2-755C-4517-9305-69D4C7F308AF}"/>
              </a:ext>
            </a:extLst>
          </p:cNvPr>
          <p:cNvSpPr>
            <a:spLocks/>
          </p:cNvSpPr>
          <p:nvPr/>
        </p:nvSpPr>
        <p:spPr>
          <a:xfrm>
            <a:off x="1875017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1" name="data_4630">
            <a:extLst>
              <a:ext uri="{FF2B5EF4-FFF2-40B4-BE49-F238E27FC236}">
                <a16:creationId xmlns:a16="http://schemas.microsoft.com/office/drawing/2014/main" id="{0F1A9F8C-E96D-4C71-B62F-9D675C9535AD}"/>
              </a:ext>
            </a:extLst>
          </p:cNvPr>
          <p:cNvSpPr>
            <a:spLocks/>
          </p:cNvSpPr>
          <p:nvPr/>
        </p:nvSpPr>
        <p:spPr>
          <a:xfrm>
            <a:off x="195208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2" name="data_4631">
            <a:extLst>
              <a:ext uri="{FF2B5EF4-FFF2-40B4-BE49-F238E27FC236}">
                <a16:creationId xmlns:a16="http://schemas.microsoft.com/office/drawing/2014/main" id="{E1D7765B-1031-432D-8C02-553151CCF723}"/>
              </a:ext>
            </a:extLst>
          </p:cNvPr>
          <p:cNvSpPr>
            <a:spLocks/>
          </p:cNvSpPr>
          <p:nvPr/>
        </p:nvSpPr>
        <p:spPr>
          <a:xfrm>
            <a:off x="186812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3" name="data_4632">
            <a:extLst>
              <a:ext uri="{FF2B5EF4-FFF2-40B4-BE49-F238E27FC236}">
                <a16:creationId xmlns:a16="http://schemas.microsoft.com/office/drawing/2014/main" id="{25A6B1E1-B362-4123-942B-FDDB7814AA35}"/>
              </a:ext>
            </a:extLst>
          </p:cNvPr>
          <p:cNvSpPr>
            <a:spLocks/>
          </p:cNvSpPr>
          <p:nvPr/>
        </p:nvSpPr>
        <p:spPr>
          <a:xfrm>
            <a:off x="1880181" y="252547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4" name="data_4633">
            <a:extLst>
              <a:ext uri="{FF2B5EF4-FFF2-40B4-BE49-F238E27FC236}">
                <a16:creationId xmlns:a16="http://schemas.microsoft.com/office/drawing/2014/main" id="{4171E6AA-55B3-41BD-8559-53F50F7E3A92}"/>
              </a:ext>
            </a:extLst>
          </p:cNvPr>
          <p:cNvSpPr>
            <a:spLocks/>
          </p:cNvSpPr>
          <p:nvPr/>
        </p:nvSpPr>
        <p:spPr>
          <a:xfrm>
            <a:off x="188587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5" name="data_4634">
            <a:extLst>
              <a:ext uri="{FF2B5EF4-FFF2-40B4-BE49-F238E27FC236}">
                <a16:creationId xmlns:a16="http://schemas.microsoft.com/office/drawing/2014/main" id="{B877EE05-66F3-4324-9F49-501EF97A9FA1}"/>
              </a:ext>
            </a:extLst>
          </p:cNvPr>
          <p:cNvSpPr>
            <a:spLocks/>
          </p:cNvSpPr>
          <p:nvPr/>
        </p:nvSpPr>
        <p:spPr>
          <a:xfrm>
            <a:off x="1964564" y="33053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6" name="data_4635">
            <a:extLst>
              <a:ext uri="{FF2B5EF4-FFF2-40B4-BE49-F238E27FC236}">
                <a16:creationId xmlns:a16="http://schemas.microsoft.com/office/drawing/2014/main" id="{02FC0531-664C-40EE-937C-B7275C20BB2E}"/>
              </a:ext>
            </a:extLst>
          </p:cNvPr>
          <p:cNvSpPr>
            <a:spLocks/>
          </p:cNvSpPr>
          <p:nvPr/>
        </p:nvSpPr>
        <p:spPr>
          <a:xfrm>
            <a:off x="202902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7" name="data_4636">
            <a:extLst>
              <a:ext uri="{FF2B5EF4-FFF2-40B4-BE49-F238E27FC236}">
                <a16:creationId xmlns:a16="http://schemas.microsoft.com/office/drawing/2014/main" id="{7C1C2E83-B005-40E0-B32A-C7AEE235A81D}"/>
              </a:ext>
            </a:extLst>
          </p:cNvPr>
          <p:cNvSpPr>
            <a:spLocks/>
          </p:cNvSpPr>
          <p:nvPr/>
        </p:nvSpPr>
        <p:spPr>
          <a:xfrm>
            <a:off x="198348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8" name="data_4637">
            <a:extLst>
              <a:ext uri="{FF2B5EF4-FFF2-40B4-BE49-F238E27FC236}">
                <a16:creationId xmlns:a16="http://schemas.microsoft.com/office/drawing/2014/main" id="{5DB50FAC-18EB-423B-8E24-0590CBA99F96}"/>
              </a:ext>
            </a:extLst>
          </p:cNvPr>
          <p:cNvSpPr>
            <a:spLocks/>
          </p:cNvSpPr>
          <p:nvPr/>
        </p:nvSpPr>
        <p:spPr>
          <a:xfrm>
            <a:off x="2010330" y="25188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09" name="data_4638">
            <a:extLst>
              <a:ext uri="{FF2B5EF4-FFF2-40B4-BE49-F238E27FC236}">
                <a16:creationId xmlns:a16="http://schemas.microsoft.com/office/drawing/2014/main" id="{B7110759-752B-4180-A248-1D3D48ADE6B7}"/>
              </a:ext>
            </a:extLst>
          </p:cNvPr>
          <p:cNvSpPr>
            <a:spLocks/>
          </p:cNvSpPr>
          <p:nvPr/>
        </p:nvSpPr>
        <p:spPr>
          <a:xfrm>
            <a:off x="1929240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0" name="data_4639">
            <a:extLst>
              <a:ext uri="{FF2B5EF4-FFF2-40B4-BE49-F238E27FC236}">
                <a16:creationId xmlns:a16="http://schemas.microsoft.com/office/drawing/2014/main" id="{3E70D90B-959C-4DFD-AF52-0615FF8E5196}"/>
              </a:ext>
            </a:extLst>
          </p:cNvPr>
          <p:cNvSpPr>
            <a:spLocks/>
          </p:cNvSpPr>
          <p:nvPr/>
        </p:nvSpPr>
        <p:spPr>
          <a:xfrm>
            <a:off x="20100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1" name="data_4640">
            <a:extLst>
              <a:ext uri="{FF2B5EF4-FFF2-40B4-BE49-F238E27FC236}">
                <a16:creationId xmlns:a16="http://schemas.microsoft.com/office/drawing/2014/main" id="{DA963822-C224-4A22-8CCE-17F2122FBD27}"/>
              </a:ext>
            </a:extLst>
          </p:cNvPr>
          <p:cNvSpPr>
            <a:spLocks/>
          </p:cNvSpPr>
          <p:nvPr/>
        </p:nvSpPr>
        <p:spPr>
          <a:xfrm>
            <a:off x="1996223" y="28889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2" name="data_4641">
            <a:extLst>
              <a:ext uri="{FF2B5EF4-FFF2-40B4-BE49-F238E27FC236}">
                <a16:creationId xmlns:a16="http://schemas.microsoft.com/office/drawing/2014/main" id="{3C4E8CB8-7811-4336-A89F-3EC4BA361AD5}"/>
              </a:ext>
            </a:extLst>
          </p:cNvPr>
          <p:cNvSpPr>
            <a:spLocks/>
          </p:cNvSpPr>
          <p:nvPr/>
        </p:nvSpPr>
        <p:spPr>
          <a:xfrm>
            <a:off x="1903798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3" name="data_4642">
            <a:extLst>
              <a:ext uri="{FF2B5EF4-FFF2-40B4-BE49-F238E27FC236}">
                <a16:creationId xmlns:a16="http://schemas.microsoft.com/office/drawing/2014/main" id="{F753FFD2-7A20-4D93-B963-6A20CB7D2AB7}"/>
              </a:ext>
            </a:extLst>
          </p:cNvPr>
          <p:cNvSpPr>
            <a:spLocks/>
          </p:cNvSpPr>
          <p:nvPr/>
        </p:nvSpPr>
        <p:spPr>
          <a:xfrm>
            <a:off x="204536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4" name="data_4643">
            <a:extLst>
              <a:ext uri="{FF2B5EF4-FFF2-40B4-BE49-F238E27FC236}">
                <a16:creationId xmlns:a16="http://schemas.microsoft.com/office/drawing/2014/main" id="{E13AE2F5-0A73-42C1-8B7E-88A8D3C0534B}"/>
              </a:ext>
            </a:extLst>
          </p:cNvPr>
          <p:cNvSpPr>
            <a:spLocks/>
          </p:cNvSpPr>
          <p:nvPr/>
        </p:nvSpPr>
        <p:spPr>
          <a:xfrm>
            <a:off x="183450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5" name="data_4644">
            <a:extLst>
              <a:ext uri="{FF2B5EF4-FFF2-40B4-BE49-F238E27FC236}">
                <a16:creationId xmlns:a16="http://schemas.microsoft.com/office/drawing/2014/main" id="{46CD7BAD-80F3-4443-BE7F-BB54AFC1BB30}"/>
              </a:ext>
            </a:extLst>
          </p:cNvPr>
          <p:cNvSpPr>
            <a:spLocks/>
          </p:cNvSpPr>
          <p:nvPr/>
        </p:nvSpPr>
        <p:spPr>
          <a:xfrm>
            <a:off x="194203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6" name="data_4645">
            <a:extLst>
              <a:ext uri="{FF2B5EF4-FFF2-40B4-BE49-F238E27FC236}">
                <a16:creationId xmlns:a16="http://schemas.microsoft.com/office/drawing/2014/main" id="{979DA1A6-2B9E-4370-B236-F0E5A22CBE0E}"/>
              </a:ext>
            </a:extLst>
          </p:cNvPr>
          <p:cNvSpPr>
            <a:spLocks/>
          </p:cNvSpPr>
          <p:nvPr/>
        </p:nvSpPr>
        <p:spPr>
          <a:xfrm>
            <a:off x="1864063" y="24814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7" name="data_4646">
            <a:extLst>
              <a:ext uri="{FF2B5EF4-FFF2-40B4-BE49-F238E27FC236}">
                <a16:creationId xmlns:a16="http://schemas.microsoft.com/office/drawing/2014/main" id="{6BEA45A1-90E2-46E3-B69C-7974900DA61B}"/>
              </a:ext>
            </a:extLst>
          </p:cNvPr>
          <p:cNvSpPr>
            <a:spLocks/>
          </p:cNvSpPr>
          <p:nvPr/>
        </p:nvSpPr>
        <p:spPr>
          <a:xfrm>
            <a:off x="202857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8" name="data_4647">
            <a:extLst>
              <a:ext uri="{FF2B5EF4-FFF2-40B4-BE49-F238E27FC236}">
                <a16:creationId xmlns:a16="http://schemas.microsoft.com/office/drawing/2014/main" id="{6D08EADA-7115-40B2-98DD-2D0FAB022A89}"/>
              </a:ext>
            </a:extLst>
          </p:cNvPr>
          <p:cNvSpPr>
            <a:spLocks/>
          </p:cNvSpPr>
          <p:nvPr/>
        </p:nvSpPr>
        <p:spPr>
          <a:xfrm>
            <a:off x="189373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19" name="data_4648">
            <a:extLst>
              <a:ext uri="{FF2B5EF4-FFF2-40B4-BE49-F238E27FC236}">
                <a16:creationId xmlns:a16="http://schemas.microsoft.com/office/drawing/2014/main" id="{395FEB35-5A4A-44CD-81F4-368C1E268798}"/>
              </a:ext>
            </a:extLst>
          </p:cNvPr>
          <p:cNvSpPr>
            <a:spLocks/>
          </p:cNvSpPr>
          <p:nvPr/>
        </p:nvSpPr>
        <p:spPr>
          <a:xfrm>
            <a:off x="187852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0" name="data_4649">
            <a:extLst>
              <a:ext uri="{FF2B5EF4-FFF2-40B4-BE49-F238E27FC236}">
                <a16:creationId xmlns:a16="http://schemas.microsoft.com/office/drawing/2014/main" id="{8C1E0457-7209-41FB-962C-BFCBD92C21D0}"/>
              </a:ext>
            </a:extLst>
          </p:cNvPr>
          <p:cNvSpPr>
            <a:spLocks/>
          </p:cNvSpPr>
          <p:nvPr/>
        </p:nvSpPr>
        <p:spPr>
          <a:xfrm>
            <a:off x="1980096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1" name="data_4650">
            <a:extLst>
              <a:ext uri="{FF2B5EF4-FFF2-40B4-BE49-F238E27FC236}">
                <a16:creationId xmlns:a16="http://schemas.microsoft.com/office/drawing/2014/main" id="{9F429977-6839-4EDD-882D-533D2799BDE5}"/>
              </a:ext>
            </a:extLst>
          </p:cNvPr>
          <p:cNvSpPr>
            <a:spLocks/>
          </p:cNvSpPr>
          <p:nvPr/>
        </p:nvSpPr>
        <p:spPr>
          <a:xfrm>
            <a:off x="192988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2" name="data_4651">
            <a:extLst>
              <a:ext uri="{FF2B5EF4-FFF2-40B4-BE49-F238E27FC236}">
                <a16:creationId xmlns:a16="http://schemas.microsoft.com/office/drawing/2014/main" id="{F3A185AB-277E-4555-9789-9F10E9C9D896}"/>
              </a:ext>
            </a:extLst>
          </p:cNvPr>
          <p:cNvSpPr>
            <a:spLocks/>
          </p:cNvSpPr>
          <p:nvPr/>
        </p:nvSpPr>
        <p:spPr>
          <a:xfrm>
            <a:off x="186179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3" name="data_4652">
            <a:extLst>
              <a:ext uri="{FF2B5EF4-FFF2-40B4-BE49-F238E27FC236}">
                <a16:creationId xmlns:a16="http://schemas.microsoft.com/office/drawing/2014/main" id="{8A2AC61F-37F1-440E-A7E9-D057F03AF14E}"/>
              </a:ext>
            </a:extLst>
          </p:cNvPr>
          <p:cNvSpPr>
            <a:spLocks/>
          </p:cNvSpPr>
          <p:nvPr/>
        </p:nvSpPr>
        <p:spPr>
          <a:xfrm>
            <a:off x="186375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4" name="data_4653">
            <a:extLst>
              <a:ext uri="{FF2B5EF4-FFF2-40B4-BE49-F238E27FC236}">
                <a16:creationId xmlns:a16="http://schemas.microsoft.com/office/drawing/2014/main" id="{923D1D17-94DA-439A-A3E2-EBF7EBAC52C6}"/>
              </a:ext>
            </a:extLst>
          </p:cNvPr>
          <p:cNvSpPr>
            <a:spLocks/>
          </p:cNvSpPr>
          <p:nvPr/>
        </p:nvSpPr>
        <p:spPr>
          <a:xfrm>
            <a:off x="190773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5" name="data_4654">
            <a:extLst>
              <a:ext uri="{FF2B5EF4-FFF2-40B4-BE49-F238E27FC236}">
                <a16:creationId xmlns:a16="http://schemas.microsoft.com/office/drawing/2014/main" id="{12B75D46-22FC-4AE1-A4D8-5B042B1B2E2E}"/>
              </a:ext>
            </a:extLst>
          </p:cNvPr>
          <p:cNvSpPr>
            <a:spLocks/>
          </p:cNvSpPr>
          <p:nvPr/>
        </p:nvSpPr>
        <p:spPr>
          <a:xfrm>
            <a:off x="1951089" y="268695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6" name="data_4655">
            <a:extLst>
              <a:ext uri="{FF2B5EF4-FFF2-40B4-BE49-F238E27FC236}">
                <a16:creationId xmlns:a16="http://schemas.microsoft.com/office/drawing/2014/main" id="{A2B32FAA-1938-488A-80B9-81B691F6E54F}"/>
              </a:ext>
            </a:extLst>
          </p:cNvPr>
          <p:cNvSpPr>
            <a:spLocks/>
          </p:cNvSpPr>
          <p:nvPr/>
        </p:nvSpPr>
        <p:spPr>
          <a:xfrm>
            <a:off x="188018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7" name="data_4656">
            <a:extLst>
              <a:ext uri="{FF2B5EF4-FFF2-40B4-BE49-F238E27FC236}">
                <a16:creationId xmlns:a16="http://schemas.microsoft.com/office/drawing/2014/main" id="{055E1677-A5EA-4A74-945D-A0807C9E1F91}"/>
              </a:ext>
            </a:extLst>
          </p:cNvPr>
          <p:cNvSpPr>
            <a:spLocks/>
          </p:cNvSpPr>
          <p:nvPr/>
        </p:nvSpPr>
        <p:spPr>
          <a:xfrm>
            <a:off x="1902753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8" name="data_4657">
            <a:extLst>
              <a:ext uri="{FF2B5EF4-FFF2-40B4-BE49-F238E27FC236}">
                <a16:creationId xmlns:a16="http://schemas.microsoft.com/office/drawing/2014/main" id="{6CEFE206-A0E2-4888-BEF7-0D255950F31E}"/>
              </a:ext>
            </a:extLst>
          </p:cNvPr>
          <p:cNvSpPr>
            <a:spLocks/>
          </p:cNvSpPr>
          <p:nvPr/>
        </p:nvSpPr>
        <p:spPr>
          <a:xfrm>
            <a:off x="185926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29" name="data_4658">
            <a:extLst>
              <a:ext uri="{FF2B5EF4-FFF2-40B4-BE49-F238E27FC236}">
                <a16:creationId xmlns:a16="http://schemas.microsoft.com/office/drawing/2014/main" id="{902AAF42-3F86-4B5E-B016-C06A9C423C0D}"/>
              </a:ext>
            </a:extLst>
          </p:cNvPr>
          <p:cNvSpPr>
            <a:spLocks/>
          </p:cNvSpPr>
          <p:nvPr/>
        </p:nvSpPr>
        <p:spPr>
          <a:xfrm>
            <a:off x="19596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0" name="data_4659">
            <a:extLst>
              <a:ext uri="{FF2B5EF4-FFF2-40B4-BE49-F238E27FC236}">
                <a16:creationId xmlns:a16="http://schemas.microsoft.com/office/drawing/2014/main" id="{968F38F7-988A-4B63-899F-5892C6207582}"/>
              </a:ext>
            </a:extLst>
          </p:cNvPr>
          <p:cNvSpPr>
            <a:spLocks/>
          </p:cNvSpPr>
          <p:nvPr/>
        </p:nvSpPr>
        <p:spPr>
          <a:xfrm>
            <a:off x="185650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1" name="data_4660">
            <a:extLst>
              <a:ext uri="{FF2B5EF4-FFF2-40B4-BE49-F238E27FC236}">
                <a16:creationId xmlns:a16="http://schemas.microsoft.com/office/drawing/2014/main" id="{44865423-AC7C-4D86-8FC2-DF15B23C3588}"/>
              </a:ext>
            </a:extLst>
          </p:cNvPr>
          <p:cNvSpPr>
            <a:spLocks/>
          </p:cNvSpPr>
          <p:nvPr/>
        </p:nvSpPr>
        <p:spPr>
          <a:xfrm>
            <a:off x="201427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2" name="data_4661">
            <a:extLst>
              <a:ext uri="{FF2B5EF4-FFF2-40B4-BE49-F238E27FC236}">
                <a16:creationId xmlns:a16="http://schemas.microsoft.com/office/drawing/2014/main" id="{89EB03FD-98B9-4371-8F6D-72B5897520CC}"/>
              </a:ext>
            </a:extLst>
          </p:cNvPr>
          <p:cNvSpPr>
            <a:spLocks/>
          </p:cNvSpPr>
          <p:nvPr/>
        </p:nvSpPr>
        <p:spPr>
          <a:xfrm>
            <a:off x="193745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3" name="data_4662">
            <a:extLst>
              <a:ext uri="{FF2B5EF4-FFF2-40B4-BE49-F238E27FC236}">
                <a16:creationId xmlns:a16="http://schemas.microsoft.com/office/drawing/2014/main" id="{37BB222D-D306-4139-BEB6-3626A8A0CA1B}"/>
              </a:ext>
            </a:extLst>
          </p:cNvPr>
          <p:cNvSpPr>
            <a:spLocks/>
          </p:cNvSpPr>
          <p:nvPr/>
        </p:nvSpPr>
        <p:spPr>
          <a:xfrm>
            <a:off x="199073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4" name="data_4663">
            <a:extLst>
              <a:ext uri="{FF2B5EF4-FFF2-40B4-BE49-F238E27FC236}">
                <a16:creationId xmlns:a16="http://schemas.microsoft.com/office/drawing/2014/main" id="{171D3E99-C0A6-47AF-A7BE-46FB8B9EE0A8}"/>
              </a:ext>
            </a:extLst>
          </p:cNvPr>
          <p:cNvSpPr>
            <a:spLocks/>
          </p:cNvSpPr>
          <p:nvPr/>
        </p:nvSpPr>
        <p:spPr>
          <a:xfrm>
            <a:off x="196445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5" name="data_4664">
            <a:extLst>
              <a:ext uri="{FF2B5EF4-FFF2-40B4-BE49-F238E27FC236}">
                <a16:creationId xmlns:a16="http://schemas.microsoft.com/office/drawing/2014/main" id="{3CA3E3E2-FAE5-43E6-A59F-3A7D00C4DA67}"/>
              </a:ext>
            </a:extLst>
          </p:cNvPr>
          <p:cNvSpPr>
            <a:spLocks/>
          </p:cNvSpPr>
          <p:nvPr/>
        </p:nvSpPr>
        <p:spPr>
          <a:xfrm>
            <a:off x="1881384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6" name="data_4665">
            <a:extLst>
              <a:ext uri="{FF2B5EF4-FFF2-40B4-BE49-F238E27FC236}">
                <a16:creationId xmlns:a16="http://schemas.microsoft.com/office/drawing/2014/main" id="{40F47D91-84D9-4C3D-9B4A-333AEEC0A63C}"/>
              </a:ext>
            </a:extLst>
          </p:cNvPr>
          <p:cNvSpPr>
            <a:spLocks/>
          </p:cNvSpPr>
          <p:nvPr/>
        </p:nvSpPr>
        <p:spPr>
          <a:xfrm>
            <a:off x="18372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7" name="data_4666">
            <a:extLst>
              <a:ext uri="{FF2B5EF4-FFF2-40B4-BE49-F238E27FC236}">
                <a16:creationId xmlns:a16="http://schemas.microsoft.com/office/drawing/2014/main" id="{DA90DAE7-655D-4A2D-8324-8DB3228A8C99}"/>
              </a:ext>
            </a:extLst>
          </p:cNvPr>
          <p:cNvSpPr>
            <a:spLocks/>
          </p:cNvSpPr>
          <p:nvPr/>
        </p:nvSpPr>
        <p:spPr>
          <a:xfrm>
            <a:off x="191299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8" name="data_4667">
            <a:extLst>
              <a:ext uri="{FF2B5EF4-FFF2-40B4-BE49-F238E27FC236}">
                <a16:creationId xmlns:a16="http://schemas.microsoft.com/office/drawing/2014/main" id="{2CBD6FC0-C50D-4CC3-A963-662F089EB5C2}"/>
              </a:ext>
            </a:extLst>
          </p:cNvPr>
          <p:cNvSpPr>
            <a:spLocks/>
          </p:cNvSpPr>
          <p:nvPr/>
        </p:nvSpPr>
        <p:spPr>
          <a:xfrm>
            <a:off x="2020178" y="27538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39" name="data_4668">
            <a:extLst>
              <a:ext uri="{FF2B5EF4-FFF2-40B4-BE49-F238E27FC236}">
                <a16:creationId xmlns:a16="http://schemas.microsoft.com/office/drawing/2014/main" id="{FCB8CDA0-9A1E-4682-BC6A-6D1B64C2CAB3}"/>
              </a:ext>
            </a:extLst>
          </p:cNvPr>
          <p:cNvSpPr>
            <a:spLocks/>
          </p:cNvSpPr>
          <p:nvPr/>
        </p:nvSpPr>
        <p:spPr>
          <a:xfrm>
            <a:off x="183459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0" name="data_4669">
            <a:extLst>
              <a:ext uri="{FF2B5EF4-FFF2-40B4-BE49-F238E27FC236}">
                <a16:creationId xmlns:a16="http://schemas.microsoft.com/office/drawing/2014/main" id="{138F73B3-C43C-4227-AD98-A13BD72D88F5}"/>
              </a:ext>
            </a:extLst>
          </p:cNvPr>
          <p:cNvSpPr>
            <a:spLocks/>
          </p:cNvSpPr>
          <p:nvPr/>
        </p:nvSpPr>
        <p:spPr>
          <a:xfrm>
            <a:off x="2034869" y="263122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1" name="data_4670">
            <a:extLst>
              <a:ext uri="{FF2B5EF4-FFF2-40B4-BE49-F238E27FC236}">
                <a16:creationId xmlns:a16="http://schemas.microsoft.com/office/drawing/2014/main" id="{74FF5B71-78DD-4E70-A664-20A4F12BDD77}"/>
              </a:ext>
            </a:extLst>
          </p:cNvPr>
          <p:cNvSpPr>
            <a:spLocks/>
          </p:cNvSpPr>
          <p:nvPr/>
        </p:nvSpPr>
        <p:spPr>
          <a:xfrm>
            <a:off x="201831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2" name="data_4671">
            <a:extLst>
              <a:ext uri="{FF2B5EF4-FFF2-40B4-BE49-F238E27FC236}">
                <a16:creationId xmlns:a16="http://schemas.microsoft.com/office/drawing/2014/main" id="{14553FB6-4675-43D9-8F8F-B14E14559300}"/>
              </a:ext>
            </a:extLst>
          </p:cNvPr>
          <p:cNvSpPr>
            <a:spLocks/>
          </p:cNvSpPr>
          <p:nvPr/>
        </p:nvSpPr>
        <p:spPr>
          <a:xfrm>
            <a:off x="196812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3" name="data_4672">
            <a:extLst>
              <a:ext uri="{FF2B5EF4-FFF2-40B4-BE49-F238E27FC236}">
                <a16:creationId xmlns:a16="http://schemas.microsoft.com/office/drawing/2014/main" id="{4EA0327F-CBAB-4A6C-BDFC-FE120303BF90}"/>
              </a:ext>
            </a:extLst>
          </p:cNvPr>
          <p:cNvSpPr>
            <a:spLocks/>
          </p:cNvSpPr>
          <p:nvPr/>
        </p:nvSpPr>
        <p:spPr>
          <a:xfrm>
            <a:off x="201428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4" name="data_4673">
            <a:extLst>
              <a:ext uri="{FF2B5EF4-FFF2-40B4-BE49-F238E27FC236}">
                <a16:creationId xmlns:a16="http://schemas.microsoft.com/office/drawing/2014/main" id="{B98F4A83-93CB-4F96-B207-2634E5B8BEEB}"/>
              </a:ext>
            </a:extLst>
          </p:cNvPr>
          <p:cNvSpPr>
            <a:spLocks/>
          </p:cNvSpPr>
          <p:nvPr/>
        </p:nvSpPr>
        <p:spPr>
          <a:xfrm>
            <a:off x="201471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5" name="data_4674">
            <a:extLst>
              <a:ext uri="{FF2B5EF4-FFF2-40B4-BE49-F238E27FC236}">
                <a16:creationId xmlns:a16="http://schemas.microsoft.com/office/drawing/2014/main" id="{76DCDA8B-7D35-445A-95A2-91C2CD1A0395}"/>
              </a:ext>
            </a:extLst>
          </p:cNvPr>
          <p:cNvSpPr>
            <a:spLocks/>
          </p:cNvSpPr>
          <p:nvPr/>
        </p:nvSpPr>
        <p:spPr>
          <a:xfrm>
            <a:off x="190817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6" name="data_4675">
            <a:extLst>
              <a:ext uri="{FF2B5EF4-FFF2-40B4-BE49-F238E27FC236}">
                <a16:creationId xmlns:a16="http://schemas.microsoft.com/office/drawing/2014/main" id="{6BDAF183-D0F9-4E39-A211-A0E353055142}"/>
              </a:ext>
            </a:extLst>
          </p:cNvPr>
          <p:cNvSpPr>
            <a:spLocks/>
          </p:cNvSpPr>
          <p:nvPr/>
        </p:nvSpPr>
        <p:spPr>
          <a:xfrm>
            <a:off x="1927461" y="27997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7" name="data_4676">
            <a:extLst>
              <a:ext uri="{FF2B5EF4-FFF2-40B4-BE49-F238E27FC236}">
                <a16:creationId xmlns:a16="http://schemas.microsoft.com/office/drawing/2014/main" id="{4FB1BA38-CAAE-40F1-BE5A-84C5CF7DA26F}"/>
              </a:ext>
            </a:extLst>
          </p:cNvPr>
          <p:cNvSpPr>
            <a:spLocks/>
          </p:cNvSpPr>
          <p:nvPr/>
        </p:nvSpPr>
        <p:spPr>
          <a:xfrm>
            <a:off x="194418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8" name="data_4677">
            <a:extLst>
              <a:ext uri="{FF2B5EF4-FFF2-40B4-BE49-F238E27FC236}">
                <a16:creationId xmlns:a16="http://schemas.microsoft.com/office/drawing/2014/main" id="{2517CBFD-1531-4BF2-B77E-A6791F0D7FBF}"/>
              </a:ext>
            </a:extLst>
          </p:cNvPr>
          <p:cNvSpPr>
            <a:spLocks/>
          </p:cNvSpPr>
          <p:nvPr/>
        </p:nvSpPr>
        <p:spPr>
          <a:xfrm>
            <a:off x="198957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49" name="data_4678">
            <a:extLst>
              <a:ext uri="{FF2B5EF4-FFF2-40B4-BE49-F238E27FC236}">
                <a16:creationId xmlns:a16="http://schemas.microsoft.com/office/drawing/2014/main" id="{F927BE6F-A8FE-4146-84B2-A61A5FD45AD8}"/>
              </a:ext>
            </a:extLst>
          </p:cNvPr>
          <p:cNvSpPr>
            <a:spLocks/>
          </p:cNvSpPr>
          <p:nvPr/>
        </p:nvSpPr>
        <p:spPr>
          <a:xfrm>
            <a:off x="204462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0" name="data_4679">
            <a:extLst>
              <a:ext uri="{FF2B5EF4-FFF2-40B4-BE49-F238E27FC236}">
                <a16:creationId xmlns:a16="http://schemas.microsoft.com/office/drawing/2014/main" id="{48491B49-DF49-4B9C-959E-FCC5059F056D}"/>
              </a:ext>
            </a:extLst>
          </p:cNvPr>
          <p:cNvSpPr>
            <a:spLocks/>
          </p:cNvSpPr>
          <p:nvPr/>
        </p:nvSpPr>
        <p:spPr>
          <a:xfrm>
            <a:off x="1962954" y="30269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1" name="data_4680">
            <a:extLst>
              <a:ext uri="{FF2B5EF4-FFF2-40B4-BE49-F238E27FC236}">
                <a16:creationId xmlns:a16="http://schemas.microsoft.com/office/drawing/2014/main" id="{B7E081F0-3636-4AB4-AB46-87B753860E2F}"/>
              </a:ext>
            </a:extLst>
          </p:cNvPr>
          <p:cNvSpPr>
            <a:spLocks/>
          </p:cNvSpPr>
          <p:nvPr/>
        </p:nvSpPr>
        <p:spPr>
          <a:xfrm>
            <a:off x="196022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2" name="data_4681">
            <a:extLst>
              <a:ext uri="{FF2B5EF4-FFF2-40B4-BE49-F238E27FC236}">
                <a16:creationId xmlns:a16="http://schemas.microsoft.com/office/drawing/2014/main" id="{1B311D91-929D-44D7-8AFD-65661C550CF9}"/>
              </a:ext>
            </a:extLst>
          </p:cNvPr>
          <p:cNvSpPr>
            <a:spLocks/>
          </p:cNvSpPr>
          <p:nvPr/>
        </p:nvSpPr>
        <p:spPr>
          <a:xfrm>
            <a:off x="19893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3" name="data_4682">
            <a:extLst>
              <a:ext uri="{FF2B5EF4-FFF2-40B4-BE49-F238E27FC236}">
                <a16:creationId xmlns:a16="http://schemas.microsoft.com/office/drawing/2014/main" id="{F7CB00D2-AAF2-4667-9F97-826D7732B087}"/>
              </a:ext>
            </a:extLst>
          </p:cNvPr>
          <p:cNvSpPr>
            <a:spLocks/>
          </p:cNvSpPr>
          <p:nvPr/>
        </p:nvSpPr>
        <p:spPr>
          <a:xfrm>
            <a:off x="1936090" y="2406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4" name="data_4683">
            <a:extLst>
              <a:ext uri="{FF2B5EF4-FFF2-40B4-BE49-F238E27FC236}">
                <a16:creationId xmlns:a16="http://schemas.microsoft.com/office/drawing/2014/main" id="{0D9A74E2-F12C-4E6F-B4B2-6AFEEBFA50B5}"/>
              </a:ext>
            </a:extLst>
          </p:cNvPr>
          <p:cNvSpPr>
            <a:spLocks/>
          </p:cNvSpPr>
          <p:nvPr/>
        </p:nvSpPr>
        <p:spPr>
          <a:xfrm>
            <a:off x="1837920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5" name="data_4684">
            <a:extLst>
              <a:ext uri="{FF2B5EF4-FFF2-40B4-BE49-F238E27FC236}">
                <a16:creationId xmlns:a16="http://schemas.microsoft.com/office/drawing/2014/main" id="{C7159F19-86E6-429F-BB9C-181F568B30EE}"/>
              </a:ext>
            </a:extLst>
          </p:cNvPr>
          <p:cNvSpPr>
            <a:spLocks/>
          </p:cNvSpPr>
          <p:nvPr/>
        </p:nvSpPr>
        <p:spPr>
          <a:xfrm>
            <a:off x="20182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6" name="data_4685">
            <a:extLst>
              <a:ext uri="{FF2B5EF4-FFF2-40B4-BE49-F238E27FC236}">
                <a16:creationId xmlns:a16="http://schemas.microsoft.com/office/drawing/2014/main" id="{961012CE-EC93-4E25-A7F9-0282B702EDB3}"/>
              </a:ext>
            </a:extLst>
          </p:cNvPr>
          <p:cNvSpPr>
            <a:spLocks/>
          </p:cNvSpPr>
          <p:nvPr/>
        </p:nvSpPr>
        <p:spPr>
          <a:xfrm>
            <a:off x="196348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7" name="data_4686">
            <a:extLst>
              <a:ext uri="{FF2B5EF4-FFF2-40B4-BE49-F238E27FC236}">
                <a16:creationId xmlns:a16="http://schemas.microsoft.com/office/drawing/2014/main" id="{4DA7B4F5-34EF-450D-82F5-61D842DD439E}"/>
              </a:ext>
            </a:extLst>
          </p:cNvPr>
          <p:cNvSpPr>
            <a:spLocks/>
          </p:cNvSpPr>
          <p:nvPr/>
        </p:nvSpPr>
        <p:spPr>
          <a:xfrm>
            <a:off x="1873351" y="31930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8" name="data_4687">
            <a:extLst>
              <a:ext uri="{FF2B5EF4-FFF2-40B4-BE49-F238E27FC236}">
                <a16:creationId xmlns:a16="http://schemas.microsoft.com/office/drawing/2014/main" id="{1CE891F2-3E3B-43DE-A6F8-824EC92F696D}"/>
              </a:ext>
            </a:extLst>
          </p:cNvPr>
          <p:cNvSpPr>
            <a:spLocks/>
          </p:cNvSpPr>
          <p:nvPr/>
        </p:nvSpPr>
        <p:spPr>
          <a:xfrm>
            <a:off x="204987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59" name="data_4688">
            <a:extLst>
              <a:ext uri="{FF2B5EF4-FFF2-40B4-BE49-F238E27FC236}">
                <a16:creationId xmlns:a16="http://schemas.microsoft.com/office/drawing/2014/main" id="{99923EC1-D859-4170-8FF6-50056DBAD625}"/>
              </a:ext>
            </a:extLst>
          </p:cNvPr>
          <p:cNvSpPr>
            <a:spLocks/>
          </p:cNvSpPr>
          <p:nvPr/>
        </p:nvSpPr>
        <p:spPr>
          <a:xfrm>
            <a:off x="1907475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0" name="data_4689">
            <a:extLst>
              <a:ext uri="{FF2B5EF4-FFF2-40B4-BE49-F238E27FC236}">
                <a16:creationId xmlns:a16="http://schemas.microsoft.com/office/drawing/2014/main" id="{32FE54A9-8FB4-4B46-B0DA-6C47649F96BF}"/>
              </a:ext>
            </a:extLst>
          </p:cNvPr>
          <p:cNvSpPr>
            <a:spLocks/>
          </p:cNvSpPr>
          <p:nvPr/>
        </p:nvSpPr>
        <p:spPr>
          <a:xfrm>
            <a:off x="203407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1" name="data_4690">
            <a:extLst>
              <a:ext uri="{FF2B5EF4-FFF2-40B4-BE49-F238E27FC236}">
                <a16:creationId xmlns:a16="http://schemas.microsoft.com/office/drawing/2014/main" id="{0F09DF11-5585-481E-B3E3-CC124C99FA16}"/>
              </a:ext>
            </a:extLst>
          </p:cNvPr>
          <p:cNvSpPr>
            <a:spLocks/>
          </p:cNvSpPr>
          <p:nvPr/>
        </p:nvSpPr>
        <p:spPr>
          <a:xfrm>
            <a:off x="18503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2" name="data_4691">
            <a:extLst>
              <a:ext uri="{FF2B5EF4-FFF2-40B4-BE49-F238E27FC236}">
                <a16:creationId xmlns:a16="http://schemas.microsoft.com/office/drawing/2014/main" id="{E197C282-526F-4491-A85D-599C5DE1AFA0}"/>
              </a:ext>
            </a:extLst>
          </p:cNvPr>
          <p:cNvSpPr>
            <a:spLocks/>
          </p:cNvSpPr>
          <p:nvPr/>
        </p:nvSpPr>
        <p:spPr>
          <a:xfrm>
            <a:off x="2050916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3" name="data_4692">
            <a:extLst>
              <a:ext uri="{FF2B5EF4-FFF2-40B4-BE49-F238E27FC236}">
                <a16:creationId xmlns:a16="http://schemas.microsoft.com/office/drawing/2014/main" id="{29309CA3-3836-4A0A-B687-4A5460960713}"/>
              </a:ext>
            </a:extLst>
          </p:cNvPr>
          <p:cNvSpPr>
            <a:spLocks/>
          </p:cNvSpPr>
          <p:nvPr/>
        </p:nvSpPr>
        <p:spPr>
          <a:xfrm>
            <a:off x="204696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4" name="data_4693">
            <a:extLst>
              <a:ext uri="{FF2B5EF4-FFF2-40B4-BE49-F238E27FC236}">
                <a16:creationId xmlns:a16="http://schemas.microsoft.com/office/drawing/2014/main" id="{BBA57A5C-4142-4EBF-A108-292A85F0D467}"/>
              </a:ext>
            </a:extLst>
          </p:cNvPr>
          <p:cNvSpPr>
            <a:spLocks/>
          </p:cNvSpPr>
          <p:nvPr/>
        </p:nvSpPr>
        <p:spPr>
          <a:xfrm>
            <a:off x="1997240" y="34980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5" name="data_4694">
            <a:extLst>
              <a:ext uri="{FF2B5EF4-FFF2-40B4-BE49-F238E27FC236}">
                <a16:creationId xmlns:a16="http://schemas.microsoft.com/office/drawing/2014/main" id="{9CFD560E-81A2-4338-8AFB-046734D6CA98}"/>
              </a:ext>
            </a:extLst>
          </p:cNvPr>
          <p:cNvSpPr>
            <a:spLocks/>
          </p:cNvSpPr>
          <p:nvPr/>
        </p:nvSpPr>
        <p:spPr>
          <a:xfrm>
            <a:off x="1943212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6" name="data_4695">
            <a:extLst>
              <a:ext uri="{FF2B5EF4-FFF2-40B4-BE49-F238E27FC236}">
                <a16:creationId xmlns:a16="http://schemas.microsoft.com/office/drawing/2014/main" id="{AF74E1CF-779D-4996-8BBA-314718760B7C}"/>
              </a:ext>
            </a:extLst>
          </p:cNvPr>
          <p:cNvSpPr>
            <a:spLocks/>
          </p:cNvSpPr>
          <p:nvPr/>
        </p:nvSpPr>
        <p:spPr>
          <a:xfrm>
            <a:off x="188005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7" name="data_4696">
            <a:extLst>
              <a:ext uri="{FF2B5EF4-FFF2-40B4-BE49-F238E27FC236}">
                <a16:creationId xmlns:a16="http://schemas.microsoft.com/office/drawing/2014/main" id="{DA37BA35-EAE7-4A3A-8725-505A2927B10B}"/>
              </a:ext>
            </a:extLst>
          </p:cNvPr>
          <p:cNvSpPr>
            <a:spLocks/>
          </p:cNvSpPr>
          <p:nvPr/>
        </p:nvSpPr>
        <p:spPr>
          <a:xfrm>
            <a:off x="200762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8" name="data_4697">
            <a:extLst>
              <a:ext uri="{FF2B5EF4-FFF2-40B4-BE49-F238E27FC236}">
                <a16:creationId xmlns:a16="http://schemas.microsoft.com/office/drawing/2014/main" id="{E43466FD-AF8B-427E-AEA6-1811F67818D2}"/>
              </a:ext>
            </a:extLst>
          </p:cNvPr>
          <p:cNvSpPr>
            <a:spLocks/>
          </p:cNvSpPr>
          <p:nvPr/>
        </p:nvSpPr>
        <p:spPr>
          <a:xfrm>
            <a:off x="204210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69" name="data_4698">
            <a:extLst>
              <a:ext uri="{FF2B5EF4-FFF2-40B4-BE49-F238E27FC236}">
                <a16:creationId xmlns:a16="http://schemas.microsoft.com/office/drawing/2014/main" id="{1517918F-E3C7-4681-B22E-0DDF5735D762}"/>
              </a:ext>
            </a:extLst>
          </p:cNvPr>
          <p:cNvSpPr>
            <a:spLocks/>
          </p:cNvSpPr>
          <p:nvPr/>
        </p:nvSpPr>
        <p:spPr>
          <a:xfrm>
            <a:off x="1880641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0" name="data_4699">
            <a:extLst>
              <a:ext uri="{FF2B5EF4-FFF2-40B4-BE49-F238E27FC236}">
                <a16:creationId xmlns:a16="http://schemas.microsoft.com/office/drawing/2014/main" id="{5BCA2C5B-714E-4E03-AC90-750572B8B7B2}"/>
              </a:ext>
            </a:extLst>
          </p:cNvPr>
          <p:cNvSpPr>
            <a:spLocks/>
          </p:cNvSpPr>
          <p:nvPr/>
        </p:nvSpPr>
        <p:spPr>
          <a:xfrm>
            <a:off x="1862650" y="338471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1" name="data_4700">
            <a:extLst>
              <a:ext uri="{FF2B5EF4-FFF2-40B4-BE49-F238E27FC236}">
                <a16:creationId xmlns:a16="http://schemas.microsoft.com/office/drawing/2014/main" id="{38F7E88C-4605-4794-9882-03880D68F50E}"/>
              </a:ext>
            </a:extLst>
          </p:cNvPr>
          <p:cNvSpPr>
            <a:spLocks/>
          </p:cNvSpPr>
          <p:nvPr/>
        </p:nvSpPr>
        <p:spPr>
          <a:xfrm>
            <a:off x="199170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2" name="data_4701">
            <a:extLst>
              <a:ext uri="{FF2B5EF4-FFF2-40B4-BE49-F238E27FC236}">
                <a16:creationId xmlns:a16="http://schemas.microsoft.com/office/drawing/2014/main" id="{B1BEAF10-A46A-4345-9DE5-FE2ED0A2F2BA}"/>
              </a:ext>
            </a:extLst>
          </p:cNvPr>
          <p:cNvSpPr>
            <a:spLocks/>
          </p:cNvSpPr>
          <p:nvPr/>
        </p:nvSpPr>
        <p:spPr>
          <a:xfrm>
            <a:off x="1834346" y="269543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3" name="data_4702">
            <a:extLst>
              <a:ext uri="{FF2B5EF4-FFF2-40B4-BE49-F238E27FC236}">
                <a16:creationId xmlns:a16="http://schemas.microsoft.com/office/drawing/2014/main" id="{EA96EAE5-7850-42D3-AFEC-0DA46C17DF3B}"/>
              </a:ext>
            </a:extLst>
          </p:cNvPr>
          <p:cNvSpPr>
            <a:spLocks/>
          </p:cNvSpPr>
          <p:nvPr/>
        </p:nvSpPr>
        <p:spPr>
          <a:xfrm>
            <a:off x="190561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4" name="data_4703">
            <a:extLst>
              <a:ext uri="{FF2B5EF4-FFF2-40B4-BE49-F238E27FC236}">
                <a16:creationId xmlns:a16="http://schemas.microsoft.com/office/drawing/2014/main" id="{BA652313-949E-4494-80C3-7F3CDC4A93AC}"/>
              </a:ext>
            </a:extLst>
          </p:cNvPr>
          <p:cNvSpPr>
            <a:spLocks/>
          </p:cNvSpPr>
          <p:nvPr/>
        </p:nvSpPr>
        <p:spPr>
          <a:xfrm>
            <a:off x="190608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5" name="data_4704">
            <a:extLst>
              <a:ext uri="{FF2B5EF4-FFF2-40B4-BE49-F238E27FC236}">
                <a16:creationId xmlns:a16="http://schemas.microsoft.com/office/drawing/2014/main" id="{E3F47B9A-993A-4B0C-A2B2-DFEE16BD7B84}"/>
              </a:ext>
            </a:extLst>
          </p:cNvPr>
          <p:cNvSpPr>
            <a:spLocks/>
          </p:cNvSpPr>
          <p:nvPr/>
        </p:nvSpPr>
        <p:spPr>
          <a:xfrm>
            <a:off x="196815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6" name="data_4705">
            <a:extLst>
              <a:ext uri="{FF2B5EF4-FFF2-40B4-BE49-F238E27FC236}">
                <a16:creationId xmlns:a16="http://schemas.microsoft.com/office/drawing/2014/main" id="{D545C185-7CC2-46FB-A7B8-E508C92EF19F}"/>
              </a:ext>
            </a:extLst>
          </p:cNvPr>
          <p:cNvSpPr>
            <a:spLocks/>
          </p:cNvSpPr>
          <p:nvPr/>
        </p:nvSpPr>
        <p:spPr>
          <a:xfrm>
            <a:off x="1999186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7" name="data_4706">
            <a:extLst>
              <a:ext uri="{FF2B5EF4-FFF2-40B4-BE49-F238E27FC236}">
                <a16:creationId xmlns:a16="http://schemas.microsoft.com/office/drawing/2014/main" id="{DB68129F-01A1-4427-894E-5687506F7894}"/>
              </a:ext>
            </a:extLst>
          </p:cNvPr>
          <p:cNvSpPr>
            <a:spLocks/>
          </p:cNvSpPr>
          <p:nvPr/>
        </p:nvSpPr>
        <p:spPr>
          <a:xfrm>
            <a:off x="1997409" y="2534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8" name="data_4707">
            <a:extLst>
              <a:ext uri="{FF2B5EF4-FFF2-40B4-BE49-F238E27FC236}">
                <a16:creationId xmlns:a16="http://schemas.microsoft.com/office/drawing/2014/main" id="{8E6ACAFC-16C4-4BC1-A986-CAB91A22B493}"/>
              </a:ext>
            </a:extLst>
          </p:cNvPr>
          <p:cNvSpPr>
            <a:spLocks/>
          </p:cNvSpPr>
          <p:nvPr/>
        </p:nvSpPr>
        <p:spPr>
          <a:xfrm>
            <a:off x="1995079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79" name="data_4708">
            <a:extLst>
              <a:ext uri="{FF2B5EF4-FFF2-40B4-BE49-F238E27FC236}">
                <a16:creationId xmlns:a16="http://schemas.microsoft.com/office/drawing/2014/main" id="{C07E901A-3012-4423-A7EA-973E47456882}"/>
              </a:ext>
            </a:extLst>
          </p:cNvPr>
          <p:cNvSpPr>
            <a:spLocks/>
          </p:cNvSpPr>
          <p:nvPr/>
        </p:nvSpPr>
        <p:spPr>
          <a:xfrm>
            <a:off x="187235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0" name="data_4709">
            <a:extLst>
              <a:ext uri="{FF2B5EF4-FFF2-40B4-BE49-F238E27FC236}">
                <a16:creationId xmlns:a16="http://schemas.microsoft.com/office/drawing/2014/main" id="{D8AB697B-7821-4F68-B430-03C310D7B997}"/>
              </a:ext>
            </a:extLst>
          </p:cNvPr>
          <p:cNvSpPr>
            <a:spLocks/>
          </p:cNvSpPr>
          <p:nvPr/>
        </p:nvSpPr>
        <p:spPr>
          <a:xfrm>
            <a:off x="1925744" y="282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1" name="data_4710">
            <a:extLst>
              <a:ext uri="{FF2B5EF4-FFF2-40B4-BE49-F238E27FC236}">
                <a16:creationId xmlns:a16="http://schemas.microsoft.com/office/drawing/2014/main" id="{693136D2-4419-4C23-96A6-53CD64C7E694}"/>
              </a:ext>
            </a:extLst>
          </p:cNvPr>
          <p:cNvSpPr>
            <a:spLocks/>
          </p:cNvSpPr>
          <p:nvPr/>
        </p:nvSpPr>
        <p:spPr>
          <a:xfrm>
            <a:off x="188789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2" name="data_4711">
            <a:extLst>
              <a:ext uri="{FF2B5EF4-FFF2-40B4-BE49-F238E27FC236}">
                <a16:creationId xmlns:a16="http://schemas.microsoft.com/office/drawing/2014/main" id="{89F02FFE-D0C0-49AD-A9AF-B2D495101C51}"/>
              </a:ext>
            </a:extLst>
          </p:cNvPr>
          <p:cNvSpPr>
            <a:spLocks/>
          </p:cNvSpPr>
          <p:nvPr/>
        </p:nvSpPr>
        <p:spPr>
          <a:xfrm>
            <a:off x="192080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3" name="data_4712">
            <a:extLst>
              <a:ext uri="{FF2B5EF4-FFF2-40B4-BE49-F238E27FC236}">
                <a16:creationId xmlns:a16="http://schemas.microsoft.com/office/drawing/2014/main" id="{9B742211-B878-49A5-883A-32A62FA3D563}"/>
              </a:ext>
            </a:extLst>
          </p:cNvPr>
          <p:cNvSpPr>
            <a:spLocks/>
          </p:cNvSpPr>
          <p:nvPr/>
        </p:nvSpPr>
        <p:spPr>
          <a:xfrm>
            <a:off x="246630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4" name="data_4713">
            <a:extLst>
              <a:ext uri="{FF2B5EF4-FFF2-40B4-BE49-F238E27FC236}">
                <a16:creationId xmlns:a16="http://schemas.microsoft.com/office/drawing/2014/main" id="{698044D8-7876-4189-8531-515761D830EC}"/>
              </a:ext>
            </a:extLst>
          </p:cNvPr>
          <p:cNvSpPr>
            <a:spLocks/>
          </p:cNvSpPr>
          <p:nvPr/>
        </p:nvSpPr>
        <p:spPr>
          <a:xfrm>
            <a:off x="24662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5" name="data_4714">
            <a:extLst>
              <a:ext uri="{FF2B5EF4-FFF2-40B4-BE49-F238E27FC236}">
                <a16:creationId xmlns:a16="http://schemas.microsoft.com/office/drawing/2014/main" id="{D5C499C1-16DF-427B-95C7-0F9190F460AA}"/>
              </a:ext>
            </a:extLst>
          </p:cNvPr>
          <p:cNvSpPr>
            <a:spLocks/>
          </p:cNvSpPr>
          <p:nvPr/>
        </p:nvSpPr>
        <p:spPr>
          <a:xfrm>
            <a:off x="24543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6" name="data_4715">
            <a:extLst>
              <a:ext uri="{FF2B5EF4-FFF2-40B4-BE49-F238E27FC236}">
                <a16:creationId xmlns:a16="http://schemas.microsoft.com/office/drawing/2014/main" id="{285EC44D-742A-47C9-930B-BB4F5C7C6262}"/>
              </a:ext>
            </a:extLst>
          </p:cNvPr>
          <p:cNvSpPr>
            <a:spLocks/>
          </p:cNvSpPr>
          <p:nvPr/>
        </p:nvSpPr>
        <p:spPr>
          <a:xfrm>
            <a:off x="2476246" y="3738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7" name="data_4716">
            <a:extLst>
              <a:ext uri="{FF2B5EF4-FFF2-40B4-BE49-F238E27FC236}">
                <a16:creationId xmlns:a16="http://schemas.microsoft.com/office/drawing/2014/main" id="{EE160FA6-08E1-4D8F-9D22-8F238F9B3C36}"/>
              </a:ext>
            </a:extLst>
          </p:cNvPr>
          <p:cNvSpPr>
            <a:spLocks/>
          </p:cNvSpPr>
          <p:nvPr/>
        </p:nvSpPr>
        <p:spPr>
          <a:xfrm>
            <a:off x="2382099" y="25534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8" name="data_4717">
            <a:extLst>
              <a:ext uri="{FF2B5EF4-FFF2-40B4-BE49-F238E27FC236}">
                <a16:creationId xmlns:a16="http://schemas.microsoft.com/office/drawing/2014/main" id="{C760E739-33E4-4AAF-9B02-EEB44CBF2200}"/>
              </a:ext>
            </a:extLst>
          </p:cNvPr>
          <p:cNvSpPr>
            <a:spLocks/>
          </p:cNvSpPr>
          <p:nvPr/>
        </p:nvSpPr>
        <p:spPr>
          <a:xfrm>
            <a:off x="249741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89" name="data_4718">
            <a:extLst>
              <a:ext uri="{FF2B5EF4-FFF2-40B4-BE49-F238E27FC236}">
                <a16:creationId xmlns:a16="http://schemas.microsoft.com/office/drawing/2014/main" id="{DE1E01AC-E223-4407-BE80-75770BD96D41}"/>
              </a:ext>
            </a:extLst>
          </p:cNvPr>
          <p:cNvSpPr>
            <a:spLocks/>
          </p:cNvSpPr>
          <p:nvPr/>
        </p:nvSpPr>
        <p:spPr>
          <a:xfrm>
            <a:off x="24186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0" name="data_4719">
            <a:extLst>
              <a:ext uri="{FF2B5EF4-FFF2-40B4-BE49-F238E27FC236}">
                <a16:creationId xmlns:a16="http://schemas.microsoft.com/office/drawing/2014/main" id="{284BA55E-E695-4483-B027-9F01C145A417}"/>
              </a:ext>
            </a:extLst>
          </p:cNvPr>
          <p:cNvSpPr>
            <a:spLocks/>
          </p:cNvSpPr>
          <p:nvPr/>
        </p:nvSpPr>
        <p:spPr>
          <a:xfrm>
            <a:off x="231569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1" name="data_4720">
            <a:extLst>
              <a:ext uri="{FF2B5EF4-FFF2-40B4-BE49-F238E27FC236}">
                <a16:creationId xmlns:a16="http://schemas.microsoft.com/office/drawing/2014/main" id="{732C64C7-D2D4-493B-B546-53BEF44CB319}"/>
              </a:ext>
            </a:extLst>
          </p:cNvPr>
          <p:cNvSpPr>
            <a:spLocks/>
          </p:cNvSpPr>
          <p:nvPr/>
        </p:nvSpPr>
        <p:spPr>
          <a:xfrm>
            <a:off x="2296362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2" name="data_4721">
            <a:extLst>
              <a:ext uri="{FF2B5EF4-FFF2-40B4-BE49-F238E27FC236}">
                <a16:creationId xmlns:a16="http://schemas.microsoft.com/office/drawing/2014/main" id="{B6BA23DC-1B6D-42A5-B575-34C201F9726D}"/>
              </a:ext>
            </a:extLst>
          </p:cNvPr>
          <p:cNvSpPr>
            <a:spLocks/>
          </p:cNvSpPr>
          <p:nvPr/>
        </p:nvSpPr>
        <p:spPr>
          <a:xfrm>
            <a:off x="246938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3" name="data_4722">
            <a:extLst>
              <a:ext uri="{FF2B5EF4-FFF2-40B4-BE49-F238E27FC236}">
                <a16:creationId xmlns:a16="http://schemas.microsoft.com/office/drawing/2014/main" id="{6E629707-4C2D-4A0D-9540-32FCF3E06F29}"/>
              </a:ext>
            </a:extLst>
          </p:cNvPr>
          <p:cNvSpPr>
            <a:spLocks/>
          </p:cNvSpPr>
          <p:nvPr/>
        </p:nvSpPr>
        <p:spPr>
          <a:xfrm>
            <a:off x="2417195" y="31002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4" name="data_4723">
            <a:extLst>
              <a:ext uri="{FF2B5EF4-FFF2-40B4-BE49-F238E27FC236}">
                <a16:creationId xmlns:a16="http://schemas.microsoft.com/office/drawing/2014/main" id="{568CAE5A-4EB9-4E44-85EB-67CDC2CE4E13}"/>
              </a:ext>
            </a:extLst>
          </p:cNvPr>
          <p:cNvSpPr>
            <a:spLocks/>
          </p:cNvSpPr>
          <p:nvPr/>
        </p:nvSpPr>
        <p:spPr>
          <a:xfrm>
            <a:off x="234807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5" name="data_4724">
            <a:extLst>
              <a:ext uri="{FF2B5EF4-FFF2-40B4-BE49-F238E27FC236}">
                <a16:creationId xmlns:a16="http://schemas.microsoft.com/office/drawing/2014/main" id="{FCA4CA8C-CE5E-4133-9593-F1A97EFB35CA}"/>
              </a:ext>
            </a:extLst>
          </p:cNvPr>
          <p:cNvSpPr>
            <a:spLocks/>
          </p:cNvSpPr>
          <p:nvPr/>
        </p:nvSpPr>
        <p:spPr>
          <a:xfrm>
            <a:off x="241134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6" name="data_4725">
            <a:extLst>
              <a:ext uri="{FF2B5EF4-FFF2-40B4-BE49-F238E27FC236}">
                <a16:creationId xmlns:a16="http://schemas.microsoft.com/office/drawing/2014/main" id="{2F79AD9F-E9FC-4926-B1FF-BB16F07DC097}"/>
              </a:ext>
            </a:extLst>
          </p:cNvPr>
          <p:cNvSpPr>
            <a:spLocks/>
          </p:cNvSpPr>
          <p:nvPr/>
        </p:nvSpPr>
        <p:spPr>
          <a:xfrm>
            <a:off x="2420269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7" name="data_4726">
            <a:extLst>
              <a:ext uri="{FF2B5EF4-FFF2-40B4-BE49-F238E27FC236}">
                <a16:creationId xmlns:a16="http://schemas.microsoft.com/office/drawing/2014/main" id="{1CA992E6-0D68-4529-AD9E-03FF7811CFEB}"/>
              </a:ext>
            </a:extLst>
          </p:cNvPr>
          <p:cNvSpPr>
            <a:spLocks/>
          </p:cNvSpPr>
          <p:nvPr/>
        </p:nvSpPr>
        <p:spPr>
          <a:xfrm>
            <a:off x="23007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8" name="data_4727">
            <a:extLst>
              <a:ext uri="{FF2B5EF4-FFF2-40B4-BE49-F238E27FC236}">
                <a16:creationId xmlns:a16="http://schemas.microsoft.com/office/drawing/2014/main" id="{B2EB7C1F-E7BF-4DD6-B366-0F9DD866B590}"/>
              </a:ext>
            </a:extLst>
          </p:cNvPr>
          <p:cNvSpPr>
            <a:spLocks/>
          </p:cNvSpPr>
          <p:nvPr/>
        </p:nvSpPr>
        <p:spPr>
          <a:xfrm>
            <a:off x="245934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399" name="data_4728">
            <a:extLst>
              <a:ext uri="{FF2B5EF4-FFF2-40B4-BE49-F238E27FC236}">
                <a16:creationId xmlns:a16="http://schemas.microsoft.com/office/drawing/2014/main" id="{3F8F2969-0E87-49FD-82A8-DCE312713DF6}"/>
              </a:ext>
            </a:extLst>
          </p:cNvPr>
          <p:cNvSpPr>
            <a:spLocks/>
          </p:cNvSpPr>
          <p:nvPr/>
        </p:nvSpPr>
        <p:spPr>
          <a:xfrm>
            <a:off x="249715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0" name="data_4729">
            <a:extLst>
              <a:ext uri="{FF2B5EF4-FFF2-40B4-BE49-F238E27FC236}">
                <a16:creationId xmlns:a16="http://schemas.microsoft.com/office/drawing/2014/main" id="{945346B8-0CDC-4D1C-82F1-A08A56C17404}"/>
              </a:ext>
            </a:extLst>
          </p:cNvPr>
          <p:cNvSpPr>
            <a:spLocks/>
          </p:cNvSpPr>
          <p:nvPr/>
        </p:nvSpPr>
        <p:spPr>
          <a:xfrm>
            <a:off x="238843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1" name="data_4730">
            <a:extLst>
              <a:ext uri="{FF2B5EF4-FFF2-40B4-BE49-F238E27FC236}">
                <a16:creationId xmlns:a16="http://schemas.microsoft.com/office/drawing/2014/main" id="{8E9C0CCE-BD30-4ABD-9CC5-A7F15919A0E7}"/>
              </a:ext>
            </a:extLst>
          </p:cNvPr>
          <p:cNvSpPr>
            <a:spLocks/>
          </p:cNvSpPr>
          <p:nvPr/>
        </p:nvSpPr>
        <p:spPr>
          <a:xfrm>
            <a:off x="243171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2" name="data_4731">
            <a:extLst>
              <a:ext uri="{FF2B5EF4-FFF2-40B4-BE49-F238E27FC236}">
                <a16:creationId xmlns:a16="http://schemas.microsoft.com/office/drawing/2014/main" id="{2DB2D35F-ADE3-4D36-ABA0-E71F2B629B37}"/>
              </a:ext>
            </a:extLst>
          </p:cNvPr>
          <p:cNvSpPr>
            <a:spLocks/>
          </p:cNvSpPr>
          <p:nvPr/>
        </p:nvSpPr>
        <p:spPr>
          <a:xfrm>
            <a:off x="246891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3" name="data_4732">
            <a:extLst>
              <a:ext uri="{FF2B5EF4-FFF2-40B4-BE49-F238E27FC236}">
                <a16:creationId xmlns:a16="http://schemas.microsoft.com/office/drawing/2014/main" id="{9BF3F313-5306-4041-89D3-EB830A1ADB2C}"/>
              </a:ext>
            </a:extLst>
          </p:cNvPr>
          <p:cNvSpPr>
            <a:spLocks/>
          </p:cNvSpPr>
          <p:nvPr/>
        </p:nvSpPr>
        <p:spPr>
          <a:xfrm>
            <a:off x="2337436" y="2434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4" name="data_4733">
            <a:extLst>
              <a:ext uri="{FF2B5EF4-FFF2-40B4-BE49-F238E27FC236}">
                <a16:creationId xmlns:a16="http://schemas.microsoft.com/office/drawing/2014/main" id="{B8C80332-74F4-4F9C-8B72-CADC776FEB1A}"/>
              </a:ext>
            </a:extLst>
          </p:cNvPr>
          <p:cNvSpPr>
            <a:spLocks/>
          </p:cNvSpPr>
          <p:nvPr/>
        </p:nvSpPr>
        <p:spPr>
          <a:xfrm>
            <a:off x="242189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5" name="data_4734">
            <a:extLst>
              <a:ext uri="{FF2B5EF4-FFF2-40B4-BE49-F238E27FC236}">
                <a16:creationId xmlns:a16="http://schemas.microsoft.com/office/drawing/2014/main" id="{A6900348-7B04-4335-A03F-8950D8FCE01C}"/>
              </a:ext>
            </a:extLst>
          </p:cNvPr>
          <p:cNvSpPr>
            <a:spLocks/>
          </p:cNvSpPr>
          <p:nvPr/>
        </p:nvSpPr>
        <p:spPr>
          <a:xfrm>
            <a:off x="25127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6" name="data_4735">
            <a:extLst>
              <a:ext uri="{FF2B5EF4-FFF2-40B4-BE49-F238E27FC236}">
                <a16:creationId xmlns:a16="http://schemas.microsoft.com/office/drawing/2014/main" id="{BCA4CA4A-7927-407F-B6C8-2609021F2AE4}"/>
              </a:ext>
            </a:extLst>
          </p:cNvPr>
          <p:cNvSpPr>
            <a:spLocks/>
          </p:cNvSpPr>
          <p:nvPr/>
        </p:nvSpPr>
        <p:spPr>
          <a:xfrm>
            <a:off x="234171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7" name="data_4736">
            <a:extLst>
              <a:ext uri="{FF2B5EF4-FFF2-40B4-BE49-F238E27FC236}">
                <a16:creationId xmlns:a16="http://schemas.microsoft.com/office/drawing/2014/main" id="{053DF42C-B0A1-4DC9-8EE2-DF74E9A9CCC4}"/>
              </a:ext>
            </a:extLst>
          </p:cNvPr>
          <p:cNvSpPr>
            <a:spLocks/>
          </p:cNvSpPr>
          <p:nvPr/>
        </p:nvSpPr>
        <p:spPr>
          <a:xfrm>
            <a:off x="2401134" y="29683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8" name="data_4737">
            <a:extLst>
              <a:ext uri="{FF2B5EF4-FFF2-40B4-BE49-F238E27FC236}">
                <a16:creationId xmlns:a16="http://schemas.microsoft.com/office/drawing/2014/main" id="{5F3F3059-12AF-4575-B1A8-43D7D0B5EBF9}"/>
              </a:ext>
            </a:extLst>
          </p:cNvPr>
          <p:cNvSpPr>
            <a:spLocks/>
          </p:cNvSpPr>
          <p:nvPr/>
        </p:nvSpPr>
        <p:spPr>
          <a:xfrm>
            <a:off x="235770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09" name="data_4738">
            <a:extLst>
              <a:ext uri="{FF2B5EF4-FFF2-40B4-BE49-F238E27FC236}">
                <a16:creationId xmlns:a16="http://schemas.microsoft.com/office/drawing/2014/main" id="{2F0C4F55-952F-4D1E-8D0A-1E8A441020B5}"/>
              </a:ext>
            </a:extLst>
          </p:cNvPr>
          <p:cNvSpPr>
            <a:spLocks/>
          </p:cNvSpPr>
          <p:nvPr/>
        </p:nvSpPr>
        <p:spPr>
          <a:xfrm>
            <a:off x="2412045" y="32572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0" name="data_4739">
            <a:extLst>
              <a:ext uri="{FF2B5EF4-FFF2-40B4-BE49-F238E27FC236}">
                <a16:creationId xmlns:a16="http://schemas.microsoft.com/office/drawing/2014/main" id="{6F01E818-ACEF-49BB-BD78-709EC6BC08AE}"/>
              </a:ext>
            </a:extLst>
          </p:cNvPr>
          <p:cNvSpPr>
            <a:spLocks/>
          </p:cNvSpPr>
          <p:nvPr/>
        </p:nvSpPr>
        <p:spPr>
          <a:xfrm>
            <a:off x="2457874" y="29070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1" name="data_4740">
            <a:extLst>
              <a:ext uri="{FF2B5EF4-FFF2-40B4-BE49-F238E27FC236}">
                <a16:creationId xmlns:a16="http://schemas.microsoft.com/office/drawing/2014/main" id="{4C3174BB-81D4-4F12-AE2C-F81D1439E48A}"/>
              </a:ext>
            </a:extLst>
          </p:cNvPr>
          <p:cNvSpPr>
            <a:spLocks/>
          </p:cNvSpPr>
          <p:nvPr/>
        </p:nvSpPr>
        <p:spPr>
          <a:xfrm>
            <a:off x="243535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2" name="data_4741">
            <a:extLst>
              <a:ext uri="{FF2B5EF4-FFF2-40B4-BE49-F238E27FC236}">
                <a16:creationId xmlns:a16="http://schemas.microsoft.com/office/drawing/2014/main" id="{4202BC4B-CEEB-460A-981E-A7E52D4E94DD}"/>
              </a:ext>
            </a:extLst>
          </p:cNvPr>
          <p:cNvSpPr>
            <a:spLocks/>
          </p:cNvSpPr>
          <p:nvPr/>
        </p:nvSpPr>
        <p:spPr>
          <a:xfrm>
            <a:off x="23805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3" name="data_4742">
            <a:extLst>
              <a:ext uri="{FF2B5EF4-FFF2-40B4-BE49-F238E27FC236}">
                <a16:creationId xmlns:a16="http://schemas.microsoft.com/office/drawing/2014/main" id="{0DE947CC-03E1-42F2-BB86-0DCDEAA7D2B9}"/>
              </a:ext>
            </a:extLst>
          </p:cNvPr>
          <p:cNvSpPr>
            <a:spLocks/>
          </p:cNvSpPr>
          <p:nvPr/>
        </p:nvSpPr>
        <p:spPr>
          <a:xfrm>
            <a:off x="24043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4" name="data_4743">
            <a:extLst>
              <a:ext uri="{FF2B5EF4-FFF2-40B4-BE49-F238E27FC236}">
                <a16:creationId xmlns:a16="http://schemas.microsoft.com/office/drawing/2014/main" id="{9C01DC4D-2832-4737-8861-CE6D469DEA83}"/>
              </a:ext>
            </a:extLst>
          </p:cNvPr>
          <p:cNvSpPr>
            <a:spLocks/>
          </p:cNvSpPr>
          <p:nvPr/>
        </p:nvSpPr>
        <p:spPr>
          <a:xfrm>
            <a:off x="2318312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5" name="data_4744">
            <a:extLst>
              <a:ext uri="{FF2B5EF4-FFF2-40B4-BE49-F238E27FC236}">
                <a16:creationId xmlns:a16="http://schemas.microsoft.com/office/drawing/2014/main" id="{B2622767-36B9-4FF3-AAAD-D251CCD3B4C5}"/>
              </a:ext>
            </a:extLst>
          </p:cNvPr>
          <p:cNvSpPr>
            <a:spLocks/>
          </p:cNvSpPr>
          <p:nvPr/>
        </p:nvSpPr>
        <p:spPr>
          <a:xfrm>
            <a:off x="249010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6" name="data_4745">
            <a:extLst>
              <a:ext uri="{FF2B5EF4-FFF2-40B4-BE49-F238E27FC236}">
                <a16:creationId xmlns:a16="http://schemas.microsoft.com/office/drawing/2014/main" id="{62A688A4-552F-445F-8029-F01366537F71}"/>
              </a:ext>
            </a:extLst>
          </p:cNvPr>
          <p:cNvSpPr>
            <a:spLocks/>
          </p:cNvSpPr>
          <p:nvPr/>
        </p:nvSpPr>
        <p:spPr>
          <a:xfrm>
            <a:off x="2306864" y="376888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7" name="data_4746">
            <a:extLst>
              <a:ext uri="{FF2B5EF4-FFF2-40B4-BE49-F238E27FC236}">
                <a16:creationId xmlns:a16="http://schemas.microsoft.com/office/drawing/2014/main" id="{340973C0-DEA1-43FB-9179-D32D0DA3E0CA}"/>
              </a:ext>
            </a:extLst>
          </p:cNvPr>
          <p:cNvSpPr>
            <a:spLocks/>
          </p:cNvSpPr>
          <p:nvPr/>
        </p:nvSpPr>
        <p:spPr>
          <a:xfrm>
            <a:off x="24088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8" name="data_4747">
            <a:extLst>
              <a:ext uri="{FF2B5EF4-FFF2-40B4-BE49-F238E27FC236}">
                <a16:creationId xmlns:a16="http://schemas.microsoft.com/office/drawing/2014/main" id="{5EEB50C0-03C9-46F2-88FA-D2917A12CE5F}"/>
              </a:ext>
            </a:extLst>
          </p:cNvPr>
          <p:cNvSpPr>
            <a:spLocks/>
          </p:cNvSpPr>
          <p:nvPr/>
        </p:nvSpPr>
        <p:spPr>
          <a:xfrm>
            <a:off x="235957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19" name="data_4748">
            <a:extLst>
              <a:ext uri="{FF2B5EF4-FFF2-40B4-BE49-F238E27FC236}">
                <a16:creationId xmlns:a16="http://schemas.microsoft.com/office/drawing/2014/main" id="{AD8FFFB5-2066-41B4-BE4E-6B16CE707A7F}"/>
              </a:ext>
            </a:extLst>
          </p:cNvPr>
          <p:cNvSpPr>
            <a:spLocks/>
          </p:cNvSpPr>
          <p:nvPr/>
        </p:nvSpPr>
        <p:spPr>
          <a:xfrm>
            <a:off x="2371814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0" name="data_4749">
            <a:extLst>
              <a:ext uri="{FF2B5EF4-FFF2-40B4-BE49-F238E27FC236}">
                <a16:creationId xmlns:a16="http://schemas.microsoft.com/office/drawing/2014/main" id="{3554E45E-CFED-4F55-AC03-0A0520E2142F}"/>
              </a:ext>
            </a:extLst>
          </p:cNvPr>
          <p:cNvSpPr>
            <a:spLocks/>
          </p:cNvSpPr>
          <p:nvPr/>
        </p:nvSpPr>
        <p:spPr>
          <a:xfrm>
            <a:off x="241584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1" name="data_4750">
            <a:extLst>
              <a:ext uri="{FF2B5EF4-FFF2-40B4-BE49-F238E27FC236}">
                <a16:creationId xmlns:a16="http://schemas.microsoft.com/office/drawing/2014/main" id="{6B3CBCBF-2C85-40F3-A0B8-3FA12E7CFA37}"/>
              </a:ext>
            </a:extLst>
          </p:cNvPr>
          <p:cNvSpPr>
            <a:spLocks/>
          </p:cNvSpPr>
          <p:nvPr/>
        </p:nvSpPr>
        <p:spPr>
          <a:xfrm>
            <a:off x="230567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2" name="data_4751">
            <a:extLst>
              <a:ext uri="{FF2B5EF4-FFF2-40B4-BE49-F238E27FC236}">
                <a16:creationId xmlns:a16="http://schemas.microsoft.com/office/drawing/2014/main" id="{3D31143F-0BF1-4CAA-890E-38E699859AE2}"/>
              </a:ext>
            </a:extLst>
          </p:cNvPr>
          <p:cNvSpPr>
            <a:spLocks/>
          </p:cNvSpPr>
          <p:nvPr/>
        </p:nvSpPr>
        <p:spPr>
          <a:xfrm>
            <a:off x="25121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3" name="data_4752">
            <a:extLst>
              <a:ext uri="{FF2B5EF4-FFF2-40B4-BE49-F238E27FC236}">
                <a16:creationId xmlns:a16="http://schemas.microsoft.com/office/drawing/2014/main" id="{4946998D-35AE-424C-9285-079C6287B0D8}"/>
              </a:ext>
            </a:extLst>
          </p:cNvPr>
          <p:cNvSpPr>
            <a:spLocks/>
          </p:cNvSpPr>
          <p:nvPr/>
        </p:nvSpPr>
        <p:spPr>
          <a:xfrm>
            <a:off x="245595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4" name="data_4753">
            <a:extLst>
              <a:ext uri="{FF2B5EF4-FFF2-40B4-BE49-F238E27FC236}">
                <a16:creationId xmlns:a16="http://schemas.microsoft.com/office/drawing/2014/main" id="{693496D5-8627-4EE6-8E56-7EB06E1C66E3}"/>
              </a:ext>
            </a:extLst>
          </p:cNvPr>
          <p:cNvSpPr>
            <a:spLocks/>
          </p:cNvSpPr>
          <p:nvPr/>
        </p:nvSpPr>
        <p:spPr>
          <a:xfrm>
            <a:off x="24493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5" name="data_4754">
            <a:extLst>
              <a:ext uri="{FF2B5EF4-FFF2-40B4-BE49-F238E27FC236}">
                <a16:creationId xmlns:a16="http://schemas.microsoft.com/office/drawing/2014/main" id="{E06BA9C7-33B5-4D22-A1E9-072041E7C389}"/>
              </a:ext>
            </a:extLst>
          </p:cNvPr>
          <p:cNvSpPr>
            <a:spLocks/>
          </p:cNvSpPr>
          <p:nvPr/>
        </p:nvSpPr>
        <p:spPr>
          <a:xfrm>
            <a:off x="251037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6" name="data_4755">
            <a:extLst>
              <a:ext uri="{FF2B5EF4-FFF2-40B4-BE49-F238E27FC236}">
                <a16:creationId xmlns:a16="http://schemas.microsoft.com/office/drawing/2014/main" id="{F805E044-08D1-4591-8032-146045E712DF}"/>
              </a:ext>
            </a:extLst>
          </p:cNvPr>
          <p:cNvSpPr>
            <a:spLocks/>
          </p:cNvSpPr>
          <p:nvPr/>
        </p:nvSpPr>
        <p:spPr>
          <a:xfrm>
            <a:off x="24234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7" name="data_4756">
            <a:extLst>
              <a:ext uri="{FF2B5EF4-FFF2-40B4-BE49-F238E27FC236}">
                <a16:creationId xmlns:a16="http://schemas.microsoft.com/office/drawing/2014/main" id="{37A61B1E-FCE5-4BF1-9E8A-66B8F7C2FD1A}"/>
              </a:ext>
            </a:extLst>
          </p:cNvPr>
          <p:cNvSpPr>
            <a:spLocks/>
          </p:cNvSpPr>
          <p:nvPr/>
        </p:nvSpPr>
        <p:spPr>
          <a:xfrm>
            <a:off x="246443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8" name="data_4757">
            <a:extLst>
              <a:ext uri="{FF2B5EF4-FFF2-40B4-BE49-F238E27FC236}">
                <a16:creationId xmlns:a16="http://schemas.microsoft.com/office/drawing/2014/main" id="{A40E5617-9051-4A71-A2EC-66A0BD9D6902}"/>
              </a:ext>
            </a:extLst>
          </p:cNvPr>
          <p:cNvSpPr>
            <a:spLocks/>
          </p:cNvSpPr>
          <p:nvPr/>
        </p:nvSpPr>
        <p:spPr>
          <a:xfrm>
            <a:off x="236752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29" name="data_4758">
            <a:extLst>
              <a:ext uri="{FF2B5EF4-FFF2-40B4-BE49-F238E27FC236}">
                <a16:creationId xmlns:a16="http://schemas.microsoft.com/office/drawing/2014/main" id="{1DB87F10-4507-4587-AADC-466299D16F41}"/>
              </a:ext>
            </a:extLst>
          </p:cNvPr>
          <p:cNvSpPr>
            <a:spLocks/>
          </p:cNvSpPr>
          <p:nvPr/>
        </p:nvSpPr>
        <p:spPr>
          <a:xfrm>
            <a:off x="233490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0" name="data_4759">
            <a:extLst>
              <a:ext uri="{FF2B5EF4-FFF2-40B4-BE49-F238E27FC236}">
                <a16:creationId xmlns:a16="http://schemas.microsoft.com/office/drawing/2014/main" id="{146DB822-8890-41DD-B3E6-925ED64B18D3}"/>
              </a:ext>
            </a:extLst>
          </p:cNvPr>
          <p:cNvSpPr>
            <a:spLocks/>
          </p:cNvSpPr>
          <p:nvPr/>
        </p:nvSpPr>
        <p:spPr>
          <a:xfrm>
            <a:off x="24199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1" name="data_4760">
            <a:extLst>
              <a:ext uri="{FF2B5EF4-FFF2-40B4-BE49-F238E27FC236}">
                <a16:creationId xmlns:a16="http://schemas.microsoft.com/office/drawing/2014/main" id="{73733B36-E10A-4BB5-AF41-2E961EEAD8B0}"/>
              </a:ext>
            </a:extLst>
          </p:cNvPr>
          <p:cNvSpPr>
            <a:spLocks/>
          </p:cNvSpPr>
          <p:nvPr/>
        </p:nvSpPr>
        <p:spPr>
          <a:xfrm>
            <a:off x="229701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2" name="data_4761">
            <a:extLst>
              <a:ext uri="{FF2B5EF4-FFF2-40B4-BE49-F238E27FC236}">
                <a16:creationId xmlns:a16="http://schemas.microsoft.com/office/drawing/2014/main" id="{41E3E262-D2AC-456D-8A01-27F55EC4CD40}"/>
              </a:ext>
            </a:extLst>
          </p:cNvPr>
          <p:cNvSpPr>
            <a:spLocks/>
          </p:cNvSpPr>
          <p:nvPr/>
        </p:nvSpPr>
        <p:spPr>
          <a:xfrm>
            <a:off x="237480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3" name="data_4762">
            <a:extLst>
              <a:ext uri="{FF2B5EF4-FFF2-40B4-BE49-F238E27FC236}">
                <a16:creationId xmlns:a16="http://schemas.microsoft.com/office/drawing/2014/main" id="{944CADAB-EB49-4D2B-8BC1-89B06F11CD6B}"/>
              </a:ext>
            </a:extLst>
          </p:cNvPr>
          <p:cNvSpPr>
            <a:spLocks/>
          </p:cNvSpPr>
          <p:nvPr/>
        </p:nvSpPr>
        <p:spPr>
          <a:xfrm>
            <a:off x="238741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4" name="data_4763">
            <a:extLst>
              <a:ext uri="{FF2B5EF4-FFF2-40B4-BE49-F238E27FC236}">
                <a16:creationId xmlns:a16="http://schemas.microsoft.com/office/drawing/2014/main" id="{BB5FB6B4-58F2-440F-97AE-8288E5A253EF}"/>
              </a:ext>
            </a:extLst>
          </p:cNvPr>
          <p:cNvSpPr>
            <a:spLocks/>
          </p:cNvSpPr>
          <p:nvPr/>
        </p:nvSpPr>
        <p:spPr>
          <a:xfrm>
            <a:off x="244272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5" name="data_4764">
            <a:extLst>
              <a:ext uri="{FF2B5EF4-FFF2-40B4-BE49-F238E27FC236}">
                <a16:creationId xmlns:a16="http://schemas.microsoft.com/office/drawing/2014/main" id="{4EF3A002-0775-4077-984B-7EAB4B5A0538}"/>
              </a:ext>
            </a:extLst>
          </p:cNvPr>
          <p:cNvSpPr>
            <a:spLocks/>
          </p:cNvSpPr>
          <p:nvPr/>
        </p:nvSpPr>
        <p:spPr>
          <a:xfrm>
            <a:off x="248467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6" name="data_4765">
            <a:extLst>
              <a:ext uri="{FF2B5EF4-FFF2-40B4-BE49-F238E27FC236}">
                <a16:creationId xmlns:a16="http://schemas.microsoft.com/office/drawing/2014/main" id="{8BD4EE4B-E493-466C-A278-9DE6614DE92D}"/>
              </a:ext>
            </a:extLst>
          </p:cNvPr>
          <p:cNvSpPr>
            <a:spLocks/>
          </p:cNvSpPr>
          <p:nvPr/>
        </p:nvSpPr>
        <p:spPr>
          <a:xfrm>
            <a:off x="2413906" y="236340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7" name="data_4766">
            <a:extLst>
              <a:ext uri="{FF2B5EF4-FFF2-40B4-BE49-F238E27FC236}">
                <a16:creationId xmlns:a16="http://schemas.microsoft.com/office/drawing/2014/main" id="{0543AA73-90F1-48D9-BEC1-3EF5392DE986}"/>
              </a:ext>
            </a:extLst>
          </p:cNvPr>
          <p:cNvSpPr>
            <a:spLocks/>
          </p:cNvSpPr>
          <p:nvPr/>
        </p:nvSpPr>
        <p:spPr>
          <a:xfrm>
            <a:off x="2477269" y="24626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8" name="data_4767">
            <a:extLst>
              <a:ext uri="{FF2B5EF4-FFF2-40B4-BE49-F238E27FC236}">
                <a16:creationId xmlns:a16="http://schemas.microsoft.com/office/drawing/2014/main" id="{8B7DE98F-E2E6-4D2A-96B9-68B7F91D2C3B}"/>
              </a:ext>
            </a:extLst>
          </p:cNvPr>
          <p:cNvSpPr>
            <a:spLocks/>
          </p:cNvSpPr>
          <p:nvPr/>
        </p:nvSpPr>
        <p:spPr>
          <a:xfrm>
            <a:off x="2297890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39" name="data_4768">
            <a:extLst>
              <a:ext uri="{FF2B5EF4-FFF2-40B4-BE49-F238E27FC236}">
                <a16:creationId xmlns:a16="http://schemas.microsoft.com/office/drawing/2014/main" id="{79ED971E-BA66-43DD-983E-EC15EE54F856}"/>
              </a:ext>
            </a:extLst>
          </p:cNvPr>
          <p:cNvSpPr>
            <a:spLocks/>
          </p:cNvSpPr>
          <p:nvPr/>
        </p:nvSpPr>
        <p:spPr>
          <a:xfrm>
            <a:off x="230157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0" name="data_4769">
            <a:extLst>
              <a:ext uri="{FF2B5EF4-FFF2-40B4-BE49-F238E27FC236}">
                <a16:creationId xmlns:a16="http://schemas.microsoft.com/office/drawing/2014/main" id="{6DAEFE35-093F-453F-85E4-93123D98E603}"/>
              </a:ext>
            </a:extLst>
          </p:cNvPr>
          <p:cNvSpPr>
            <a:spLocks/>
          </p:cNvSpPr>
          <p:nvPr/>
        </p:nvSpPr>
        <p:spPr>
          <a:xfrm>
            <a:off x="235034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1" name="data_4770">
            <a:extLst>
              <a:ext uri="{FF2B5EF4-FFF2-40B4-BE49-F238E27FC236}">
                <a16:creationId xmlns:a16="http://schemas.microsoft.com/office/drawing/2014/main" id="{FFF403DC-4D00-4173-973A-8B4E8C5203BE}"/>
              </a:ext>
            </a:extLst>
          </p:cNvPr>
          <p:cNvSpPr>
            <a:spLocks/>
          </p:cNvSpPr>
          <p:nvPr/>
        </p:nvSpPr>
        <p:spPr>
          <a:xfrm>
            <a:off x="2415203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2" name="data_4771">
            <a:extLst>
              <a:ext uri="{FF2B5EF4-FFF2-40B4-BE49-F238E27FC236}">
                <a16:creationId xmlns:a16="http://schemas.microsoft.com/office/drawing/2014/main" id="{C2004831-9AEE-4C48-86F5-E916372A118C}"/>
              </a:ext>
            </a:extLst>
          </p:cNvPr>
          <p:cNvSpPr>
            <a:spLocks/>
          </p:cNvSpPr>
          <p:nvPr/>
        </p:nvSpPr>
        <p:spPr>
          <a:xfrm>
            <a:off x="23395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3" name="data_4772">
            <a:extLst>
              <a:ext uri="{FF2B5EF4-FFF2-40B4-BE49-F238E27FC236}">
                <a16:creationId xmlns:a16="http://schemas.microsoft.com/office/drawing/2014/main" id="{760F5AAB-CEFA-44FD-BACD-B02B47AECD9E}"/>
              </a:ext>
            </a:extLst>
          </p:cNvPr>
          <p:cNvSpPr>
            <a:spLocks/>
          </p:cNvSpPr>
          <p:nvPr/>
        </p:nvSpPr>
        <p:spPr>
          <a:xfrm>
            <a:off x="2396449" y="30164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4" name="data_4773">
            <a:extLst>
              <a:ext uri="{FF2B5EF4-FFF2-40B4-BE49-F238E27FC236}">
                <a16:creationId xmlns:a16="http://schemas.microsoft.com/office/drawing/2014/main" id="{DCD21B4C-BFE1-4059-9E61-58D19F4D9E8A}"/>
              </a:ext>
            </a:extLst>
          </p:cNvPr>
          <p:cNvSpPr>
            <a:spLocks/>
          </p:cNvSpPr>
          <p:nvPr/>
        </p:nvSpPr>
        <p:spPr>
          <a:xfrm>
            <a:off x="24251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5" name="data_4774">
            <a:extLst>
              <a:ext uri="{FF2B5EF4-FFF2-40B4-BE49-F238E27FC236}">
                <a16:creationId xmlns:a16="http://schemas.microsoft.com/office/drawing/2014/main" id="{3604620E-7237-4B56-A3C4-E6AFD1226373}"/>
              </a:ext>
            </a:extLst>
          </p:cNvPr>
          <p:cNvSpPr>
            <a:spLocks/>
          </p:cNvSpPr>
          <p:nvPr/>
        </p:nvSpPr>
        <p:spPr>
          <a:xfrm>
            <a:off x="24267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6" name="data_4775">
            <a:extLst>
              <a:ext uri="{FF2B5EF4-FFF2-40B4-BE49-F238E27FC236}">
                <a16:creationId xmlns:a16="http://schemas.microsoft.com/office/drawing/2014/main" id="{6CEC94A7-3BF7-460F-9264-DC47C466BCE1}"/>
              </a:ext>
            </a:extLst>
          </p:cNvPr>
          <p:cNvSpPr>
            <a:spLocks/>
          </p:cNvSpPr>
          <p:nvPr/>
        </p:nvSpPr>
        <p:spPr>
          <a:xfrm>
            <a:off x="235881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7" name="data_4776">
            <a:extLst>
              <a:ext uri="{FF2B5EF4-FFF2-40B4-BE49-F238E27FC236}">
                <a16:creationId xmlns:a16="http://schemas.microsoft.com/office/drawing/2014/main" id="{0D757E50-E1C3-4D64-8C72-DEF840855BBA}"/>
              </a:ext>
            </a:extLst>
          </p:cNvPr>
          <p:cNvSpPr>
            <a:spLocks/>
          </p:cNvSpPr>
          <p:nvPr/>
        </p:nvSpPr>
        <p:spPr>
          <a:xfrm>
            <a:off x="245635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8" name="data_4777">
            <a:extLst>
              <a:ext uri="{FF2B5EF4-FFF2-40B4-BE49-F238E27FC236}">
                <a16:creationId xmlns:a16="http://schemas.microsoft.com/office/drawing/2014/main" id="{23BFB94C-0CA6-44FC-AA75-FA509A02CA4A}"/>
              </a:ext>
            </a:extLst>
          </p:cNvPr>
          <p:cNvSpPr>
            <a:spLocks/>
          </p:cNvSpPr>
          <p:nvPr/>
        </p:nvSpPr>
        <p:spPr>
          <a:xfrm>
            <a:off x="2434369" y="29261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49" name="data_4778">
            <a:extLst>
              <a:ext uri="{FF2B5EF4-FFF2-40B4-BE49-F238E27FC236}">
                <a16:creationId xmlns:a16="http://schemas.microsoft.com/office/drawing/2014/main" id="{9630F39B-A191-4525-A5C3-C1942C0F5568}"/>
              </a:ext>
            </a:extLst>
          </p:cNvPr>
          <p:cNvSpPr>
            <a:spLocks/>
          </p:cNvSpPr>
          <p:nvPr/>
        </p:nvSpPr>
        <p:spPr>
          <a:xfrm>
            <a:off x="2462338" y="3530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0" name="data_4779">
            <a:extLst>
              <a:ext uri="{FF2B5EF4-FFF2-40B4-BE49-F238E27FC236}">
                <a16:creationId xmlns:a16="http://schemas.microsoft.com/office/drawing/2014/main" id="{A7D56B5F-2EFD-4B0A-AACD-D6F709A00F02}"/>
              </a:ext>
            </a:extLst>
          </p:cNvPr>
          <p:cNvSpPr>
            <a:spLocks/>
          </p:cNvSpPr>
          <p:nvPr/>
        </p:nvSpPr>
        <p:spPr>
          <a:xfrm>
            <a:off x="237082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1" name="data_4780">
            <a:extLst>
              <a:ext uri="{FF2B5EF4-FFF2-40B4-BE49-F238E27FC236}">
                <a16:creationId xmlns:a16="http://schemas.microsoft.com/office/drawing/2014/main" id="{2BF5CF08-6BED-415E-B988-A3F7F0F9F3FB}"/>
              </a:ext>
            </a:extLst>
          </p:cNvPr>
          <p:cNvSpPr>
            <a:spLocks/>
          </p:cNvSpPr>
          <p:nvPr/>
        </p:nvSpPr>
        <p:spPr>
          <a:xfrm>
            <a:off x="243237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2" name="data_4781">
            <a:extLst>
              <a:ext uri="{FF2B5EF4-FFF2-40B4-BE49-F238E27FC236}">
                <a16:creationId xmlns:a16="http://schemas.microsoft.com/office/drawing/2014/main" id="{6813BB7D-12B0-4FB4-A034-424EF44D6B22}"/>
              </a:ext>
            </a:extLst>
          </p:cNvPr>
          <p:cNvSpPr>
            <a:spLocks/>
          </p:cNvSpPr>
          <p:nvPr/>
        </p:nvSpPr>
        <p:spPr>
          <a:xfrm>
            <a:off x="2488876" y="353603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3" name="data_4782">
            <a:extLst>
              <a:ext uri="{FF2B5EF4-FFF2-40B4-BE49-F238E27FC236}">
                <a16:creationId xmlns:a16="http://schemas.microsoft.com/office/drawing/2014/main" id="{7D5CA26A-7832-4A41-BB28-1029AF1E3C04}"/>
              </a:ext>
            </a:extLst>
          </p:cNvPr>
          <p:cNvSpPr>
            <a:spLocks/>
          </p:cNvSpPr>
          <p:nvPr/>
        </p:nvSpPr>
        <p:spPr>
          <a:xfrm>
            <a:off x="24036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4" name="data_4783">
            <a:extLst>
              <a:ext uri="{FF2B5EF4-FFF2-40B4-BE49-F238E27FC236}">
                <a16:creationId xmlns:a16="http://schemas.microsoft.com/office/drawing/2014/main" id="{7501ECD0-ECCB-4876-92F7-11743CB87F57}"/>
              </a:ext>
            </a:extLst>
          </p:cNvPr>
          <p:cNvSpPr>
            <a:spLocks/>
          </p:cNvSpPr>
          <p:nvPr/>
        </p:nvSpPr>
        <p:spPr>
          <a:xfrm>
            <a:off x="2304715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5" name="data_4784">
            <a:extLst>
              <a:ext uri="{FF2B5EF4-FFF2-40B4-BE49-F238E27FC236}">
                <a16:creationId xmlns:a16="http://schemas.microsoft.com/office/drawing/2014/main" id="{CF9D44B1-FC49-4863-9D88-A119AB0E92A1}"/>
              </a:ext>
            </a:extLst>
          </p:cNvPr>
          <p:cNvSpPr>
            <a:spLocks/>
          </p:cNvSpPr>
          <p:nvPr/>
        </p:nvSpPr>
        <p:spPr>
          <a:xfrm>
            <a:off x="24515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6" name="data_4785">
            <a:extLst>
              <a:ext uri="{FF2B5EF4-FFF2-40B4-BE49-F238E27FC236}">
                <a16:creationId xmlns:a16="http://schemas.microsoft.com/office/drawing/2014/main" id="{BEE8E8B9-354C-4F3E-932A-EE62B741D5C3}"/>
              </a:ext>
            </a:extLst>
          </p:cNvPr>
          <p:cNvSpPr>
            <a:spLocks/>
          </p:cNvSpPr>
          <p:nvPr/>
        </p:nvSpPr>
        <p:spPr>
          <a:xfrm>
            <a:off x="23489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7" name="data_4786">
            <a:extLst>
              <a:ext uri="{FF2B5EF4-FFF2-40B4-BE49-F238E27FC236}">
                <a16:creationId xmlns:a16="http://schemas.microsoft.com/office/drawing/2014/main" id="{55080B8F-2ED2-4B1B-8F53-1A16E3C6C329}"/>
              </a:ext>
            </a:extLst>
          </p:cNvPr>
          <p:cNvSpPr>
            <a:spLocks/>
          </p:cNvSpPr>
          <p:nvPr/>
        </p:nvSpPr>
        <p:spPr>
          <a:xfrm>
            <a:off x="250105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8" name="data_4787">
            <a:extLst>
              <a:ext uri="{FF2B5EF4-FFF2-40B4-BE49-F238E27FC236}">
                <a16:creationId xmlns:a16="http://schemas.microsoft.com/office/drawing/2014/main" id="{9D120D9A-995A-4310-8713-50B22156AF35}"/>
              </a:ext>
            </a:extLst>
          </p:cNvPr>
          <p:cNvSpPr>
            <a:spLocks/>
          </p:cNvSpPr>
          <p:nvPr/>
        </p:nvSpPr>
        <p:spPr>
          <a:xfrm>
            <a:off x="2366498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59" name="data_4788">
            <a:extLst>
              <a:ext uri="{FF2B5EF4-FFF2-40B4-BE49-F238E27FC236}">
                <a16:creationId xmlns:a16="http://schemas.microsoft.com/office/drawing/2014/main" id="{A9ADAC51-57F8-413E-A42A-EC3CD91794D0}"/>
              </a:ext>
            </a:extLst>
          </p:cNvPr>
          <p:cNvSpPr>
            <a:spLocks/>
          </p:cNvSpPr>
          <p:nvPr/>
        </p:nvSpPr>
        <p:spPr>
          <a:xfrm>
            <a:off x="2293958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0" name="data_4789">
            <a:extLst>
              <a:ext uri="{FF2B5EF4-FFF2-40B4-BE49-F238E27FC236}">
                <a16:creationId xmlns:a16="http://schemas.microsoft.com/office/drawing/2014/main" id="{71A2D87C-3ABC-4084-8B2C-6100CB2C5073}"/>
              </a:ext>
            </a:extLst>
          </p:cNvPr>
          <p:cNvSpPr>
            <a:spLocks/>
          </p:cNvSpPr>
          <p:nvPr/>
        </p:nvSpPr>
        <p:spPr>
          <a:xfrm>
            <a:off x="247399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1" name="data_4790">
            <a:extLst>
              <a:ext uri="{FF2B5EF4-FFF2-40B4-BE49-F238E27FC236}">
                <a16:creationId xmlns:a16="http://schemas.microsoft.com/office/drawing/2014/main" id="{DDFF7F88-1FB3-4DFA-BFFC-489A1CD5D696}"/>
              </a:ext>
            </a:extLst>
          </p:cNvPr>
          <p:cNvSpPr>
            <a:spLocks/>
          </p:cNvSpPr>
          <p:nvPr/>
        </p:nvSpPr>
        <p:spPr>
          <a:xfrm>
            <a:off x="240491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2" name="data_4791">
            <a:extLst>
              <a:ext uri="{FF2B5EF4-FFF2-40B4-BE49-F238E27FC236}">
                <a16:creationId xmlns:a16="http://schemas.microsoft.com/office/drawing/2014/main" id="{759AC464-3000-4A33-92C2-6FA0997153B2}"/>
              </a:ext>
            </a:extLst>
          </p:cNvPr>
          <p:cNvSpPr>
            <a:spLocks/>
          </p:cNvSpPr>
          <p:nvPr/>
        </p:nvSpPr>
        <p:spPr>
          <a:xfrm>
            <a:off x="2473729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3" name="data_4792">
            <a:extLst>
              <a:ext uri="{FF2B5EF4-FFF2-40B4-BE49-F238E27FC236}">
                <a16:creationId xmlns:a16="http://schemas.microsoft.com/office/drawing/2014/main" id="{13A3C32E-FB7A-47F2-B165-64354D9C0B65}"/>
              </a:ext>
            </a:extLst>
          </p:cNvPr>
          <p:cNvSpPr>
            <a:spLocks/>
          </p:cNvSpPr>
          <p:nvPr/>
        </p:nvSpPr>
        <p:spPr>
          <a:xfrm>
            <a:off x="233432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4" name="data_4793">
            <a:extLst>
              <a:ext uri="{FF2B5EF4-FFF2-40B4-BE49-F238E27FC236}">
                <a16:creationId xmlns:a16="http://schemas.microsoft.com/office/drawing/2014/main" id="{4A3C9DCC-BFA0-4853-8592-BF9B9CF7FC9B}"/>
              </a:ext>
            </a:extLst>
          </p:cNvPr>
          <p:cNvSpPr>
            <a:spLocks/>
          </p:cNvSpPr>
          <p:nvPr/>
        </p:nvSpPr>
        <p:spPr>
          <a:xfrm>
            <a:off x="23598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5" name="data_4794">
            <a:extLst>
              <a:ext uri="{FF2B5EF4-FFF2-40B4-BE49-F238E27FC236}">
                <a16:creationId xmlns:a16="http://schemas.microsoft.com/office/drawing/2014/main" id="{101194B3-E5B7-4800-AEE1-34B3A89D8C38}"/>
              </a:ext>
            </a:extLst>
          </p:cNvPr>
          <p:cNvSpPr>
            <a:spLocks/>
          </p:cNvSpPr>
          <p:nvPr/>
        </p:nvSpPr>
        <p:spPr>
          <a:xfrm>
            <a:off x="231082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6" name="data_4795">
            <a:extLst>
              <a:ext uri="{FF2B5EF4-FFF2-40B4-BE49-F238E27FC236}">
                <a16:creationId xmlns:a16="http://schemas.microsoft.com/office/drawing/2014/main" id="{AA739D4D-A8D8-4A46-ACB1-A43C77C3E3A9}"/>
              </a:ext>
            </a:extLst>
          </p:cNvPr>
          <p:cNvSpPr>
            <a:spLocks/>
          </p:cNvSpPr>
          <p:nvPr/>
        </p:nvSpPr>
        <p:spPr>
          <a:xfrm>
            <a:off x="24076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7" name="data_4796">
            <a:extLst>
              <a:ext uri="{FF2B5EF4-FFF2-40B4-BE49-F238E27FC236}">
                <a16:creationId xmlns:a16="http://schemas.microsoft.com/office/drawing/2014/main" id="{20E33330-A2CF-4CC8-A915-314E6A9A458F}"/>
              </a:ext>
            </a:extLst>
          </p:cNvPr>
          <p:cNvSpPr>
            <a:spLocks/>
          </p:cNvSpPr>
          <p:nvPr/>
        </p:nvSpPr>
        <p:spPr>
          <a:xfrm>
            <a:off x="24823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8" name="data_4797">
            <a:extLst>
              <a:ext uri="{FF2B5EF4-FFF2-40B4-BE49-F238E27FC236}">
                <a16:creationId xmlns:a16="http://schemas.microsoft.com/office/drawing/2014/main" id="{AFE663C1-32BE-4AE6-98A3-426E9AAB6517}"/>
              </a:ext>
            </a:extLst>
          </p:cNvPr>
          <p:cNvSpPr>
            <a:spLocks/>
          </p:cNvSpPr>
          <p:nvPr/>
        </p:nvSpPr>
        <p:spPr>
          <a:xfrm>
            <a:off x="243700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69" name="data_4798">
            <a:extLst>
              <a:ext uri="{FF2B5EF4-FFF2-40B4-BE49-F238E27FC236}">
                <a16:creationId xmlns:a16="http://schemas.microsoft.com/office/drawing/2014/main" id="{BC4B391D-797D-4EE5-809A-CDBE23EF872A}"/>
              </a:ext>
            </a:extLst>
          </p:cNvPr>
          <p:cNvSpPr>
            <a:spLocks/>
          </p:cNvSpPr>
          <p:nvPr/>
        </p:nvSpPr>
        <p:spPr>
          <a:xfrm>
            <a:off x="2321985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0" name="data_4799">
            <a:extLst>
              <a:ext uri="{FF2B5EF4-FFF2-40B4-BE49-F238E27FC236}">
                <a16:creationId xmlns:a16="http://schemas.microsoft.com/office/drawing/2014/main" id="{8AB752DA-BE0E-471C-BC85-709CCCF22BF7}"/>
              </a:ext>
            </a:extLst>
          </p:cNvPr>
          <p:cNvSpPr>
            <a:spLocks/>
          </p:cNvSpPr>
          <p:nvPr/>
        </p:nvSpPr>
        <p:spPr>
          <a:xfrm>
            <a:off x="23103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1" name="data_4800">
            <a:extLst>
              <a:ext uri="{FF2B5EF4-FFF2-40B4-BE49-F238E27FC236}">
                <a16:creationId xmlns:a16="http://schemas.microsoft.com/office/drawing/2014/main" id="{48E810EA-AF24-4BF7-AA8A-556C3559FBB2}"/>
              </a:ext>
            </a:extLst>
          </p:cNvPr>
          <p:cNvSpPr>
            <a:spLocks/>
          </p:cNvSpPr>
          <p:nvPr/>
        </p:nvSpPr>
        <p:spPr>
          <a:xfrm>
            <a:off x="239779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2" name="data_4801">
            <a:extLst>
              <a:ext uri="{FF2B5EF4-FFF2-40B4-BE49-F238E27FC236}">
                <a16:creationId xmlns:a16="http://schemas.microsoft.com/office/drawing/2014/main" id="{75C1340C-4264-4D53-9EC3-55E63327852A}"/>
              </a:ext>
            </a:extLst>
          </p:cNvPr>
          <p:cNvSpPr>
            <a:spLocks/>
          </p:cNvSpPr>
          <p:nvPr/>
        </p:nvSpPr>
        <p:spPr>
          <a:xfrm>
            <a:off x="23601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3" name="data_4802">
            <a:extLst>
              <a:ext uri="{FF2B5EF4-FFF2-40B4-BE49-F238E27FC236}">
                <a16:creationId xmlns:a16="http://schemas.microsoft.com/office/drawing/2014/main" id="{7F7F3E78-017D-489A-93F7-D729139AFCE9}"/>
              </a:ext>
            </a:extLst>
          </p:cNvPr>
          <p:cNvSpPr>
            <a:spLocks/>
          </p:cNvSpPr>
          <p:nvPr/>
        </p:nvSpPr>
        <p:spPr>
          <a:xfrm>
            <a:off x="2381936" y="306024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4" name="data_4803">
            <a:extLst>
              <a:ext uri="{FF2B5EF4-FFF2-40B4-BE49-F238E27FC236}">
                <a16:creationId xmlns:a16="http://schemas.microsoft.com/office/drawing/2014/main" id="{64A2D74C-8FB3-41BD-A41C-B4AB854AD9F0}"/>
              </a:ext>
            </a:extLst>
          </p:cNvPr>
          <p:cNvSpPr>
            <a:spLocks/>
          </p:cNvSpPr>
          <p:nvPr/>
        </p:nvSpPr>
        <p:spPr>
          <a:xfrm>
            <a:off x="24563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5" name="data_4804">
            <a:extLst>
              <a:ext uri="{FF2B5EF4-FFF2-40B4-BE49-F238E27FC236}">
                <a16:creationId xmlns:a16="http://schemas.microsoft.com/office/drawing/2014/main" id="{17760530-7562-4D9C-BEE2-8BF329D021E7}"/>
              </a:ext>
            </a:extLst>
          </p:cNvPr>
          <p:cNvSpPr>
            <a:spLocks/>
          </p:cNvSpPr>
          <p:nvPr/>
        </p:nvSpPr>
        <p:spPr>
          <a:xfrm>
            <a:off x="23624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6" name="data_4805">
            <a:extLst>
              <a:ext uri="{FF2B5EF4-FFF2-40B4-BE49-F238E27FC236}">
                <a16:creationId xmlns:a16="http://schemas.microsoft.com/office/drawing/2014/main" id="{B074A2D8-8C75-449E-8301-DA8339255A66}"/>
              </a:ext>
            </a:extLst>
          </p:cNvPr>
          <p:cNvSpPr>
            <a:spLocks/>
          </p:cNvSpPr>
          <p:nvPr/>
        </p:nvSpPr>
        <p:spPr>
          <a:xfrm>
            <a:off x="23707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7" name="data_4806">
            <a:extLst>
              <a:ext uri="{FF2B5EF4-FFF2-40B4-BE49-F238E27FC236}">
                <a16:creationId xmlns:a16="http://schemas.microsoft.com/office/drawing/2014/main" id="{03C82BBA-6963-4404-91FF-2D69F043C235}"/>
              </a:ext>
            </a:extLst>
          </p:cNvPr>
          <p:cNvSpPr>
            <a:spLocks/>
          </p:cNvSpPr>
          <p:nvPr/>
        </p:nvSpPr>
        <p:spPr>
          <a:xfrm>
            <a:off x="24495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8" name="data_4807">
            <a:extLst>
              <a:ext uri="{FF2B5EF4-FFF2-40B4-BE49-F238E27FC236}">
                <a16:creationId xmlns:a16="http://schemas.microsoft.com/office/drawing/2014/main" id="{2A3E0955-9E7A-498F-9256-C4B90577E64E}"/>
              </a:ext>
            </a:extLst>
          </p:cNvPr>
          <p:cNvSpPr>
            <a:spLocks/>
          </p:cNvSpPr>
          <p:nvPr/>
        </p:nvSpPr>
        <p:spPr>
          <a:xfrm>
            <a:off x="2341964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79" name="data_4808">
            <a:extLst>
              <a:ext uri="{FF2B5EF4-FFF2-40B4-BE49-F238E27FC236}">
                <a16:creationId xmlns:a16="http://schemas.microsoft.com/office/drawing/2014/main" id="{ED784DE1-3E0D-47F9-8549-586AEBD333E1}"/>
              </a:ext>
            </a:extLst>
          </p:cNvPr>
          <p:cNvSpPr>
            <a:spLocks/>
          </p:cNvSpPr>
          <p:nvPr/>
        </p:nvSpPr>
        <p:spPr>
          <a:xfrm>
            <a:off x="2352208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0" name="data_4809">
            <a:extLst>
              <a:ext uri="{FF2B5EF4-FFF2-40B4-BE49-F238E27FC236}">
                <a16:creationId xmlns:a16="http://schemas.microsoft.com/office/drawing/2014/main" id="{F86B1E37-0CD5-45D6-B19F-5CC4061B2017}"/>
              </a:ext>
            </a:extLst>
          </p:cNvPr>
          <p:cNvSpPr>
            <a:spLocks/>
          </p:cNvSpPr>
          <p:nvPr/>
        </p:nvSpPr>
        <p:spPr>
          <a:xfrm>
            <a:off x="235004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1" name="data_4810">
            <a:extLst>
              <a:ext uri="{FF2B5EF4-FFF2-40B4-BE49-F238E27FC236}">
                <a16:creationId xmlns:a16="http://schemas.microsoft.com/office/drawing/2014/main" id="{517ED892-5B63-4DD1-AE9F-6775AE817C3A}"/>
              </a:ext>
            </a:extLst>
          </p:cNvPr>
          <p:cNvSpPr>
            <a:spLocks/>
          </p:cNvSpPr>
          <p:nvPr/>
        </p:nvSpPr>
        <p:spPr>
          <a:xfrm>
            <a:off x="246849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2" name="data_4811">
            <a:extLst>
              <a:ext uri="{FF2B5EF4-FFF2-40B4-BE49-F238E27FC236}">
                <a16:creationId xmlns:a16="http://schemas.microsoft.com/office/drawing/2014/main" id="{B5758165-F8CD-4987-889D-B175708F3C3E}"/>
              </a:ext>
            </a:extLst>
          </p:cNvPr>
          <p:cNvSpPr>
            <a:spLocks/>
          </p:cNvSpPr>
          <p:nvPr/>
        </p:nvSpPr>
        <p:spPr>
          <a:xfrm>
            <a:off x="2312124" y="238285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3" name="data_4812">
            <a:extLst>
              <a:ext uri="{FF2B5EF4-FFF2-40B4-BE49-F238E27FC236}">
                <a16:creationId xmlns:a16="http://schemas.microsoft.com/office/drawing/2014/main" id="{226C7A51-8A93-4DB3-98FB-8CD15EBB8F43}"/>
              </a:ext>
            </a:extLst>
          </p:cNvPr>
          <p:cNvSpPr>
            <a:spLocks/>
          </p:cNvSpPr>
          <p:nvPr/>
        </p:nvSpPr>
        <p:spPr>
          <a:xfrm>
            <a:off x="2301580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4" name="data_4813">
            <a:extLst>
              <a:ext uri="{FF2B5EF4-FFF2-40B4-BE49-F238E27FC236}">
                <a16:creationId xmlns:a16="http://schemas.microsoft.com/office/drawing/2014/main" id="{CD496EBA-5AE0-4976-BBD2-6A55B7472F6C}"/>
              </a:ext>
            </a:extLst>
          </p:cNvPr>
          <p:cNvSpPr>
            <a:spLocks/>
          </p:cNvSpPr>
          <p:nvPr/>
        </p:nvSpPr>
        <p:spPr>
          <a:xfrm>
            <a:off x="251144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5" name="data_4814">
            <a:extLst>
              <a:ext uri="{FF2B5EF4-FFF2-40B4-BE49-F238E27FC236}">
                <a16:creationId xmlns:a16="http://schemas.microsoft.com/office/drawing/2014/main" id="{D9A8801F-A731-4744-BFEE-401483FC6A55}"/>
              </a:ext>
            </a:extLst>
          </p:cNvPr>
          <p:cNvSpPr>
            <a:spLocks/>
          </p:cNvSpPr>
          <p:nvPr/>
        </p:nvSpPr>
        <p:spPr>
          <a:xfrm>
            <a:off x="248721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6" name="data_4815">
            <a:extLst>
              <a:ext uri="{FF2B5EF4-FFF2-40B4-BE49-F238E27FC236}">
                <a16:creationId xmlns:a16="http://schemas.microsoft.com/office/drawing/2014/main" id="{5D9F965B-1710-4777-9092-B3C092DD2110}"/>
              </a:ext>
            </a:extLst>
          </p:cNvPr>
          <p:cNvSpPr>
            <a:spLocks/>
          </p:cNvSpPr>
          <p:nvPr/>
        </p:nvSpPr>
        <p:spPr>
          <a:xfrm>
            <a:off x="2360549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7" name="data_4816">
            <a:extLst>
              <a:ext uri="{FF2B5EF4-FFF2-40B4-BE49-F238E27FC236}">
                <a16:creationId xmlns:a16="http://schemas.microsoft.com/office/drawing/2014/main" id="{A6BA30FD-F439-4CCD-9795-1663BCE6FCBF}"/>
              </a:ext>
            </a:extLst>
          </p:cNvPr>
          <p:cNvSpPr>
            <a:spLocks/>
          </p:cNvSpPr>
          <p:nvPr/>
        </p:nvSpPr>
        <p:spPr>
          <a:xfrm>
            <a:off x="2395010" y="2356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8" name="data_4817">
            <a:extLst>
              <a:ext uri="{FF2B5EF4-FFF2-40B4-BE49-F238E27FC236}">
                <a16:creationId xmlns:a16="http://schemas.microsoft.com/office/drawing/2014/main" id="{B8B68DAF-BFF9-473A-8CF1-6D14F657650D}"/>
              </a:ext>
            </a:extLst>
          </p:cNvPr>
          <p:cNvSpPr>
            <a:spLocks/>
          </p:cNvSpPr>
          <p:nvPr/>
        </p:nvSpPr>
        <p:spPr>
          <a:xfrm>
            <a:off x="243331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89" name="data_4818">
            <a:extLst>
              <a:ext uri="{FF2B5EF4-FFF2-40B4-BE49-F238E27FC236}">
                <a16:creationId xmlns:a16="http://schemas.microsoft.com/office/drawing/2014/main" id="{58BFF342-567F-4854-8746-B1034718F9F1}"/>
              </a:ext>
            </a:extLst>
          </p:cNvPr>
          <p:cNvSpPr>
            <a:spLocks/>
          </p:cNvSpPr>
          <p:nvPr/>
        </p:nvSpPr>
        <p:spPr>
          <a:xfrm>
            <a:off x="230420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0" name="data_4819">
            <a:extLst>
              <a:ext uri="{FF2B5EF4-FFF2-40B4-BE49-F238E27FC236}">
                <a16:creationId xmlns:a16="http://schemas.microsoft.com/office/drawing/2014/main" id="{E4120E44-9A50-4629-9165-330F2673385C}"/>
              </a:ext>
            </a:extLst>
          </p:cNvPr>
          <p:cNvSpPr>
            <a:spLocks/>
          </p:cNvSpPr>
          <p:nvPr/>
        </p:nvSpPr>
        <p:spPr>
          <a:xfrm>
            <a:off x="2309343" y="282083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1" name="data_4820">
            <a:extLst>
              <a:ext uri="{FF2B5EF4-FFF2-40B4-BE49-F238E27FC236}">
                <a16:creationId xmlns:a16="http://schemas.microsoft.com/office/drawing/2014/main" id="{0263FD5B-940E-45DF-B2BD-EE3C1C277A4E}"/>
              </a:ext>
            </a:extLst>
          </p:cNvPr>
          <p:cNvSpPr>
            <a:spLocks/>
          </p:cNvSpPr>
          <p:nvPr/>
        </p:nvSpPr>
        <p:spPr>
          <a:xfrm>
            <a:off x="2492517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2" name="data_4821">
            <a:extLst>
              <a:ext uri="{FF2B5EF4-FFF2-40B4-BE49-F238E27FC236}">
                <a16:creationId xmlns:a16="http://schemas.microsoft.com/office/drawing/2014/main" id="{F8C1E105-4285-41F1-B5AE-D5B1129A1C09}"/>
              </a:ext>
            </a:extLst>
          </p:cNvPr>
          <p:cNvSpPr>
            <a:spLocks/>
          </p:cNvSpPr>
          <p:nvPr/>
        </p:nvSpPr>
        <p:spPr>
          <a:xfrm>
            <a:off x="2377275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3" name="data_4822">
            <a:extLst>
              <a:ext uri="{FF2B5EF4-FFF2-40B4-BE49-F238E27FC236}">
                <a16:creationId xmlns:a16="http://schemas.microsoft.com/office/drawing/2014/main" id="{B95DC3A8-F593-4A52-8B09-6C7ADDC7901A}"/>
              </a:ext>
            </a:extLst>
          </p:cNvPr>
          <p:cNvSpPr>
            <a:spLocks/>
          </p:cNvSpPr>
          <p:nvPr/>
        </p:nvSpPr>
        <p:spPr>
          <a:xfrm>
            <a:off x="24471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4" name="data_4823">
            <a:extLst>
              <a:ext uri="{FF2B5EF4-FFF2-40B4-BE49-F238E27FC236}">
                <a16:creationId xmlns:a16="http://schemas.microsoft.com/office/drawing/2014/main" id="{8B4A5A1D-02D6-40B1-B88E-34A876FD4768}"/>
              </a:ext>
            </a:extLst>
          </p:cNvPr>
          <p:cNvSpPr>
            <a:spLocks/>
          </p:cNvSpPr>
          <p:nvPr/>
        </p:nvSpPr>
        <p:spPr>
          <a:xfrm>
            <a:off x="240253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5" name="data_4824">
            <a:extLst>
              <a:ext uri="{FF2B5EF4-FFF2-40B4-BE49-F238E27FC236}">
                <a16:creationId xmlns:a16="http://schemas.microsoft.com/office/drawing/2014/main" id="{BF356771-32A4-4FEC-BCFA-D76D114DD47E}"/>
              </a:ext>
            </a:extLst>
          </p:cNvPr>
          <p:cNvSpPr>
            <a:spLocks/>
          </p:cNvSpPr>
          <p:nvPr/>
        </p:nvSpPr>
        <p:spPr>
          <a:xfrm>
            <a:off x="25050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6" name="data_4825">
            <a:extLst>
              <a:ext uri="{FF2B5EF4-FFF2-40B4-BE49-F238E27FC236}">
                <a16:creationId xmlns:a16="http://schemas.microsoft.com/office/drawing/2014/main" id="{21D54E2C-7959-4FB8-8FF5-3063390C37E8}"/>
              </a:ext>
            </a:extLst>
          </p:cNvPr>
          <p:cNvSpPr>
            <a:spLocks/>
          </p:cNvSpPr>
          <p:nvPr/>
        </p:nvSpPr>
        <p:spPr>
          <a:xfrm>
            <a:off x="231226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7" name="data_4826">
            <a:extLst>
              <a:ext uri="{FF2B5EF4-FFF2-40B4-BE49-F238E27FC236}">
                <a16:creationId xmlns:a16="http://schemas.microsoft.com/office/drawing/2014/main" id="{1973FD1A-4328-4D07-B5C4-6C5CFB573520}"/>
              </a:ext>
            </a:extLst>
          </p:cNvPr>
          <p:cNvSpPr>
            <a:spLocks/>
          </p:cNvSpPr>
          <p:nvPr/>
        </p:nvSpPr>
        <p:spPr>
          <a:xfrm>
            <a:off x="235815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8" name="data_4827">
            <a:extLst>
              <a:ext uri="{FF2B5EF4-FFF2-40B4-BE49-F238E27FC236}">
                <a16:creationId xmlns:a16="http://schemas.microsoft.com/office/drawing/2014/main" id="{DB7D9871-338A-4E7C-98EA-99E848716C35}"/>
              </a:ext>
            </a:extLst>
          </p:cNvPr>
          <p:cNvSpPr>
            <a:spLocks/>
          </p:cNvSpPr>
          <p:nvPr/>
        </p:nvSpPr>
        <p:spPr>
          <a:xfrm>
            <a:off x="24820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499" name="data_4828">
            <a:extLst>
              <a:ext uri="{FF2B5EF4-FFF2-40B4-BE49-F238E27FC236}">
                <a16:creationId xmlns:a16="http://schemas.microsoft.com/office/drawing/2014/main" id="{92891092-2364-4D6D-A8AB-C80E851F96FB}"/>
              </a:ext>
            </a:extLst>
          </p:cNvPr>
          <p:cNvSpPr>
            <a:spLocks/>
          </p:cNvSpPr>
          <p:nvPr/>
        </p:nvSpPr>
        <p:spPr>
          <a:xfrm>
            <a:off x="2458001" y="289608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0" name="data_4829">
            <a:extLst>
              <a:ext uri="{FF2B5EF4-FFF2-40B4-BE49-F238E27FC236}">
                <a16:creationId xmlns:a16="http://schemas.microsoft.com/office/drawing/2014/main" id="{E21B3A28-3700-4BD7-9C22-3C6614446722}"/>
              </a:ext>
            </a:extLst>
          </p:cNvPr>
          <p:cNvSpPr>
            <a:spLocks/>
          </p:cNvSpPr>
          <p:nvPr/>
        </p:nvSpPr>
        <p:spPr>
          <a:xfrm>
            <a:off x="237005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1" name="data_4830">
            <a:extLst>
              <a:ext uri="{FF2B5EF4-FFF2-40B4-BE49-F238E27FC236}">
                <a16:creationId xmlns:a16="http://schemas.microsoft.com/office/drawing/2014/main" id="{8CF246BD-DC96-4DD5-B89F-B15822520744}"/>
              </a:ext>
            </a:extLst>
          </p:cNvPr>
          <p:cNvSpPr>
            <a:spLocks/>
          </p:cNvSpPr>
          <p:nvPr/>
        </p:nvSpPr>
        <p:spPr>
          <a:xfrm>
            <a:off x="238381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2" name="data_4831">
            <a:extLst>
              <a:ext uri="{FF2B5EF4-FFF2-40B4-BE49-F238E27FC236}">
                <a16:creationId xmlns:a16="http://schemas.microsoft.com/office/drawing/2014/main" id="{9514FE65-22B9-40F7-A497-31379B526A67}"/>
              </a:ext>
            </a:extLst>
          </p:cNvPr>
          <p:cNvSpPr>
            <a:spLocks/>
          </p:cNvSpPr>
          <p:nvPr/>
        </p:nvSpPr>
        <p:spPr>
          <a:xfrm>
            <a:off x="241882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3" name="data_4832">
            <a:extLst>
              <a:ext uri="{FF2B5EF4-FFF2-40B4-BE49-F238E27FC236}">
                <a16:creationId xmlns:a16="http://schemas.microsoft.com/office/drawing/2014/main" id="{92ACFA88-B23B-40DC-A6C6-5A85D85C90C4}"/>
              </a:ext>
            </a:extLst>
          </p:cNvPr>
          <p:cNvSpPr>
            <a:spLocks/>
          </p:cNvSpPr>
          <p:nvPr/>
        </p:nvSpPr>
        <p:spPr>
          <a:xfrm>
            <a:off x="243587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4" name="data_4833">
            <a:extLst>
              <a:ext uri="{FF2B5EF4-FFF2-40B4-BE49-F238E27FC236}">
                <a16:creationId xmlns:a16="http://schemas.microsoft.com/office/drawing/2014/main" id="{7A0EEAE5-998A-419D-AB48-27C10211DF62}"/>
              </a:ext>
            </a:extLst>
          </p:cNvPr>
          <p:cNvSpPr>
            <a:spLocks/>
          </p:cNvSpPr>
          <p:nvPr/>
        </p:nvSpPr>
        <p:spPr>
          <a:xfrm>
            <a:off x="2359613" y="26865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5" name="data_4834">
            <a:extLst>
              <a:ext uri="{FF2B5EF4-FFF2-40B4-BE49-F238E27FC236}">
                <a16:creationId xmlns:a16="http://schemas.microsoft.com/office/drawing/2014/main" id="{9CA8395B-374F-4B6B-B272-54102DF0CEE8}"/>
              </a:ext>
            </a:extLst>
          </p:cNvPr>
          <p:cNvSpPr>
            <a:spLocks/>
          </p:cNvSpPr>
          <p:nvPr/>
        </p:nvSpPr>
        <p:spPr>
          <a:xfrm>
            <a:off x="2354831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6" name="data_4835">
            <a:extLst>
              <a:ext uri="{FF2B5EF4-FFF2-40B4-BE49-F238E27FC236}">
                <a16:creationId xmlns:a16="http://schemas.microsoft.com/office/drawing/2014/main" id="{73FBB1D9-2699-4737-9A71-D07FC3DDFF1C}"/>
              </a:ext>
            </a:extLst>
          </p:cNvPr>
          <p:cNvSpPr>
            <a:spLocks/>
          </p:cNvSpPr>
          <p:nvPr/>
        </p:nvSpPr>
        <p:spPr>
          <a:xfrm>
            <a:off x="2413568" y="30164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7" name="data_4836">
            <a:extLst>
              <a:ext uri="{FF2B5EF4-FFF2-40B4-BE49-F238E27FC236}">
                <a16:creationId xmlns:a16="http://schemas.microsoft.com/office/drawing/2014/main" id="{78C72ADB-27A1-4058-8D5A-F983B544F98D}"/>
              </a:ext>
            </a:extLst>
          </p:cNvPr>
          <p:cNvSpPr>
            <a:spLocks/>
          </p:cNvSpPr>
          <p:nvPr/>
        </p:nvSpPr>
        <p:spPr>
          <a:xfrm>
            <a:off x="242359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8" name="data_4837">
            <a:extLst>
              <a:ext uri="{FF2B5EF4-FFF2-40B4-BE49-F238E27FC236}">
                <a16:creationId xmlns:a16="http://schemas.microsoft.com/office/drawing/2014/main" id="{1EF873E1-FBA8-4568-8E9D-422D48ADC7B7}"/>
              </a:ext>
            </a:extLst>
          </p:cNvPr>
          <p:cNvSpPr>
            <a:spLocks/>
          </p:cNvSpPr>
          <p:nvPr/>
        </p:nvSpPr>
        <p:spPr>
          <a:xfrm>
            <a:off x="23045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09" name="data_4838">
            <a:extLst>
              <a:ext uri="{FF2B5EF4-FFF2-40B4-BE49-F238E27FC236}">
                <a16:creationId xmlns:a16="http://schemas.microsoft.com/office/drawing/2014/main" id="{BA120EFC-2453-412B-9755-C4A3A296F72E}"/>
              </a:ext>
            </a:extLst>
          </p:cNvPr>
          <p:cNvSpPr>
            <a:spLocks/>
          </p:cNvSpPr>
          <p:nvPr/>
        </p:nvSpPr>
        <p:spPr>
          <a:xfrm>
            <a:off x="231180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0" name="data_4839">
            <a:extLst>
              <a:ext uri="{FF2B5EF4-FFF2-40B4-BE49-F238E27FC236}">
                <a16:creationId xmlns:a16="http://schemas.microsoft.com/office/drawing/2014/main" id="{2FA1439E-C750-44C0-9443-0E805A89B799}"/>
              </a:ext>
            </a:extLst>
          </p:cNvPr>
          <p:cNvSpPr>
            <a:spLocks/>
          </p:cNvSpPr>
          <p:nvPr/>
        </p:nvSpPr>
        <p:spPr>
          <a:xfrm>
            <a:off x="235860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1" name="data_4840">
            <a:extLst>
              <a:ext uri="{FF2B5EF4-FFF2-40B4-BE49-F238E27FC236}">
                <a16:creationId xmlns:a16="http://schemas.microsoft.com/office/drawing/2014/main" id="{284527CA-B914-4250-9711-BC9587DEC265}"/>
              </a:ext>
            </a:extLst>
          </p:cNvPr>
          <p:cNvSpPr>
            <a:spLocks/>
          </p:cNvSpPr>
          <p:nvPr/>
        </p:nvSpPr>
        <p:spPr>
          <a:xfrm>
            <a:off x="229459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2" name="data_4841">
            <a:extLst>
              <a:ext uri="{FF2B5EF4-FFF2-40B4-BE49-F238E27FC236}">
                <a16:creationId xmlns:a16="http://schemas.microsoft.com/office/drawing/2014/main" id="{3F3FE003-9D7B-44B6-BF2D-085D0EFAE3E7}"/>
              </a:ext>
            </a:extLst>
          </p:cNvPr>
          <p:cNvSpPr>
            <a:spLocks/>
          </p:cNvSpPr>
          <p:nvPr/>
        </p:nvSpPr>
        <p:spPr>
          <a:xfrm>
            <a:off x="24739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3" name="data_4842">
            <a:extLst>
              <a:ext uri="{FF2B5EF4-FFF2-40B4-BE49-F238E27FC236}">
                <a16:creationId xmlns:a16="http://schemas.microsoft.com/office/drawing/2014/main" id="{245657E5-DC2E-4C31-B5D6-14209C5B7E84}"/>
              </a:ext>
            </a:extLst>
          </p:cNvPr>
          <p:cNvSpPr>
            <a:spLocks/>
          </p:cNvSpPr>
          <p:nvPr/>
        </p:nvSpPr>
        <p:spPr>
          <a:xfrm>
            <a:off x="245011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4" name="data_4843">
            <a:extLst>
              <a:ext uri="{FF2B5EF4-FFF2-40B4-BE49-F238E27FC236}">
                <a16:creationId xmlns:a16="http://schemas.microsoft.com/office/drawing/2014/main" id="{66C6BDEA-95CB-4777-8464-E93B03DC80D9}"/>
              </a:ext>
            </a:extLst>
          </p:cNvPr>
          <p:cNvSpPr>
            <a:spLocks/>
          </p:cNvSpPr>
          <p:nvPr/>
        </p:nvSpPr>
        <p:spPr>
          <a:xfrm>
            <a:off x="2348228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5" name="data_4844">
            <a:extLst>
              <a:ext uri="{FF2B5EF4-FFF2-40B4-BE49-F238E27FC236}">
                <a16:creationId xmlns:a16="http://schemas.microsoft.com/office/drawing/2014/main" id="{2B43E660-D885-4160-9ABA-2AD69CB56FE0}"/>
              </a:ext>
            </a:extLst>
          </p:cNvPr>
          <p:cNvSpPr>
            <a:spLocks/>
          </p:cNvSpPr>
          <p:nvPr/>
        </p:nvSpPr>
        <p:spPr>
          <a:xfrm>
            <a:off x="24851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6" name="data_4845">
            <a:extLst>
              <a:ext uri="{FF2B5EF4-FFF2-40B4-BE49-F238E27FC236}">
                <a16:creationId xmlns:a16="http://schemas.microsoft.com/office/drawing/2014/main" id="{0A93687D-33F9-4CB2-935D-1A70A52262EE}"/>
              </a:ext>
            </a:extLst>
          </p:cNvPr>
          <p:cNvSpPr>
            <a:spLocks/>
          </p:cNvSpPr>
          <p:nvPr/>
        </p:nvSpPr>
        <p:spPr>
          <a:xfrm>
            <a:off x="22962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7" name="data_4846">
            <a:extLst>
              <a:ext uri="{FF2B5EF4-FFF2-40B4-BE49-F238E27FC236}">
                <a16:creationId xmlns:a16="http://schemas.microsoft.com/office/drawing/2014/main" id="{978219FC-897A-447E-ACF3-C32F5E9E4CEB}"/>
              </a:ext>
            </a:extLst>
          </p:cNvPr>
          <p:cNvSpPr>
            <a:spLocks/>
          </p:cNvSpPr>
          <p:nvPr/>
        </p:nvSpPr>
        <p:spPr>
          <a:xfrm>
            <a:off x="2387622" y="275380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8" name="data_4847">
            <a:extLst>
              <a:ext uri="{FF2B5EF4-FFF2-40B4-BE49-F238E27FC236}">
                <a16:creationId xmlns:a16="http://schemas.microsoft.com/office/drawing/2014/main" id="{83D7FB66-1470-4D1A-AEB8-EE726FF8AA1F}"/>
              </a:ext>
            </a:extLst>
          </p:cNvPr>
          <p:cNvSpPr>
            <a:spLocks/>
          </p:cNvSpPr>
          <p:nvPr/>
        </p:nvSpPr>
        <p:spPr>
          <a:xfrm>
            <a:off x="234783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19" name="data_4848">
            <a:extLst>
              <a:ext uri="{FF2B5EF4-FFF2-40B4-BE49-F238E27FC236}">
                <a16:creationId xmlns:a16="http://schemas.microsoft.com/office/drawing/2014/main" id="{A8A8AD6A-7609-403F-B8AF-4F1EFBB67EA6}"/>
              </a:ext>
            </a:extLst>
          </p:cNvPr>
          <p:cNvSpPr>
            <a:spLocks/>
          </p:cNvSpPr>
          <p:nvPr/>
        </p:nvSpPr>
        <p:spPr>
          <a:xfrm>
            <a:off x="23885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0" name="data_4849">
            <a:extLst>
              <a:ext uri="{FF2B5EF4-FFF2-40B4-BE49-F238E27FC236}">
                <a16:creationId xmlns:a16="http://schemas.microsoft.com/office/drawing/2014/main" id="{B510A80E-0F43-4432-87A0-6DF852952F6F}"/>
              </a:ext>
            </a:extLst>
          </p:cNvPr>
          <p:cNvSpPr>
            <a:spLocks/>
          </p:cNvSpPr>
          <p:nvPr/>
        </p:nvSpPr>
        <p:spPr>
          <a:xfrm>
            <a:off x="23675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1" name="data_4850">
            <a:extLst>
              <a:ext uri="{FF2B5EF4-FFF2-40B4-BE49-F238E27FC236}">
                <a16:creationId xmlns:a16="http://schemas.microsoft.com/office/drawing/2014/main" id="{D6918B8E-49C4-433D-B176-62D0EBFC06E2}"/>
              </a:ext>
            </a:extLst>
          </p:cNvPr>
          <p:cNvSpPr>
            <a:spLocks/>
          </p:cNvSpPr>
          <p:nvPr/>
        </p:nvSpPr>
        <p:spPr>
          <a:xfrm>
            <a:off x="239636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2" name="data_4851">
            <a:extLst>
              <a:ext uri="{FF2B5EF4-FFF2-40B4-BE49-F238E27FC236}">
                <a16:creationId xmlns:a16="http://schemas.microsoft.com/office/drawing/2014/main" id="{873E25D1-700F-4725-A463-DD3C1B1DAE03}"/>
              </a:ext>
            </a:extLst>
          </p:cNvPr>
          <p:cNvSpPr>
            <a:spLocks/>
          </p:cNvSpPr>
          <p:nvPr/>
        </p:nvSpPr>
        <p:spPr>
          <a:xfrm>
            <a:off x="2401899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3" name="data_4852">
            <a:extLst>
              <a:ext uri="{FF2B5EF4-FFF2-40B4-BE49-F238E27FC236}">
                <a16:creationId xmlns:a16="http://schemas.microsoft.com/office/drawing/2014/main" id="{D5891849-FD71-4D00-8C4E-0BD89D519455}"/>
              </a:ext>
            </a:extLst>
          </p:cNvPr>
          <p:cNvSpPr>
            <a:spLocks/>
          </p:cNvSpPr>
          <p:nvPr/>
        </p:nvSpPr>
        <p:spPr>
          <a:xfrm>
            <a:off x="238396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4" name="data_4853">
            <a:extLst>
              <a:ext uri="{FF2B5EF4-FFF2-40B4-BE49-F238E27FC236}">
                <a16:creationId xmlns:a16="http://schemas.microsoft.com/office/drawing/2014/main" id="{DC41082E-0BF5-44B6-8BD6-E8011985D624}"/>
              </a:ext>
            </a:extLst>
          </p:cNvPr>
          <p:cNvSpPr>
            <a:spLocks/>
          </p:cNvSpPr>
          <p:nvPr/>
        </p:nvSpPr>
        <p:spPr>
          <a:xfrm>
            <a:off x="23487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5" name="data_4854">
            <a:extLst>
              <a:ext uri="{FF2B5EF4-FFF2-40B4-BE49-F238E27FC236}">
                <a16:creationId xmlns:a16="http://schemas.microsoft.com/office/drawing/2014/main" id="{623469D4-7168-43D9-9068-5F85C32C3431}"/>
              </a:ext>
            </a:extLst>
          </p:cNvPr>
          <p:cNvSpPr>
            <a:spLocks/>
          </p:cNvSpPr>
          <p:nvPr/>
        </p:nvSpPr>
        <p:spPr>
          <a:xfrm>
            <a:off x="2508294" y="32304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6" name="data_4855">
            <a:extLst>
              <a:ext uri="{FF2B5EF4-FFF2-40B4-BE49-F238E27FC236}">
                <a16:creationId xmlns:a16="http://schemas.microsoft.com/office/drawing/2014/main" id="{6CFD567D-B957-4ABA-9119-5BEF515C2F82}"/>
              </a:ext>
            </a:extLst>
          </p:cNvPr>
          <p:cNvSpPr>
            <a:spLocks/>
          </p:cNvSpPr>
          <p:nvPr/>
        </p:nvSpPr>
        <p:spPr>
          <a:xfrm>
            <a:off x="245408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7" name="data_4856">
            <a:extLst>
              <a:ext uri="{FF2B5EF4-FFF2-40B4-BE49-F238E27FC236}">
                <a16:creationId xmlns:a16="http://schemas.microsoft.com/office/drawing/2014/main" id="{D8C84283-755F-407E-937F-5E644A5C4A94}"/>
              </a:ext>
            </a:extLst>
          </p:cNvPr>
          <p:cNvSpPr>
            <a:spLocks/>
          </p:cNvSpPr>
          <p:nvPr/>
        </p:nvSpPr>
        <p:spPr>
          <a:xfrm>
            <a:off x="22971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8" name="data_4857">
            <a:extLst>
              <a:ext uri="{FF2B5EF4-FFF2-40B4-BE49-F238E27FC236}">
                <a16:creationId xmlns:a16="http://schemas.microsoft.com/office/drawing/2014/main" id="{7B493135-F916-4DB0-9A31-3E627F7D04FD}"/>
              </a:ext>
            </a:extLst>
          </p:cNvPr>
          <p:cNvSpPr>
            <a:spLocks/>
          </p:cNvSpPr>
          <p:nvPr/>
        </p:nvSpPr>
        <p:spPr>
          <a:xfrm>
            <a:off x="235473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29" name="data_4858">
            <a:extLst>
              <a:ext uri="{FF2B5EF4-FFF2-40B4-BE49-F238E27FC236}">
                <a16:creationId xmlns:a16="http://schemas.microsoft.com/office/drawing/2014/main" id="{B06AEB99-23DD-4A19-BA1B-EFEFD49DA6A3}"/>
              </a:ext>
            </a:extLst>
          </p:cNvPr>
          <p:cNvSpPr>
            <a:spLocks/>
          </p:cNvSpPr>
          <p:nvPr/>
        </p:nvSpPr>
        <p:spPr>
          <a:xfrm>
            <a:off x="2412765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0" name="data_4859">
            <a:extLst>
              <a:ext uri="{FF2B5EF4-FFF2-40B4-BE49-F238E27FC236}">
                <a16:creationId xmlns:a16="http://schemas.microsoft.com/office/drawing/2014/main" id="{69DB7E88-6F8A-4CC8-B27C-3B23D4E6DD22}"/>
              </a:ext>
            </a:extLst>
          </p:cNvPr>
          <p:cNvSpPr>
            <a:spLocks/>
          </p:cNvSpPr>
          <p:nvPr/>
        </p:nvSpPr>
        <p:spPr>
          <a:xfrm>
            <a:off x="233175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1" name="data_4860">
            <a:extLst>
              <a:ext uri="{FF2B5EF4-FFF2-40B4-BE49-F238E27FC236}">
                <a16:creationId xmlns:a16="http://schemas.microsoft.com/office/drawing/2014/main" id="{B7263D37-444D-447B-9593-C6C1923016A4}"/>
              </a:ext>
            </a:extLst>
          </p:cNvPr>
          <p:cNvSpPr>
            <a:spLocks/>
          </p:cNvSpPr>
          <p:nvPr/>
        </p:nvSpPr>
        <p:spPr>
          <a:xfrm>
            <a:off x="2487815" y="2423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2" name="data_4861">
            <a:extLst>
              <a:ext uri="{FF2B5EF4-FFF2-40B4-BE49-F238E27FC236}">
                <a16:creationId xmlns:a16="http://schemas.microsoft.com/office/drawing/2014/main" id="{070FB710-EC47-4D08-9AAD-CD2F4EA948A4}"/>
              </a:ext>
            </a:extLst>
          </p:cNvPr>
          <p:cNvSpPr>
            <a:spLocks/>
          </p:cNvSpPr>
          <p:nvPr/>
        </p:nvSpPr>
        <p:spPr>
          <a:xfrm>
            <a:off x="2450659" y="27376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3" name="data_4862">
            <a:extLst>
              <a:ext uri="{FF2B5EF4-FFF2-40B4-BE49-F238E27FC236}">
                <a16:creationId xmlns:a16="http://schemas.microsoft.com/office/drawing/2014/main" id="{939E1B1A-9AD0-44D5-8D9E-284D566173CD}"/>
              </a:ext>
            </a:extLst>
          </p:cNvPr>
          <p:cNvSpPr>
            <a:spLocks/>
          </p:cNvSpPr>
          <p:nvPr/>
        </p:nvSpPr>
        <p:spPr>
          <a:xfrm>
            <a:off x="24521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4" name="data_4863">
            <a:extLst>
              <a:ext uri="{FF2B5EF4-FFF2-40B4-BE49-F238E27FC236}">
                <a16:creationId xmlns:a16="http://schemas.microsoft.com/office/drawing/2014/main" id="{1DACCAF0-3941-431E-8B7E-DF1B722720E1}"/>
              </a:ext>
            </a:extLst>
          </p:cNvPr>
          <p:cNvSpPr>
            <a:spLocks/>
          </p:cNvSpPr>
          <p:nvPr/>
        </p:nvSpPr>
        <p:spPr>
          <a:xfrm>
            <a:off x="24738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5" name="data_4864">
            <a:extLst>
              <a:ext uri="{FF2B5EF4-FFF2-40B4-BE49-F238E27FC236}">
                <a16:creationId xmlns:a16="http://schemas.microsoft.com/office/drawing/2014/main" id="{541A591D-887F-49BB-BE0F-7AA7E47B17A8}"/>
              </a:ext>
            </a:extLst>
          </p:cNvPr>
          <p:cNvSpPr>
            <a:spLocks/>
          </p:cNvSpPr>
          <p:nvPr/>
        </p:nvSpPr>
        <p:spPr>
          <a:xfrm>
            <a:off x="23575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6" name="data_4865">
            <a:extLst>
              <a:ext uri="{FF2B5EF4-FFF2-40B4-BE49-F238E27FC236}">
                <a16:creationId xmlns:a16="http://schemas.microsoft.com/office/drawing/2014/main" id="{5746EFF6-89CB-4EEF-980F-994707E5EF00}"/>
              </a:ext>
            </a:extLst>
          </p:cNvPr>
          <p:cNvSpPr>
            <a:spLocks/>
          </p:cNvSpPr>
          <p:nvPr/>
        </p:nvSpPr>
        <p:spPr>
          <a:xfrm>
            <a:off x="2379407" y="290702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7" name="data_4866">
            <a:extLst>
              <a:ext uri="{FF2B5EF4-FFF2-40B4-BE49-F238E27FC236}">
                <a16:creationId xmlns:a16="http://schemas.microsoft.com/office/drawing/2014/main" id="{C15A6AF0-3120-40FD-A433-85CD8F55E482}"/>
              </a:ext>
            </a:extLst>
          </p:cNvPr>
          <p:cNvSpPr>
            <a:spLocks/>
          </p:cNvSpPr>
          <p:nvPr/>
        </p:nvSpPr>
        <p:spPr>
          <a:xfrm>
            <a:off x="23131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8" name="data_4867">
            <a:extLst>
              <a:ext uri="{FF2B5EF4-FFF2-40B4-BE49-F238E27FC236}">
                <a16:creationId xmlns:a16="http://schemas.microsoft.com/office/drawing/2014/main" id="{0AA8F8B1-8900-4629-A025-F28ABFB0678C}"/>
              </a:ext>
            </a:extLst>
          </p:cNvPr>
          <p:cNvSpPr>
            <a:spLocks/>
          </p:cNvSpPr>
          <p:nvPr/>
        </p:nvSpPr>
        <p:spPr>
          <a:xfrm>
            <a:off x="2326101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39" name="data_4868">
            <a:extLst>
              <a:ext uri="{FF2B5EF4-FFF2-40B4-BE49-F238E27FC236}">
                <a16:creationId xmlns:a16="http://schemas.microsoft.com/office/drawing/2014/main" id="{907068FB-C74B-4BBC-A4F0-8BDB362AD4EF}"/>
              </a:ext>
            </a:extLst>
          </p:cNvPr>
          <p:cNvSpPr>
            <a:spLocks/>
          </p:cNvSpPr>
          <p:nvPr/>
        </p:nvSpPr>
        <p:spPr>
          <a:xfrm>
            <a:off x="239136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0" name="data_4869">
            <a:extLst>
              <a:ext uri="{FF2B5EF4-FFF2-40B4-BE49-F238E27FC236}">
                <a16:creationId xmlns:a16="http://schemas.microsoft.com/office/drawing/2014/main" id="{BC8A05D4-725B-40B5-87E4-F39ECAEC61E8}"/>
              </a:ext>
            </a:extLst>
          </p:cNvPr>
          <p:cNvSpPr>
            <a:spLocks/>
          </p:cNvSpPr>
          <p:nvPr/>
        </p:nvSpPr>
        <p:spPr>
          <a:xfrm>
            <a:off x="240233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1" name="data_4870">
            <a:extLst>
              <a:ext uri="{FF2B5EF4-FFF2-40B4-BE49-F238E27FC236}">
                <a16:creationId xmlns:a16="http://schemas.microsoft.com/office/drawing/2014/main" id="{FF5529D9-6A47-4B09-BB3C-E9FB908FA1C0}"/>
              </a:ext>
            </a:extLst>
          </p:cNvPr>
          <p:cNvSpPr>
            <a:spLocks/>
          </p:cNvSpPr>
          <p:nvPr/>
        </p:nvSpPr>
        <p:spPr>
          <a:xfrm>
            <a:off x="2437588" y="29683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2" name="data_4871">
            <a:extLst>
              <a:ext uri="{FF2B5EF4-FFF2-40B4-BE49-F238E27FC236}">
                <a16:creationId xmlns:a16="http://schemas.microsoft.com/office/drawing/2014/main" id="{AAB46CB0-3A2F-4894-AAC7-5D364560799E}"/>
              </a:ext>
            </a:extLst>
          </p:cNvPr>
          <p:cNvSpPr>
            <a:spLocks/>
          </p:cNvSpPr>
          <p:nvPr/>
        </p:nvSpPr>
        <p:spPr>
          <a:xfrm>
            <a:off x="243231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3" name="data_4872">
            <a:extLst>
              <a:ext uri="{FF2B5EF4-FFF2-40B4-BE49-F238E27FC236}">
                <a16:creationId xmlns:a16="http://schemas.microsoft.com/office/drawing/2014/main" id="{C7B3A063-A0A5-4391-B18F-35C4DBB0A8C1}"/>
              </a:ext>
            </a:extLst>
          </p:cNvPr>
          <p:cNvSpPr>
            <a:spLocks/>
          </p:cNvSpPr>
          <p:nvPr/>
        </p:nvSpPr>
        <p:spPr>
          <a:xfrm>
            <a:off x="2505461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4" name="data_4873">
            <a:extLst>
              <a:ext uri="{FF2B5EF4-FFF2-40B4-BE49-F238E27FC236}">
                <a16:creationId xmlns:a16="http://schemas.microsoft.com/office/drawing/2014/main" id="{FA5DE58E-AE33-45A6-AA1D-0855DD5BE859}"/>
              </a:ext>
            </a:extLst>
          </p:cNvPr>
          <p:cNvSpPr>
            <a:spLocks/>
          </p:cNvSpPr>
          <p:nvPr/>
        </p:nvSpPr>
        <p:spPr>
          <a:xfrm>
            <a:off x="2380823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5" name="data_4874">
            <a:extLst>
              <a:ext uri="{FF2B5EF4-FFF2-40B4-BE49-F238E27FC236}">
                <a16:creationId xmlns:a16="http://schemas.microsoft.com/office/drawing/2014/main" id="{581B0A83-493B-4C1F-A5CB-387EDDA44AFC}"/>
              </a:ext>
            </a:extLst>
          </p:cNvPr>
          <p:cNvSpPr>
            <a:spLocks/>
          </p:cNvSpPr>
          <p:nvPr/>
        </p:nvSpPr>
        <p:spPr>
          <a:xfrm>
            <a:off x="232381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6" name="data_4875">
            <a:extLst>
              <a:ext uri="{FF2B5EF4-FFF2-40B4-BE49-F238E27FC236}">
                <a16:creationId xmlns:a16="http://schemas.microsoft.com/office/drawing/2014/main" id="{ECD318DD-82AC-4B42-928F-72C54EE2D6AB}"/>
              </a:ext>
            </a:extLst>
          </p:cNvPr>
          <p:cNvSpPr>
            <a:spLocks/>
          </p:cNvSpPr>
          <p:nvPr/>
        </p:nvSpPr>
        <p:spPr>
          <a:xfrm>
            <a:off x="236322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7" name="data_4876">
            <a:extLst>
              <a:ext uri="{FF2B5EF4-FFF2-40B4-BE49-F238E27FC236}">
                <a16:creationId xmlns:a16="http://schemas.microsoft.com/office/drawing/2014/main" id="{4D0495E0-314A-453F-8424-B9D5E47A3FE8}"/>
              </a:ext>
            </a:extLst>
          </p:cNvPr>
          <p:cNvSpPr>
            <a:spLocks/>
          </p:cNvSpPr>
          <p:nvPr/>
        </p:nvSpPr>
        <p:spPr>
          <a:xfrm>
            <a:off x="2353484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8" name="data_4877">
            <a:extLst>
              <a:ext uri="{FF2B5EF4-FFF2-40B4-BE49-F238E27FC236}">
                <a16:creationId xmlns:a16="http://schemas.microsoft.com/office/drawing/2014/main" id="{62B15F01-83B4-45EC-8763-67BCEB18E3E2}"/>
              </a:ext>
            </a:extLst>
          </p:cNvPr>
          <p:cNvSpPr>
            <a:spLocks/>
          </p:cNvSpPr>
          <p:nvPr/>
        </p:nvSpPr>
        <p:spPr>
          <a:xfrm>
            <a:off x="2330478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49" name="data_4878">
            <a:extLst>
              <a:ext uri="{FF2B5EF4-FFF2-40B4-BE49-F238E27FC236}">
                <a16:creationId xmlns:a16="http://schemas.microsoft.com/office/drawing/2014/main" id="{0E14A2AE-5267-4DB8-8A5A-5DEA1BA19873}"/>
              </a:ext>
            </a:extLst>
          </p:cNvPr>
          <p:cNvSpPr>
            <a:spLocks/>
          </p:cNvSpPr>
          <p:nvPr/>
        </p:nvSpPr>
        <p:spPr>
          <a:xfrm>
            <a:off x="2398361" y="33896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0" name="data_4879">
            <a:extLst>
              <a:ext uri="{FF2B5EF4-FFF2-40B4-BE49-F238E27FC236}">
                <a16:creationId xmlns:a16="http://schemas.microsoft.com/office/drawing/2014/main" id="{CDCE9CAD-B216-4452-B2C7-F50845816750}"/>
              </a:ext>
            </a:extLst>
          </p:cNvPr>
          <p:cNvSpPr>
            <a:spLocks/>
          </p:cNvSpPr>
          <p:nvPr/>
        </p:nvSpPr>
        <p:spPr>
          <a:xfrm>
            <a:off x="240431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1" name="data_4880">
            <a:extLst>
              <a:ext uri="{FF2B5EF4-FFF2-40B4-BE49-F238E27FC236}">
                <a16:creationId xmlns:a16="http://schemas.microsoft.com/office/drawing/2014/main" id="{5FCCD588-417D-4244-A6CA-2E40C9B6C129}"/>
              </a:ext>
            </a:extLst>
          </p:cNvPr>
          <p:cNvSpPr>
            <a:spLocks/>
          </p:cNvSpPr>
          <p:nvPr/>
        </p:nvSpPr>
        <p:spPr>
          <a:xfrm>
            <a:off x="2473257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2" name="data_4881">
            <a:extLst>
              <a:ext uri="{FF2B5EF4-FFF2-40B4-BE49-F238E27FC236}">
                <a16:creationId xmlns:a16="http://schemas.microsoft.com/office/drawing/2014/main" id="{FE3742B3-F172-4306-9381-A784D3455E00}"/>
              </a:ext>
            </a:extLst>
          </p:cNvPr>
          <p:cNvSpPr>
            <a:spLocks/>
          </p:cNvSpPr>
          <p:nvPr/>
        </p:nvSpPr>
        <p:spPr>
          <a:xfrm>
            <a:off x="240813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3" name="data_4882">
            <a:extLst>
              <a:ext uri="{FF2B5EF4-FFF2-40B4-BE49-F238E27FC236}">
                <a16:creationId xmlns:a16="http://schemas.microsoft.com/office/drawing/2014/main" id="{AA1F2C07-8DC4-46B7-AB51-0407ECC18F0B}"/>
              </a:ext>
            </a:extLst>
          </p:cNvPr>
          <p:cNvSpPr>
            <a:spLocks/>
          </p:cNvSpPr>
          <p:nvPr/>
        </p:nvSpPr>
        <p:spPr>
          <a:xfrm>
            <a:off x="248726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4" name="data_4883">
            <a:extLst>
              <a:ext uri="{FF2B5EF4-FFF2-40B4-BE49-F238E27FC236}">
                <a16:creationId xmlns:a16="http://schemas.microsoft.com/office/drawing/2014/main" id="{711AE034-914B-4BD3-A884-295FC89428AC}"/>
              </a:ext>
            </a:extLst>
          </p:cNvPr>
          <p:cNvSpPr>
            <a:spLocks/>
          </p:cNvSpPr>
          <p:nvPr/>
        </p:nvSpPr>
        <p:spPr>
          <a:xfrm>
            <a:off x="23456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5" name="data_4884">
            <a:extLst>
              <a:ext uri="{FF2B5EF4-FFF2-40B4-BE49-F238E27FC236}">
                <a16:creationId xmlns:a16="http://schemas.microsoft.com/office/drawing/2014/main" id="{4FAA3C42-6C77-4A3B-AE6C-90937AED058E}"/>
              </a:ext>
            </a:extLst>
          </p:cNvPr>
          <p:cNvSpPr>
            <a:spLocks/>
          </p:cNvSpPr>
          <p:nvPr/>
        </p:nvSpPr>
        <p:spPr>
          <a:xfrm>
            <a:off x="236108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6" name="data_4885">
            <a:extLst>
              <a:ext uri="{FF2B5EF4-FFF2-40B4-BE49-F238E27FC236}">
                <a16:creationId xmlns:a16="http://schemas.microsoft.com/office/drawing/2014/main" id="{C97679DF-7F56-4FFA-85E5-34E07997B777}"/>
              </a:ext>
            </a:extLst>
          </p:cNvPr>
          <p:cNvSpPr>
            <a:spLocks/>
          </p:cNvSpPr>
          <p:nvPr/>
        </p:nvSpPr>
        <p:spPr>
          <a:xfrm>
            <a:off x="2480310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7" name="data_4886">
            <a:extLst>
              <a:ext uri="{FF2B5EF4-FFF2-40B4-BE49-F238E27FC236}">
                <a16:creationId xmlns:a16="http://schemas.microsoft.com/office/drawing/2014/main" id="{D414E51E-3691-4F11-A182-29612B3CF789}"/>
              </a:ext>
            </a:extLst>
          </p:cNvPr>
          <p:cNvSpPr>
            <a:spLocks/>
          </p:cNvSpPr>
          <p:nvPr/>
        </p:nvSpPr>
        <p:spPr>
          <a:xfrm>
            <a:off x="23430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8" name="data_4887">
            <a:extLst>
              <a:ext uri="{FF2B5EF4-FFF2-40B4-BE49-F238E27FC236}">
                <a16:creationId xmlns:a16="http://schemas.microsoft.com/office/drawing/2014/main" id="{8B6FA47E-9F41-4DE6-96F0-5FEACE929BBC}"/>
              </a:ext>
            </a:extLst>
          </p:cNvPr>
          <p:cNvSpPr>
            <a:spLocks/>
          </p:cNvSpPr>
          <p:nvPr/>
        </p:nvSpPr>
        <p:spPr>
          <a:xfrm>
            <a:off x="2369712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59" name="data_4888">
            <a:extLst>
              <a:ext uri="{FF2B5EF4-FFF2-40B4-BE49-F238E27FC236}">
                <a16:creationId xmlns:a16="http://schemas.microsoft.com/office/drawing/2014/main" id="{7C724FDB-D0F9-44B4-932C-EFC6EBFA27BB}"/>
              </a:ext>
            </a:extLst>
          </p:cNvPr>
          <p:cNvSpPr>
            <a:spLocks/>
          </p:cNvSpPr>
          <p:nvPr/>
        </p:nvSpPr>
        <p:spPr>
          <a:xfrm>
            <a:off x="240862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0" name="data_4889">
            <a:extLst>
              <a:ext uri="{FF2B5EF4-FFF2-40B4-BE49-F238E27FC236}">
                <a16:creationId xmlns:a16="http://schemas.microsoft.com/office/drawing/2014/main" id="{28CDD3B2-22F1-4520-87D0-BB727BED9CC8}"/>
              </a:ext>
            </a:extLst>
          </p:cNvPr>
          <p:cNvSpPr>
            <a:spLocks/>
          </p:cNvSpPr>
          <p:nvPr/>
        </p:nvSpPr>
        <p:spPr>
          <a:xfrm>
            <a:off x="2452248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1" name="data_4890">
            <a:extLst>
              <a:ext uri="{FF2B5EF4-FFF2-40B4-BE49-F238E27FC236}">
                <a16:creationId xmlns:a16="http://schemas.microsoft.com/office/drawing/2014/main" id="{54E48FFC-6293-422B-A43A-96BA90EF6E07}"/>
              </a:ext>
            </a:extLst>
          </p:cNvPr>
          <p:cNvSpPr>
            <a:spLocks/>
          </p:cNvSpPr>
          <p:nvPr/>
        </p:nvSpPr>
        <p:spPr>
          <a:xfrm>
            <a:off x="241141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2" name="data_4891">
            <a:extLst>
              <a:ext uri="{FF2B5EF4-FFF2-40B4-BE49-F238E27FC236}">
                <a16:creationId xmlns:a16="http://schemas.microsoft.com/office/drawing/2014/main" id="{6521630E-C03A-44DB-92C4-DDEF37FC4338}"/>
              </a:ext>
            </a:extLst>
          </p:cNvPr>
          <p:cNvSpPr>
            <a:spLocks/>
          </p:cNvSpPr>
          <p:nvPr/>
        </p:nvSpPr>
        <p:spPr>
          <a:xfrm>
            <a:off x="338702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3" name="data_4892">
            <a:extLst>
              <a:ext uri="{FF2B5EF4-FFF2-40B4-BE49-F238E27FC236}">
                <a16:creationId xmlns:a16="http://schemas.microsoft.com/office/drawing/2014/main" id="{434BCF53-88CF-4173-9C56-80302DE98364}"/>
              </a:ext>
            </a:extLst>
          </p:cNvPr>
          <p:cNvSpPr>
            <a:spLocks/>
          </p:cNvSpPr>
          <p:nvPr/>
        </p:nvSpPr>
        <p:spPr>
          <a:xfrm>
            <a:off x="340303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4" name="data_4893">
            <a:extLst>
              <a:ext uri="{FF2B5EF4-FFF2-40B4-BE49-F238E27FC236}">
                <a16:creationId xmlns:a16="http://schemas.microsoft.com/office/drawing/2014/main" id="{7F34A6EE-AE0F-498A-9F83-41D6AC88A3B9}"/>
              </a:ext>
            </a:extLst>
          </p:cNvPr>
          <p:cNvSpPr>
            <a:spLocks/>
          </p:cNvSpPr>
          <p:nvPr/>
        </p:nvSpPr>
        <p:spPr>
          <a:xfrm>
            <a:off x="33570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5" name="data_4894">
            <a:extLst>
              <a:ext uri="{FF2B5EF4-FFF2-40B4-BE49-F238E27FC236}">
                <a16:creationId xmlns:a16="http://schemas.microsoft.com/office/drawing/2014/main" id="{33B2FD28-11D5-4B65-915B-F32C5EF25326}"/>
              </a:ext>
            </a:extLst>
          </p:cNvPr>
          <p:cNvSpPr>
            <a:spLocks/>
          </p:cNvSpPr>
          <p:nvPr/>
        </p:nvSpPr>
        <p:spPr>
          <a:xfrm>
            <a:off x="33545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6" name="data_4895">
            <a:extLst>
              <a:ext uri="{FF2B5EF4-FFF2-40B4-BE49-F238E27FC236}">
                <a16:creationId xmlns:a16="http://schemas.microsoft.com/office/drawing/2014/main" id="{81A47AE4-DC2F-49E3-B254-2791040FEA8C}"/>
              </a:ext>
            </a:extLst>
          </p:cNvPr>
          <p:cNvSpPr>
            <a:spLocks/>
          </p:cNvSpPr>
          <p:nvPr/>
        </p:nvSpPr>
        <p:spPr>
          <a:xfrm>
            <a:off x="3355683" y="309250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7" name="data_4896">
            <a:extLst>
              <a:ext uri="{FF2B5EF4-FFF2-40B4-BE49-F238E27FC236}">
                <a16:creationId xmlns:a16="http://schemas.microsoft.com/office/drawing/2014/main" id="{458AAB0E-1AEC-4785-A1B4-FC3EA517CCE6}"/>
              </a:ext>
            </a:extLst>
          </p:cNvPr>
          <p:cNvSpPr>
            <a:spLocks/>
          </p:cNvSpPr>
          <p:nvPr/>
        </p:nvSpPr>
        <p:spPr>
          <a:xfrm>
            <a:off x="34410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8" name="data_4897">
            <a:extLst>
              <a:ext uri="{FF2B5EF4-FFF2-40B4-BE49-F238E27FC236}">
                <a16:creationId xmlns:a16="http://schemas.microsoft.com/office/drawing/2014/main" id="{5177F7AC-C222-42FC-A7EF-9DA8DD26B3A5}"/>
              </a:ext>
            </a:extLst>
          </p:cNvPr>
          <p:cNvSpPr>
            <a:spLocks/>
          </p:cNvSpPr>
          <p:nvPr/>
        </p:nvSpPr>
        <p:spPr>
          <a:xfrm>
            <a:off x="337688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69" name="data_4898">
            <a:extLst>
              <a:ext uri="{FF2B5EF4-FFF2-40B4-BE49-F238E27FC236}">
                <a16:creationId xmlns:a16="http://schemas.microsoft.com/office/drawing/2014/main" id="{0AC775D3-65A6-4A17-8AC5-E227B8F24735}"/>
              </a:ext>
            </a:extLst>
          </p:cNvPr>
          <p:cNvSpPr>
            <a:spLocks/>
          </p:cNvSpPr>
          <p:nvPr/>
        </p:nvSpPr>
        <p:spPr>
          <a:xfrm>
            <a:off x="339598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0" name="data_4899">
            <a:extLst>
              <a:ext uri="{FF2B5EF4-FFF2-40B4-BE49-F238E27FC236}">
                <a16:creationId xmlns:a16="http://schemas.microsoft.com/office/drawing/2014/main" id="{6EE47196-5E1E-41B2-9CF3-92DEA2903C0E}"/>
              </a:ext>
            </a:extLst>
          </p:cNvPr>
          <p:cNvSpPr>
            <a:spLocks/>
          </p:cNvSpPr>
          <p:nvPr/>
        </p:nvSpPr>
        <p:spPr>
          <a:xfrm>
            <a:off x="328598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1" name="data_4900">
            <a:extLst>
              <a:ext uri="{FF2B5EF4-FFF2-40B4-BE49-F238E27FC236}">
                <a16:creationId xmlns:a16="http://schemas.microsoft.com/office/drawing/2014/main" id="{C51E0AE6-4C8A-45E7-9C76-6C0F4A7C5CC1}"/>
              </a:ext>
            </a:extLst>
          </p:cNvPr>
          <p:cNvSpPr>
            <a:spLocks/>
          </p:cNvSpPr>
          <p:nvPr/>
        </p:nvSpPr>
        <p:spPr>
          <a:xfrm>
            <a:off x="348353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2" name="data_4901">
            <a:extLst>
              <a:ext uri="{FF2B5EF4-FFF2-40B4-BE49-F238E27FC236}">
                <a16:creationId xmlns:a16="http://schemas.microsoft.com/office/drawing/2014/main" id="{4A2AEEAC-6F00-401B-8B73-A88730714EB2}"/>
              </a:ext>
            </a:extLst>
          </p:cNvPr>
          <p:cNvSpPr>
            <a:spLocks/>
          </p:cNvSpPr>
          <p:nvPr/>
        </p:nvSpPr>
        <p:spPr>
          <a:xfrm>
            <a:off x="3455280" y="246268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3" name="data_4902">
            <a:extLst>
              <a:ext uri="{FF2B5EF4-FFF2-40B4-BE49-F238E27FC236}">
                <a16:creationId xmlns:a16="http://schemas.microsoft.com/office/drawing/2014/main" id="{6D53B09A-BD14-403F-A2FC-09CF0903B51B}"/>
              </a:ext>
            </a:extLst>
          </p:cNvPr>
          <p:cNvSpPr>
            <a:spLocks/>
          </p:cNvSpPr>
          <p:nvPr/>
        </p:nvSpPr>
        <p:spPr>
          <a:xfrm>
            <a:off x="3309724" y="2575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4" name="data_4903">
            <a:extLst>
              <a:ext uri="{FF2B5EF4-FFF2-40B4-BE49-F238E27FC236}">
                <a16:creationId xmlns:a16="http://schemas.microsoft.com/office/drawing/2014/main" id="{C84182DB-4990-4651-AEE3-C596C33FDA78}"/>
              </a:ext>
            </a:extLst>
          </p:cNvPr>
          <p:cNvSpPr>
            <a:spLocks/>
          </p:cNvSpPr>
          <p:nvPr/>
        </p:nvSpPr>
        <p:spPr>
          <a:xfrm>
            <a:off x="336031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5" name="data_4904">
            <a:extLst>
              <a:ext uri="{FF2B5EF4-FFF2-40B4-BE49-F238E27FC236}">
                <a16:creationId xmlns:a16="http://schemas.microsoft.com/office/drawing/2014/main" id="{B8EA995E-F0E7-493F-A8DF-8854275DE899}"/>
              </a:ext>
            </a:extLst>
          </p:cNvPr>
          <p:cNvSpPr>
            <a:spLocks/>
          </p:cNvSpPr>
          <p:nvPr/>
        </p:nvSpPr>
        <p:spPr>
          <a:xfrm>
            <a:off x="3491055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6" name="data_4905">
            <a:extLst>
              <a:ext uri="{FF2B5EF4-FFF2-40B4-BE49-F238E27FC236}">
                <a16:creationId xmlns:a16="http://schemas.microsoft.com/office/drawing/2014/main" id="{A0B53DCB-69C8-487E-9D7E-7478F6F398DA}"/>
              </a:ext>
            </a:extLst>
          </p:cNvPr>
          <p:cNvSpPr>
            <a:spLocks/>
          </p:cNvSpPr>
          <p:nvPr/>
        </p:nvSpPr>
        <p:spPr>
          <a:xfrm>
            <a:off x="327956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7" name="data_4906">
            <a:extLst>
              <a:ext uri="{FF2B5EF4-FFF2-40B4-BE49-F238E27FC236}">
                <a16:creationId xmlns:a16="http://schemas.microsoft.com/office/drawing/2014/main" id="{B1420C25-B083-494E-AAE6-CA8C1240A9E0}"/>
              </a:ext>
            </a:extLst>
          </p:cNvPr>
          <p:cNvSpPr>
            <a:spLocks/>
          </p:cNvSpPr>
          <p:nvPr/>
        </p:nvSpPr>
        <p:spPr>
          <a:xfrm>
            <a:off x="338525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8" name="data_4907">
            <a:extLst>
              <a:ext uri="{FF2B5EF4-FFF2-40B4-BE49-F238E27FC236}">
                <a16:creationId xmlns:a16="http://schemas.microsoft.com/office/drawing/2014/main" id="{14505FC8-A551-430F-80B4-13058C412A9B}"/>
              </a:ext>
            </a:extLst>
          </p:cNvPr>
          <p:cNvSpPr>
            <a:spLocks/>
          </p:cNvSpPr>
          <p:nvPr/>
        </p:nvSpPr>
        <p:spPr>
          <a:xfrm>
            <a:off x="339626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79" name="data_4908">
            <a:extLst>
              <a:ext uri="{FF2B5EF4-FFF2-40B4-BE49-F238E27FC236}">
                <a16:creationId xmlns:a16="http://schemas.microsoft.com/office/drawing/2014/main" id="{6689A989-15F3-4646-94BB-B967C7790749}"/>
              </a:ext>
            </a:extLst>
          </p:cNvPr>
          <p:cNvSpPr>
            <a:spLocks/>
          </p:cNvSpPr>
          <p:nvPr/>
        </p:nvSpPr>
        <p:spPr>
          <a:xfrm>
            <a:off x="3382340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0" name="data_4909">
            <a:extLst>
              <a:ext uri="{FF2B5EF4-FFF2-40B4-BE49-F238E27FC236}">
                <a16:creationId xmlns:a16="http://schemas.microsoft.com/office/drawing/2014/main" id="{F85C32BA-B2B4-472F-9B13-39B8DC6AF833}"/>
              </a:ext>
            </a:extLst>
          </p:cNvPr>
          <p:cNvSpPr>
            <a:spLocks/>
          </p:cNvSpPr>
          <p:nvPr/>
        </p:nvSpPr>
        <p:spPr>
          <a:xfrm>
            <a:off x="34923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1" name="data_4910">
            <a:extLst>
              <a:ext uri="{FF2B5EF4-FFF2-40B4-BE49-F238E27FC236}">
                <a16:creationId xmlns:a16="http://schemas.microsoft.com/office/drawing/2014/main" id="{17DB5FC1-F92A-44F1-83A7-F49F7A6FE533}"/>
              </a:ext>
            </a:extLst>
          </p:cNvPr>
          <p:cNvSpPr>
            <a:spLocks/>
          </p:cNvSpPr>
          <p:nvPr/>
        </p:nvSpPr>
        <p:spPr>
          <a:xfrm>
            <a:off x="3461399" y="29261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2" name="data_4911">
            <a:extLst>
              <a:ext uri="{FF2B5EF4-FFF2-40B4-BE49-F238E27FC236}">
                <a16:creationId xmlns:a16="http://schemas.microsoft.com/office/drawing/2014/main" id="{496F49DE-CA18-4955-B826-130859965830}"/>
              </a:ext>
            </a:extLst>
          </p:cNvPr>
          <p:cNvSpPr>
            <a:spLocks/>
          </p:cNvSpPr>
          <p:nvPr/>
        </p:nvSpPr>
        <p:spPr>
          <a:xfrm>
            <a:off x="3295574" y="33241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3" name="data_4912">
            <a:extLst>
              <a:ext uri="{FF2B5EF4-FFF2-40B4-BE49-F238E27FC236}">
                <a16:creationId xmlns:a16="http://schemas.microsoft.com/office/drawing/2014/main" id="{054E6C4C-177E-4905-B567-FCB2D14510A1}"/>
              </a:ext>
            </a:extLst>
          </p:cNvPr>
          <p:cNvSpPr>
            <a:spLocks/>
          </p:cNvSpPr>
          <p:nvPr/>
        </p:nvSpPr>
        <p:spPr>
          <a:xfrm>
            <a:off x="33201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4" name="data_4913">
            <a:extLst>
              <a:ext uri="{FF2B5EF4-FFF2-40B4-BE49-F238E27FC236}">
                <a16:creationId xmlns:a16="http://schemas.microsoft.com/office/drawing/2014/main" id="{E066179A-17F7-4359-908B-238541A3009F}"/>
              </a:ext>
            </a:extLst>
          </p:cNvPr>
          <p:cNvSpPr>
            <a:spLocks/>
          </p:cNvSpPr>
          <p:nvPr/>
        </p:nvSpPr>
        <p:spPr>
          <a:xfrm>
            <a:off x="3345024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5" name="data_4914">
            <a:extLst>
              <a:ext uri="{FF2B5EF4-FFF2-40B4-BE49-F238E27FC236}">
                <a16:creationId xmlns:a16="http://schemas.microsoft.com/office/drawing/2014/main" id="{FEAA13DC-49E3-42AB-A019-654B4662BEFF}"/>
              </a:ext>
            </a:extLst>
          </p:cNvPr>
          <p:cNvSpPr>
            <a:spLocks/>
          </p:cNvSpPr>
          <p:nvPr/>
        </p:nvSpPr>
        <p:spPr>
          <a:xfrm>
            <a:off x="3385159" y="292617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6" name="data_4915">
            <a:extLst>
              <a:ext uri="{FF2B5EF4-FFF2-40B4-BE49-F238E27FC236}">
                <a16:creationId xmlns:a16="http://schemas.microsoft.com/office/drawing/2014/main" id="{D5C8BCE6-2E96-48D6-83B8-014F91E9FF4C}"/>
              </a:ext>
            </a:extLst>
          </p:cNvPr>
          <p:cNvSpPr>
            <a:spLocks/>
          </p:cNvSpPr>
          <p:nvPr/>
        </p:nvSpPr>
        <p:spPr>
          <a:xfrm>
            <a:off x="34514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7" name="data_4916">
            <a:extLst>
              <a:ext uri="{FF2B5EF4-FFF2-40B4-BE49-F238E27FC236}">
                <a16:creationId xmlns:a16="http://schemas.microsoft.com/office/drawing/2014/main" id="{99D4844E-7BE6-403C-8D6F-32058C913545}"/>
              </a:ext>
            </a:extLst>
          </p:cNvPr>
          <p:cNvSpPr>
            <a:spLocks/>
          </p:cNvSpPr>
          <p:nvPr/>
        </p:nvSpPr>
        <p:spPr>
          <a:xfrm>
            <a:off x="341191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8" name="data_4917">
            <a:extLst>
              <a:ext uri="{FF2B5EF4-FFF2-40B4-BE49-F238E27FC236}">
                <a16:creationId xmlns:a16="http://schemas.microsoft.com/office/drawing/2014/main" id="{3CDF4F40-85C9-47A6-B037-0D7D469756DE}"/>
              </a:ext>
            </a:extLst>
          </p:cNvPr>
          <p:cNvSpPr>
            <a:spLocks/>
          </p:cNvSpPr>
          <p:nvPr/>
        </p:nvSpPr>
        <p:spPr>
          <a:xfrm>
            <a:off x="3463706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89" name="data_4918">
            <a:extLst>
              <a:ext uri="{FF2B5EF4-FFF2-40B4-BE49-F238E27FC236}">
                <a16:creationId xmlns:a16="http://schemas.microsoft.com/office/drawing/2014/main" id="{4D082252-0A60-4BC5-BD71-BBCB0C508CE7}"/>
              </a:ext>
            </a:extLst>
          </p:cNvPr>
          <p:cNvSpPr>
            <a:spLocks/>
          </p:cNvSpPr>
          <p:nvPr/>
        </p:nvSpPr>
        <p:spPr>
          <a:xfrm>
            <a:off x="33246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0" name="data_4919">
            <a:extLst>
              <a:ext uri="{FF2B5EF4-FFF2-40B4-BE49-F238E27FC236}">
                <a16:creationId xmlns:a16="http://schemas.microsoft.com/office/drawing/2014/main" id="{6F140D86-00CA-426E-916E-79D68AA400FB}"/>
              </a:ext>
            </a:extLst>
          </p:cNvPr>
          <p:cNvSpPr>
            <a:spLocks/>
          </p:cNvSpPr>
          <p:nvPr/>
        </p:nvSpPr>
        <p:spPr>
          <a:xfrm>
            <a:off x="3400060" y="36184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1" name="data_4920">
            <a:extLst>
              <a:ext uri="{FF2B5EF4-FFF2-40B4-BE49-F238E27FC236}">
                <a16:creationId xmlns:a16="http://schemas.microsoft.com/office/drawing/2014/main" id="{16C35E70-E24B-44E5-A0B0-824C76979F3D}"/>
              </a:ext>
            </a:extLst>
          </p:cNvPr>
          <p:cNvSpPr>
            <a:spLocks/>
          </p:cNvSpPr>
          <p:nvPr/>
        </p:nvSpPr>
        <p:spPr>
          <a:xfrm>
            <a:off x="340128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2" name="data_4921">
            <a:extLst>
              <a:ext uri="{FF2B5EF4-FFF2-40B4-BE49-F238E27FC236}">
                <a16:creationId xmlns:a16="http://schemas.microsoft.com/office/drawing/2014/main" id="{77A586BE-BA39-4930-AD57-D73CB111039F}"/>
              </a:ext>
            </a:extLst>
          </p:cNvPr>
          <p:cNvSpPr>
            <a:spLocks/>
          </p:cNvSpPr>
          <p:nvPr/>
        </p:nvSpPr>
        <p:spPr>
          <a:xfrm>
            <a:off x="32782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3" name="data_4922">
            <a:extLst>
              <a:ext uri="{FF2B5EF4-FFF2-40B4-BE49-F238E27FC236}">
                <a16:creationId xmlns:a16="http://schemas.microsoft.com/office/drawing/2014/main" id="{3ECD50AE-D61A-49E1-AAF2-A6ED631FE3F9}"/>
              </a:ext>
            </a:extLst>
          </p:cNvPr>
          <p:cNvSpPr>
            <a:spLocks/>
          </p:cNvSpPr>
          <p:nvPr/>
        </p:nvSpPr>
        <p:spPr>
          <a:xfrm>
            <a:off x="3284804" y="35257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4" name="data_4923">
            <a:extLst>
              <a:ext uri="{FF2B5EF4-FFF2-40B4-BE49-F238E27FC236}">
                <a16:creationId xmlns:a16="http://schemas.microsoft.com/office/drawing/2014/main" id="{7987B29D-BB6C-4567-8B5A-099528AC0617}"/>
              </a:ext>
            </a:extLst>
          </p:cNvPr>
          <p:cNvSpPr>
            <a:spLocks/>
          </p:cNvSpPr>
          <p:nvPr/>
        </p:nvSpPr>
        <p:spPr>
          <a:xfrm>
            <a:off x="334161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5" name="data_4924">
            <a:extLst>
              <a:ext uri="{FF2B5EF4-FFF2-40B4-BE49-F238E27FC236}">
                <a16:creationId xmlns:a16="http://schemas.microsoft.com/office/drawing/2014/main" id="{944D68D5-6A2F-4E20-AFF5-8FA457BCCCF4}"/>
              </a:ext>
            </a:extLst>
          </p:cNvPr>
          <p:cNvSpPr>
            <a:spLocks/>
          </p:cNvSpPr>
          <p:nvPr/>
        </p:nvSpPr>
        <p:spPr>
          <a:xfrm>
            <a:off x="331708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6" name="data_4925">
            <a:extLst>
              <a:ext uri="{FF2B5EF4-FFF2-40B4-BE49-F238E27FC236}">
                <a16:creationId xmlns:a16="http://schemas.microsoft.com/office/drawing/2014/main" id="{EE638FB7-66AE-4E80-AE5A-126E7C7F2968}"/>
              </a:ext>
            </a:extLst>
          </p:cNvPr>
          <p:cNvSpPr>
            <a:spLocks/>
          </p:cNvSpPr>
          <p:nvPr/>
        </p:nvSpPr>
        <p:spPr>
          <a:xfrm>
            <a:off x="33707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7" name="data_4926">
            <a:extLst>
              <a:ext uri="{FF2B5EF4-FFF2-40B4-BE49-F238E27FC236}">
                <a16:creationId xmlns:a16="http://schemas.microsoft.com/office/drawing/2014/main" id="{0A8682A3-A6D3-492C-88D8-9DCCEFAA77EC}"/>
              </a:ext>
            </a:extLst>
          </p:cNvPr>
          <p:cNvSpPr>
            <a:spLocks/>
          </p:cNvSpPr>
          <p:nvPr/>
        </p:nvSpPr>
        <p:spPr>
          <a:xfrm>
            <a:off x="334136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8" name="data_4927">
            <a:extLst>
              <a:ext uri="{FF2B5EF4-FFF2-40B4-BE49-F238E27FC236}">
                <a16:creationId xmlns:a16="http://schemas.microsoft.com/office/drawing/2014/main" id="{8939E8AE-CFEB-4237-960B-FBB5A34C6612}"/>
              </a:ext>
            </a:extLst>
          </p:cNvPr>
          <p:cNvSpPr>
            <a:spLocks/>
          </p:cNvSpPr>
          <p:nvPr/>
        </p:nvSpPr>
        <p:spPr>
          <a:xfrm>
            <a:off x="343880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599" name="data_4928">
            <a:extLst>
              <a:ext uri="{FF2B5EF4-FFF2-40B4-BE49-F238E27FC236}">
                <a16:creationId xmlns:a16="http://schemas.microsoft.com/office/drawing/2014/main" id="{244089BB-4C79-4E84-AC1A-4A309AE30135}"/>
              </a:ext>
            </a:extLst>
          </p:cNvPr>
          <p:cNvSpPr>
            <a:spLocks/>
          </p:cNvSpPr>
          <p:nvPr/>
        </p:nvSpPr>
        <p:spPr>
          <a:xfrm>
            <a:off x="343302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0" name="data_4929">
            <a:extLst>
              <a:ext uri="{FF2B5EF4-FFF2-40B4-BE49-F238E27FC236}">
                <a16:creationId xmlns:a16="http://schemas.microsoft.com/office/drawing/2014/main" id="{D7301224-4F24-48F3-8A5A-C86F3349D941}"/>
              </a:ext>
            </a:extLst>
          </p:cNvPr>
          <p:cNvSpPr>
            <a:spLocks/>
          </p:cNvSpPr>
          <p:nvPr/>
        </p:nvSpPr>
        <p:spPr>
          <a:xfrm>
            <a:off x="327352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1" name="data_4930">
            <a:extLst>
              <a:ext uri="{FF2B5EF4-FFF2-40B4-BE49-F238E27FC236}">
                <a16:creationId xmlns:a16="http://schemas.microsoft.com/office/drawing/2014/main" id="{8961F985-0494-4C4F-98A4-E924076CF57C}"/>
              </a:ext>
            </a:extLst>
          </p:cNvPr>
          <p:cNvSpPr>
            <a:spLocks/>
          </p:cNvSpPr>
          <p:nvPr/>
        </p:nvSpPr>
        <p:spPr>
          <a:xfrm>
            <a:off x="3361222" y="25048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2" name="data_4931">
            <a:extLst>
              <a:ext uri="{FF2B5EF4-FFF2-40B4-BE49-F238E27FC236}">
                <a16:creationId xmlns:a16="http://schemas.microsoft.com/office/drawing/2014/main" id="{DD3F9E4D-642D-4426-9AAB-B75108CF0943}"/>
              </a:ext>
            </a:extLst>
          </p:cNvPr>
          <p:cNvSpPr>
            <a:spLocks/>
          </p:cNvSpPr>
          <p:nvPr/>
        </p:nvSpPr>
        <p:spPr>
          <a:xfrm>
            <a:off x="33847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3" name="data_4932">
            <a:extLst>
              <a:ext uri="{FF2B5EF4-FFF2-40B4-BE49-F238E27FC236}">
                <a16:creationId xmlns:a16="http://schemas.microsoft.com/office/drawing/2014/main" id="{CDE049F1-7CA4-4E7C-A530-04CAE9FBF859}"/>
              </a:ext>
            </a:extLst>
          </p:cNvPr>
          <p:cNvSpPr>
            <a:spLocks/>
          </p:cNvSpPr>
          <p:nvPr/>
        </p:nvSpPr>
        <p:spPr>
          <a:xfrm>
            <a:off x="3389412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4" name="data_4933">
            <a:extLst>
              <a:ext uri="{FF2B5EF4-FFF2-40B4-BE49-F238E27FC236}">
                <a16:creationId xmlns:a16="http://schemas.microsoft.com/office/drawing/2014/main" id="{AA3EFE55-156E-4F8F-AA11-5C64ACFFC34D}"/>
              </a:ext>
            </a:extLst>
          </p:cNvPr>
          <p:cNvSpPr>
            <a:spLocks/>
          </p:cNvSpPr>
          <p:nvPr/>
        </p:nvSpPr>
        <p:spPr>
          <a:xfrm>
            <a:off x="338009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5" name="data_4934">
            <a:extLst>
              <a:ext uri="{FF2B5EF4-FFF2-40B4-BE49-F238E27FC236}">
                <a16:creationId xmlns:a16="http://schemas.microsoft.com/office/drawing/2014/main" id="{E00FD51A-8769-43B9-82BA-88B1962AFFA8}"/>
              </a:ext>
            </a:extLst>
          </p:cNvPr>
          <p:cNvSpPr>
            <a:spLocks/>
          </p:cNvSpPr>
          <p:nvPr/>
        </p:nvSpPr>
        <p:spPr>
          <a:xfrm>
            <a:off x="3451043" y="38391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6" name="data_4935">
            <a:extLst>
              <a:ext uri="{FF2B5EF4-FFF2-40B4-BE49-F238E27FC236}">
                <a16:creationId xmlns:a16="http://schemas.microsoft.com/office/drawing/2014/main" id="{E37D15A2-DCBC-4128-B604-3F6B94870C61}"/>
              </a:ext>
            </a:extLst>
          </p:cNvPr>
          <p:cNvSpPr>
            <a:spLocks/>
          </p:cNvSpPr>
          <p:nvPr/>
        </p:nvSpPr>
        <p:spPr>
          <a:xfrm>
            <a:off x="32931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7" name="data_4936">
            <a:extLst>
              <a:ext uri="{FF2B5EF4-FFF2-40B4-BE49-F238E27FC236}">
                <a16:creationId xmlns:a16="http://schemas.microsoft.com/office/drawing/2014/main" id="{75EE657D-ED75-48C2-A281-36A0A6642670}"/>
              </a:ext>
            </a:extLst>
          </p:cNvPr>
          <p:cNvSpPr>
            <a:spLocks/>
          </p:cNvSpPr>
          <p:nvPr/>
        </p:nvSpPr>
        <p:spPr>
          <a:xfrm>
            <a:off x="32916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8" name="data_4937">
            <a:extLst>
              <a:ext uri="{FF2B5EF4-FFF2-40B4-BE49-F238E27FC236}">
                <a16:creationId xmlns:a16="http://schemas.microsoft.com/office/drawing/2014/main" id="{EF5DBA03-947E-4906-A304-69C2A05C3F54}"/>
              </a:ext>
            </a:extLst>
          </p:cNvPr>
          <p:cNvSpPr>
            <a:spLocks/>
          </p:cNvSpPr>
          <p:nvPr/>
        </p:nvSpPr>
        <p:spPr>
          <a:xfrm>
            <a:off x="3320771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09" name="data_4938">
            <a:extLst>
              <a:ext uri="{FF2B5EF4-FFF2-40B4-BE49-F238E27FC236}">
                <a16:creationId xmlns:a16="http://schemas.microsoft.com/office/drawing/2014/main" id="{2CBB6E4C-5868-4307-9361-7945DDDFB66E}"/>
              </a:ext>
            </a:extLst>
          </p:cNvPr>
          <p:cNvSpPr>
            <a:spLocks/>
          </p:cNvSpPr>
          <p:nvPr/>
        </p:nvSpPr>
        <p:spPr>
          <a:xfrm>
            <a:off x="34034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0" name="data_4939">
            <a:extLst>
              <a:ext uri="{FF2B5EF4-FFF2-40B4-BE49-F238E27FC236}">
                <a16:creationId xmlns:a16="http://schemas.microsoft.com/office/drawing/2014/main" id="{91A3FA00-C6B6-4E6D-BE6A-308AF4970D32}"/>
              </a:ext>
            </a:extLst>
          </p:cNvPr>
          <p:cNvSpPr>
            <a:spLocks/>
          </p:cNvSpPr>
          <p:nvPr/>
        </p:nvSpPr>
        <p:spPr>
          <a:xfrm>
            <a:off x="336462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1" name="data_4940">
            <a:extLst>
              <a:ext uri="{FF2B5EF4-FFF2-40B4-BE49-F238E27FC236}">
                <a16:creationId xmlns:a16="http://schemas.microsoft.com/office/drawing/2014/main" id="{3B7245C3-B94F-4826-9BB6-4F7ACE19C79B}"/>
              </a:ext>
            </a:extLst>
          </p:cNvPr>
          <p:cNvSpPr>
            <a:spLocks/>
          </p:cNvSpPr>
          <p:nvPr/>
        </p:nvSpPr>
        <p:spPr>
          <a:xfrm>
            <a:off x="3454490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2" name="data_4941">
            <a:extLst>
              <a:ext uri="{FF2B5EF4-FFF2-40B4-BE49-F238E27FC236}">
                <a16:creationId xmlns:a16="http://schemas.microsoft.com/office/drawing/2014/main" id="{E9F02625-887F-41D4-9AD9-442AAA362762}"/>
              </a:ext>
            </a:extLst>
          </p:cNvPr>
          <p:cNvSpPr>
            <a:spLocks/>
          </p:cNvSpPr>
          <p:nvPr/>
        </p:nvSpPr>
        <p:spPr>
          <a:xfrm>
            <a:off x="3459346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3" name="data_4942">
            <a:extLst>
              <a:ext uri="{FF2B5EF4-FFF2-40B4-BE49-F238E27FC236}">
                <a16:creationId xmlns:a16="http://schemas.microsoft.com/office/drawing/2014/main" id="{27DD56AF-1AE3-43CB-8CCF-5E9C85626C89}"/>
              </a:ext>
            </a:extLst>
          </p:cNvPr>
          <p:cNvSpPr>
            <a:spLocks/>
          </p:cNvSpPr>
          <p:nvPr/>
        </p:nvSpPr>
        <p:spPr>
          <a:xfrm>
            <a:off x="333772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4" name="data_4943">
            <a:extLst>
              <a:ext uri="{FF2B5EF4-FFF2-40B4-BE49-F238E27FC236}">
                <a16:creationId xmlns:a16="http://schemas.microsoft.com/office/drawing/2014/main" id="{1A4C9938-11F0-44E8-A1B3-44C2195572D3}"/>
              </a:ext>
            </a:extLst>
          </p:cNvPr>
          <p:cNvSpPr>
            <a:spLocks/>
          </p:cNvSpPr>
          <p:nvPr/>
        </p:nvSpPr>
        <p:spPr>
          <a:xfrm>
            <a:off x="3348690" y="38742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5" name="data_4944">
            <a:extLst>
              <a:ext uri="{FF2B5EF4-FFF2-40B4-BE49-F238E27FC236}">
                <a16:creationId xmlns:a16="http://schemas.microsoft.com/office/drawing/2014/main" id="{6EF81238-354F-4993-8A9E-CBEC2C0AF399}"/>
              </a:ext>
            </a:extLst>
          </p:cNvPr>
          <p:cNvSpPr>
            <a:spLocks/>
          </p:cNvSpPr>
          <p:nvPr/>
        </p:nvSpPr>
        <p:spPr>
          <a:xfrm>
            <a:off x="3325537" y="27472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6" name="data_4945">
            <a:extLst>
              <a:ext uri="{FF2B5EF4-FFF2-40B4-BE49-F238E27FC236}">
                <a16:creationId xmlns:a16="http://schemas.microsoft.com/office/drawing/2014/main" id="{D0C629BD-0E4D-4E2A-BA94-37663FBC55E8}"/>
              </a:ext>
            </a:extLst>
          </p:cNvPr>
          <p:cNvSpPr>
            <a:spLocks/>
          </p:cNvSpPr>
          <p:nvPr/>
        </p:nvSpPr>
        <p:spPr>
          <a:xfrm>
            <a:off x="3396843" y="389930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7" name="data_4946">
            <a:extLst>
              <a:ext uri="{FF2B5EF4-FFF2-40B4-BE49-F238E27FC236}">
                <a16:creationId xmlns:a16="http://schemas.microsoft.com/office/drawing/2014/main" id="{8E8F6629-B63D-4385-97D9-7F791A1B68AE}"/>
              </a:ext>
            </a:extLst>
          </p:cNvPr>
          <p:cNvSpPr>
            <a:spLocks/>
          </p:cNvSpPr>
          <p:nvPr/>
        </p:nvSpPr>
        <p:spPr>
          <a:xfrm>
            <a:off x="342822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8" name="data_4947">
            <a:extLst>
              <a:ext uri="{FF2B5EF4-FFF2-40B4-BE49-F238E27FC236}">
                <a16:creationId xmlns:a16="http://schemas.microsoft.com/office/drawing/2014/main" id="{A20A5ECB-0394-42DE-AF54-A8D3675F1CE9}"/>
              </a:ext>
            </a:extLst>
          </p:cNvPr>
          <p:cNvSpPr>
            <a:spLocks/>
          </p:cNvSpPr>
          <p:nvPr/>
        </p:nvSpPr>
        <p:spPr>
          <a:xfrm>
            <a:off x="3387342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19" name="data_4948">
            <a:extLst>
              <a:ext uri="{FF2B5EF4-FFF2-40B4-BE49-F238E27FC236}">
                <a16:creationId xmlns:a16="http://schemas.microsoft.com/office/drawing/2014/main" id="{981A7AD3-B006-4770-8F06-59BAB02DC22A}"/>
              </a:ext>
            </a:extLst>
          </p:cNvPr>
          <p:cNvSpPr>
            <a:spLocks/>
          </p:cNvSpPr>
          <p:nvPr/>
        </p:nvSpPr>
        <p:spPr>
          <a:xfrm>
            <a:off x="3479034" y="3347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0" name="data_4949">
            <a:extLst>
              <a:ext uri="{FF2B5EF4-FFF2-40B4-BE49-F238E27FC236}">
                <a16:creationId xmlns:a16="http://schemas.microsoft.com/office/drawing/2014/main" id="{91602C6C-5CDB-4CE4-9AB8-AEC6452CFF09}"/>
              </a:ext>
            </a:extLst>
          </p:cNvPr>
          <p:cNvSpPr>
            <a:spLocks/>
          </p:cNvSpPr>
          <p:nvPr/>
        </p:nvSpPr>
        <p:spPr>
          <a:xfrm>
            <a:off x="3488634" y="39387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1" name="data_4950">
            <a:extLst>
              <a:ext uri="{FF2B5EF4-FFF2-40B4-BE49-F238E27FC236}">
                <a16:creationId xmlns:a16="http://schemas.microsoft.com/office/drawing/2014/main" id="{9E40848E-5510-42F3-92CD-1B68A2572E88}"/>
              </a:ext>
            </a:extLst>
          </p:cNvPr>
          <p:cNvSpPr>
            <a:spLocks/>
          </p:cNvSpPr>
          <p:nvPr/>
        </p:nvSpPr>
        <p:spPr>
          <a:xfrm>
            <a:off x="340092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2" name="data_4951">
            <a:extLst>
              <a:ext uri="{FF2B5EF4-FFF2-40B4-BE49-F238E27FC236}">
                <a16:creationId xmlns:a16="http://schemas.microsoft.com/office/drawing/2014/main" id="{C0149FDD-FAC8-4B8D-B7A0-1986CA6818EA}"/>
              </a:ext>
            </a:extLst>
          </p:cNvPr>
          <p:cNvSpPr>
            <a:spLocks/>
          </p:cNvSpPr>
          <p:nvPr/>
        </p:nvSpPr>
        <p:spPr>
          <a:xfrm>
            <a:off x="337829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3" name="data_4952">
            <a:extLst>
              <a:ext uri="{FF2B5EF4-FFF2-40B4-BE49-F238E27FC236}">
                <a16:creationId xmlns:a16="http://schemas.microsoft.com/office/drawing/2014/main" id="{6F8CE31C-1812-44EE-B0F3-85823AD9A965}"/>
              </a:ext>
            </a:extLst>
          </p:cNvPr>
          <p:cNvSpPr>
            <a:spLocks/>
          </p:cNvSpPr>
          <p:nvPr/>
        </p:nvSpPr>
        <p:spPr>
          <a:xfrm>
            <a:off x="340407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4" name="data_4953">
            <a:extLst>
              <a:ext uri="{FF2B5EF4-FFF2-40B4-BE49-F238E27FC236}">
                <a16:creationId xmlns:a16="http://schemas.microsoft.com/office/drawing/2014/main" id="{8B761EAB-DD33-4922-B28F-B94A5344DC2A}"/>
              </a:ext>
            </a:extLst>
          </p:cNvPr>
          <p:cNvSpPr>
            <a:spLocks/>
          </p:cNvSpPr>
          <p:nvPr/>
        </p:nvSpPr>
        <p:spPr>
          <a:xfrm>
            <a:off x="341190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5" name="data_4954">
            <a:extLst>
              <a:ext uri="{FF2B5EF4-FFF2-40B4-BE49-F238E27FC236}">
                <a16:creationId xmlns:a16="http://schemas.microsoft.com/office/drawing/2014/main" id="{3525935F-0FBE-43B1-BAF7-E330AC50421F}"/>
              </a:ext>
            </a:extLst>
          </p:cNvPr>
          <p:cNvSpPr>
            <a:spLocks/>
          </p:cNvSpPr>
          <p:nvPr/>
        </p:nvSpPr>
        <p:spPr>
          <a:xfrm>
            <a:off x="33185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6" name="data_4955">
            <a:extLst>
              <a:ext uri="{FF2B5EF4-FFF2-40B4-BE49-F238E27FC236}">
                <a16:creationId xmlns:a16="http://schemas.microsoft.com/office/drawing/2014/main" id="{EC783858-5BB0-4380-84BA-A8C058AD1D68}"/>
              </a:ext>
            </a:extLst>
          </p:cNvPr>
          <p:cNvSpPr>
            <a:spLocks/>
          </p:cNvSpPr>
          <p:nvPr/>
        </p:nvSpPr>
        <p:spPr>
          <a:xfrm>
            <a:off x="342707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7" name="data_4956">
            <a:extLst>
              <a:ext uri="{FF2B5EF4-FFF2-40B4-BE49-F238E27FC236}">
                <a16:creationId xmlns:a16="http://schemas.microsoft.com/office/drawing/2014/main" id="{A861D283-BFC6-4704-9D5A-200E9E16CBC6}"/>
              </a:ext>
            </a:extLst>
          </p:cNvPr>
          <p:cNvSpPr>
            <a:spLocks/>
          </p:cNvSpPr>
          <p:nvPr/>
        </p:nvSpPr>
        <p:spPr>
          <a:xfrm>
            <a:off x="3468599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8" name="data_4957">
            <a:extLst>
              <a:ext uri="{FF2B5EF4-FFF2-40B4-BE49-F238E27FC236}">
                <a16:creationId xmlns:a16="http://schemas.microsoft.com/office/drawing/2014/main" id="{FA508DEB-7F4C-4FBB-A372-61DA27958E42}"/>
              </a:ext>
            </a:extLst>
          </p:cNvPr>
          <p:cNvSpPr>
            <a:spLocks/>
          </p:cNvSpPr>
          <p:nvPr/>
        </p:nvSpPr>
        <p:spPr>
          <a:xfrm>
            <a:off x="332679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29" name="data_4958">
            <a:extLst>
              <a:ext uri="{FF2B5EF4-FFF2-40B4-BE49-F238E27FC236}">
                <a16:creationId xmlns:a16="http://schemas.microsoft.com/office/drawing/2014/main" id="{B3559A8A-B3A2-4427-BFD2-316119DA70B7}"/>
              </a:ext>
            </a:extLst>
          </p:cNvPr>
          <p:cNvSpPr>
            <a:spLocks/>
          </p:cNvSpPr>
          <p:nvPr/>
        </p:nvSpPr>
        <p:spPr>
          <a:xfrm>
            <a:off x="327527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0" name="data_4959">
            <a:extLst>
              <a:ext uri="{FF2B5EF4-FFF2-40B4-BE49-F238E27FC236}">
                <a16:creationId xmlns:a16="http://schemas.microsoft.com/office/drawing/2014/main" id="{0E353633-C4FC-4A5F-A326-AB815E720D6D}"/>
              </a:ext>
            </a:extLst>
          </p:cNvPr>
          <p:cNvSpPr>
            <a:spLocks/>
          </p:cNvSpPr>
          <p:nvPr/>
        </p:nvSpPr>
        <p:spPr>
          <a:xfrm>
            <a:off x="3434561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1" name="data_4960">
            <a:extLst>
              <a:ext uri="{FF2B5EF4-FFF2-40B4-BE49-F238E27FC236}">
                <a16:creationId xmlns:a16="http://schemas.microsoft.com/office/drawing/2014/main" id="{9558E0E4-03CE-4AC1-8758-06C07DE14EA8}"/>
              </a:ext>
            </a:extLst>
          </p:cNvPr>
          <p:cNvSpPr>
            <a:spLocks/>
          </p:cNvSpPr>
          <p:nvPr/>
        </p:nvSpPr>
        <p:spPr>
          <a:xfrm>
            <a:off x="331748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2" name="data_4961">
            <a:extLst>
              <a:ext uri="{FF2B5EF4-FFF2-40B4-BE49-F238E27FC236}">
                <a16:creationId xmlns:a16="http://schemas.microsoft.com/office/drawing/2014/main" id="{AC79556D-FA0E-4BBA-881B-6CF231EE5A6D}"/>
              </a:ext>
            </a:extLst>
          </p:cNvPr>
          <p:cNvSpPr>
            <a:spLocks/>
          </p:cNvSpPr>
          <p:nvPr/>
        </p:nvSpPr>
        <p:spPr>
          <a:xfrm>
            <a:off x="3352985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3" name="data_4962">
            <a:extLst>
              <a:ext uri="{FF2B5EF4-FFF2-40B4-BE49-F238E27FC236}">
                <a16:creationId xmlns:a16="http://schemas.microsoft.com/office/drawing/2014/main" id="{4DB6C371-DA23-43C0-B100-F0FDEBE17442}"/>
              </a:ext>
            </a:extLst>
          </p:cNvPr>
          <p:cNvSpPr>
            <a:spLocks/>
          </p:cNvSpPr>
          <p:nvPr/>
        </p:nvSpPr>
        <p:spPr>
          <a:xfrm>
            <a:off x="3324244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4" name="data_4963">
            <a:extLst>
              <a:ext uri="{FF2B5EF4-FFF2-40B4-BE49-F238E27FC236}">
                <a16:creationId xmlns:a16="http://schemas.microsoft.com/office/drawing/2014/main" id="{67E91C0F-3943-42E6-9D97-D1DC69B839C2}"/>
              </a:ext>
            </a:extLst>
          </p:cNvPr>
          <p:cNvSpPr>
            <a:spLocks/>
          </p:cNvSpPr>
          <p:nvPr/>
        </p:nvSpPr>
        <p:spPr>
          <a:xfrm>
            <a:off x="330061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5" name="data_4964">
            <a:extLst>
              <a:ext uri="{FF2B5EF4-FFF2-40B4-BE49-F238E27FC236}">
                <a16:creationId xmlns:a16="http://schemas.microsoft.com/office/drawing/2014/main" id="{CA79B308-ECAB-490D-ADFE-E4107658818F}"/>
              </a:ext>
            </a:extLst>
          </p:cNvPr>
          <p:cNvSpPr>
            <a:spLocks/>
          </p:cNvSpPr>
          <p:nvPr/>
        </p:nvSpPr>
        <p:spPr>
          <a:xfrm>
            <a:off x="340970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6" name="data_4965">
            <a:extLst>
              <a:ext uri="{FF2B5EF4-FFF2-40B4-BE49-F238E27FC236}">
                <a16:creationId xmlns:a16="http://schemas.microsoft.com/office/drawing/2014/main" id="{882C3D24-264C-4D77-8C4F-DB776181D3A7}"/>
              </a:ext>
            </a:extLst>
          </p:cNvPr>
          <p:cNvSpPr>
            <a:spLocks/>
          </p:cNvSpPr>
          <p:nvPr/>
        </p:nvSpPr>
        <p:spPr>
          <a:xfrm>
            <a:off x="3448364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7" name="data_4966">
            <a:extLst>
              <a:ext uri="{FF2B5EF4-FFF2-40B4-BE49-F238E27FC236}">
                <a16:creationId xmlns:a16="http://schemas.microsoft.com/office/drawing/2014/main" id="{CC9D1C7F-609D-45D5-9963-91112F472FBD}"/>
              </a:ext>
            </a:extLst>
          </p:cNvPr>
          <p:cNvSpPr>
            <a:spLocks/>
          </p:cNvSpPr>
          <p:nvPr/>
        </p:nvSpPr>
        <p:spPr>
          <a:xfrm>
            <a:off x="3301021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8" name="data_4967">
            <a:extLst>
              <a:ext uri="{FF2B5EF4-FFF2-40B4-BE49-F238E27FC236}">
                <a16:creationId xmlns:a16="http://schemas.microsoft.com/office/drawing/2014/main" id="{D1F05483-3BBD-4E57-902F-5740C802CE20}"/>
              </a:ext>
            </a:extLst>
          </p:cNvPr>
          <p:cNvSpPr>
            <a:spLocks/>
          </p:cNvSpPr>
          <p:nvPr/>
        </p:nvSpPr>
        <p:spPr>
          <a:xfrm>
            <a:off x="333629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39" name="data_4968">
            <a:extLst>
              <a:ext uri="{FF2B5EF4-FFF2-40B4-BE49-F238E27FC236}">
                <a16:creationId xmlns:a16="http://schemas.microsoft.com/office/drawing/2014/main" id="{DD3D1D42-8364-4C0F-9584-7C77D41A34F2}"/>
              </a:ext>
            </a:extLst>
          </p:cNvPr>
          <p:cNvSpPr>
            <a:spLocks/>
          </p:cNvSpPr>
          <p:nvPr/>
        </p:nvSpPr>
        <p:spPr>
          <a:xfrm>
            <a:off x="34504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0" name="data_4969">
            <a:extLst>
              <a:ext uri="{FF2B5EF4-FFF2-40B4-BE49-F238E27FC236}">
                <a16:creationId xmlns:a16="http://schemas.microsoft.com/office/drawing/2014/main" id="{C3C0BECF-810A-4EF5-94FC-F1AACE8F1953}"/>
              </a:ext>
            </a:extLst>
          </p:cNvPr>
          <p:cNvSpPr>
            <a:spLocks/>
          </p:cNvSpPr>
          <p:nvPr/>
        </p:nvSpPr>
        <p:spPr>
          <a:xfrm>
            <a:off x="335792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1" name="data_4970">
            <a:extLst>
              <a:ext uri="{FF2B5EF4-FFF2-40B4-BE49-F238E27FC236}">
                <a16:creationId xmlns:a16="http://schemas.microsoft.com/office/drawing/2014/main" id="{702BB4BE-BFA2-411F-B893-7BDB51898F7B}"/>
              </a:ext>
            </a:extLst>
          </p:cNvPr>
          <p:cNvSpPr>
            <a:spLocks/>
          </p:cNvSpPr>
          <p:nvPr/>
        </p:nvSpPr>
        <p:spPr>
          <a:xfrm>
            <a:off x="335304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2" name="data_4971">
            <a:extLst>
              <a:ext uri="{FF2B5EF4-FFF2-40B4-BE49-F238E27FC236}">
                <a16:creationId xmlns:a16="http://schemas.microsoft.com/office/drawing/2014/main" id="{A0754C6C-2B7C-452A-AB99-D88DC000692B}"/>
              </a:ext>
            </a:extLst>
          </p:cNvPr>
          <p:cNvSpPr>
            <a:spLocks/>
          </p:cNvSpPr>
          <p:nvPr/>
        </p:nvSpPr>
        <p:spPr>
          <a:xfrm>
            <a:off x="330348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3" name="data_4972">
            <a:extLst>
              <a:ext uri="{FF2B5EF4-FFF2-40B4-BE49-F238E27FC236}">
                <a16:creationId xmlns:a16="http://schemas.microsoft.com/office/drawing/2014/main" id="{FD1DF046-8E5A-49D9-A87E-91D7A65F3291}"/>
              </a:ext>
            </a:extLst>
          </p:cNvPr>
          <p:cNvSpPr>
            <a:spLocks/>
          </p:cNvSpPr>
          <p:nvPr/>
        </p:nvSpPr>
        <p:spPr>
          <a:xfrm>
            <a:off x="3490682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4" name="data_4973">
            <a:extLst>
              <a:ext uri="{FF2B5EF4-FFF2-40B4-BE49-F238E27FC236}">
                <a16:creationId xmlns:a16="http://schemas.microsoft.com/office/drawing/2014/main" id="{8D53561D-65B2-4109-9B00-E573F15B7649}"/>
              </a:ext>
            </a:extLst>
          </p:cNvPr>
          <p:cNvSpPr>
            <a:spLocks/>
          </p:cNvSpPr>
          <p:nvPr/>
        </p:nvSpPr>
        <p:spPr>
          <a:xfrm>
            <a:off x="3422598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5" name="data_4974">
            <a:extLst>
              <a:ext uri="{FF2B5EF4-FFF2-40B4-BE49-F238E27FC236}">
                <a16:creationId xmlns:a16="http://schemas.microsoft.com/office/drawing/2014/main" id="{383D9E12-90F7-4D70-A8F8-379A953747C4}"/>
              </a:ext>
            </a:extLst>
          </p:cNvPr>
          <p:cNvSpPr>
            <a:spLocks/>
          </p:cNvSpPr>
          <p:nvPr/>
        </p:nvSpPr>
        <p:spPr>
          <a:xfrm>
            <a:off x="335722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6" name="data_4975">
            <a:extLst>
              <a:ext uri="{FF2B5EF4-FFF2-40B4-BE49-F238E27FC236}">
                <a16:creationId xmlns:a16="http://schemas.microsoft.com/office/drawing/2014/main" id="{D362621C-0780-4D47-A6C0-4C04F624F088}"/>
              </a:ext>
            </a:extLst>
          </p:cNvPr>
          <p:cNvSpPr>
            <a:spLocks/>
          </p:cNvSpPr>
          <p:nvPr/>
        </p:nvSpPr>
        <p:spPr>
          <a:xfrm>
            <a:off x="330781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7" name="data_4976">
            <a:extLst>
              <a:ext uri="{FF2B5EF4-FFF2-40B4-BE49-F238E27FC236}">
                <a16:creationId xmlns:a16="http://schemas.microsoft.com/office/drawing/2014/main" id="{6933FF9B-E2C5-4744-A36F-B001B718BD56}"/>
              </a:ext>
            </a:extLst>
          </p:cNvPr>
          <p:cNvSpPr>
            <a:spLocks/>
          </p:cNvSpPr>
          <p:nvPr/>
        </p:nvSpPr>
        <p:spPr>
          <a:xfrm>
            <a:off x="3419557" y="3849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8" name="data_4977">
            <a:extLst>
              <a:ext uri="{FF2B5EF4-FFF2-40B4-BE49-F238E27FC236}">
                <a16:creationId xmlns:a16="http://schemas.microsoft.com/office/drawing/2014/main" id="{6CC99847-E24C-47C0-A11D-30D22F3C3988}"/>
              </a:ext>
            </a:extLst>
          </p:cNvPr>
          <p:cNvSpPr>
            <a:spLocks/>
          </p:cNvSpPr>
          <p:nvPr/>
        </p:nvSpPr>
        <p:spPr>
          <a:xfrm>
            <a:off x="336592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49" name="data_4978">
            <a:extLst>
              <a:ext uri="{FF2B5EF4-FFF2-40B4-BE49-F238E27FC236}">
                <a16:creationId xmlns:a16="http://schemas.microsoft.com/office/drawing/2014/main" id="{D1769BCD-1CEC-458C-A028-3A92263D2DDC}"/>
              </a:ext>
            </a:extLst>
          </p:cNvPr>
          <p:cNvSpPr>
            <a:spLocks/>
          </p:cNvSpPr>
          <p:nvPr/>
        </p:nvSpPr>
        <p:spPr>
          <a:xfrm>
            <a:off x="336038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0" name="data_4979">
            <a:extLst>
              <a:ext uri="{FF2B5EF4-FFF2-40B4-BE49-F238E27FC236}">
                <a16:creationId xmlns:a16="http://schemas.microsoft.com/office/drawing/2014/main" id="{6B2FCC54-4D84-4666-8956-818B607D1C86}"/>
              </a:ext>
            </a:extLst>
          </p:cNvPr>
          <p:cNvSpPr>
            <a:spLocks/>
          </p:cNvSpPr>
          <p:nvPr/>
        </p:nvSpPr>
        <p:spPr>
          <a:xfrm>
            <a:off x="333066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1" name="data_4980">
            <a:extLst>
              <a:ext uri="{FF2B5EF4-FFF2-40B4-BE49-F238E27FC236}">
                <a16:creationId xmlns:a16="http://schemas.microsoft.com/office/drawing/2014/main" id="{165E47E7-5043-4127-BE9F-30A59E008C1C}"/>
              </a:ext>
            </a:extLst>
          </p:cNvPr>
          <p:cNvSpPr>
            <a:spLocks/>
          </p:cNvSpPr>
          <p:nvPr/>
        </p:nvSpPr>
        <p:spPr>
          <a:xfrm>
            <a:off x="337419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2" name="data_4981">
            <a:extLst>
              <a:ext uri="{FF2B5EF4-FFF2-40B4-BE49-F238E27FC236}">
                <a16:creationId xmlns:a16="http://schemas.microsoft.com/office/drawing/2014/main" id="{EAAEB829-1F1D-4934-B816-7A7DBF584675}"/>
              </a:ext>
            </a:extLst>
          </p:cNvPr>
          <p:cNvSpPr>
            <a:spLocks/>
          </p:cNvSpPr>
          <p:nvPr/>
        </p:nvSpPr>
        <p:spPr>
          <a:xfrm>
            <a:off x="335387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3" name="data_4982">
            <a:extLst>
              <a:ext uri="{FF2B5EF4-FFF2-40B4-BE49-F238E27FC236}">
                <a16:creationId xmlns:a16="http://schemas.microsoft.com/office/drawing/2014/main" id="{8CDEDAAD-9572-4BEA-A93F-853CB2CCAD61}"/>
              </a:ext>
            </a:extLst>
          </p:cNvPr>
          <p:cNvSpPr>
            <a:spLocks/>
          </p:cNvSpPr>
          <p:nvPr/>
        </p:nvSpPr>
        <p:spPr>
          <a:xfrm>
            <a:off x="337141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4" name="data_4983">
            <a:extLst>
              <a:ext uri="{FF2B5EF4-FFF2-40B4-BE49-F238E27FC236}">
                <a16:creationId xmlns:a16="http://schemas.microsoft.com/office/drawing/2014/main" id="{A55C5372-92E9-459B-96A3-D23CF2A21121}"/>
              </a:ext>
            </a:extLst>
          </p:cNvPr>
          <p:cNvSpPr>
            <a:spLocks/>
          </p:cNvSpPr>
          <p:nvPr/>
        </p:nvSpPr>
        <p:spPr>
          <a:xfrm>
            <a:off x="348167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5" name="data_4984">
            <a:extLst>
              <a:ext uri="{FF2B5EF4-FFF2-40B4-BE49-F238E27FC236}">
                <a16:creationId xmlns:a16="http://schemas.microsoft.com/office/drawing/2014/main" id="{160A6D63-DBE5-4480-A9DC-F9BD7AC0CB60}"/>
              </a:ext>
            </a:extLst>
          </p:cNvPr>
          <p:cNvSpPr>
            <a:spLocks/>
          </p:cNvSpPr>
          <p:nvPr/>
        </p:nvSpPr>
        <p:spPr>
          <a:xfrm>
            <a:off x="329105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6" name="data_4985">
            <a:extLst>
              <a:ext uri="{FF2B5EF4-FFF2-40B4-BE49-F238E27FC236}">
                <a16:creationId xmlns:a16="http://schemas.microsoft.com/office/drawing/2014/main" id="{1B5FD708-9DD2-466C-BD22-679F8ED4CD4F}"/>
              </a:ext>
            </a:extLst>
          </p:cNvPr>
          <p:cNvSpPr>
            <a:spLocks/>
          </p:cNvSpPr>
          <p:nvPr/>
        </p:nvSpPr>
        <p:spPr>
          <a:xfrm>
            <a:off x="344231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7" name="data_4986">
            <a:extLst>
              <a:ext uri="{FF2B5EF4-FFF2-40B4-BE49-F238E27FC236}">
                <a16:creationId xmlns:a16="http://schemas.microsoft.com/office/drawing/2014/main" id="{AB9A332E-111C-4365-AD5A-C2F587C971B3}"/>
              </a:ext>
            </a:extLst>
          </p:cNvPr>
          <p:cNvSpPr>
            <a:spLocks/>
          </p:cNvSpPr>
          <p:nvPr/>
        </p:nvSpPr>
        <p:spPr>
          <a:xfrm>
            <a:off x="3461003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8" name="data_4987">
            <a:extLst>
              <a:ext uri="{FF2B5EF4-FFF2-40B4-BE49-F238E27FC236}">
                <a16:creationId xmlns:a16="http://schemas.microsoft.com/office/drawing/2014/main" id="{D229F13E-B65B-4AA7-A341-6ACEB6FF45C8}"/>
              </a:ext>
            </a:extLst>
          </p:cNvPr>
          <p:cNvSpPr>
            <a:spLocks/>
          </p:cNvSpPr>
          <p:nvPr/>
        </p:nvSpPr>
        <p:spPr>
          <a:xfrm>
            <a:off x="337337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59" name="data_4988">
            <a:extLst>
              <a:ext uri="{FF2B5EF4-FFF2-40B4-BE49-F238E27FC236}">
                <a16:creationId xmlns:a16="http://schemas.microsoft.com/office/drawing/2014/main" id="{189DCD62-28FA-436C-966B-9E84BDAFAA72}"/>
              </a:ext>
            </a:extLst>
          </p:cNvPr>
          <p:cNvSpPr>
            <a:spLocks/>
          </p:cNvSpPr>
          <p:nvPr/>
        </p:nvSpPr>
        <p:spPr>
          <a:xfrm>
            <a:off x="3473249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0" name="data_4989">
            <a:extLst>
              <a:ext uri="{FF2B5EF4-FFF2-40B4-BE49-F238E27FC236}">
                <a16:creationId xmlns:a16="http://schemas.microsoft.com/office/drawing/2014/main" id="{BB2FCAE2-3E4B-4D69-A44F-DB11AA39BB6E}"/>
              </a:ext>
            </a:extLst>
          </p:cNvPr>
          <p:cNvSpPr>
            <a:spLocks/>
          </p:cNvSpPr>
          <p:nvPr/>
        </p:nvSpPr>
        <p:spPr>
          <a:xfrm>
            <a:off x="3292051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1" name="data_4990">
            <a:extLst>
              <a:ext uri="{FF2B5EF4-FFF2-40B4-BE49-F238E27FC236}">
                <a16:creationId xmlns:a16="http://schemas.microsoft.com/office/drawing/2014/main" id="{4E39FAB9-BF2A-48F1-9F29-2DB1B737E829}"/>
              </a:ext>
            </a:extLst>
          </p:cNvPr>
          <p:cNvSpPr>
            <a:spLocks/>
          </p:cNvSpPr>
          <p:nvPr/>
        </p:nvSpPr>
        <p:spPr>
          <a:xfrm>
            <a:off x="3361646" y="280709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2" name="data_4991">
            <a:extLst>
              <a:ext uri="{FF2B5EF4-FFF2-40B4-BE49-F238E27FC236}">
                <a16:creationId xmlns:a16="http://schemas.microsoft.com/office/drawing/2014/main" id="{CB0C714B-D956-48AB-87DD-44A33D5AEA2A}"/>
              </a:ext>
            </a:extLst>
          </p:cNvPr>
          <p:cNvSpPr>
            <a:spLocks/>
          </p:cNvSpPr>
          <p:nvPr/>
        </p:nvSpPr>
        <p:spPr>
          <a:xfrm>
            <a:off x="3327572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3" name="data_4992">
            <a:extLst>
              <a:ext uri="{FF2B5EF4-FFF2-40B4-BE49-F238E27FC236}">
                <a16:creationId xmlns:a16="http://schemas.microsoft.com/office/drawing/2014/main" id="{9F12E740-5B8C-4127-9D81-ED9F3F1DB306}"/>
              </a:ext>
            </a:extLst>
          </p:cNvPr>
          <p:cNvSpPr>
            <a:spLocks/>
          </p:cNvSpPr>
          <p:nvPr/>
        </p:nvSpPr>
        <p:spPr>
          <a:xfrm>
            <a:off x="34350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4" name="data_4993">
            <a:extLst>
              <a:ext uri="{FF2B5EF4-FFF2-40B4-BE49-F238E27FC236}">
                <a16:creationId xmlns:a16="http://schemas.microsoft.com/office/drawing/2014/main" id="{441343DB-4EE6-464E-8861-FDAD096A6D58}"/>
              </a:ext>
            </a:extLst>
          </p:cNvPr>
          <p:cNvSpPr>
            <a:spLocks/>
          </p:cNvSpPr>
          <p:nvPr/>
        </p:nvSpPr>
        <p:spPr>
          <a:xfrm>
            <a:off x="340193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5" name="data_4994">
            <a:extLst>
              <a:ext uri="{FF2B5EF4-FFF2-40B4-BE49-F238E27FC236}">
                <a16:creationId xmlns:a16="http://schemas.microsoft.com/office/drawing/2014/main" id="{5D0AE020-6B0B-48B0-A9A2-CEEEE3075528}"/>
              </a:ext>
            </a:extLst>
          </p:cNvPr>
          <p:cNvSpPr>
            <a:spLocks/>
          </p:cNvSpPr>
          <p:nvPr/>
        </p:nvSpPr>
        <p:spPr>
          <a:xfrm>
            <a:off x="3473343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6" name="data_4995">
            <a:extLst>
              <a:ext uri="{FF2B5EF4-FFF2-40B4-BE49-F238E27FC236}">
                <a16:creationId xmlns:a16="http://schemas.microsoft.com/office/drawing/2014/main" id="{EA39D101-58AF-45D3-B2E6-370BF9DA4338}"/>
              </a:ext>
            </a:extLst>
          </p:cNvPr>
          <p:cNvSpPr>
            <a:spLocks/>
          </p:cNvSpPr>
          <p:nvPr/>
        </p:nvSpPr>
        <p:spPr>
          <a:xfrm>
            <a:off x="3315400" y="307203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7" name="data_4996">
            <a:extLst>
              <a:ext uri="{FF2B5EF4-FFF2-40B4-BE49-F238E27FC236}">
                <a16:creationId xmlns:a16="http://schemas.microsoft.com/office/drawing/2014/main" id="{CD4B6FA8-3F0F-43BD-9E90-B51A6C775476}"/>
              </a:ext>
            </a:extLst>
          </p:cNvPr>
          <p:cNvSpPr>
            <a:spLocks/>
          </p:cNvSpPr>
          <p:nvPr/>
        </p:nvSpPr>
        <p:spPr>
          <a:xfrm>
            <a:off x="33429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8" name="data_4997">
            <a:extLst>
              <a:ext uri="{FF2B5EF4-FFF2-40B4-BE49-F238E27FC236}">
                <a16:creationId xmlns:a16="http://schemas.microsoft.com/office/drawing/2014/main" id="{394FE2EF-5BCD-4D77-A31E-A8E59A9FABC5}"/>
              </a:ext>
            </a:extLst>
          </p:cNvPr>
          <p:cNvSpPr>
            <a:spLocks/>
          </p:cNvSpPr>
          <p:nvPr/>
        </p:nvSpPr>
        <p:spPr>
          <a:xfrm>
            <a:off x="3459531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69" name="data_4998">
            <a:extLst>
              <a:ext uri="{FF2B5EF4-FFF2-40B4-BE49-F238E27FC236}">
                <a16:creationId xmlns:a16="http://schemas.microsoft.com/office/drawing/2014/main" id="{5C474403-58A5-4DF5-9323-39C555FB65A3}"/>
              </a:ext>
            </a:extLst>
          </p:cNvPr>
          <p:cNvSpPr>
            <a:spLocks/>
          </p:cNvSpPr>
          <p:nvPr/>
        </p:nvSpPr>
        <p:spPr>
          <a:xfrm>
            <a:off x="3478060" y="33896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0" name="data_4999">
            <a:extLst>
              <a:ext uri="{FF2B5EF4-FFF2-40B4-BE49-F238E27FC236}">
                <a16:creationId xmlns:a16="http://schemas.microsoft.com/office/drawing/2014/main" id="{45D14563-83C9-44FB-955F-8116B50B8E5A}"/>
              </a:ext>
            </a:extLst>
          </p:cNvPr>
          <p:cNvSpPr>
            <a:spLocks/>
          </p:cNvSpPr>
          <p:nvPr/>
        </p:nvSpPr>
        <p:spPr>
          <a:xfrm>
            <a:off x="338669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1" name="data_5000">
            <a:extLst>
              <a:ext uri="{FF2B5EF4-FFF2-40B4-BE49-F238E27FC236}">
                <a16:creationId xmlns:a16="http://schemas.microsoft.com/office/drawing/2014/main" id="{DEFF8155-CBCB-4236-A788-E1F9BE7C2639}"/>
              </a:ext>
            </a:extLst>
          </p:cNvPr>
          <p:cNvSpPr>
            <a:spLocks/>
          </p:cNvSpPr>
          <p:nvPr/>
        </p:nvSpPr>
        <p:spPr>
          <a:xfrm>
            <a:off x="32913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2" name="data_5001">
            <a:extLst>
              <a:ext uri="{FF2B5EF4-FFF2-40B4-BE49-F238E27FC236}">
                <a16:creationId xmlns:a16="http://schemas.microsoft.com/office/drawing/2014/main" id="{6DCEBB87-0B3C-46EB-BC64-35C6AA8BBEE6}"/>
              </a:ext>
            </a:extLst>
          </p:cNvPr>
          <p:cNvSpPr>
            <a:spLocks/>
          </p:cNvSpPr>
          <p:nvPr/>
        </p:nvSpPr>
        <p:spPr>
          <a:xfrm>
            <a:off x="336590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3" name="data_5002">
            <a:extLst>
              <a:ext uri="{FF2B5EF4-FFF2-40B4-BE49-F238E27FC236}">
                <a16:creationId xmlns:a16="http://schemas.microsoft.com/office/drawing/2014/main" id="{CDD49380-B6B4-4A13-8F48-79884A3A3ED2}"/>
              </a:ext>
            </a:extLst>
          </p:cNvPr>
          <p:cNvSpPr>
            <a:spLocks/>
          </p:cNvSpPr>
          <p:nvPr/>
        </p:nvSpPr>
        <p:spPr>
          <a:xfrm>
            <a:off x="330073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4" name="data_5003">
            <a:extLst>
              <a:ext uri="{FF2B5EF4-FFF2-40B4-BE49-F238E27FC236}">
                <a16:creationId xmlns:a16="http://schemas.microsoft.com/office/drawing/2014/main" id="{03629A31-9D00-422F-AB9B-EB25874B0B66}"/>
              </a:ext>
            </a:extLst>
          </p:cNvPr>
          <p:cNvSpPr>
            <a:spLocks/>
          </p:cNvSpPr>
          <p:nvPr/>
        </p:nvSpPr>
        <p:spPr>
          <a:xfrm>
            <a:off x="34772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5" name="data_5004">
            <a:extLst>
              <a:ext uri="{FF2B5EF4-FFF2-40B4-BE49-F238E27FC236}">
                <a16:creationId xmlns:a16="http://schemas.microsoft.com/office/drawing/2014/main" id="{D2714ED8-A188-468B-95AC-6FED3325F413}"/>
              </a:ext>
            </a:extLst>
          </p:cNvPr>
          <p:cNvSpPr>
            <a:spLocks/>
          </p:cNvSpPr>
          <p:nvPr/>
        </p:nvSpPr>
        <p:spPr>
          <a:xfrm>
            <a:off x="3280784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6" name="data_5005">
            <a:extLst>
              <a:ext uri="{FF2B5EF4-FFF2-40B4-BE49-F238E27FC236}">
                <a16:creationId xmlns:a16="http://schemas.microsoft.com/office/drawing/2014/main" id="{8ECA67BB-E08B-4E6F-B848-0EE1B04DB97C}"/>
              </a:ext>
            </a:extLst>
          </p:cNvPr>
          <p:cNvSpPr>
            <a:spLocks/>
          </p:cNvSpPr>
          <p:nvPr/>
        </p:nvSpPr>
        <p:spPr>
          <a:xfrm>
            <a:off x="334201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7" name="data_5006">
            <a:extLst>
              <a:ext uri="{FF2B5EF4-FFF2-40B4-BE49-F238E27FC236}">
                <a16:creationId xmlns:a16="http://schemas.microsoft.com/office/drawing/2014/main" id="{59175B6F-55D2-4333-8862-7663EE8D9773}"/>
              </a:ext>
            </a:extLst>
          </p:cNvPr>
          <p:cNvSpPr>
            <a:spLocks/>
          </p:cNvSpPr>
          <p:nvPr/>
        </p:nvSpPr>
        <p:spPr>
          <a:xfrm>
            <a:off x="343109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8" name="data_5007">
            <a:extLst>
              <a:ext uri="{FF2B5EF4-FFF2-40B4-BE49-F238E27FC236}">
                <a16:creationId xmlns:a16="http://schemas.microsoft.com/office/drawing/2014/main" id="{52FECB99-AC9B-4CDB-ADE5-28F2E7067A4F}"/>
              </a:ext>
            </a:extLst>
          </p:cNvPr>
          <p:cNvSpPr>
            <a:spLocks/>
          </p:cNvSpPr>
          <p:nvPr/>
        </p:nvSpPr>
        <p:spPr>
          <a:xfrm>
            <a:off x="3318209" y="34879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79" name="data_5008">
            <a:extLst>
              <a:ext uri="{FF2B5EF4-FFF2-40B4-BE49-F238E27FC236}">
                <a16:creationId xmlns:a16="http://schemas.microsoft.com/office/drawing/2014/main" id="{2A67721B-CACB-4D28-9864-5C7129435066}"/>
              </a:ext>
            </a:extLst>
          </p:cNvPr>
          <p:cNvSpPr>
            <a:spLocks/>
          </p:cNvSpPr>
          <p:nvPr/>
        </p:nvSpPr>
        <p:spPr>
          <a:xfrm>
            <a:off x="3275784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0" name="data_5009">
            <a:extLst>
              <a:ext uri="{FF2B5EF4-FFF2-40B4-BE49-F238E27FC236}">
                <a16:creationId xmlns:a16="http://schemas.microsoft.com/office/drawing/2014/main" id="{0906DFCC-92E3-4BEB-98B1-BC6B83F0ADC3}"/>
              </a:ext>
            </a:extLst>
          </p:cNvPr>
          <p:cNvSpPr>
            <a:spLocks/>
          </p:cNvSpPr>
          <p:nvPr/>
        </p:nvSpPr>
        <p:spPr>
          <a:xfrm>
            <a:off x="34001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1" name="data_5010">
            <a:extLst>
              <a:ext uri="{FF2B5EF4-FFF2-40B4-BE49-F238E27FC236}">
                <a16:creationId xmlns:a16="http://schemas.microsoft.com/office/drawing/2014/main" id="{5DC73A80-8146-4D7E-9A4E-AEF16EBB79B9}"/>
              </a:ext>
            </a:extLst>
          </p:cNvPr>
          <p:cNvSpPr>
            <a:spLocks/>
          </p:cNvSpPr>
          <p:nvPr/>
        </p:nvSpPr>
        <p:spPr>
          <a:xfrm>
            <a:off x="344087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2" name="data_5011">
            <a:extLst>
              <a:ext uri="{FF2B5EF4-FFF2-40B4-BE49-F238E27FC236}">
                <a16:creationId xmlns:a16="http://schemas.microsoft.com/office/drawing/2014/main" id="{159C8F65-62FB-4C41-9C6E-4C73A61566E0}"/>
              </a:ext>
            </a:extLst>
          </p:cNvPr>
          <p:cNvSpPr>
            <a:spLocks/>
          </p:cNvSpPr>
          <p:nvPr/>
        </p:nvSpPr>
        <p:spPr>
          <a:xfrm>
            <a:off x="3346285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3" name="data_5012">
            <a:extLst>
              <a:ext uri="{FF2B5EF4-FFF2-40B4-BE49-F238E27FC236}">
                <a16:creationId xmlns:a16="http://schemas.microsoft.com/office/drawing/2014/main" id="{B9DC9A0E-34BD-411A-BF98-39399F58EE70}"/>
              </a:ext>
            </a:extLst>
          </p:cNvPr>
          <p:cNvSpPr>
            <a:spLocks/>
          </p:cNvSpPr>
          <p:nvPr/>
        </p:nvSpPr>
        <p:spPr>
          <a:xfrm>
            <a:off x="337219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4" name="data_5013">
            <a:extLst>
              <a:ext uri="{FF2B5EF4-FFF2-40B4-BE49-F238E27FC236}">
                <a16:creationId xmlns:a16="http://schemas.microsoft.com/office/drawing/2014/main" id="{19B8E866-C933-4A56-9788-43E6D29D1E70}"/>
              </a:ext>
            </a:extLst>
          </p:cNvPr>
          <p:cNvSpPr>
            <a:spLocks/>
          </p:cNvSpPr>
          <p:nvPr/>
        </p:nvSpPr>
        <p:spPr>
          <a:xfrm>
            <a:off x="329578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5" name="data_5014">
            <a:extLst>
              <a:ext uri="{FF2B5EF4-FFF2-40B4-BE49-F238E27FC236}">
                <a16:creationId xmlns:a16="http://schemas.microsoft.com/office/drawing/2014/main" id="{617206AD-8072-4BB5-8857-9ED43C85EC8E}"/>
              </a:ext>
            </a:extLst>
          </p:cNvPr>
          <p:cNvSpPr>
            <a:spLocks/>
          </p:cNvSpPr>
          <p:nvPr/>
        </p:nvSpPr>
        <p:spPr>
          <a:xfrm>
            <a:off x="3492583" y="324219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6" name="data_5015">
            <a:extLst>
              <a:ext uri="{FF2B5EF4-FFF2-40B4-BE49-F238E27FC236}">
                <a16:creationId xmlns:a16="http://schemas.microsoft.com/office/drawing/2014/main" id="{C75DBDEC-CE88-40D9-81CC-51E4BDF0DCBD}"/>
              </a:ext>
            </a:extLst>
          </p:cNvPr>
          <p:cNvSpPr>
            <a:spLocks/>
          </p:cNvSpPr>
          <p:nvPr/>
        </p:nvSpPr>
        <p:spPr>
          <a:xfrm>
            <a:off x="33341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7" name="data_5016">
            <a:extLst>
              <a:ext uri="{FF2B5EF4-FFF2-40B4-BE49-F238E27FC236}">
                <a16:creationId xmlns:a16="http://schemas.microsoft.com/office/drawing/2014/main" id="{00530ED6-D453-4BD0-8F31-9877BAB0611A}"/>
              </a:ext>
            </a:extLst>
          </p:cNvPr>
          <p:cNvSpPr>
            <a:spLocks/>
          </p:cNvSpPr>
          <p:nvPr/>
        </p:nvSpPr>
        <p:spPr>
          <a:xfrm>
            <a:off x="32952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8" name="data_5017">
            <a:extLst>
              <a:ext uri="{FF2B5EF4-FFF2-40B4-BE49-F238E27FC236}">
                <a16:creationId xmlns:a16="http://schemas.microsoft.com/office/drawing/2014/main" id="{5916C625-DDB8-4D43-9FF3-BB1AEBEA170B}"/>
              </a:ext>
            </a:extLst>
          </p:cNvPr>
          <p:cNvSpPr>
            <a:spLocks/>
          </p:cNvSpPr>
          <p:nvPr/>
        </p:nvSpPr>
        <p:spPr>
          <a:xfrm>
            <a:off x="32887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89" name="data_5018">
            <a:extLst>
              <a:ext uri="{FF2B5EF4-FFF2-40B4-BE49-F238E27FC236}">
                <a16:creationId xmlns:a16="http://schemas.microsoft.com/office/drawing/2014/main" id="{C53551C0-5AE7-4E66-9121-A63FCBE00BA8}"/>
              </a:ext>
            </a:extLst>
          </p:cNvPr>
          <p:cNvSpPr>
            <a:spLocks/>
          </p:cNvSpPr>
          <p:nvPr/>
        </p:nvSpPr>
        <p:spPr>
          <a:xfrm>
            <a:off x="34190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0" name="data_5019">
            <a:extLst>
              <a:ext uri="{FF2B5EF4-FFF2-40B4-BE49-F238E27FC236}">
                <a16:creationId xmlns:a16="http://schemas.microsoft.com/office/drawing/2014/main" id="{3561AD7B-4D83-45C0-A0FF-E757E31090B6}"/>
              </a:ext>
            </a:extLst>
          </p:cNvPr>
          <p:cNvSpPr>
            <a:spLocks/>
          </p:cNvSpPr>
          <p:nvPr/>
        </p:nvSpPr>
        <p:spPr>
          <a:xfrm>
            <a:off x="344364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1" name="data_5020">
            <a:extLst>
              <a:ext uri="{FF2B5EF4-FFF2-40B4-BE49-F238E27FC236}">
                <a16:creationId xmlns:a16="http://schemas.microsoft.com/office/drawing/2014/main" id="{3D70E09A-1A5C-4AC4-98FA-A14782824E1E}"/>
              </a:ext>
            </a:extLst>
          </p:cNvPr>
          <p:cNvSpPr>
            <a:spLocks/>
          </p:cNvSpPr>
          <p:nvPr/>
        </p:nvSpPr>
        <p:spPr>
          <a:xfrm>
            <a:off x="3395663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2" name="data_5021">
            <a:extLst>
              <a:ext uri="{FF2B5EF4-FFF2-40B4-BE49-F238E27FC236}">
                <a16:creationId xmlns:a16="http://schemas.microsoft.com/office/drawing/2014/main" id="{2D4AF11C-C6DA-499A-9968-57594F406433}"/>
              </a:ext>
            </a:extLst>
          </p:cNvPr>
          <p:cNvSpPr>
            <a:spLocks/>
          </p:cNvSpPr>
          <p:nvPr/>
        </p:nvSpPr>
        <p:spPr>
          <a:xfrm>
            <a:off x="3434227" y="37989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3" name="data_5022">
            <a:extLst>
              <a:ext uri="{FF2B5EF4-FFF2-40B4-BE49-F238E27FC236}">
                <a16:creationId xmlns:a16="http://schemas.microsoft.com/office/drawing/2014/main" id="{4263B008-BF20-40B4-AE1A-130C511778C4}"/>
              </a:ext>
            </a:extLst>
          </p:cNvPr>
          <p:cNvSpPr>
            <a:spLocks/>
          </p:cNvSpPr>
          <p:nvPr/>
        </p:nvSpPr>
        <p:spPr>
          <a:xfrm>
            <a:off x="3308269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4" name="data_5023">
            <a:extLst>
              <a:ext uri="{FF2B5EF4-FFF2-40B4-BE49-F238E27FC236}">
                <a16:creationId xmlns:a16="http://schemas.microsoft.com/office/drawing/2014/main" id="{004D19F9-F476-4FFE-8536-0D028981CC3E}"/>
              </a:ext>
            </a:extLst>
          </p:cNvPr>
          <p:cNvSpPr>
            <a:spLocks/>
          </p:cNvSpPr>
          <p:nvPr/>
        </p:nvSpPr>
        <p:spPr>
          <a:xfrm>
            <a:off x="337077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5" name="data_5024">
            <a:extLst>
              <a:ext uri="{FF2B5EF4-FFF2-40B4-BE49-F238E27FC236}">
                <a16:creationId xmlns:a16="http://schemas.microsoft.com/office/drawing/2014/main" id="{08CC554F-C65C-4ABE-99E8-12D61D2FA7CB}"/>
              </a:ext>
            </a:extLst>
          </p:cNvPr>
          <p:cNvSpPr>
            <a:spLocks/>
          </p:cNvSpPr>
          <p:nvPr/>
        </p:nvSpPr>
        <p:spPr>
          <a:xfrm>
            <a:off x="3327625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6" name="data_5025">
            <a:extLst>
              <a:ext uri="{FF2B5EF4-FFF2-40B4-BE49-F238E27FC236}">
                <a16:creationId xmlns:a16="http://schemas.microsoft.com/office/drawing/2014/main" id="{ECC3346F-7DBD-4BDE-BC18-1BAFD89F266C}"/>
              </a:ext>
            </a:extLst>
          </p:cNvPr>
          <p:cNvSpPr>
            <a:spLocks/>
          </p:cNvSpPr>
          <p:nvPr/>
        </p:nvSpPr>
        <p:spPr>
          <a:xfrm>
            <a:off x="3434145" y="2575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7" name="data_5026">
            <a:extLst>
              <a:ext uri="{FF2B5EF4-FFF2-40B4-BE49-F238E27FC236}">
                <a16:creationId xmlns:a16="http://schemas.microsoft.com/office/drawing/2014/main" id="{D78D9F56-7315-425A-978F-42CCD65B438B}"/>
              </a:ext>
            </a:extLst>
          </p:cNvPr>
          <p:cNvSpPr>
            <a:spLocks/>
          </p:cNvSpPr>
          <p:nvPr/>
        </p:nvSpPr>
        <p:spPr>
          <a:xfrm>
            <a:off x="344278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8" name="data_5027">
            <a:extLst>
              <a:ext uri="{FF2B5EF4-FFF2-40B4-BE49-F238E27FC236}">
                <a16:creationId xmlns:a16="http://schemas.microsoft.com/office/drawing/2014/main" id="{5ADE9982-27F1-4667-9356-F9F24A069E07}"/>
              </a:ext>
            </a:extLst>
          </p:cNvPr>
          <p:cNvSpPr>
            <a:spLocks/>
          </p:cNvSpPr>
          <p:nvPr/>
        </p:nvSpPr>
        <p:spPr>
          <a:xfrm>
            <a:off x="3337758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699" name="data_5028">
            <a:extLst>
              <a:ext uri="{FF2B5EF4-FFF2-40B4-BE49-F238E27FC236}">
                <a16:creationId xmlns:a16="http://schemas.microsoft.com/office/drawing/2014/main" id="{CDC8DEB9-1191-432D-A934-57D379D619B1}"/>
              </a:ext>
            </a:extLst>
          </p:cNvPr>
          <p:cNvSpPr>
            <a:spLocks/>
          </p:cNvSpPr>
          <p:nvPr/>
        </p:nvSpPr>
        <p:spPr>
          <a:xfrm>
            <a:off x="3271898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0" name="data_5029">
            <a:extLst>
              <a:ext uri="{FF2B5EF4-FFF2-40B4-BE49-F238E27FC236}">
                <a16:creationId xmlns:a16="http://schemas.microsoft.com/office/drawing/2014/main" id="{8A47A992-1583-47E5-B83E-2965AC7BA42E}"/>
              </a:ext>
            </a:extLst>
          </p:cNvPr>
          <p:cNvSpPr>
            <a:spLocks/>
          </p:cNvSpPr>
          <p:nvPr/>
        </p:nvSpPr>
        <p:spPr>
          <a:xfrm>
            <a:off x="33716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1" name="data_5030">
            <a:extLst>
              <a:ext uri="{FF2B5EF4-FFF2-40B4-BE49-F238E27FC236}">
                <a16:creationId xmlns:a16="http://schemas.microsoft.com/office/drawing/2014/main" id="{F00EE361-7998-426F-A36A-EF77E3A26568}"/>
              </a:ext>
            </a:extLst>
          </p:cNvPr>
          <p:cNvSpPr>
            <a:spLocks/>
          </p:cNvSpPr>
          <p:nvPr/>
        </p:nvSpPr>
        <p:spPr>
          <a:xfrm>
            <a:off x="329474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2" name="data_5031">
            <a:extLst>
              <a:ext uri="{FF2B5EF4-FFF2-40B4-BE49-F238E27FC236}">
                <a16:creationId xmlns:a16="http://schemas.microsoft.com/office/drawing/2014/main" id="{EC29302A-A949-4B83-8271-1EF7A6A0A03E}"/>
              </a:ext>
            </a:extLst>
          </p:cNvPr>
          <p:cNvSpPr>
            <a:spLocks/>
          </p:cNvSpPr>
          <p:nvPr/>
        </p:nvSpPr>
        <p:spPr>
          <a:xfrm>
            <a:off x="34232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3" name="data_5032">
            <a:extLst>
              <a:ext uri="{FF2B5EF4-FFF2-40B4-BE49-F238E27FC236}">
                <a16:creationId xmlns:a16="http://schemas.microsoft.com/office/drawing/2014/main" id="{6F495EF0-E218-4533-9C44-279130D829C7}"/>
              </a:ext>
            </a:extLst>
          </p:cNvPr>
          <p:cNvSpPr>
            <a:spLocks/>
          </p:cNvSpPr>
          <p:nvPr/>
        </p:nvSpPr>
        <p:spPr>
          <a:xfrm>
            <a:off x="341057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4" name="data_5033">
            <a:extLst>
              <a:ext uri="{FF2B5EF4-FFF2-40B4-BE49-F238E27FC236}">
                <a16:creationId xmlns:a16="http://schemas.microsoft.com/office/drawing/2014/main" id="{4E113229-B944-4A96-9B47-4BF7AA9453C5}"/>
              </a:ext>
            </a:extLst>
          </p:cNvPr>
          <p:cNvSpPr>
            <a:spLocks/>
          </p:cNvSpPr>
          <p:nvPr/>
        </p:nvSpPr>
        <p:spPr>
          <a:xfrm>
            <a:off x="3355381" y="3885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5" name="data_5034">
            <a:extLst>
              <a:ext uri="{FF2B5EF4-FFF2-40B4-BE49-F238E27FC236}">
                <a16:creationId xmlns:a16="http://schemas.microsoft.com/office/drawing/2014/main" id="{D723A314-44F6-43E7-9DBC-BAD8586D0F4E}"/>
              </a:ext>
            </a:extLst>
          </p:cNvPr>
          <p:cNvSpPr>
            <a:spLocks/>
          </p:cNvSpPr>
          <p:nvPr/>
        </p:nvSpPr>
        <p:spPr>
          <a:xfrm>
            <a:off x="344786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6" name="data_5035">
            <a:extLst>
              <a:ext uri="{FF2B5EF4-FFF2-40B4-BE49-F238E27FC236}">
                <a16:creationId xmlns:a16="http://schemas.microsoft.com/office/drawing/2014/main" id="{0380472C-E5BF-429F-93BF-4C9280AA3BC3}"/>
              </a:ext>
            </a:extLst>
          </p:cNvPr>
          <p:cNvSpPr>
            <a:spLocks/>
          </p:cNvSpPr>
          <p:nvPr/>
        </p:nvSpPr>
        <p:spPr>
          <a:xfrm>
            <a:off x="3280911" y="372675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7" name="data_5036">
            <a:extLst>
              <a:ext uri="{FF2B5EF4-FFF2-40B4-BE49-F238E27FC236}">
                <a16:creationId xmlns:a16="http://schemas.microsoft.com/office/drawing/2014/main" id="{F82DB6C0-D225-4E04-8AAF-FD9FC10BDD13}"/>
              </a:ext>
            </a:extLst>
          </p:cNvPr>
          <p:cNvSpPr>
            <a:spLocks/>
          </p:cNvSpPr>
          <p:nvPr/>
        </p:nvSpPr>
        <p:spPr>
          <a:xfrm>
            <a:off x="3339659" y="39233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8" name="data_5037">
            <a:extLst>
              <a:ext uri="{FF2B5EF4-FFF2-40B4-BE49-F238E27FC236}">
                <a16:creationId xmlns:a16="http://schemas.microsoft.com/office/drawing/2014/main" id="{6B4BFCAF-3DCD-4FAE-9236-952DA59F609E}"/>
              </a:ext>
            </a:extLst>
          </p:cNvPr>
          <p:cNvSpPr>
            <a:spLocks/>
          </p:cNvSpPr>
          <p:nvPr/>
        </p:nvSpPr>
        <p:spPr>
          <a:xfrm>
            <a:off x="3395135" y="26686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09" name="data_5038">
            <a:extLst>
              <a:ext uri="{FF2B5EF4-FFF2-40B4-BE49-F238E27FC236}">
                <a16:creationId xmlns:a16="http://schemas.microsoft.com/office/drawing/2014/main" id="{5ED08C8E-3B89-498A-99D1-3C6440AAC934}"/>
              </a:ext>
            </a:extLst>
          </p:cNvPr>
          <p:cNvSpPr>
            <a:spLocks/>
          </p:cNvSpPr>
          <p:nvPr/>
        </p:nvSpPr>
        <p:spPr>
          <a:xfrm>
            <a:off x="335495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0" name="data_5039">
            <a:extLst>
              <a:ext uri="{FF2B5EF4-FFF2-40B4-BE49-F238E27FC236}">
                <a16:creationId xmlns:a16="http://schemas.microsoft.com/office/drawing/2014/main" id="{4D5731FB-D148-4C28-94CF-BD7B7907980C}"/>
              </a:ext>
            </a:extLst>
          </p:cNvPr>
          <p:cNvSpPr>
            <a:spLocks/>
          </p:cNvSpPr>
          <p:nvPr/>
        </p:nvSpPr>
        <p:spPr>
          <a:xfrm>
            <a:off x="348207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1" name="data_5040">
            <a:extLst>
              <a:ext uri="{FF2B5EF4-FFF2-40B4-BE49-F238E27FC236}">
                <a16:creationId xmlns:a16="http://schemas.microsoft.com/office/drawing/2014/main" id="{4D585665-06DC-4795-8555-7E3750AE2785}"/>
              </a:ext>
            </a:extLst>
          </p:cNvPr>
          <p:cNvSpPr>
            <a:spLocks/>
          </p:cNvSpPr>
          <p:nvPr/>
        </p:nvSpPr>
        <p:spPr>
          <a:xfrm>
            <a:off x="3365158" y="2534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2" name="data_5041">
            <a:extLst>
              <a:ext uri="{FF2B5EF4-FFF2-40B4-BE49-F238E27FC236}">
                <a16:creationId xmlns:a16="http://schemas.microsoft.com/office/drawing/2014/main" id="{FC3821FE-9CA8-460E-858F-1A12A2AD090C}"/>
              </a:ext>
            </a:extLst>
          </p:cNvPr>
          <p:cNvSpPr>
            <a:spLocks/>
          </p:cNvSpPr>
          <p:nvPr/>
        </p:nvSpPr>
        <p:spPr>
          <a:xfrm>
            <a:off x="33129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3" name="data_5042">
            <a:extLst>
              <a:ext uri="{FF2B5EF4-FFF2-40B4-BE49-F238E27FC236}">
                <a16:creationId xmlns:a16="http://schemas.microsoft.com/office/drawing/2014/main" id="{1F6CC9CA-A557-41D3-8449-4566B383205F}"/>
              </a:ext>
            </a:extLst>
          </p:cNvPr>
          <p:cNvSpPr>
            <a:spLocks/>
          </p:cNvSpPr>
          <p:nvPr/>
        </p:nvSpPr>
        <p:spPr>
          <a:xfrm>
            <a:off x="3417932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4" name="data_5043">
            <a:extLst>
              <a:ext uri="{FF2B5EF4-FFF2-40B4-BE49-F238E27FC236}">
                <a16:creationId xmlns:a16="http://schemas.microsoft.com/office/drawing/2014/main" id="{23C08A81-FFCE-4B7B-BE8A-A4C7DF6C2883}"/>
              </a:ext>
            </a:extLst>
          </p:cNvPr>
          <p:cNvSpPr>
            <a:spLocks/>
          </p:cNvSpPr>
          <p:nvPr/>
        </p:nvSpPr>
        <p:spPr>
          <a:xfrm>
            <a:off x="345781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5" name="data_5044">
            <a:extLst>
              <a:ext uri="{FF2B5EF4-FFF2-40B4-BE49-F238E27FC236}">
                <a16:creationId xmlns:a16="http://schemas.microsoft.com/office/drawing/2014/main" id="{5E8C00FF-9DFB-43E2-BEA1-6DD04B6D315D}"/>
              </a:ext>
            </a:extLst>
          </p:cNvPr>
          <p:cNvSpPr>
            <a:spLocks/>
          </p:cNvSpPr>
          <p:nvPr/>
        </p:nvSpPr>
        <p:spPr>
          <a:xfrm>
            <a:off x="3374575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6" name="data_5045">
            <a:extLst>
              <a:ext uri="{FF2B5EF4-FFF2-40B4-BE49-F238E27FC236}">
                <a16:creationId xmlns:a16="http://schemas.microsoft.com/office/drawing/2014/main" id="{2C461EA4-CD9D-4B50-9343-9AC3A0DA2C77}"/>
              </a:ext>
            </a:extLst>
          </p:cNvPr>
          <p:cNvSpPr>
            <a:spLocks/>
          </p:cNvSpPr>
          <p:nvPr/>
        </p:nvSpPr>
        <p:spPr>
          <a:xfrm>
            <a:off x="3478463" y="35113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7" name="data_5046">
            <a:extLst>
              <a:ext uri="{FF2B5EF4-FFF2-40B4-BE49-F238E27FC236}">
                <a16:creationId xmlns:a16="http://schemas.microsoft.com/office/drawing/2014/main" id="{D73D5DD7-6BB8-4C40-B70B-FC89BFF5965D}"/>
              </a:ext>
            </a:extLst>
          </p:cNvPr>
          <p:cNvSpPr>
            <a:spLocks/>
          </p:cNvSpPr>
          <p:nvPr/>
        </p:nvSpPr>
        <p:spPr>
          <a:xfrm>
            <a:off x="336849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8" name="data_5047">
            <a:extLst>
              <a:ext uri="{FF2B5EF4-FFF2-40B4-BE49-F238E27FC236}">
                <a16:creationId xmlns:a16="http://schemas.microsoft.com/office/drawing/2014/main" id="{A5A350A3-C99D-4A68-A879-31D035550F86}"/>
              </a:ext>
            </a:extLst>
          </p:cNvPr>
          <p:cNvSpPr>
            <a:spLocks/>
          </p:cNvSpPr>
          <p:nvPr/>
        </p:nvSpPr>
        <p:spPr>
          <a:xfrm>
            <a:off x="333936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19" name="data_5048">
            <a:extLst>
              <a:ext uri="{FF2B5EF4-FFF2-40B4-BE49-F238E27FC236}">
                <a16:creationId xmlns:a16="http://schemas.microsoft.com/office/drawing/2014/main" id="{54F02318-F41F-4555-A18D-21E9DE335E27}"/>
              </a:ext>
            </a:extLst>
          </p:cNvPr>
          <p:cNvSpPr>
            <a:spLocks/>
          </p:cNvSpPr>
          <p:nvPr/>
        </p:nvSpPr>
        <p:spPr>
          <a:xfrm>
            <a:off x="3439126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0" name="data_5049">
            <a:extLst>
              <a:ext uri="{FF2B5EF4-FFF2-40B4-BE49-F238E27FC236}">
                <a16:creationId xmlns:a16="http://schemas.microsoft.com/office/drawing/2014/main" id="{C4613BFF-85F3-414F-98C5-2B4BCC005E7E}"/>
              </a:ext>
            </a:extLst>
          </p:cNvPr>
          <p:cNvSpPr>
            <a:spLocks/>
          </p:cNvSpPr>
          <p:nvPr/>
        </p:nvSpPr>
        <p:spPr>
          <a:xfrm>
            <a:off x="33450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1" name="data_5050">
            <a:extLst>
              <a:ext uri="{FF2B5EF4-FFF2-40B4-BE49-F238E27FC236}">
                <a16:creationId xmlns:a16="http://schemas.microsoft.com/office/drawing/2014/main" id="{AB110BAC-0C7D-4EE3-A24A-463CB39DE9FF}"/>
              </a:ext>
            </a:extLst>
          </p:cNvPr>
          <p:cNvSpPr>
            <a:spLocks/>
          </p:cNvSpPr>
          <p:nvPr/>
        </p:nvSpPr>
        <p:spPr>
          <a:xfrm>
            <a:off x="3322482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2" name="data_5051">
            <a:extLst>
              <a:ext uri="{FF2B5EF4-FFF2-40B4-BE49-F238E27FC236}">
                <a16:creationId xmlns:a16="http://schemas.microsoft.com/office/drawing/2014/main" id="{B5AAB862-573C-4B69-A071-16177B5B81FB}"/>
              </a:ext>
            </a:extLst>
          </p:cNvPr>
          <p:cNvSpPr>
            <a:spLocks/>
          </p:cNvSpPr>
          <p:nvPr/>
        </p:nvSpPr>
        <p:spPr>
          <a:xfrm>
            <a:off x="342427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3" name="data_5052">
            <a:extLst>
              <a:ext uri="{FF2B5EF4-FFF2-40B4-BE49-F238E27FC236}">
                <a16:creationId xmlns:a16="http://schemas.microsoft.com/office/drawing/2014/main" id="{546837CA-F6D9-4379-9E6C-C3C8E317C343}"/>
              </a:ext>
            </a:extLst>
          </p:cNvPr>
          <p:cNvSpPr>
            <a:spLocks/>
          </p:cNvSpPr>
          <p:nvPr/>
        </p:nvSpPr>
        <p:spPr>
          <a:xfrm>
            <a:off x="345881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4" name="data_5053">
            <a:extLst>
              <a:ext uri="{FF2B5EF4-FFF2-40B4-BE49-F238E27FC236}">
                <a16:creationId xmlns:a16="http://schemas.microsoft.com/office/drawing/2014/main" id="{6541A2E0-CDB4-4966-8A1D-F214FD5A4083}"/>
              </a:ext>
            </a:extLst>
          </p:cNvPr>
          <p:cNvSpPr>
            <a:spLocks/>
          </p:cNvSpPr>
          <p:nvPr/>
        </p:nvSpPr>
        <p:spPr>
          <a:xfrm>
            <a:off x="337756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5" name="data_5054">
            <a:extLst>
              <a:ext uri="{FF2B5EF4-FFF2-40B4-BE49-F238E27FC236}">
                <a16:creationId xmlns:a16="http://schemas.microsoft.com/office/drawing/2014/main" id="{52E57C5B-0E33-4121-807A-EB83BF2FA359}"/>
              </a:ext>
            </a:extLst>
          </p:cNvPr>
          <p:cNvSpPr>
            <a:spLocks/>
          </p:cNvSpPr>
          <p:nvPr/>
        </p:nvSpPr>
        <p:spPr>
          <a:xfrm>
            <a:off x="34253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6" name="data_5055">
            <a:extLst>
              <a:ext uri="{FF2B5EF4-FFF2-40B4-BE49-F238E27FC236}">
                <a16:creationId xmlns:a16="http://schemas.microsoft.com/office/drawing/2014/main" id="{2D508E55-906A-433E-812C-E3DF14122113}"/>
              </a:ext>
            </a:extLst>
          </p:cNvPr>
          <p:cNvSpPr>
            <a:spLocks/>
          </p:cNvSpPr>
          <p:nvPr/>
        </p:nvSpPr>
        <p:spPr>
          <a:xfrm>
            <a:off x="335915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7" name="data_5056">
            <a:extLst>
              <a:ext uri="{FF2B5EF4-FFF2-40B4-BE49-F238E27FC236}">
                <a16:creationId xmlns:a16="http://schemas.microsoft.com/office/drawing/2014/main" id="{A137DAF5-1CF5-4E0D-915B-27739B4D198E}"/>
              </a:ext>
            </a:extLst>
          </p:cNvPr>
          <p:cNvSpPr>
            <a:spLocks/>
          </p:cNvSpPr>
          <p:nvPr/>
        </p:nvSpPr>
        <p:spPr>
          <a:xfrm>
            <a:off x="3325675" y="325724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8" name="data_5057">
            <a:extLst>
              <a:ext uri="{FF2B5EF4-FFF2-40B4-BE49-F238E27FC236}">
                <a16:creationId xmlns:a16="http://schemas.microsoft.com/office/drawing/2014/main" id="{99B35F2F-1E6B-492C-B2F2-4C4C630CFD4E}"/>
              </a:ext>
            </a:extLst>
          </p:cNvPr>
          <p:cNvSpPr>
            <a:spLocks/>
          </p:cNvSpPr>
          <p:nvPr/>
        </p:nvSpPr>
        <p:spPr>
          <a:xfrm>
            <a:off x="3385569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29" name="data_5058">
            <a:extLst>
              <a:ext uri="{FF2B5EF4-FFF2-40B4-BE49-F238E27FC236}">
                <a16:creationId xmlns:a16="http://schemas.microsoft.com/office/drawing/2014/main" id="{F7D6A9BA-EFF9-4306-B214-829DB68E6289}"/>
              </a:ext>
            </a:extLst>
          </p:cNvPr>
          <p:cNvSpPr>
            <a:spLocks/>
          </p:cNvSpPr>
          <p:nvPr/>
        </p:nvSpPr>
        <p:spPr>
          <a:xfrm>
            <a:off x="329233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0" name="data_5059">
            <a:extLst>
              <a:ext uri="{FF2B5EF4-FFF2-40B4-BE49-F238E27FC236}">
                <a16:creationId xmlns:a16="http://schemas.microsoft.com/office/drawing/2014/main" id="{06BD9F95-C15E-4086-9635-F384BCB79DD7}"/>
              </a:ext>
            </a:extLst>
          </p:cNvPr>
          <p:cNvSpPr>
            <a:spLocks/>
          </p:cNvSpPr>
          <p:nvPr/>
        </p:nvSpPr>
        <p:spPr>
          <a:xfrm>
            <a:off x="3453877" y="328215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1" name="data_5060">
            <a:extLst>
              <a:ext uri="{FF2B5EF4-FFF2-40B4-BE49-F238E27FC236}">
                <a16:creationId xmlns:a16="http://schemas.microsoft.com/office/drawing/2014/main" id="{7B74AB67-8BDD-4DD2-B83F-60965918613B}"/>
              </a:ext>
            </a:extLst>
          </p:cNvPr>
          <p:cNvSpPr>
            <a:spLocks/>
          </p:cNvSpPr>
          <p:nvPr/>
        </p:nvSpPr>
        <p:spPr>
          <a:xfrm>
            <a:off x="3396911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2" name="data_5061">
            <a:extLst>
              <a:ext uri="{FF2B5EF4-FFF2-40B4-BE49-F238E27FC236}">
                <a16:creationId xmlns:a16="http://schemas.microsoft.com/office/drawing/2014/main" id="{EABCB1FC-7731-4A14-983A-94A20F580343}"/>
              </a:ext>
            </a:extLst>
          </p:cNvPr>
          <p:cNvSpPr>
            <a:spLocks/>
          </p:cNvSpPr>
          <p:nvPr/>
        </p:nvSpPr>
        <p:spPr>
          <a:xfrm>
            <a:off x="337214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3" name="data_5062">
            <a:extLst>
              <a:ext uri="{FF2B5EF4-FFF2-40B4-BE49-F238E27FC236}">
                <a16:creationId xmlns:a16="http://schemas.microsoft.com/office/drawing/2014/main" id="{E3612382-4776-479C-B767-629E77234457}"/>
              </a:ext>
            </a:extLst>
          </p:cNvPr>
          <p:cNvSpPr>
            <a:spLocks/>
          </p:cNvSpPr>
          <p:nvPr/>
        </p:nvSpPr>
        <p:spPr>
          <a:xfrm>
            <a:off x="3450200" y="38414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4" name="data_5063">
            <a:extLst>
              <a:ext uri="{FF2B5EF4-FFF2-40B4-BE49-F238E27FC236}">
                <a16:creationId xmlns:a16="http://schemas.microsoft.com/office/drawing/2014/main" id="{8422725D-7BF7-4ECB-818E-227AAEDAD901}"/>
              </a:ext>
            </a:extLst>
          </p:cNvPr>
          <p:cNvSpPr>
            <a:spLocks/>
          </p:cNvSpPr>
          <p:nvPr/>
        </p:nvSpPr>
        <p:spPr>
          <a:xfrm>
            <a:off x="3463912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5" name="data_5064">
            <a:extLst>
              <a:ext uri="{FF2B5EF4-FFF2-40B4-BE49-F238E27FC236}">
                <a16:creationId xmlns:a16="http://schemas.microsoft.com/office/drawing/2014/main" id="{04637262-7929-4227-91CD-F02AF772DE76}"/>
              </a:ext>
            </a:extLst>
          </p:cNvPr>
          <p:cNvSpPr>
            <a:spLocks/>
          </p:cNvSpPr>
          <p:nvPr/>
        </p:nvSpPr>
        <p:spPr>
          <a:xfrm>
            <a:off x="327803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6" name="data_5065">
            <a:extLst>
              <a:ext uri="{FF2B5EF4-FFF2-40B4-BE49-F238E27FC236}">
                <a16:creationId xmlns:a16="http://schemas.microsoft.com/office/drawing/2014/main" id="{FBA1810B-351E-4458-933A-6514D73CE103}"/>
              </a:ext>
            </a:extLst>
          </p:cNvPr>
          <p:cNvSpPr>
            <a:spLocks/>
          </p:cNvSpPr>
          <p:nvPr/>
        </p:nvSpPr>
        <p:spPr>
          <a:xfrm>
            <a:off x="346472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7" name="data_5066">
            <a:extLst>
              <a:ext uri="{FF2B5EF4-FFF2-40B4-BE49-F238E27FC236}">
                <a16:creationId xmlns:a16="http://schemas.microsoft.com/office/drawing/2014/main" id="{8B692AB7-2908-4FB6-8CF3-D028E8A1365D}"/>
              </a:ext>
            </a:extLst>
          </p:cNvPr>
          <p:cNvSpPr>
            <a:spLocks/>
          </p:cNvSpPr>
          <p:nvPr/>
        </p:nvSpPr>
        <p:spPr>
          <a:xfrm>
            <a:off x="338844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8" name="data_5067">
            <a:extLst>
              <a:ext uri="{FF2B5EF4-FFF2-40B4-BE49-F238E27FC236}">
                <a16:creationId xmlns:a16="http://schemas.microsoft.com/office/drawing/2014/main" id="{D9F87976-CF5A-4CD9-BADF-896C7F1CB428}"/>
              </a:ext>
            </a:extLst>
          </p:cNvPr>
          <p:cNvSpPr>
            <a:spLocks/>
          </p:cNvSpPr>
          <p:nvPr/>
        </p:nvSpPr>
        <p:spPr>
          <a:xfrm>
            <a:off x="3395670" y="297269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39" name="data_5068">
            <a:extLst>
              <a:ext uri="{FF2B5EF4-FFF2-40B4-BE49-F238E27FC236}">
                <a16:creationId xmlns:a16="http://schemas.microsoft.com/office/drawing/2014/main" id="{6ED40D43-83E7-4538-8221-0A4B51FC810E}"/>
              </a:ext>
            </a:extLst>
          </p:cNvPr>
          <p:cNvSpPr>
            <a:spLocks/>
          </p:cNvSpPr>
          <p:nvPr/>
        </p:nvSpPr>
        <p:spPr>
          <a:xfrm>
            <a:off x="342873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0" name="data_5069">
            <a:extLst>
              <a:ext uri="{FF2B5EF4-FFF2-40B4-BE49-F238E27FC236}">
                <a16:creationId xmlns:a16="http://schemas.microsoft.com/office/drawing/2014/main" id="{F480FF80-6AA8-4CB9-8B86-614B4056B0DD}"/>
              </a:ext>
            </a:extLst>
          </p:cNvPr>
          <p:cNvSpPr>
            <a:spLocks/>
          </p:cNvSpPr>
          <p:nvPr/>
        </p:nvSpPr>
        <p:spPr>
          <a:xfrm>
            <a:off x="3399945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1" name="data_5070">
            <a:extLst>
              <a:ext uri="{FF2B5EF4-FFF2-40B4-BE49-F238E27FC236}">
                <a16:creationId xmlns:a16="http://schemas.microsoft.com/office/drawing/2014/main" id="{E0FB5DC8-50C6-47B0-9087-5D7E86DC4E65}"/>
              </a:ext>
            </a:extLst>
          </p:cNvPr>
          <p:cNvSpPr>
            <a:spLocks/>
          </p:cNvSpPr>
          <p:nvPr/>
        </p:nvSpPr>
        <p:spPr>
          <a:xfrm>
            <a:off x="378044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2" name="data_5071">
            <a:extLst>
              <a:ext uri="{FF2B5EF4-FFF2-40B4-BE49-F238E27FC236}">
                <a16:creationId xmlns:a16="http://schemas.microsoft.com/office/drawing/2014/main" id="{2637FD95-FA65-464E-A3D6-F1CE0D0F15BD}"/>
              </a:ext>
            </a:extLst>
          </p:cNvPr>
          <p:cNvSpPr>
            <a:spLocks/>
          </p:cNvSpPr>
          <p:nvPr/>
        </p:nvSpPr>
        <p:spPr>
          <a:xfrm>
            <a:off x="38593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3" name="data_5072">
            <a:extLst>
              <a:ext uri="{FF2B5EF4-FFF2-40B4-BE49-F238E27FC236}">
                <a16:creationId xmlns:a16="http://schemas.microsoft.com/office/drawing/2014/main" id="{3FBE3CB3-6FA0-414D-8AEF-FE2A76FE3FAD}"/>
              </a:ext>
            </a:extLst>
          </p:cNvPr>
          <p:cNvSpPr>
            <a:spLocks/>
          </p:cNvSpPr>
          <p:nvPr/>
        </p:nvSpPr>
        <p:spPr>
          <a:xfrm>
            <a:off x="386431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4" name="data_5073">
            <a:extLst>
              <a:ext uri="{FF2B5EF4-FFF2-40B4-BE49-F238E27FC236}">
                <a16:creationId xmlns:a16="http://schemas.microsoft.com/office/drawing/2014/main" id="{6B929654-1882-4278-84C1-4E9913307525}"/>
              </a:ext>
            </a:extLst>
          </p:cNvPr>
          <p:cNvSpPr>
            <a:spLocks/>
          </p:cNvSpPr>
          <p:nvPr/>
        </p:nvSpPr>
        <p:spPr>
          <a:xfrm>
            <a:off x="382891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5" name="data_5074">
            <a:extLst>
              <a:ext uri="{FF2B5EF4-FFF2-40B4-BE49-F238E27FC236}">
                <a16:creationId xmlns:a16="http://schemas.microsoft.com/office/drawing/2014/main" id="{E72BED2F-B73D-42C6-B313-7661F4E02B44}"/>
              </a:ext>
            </a:extLst>
          </p:cNvPr>
          <p:cNvSpPr>
            <a:spLocks/>
          </p:cNvSpPr>
          <p:nvPr/>
        </p:nvSpPr>
        <p:spPr>
          <a:xfrm>
            <a:off x="3793554" y="30037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6" name="data_5075">
            <a:extLst>
              <a:ext uri="{FF2B5EF4-FFF2-40B4-BE49-F238E27FC236}">
                <a16:creationId xmlns:a16="http://schemas.microsoft.com/office/drawing/2014/main" id="{C3D88BCE-928A-44F5-B538-BFDBFF15ED30}"/>
              </a:ext>
            </a:extLst>
          </p:cNvPr>
          <p:cNvSpPr>
            <a:spLocks/>
          </p:cNvSpPr>
          <p:nvPr/>
        </p:nvSpPr>
        <p:spPr>
          <a:xfrm>
            <a:off x="38421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7" name="data_5076">
            <a:extLst>
              <a:ext uri="{FF2B5EF4-FFF2-40B4-BE49-F238E27FC236}">
                <a16:creationId xmlns:a16="http://schemas.microsoft.com/office/drawing/2014/main" id="{C465539D-D77D-4498-8DBB-F36F8A2C5179}"/>
              </a:ext>
            </a:extLst>
          </p:cNvPr>
          <p:cNvSpPr>
            <a:spLocks/>
          </p:cNvSpPr>
          <p:nvPr/>
        </p:nvSpPr>
        <p:spPr>
          <a:xfrm>
            <a:off x="378977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8" name="data_5077">
            <a:extLst>
              <a:ext uri="{FF2B5EF4-FFF2-40B4-BE49-F238E27FC236}">
                <a16:creationId xmlns:a16="http://schemas.microsoft.com/office/drawing/2014/main" id="{10A512C4-77C1-4F0C-AAC7-5E32F59C2F76}"/>
              </a:ext>
            </a:extLst>
          </p:cNvPr>
          <p:cNvSpPr>
            <a:spLocks/>
          </p:cNvSpPr>
          <p:nvPr/>
        </p:nvSpPr>
        <p:spPr>
          <a:xfrm>
            <a:off x="381574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49" name="data_5078">
            <a:extLst>
              <a:ext uri="{FF2B5EF4-FFF2-40B4-BE49-F238E27FC236}">
                <a16:creationId xmlns:a16="http://schemas.microsoft.com/office/drawing/2014/main" id="{36FAE69F-FA9C-453F-A68F-591348A3DA36}"/>
              </a:ext>
            </a:extLst>
          </p:cNvPr>
          <p:cNvSpPr>
            <a:spLocks/>
          </p:cNvSpPr>
          <p:nvPr/>
        </p:nvSpPr>
        <p:spPr>
          <a:xfrm>
            <a:off x="3960751" y="353012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0" name="data_5079">
            <a:extLst>
              <a:ext uri="{FF2B5EF4-FFF2-40B4-BE49-F238E27FC236}">
                <a16:creationId xmlns:a16="http://schemas.microsoft.com/office/drawing/2014/main" id="{ADF73E31-1E40-43EF-87FE-D29E476B0043}"/>
              </a:ext>
            </a:extLst>
          </p:cNvPr>
          <p:cNvSpPr>
            <a:spLocks/>
          </p:cNvSpPr>
          <p:nvPr/>
        </p:nvSpPr>
        <p:spPr>
          <a:xfrm>
            <a:off x="393654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1" name="data_5080">
            <a:extLst>
              <a:ext uri="{FF2B5EF4-FFF2-40B4-BE49-F238E27FC236}">
                <a16:creationId xmlns:a16="http://schemas.microsoft.com/office/drawing/2014/main" id="{5E46493B-C087-4F65-8782-5D66F590BA21}"/>
              </a:ext>
            </a:extLst>
          </p:cNvPr>
          <p:cNvSpPr>
            <a:spLocks/>
          </p:cNvSpPr>
          <p:nvPr/>
        </p:nvSpPr>
        <p:spPr>
          <a:xfrm>
            <a:off x="3877240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2" name="data_5081">
            <a:extLst>
              <a:ext uri="{FF2B5EF4-FFF2-40B4-BE49-F238E27FC236}">
                <a16:creationId xmlns:a16="http://schemas.microsoft.com/office/drawing/2014/main" id="{7649CF6E-0DDE-4285-B491-E2B832699910}"/>
              </a:ext>
            </a:extLst>
          </p:cNvPr>
          <p:cNvSpPr>
            <a:spLocks/>
          </p:cNvSpPr>
          <p:nvPr/>
        </p:nvSpPr>
        <p:spPr>
          <a:xfrm>
            <a:off x="380348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3" name="data_5082">
            <a:extLst>
              <a:ext uri="{FF2B5EF4-FFF2-40B4-BE49-F238E27FC236}">
                <a16:creationId xmlns:a16="http://schemas.microsoft.com/office/drawing/2014/main" id="{73206A13-5996-4877-A825-3189BEE58654}"/>
              </a:ext>
            </a:extLst>
          </p:cNvPr>
          <p:cNvSpPr>
            <a:spLocks/>
          </p:cNvSpPr>
          <p:nvPr/>
        </p:nvSpPr>
        <p:spPr>
          <a:xfrm>
            <a:off x="376985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4" name="data_5083">
            <a:extLst>
              <a:ext uri="{FF2B5EF4-FFF2-40B4-BE49-F238E27FC236}">
                <a16:creationId xmlns:a16="http://schemas.microsoft.com/office/drawing/2014/main" id="{08232D98-839E-4DF9-A017-EA3A56C46635}"/>
              </a:ext>
            </a:extLst>
          </p:cNvPr>
          <p:cNvSpPr>
            <a:spLocks/>
          </p:cNvSpPr>
          <p:nvPr/>
        </p:nvSpPr>
        <p:spPr>
          <a:xfrm>
            <a:off x="3790653" y="29261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5" name="data_5084">
            <a:extLst>
              <a:ext uri="{FF2B5EF4-FFF2-40B4-BE49-F238E27FC236}">
                <a16:creationId xmlns:a16="http://schemas.microsoft.com/office/drawing/2014/main" id="{755A4A3F-7434-435B-9FC2-E155C0D8C20A}"/>
              </a:ext>
            </a:extLst>
          </p:cNvPr>
          <p:cNvSpPr>
            <a:spLocks/>
          </p:cNvSpPr>
          <p:nvPr/>
        </p:nvSpPr>
        <p:spPr>
          <a:xfrm>
            <a:off x="3812337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6" name="data_5085">
            <a:extLst>
              <a:ext uri="{FF2B5EF4-FFF2-40B4-BE49-F238E27FC236}">
                <a16:creationId xmlns:a16="http://schemas.microsoft.com/office/drawing/2014/main" id="{8A555594-DCFE-4278-BEE3-774D94F5708C}"/>
              </a:ext>
            </a:extLst>
          </p:cNvPr>
          <p:cNvSpPr>
            <a:spLocks/>
          </p:cNvSpPr>
          <p:nvPr/>
        </p:nvSpPr>
        <p:spPr>
          <a:xfrm>
            <a:off x="380564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7" name="data_5086">
            <a:extLst>
              <a:ext uri="{FF2B5EF4-FFF2-40B4-BE49-F238E27FC236}">
                <a16:creationId xmlns:a16="http://schemas.microsoft.com/office/drawing/2014/main" id="{EDD2E0F3-65D5-472A-871D-2841FB3ED32D}"/>
              </a:ext>
            </a:extLst>
          </p:cNvPr>
          <p:cNvSpPr>
            <a:spLocks/>
          </p:cNvSpPr>
          <p:nvPr/>
        </p:nvSpPr>
        <p:spPr>
          <a:xfrm>
            <a:off x="376118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8" name="data_5087">
            <a:extLst>
              <a:ext uri="{FF2B5EF4-FFF2-40B4-BE49-F238E27FC236}">
                <a16:creationId xmlns:a16="http://schemas.microsoft.com/office/drawing/2014/main" id="{CDF07D7C-9F2E-467F-92E7-92DB0A16C925}"/>
              </a:ext>
            </a:extLst>
          </p:cNvPr>
          <p:cNvSpPr>
            <a:spLocks/>
          </p:cNvSpPr>
          <p:nvPr/>
        </p:nvSpPr>
        <p:spPr>
          <a:xfrm>
            <a:off x="387152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59" name="data_5088">
            <a:extLst>
              <a:ext uri="{FF2B5EF4-FFF2-40B4-BE49-F238E27FC236}">
                <a16:creationId xmlns:a16="http://schemas.microsoft.com/office/drawing/2014/main" id="{54742F2D-82A4-4D51-AB4A-0C56EBE8360D}"/>
              </a:ext>
            </a:extLst>
          </p:cNvPr>
          <p:cNvSpPr>
            <a:spLocks/>
          </p:cNvSpPr>
          <p:nvPr/>
        </p:nvSpPr>
        <p:spPr>
          <a:xfrm>
            <a:off x="393453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0" name="data_5089">
            <a:extLst>
              <a:ext uri="{FF2B5EF4-FFF2-40B4-BE49-F238E27FC236}">
                <a16:creationId xmlns:a16="http://schemas.microsoft.com/office/drawing/2014/main" id="{17C55B2F-D833-40F6-BEB0-F1AD03943BD0}"/>
              </a:ext>
            </a:extLst>
          </p:cNvPr>
          <p:cNvSpPr>
            <a:spLocks/>
          </p:cNvSpPr>
          <p:nvPr/>
        </p:nvSpPr>
        <p:spPr>
          <a:xfrm>
            <a:off x="3771164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1" name="data_5090">
            <a:extLst>
              <a:ext uri="{FF2B5EF4-FFF2-40B4-BE49-F238E27FC236}">
                <a16:creationId xmlns:a16="http://schemas.microsoft.com/office/drawing/2014/main" id="{0C7A0389-A85D-4D53-AEC5-B38ACCA6C213}"/>
              </a:ext>
            </a:extLst>
          </p:cNvPr>
          <p:cNvSpPr>
            <a:spLocks/>
          </p:cNvSpPr>
          <p:nvPr/>
        </p:nvSpPr>
        <p:spPr>
          <a:xfrm>
            <a:off x="3893378" y="35113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2" name="data_5091">
            <a:extLst>
              <a:ext uri="{FF2B5EF4-FFF2-40B4-BE49-F238E27FC236}">
                <a16:creationId xmlns:a16="http://schemas.microsoft.com/office/drawing/2014/main" id="{434D1F96-BE60-46AA-9162-33EFF0458031}"/>
              </a:ext>
            </a:extLst>
          </p:cNvPr>
          <p:cNvSpPr>
            <a:spLocks/>
          </p:cNvSpPr>
          <p:nvPr/>
        </p:nvSpPr>
        <p:spPr>
          <a:xfrm>
            <a:off x="391340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3" name="data_5092">
            <a:extLst>
              <a:ext uri="{FF2B5EF4-FFF2-40B4-BE49-F238E27FC236}">
                <a16:creationId xmlns:a16="http://schemas.microsoft.com/office/drawing/2014/main" id="{F3D1C267-1073-402F-843A-CC0E26DC7654}"/>
              </a:ext>
            </a:extLst>
          </p:cNvPr>
          <p:cNvSpPr>
            <a:spLocks/>
          </p:cNvSpPr>
          <p:nvPr/>
        </p:nvSpPr>
        <p:spPr>
          <a:xfrm>
            <a:off x="3820298" y="263122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4" name="data_5093">
            <a:extLst>
              <a:ext uri="{FF2B5EF4-FFF2-40B4-BE49-F238E27FC236}">
                <a16:creationId xmlns:a16="http://schemas.microsoft.com/office/drawing/2014/main" id="{ACA1B79A-5E58-4D01-9144-76914B58BD30}"/>
              </a:ext>
            </a:extLst>
          </p:cNvPr>
          <p:cNvSpPr>
            <a:spLocks/>
          </p:cNvSpPr>
          <p:nvPr/>
        </p:nvSpPr>
        <p:spPr>
          <a:xfrm>
            <a:off x="3927482" y="292617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5" name="data_5094">
            <a:extLst>
              <a:ext uri="{FF2B5EF4-FFF2-40B4-BE49-F238E27FC236}">
                <a16:creationId xmlns:a16="http://schemas.microsoft.com/office/drawing/2014/main" id="{5836B28B-6383-41F9-8BDD-DBF65AB5FEFA}"/>
              </a:ext>
            </a:extLst>
          </p:cNvPr>
          <p:cNvSpPr>
            <a:spLocks/>
          </p:cNvSpPr>
          <p:nvPr/>
        </p:nvSpPr>
        <p:spPr>
          <a:xfrm>
            <a:off x="3853233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6" name="data_5095">
            <a:extLst>
              <a:ext uri="{FF2B5EF4-FFF2-40B4-BE49-F238E27FC236}">
                <a16:creationId xmlns:a16="http://schemas.microsoft.com/office/drawing/2014/main" id="{DD1B3CBC-9D34-4306-94FF-406FB6642B3A}"/>
              </a:ext>
            </a:extLst>
          </p:cNvPr>
          <p:cNvSpPr>
            <a:spLocks/>
          </p:cNvSpPr>
          <p:nvPr/>
        </p:nvSpPr>
        <p:spPr>
          <a:xfrm>
            <a:off x="385830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7" name="data_5096">
            <a:extLst>
              <a:ext uri="{FF2B5EF4-FFF2-40B4-BE49-F238E27FC236}">
                <a16:creationId xmlns:a16="http://schemas.microsoft.com/office/drawing/2014/main" id="{AF3BC4F2-0A25-45E7-8B64-0727F1CD01E9}"/>
              </a:ext>
            </a:extLst>
          </p:cNvPr>
          <p:cNvSpPr>
            <a:spLocks/>
          </p:cNvSpPr>
          <p:nvPr/>
        </p:nvSpPr>
        <p:spPr>
          <a:xfrm>
            <a:off x="394549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8" name="data_5097">
            <a:extLst>
              <a:ext uri="{FF2B5EF4-FFF2-40B4-BE49-F238E27FC236}">
                <a16:creationId xmlns:a16="http://schemas.microsoft.com/office/drawing/2014/main" id="{D214E89D-BCF5-454F-9B1B-0201FE932AD8}"/>
              </a:ext>
            </a:extLst>
          </p:cNvPr>
          <p:cNvSpPr>
            <a:spLocks/>
          </p:cNvSpPr>
          <p:nvPr/>
        </p:nvSpPr>
        <p:spPr>
          <a:xfrm>
            <a:off x="3923970" y="359062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69" name="data_5098">
            <a:extLst>
              <a:ext uri="{FF2B5EF4-FFF2-40B4-BE49-F238E27FC236}">
                <a16:creationId xmlns:a16="http://schemas.microsoft.com/office/drawing/2014/main" id="{3D3156A6-A9EC-4A2E-9993-FF8578D862D8}"/>
              </a:ext>
            </a:extLst>
          </p:cNvPr>
          <p:cNvSpPr>
            <a:spLocks/>
          </p:cNvSpPr>
          <p:nvPr/>
        </p:nvSpPr>
        <p:spPr>
          <a:xfrm>
            <a:off x="3897893" y="349801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0" name="data_5099">
            <a:extLst>
              <a:ext uri="{FF2B5EF4-FFF2-40B4-BE49-F238E27FC236}">
                <a16:creationId xmlns:a16="http://schemas.microsoft.com/office/drawing/2014/main" id="{6C582755-5A80-4536-A68E-801BFF30FEA2}"/>
              </a:ext>
            </a:extLst>
          </p:cNvPr>
          <p:cNvSpPr>
            <a:spLocks/>
          </p:cNvSpPr>
          <p:nvPr/>
        </p:nvSpPr>
        <p:spPr>
          <a:xfrm>
            <a:off x="382774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1" name="data_5100">
            <a:extLst>
              <a:ext uri="{FF2B5EF4-FFF2-40B4-BE49-F238E27FC236}">
                <a16:creationId xmlns:a16="http://schemas.microsoft.com/office/drawing/2014/main" id="{A4DD39C3-C6CD-4FC7-ABE1-911A799BA962}"/>
              </a:ext>
            </a:extLst>
          </p:cNvPr>
          <p:cNvSpPr>
            <a:spLocks/>
          </p:cNvSpPr>
          <p:nvPr/>
        </p:nvSpPr>
        <p:spPr>
          <a:xfrm>
            <a:off x="391194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2" name="data_5101">
            <a:extLst>
              <a:ext uri="{FF2B5EF4-FFF2-40B4-BE49-F238E27FC236}">
                <a16:creationId xmlns:a16="http://schemas.microsoft.com/office/drawing/2014/main" id="{816BADC8-9F66-46F2-AE0B-ADB4A2649808}"/>
              </a:ext>
            </a:extLst>
          </p:cNvPr>
          <p:cNvSpPr>
            <a:spLocks/>
          </p:cNvSpPr>
          <p:nvPr/>
        </p:nvSpPr>
        <p:spPr>
          <a:xfrm>
            <a:off x="3917522" y="372027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3" name="data_5102">
            <a:extLst>
              <a:ext uri="{FF2B5EF4-FFF2-40B4-BE49-F238E27FC236}">
                <a16:creationId xmlns:a16="http://schemas.microsoft.com/office/drawing/2014/main" id="{C7347D1E-5C35-4AC5-A392-C2742C2C5063}"/>
              </a:ext>
            </a:extLst>
          </p:cNvPr>
          <p:cNvSpPr>
            <a:spLocks/>
          </p:cNvSpPr>
          <p:nvPr/>
        </p:nvSpPr>
        <p:spPr>
          <a:xfrm>
            <a:off x="383644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4" name="data_5103">
            <a:extLst>
              <a:ext uri="{FF2B5EF4-FFF2-40B4-BE49-F238E27FC236}">
                <a16:creationId xmlns:a16="http://schemas.microsoft.com/office/drawing/2014/main" id="{2FCB80AC-3C15-45E1-B2C0-22D0AA4DD835}"/>
              </a:ext>
            </a:extLst>
          </p:cNvPr>
          <p:cNvSpPr>
            <a:spLocks/>
          </p:cNvSpPr>
          <p:nvPr/>
        </p:nvSpPr>
        <p:spPr>
          <a:xfrm>
            <a:off x="375560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5" name="data_5104">
            <a:extLst>
              <a:ext uri="{FF2B5EF4-FFF2-40B4-BE49-F238E27FC236}">
                <a16:creationId xmlns:a16="http://schemas.microsoft.com/office/drawing/2014/main" id="{66A1039C-E2E3-40B7-B689-41398CA46E5C}"/>
              </a:ext>
            </a:extLst>
          </p:cNvPr>
          <p:cNvSpPr>
            <a:spLocks/>
          </p:cNvSpPr>
          <p:nvPr/>
        </p:nvSpPr>
        <p:spPr>
          <a:xfrm>
            <a:off x="381114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6" name="data_5105">
            <a:extLst>
              <a:ext uri="{FF2B5EF4-FFF2-40B4-BE49-F238E27FC236}">
                <a16:creationId xmlns:a16="http://schemas.microsoft.com/office/drawing/2014/main" id="{97432CDA-081F-4DFE-B529-07535BF89F71}"/>
              </a:ext>
            </a:extLst>
          </p:cNvPr>
          <p:cNvSpPr>
            <a:spLocks/>
          </p:cNvSpPr>
          <p:nvPr/>
        </p:nvSpPr>
        <p:spPr>
          <a:xfrm>
            <a:off x="377669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7" name="data_5106">
            <a:extLst>
              <a:ext uri="{FF2B5EF4-FFF2-40B4-BE49-F238E27FC236}">
                <a16:creationId xmlns:a16="http://schemas.microsoft.com/office/drawing/2014/main" id="{B3787984-72CC-4697-AA2B-58D0F9C1D6DF}"/>
              </a:ext>
            </a:extLst>
          </p:cNvPr>
          <p:cNvSpPr>
            <a:spLocks/>
          </p:cNvSpPr>
          <p:nvPr/>
        </p:nvSpPr>
        <p:spPr>
          <a:xfrm>
            <a:off x="381254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8" name="data_5107">
            <a:extLst>
              <a:ext uri="{FF2B5EF4-FFF2-40B4-BE49-F238E27FC236}">
                <a16:creationId xmlns:a16="http://schemas.microsoft.com/office/drawing/2014/main" id="{EBDE7D6B-F7A9-4468-BE45-B60D98FF76EA}"/>
              </a:ext>
            </a:extLst>
          </p:cNvPr>
          <p:cNvSpPr>
            <a:spLocks/>
          </p:cNvSpPr>
          <p:nvPr/>
        </p:nvSpPr>
        <p:spPr>
          <a:xfrm>
            <a:off x="375914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79" name="data_5108">
            <a:extLst>
              <a:ext uri="{FF2B5EF4-FFF2-40B4-BE49-F238E27FC236}">
                <a16:creationId xmlns:a16="http://schemas.microsoft.com/office/drawing/2014/main" id="{9781A984-2B4E-44C8-8FA2-562ABFB5956E}"/>
              </a:ext>
            </a:extLst>
          </p:cNvPr>
          <p:cNvSpPr>
            <a:spLocks/>
          </p:cNvSpPr>
          <p:nvPr/>
        </p:nvSpPr>
        <p:spPr>
          <a:xfrm>
            <a:off x="393902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0" name="data_5109">
            <a:extLst>
              <a:ext uri="{FF2B5EF4-FFF2-40B4-BE49-F238E27FC236}">
                <a16:creationId xmlns:a16="http://schemas.microsoft.com/office/drawing/2014/main" id="{CBAB1026-11F6-4367-AF7B-2C613FD8621C}"/>
              </a:ext>
            </a:extLst>
          </p:cNvPr>
          <p:cNvSpPr>
            <a:spLocks/>
          </p:cNvSpPr>
          <p:nvPr/>
        </p:nvSpPr>
        <p:spPr>
          <a:xfrm>
            <a:off x="3897031" y="25048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1" name="data_5110">
            <a:extLst>
              <a:ext uri="{FF2B5EF4-FFF2-40B4-BE49-F238E27FC236}">
                <a16:creationId xmlns:a16="http://schemas.microsoft.com/office/drawing/2014/main" id="{87A2C425-1989-4F7C-87F9-78DF29D77226}"/>
              </a:ext>
            </a:extLst>
          </p:cNvPr>
          <p:cNvSpPr>
            <a:spLocks/>
          </p:cNvSpPr>
          <p:nvPr/>
        </p:nvSpPr>
        <p:spPr>
          <a:xfrm>
            <a:off x="393582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2" name="data_5111">
            <a:extLst>
              <a:ext uri="{FF2B5EF4-FFF2-40B4-BE49-F238E27FC236}">
                <a16:creationId xmlns:a16="http://schemas.microsoft.com/office/drawing/2014/main" id="{0BE68FA3-4FB7-4548-8718-47FA850727D8}"/>
              </a:ext>
            </a:extLst>
          </p:cNvPr>
          <p:cNvSpPr>
            <a:spLocks/>
          </p:cNvSpPr>
          <p:nvPr/>
        </p:nvSpPr>
        <p:spPr>
          <a:xfrm>
            <a:off x="3754266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3" name="data_5112">
            <a:extLst>
              <a:ext uri="{FF2B5EF4-FFF2-40B4-BE49-F238E27FC236}">
                <a16:creationId xmlns:a16="http://schemas.microsoft.com/office/drawing/2014/main" id="{5F7F3938-86E9-4F41-8182-5191F54FA7F8}"/>
              </a:ext>
            </a:extLst>
          </p:cNvPr>
          <p:cNvSpPr>
            <a:spLocks/>
          </p:cNvSpPr>
          <p:nvPr/>
        </p:nvSpPr>
        <p:spPr>
          <a:xfrm>
            <a:off x="391703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4" name="data_5113">
            <a:extLst>
              <a:ext uri="{FF2B5EF4-FFF2-40B4-BE49-F238E27FC236}">
                <a16:creationId xmlns:a16="http://schemas.microsoft.com/office/drawing/2014/main" id="{5C4F67D1-996E-4DDF-9374-562D2497B535}"/>
              </a:ext>
            </a:extLst>
          </p:cNvPr>
          <p:cNvSpPr>
            <a:spLocks/>
          </p:cNvSpPr>
          <p:nvPr/>
        </p:nvSpPr>
        <p:spPr>
          <a:xfrm>
            <a:off x="392826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5" name="data_5114">
            <a:extLst>
              <a:ext uri="{FF2B5EF4-FFF2-40B4-BE49-F238E27FC236}">
                <a16:creationId xmlns:a16="http://schemas.microsoft.com/office/drawing/2014/main" id="{DB4CC94A-91C1-4FCD-93BC-93A49CBE7690}"/>
              </a:ext>
            </a:extLst>
          </p:cNvPr>
          <p:cNvSpPr>
            <a:spLocks/>
          </p:cNvSpPr>
          <p:nvPr/>
        </p:nvSpPr>
        <p:spPr>
          <a:xfrm>
            <a:off x="374930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6" name="data_5115">
            <a:extLst>
              <a:ext uri="{FF2B5EF4-FFF2-40B4-BE49-F238E27FC236}">
                <a16:creationId xmlns:a16="http://schemas.microsoft.com/office/drawing/2014/main" id="{B1946C9F-E6F3-4E65-8C63-7341F4101AA0}"/>
              </a:ext>
            </a:extLst>
          </p:cNvPr>
          <p:cNvSpPr>
            <a:spLocks/>
          </p:cNvSpPr>
          <p:nvPr/>
        </p:nvSpPr>
        <p:spPr>
          <a:xfrm>
            <a:off x="38388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7" name="data_5116">
            <a:extLst>
              <a:ext uri="{FF2B5EF4-FFF2-40B4-BE49-F238E27FC236}">
                <a16:creationId xmlns:a16="http://schemas.microsoft.com/office/drawing/2014/main" id="{13FD8212-764C-4830-8C4E-F5462C95AF56}"/>
              </a:ext>
            </a:extLst>
          </p:cNvPr>
          <p:cNvSpPr>
            <a:spLocks/>
          </p:cNvSpPr>
          <p:nvPr/>
        </p:nvSpPr>
        <p:spPr>
          <a:xfrm>
            <a:off x="389402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8" name="data_5117">
            <a:extLst>
              <a:ext uri="{FF2B5EF4-FFF2-40B4-BE49-F238E27FC236}">
                <a16:creationId xmlns:a16="http://schemas.microsoft.com/office/drawing/2014/main" id="{CEA1C25D-F7D3-44A3-820F-00D44DC40D55}"/>
              </a:ext>
            </a:extLst>
          </p:cNvPr>
          <p:cNvSpPr>
            <a:spLocks/>
          </p:cNvSpPr>
          <p:nvPr/>
        </p:nvSpPr>
        <p:spPr>
          <a:xfrm>
            <a:off x="378246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89" name="data_5118">
            <a:extLst>
              <a:ext uri="{FF2B5EF4-FFF2-40B4-BE49-F238E27FC236}">
                <a16:creationId xmlns:a16="http://schemas.microsoft.com/office/drawing/2014/main" id="{D8C973C6-BC52-4A37-9212-EF943A1798CE}"/>
              </a:ext>
            </a:extLst>
          </p:cNvPr>
          <p:cNvSpPr>
            <a:spLocks/>
          </p:cNvSpPr>
          <p:nvPr/>
        </p:nvSpPr>
        <p:spPr>
          <a:xfrm>
            <a:off x="385297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0" name="data_5119">
            <a:extLst>
              <a:ext uri="{FF2B5EF4-FFF2-40B4-BE49-F238E27FC236}">
                <a16:creationId xmlns:a16="http://schemas.microsoft.com/office/drawing/2014/main" id="{A7C51777-6C65-4185-B3BF-5F7BBF14E47E}"/>
              </a:ext>
            </a:extLst>
          </p:cNvPr>
          <p:cNvSpPr>
            <a:spLocks/>
          </p:cNvSpPr>
          <p:nvPr/>
        </p:nvSpPr>
        <p:spPr>
          <a:xfrm>
            <a:off x="3931698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1" name="data_5120">
            <a:extLst>
              <a:ext uri="{FF2B5EF4-FFF2-40B4-BE49-F238E27FC236}">
                <a16:creationId xmlns:a16="http://schemas.microsoft.com/office/drawing/2014/main" id="{AC814465-3674-4D67-81F8-D48086369A2C}"/>
              </a:ext>
            </a:extLst>
          </p:cNvPr>
          <p:cNvSpPr>
            <a:spLocks/>
          </p:cNvSpPr>
          <p:nvPr/>
        </p:nvSpPr>
        <p:spPr>
          <a:xfrm>
            <a:off x="3829070" y="345287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2" name="data_5121">
            <a:extLst>
              <a:ext uri="{FF2B5EF4-FFF2-40B4-BE49-F238E27FC236}">
                <a16:creationId xmlns:a16="http://schemas.microsoft.com/office/drawing/2014/main" id="{4A63001C-6474-40D1-A4AA-767147948760}"/>
              </a:ext>
            </a:extLst>
          </p:cNvPr>
          <p:cNvSpPr>
            <a:spLocks/>
          </p:cNvSpPr>
          <p:nvPr/>
        </p:nvSpPr>
        <p:spPr>
          <a:xfrm>
            <a:off x="376438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3" name="data_5122">
            <a:extLst>
              <a:ext uri="{FF2B5EF4-FFF2-40B4-BE49-F238E27FC236}">
                <a16:creationId xmlns:a16="http://schemas.microsoft.com/office/drawing/2014/main" id="{775DAB51-A473-4FB9-8799-7A32E4909828}"/>
              </a:ext>
            </a:extLst>
          </p:cNvPr>
          <p:cNvSpPr>
            <a:spLocks/>
          </p:cNvSpPr>
          <p:nvPr/>
        </p:nvSpPr>
        <p:spPr>
          <a:xfrm>
            <a:off x="3920326" y="23994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4" name="data_5123">
            <a:extLst>
              <a:ext uri="{FF2B5EF4-FFF2-40B4-BE49-F238E27FC236}">
                <a16:creationId xmlns:a16="http://schemas.microsoft.com/office/drawing/2014/main" id="{A731E0C4-F458-4185-B78B-1E47EEEF31E4}"/>
              </a:ext>
            </a:extLst>
          </p:cNvPr>
          <p:cNvSpPr>
            <a:spLocks/>
          </p:cNvSpPr>
          <p:nvPr/>
        </p:nvSpPr>
        <p:spPr>
          <a:xfrm>
            <a:off x="3792103" y="271096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5" name="data_5124">
            <a:extLst>
              <a:ext uri="{FF2B5EF4-FFF2-40B4-BE49-F238E27FC236}">
                <a16:creationId xmlns:a16="http://schemas.microsoft.com/office/drawing/2014/main" id="{91A31027-E486-4342-919B-C8E556036D35}"/>
              </a:ext>
            </a:extLst>
          </p:cNvPr>
          <p:cNvSpPr>
            <a:spLocks/>
          </p:cNvSpPr>
          <p:nvPr/>
        </p:nvSpPr>
        <p:spPr>
          <a:xfrm>
            <a:off x="3833295" y="31769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6" name="data_5125">
            <a:extLst>
              <a:ext uri="{FF2B5EF4-FFF2-40B4-BE49-F238E27FC236}">
                <a16:creationId xmlns:a16="http://schemas.microsoft.com/office/drawing/2014/main" id="{5FE7C68B-4142-4BA9-81F3-B0FD71FF3323}"/>
              </a:ext>
            </a:extLst>
          </p:cNvPr>
          <p:cNvSpPr>
            <a:spLocks/>
          </p:cNvSpPr>
          <p:nvPr/>
        </p:nvSpPr>
        <p:spPr>
          <a:xfrm>
            <a:off x="38556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7" name="data_5126">
            <a:extLst>
              <a:ext uri="{FF2B5EF4-FFF2-40B4-BE49-F238E27FC236}">
                <a16:creationId xmlns:a16="http://schemas.microsoft.com/office/drawing/2014/main" id="{4104F639-87D3-4974-BDB9-7C53F539A36C}"/>
              </a:ext>
            </a:extLst>
          </p:cNvPr>
          <p:cNvSpPr>
            <a:spLocks/>
          </p:cNvSpPr>
          <p:nvPr/>
        </p:nvSpPr>
        <p:spPr>
          <a:xfrm>
            <a:off x="3740167" y="373879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8" name="data_5127">
            <a:extLst>
              <a:ext uri="{FF2B5EF4-FFF2-40B4-BE49-F238E27FC236}">
                <a16:creationId xmlns:a16="http://schemas.microsoft.com/office/drawing/2014/main" id="{376A18AA-7BE4-4BB5-A8D2-985222C3AC66}"/>
              </a:ext>
            </a:extLst>
          </p:cNvPr>
          <p:cNvSpPr>
            <a:spLocks/>
          </p:cNvSpPr>
          <p:nvPr/>
        </p:nvSpPr>
        <p:spPr>
          <a:xfrm>
            <a:off x="392503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799" name="data_5128">
            <a:extLst>
              <a:ext uri="{FF2B5EF4-FFF2-40B4-BE49-F238E27FC236}">
                <a16:creationId xmlns:a16="http://schemas.microsoft.com/office/drawing/2014/main" id="{6161BFC4-BA13-48C9-BC0C-C69DBEE8A731}"/>
              </a:ext>
            </a:extLst>
          </p:cNvPr>
          <p:cNvSpPr>
            <a:spLocks/>
          </p:cNvSpPr>
          <p:nvPr/>
        </p:nvSpPr>
        <p:spPr>
          <a:xfrm>
            <a:off x="3948114" y="393199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0" name="data_5129">
            <a:extLst>
              <a:ext uri="{FF2B5EF4-FFF2-40B4-BE49-F238E27FC236}">
                <a16:creationId xmlns:a16="http://schemas.microsoft.com/office/drawing/2014/main" id="{E2584F6B-8961-4512-9BD5-F17DC8931A84}"/>
              </a:ext>
            </a:extLst>
          </p:cNvPr>
          <p:cNvSpPr>
            <a:spLocks/>
          </p:cNvSpPr>
          <p:nvPr/>
        </p:nvSpPr>
        <p:spPr>
          <a:xfrm>
            <a:off x="380204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1" name="data_5130">
            <a:extLst>
              <a:ext uri="{FF2B5EF4-FFF2-40B4-BE49-F238E27FC236}">
                <a16:creationId xmlns:a16="http://schemas.microsoft.com/office/drawing/2014/main" id="{81B32926-A4C5-4604-85BD-110C76EFE6F7}"/>
              </a:ext>
            </a:extLst>
          </p:cNvPr>
          <p:cNvSpPr>
            <a:spLocks/>
          </p:cNvSpPr>
          <p:nvPr/>
        </p:nvSpPr>
        <p:spPr>
          <a:xfrm>
            <a:off x="388093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2" name="data_5131">
            <a:extLst>
              <a:ext uri="{FF2B5EF4-FFF2-40B4-BE49-F238E27FC236}">
                <a16:creationId xmlns:a16="http://schemas.microsoft.com/office/drawing/2014/main" id="{7FD49ED3-B525-42E2-90FA-0AA97DBB87F5}"/>
              </a:ext>
            </a:extLst>
          </p:cNvPr>
          <p:cNvSpPr>
            <a:spLocks/>
          </p:cNvSpPr>
          <p:nvPr/>
        </p:nvSpPr>
        <p:spPr>
          <a:xfrm>
            <a:off x="381433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3" name="data_5132">
            <a:extLst>
              <a:ext uri="{FF2B5EF4-FFF2-40B4-BE49-F238E27FC236}">
                <a16:creationId xmlns:a16="http://schemas.microsoft.com/office/drawing/2014/main" id="{8B7AA56D-303A-410B-BA5C-7414E7E91735}"/>
              </a:ext>
            </a:extLst>
          </p:cNvPr>
          <p:cNvSpPr>
            <a:spLocks/>
          </p:cNvSpPr>
          <p:nvPr/>
        </p:nvSpPr>
        <p:spPr>
          <a:xfrm>
            <a:off x="38371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4" name="data_5133">
            <a:extLst>
              <a:ext uri="{FF2B5EF4-FFF2-40B4-BE49-F238E27FC236}">
                <a16:creationId xmlns:a16="http://schemas.microsoft.com/office/drawing/2014/main" id="{F830BEAE-AE52-4039-B9B4-6C33860311A6}"/>
              </a:ext>
            </a:extLst>
          </p:cNvPr>
          <p:cNvSpPr>
            <a:spLocks/>
          </p:cNvSpPr>
          <p:nvPr/>
        </p:nvSpPr>
        <p:spPr>
          <a:xfrm>
            <a:off x="3950690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5" name="data_5134">
            <a:extLst>
              <a:ext uri="{FF2B5EF4-FFF2-40B4-BE49-F238E27FC236}">
                <a16:creationId xmlns:a16="http://schemas.microsoft.com/office/drawing/2014/main" id="{41D4F6C6-84F5-43DA-80DF-B81959976A2B}"/>
              </a:ext>
            </a:extLst>
          </p:cNvPr>
          <p:cNvSpPr>
            <a:spLocks/>
          </p:cNvSpPr>
          <p:nvPr/>
        </p:nvSpPr>
        <p:spPr>
          <a:xfrm>
            <a:off x="384869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6" name="data_5135">
            <a:extLst>
              <a:ext uri="{FF2B5EF4-FFF2-40B4-BE49-F238E27FC236}">
                <a16:creationId xmlns:a16="http://schemas.microsoft.com/office/drawing/2014/main" id="{590DD2C2-0739-47D5-9B83-23A7B40C7FE0}"/>
              </a:ext>
            </a:extLst>
          </p:cNvPr>
          <p:cNvSpPr>
            <a:spLocks/>
          </p:cNvSpPr>
          <p:nvPr/>
        </p:nvSpPr>
        <p:spPr>
          <a:xfrm>
            <a:off x="3947640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7" name="data_5136">
            <a:extLst>
              <a:ext uri="{FF2B5EF4-FFF2-40B4-BE49-F238E27FC236}">
                <a16:creationId xmlns:a16="http://schemas.microsoft.com/office/drawing/2014/main" id="{C7E5013B-F7C7-43F2-9ECF-36954478F2EE}"/>
              </a:ext>
            </a:extLst>
          </p:cNvPr>
          <p:cNvSpPr>
            <a:spLocks/>
          </p:cNvSpPr>
          <p:nvPr/>
        </p:nvSpPr>
        <p:spPr>
          <a:xfrm>
            <a:off x="3834596" y="27756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8" name="data_5137">
            <a:extLst>
              <a:ext uri="{FF2B5EF4-FFF2-40B4-BE49-F238E27FC236}">
                <a16:creationId xmlns:a16="http://schemas.microsoft.com/office/drawing/2014/main" id="{D8D38E93-1C01-4E6D-A40F-6955A17CAFD7}"/>
              </a:ext>
            </a:extLst>
          </p:cNvPr>
          <p:cNvSpPr>
            <a:spLocks/>
          </p:cNvSpPr>
          <p:nvPr/>
        </p:nvSpPr>
        <p:spPr>
          <a:xfrm>
            <a:off x="390938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09" name="data_5138">
            <a:extLst>
              <a:ext uri="{FF2B5EF4-FFF2-40B4-BE49-F238E27FC236}">
                <a16:creationId xmlns:a16="http://schemas.microsoft.com/office/drawing/2014/main" id="{66F914D6-7C40-482B-BE67-B92219D7B789}"/>
              </a:ext>
            </a:extLst>
          </p:cNvPr>
          <p:cNvSpPr>
            <a:spLocks/>
          </p:cNvSpPr>
          <p:nvPr/>
        </p:nvSpPr>
        <p:spPr>
          <a:xfrm>
            <a:off x="38789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0" name="data_5139">
            <a:extLst>
              <a:ext uri="{FF2B5EF4-FFF2-40B4-BE49-F238E27FC236}">
                <a16:creationId xmlns:a16="http://schemas.microsoft.com/office/drawing/2014/main" id="{57127A0D-AA9F-4866-88C8-566F645C722C}"/>
              </a:ext>
            </a:extLst>
          </p:cNvPr>
          <p:cNvSpPr>
            <a:spLocks/>
          </p:cNvSpPr>
          <p:nvPr/>
        </p:nvSpPr>
        <p:spPr>
          <a:xfrm>
            <a:off x="3870052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1" name="data_5140">
            <a:extLst>
              <a:ext uri="{FF2B5EF4-FFF2-40B4-BE49-F238E27FC236}">
                <a16:creationId xmlns:a16="http://schemas.microsoft.com/office/drawing/2014/main" id="{5AA804AD-089C-4445-B153-BF14BCDE79F0}"/>
              </a:ext>
            </a:extLst>
          </p:cNvPr>
          <p:cNvSpPr>
            <a:spLocks/>
          </p:cNvSpPr>
          <p:nvPr/>
        </p:nvSpPr>
        <p:spPr>
          <a:xfrm>
            <a:off x="374784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2" name="data_5141">
            <a:extLst>
              <a:ext uri="{FF2B5EF4-FFF2-40B4-BE49-F238E27FC236}">
                <a16:creationId xmlns:a16="http://schemas.microsoft.com/office/drawing/2014/main" id="{55259F71-4F0F-4DDC-865E-80426A5637D7}"/>
              </a:ext>
            </a:extLst>
          </p:cNvPr>
          <p:cNvSpPr>
            <a:spLocks/>
          </p:cNvSpPr>
          <p:nvPr/>
        </p:nvSpPr>
        <p:spPr>
          <a:xfrm>
            <a:off x="3787494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3" name="data_5142">
            <a:extLst>
              <a:ext uri="{FF2B5EF4-FFF2-40B4-BE49-F238E27FC236}">
                <a16:creationId xmlns:a16="http://schemas.microsoft.com/office/drawing/2014/main" id="{B8E28FB6-936E-471F-A076-C1704904A67E}"/>
              </a:ext>
            </a:extLst>
          </p:cNvPr>
          <p:cNvSpPr>
            <a:spLocks/>
          </p:cNvSpPr>
          <p:nvPr/>
        </p:nvSpPr>
        <p:spPr>
          <a:xfrm>
            <a:off x="395884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4" name="data_5143">
            <a:extLst>
              <a:ext uri="{FF2B5EF4-FFF2-40B4-BE49-F238E27FC236}">
                <a16:creationId xmlns:a16="http://schemas.microsoft.com/office/drawing/2014/main" id="{9D4C9EBF-0D4A-4980-95CD-39E27E6FEE84}"/>
              </a:ext>
            </a:extLst>
          </p:cNvPr>
          <p:cNvSpPr>
            <a:spLocks/>
          </p:cNvSpPr>
          <p:nvPr/>
        </p:nvSpPr>
        <p:spPr>
          <a:xfrm>
            <a:off x="390474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5" name="data_5144">
            <a:extLst>
              <a:ext uri="{FF2B5EF4-FFF2-40B4-BE49-F238E27FC236}">
                <a16:creationId xmlns:a16="http://schemas.microsoft.com/office/drawing/2014/main" id="{5C1DD1DA-78E1-4E6B-BC1B-01AB4E52146A}"/>
              </a:ext>
            </a:extLst>
          </p:cNvPr>
          <p:cNvSpPr>
            <a:spLocks/>
          </p:cNvSpPr>
          <p:nvPr/>
        </p:nvSpPr>
        <p:spPr>
          <a:xfrm>
            <a:off x="3899484" y="347393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6" name="data_5145">
            <a:extLst>
              <a:ext uri="{FF2B5EF4-FFF2-40B4-BE49-F238E27FC236}">
                <a16:creationId xmlns:a16="http://schemas.microsoft.com/office/drawing/2014/main" id="{B296B9F3-4923-44D8-8AB4-21457573896C}"/>
              </a:ext>
            </a:extLst>
          </p:cNvPr>
          <p:cNvSpPr>
            <a:spLocks/>
          </p:cNvSpPr>
          <p:nvPr/>
        </p:nvSpPr>
        <p:spPr>
          <a:xfrm>
            <a:off x="3795516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7" name="data_5146">
            <a:extLst>
              <a:ext uri="{FF2B5EF4-FFF2-40B4-BE49-F238E27FC236}">
                <a16:creationId xmlns:a16="http://schemas.microsoft.com/office/drawing/2014/main" id="{9928CD0B-4E49-4B7A-ADBE-FD72CF2C63CD}"/>
              </a:ext>
            </a:extLst>
          </p:cNvPr>
          <p:cNvSpPr>
            <a:spLocks/>
          </p:cNvSpPr>
          <p:nvPr/>
        </p:nvSpPr>
        <p:spPr>
          <a:xfrm>
            <a:off x="388608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8" name="data_5147">
            <a:extLst>
              <a:ext uri="{FF2B5EF4-FFF2-40B4-BE49-F238E27FC236}">
                <a16:creationId xmlns:a16="http://schemas.microsoft.com/office/drawing/2014/main" id="{351920D3-4B4A-4D96-8E05-19F52E3E7F33}"/>
              </a:ext>
            </a:extLst>
          </p:cNvPr>
          <p:cNvSpPr>
            <a:spLocks/>
          </p:cNvSpPr>
          <p:nvPr/>
        </p:nvSpPr>
        <p:spPr>
          <a:xfrm>
            <a:off x="3824498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19" name="data_5148">
            <a:extLst>
              <a:ext uri="{FF2B5EF4-FFF2-40B4-BE49-F238E27FC236}">
                <a16:creationId xmlns:a16="http://schemas.microsoft.com/office/drawing/2014/main" id="{6B82E641-593D-49CF-8E7F-DDAA7B6DAADB}"/>
              </a:ext>
            </a:extLst>
          </p:cNvPr>
          <p:cNvSpPr>
            <a:spLocks/>
          </p:cNvSpPr>
          <p:nvPr/>
        </p:nvSpPr>
        <p:spPr>
          <a:xfrm>
            <a:off x="374681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0" name="data_5149">
            <a:extLst>
              <a:ext uri="{FF2B5EF4-FFF2-40B4-BE49-F238E27FC236}">
                <a16:creationId xmlns:a16="http://schemas.microsoft.com/office/drawing/2014/main" id="{DA0DCF6F-7C39-4F87-AEF9-492D8D149137}"/>
              </a:ext>
            </a:extLst>
          </p:cNvPr>
          <p:cNvSpPr>
            <a:spLocks/>
          </p:cNvSpPr>
          <p:nvPr/>
        </p:nvSpPr>
        <p:spPr>
          <a:xfrm>
            <a:off x="3770045" y="26686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1" name="data_5150">
            <a:extLst>
              <a:ext uri="{FF2B5EF4-FFF2-40B4-BE49-F238E27FC236}">
                <a16:creationId xmlns:a16="http://schemas.microsoft.com/office/drawing/2014/main" id="{5290489A-4BE5-4424-8478-2012AD182F2E}"/>
              </a:ext>
            </a:extLst>
          </p:cNvPr>
          <p:cNvSpPr>
            <a:spLocks/>
          </p:cNvSpPr>
          <p:nvPr/>
        </p:nvSpPr>
        <p:spPr>
          <a:xfrm>
            <a:off x="390815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2" name="data_5151">
            <a:extLst>
              <a:ext uri="{FF2B5EF4-FFF2-40B4-BE49-F238E27FC236}">
                <a16:creationId xmlns:a16="http://schemas.microsoft.com/office/drawing/2014/main" id="{0C1A5D35-8B28-418A-9605-92CFE2EAB6BB}"/>
              </a:ext>
            </a:extLst>
          </p:cNvPr>
          <p:cNvSpPr>
            <a:spLocks/>
          </p:cNvSpPr>
          <p:nvPr/>
        </p:nvSpPr>
        <p:spPr>
          <a:xfrm>
            <a:off x="393944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3" name="data_5152">
            <a:extLst>
              <a:ext uri="{FF2B5EF4-FFF2-40B4-BE49-F238E27FC236}">
                <a16:creationId xmlns:a16="http://schemas.microsoft.com/office/drawing/2014/main" id="{936459AC-92D4-492C-BDE8-D041CFA5CF21}"/>
              </a:ext>
            </a:extLst>
          </p:cNvPr>
          <p:cNvSpPr>
            <a:spLocks/>
          </p:cNvSpPr>
          <p:nvPr/>
        </p:nvSpPr>
        <p:spPr>
          <a:xfrm>
            <a:off x="3849968" y="27756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4" name="data_5153">
            <a:extLst>
              <a:ext uri="{FF2B5EF4-FFF2-40B4-BE49-F238E27FC236}">
                <a16:creationId xmlns:a16="http://schemas.microsoft.com/office/drawing/2014/main" id="{163EA5F0-3A81-4583-A232-CA6CE0C299C0}"/>
              </a:ext>
            </a:extLst>
          </p:cNvPr>
          <p:cNvSpPr>
            <a:spLocks/>
          </p:cNvSpPr>
          <p:nvPr/>
        </p:nvSpPr>
        <p:spPr>
          <a:xfrm>
            <a:off x="387235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5" name="data_5154">
            <a:extLst>
              <a:ext uri="{FF2B5EF4-FFF2-40B4-BE49-F238E27FC236}">
                <a16:creationId xmlns:a16="http://schemas.microsoft.com/office/drawing/2014/main" id="{FBB83237-A62B-4314-9796-69A98E179E07}"/>
              </a:ext>
            </a:extLst>
          </p:cNvPr>
          <p:cNvSpPr>
            <a:spLocks/>
          </p:cNvSpPr>
          <p:nvPr/>
        </p:nvSpPr>
        <p:spPr>
          <a:xfrm>
            <a:off x="38133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6" name="data_5155">
            <a:extLst>
              <a:ext uri="{FF2B5EF4-FFF2-40B4-BE49-F238E27FC236}">
                <a16:creationId xmlns:a16="http://schemas.microsoft.com/office/drawing/2014/main" id="{9EF7D8A7-7853-46F8-9258-5D7DE6DB26E6}"/>
              </a:ext>
            </a:extLst>
          </p:cNvPr>
          <p:cNvSpPr>
            <a:spLocks/>
          </p:cNvSpPr>
          <p:nvPr/>
        </p:nvSpPr>
        <p:spPr>
          <a:xfrm>
            <a:off x="3764160" y="3849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7" name="data_5156">
            <a:extLst>
              <a:ext uri="{FF2B5EF4-FFF2-40B4-BE49-F238E27FC236}">
                <a16:creationId xmlns:a16="http://schemas.microsoft.com/office/drawing/2014/main" id="{B11A43C2-C453-4C36-B4F5-5BD6FF23AFC8}"/>
              </a:ext>
            </a:extLst>
          </p:cNvPr>
          <p:cNvSpPr>
            <a:spLocks/>
          </p:cNvSpPr>
          <p:nvPr/>
        </p:nvSpPr>
        <p:spPr>
          <a:xfrm>
            <a:off x="378708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8" name="data_5157">
            <a:extLst>
              <a:ext uri="{FF2B5EF4-FFF2-40B4-BE49-F238E27FC236}">
                <a16:creationId xmlns:a16="http://schemas.microsoft.com/office/drawing/2014/main" id="{688CA64E-1BEE-4347-B103-FB14950B7D91}"/>
              </a:ext>
            </a:extLst>
          </p:cNvPr>
          <p:cNvSpPr>
            <a:spLocks/>
          </p:cNvSpPr>
          <p:nvPr/>
        </p:nvSpPr>
        <p:spPr>
          <a:xfrm>
            <a:off x="37583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29" name="data_5158">
            <a:extLst>
              <a:ext uri="{FF2B5EF4-FFF2-40B4-BE49-F238E27FC236}">
                <a16:creationId xmlns:a16="http://schemas.microsoft.com/office/drawing/2014/main" id="{F66C4E06-80B0-4D5D-BFD9-0116ED31BD30}"/>
              </a:ext>
            </a:extLst>
          </p:cNvPr>
          <p:cNvSpPr>
            <a:spLocks/>
          </p:cNvSpPr>
          <p:nvPr/>
        </p:nvSpPr>
        <p:spPr>
          <a:xfrm>
            <a:off x="3802383" y="299640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0" name="data_5159">
            <a:extLst>
              <a:ext uri="{FF2B5EF4-FFF2-40B4-BE49-F238E27FC236}">
                <a16:creationId xmlns:a16="http://schemas.microsoft.com/office/drawing/2014/main" id="{87BADC57-6A9E-4D4B-9525-ECDB0F4FF8C3}"/>
              </a:ext>
            </a:extLst>
          </p:cNvPr>
          <p:cNvSpPr>
            <a:spLocks/>
          </p:cNvSpPr>
          <p:nvPr/>
        </p:nvSpPr>
        <p:spPr>
          <a:xfrm>
            <a:off x="37815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1" name="data_5160">
            <a:extLst>
              <a:ext uri="{FF2B5EF4-FFF2-40B4-BE49-F238E27FC236}">
                <a16:creationId xmlns:a16="http://schemas.microsoft.com/office/drawing/2014/main" id="{E47D708C-31CC-4FB0-B43C-3B71F230A078}"/>
              </a:ext>
            </a:extLst>
          </p:cNvPr>
          <p:cNvSpPr>
            <a:spLocks/>
          </p:cNvSpPr>
          <p:nvPr/>
        </p:nvSpPr>
        <p:spPr>
          <a:xfrm>
            <a:off x="382206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2" name="data_5161">
            <a:extLst>
              <a:ext uri="{FF2B5EF4-FFF2-40B4-BE49-F238E27FC236}">
                <a16:creationId xmlns:a16="http://schemas.microsoft.com/office/drawing/2014/main" id="{243F855B-9181-420D-AFF1-30EE6038069D}"/>
              </a:ext>
            </a:extLst>
          </p:cNvPr>
          <p:cNvSpPr>
            <a:spLocks/>
          </p:cNvSpPr>
          <p:nvPr/>
        </p:nvSpPr>
        <p:spPr>
          <a:xfrm>
            <a:off x="3905098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3" name="data_5162">
            <a:extLst>
              <a:ext uri="{FF2B5EF4-FFF2-40B4-BE49-F238E27FC236}">
                <a16:creationId xmlns:a16="http://schemas.microsoft.com/office/drawing/2014/main" id="{5F7BA47E-7AA0-49FC-944B-169555F17F49}"/>
              </a:ext>
            </a:extLst>
          </p:cNvPr>
          <p:cNvSpPr>
            <a:spLocks/>
          </p:cNvSpPr>
          <p:nvPr/>
        </p:nvSpPr>
        <p:spPr>
          <a:xfrm>
            <a:off x="38221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4" name="data_5163">
            <a:extLst>
              <a:ext uri="{FF2B5EF4-FFF2-40B4-BE49-F238E27FC236}">
                <a16:creationId xmlns:a16="http://schemas.microsoft.com/office/drawing/2014/main" id="{42FC225C-4E88-447D-B395-606CE7AD4C91}"/>
              </a:ext>
            </a:extLst>
          </p:cNvPr>
          <p:cNvSpPr>
            <a:spLocks/>
          </p:cNvSpPr>
          <p:nvPr/>
        </p:nvSpPr>
        <p:spPr>
          <a:xfrm>
            <a:off x="3922056" y="243459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5" name="data_5164">
            <a:extLst>
              <a:ext uri="{FF2B5EF4-FFF2-40B4-BE49-F238E27FC236}">
                <a16:creationId xmlns:a16="http://schemas.microsoft.com/office/drawing/2014/main" id="{A642F8D1-893D-4C4C-B7D9-CE3E1D90C14D}"/>
              </a:ext>
            </a:extLst>
          </p:cNvPr>
          <p:cNvSpPr>
            <a:spLocks/>
          </p:cNvSpPr>
          <p:nvPr/>
        </p:nvSpPr>
        <p:spPr>
          <a:xfrm>
            <a:off x="383967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6" name="data_5165">
            <a:extLst>
              <a:ext uri="{FF2B5EF4-FFF2-40B4-BE49-F238E27FC236}">
                <a16:creationId xmlns:a16="http://schemas.microsoft.com/office/drawing/2014/main" id="{5B120305-23B1-4D80-A10C-F3A4195EAAF8}"/>
              </a:ext>
            </a:extLst>
          </p:cNvPr>
          <p:cNvSpPr>
            <a:spLocks/>
          </p:cNvSpPr>
          <p:nvPr/>
        </p:nvSpPr>
        <p:spPr>
          <a:xfrm>
            <a:off x="3858620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7" name="data_5166">
            <a:extLst>
              <a:ext uri="{FF2B5EF4-FFF2-40B4-BE49-F238E27FC236}">
                <a16:creationId xmlns:a16="http://schemas.microsoft.com/office/drawing/2014/main" id="{5834DCCF-194F-4E02-BFAE-74F6140856A1}"/>
              </a:ext>
            </a:extLst>
          </p:cNvPr>
          <p:cNvSpPr>
            <a:spLocks/>
          </p:cNvSpPr>
          <p:nvPr/>
        </p:nvSpPr>
        <p:spPr>
          <a:xfrm>
            <a:off x="38573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8" name="data_5167">
            <a:extLst>
              <a:ext uri="{FF2B5EF4-FFF2-40B4-BE49-F238E27FC236}">
                <a16:creationId xmlns:a16="http://schemas.microsoft.com/office/drawing/2014/main" id="{72CD8631-BF43-4A9B-9873-72AC830C6F6D}"/>
              </a:ext>
            </a:extLst>
          </p:cNvPr>
          <p:cNvSpPr>
            <a:spLocks/>
          </p:cNvSpPr>
          <p:nvPr/>
        </p:nvSpPr>
        <p:spPr>
          <a:xfrm>
            <a:off x="3921904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39" name="data_5168">
            <a:extLst>
              <a:ext uri="{FF2B5EF4-FFF2-40B4-BE49-F238E27FC236}">
                <a16:creationId xmlns:a16="http://schemas.microsoft.com/office/drawing/2014/main" id="{973FBD33-FD41-4C03-9455-84C096BA0CF8}"/>
              </a:ext>
            </a:extLst>
          </p:cNvPr>
          <p:cNvSpPr>
            <a:spLocks/>
          </p:cNvSpPr>
          <p:nvPr/>
        </p:nvSpPr>
        <p:spPr>
          <a:xfrm>
            <a:off x="392728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0" name="data_5169">
            <a:extLst>
              <a:ext uri="{FF2B5EF4-FFF2-40B4-BE49-F238E27FC236}">
                <a16:creationId xmlns:a16="http://schemas.microsoft.com/office/drawing/2014/main" id="{4731D68F-9C82-47B8-B0F1-0E67D02C3F78}"/>
              </a:ext>
            </a:extLst>
          </p:cNvPr>
          <p:cNvSpPr>
            <a:spLocks/>
          </p:cNvSpPr>
          <p:nvPr/>
        </p:nvSpPr>
        <p:spPr>
          <a:xfrm>
            <a:off x="3911879" y="290480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1" name="data_5170">
            <a:extLst>
              <a:ext uri="{FF2B5EF4-FFF2-40B4-BE49-F238E27FC236}">
                <a16:creationId xmlns:a16="http://schemas.microsoft.com/office/drawing/2014/main" id="{5178C845-38DF-499A-A0E2-DB3277736B34}"/>
              </a:ext>
            </a:extLst>
          </p:cNvPr>
          <p:cNvSpPr>
            <a:spLocks/>
          </p:cNvSpPr>
          <p:nvPr/>
        </p:nvSpPr>
        <p:spPr>
          <a:xfrm>
            <a:off x="378978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2" name="data_5171">
            <a:extLst>
              <a:ext uri="{FF2B5EF4-FFF2-40B4-BE49-F238E27FC236}">
                <a16:creationId xmlns:a16="http://schemas.microsoft.com/office/drawing/2014/main" id="{32B6E673-9949-41D3-BFA9-E767812D33AA}"/>
              </a:ext>
            </a:extLst>
          </p:cNvPr>
          <p:cNvSpPr>
            <a:spLocks/>
          </p:cNvSpPr>
          <p:nvPr/>
        </p:nvSpPr>
        <p:spPr>
          <a:xfrm>
            <a:off x="376069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3" name="data_5172">
            <a:extLst>
              <a:ext uri="{FF2B5EF4-FFF2-40B4-BE49-F238E27FC236}">
                <a16:creationId xmlns:a16="http://schemas.microsoft.com/office/drawing/2014/main" id="{EB1930F4-1599-445F-AF13-AE104EC61F43}"/>
              </a:ext>
            </a:extLst>
          </p:cNvPr>
          <p:cNvSpPr>
            <a:spLocks/>
          </p:cNvSpPr>
          <p:nvPr/>
        </p:nvSpPr>
        <p:spPr>
          <a:xfrm>
            <a:off x="377557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4" name="data_5173">
            <a:extLst>
              <a:ext uri="{FF2B5EF4-FFF2-40B4-BE49-F238E27FC236}">
                <a16:creationId xmlns:a16="http://schemas.microsoft.com/office/drawing/2014/main" id="{D1C49FC5-D4D3-4201-865B-F5CF51CD494D}"/>
              </a:ext>
            </a:extLst>
          </p:cNvPr>
          <p:cNvSpPr>
            <a:spLocks/>
          </p:cNvSpPr>
          <p:nvPr/>
        </p:nvSpPr>
        <p:spPr>
          <a:xfrm>
            <a:off x="392544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5" name="data_5174">
            <a:extLst>
              <a:ext uri="{FF2B5EF4-FFF2-40B4-BE49-F238E27FC236}">
                <a16:creationId xmlns:a16="http://schemas.microsoft.com/office/drawing/2014/main" id="{0A83187D-8ABA-442A-958B-15BCF3DC0CE3}"/>
              </a:ext>
            </a:extLst>
          </p:cNvPr>
          <p:cNvSpPr>
            <a:spLocks/>
          </p:cNvSpPr>
          <p:nvPr/>
        </p:nvSpPr>
        <p:spPr>
          <a:xfrm>
            <a:off x="384207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6" name="data_5175">
            <a:extLst>
              <a:ext uri="{FF2B5EF4-FFF2-40B4-BE49-F238E27FC236}">
                <a16:creationId xmlns:a16="http://schemas.microsoft.com/office/drawing/2014/main" id="{37C807A8-405A-425C-B955-BF565E6C4BB1}"/>
              </a:ext>
            </a:extLst>
          </p:cNvPr>
          <p:cNvSpPr>
            <a:spLocks/>
          </p:cNvSpPr>
          <p:nvPr/>
        </p:nvSpPr>
        <p:spPr>
          <a:xfrm>
            <a:off x="374781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7" name="data_5176">
            <a:extLst>
              <a:ext uri="{FF2B5EF4-FFF2-40B4-BE49-F238E27FC236}">
                <a16:creationId xmlns:a16="http://schemas.microsoft.com/office/drawing/2014/main" id="{C65C1213-6A7C-484B-A893-3C7FE2E570EA}"/>
              </a:ext>
            </a:extLst>
          </p:cNvPr>
          <p:cNvSpPr>
            <a:spLocks/>
          </p:cNvSpPr>
          <p:nvPr/>
        </p:nvSpPr>
        <p:spPr>
          <a:xfrm>
            <a:off x="382246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8" name="data_5177">
            <a:extLst>
              <a:ext uri="{FF2B5EF4-FFF2-40B4-BE49-F238E27FC236}">
                <a16:creationId xmlns:a16="http://schemas.microsoft.com/office/drawing/2014/main" id="{FA168136-9E01-4BCD-B1B8-AEEA3549EDC3}"/>
              </a:ext>
            </a:extLst>
          </p:cNvPr>
          <p:cNvSpPr>
            <a:spLocks/>
          </p:cNvSpPr>
          <p:nvPr/>
        </p:nvSpPr>
        <p:spPr>
          <a:xfrm>
            <a:off x="3740563" y="305258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49" name="data_5178">
            <a:extLst>
              <a:ext uri="{FF2B5EF4-FFF2-40B4-BE49-F238E27FC236}">
                <a16:creationId xmlns:a16="http://schemas.microsoft.com/office/drawing/2014/main" id="{7DEA68A9-7DF2-4965-96A0-63CD931EC3D2}"/>
              </a:ext>
            </a:extLst>
          </p:cNvPr>
          <p:cNvSpPr>
            <a:spLocks/>
          </p:cNvSpPr>
          <p:nvPr/>
        </p:nvSpPr>
        <p:spPr>
          <a:xfrm>
            <a:off x="38403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0" name="data_5179">
            <a:extLst>
              <a:ext uri="{FF2B5EF4-FFF2-40B4-BE49-F238E27FC236}">
                <a16:creationId xmlns:a16="http://schemas.microsoft.com/office/drawing/2014/main" id="{F2D252AC-9CAD-40A6-BA65-60F6C0A09A39}"/>
              </a:ext>
            </a:extLst>
          </p:cNvPr>
          <p:cNvSpPr>
            <a:spLocks/>
          </p:cNvSpPr>
          <p:nvPr/>
        </p:nvSpPr>
        <p:spPr>
          <a:xfrm>
            <a:off x="38421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1" name="data_5180">
            <a:extLst>
              <a:ext uri="{FF2B5EF4-FFF2-40B4-BE49-F238E27FC236}">
                <a16:creationId xmlns:a16="http://schemas.microsoft.com/office/drawing/2014/main" id="{1B1C13F9-88AC-41E0-A7CA-BCB62651E04D}"/>
              </a:ext>
            </a:extLst>
          </p:cNvPr>
          <p:cNvSpPr>
            <a:spLocks/>
          </p:cNvSpPr>
          <p:nvPr/>
        </p:nvSpPr>
        <p:spPr>
          <a:xfrm>
            <a:off x="37746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2" name="data_5181">
            <a:extLst>
              <a:ext uri="{FF2B5EF4-FFF2-40B4-BE49-F238E27FC236}">
                <a16:creationId xmlns:a16="http://schemas.microsoft.com/office/drawing/2014/main" id="{7F7D6733-0A52-4878-902B-F3A2139779A1}"/>
              </a:ext>
            </a:extLst>
          </p:cNvPr>
          <p:cNvSpPr>
            <a:spLocks/>
          </p:cNvSpPr>
          <p:nvPr/>
        </p:nvSpPr>
        <p:spPr>
          <a:xfrm>
            <a:off x="38850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3" name="data_5182">
            <a:extLst>
              <a:ext uri="{FF2B5EF4-FFF2-40B4-BE49-F238E27FC236}">
                <a16:creationId xmlns:a16="http://schemas.microsoft.com/office/drawing/2014/main" id="{7C3B0CE2-81D1-4DFC-A95C-58FFE40738E2}"/>
              </a:ext>
            </a:extLst>
          </p:cNvPr>
          <p:cNvSpPr>
            <a:spLocks/>
          </p:cNvSpPr>
          <p:nvPr/>
        </p:nvSpPr>
        <p:spPr>
          <a:xfrm>
            <a:off x="3951183" y="294238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4" name="data_5183">
            <a:extLst>
              <a:ext uri="{FF2B5EF4-FFF2-40B4-BE49-F238E27FC236}">
                <a16:creationId xmlns:a16="http://schemas.microsoft.com/office/drawing/2014/main" id="{840C41D8-D491-44C5-9524-9F97EEE09A58}"/>
              </a:ext>
            </a:extLst>
          </p:cNvPr>
          <p:cNvSpPr>
            <a:spLocks/>
          </p:cNvSpPr>
          <p:nvPr/>
        </p:nvSpPr>
        <p:spPr>
          <a:xfrm>
            <a:off x="3932763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5" name="data_5184">
            <a:extLst>
              <a:ext uri="{FF2B5EF4-FFF2-40B4-BE49-F238E27FC236}">
                <a16:creationId xmlns:a16="http://schemas.microsoft.com/office/drawing/2014/main" id="{914BACAD-E4D3-48E0-B2DB-28667E47A7B4}"/>
              </a:ext>
            </a:extLst>
          </p:cNvPr>
          <p:cNvSpPr>
            <a:spLocks/>
          </p:cNvSpPr>
          <p:nvPr/>
        </p:nvSpPr>
        <p:spPr>
          <a:xfrm>
            <a:off x="384413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6" name="data_5185">
            <a:extLst>
              <a:ext uri="{FF2B5EF4-FFF2-40B4-BE49-F238E27FC236}">
                <a16:creationId xmlns:a16="http://schemas.microsoft.com/office/drawing/2014/main" id="{E00062F9-2CB4-4470-92DC-5490C6FE4CE5}"/>
              </a:ext>
            </a:extLst>
          </p:cNvPr>
          <p:cNvSpPr>
            <a:spLocks/>
          </p:cNvSpPr>
          <p:nvPr/>
        </p:nvSpPr>
        <p:spPr>
          <a:xfrm>
            <a:off x="385413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7" name="data_5186">
            <a:extLst>
              <a:ext uri="{FF2B5EF4-FFF2-40B4-BE49-F238E27FC236}">
                <a16:creationId xmlns:a16="http://schemas.microsoft.com/office/drawing/2014/main" id="{48743DB5-1FB6-4F1C-A606-DA39263C7C17}"/>
              </a:ext>
            </a:extLst>
          </p:cNvPr>
          <p:cNvSpPr>
            <a:spLocks/>
          </p:cNvSpPr>
          <p:nvPr/>
        </p:nvSpPr>
        <p:spPr>
          <a:xfrm>
            <a:off x="3939807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8" name="data_5187">
            <a:extLst>
              <a:ext uri="{FF2B5EF4-FFF2-40B4-BE49-F238E27FC236}">
                <a16:creationId xmlns:a16="http://schemas.microsoft.com/office/drawing/2014/main" id="{61DD2D65-1C8A-4C5C-B613-5C3E9FB6B462}"/>
              </a:ext>
            </a:extLst>
          </p:cNvPr>
          <p:cNvSpPr>
            <a:spLocks/>
          </p:cNvSpPr>
          <p:nvPr/>
        </p:nvSpPr>
        <p:spPr>
          <a:xfrm>
            <a:off x="389357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59" name="data_5188">
            <a:extLst>
              <a:ext uri="{FF2B5EF4-FFF2-40B4-BE49-F238E27FC236}">
                <a16:creationId xmlns:a16="http://schemas.microsoft.com/office/drawing/2014/main" id="{B94CB427-6BF8-49AF-B0EC-E7363B81073E}"/>
              </a:ext>
            </a:extLst>
          </p:cNvPr>
          <p:cNvSpPr>
            <a:spLocks/>
          </p:cNvSpPr>
          <p:nvPr/>
        </p:nvSpPr>
        <p:spPr>
          <a:xfrm>
            <a:off x="384797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0" name="data_5189">
            <a:extLst>
              <a:ext uri="{FF2B5EF4-FFF2-40B4-BE49-F238E27FC236}">
                <a16:creationId xmlns:a16="http://schemas.microsoft.com/office/drawing/2014/main" id="{F8E66B44-9380-425C-BB8A-C1B9574DE674}"/>
              </a:ext>
            </a:extLst>
          </p:cNvPr>
          <p:cNvSpPr>
            <a:spLocks/>
          </p:cNvSpPr>
          <p:nvPr/>
        </p:nvSpPr>
        <p:spPr>
          <a:xfrm>
            <a:off x="396041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1" name="data_5190">
            <a:extLst>
              <a:ext uri="{FF2B5EF4-FFF2-40B4-BE49-F238E27FC236}">
                <a16:creationId xmlns:a16="http://schemas.microsoft.com/office/drawing/2014/main" id="{10FFFE64-ACEA-4241-9BE3-E016473CDF21}"/>
              </a:ext>
            </a:extLst>
          </p:cNvPr>
          <p:cNvSpPr>
            <a:spLocks/>
          </p:cNvSpPr>
          <p:nvPr/>
        </p:nvSpPr>
        <p:spPr>
          <a:xfrm>
            <a:off x="374079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2" name="data_5191">
            <a:extLst>
              <a:ext uri="{FF2B5EF4-FFF2-40B4-BE49-F238E27FC236}">
                <a16:creationId xmlns:a16="http://schemas.microsoft.com/office/drawing/2014/main" id="{58C8B4CE-82B0-4E15-95F6-6AB775C0BD97}"/>
              </a:ext>
            </a:extLst>
          </p:cNvPr>
          <p:cNvSpPr>
            <a:spLocks/>
          </p:cNvSpPr>
          <p:nvPr/>
        </p:nvSpPr>
        <p:spPr>
          <a:xfrm>
            <a:off x="3871158" y="294266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3" name="data_5192">
            <a:extLst>
              <a:ext uri="{FF2B5EF4-FFF2-40B4-BE49-F238E27FC236}">
                <a16:creationId xmlns:a16="http://schemas.microsoft.com/office/drawing/2014/main" id="{B9D7E633-DCF7-41DA-A7E9-435A695A427B}"/>
              </a:ext>
            </a:extLst>
          </p:cNvPr>
          <p:cNvSpPr>
            <a:spLocks/>
          </p:cNvSpPr>
          <p:nvPr/>
        </p:nvSpPr>
        <p:spPr>
          <a:xfrm>
            <a:off x="375330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4" name="data_5193">
            <a:extLst>
              <a:ext uri="{FF2B5EF4-FFF2-40B4-BE49-F238E27FC236}">
                <a16:creationId xmlns:a16="http://schemas.microsoft.com/office/drawing/2014/main" id="{88CD4A13-5B1A-479A-A563-6B303ECB0311}"/>
              </a:ext>
            </a:extLst>
          </p:cNvPr>
          <p:cNvSpPr>
            <a:spLocks/>
          </p:cNvSpPr>
          <p:nvPr/>
        </p:nvSpPr>
        <p:spPr>
          <a:xfrm>
            <a:off x="3936314" y="366354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5" name="data_5194">
            <a:extLst>
              <a:ext uri="{FF2B5EF4-FFF2-40B4-BE49-F238E27FC236}">
                <a16:creationId xmlns:a16="http://schemas.microsoft.com/office/drawing/2014/main" id="{A0AE7C7B-3601-4A47-A43B-D0ED8B5BBF3D}"/>
              </a:ext>
            </a:extLst>
          </p:cNvPr>
          <p:cNvSpPr>
            <a:spLocks/>
          </p:cNvSpPr>
          <p:nvPr/>
        </p:nvSpPr>
        <p:spPr>
          <a:xfrm>
            <a:off x="387658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6" name="data_5195">
            <a:extLst>
              <a:ext uri="{FF2B5EF4-FFF2-40B4-BE49-F238E27FC236}">
                <a16:creationId xmlns:a16="http://schemas.microsoft.com/office/drawing/2014/main" id="{0BC14F46-2579-4E15-904B-D63FCB159DBC}"/>
              </a:ext>
            </a:extLst>
          </p:cNvPr>
          <p:cNvSpPr>
            <a:spLocks/>
          </p:cNvSpPr>
          <p:nvPr/>
        </p:nvSpPr>
        <p:spPr>
          <a:xfrm>
            <a:off x="387388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7" name="data_5196">
            <a:extLst>
              <a:ext uri="{FF2B5EF4-FFF2-40B4-BE49-F238E27FC236}">
                <a16:creationId xmlns:a16="http://schemas.microsoft.com/office/drawing/2014/main" id="{C95D4869-748E-43E9-B8A7-D721747A5FF6}"/>
              </a:ext>
            </a:extLst>
          </p:cNvPr>
          <p:cNvSpPr>
            <a:spLocks/>
          </p:cNvSpPr>
          <p:nvPr/>
        </p:nvSpPr>
        <p:spPr>
          <a:xfrm>
            <a:off x="3795036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8" name="data_5197">
            <a:extLst>
              <a:ext uri="{FF2B5EF4-FFF2-40B4-BE49-F238E27FC236}">
                <a16:creationId xmlns:a16="http://schemas.microsoft.com/office/drawing/2014/main" id="{DDB7AB60-16C4-4D20-B76A-70ACECD1BFB5}"/>
              </a:ext>
            </a:extLst>
          </p:cNvPr>
          <p:cNvSpPr>
            <a:spLocks/>
          </p:cNvSpPr>
          <p:nvPr/>
        </p:nvSpPr>
        <p:spPr>
          <a:xfrm>
            <a:off x="395299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69" name="data_5198">
            <a:extLst>
              <a:ext uri="{FF2B5EF4-FFF2-40B4-BE49-F238E27FC236}">
                <a16:creationId xmlns:a16="http://schemas.microsoft.com/office/drawing/2014/main" id="{A4C55B6A-2D9F-4EDD-98C2-BCAA621F42DA}"/>
              </a:ext>
            </a:extLst>
          </p:cNvPr>
          <p:cNvSpPr>
            <a:spLocks/>
          </p:cNvSpPr>
          <p:nvPr/>
        </p:nvSpPr>
        <p:spPr>
          <a:xfrm>
            <a:off x="377542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0" name="data_5199">
            <a:extLst>
              <a:ext uri="{FF2B5EF4-FFF2-40B4-BE49-F238E27FC236}">
                <a16:creationId xmlns:a16="http://schemas.microsoft.com/office/drawing/2014/main" id="{23CEABE2-A82F-479D-B30F-3B3113C0E472}"/>
              </a:ext>
            </a:extLst>
          </p:cNvPr>
          <p:cNvSpPr>
            <a:spLocks/>
          </p:cNvSpPr>
          <p:nvPr/>
        </p:nvSpPr>
        <p:spPr>
          <a:xfrm>
            <a:off x="381626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1" name="data_5200">
            <a:extLst>
              <a:ext uri="{FF2B5EF4-FFF2-40B4-BE49-F238E27FC236}">
                <a16:creationId xmlns:a16="http://schemas.microsoft.com/office/drawing/2014/main" id="{A907EC38-A084-45B8-9490-7A82422260BF}"/>
              </a:ext>
            </a:extLst>
          </p:cNvPr>
          <p:cNvSpPr>
            <a:spLocks/>
          </p:cNvSpPr>
          <p:nvPr/>
        </p:nvSpPr>
        <p:spPr>
          <a:xfrm>
            <a:off x="383375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2" name="data_5201">
            <a:extLst>
              <a:ext uri="{FF2B5EF4-FFF2-40B4-BE49-F238E27FC236}">
                <a16:creationId xmlns:a16="http://schemas.microsoft.com/office/drawing/2014/main" id="{9EF2786B-6ED3-4179-84EE-416F26C2E9C3}"/>
              </a:ext>
            </a:extLst>
          </p:cNvPr>
          <p:cNvSpPr>
            <a:spLocks/>
          </p:cNvSpPr>
          <p:nvPr/>
        </p:nvSpPr>
        <p:spPr>
          <a:xfrm>
            <a:off x="381724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3" name="data_5202">
            <a:extLst>
              <a:ext uri="{FF2B5EF4-FFF2-40B4-BE49-F238E27FC236}">
                <a16:creationId xmlns:a16="http://schemas.microsoft.com/office/drawing/2014/main" id="{46E48B5D-E262-447F-B55B-3E0E89E3843D}"/>
              </a:ext>
            </a:extLst>
          </p:cNvPr>
          <p:cNvSpPr>
            <a:spLocks/>
          </p:cNvSpPr>
          <p:nvPr/>
        </p:nvSpPr>
        <p:spPr>
          <a:xfrm>
            <a:off x="386126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4" name="data_5203">
            <a:extLst>
              <a:ext uri="{FF2B5EF4-FFF2-40B4-BE49-F238E27FC236}">
                <a16:creationId xmlns:a16="http://schemas.microsoft.com/office/drawing/2014/main" id="{91951BFF-C08A-45E5-A2C8-47B9B7304A45}"/>
              </a:ext>
            </a:extLst>
          </p:cNvPr>
          <p:cNvSpPr>
            <a:spLocks/>
          </p:cNvSpPr>
          <p:nvPr/>
        </p:nvSpPr>
        <p:spPr>
          <a:xfrm>
            <a:off x="382797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5" name="data_5204">
            <a:extLst>
              <a:ext uri="{FF2B5EF4-FFF2-40B4-BE49-F238E27FC236}">
                <a16:creationId xmlns:a16="http://schemas.microsoft.com/office/drawing/2014/main" id="{0D3C6301-CD68-4C26-B320-FFF9375ADA99}"/>
              </a:ext>
            </a:extLst>
          </p:cNvPr>
          <p:cNvSpPr>
            <a:spLocks/>
          </p:cNvSpPr>
          <p:nvPr/>
        </p:nvSpPr>
        <p:spPr>
          <a:xfrm>
            <a:off x="379127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6" name="data_5205">
            <a:extLst>
              <a:ext uri="{FF2B5EF4-FFF2-40B4-BE49-F238E27FC236}">
                <a16:creationId xmlns:a16="http://schemas.microsoft.com/office/drawing/2014/main" id="{6F7B5A8D-D898-43DE-ACD9-4827FB744801}"/>
              </a:ext>
            </a:extLst>
          </p:cNvPr>
          <p:cNvSpPr>
            <a:spLocks/>
          </p:cNvSpPr>
          <p:nvPr/>
        </p:nvSpPr>
        <p:spPr>
          <a:xfrm>
            <a:off x="388677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7" name="data_5206">
            <a:extLst>
              <a:ext uri="{FF2B5EF4-FFF2-40B4-BE49-F238E27FC236}">
                <a16:creationId xmlns:a16="http://schemas.microsoft.com/office/drawing/2014/main" id="{0E3BA8CC-35EF-4FB3-B8B0-1C3F0DCCD81B}"/>
              </a:ext>
            </a:extLst>
          </p:cNvPr>
          <p:cNvSpPr>
            <a:spLocks/>
          </p:cNvSpPr>
          <p:nvPr/>
        </p:nvSpPr>
        <p:spPr>
          <a:xfrm>
            <a:off x="386553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8" name="data_5207">
            <a:extLst>
              <a:ext uri="{FF2B5EF4-FFF2-40B4-BE49-F238E27FC236}">
                <a16:creationId xmlns:a16="http://schemas.microsoft.com/office/drawing/2014/main" id="{DD8E992A-D917-4D79-8FAB-47F0CB479159}"/>
              </a:ext>
            </a:extLst>
          </p:cNvPr>
          <p:cNvSpPr>
            <a:spLocks/>
          </p:cNvSpPr>
          <p:nvPr/>
        </p:nvSpPr>
        <p:spPr>
          <a:xfrm>
            <a:off x="375954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79" name="data_5208">
            <a:extLst>
              <a:ext uri="{FF2B5EF4-FFF2-40B4-BE49-F238E27FC236}">
                <a16:creationId xmlns:a16="http://schemas.microsoft.com/office/drawing/2014/main" id="{75509688-E97F-4430-B423-534F0AD7B70A}"/>
              </a:ext>
            </a:extLst>
          </p:cNvPr>
          <p:cNvSpPr>
            <a:spLocks/>
          </p:cNvSpPr>
          <p:nvPr/>
        </p:nvSpPr>
        <p:spPr>
          <a:xfrm>
            <a:off x="389230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0" name="data_5209">
            <a:extLst>
              <a:ext uri="{FF2B5EF4-FFF2-40B4-BE49-F238E27FC236}">
                <a16:creationId xmlns:a16="http://schemas.microsoft.com/office/drawing/2014/main" id="{8C0E1026-7551-466B-AB7A-6D060EC59084}"/>
              </a:ext>
            </a:extLst>
          </p:cNvPr>
          <p:cNvSpPr>
            <a:spLocks/>
          </p:cNvSpPr>
          <p:nvPr/>
        </p:nvSpPr>
        <p:spPr>
          <a:xfrm>
            <a:off x="376107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1" name="data_5210">
            <a:extLst>
              <a:ext uri="{FF2B5EF4-FFF2-40B4-BE49-F238E27FC236}">
                <a16:creationId xmlns:a16="http://schemas.microsoft.com/office/drawing/2014/main" id="{1A2893BD-A1BE-4F8D-ABCC-903F935AAF11}"/>
              </a:ext>
            </a:extLst>
          </p:cNvPr>
          <p:cNvSpPr>
            <a:spLocks/>
          </p:cNvSpPr>
          <p:nvPr/>
        </p:nvSpPr>
        <p:spPr>
          <a:xfrm>
            <a:off x="395593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2" name="data_5211">
            <a:extLst>
              <a:ext uri="{FF2B5EF4-FFF2-40B4-BE49-F238E27FC236}">
                <a16:creationId xmlns:a16="http://schemas.microsoft.com/office/drawing/2014/main" id="{9CA46970-0262-4BAE-B3D4-FE2B2278349D}"/>
              </a:ext>
            </a:extLst>
          </p:cNvPr>
          <p:cNvSpPr>
            <a:spLocks/>
          </p:cNvSpPr>
          <p:nvPr/>
        </p:nvSpPr>
        <p:spPr>
          <a:xfrm>
            <a:off x="383694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3" name="data_5212">
            <a:extLst>
              <a:ext uri="{FF2B5EF4-FFF2-40B4-BE49-F238E27FC236}">
                <a16:creationId xmlns:a16="http://schemas.microsoft.com/office/drawing/2014/main" id="{6D7A7732-0053-4036-8702-49FC7208C227}"/>
              </a:ext>
            </a:extLst>
          </p:cNvPr>
          <p:cNvSpPr>
            <a:spLocks/>
          </p:cNvSpPr>
          <p:nvPr/>
        </p:nvSpPr>
        <p:spPr>
          <a:xfrm>
            <a:off x="3763737" y="3324124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4" name="data_5213">
            <a:extLst>
              <a:ext uri="{FF2B5EF4-FFF2-40B4-BE49-F238E27FC236}">
                <a16:creationId xmlns:a16="http://schemas.microsoft.com/office/drawing/2014/main" id="{CA98C243-BB0C-4EDA-AD78-54810DB21465}"/>
              </a:ext>
            </a:extLst>
          </p:cNvPr>
          <p:cNvSpPr>
            <a:spLocks/>
          </p:cNvSpPr>
          <p:nvPr/>
        </p:nvSpPr>
        <p:spPr>
          <a:xfrm>
            <a:off x="390624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5" name="data_5214">
            <a:extLst>
              <a:ext uri="{FF2B5EF4-FFF2-40B4-BE49-F238E27FC236}">
                <a16:creationId xmlns:a16="http://schemas.microsoft.com/office/drawing/2014/main" id="{309169AA-2D9E-4B43-B9A4-54384625026E}"/>
              </a:ext>
            </a:extLst>
          </p:cNvPr>
          <p:cNvSpPr>
            <a:spLocks/>
          </p:cNvSpPr>
          <p:nvPr/>
        </p:nvSpPr>
        <p:spPr>
          <a:xfrm>
            <a:off x="384648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6" name="data_5215">
            <a:extLst>
              <a:ext uri="{FF2B5EF4-FFF2-40B4-BE49-F238E27FC236}">
                <a16:creationId xmlns:a16="http://schemas.microsoft.com/office/drawing/2014/main" id="{8C841996-1865-4F0C-8B18-D24C7952C721}"/>
              </a:ext>
            </a:extLst>
          </p:cNvPr>
          <p:cNvSpPr>
            <a:spLocks/>
          </p:cNvSpPr>
          <p:nvPr/>
        </p:nvSpPr>
        <p:spPr>
          <a:xfrm>
            <a:off x="381758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7" name="data_5216">
            <a:extLst>
              <a:ext uri="{FF2B5EF4-FFF2-40B4-BE49-F238E27FC236}">
                <a16:creationId xmlns:a16="http://schemas.microsoft.com/office/drawing/2014/main" id="{238A4129-0CE9-456C-9871-B75FE6443C58}"/>
              </a:ext>
            </a:extLst>
          </p:cNvPr>
          <p:cNvSpPr>
            <a:spLocks/>
          </p:cNvSpPr>
          <p:nvPr/>
        </p:nvSpPr>
        <p:spPr>
          <a:xfrm>
            <a:off x="3887512" y="276231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8" name="data_5217">
            <a:extLst>
              <a:ext uri="{FF2B5EF4-FFF2-40B4-BE49-F238E27FC236}">
                <a16:creationId xmlns:a16="http://schemas.microsoft.com/office/drawing/2014/main" id="{7CC1753D-7EAB-42F7-86FD-A2CFAAFE9602}"/>
              </a:ext>
            </a:extLst>
          </p:cNvPr>
          <p:cNvSpPr>
            <a:spLocks/>
          </p:cNvSpPr>
          <p:nvPr/>
        </p:nvSpPr>
        <p:spPr>
          <a:xfrm>
            <a:off x="378765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89" name="data_5218">
            <a:extLst>
              <a:ext uri="{FF2B5EF4-FFF2-40B4-BE49-F238E27FC236}">
                <a16:creationId xmlns:a16="http://schemas.microsoft.com/office/drawing/2014/main" id="{A4D21661-B775-4C86-889F-E37FA1C70DDE}"/>
              </a:ext>
            </a:extLst>
          </p:cNvPr>
          <p:cNvSpPr>
            <a:spLocks/>
          </p:cNvSpPr>
          <p:nvPr/>
        </p:nvSpPr>
        <p:spPr>
          <a:xfrm>
            <a:off x="393328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0" name="data_5219">
            <a:extLst>
              <a:ext uri="{FF2B5EF4-FFF2-40B4-BE49-F238E27FC236}">
                <a16:creationId xmlns:a16="http://schemas.microsoft.com/office/drawing/2014/main" id="{1E1B9343-C5AF-428C-BC42-868A42018589}"/>
              </a:ext>
            </a:extLst>
          </p:cNvPr>
          <p:cNvSpPr>
            <a:spLocks/>
          </p:cNvSpPr>
          <p:nvPr/>
        </p:nvSpPr>
        <p:spPr>
          <a:xfrm>
            <a:off x="383752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1" name="data_5220">
            <a:extLst>
              <a:ext uri="{FF2B5EF4-FFF2-40B4-BE49-F238E27FC236}">
                <a16:creationId xmlns:a16="http://schemas.microsoft.com/office/drawing/2014/main" id="{C91CE120-BF6B-4ABA-BFF3-73D959FEDFC9}"/>
              </a:ext>
            </a:extLst>
          </p:cNvPr>
          <p:cNvSpPr>
            <a:spLocks/>
          </p:cNvSpPr>
          <p:nvPr/>
        </p:nvSpPr>
        <p:spPr>
          <a:xfrm>
            <a:off x="3796222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2" name="data_5221">
            <a:extLst>
              <a:ext uri="{FF2B5EF4-FFF2-40B4-BE49-F238E27FC236}">
                <a16:creationId xmlns:a16="http://schemas.microsoft.com/office/drawing/2014/main" id="{A5C8CF41-3EE9-4FB5-B12D-3F3A08CDC2C4}"/>
              </a:ext>
            </a:extLst>
          </p:cNvPr>
          <p:cNvSpPr>
            <a:spLocks/>
          </p:cNvSpPr>
          <p:nvPr/>
        </p:nvSpPr>
        <p:spPr>
          <a:xfrm>
            <a:off x="38825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3" name="data_5222">
            <a:extLst>
              <a:ext uri="{FF2B5EF4-FFF2-40B4-BE49-F238E27FC236}">
                <a16:creationId xmlns:a16="http://schemas.microsoft.com/office/drawing/2014/main" id="{155D4482-125C-49CF-88A1-D4B15034A5FD}"/>
              </a:ext>
            </a:extLst>
          </p:cNvPr>
          <p:cNvSpPr>
            <a:spLocks/>
          </p:cNvSpPr>
          <p:nvPr/>
        </p:nvSpPr>
        <p:spPr>
          <a:xfrm>
            <a:off x="3760841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4" name="data_5223">
            <a:extLst>
              <a:ext uri="{FF2B5EF4-FFF2-40B4-BE49-F238E27FC236}">
                <a16:creationId xmlns:a16="http://schemas.microsoft.com/office/drawing/2014/main" id="{32429C0A-95A5-42B7-B18C-15A16434A0D0}"/>
              </a:ext>
            </a:extLst>
          </p:cNvPr>
          <p:cNvSpPr>
            <a:spLocks/>
          </p:cNvSpPr>
          <p:nvPr/>
        </p:nvSpPr>
        <p:spPr>
          <a:xfrm>
            <a:off x="3938799" y="25048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5" name="data_5224">
            <a:extLst>
              <a:ext uri="{FF2B5EF4-FFF2-40B4-BE49-F238E27FC236}">
                <a16:creationId xmlns:a16="http://schemas.microsoft.com/office/drawing/2014/main" id="{60F0F540-FE2E-4C90-9A60-82EDA3B661B6}"/>
              </a:ext>
            </a:extLst>
          </p:cNvPr>
          <p:cNvSpPr>
            <a:spLocks/>
          </p:cNvSpPr>
          <p:nvPr/>
        </p:nvSpPr>
        <p:spPr>
          <a:xfrm>
            <a:off x="3936880" y="3792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6" name="data_5225">
            <a:extLst>
              <a:ext uri="{FF2B5EF4-FFF2-40B4-BE49-F238E27FC236}">
                <a16:creationId xmlns:a16="http://schemas.microsoft.com/office/drawing/2014/main" id="{B27A21EB-36F4-4D36-89BD-61CC3738D0B3}"/>
              </a:ext>
            </a:extLst>
          </p:cNvPr>
          <p:cNvSpPr>
            <a:spLocks/>
          </p:cNvSpPr>
          <p:nvPr/>
        </p:nvSpPr>
        <p:spPr>
          <a:xfrm>
            <a:off x="39323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7" name="data_5226">
            <a:extLst>
              <a:ext uri="{FF2B5EF4-FFF2-40B4-BE49-F238E27FC236}">
                <a16:creationId xmlns:a16="http://schemas.microsoft.com/office/drawing/2014/main" id="{D07B2399-B784-4670-9942-EAF359C666FA}"/>
              </a:ext>
            </a:extLst>
          </p:cNvPr>
          <p:cNvSpPr>
            <a:spLocks/>
          </p:cNvSpPr>
          <p:nvPr/>
        </p:nvSpPr>
        <p:spPr>
          <a:xfrm>
            <a:off x="391099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8" name="data_5227">
            <a:extLst>
              <a:ext uri="{FF2B5EF4-FFF2-40B4-BE49-F238E27FC236}">
                <a16:creationId xmlns:a16="http://schemas.microsoft.com/office/drawing/2014/main" id="{81D6E0E5-6E80-4742-98DB-E32CF40FBC07}"/>
              </a:ext>
            </a:extLst>
          </p:cNvPr>
          <p:cNvSpPr>
            <a:spLocks/>
          </p:cNvSpPr>
          <p:nvPr/>
        </p:nvSpPr>
        <p:spPr>
          <a:xfrm>
            <a:off x="3871746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899" name="data_5228">
            <a:extLst>
              <a:ext uri="{FF2B5EF4-FFF2-40B4-BE49-F238E27FC236}">
                <a16:creationId xmlns:a16="http://schemas.microsoft.com/office/drawing/2014/main" id="{82F6CAB8-5165-4A4E-B358-565621766B84}"/>
              </a:ext>
            </a:extLst>
          </p:cNvPr>
          <p:cNvSpPr>
            <a:spLocks/>
          </p:cNvSpPr>
          <p:nvPr/>
        </p:nvSpPr>
        <p:spPr>
          <a:xfrm>
            <a:off x="377397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0" name="data_5229">
            <a:extLst>
              <a:ext uri="{FF2B5EF4-FFF2-40B4-BE49-F238E27FC236}">
                <a16:creationId xmlns:a16="http://schemas.microsoft.com/office/drawing/2014/main" id="{06EF6241-D16B-465A-B37C-F2F7564DCE13}"/>
              </a:ext>
            </a:extLst>
          </p:cNvPr>
          <p:cNvSpPr>
            <a:spLocks/>
          </p:cNvSpPr>
          <p:nvPr/>
        </p:nvSpPr>
        <p:spPr>
          <a:xfrm>
            <a:off x="3782110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1" name="data_5230">
            <a:extLst>
              <a:ext uri="{FF2B5EF4-FFF2-40B4-BE49-F238E27FC236}">
                <a16:creationId xmlns:a16="http://schemas.microsoft.com/office/drawing/2014/main" id="{9C420467-DF89-4F23-A561-9BBB39CB5F68}"/>
              </a:ext>
            </a:extLst>
          </p:cNvPr>
          <p:cNvSpPr>
            <a:spLocks/>
          </p:cNvSpPr>
          <p:nvPr/>
        </p:nvSpPr>
        <p:spPr>
          <a:xfrm>
            <a:off x="393479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2" name="data_5231">
            <a:extLst>
              <a:ext uri="{FF2B5EF4-FFF2-40B4-BE49-F238E27FC236}">
                <a16:creationId xmlns:a16="http://schemas.microsoft.com/office/drawing/2014/main" id="{E71BA7D6-66A7-48B7-BC62-42C01FEDB412}"/>
              </a:ext>
            </a:extLst>
          </p:cNvPr>
          <p:cNvSpPr>
            <a:spLocks/>
          </p:cNvSpPr>
          <p:nvPr/>
        </p:nvSpPr>
        <p:spPr>
          <a:xfrm>
            <a:off x="381652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3" name="data_5232">
            <a:extLst>
              <a:ext uri="{FF2B5EF4-FFF2-40B4-BE49-F238E27FC236}">
                <a16:creationId xmlns:a16="http://schemas.microsoft.com/office/drawing/2014/main" id="{9151FF2F-D4AF-4A0B-BF67-35E37805922F}"/>
              </a:ext>
            </a:extLst>
          </p:cNvPr>
          <p:cNvSpPr>
            <a:spLocks/>
          </p:cNvSpPr>
          <p:nvPr/>
        </p:nvSpPr>
        <p:spPr>
          <a:xfrm>
            <a:off x="3922907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4" name="data_5233">
            <a:extLst>
              <a:ext uri="{FF2B5EF4-FFF2-40B4-BE49-F238E27FC236}">
                <a16:creationId xmlns:a16="http://schemas.microsoft.com/office/drawing/2014/main" id="{05F2AB8A-152D-4AD4-8A35-8956A4213289}"/>
              </a:ext>
            </a:extLst>
          </p:cNvPr>
          <p:cNvSpPr>
            <a:spLocks/>
          </p:cNvSpPr>
          <p:nvPr/>
        </p:nvSpPr>
        <p:spPr>
          <a:xfrm>
            <a:off x="37989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5" name="data_5234">
            <a:extLst>
              <a:ext uri="{FF2B5EF4-FFF2-40B4-BE49-F238E27FC236}">
                <a16:creationId xmlns:a16="http://schemas.microsoft.com/office/drawing/2014/main" id="{4C3928CD-550C-4A53-B49E-DB45F654DF49}"/>
              </a:ext>
            </a:extLst>
          </p:cNvPr>
          <p:cNvSpPr>
            <a:spLocks/>
          </p:cNvSpPr>
          <p:nvPr/>
        </p:nvSpPr>
        <p:spPr>
          <a:xfrm>
            <a:off x="37475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6" name="data_5235">
            <a:extLst>
              <a:ext uri="{FF2B5EF4-FFF2-40B4-BE49-F238E27FC236}">
                <a16:creationId xmlns:a16="http://schemas.microsoft.com/office/drawing/2014/main" id="{263F718B-FD52-4A95-9513-C64BC256B95D}"/>
              </a:ext>
            </a:extLst>
          </p:cNvPr>
          <p:cNvSpPr>
            <a:spLocks/>
          </p:cNvSpPr>
          <p:nvPr/>
        </p:nvSpPr>
        <p:spPr>
          <a:xfrm>
            <a:off x="3793609" y="325724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7" name="data_5236">
            <a:extLst>
              <a:ext uri="{FF2B5EF4-FFF2-40B4-BE49-F238E27FC236}">
                <a16:creationId xmlns:a16="http://schemas.microsoft.com/office/drawing/2014/main" id="{06C77EA9-C7A8-40DE-A4DF-6C5A9B397D33}"/>
              </a:ext>
            </a:extLst>
          </p:cNvPr>
          <p:cNvSpPr>
            <a:spLocks/>
          </p:cNvSpPr>
          <p:nvPr/>
        </p:nvSpPr>
        <p:spPr>
          <a:xfrm>
            <a:off x="3906120" y="2534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8" name="data_5237">
            <a:extLst>
              <a:ext uri="{FF2B5EF4-FFF2-40B4-BE49-F238E27FC236}">
                <a16:creationId xmlns:a16="http://schemas.microsoft.com/office/drawing/2014/main" id="{8113D99D-C806-4FE3-B79B-344E60C56220}"/>
              </a:ext>
            </a:extLst>
          </p:cNvPr>
          <p:cNvSpPr>
            <a:spLocks/>
          </p:cNvSpPr>
          <p:nvPr/>
        </p:nvSpPr>
        <p:spPr>
          <a:xfrm>
            <a:off x="386916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09" name="data_5238">
            <a:extLst>
              <a:ext uri="{FF2B5EF4-FFF2-40B4-BE49-F238E27FC236}">
                <a16:creationId xmlns:a16="http://schemas.microsoft.com/office/drawing/2014/main" id="{38B51704-38CF-437F-B7A0-35C7ED992E3D}"/>
              </a:ext>
            </a:extLst>
          </p:cNvPr>
          <p:cNvSpPr>
            <a:spLocks/>
          </p:cNvSpPr>
          <p:nvPr/>
        </p:nvSpPr>
        <p:spPr>
          <a:xfrm>
            <a:off x="3874441" y="304967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0" name="data_5239">
            <a:extLst>
              <a:ext uri="{FF2B5EF4-FFF2-40B4-BE49-F238E27FC236}">
                <a16:creationId xmlns:a16="http://schemas.microsoft.com/office/drawing/2014/main" id="{4A1D6A6A-3CB3-40FA-BB24-8C7ABE9A431F}"/>
              </a:ext>
            </a:extLst>
          </p:cNvPr>
          <p:cNvSpPr>
            <a:spLocks/>
          </p:cNvSpPr>
          <p:nvPr/>
        </p:nvSpPr>
        <p:spPr>
          <a:xfrm>
            <a:off x="3878375" y="33053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1" name="data_5240">
            <a:extLst>
              <a:ext uri="{FF2B5EF4-FFF2-40B4-BE49-F238E27FC236}">
                <a16:creationId xmlns:a16="http://schemas.microsoft.com/office/drawing/2014/main" id="{48E7EDDB-E21C-4B2C-9926-9B2DEBB4E97A}"/>
              </a:ext>
            </a:extLst>
          </p:cNvPr>
          <p:cNvSpPr>
            <a:spLocks/>
          </p:cNvSpPr>
          <p:nvPr/>
        </p:nvSpPr>
        <p:spPr>
          <a:xfrm>
            <a:off x="390455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2" name="data_5241">
            <a:extLst>
              <a:ext uri="{FF2B5EF4-FFF2-40B4-BE49-F238E27FC236}">
                <a16:creationId xmlns:a16="http://schemas.microsoft.com/office/drawing/2014/main" id="{4281B181-50EB-40B7-BDF3-7E9A0405E588}"/>
              </a:ext>
            </a:extLst>
          </p:cNvPr>
          <p:cNvSpPr>
            <a:spLocks/>
          </p:cNvSpPr>
          <p:nvPr/>
        </p:nvSpPr>
        <p:spPr>
          <a:xfrm>
            <a:off x="3755722" y="395193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3" name="data_5242">
            <a:extLst>
              <a:ext uri="{FF2B5EF4-FFF2-40B4-BE49-F238E27FC236}">
                <a16:creationId xmlns:a16="http://schemas.microsoft.com/office/drawing/2014/main" id="{14AA72FE-D137-4159-BE02-B584C432385E}"/>
              </a:ext>
            </a:extLst>
          </p:cNvPr>
          <p:cNvSpPr>
            <a:spLocks/>
          </p:cNvSpPr>
          <p:nvPr/>
        </p:nvSpPr>
        <p:spPr>
          <a:xfrm>
            <a:off x="3756083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4" name="data_5243">
            <a:extLst>
              <a:ext uri="{FF2B5EF4-FFF2-40B4-BE49-F238E27FC236}">
                <a16:creationId xmlns:a16="http://schemas.microsoft.com/office/drawing/2014/main" id="{E924D0F6-509A-4DC7-86F9-C3D1CF41DE2E}"/>
              </a:ext>
            </a:extLst>
          </p:cNvPr>
          <p:cNvSpPr>
            <a:spLocks/>
          </p:cNvSpPr>
          <p:nvPr/>
        </p:nvSpPr>
        <p:spPr>
          <a:xfrm>
            <a:off x="388260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5" name="data_5244">
            <a:extLst>
              <a:ext uri="{FF2B5EF4-FFF2-40B4-BE49-F238E27FC236}">
                <a16:creationId xmlns:a16="http://schemas.microsoft.com/office/drawing/2014/main" id="{426B15C3-E2BF-44CC-9899-8430D92D714C}"/>
              </a:ext>
            </a:extLst>
          </p:cNvPr>
          <p:cNvSpPr>
            <a:spLocks/>
          </p:cNvSpPr>
          <p:nvPr/>
        </p:nvSpPr>
        <p:spPr>
          <a:xfrm>
            <a:off x="37577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6" name="data_5245">
            <a:extLst>
              <a:ext uri="{FF2B5EF4-FFF2-40B4-BE49-F238E27FC236}">
                <a16:creationId xmlns:a16="http://schemas.microsoft.com/office/drawing/2014/main" id="{055CA79D-054B-491A-BC17-4CAE6DB01EC8}"/>
              </a:ext>
            </a:extLst>
          </p:cNvPr>
          <p:cNvSpPr>
            <a:spLocks/>
          </p:cNvSpPr>
          <p:nvPr/>
        </p:nvSpPr>
        <p:spPr>
          <a:xfrm>
            <a:off x="378230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7" name="data_5246">
            <a:extLst>
              <a:ext uri="{FF2B5EF4-FFF2-40B4-BE49-F238E27FC236}">
                <a16:creationId xmlns:a16="http://schemas.microsoft.com/office/drawing/2014/main" id="{B914BB6A-24BE-45E1-B3AA-E46C6E3B0A77}"/>
              </a:ext>
            </a:extLst>
          </p:cNvPr>
          <p:cNvSpPr>
            <a:spLocks/>
          </p:cNvSpPr>
          <p:nvPr/>
        </p:nvSpPr>
        <p:spPr>
          <a:xfrm>
            <a:off x="3847377" y="381905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8" name="data_5247">
            <a:extLst>
              <a:ext uri="{FF2B5EF4-FFF2-40B4-BE49-F238E27FC236}">
                <a16:creationId xmlns:a16="http://schemas.microsoft.com/office/drawing/2014/main" id="{CF860333-8228-422D-85BE-EF95710AC1B0}"/>
              </a:ext>
            </a:extLst>
          </p:cNvPr>
          <p:cNvSpPr>
            <a:spLocks/>
          </p:cNvSpPr>
          <p:nvPr/>
        </p:nvSpPr>
        <p:spPr>
          <a:xfrm>
            <a:off x="374705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19" name="data_5248">
            <a:extLst>
              <a:ext uri="{FF2B5EF4-FFF2-40B4-BE49-F238E27FC236}">
                <a16:creationId xmlns:a16="http://schemas.microsoft.com/office/drawing/2014/main" id="{7DC123EA-DE28-4CF4-9304-CAAB190FDE71}"/>
              </a:ext>
            </a:extLst>
          </p:cNvPr>
          <p:cNvSpPr>
            <a:spLocks/>
          </p:cNvSpPr>
          <p:nvPr/>
        </p:nvSpPr>
        <p:spPr>
          <a:xfrm>
            <a:off x="384193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0" name="data_5249">
            <a:extLst>
              <a:ext uri="{FF2B5EF4-FFF2-40B4-BE49-F238E27FC236}">
                <a16:creationId xmlns:a16="http://schemas.microsoft.com/office/drawing/2014/main" id="{2A23E0D2-E7DB-4467-847B-B18680CE8751}"/>
              </a:ext>
            </a:extLst>
          </p:cNvPr>
          <p:cNvSpPr>
            <a:spLocks/>
          </p:cNvSpPr>
          <p:nvPr/>
        </p:nvSpPr>
        <p:spPr>
          <a:xfrm>
            <a:off x="425878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1" name="data_5250">
            <a:extLst>
              <a:ext uri="{FF2B5EF4-FFF2-40B4-BE49-F238E27FC236}">
                <a16:creationId xmlns:a16="http://schemas.microsoft.com/office/drawing/2014/main" id="{25AE01FB-86F6-47F6-B497-5734EAEC0A2A}"/>
              </a:ext>
            </a:extLst>
          </p:cNvPr>
          <p:cNvSpPr>
            <a:spLocks/>
          </p:cNvSpPr>
          <p:nvPr/>
        </p:nvSpPr>
        <p:spPr>
          <a:xfrm>
            <a:off x="420553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2" name="data_5251">
            <a:extLst>
              <a:ext uri="{FF2B5EF4-FFF2-40B4-BE49-F238E27FC236}">
                <a16:creationId xmlns:a16="http://schemas.microsoft.com/office/drawing/2014/main" id="{D3CC3888-E5D1-4240-AE7A-0455EDD82285}"/>
              </a:ext>
            </a:extLst>
          </p:cNvPr>
          <p:cNvSpPr>
            <a:spLocks/>
          </p:cNvSpPr>
          <p:nvPr/>
        </p:nvSpPr>
        <p:spPr>
          <a:xfrm>
            <a:off x="426189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3" name="data_5252">
            <a:extLst>
              <a:ext uri="{FF2B5EF4-FFF2-40B4-BE49-F238E27FC236}">
                <a16:creationId xmlns:a16="http://schemas.microsoft.com/office/drawing/2014/main" id="{8EAF9CA9-615C-42EE-9C2D-2EDB7C471600}"/>
              </a:ext>
            </a:extLst>
          </p:cNvPr>
          <p:cNvSpPr>
            <a:spLocks/>
          </p:cNvSpPr>
          <p:nvPr/>
        </p:nvSpPr>
        <p:spPr>
          <a:xfrm>
            <a:off x="4235439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4" name="data_5253">
            <a:extLst>
              <a:ext uri="{FF2B5EF4-FFF2-40B4-BE49-F238E27FC236}">
                <a16:creationId xmlns:a16="http://schemas.microsoft.com/office/drawing/2014/main" id="{BE91D5CD-79C1-40FB-9E39-1EADFDC48783}"/>
              </a:ext>
            </a:extLst>
          </p:cNvPr>
          <p:cNvSpPr>
            <a:spLocks/>
          </p:cNvSpPr>
          <p:nvPr/>
        </p:nvSpPr>
        <p:spPr>
          <a:xfrm>
            <a:off x="4268440" y="30037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5" name="data_5254">
            <a:extLst>
              <a:ext uri="{FF2B5EF4-FFF2-40B4-BE49-F238E27FC236}">
                <a16:creationId xmlns:a16="http://schemas.microsoft.com/office/drawing/2014/main" id="{62740566-E715-497E-BFF5-0687A1120E5E}"/>
              </a:ext>
            </a:extLst>
          </p:cNvPr>
          <p:cNvSpPr>
            <a:spLocks/>
          </p:cNvSpPr>
          <p:nvPr/>
        </p:nvSpPr>
        <p:spPr>
          <a:xfrm>
            <a:off x="437309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6" name="data_5255">
            <a:extLst>
              <a:ext uri="{FF2B5EF4-FFF2-40B4-BE49-F238E27FC236}">
                <a16:creationId xmlns:a16="http://schemas.microsoft.com/office/drawing/2014/main" id="{59E11D96-283A-4DFA-A1DA-293302469D8E}"/>
              </a:ext>
            </a:extLst>
          </p:cNvPr>
          <p:cNvSpPr>
            <a:spLocks/>
          </p:cNvSpPr>
          <p:nvPr/>
        </p:nvSpPr>
        <p:spPr>
          <a:xfrm>
            <a:off x="43144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7" name="data_5256">
            <a:extLst>
              <a:ext uri="{FF2B5EF4-FFF2-40B4-BE49-F238E27FC236}">
                <a16:creationId xmlns:a16="http://schemas.microsoft.com/office/drawing/2014/main" id="{53958187-AC20-4314-822B-E5BEDE19B2EC}"/>
              </a:ext>
            </a:extLst>
          </p:cNvPr>
          <p:cNvSpPr>
            <a:spLocks/>
          </p:cNvSpPr>
          <p:nvPr/>
        </p:nvSpPr>
        <p:spPr>
          <a:xfrm>
            <a:off x="421004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8" name="data_5257">
            <a:extLst>
              <a:ext uri="{FF2B5EF4-FFF2-40B4-BE49-F238E27FC236}">
                <a16:creationId xmlns:a16="http://schemas.microsoft.com/office/drawing/2014/main" id="{97BC1600-7690-414B-BF18-34AC2F700C04}"/>
              </a:ext>
            </a:extLst>
          </p:cNvPr>
          <p:cNvSpPr>
            <a:spLocks/>
          </p:cNvSpPr>
          <p:nvPr/>
        </p:nvSpPr>
        <p:spPr>
          <a:xfrm>
            <a:off x="4305284" y="353012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29" name="data_5258">
            <a:extLst>
              <a:ext uri="{FF2B5EF4-FFF2-40B4-BE49-F238E27FC236}">
                <a16:creationId xmlns:a16="http://schemas.microsoft.com/office/drawing/2014/main" id="{24D5818F-ECE8-448C-A420-C745D710F044}"/>
              </a:ext>
            </a:extLst>
          </p:cNvPr>
          <p:cNvSpPr>
            <a:spLocks/>
          </p:cNvSpPr>
          <p:nvPr/>
        </p:nvSpPr>
        <p:spPr>
          <a:xfrm>
            <a:off x="422979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0" name="data_5259">
            <a:extLst>
              <a:ext uri="{FF2B5EF4-FFF2-40B4-BE49-F238E27FC236}">
                <a16:creationId xmlns:a16="http://schemas.microsoft.com/office/drawing/2014/main" id="{A483B894-3218-4296-9BE3-137EDA94F8A3}"/>
              </a:ext>
            </a:extLst>
          </p:cNvPr>
          <p:cNvSpPr>
            <a:spLocks/>
          </p:cNvSpPr>
          <p:nvPr/>
        </p:nvSpPr>
        <p:spPr>
          <a:xfrm>
            <a:off x="4270399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1" name="data_5260">
            <a:extLst>
              <a:ext uri="{FF2B5EF4-FFF2-40B4-BE49-F238E27FC236}">
                <a16:creationId xmlns:a16="http://schemas.microsoft.com/office/drawing/2014/main" id="{0D0E591F-FF98-492D-8049-D5225593C7B4}"/>
              </a:ext>
            </a:extLst>
          </p:cNvPr>
          <p:cNvSpPr>
            <a:spLocks/>
          </p:cNvSpPr>
          <p:nvPr/>
        </p:nvSpPr>
        <p:spPr>
          <a:xfrm>
            <a:off x="42237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2" name="data_5261">
            <a:extLst>
              <a:ext uri="{FF2B5EF4-FFF2-40B4-BE49-F238E27FC236}">
                <a16:creationId xmlns:a16="http://schemas.microsoft.com/office/drawing/2014/main" id="{81BF0242-076E-457C-A5B4-8EDC2F240B5E}"/>
              </a:ext>
            </a:extLst>
          </p:cNvPr>
          <p:cNvSpPr>
            <a:spLocks/>
          </p:cNvSpPr>
          <p:nvPr/>
        </p:nvSpPr>
        <p:spPr>
          <a:xfrm>
            <a:off x="439169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3" name="data_5262">
            <a:extLst>
              <a:ext uri="{FF2B5EF4-FFF2-40B4-BE49-F238E27FC236}">
                <a16:creationId xmlns:a16="http://schemas.microsoft.com/office/drawing/2014/main" id="{D173CFDF-B948-4492-9629-8C8DED8A663C}"/>
              </a:ext>
            </a:extLst>
          </p:cNvPr>
          <p:cNvSpPr>
            <a:spLocks/>
          </p:cNvSpPr>
          <p:nvPr/>
        </p:nvSpPr>
        <p:spPr>
          <a:xfrm>
            <a:off x="4235600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4" name="data_5263">
            <a:extLst>
              <a:ext uri="{FF2B5EF4-FFF2-40B4-BE49-F238E27FC236}">
                <a16:creationId xmlns:a16="http://schemas.microsoft.com/office/drawing/2014/main" id="{00FAB546-AE37-453A-AF82-A23219A153F2}"/>
              </a:ext>
            </a:extLst>
          </p:cNvPr>
          <p:cNvSpPr>
            <a:spLocks/>
          </p:cNvSpPr>
          <p:nvPr/>
        </p:nvSpPr>
        <p:spPr>
          <a:xfrm>
            <a:off x="4241293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5" name="data_5264">
            <a:extLst>
              <a:ext uri="{FF2B5EF4-FFF2-40B4-BE49-F238E27FC236}">
                <a16:creationId xmlns:a16="http://schemas.microsoft.com/office/drawing/2014/main" id="{12C89ECB-9EA7-4F86-87A6-1C5B6B5DE86C}"/>
              </a:ext>
            </a:extLst>
          </p:cNvPr>
          <p:cNvSpPr>
            <a:spLocks/>
          </p:cNvSpPr>
          <p:nvPr/>
        </p:nvSpPr>
        <p:spPr>
          <a:xfrm>
            <a:off x="430002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6" name="data_5265">
            <a:extLst>
              <a:ext uri="{FF2B5EF4-FFF2-40B4-BE49-F238E27FC236}">
                <a16:creationId xmlns:a16="http://schemas.microsoft.com/office/drawing/2014/main" id="{59056DF0-FE02-48CB-9D29-6919CA151E3C}"/>
              </a:ext>
            </a:extLst>
          </p:cNvPr>
          <p:cNvSpPr>
            <a:spLocks/>
          </p:cNvSpPr>
          <p:nvPr/>
        </p:nvSpPr>
        <p:spPr>
          <a:xfrm>
            <a:off x="43569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7" name="data_5266">
            <a:extLst>
              <a:ext uri="{FF2B5EF4-FFF2-40B4-BE49-F238E27FC236}">
                <a16:creationId xmlns:a16="http://schemas.microsoft.com/office/drawing/2014/main" id="{D8B2B8A5-B6DC-4092-BFDD-1EDFABA3866F}"/>
              </a:ext>
            </a:extLst>
          </p:cNvPr>
          <p:cNvSpPr>
            <a:spLocks/>
          </p:cNvSpPr>
          <p:nvPr/>
        </p:nvSpPr>
        <p:spPr>
          <a:xfrm>
            <a:off x="436498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8" name="data_5267">
            <a:extLst>
              <a:ext uri="{FF2B5EF4-FFF2-40B4-BE49-F238E27FC236}">
                <a16:creationId xmlns:a16="http://schemas.microsoft.com/office/drawing/2014/main" id="{2D0B7B6C-C2C7-4DAE-9F34-F6C591880CAD}"/>
              </a:ext>
            </a:extLst>
          </p:cNvPr>
          <p:cNvSpPr>
            <a:spLocks/>
          </p:cNvSpPr>
          <p:nvPr/>
        </p:nvSpPr>
        <p:spPr>
          <a:xfrm>
            <a:off x="424332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39" name="data_5268">
            <a:extLst>
              <a:ext uri="{FF2B5EF4-FFF2-40B4-BE49-F238E27FC236}">
                <a16:creationId xmlns:a16="http://schemas.microsoft.com/office/drawing/2014/main" id="{C2014F3F-CECF-474F-A576-3275505DB8A7}"/>
              </a:ext>
            </a:extLst>
          </p:cNvPr>
          <p:cNvSpPr>
            <a:spLocks/>
          </p:cNvSpPr>
          <p:nvPr/>
        </p:nvSpPr>
        <p:spPr>
          <a:xfrm>
            <a:off x="420978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0" name="data_5269">
            <a:extLst>
              <a:ext uri="{FF2B5EF4-FFF2-40B4-BE49-F238E27FC236}">
                <a16:creationId xmlns:a16="http://schemas.microsoft.com/office/drawing/2014/main" id="{E50ADB9D-1503-49B0-874C-98E964AE05FD}"/>
              </a:ext>
            </a:extLst>
          </p:cNvPr>
          <p:cNvSpPr>
            <a:spLocks/>
          </p:cNvSpPr>
          <p:nvPr/>
        </p:nvSpPr>
        <p:spPr>
          <a:xfrm>
            <a:off x="4330248" y="29495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1" name="data_5270">
            <a:extLst>
              <a:ext uri="{FF2B5EF4-FFF2-40B4-BE49-F238E27FC236}">
                <a16:creationId xmlns:a16="http://schemas.microsoft.com/office/drawing/2014/main" id="{C21470D5-153F-42ED-8A78-94110BCAB50B}"/>
              </a:ext>
            </a:extLst>
          </p:cNvPr>
          <p:cNvSpPr>
            <a:spLocks/>
          </p:cNvSpPr>
          <p:nvPr/>
        </p:nvSpPr>
        <p:spPr>
          <a:xfrm>
            <a:off x="43144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2" name="data_5271">
            <a:extLst>
              <a:ext uri="{FF2B5EF4-FFF2-40B4-BE49-F238E27FC236}">
                <a16:creationId xmlns:a16="http://schemas.microsoft.com/office/drawing/2014/main" id="{3E2C849E-8006-4006-8F7F-5CA5BFEA8FF2}"/>
              </a:ext>
            </a:extLst>
          </p:cNvPr>
          <p:cNvSpPr>
            <a:spLocks/>
          </p:cNvSpPr>
          <p:nvPr/>
        </p:nvSpPr>
        <p:spPr>
          <a:xfrm>
            <a:off x="4396975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3" name="data_5272">
            <a:extLst>
              <a:ext uri="{FF2B5EF4-FFF2-40B4-BE49-F238E27FC236}">
                <a16:creationId xmlns:a16="http://schemas.microsoft.com/office/drawing/2014/main" id="{3FA10B5B-6F82-4CD2-9E65-14163ECC69EB}"/>
              </a:ext>
            </a:extLst>
          </p:cNvPr>
          <p:cNvSpPr>
            <a:spLocks/>
          </p:cNvSpPr>
          <p:nvPr/>
        </p:nvSpPr>
        <p:spPr>
          <a:xfrm>
            <a:off x="4296822" y="292617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4" name="data_5273">
            <a:extLst>
              <a:ext uri="{FF2B5EF4-FFF2-40B4-BE49-F238E27FC236}">
                <a16:creationId xmlns:a16="http://schemas.microsoft.com/office/drawing/2014/main" id="{0BCC94F6-AE0B-4D5E-B447-2DE741D96BA7}"/>
              </a:ext>
            </a:extLst>
          </p:cNvPr>
          <p:cNvSpPr>
            <a:spLocks/>
          </p:cNvSpPr>
          <p:nvPr/>
        </p:nvSpPr>
        <p:spPr>
          <a:xfrm>
            <a:off x="4426224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5" name="data_5274">
            <a:extLst>
              <a:ext uri="{FF2B5EF4-FFF2-40B4-BE49-F238E27FC236}">
                <a16:creationId xmlns:a16="http://schemas.microsoft.com/office/drawing/2014/main" id="{0621ABA5-4AFA-4A8B-B6A7-7B02959C798B}"/>
              </a:ext>
            </a:extLst>
          </p:cNvPr>
          <p:cNvSpPr>
            <a:spLocks/>
          </p:cNvSpPr>
          <p:nvPr/>
        </p:nvSpPr>
        <p:spPr>
          <a:xfrm>
            <a:off x="430638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6" name="data_5275">
            <a:extLst>
              <a:ext uri="{FF2B5EF4-FFF2-40B4-BE49-F238E27FC236}">
                <a16:creationId xmlns:a16="http://schemas.microsoft.com/office/drawing/2014/main" id="{1F16FF92-A0F3-4142-909C-B07301692718}"/>
              </a:ext>
            </a:extLst>
          </p:cNvPr>
          <p:cNvSpPr>
            <a:spLocks/>
          </p:cNvSpPr>
          <p:nvPr/>
        </p:nvSpPr>
        <p:spPr>
          <a:xfrm>
            <a:off x="427682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7" name="data_5276">
            <a:extLst>
              <a:ext uri="{FF2B5EF4-FFF2-40B4-BE49-F238E27FC236}">
                <a16:creationId xmlns:a16="http://schemas.microsoft.com/office/drawing/2014/main" id="{1BBCB376-3274-44B6-B9BD-230EEBDFDDD5}"/>
              </a:ext>
            </a:extLst>
          </p:cNvPr>
          <p:cNvSpPr>
            <a:spLocks/>
          </p:cNvSpPr>
          <p:nvPr/>
        </p:nvSpPr>
        <p:spPr>
          <a:xfrm>
            <a:off x="4357218" y="352579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8" name="data_5277">
            <a:extLst>
              <a:ext uri="{FF2B5EF4-FFF2-40B4-BE49-F238E27FC236}">
                <a16:creationId xmlns:a16="http://schemas.microsoft.com/office/drawing/2014/main" id="{FFA1D739-9E60-4802-88A8-D5A83DECDD32}"/>
              </a:ext>
            </a:extLst>
          </p:cNvPr>
          <p:cNvSpPr>
            <a:spLocks/>
          </p:cNvSpPr>
          <p:nvPr/>
        </p:nvSpPr>
        <p:spPr>
          <a:xfrm>
            <a:off x="4238895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49" name="data_5278">
            <a:extLst>
              <a:ext uri="{FF2B5EF4-FFF2-40B4-BE49-F238E27FC236}">
                <a16:creationId xmlns:a16="http://schemas.microsoft.com/office/drawing/2014/main" id="{441A95E6-9439-4BAB-89BD-2808B3624D2B}"/>
              </a:ext>
            </a:extLst>
          </p:cNvPr>
          <p:cNvSpPr>
            <a:spLocks/>
          </p:cNvSpPr>
          <p:nvPr/>
        </p:nvSpPr>
        <p:spPr>
          <a:xfrm>
            <a:off x="43795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0" name="data_5279">
            <a:extLst>
              <a:ext uri="{FF2B5EF4-FFF2-40B4-BE49-F238E27FC236}">
                <a16:creationId xmlns:a16="http://schemas.microsoft.com/office/drawing/2014/main" id="{F00F4589-8E7A-46CC-846C-B034B00CD524}"/>
              </a:ext>
            </a:extLst>
          </p:cNvPr>
          <p:cNvSpPr>
            <a:spLocks/>
          </p:cNvSpPr>
          <p:nvPr/>
        </p:nvSpPr>
        <p:spPr>
          <a:xfrm>
            <a:off x="432889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1" name="data_5280">
            <a:extLst>
              <a:ext uri="{FF2B5EF4-FFF2-40B4-BE49-F238E27FC236}">
                <a16:creationId xmlns:a16="http://schemas.microsoft.com/office/drawing/2014/main" id="{3661198B-1220-455C-B549-D80F8FDA0ED4}"/>
              </a:ext>
            </a:extLst>
          </p:cNvPr>
          <p:cNvSpPr>
            <a:spLocks/>
          </p:cNvSpPr>
          <p:nvPr/>
        </p:nvSpPr>
        <p:spPr>
          <a:xfrm>
            <a:off x="4315627" y="32016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2" name="data_5281">
            <a:extLst>
              <a:ext uri="{FF2B5EF4-FFF2-40B4-BE49-F238E27FC236}">
                <a16:creationId xmlns:a16="http://schemas.microsoft.com/office/drawing/2014/main" id="{A405B1E0-0A70-46AD-881E-5EDB71E34B1E}"/>
              </a:ext>
            </a:extLst>
          </p:cNvPr>
          <p:cNvSpPr>
            <a:spLocks/>
          </p:cNvSpPr>
          <p:nvPr/>
        </p:nvSpPr>
        <p:spPr>
          <a:xfrm>
            <a:off x="434165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3" name="data_5282">
            <a:extLst>
              <a:ext uri="{FF2B5EF4-FFF2-40B4-BE49-F238E27FC236}">
                <a16:creationId xmlns:a16="http://schemas.microsoft.com/office/drawing/2014/main" id="{5C192906-1D48-4139-AD32-7207900B0F81}"/>
              </a:ext>
            </a:extLst>
          </p:cNvPr>
          <p:cNvSpPr>
            <a:spLocks/>
          </p:cNvSpPr>
          <p:nvPr/>
        </p:nvSpPr>
        <p:spPr>
          <a:xfrm>
            <a:off x="43912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4" name="data_5283">
            <a:extLst>
              <a:ext uri="{FF2B5EF4-FFF2-40B4-BE49-F238E27FC236}">
                <a16:creationId xmlns:a16="http://schemas.microsoft.com/office/drawing/2014/main" id="{CF0233C9-6CB0-4ABB-A978-B5ADB4A1019D}"/>
              </a:ext>
            </a:extLst>
          </p:cNvPr>
          <p:cNvSpPr>
            <a:spLocks/>
          </p:cNvSpPr>
          <p:nvPr/>
        </p:nvSpPr>
        <p:spPr>
          <a:xfrm>
            <a:off x="42791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5" name="data_5284">
            <a:extLst>
              <a:ext uri="{FF2B5EF4-FFF2-40B4-BE49-F238E27FC236}">
                <a16:creationId xmlns:a16="http://schemas.microsoft.com/office/drawing/2014/main" id="{6E04C142-603F-420C-A585-A48D21DCF6CC}"/>
              </a:ext>
            </a:extLst>
          </p:cNvPr>
          <p:cNvSpPr>
            <a:spLocks/>
          </p:cNvSpPr>
          <p:nvPr/>
        </p:nvSpPr>
        <p:spPr>
          <a:xfrm>
            <a:off x="425572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6" name="data_5285">
            <a:extLst>
              <a:ext uri="{FF2B5EF4-FFF2-40B4-BE49-F238E27FC236}">
                <a16:creationId xmlns:a16="http://schemas.microsoft.com/office/drawing/2014/main" id="{EFE84691-B2C0-40B0-A938-2E7D1CCC6E1C}"/>
              </a:ext>
            </a:extLst>
          </p:cNvPr>
          <p:cNvSpPr>
            <a:spLocks/>
          </p:cNvSpPr>
          <p:nvPr/>
        </p:nvSpPr>
        <p:spPr>
          <a:xfrm>
            <a:off x="437193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7" name="data_5286">
            <a:extLst>
              <a:ext uri="{FF2B5EF4-FFF2-40B4-BE49-F238E27FC236}">
                <a16:creationId xmlns:a16="http://schemas.microsoft.com/office/drawing/2014/main" id="{F8AB47DB-B56E-428A-8185-384ECF820B37}"/>
              </a:ext>
            </a:extLst>
          </p:cNvPr>
          <p:cNvSpPr>
            <a:spLocks/>
          </p:cNvSpPr>
          <p:nvPr/>
        </p:nvSpPr>
        <p:spPr>
          <a:xfrm>
            <a:off x="432272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8" name="data_5287">
            <a:extLst>
              <a:ext uri="{FF2B5EF4-FFF2-40B4-BE49-F238E27FC236}">
                <a16:creationId xmlns:a16="http://schemas.microsoft.com/office/drawing/2014/main" id="{BEEABF83-7F22-4DCB-B99F-59FA9D4F2A1F}"/>
              </a:ext>
            </a:extLst>
          </p:cNvPr>
          <p:cNvSpPr>
            <a:spLocks/>
          </p:cNvSpPr>
          <p:nvPr/>
        </p:nvSpPr>
        <p:spPr>
          <a:xfrm>
            <a:off x="43388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59" name="data_5288">
            <a:extLst>
              <a:ext uri="{FF2B5EF4-FFF2-40B4-BE49-F238E27FC236}">
                <a16:creationId xmlns:a16="http://schemas.microsoft.com/office/drawing/2014/main" id="{536AB144-4B42-4159-9DA7-625BDA7FF44A}"/>
              </a:ext>
            </a:extLst>
          </p:cNvPr>
          <p:cNvSpPr>
            <a:spLocks/>
          </p:cNvSpPr>
          <p:nvPr/>
        </p:nvSpPr>
        <p:spPr>
          <a:xfrm>
            <a:off x="4203602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0" name="data_5289">
            <a:extLst>
              <a:ext uri="{FF2B5EF4-FFF2-40B4-BE49-F238E27FC236}">
                <a16:creationId xmlns:a16="http://schemas.microsoft.com/office/drawing/2014/main" id="{894CC398-073B-447D-AF4C-F7FA68D866DD}"/>
              </a:ext>
            </a:extLst>
          </p:cNvPr>
          <p:cNvSpPr>
            <a:spLocks/>
          </p:cNvSpPr>
          <p:nvPr/>
        </p:nvSpPr>
        <p:spPr>
          <a:xfrm>
            <a:off x="435067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1" name="data_5290">
            <a:extLst>
              <a:ext uri="{FF2B5EF4-FFF2-40B4-BE49-F238E27FC236}">
                <a16:creationId xmlns:a16="http://schemas.microsoft.com/office/drawing/2014/main" id="{6F488B50-546B-4625-A1FE-89B311D7A2C5}"/>
              </a:ext>
            </a:extLst>
          </p:cNvPr>
          <p:cNvSpPr>
            <a:spLocks/>
          </p:cNvSpPr>
          <p:nvPr/>
        </p:nvSpPr>
        <p:spPr>
          <a:xfrm>
            <a:off x="438487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2" name="data_5291">
            <a:extLst>
              <a:ext uri="{FF2B5EF4-FFF2-40B4-BE49-F238E27FC236}">
                <a16:creationId xmlns:a16="http://schemas.microsoft.com/office/drawing/2014/main" id="{C30F332A-C0AB-4BA1-B438-07DDC29C875C}"/>
              </a:ext>
            </a:extLst>
          </p:cNvPr>
          <p:cNvSpPr>
            <a:spLocks/>
          </p:cNvSpPr>
          <p:nvPr/>
        </p:nvSpPr>
        <p:spPr>
          <a:xfrm>
            <a:off x="42168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3" name="data_5292">
            <a:extLst>
              <a:ext uri="{FF2B5EF4-FFF2-40B4-BE49-F238E27FC236}">
                <a16:creationId xmlns:a16="http://schemas.microsoft.com/office/drawing/2014/main" id="{08D84822-56BD-42F2-8A14-DD20DDB282F5}"/>
              </a:ext>
            </a:extLst>
          </p:cNvPr>
          <p:cNvSpPr>
            <a:spLocks/>
          </p:cNvSpPr>
          <p:nvPr/>
        </p:nvSpPr>
        <p:spPr>
          <a:xfrm>
            <a:off x="42794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4" name="data_5293">
            <a:extLst>
              <a:ext uri="{FF2B5EF4-FFF2-40B4-BE49-F238E27FC236}">
                <a16:creationId xmlns:a16="http://schemas.microsoft.com/office/drawing/2014/main" id="{16CC7563-F994-49D0-814E-B47D18EFB7D1}"/>
              </a:ext>
            </a:extLst>
          </p:cNvPr>
          <p:cNvSpPr>
            <a:spLocks/>
          </p:cNvSpPr>
          <p:nvPr/>
        </p:nvSpPr>
        <p:spPr>
          <a:xfrm>
            <a:off x="43989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5" name="data_5294">
            <a:extLst>
              <a:ext uri="{FF2B5EF4-FFF2-40B4-BE49-F238E27FC236}">
                <a16:creationId xmlns:a16="http://schemas.microsoft.com/office/drawing/2014/main" id="{E877D433-1312-453D-A476-CA866C4AB1DF}"/>
              </a:ext>
            </a:extLst>
          </p:cNvPr>
          <p:cNvSpPr>
            <a:spLocks/>
          </p:cNvSpPr>
          <p:nvPr/>
        </p:nvSpPr>
        <p:spPr>
          <a:xfrm>
            <a:off x="422679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6" name="data_5295">
            <a:extLst>
              <a:ext uri="{FF2B5EF4-FFF2-40B4-BE49-F238E27FC236}">
                <a16:creationId xmlns:a16="http://schemas.microsoft.com/office/drawing/2014/main" id="{8DC9411A-44CB-45BC-9049-7C3EFF61F22F}"/>
              </a:ext>
            </a:extLst>
          </p:cNvPr>
          <p:cNvSpPr>
            <a:spLocks/>
          </p:cNvSpPr>
          <p:nvPr/>
        </p:nvSpPr>
        <p:spPr>
          <a:xfrm>
            <a:off x="428855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7" name="data_5296">
            <a:extLst>
              <a:ext uri="{FF2B5EF4-FFF2-40B4-BE49-F238E27FC236}">
                <a16:creationId xmlns:a16="http://schemas.microsoft.com/office/drawing/2014/main" id="{E0AE31B6-9B27-4509-A8C7-F20FF2299D39}"/>
              </a:ext>
            </a:extLst>
          </p:cNvPr>
          <p:cNvSpPr>
            <a:spLocks/>
          </p:cNvSpPr>
          <p:nvPr/>
        </p:nvSpPr>
        <p:spPr>
          <a:xfrm>
            <a:off x="430081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8" name="data_5297">
            <a:extLst>
              <a:ext uri="{FF2B5EF4-FFF2-40B4-BE49-F238E27FC236}">
                <a16:creationId xmlns:a16="http://schemas.microsoft.com/office/drawing/2014/main" id="{506EC26C-CC03-43F5-BE78-A31970392554}"/>
              </a:ext>
            </a:extLst>
          </p:cNvPr>
          <p:cNvSpPr>
            <a:spLocks/>
          </p:cNvSpPr>
          <p:nvPr/>
        </p:nvSpPr>
        <p:spPr>
          <a:xfrm>
            <a:off x="432865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69" name="data_5298">
            <a:extLst>
              <a:ext uri="{FF2B5EF4-FFF2-40B4-BE49-F238E27FC236}">
                <a16:creationId xmlns:a16="http://schemas.microsoft.com/office/drawing/2014/main" id="{87560464-01D1-4FE2-922B-0E693729DF01}"/>
              </a:ext>
            </a:extLst>
          </p:cNvPr>
          <p:cNvSpPr>
            <a:spLocks/>
          </p:cNvSpPr>
          <p:nvPr/>
        </p:nvSpPr>
        <p:spPr>
          <a:xfrm>
            <a:off x="4325283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0" name="data_5299">
            <a:extLst>
              <a:ext uri="{FF2B5EF4-FFF2-40B4-BE49-F238E27FC236}">
                <a16:creationId xmlns:a16="http://schemas.microsoft.com/office/drawing/2014/main" id="{386B7CB2-B603-46CE-8514-5D0D7F77D917}"/>
              </a:ext>
            </a:extLst>
          </p:cNvPr>
          <p:cNvSpPr>
            <a:spLocks/>
          </p:cNvSpPr>
          <p:nvPr/>
        </p:nvSpPr>
        <p:spPr>
          <a:xfrm>
            <a:off x="434785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1" name="data_5300">
            <a:extLst>
              <a:ext uri="{FF2B5EF4-FFF2-40B4-BE49-F238E27FC236}">
                <a16:creationId xmlns:a16="http://schemas.microsoft.com/office/drawing/2014/main" id="{A4893D99-5799-41C6-9B6E-66989B9117ED}"/>
              </a:ext>
            </a:extLst>
          </p:cNvPr>
          <p:cNvSpPr>
            <a:spLocks/>
          </p:cNvSpPr>
          <p:nvPr/>
        </p:nvSpPr>
        <p:spPr>
          <a:xfrm>
            <a:off x="44080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2" name="data_5301">
            <a:extLst>
              <a:ext uri="{FF2B5EF4-FFF2-40B4-BE49-F238E27FC236}">
                <a16:creationId xmlns:a16="http://schemas.microsoft.com/office/drawing/2014/main" id="{16F55995-0BAA-44A6-96E6-C687ACE11657}"/>
              </a:ext>
            </a:extLst>
          </p:cNvPr>
          <p:cNvSpPr>
            <a:spLocks/>
          </p:cNvSpPr>
          <p:nvPr/>
        </p:nvSpPr>
        <p:spPr>
          <a:xfrm>
            <a:off x="433076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3" name="data_5302">
            <a:extLst>
              <a:ext uri="{FF2B5EF4-FFF2-40B4-BE49-F238E27FC236}">
                <a16:creationId xmlns:a16="http://schemas.microsoft.com/office/drawing/2014/main" id="{70B3AC31-7BAE-4A76-840A-B764786F02AE}"/>
              </a:ext>
            </a:extLst>
          </p:cNvPr>
          <p:cNvSpPr>
            <a:spLocks/>
          </p:cNvSpPr>
          <p:nvPr/>
        </p:nvSpPr>
        <p:spPr>
          <a:xfrm>
            <a:off x="4256990" y="271096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4" name="data_5303">
            <a:extLst>
              <a:ext uri="{FF2B5EF4-FFF2-40B4-BE49-F238E27FC236}">
                <a16:creationId xmlns:a16="http://schemas.microsoft.com/office/drawing/2014/main" id="{72FBD420-BA9D-4C64-ABF8-A55476B26FC4}"/>
              </a:ext>
            </a:extLst>
          </p:cNvPr>
          <p:cNvSpPr>
            <a:spLocks/>
          </p:cNvSpPr>
          <p:nvPr/>
        </p:nvSpPr>
        <p:spPr>
          <a:xfrm>
            <a:off x="4413087" y="32572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5" name="data_5304">
            <a:extLst>
              <a:ext uri="{FF2B5EF4-FFF2-40B4-BE49-F238E27FC236}">
                <a16:creationId xmlns:a16="http://schemas.microsoft.com/office/drawing/2014/main" id="{1E2747D3-043C-4E40-B24F-80A1E1E7FE6D}"/>
              </a:ext>
            </a:extLst>
          </p:cNvPr>
          <p:cNvSpPr>
            <a:spLocks/>
          </p:cNvSpPr>
          <p:nvPr/>
        </p:nvSpPr>
        <p:spPr>
          <a:xfrm>
            <a:off x="43083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6" name="data_5305">
            <a:extLst>
              <a:ext uri="{FF2B5EF4-FFF2-40B4-BE49-F238E27FC236}">
                <a16:creationId xmlns:a16="http://schemas.microsoft.com/office/drawing/2014/main" id="{CDC5068E-F57F-4A50-8048-53FE4B6C59AD}"/>
              </a:ext>
            </a:extLst>
          </p:cNvPr>
          <p:cNvSpPr>
            <a:spLocks/>
          </p:cNvSpPr>
          <p:nvPr/>
        </p:nvSpPr>
        <p:spPr>
          <a:xfrm>
            <a:off x="4369132" y="3498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7" name="data_5306">
            <a:extLst>
              <a:ext uri="{FF2B5EF4-FFF2-40B4-BE49-F238E27FC236}">
                <a16:creationId xmlns:a16="http://schemas.microsoft.com/office/drawing/2014/main" id="{3D282CB9-1969-4605-8FDF-0146AE25D6E3}"/>
              </a:ext>
            </a:extLst>
          </p:cNvPr>
          <p:cNvSpPr>
            <a:spLocks/>
          </p:cNvSpPr>
          <p:nvPr/>
        </p:nvSpPr>
        <p:spPr>
          <a:xfrm>
            <a:off x="426721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8" name="data_5307">
            <a:extLst>
              <a:ext uri="{FF2B5EF4-FFF2-40B4-BE49-F238E27FC236}">
                <a16:creationId xmlns:a16="http://schemas.microsoft.com/office/drawing/2014/main" id="{9B2CF7FF-8A76-40C5-95D7-245BEE8B43BE}"/>
              </a:ext>
            </a:extLst>
          </p:cNvPr>
          <p:cNvSpPr>
            <a:spLocks/>
          </p:cNvSpPr>
          <p:nvPr/>
        </p:nvSpPr>
        <p:spPr>
          <a:xfrm>
            <a:off x="4295430" y="392519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79" name="data_5308">
            <a:extLst>
              <a:ext uri="{FF2B5EF4-FFF2-40B4-BE49-F238E27FC236}">
                <a16:creationId xmlns:a16="http://schemas.microsoft.com/office/drawing/2014/main" id="{76F4DF72-6C1E-405D-AAA0-65366E0CA671}"/>
              </a:ext>
            </a:extLst>
          </p:cNvPr>
          <p:cNvSpPr>
            <a:spLocks/>
          </p:cNvSpPr>
          <p:nvPr/>
        </p:nvSpPr>
        <p:spPr>
          <a:xfrm>
            <a:off x="4349075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0" name="data_5309">
            <a:extLst>
              <a:ext uri="{FF2B5EF4-FFF2-40B4-BE49-F238E27FC236}">
                <a16:creationId xmlns:a16="http://schemas.microsoft.com/office/drawing/2014/main" id="{1EC872D2-1ED1-48EC-B75A-E3E8A3B214BB}"/>
              </a:ext>
            </a:extLst>
          </p:cNvPr>
          <p:cNvSpPr>
            <a:spLocks/>
          </p:cNvSpPr>
          <p:nvPr/>
        </p:nvSpPr>
        <p:spPr>
          <a:xfrm>
            <a:off x="43376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1" name="data_5310">
            <a:extLst>
              <a:ext uri="{FF2B5EF4-FFF2-40B4-BE49-F238E27FC236}">
                <a16:creationId xmlns:a16="http://schemas.microsoft.com/office/drawing/2014/main" id="{8849F0E6-0E6D-496B-AE24-6B53A42C65A9}"/>
              </a:ext>
            </a:extLst>
          </p:cNvPr>
          <p:cNvSpPr>
            <a:spLocks/>
          </p:cNvSpPr>
          <p:nvPr/>
        </p:nvSpPr>
        <p:spPr>
          <a:xfrm>
            <a:off x="42977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2" name="data_5311">
            <a:extLst>
              <a:ext uri="{FF2B5EF4-FFF2-40B4-BE49-F238E27FC236}">
                <a16:creationId xmlns:a16="http://schemas.microsoft.com/office/drawing/2014/main" id="{6666921E-F1F1-4259-8CFC-9984AAB496C6}"/>
              </a:ext>
            </a:extLst>
          </p:cNvPr>
          <p:cNvSpPr>
            <a:spLocks/>
          </p:cNvSpPr>
          <p:nvPr/>
        </p:nvSpPr>
        <p:spPr>
          <a:xfrm>
            <a:off x="427746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3" name="data_5312">
            <a:extLst>
              <a:ext uri="{FF2B5EF4-FFF2-40B4-BE49-F238E27FC236}">
                <a16:creationId xmlns:a16="http://schemas.microsoft.com/office/drawing/2014/main" id="{967BBEDC-022C-4F2E-B387-22E6AA99ACF7}"/>
              </a:ext>
            </a:extLst>
          </p:cNvPr>
          <p:cNvSpPr>
            <a:spLocks/>
          </p:cNvSpPr>
          <p:nvPr/>
        </p:nvSpPr>
        <p:spPr>
          <a:xfrm>
            <a:off x="43665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4" name="data_5313">
            <a:extLst>
              <a:ext uri="{FF2B5EF4-FFF2-40B4-BE49-F238E27FC236}">
                <a16:creationId xmlns:a16="http://schemas.microsoft.com/office/drawing/2014/main" id="{2141FBEA-0568-4747-B83F-D94375A8F8D0}"/>
              </a:ext>
            </a:extLst>
          </p:cNvPr>
          <p:cNvSpPr>
            <a:spLocks/>
          </p:cNvSpPr>
          <p:nvPr/>
        </p:nvSpPr>
        <p:spPr>
          <a:xfrm>
            <a:off x="421977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5" name="data_5314">
            <a:extLst>
              <a:ext uri="{FF2B5EF4-FFF2-40B4-BE49-F238E27FC236}">
                <a16:creationId xmlns:a16="http://schemas.microsoft.com/office/drawing/2014/main" id="{90887BBA-8354-4836-AB21-803534988791}"/>
              </a:ext>
            </a:extLst>
          </p:cNvPr>
          <p:cNvSpPr>
            <a:spLocks/>
          </p:cNvSpPr>
          <p:nvPr/>
        </p:nvSpPr>
        <p:spPr>
          <a:xfrm>
            <a:off x="4348900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6" name="data_5315">
            <a:extLst>
              <a:ext uri="{FF2B5EF4-FFF2-40B4-BE49-F238E27FC236}">
                <a16:creationId xmlns:a16="http://schemas.microsoft.com/office/drawing/2014/main" id="{55FBD5EE-8F75-40CC-B297-21E6DC0D4B06}"/>
              </a:ext>
            </a:extLst>
          </p:cNvPr>
          <p:cNvSpPr>
            <a:spLocks/>
          </p:cNvSpPr>
          <p:nvPr/>
        </p:nvSpPr>
        <p:spPr>
          <a:xfrm>
            <a:off x="4252520" y="301646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7" name="data_5316">
            <a:extLst>
              <a:ext uri="{FF2B5EF4-FFF2-40B4-BE49-F238E27FC236}">
                <a16:creationId xmlns:a16="http://schemas.microsoft.com/office/drawing/2014/main" id="{2007BABA-D879-42E2-8BEB-48B353EB7DA2}"/>
              </a:ext>
            </a:extLst>
          </p:cNvPr>
          <p:cNvSpPr>
            <a:spLocks/>
          </p:cNvSpPr>
          <p:nvPr/>
        </p:nvSpPr>
        <p:spPr>
          <a:xfrm>
            <a:off x="4384325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8" name="data_5317">
            <a:extLst>
              <a:ext uri="{FF2B5EF4-FFF2-40B4-BE49-F238E27FC236}">
                <a16:creationId xmlns:a16="http://schemas.microsoft.com/office/drawing/2014/main" id="{F4F70D95-55F2-4387-BCF1-97DD6A0E2381}"/>
              </a:ext>
            </a:extLst>
          </p:cNvPr>
          <p:cNvSpPr>
            <a:spLocks/>
          </p:cNvSpPr>
          <p:nvPr/>
        </p:nvSpPr>
        <p:spPr>
          <a:xfrm>
            <a:off x="43726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89" name="data_5318">
            <a:extLst>
              <a:ext uri="{FF2B5EF4-FFF2-40B4-BE49-F238E27FC236}">
                <a16:creationId xmlns:a16="http://schemas.microsoft.com/office/drawing/2014/main" id="{82AB75AA-10B4-4DDD-B279-DB9818F6B5D9}"/>
              </a:ext>
            </a:extLst>
          </p:cNvPr>
          <p:cNvSpPr>
            <a:spLocks/>
          </p:cNvSpPr>
          <p:nvPr/>
        </p:nvSpPr>
        <p:spPr>
          <a:xfrm>
            <a:off x="4416810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0" name="data_5319">
            <a:extLst>
              <a:ext uri="{FF2B5EF4-FFF2-40B4-BE49-F238E27FC236}">
                <a16:creationId xmlns:a16="http://schemas.microsoft.com/office/drawing/2014/main" id="{E55DCFCB-D15C-4714-9444-1E49910DE8AB}"/>
              </a:ext>
            </a:extLst>
          </p:cNvPr>
          <p:cNvSpPr>
            <a:spLocks/>
          </p:cNvSpPr>
          <p:nvPr/>
        </p:nvSpPr>
        <p:spPr>
          <a:xfrm>
            <a:off x="429439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1" name="data_5320">
            <a:extLst>
              <a:ext uri="{FF2B5EF4-FFF2-40B4-BE49-F238E27FC236}">
                <a16:creationId xmlns:a16="http://schemas.microsoft.com/office/drawing/2014/main" id="{7E23C599-B1E1-4CCE-8B40-980C37464343}"/>
              </a:ext>
            </a:extLst>
          </p:cNvPr>
          <p:cNvSpPr>
            <a:spLocks/>
          </p:cNvSpPr>
          <p:nvPr/>
        </p:nvSpPr>
        <p:spPr>
          <a:xfrm>
            <a:off x="43236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2" name="data_5321">
            <a:extLst>
              <a:ext uri="{FF2B5EF4-FFF2-40B4-BE49-F238E27FC236}">
                <a16:creationId xmlns:a16="http://schemas.microsoft.com/office/drawing/2014/main" id="{93E19B56-AC4C-49CA-AD4F-CA6ADE65A8C7}"/>
              </a:ext>
            </a:extLst>
          </p:cNvPr>
          <p:cNvSpPr>
            <a:spLocks/>
          </p:cNvSpPr>
          <p:nvPr/>
        </p:nvSpPr>
        <p:spPr>
          <a:xfrm>
            <a:off x="4357639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3" name="data_5322">
            <a:extLst>
              <a:ext uri="{FF2B5EF4-FFF2-40B4-BE49-F238E27FC236}">
                <a16:creationId xmlns:a16="http://schemas.microsoft.com/office/drawing/2014/main" id="{D0557373-C194-400C-AFD0-8D5299CB65F2}"/>
              </a:ext>
            </a:extLst>
          </p:cNvPr>
          <p:cNvSpPr>
            <a:spLocks/>
          </p:cNvSpPr>
          <p:nvPr/>
        </p:nvSpPr>
        <p:spPr>
          <a:xfrm>
            <a:off x="4371870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4" name="data_5323">
            <a:extLst>
              <a:ext uri="{FF2B5EF4-FFF2-40B4-BE49-F238E27FC236}">
                <a16:creationId xmlns:a16="http://schemas.microsoft.com/office/drawing/2014/main" id="{AEB913B9-EE69-449A-B6B3-0C54B39DE0B6}"/>
              </a:ext>
            </a:extLst>
          </p:cNvPr>
          <p:cNvSpPr>
            <a:spLocks/>
          </p:cNvSpPr>
          <p:nvPr/>
        </p:nvSpPr>
        <p:spPr>
          <a:xfrm>
            <a:off x="4254921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5" name="data_5324">
            <a:extLst>
              <a:ext uri="{FF2B5EF4-FFF2-40B4-BE49-F238E27FC236}">
                <a16:creationId xmlns:a16="http://schemas.microsoft.com/office/drawing/2014/main" id="{1099E958-BC4A-4E4F-A33E-865E4CD09247}"/>
              </a:ext>
            </a:extLst>
          </p:cNvPr>
          <p:cNvSpPr>
            <a:spLocks/>
          </p:cNvSpPr>
          <p:nvPr/>
        </p:nvSpPr>
        <p:spPr>
          <a:xfrm>
            <a:off x="430423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6" name="data_5325">
            <a:extLst>
              <a:ext uri="{FF2B5EF4-FFF2-40B4-BE49-F238E27FC236}">
                <a16:creationId xmlns:a16="http://schemas.microsoft.com/office/drawing/2014/main" id="{659CC895-75CD-4BF1-8AF5-F027E5567503}"/>
              </a:ext>
            </a:extLst>
          </p:cNvPr>
          <p:cNvSpPr>
            <a:spLocks/>
          </p:cNvSpPr>
          <p:nvPr/>
        </p:nvSpPr>
        <p:spPr>
          <a:xfrm>
            <a:off x="428723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7" name="data_5326">
            <a:extLst>
              <a:ext uri="{FF2B5EF4-FFF2-40B4-BE49-F238E27FC236}">
                <a16:creationId xmlns:a16="http://schemas.microsoft.com/office/drawing/2014/main" id="{CCEBDA0C-1FCB-4C2D-ACFD-A0F0E8CFC050}"/>
              </a:ext>
            </a:extLst>
          </p:cNvPr>
          <p:cNvSpPr>
            <a:spLocks/>
          </p:cNvSpPr>
          <p:nvPr/>
        </p:nvSpPr>
        <p:spPr>
          <a:xfrm>
            <a:off x="4225873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8" name="data_5327">
            <a:extLst>
              <a:ext uri="{FF2B5EF4-FFF2-40B4-BE49-F238E27FC236}">
                <a16:creationId xmlns:a16="http://schemas.microsoft.com/office/drawing/2014/main" id="{1B8FDB54-564A-4068-8B0D-7E27B7F58D35}"/>
              </a:ext>
            </a:extLst>
          </p:cNvPr>
          <p:cNvSpPr>
            <a:spLocks/>
          </p:cNvSpPr>
          <p:nvPr/>
        </p:nvSpPr>
        <p:spPr>
          <a:xfrm>
            <a:off x="422780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999" name="data_5328">
            <a:extLst>
              <a:ext uri="{FF2B5EF4-FFF2-40B4-BE49-F238E27FC236}">
                <a16:creationId xmlns:a16="http://schemas.microsoft.com/office/drawing/2014/main" id="{790A7C25-5BD8-48EE-A431-C2D73005EA8D}"/>
              </a:ext>
            </a:extLst>
          </p:cNvPr>
          <p:cNvSpPr>
            <a:spLocks/>
          </p:cNvSpPr>
          <p:nvPr/>
        </p:nvSpPr>
        <p:spPr>
          <a:xfrm>
            <a:off x="4282485" y="266868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0" name="data_5329">
            <a:extLst>
              <a:ext uri="{FF2B5EF4-FFF2-40B4-BE49-F238E27FC236}">
                <a16:creationId xmlns:a16="http://schemas.microsoft.com/office/drawing/2014/main" id="{4392CA17-CAF8-458F-9D3E-51AFA8592ABD}"/>
              </a:ext>
            </a:extLst>
          </p:cNvPr>
          <p:cNvSpPr>
            <a:spLocks/>
          </p:cNvSpPr>
          <p:nvPr/>
        </p:nvSpPr>
        <p:spPr>
          <a:xfrm>
            <a:off x="4409440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1" name="data_5330">
            <a:extLst>
              <a:ext uri="{FF2B5EF4-FFF2-40B4-BE49-F238E27FC236}">
                <a16:creationId xmlns:a16="http://schemas.microsoft.com/office/drawing/2014/main" id="{E4C38FDF-3B5C-4193-8C79-456DD3688E8B}"/>
              </a:ext>
            </a:extLst>
          </p:cNvPr>
          <p:cNvSpPr>
            <a:spLocks/>
          </p:cNvSpPr>
          <p:nvPr/>
        </p:nvSpPr>
        <p:spPr>
          <a:xfrm>
            <a:off x="426121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2" name="data_5331">
            <a:extLst>
              <a:ext uri="{FF2B5EF4-FFF2-40B4-BE49-F238E27FC236}">
                <a16:creationId xmlns:a16="http://schemas.microsoft.com/office/drawing/2014/main" id="{025B9652-CD2A-4116-9BED-5437979F2750}"/>
              </a:ext>
            </a:extLst>
          </p:cNvPr>
          <p:cNvSpPr>
            <a:spLocks/>
          </p:cNvSpPr>
          <p:nvPr/>
        </p:nvSpPr>
        <p:spPr>
          <a:xfrm>
            <a:off x="4408334" y="27756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3" name="data_5332">
            <a:extLst>
              <a:ext uri="{FF2B5EF4-FFF2-40B4-BE49-F238E27FC236}">
                <a16:creationId xmlns:a16="http://schemas.microsoft.com/office/drawing/2014/main" id="{CC18051A-4FFC-438E-B236-4720AD922812}"/>
              </a:ext>
            </a:extLst>
          </p:cNvPr>
          <p:cNvSpPr>
            <a:spLocks/>
          </p:cNvSpPr>
          <p:nvPr/>
        </p:nvSpPr>
        <p:spPr>
          <a:xfrm>
            <a:off x="423483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4" name="data_5333">
            <a:extLst>
              <a:ext uri="{FF2B5EF4-FFF2-40B4-BE49-F238E27FC236}">
                <a16:creationId xmlns:a16="http://schemas.microsoft.com/office/drawing/2014/main" id="{40EE4A5D-CAD1-4F96-B370-6DA100DAC1C5}"/>
              </a:ext>
            </a:extLst>
          </p:cNvPr>
          <p:cNvSpPr>
            <a:spLocks/>
          </p:cNvSpPr>
          <p:nvPr/>
        </p:nvSpPr>
        <p:spPr>
          <a:xfrm>
            <a:off x="439012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5" name="data_5334">
            <a:extLst>
              <a:ext uri="{FF2B5EF4-FFF2-40B4-BE49-F238E27FC236}">
                <a16:creationId xmlns:a16="http://schemas.microsoft.com/office/drawing/2014/main" id="{6012F710-C64F-46FC-A77F-20BEE6E7CA31}"/>
              </a:ext>
            </a:extLst>
          </p:cNvPr>
          <p:cNvSpPr>
            <a:spLocks/>
          </p:cNvSpPr>
          <p:nvPr/>
        </p:nvSpPr>
        <p:spPr>
          <a:xfrm>
            <a:off x="4282286" y="378509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6" name="data_5335">
            <a:extLst>
              <a:ext uri="{FF2B5EF4-FFF2-40B4-BE49-F238E27FC236}">
                <a16:creationId xmlns:a16="http://schemas.microsoft.com/office/drawing/2014/main" id="{4AB5F47A-70A8-46B0-B9DB-0D0A13B0D1E5}"/>
              </a:ext>
            </a:extLst>
          </p:cNvPr>
          <p:cNvSpPr>
            <a:spLocks/>
          </p:cNvSpPr>
          <p:nvPr/>
        </p:nvSpPr>
        <p:spPr>
          <a:xfrm>
            <a:off x="4289703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7" name="data_5336">
            <a:extLst>
              <a:ext uri="{FF2B5EF4-FFF2-40B4-BE49-F238E27FC236}">
                <a16:creationId xmlns:a16="http://schemas.microsoft.com/office/drawing/2014/main" id="{4ED81CFF-FA9B-4474-8DAD-650947E1A433}"/>
              </a:ext>
            </a:extLst>
          </p:cNvPr>
          <p:cNvSpPr>
            <a:spLocks/>
          </p:cNvSpPr>
          <p:nvPr/>
        </p:nvSpPr>
        <p:spPr>
          <a:xfrm>
            <a:off x="42213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8" name="data_5337">
            <a:extLst>
              <a:ext uri="{FF2B5EF4-FFF2-40B4-BE49-F238E27FC236}">
                <a16:creationId xmlns:a16="http://schemas.microsoft.com/office/drawing/2014/main" id="{F2838210-621E-4AAE-8C50-4B36F7A7ECFA}"/>
              </a:ext>
            </a:extLst>
          </p:cNvPr>
          <p:cNvSpPr>
            <a:spLocks/>
          </p:cNvSpPr>
          <p:nvPr/>
        </p:nvSpPr>
        <p:spPr>
          <a:xfrm>
            <a:off x="432128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09" name="data_5338">
            <a:extLst>
              <a:ext uri="{FF2B5EF4-FFF2-40B4-BE49-F238E27FC236}">
                <a16:creationId xmlns:a16="http://schemas.microsoft.com/office/drawing/2014/main" id="{90A82B21-6153-4F2D-8840-3C5BD1289F18}"/>
              </a:ext>
            </a:extLst>
          </p:cNvPr>
          <p:cNvSpPr>
            <a:spLocks/>
          </p:cNvSpPr>
          <p:nvPr/>
        </p:nvSpPr>
        <p:spPr>
          <a:xfrm>
            <a:off x="433046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0" name="data_5339">
            <a:extLst>
              <a:ext uri="{FF2B5EF4-FFF2-40B4-BE49-F238E27FC236}">
                <a16:creationId xmlns:a16="http://schemas.microsoft.com/office/drawing/2014/main" id="{778786DB-0BBB-4CD0-8C2F-B0CD1AB316E5}"/>
              </a:ext>
            </a:extLst>
          </p:cNvPr>
          <p:cNvSpPr>
            <a:spLocks/>
          </p:cNvSpPr>
          <p:nvPr/>
        </p:nvSpPr>
        <p:spPr>
          <a:xfrm>
            <a:off x="436042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1" name="data_5340">
            <a:extLst>
              <a:ext uri="{FF2B5EF4-FFF2-40B4-BE49-F238E27FC236}">
                <a16:creationId xmlns:a16="http://schemas.microsoft.com/office/drawing/2014/main" id="{6EB75433-31F8-43BB-95D8-093859249748}"/>
              </a:ext>
            </a:extLst>
          </p:cNvPr>
          <p:cNvSpPr>
            <a:spLocks/>
          </p:cNvSpPr>
          <p:nvPr/>
        </p:nvSpPr>
        <p:spPr>
          <a:xfrm>
            <a:off x="4320686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2" name="data_5341">
            <a:extLst>
              <a:ext uri="{FF2B5EF4-FFF2-40B4-BE49-F238E27FC236}">
                <a16:creationId xmlns:a16="http://schemas.microsoft.com/office/drawing/2014/main" id="{288EA962-4785-4833-B3B3-971DB87991C5}"/>
              </a:ext>
            </a:extLst>
          </p:cNvPr>
          <p:cNvSpPr>
            <a:spLocks/>
          </p:cNvSpPr>
          <p:nvPr/>
        </p:nvSpPr>
        <p:spPr>
          <a:xfrm>
            <a:off x="438465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3" name="data_5342">
            <a:extLst>
              <a:ext uri="{FF2B5EF4-FFF2-40B4-BE49-F238E27FC236}">
                <a16:creationId xmlns:a16="http://schemas.microsoft.com/office/drawing/2014/main" id="{2E5315DA-0D07-4FDA-949E-B2E6003D8991}"/>
              </a:ext>
            </a:extLst>
          </p:cNvPr>
          <p:cNvSpPr>
            <a:spLocks/>
          </p:cNvSpPr>
          <p:nvPr/>
        </p:nvSpPr>
        <p:spPr>
          <a:xfrm>
            <a:off x="43485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4" name="data_5343">
            <a:extLst>
              <a:ext uri="{FF2B5EF4-FFF2-40B4-BE49-F238E27FC236}">
                <a16:creationId xmlns:a16="http://schemas.microsoft.com/office/drawing/2014/main" id="{6FDC7B9D-9D2D-4F0A-A148-22529AE13D2A}"/>
              </a:ext>
            </a:extLst>
          </p:cNvPr>
          <p:cNvSpPr>
            <a:spLocks/>
          </p:cNvSpPr>
          <p:nvPr/>
        </p:nvSpPr>
        <p:spPr>
          <a:xfrm>
            <a:off x="428568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5" name="data_5344">
            <a:extLst>
              <a:ext uri="{FF2B5EF4-FFF2-40B4-BE49-F238E27FC236}">
                <a16:creationId xmlns:a16="http://schemas.microsoft.com/office/drawing/2014/main" id="{6F07ECF5-2A2E-4742-A3A8-6DEAE834A041}"/>
              </a:ext>
            </a:extLst>
          </p:cNvPr>
          <p:cNvSpPr>
            <a:spLocks/>
          </p:cNvSpPr>
          <p:nvPr/>
        </p:nvSpPr>
        <p:spPr>
          <a:xfrm>
            <a:off x="428478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6" name="data_5345">
            <a:extLst>
              <a:ext uri="{FF2B5EF4-FFF2-40B4-BE49-F238E27FC236}">
                <a16:creationId xmlns:a16="http://schemas.microsoft.com/office/drawing/2014/main" id="{A1FBBEBA-3011-403F-B554-B30A97083DF5}"/>
              </a:ext>
            </a:extLst>
          </p:cNvPr>
          <p:cNvSpPr>
            <a:spLocks/>
          </p:cNvSpPr>
          <p:nvPr/>
        </p:nvSpPr>
        <p:spPr>
          <a:xfrm>
            <a:off x="43165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7" name="data_5346">
            <a:extLst>
              <a:ext uri="{FF2B5EF4-FFF2-40B4-BE49-F238E27FC236}">
                <a16:creationId xmlns:a16="http://schemas.microsoft.com/office/drawing/2014/main" id="{DCE46A2A-CBE4-46C6-867D-7BD905FE8DB6}"/>
              </a:ext>
            </a:extLst>
          </p:cNvPr>
          <p:cNvSpPr>
            <a:spLocks/>
          </p:cNvSpPr>
          <p:nvPr/>
        </p:nvSpPr>
        <p:spPr>
          <a:xfrm>
            <a:off x="4343387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8" name="data_5347">
            <a:extLst>
              <a:ext uri="{FF2B5EF4-FFF2-40B4-BE49-F238E27FC236}">
                <a16:creationId xmlns:a16="http://schemas.microsoft.com/office/drawing/2014/main" id="{3EDA1E22-D3D3-443F-810F-BE92242E9761}"/>
              </a:ext>
            </a:extLst>
          </p:cNvPr>
          <p:cNvSpPr>
            <a:spLocks/>
          </p:cNvSpPr>
          <p:nvPr/>
        </p:nvSpPr>
        <p:spPr>
          <a:xfrm>
            <a:off x="4250847" y="3738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19" name="data_5348">
            <a:extLst>
              <a:ext uri="{FF2B5EF4-FFF2-40B4-BE49-F238E27FC236}">
                <a16:creationId xmlns:a16="http://schemas.microsoft.com/office/drawing/2014/main" id="{BE09E84C-BAA8-47E5-99FE-06600945F042}"/>
              </a:ext>
            </a:extLst>
          </p:cNvPr>
          <p:cNvSpPr>
            <a:spLocks/>
          </p:cNvSpPr>
          <p:nvPr/>
        </p:nvSpPr>
        <p:spPr>
          <a:xfrm>
            <a:off x="4332885" y="266054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0" name="data_5349">
            <a:extLst>
              <a:ext uri="{FF2B5EF4-FFF2-40B4-BE49-F238E27FC236}">
                <a16:creationId xmlns:a16="http://schemas.microsoft.com/office/drawing/2014/main" id="{61D8C1C3-5BC4-497F-B4F8-14F66F7B8C9E}"/>
              </a:ext>
            </a:extLst>
          </p:cNvPr>
          <p:cNvSpPr>
            <a:spLocks/>
          </p:cNvSpPr>
          <p:nvPr/>
        </p:nvSpPr>
        <p:spPr>
          <a:xfrm>
            <a:off x="436754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1" name="data_5350">
            <a:extLst>
              <a:ext uri="{FF2B5EF4-FFF2-40B4-BE49-F238E27FC236}">
                <a16:creationId xmlns:a16="http://schemas.microsoft.com/office/drawing/2014/main" id="{588E4B04-F850-476F-86F6-A631F43D75CE}"/>
              </a:ext>
            </a:extLst>
          </p:cNvPr>
          <p:cNvSpPr>
            <a:spLocks/>
          </p:cNvSpPr>
          <p:nvPr/>
        </p:nvSpPr>
        <p:spPr>
          <a:xfrm>
            <a:off x="42359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2" name="data_5351">
            <a:extLst>
              <a:ext uri="{FF2B5EF4-FFF2-40B4-BE49-F238E27FC236}">
                <a16:creationId xmlns:a16="http://schemas.microsoft.com/office/drawing/2014/main" id="{4EDF8DAE-A9B6-4E92-B152-956A179F6922}"/>
              </a:ext>
            </a:extLst>
          </p:cNvPr>
          <p:cNvSpPr>
            <a:spLocks/>
          </p:cNvSpPr>
          <p:nvPr/>
        </p:nvSpPr>
        <p:spPr>
          <a:xfrm>
            <a:off x="440549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3" name="data_5352">
            <a:extLst>
              <a:ext uri="{FF2B5EF4-FFF2-40B4-BE49-F238E27FC236}">
                <a16:creationId xmlns:a16="http://schemas.microsoft.com/office/drawing/2014/main" id="{5B1C486D-F281-4E3C-BEAD-1587D32DDB1A}"/>
              </a:ext>
            </a:extLst>
          </p:cNvPr>
          <p:cNvSpPr>
            <a:spLocks/>
          </p:cNvSpPr>
          <p:nvPr/>
        </p:nvSpPr>
        <p:spPr>
          <a:xfrm>
            <a:off x="432351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4" name="data_5353">
            <a:extLst>
              <a:ext uri="{FF2B5EF4-FFF2-40B4-BE49-F238E27FC236}">
                <a16:creationId xmlns:a16="http://schemas.microsoft.com/office/drawing/2014/main" id="{ED0AC029-14CD-4990-8FC4-652139330A03}"/>
              </a:ext>
            </a:extLst>
          </p:cNvPr>
          <p:cNvSpPr>
            <a:spLocks/>
          </p:cNvSpPr>
          <p:nvPr/>
        </p:nvSpPr>
        <p:spPr>
          <a:xfrm>
            <a:off x="43797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5" name="data_5354">
            <a:extLst>
              <a:ext uri="{FF2B5EF4-FFF2-40B4-BE49-F238E27FC236}">
                <a16:creationId xmlns:a16="http://schemas.microsoft.com/office/drawing/2014/main" id="{D061C50E-AED2-4CDA-9DA8-E46E450323DF}"/>
              </a:ext>
            </a:extLst>
          </p:cNvPr>
          <p:cNvSpPr>
            <a:spLocks/>
          </p:cNvSpPr>
          <p:nvPr/>
        </p:nvSpPr>
        <p:spPr>
          <a:xfrm>
            <a:off x="428620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6" name="data_5355">
            <a:extLst>
              <a:ext uri="{FF2B5EF4-FFF2-40B4-BE49-F238E27FC236}">
                <a16:creationId xmlns:a16="http://schemas.microsoft.com/office/drawing/2014/main" id="{3261D056-6E36-4777-989A-F3B4BB1109DB}"/>
              </a:ext>
            </a:extLst>
          </p:cNvPr>
          <p:cNvSpPr>
            <a:spLocks/>
          </p:cNvSpPr>
          <p:nvPr/>
        </p:nvSpPr>
        <p:spPr>
          <a:xfrm>
            <a:off x="437034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7" name="data_5356">
            <a:extLst>
              <a:ext uri="{FF2B5EF4-FFF2-40B4-BE49-F238E27FC236}">
                <a16:creationId xmlns:a16="http://schemas.microsoft.com/office/drawing/2014/main" id="{3D303601-5CF4-478C-9896-E5E149EC12E5}"/>
              </a:ext>
            </a:extLst>
          </p:cNvPr>
          <p:cNvSpPr>
            <a:spLocks/>
          </p:cNvSpPr>
          <p:nvPr/>
        </p:nvSpPr>
        <p:spPr>
          <a:xfrm>
            <a:off x="4224682" y="30525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8" name="data_5357">
            <a:extLst>
              <a:ext uri="{FF2B5EF4-FFF2-40B4-BE49-F238E27FC236}">
                <a16:creationId xmlns:a16="http://schemas.microsoft.com/office/drawing/2014/main" id="{10589394-F26B-46D1-9D06-E2478885ABB9}"/>
              </a:ext>
            </a:extLst>
          </p:cNvPr>
          <p:cNvSpPr>
            <a:spLocks/>
          </p:cNvSpPr>
          <p:nvPr/>
        </p:nvSpPr>
        <p:spPr>
          <a:xfrm>
            <a:off x="420654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29" name="data_5358">
            <a:extLst>
              <a:ext uri="{FF2B5EF4-FFF2-40B4-BE49-F238E27FC236}">
                <a16:creationId xmlns:a16="http://schemas.microsoft.com/office/drawing/2014/main" id="{3D528BD8-6B8C-41D4-A9B7-3A3130F221D0}"/>
              </a:ext>
            </a:extLst>
          </p:cNvPr>
          <p:cNvSpPr>
            <a:spLocks/>
          </p:cNvSpPr>
          <p:nvPr/>
        </p:nvSpPr>
        <p:spPr>
          <a:xfrm>
            <a:off x="439035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0" name="data_5359">
            <a:extLst>
              <a:ext uri="{FF2B5EF4-FFF2-40B4-BE49-F238E27FC236}">
                <a16:creationId xmlns:a16="http://schemas.microsoft.com/office/drawing/2014/main" id="{FF18E033-6089-4DED-8FB9-1E46B8A06BDE}"/>
              </a:ext>
            </a:extLst>
          </p:cNvPr>
          <p:cNvSpPr>
            <a:spLocks/>
          </p:cNvSpPr>
          <p:nvPr/>
        </p:nvSpPr>
        <p:spPr>
          <a:xfrm>
            <a:off x="42179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1" name="data_5360">
            <a:extLst>
              <a:ext uri="{FF2B5EF4-FFF2-40B4-BE49-F238E27FC236}">
                <a16:creationId xmlns:a16="http://schemas.microsoft.com/office/drawing/2014/main" id="{72143999-8E91-4D6F-9263-DD773DFA92D2}"/>
              </a:ext>
            </a:extLst>
          </p:cNvPr>
          <p:cNvSpPr>
            <a:spLocks/>
          </p:cNvSpPr>
          <p:nvPr/>
        </p:nvSpPr>
        <p:spPr>
          <a:xfrm>
            <a:off x="43094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2" name="data_5361">
            <a:extLst>
              <a:ext uri="{FF2B5EF4-FFF2-40B4-BE49-F238E27FC236}">
                <a16:creationId xmlns:a16="http://schemas.microsoft.com/office/drawing/2014/main" id="{908648AE-91E7-449F-970B-C88A7129A3CB}"/>
              </a:ext>
            </a:extLst>
          </p:cNvPr>
          <p:cNvSpPr>
            <a:spLocks/>
          </p:cNvSpPr>
          <p:nvPr/>
        </p:nvSpPr>
        <p:spPr>
          <a:xfrm>
            <a:off x="4366395" y="300720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3" name="data_5362">
            <a:extLst>
              <a:ext uri="{FF2B5EF4-FFF2-40B4-BE49-F238E27FC236}">
                <a16:creationId xmlns:a16="http://schemas.microsoft.com/office/drawing/2014/main" id="{9C7903BB-D5B1-4F0B-8CF0-AAC5AC6F8237}"/>
              </a:ext>
            </a:extLst>
          </p:cNvPr>
          <p:cNvSpPr>
            <a:spLocks/>
          </p:cNvSpPr>
          <p:nvPr/>
        </p:nvSpPr>
        <p:spPr>
          <a:xfrm>
            <a:off x="4283875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4" name="data_5363">
            <a:extLst>
              <a:ext uri="{FF2B5EF4-FFF2-40B4-BE49-F238E27FC236}">
                <a16:creationId xmlns:a16="http://schemas.microsoft.com/office/drawing/2014/main" id="{F49D94F7-76FA-4E08-8BA7-369D4A49B76A}"/>
              </a:ext>
            </a:extLst>
          </p:cNvPr>
          <p:cNvSpPr>
            <a:spLocks/>
          </p:cNvSpPr>
          <p:nvPr/>
        </p:nvSpPr>
        <p:spPr>
          <a:xfrm>
            <a:off x="438526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5" name="data_5364">
            <a:extLst>
              <a:ext uri="{FF2B5EF4-FFF2-40B4-BE49-F238E27FC236}">
                <a16:creationId xmlns:a16="http://schemas.microsoft.com/office/drawing/2014/main" id="{9D3FF2E5-DB40-4B8D-9F7F-1E7FC438F760}"/>
              </a:ext>
            </a:extLst>
          </p:cNvPr>
          <p:cNvSpPr>
            <a:spLocks/>
          </p:cNvSpPr>
          <p:nvPr/>
        </p:nvSpPr>
        <p:spPr>
          <a:xfrm>
            <a:off x="4249991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6" name="data_5365">
            <a:extLst>
              <a:ext uri="{FF2B5EF4-FFF2-40B4-BE49-F238E27FC236}">
                <a16:creationId xmlns:a16="http://schemas.microsoft.com/office/drawing/2014/main" id="{8314AC25-7792-4779-8107-28F087E3BED5}"/>
              </a:ext>
            </a:extLst>
          </p:cNvPr>
          <p:cNvSpPr>
            <a:spLocks/>
          </p:cNvSpPr>
          <p:nvPr/>
        </p:nvSpPr>
        <p:spPr>
          <a:xfrm>
            <a:off x="4326911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7" name="data_5366">
            <a:extLst>
              <a:ext uri="{FF2B5EF4-FFF2-40B4-BE49-F238E27FC236}">
                <a16:creationId xmlns:a16="http://schemas.microsoft.com/office/drawing/2014/main" id="{7874125C-01E3-4246-AADF-E67252E884D9}"/>
              </a:ext>
            </a:extLst>
          </p:cNvPr>
          <p:cNvSpPr>
            <a:spLocks/>
          </p:cNvSpPr>
          <p:nvPr/>
        </p:nvSpPr>
        <p:spPr>
          <a:xfrm>
            <a:off x="42044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8" name="data_5367">
            <a:extLst>
              <a:ext uri="{FF2B5EF4-FFF2-40B4-BE49-F238E27FC236}">
                <a16:creationId xmlns:a16="http://schemas.microsoft.com/office/drawing/2014/main" id="{EEEAF2A1-8797-4560-BC67-94BC826A4DE3}"/>
              </a:ext>
            </a:extLst>
          </p:cNvPr>
          <p:cNvSpPr>
            <a:spLocks/>
          </p:cNvSpPr>
          <p:nvPr/>
        </p:nvSpPr>
        <p:spPr>
          <a:xfrm>
            <a:off x="442569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39" name="data_5368">
            <a:extLst>
              <a:ext uri="{FF2B5EF4-FFF2-40B4-BE49-F238E27FC236}">
                <a16:creationId xmlns:a16="http://schemas.microsoft.com/office/drawing/2014/main" id="{97F69FFE-2585-4636-9B69-FFDD595B2C43}"/>
              </a:ext>
            </a:extLst>
          </p:cNvPr>
          <p:cNvSpPr>
            <a:spLocks/>
          </p:cNvSpPr>
          <p:nvPr/>
        </p:nvSpPr>
        <p:spPr>
          <a:xfrm>
            <a:off x="438384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0" name="data_5369">
            <a:extLst>
              <a:ext uri="{FF2B5EF4-FFF2-40B4-BE49-F238E27FC236}">
                <a16:creationId xmlns:a16="http://schemas.microsoft.com/office/drawing/2014/main" id="{5E865A40-CE86-4496-AC07-794DC21E631F}"/>
              </a:ext>
            </a:extLst>
          </p:cNvPr>
          <p:cNvSpPr>
            <a:spLocks/>
          </p:cNvSpPr>
          <p:nvPr/>
        </p:nvSpPr>
        <p:spPr>
          <a:xfrm>
            <a:off x="437604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1" name="data_5370">
            <a:extLst>
              <a:ext uri="{FF2B5EF4-FFF2-40B4-BE49-F238E27FC236}">
                <a16:creationId xmlns:a16="http://schemas.microsoft.com/office/drawing/2014/main" id="{F50B6329-CF34-4F01-96DA-AF2E69150040}"/>
              </a:ext>
            </a:extLst>
          </p:cNvPr>
          <p:cNvSpPr>
            <a:spLocks/>
          </p:cNvSpPr>
          <p:nvPr/>
        </p:nvSpPr>
        <p:spPr>
          <a:xfrm>
            <a:off x="4224270" y="291701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2" name="data_5371">
            <a:extLst>
              <a:ext uri="{FF2B5EF4-FFF2-40B4-BE49-F238E27FC236}">
                <a16:creationId xmlns:a16="http://schemas.microsoft.com/office/drawing/2014/main" id="{2D3C7D71-946F-4DC7-8DE2-F82A2329085D}"/>
              </a:ext>
            </a:extLst>
          </p:cNvPr>
          <p:cNvSpPr>
            <a:spLocks/>
          </p:cNvSpPr>
          <p:nvPr/>
        </p:nvSpPr>
        <p:spPr>
          <a:xfrm>
            <a:off x="441236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3" name="data_5372">
            <a:extLst>
              <a:ext uri="{FF2B5EF4-FFF2-40B4-BE49-F238E27FC236}">
                <a16:creationId xmlns:a16="http://schemas.microsoft.com/office/drawing/2014/main" id="{B1A93EE6-ACA7-4AF4-89E2-2D1A6C3E7DDF}"/>
              </a:ext>
            </a:extLst>
          </p:cNvPr>
          <p:cNvSpPr>
            <a:spLocks/>
          </p:cNvSpPr>
          <p:nvPr/>
        </p:nvSpPr>
        <p:spPr>
          <a:xfrm>
            <a:off x="4382757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4" name="data_5373">
            <a:extLst>
              <a:ext uri="{FF2B5EF4-FFF2-40B4-BE49-F238E27FC236}">
                <a16:creationId xmlns:a16="http://schemas.microsoft.com/office/drawing/2014/main" id="{7474F91B-4F5A-4384-B453-47C6B6EC2876}"/>
              </a:ext>
            </a:extLst>
          </p:cNvPr>
          <p:cNvSpPr>
            <a:spLocks/>
          </p:cNvSpPr>
          <p:nvPr/>
        </p:nvSpPr>
        <p:spPr>
          <a:xfrm>
            <a:off x="43217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5" name="data_5374">
            <a:extLst>
              <a:ext uri="{FF2B5EF4-FFF2-40B4-BE49-F238E27FC236}">
                <a16:creationId xmlns:a16="http://schemas.microsoft.com/office/drawing/2014/main" id="{52D6E241-7227-4C9F-A004-01F626F6A685}"/>
              </a:ext>
            </a:extLst>
          </p:cNvPr>
          <p:cNvSpPr>
            <a:spLocks/>
          </p:cNvSpPr>
          <p:nvPr/>
        </p:nvSpPr>
        <p:spPr>
          <a:xfrm>
            <a:off x="43319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6" name="data_5375">
            <a:extLst>
              <a:ext uri="{FF2B5EF4-FFF2-40B4-BE49-F238E27FC236}">
                <a16:creationId xmlns:a16="http://schemas.microsoft.com/office/drawing/2014/main" id="{9DD3DE2A-7A52-43E5-972A-476E366C2031}"/>
              </a:ext>
            </a:extLst>
          </p:cNvPr>
          <p:cNvSpPr>
            <a:spLocks/>
          </p:cNvSpPr>
          <p:nvPr/>
        </p:nvSpPr>
        <p:spPr>
          <a:xfrm>
            <a:off x="428957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7" name="data_5376">
            <a:extLst>
              <a:ext uri="{FF2B5EF4-FFF2-40B4-BE49-F238E27FC236}">
                <a16:creationId xmlns:a16="http://schemas.microsoft.com/office/drawing/2014/main" id="{51F1CD4F-A4A1-4E09-B536-B473CD09F197}"/>
              </a:ext>
            </a:extLst>
          </p:cNvPr>
          <p:cNvSpPr>
            <a:spLocks/>
          </p:cNvSpPr>
          <p:nvPr/>
        </p:nvSpPr>
        <p:spPr>
          <a:xfrm>
            <a:off x="435104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8" name="data_5377">
            <a:extLst>
              <a:ext uri="{FF2B5EF4-FFF2-40B4-BE49-F238E27FC236}">
                <a16:creationId xmlns:a16="http://schemas.microsoft.com/office/drawing/2014/main" id="{19B0EBEB-87C7-425F-A5F1-00412660EF10}"/>
              </a:ext>
            </a:extLst>
          </p:cNvPr>
          <p:cNvSpPr>
            <a:spLocks/>
          </p:cNvSpPr>
          <p:nvPr/>
        </p:nvSpPr>
        <p:spPr>
          <a:xfrm>
            <a:off x="421561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49" name="data_5378">
            <a:extLst>
              <a:ext uri="{FF2B5EF4-FFF2-40B4-BE49-F238E27FC236}">
                <a16:creationId xmlns:a16="http://schemas.microsoft.com/office/drawing/2014/main" id="{29E85C1B-8911-493D-882F-7D386840D74E}"/>
              </a:ext>
            </a:extLst>
          </p:cNvPr>
          <p:cNvSpPr>
            <a:spLocks/>
          </p:cNvSpPr>
          <p:nvPr/>
        </p:nvSpPr>
        <p:spPr>
          <a:xfrm>
            <a:off x="4283999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0" name="data_5379">
            <a:extLst>
              <a:ext uri="{FF2B5EF4-FFF2-40B4-BE49-F238E27FC236}">
                <a16:creationId xmlns:a16="http://schemas.microsoft.com/office/drawing/2014/main" id="{C91E0391-1875-4582-BA2C-35495C019D24}"/>
              </a:ext>
            </a:extLst>
          </p:cNvPr>
          <p:cNvSpPr>
            <a:spLocks/>
          </p:cNvSpPr>
          <p:nvPr/>
        </p:nvSpPr>
        <p:spPr>
          <a:xfrm>
            <a:off x="4281383" y="38591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1" name="data_5380">
            <a:extLst>
              <a:ext uri="{FF2B5EF4-FFF2-40B4-BE49-F238E27FC236}">
                <a16:creationId xmlns:a16="http://schemas.microsoft.com/office/drawing/2014/main" id="{4C2F1B8B-360F-440B-AA54-CC2132230125}"/>
              </a:ext>
            </a:extLst>
          </p:cNvPr>
          <p:cNvSpPr>
            <a:spLocks/>
          </p:cNvSpPr>
          <p:nvPr/>
        </p:nvSpPr>
        <p:spPr>
          <a:xfrm>
            <a:off x="442136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2" name="data_5381">
            <a:extLst>
              <a:ext uri="{FF2B5EF4-FFF2-40B4-BE49-F238E27FC236}">
                <a16:creationId xmlns:a16="http://schemas.microsoft.com/office/drawing/2014/main" id="{FA61A1C3-A631-4488-99CD-0A0D220E4A0F}"/>
              </a:ext>
            </a:extLst>
          </p:cNvPr>
          <p:cNvSpPr>
            <a:spLocks/>
          </p:cNvSpPr>
          <p:nvPr/>
        </p:nvSpPr>
        <p:spPr>
          <a:xfrm>
            <a:off x="441273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3" name="data_5382">
            <a:extLst>
              <a:ext uri="{FF2B5EF4-FFF2-40B4-BE49-F238E27FC236}">
                <a16:creationId xmlns:a16="http://schemas.microsoft.com/office/drawing/2014/main" id="{BAF677F3-1F20-4D69-A48C-06D3C9AAFC0E}"/>
              </a:ext>
            </a:extLst>
          </p:cNvPr>
          <p:cNvSpPr>
            <a:spLocks/>
          </p:cNvSpPr>
          <p:nvPr/>
        </p:nvSpPr>
        <p:spPr>
          <a:xfrm>
            <a:off x="430301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4" name="data_5383">
            <a:extLst>
              <a:ext uri="{FF2B5EF4-FFF2-40B4-BE49-F238E27FC236}">
                <a16:creationId xmlns:a16="http://schemas.microsoft.com/office/drawing/2014/main" id="{1C31BD32-5709-4468-A291-8D2CDBE67936}"/>
              </a:ext>
            </a:extLst>
          </p:cNvPr>
          <p:cNvSpPr>
            <a:spLocks/>
          </p:cNvSpPr>
          <p:nvPr/>
        </p:nvSpPr>
        <p:spPr>
          <a:xfrm>
            <a:off x="426830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5" name="data_5384">
            <a:extLst>
              <a:ext uri="{FF2B5EF4-FFF2-40B4-BE49-F238E27FC236}">
                <a16:creationId xmlns:a16="http://schemas.microsoft.com/office/drawing/2014/main" id="{E1819106-7573-4DFF-81E6-0202FB3038FA}"/>
              </a:ext>
            </a:extLst>
          </p:cNvPr>
          <p:cNvSpPr>
            <a:spLocks/>
          </p:cNvSpPr>
          <p:nvPr/>
        </p:nvSpPr>
        <p:spPr>
          <a:xfrm>
            <a:off x="436591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6" name="data_5385">
            <a:extLst>
              <a:ext uri="{FF2B5EF4-FFF2-40B4-BE49-F238E27FC236}">
                <a16:creationId xmlns:a16="http://schemas.microsoft.com/office/drawing/2014/main" id="{FD369BFF-D78D-4211-8A9B-68EEA8E2DCA8}"/>
              </a:ext>
            </a:extLst>
          </p:cNvPr>
          <p:cNvSpPr>
            <a:spLocks/>
          </p:cNvSpPr>
          <p:nvPr/>
        </p:nvSpPr>
        <p:spPr>
          <a:xfrm>
            <a:off x="4379053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7" name="data_5386">
            <a:extLst>
              <a:ext uri="{FF2B5EF4-FFF2-40B4-BE49-F238E27FC236}">
                <a16:creationId xmlns:a16="http://schemas.microsoft.com/office/drawing/2014/main" id="{08CF2D30-B04E-4AD0-BAA0-6B04B59BE05E}"/>
              </a:ext>
            </a:extLst>
          </p:cNvPr>
          <p:cNvSpPr>
            <a:spLocks/>
          </p:cNvSpPr>
          <p:nvPr/>
        </p:nvSpPr>
        <p:spPr>
          <a:xfrm>
            <a:off x="4221160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8" name="data_5387">
            <a:extLst>
              <a:ext uri="{FF2B5EF4-FFF2-40B4-BE49-F238E27FC236}">
                <a16:creationId xmlns:a16="http://schemas.microsoft.com/office/drawing/2014/main" id="{DDA93DDA-6C78-407C-86A6-8933DA69BC7C}"/>
              </a:ext>
            </a:extLst>
          </p:cNvPr>
          <p:cNvSpPr>
            <a:spLocks/>
          </p:cNvSpPr>
          <p:nvPr/>
        </p:nvSpPr>
        <p:spPr>
          <a:xfrm>
            <a:off x="433192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59" name="data_5388">
            <a:extLst>
              <a:ext uri="{FF2B5EF4-FFF2-40B4-BE49-F238E27FC236}">
                <a16:creationId xmlns:a16="http://schemas.microsoft.com/office/drawing/2014/main" id="{3CDF215E-8F24-42D5-AA21-66B17C773D8A}"/>
              </a:ext>
            </a:extLst>
          </p:cNvPr>
          <p:cNvSpPr>
            <a:spLocks/>
          </p:cNvSpPr>
          <p:nvPr/>
        </p:nvSpPr>
        <p:spPr>
          <a:xfrm>
            <a:off x="43879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0" name="data_5389">
            <a:extLst>
              <a:ext uri="{FF2B5EF4-FFF2-40B4-BE49-F238E27FC236}">
                <a16:creationId xmlns:a16="http://schemas.microsoft.com/office/drawing/2014/main" id="{B0AEB45D-C409-4DC3-9FBC-1311F6A67ADC}"/>
              </a:ext>
            </a:extLst>
          </p:cNvPr>
          <p:cNvSpPr>
            <a:spLocks/>
          </p:cNvSpPr>
          <p:nvPr/>
        </p:nvSpPr>
        <p:spPr>
          <a:xfrm>
            <a:off x="4271533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1" name="data_5390">
            <a:extLst>
              <a:ext uri="{FF2B5EF4-FFF2-40B4-BE49-F238E27FC236}">
                <a16:creationId xmlns:a16="http://schemas.microsoft.com/office/drawing/2014/main" id="{C0A269A8-4DFF-41EF-90F1-47BEE7437C8D}"/>
              </a:ext>
            </a:extLst>
          </p:cNvPr>
          <p:cNvSpPr>
            <a:spLocks/>
          </p:cNvSpPr>
          <p:nvPr/>
        </p:nvSpPr>
        <p:spPr>
          <a:xfrm>
            <a:off x="427466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2" name="data_5391">
            <a:extLst>
              <a:ext uri="{FF2B5EF4-FFF2-40B4-BE49-F238E27FC236}">
                <a16:creationId xmlns:a16="http://schemas.microsoft.com/office/drawing/2014/main" id="{9D70EA2F-C009-4276-ACD6-1253DAA2CD47}"/>
              </a:ext>
            </a:extLst>
          </p:cNvPr>
          <p:cNvSpPr>
            <a:spLocks/>
          </p:cNvSpPr>
          <p:nvPr/>
        </p:nvSpPr>
        <p:spPr>
          <a:xfrm>
            <a:off x="4360827" y="36050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3" name="data_5392">
            <a:extLst>
              <a:ext uri="{FF2B5EF4-FFF2-40B4-BE49-F238E27FC236}">
                <a16:creationId xmlns:a16="http://schemas.microsoft.com/office/drawing/2014/main" id="{7669C574-005D-4AB1-834C-21C86BFBC25D}"/>
              </a:ext>
            </a:extLst>
          </p:cNvPr>
          <p:cNvSpPr>
            <a:spLocks/>
          </p:cNvSpPr>
          <p:nvPr/>
        </p:nvSpPr>
        <p:spPr>
          <a:xfrm>
            <a:off x="427490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4" name="data_5393">
            <a:extLst>
              <a:ext uri="{FF2B5EF4-FFF2-40B4-BE49-F238E27FC236}">
                <a16:creationId xmlns:a16="http://schemas.microsoft.com/office/drawing/2014/main" id="{BEFE1237-9FAD-45DE-AACF-A3196E4835AE}"/>
              </a:ext>
            </a:extLst>
          </p:cNvPr>
          <p:cNvSpPr>
            <a:spLocks/>
          </p:cNvSpPr>
          <p:nvPr/>
        </p:nvSpPr>
        <p:spPr>
          <a:xfrm>
            <a:off x="4203276" y="38952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5" name="data_5394">
            <a:extLst>
              <a:ext uri="{FF2B5EF4-FFF2-40B4-BE49-F238E27FC236}">
                <a16:creationId xmlns:a16="http://schemas.microsoft.com/office/drawing/2014/main" id="{71ACE43D-0509-4803-9559-35C6DE7387D2}"/>
              </a:ext>
            </a:extLst>
          </p:cNvPr>
          <p:cNvSpPr>
            <a:spLocks/>
          </p:cNvSpPr>
          <p:nvPr/>
        </p:nvSpPr>
        <p:spPr>
          <a:xfrm>
            <a:off x="4207351" y="35863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6" name="data_5395">
            <a:extLst>
              <a:ext uri="{FF2B5EF4-FFF2-40B4-BE49-F238E27FC236}">
                <a16:creationId xmlns:a16="http://schemas.microsoft.com/office/drawing/2014/main" id="{98FF6E4A-055E-4350-93E7-B1374A664AF2}"/>
              </a:ext>
            </a:extLst>
          </p:cNvPr>
          <p:cNvSpPr>
            <a:spLocks/>
          </p:cNvSpPr>
          <p:nvPr/>
        </p:nvSpPr>
        <p:spPr>
          <a:xfrm>
            <a:off x="4323085" y="257504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7" name="data_5396">
            <a:extLst>
              <a:ext uri="{FF2B5EF4-FFF2-40B4-BE49-F238E27FC236}">
                <a16:creationId xmlns:a16="http://schemas.microsoft.com/office/drawing/2014/main" id="{12592300-9F02-41E8-A15D-D03BEAF2F5C7}"/>
              </a:ext>
            </a:extLst>
          </p:cNvPr>
          <p:cNvSpPr>
            <a:spLocks/>
          </p:cNvSpPr>
          <p:nvPr/>
        </p:nvSpPr>
        <p:spPr>
          <a:xfrm>
            <a:off x="430026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8" name="data_5397">
            <a:extLst>
              <a:ext uri="{FF2B5EF4-FFF2-40B4-BE49-F238E27FC236}">
                <a16:creationId xmlns:a16="http://schemas.microsoft.com/office/drawing/2014/main" id="{A160E9C1-0A7B-4065-A34D-47BA721D4636}"/>
              </a:ext>
            </a:extLst>
          </p:cNvPr>
          <p:cNvSpPr>
            <a:spLocks/>
          </p:cNvSpPr>
          <p:nvPr/>
        </p:nvSpPr>
        <p:spPr>
          <a:xfrm>
            <a:off x="43450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69" name="data_5398">
            <a:extLst>
              <a:ext uri="{FF2B5EF4-FFF2-40B4-BE49-F238E27FC236}">
                <a16:creationId xmlns:a16="http://schemas.microsoft.com/office/drawing/2014/main" id="{5DDE4C55-A625-48B7-8B17-27C6F9EEF066}"/>
              </a:ext>
            </a:extLst>
          </p:cNvPr>
          <p:cNvSpPr>
            <a:spLocks/>
          </p:cNvSpPr>
          <p:nvPr/>
        </p:nvSpPr>
        <p:spPr>
          <a:xfrm>
            <a:off x="435342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0" name="data_5399">
            <a:extLst>
              <a:ext uri="{FF2B5EF4-FFF2-40B4-BE49-F238E27FC236}">
                <a16:creationId xmlns:a16="http://schemas.microsoft.com/office/drawing/2014/main" id="{31A0A860-8C02-408E-A9F5-FF32B4743916}"/>
              </a:ext>
            </a:extLst>
          </p:cNvPr>
          <p:cNvSpPr>
            <a:spLocks/>
          </p:cNvSpPr>
          <p:nvPr/>
        </p:nvSpPr>
        <p:spPr>
          <a:xfrm>
            <a:off x="422885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1" name="data_5400">
            <a:extLst>
              <a:ext uri="{FF2B5EF4-FFF2-40B4-BE49-F238E27FC236}">
                <a16:creationId xmlns:a16="http://schemas.microsoft.com/office/drawing/2014/main" id="{2D7CB0CD-2DDC-4553-966A-D872D54B5DD6}"/>
              </a:ext>
            </a:extLst>
          </p:cNvPr>
          <p:cNvSpPr>
            <a:spLocks/>
          </p:cNvSpPr>
          <p:nvPr/>
        </p:nvSpPr>
        <p:spPr>
          <a:xfrm>
            <a:off x="43870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2" name="data_5401">
            <a:extLst>
              <a:ext uri="{FF2B5EF4-FFF2-40B4-BE49-F238E27FC236}">
                <a16:creationId xmlns:a16="http://schemas.microsoft.com/office/drawing/2014/main" id="{AD4AB7D4-9E15-4259-8009-AD1EE07FFC36}"/>
              </a:ext>
            </a:extLst>
          </p:cNvPr>
          <p:cNvSpPr>
            <a:spLocks/>
          </p:cNvSpPr>
          <p:nvPr/>
        </p:nvSpPr>
        <p:spPr>
          <a:xfrm>
            <a:off x="4249529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3" name="data_5402">
            <a:extLst>
              <a:ext uri="{FF2B5EF4-FFF2-40B4-BE49-F238E27FC236}">
                <a16:creationId xmlns:a16="http://schemas.microsoft.com/office/drawing/2014/main" id="{26FD6B93-572A-449A-B4FB-2DD9B970E0F2}"/>
              </a:ext>
            </a:extLst>
          </p:cNvPr>
          <p:cNvSpPr>
            <a:spLocks/>
          </p:cNvSpPr>
          <p:nvPr/>
        </p:nvSpPr>
        <p:spPr>
          <a:xfrm>
            <a:off x="4328665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4" name="data_5403">
            <a:extLst>
              <a:ext uri="{FF2B5EF4-FFF2-40B4-BE49-F238E27FC236}">
                <a16:creationId xmlns:a16="http://schemas.microsoft.com/office/drawing/2014/main" id="{E63EFD09-9EA7-41D1-B77A-E65FE4F614C4}"/>
              </a:ext>
            </a:extLst>
          </p:cNvPr>
          <p:cNvSpPr>
            <a:spLocks/>
          </p:cNvSpPr>
          <p:nvPr/>
        </p:nvSpPr>
        <p:spPr>
          <a:xfrm>
            <a:off x="4375484" y="3792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5" name="data_5404">
            <a:extLst>
              <a:ext uri="{FF2B5EF4-FFF2-40B4-BE49-F238E27FC236}">
                <a16:creationId xmlns:a16="http://schemas.microsoft.com/office/drawing/2014/main" id="{A6ED0E13-B464-4C3F-95AE-B076A62BF852}"/>
              </a:ext>
            </a:extLst>
          </p:cNvPr>
          <p:cNvSpPr>
            <a:spLocks/>
          </p:cNvSpPr>
          <p:nvPr/>
        </p:nvSpPr>
        <p:spPr>
          <a:xfrm>
            <a:off x="427068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6" name="data_5405">
            <a:extLst>
              <a:ext uri="{FF2B5EF4-FFF2-40B4-BE49-F238E27FC236}">
                <a16:creationId xmlns:a16="http://schemas.microsoft.com/office/drawing/2014/main" id="{AEAB77AF-3AA5-4048-8352-A5CA6A64574A}"/>
              </a:ext>
            </a:extLst>
          </p:cNvPr>
          <p:cNvSpPr>
            <a:spLocks/>
          </p:cNvSpPr>
          <p:nvPr/>
        </p:nvSpPr>
        <p:spPr>
          <a:xfrm>
            <a:off x="43997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7" name="data_5406">
            <a:extLst>
              <a:ext uri="{FF2B5EF4-FFF2-40B4-BE49-F238E27FC236}">
                <a16:creationId xmlns:a16="http://schemas.microsoft.com/office/drawing/2014/main" id="{DF9F1508-B070-46AE-BC51-DB4F76F6FC37}"/>
              </a:ext>
            </a:extLst>
          </p:cNvPr>
          <p:cNvSpPr>
            <a:spLocks/>
          </p:cNvSpPr>
          <p:nvPr/>
        </p:nvSpPr>
        <p:spPr>
          <a:xfrm>
            <a:off x="435045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8" name="data_5407">
            <a:extLst>
              <a:ext uri="{FF2B5EF4-FFF2-40B4-BE49-F238E27FC236}">
                <a16:creationId xmlns:a16="http://schemas.microsoft.com/office/drawing/2014/main" id="{405E3F26-39B1-40AE-B334-31EC47067356}"/>
              </a:ext>
            </a:extLst>
          </p:cNvPr>
          <p:cNvSpPr>
            <a:spLocks/>
          </p:cNvSpPr>
          <p:nvPr/>
        </p:nvSpPr>
        <p:spPr>
          <a:xfrm>
            <a:off x="422048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79" name="data_5408">
            <a:extLst>
              <a:ext uri="{FF2B5EF4-FFF2-40B4-BE49-F238E27FC236}">
                <a16:creationId xmlns:a16="http://schemas.microsoft.com/office/drawing/2014/main" id="{242E759F-5E2E-42D6-AEB0-8B37E9322988}"/>
              </a:ext>
            </a:extLst>
          </p:cNvPr>
          <p:cNvSpPr>
            <a:spLocks/>
          </p:cNvSpPr>
          <p:nvPr/>
        </p:nvSpPr>
        <p:spPr>
          <a:xfrm>
            <a:off x="4307577" y="33053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0" name="data_5409">
            <a:extLst>
              <a:ext uri="{FF2B5EF4-FFF2-40B4-BE49-F238E27FC236}">
                <a16:creationId xmlns:a16="http://schemas.microsoft.com/office/drawing/2014/main" id="{906EF07C-4EF8-4ED1-B414-221F5FD6F439}"/>
              </a:ext>
            </a:extLst>
          </p:cNvPr>
          <p:cNvSpPr>
            <a:spLocks/>
          </p:cNvSpPr>
          <p:nvPr/>
        </p:nvSpPr>
        <p:spPr>
          <a:xfrm>
            <a:off x="435396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1" name="data_5410">
            <a:extLst>
              <a:ext uri="{FF2B5EF4-FFF2-40B4-BE49-F238E27FC236}">
                <a16:creationId xmlns:a16="http://schemas.microsoft.com/office/drawing/2014/main" id="{13C23089-99FD-4660-8AA4-B0EFFED8115F}"/>
              </a:ext>
            </a:extLst>
          </p:cNvPr>
          <p:cNvSpPr>
            <a:spLocks/>
          </p:cNvSpPr>
          <p:nvPr/>
        </p:nvSpPr>
        <p:spPr>
          <a:xfrm>
            <a:off x="442038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2" name="data_5411">
            <a:extLst>
              <a:ext uri="{FF2B5EF4-FFF2-40B4-BE49-F238E27FC236}">
                <a16:creationId xmlns:a16="http://schemas.microsoft.com/office/drawing/2014/main" id="{060EEF8E-A170-4AD5-A3BA-1690A67936D7}"/>
              </a:ext>
            </a:extLst>
          </p:cNvPr>
          <p:cNvSpPr>
            <a:spLocks/>
          </p:cNvSpPr>
          <p:nvPr/>
        </p:nvSpPr>
        <p:spPr>
          <a:xfrm>
            <a:off x="439615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3" name="data_5412">
            <a:extLst>
              <a:ext uri="{FF2B5EF4-FFF2-40B4-BE49-F238E27FC236}">
                <a16:creationId xmlns:a16="http://schemas.microsoft.com/office/drawing/2014/main" id="{2E9BDB2D-E7F6-49E0-B3A0-95284A818754}"/>
              </a:ext>
            </a:extLst>
          </p:cNvPr>
          <p:cNvSpPr>
            <a:spLocks/>
          </p:cNvSpPr>
          <p:nvPr/>
        </p:nvSpPr>
        <p:spPr>
          <a:xfrm>
            <a:off x="427693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4" name="data_5413">
            <a:extLst>
              <a:ext uri="{FF2B5EF4-FFF2-40B4-BE49-F238E27FC236}">
                <a16:creationId xmlns:a16="http://schemas.microsoft.com/office/drawing/2014/main" id="{9A1193C0-55D3-43BD-B4C7-D3706B2FAFDA}"/>
              </a:ext>
            </a:extLst>
          </p:cNvPr>
          <p:cNvSpPr>
            <a:spLocks/>
          </p:cNvSpPr>
          <p:nvPr/>
        </p:nvSpPr>
        <p:spPr>
          <a:xfrm>
            <a:off x="423993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5" name="data_5414">
            <a:extLst>
              <a:ext uri="{FF2B5EF4-FFF2-40B4-BE49-F238E27FC236}">
                <a16:creationId xmlns:a16="http://schemas.microsoft.com/office/drawing/2014/main" id="{CA7E5C88-7D55-45C0-86DC-D1D473D9115E}"/>
              </a:ext>
            </a:extLst>
          </p:cNvPr>
          <p:cNvSpPr>
            <a:spLocks/>
          </p:cNvSpPr>
          <p:nvPr/>
        </p:nvSpPr>
        <p:spPr>
          <a:xfrm>
            <a:off x="4417021" y="325724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6" name="data_5415">
            <a:extLst>
              <a:ext uri="{FF2B5EF4-FFF2-40B4-BE49-F238E27FC236}">
                <a16:creationId xmlns:a16="http://schemas.microsoft.com/office/drawing/2014/main" id="{4426A96F-8B13-4A0C-962B-3F3FFF2D8661}"/>
              </a:ext>
            </a:extLst>
          </p:cNvPr>
          <p:cNvSpPr>
            <a:spLocks/>
          </p:cNvSpPr>
          <p:nvPr/>
        </p:nvSpPr>
        <p:spPr>
          <a:xfrm>
            <a:off x="44020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7" name="data_5416">
            <a:extLst>
              <a:ext uri="{FF2B5EF4-FFF2-40B4-BE49-F238E27FC236}">
                <a16:creationId xmlns:a16="http://schemas.microsoft.com/office/drawing/2014/main" id="{5A4FB1E8-E45A-4B10-B1D3-AB57E6151204}"/>
              </a:ext>
            </a:extLst>
          </p:cNvPr>
          <p:cNvSpPr>
            <a:spLocks/>
          </p:cNvSpPr>
          <p:nvPr/>
        </p:nvSpPr>
        <p:spPr>
          <a:xfrm>
            <a:off x="425916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8" name="data_5417">
            <a:extLst>
              <a:ext uri="{FF2B5EF4-FFF2-40B4-BE49-F238E27FC236}">
                <a16:creationId xmlns:a16="http://schemas.microsoft.com/office/drawing/2014/main" id="{0B567668-6FD8-4354-8329-C29862C18A7B}"/>
              </a:ext>
            </a:extLst>
          </p:cNvPr>
          <p:cNvSpPr>
            <a:spLocks/>
          </p:cNvSpPr>
          <p:nvPr/>
        </p:nvSpPr>
        <p:spPr>
          <a:xfrm>
            <a:off x="4350609" y="281720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89" name="data_5418">
            <a:extLst>
              <a:ext uri="{FF2B5EF4-FFF2-40B4-BE49-F238E27FC236}">
                <a16:creationId xmlns:a16="http://schemas.microsoft.com/office/drawing/2014/main" id="{9FF620C9-E671-48AF-9B88-B79547CEC8E9}"/>
              </a:ext>
            </a:extLst>
          </p:cNvPr>
          <p:cNvSpPr>
            <a:spLocks/>
          </p:cNvSpPr>
          <p:nvPr/>
        </p:nvSpPr>
        <p:spPr>
          <a:xfrm>
            <a:off x="4426158" y="296831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0" name="data_5419">
            <a:extLst>
              <a:ext uri="{FF2B5EF4-FFF2-40B4-BE49-F238E27FC236}">
                <a16:creationId xmlns:a16="http://schemas.microsoft.com/office/drawing/2014/main" id="{740F2FB1-9C42-44FD-8FC2-60DCA82908ED}"/>
              </a:ext>
            </a:extLst>
          </p:cNvPr>
          <p:cNvSpPr>
            <a:spLocks/>
          </p:cNvSpPr>
          <p:nvPr/>
        </p:nvSpPr>
        <p:spPr>
          <a:xfrm>
            <a:off x="428477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1" name="data_5420">
            <a:extLst>
              <a:ext uri="{FF2B5EF4-FFF2-40B4-BE49-F238E27FC236}">
                <a16:creationId xmlns:a16="http://schemas.microsoft.com/office/drawing/2014/main" id="{3B150526-605A-4955-8CBC-99C45A58F956}"/>
              </a:ext>
            </a:extLst>
          </p:cNvPr>
          <p:cNvSpPr>
            <a:spLocks/>
          </p:cNvSpPr>
          <p:nvPr/>
        </p:nvSpPr>
        <p:spPr>
          <a:xfrm>
            <a:off x="4305150" y="392430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2" name="data_5421">
            <a:extLst>
              <a:ext uri="{FF2B5EF4-FFF2-40B4-BE49-F238E27FC236}">
                <a16:creationId xmlns:a16="http://schemas.microsoft.com/office/drawing/2014/main" id="{020E8E34-2559-444B-82D4-A64130FDE367}"/>
              </a:ext>
            </a:extLst>
          </p:cNvPr>
          <p:cNvSpPr>
            <a:spLocks/>
          </p:cNvSpPr>
          <p:nvPr/>
        </p:nvSpPr>
        <p:spPr>
          <a:xfrm>
            <a:off x="4231255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3" name="data_5422">
            <a:extLst>
              <a:ext uri="{FF2B5EF4-FFF2-40B4-BE49-F238E27FC236}">
                <a16:creationId xmlns:a16="http://schemas.microsoft.com/office/drawing/2014/main" id="{BEA216AE-E1B0-4B67-A0CA-5DC2D246F261}"/>
              </a:ext>
            </a:extLst>
          </p:cNvPr>
          <p:cNvSpPr>
            <a:spLocks/>
          </p:cNvSpPr>
          <p:nvPr/>
        </p:nvSpPr>
        <p:spPr>
          <a:xfrm>
            <a:off x="429270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4" name="data_5423">
            <a:extLst>
              <a:ext uri="{FF2B5EF4-FFF2-40B4-BE49-F238E27FC236}">
                <a16:creationId xmlns:a16="http://schemas.microsoft.com/office/drawing/2014/main" id="{923AB4EF-4BB2-4631-809F-A5461B33E662}"/>
              </a:ext>
            </a:extLst>
          </p:cNvPr>
          <p:cNvSpPr>
            <a:spLocks/>
          </p:cNvSpPr>
          <p:nvPr/>
        </p:nvSpPr>
        <p:spPr>
          <a:xfrm>
            <a:off x="424155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5" name="data_5424">
            <a:extLst>
              <a:ext uri="{FF2B5EF4-FFF2-40B4-BE49-F238E27FC236}">
                <a16:creationId xmlns:a16="http://schemas.microsoft.com/office/drawing/2014/main" id="{6C4F05A0-1481-4FF1-B9A1-8AF0F0AEF424}"/>
              </a:ext>
            </a:extLst>
          </p:cNvPr>
          <p:cNvSpPr>
            <a:spLocks/>
          </p:cNvSpPr>
          <p:nvPr/>
        </p:nvSpPr>
        <p:spPr>
          <a:xfrm>
            <a:off x="42460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6" name="data_5425">
            <a:extLst>
              <a:ext uri="{FF2B5EF4-FFF2-40B4-BE49-F238E27FC236}">
                <a16:creationId xmlns:a16="http://schemas.microsoft.com/office/drawing/2014/main" id="{42E1CBD1-D5B3-4C2A-BAC2-02B49842CAD5}"/>
              </a:ext>
            </a:extLst>
          </p:cNvPr>
          <p:cNvSpPr>
            <a:spLocks/>
          </p:cNvSpPr>
          <p:nvPr/>
        </p:nvSpPr>
        <p:spPr>
          <a:xfrm>
            <a:off x="4230129" y="397227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7" name="data_5426">
            <a:extLst>
              <a:ext uri="{FF2B5EF4-FFF2-40B4-BE49-F238E27FC236}">
                <a16:creationId xmlns:a16="http://schemas.microsoft.com/office/drawing/2014/main" id="{364EDDF4-D2DF-4973-AE7D-62EA537963B0}"/>
              </a:ext>
            </a:extLst>
          </p:cNvPr>
          <p:cNvSpPr>
            <a:spLocks/>
          </p:cNvSpPr>
          <p:nvPr/>
        </p:nvSpPr>
        <p:spPr>
          <a:xfrm>
            <a:off x="421939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8" name="data_5427">
            <a:extLst>
              <a:ext uri="{FF2B5EF4-FFF2-40B4-BE49-F238E27FC236}">
                <a16:creationId xmlns:a16="http://schemas.microsoft.com/office/drawing/2014/main" id="{4DDE7914-B362-4B67-870E-F473B9C6DA6C}"/>
              </a:ext>
            </a:extLst>
          </p:cNvPr>
          <p:cNvSpPr>
            <a:spLocks/>
          </p:cNvSpPr>
          <p:nvPr/>
        </p:nvSpPr>
        <p:spPr>
          <a:xfrm>
            <a:off x="432189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099" name="data_5428">
            <a:extLst>
              <a:ext uri="{FF2B5EF4-FFF2-40B4-BE49-F238E27FC236}">
                <a16:creationId xmlns:a16="http://schemas.microsoft.com/office/drawing/2014/main" id="{D98710C8-781C-4365-8152-3AE0D4530111}"/>
              </a:ext>
            </a:extLst>
          </p:cNvPr>
          <p:cNvSpPr>
            <a:spLocks/>
          </p:cNvSpPr>
          <p:nvPr/>
        </p:nvSpPr>
        <p:spPr>
          <a:xfrm>
            <a:off x="1188244" y="2210753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0" name="data_5429">
            <a:extLst>
              <a:ext uri="{FF2B5EF4-FFF2-40B4-BE49-F238E27FC236}">
                <a16:creationId xmlns:a16="http://schemas.microsoft.com/office/drawing/2014/main" id="{D8718F01-3DC9-4A54-9C32-C88D5D67D727}"/>
              </a:ext>
            </a:extLst>
          </p:cNvPr>
          <p:cNvSpPr>
            <a:spLocks/>
          </p:cNvSpPr>
          <p:nvPr/>
        </p:nvSpPr>
        <p:spPr>
          <a:xfrm>
            <a:off x="1188244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101" name="text_5430">
            <a:extLst>
              <a:ext uri="{FF2B5EF4-FFF2-40B4-BE49-F238E27FC236}">
                <a16:creationId xmlns:a16="http://schemas.microsoft.com/office/drawing/2014/main" id="{3854386C-1C42-49DB-8BAD-0168D36340D4}"/>
              </a:ext>
            </a:extLst>
          </p:cNvPr>
          <p:cNvSpPr>
            <a:spLocks/>
          </p:cNvSpPr>
          <p:nvPr/>
        </p:nvSpPr>
        <p:spPr>
          <a:xfrm>
            <a:off x="709414" y="1897352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102" name="text_5431">
            <a:extLst>
              <a:ext uri="{FF2B5EF4-FFF2-40B4-BE49-F238E27FC236}">
                <a16:creationId xmlns:a16="http://schemas.microsoft.com/office/drawing/2014/main" id="{F4B5D361-9F5B-459A-8656-C71C4890F035}"/>
              </a:ext>
            </a:extLst>
          </p:cNvPr>
          <p:cNvSpPr>
            <a:spLocks/>
          </p:cNvSpPr>
          <p:nvPr/>
        </p:nvSpPr>
        <p:spPr>
          <a:xfrm>
            <a:off x="1188244" y="1919926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103" name="data_5432">
            <a:extLst>
              <a:ext uri="{FF2B5EF4-FFF2-40B4-BE49-F238E27FC236}">
                <a16:creationId xmlns:a16="http://schemas.microsoft.com/office/drawing/2014/main" id="{61DD602C-BEC2-4C80-AB79-925BC28F7CD8}"/>
              </a:ext>
            </a:extLst>
          </p:cNvPr>
          <p:cNvSpPr>
            <a:spLocks/>
          </p:cNvSpPr>
          <p:nvPr/>
        </p:nvSpPr>
        <p:spPr>
          <a:xfrm>
            <a:off x="1491033" y="3323131"/>
            <a:ext cx="191" cy="674169"/>
          </a:xfrm>
          <a:custGeom>
            <a:avLst/>
            <a:gdLst/>
            <a:ahLst/>
            <a:cxnLst/>
            <a:rect l="0" t="0" r="0" b="0"/>
            <a:pathLst>
              <a:path w="191" h="674169">
                <a:moveTo>
                  <a:pt x="0" y="674169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104" name="data_5433">
            <a:extLst>
              <a:ext uri="{FF2B5EF4-FFF2-40B4-BE49-F238E27FC236}">
                <a16:creationId xmlns:a16="http://schemas.microsoft.com/office/drawing/2014/main" id="{3E467EE4-0C12-4978-A6C6-E49D0D645F5C}"/>
              </a:ext>
            </a:extLst>
          </p:cNvPr>
          <p:cNvSpPr>
            <a:spLocks/>
          </p:cNvSpPr>
          <p:nvPr/>
        </p:nvSpPr>
        <p:spPr>
          <a:xfrm>
            <a:off x="1956863" y="2311878"/>
            <a:ext cx="191" cy="1123615"/>
          </a:xfrm>
          <a:custGeom>
            <a:avLst/>
            <a:gdLst/>
            <a:ahLst/>
            <a:cxnLst/>
            <a:rect l="0" t="0" r="0" b="0"/>
            <a:pathLst>
              <a:path w="191" h="1123615">
                <a:moveTo>
                  <a:pt x="0" y="112361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105" name="data_5434">
            <a:extLst>
              <a:ext uri="{FF2B5EF4-FFF2-40B4-BE49-F238E27FC236}">
                <a16:creationId xmlns:a16="http://schemas.microsoft.com/office/drawing/2014/main" id="{06FEF4F5-DE6F-4E71-A775-71252903CD41}"/>
              </a:ext>
            </a:extLst>
          </p:cNvPr>
          <p:cNvSpPr>
            <a:spLocks/>
          </p:cNvSpPr>
          <p:nvPr/>
        </p:nvSpPr>
        <p:spPr>
          <a:xfrm>
            <a:off x="2422694" y="2311878"/>
            <a:ext cx="191" cy="653101"/>
          </a:xfrm>
          <a:custGeom>
            <a:avLst/>
            <a:gdLst/>
            <a:ahLst/>
            <a:cxnLst/>
            <a:rect l="0" t="0" r="0" b="0"/>
            <a:pathLst>
              <a:path w="191" h="653101">
                <a:moveTo>
                  <a:pt x="0" y="65310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106" name="data_5435">
            <a:extLst>
              <a:ext uri="{FF2B5EF4-FFF2-40B4-BE49-F238E27FC236}">
                <a16:creationId xmlns:a16="http://schemas.microsoft.com/office/drawing/2014/main" id="{27E48006-3038-4EB9-8402-EFE27417221B}"/>
              </a:ext>
            </a:extLst>
          </p:cNvPr>
          <p:cNvSpPr>
            <a:spLocks/>
          </p:cNvSpPr>
          <p:nvPr/>
        </p:nvSpPr>
        <p:spPr>
          <a:xfrm>
            <a:off x="3400937" y="3132413"/>
            <a:ext cx="191" cy="864888"/>
          </a:xfrm>
          <a:custGeom>
            <a:avLst/>
            <a:gdLst/>
            <a:ahLst/>
            <a:cxnLst/>
            <a:rect l="0" t="0" r="0" b="0"/>
            <a:pathLst>
              <a:path w="191" h="864888">
                <a:moveTo>
                  <a:pt x="0" y="864888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107" name="data_5436">
            <a:extLst>
              <a:ext uri="{FF2B5EF4-FFF2-40B4-BE49-F238E27FC236}">
                <a16:creationId xmlns:a16="http://schemas.microsoft.com/office/drawing/2014/main" id="{14310D3C-33C2-4EEC-B9A0-895285B396C0}"/>
              </a:ext>
            </a:extLst>
          </p:cNvPr>
          <p:cNvSpPr>
            <a:spLocks/>
          </p:cNvSpPr>
          <p:nvPr/>
        </p:nvSpPr>
        <p:spPr>
          <a:xfrm>
            <a:off x="3866767" y="2311878"/>
            <a:ext cx="191" cy="1191835"/>
          </a:xfrm>
          <a:custGeom>
            <a:avLst/>
            <a:gdLst/>
            <a:ahLst/>
            <a:cxnLst/>
            <a:rect l="0" t="0" r="0" b="0"/>
            <a:pathLst>
              <a:path w="191" h="1191835">
                <a:moveTo>
                  <a:pt x="0" y="119183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108" name="data_5437">
            <a:extLst>
              <a:ext uri="{FF2B5EF4-FFF2-40B4-BE49-F238E27FC236}">
                <a16:creationId xmlns:a16="http://schemas.microsoft.com/office/drawing/2014/main" id="{47CC541C-5DCE-4E5E-9A01-7C7BE16CADE2}"/>
              </a:ext>
            </a:extLst>
          </p:cNvPr>
          <p:cNvSpPr>
            <a:spLocks/>
          </p:cNvSpPr>
          <p:nvPr/>
        </p:nvSpPr>
        <p:spPr>
          <a:xfrm>
            <a:off x="4332597" y="2311878"/>
            <a:ext cx="191" cy="842711"/>
          </a:xfrm>
          <a:custGeom>
            <a:avLst/>
            <a:gdLst/>
            <a:ahLst/>
            <a:cxnLst/>
            <a:rect l="0" t="0" r="0" b="0"/>
            <a:pathLst>
              <a:path w="191" h="842711">
                <a:moveTo>
                  <a:pt x="0" y="842711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109" name="data_5438">
            <a:extLst>
              <a:ext uri="{FF2B5EF4-FFF2-40B4-BE49-F238E27FC236}">
                <a16:creationId xmlns:a16="http://schemas.microsoft.com/office/drawing/2014/main" id="{A751286F-B49D-4CFA-BF31-67FDC55898BC}"/>
              </a:ext>
            </a:extLst>
          </p:cNvPr>
          <p:cNvSpPr>
            <a:spLocks/>
          </p:cNvSpPr>
          <p:nvPr/>
        </p:nvSpPr>
        <p:spPr>
          <a:xfrm>
            <a:off x="1455564" y="3747323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110" name="data_5439">
            <a:extLst>
              <a:ext uri="{FF2B5EF4-FFF2-40B4-BE49-F238E27FC236}">
                <a16:creationId xmlns:a16="http://schemas.microsoft.com/office/drawing/2014/main" id="{D25474CD-DFDA-4807-8E51-712DB775E9D2}"/>
              </a:ext>
            </a:extLst>
          </p:cNvPr>
          <p:cNvSpPr>
            <a:spLocks/>
          </p:cNvSpPr>
          <p:nvPr/>
        </p:nvSpPr>
        <p:spPr>
          <a:xfrm>
            <a:off x="1921395" y="283821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111" name="data_5440">
            <a:extLst>
              <a:ext uri="{FF2B5EF4-FFF2-40B4-BE49-F238E27FC236}">
                <a16:creationId xmlns:a16="http://schemas.microsoft.com/office/drawing/2014/main" id="{68A7ED02-0E4F-4775-B401-7F1486679A1A}"/>
              </a:ext>
            </a:extLst>
          </p:cNvPr>
          <p:cNvSpPr>
            <a:spLocks/>
          </p:cNvSpPr>
          <p:nvPr/>
        </p:nvSpPr>
        <p:spPr>
          <a:xfrm>
            <a:off x="2387225" y="227640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112" name="data_5441">
            <a:extLst>
              <a:ext uri="{FF2B5EF4-FFF2-40B4-BE49-F238E27FC236}">
                <a16:creationId xmlns:a16="http://schemas.microsoft.com/office/drawing/2014/main" id="{218FECCC-673F-4D3A-A5BC-084EA57BB726}"/>
              </a:ext>
            </a:extLst>
          </p:cNvPr>
          <p:cNvSpPr>
            <a:spLocks/>
          </p:cNvSpPr>
          <p:nvPr/>
        </p:nvSpPr>
        <p:spPr>
          <a:xfrm>
            <a:off x="3365468" y="3709018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113" name="data_5442">
            <a:extLst>
              <a:ext uri="{FF2B5EF4-FFF2-40B4-BE49-F238E27FC236}">
                <a16:creationId xmlns:a16="http://schemas.microsoft.com/office/drawing/2014/main" id="{9758619B-5618-4FEC-A857-252E798E2CEC}"/>
              </a:ext>
            </a:extLst>
          </p:cNvPr>
          <p:cNvSpPr>
            <a:spLocks/>
          </p:cNvSpPr>
          <p:nvPr/>
        </p:nvSpPr>
        <p:spPr>
          <a:xfrm>
            <a:off x="3831298" y="283821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114" name="data_5443">
            <a:extLst>
              <a:ext uri="{FF2B5EF4-FFF2-40B4-BE49-F238E27FC236}">
                <a16:creationId xmlns:a16="http://schemas.microsoft.com/office/drawing/2014/main" id="{F6584955-A9EF-484A-A783-8A2EACF0A3C7}"/>
              </a:ext>
            </a:extLst>
          </p:cNvPr>
          <p:cNvSpPr>
            <a:spLocks/>
          </p:cNvSpPr>
          <p:nvPr/>
        </p:nvSpPr>
        <p:spPr>
          <a:xfrm>
            <a:off x="4297128" y="2642805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115" name="data_5444">
            <a:extLst>
              <a:ext uri="{FF2B5EF4-FFF2-40B4-BE49-F238E27FC236}">
                <a16:creationId xmlns:a16="http://schemas.microsoft.com/office/drawing/2014/main" id="{64314431-D1AF-4552-803E-A8EB57FBE4A6}"/>
              </a:ext>
            </a:extLst>
          </p:cNvPr>
          <p:cNvSpPr>
            <a:spLocks/>
          </p:cNvSpPr>
          <p:nvPr/>
        </p:nvSpPr>
        <p:spPr>
          <a:xfrm>
            <a:off x="5704001" y="2210753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6" name="data_5445">
            <a:extLst>
              <a:ext uri="{FF2B5EF4-FFF2-40B4-BE49-F238E27FC236}">
                <a16:creationId xmlns:a16="http://schemas.microsoft.com/office/drawing/2014/main" id="{2536FB01-5FC8-4A26-B9BB-2AB13499E984}"/>
              </a:ext>
            </a:extLst>
          </p:cNvPr>
          <p:cNvSpPr>
            <a:spLocks/>
          </p:cNvSpPr>
          <p:nvPr/>
        </p:nvSpPr>
        <p:spPr>
          <a:xfrm>
            <a:off x="6472621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17" name="text_5446">
            <a:extLst>
              <a:ext uri="{FF2B5EF4-FFF2-40B4-BE49-F238E27FC236}">
                <a16:creationId xmlns:a16="http://schemas.microsoft.com/office/drawing/2014/main" id="{B622E2C1-7662-4033-9FF2-6ED586ECC490}"/>
              </a:ext>
            </a:extLst>
          </p:cNvPr>
          <p:cNvSpPr>
            <a:spLocks/>
          </p:cNvSpPr>
          <p:nvPr/>
        </p:nvSpPr>
        <p:spPr>
          <a:xfrm>
            <a:off x="6112521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18" name="text_5447">
            <a:extLst>
              <a:ext uri="{FF2B5EF4-FFF2-40B4-BE49-F238E27FC236}">
                <a16:creationId xmlns:a16="http://schemas.microsoft.com/office/drawing/2014/main" id="{20AA6498-E4B9-4AE7-BD22-A68E4814A321}"/>
              </a:ext>
            </a:extLst>
          </p:cNvPr>
          <p:cNvSpPr>
            <a:spLocks/>
          </p:cNvSpPr>
          <p:nvPr/>
        </p:nvSpPr>
        <p:spPr>
          <a:xfrm>
            <a:off x="6236568" y="4260939"/>
            <a:ext cx="481057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precision</a:t>
            </a:r>
          </a:p>
        </p:txBody>
      </p:sp>
      <p:sp>
        <p:nvSpPr>
          <p:cNvPr id="1119" name="data_5448">
            <a:extLst>
              <a:ext uri="{FF2B5EF4-FFF2-40B4-BE49-F238E27FC236}">
                <a16:creationId xmlns:a16="http://schemas.microsoft.com/office/drawing/2014/main" id="{653730C2-143D-4702-8556-54926633AB7D}"/>
              </a:ext>
            </a:extLst>
          </p:cNvPr>
          <p:cNvSpPr>
            <a:spLocks/>
          </p:cNvSpPr>
          <p:nvPr/>
        </p:nvSpPr>
        <p:spPr>
          <a:xfrm>
            <a:off x="8382524" y="3997301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20" name="text_5449">
            <a:extLst>
              <a:ext uri="{FF2B5EF4-FFF2-40B4-BE49-F238E27FC236}">
                <a16:creationId xmlns:a16="http://schemas.microsoft.com/office/drawing/2014/main" id="{563E5E50-38D2-4AA1-8604-9DE3B11BFF6F}"/>
              </a:ext>
            </a:extLst>
          </p:cNvPr>
          <p:cNvSpPr>
            <a:spLocks/>
          </p:cNvSpPr>
          <p:nvPr/>
        </p:nvSpPr>
        <p:spPr>
          <a:xfrm>
            <a:off x="8022424" y="4134018"/>
            <a:ext cx="7292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Instance-level</a:t>
            </a:r>
          </a:p>
        </p:txBody>
      </p:sp>
      <p:sp>
        <p:nvSpPr>
          <p:cNvPr id="1121" name="text_5450">
            <a:extLst>
              <a:ext uri="{FF2B5EF4-FFF2-40B4-BE49-F238E27FC236}">
                <a16:creationId xmlns:a16="http://schemas.microsoft.com/office/drawing/2014/main" id="{D65F8A91-12EB-426B-AC46-3E00E136A27D}"/>
              </a:ext>
            </a:extLst>
          </p:cNvPr>
          <p:cNvSpPr>
            <a:spLocks/>
          </p:cNvSpPr>
          <p:nvPr/>
        </p:nvSpPr>
        <p:spPr>
          <a:xfrm>
            <a:off x="8241618" y="4260939"/>
            <a:ext cx="2909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recall</a:t>
            </a:r>
          </a:p>
        </p:txBody>
      </p:sp>
      <p:sp>
        <p:nvSpPr>
          <p:cNvPr id="1122" name="data_5451">
            <a:extLst>
              <a:ext uri="{FF2B5EF4-FFF2-40B4-BE49-F238E27FC236}">
                <a16:creationId xmlns:a16="http://schemas.microsoft.com/office/drawing/2014/main" id="{DA6F94B1-39CC-43D6-B668-E8952583AF24}"/>
              </a:ext>
            </a:extLst>
          </p:cNvPr>
          <p:cNvSpPr>
            <a:spLocks/>
          </p:cNvSpPr>
          <p:nvPr/>
        </p:nvSpPr>
        <p:spPr>
          <a:xfrm>
            <a:off x="5704001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23" name="data_5452">
            <a:extLst>
              <a:ext uri="{FF2B5EF4-FFF2-40B4-BE49-F238E27FC236}">
                <a16:creationId xmlns:a16="http://schemas.microsoft.com/office/drawing/2014/main" id="{C667A363-70B6-41F7-8C7E-15307577530C}"/>
              </a:ext>
            </a:extLst>
          </p:cNvPr>
          <p:cNvSpPr>
            <a:spLocks/>
          </p:cNvSpPr>
          <p:nvPr/>
        </p:nvSpPr>
        <p:spPr>
          <a:xfrm>
            <a:off x="5659665" y="3997301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24" name="text_5453">
            <a:extLst>
              <a:ext uri="{FF2B5EF4-FFF2-40B4-BE49-F238E27FC236}">
                <a16:creationId xmlns:a16="http://schemas.microsoft.com/office/drawing/2014/main" id="{76586C8D-88D9-4D5A-8E07-19D6013624DE}"/>
              </a:ext>
            </a:extLst>
          </p:cNvPr>
          <p:cNvSpPr>
            <a:spLocks/>
          </p:cNvSpPr>
          <p:nvPr/>
        </p:nvSpPr>
        <p:spPr>
          <a:xfrm>
            <a:off x="5435941" y="3939851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1125" name="data_5454">
            <a:extLst>
              <a:ext uri="{FF2B5EF4-FFF2-40B4-BE49-F238E27FC236}">
                <a16:creationId xmlns:a16="http://schemas.microsoft.com/office/drawing/2014/main" id="{47942D39-E0B1-432E-97F4-DEAC8AA85C5C}"/>
              </a:ext>
            </a:extLst>
          </p:cNvPr>
          <p:cNvSpPr>
            <a:spLocks/>
          </p:cNvSpPr>
          <p:nvPr/>
        </p:nvSpPr>
        <p:spPr>
          <a:xfrm>
            <a:off x="5704001" y="3154589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26" name="data_5455">
            <a:extLst>
              <a:ext uri="{FF2B5EF4-FFF2-40B4-BE49-F238E27FC236}">
                <a16:creationId xmlns:a16="http://schemas.microsoft.com/office/drawing/2014/main" id="{FF505E0E-69E6-4D52-B13A-ED07B5B9EA7D}"/>
              </a:ext>
            </a:extLst>
          </p:cNvPr>
          <p:cNvSpPr>
            <a:spLocks/>
          </p:cNvSpPr>
          <p:nvPr/>
        </p:nvSpPr>
        <p:spPr>
          <a:xfrm>
            <a:off x="5659665" y="315458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27" name="text_5456">
            <a:extLst>
              <a:ext uri="{FF2B5EF4-FFF2-40B4-BE49-F238E27FC236}">
                <a16:creationId xmlns:a16="http://schemas.microsoft.com/office/drawing/2014/main" id="{77B7E5CC-9C61-4E4A-8AC0-FC792202F139}"/>
              </a:ext>
            </a:extLst>
          </p:cNvPr>
          <p:cNvSpPr>
            <a:spLocks/>
          </p:cNvSpPr>
          <p:nvPr/>
        </p:nvSpPr>
        <p:spPr>
          <a:xfrm>
            <a:off x="5435941" y="3097140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1128" name="data_5457">
            <a:extLst>
              <a:ext uri="{FF2B5EF4-FFF2-40B4-BE49-F238E27FC236}">
                <a16:creationId xmlns:a16="http://schemas.microsoft.com/office/drawing/2014/main" id="{A85A7AD7-796D-40C0-9571-D23D0EE0A56E}"/>
              </a:ext>
            </a:extLst>
          </p:cNvPr>
          <p:cNvSpPr>
            <a:spLocks/>
          </p:cNvSpPr>
          <p:nvPr/>
        </p:nvSpPr>
        <p:spPr>
          <a:xfrm>
            <a:off x="5704001" y="23118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1129" name="data_5458">
            <a:extLst>
              <a:ext uri="{FF2B5EF4-FFF2-40B4-BE49-F238E27FC236}">
                <a16:creationId xmlns:a16="http://schemas.microsoft.com/office/drawing/2014/main" id="{179E25E1-6B65-41E2-BC75-CE735C481B2F}"/>
              </a:ext>
            </a:extLst>
          </p:cNvPr>
          <p:cNvSpPr>
            <a:spLocks/>
          </p:cNvSpPr>
          <p:nvPr/>
        </p:nvSpPr>
        <p:spPr>
          <a:xfrm>
            <a:off x="5659665" y="23118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130" name="text_5459">
            <a:extLst>
              <a:ext uri="{FF2B5EF4-FFF2-40B4-BE49-F238E27FC236}">
                <a16:creationId xmlns:a16="http://schemas.microsoft.com/office/drawing/2014/main" id="{9D9497AB-1C50-4622-871B-1F00F6364F0E}"/>
              </a:ext>
            </a:extLst>
          </p:cNvPr>
          <p:cNvSpPr>
            <a:spLocks/>
          </p:cNvSpPr>
          <p:nvPr/>
        </p:nvSpPr>
        <p:spPr>
          <a:xfrm>
            <a:off x="5435941" y="2254428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1131" name="text_5460">
            <a:extLst>
              <a:ext uri="{FF2B5EF4-FFF2-40B4-BE49-F238E27FC236}">
                <a16:creationId xmlns:a16="http://schemas.microsoft.com/office/drawing/2014/main" id="{9BE08480-A97B-4CBD-BDBC-117DA2E8214E}"/>
              </a:ext>
            </a:extLst>
          </p:cNvPr>
          <p:cNvSpPr>
            <a:spLocks/>
          </p:cNvSpPr>
          <p:nvPr/>
        </p:nvSpPr>
        <p:spPr>
          <a:xfrm rot="-5400000">
            <a:off x="5166733" y="3019788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1132" name="data_5461">
            <a:extLst>
              <a:ext uri="{FF2B5EF4-FFF2-40B4-BE49-F238E27FC236}">
                <a16:creationId xmlns:a16="http://schemas.microsoft.com/office/drawing/2014/main" id="{E60472DB-B7BA-4D3A-BF61-F9A977631922}"/>
              </a:ext>
            </a:extLst>
          </p:cNvPr>
          <p:cNvSpPr>
            <a:spLocks/>
          </p:cNvSpPr>
          <p:nvPr/>
        </p:nvSpPr>
        <p:spPr>
          <a:xfrm>
            <a:off x="5834433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344714" y="1685423"/>
                </a:moveTo>
                <a:lnTo>
                  <a:pt x="0" y="1685423"/>
                </a:lnTo>
                <a:lnTo>
                  <a:pt x="1622" y="1674889"/>
                </a:lnTo>
                <a:lnTo>
                  <a:pt x="6368" y="1664355"/>
                </a:lnTo>
                <a:lnTo>
                  <a:pt x="13888" y="1653821"/>
                </a:lnTo>
                <a:lnTo>
                  <a:pt x="23648" y="1643287"/>
                </a:lnTo>
                <a:lnTo>
                  <a:pt x="34992" y="1632753"/>
                </a:lnTo>
                <a:lnTo>
                  <a:pt x="47214" y="1622219"/>
                </a:lnTo>
                <a:lnTo>
                  <a:pt x="59632" y="1611685"/>
                </a:lnTo>
                <a:lnTo>
                  <a:pt x="71647" y="1601152"/>
                </a:lnTo>
                <a:lnTo>
                  <a:pt x="82783" y="1590618"/>
                </a:lnTo>
                <a:lnTo>
                  <a:pt x="92711" y="1580084"/>
                </a:lnTo>
                <a:lnTo>
                  <a:pt x="101248" y="1569550"/>
                </a:lnTo>
                <a:lnTo>
                  <a:pt x="108341" y="1559016"/>
                </a:lnTo>
                <a:lnTo>
                  <a:pt x="114037" y="1548482"/>
                </a:lnTo>
                <a:lnTo>
                  <a:pt x="118461" y="1537948"/>
                </a:lnTo>
                <a:lnTo>
                  <a:pt x="121775" y="1527414"/>
                </a:lnTo>
                <a:lnTo>
                  <a:pt x="124161" y="1516880"/>
                </a:lnTo>
                <a:lnTo>
                  <a:pt x="125798" y="1506347"/>
                </a:lnTo>
                <a:lnTo>
                  <a:pt x="126851" y="1495813"/>
                </a:lnTo>
                <a:lnTo>
                  <a:pt x="127463" y="1485279"/>
                </a:lnTo>
                <a:lnTo>
                  <a:pt x="127758" y="1474745"/>
                </a:lnTo>
                <a:lnTo>
                  <a:pt x="127835" y="1464211"/>
                </a:lnTo>
                <a:lnTo>
                  <a:pt x="127778" y="1453677"/>
                </a:lnTo>
                <a:lnTo>
                  <a:pt x="127656" y="1443143"/>
                </a:lnTo>
                <a:lnTo>
                  <a:pt x="127527" y="1432609"/>
                </a:lnTo>
                <a:lnTo>
                  <a:pt x="127442" y="1422075"/>
                </a:lnTo>
                <a:lnTo>
                  <a:pt x="127449" y="1411542"/>
                </a:lnTo>
                <a:lnTo>
                  <a:pt x="127590" y="1401008"/>
                </a:lnTo>
                <a:lnTo>
                  <a:pt x="127901" y="1390474"/>
                </a:lnTo>
                <a:lnTo>
                  <a:pt x="128414" y="1379940"/>
                </a:lnTo>
                <a:lnTo>
                  <a:pt x="129146" y="1369406"/>
                </a:lnTo>
                <a:lnTo>
                  <a:pt x="130101" y="1358872"/>
                </a:lnTo>
                <a:lnTo>
                  <a:pt x="131263" y="1348338"/>
                </a:lnTo>
                <a:lnTo>
                  <a:pt x="132594" y="1337804"/>
                </a:lnTo>
                <a:lnTo>
                  <a:pt x="134035" y="1327270"/>
                </a:lnTo>
                <a:lnTo>
                  <a:pt x="135507" y="1316736"/>
                </a:lnTo>
                <a:lnTo>
                  <a:pt x="136919" y="1306203"/>
                </a:lnTo>
                <a:lnTo>
                  <a:pt x="138172" y="1295669"/>
                </a:lnTo>
                <a:lnTo>
                  <a:pt x="139173" y="1285135"/>
                </a:lnTo>
                <a:lnTo>
                  <a:pt x="139840" y="1274601"/>
                </a:lnTo>
                <a:lnTo>
                  <a:pt x="140108" y="1264067"/>
                </a:lnTo>
                <a:lnTo>
                  <a:pt x="139940" y="1253533"/>
                </a:lnTo>
                <a:lnTo>
                  <a:pt x="139324" y="1242999"/>
                </a:lnTo>
                <a:lnTo>
                  <a:pt x="138279" y="1232465"/>
                </a:lnTo>
                <a:lnTo>
                  <a:pt x="136848" y="1221931"/>
                </a:lnTo>
                <a:lnTo>
                  <a:pt x="135102" y="1211398"/>
                </a:lnTo>
                <a:lnTo>
                  <a:pt x="133133" y="1200864"/>
                </a:lnTo>
                <a:lnTo>
                  <a:pt x="131050" y="1190330"/>
                </a:lnTo>
                <a:lnTo>
                  <a:pt x="128973" y="1179796"/>
                </a:lnTo>
                <a:lnTo>
                  <a:pt x="127028" y="1169262"/>
                </a:lnTo>
                <a:lnTo>
                  <a:pt x="125340" y="1158728"/>
                </a:lnTo>
                <a:lnTo>
                  <a:pt x="124020" y="1148194"/>
                </a:lnTo>
                <a:lnTo>
                  <a:pt x="123160" y="1137660"/>
                </a:lnTo>
                <a:lnTo>
                  <a:pt x="122823" y="1127126"/>
                </a:lnTo>
                <a:lnTo>
                  <a:pt x="123039" y="1116593"/>
                </a:lnTo>
                <a:lnTo>
                  <a:pt x="123800" y="1106059"/>
                </a:lnTo>
                <a:lnTo>
                  <a:pt x="125063" y="1095525"/>
                </a:lnTo>
                <a:lnTo>
                  <a:pt x="126755" y="1084991"/>
                </a:lnTo>
                <a:lnTo>
                  <a:pt x="128782" y="1074457"/>
                </a:lnTo>
                <a:lnTo>
                  <a:pt x="131040" y="1063923"/>
                </a:lnTo>
                <a:lnTo>
                  <a:pt x="133425" y="1053389"/>
                </a:lnTo>
                <a:lnTo>
                  <a:pt x="135840" y="1042855"/>
                </a:lnTo>
                <a:lnTo>
                  <a:pt x="138203" y="1032321"/>
                </a:lnTo>
                <a:lnTo>
                  <a:pt x="140447" y="1021788"/>
                </a:lnTo>
                <a:lnTo>
                  <a:pt x="142523" y="1011254"/>
                </a:lnTo>
                <a:lnTo>
                  <a:pt x="144394" y="1000720"/>
                </a:lnTo>
                <a:lnTo>
                  <a:pt x="146033" y="990186"/>
                </a:lnTo>
                <a:lnTo>
                  <a:pt x="147423" y="979652"/>
                </a:lnTo>
                <a:lnTo>
                  <a:pt x="148549" y="969118"/>
                </a:lnTo>
                <a:lnTo>
                  <a:pt x="149405" y="958584"/>
                </a:lnTo>
                <a:lnTo>
                  <a:pt x="149989" y="948050"/>
                </a:lnTo>
                <a:lnTo>
                  <a:pt x="150307" y="937516"/>
                </a:lnTo>
                <a:lnTo>
                  <a:pt x="150378" y="926982"/>
                </a:lnTo>
                <a:lnTo>
                  <a:pt x="150227" y="916449"/>
                </a:lnTo>
                <a:lnTo>
                  <a:pt x="149897" y="905915"/>
                </a:lnTo>
                <a:lnTo>
                  <a:pt x="149436" y="895381"/>
                </a:lnTo>
                <a:lnTo>
                  <a:pt x="148901" y="884847"/>
                </a:lnTo>
                <a:lnTo>
                  <a:pt x="148351" y="874313"/>
                </a:lnTo>
                <a:lnTo>
                  <a:pt x="147843" y="863779"/>
                </a:lnTo>
                <a:lnTo>
                  <a:pt x="147425" y="853245"/>
                </a:lnTo>
                <a:lnTo>
                  <a:pt x="147135" y="842711"/>
                </a:lnTo>
                <a:lnTo>
                  <a:pt x="146995" y="832177"/>
                </a:lnTo>
                <a:lnTo>
                  <a:pt x="147011" y="821644"/>
                </a:lnTo>
                <a:lnTo>
                  <a:pt x="147175" y="811110"/>
                </a:lnTo>
                <a:lnTo>
                  <a:pt x="147470" y="800576"/>
                </a:lnTo>
                <a:lnTo>
                  <a:pt x="147868" y="790042"/>
                </a:lnTo>
                <a:lnTo>
                  <a:pt x="148343" y="779508"/>
                </a:lnTo>
                <a:lnTo>
                  <a:pt x="148868" y="768974"/>
                </a:lnTo>
                <a:lnTo>
                  <a:pt x="149425" y="758440"/>
                </a:lnTo>
                <a:lnTo>
                  <a:pt x="150000" y="747906"/>
                </a:lnTo>
                <a:lnTo>
                  <a:pt x="150588" y="737372"/>
                </a:lnTo>
                <a:lnTo>
                  <a:pt x="151188" y="726839"/>
                </a:lnTo>
                <a:lnTo>
                  <a:pt x="151801" y="716305"/>
                </a:lnTo>
                <a:lnTo>
                  <a:pt x="152425" y="705771"/>
                </a:lnTo>
                <a:lnTo>
                  <a:pt x="153054" y="695237"/>
                </a:lnTo>
                <a:lnTo>
                  <a:pt x="153676" y="684703"/>
                </a:lnTo>
                <a:lnTo>
                  <a:pt x="154272" y="674169"/>
                </a:lnTo>
                <a:lnTo>
                  <a:pt x="154818" y="663635"/>
                </a:lnTo>
                <a:lnTo>
                  <a:pt x="155289" y="653101"/>
                </a:lnTo>
                <a:lnTo>
                  <a:pt x="155663" y="642567"/>
                </a:lnTo>
                <a:lnTo>
                  <a:pt x="155923" y="632034"/>
                </a:lnTo>
                <a:lnTo>
                  <a:pt x="156064" y="621500"/>
                </a:lnTo>
                <a:lnTo>
                  <a:pt x="156092" y="610966"/>
                </a:lnTo>
                <a:lnTo>
                  <a:pt x="156025" y="600432"/>
                </a:lnTo>
                <a:lnTo>
                  <a:pt x="155889" y="589898"/>
                </a:lnTo>
                <a:lnTo>
                  <a:pt x="155716" y="579364"/>
                </a:lnTo>
                <a:lnTo>
                  <a:pt x="155537" y="568830"/>
                </a:lnTo>
                <a:lnTo>
                  <a:pt x="155381" y="558296"/>
                </a:lnTo>
                <a:lnTo>
                  <a:pt x="155267" y="547762"/>
                </a:lnTo>
                <a:lnTo>
                  <a:pt x="155204" y="537228"/>
                </a:lnTo>
                <a:lnTo>
                  <a:pt x="155195" y="526695"/>
                </a:lnTo>
                <a:lnTo>
                  <a:pt x="155233" y="516161"/>
                </a:lnTo>
                <a:lnTo>
                  <a:pt x="155309" y="505627"/>
                </a:lnTo>
                <a:lnTo>
                  <a:pt x="155414" y="495093"/>
                </a:lnTo>
                <a:lnTo>
                  <a:pt x="155543" y="484559"/>
                </a:lnTo>
                <a:lnTo>
                  <a:pt x="155699" y="474025"/>
                </a:lnTo>
                <a:lnTo>
                  <a:pt x="155889" y="463491"/>
                </a:lnTo>
                <a:lnTo>
                  <a:pt x="156128" y="452957"/>
                </a:lnTo>
                <a:lnTo>
                  <a:pt x="156433" y="442423"/>
                </a:lnTo>
                <a:lnTo>
                  <a:pt x="156822" y="431890"/>
                </a:lnTo>
                <a:lnTo>
                  <a:pt x="157309" y="421356"/>
                </a:lnTo>
                <a:lnTo>
                  <a:pt x="157901" y="410822"/>
                </a:lnTo>
                <a:lnTo>
                  <a:pt x="158599" y="400288"/>
                </a:lnTo>
                <a:lnTo>
                  <a:pt x="159395" y="389754"/>
                </a:lnTo>
                <a:lnTo>
                  <a:pt x="160274" y="379220"/>
                </a:lnTo>
                <a:lnTo>
                  <a:pt x="161216" y="368686"/>
                </a:lnTo>
                <a:lnTo>
                  <a:pt x="162200" y="358152"/>
                </a:lnTo>
                <a:lnTo>
                  <a:pt x="163201" y="347618"/>
                </a:lnTo>
                <a:lnTo>
                  <a:pt x="164198" y="337085"/>
                </a:lnTo>
                <a:lnTo>
                  <a:pt x="165172" y="326551"/>
                </a:lnTo>
                <a:lnTo>
                  <a:pt x="166106" y="316017"/>
                </a:lnTo>
                <a:lnTo>
                  <a:pt x="166986" y="305483"/>
                </a:lnTo>
                <a:lnTo>
                  <a:pt x="167802" y="294949"/>
                </a:lnTo>
                <a:lnTo>
                  <a:pt x="168546" y="284415"/>
                </a:lnTo>
                <a:lnTo>
                  <a:pt x="169212" y="273881"/>
                </a:lnTo>
                <a:lnTo>
                  <a:pt x="169794" y="263347"/>
                </a:lnTo>
                <a:lnTo>
                  <a:pt x="170290" y="252813"/>
                </a:lnTo>
                <a:lnTo>
                  <a:pt x="170695" y="242280"/>
                </a:lnTo>
                <a:lnTo>
                  <a:pt x="171004" y="231746"/>
                </a:lnTo>
                <a:lnTo>
                  <a:pt x="171211" y="221212"/>
                </a:lnTo>
                <a:lnTo>
                  <a:pt x="171303" y="210678"/>
                </a:lnTo>
                <a:lnTo>
                  <a:pt x="171261" y="200144"/>
                </a:lnTo>
                <a:lnTo>
                  <a:pt x="171058" y="189610"/>
                </a:lnTo>
                <a:lnTo>
                  <a:pt x="170657" y="179076"/>
                </a:lnTo>
                <a:lnTo>
                  <a:pt x="170010" y="168542"/>
                </a:lnTo>
                <a:lnTo>
                  <a:pt x="169060" y="158008"/>
                </a:lnTo>
                <a:lnTo>
                  <a:pt x="167742" y="147474"/>
                </a:lnTo>
                <a:lnTo>
                  <a:pt x="165991" y="136941"/>
                </a:lnTo>
                <a:lnTo>
                  <a:pt x="163749" y="126407"/>
                </a:lnTo>
                <a:lnTo>
                  <a:pt x="160976" y="115873"/>
                </a:lnTo>
                <a:lnTo>
                  <a:pt x="157658" y="105339"/>
                </a:lnTo>
                <a:lnTo>
                  <a:pt x="153824" y="94805"/>
                </a:lnTo>
                <a:lnTo>
                  <a:pt x="149549" y="84271"/>
                </a:lnTo>
                <a:lnTo>
                  <a:pt x="144962" y="73737"/>
                </a:lnTo>
                <a:lnTo>
                  <a:pt x="140247" y="63203"/>
                </a:lnTo>
                <a:lnTo>
                  <a:pt x="135628" y="52669"/>
                </a:lnTo>
                <a:lnTo>
                  <a:pt x="131359" y="42136"/>
                </a:lnTo>
                <a:lnTo>
                  <a:pt x="127698" y="31602"/>
                </a:lnTo>
                <a:lnTo>
                  <a:pt x="124885" y="21068"/>
                </a:lnTo>
                <a:lnTo>
                  <a:pt x="123112" y="10534"/>
                </a:lnTo>
                <a:lnTo>
                  <a:pt x="122507" y="0"/>
                </a:lnTo>
                <a:lnTo>
                  <a:pt x="222207" y="0"/>
                </a:lnTo>
                <a:lnTo>
                  <a:pt x="222207" y="0"/>
                </a:lnTo>
                <a:lnTo>
                  <a:pt x="221602" y="10534"/>
                </a:lnTo>
                <a:lnTo>
                  <a:pt x="219830" y="21068"/>
                </a:lnTo>
                <a:lnTo>
                  <a:pt x="217016" y="31602"/>
                </a:lnTo>
                <a:lnTo>
                  <a:pt x="213355" y="42136"/>
                </a:lnTo>
                <a:lnTo>
                  <a:pt x="209086" y="52669"/>
                </a:lnTo>
                <a:lnTo>
                  <a:pt x="204467" y="63203"/>
                </a:lnTo>
                <a:lnTo>
                  <a:pt x="199752" y="73737"/>
                </a:lnTo>
                <a:lnTo>
                  <a:pt x="195166" y="84271"/>
                </a:lnTo>
                <a:lnTo>
                  <a:pt x="190891" y="94805"/>
                </a:lnTo>
                <a:lnTo>
                  <a:pt x="187056" y="105339"/>
                </a:lnTo>
                <a:lnTo>
                  <a:pt x="183738" y="115873"/>
                </a:lnTo>
                <a:lnTo>
                  <a:pt x="180965" y="126407"/>
                </a:lnTo>
                <a:lnTo>
                  <a:pt x="178723" y="136941"/>
                </a:lnTo>
                <a:lnTo>
                  <a:pt x="176972" y="147474"/>
                </a:lnTo>
                <a:lnTo>
                  <a:pt x="175654" y="158008"/>
                </a:lnTo>
                <a:lnTo>
                  <a:pt x="174704" y="168542"/>
                </a:lnTo>
                <a:lnTo>
                  <a:pt x="174057" y="179076"/>
                </a:lnTo>
                <a:lnTo>
                  <a:pt x="173656" y="189610"/>
                </a:lnTo>
                <a:lnTo>
                  <a:pt x="173453" y="200144"/>
                </a:lnTo>
                <a:lnTo>
                  <a:pt x="173411" y="210678"/>
                </a:lnTo>
                <a:lnTo>
                  <a:pt x="173503" y="221212"/>
                </a:lnTo>
                <a:lnTo>
                  <a:pt x="173710" y="231746"/>
                </a:lnTo>
                <a:lnTo>
                  <a:pt x="174019" y="242280"/>
                </a:lnTo>
                <a:lnTo>
                  <a:pt x="174425" y="252813"/>
                </a:lnTo>
                <a:lnTo>
                  <a:pt x="174920" y="263347"/>
                </a:lnTo>
                <a:lnTo>
                  <a:pt x="175503" y="273881"/>
                </a:lnTo>
                <a:lnTo>
                  <a:pt x="176168" y="284415"/>
                </a:lnTo>
                <a:lnTo>
                  <a:pt x="176912" y="294949"/>
                </a:lnTo>
                <a:lnTo>
                  <a:pt x="177728" y="305483"/>
                </a:lnTo>
                <a:lnTo>
                  <a:pt x="178608" y="316017"/>
                </a:lnTo>
                <a:lnTo>
                  <a:pt x="179542" y="326551"/>
                </a:lnTo>
                <a:lnTo>
                  <a:pt x="180516" y="337085"/>
                </a:lnTo>
                <a:lnTo>
                  <a:pt x="181513" y="347618"/>
                </a:lnTo>
                <a:lnTo>
                  <a:pt x="182515" y="358152"/>
                </a:lnTo>
                <a:lnTo>
                  <a:pt x="183498" y="368686"/>
                </a:lnTo>
                <a:lnTo>
                  <a:pt x="184440" y="379220"/>
                </a:lnTo>
                <a:lnTo>
                  <a:pt x="185319" y="389754"/>
                </a:lnTo>
                <a:lnTo>
                  <a:pt x="186115" y="400288"/>
                </a:lnTo>
                <a:lnTo>
                  <a:pt x="186813" y="410822"/>
                </a:lnTo>
                <a:lnTo>
                  <a:pt x="187405" y="421356"/>
                </a:lnTo>
                <a:lnTo>
                  <a:pt x="187892" y="431890"/>
                </a:lnTo>
                <a:lnTo>
                  <a:pt x="188281" y="442423"/>
                </a:lnTo>
                <a:lnTo>
                  <a:pt x="188586" y="452957"/>
                </a:lnTo>
                <a:lnTo>
                  <a:pt x="188825" y="463491"/>
                </a:lnTo>
                <a:lnTo>
                  <a:pt x="189016" y="474025"/>
                </a:lnTo>
                <a:lnTo>
                  <a:pt x="189171" y="484559"/>
                </a:lnTo>
                <a:lnTo>
                  <a:pt x="189301" y="495093"/>
                </a:lnTo>
                <a:lnTo>
                  <a:pt x="189406" y="505627"/>
                </a:lnTo>
                <a:lnTo>
                  <a:pt x="189482" y="516161"/>
                </a:lnTo>
                <a:lnTo>
                  <a:pt x="189520" y="526695"/>
                </a:lnTo>
                <a:lnTo>
                  <a:pt x="189510" y="537228"/>
                </a:lnTo>
                <a:lnTo>
                  <a:pt x="189448" y="547762"/>
                </a:lnTo>
                <a:lnTo>
                  <a:pt x="189333" y="558296"/>
                </a:lnTo>
                <a:lnTo>
                  <a:pt x="189177" y="568830"/>
                </a:lnTo>
                <a:lnTo>
                  <a:pt x="188998" y="579364"/>
                </a:lnTo>
                <a:lnTo>
                  <a:pt x="188825" y="589898"/>
                </a:lnTo>
                <a:lnTo>
                  <a:pt x="188689" y="600432"/>
                </a:lnTo>
                <a:lnTo>
                  <a:pt x="188622" y="610966"/>
                </a:lnTo>
                <a:lnTo>
                  <a:pt x="188651" y="621500"/>
                </a:lnTo>
                <a:lnTo>
                  <a:pt x="188792" y="632034"/>
                </a:lnTo>
                <a:lnTo>
                  <a:pt x="189051" y="642567"/>
                </a:lnTo>
                <a:lnTo>
                  <a:pt x="189425" y="653101"/>
                </a:lnTo>
                <a:lnTo>
                  <a:pt x="189896" y="663635"/>
                </a:lnTo>
                <a:lnTo>
                  <a:pt x="190442" y="674169"/>
                </a:lnTo>
                <a:lnTo>
                  <a:pt x="191038" y="684703"/>
                </a:lnTo>
                <a:lnTo>
                  <a:pt x="191660" y="695237"/>
                </a:lnTo>
                <a:lnTo>
                  <a:pt x="192290" y="705771"/>
                </a:lnTo>
                <a:lnTo>
                  <a:pt x="192913" y="716305"/>
                </a:lnTo>
                <a:lnTo>
                  <a:pt x="193526" y="726839"/>
                </a:lnTo>
                <a:lnTo>
                  <a:pt x="194126" y="737372"/>
                </a:lnTo>
                <a:lnTo>
                  <a:pt x="194714" y="747906"/>
                </a:lnTo>
                <a:lnTo>
                  <a:pt x="195289" y="758440"/>
                </a:lnTo>
                <a:lnTo>
                  <a:pt x="195846" y="768974"/>
                </a:lnTo>
                <a:lnTo>
                  <a:pt x="196372" y="779508"/>
                </a:lnTo>
                <a:lnTo>
                  <a:pt x="196846" y="790042"/>
                </a:lnTo>
                <a:lnTo>
                  <a:pt x="197245" y="800576"/>
                </a:lnTo>
                <a:lnTo>
                  <a:pt x="197539" y="811110"/>
                </a:lnTo>
                <a:lnTo>
                  <a:pt x="197704" y="821644"/>
                </a:lnTo>
                <a:lnTo>
                  <a:pt x="197720" y="832177"/>
                </a:lnTo>
                <a:lnTo>
                  <a:pt x="197579" y="842711"/>
                </a:lnTo>
                <a:lnTo>
                  <a:pt x="197289" y="853245"/>
                </a:lnTo>
                <a:lnTo>
                  <a:pt x="196871" y="863779"/>
                </a:lnTo>
                <a:lnTo>
                  <a:pt x="196363" y="874313"/>
                </a:lnTo>
                <a:lnTo>
                  <a:pt x="195813" y="884847"/>
                </a:lnTo>
                <a:lnTo>
                  <a:pt x="195278" y="895381"/>
                </a:lnTo>
                <a:lnTo>
                  <a:pt x="194817" y="905915"/>
                </a:lnTo>
                <a:lnTo>
                  <a:pt x="194487" y="916449"/>
                </a:lnTo>
                <a:lnTo>
                  <a:pt x="194337" y="926982"/>
                </a:lnTo>
                <a:lnTo>
                  <a:pt x="194407" y="937516"/>
                </a:lnTo>
                <a:lnTo>
                  <a:pt x="194725" y="948050"/>
                </a:lnTo>
                <a:lnTo>
                  <a:pt x="195309" y="958584"/>
                </a:lnTo>
                <a:lnTo>
                  <a:pt x="196165" y="969118"/>
                </a:lnTo>
                <a:lnTo>
                  <a:pt x="197292" y="979652"/>
                </a:lnTo>
                <a:lnTo>
                  <a:pt x="198681" y="990186"/>
                </a:lnTo>
                <a:lnTo>
                  <a:pt x="200321" y="1000720"/>
                </a:lnTo>
                <a:lnTo>
                  <a:pt x="202191" y="1011254"/>
                </a:lnTo>
                <a:lnTo>
                  <a:pt x="204267" y="1021788"/>
                </a:lnTo>
                <a:lnTo>
                  <a:pt x="206511" y="1032321"/>
                </a:lnTo>
                <a:lnTo>
                  <a:pt x="208874" y="1042855"/>
                </a:lnTo>
                <a:lnTo>
                  <a:pt x="211289" y="1053389"/>
                </a:lnTo>
                <a:lnTo>
                  <a:pt x="213674" y="1063923"/>
                </a:lnTo>
                <a:lnTo>
                  <a:pt x="215932" y="1074457"/>
                </a:lnTo>
                <a:lnTo>
                  <a:pt x="217960" y="1084991"/>
                </a:lnTo>
                <a:lnTo>
                  <a:pt x="219651" y="1095525"/>
                </a:lnTo>
                <a:lnTo>
                  <a:pt x="220914" y="1106059"/>
                </a:lnTo>
                <a:lnTo>
                  <a:pt x="221675" y="1116593"/>
                </a:lnTo>
                <a:lnTo>
                  <a:pt x="221891" y="1127126"/>
                </a:lnTo>
                <a:lnTo>
                  <a:pt x="221555" y="1137660"/>
                </a:lnTo>
                <a:lnTo>
                  <a:pt x="220695" y="1148194"/>
                </a:lnTo>
                <a:lnTo>
                  <a:pt x="219375" y="1158728"/>
                </a:lnTo>
                <a:lnTo>
                  <a:pt x="217686" y="1169262"/>
                </a:lnTo>
                <a:lnTo>
                  <a:pt x="215742" y="1179796"/>
                </a:lnTo>
                <a:lnTo>
                  <a:pt x="213665" y="1190330"/>
                </a:lnTo>
                <a:lnTo>
                  <a:pt x="211581" y="1200864"/>
                </a:lnTo>
                <a:lnTo>
                  <a:pt x="209612" y="1211398"/>
                </a:lnTo>
                <a:lnTo>
                  <a:pt x="207866" y="1221931"/>
                </a:lnTo>
                <a:lnTo>
                  <a:pt x="206436" y="1232465"/>
                </a:lnTo>
                <a:lnTo>
                  <a:pt x="205390" y="1242999"/>
                </a:lnTo>
                <a:lnTo>
                  <a:pt x="204774" y="1253533"/>
                </a:lnTo>
                <a:lnTo>
                  <a:pt x="204606" y="1264067"/>
                </a:lnTo>
                <a:lnTo>
                  <a:pt x="204874" y="1274601"/>
                </a:lnTo>
                <a:lnTo>
                  <a:pt x="205541" y="1285135"/>
                </a:lnTo>
                <a:lnTo>
                  <a:pt x="206542" y="1295669"/>
                </a:lnTo>
                <a:lnTo>
                  <a:pt x="207796" y="1306203"/>
                </a:lnTo>
                <a:lnTo>
                  <a:pt x="209207" y="1316736"/>
                </a:lnTo>
                <a:lnTo>
                  <a:pt x="210679" y="1327270"/>
                </a:lnTo>
                <a:lnTo>
                  <a:pt x="212120" y="1337804"/>
                </a:lnTo>
                <a:lnTo>
                  <a:pt x="213451" y="1348338"/>
                </a:lnTo>
                <a:lnTo>
                  <a:pt x="214613" y="1358872"/>
                </a:lnTo>
                <a:lnTo>
                  <a:pt x="215568" y="1369406"/>
                </a:lnTo>
                <a:lnTo>
                  <a:pt x="216301" y="1379940"/>
                </a:lnTo>
                <a:lnTo>
                  <a:pt x="216813" y="1390474"/>
                </a:lnTo>
                <a:lnTo>
                  <a:pt x="217125" y="1401008"/>
                </a:lnTo>
                <a:lnTo>
                  <a:pt x="217265" y="1411542"/>
                </a:lnTo>
                <a:lnTo>
                  <a:pt x="217272" y="1422075"/>
                </a:lnTo>
                <a:lnTo>
                  <a:pt x="217187" y="1432609"/>
                </a:lnTo>
                <a:lnTo>
                  <a:pt x="217058" y="1443143"/>
                </a:lnTo>
                <a:lnTo>
                  <a:pt x="216936" y="1453677"/>
                </a:lnTo>
                <a:lnTo>
                  <a:pt x="216879" y="1464211"/>
                </a:lnTo>
                <a:lnTo>
                  <a:pt x="216956" y="1474745"/>
                </a:lnTo>
                <a:lnTo>
                  <a:pt x="217251" y="1485279"/>
                </a:lnTo>
                <a:lnTo>
                  <a:pt x="217864" y="1495813"/>
                </a:lnTo>
                <a:lnTo>
                  <a:pt x="218916" y="1506347"/>
                </a:lnTo>
                <a:lnTo>
                  <a:pt x="220553" y="1516880"/>
                </a:lnTo>
                <a:lnTo>
                  <a:pt x="222940" y="1527414"/>
                </a:lnTo>
                <a:lnTo>
                  <a:pt x="226254" y="1537948"/>
                </a:lnTo>
                <a:lnTo>
                  <a:pt x="230677" y="1548482"/>
                </a:lnTo>
                <a:lnTo>
                  <a:pt x="236374" y="1559016"/>
                </a:lnTo>
                <a:lnTo>
                  <a:pt x="243466" y="1569550"/>
                </a:lnTo>
                <a:lnTo>
                  <a:pt x="252003" y="1580084"/>
                </a:lnTo>
                <a:lnTo>
                  <a:pt x="261931" y="1590618"/>
                </a:lnTo>
                <a:lnTo>
                  <a:pt x="273067" y="1601152"/>
                </a:lnTo>
                <a:lnTo>
                  <a:pt x="285082" y="1611685"/>
                </a:lnTo>
                <a:lnTo>
                  <a:pt x="297500" y="1622219"/>
                </a:lnTo>
                <a:lnTo>
                  <a:pt x="309722" y="1632753"/>
                </a:lnTo>
                <a:lnTo>
                  <a:pt x="321066" y="1643287"/>
                </a:lnTo>
                <a:lnTo>
                  <a:pt x="330826" y="1653821"/>
                </a:lnTo>
                <a:lnTo>
                  <a:pt x="338346" y="1664355"/>
                </a:lnTo>
                <a:lnTo>
                  <a:pt x="343092" y="1674889"/>
                </a:lnTo>
                <a:lnTo>
                  <a:pt x="344714" y="1685423"/>
                </a:lnTo>
                <a:lnTo>
                  <a:pt x="344714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133" name="data_5462">
            <a:extLst>
              <a:ext uri="{FF2B5EF4-FFF2-40B4-BE49-F238E27FC236}">
                <a16:creationId xmlns:a16="http://schemas.microsoft.com/office/drawing/2014/main" id="{60CCE223-9F08-4CEB-BC74-5B2577831AF3}"/>
              </a:ext>
            </a:extLst>
          </p:cNvPr>
          <p:cNvSpPr>
            <a:spLocks/>
          </p:cNvSpPr>
          <p:nvPr/>
        </p:nvSpPr>
        <p:spPr>
          <a:xfrm>
            <a:off x="6300263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63096" y="1685423"/>
                </a:moveTo>
                <a:lnTo>
                  <a:pt x="81618" y="1685423"/>
                </a:lnTo>
                <a:lnTo>
                  <a:pt x="82642" y="1674889"/>
                </a:lnTo>
                <a:lnTo>
                  <a:pt x="85642" y="1664355"/>
                </a:lnTo>
                <a:lnTo>
                  <a:pt x="90416" y="1653821"/>
                </a:lnTo>
                <a:lnTo>
                  <a:pt x="96650" y="1643287"/>
                </a:lnTo>
                <a:lnTo>
                  <a:pt x="103954" y="1632753"/>
                </a:lnTo>
                <a:lnTo>
                  <a:pt x="111899" y="1622219"/>
                </a:lnTo>
                <a:lnTo>
                  <a:pt x="120062" y="1611685"/>
                </a:lnTo>
                <a:lnTo>
                  <a:pt x="128059" y="1601152"/>
                </a:lnTo>
                <a:lnTo>
                  <a:pt x="135572" y="1590618"/>
                </a:lnTo>
                <a:lnTo>
                  <a:pt x="142365" y="1580084"/>
                </a:lnTo>
                <a:lnTo>
                  <a:pt x="148291" y="1569550"/>
                </a:lnTo>
                <a:lnTo>
                  <a:pt x="153289" y="1559016"/>
                </a:lnTo>
                <a:lnTo>
                  <a:pt x="157364" y="1548482"/>
                </a:lnTo>
                <a:lnTo>
                  <a:pt x="160581" y="1537948"/>
                </a:lnTo>
                <a:lnTo>
                  <a:pt x="163039" y="1527414"/>
                </a:lnTo>
                <a:lnTo>
                  <a:pt x="164854" y="1516880"/>
                </a:lnTo>
                <a:lnTo>
                  <a:pt x="166152" y="1506347"/>
                </a:lnTo>
                <a:lnTo>
                  <a:pt x="167048" y="1495813"/>
                </a:lnTo>
                <a:lnTo>
                  <a:pt x="167644" y="1485279"/>
                </a:lnTo>
                <a:lnTo>
                  <a:pt x="168028" y="1474745"/>
                </a:lnTo>
                <a:lnTo>
                  <a:pt x="168264" y="1464211"/>
                </a:lnTo>
                <a:lnTo>
                  <a:pt x="168404" y="1453677"/>
                </a:lnTo>
                <a:lnTo>
                  <a:pt x="168481" y="1443143"/>
                </a:lnTo>
                <a:lnTo>
                  <a:pt x="168515" y="1432609"/>
                </a:lnTo>
                <a:lnTo>
                  <a:pt x="168517" y="1422075"/>
                </a:lnTo>
                <a:lnTo>
                  <a:pt x="168489" y="1411542"/>
                </a:lnTo>
                <a:lnTo>
                  <a:pt x="168429" y="1401008"/>
                </a:lnTo>
                <a:lnTo>
                  <a:pt x="168330" y="1390474"/>
                </a:lnTo>
                <a:lnTo>
                  <a:pt x="168185" y="1379940"/>
                </a:lnTo>
                <a:lnTo>
                  <a:pt x="167988" y="1369406"/>
                </a:lnTo>
                <a:lnTo>
                  <a:pt x="167736" y="1358872"/>
                </a:lnTo>
                <a:lnTo>
                  <a:pt x="167428" y="1348338"/>
                </a:lnTo>
                <a:lnTo>
                  <a:pt x="167071" y="1337804"/>
                </a:lnTo>
                <a:lnTo>
                  <a:pt x="166676" y="1327270"/>
                </a:lnTo>
                <a:lnTo>
                  <a:pt x="166258" y="1316736"/>
                </a:lnTo>
                <a:lnTo>
                  <a:pt x="165835" y="1306203"/>
                </a:lnTo>
                <a:lnTo>
                  <a:pt x="165425" y="1295669"/>
                </a:lnTo>
                <a:lnTo>
                  <a:pt x="165042" y="1285135"/>
                </a:lnTo>
                <a:lnTo>
                  <a:pt x="164697" y="1274601"/>
                </a:lnTo>
                <a:lnTo>
                  <a:pt x="164394" y="1264067"/>
                </a:lnTo>
                <a:lnTo>
                  <a:pt x="164127" y="1253533"/>
                </a:lnTo>
                <a:lnTo>
                  <a:pt x="163886" y="1242999"/>
                </a:lnTo>
                <a:lnTo>
                  <a:pt x="163653" y="1232465"/>
                </a:lnTo>
                <a:lnTo>
                  <a:pt x="163412" y="1221931"/>
                </a:lnTo>
                <a:lnTo>
                  <a:pt x="163146" y="1211398"/>
                </a:lnTo>
                <a:lnTo>
                  <a:pt x="162844" y="1200864"/>
                </a:lnTo>
                <a:lnTo>
                  <a:pt x="162504" y="1190330"/>
                </a:lnTo>
                <a:lnTo>
                  <a:pt x="162137" y="1179796"/>
                </a:lnTo>
                <a:lnTo>
                  <a:pt x="161760" y="1169262"/>
                </a:lnTo>
                <a:lnTo>
                  <a:pt x="161402" y="1158728"/>
                </a:lnTo>
                <a:lnTo>
                  <a:pt x="161096" y="1148194"/>
                </a:lnTo>
                <a:lnTo>
                  <a:pt x="160875" y="1137660"/>
                </a:lnTo>
                <a:lnTo>
                  <a:pt x="160771" y="1127126"/>
                </a:lnTo>
                <a:lnTo>
                  <a:pt x="160805" y="1116593"/>
                </a:lnTo>
                <a:lnTo>
                  <a:pt x="160987" y="1106059"/>
                </a:lnTo>
                <a:lnTo>
                  <a:pt x="161316" y="1095525"/>
                </a:lnTo>
                <a:lnTo>
                  <a:pt x="161775" y="1084991"/>
                </a:lnTo>
                <a:lnTo>
                  <a:pt x="162337" y="1074457"/>
                </a:lnTo>
                <a:lnTo>
                  <a:pt x="162966" y="1063923"/>
                </a:lnTo>
                <a:lnTo>
                  <a:pt x="163620" y="1053389"/>
                </a:lnTo>
                <a:lnTo>
                  <a:pt x="164254" y="1042855"/>
                </a:lnTo>
                <a:lnTo>
                  <a:pt x="164823" y="1032321"/>
                </a:lnTo>
                <a:lnTo>
                  <a:pt x="165284" y="1021788"/>
                </a:lnTo>
                <a:lnTo>
                  <a:pt x="165598" y="1011254"/>
                </a:lnTo>
                <a:lnTo>
                  <a:pt x="165729" y="1000720"/>
                </a:lnTo>
                <a:lnTo>
                  <a:pt x="165647" y="990186"/>
                </a:lnTo>
                <a:lnTo>
                  <a:pt x="165325" y="979652"/>
                </a:lnTo>
                <a:lnTo>
                  <a:pt x="164743" y="969118"/>
                </a:lnTo>
                <a:lnTo>
                  <a:pt x="163893" y="958584"/>
                </a:lnTo>
                <a:lnTo>
                  <a:pt x="162775" y="948050"/>
                </a:lnTo>
                <a:lnTo>
                  <a:pt x="161404" y="937516"/>
                </a:lnTo>
                <a:lnTo>
                  <a:pt x="159812" y="926982"/>
                </a:lnTo>
                <a:lnTo>
                  <a:pt x="158051" y="916449"/>
                </a:lnTo>
                <a:lnTo>
                  <a:pt x="156190" y="905915"/>
                </a:lnTo>
                <a:lnTo>
                  <a:pt x="154310" y="895381"/>
                </a:lnTo>
                <a:lnTo>
                  <a:pt x="152506" y="884847"/>
                </a:lnTo>
                <a:lnTo>
                  <a:pt x="150872" y="874313"/>
                </a:lnTo>
                <a:lnTo>
                  <a:pt x="149495" y="863779"/>
                </a:lnTo>
                <a:lnTo>
                  <a:pt x="148450" y="853245"/>
                </a:lnTo>
                <a:lnTo>
                  <a:pt x="147789" y="842711"/>
                </a:lnTo>
                <a:lnTo>
                  <a:pt x="147535" y="832177"/>
                </a:lnTo>
                <a:lnTo>
                  <a:pt x="147687" y="821644"/>
                </a:lnTo>
                <a:lnTo>
                  <a:pt x="148213" y="811110"/>
                </a:lnTo>
                <a:lnTo>
                  <a:pt x="149063" y="800576"/>
                </a:lnTo>
                <a:lnTo>
                  <a:pt x="150169" y="790042"/>
                </a:lnTo>
                <a:lnTo>
                  <a:pt x="151458" y="779508"/>
                </a:lnTo>
                <a:lnTo>
                  <a:pt x="152858" y="768974"/>
                </a:lnTo>
                <a:lnTo>
                  <a:pt x="154300" y="758440"/>
                </a:lnTo>
                <a:lnTo>
                  <a:pt x="155727" y="747906"/>
                </a:lnTo>
                <a:lnTo>
                  <a:pt x="157095" y="737372"/>
                </a:lnTo>
                <a:lnTo>
                  <a:pt x="158368" y="726839"/>
                </a:lnTo>
                <a:lnTo>
                  <a:pt x="159521" y="716305"/>
                </a:lnTo>
                <a:lnTo>
                  <a:pt x="160535" y="705771"/>
                </a:lnTo>
                <a:lnTo>
                  <a:pt x="161396" y="695237"/>
                </a:lnTo>
                <a:lnTo>
                  <a:pt x="162091" y="684703"/>
                </a:lnTo>
                <a:lnTo>
                  <a:pt x="162612" y="674169"/>
                </a:lnTo>
                <a:lnTo>
                  <a:pt x="162954" y="663635"/>
                </a:lnTo>
                <a:lnTo>
                  <a:pt x="163118" y="653101"/>
                </a:lnTo>
                <a:lnTo>
                  <a:pt x="163113" y="642567"/>
                </a:lnTo>
                <a:lnTo>
                  <a:pt x="162957" y="632034"/>
                </a:lnTo>
                <a:lnTo>
                  <a:pt x="162681" y="621500"/>
                </a:lnTo>
                <a:lnTo>
                  <a:pt x="162323" y="610966"/>
                </a:lnTo>
                <a:lnTo>
                  <a:pt x="161930" y="600432"/>
                </a:lnTo>
                <a:lnTo>
                  <a:pt x="161550" y="589898"/>
                </a:lnTo>
                <a:lnTo>
                  <a:pt x="161233" y="579364"/>
                </a:lnTo>
                <a:lnTo>
                  <a:pt x="161019" y="568830"/>
                </a:lnTo>
                <a:lnTo>
                  <a:pt x="160941" y="558296"/>
                </a:lnTo>
                <a:lnTo>
                  <a:pt x="161017" y="547762"/>
                </a:lnTo>
                <a:lnTo>
                  <a:pt x="161250" y="537228"/>
                </a:lnTo>
                <a:lnTo>
                  <a:pt x="161628" y="526695"/>
                </a:lnTo>
                <a:lnTo>
                  <a:pt x="162127" y="516161"/>
                </a:lnTo>
                <a:lnTo>
                  <a:pt x="162713" y="505627"/>
                </a:lnTo>
                <a:lnTo>
                  <a:pt x="163349" y="495093"/>
                </a:lnTo>
                <a:lnTo>
                  <a:pt x="163998" y="484559"/>
                </a:lnTo>
                <a:lnTo>
                  <a:pt x="164627" y="474025"/>
                </a:lnTo>
                <a:lnTo>
                  <a:pt x="165210" y="463491"/>
                </a:lnTo>
                <a:lnTo>
                  <a:pt x="165731" y="452957"/>
                </a:lnTo>
                <a:lnTo>
                  <a:pt x="166184" y="442423"/>
                </a:lnTo>
                <a:lnTo>
                  <a:pt x="166571" y="431890"/>
                </a:lnTo>
                <a:lnTo>
                  <a:pt x="166902" y="421356"/>
                </a:lnTo>
                <a:lnTo>
                  <a:pt x="167191" y="410822"/>
                </a:lnTo>
                <a:lnTo>
                  <a:pt x="167455" y="400288"/>
                </a:lnTo>
                <a:lnTo>
                  <a:pt x="167709" y="389754"/>
                </a:lnTo>
                <a:lnTo>
                  <a:pt x="167968" y="379220"/>
                </a:lnTo>
                <a:lnTo>
                  <a:pt x="168241" y="368686"/>
                </a:lnTo>
                <a:lnTo>
                  <a:pt x="168534" y="358152"/>
                </a:lnTo>
                <a:lnTo>
                  <a:pt x="168846" y="347618"/>
                </a:lnTo>
                <a:lnTo>
                  <a:pt x="169175" y="337085"/>
                </a:lnTo>
                <a:lnTo>
                  <a:pt x="169511" y="326551"/>
                </a:lnTo>
                <a:lnTo>
                  <a:pt x="169845" y="316017"/>
                </a:lnTo>
                <a:lnTo>
                  <a:pt x="170166" y="305483"/>
                </a:lnTo>
                <a:lnTo>
                  <a:pt x="170458" y="294949"/>
                </a:lnTo>
                <a:lnTo>
                  <a:pt x="170708" y="284415"/>
                </a:lnTo>
                <a:lnTo>
                  <a:pt x="170901" y="273881"/>
                </a:lnTo>
                <a:lnTo>
                  <a:pt x="171018" y="263347"/>
                </a:lnTo>
                <a:lnTo>
                  <a:pt x="171037" y="252813"/>
                </a:lnTo>
                <a:lnTo>
                  <a:pt x="170929" y="242280"/>
                </a:lnTo>
                <a:lnTo>
                  <a:pt x="170656" y="231746"/>
                </a:lnTo>
                <a:lnTo>
                  <a:pt x="170165" y="221212"/>
                </a:lnTo>
                <a:lnTo>
                  <a:pt x="169385" y="210678"/>
                </a:lnTo>
                <a:lnTo>
                  <a:pt x="168222" y="200144"/>
                </a:lnTo>
                <a:lnTo>
                  <a:pt x="166557" y="189610"/>
                </a:lnTo>
                <a:lnTo>
                  <a:pt x="164241" y="179076"/>
                </a:lnTo>
                <a:lnTo>
                  <a:pt x="161102" y="168542"/>
                </a:lnTo>
                <a:lnTo>
                  <a:pt x="156944" y="158008"/>
                </a:lnTo>
                <a:lnTo>
                  <a:pt x="151566" y="147474"/>
                </a:lnTo>
                <a:lnTo>
                  <a:pt x="144778" y="136941"/>
                </a:lnTo>
                <a:lnTo>
                  <a:pt x="136424" y="126407"/>
                </a:lnTo>
                <a:lnTo>
                  <a:pt x="126416" y="115873"/>
                </a:lnTo>
                <a:lnTo>
                  <a:pt x="114760" y="105339"/>
                </a:lnTo>
                <a:lnTo>
                  <a:pt x="101591" y="94805"/>
                </a:lnTo>
                <a:lnTo>
                  <a:pt x="87188" y="84271"/>
                </a:lnTo>
                <a:lnTo>
                  <a:pt x="71990" y="73737"/>
                </a:lnTo>
                <a:lnTo>
                  <a:pt x="56580" y="63203"/>
                </a:lnTo>
                <a:lnTo>
                  <a:pt x="41659" y="52669"/>
                </a:lnTo>
                <a:lnTo>
                  <a:pt x="27996" y="42136"/>
                </a:lnTo>
                <a:lnTo>
                  <a:pt x="16368" y="31602"/>
                </a:lnTo>
                <a:lnTo>
                  <a:pt x="7481" y="21068"/>
                </a:lnTo>
                <a:lnTo>
                  <a:pt x="190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12" y="10534"/>
                </a:lnTo>
                <a:lnTo>
                  <a:pt x="337234" y="21068"/>
                </a:lnTo>
                <a:lnTo>
                  <a:pt x="328346" y="31602"/>
                </a:lnTo>
                <a:lnTo>
                  <a:pt x="316718" y="42136"/>
                </a:lnTo>
                <a:lnTo>
                  <a:pt x="303056" y="52669"/>
                </a:lnTo>
                <a:lnTo>
                  <a:pt x="288134" y="63203"/>
                </a:lnTo>
                <a:lnTo>
                  <a:pt x="272724" y="73737"/>
                </a:lnTo>
                <a:lnTo>
                  <a:pt x="257526" y="84271"/>
                </a:lnTo>
                <a:lnTo>
                  <a:pt x="243124" y="94805"/>
                </a:lnTo>
                <a:lnTo>
                  <a:pt x="229954" y="105339"/>
                </a:lnTo>
                <a:lnTo>
                  <a:pt x="218298" y="115873"/>
                </a:lnTo>
                <a:lnTo>
                  <a:pt x="208290" y="126407"/>
                </a:lnTo>
                <a:lnTo>
                  <a:pt x="199936" y="136941"/>
                </a:lnTo>
                <a:lnTo>
                  <a:pt x="193148" y="147474"/>
                </a:lnTo>
                <a:lnTo>
                  <a:pt x="187771" y="158008"/>
                </a:lnTo>
                <a:lnTo>
                  <a:pt x="183613" y="168542"/>
                </a:lnTo>
                <a:lnTo>
                  <a:pt x="180473" y="179076"/>
                </a:lnTo>
                <a:lnTo>
                  <a:pt x="178157" y="189610"/>
                </a:lnTo>
                <a:lnTo>
                  <a:pt x="176492" y="200144"/>
                </a:lnTo>
                <a:lnTo>
                  <a:pt x="175330" y="210678"/>
                </a:lnTo>
                <a:lnTo>
                  <a:pt x="174550" y="221212"/>
                </a:lnTo>
                <a:lnTo>
                  <a:pt x="174059" y="231746"/>
                </a:lnTo>
                <a:lnTo>
                  <a:pt x="173786" y="242280"/>
                </a:lnTo>
                <a:lnTo>
                  <a:pt x="173678" y="252813"/>
                </a:lnTo>
                <a:lnTo>
                  <a:pt x="173697" y="263347"/>
                </a:lnTo>
                <a:lnTo>
                  <a:pt x="173813" y="273881"/>
                </a:lnTo>
                <a:lnTo>
                  <a:pt x="174006" y="284415"/>
                </a:lnTo>
                <a:lnTo>
                  <a:pt x="174256" y="294949"/>
                </a:lnTo>
                <a:lnTo>
                  <a:pt x="174549" y="305483"/>
                </a:lnTo>
                <a:lnTo>
                  <a:pt x="174869" y="316017"/>
                </a:lnTo>
                <a:lnTo>
                  <a:pt x="175203" y="326551"/>
                </a:lnTo>
                <a:lnTo>
                  <a:pt x="175540" y="337085"/>
                </a:lnTo>
                <a:lnTo>
                  <a:pt x="175868" y="347618"/>
                </a:lnTo>
                <a:lnTo>
                  <a:pt x="176180" y="358152"/>
                </a:lnTo>
                <a:lnTo>
                  <a:pt x="176473" y="368686"/>
                </a:lnTo>
                <a:lnTo>
                  <a:pt x="176746" y="379220"/>
                </a:lnTo>
                <a:lnTo>
                  <a:pt x="177005" y="389754"/>
                </a:lnTo>
                <a:lnTo>
                  <a:pt x="177260" y="400288"/>
                </a:lnTo>
                <a:lnTo>
                  <a:pt x="177523" y="410822"/>
                </a:lnTo>
                <a:lnTo>
                  <a:pt x="177813" y="421356"/>
                </a:lnTo>
                <a:lnTo>
                  <a:pt x="178144" y="431890"/>
                </a:lnTo>
                <a:lnTo>
                  <a:pt x="178531" y="442423"/>
                </a:lnTo>
                <a:lnTo>
                  <a:pt x="178983" y="452957"/>
                </a:lnTo>
                <a:lnTo>
                  <a:pt x="179505" y="463491"/>
                </a:lnTo>
                <a:lnTo>
                  <a:pt x="180088" y="474025"/>
                </a:lnTo>
                <a:lnTo>
                  <a:pt x="180717" y="484559"/>
                </a:lnTo>
                <a:lnTo>
                  <a:pt x="181366" y="495093"/>
                </a:lnTo>
                <a:lnTo>
                  <a:pt x="182002" y="505627"/>
                </a:lnTo>
                <a:lnTo>
                  <a:pt x="182588" y="516161"/>
                </a:lnTo>
                <a:lnTo>
                  <a:pt x="183086" y="526695"/>
                </a:lnTo>
                <a:lnTo>
                  <a:pt x="183464" y="537228"/>
                </a:lnTo>
                <a:lnTo>
                  <a:pt x="183697" y="547762"/>
                </a:lnTo>
                <a:lnTo>
                  <a:pt x="183773" y="558296"/>
                </a:lnTo>
                <a:lnTo>
                  <a:pt x="183695" y="568830"/>
                </a:lnTo>
                <a:lnTo>
                  <a:pt x="183482" y="579364"/>
                </a:lnTo>
                <a:lnTo>
                  <a:pt x="183164" y="589898"/>
                </a:lnTo>
                <a:lnTo>
                  <a:pt x="182784" y="600432"/>
                </a:lnTo>
                <a:lnTo>
                  <a:pt x="182391" y="610966"/>
                </a:lnTo>
                <a:lnTo>
                  <a:pt x="182033" y="621500"/>
                </a:lnTo>
                <a:lnTo>
                  <a:pt x="181757" y="632034"/>
                </a:lnTo>
                <a:lnTo>
                  <a:pt x="181602" y="642567"/>
                </a:lnTo>
                <a:lnTo>
                  <a:pt x="181596" y="653101"/>
                </a:lnTo>
                <a:lnTo>
                  <a:pt x="181760" y="663635"/>
                </a:lnTo>
                <a:lnTo>
                  <a:pt x="182102" y="674169"/>
                </a:lnTo>
                <a:lnTo>
                  <a:pt x="182623" y="684703"/>
                </a:lnTo>
                <a:lnTo>
                  <a:pt x="183318" y="695237"/>
                </a:lnTo>
                <a:lnTo>
                  <a:pt x="184179" y="705771"/>
                </a:lnTo>
                <a:lnTo>
                  <a:pt x="185193" y="716305"/>
                </a:lnTo>
                <a:lnTo>
                  <a:pt x="186346" y="726839"/>
                </a:lnTo>
                <a:lnTo>
                  <a:pt x="187620" y="737372"/>
                </a:lnTo>
                <a:lnTo>
                  <a:pt x="188987" y="747906"/>
                </a:lnTo>
                <a:lnTo>
                  <a:pt x="190415" y="758440"/>
                </a:lnTo>
                <a:lnTo>
                  <a:pt x="191857" y="768974"/>
                </a:lnTo>
                <a:lnTo>
                  <a:pt x="193256" y="779508"/>
                </a:lnTo>
                <a:lnTo>
                  <a:pt x="194545" y="790042"/>
                </a:lnTo>
                <a:lnTo>
                  <a:pt x="195652" y="800576"/>
                </a:lnTo>
                <a:lnTo>
                  <a:pt x="196501" y="811110"/>
                </a:lnTo>
                <a:lnTo>
                  <a:pt x="197028" y="821644"/>
                </a:lnTo>
                <a:lnTo>
                  <a:pt x="197179" y="832177"/>
                </a:lnTo>
                <a:lnTo>
                  <a:pt x="196926" y="842711"/>
                </a:lnTo>
                <a:lnTo>
                  <a:pt x="196264" y="853245"/>
                </a:lnTo>
                <a:lnTo>
                  <a:pt x="195219" y="863779"/>
                </a:lnTo>
                <a:lnTo>
                  <a:pt x="193843" y="874313"/>
                </a:lnTo>
                <a:lnTo>
                  <a:pt x="192208" y="884847"/>
                </a:lnTo>
                <a:lnTo>
                  <a:pt x="190404" y="895381"/>
                </a:lnTo>
                <a:lnTo>
                  <a:pt x="188525" y="905915"/>
                </a:lnTo>
                <a:lnTo>
                  <a:pt x="186663" y="916449"/>
                </a:lnTo>
                <a:lnTo>
                  <a:pt x="184902" y="926982"/>
                </a:lnTo>
                <a:lnTo>
                  <a:pt x="183311" y="937516"/>
                </a:lnTo>
                <a:lnTo>
                  <a:pt x="181940" y="948050"/>
                </a:lnTo>
                <a:lnTo>
                  <a:pt x="180821" y="958584"/>
                </a:lnTo>
                <a:lnTo>
                  <a:pt x="179971" y="969118"/>
                </a:lnTo>
                <a:lnTo>
                  <a:pt x="179390" y="979652"/>
                </a:lnTo>
                <a:lnTo>
                  <a:pt x="179068" y="990186"/>
                </a:lnTo>
                <a:lnTo>
                  <a:pt x="178985" y="1000720"/>
                </a:lnTo>
                <a:lnTo>
                  <a:pt x="179116" y="1011254"/>
                </a:lnTo>
                <a:lnTo>
                  <a:pt x="179430" y="1021788"/>
                </a:lnTo>
                <a:lnTo>
                  <a:pt x="179891" y="1032321"/>
                </a:lnTo>
                <a:lnTo>
                  <a:pt x="180460" y="1042855"/>
                </a:lnTo>
                <a:lnTo>
                  <a:pt x="181094" y="1053389"/>
                </a:lnTo>
                <a:lnTo>
                  <a:pt x="181748" y="1063923"/>
                </a:lnTo>
                <a:lnTo>
                  <a:pt x="182377" y="1074457"/>
                </a:lnTo>
                <a:lnTo>
                  <a:pt x="182940" y="1084991"/>
                </a:lnTo>
                <a:lnTo>
                  <a:pt x="183399" y="1095525"/>
                </a:lnTo>
                <a:lnTo>
                  <a:pt x="183727" y="1106059"/>
                </a:lnTo>
                <a:lnTo>
                  <a:pt x="183910" y="1116593"/>
                </a:lnTo>
                <a:lnTo>
                  <a:pt x="183943" y="1127126"/>
                </a:lnTo>
                <a:lnTo>
                  <a:pt x="183839" y="1137660"/>
                </a:lnTo>
                <a:lnTo>
                  <a:pt x="183619" y="1148194"/>
                </a:lnTo>
                <a:lnTo>
                  <a:pt x="183312" y="1158728"/>
                </a:lnTo>
                <a:lnTo>
                  <a:pt x="182954" y="1169262"/>
                </a:lnTo>
                <a:lnTo>
                  <a:pt x="182578" y="1179796"/>
                </a:lnTo>
                <a:lnTo>
                  <a:pt x="182210" y="1190330"/>
                </a:lnTo>
                <a:lnTo>
                  <a:pt x="181871" y="1200864"/>
                </a:lnTo>
                <a:lnTo>
                  <a:pt x="181569" y="1211398"/>
                </a:lnTo>
                <a:lnTo>
                  <a:pt x="181302" y="1221931"/>
                </a:lnTo>
                <a:lnTo>
                  <a:pt x="181061" y="1232465"/>
                </a:lnTo>
                <a:lnTo>
                  <a:pt x="180829" y="1242999"/>
                </a:lnTo>
                <a:lnTo>
                  <a:pt x="180587" y="1253533"/>
                </a:lnTo>
                <a:lnTo>
                  <a:pt x="180321" y="1264067"/>
                </a:lnTo>
                <a:lnTo>
                  <a:pt x="180017" y="1274601"/>
                </a:lnTo>
                <a:lnTo>
                  <a:pt x="179672" y="1285135"/>
                </a:lnTo>
                <a:lnTo>
                  <a:pt x="179289" y="1295669"/>
                </a:lnTo>
                <a:lnTo>
                  <a:pt x="178879" y="1306203"/>
                </a:lnTo>
                <a:lnTo>
                  <a:pt x="178456" y="1316736"/>
                </a:lnTo>
                <a:lnTo>
                  <a:pt x="178038" y="1327270"/>
                </a:lnTo>
                <a:lnTo>
                  <a:pt x="177643" y="1337804"/>
                </a:lnTo>
                <a:lnTo>
                  <a:pt x="177286" y="1348338"/>
                </a:lnTo>
                <a:lnTo>
                  <a:pt x="176979" y="1358872"/>
                </a:lnTo>
                <a:lnTo>
                  <a:pt x="176726" y="1369406"/>
                </a:lnTo>
                <a:lnTo>
                  <a:pt x="176529" y="1379940"/>
                </a:lnTo>
                <a:lnTo>
                  <a:pt x="176384" y="1390474"/>
                </a:lnTo>
                <a:lnTo>
                  <a:pt x="176285" y="1401008"/>
                </a:lnTo>
                <a:lnTo>
                  <a:pt x="176225" y="1411542"/>
                </a:lnTo>
                <a:lnTo>
                  <a:pt x="176197" y="1422075"/>
                </a:lnTo>
                <a:lnTo>
                  <a:pt x="176200" y="1432609"/>
                </a:lnTo>
                <a:lnTo>
                  <a:pt x="176234" y="1443143"/>
                </a:lnTo>
                <a:lnTo>
                  <a:pt x="176310" y="1453677"/>
                </a:lnTo>
                <a:lnTo>
                  <a:pt x="176450" y="1464211"/>
                </a:lnTo>
                <a:lnTo>
                  <a:pt x="176687" y="1474745"/>
                </a:lnTo>
                <a:lnTo>
                  <a:pt x="177070" y="1485279"/>
                </a:lnTo>
                <a:lnTo>
                  <a:pt x="177667" y="1495813"/>
                </a:lnTo>
                <a:lnTo>
                  <a:pt x="178562" y="1506347"/>
                </a:lnTo>
                <a:lnTo>
                  <a:pt x="179860" y="1516880"/>
                </a:lnTo>
                <a:lnTo>
                  <a:pt x="181676" y="1527414"/>
                </a:lnTo>
                <a:lnTo>
                  <a:pt x="184133" y="1537948"/>
                </a:lnTo>
                <a:lnTo>
                  <a:pt x="187350" y="1548482"/>
                </a:lnTo>
                <a:lnTo>
                  <a:pt x="191426" y="1559016"/>
                </a:lnTo>
                <a:lnTo>
                  <a:pt x="196423" y="1569550"/>
                </a:lnTo>
                <a:lnTo>
                  <a:pt x="202350" y="1580084"/>
                </a:lnTo>
                <a:lnTo>
                  <a:pt x="209143" y="1590618"/>
                </a:lnTo>
                <a:lnTo>
                  <a:pt x="216655" y="1601152"/>
                </a:lnTo>
                <a:lnTo>
                  <a:pt x="224652" y="1611685"/>
                </a:lnTo>
                <a:lnTo>
                  <a:pt x="232815" y="1622219"/>
                </a:lnTo>
                <a:lnTo>
                  <a:pt x="240761" y="1632753"/>
                </a:lnTo>
                <a:lnTo>
                  <a:pt x="248064" y="1643287"/>
                </a:lnTo>
                <a:lnTo>
                  <a:pt x="254298" y="1653821"/>
                </a:lnTo>
                <a:lnTo>
                  <a:pt x="259072" y="1664355"/>
                </a:lnTo>
                <a:lnTo>
                  <a:pt x="262073" y="1674889"/>
                </a:lnTo>
                <a:lnTo>
                  <a:pt x="263096" y="1685423"/>
                </a:lnTo>
                <a:lnTo>
                  <a:pt x="263096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134" name="data_5463">
            <a:extLst>
              <a:ext uri="{FF2B5EF4-FFF2-40B4-BE49-F238E27FC236}">
                <a16:creationId xmlns:a16="http://schemas.microsoft.com/office/drawing/2014/main" id="{1F27A052-4290-47DD-8B59-84A5474E8BBB}"/>
              </a:ext>
            </a:extLst>
          </p:cNvPr>
          <p:cNvSpPr>
            <a:spLocks/>
          </p:cNvSpPr>
          <p:nvPr/>
        </p:nvSpPr>
        <p:spPr>
          <a:xfrm>
            <a:off x="6766094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17802" y="1685423"/>
                </a:moveTo>
                <a:lnTo>
                  <a:pt x="126912" y="1685423"/>
                </a:lnTo>
                <a:lnTo>
                  <a:pt x="127418" y="1674889"/>
                </a:lnTo>
                <a:lnTo>
                  <a:pt x="128900" y="1664355"/>
                </a:lnTo>
                <a:lnTo>
                  <a:pt x="131261" y="1653821"/>
                </a:lnTo>
                <a:lnTo>
                  <a:pt x="134347" y="1643287"/>
                </a:lnTo>
                <a:lnTo>
                  <a:pt x="137967" y="1632753"/>
                </a:lnTo>
                <a:lnTo>
                  <a:pt x="141913" y="1622219"/>
                </a:lnTo>
                <a:lnTo>
                  <a:pt x="145974" y="1611685"/>
                </a:lnTo>
                <a:lnTo>
                  <a:pt x="149960" y="1601152"/>
                </a:lnTo>
                <a:lnTo>
                  <a:pt x="153713" y="1590618"/>
                </a:lnTo>
                <a:lnTo>
                  <a:pt x="157112" y="1580084"/>
                </a:lnTo>
                <a:lnTo>
                  <a:pt x="160083" y="1569550"/>
                </a:lnTo>
                <a:lnTo>
                  <a:pt x="162591" y="1559016"/>
                </a:lnTo>
                <a:lnTo>
                  <a:pt x="164636" y="1548482"/>
                </a:lnTo>
                <a:lnTo>
                  <a:pt x="166248" y="1537948"/>
                </a:lnTo>
                <a:lnTo>
                  <a:pt x="167475" y="1527414"/>
                </a:lnTo>
                <a:lnTo>
                  <a:pt x="168377" y="1516880"/>
                </a:lnTo>
                <a:lnTo>
                  <a:pt x="169015" y="1506347"/>
                </a:lnTo>
                <a:lnTo>
                  <a:pt x="169450" y="1495813"/>
                </a:lnTo>
                <a:lnTo>
                  <a:pt x="169736" y="1485279"/>
                </a:lnTo>
                <a:lnTo>
                  <a:pt x="169915" y="1474745"/>
                </a:lnTo>
                <a:lnTo>
                  <a:pt x="170024" y="1464211"/>
                </a:lnTo>
                <a:lnTo>
                  <a:pt x="170087" y="1453677"/>
                </a:lnTo>
                <a:lnTo>
                  <a:pt x="170124" y="1443143"/>
                </a:lnTo>
                <a:lnTo>
                  <a:pt x="170146" y="1432609"/>
                </a:lnTo>
                <a:lnTo>
                  <a:pt x="170160" y="1422075"/>
                </a:lnTo>
                <a:lnTo>
                  <a:pt x="170172" y="1411542"/>
                </a:lnTo>
                <a:lnTo>
                  <a:pt x="170186" y="1401008"/>
                </a:lnTo>
                <a:lnTo>
                  <a:pt x="170206" y="1390474"/>
                </a:lnTo>
                <a:lnTo>
                  <a:pt x="170233" y="1379940"/>
                </a:lnTo>
                <a:lnTo>
                  <a:pt x="170273" y="1369406"/>
                </a:lnTo>
                <a:lnTo>
                  <a:pt x="170326" y="1358872"/>
                </a:lnTo>
                <a:lnTo>
                  <a:pt x="170396" y="1348338"/>
                </a:lnTo>
                <a:lnTo>
                  <a:pt x="170481" y="1337804"/>
                </a:lnTo>
                <a:lnTo>
                  <a:pt x="170581" y="1327270"/>
                </a:lnTo>
                <a:lnTo>
                  <a:pt x="170690" y="1316736"/>
                </a:lnTo>
                <a:lnTo>
                  <a:pt x="170803" y="1306203"/>
                </a:lnTo>
                <a:lnTo>
                  <a:pt x="170911" y="1295669"/>
                </a:lnTo>
                <a:lnTo>
                  <a:pt x="171005" y="1285135"/>
                </a:lnTo>
                <a:lnTo>
                  <a:pt x="171076" y="1274601"/>
                </a:lnTo>
                <a:lnTo>
                  <a:pt x="171113" y="1264067"/>
                </a:lnTo>
                <a:lnTo>
                  <a:pt x="171111" y="1253533"/>
                </a:lnTo>
                <a:lnTo>
                  <a:pt x="171062" y="1242999"/>
                </a:lnTo>
                <a:lnTo>
                  <a:pt x="170964" y="1232465"/>
                </a:lnTo>
                <a:lnTo>
                  <a:pt x="170819" y="1221931"/>
                </a:lnTo>
                <a:lnTo>
                  <a:pt x="170631" y="1211398"/>
                </a:lnTo>
                <a:lnTo>
                  <a:pt x="170408" y="1200864"/>
                </a:lnTo>
                <a:lnTo>
                  <a:pt x="170162" y="1190330"/>
                </a:lnTo>
                <a:lnTo>
                  <a:pt x="169908" y="1179796"/>
                </a:lnTo>
                <a:lnTo>
                  <a:pt x="169663" y="1169262"/>
                </a:lnTo>
                <a:lnTo>
                  <a:pt x="169442" y="1158728"/>
                </a:lnTo>
                <a:lnTo>
                  <a:pt x="169261" y="1148194"/>
                </a:lnTo>
                <a:lnTo>
                  <a:pt x="169133" y="1137660"/>
                </a:lnTo>
                <a:lnTo>
                  <a:pt x="169064" y="1127126"/>
                </a:lnTo>
                <a:lnTo>
                  <a:pt x="169060" y="1116593"/>
                </a:lnTo>
                <a:lnTo>
                  <a:pt x="169117" y="1106059"/>
                </a:lnTo>
                <a:lnTo>
                  <a:pt x="169227" y="1095525"/>
                </a:lnTo>
                <a:lnTo>
                  <a:pt x="169379" y="1084991"/>
                </a:lnTo>
                <a:lnTo>
                  <a:pt x="169556" y="1074457"/>
                </a:lnTo>
                <a:lnTo>
                  <a:pt x="169741" y="1063923"/>
                </a:lnTo>
                <a:lnTo>
                  <a:pt x="169913" y="1053389"/>
                </a:lnTo>
                <a:lnTo>
                  <a:pt x="170056" y="1042855"/>
                </a:lnTo>
                <a:lnTo>
                  <a:pt x="170152" y="1032321"/>
                </a:lnTo>
                <a:lnTo>
                  <a:pt x="170189" y="1021788"/>
                </a:lnTo>
                <a:lnTo>
                  <a:pt x="170155" y="1011254"/>
                </a:lnTo>
                <a:lnTo>
                  <a:pt x="170044" y="1000720"/>
                </a:lnTo>
                <a:lnTo>
                  <a:pt x="169853" y="990186"/>
                </a:lnTo>
                <a:lnTo>
                  <a:pt x="169579" y="979652"/>
                </a:lnTo>
                <a:lnTo>
                  <a:pt x="169226" y="969118"/>
                </a:lnTo>
                <a:lnTo>
                  <a:pt x="168797" y="958584"/>
                </a:lnTo>
                <a:lnTo>
                  <a:pt x="168301" y="948050"/>
                </a:lnTo>
                <a:lnTo>
                  <a:pt x="167749" y="937516"/>
                </a:lnTo>
                <a:lnTo>
                  <a:pt x="167155" y="926982"/>
                </a:lnTo>
                <a:lnTo>
                  <a:pt x="166538" y="916449"/>
                </a:lnTo>
                <a:lnTo>
                  <a:pt x="165918" y="905915"/>
                </a:lnTo>
                <a:lnTo>
                  <a:pt x="165321" y="895381"/>
                </a:lnTo>
                <a:lnTo>
                  <a:pt x="164773" y="884847"/>
                </a:lnTo>
                <a:lnTo>
                  <a:pt x="164302" y="874313"/>
                </a:lnTo>
                <a:lnTo>
                  <a:pt x="163931" y="863779"/>
                </a:lnTo>
                <a:lnTo>
                  <a:pt x="163681" y="853245"/>
                </a:lnTo>
                <a:lnTo>
                  <a:pt x="163566" y="842711"/>
                </a:lnTo>
                <a:lnTo>
                  <a:pt x="163592" y="832177"/>
                </a:lnTo>
                <a:lnTo>
                  <a:pt x="163756" y="821644"/>
                </a:lnTo>
                <a:lnTo>
                  <a:pt x="164044" y="811110"/>
                </a:lnTo>
                <a:lnTo>
                  <a:pt x="164437" y="800576"/>
                </a:lnTo>
                <a:lnTo>
                  <a:pt x="164908" y="790042"/>
                </a:lnTo>
                <a:lnTo>
                  <a:pt x="165427" y="779508"/>
                </a:lnTo>
                <a:lnTo>
                  <a:pt x="165962" y="768974"/>
                </a:lnTo>
                <a:lnTo>
                  <a:pt x="166481" y="758440"/>
                </a:lnTo>
                <a:lnTo>
                  <a:pt x="166957" y="747906"/>
                </a:lnTo>
                <a:lnTo>
                  <a:pt x="167364" y="737372"/>
                </a:lnTo>
                <a:lnTo>
                  <a:pt x="167681" y="726839"/>
                </a:lnTo>
                <a:lnTo>
                  <a:pt x="167891" y="716305"/>
                </a:lnTo>
                <a:lnTo>
                  <a:pt x="167982" y="705771"/>
                </a:lnTo>
                <a:lnTo>
                  <a:pt x="167944" y="695237"/>
                </a:lnTo>
                <a:lnTo>
                  <a:pt x="167773" y="684703"/>
                </a:lnTo>
                <a:lnTo>
                  <a:pt x="167466" y="674169"/>
                </a:lnTo>
                <a:lnTo>
                  <a:pt x="167027" y="663635"/>
                </a:lnTo>
                <a:lnTo>
                  <a:pt x="166467" y="653101"/>
                </a:lnTo>
                <a:lnTo>
                  <a:pt x="165802" y="642567"/>
                </a:lnTo>
                <a:lnTo>
                  <a:pt x="165053" y="632034"/>
                </a:lnTo>
                <a:lnTo>
                  <a:pt x="164251" y="621500"/>
                </a:lnTo>
                <a:lnTo>
                  <a:pt x="163429" y="610966"/>
                </a:lnTo>
                <a:lnTo>
                  <a:pt x="162621" y="600432"/>
                </a:lnTo>
                <a:lnTo>
                  <a:pt x="161863" y="589898"/>
                </a:lnTo>
                <a:lnTo>
                  <a:pt x="161185" y="579364"/>
                </a:lnTo>
                <a:lnTo>
                  <a:pt x="160609" y="568830"/>
                </a:lnTo>
                <a:lnTo>
                  <a:pt x="160150" y="558296"/>
                </a:lnTo>
                <a:lnTo>
                  <a:pt x="159811" y="547762"/>
                </a:lnTo>
                <a:lnTo>
                  <a:pt x="159587" y="537228"/>
                </a:lnTo>
                <a:lnTo>
                  <a:pt x="159463" y="526695"/>
                </a:lnTo>
                <a:lnTo>
                  <a:pt x="159424" y="516161"/>
                </a:lnTo>
                <a:lnTo>
                  <a:pt x="159451" y="505627"/>
                </a:lnTo>
                <a:lnTo>
                  <a:pt x="159529" y="495093"/>
                </a:lnTo>
                <a:lnTo>
                  <a:pt x="159647" y="484559"/>
                </a:lnTo>
                <a:lnTo>
                  <a:pt x="159803" y="474025"/>
                </a:lnTo>
                <a:lnTo>
                  <a:pt x="159997" y="463491"/>
                </a:lnTo>
                <a:lnTo>
                  <a:pt x="160236" y="452957"/>
                </a:lnTo>
                <a:lnTo>
                  <a:pt x="160529" y="442423"/>
                </a:lnTo>
                <a:lnTo>
                  <a:pt x="160881" y="431890"/>
                </a:lnTo>
                <a:lnTo>
                  <a:pt x="161296" y="421356"/>
                </a:lnTo>
                <a:lnTo>
                  <a:pt x="161771" y="410822"/>
                </a:lnTo>
                <a:lnTo>
                  <a:pt x="162295" y="400288"/>
                </a:lnTo>
                <a:lnTo>
                  <a:pt x="162854" y="389754"/>
                </a:lnTo>
                <a:lnTo>
                  <a:pt x="163426" y="379220"/>
                </a:lnTo>
                <a:lnTo>
                  <a:pt x="163988" y="368686"/>
                </a:lnTo>
                <a:lnTo>
                  <a:pt x="164520" y="358152"/>
                </a:lnTo>
                <a:lnTo>
                  <a:pt x="165002" y="347618"/>
                </a:lnTo>
                <a:lnTo>
                  <a:pt x="165421" y="337085"/>
                </a:lnTo>
                <a:lnTo>
                  <a:pt x="165772" y="326551"/>
                </a:lnTo>
                <a:lnTo>
                  <a:pt x="166056" y="316017"/>
                </a:lnTo>
                <a:lnTo>
                  <a:pt x="166280" y="305483"/>
                </a:lnTo>
                <a:lnTo>
                  <a:pt x="166453" y="294949"/>
                </a:lnTo>
                <a:lnTo>
                  <a:pt x="166587" y="284415"/>
                </a:lnTo>
                <a:lnTo>
                  <a:pt x="166691" y="273881"/>
                </a:lnTo>
                <a:lnTo>
                  <a:pt x="166768" y="263347"/>
                </a:lnTo>
                <a:lnTo>
                  <a:pt x="166812" y="252813"/>
                </a:lnTo>
                <a:lnTo>
                  <a:pt x="166804" y="242280"/>
                </a:lnTo>
                <a:lnTo>
                  <a:pt x="166708" y="231746"/>
                </a:lnTo>
                <a:lnTo>
                  <a:pt x="166469" y="221212"/>
                </a:lnTo>
                <a:lnTo>
                  <a:pt x="166007" y="210678"/>
                </a:lnTo>
                <a:lnTo>
                  <a:pt x="165216" y="200144"/>
                </a:lnTo>
                <a:lnTo>
                  <a:pt x="163958" y="189610"/>
                </a:lnTo>
                <a:lnTo>
                  <a:pt x="162069" y="179076"/>
                </a:lnTo>
                <a:lnTo>
                  <a:pt x="159357" y="168542"/>
                </a:lnTo>
                <a:lnTo>
                  <a:pt x="155611" y="158008"/>
                </a:lnTo>
                <a:lnTo>
                  <a:pt x="150612" y="147474"/>
                </a:lnTo>
                <a:lnTo>
                  <a:pt x="144158" y="136941"/>
                </a:lnTo>
                <a:lnTo>
                  <a:pt x="136085" y="126407"/>
                </a:lnTo>
                <a:lnTo>
                  <a:pt x="126297" y="115873"/>
                </a:lnTo>
                <a:lnTo>
                  <a:pt x="114801" y="105339"/>
                </a:lnTo>
                <a:lnTo>
                  <a:pt x="101735" y="94805"/>
                </a:lnTo>
                <a:lnTo>
                  <a:pt x="87385" y="84271"/>
                </a:lnTo>
                <a:lnTo>
                  <a:pt x="72199" y="73737"/>
                </a:lnTo>
                <a:lnTo>
                  <a:pt x="56771" y="63203"/>
                </a:lnTo>
                <a:lnTo>
                  <a:pt x="41814" y="52669"/>
                </a:lnTo>
                <a:lnTo>
                  <a:pt x="28107" y="42136"/>
                </a:lnTo>
                <a:lnTo>
                  <a:pt x="16436" y="31602"/>
                </a:lnTo>
                <a:lnTo>
                  <a:pt x="7512" y="21068"/>
                </a:lnTo>
                <a:lnTo>
                  <a:pt x="1910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4" y="10534"/>
                </a:lnTo>
                <a:lnTo>
                  <a:pt x="337202" y="21068"/>
                </a:lnTo>
                <a:lnTo>
                  <a:pt x="328279" y="31602"/>
                </a:lnTo>
                <a:lnTo>
                  <a:pt x="316607" y="42136"/>
                </a:lnTo>
                <a:lnTo>
                  <a:pt x="302900" y="52669"/>
                </a:lnTo>
                <a:lnTo>
                  <a:pt x="287943" y="63203"/>
                </a:lnTo>
                <a:lnTo>
                  <a:pt x="272515" y="73737"/>
                </a:lnTo>
                <a:lnTo>
                  <a:pt x="257329" y="84271"/>
                </a:lnTo>
                <a:lnTo>
                  <a:pt x="242980" y="94805"/>
                </a:lnTo>
                <a:lnTo>
                  <a:pt x="229913" y="105339"/>
                </a:lnTo>
                <a:lnTo>
                  <a:pt x="218417" y="115873"/>
                </a:lnTo>
                <a:lnTo>
                  <a:pt x="208630" y="126407"/>
                </a:lnTo>
                <a:lnTo>
                  <a:pt x="200556" y="136941"/>
                </a:lnTo>
                <a:lnTo>
                  <a:pt x="194102" y="147474"/>
                </a:lnTo>
                <a:lnTo>
                  <a:pt x="189104" y="158008"/>
                </a:lnTo>
                <a:lnTo>
                  <a:pt x="185357" y="168542"/>
                </a:lnTo>
                <a:lnTo>
                  <a:pt x="182645" y="179076"/>
                </a:lnTo>
                <a:lnTo>
                  <a:pt x="180756" y="189610"/>
                </a:lnTo>
                <a:lnTo>
                  <a:pt x="179499" y="200144"/>
                </a:lnTo>
                <a:lnTo>
                  <a:pt x="178707" y="210678"/>
                </a:lnTo>
                <a:lnTo>
                  <a:pt x="178245" y="221212"/>
                </a:lnTo>
                <a:lnTo>
                  <a:pt x="178006" y="231746"/>
                </a:lnTo>
                <a:lnTo>
                  <a:pt x="177911" y="242280"/>
                </a:lnTo>
                <a:lnTo>
                  <a:pt x="177903" y="252813"/>
                </a:lnTo>
                <a:lnTo>
                  <a:pt x="177947" y="263347"/>
                </a:lnTo>
                <a:lnTo>
                  <a:pt x="178024" y="273881"/>
                </a:lnTo>
                <a:lnTo>
                  <a:pt x="178128" y="284415"/>
                </a:lnTo>
                <a:lnTo>
                  <a:pt x="178261" y="294949"/>
                </a:lnTo>
                <a:lnTo>
                  <a:pt x="178434" y="305483"/>
                </a:lnTo>
                <a:lnTo>
                  <a:pt x="178658" y="316017"/>
                </a:lnTo>
                <a:lnTo>
                  <a:pt x="178942" y="326551"/>
                </a:lnTo>
                <a:lnTo>
                  <a:pt x="179293" y="337085"/>
                </a:lnTo>
                <a:lnTo>
                  <a:pt x="179713" y="347618"/>
                </a:lnTo>
                <a:lnTo>
                  <a:pt x="180194" y="358152"/>
                </a:lnTo>
                <a:lnTo>
                  <a:pt x="180726" y="368686"/>
                </a:lnTo>
                <a:lnTo>
                  <a:pt x="181288" y="379220"/>
                </a:lnTo>
                <a:lnTo>
                  <a:pt x="181860" y="389754"/>
                </a:lnTo>
                <a:lnTo>
                  <a:pt x="182419" y="400288"/>
                </a:lnTo>
                <a:lnTo>
                  <a:pt x="182944" y="410822"/>
                </a:lnTo>
                <a:lnTo>
                  <a:pt x="183418" y="421356"/>
                </a:lnTo>
                <a:lnTo>
                  <a:pt x="183833" y="431890"/>
                </a:lnTo>
                <a:lnTo>
                  <a:pt x="184186" y="442423"/>
                </a:lnTo>
                <a:lnTo>
                  <a:pt x="184478" y="452957"/>
                </a:lnTo>
                <a:lnTo>
                  <a:pt x="184717" y="463491"/>
                </a:lnTo>
                <a:lnTo>
                  <a:pt x="184911" y="474025"/>
                </a:lnTo>
                <a:lnTo>
                  <a:pt x="185067" y="484559"/>
                </a:lnTo>
                <a:lnTo>
                  <a:pt x="185186" y="495093"/>
                </a:lnTo>
                <a:lnTo>
                  <a:pt x="185263" y="505627"/>
                </a:lnTo>
                <a:lnTo>
                  <a:pt x="185290" y="516161"/>
                </a:lnTo>
                <a:lnTo>
                  <a:pt x="185251" y="526695"/>
                </a:lnTo>
                <a:lnTo>
                  <a:pt x="185128" y="537228"/>
                </a:lnTo>
                <a:lnTo>
                  <a:pt x="184903" y="547762"/>
                </a:lnTo>
                <a:lnTo>
                  <a:pt x="184564" y="558296"/>
                </a:lnTo>
                <a:lnTo>
                  <a:pt x="184105" y="568830"/>
                </a:lnTo>
                <a:lnTo>
                  <a:pt x="183529" y="579364"/>
                </a:lnTo>
                <a:lnTo>
                  <a:pt x="182851" y="589898"/>
                </a:lnTo>
                <a:lnTo>
                  <a:pt x="182093" y="600432"/>
                </a:lnTo>
                <a:lnTo>
                  <a:pt x="181286" y="610966"/>
                </a:lnTo>
                <a:lnTo>
                  <a:pt x="180463" y="621500"/>
                </a:lnTo>
                <a:lnTo>
                  <a:pt x="179661" y="632034"/>
                </a:lnTo>
                <a:lnTo>
                  <a:pt x="178913" y="642567"/>
                </a:lnTo>
                <a:lnTo>
                  <a:pt x="178247" y="653101"/>
                </a:lnTo>
                <a:lnTo>
                  <a:pt x="177687" y="663635"/>
                </a:lnTo>
                <a:lnTo>
                  <a:pt x="177249" y="674169"/>
                </a:lnTo>
                <a:lnTo>
                  <a:pt x="176942" y="684703"/>
                </a:lnTo>
                <a:lnTo>
                  <a:pt x="176770" y="695237"/>
                </a:lnTo>
                <a:lnTo>
                  <a:pt x="176732" y="705771"/>
                </a:lnTo>
                <a:lnTo>
                  <a:pt x="176823" y="716305"/>
                </a:lnTo>
                <a:lnTo>
                  <a:pt x="177034" y="726839"/>
                </a:lnTo>
                <a:lnTo>
                  <a:pt x="177351" y="737372"/>
                </a:lnTo>
                <a:lnTo>
                  <a:pt x="177758" y="747906"/>
                </a:lnTo>
                <a:lnTo>
                  <a:pt x="178233" y="758440"/>
                </a:lnTo>
                <a:lnTo>
                  <a:pt x="178753" y="768974"/>
                </a:lnTo>
                <a:lnTo>
                  <a:pt x="179288" y="779508"/>
                </a:lnTo>
                <a:lnTo>
                  <a:pt x="179806" y="790042"/>
                </a:lnTo>
                <a:lnTo>
                  <a:pt x="180277" y="800576"/>
                </a:lnTo>
                <a:lnTo>
                  <a:pt x="180670" y="811110"/>
                </a:lnTo>
                <a:lnTo>
                  <a:pt x="180959" y="821644"/>
                </a:lnTo>
                <a:lnTo>
                  <a:pt x="181122" y="832177"/>
                </a:lnTo>
                <a:lnTo>
                  <a:pt x="181148" y="842711"/>
                </a:lnTo>
                <a:lnTo>
                  <a:pt x="181033" y="853245"/>
                </a:lnTo>
                <a:lnTo>
                  <a:pt x="180784" y="863779"/>
                </a:lnTo>
                <a:lnTo>
                  <a:pt x="180413" y="874313"/>
                </a:lnTo>
                <a:lnTo>
                  <a:pt x="179941" y="884847"/>
                </a:lnTo>
                <a:lnTo>
                  <a:pt x="179394" y="895381"/>
                </a:lnTo>
                <a:lnTo>
                  <a:pt x="178796" y="905915"/>
                </a:lnTo>
                <a:lnTo>
                  <a:pt x="178177" y="916449"/>
                </a:lnTo>
                <a:lnTo>
                  <a:pt x="177559" y="926982"/>
                </a:lnTo>
                <a:lnTo>
                  <a:pt x="176965" y="937516"/>
                </a:lnTo>
                <a:lnTo>
                  <a:pt x="176413" y="948050"/>
                </a:lnTo>
                <a:lnTo>
                  <a:pt x="175917" y="958584"/>
                </a:lnTo>
                <a:lnTo>
                  <a:pt x="175489" y="969118"/>
                </a:lnTo>
                <a:lnTo>
                  <a:pt x="175135" y="979652"/>
                </a:lnTo>
                <a:lnTo>
                  <a:pt x="174862" y="990186"/>
                </a:lnTo>
                <a:lnTo>
                  <a:pt x="174670" y="1000720"/>
                </a:lnTo>
                <a:lnTo>
                  <a:pt x="174559" y="1011254"/>
                </a:lnTo>
                <a:lnTo>
                  <a:pt x="174525" y="1021788"/>
                </a:lnTo>
                <a:lnTo>
                  <a:pt x="174562" y="1032321"/>
                </a:lnTo>
                <a:lnTo>
                  <a:pt x="174658" y="1042855"/>
                </a:lnTo>
                <a:lnTo>
                  <a:pt x="174801" y="1053389"/>
                </a:lnTo>
                <a:lnTo>
                  <a:pt x="174974" y="1063923"/>
                </a:lnTo>
                <a:lnTo>
                  <a:pt x="175158" y="1074457"/>
                </a:lnTo>
                <a:lnTo>
                  <a:pt x="175335" y="1084991"/>
                </a:lnTo>
                <a:lnTo>
                  <a:pt x="175487" y="1095525"/>
                </a:lnTo>
                <a:lnTo>
                  <a:pt x="175598" y="1106059"/>
                </a:lnTo>
                <a:lnTo>
                  <a:pt x="175655" y="1116593"/>
                </a:lnTo>
                <a:lnTo>
                  <a:pt x="175650" y="1127126"/>
                </a:lnTo>
                <a:lnTo>
                  <a:pt x="175582" y="1137660"/>
                </a:lnTo>
                <a:lnTo>
                  <a:pt x="175453" y="1148194"/>
                </a:lnTo>
                <a:lnTo>
                  <a:pt x="175272" y="1158728"/>
                </a:lnTo>
                <a:lnTo>
                  <a:pt x="175051" y="1169262"/>
                </a:lnTo>
                <a:lnTo>
                  <a:pt x="174806" y="1179796"/>
                </a:lnTo>
                <a:lnTo>
                  <a:pt x="174552" y="1190330"/>
                </a:lnTo>
                <a:lnTo>
                  <a:pt x="174307" y="1200864"/>
                </a:lnTo>
                <a:lnTo>
                  <a:pt x="174084" y="1211398"/>
                </a:lnTo>
                <a:lnTo>
                  <a:pt x="173895" y="1221931"/>
                </a:lnTo>
                <a:lnTo>
                  <a:pt x="173750" y="1232465"/>
                </a:lnTo>
                <a:lnTo>
                  <a:pt x="173652" y="1242999"/>
                </a:lnTo>
                <a:lnTo>
                  <a:pt x="173603" y="1253533"/>
                </a:lnTo>
                <a:lnTo>
                  <a:pt x="173601" y="1264067"/>
                </a:lnTo>
                <a:lnTo>
                  <a:pt x="173639" y="1274601"/>
                </a:lnTo>
                <a:lnTo>
                  <a:pt x="173709" y="1285135"/>
                </a:lnTo>
                <a:lnTo>
                  <a:pt x="173804" y="1295669"/>
                </a:lnTo>
                <a:lnTo>
                  <a:pt x="173912" y="1306203"/>
                </a:lnTo>
                <a:lnTo>
                  <a:pt x="174024" y="1316736"/>
                </a:lnTo>
                <a:lnTo>
                  <a:pt x="174134" y="1327270"/>
                </a:lnTo>
                <a:lnTo>
                  <a:pt x="174233" y="1337804"/>
                </a:lnTo>
                <a:lnTo>
                  <a:pt x="174319" y="1348338"/>
                </a:lnTo>
                <a:lnTo>
                  <a:pt x="174388" y="1358872"/>
                </a:lnTo>
                <a:lnTo>
                  <a:pt x="174442" y="1369406"/>
                </a:lnTo>
                <a:lnTo>
                  <a:pt x="174481" y="1379940"/>
                </a:lnTo>
                <a:lnTo>
                  <a:pt x="174509" y="1390474"/>
                </a:lnTo>
                <a:lnTo>
                  <a:pt x="174528" y="1401008"/>
                </a:lnTo>
                <a:lnTo>
                  <a:pt x="174542" y="1411542"/>
                </a:lnTo>
                <a:lnTo>
                  <a:pt x="174554" y="1422075"/>
                </a:lnTo>
                <a:lnTo>
                  <a:pt x="174569" y="1432609"/>
                </a:lnTo>
                <a:lnTo>
                  <a:pt x="174590" y="1443143"/>
                </a:lnTo>
                <a:lnTo>
                  <a:pt x="174627" y="1453677"/>
                </a:lnTo>
                <a:lnTo>
                  <a:pt x="174691" y="1464211"/>
                </a:lnTo>
                <a:lnTo>
                  <a:pt x="174799" y="1474745"/>
                </a:lnTo>
                <a:lnTo>
                  <a:pt x="174979" y="1485279"/>
                </a:lnTo>
                <a:lnTo>
                  <a:pt x="175264" y="1495813"/>
                </a:lnTo>
                <a:lnTo>
                  <a:pt x="175699" y="1506347"/>
                </a:lnTo>
                <a:lnTo>
                  <a:pt x="176338" y="1516880"/>
                </a:lnTo>
                <a:lnTo>
                  <a:pt x="177239" y="1527414"/>
                </a:lnTo>
                <a:lnTo>
                  <a:pt x="178467" y="1537948"/>
                </a:lnTo>
                <a:lnTo>
                  <a:pt x="180079" y="1548482"/>
                </a:lnTo>
                <a:lnTo>
                  <a:pt x="182124" y="1559016"/>
                </a:lnTo>
                <a:lnTo>
                  <a:pt x="184631" y="1569550"/>
                </a:lnTo>
                <a:lnTo>
                  <a:pt x="187602" y="1580084"/>
                </a:lnTo>
                <a:lnTo>
                  <a:pt x="191002" y="1590618"/>
                </a:lnTo>
                <a:lnTo>
                  <a:pt x="194754" y="1601152"/>
                </a:lnTo>
                <a:lnTo>
                  <a:pt x="198741" y="1611685"/>
                </a:lnTo>
                <a:lnTo>
                  <a:pt x="202802" y="1622219"/>
                </a:lnTo>
                <a:lnTo>
                  <a:pt x="206747" y="1632753"/>
                </a:lnTo>
                <a:lnTo>
                  <a:pt x="210367" y="1643287"/>
                </a:lnTo>
                <a:lnTo>
                  <a:pt x="213453" y="1653821"/>
                </a:lnTo>
                <a:lnTo>
                  <a:pt x="215814" y="1664355"/>
                </a:lnTo>
                <a:lnTo>
                  <a:pt x="217297" y="1674889"/>
                </a:lnTo>
                <a:lnTo>
                  <a:pt x="217802" y="1685423"/>
                </a:lnTo>
                <a:lnTo>
                  <a:pt x="217802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135" name="data_5464">
            <a:extLst>
              <a:ext uri="{FF2B5EF4-FFF2-40B4-BE49-F238E27FC236}">
                <a16:creationId xmlns:a16="http://schemas.microsoft.com/office/drawing/2014/main" id="{F8469B43-7789-4DD5-931F-EEFAD6E00E89}"/>
              </a:ext>
            </a:extLst>
          </p:cNvPr>
          <p:cNvSpPr>
            <a:spLocks/>
          </p:cNvSpPr>
          <p:nvPr/>
        </p:nvSpPr>
        <p:spPr>
          <a:xfrm>
            <a:off x="7744337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86763" y="1685423"/>
                </a:moveTo>
                <a:lnTo>
                  <a:pt x="57951" y="1685423"/>
                </a:lnTo>
                <a:lnTo>
                  <a:pt x="59120" y="1674889"/>
                </a:lnTo>
                <a:lnTo>
                  <a:pt x="62545" y="1664355"/>
                </a:lnTo>
                <a:lnTo>
                  <a:pt x="67997" y="1653821"/>
                </a:lnTo>
                <a:lnTo>
                  <a:pt x="75123" y="1643287"/>
                </a:lnTo>
                <a:lnTo>
                  <a:pt x="83480" y="1632753"/>
                </a:lnTo>
                <a:lnTo>
                  <a:pt x="92583" y="1622219"/>
                </a:lnTo>
                <a:lnTo>
                  <a:pt x="101952" y="1611685"/>
                </a:lnTo>
                <a:lnTo>
                  <a:pt x="111149" y="1601152"/>
                </a:lnTo>
                <a:lnTo>
                  <a:pt x="119810" y="1590618"/>
                </a:lnTo>
                <a:lnTo>
                  <a:pt x="127664" y="1580084"/>
                </a:lnTo>
                <a:lnTo>
                  <a:pt x="134540" y="1569550"/>
                </a:lnTo>
                <a:lnTo>
                  <a:pt x="140363" y="1559016"/>
                </a:lnTo>
                <a:lnTo>
                  <a:pt x="145137" y="1548482"/>
                </a:lnTo>
                <a:lnTo>
                  <a:pt x="148931" y="1537948"/>
                </a:lnTo>
                <a:lnTo>
                  <a:pt x="151853" y="1527414"/>
                </a:lnTo>
                <a:lnTo>
                  <a:pt x="154039" y="1516880"/>
                </a:lnTo>
                <a:lnTo>
                  <a:pt x="155629" y="1506347"/>
                </a:lnTo>
                <a:lnTo>
                  <a:pt x="156758" y="1495813"/>
                </a:lnTo>
                <a:lnTo>
                  <a:pt x="157548" y="1485279"/>
                </a:lnTo>
                <a:lnTo>
                  <a:pt x="158103" y="1474745"/>
                </a:lnTo>
                <a:lnTo>
                  <a:pt x="158506" y="1464211"/>
                </a:lnTo>
                <a:lnTo>
                  <a:pt x="158824" y="1453677"/>
                </a:lnTo>
                <a:lnTo>
                  <a:pt x="159104" y="1443143"/>
                </a:lnTo>
                <a:lnTo>
                  <a:pt x="159377" y="1432609"/>
                </a:lnTo>
                <a:lnTo>
                  <a:pt x="159664" y="1422075"/>
                </a:lnTo>
                <a:lnTo>
                  <a:pt x="159972" y="1411542"/>
                </a:lnTo>
                <a:lnTo>
                  <a:pt x="160300" y="1401008"/>
                </a:lnTo>
                <a:lnTo>
                  <a:pt x="160639" y="1390474"/>
                </a:lnTo>
                <a:lnTo>
                  <a:pt x="160977" y="1379940"/>
                </a:lnTo>
                <a:lnTo>
                  <a:pt x="161297" y="1369406"/>
                </a:lnTo>
                <a:lnTo>
                  <a:pt x="161581" y="1358872"/>
                </a:lnTo>
                <a:lnTo>
                  <a:pt x="161814" y="1348338"/>
                </a:lnTo>
                <a:lnTo>
                  <a:pt x="161985" y="1337804"/>
                </a:lnTo>
                <a:lnTo>
                  <a:pt x="162086" y="1327270"/>
                </a:lnTo>
                <a:lnTo>
                  <a:pt x="162117" y="1316736"/>
                </a:lnTo>
                <a:lnTo>
                  <a:pt x="162085" y="1306203"/>
                </a:lnTo>
                <a:lnTo>
                  <a:pt x="162002" y="1295669"/>
                </a:lnTo>
                <a:lnTo>
                  <a:pt x="161885" y="1285135"/>
                </a:lnTo>
                <a:lnTo>
                  <a:pt x="161755" y="1274601"/>
                </a:lnTo>
                <a:lnTo>
                  <a:pt x="161631" y="1264067"/>
                </a:lnTo>
                <a:lnTo>
                  <a:pt x="161533" y="1253533"/>
                </a:lnTo>
                <a:lnTo>
                  <a:pt x="161474" y="1242999"/>
                </a:lnTo>
                <a:lnTo>
                  <a:pt x="161462" y="1232465"/>
                </a:lnTo>
                <a:lnTo>
                  <a:pt x="161499" y="1221931"/>
                </a:lnTo>
                <a:lnTo>
                  <a:pt x="161579" y="1211398"/>
                </a:lnTo>
                <a:lnTo>
                  <a:pt x="161694" y="1200864"/>
                </a:lnTo>
                <a:lnTo>
                  <a:pt x="161830" y="1190330"/>
                </a:lnTo>
                <a:lnTo>
                  <a:pt x="161971" y="1179796"/>
                </a:lnTo>
                <a:lnTo>
                  <a:pt x="162106" y="1169262"/>
                </a:lnTo>
                <a:lnTo>
                  <a:pt x="162224" y="1158728"/>
                </a:lnTo>
                <a:lnTo>
                  <a:pt x="162321" y="1148194"/>
                </a:lnTo>
                <a:lnTo>
                  <a:pt x="162398" y="1137660"/>
                </a:lnTo>
                <a:lnTo>
                  <a:pt x="162462" y="1127126"/>
                </a:lnTo>
                <a:lnTo>
                  <a:pt x="162525" y="1116593"/>
                </a:lnTo>
                <a:lnTo>
                  <a:pt x="162602" y="1106059"/>
                </a:lnTo>
                <a:lnTo>
                  <a:pt x="162711" y="1095525"/>
                </a:lnTo>
                <a:lnTo>
                  <a:pt x="162867" y="1084991"/>
                </a:lnTo>
                <a:lnTo>
                  <a:pt x="163082" y="1074457"/>
                </a:lnTo>
                <a:lnTo>
                  <a:pt x="163364" y="1063923"/>
                </a:lnTo>
                <a:lnTo>
                  <a:pt x="163713" y="1053389"/>
                </a:lnTo>
                <a:lnTo>
                  <a:pt x="164120" y="1042855"/>
                </a:lnTo>
                <a:lnTo>
                  <a:pt x="164570" y="1032321"/>
                </a:lnTo>
                <a:lnTo>
                  <a:pt x="165039" y="1021788"/>
                </a:lnTo>
                <a:lnTo>
                  <a:pt x="165496" y="1011254"/>
                </a:lnTo>
                <a:lnTo>
                  <a:pt x="165909" y="1000720"/>
                </a:lnTo>
                <a:lnTo>
                  <a:pt x="166240" y="990186"/>
                </a:lnTo>
                <a:lnTo>
                  <a:pt x="166455" y="979652"/>
                </a:lnTo>
                <a:lnTo>
                  <a:pt x="166524" y="969118"/>
                </a:lnTo>
                <a:lnTo>
                  <a:pt x="166425" y="958584"/>
                </a:lnTo>
                <a:lnTo>
                  <a:pt x="166148" y="948050"/>
                </a:lnTo>
                <a:lnTo>
                  <a:pt x="165693" y="937516"/>
                </a:lnTo>
                <a:lnTo>
                  <a:pt x="165077" y="926982"/>
                </a:lnTo>
                <a:lnTo>
                  <a:pt x="164330" y="916449"/>
                </a:lnTo>
                <a:lnTo>
                  <a:pt x="163495" y="905915"/>
                </a:lnTo>
                <a:lnTo>
                  <a:pt x="162625" y="895381"/>
                </a:lnTo>
                <a:lnTo>
                  <a:pt x="161778" y="884847"/>
                </a:lnTo>
                <a:lnTo>
                  <a:pt x="161011" y="874313"/>
                </a:lnTo>
                <a:lnTo>
                  <a:pt x="160377" y="863779"/>
                </a:lnTo>
                <a:lnTo>
                  <a:pt x="159919" y="853245"/>
                </a:lnTo>
                <a:lnTo>
                  <a:pt x="159665" y="842711"/>
                </a:lnTo>
                <a:lnTo>
                  <a:pt x="159623" y="832177"/>
                </a:lnTo>
                <a:lnTo>
                  <a:pt x="159788" y="821644"/>
                </a:lnTo>
                <a:lnTo>
                  <a:pt x="160137" y="811110"/>
                </a:lnTo>
                <a:lnTo>
                  <a:pt x="160635" y="800576"/>
                </a:lnTo>
                <a:lnTo>
                  <a:pt x="161237" y="790042"/>
                </a:lnTo>
                <a:lnTo>
                  <a:pt x="161899" y="779508"/>
                </a:lnTo>
                <a:lnTo>
                  <a:pt x="162577" y="768974"/>
                </a:lnTo>
                <a:lnTo>
                  <a:pt x="163234" y="758440"/>
                </a:lnTo>
                <a:lnTo>
                  <a:pt x="163842" y="747906"/>
                </a:lnTo>
                <a:lnTo>
                  <a:pt x="164381" y="737372"/>
                </a:lnTo>
                <a:lnTo>
                  <a:pt x="164844" y="726839"/>
                </a:lnTo>
                <a:lnTo>
                  <a:pt x="165228" y="716305"/>
                </a:lnTo>
                <a:lnTo>
                  <a:pt x="165538" y="705771"/>
                </a:lnTo>
                <a:lnTo>
                  <a:pt x="165781" y="695237"/>
                </a:lnTo>
                <a:lnTo>
                  <a:pt x="165965" y="684703"/>
                </a:lnTo>
                <a:lnTo>
                  <a:pt x="166097" y="674169"/>
                </a:lnTo>
                <a:lnTo>
                  <a:pt x="166183" y="663635"/>
                </a:lnTo>
                <a:lnTo>
                  <a:pt x="166228" y="653101"/>
                </a:lnTo>
                <a:lnTo>
                  <a:pt x="166235" y="642567"/>
                </a:lnTo>
                <a:lnTo>
                  <a:pt x="166209" y="632034"/>
                </a:lnTo>
                <a:lnTo>
                  <a:pt x="166153" y="621500"/>
                </a:lnTo>
                <a:lnTo>
                  <a:pt x="166072" y="610966"/>
                </a:lnTo>
                <a:lnTo>
                  <a:pt x="165971" y="600432"/>
                </a:lnTo>
                <a:lnTo>
                  <a:pt x="165854" y="589898"/>
                </a:lnTo>
                <a:lnTo>
                  <a:pt x="165724" y="579364"/>
                </a:lnTo>
                <a:lnTo>
                  <a:pt x="165579" y="568830"/>
                </a:lnTo>
                <a:lnTo>
                  <a:pt x="165417" y="558296"/>
                </a:lnTo>
                <a:lnTo>
                  <a:pt x="165231" y="547762"/>
                </a:lnTo>
                <a:lnTo>
                  <a:pt x="165013" y="537228"/>
                </a:lnTo>
                <a:lnTo>
                  <a:pt x="164756" y="526695"/>
                </a:lnTo>
                <a:lnTo>
                  <a:pt x="164453" y="516161"/>
                </a:lnTo>
                <a:lnTo>
                  <a:pt x="164104" y="505627"/>
                </a:lnTo>
                <a:lnTo>
                  <a:pt x="163715" y="495093"/>
                </a:lnTo>
                <a:lnTo>
                  <a:pt x="163301" y="484559"/>
                </a:lnTo>
                <a:lnTo>
                  <a:pt x="162883" y="474025"/>
                </a:lnTo>
                <a:lnTo>
                  <a:pt x="162490" y="463491"/>
                </a:lnTo>
                <a:lnTo>
                  <a:pt x="162152" y="452957"/>
                </a:lnTo>
                <a:lnTo>
                  <a:pt x="161900" y="442423"/>
                </a:lnTo>
                <a:lnTo>
                  <a:pt x="161758" y="431890"/>
                </a:lnTo>
                <a:lnTo>
                  <a:pt x="161743" y="421356"/>
                </a:lnTo>
                <a:lnTo>
                  <a:pt x="161858" y="410822"/>
                </a:lnTo>
                <a:lnTo>
                  <a:pt x="162095" y="400288"/>
                </a:lnTo>
                <a:lnTo>
                  <a:pt x="162432" y="389754"/>
                </a:lnTo>
                <a:lnTo>
                  <a:pt x="162838" y="379220"/>
                </a:lnTo>
                <a:lnTo>
                  <a:pt x="163274" y="368686"/>
                </a:lnTo>
                <a:lnTo>
                  <a:pt x="163698" y="358152"/>
                </a:lnTo>
                <a:lnTo>
                  <a:pt x="164074" y="347618"/>
                </a:lnTo>
                <a:lnTo>
                  <a:pt x="164367" y="337085"/>
                </a:lnTo>
                <a:lnTo>
                  <a:pt x="164555" y="326551"/>
                </a:lnTo>
                <a:lnTo>
                  <a:pt x="164625" y="316017"/>
                </a:lnTo>
                <a:lnTo>
                  <a:pt x="164577" y="305483"/>
                </a:lnTo>
                <a:lnTo>
                  <a:pt x="164416" y="294949"/>
                </a:lnTo>
                <a:lnTo>
                  <a:pt x="164161" y="284415"/>
                </a:lnTo>
                <a:lnTo>
                  <a:pt x="163829" y="273881"/>
                </a:lnTo>
                <a:lnTo>
                  <a:pt x="163440" y="263347"/>
                </a:lnTo>
                <a:lnTo>
                  <a:pt x="163009" y="252813"/>
                </a:lnTo>
                <a:lnTo>
                  <a:pt x="162539" y="242280"/>
                </a:lnTo>
                <a:lnTo>
                  <a:pt x="162021" y="231746"/>
                </a:lnTo>
                <a:lnTo>
                  <a:pt x="161423" y="221212"/>
                </a:lnTo>
                <a:lnTo>
                  <a:pt x="160688" y="210678"/>
                </a:lnTo>
                <a:lnTo>
                  <a:pt x="159725" y="200144"/>
                </a:lnTo>
                <a:lnTo>
                  <a:pt x="158411" y="189610"/>
                </a:lnTo>
                <a:lnTo>
                  <a:pt x="156586" y="179076"/>
                </a:lnTo>
                <a:lnTo>
                  <a:pt x="154055" y="168542"/>
                </a:lnTo>
                <a:lnTo>
                  <a:pt x="150598" y="158008"/>
                </a:lnTo>
                <a:lnTo>
                  <a:pt x="145980" y="147474"/>
                </a:lnTo>
                <a:lnTo>
                  <a:pt x="139978" y="136941"/>
                </a:lnTo>
                <a:lnTo>
                  <a:pt x="132405" y="126407"/>
                </a:lnTo>
                <a:lnTo>
                  <a:pt x="123140" y="115873"/>
                </a:lnTo>
                <a:lnTo>
                  <a:pt x="112167" y="105339"/>
                </a:lnTo>
                <a:lnTo>
                  <a:pt x="99601" y="94805"/>
                </a:lnTo>
                <a:lnTo>
                  <a:pt x="85714" y="84271"/>
                </a:lnTo>
                <a:lnTo>
                  <a:pt x="70939" y="73737"/>
                </a:lnTo>
                <a:lnTo>
                  <a:pt x="55864" y="63203"/>
                </a:lnTo>
                <a:lnTo>
                  <a:pt x="41198" y="52669"/>
                </a:lnTo>
                <a:lnTo>
                  <a:pt x="27723" y="42136"/>
                </a:lnTo>
                <a:lnTo>
                  <a:pt x="16224" y="31602"/>
                </a:lnTo>
                <a:lnTo>
                  <a:pt x="7420" y="21068"/>
                </a:lnTo>
                <a:lnTo>
                  <a:pt x="1887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27" y="10534"/>
                </a:lnTo>
                <a:lnTo>
                  <a:pt x="337295" y="21068"/>
                </a:lnTo>
                <a:lnTo>
                  <a:pt x="328491" y="31602"/>
                </a:lnTo>
                <a:lnTo>
                  <a:pt x="316992" y="42136"/>
                </a:lnTo>
                <a:lnTo>
                  <a:pt x="303516" y="52669"/>
                </a:lnTo>
                <a:lnTo>
                  <a:pt x="288850" y="63203"/>
                </a:lnTo>
                <a:lnTo>
                  <a:pt x="273775" y="73737"/>
                </a:lnTo>
                <a:lnTo>
                  <a:pt x="259000" y="84271"/>
                </a:lnTo>
                <a:lnTo>
                  <a:pt x="245113" y="94805"/>
                </a:lnTo>
                <a:lnTo>
                  <a:pt x="232547" y="105339"/>
                </a:lnTo>
                <a:lnTo>
                  <a:pt x="221574" y="115873"/>
                </a:lnTo>
                <a:lnTo>
                  <a:pt x="212309" y="126407"/>
                </a:lnTo>
                <a:lnTo>
                  <a:pt x="204736" y="136941"/>
                </a:lnTo>
                <a:lnTo>
                  <a:pt x="198734" y="147474"/>
                </a:lnTo>
                <a:lnTo>
                  <a:pt x="194117" y="158008"/>
                </a:lnTo>
                <a:lnTo>
                  <a:pt x="190659" y="168542"/>
                </a:lnTo>
                <a:lnTo>
                  <a:pt x="188128" y="179076"/>
                </a:lnTo>
                <a:lnTo>
                  <a:pt x="186303" y="189610"/>
                </a:lnTo>
                <a:lnTo>
                  <a:pt x="184989" y="200144"/>
                </a:lnTo>
                <a:lnTo>
                  <a:pt x="184027" y="210678"/>
                </a:lnTo>
                <a:lnTo>
                  <a:pt x="183291" y="221212"/>
                </a:lnTo>
                <a:lnTo>
                  <a:pt x="182693" y="231746"/>
                </a:lnTo>
                <a:lnTo>
                  <a:pt x="182175" y="242280"/>
                </a:lnTo>
                <a:lnTo>
                  <a:pt x="181706" y="252813"/>
                </a:lnTo>
                <a:lnTo>
                  <a:pt x="181274" y="263347"/>
                </a:lnTo>
                <a:lnTo>
                  <a:pt x="180885" y="273881"/>
                </a:lnTo>
                <a:lnTo>
                  <a:pt x="180553" y="284415"/>
                </a:lnTo>
                <a:lnTo>
                  <a:pt x="180298" y="294949"/>
                </a:lnTo>
                <a:lnTo>
                  <a:pt x="180138" y="305483"/>
                </a:lnTo>
                <a:lnTo>
                  <a:pt x="180089" y="316017"/>
                </a:lnTo>
                <a:lnTo>
                  <a:pt x="180159" y="326551"/>
                </a:lnTo>
                <a:lnTo>
                  <a:pt x="180347" y="337085"/>
                </a:lnTo>
                <a:lnTo>
                  <a:pt x="180641" y="347618"/>
                </a:lnTo>
                <a:lnTo>
                  <a:pt x="181016" y="358152"/>
                </a:lnTo>
                <a:lnTo>
                  <a:pt x="181441" y="368686"/>
                </a:lnTo>
                <a:lnTo>
                  <a:pt x="181876" y="379220"/>
                </a:lnTo>
                <a:lnTo>
                  <a:pt x="182282" y="389754"/>
                </a:lnTo>
                <a:lnTo>
                  <a:pt x="182619" y="400288"/>
                </a:lnTo>
                <a:lnTo>
                  <a:pt x="182856" y="410822"/>
                </a:lnTo>
                <a:lnTo>
                  <a:pt x="182971" y="421356"/>
                </a:lnTo>
                <a:lnTo>
                  <a:pt x="182956" y="431890"/>
                </a:lnTo>
                <a:lnTo>
                  <a:pt x="182814" y="442423"/>
                </a:lnTo>
                <a:lnTo>
                  <a:pt x="182562" y="452957"/>
                </a:lnTo>
                <a:lnTo>
                  <a:pt x="182224" y="463491"/>
                </a:lnTo>
                <a:lnTo>
                  <a:pt x="181831" y="474025"/>
                </a:lnTo>
                <a:lnTo>
                  <a:pt x="181413" y="484559"/>
                </a:lnTo>
                <a:lnTo>
                  <a:pt x="180999" y="495093"/>
                </a:lnTo>
                <a:lnTo>
                  <a:pt x="180610" y="505627"/>
                </a:lnTo>
                <a:lnTo>
                  <a:pt x="180261" y="516161"/>
                </a:lnTo>
                <a:lnTo>
                  <a:pt x="179958" y="526695"/>
                </a:lnTo>
                <a:lnTo>
                  <a:pt x="179701" y="537228"/>
                </a:lnTo>
                <a:lnTo>
                  <a:pt x="179483" y="547762"/>
                </a:lnTo>
                <a:lnTo>
                  <a:pt x="179297" y="558296"/>
                </a:lnTo>
                <a:lnTo>
                  <a:pt x="179135" y="568830"/>
                </a:lnTo>
                <a:lnTo>
                  <a:pt x="178991" y="579364"/>
                </a:lnTo>
                <a:lnTo>
                  <a:pt x="178860" y="589898"/>
                </a:lnTo>
                <a:lnTo>
                  <a:pt x="178743" y="600432"/>
                </a:lnTo>
                <a:lnTo>
                  <a:pt x="178642" y="610966"/>
                </a:lnTo>
                <a:lnTo>
                  <a:pt x="178561" y="621500"/>
                </a:lnTo>
                <a:lnTo>
                  <a:pt x="178506" y="632034"/>
                </a:lnTo>
                <a:lnTo>
                  <a:pt x="178479" y="642567"/>
                </a:lnTo>
                <a:lnTo>
                  <a:pt x="178487" y="653101"/>
                </a:lnTo>
                <a:lnTo>
                  <a:pt x="178531" y="663635"/>
                </a:lnTo>
                <a:lnTo>
                  <a:pt x="178617" y="674169"/>
                </a:lnTo>
                <a:lnTo>
                  <a:pt x="178749" y="684703"/>
                </a:lnTo>
                <a:lnTo>
                  <a:pt x="178933" y="695237"/>
                </a:lnTo>
                <a:lnTo>
                  <a:pt x="179176" y="705771"/>
                </a:lnTo>
                <a:lnTo>
                  <a:pt x="179486" y="716305"/>
                </a:lnTo>
                <a:lnTo>
                  <a:pt x="179870" y="726839"/>
                </a:lnTo>
                <a:lnTo>
                  <a:pt x="180333" y="737372"/>
                </a:lnTo>
                <a:lnTo>
                  <a:pt x="180873" y="747906"/>
                </a:lnTo>
                <a:lnTo>
                  <a:pt x="181480" y="758440"/>
                </a:lnTo>
                <a:lnTo>
                  <a:pt x="182137" y="768974"/>
                </a:lnTo>
                <a:lnTo>
                  <a:pt x="182815" y="779508"/>
                </a:lnTo>
                <a:lnTo>
                  <a:pt x="183477" y="790042"/>
                </a:lnTo>
                <a:lnTo>
                  <a:pt x="184080" y="800576"/>
                </a:lnTo>
                <a:lnTo>
                  <a:pt x="184577" y="811110"/>
                </a:lnTo>
                <a:lnTo>
                  <a:pt x="184926" y="821644"/>
                </a:lnTo>
                <a:lnTo>
                  <a:pt x="185091" y="832177"/>
                </a:lnTo>
                <a:lnTo>
                  <a:pt x="185050" y="842711"/>
                </a:lnTo>
                <a:lnTo>
                  <a:pt x="184795" y="853245"/>
                </a:lnTo>
                <a:lnTo>
                  <a:pt x="184337" y="863779"/>
                </a:lnTo>
                <a:lnTo>
                  <a:pt x="183703" y="874313"/>
                </a:lnTo>
                <a:lnTo>
                  <a:pt x="182937" y="884847"/>
                </a:lnTo>
                <a:lnTo>
                  <a:pt x="182089" y="895381"/>
                </a:lnTo>
                <a:lnTo>
                  <a:pt x="181219" y="905915"/>
                </a:lnTo>
                <a:lnTo>
                  <a:pt x="180384" y="916449"/>
                </a:lnTo>
                <a:lnTo>
                  <a:pt x="179637" y="926982"/>
                </a:lnTo>
                <a:lnTo>
                  <a:pt x="179021" y="937516"/>
                </a:lnTo>
                <a:lnTo>
                  <a:pt x="178566" y="948050"/>
                </a:lnTo>
                <a:lnTo>
                  <a:pt x="178289" y="958584"/>
                </a:lnTo>
                <a:lnTo>
                  <a:pt x="178190" y="969118"/>
                </a:lnTo>
                <a:lnTo>
                  <a:pt x="178259" y="979652"/>
                </a:lnTo>
                <a:lnTo>
                  <a:pt x="178475" y="990186"/>
                </a:lnTo>
                <a:lnTo>
                  <a:pt x="178806" y="1000720"/>
                </a:lnTo>
                <a:lnTo>
                  <a:pt x="179218" y="1011254"/>
                </a:lnTo>
                <a:lnTo>
                  <a:pt x="179676" y="1021788"/>
                </a:lnTo>
                <a:lnTo>
                  <a:pt x="180144" y="1032321"/>
                </a:lnTo>
                <a:lnTo>
                  <a:pt x="180594" y="1042855"/>
                </a:lnTo>
                <a:lnTo>
                  <a:pt x="181002" y="1053389"/>
                </a:lnTo>
                <a:lnTo>
                  <a:pt x="181350" y="1063923"/>
                </a:lnTo>
                <a:lnTo>
                  <a:pt x="181632" y="1074457"/>
                </a:lnTo>
                <a:lnTo>
                  <a:pt x="181848" y="1084991"/>
                </a:lnTo>
                <a:lnTo>
                  <a:pt x="182003" y="1095525"/>
                </a:lnTo>
                <a:lnTo>
                  <a:pt x="182112" y="1106059"/>
                </a:lnTo>
                <a:lnTo>
                  <a:pt x="182190" y="1116593"/>
                </a:lnTo>
                <a:lnTo>
                  <a:pt x="182252" y="1127126"/>
                </a:lnTo>
                <a:lnTo>
                  <a:pt x="182316" y="1137660"/>
                </a:lnTo>
                <a:lnTo>
                  <a:pt x="182393" y="1148194"/>
                </a:lnTo>
                <a:lnTo>
                  <a:pt x="182490" y="1158728"/>
                </a:lnTo>
                <a:lnTo>
                  <a:pt x="182608" y="1169262"/>
                </a:lnTo>
                <a:lnTo>
                  <a:pt x="182743" y="1179796"/>
                </a:lnTo>
                <a:lnTo>
                  <a:pt x="182885" y="1190330"/>
                </a:lnTo>
                <a:lnTo>
                  <a:pt x="183020" y="1200864"/>
                </a:lnTo>
                <a:lnTo>
                  <a:pt x="183135" y="1211398"/>
                </a:lnTo>
                <a:lnTo>
                  <a:pt x="183216" y="1221931"/>
                </a:lnTo>
                <a:lnTo>
                  <a:pt x="183252" y="1232465"/>
                </a:lnTo>
                <a:lnTo>
                  <a:pt x="183240" y="1242999"/>
                </a:lnTo>
                <a:lnTo>
                  <a:pt x="183181" y="1253533"/>
                </a:lnTo>
                <a:lnTo>
                  <a:pt x="183083" y="1264067"/>
                </a:lnTo>
                <a:lnTo>
                  <a:pt x="182960" y="1274601"/>
                </a:lnTo>
                <a:lnTo>
                  <a:pt x="182829" y="1285135"/>
                </a:lnTo>
                <a:lnTo>
                  <a:pt x="182713" y="1295669"/>
                </a:lnTo>
                <a:lnTo>
                  <a:pt x="182630" y="1306203"/>
                </a:lnTo>
                <a:lnTo>
                  <a:pt x="182597" y="1316736"/>
                </a:lnTo>
                <a:lnTo>
                  <a:pt x="182628" y="1327270"/>
                </a:lnTo>
                <a:lnTo>
                  <a:pt x="182729" y="1337804"/>
                </a:lnTo>
                <a:lnTo>
                  <a:pt x="182900" y="1348338"/>
                </a:lnTo>
                <a:lnTo>
                  <a:pt x="183133" y="1358872"/>
                </a:lnTo>
                <a:lnTo>
                  <a:pt x="183417" y="1369406"/>
                </a:lnTo>
                <a:lnTo>
                  <a:pt x="183737" y="1379940"/>
                </a:lnTo>
                <a:lnTo>
                  <a:pt x="184075" y="1390474"/>
                </a:lnTo>
                <a:lnTo>
                  <a:pt x="184415" y="1401008"/>
                </a:lnTo>
                <a:lnTo>
                  <a:pt x="184742" y="1411542"/>
                </a:lnTo>
                <a:lnTo>
                  <a:pt x="185050" y="1422075"/>
                </a:lnTo>
                <a:lnTo>
                  <a:pt x="185337" y="1432609"/>
                </a:lnTo>
                <a:lnTo>
                  <a:pt x="185611" y="1443143"/>
                </a:lnTo>
                <a:lnTo>
                  <a:pt x="185890" y="1453677"/>
                </a:lnTo>
                <a:lnTo>
                  <a:pt x="186208" y="1464211"/>
                </a:lnTo>
                <a:lnTo>
                  <a:pt x="186611" y="1474745"/>
                </a:lnTo>
                <a:lnTo>
                  <a:pt x="187166" y="1485279"/>
                </a:lnTo>
                <a:lnTo>
                  <a:pt x="187956" y="1495813"/>
                </a:lnTo>
                <a:lnTo>
                  <a:pt x="189085" y="1506347"/>
                </a:lnTo>
                <a:lnTo>
                  <a:pt x="190675" y="1516880"/>
                </a:lnTo>
                <a:lnTo>
                  <a:pt x="192861" y="1527414"/>
                </a:lnTo>
                <a:lnTo>
                  <a:pt x="195784" y="1537948"/>
                </a:lnTo>
                <a:lnTo>
                  <a:pt x="199577" y="1548482"/>
                </a:lnTo>
                <a:lnTo>
                  <a:pt x="204351" y="1559016"/>
                </a:lnTo>
                <a:lnTo>
                  <a:pt x="210174" y="1569550"/>
                </a:lnTo>
                <a:lnTo>
                  <a:pt x="217050" y="1580084"/>
                </a:lnTo>
                <a:lnTo>
                  <a:pt x="224905" y="1590618"/>
                </a:lnTo>
                <a:lnTo>
                  <a:pt x="233565" y="1601152"/>
                </a:lnTo>
                <a:lnTo>
                  <a:pt x="242762" y="1611685"/>
                </a:lnTo>
                <a:lnTo>
                  <a:pt x="252131" y="1622219"/>
                </a:lnTo>
                <a:lnTo>
                  <a:pt x="261235" y="1632753"/>
                </a:lnTo>
                <a:lnTo>
                  <a:pt x="269591" y="1643287"/>
                </a:lnTo>
                <a:lnTo>
                  <a:pt x="276717" y="1653821"/>
                </a:lnTo>
                <a:lnTo>
                  <a:pt x="282170" y="1664355"/>
                </a:lnTo>
                <a:lnTo>
                  <a:pt x="285595" y="1674889"/>
                </a:lnTo>
                <a:lnTo>
                  <a:pt x="286763" y="1685423"/>
                </a:lnTo>
                <a:lnTo>
                  <a:pt x="286763" y="1685423"/>
                </a:lnTo>
                <a:close/>
              </a:path>
            </a:pathLst>
          </a:custGeom>
          <a:solidFill>
            <a:srgbClr val="A1ABB3">
              <a:alpha val="18000"/>
            </a:srgbClr>
          </a:solidFill>
          <a:ln w="11527">
            <a:solidFill>
              <a:srgbClr val="A1ABB3">
                <a:alpha val="18000"/>
              </a:srgbClr>
            </a:solidFill>
            <a:prstDash val="solid"/>
          </a:ln>
        </p:spPr>
      </p:sp>
      <p:sp>
        <p:nvSpPr>
          <p:cNvPr id="1136" name="data_5465">
            <a:extLst>
              <a:ext uri="{FF2B5EF4-FFF2-40B4-BE49-F238E27FC236}">
                <a16:creationId xmlns:a16="http://schemas.microsoft.com/office/drawing/2014/main" id="{50F80389-06EA-4FA3-ADEC-96C436174B32}"/>
              </a:ext>
            </a:extLst>
          </p:cNvPr>
          <p:cNvSpPr>
            <a:spLocks/>
          </p:cNvSpPr>
          <p:nvPr/>
        </p:nvSpPr>
        <p:spPr>
          <a:xfrm>
            <a:off x="8210167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55006" y="1685423"/>
                </a:moveTo>
                <a:lnTo>
                  <a:pt x="89708" y="1685423"/>
                </a:lnTo>
                <a:lnTo>
                  <a:pt x="90581" y="1674889"/>
                </a:lnTo>
                <a:lnTo>
                  <a:pt x="93140" y="1664355"/>
                </a:lnTo>
                <a:lnTo>
                  <a:pt x="97218" y="1653821"/>
                </a:lnTo>
                <a:lnTo>
                  <a:pt x="102556" y="1643287"/>
                </a:lnTo>
                <a:lnTo>
                  <a:pt x="108829" y="1632753"/>
                </a:lnTo>
                <a:lnTo>
                  <a:pt x="115681" y="1622219"/>
                </a:lnTo>
                <a:lnTo>
                  <a:pt x="122757" y="1611685"/>
                </a:lnTo>
                <a:lnTo>
                  <a:pt x="129735" y="1601152"/>
                </a:lnTo>
                <a:lnTo>
                  <a:pt x="136343" y="1590618"/>
                </a:lnTo>
                <a:lnTo>
                  <a:pt x="142379" y="1580084"/>
                </a:lnTo>
                <a:lnTo>
                  <a:pt x="147711" y="1569550"/>
                </a:lnTo>
                <a:lnTo>
                  <a:pt x="152277" y="1559016"/>
                </a:lnTo>
                <a:lnTo>
                  <a:pt x="156076" y="1548482"/>
                </a:lnTo>
                <a:lnTo>
                  <a:pt x="159148" y="1537948"/>
                </a:lnTo>
                <a:lnTo>
                  <a:pt x="161569" y="1527414"/>
                </a:lnTo>
                <a:lnTo>
                  <a:pt x="163428" y="1516880"/>
                </a:lnTo>
                <a:lnTo>
                  <a:pt x="164820" y="1506347"/>
                </a:lnTo>
                <a:lnTo>
                  <a:pt x="165837" y="1495813"/>
                </a:lnTo>
                <a:lnTo>
                  <a:pt x="166560" y="1485279"/>
                </a:lnTo>
                <a:lnTo>
                  <a:pt x="167057" y="1474745"/>
                </a:lnTo>
                <a:lnTo>
                  <a:pt x="167383" y="1464211"/>
                </a:lnTo>
                <a:lnTo>
                  <a:pt x="167581" y="1453677"/>
                </a:lnTo>
                <a:lnTo>
                  <a:pt x="167683" y="1443143"/>
                </a:lnTo>
                <a:lnTo>
                  <a:pt x="167713" y="1432609"/>
                </a:lnTo>
                <a:lnTo>
                  <a:pt x="167688" y="1422075"/>
                </a:lnTo>
                <a:lnTo>
                  <a:pt x="167621" y="1411542"/>
                </a:lnTo>
                <a:lnTo>
                  <a:pt x="167521" y="1401008"/>
                </a:lnTo>
                <a:lnTo>
                  <a:pt x="167395" y="1390474"/>
                </a:lnTo>
                <a:lnTo>
                  <a:pt x="167248" y="1379940"/>
                </a:lnTo>
                <a:lnTo>
                  <a:pt x="167084" y="1369406"/>
                </a:lnTo>
                <a:lnTo>
                  <a:pt x="166905" y="1358872"/>
                </a:lnTo>
                <a:lnTo>
                  <a:pt x="166714" y="1348338"/>
                </a:lnTo>
                <a:lnTo>
                  <a:pt x="166516" y="1337804"/>
                </a:lnTo>
                <a:lnTo>
                  <a:pt x="166315" y="1327270"/>
                </a:lnTo>
                <a:lnTo>
                  <a:pt x="166117" y="1316736"/>
                </a:lnTo>
                <a:lnTo>
                  <a:pt x="165928" y="1306203"/>
                </a:lnTo>
                <a:lnTo>
                  <a:pt x="165756" y="1295669"/>
                </a:lnTo>
                <a:lnTo>
                  <a:pt x="165609" y="1285135"/>
                </a:lnTo>
                <a:lnTo>
                  <a:pt x="165494" y="1274601"/>
                </a:lnTo>
                <a:lnTo>
                  <a:pt x="165416" y="1264067"/>
                </a:lnTo>
                <a:lnTo>
                  <a:pt x="165378" y="1253533"/>
                </a:lnTo>
                <a:lnTo>
                  <a:pt x="165382" y="1242999"/>
                </a:lnTo>
                <a:lnTo>
                  <a:pt x="165424" y="1232465"/>
                </a:lnTo>
                <a:lnTo>
                  <a:pt x="165501" y="1221931"/>
                </a:lnTo>
                <a:lnTo>
                  <a:pt x="165607" y="1211398"/>
                </a:lnTo>
                <a:lnTo>
                  <a:pt x="165738" y="1200864"/>
                </a:lnTo>
                <a:lnTo>
                  <a:pt x="165888" y="1190330"/>
                </a:lnTo>
                <a:lnTo>
                  <a:pt x="166055" y="1179796"/>
                </a:lnTo>
                <a:lnTo>
                  <a:pt x="166239" y="1169262"/>
                </a:lnTo>
                <a:lnTo>
                  <a:pt x="166443" y="1158728"/>
                </a:lnTo>
                <a:lnTo>
                  <a:pt x="166669" y="1148194"/>
                </a:lnTo>
                <a:lnTo>
                  <a:pt x="166922" y="1137660"/>
                </a:lnTo>
                <a:lnTo>
                  <a:pt x="167206" y="1127126"/>
                </a:lnTo>
                <a:lnTo>
                  <a:pt x="167522" y="1116593"/>
                </a:lnTo>
                <a:lnTo>
                  <a:pt x="167868" y="1106059"/>
                </a:lnTo>
                <a:lnTo>
                  <a:pt x="168241" y="1095525"/>
                </a:lnTo>
                <a:lnTo>
                  <a:pt x="168632" y="1084991"/>
                </a:lnTo>
                <a:lnTo>
                  <a:pt x="169029" y="1074457"/>
                </a:lnTo>
                <a:lnTo>
                  <a:pt x="169418" y="1063923"/>
                </a:lnTo>
                <a:lnTo>
                  <a:pt x="169781" y="1053389"/>
                </a:lnTo>
                <a:lnTo>
                  <a:pt x="170102" y="1042855"/>
                </a:lnTo>
                <a:lnTo>
                  <a:pt x="170363" y="1032321"/>
                </a:lnTo>
                <a:lnTo>
                  <a:pt x="170545" y="1021788"/>
                </a:lnTo>
                <a:lnTo>
                  <a:pt x="170633" y="1011254"/>
                </a:lnTo>
                <a:lnTo>
                  <a:pt x="170611" y="1000720"/>
                </a:lnTo>
                <a:lnTo>
                  <a:pt x="170465" y="990186"/>
                </a:lnTo>
                <a:lnTo>
                  <a:pt x="170187" y="979652"/>
                </a:lnTo>
                <a:lnTo>
                  <a:pt x="169768" y="969118"/>
                </a:lnTo>
                <a:lnTo>
                  <a:pt x="169208" y="958584"/>
                </a:lnTo>
                <a:lnTo>
                  <a:pt x="168513" y="948050"/>
                </a:lnTo>
                <a:lnTo>
                  <a:pt x="167697" y="937516"/>
                </a:lnTo>
                <a:lnTo>
                  <a:pt x="166783" y="926982"/>
                </a:lnTo>
                <a:lnTo>
                  <a:pt x="165804" y="916449"/>
                </a:lnTo>
                <a:lnTo>
                  <a:pt x="164803" y="905915"/>
                </a:lnTo>
                <a:lnTo>
                  <a:pt x="163826" y="895381"/>
                </a:lnTo>
                <a:lnTo>
                  <a:pt x="162926" y="884847"/>
                </a:lnTo>
                <a:lnTo>
                  <a:pt x="162154" y="874313"/>
                </a:lnTo>
                <a:lnTo>
                  <a:pt x="161556" y="863779"/>
                </a:lnTo>
                <a:lnTo>
                  <a:pt x="161166" y="853245"/>
                </a:lnTo>
                <a:lnTo>
                  <a:pt x="161008" y="842711"/>
                </a:lnTo>
                <a:lnTo>
                  <a:pt x="161086" y="832177"/>
                </a:lnTo>
                <a:lnTo>
                  <a:pt x="161391" y="821644"/>
                </a:lnTo>
                <a:lnTo>
                  <a:pt x="161894" y="811110"/>
                </a:lnTo>
                <a:lnTo>
                  <a:pt x="162555" y="800576"/>
                </a:lnTo>
                <a:lnTo>
                  <a:pt x="163326" y="790042"/>
                </a:lnTo>
                <a:lnTo>
                  <a:pt x="164151" y="779508"/>
                </a:lnTo>
                <a:lnTo>
                  <a:pt x="164977" y="768974"/>
                </a:lnTo>
                <a:lnTo>
                  <a:pt x="165755" y="758440"/>
                </a:lnTo>
                <a:lnTo>
                  <a:pt x="166443" y="747906"/>
                </a:lnTo>
                <a:lnTo>
                  <a:pt x="167008" y="737372"/>
                </a:lnTo>
                <a:lnTo>
                  <a:pt x="167429" y="726839"/>
                </a:lnTo>
                <a:lnTo>
                  <a:pt x="167691" y="716305"/>
                </a:lnTo>
                <a:lnTo>
                  <a:pt x="167791" y="705771"/>
                </a:lnTo>
                <a:lnTo>
                  <a:pt x="167731" y="695237"/>
                </a:lnTo>
                <a:lnTo>
                  <a:pt x="167519" y="684703"/>
                </a:lnTo>
                <a:lnTo>
                  <a:pt x="167167" y="674169"/>
                </a:lnTo>
                <a:lnTo>
                  <a:pt x="166690" y="663635"/>
                </a:lnTo>
                <a:lnTo>
                  <a:pt x="166108" y="653101"/>
                </a:lnTo>
                <a:lnTo>
                  <a:pt x="165446" y="642567"/>
                </a:lnTo>
                <a:lnTo>
                  <a:pt x="164731" y="632034"/>
                </a:lnTo>
                <a:lnTo>
                  <a:pt x="163993" y="621500"/>
                </a:lnTo>
                <a:lnTo>
                  <a:pt x="163267" y="610966"/>
                </a:lnTo>
                <a:lnTo>
                  <a:pt x="162587" y="600432"/>
                </a:lnTo>
                <a:lnTo>
                  <a:pt x="161986" y="589898"/>
                </a:lnTo>
                <a:lnTo>
                  <a:pt x="161494" y="579364"/>
                </a:lnTo>
                <a:lnTo>
                  <a:pt x="161132" y="568830"/>
                </a:lnTo>
                <a:lnTo>
                  <a:pt x="160915" y="558296"/>
                </a:lnTo>
                <a:lnTo>
                  <a:pt x="160846" y="547762"/>
                </a:lnTo>
                <a:lnTo>
                  <a:pt x="160920" y="537228"/>
                </a:lnTo>
                <a:lnTo>
                  <a:pt x="161122" y="526695"/>
                </a:lnTo>
                <a:lnTo>
                  <a:pt x="161432" y="516161"/>
                </a:lnTo>
                <a:lnTo>
                  <a:pt x="161826" y="505627"/>
                </a:lnTo>
                <a:lnTo>
                  <a:pt x="162279" y="495093"/>
                </a:lnTo>
                <a:lnTo>
                  <a:pt x="162768" y="484559"/>
                </a:lnTo>
                <a:lnTo>
                  <a:pt x="163275" y="474025"/>
                </a:lnTo>
                <a:lnTo>
                  <a:pt x="163786" y="463491"/>
                </a:lnTo>
                <a:lnTo>
                  <a:pt x="164293" y="452957"/>
                </a:lnTo>
                <a:lnTo>
                  <a:pt x="164790" y="442423"/>
                </a:lnTo>
                <a:lnTo>
                  <a:pt x="165275" y="431890"/>
                </a:lnTo>
                <a:lnTo>
                  <a:pt x="165747" y="421356"/>
                </a:lnTo>
                <a:lnTo>
                  <a:pt x="166203" y="410822"/>
                </a:lnTo>
                <a:lnTo>
                  <a:pt x="166639" y="400288"/>
                </a:lnTo>
                <a:lnTo>
                  <a:pt x="167052" y="389754"/>
                </a:lnTo>
                <a:lnTo>
                  <a:pt x="167432" y="379220"/>
                </a:lnTo>
                <a:lnTo>
                  <a:pt x="167774" y="368686"/>
                </a:lnTo>
                <a:lnTo>
                  <a:pt x="168068" y="358152"/>
                </a:lnTo>
                <a:lnTo>
                  <a:pt x="168312" y="347618"/>
                </a:lnTo>
                <a:lnTo>
                  <a:pt x="168500" y="337085"/>
                </a:lnTo>
                <a:lnTo>
                  <a:pt x="168634" y="326551"/>
                </a:lnTo>
                <a:lnTo>
                  <a:pt x="168719" y="316017"/>
                </a:lnTo>
                <a:lnTo>
                  <a:pt x="168760" y="305483"/>
                </a:lnTo>
                <a:lnTo>
                  <a:pt x="168766" y="294949"/>
                </a:lnTo>
                <a:lnTo>
                  <a:pt x="168746" y="284415"/>
                </a:lnTo>
                <a:lnTo>
                  <a:pt x="168706" y="273881"/>
                </a:lnTo>
                <a:lnTo>
                  <a:pt x="168647" y="263347"/>
                </a:lnTo>
                <a:lnTo>
                  <a:pt x="168562" y="252813"/>
                </a:lnTo>
                <a:lnTo>
                  <a:pt x="168432" y="242280"/>
                </a:lnTo>
                <a:lnTo>
                  <a:pt x="168224" y="231746"/>
                </a:lnTo>
                <a:lnTo>
                  <a:pt x="167884" y="221212"/>
                </a:lnTo>
                <a:lnTo>
                  <a:pt x="167332" y="210678"/>
                </a:lnTo>
                <a:lnTo>
                  <a:pt x="166462" y="200144"/>
                </a:lnTo>
                <a:lnTo>
                  <a:pt x="165135" y="189610"/>
                </a:lnTo>
                <a:lnTo>
                  <a:pt x="163184" y="179076"/>
                </a:lnTo>
                <a:lnTo>
                  <a:pt x="160411" y="168542"/>
                </a:lnTo>
                <a:lnTo>
                  <a:pt x="156601" y="158008"/>
                </a:lnTo>
                <a:lnTo>
                  <a:pt x="151530" y="147474"/>
                </a:lnTo>
                <a:lnTo>
                  <a:pt x="144993" y="136941"/>
                </a:lnTo>
                <a:lnTo>
                  <a:pt x="136824" y="126407"/>
                </a:lnTo>
                <a:lnTo>
                  <a:pt x="126931" y="115873"/>
                </a:lnTo>
                <a:lnTo>
                  <a:pt x="115324" y="105339"/>
                </a:lnTo>
                <a:lnTo>
                  <a:pt x="102146" y="94805"/>
                </a:lnTo>
                <a:lnTo>
                  <a:pt x="87692" y="84271"/>
                </a:lnTo>
                <a:lnTo>
                  <a:pt x="72414" y="73737"/>
                </a:lnTo>
                <a:lnTo>
                  <a:pt x="56911" y="63203"/>
                </a:lnTo>
                <a:lnTo>
                  <a:pt x="41896" y="52669"/>
                </a:lnTo>
                <a:lnTo>
                  <a:pt x="28151" y="42136"/>
                </a:lnTo>
                <a:lnTo>
                  <a:pt x="16455" y="31602"/>
                </a:lnTo>
                <a:lnTo>
                  <a:pt x="7519" y="21068"/>
                </a:lnTo>
                <a:lnTo>
                  <a:pt x="1912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03" y="10534"/>
                </a:lnTo>
                <a:lnTo>
                  <a:pt x="337195" y="21068"/>
                </a:lnTo>
                <a:lnTo>
                  <a:pt x="328259" y="31602"/>
                </a:lnTo>
                <a:lnTo>
                  <a:pt x="316563" y="42136"/>
                </a:lnTo>
                <a:lnTo>
                  <a:pt x="302818" y="52669"/>
                </a:lnTo>
                <a:lnTo>
                  <a:pt x="287804" y="63203"/>
                </a:lnTo>
                <a:lnTo>
                  <a:pt x="272300" y="73737"/>
                </a:lnTo>
                <a:lnTo>
                  <a:pt x="257022" y="84271"/>
                </a:lnTo>
                <a:lnTo>
                  <a:pt x="242568" y="94805"/>
                </a:lnTo>
                <a:lnTo>
                  <a:pt x="229390" y="105339"/>
                </a:lnTo>
                <a:lnTo>
                  <a:pt x="217784" y="115873"/>
                </a:lnTo>
                <a:lnTo>
                  <a:pt x="207890" y="126407"/>
                </a:lnTo>
                <a:lnTo>
                  <a:pt x="199722" y="136941"/>
                </a:lnTo>
                <a:lnTo>
                  <a:pt x="193184" y="147474"/>
                </a:lnTo>
                <a:lnTo>
                  <a:pt x="188114" y="158008"/>
                </a:lnTo>
                <a:lnTo>
                  <a:pt x="184303" y="168542"/>
                </a:lnTo>
                <a:lnTo>
                  <a:pt x="181530" y="179076"/>
                </a:lnTo>
                <a:lnTo>
                  <a:pt x="179579" y="189610"/>
                </a:lnTo>
                <a:lnTo>
                  <a:pt x="178253" y="200144"/>
                </a:lnTo>
                <a:lnTo>
                  <a:pt x="177383" y="210678"/>
                </a:lnTo>
                <a:lnTo>
                  <a:pt x="176831" y="221212"/>
                </a:lnTo>
                <a:lnTo>
                  <a:pt x="176490" y="231746"/>
                </a:lnTo>
                <a:lnTo>
                  <a:pt x="176282" y="242280"/>
                </a:lnTo>
                <a:lnTo>
                  <a:pt x="176153" y="252813"/>
                </a:lnTo>
                <a:lnTo>
                  <a:pt x="176068" y="263347"/>
                </a:lnTo>
                <a:lnTo>
                  <a:pt x="176008" y="273881"/>
                </a:lnTo>
                <a:lnTo>
                  <a:pt x="175968" y="284415"/>
                </a:lnTo>
                <a:lnTo>
                  <a:pt x="175948" y="294949"/>
                </a:lnTo>
                <a:lnTo>
                  <a:pt x="175954" y="305483"/>
                </a:lnTo>
                <a:lnTo>
                  <a:pt x="175996" y="316017"/>
                </a:lnTo>
                <a:lnTo>
                  <a:pt x="176080" y="326551"/>
                </a:lnTo>
                <a:lnTo>
                  <a:pt x="176214" y="337085"/>
                </a:lnTo>
                <a:lnTo>
                  <a:pt x="176403" y="347618"/>
                </a:lnTo>
                <a:lnTo>
                  <a:pt x="176646" y="358152"/>
                </a:lnTo>
                <a:lnTo>
                  <a:pt x="176941" y="368686"/>
                </a:lnTo>
                <a:lnTo>
                  <a:pt x="177282" y="379220"/>
                </a:lnTo>
                <a:lnTo>
                  <a:pt x="177663" y="389754"/>
                </a:lnTo>
                <a:lnTo>
                  <a:pt x="178075" y="400288"/>
                </a:lnTo>
                <a:lnTo>
                  <a:pt x="178512" y="410822"/>
                </a:lnTo>
                <a:lnTo>
                  <a:pt x="178968" y="421356"/>
                </a:lnTo>
                <a:lnTo>
                  <a:pt x="179439" y="431890"/>
                </a:lnTo>
                <a:lnTo>
                  <a:pt x="179924" y="442423"/>
                </a:lnTo>
                <a:lnTo>
                  <a:pt x="180421" y="452957"/>
                </a:lnTo>
                <a:lnTo>
                  <a:pt x="180928" y="463491"/>
                </a:lnTo>
                <a:lnTo>
                  <a:pt x="181439" y="474025"/>
                </a:lnTo>
                <a:lnTo>
                  <a:pt x="181946" y="484559"/>
                </a:lnTo>
                <a:lnTo>
                  <a:pt x="182435" y="495093"/>
                </a:lnTo>
                <a:lnTo>
                  <a:pt x="182888" y="505627"/>
                </a:lnTo>
                <a:lnTo>
                  <a:pt x="183282" y="516161"/>
                </a:lnTo>
                <a:lnTo>
                  <a:pt x="183592" y="526695"/>
                </a:lnTo>
                <a:lnTo>
                  <a:pt x="183795" y="537228"/>
                </a:lnTo>
                <a:lnTo>
                  <a:pt x="183868" y="547762"/>
                </a:lnTo>
                <a:lnTo>
                  <a:pt x="183800" y="558296"/>
                </a:lnTo>
                <a:lnTo>
                  <a:pt x="183582" y="568830"/>
                </a:lnTo>
                <a:lnTo>
                  <a:pt x="183221" y="579364"/>
                </a:lnTo>
                <a:lnTo>
                  <a:pt x="182728" y="589898"/>
                </a:lnTo>
                <a:lnTo>
                  <a:pt x="182127" y="600432"/>
                </a:lnTo>
                <a:lnTo>
                  <a:pt x="181447" y="610966"/>
                </a:lnTo>
                <a:lnTo>
                  <a:pt x="180721" y="621500"/>
                </a:lnTo>
                <a:lnTo>
                  <a:pt x="179984" y="632034"/>
                </a:lnTo>
                <a:lnTo>
                  <a:pt x="179268" y="642567"/>
                </a:lnTo>
                <a:lnTo>
                  <a:pt x="178606" y="653101"/>
                </a:lnTo>
                <a:lnTo>
                  <a:pt x="178024" y="663635"/>
                </a:lnTo>
                <a:lnTo>
                  <a:pt x="177548" y="674169"/>
                </a:lnTo>
                <a:lnTo>
                  <a:pt x="177195" y="684703"/>
                </a:lnTo>
                <a:lnTo>
                  <a:pt x="176983" y="695237"/>
                </a:lnTo>
                <a:lnTo>
                  <a:pt x="176923" y="705771"/>
                </a:lnTo>
                <a:lnTo>
                  <a:pt x="177023" y="716305"/>
                </a:lnTo>
                <a:lnTo>
                  <a:pt x="177286" y="726839"/>
                </a:lnTo>
                <a:lnTo>
                  <a:pt x="177706" y="737372"/>
                </a:lnTo>
                <a:lnTo>
                  <a:pt x="178271" y="747906"/>
                </a:lnTo>
                <a:lnTo>
                  <a:pt x="178959" y="758440"/>
                </a:lnTo>
                <a:lnTo>
                  <a:pt x="179737" y="768974"/>
                </a:lnTo>
                <a:lnTo>
                  <a:pt x="180563" y="779508"/>
                </a:lnTo>
                <a:lnTo>
                  <a:pt x="181388" y="790042"/>
                </a:lnTo>
                <a:lnTo>
                  <a:pt x="182159" y="800576"/>
                </a:lnTo>
                <a:lnTo>
                  <a:pt x="182820" y="811110"/>
                </a:lnTo>
                <a:lnTo>
                  <a:pt x="183324" y="821644"/>
                </a:lnTo>
                <a:lnTo>
                  <a:pt x="183628" y="832177"/>
                </a:lnTo>
                <a:lnTo>
                  <a:pt x="183707" y="842711"/>
                </a:lnTo>
                <a:lnTo>
                  <a:pt x="183548" y="853245"/>
                </a:lnTo>
                <a:lnTo>
                  <a:pt x="183159" y="863779"/>
                </a:lnTo>
                <a:lnTo>
                  <a:pt x="182560" y="874313"/>
                </a:lnTo>
                <a:lnTo>
                  <a:pt x="181788" y="884847"/>
                </a:lnTo>
                <a:lnTo>
                  <a:pt x="180888" y="895381"/>
                </a:lnTo>
                <a:lnTo>
                  <a:pt x="179912" y="905915"/>
                </a:lnTo>
                <a:lnTo>
                  <a:pt x="178910" y="916449"/>
                </a:lnTo>
                <a:lnTo>
                  <a:pt x="177931" y="926982"/>
                </a:lnTo>
                <a:lnTo>
                  <a:pt x="177018" y="937516"/>
                </a:lnTo>
                <a:lnTo>
                  <a:pt x="176202" y="948050"/>
                </a:lnTo>
                <a:lnTo>
                  <a:pt x="175506" y="958584"/>
                </a:lnTo>
                <a:lnTo>
                  <a:pt x="174947" y="969118"/>
                </a:lnTo>
                <a:lnTo>
                  <a:pt x="174528" y="979652"/>
                </a:lnTo>
                <a:lnTo>
                  <a:pt x="174249" y="990186"/>
                </a:lnTo>
                <a:lnTo>
                  <a:pt x="174104" y="1000720"/>
                </a:lnTo>
                <a:lnTo>
                  <a:pt x="174081" y="1011254"/>
                </a:lnTo>
                <a:lnTo>
                  <a:pt x="174169" y="1021788"/>
                </a:lnTo>
                <a:lnTo>
                  <a:pt x="174352" y="1032321"/>
                </a:lnTo>
                <a:lnTo>
                  <a:pt x="174612" y="1042855"/>
                </a:lnTo>
                <a:lnTo>
                  <a:pt x="174933" y="1053389"/>
                </a:lnTo>
                <a:lnTo>
                  <a:pt x="175296" y="1063923"/>
                </a:lnTo>
                <a:lnTo>
                  <a:pt x="175685" y="1074457"/>
                </a:lnTo>
                <a:lnTo>
                  <a:pt x="176082" y="1084991"/>
                </a:lnTo>
                <a:lnTo>
                  <a:pt x="176473" y="1095525"/>
                </a:lnTo>
                <a:lnTo>
                  <a:pt x="176846" y="1106059"/>
                </a:lnTo>
                <a:lnTo>
                  <a:pt x="177193" y="1116593"/>
                </a:lnTo>
                <a:lnTo>
                  <a:pt x="177509" y="1127126"/>
                </a:lnTo>
                <a:lnTo>
                  <a:pt x="177792" y="1137660"/>
                </a:lnTo>
                <a:lnTo>
                  <a:pt x="178045" y="1148194"/>
                </a:lnTo>
                <a:lnTo>
                  <a:pt x="178271" y="1158728"/>
                </a:lnTo>
                <a:lnTo>
                  <a:pt x="178475" y="1169262"/>
                </a:lnTo>
                <a:lnTo>
                  <a:pt x="178659" y="1179796"/>
                </a:lnTo>
                <a:lnTo>
                  <a:pt x="178826" y="1190330"/>
                </a:lnTo>
                <a:lnTo>
                  <a:pt x="178977" y="1200864"/>
                </a:lnTo>
                <a:lnTo>
                  <a:pt x="179107" y="1211398"/>
                </a:lnTo>
                <a:lnTo>
                  <a:pt x="179213" y="1221931"/>
                </a:lnTo>
                <a:lnTo>
                  <a:pt x="179290" y="1232465"/>
                </a:lnTo>
                <a:lnTo>
                  <a:pt x="179333" y="1242999"/>
                </a:lnTo>
                <a:lnTo>
                  <a:pt x="179336" y="1253533"/>
                </a:lnTo>
                <a:lnTo>
                  <a:pt x="179299" y="1264067"/>
                </a:lnTo>
                <a:lnTo>
                  <a:pt x="179221" y="1274601"/>
                </a:lnTo>
                <a:lnTo>
                  <a:pt x="179105" y="1285135"/>
                </a:lnTo>
                <a:lnTo>
                  <a:pt x="178958" y="1295669"/>
                </a:lnTo>
                <a:lnTo>
                  <a:pt x="178787" y="1306203"/>
                </a:lnTo>
                <a:lnTo>
                  <a:pt x="178598" y="1316736"/>
                </a:lnTo>
                <a:lnTo>
                  <a:pt x="178399" y="1327270"/>
                </a:lnTo>
                <a:lnTo>
                  <a:pt x="178198" y="1337804"/>
                </a:lnTo>
                <a:lnTo>
                  <a:pt x="178000" y="1348338"/>
                </a:lnTo>
                <a:lnTo>
                  <a:pt x="177810" y="1358872"/>
                </a:lnTo>
                <a:lnTo>
                  <a:pt x="177631" y="1369406"/>
                </a:lnTo>
                <a:lnTo>
                  <a:pt x="177466" y="1379940"/>
                </a:lnTo>
                <a:lnTo>
                  <a:pt x="177319" y="1390474"/>
                </a:lnTo>
                <a:lnTo>
                  <a:pt x="177193" y="1401008"/>
                </a:lnTo>
                <a:lnTo>
                  <a:pt x="177093" y="1411542"/>
                </a:lnTo>
                <a:lnTo>
                  <a:pt x="177026" y="1422075"/>
                </a:lnTo>
                <a:lnTo>
                  <a:pt x="177001" y="1432609"/>
                </a:lnTo>
                <a:lnTo>
                  <a:pt x="177031" y="1443143"/>
                </a:lnTo>
                <a:lnTo>
                  <a:pt x="177133" y="1453677"/>
                </a:lnTo>
                <a:lnTo>
                  <a:pt x="177331" y="1464211"/>
                </a:lnTo>
                <a:lnTo>
                  <a:pt x="177657" y="1474745"/>
                </a:lnTo>
                <a:lnTo>
                  <a:pt x="178154" y="1485279"/>
                </a:lnTo>
                <a:lnTo>
                  <a:pt x="178877" y="1495813"/>
                </a:lnTo>
                <a:lnTo>
                  <a:pt x="179894" y="1506347"/>
                </a:lnTo>
                <a:lnTo>
                  <a:pt x="181287" y="1516880"/>
                </a:lnTo>
                <a:lnTo>
                  <a:pt x="183146" y="1527414"/>
                </a:lnTo>
                <a:lnTo>
                  <a:pt x="185566" y="1537948"/>
                </a:lnTo>
                <a:lnTo>
                  <a:pt x="188639" y="1548482"/>
                </a:lnTo>
                <a:lnTo>
                  <a:pt x="192437" y="1559016"/>
                </a:lnTo>
                <a:lnTo>
                  <a:pt x="197003" y="1569550"/>
                </a:lnTo>
                <a:lnTo>
                  <a:pt x="202336" y="1580084"/>
                </a:lnTo>
                <a:lnTo>
                  <a:pt x="208371" y="1590618"/>
                </a:lnTo>
                <a:lnTo>
                  <a:pt x="214979" y="1601152"/>
                </a:lnTo>
                <a:lnTo>
                  <a:pt x="221957" y="1611685"/>
                </a:lnTo>
                <a:lnTo>
                  <a:pt x="229034" y="1622219"/>
                </a:lnTo>
                <a:lnTo>
                  <a:pt x="235886" y="1632753"/>
                </a:lnTo>
                <a:lnTo>
                  <a:pt x="242158" y="1643287"/>
                </a:lnTo>
                <a:lnTo>
                  <a:pt x="247496" y="1653821"/>
                </a:lnTo>
                <a:lnTo>
                  <a:pt x="251574" y="1664355"/>
                </a:lnTo>
                <a:lnTo>
                  <a:pt x="254134" y="1674889"/>
                </a:lnTo>
                <a:lnTo>
                  <a:pt x="255006" y="1685423"/>
                </a:lnTo>
                <a:lnTo>
                  <a:pt x="255006" y="1685423"/>
                </a:lnTo>
                <a:close/>
              </a:path>
            </a:pathLst>
          </a:custGeom>
          <a:solidFill>
            <a:srgbClr val="5B72B7">
              <a:alpha val="18000"/>
            </a:srgbClr>
          </a:solidFill>
          <a:ln w="11527">
            <a:solidFill>
              <a:srgbClr val="5B72B7">
                <a:alpha val="18000"/>
              </a:srgbClr>
            </a:solidFill>
            <a:prstDash val="solid"/>
          </a:ln>
        </p:spPr>
      </p:sp>
      <p:sp>
        <p:nvSpPr>
          <p:cNvPr id="1137" name="data_5466">
            <a:extLst>
              <a:ext uri="{FF2B5EF4-FFF2-40B4-BE49-F238E27FC236}">
                <a16:creationId xmlns:a16="http://schemas.microsoft.com/office/drawing/2014/main" id="{2B8BA562-F7B2-48D2-90FE-4C7B2040F51A}"/>
              </a:ext>
            </a:extLst>
          </p:cNvPr>
          <p:cNvSpPr>
            <a:spLocks/>
          </p:cNvSpPr>
          <p:nvPr/>
        </p:nvSpPr>
        <p:spPr>
          <a:xfrm>
            <a:off x="8675997" y="2311878"/>
            <a:ext cx="344714" cy="1685423"/>
          </a:xfrm>
          <a:custGeom>
            <a:avLst/>
            <a:gdLst/>
            <a:ahLst/>
            <a:cxnLst/>
            <a:rect l="0" t="0" r="0" b="0"/>
            <a:pathLst>
              <a:path w="344714" h="1685423">
                <a:moveTo>
                  <a:pt x="220870" y="1685423"/>
                </a:moveTo>
                <a:lnTo>
                  <a:pt x="123844" y="1685423"/>
                </a:lnTo>
                <a:lnTo>
                  <a:pt x="124303" y="1674889"/>
                </a:lnTo>
                <a:lnTo>
                  <a:pt x="125648" y="1664355"/>
                </a:lnTo>
                <a:lnTo>
                  <a:pt x="127794" y="1653821"/>
                </a:lnTo>
                <a:lnTo>
                  <a:pt x="130604" y="1643287"/>
                </a:lnTo>
                <a:lnTo>
                  <a:pt x="133909" y="1632753"/>
                </a:lnTo>
                <a:lnTo>
                  <a:pt x="137525" y="1622219"/>
                </a:lnTo>
                <a:lnTo>
                  <a:pt x="141264" y="1611685"/>
                </a:lnTo>
                <a:lnTo>
                  <a:pt x="144957" y="1601152"/>
                </a:lnTo>
                <a:lnTo>
                  <a:pt x="148459" y="1590618"/>
                </a:lnTo>
                <a:lnTo>
                  <a:pt x="151662" y="1580084"/>
                </a:lnTo>
                <a:lnTo>
                  <a:pt x="154495" y="1569550"/>
                </a:lnTo>
                <a:lnTo>
                  <a:pt x="156924" y="1559016"/>
                </a:lnTo>
                <a:lnTo>
                  <a:pt x="158947" y="1548482"/>
                </a:lnTo>
                <a:lnTo>
                  <a:pt x="160587" y="1537948"/>
                </a:lnTo>
                <a:lnTo>
                  <a:pt x="161887" y="1527414"/>
                </a:lnTo>
                <a:lnTo>
                  <a:pt x="162898" y="1516880"/>
                </a:lnTo>
                <a:lnTo>
                  <a:pt x="163677" y="1506347"/>
                </a:lnTo>
                <a:lnTo>
                  <a:pt x="164278" y="1495813"/>
                </a:lnTo>
                <a:lnTo>
                  <a:pt x="164752" y="1485279"/>
                </a:lnTo>
                <a:lnTo>
                  <a:pt x="165139" y="1474745"/>
                </a:lnTo>
                <a:lnTo>
                  <a:pt x="165473" y="1464211"/>
                </a:lnTo>
                <a:lnTo>
                  <a:pt x="165776" y="1453677"/>
                </a:lnTo>
                <a:lnTo>
                  <a:pt x="166062" y="1443143"/>
                </a:lnTo>
                <a:lnTo>
                  <a:pt x="166337" y="1432609"/>
                </a:lnTo>
                <a:lnTo>
                  <a:pt x="166600" y="1422075"/>
                </a:lnTo>
                <a:lnTo>
                  <a:pt x="166845" y="1411542"/>
                </a:lnTo>
                <a:lnTo>
                  <a:pt x="167064" y="1401008"/>
                </a:lnTo>
                <a:lnTo>
                  <a:pt x="167249" y="1390474"/>
                </a:lnTo>
                <a:lnTo>
                  <a:pt x="167389" y="1379940"/>
                </a:lnTo>
                <a:lnTo>
                  <a:pt x="167481" y="1369406"/>
                </a:lnTo>
                <a:lnTo>
                  <a:pt x="167521" y="1358872"/>
                </a:lnTo>
                <a:lnTo>
                  <a:pt x="167513" y="1348338"/>
                </a:lnTo>
                <a:lnTo>
                  <a:pt x="167466" y="1337804"/>
                </a:lnTo>
                <a:lnTo>
                  <a:pt x="167391" y="1327270"/>
                </a:lnTo>
                <a:lnTo>
                  <a:pt x="167304" y="1316736"/>
                </a:lnTo>
                <a:lnTo>
                  <a:pt x="167223" y="1306203"/>
                </a:lnTo>
                <a:lnTo>
                  <a:pt x="167165" y="1295669"/>
                </a:lnTo>
                <a:lnTo>
                  <a:pt x="167146" y="1285135"/>
                </a:lnTo>
                <a:lnTo>
                  <a:pt x="167176" y="1274601"/>
                </a:lnTo>
                <a:lnTo>
                  <a:pt x="167263" y="1264067"/>
                </a:lnTo>
                <a:lnTo>
                  <a:pt x="167405" y="1253533"/>
                </a:lnTo>
                <a:lnTo>
                  <a:pt x="167598" y="1242999"/>
                </a:lnTo>
                <a:lnTo>
                  <a:pt x="167833" y="1232465"/>
                </a:lnTo>
                <a:lnTo>
                  <a:pt x="168094" y="1221931"/>
                </a:lnTo>
                <a:lnTo>
                  <a:pt x="168369" y="1211398"/>
                </a:lnTo>
                <a:lnTo>
                  <a:pt x="168640" y="1200864"/>
                </a:lnTo>
                <a:lnTo>
                  <a:pt x="168896" y="1190330"/>
                </a:lnTo>
                <a:lnTo>
                  <a:pt x="169127" y="1179796"/>
                </a:lnTo>
                <a:lnTo>
                  <a:pt x="169324" y="1169262"/>
                </a:lnTo>
                <a:lnTo>
                  <a:pt x="169487" y="1158728"/>
                </a:lnTo>
                <a:lnTo>
                  <a:pt x="169613" y="1148194"/>
                </a:lnTo>
                <a:lnTo>
                  <a:pt x="169707" y="1137660"/>
                </a:lnTo>
                <a:lnTo>
                  <a:pt x="169770" y="1127126"/>
                </a:lnTo>
                <a:lnTo>
                  <a:pt x="169809" y="1116593"/>
                </a:lnTo>
                <a:lnTo>
                  <a:pt x="169826" y="1106059"/>
                </a:lnTo>
                <a:lnTo>
                  <a:pt x="169825" y="1095525"/>
                </a:lnTo>
                <a:lnTo>
                  <a:pt x="169808" y="1084991"/>
                </a:lnTo>
                <a:lnTo>
                  <a:pt x="169777" y="1074457"/>
                </a:lnTo>
                <a:lnTo>
                  <a:pt x="169733" y="1063923"/>
                </a:lnTo>
                <a:lnTo>
                  <a:pt x="169675" y="1053389"/>
                </a:lnTo>
                <a:lnTo>
                  <a:pt x="169603" y="1042855"/>
                </a:lnTo>
                <a:lnTo>
                  <a:pt x="169517" y="1032321"/>
                </a:lnTo>
                <a:lnTo>
                  <a:pt x="169415" y="1021788"/>
                </a:lnTo>
                <a:lnTo>
                  <a:pt x="169298" y="1011254"/>
                </a:lnTo>
                <a:lnTo>
                  <a:pt x="169163" y="1000720"/>
                </a:lnTo>
                <a:lnTo>
                  <a:pt x="169009" y="990186"/>
                </a:lnTo>
                <a:lnTo>
                  <a:pt x="168835" y="979652"/>
                </a:lnTo>
                <a:lnTo>
                  <a:pt x="168639" y="969118"/>
                </a:lnTo>
                <a:lnTo>
                  <a:pt x="168423" y="958584"/>
                </a:lnTo>
                <a:lnTo>
                  <a:pt x="168187" y="948050"/>
                </a:lnTo>
                <a:lnTo>
                  <a:pt x="167937" y="937516"/>
                </a:lnTo>
                <a:lnTo>
                  <a:pt x="167678" y="926982"/>
                </a:lnTo>
                <a:lnTo>
                  <a:pt x="167419" y="916449"/>
                </a:lnTo>
                <a:lnTo>
                  <a:pt x="167174" y="905915"/>
                </a:lnTo>
                <a:lnTo>
                  <a:pt x="166956" y="895381"/>
                </a:lnTo>
                <a:lnTo>
                  <a:pt x="166780" y="884847"/>
                </a:lnTo>
                <a:lnTo>
                  <a:pt x="166661" y="874313"/>
                </a:lnTo>
                <a:lnTo>
                  <a:pt x="166611" y="863779"/>
                </a:lnTo>
                <a:lnTo>
                  <a:pt x="166638" y="853245"/>
                </a:lnTo>
                <a:lnTo>
                  <a:pt x="166747" y="842711"/>
                </a:lnTo>
                <a:lnTo>
                  <a:pt x="166936" y="832177"/>
                </a:lnTo>
                <a:lnTo>
                  <a:pt x="167198" y="821644"/>
                </a:lnTo>
                <a:lnTo>
                  <a:pt x="167519" y="811110"/>
                </a:lnTo>
                <a:lnTo>
                  <a:pt x="167881" y="800576"/>
                </a:lnTo>
                <a:lnTo>
                  <a:pt x="168263" y="790042"/>
                </a:lnTo>
                <a:lnTo>
                  <a:pt x="168644" y="779508"/>
                </a:lnTo>
                <a:lnTo>
                  <a:pt x="169000" y="768974"/>
                </a:lnTo>
                <a:lnTo>
                  <a:pt x="169313" y="758440"/>
                </a:lnTo>
                <a:lnTo>
                  <a:pt x="169566" y="747906"/>
                </a:lnTo>
                <a:lnTo>
                  <a:pt x="169747" y="737372"/>
                </a:lnTo>
                <a:lnTo>
                  <a:pt x="169849" y="726839"/>
                </a:lnTo>
                <a:lnTo>
                  <a:pt x="169868" y="716305"/>
                </a:lnTo>
                <a:lnTo>
                  <a:pt x="169807" y="705771"/>
                </a:lnTo>
                <a:lnTo>
                  <a:pt x="169670" y="695237"/>
                </a:lnTo>
                <a:lnTo>
                  <a:pt x="169463" y="684703"/>
                </a:lnTo>
                <a:lnTo>
                  <a:pt x="169195" y="674169"/>
                </a:lnTo>
                <a:lnTo>
                  <a:pt x="168878" y="663635"/>
                </a:lnTo>
                <a:lnTo>
                  <a:pt x="168523" y="653101"/>
                </a:lnTo>
                <a:lnTo>
                  <a:pt x="168142" y="642567"/>
                </a:lnTo>
                <a:lnTo>
                  <a:pt x="167749" y="632034"/>
                </a:lnTo>
                <a:lnTo>
                  <a:pt x="167357" y="621500"/>
                </a:lnTo>
                <a:lnTo>
                  <a:pt x="166980" y="610966"/>
                </a:lnTo>
                <a:lnTo>
                  <a:pt x="166629" y="600432"/>
                </a:lnTo>
                <a:lnTo>
                  <a:pt x="166318" y="589898"/>
                </a:lnTo>
                <a:lnTo>
                  <a:pt x="166054" y="579364"/>
                </a:lnTo>
                <a:lnTo>
                  <a:pt x="165844" y="568830"/>
                </a:lnTo>
                <a:lnTo>
                  <a:pt x="165692" y="558296"/>
                </a:lnTo>
                <a:lnTo>
                  <a:pt x="165595" y="547762"/>
                </a:lnTo>
                <a:lnTo>
                  <a:pt x="165551" y="537228"/>
                </a:lnTo>
                <a:lnTo>
                  <a:pt x="165551" y="526695"/>
                </a:lnTo>
                <a:lnTo>
                  <a:pt x="165589" y="516161"/>
                </a:lnTo>
                <a:lnTo>
                  <a:pt x="165655" y="505627"/>
                </a:lnTo>
                <a:lnTo>
                  <a:pt x="165741" y="495093"/>
                </a:lnTo>
                <a:lnTo>
                  <a:pt x="165841" y="484559"/>
                </a:lnTo>
                <a:lnTo>
                  <a:pt x="165952" y="474025"/>
                </a:lnTo>
                <a:lnTo>
                  <a:pt x="166072" y="463491"/>
                </a:lnTo>
                <a:lnTo>
                  <a:pt x="166203" y="452957"/>
                </a:lnTo>
                <a:lnTo>
                  <a:pt x="166346" y="442423"/>
                </a:lnTo>
                <a:lnTo>
                  <a:pt x="166506" y="431890"/>
                </a:lnTo>
                <a:lnTo>
                  <a:pt x="166686" y="421356"/>
                </a:lnTo>
                <a:lnTo>
                  <a:pt x="166887" y="410822"/>
                </a:lnTo>
                <a:lnTo>
                  <a:pt x="167110" y="400288"/>
                </a:lnTo>
                <a:lnTo>
                  <a:pt x="167353" y="389754"/>
                </a:lnTo>
                <a:lnTo>
                  <a:pt x="167613" y="379220"/>
                </a:lnTo>
                <a:lnTo>
                  <a:pt x="167886" y="368686"/>
                </a:lnTo>
                <a:lnTo>
                  <a:pt x="168164" y="358152"/>
                </a:lnTo>
                <a:lnTo>
                  <a:pt x="168440" y="347618"/>
                </a:lnTo>
                <a:lnTo>
                  <a:pt x="168708" y="337085"/>
                </a:lnTo>
                <a:lnTo>
                  <a:pt x="168960" y="326551"/>
                </a:lnTo>
                <a:lnTo>
                  <a:pt x="169190" y="316017"/>
                </a:lnTo>
                <a:lnTo>
                  <a:pt x="169392" y="305483"/>
                </a:lnTo>
                <a:lnTo>
                  <a:pt x="169562" y="294949"/>
                </a:lnTo>
                <a:lnTo>
                  <a:pt x="169694" y="284415"/>
                </a:lnTo>
                <a:lnTo>
                  <a:pt x="169784" y="273881"/>
                </a:lnTo>
                <a:lnTo>
                  <a:pt x="169822" y="263347"/>
                </a:lnTo>
                <a:lnTo>
                  <a:pt x="169796" y="252813"/>
                </a:lnTo>
                <a:lnTo>
                  <a:pt x="169685" y="242280"/>
                </a:lnTo>
                <a:lnTo>
                  <a:pt x="169454" y="231746"/>
                </a:lnTo>
                <a:lnTo>
                  <a:pt x="169051" y="221212"/>
                </a:lnTo>
                <a:lnTo>
                  <a:pt x="168404" y="210678"/>
                </a:lnTo>
                <a:lnTo>
                  <a:pt x="167411" y="200144"/>
                </a:lnTo>
                <a:lnTo>
                  <a:pt x="165942" y="189610"/>
                </a:lnTo>
                <a:lnTo>
                  <a:pt x="163835" y="179076"/>
                </a:lnTo>
                <a:lnTo>
                  <a:pt x="160900" y="168542"/>
                </a:lnTo>
                <a:lnTo>
                  <a:pt x="156927" y="158008"/>
                </a:lnTo>
                <a:lnTo>
                  <a:pt x="151701" y="147474"/>
                </a:lnTo>
                <a:lnTo>
                  <a:pt x="145021" y="136941"/>
                </a:lnTo>
                <a:lnTo>
                  <a:pt x="136727" y="126407"/>
                </a:lnTo>
                <a:lnTo>
                  <a:pt x="126732" y="115873"/>
                </a:lnTo>
                <a:lnTo>
                  <a:pt x="115050" y="105339"/>
                </a:lnTo>
                <a:lnTo>
                  <a:pt x="101827" y="94805"/>
                </a:lnTo>
                <a:lnTo>
                  <a:pt x="87357" y="84271"/>
                </a:lnTo>
                <a:lnTo>
                  <a:pt x="72092" y="73737"/>
                </a:lnTo>
                <a:lnTo>
                  <a:pt x="56626" y="63203"/>
                </a:lnTo>
                <a:lnTo>
                  <a:pt x="41667" y="52669"/>
                </a:lnTo>
                <a:lnTo>
                  <a:pt x="27986" y="42136"/>
                </a:lnTo>
                <a:lnTo>
                  <a:pt x="16353" y="31602"/>
                </a:lnTo>
                <a:lnTo>
                  <a:pt x="7471" y="21068"/>
                </a:lnTo>
                <a:lnTo>
                  <a:pt x="1899" y="10534"/>
                </a:lnTo>
                <a:lnTo>
                  <a:pt x="0" y="0"/>
                </a:lnTo>
                <a:lnTo>
                  <a:pt x="344714" y="0"/>
                </a:lnTo>
                <a:lnTo>
                  <a:pt x="344714" y="0"/>
                </a:lnTo>
                <a:lnTo>
                  <a:pt x="342815" y="10534"/>
                </a:lnTo>
                <a:lnTo>
                  <a:pt x="337243" y="21068"/>
                </a:lnTo>
                <a:lnTo>
                  <a:pt x="328361" y="31602"/>
                </a:lnTo>
                <a:lnTo>
                  <a:pt x="316729" y="42136"/>
                </a:lnTo>
                <a:lnTo>
                  <a:pt x="303047" y="52669"/>
                </a:lnTo>
                <a:lnTo>
                  <a:pt x="288088" y="63203"/>
                </a:lnTo>
                <a:lnTo>
                  <a:pt x="272622" y="73737"/>
                </a:lnTo>
                <a:lnTo>
                  <a:pt x="257357" y="84271"/>
                </a:lnTo>
                <a:lnTo>
                  <a:pt x="242888" y="94805"/>
                </a:lnTo>
                <a:lnTo>
                  <a:pt x="229664" y="105339"/>
                </a:lnTo>
                <a:lnTo>
                  <a:pt x="217982" y="115873"/>
                </a:lnTo>
                <a:lnTo>
                  <a:pt x="207987" y="126407"/>
                </a:lnTo>
                <a:lnTo>
                  <a:pt x="199693" y="136941"/>
                </a:lnTo>
                <a:lnTo>
                  <a:pt x="193013" y="147474"/>
                </a:lnTo>
                <a:lnTo>
                  <a:pt x="187787" y="158008"/>
                </a:lnTo>
                <a:lnTo>
                  <a:pt x="183814" y="168542"/>
                </a:lnTo>
                <a:lnTo>
                  <a:pt x="180879" y="179076"/>
                </a:lnTo>
                <a:lnTo>
                  <a:pt x="178772" y="189610"/>
                </a:lnTo>
                <a:lnTo>
                  <a:pt x="177303" y="200144"/>
                </a:lnTo>
                <a:lnTo>
                  <a:pt x="176310" y="210678"/>
                </a:lnTo>
                <a:lnTo>
                  <a:pt x="175663" y="221212"/>
                </a:lnTo>
                <a:lnTo>
                  <a:pt x="175261" y="231746"/>
                </a:lnTo>
                <a:lnTo>
                  <a:pt x="175029" y="242280"/>
                </a:lnTo>
                <a:lnTo>
                  <a:pt x="174918" y="252813"/>
                </a:lnTo>
                <a:lnTo>
                  <a:pt x="174892" y="263347"/>
                </a:lnTo>
                <a:lnTo>
                  <a:pt x="174931" y="273881"/>
                </a:lnTo>
                <a:lnTo>
                  <a:pt x="175020" y="284415"/>
                </a:lnTo>
                <a:lnTo>
                  <a:pt x="175153" y="294949"/>
                </a:lnTo>
                <a:lnTo>
                  <a:pt x="175322" y="305483"/>
                </a:lnTo>
                <a:lnTo>
                  <a:pt x="175524" y="316017"/>
                </a:lnTo>
                <a:lnTo>
                  <a:pt x="175754" y="326551"/>
                </a:lnTo>
                <a:lnTo>
                  <a:pt x="176006" y="337085"/>
                </a:lnTo>
                <a:lnTo>
                  <a:pt x="176274" y="347618"/>
                </a:lnTo>
                <a:lnTo>
                  <a:pt x="176551" y="358152"/>
                </a:lnTo>
                <a:lnTo>
                  <a:pt x="176829" y="368686"/>
                </a:lnTo>
                <a:lnTo>
                  <a:pt x="177101" y="379220"/>
                </a:lnTo>
                <a:lnTo>
                  <a:pt x="177361" y="389754"/>
                </a:lnTo>
                <a:lnTo>
                  <a:pt x="177605" y="400288"/>
                </a:lnTo>
                <a:lnTo>
                  <a:pt x="177827" y="410822"/>
                </a:lnTo>
                <a:lnTo>
                  <a:pt x="178028" y="421356"/>
                </a:lnTo>
                <a:lnTo>
                  <a:pt x="178208" y="431890"/>
                </a:lnTo>
                <a:lnTo>
                  <a:pt x="178368" y="442423"/>
                </a:lnTo>
                <a:lnTo>
                  <a:pt x="178511" y="452957"/>
                </a:lnTo>
                <a:lnTo>
                  <a:pt x="178642" y="463491"/>
                </a:lnTo>
                <a:lnTo>
                  <a:pt x="178762" y="474025"/>
                </a:lnTo>
                <a:lnTo>
                  <a:pt x="178873" y="484559"/>
                </a:lnTo>
                <a:lnTo>
                  <a:pt x="178974" y="495093"/>
                </a:lnTo>
                <a:lnTo>
                  <a:pt x="179060" y="505627"/>
                </a:lnTo>
                <a:lnTo>
                  <a:pt x="179125" y="516161"/>
                </a:lnTo>
                <a:lnTo>
                  <a:pt x="179163" y="526695"/>
                </a:lnTo>
                <a:lnTo>
                  <a:pt x="179164" y="537228"/>
                </a:lnTo>
                <a:lnTo>
                  <a:pt x="179119" y="547762"/>
                </a:lnTo>
                <a:lnTo>
                  <a:pt x="179023" y="558296"/>
                </a:lnTo>
                <a:lnTo>
                  <a:pt x="178870" y="568830"/>
                </a:lnTo>
                <a:lnTo>
                  <a:pt x="178660" y="579364"/>
                </a:lnTo>
                <a:lnTo>
                  <a:pt x="178397" y="589898"/>
                </a:lnTo>
                <a:lnTo>
                  <a:pt x="178085" y="600432"/>
                </a:lnTo>
                <a:lnTo>
                  <a:pt x="177735" y="610966"/>
                </a:lnTo>
                <a:lnTo>
                  <a:pt x="177357" y="621500"/>
                </a:lnTo>
                <a:lnTo>
                  <a:pt x="176965" y="632034"/>
                </a:lnTo>
                <a:lnTo>
                  <a:pt x="176572" y="642567"/>
                </a:lnTo>
                <a:lnTo>
                  <a:pt x="176191" y="653101"/>
                </a:lnTo>
                <a:lnTo>
                  <a:pt x="175836" y="663635"/>
                </a:lnTo>
                <a:lnTo>
                  <a:pt x="175519" y="674169"/>
                </a:lnTo>
                <a:lnTo>
                  <a:pt x="175252" y="684703"/>
                </a:lnTo>
                <a:lnTo>
                  <a:pt x="175045" y="695237"/>
                </a:lnTo>
                <a:lnTo>
                  <a:pt x="174907" y="705771"/>
                </a:lnTo>
                <a:lnTo>
                  <a:pt x="174846" y="716305"/>
                </a:lnTo>
                <a:lnTo>
                  <a:pt x="174866" y="726839"/>
                </a:lnTo>
                <a:lnTo>
                  <a:pt x="174968" y="737372"/>
                </a:lnTo>
                <a:lnTo>
                  <a:pt x="175149" y="747906"/>
                </a:lnTo>
                <a:lnTo>
                  <a:pt x="175402" y="758440"/>
                </a:lnTo>
                <a:lnTo>
                  <a:pt x="175714" y="768974"/>
                </a:lnTo>
                <a:lnTo>
                  <a:pt x="176071" y="779508"/>
                </a:lnTo>
                <a:lnTo>
                  <a:pt x="176451" y="790042"/>
                </a:lnTo>
                <a:lnTo>
                  <a:pt x="176833" y="800576"/>
                </a:lnTo>
                <a:lnTo>
                  <a:pt x="177195" y="811110"/>
                </a:lnTo>
                <a:lnTo>
                  <a:pt x="177516" y="821644"/>
                </a:lnTo>
                <a:lnTo>
                  <a:pt x="177778" y="832177"/>
                </a:lnTo>
                <a:lnTo>
                  <a:pt x="177967" y="842711"/>
                </a:lnTo>
                <a:lnTo>
                  <a:pt x="178076" y="853245"/>
                </a:lnTo>
                <a:lnTo>
                  <a:pt x="178104" y="863779"/>
                </a:lnTo>
                <a:lnTo>
                  <a:pt x="178053" y="874313"/>
                </a:lnTo>
                <a:lnTo>
                  <a:pt x="177934" y="884847"/>
                </a:lnTo>
                <a:lnTo>
                  <a:pt x="177758" y="895381"/>
                </a:lnTo>
                <a:lnTo>
                  <a:pt x="177540" y="905915"/>
                </a:lnTo>
                <a:lnTo>
                  <a:pt x="177295" y="916449"/>
                </a:lnTo>
                <a:lnTo>
                  <a:pt x="177037" y="926982"/>
                </a:lnTo>
                <a:lnTo>
                  <a:pt x="176778" y="937516"/>
                </a:lnTo>
                <a:lnTo>
                  <a:pt x="176527" y="948050"/>
                </a:lnTo>
                <a:lnTo>
                  <a:pt x="176291" y="958584"/>
                </a:lnTo>
                <a:lnTo>
                  <a:pt x="176075" y="969118"/>
                </a:lnTo>
                <a:lnTo>
                  <a:pt x="175880" y="979652"/>
                </a:lnTo>
                <a:lnTo>
                  <a:pt x="175705" y="990186"/>
                </a:lnTo>
                <a:lnTo>
                  <a:pt x="175551" y="1000720"/>
                </a:lnTo>
                <a:lnTo>
                  <a:pt x="175416" y="1011254"/>
                </a:lnTo>
                <a:lnTo>
                  <a:pt x="175299" y="1021788"/>
                </a:lnTo>
                <a:lnTo>
                  <a:pt x="175198" y="1032321"/>
                </a:lnTo>
                <a:lnTo>
                  <a:pt x="175111" y="1042855"/>
                </a:lnTo>
                <a:lnTo>
                  <a:pt x="175040" y="1053389"/>
                </a:lnTo>
                <a:lnTo>
                  <a:pt x="174981" y="1063923"/>
                </a:lnTo>
                <a:lnTo>
                  <a:pt x="174937" y="1074457"/>
                </a:lnTo>
                <a:lnTo>
                  <a:pt x="174906" y="1084991"/>
                </a:lnTo>
                <a:lnTo>
                  <a:pt x="174889" y="1095525"/>
                </a:lnTo>
                <a:lnTo>
                  <a:pt x="174888" y="1106059"/>
                </a:lnTo>
                <a:lnTo>
                  <a:pt x="174906" y="1116593"/>
                </a:lnTo>
                <a:lnTo>
                  <a:pt x="174944" y="1127126"/>
                </a:lnTo>
                <a:lnTo>
                  <a:pt x="175008" y="1137660"/>
                </a:lnTo>
                <a:lnTo>
                  <a:pt x="175101" y="1148194"/>
                </a:lnTo>
                <a:lnTo>
                  <a:pt x="175228" y="1158728"/>
                </a:lnTo>
                <a:lnTo>
                  <a:pt x="175390" y="1169262"/>
                </a:lnTo>
                <a:lnTo>
                  <a:pt x="175588" y="1179796"/>
                </a:lnTo>
                <a:lnTo>
                  <a:pt x="175818" y="1190330"/>
                </a:lnTo>
                <a:lnTo>
                  <a:pt x="176074" y="1200864"/>
                </a:lnTo>
                <a:lnTo>
                  <a:pt x="176346" y="1211398"/>
                </a:lnTo>
                <a:lnTo>
                  <a:pt x="176620" y="1221931"/>
                </a:lnTo>
                <a:lnTo>
                  <a:pt x="176882" y="1232465"/>
                </a:lnTo>
                <a:lnTo>
                  <a:pt x="177116" y="1242999"/>
                </a:lnTo>
                <a:lnTo>
                  <a:pt x="177309" y="1253533"/>
                </a:lnTo>
                <a:lnTo>
                  <a:pt x="177452" y="1264067"/>
                </a:lnTo>
                <a:lnTo>
                  <a:pt x="177538" y="1274601"/>
                </a:lnTo>
                <a:lnTo>
                  <a:pt x="177568" y="1285135"/>
                </a:lnTo>
                <a:lnTo>
                  <a:pt x="177549" y="1295669"/>
                </a:lnTo>
                <a:lnTo>
                  <a:pt x="177491" y="1306203"/>
                </a:lnTo>
                <a:lnTo>
                  <a:pt x="177410" y="1316736"/>
                </a:lnTo>
                <a:lnTo>
                  <a:pt x="177324" y="1327270"/>
                </a:lnTo>
                <a:lnTo>
                  <a:pt x="177248" y="1337804"/>
                </a:lnTo>
                <a:lnTo>
                  <a:pt x="177201" y="1348338"/>
                </a:lnTo>
                <a:lnTo>
                  <a:pt x="177193" y="1358872"/>
                </a:lnTo>
                <a:lnTo>
                  <a:pt x="177234" y="1369406"/>
                </a:lnTo>
                <a:lnTo>
                  <a:pt x="177325" y="1379940"/>
                </a:lnTo>
                <a:lnTo>
                  <a:pt x="177466" y="1390474"/>
                </a:lnTo>
                <a:lnTo>
                  <a:pt x="177650" y="1401008"/>
                </a:lnTo>
                <a:lnTo>
                  <a:pt x="177869" y="1411542"/>
                </a:lnTo>
                <a:lnTo>
                  <a:pt x="178115" y="1422075"/>
                </a:lnTo>
                <a:lnTo>
                  <a:pt x="178377" y="1432609"/>
                </a:lnTo>
                <a:lnTo>
                  <a:pt x="178652" y="1443143"/>
                </a:lnTo>
                <a:lnTo>
                  <a:pt x="178938" y="1453677"/>
                </a:lnTo>
                <a:lnTo>
                  <a:pt x="179241" y="1464211"/>
                </a:lnTo>
                <a:lnTo>
                  <a:pt x="179575" y="1474745"/>
                </a:lnTo>
                <a:lnTo>
                  <a:pt x="179963" y="1485279"/>
                </a:lnTo>
                <a:lnTo>
                  <a:pt x="180436" y="1495813"/>
                </a:lnTo>
                <a:lnTo>
                  <a:pt x="181038" y="1506347"/>
                </a:lnTo>
                <a:lnTo>
                  <a:pt x="181816" y="1516880"/>
                </a:lnTo>
                <a:lnTo>
                  <a:pt x="182827" y="1527414"/>
                </a:lnTo>
                <a:lnTo>
                  <a:pt x="184127" y="1537948"/>
                </a:lnTo>
                <a:lnTo>
                  <a:pt x="185767" y="1548482"/>
                </a:lnTo>
                <a:lnTo>
                  <a:pt x="187790" y="1559016"/>
                </a:lnTo>
                <a:lnTo>
                  <a:pt x="190219" y="1569550"/>
                </a:lnTo>
                <a:lnTo>
                  <a:pt x="193053" y="1580084"/>
                </a:lnTo>
                <a:lnTo>
                  <a:pt x="196255" y="1590618"/>
                </a:lnTo>
                <a:lnTo>
                  <a:pt x="199757" y="1601152"/>
                </a:lnTo>
                <a:lnTo>
                  <a:pt x="203450" y="1611685"/>
                </a:lnTo>
                <a:lnTo>
                  <a:pt x="207189" y="1622219"/>
                </a:lnTo>
                <a:lnTo>
                  <a:pt x="210805" y="1632753"/>
                </a:lnTo>
                <a:lnTo>
                  <a:pt x="214111" y="1643287"/>
                </a:lnTo>
                <a:lnTo>
                  <a:pt x="216921" y="1653821"/>
                </a:lnTo>
                <a:lnTo>
                  <a:pt x="219066" y="1664355"/>
                </a:lnTo>
                <a:lnTo>
                  <a:pt x="220412" y="1674889"/>
                </a:lnTo>
                <a:lnTo>
                  <a:pt x="220870" y="1685423"/>
                </a:lnTo>
                <a:lnTo>
                  <a:pt x="220870" y="1685423"/>
                </a:lnTo>
                <a:close/>
              </a:path>
            </a:pathLst>
          </a:custGeom>
          <a:solidFill>
            <a:srgbClr val="138B8D">
              <a:alpha val="18000"/>
            </a:srgbClr>
          </a:solidFill>
          <a:ln w="11527">
            <a:solidFill>
              <a:srgbClr val="138B8D">
                <a:alpha val="18000"/>
              </a:srgbClr>
            </a:solidFill>
            <a:prstDash val="solid"/>
          </a:ln>
        </p:spPr>
      </p:sp>
      <p:sp>
        <p:nvSpPr>
          <p:cNvPr id="1138" name="data_5467">
            <a:extLst>
              <a:ext uri="{FF2B5EF4-FFF2-40B4-BE49-F238E27FC236}">
                <a16:creationId xmlns:a16="http://schemas.microsoft.com/office/drawing/2014/main" id="{5DDD5F18-FFD6-4287-B007-E0AA4412A0CA}"/>
              </a:ext>
            </a:extLst>
          </p:cNvPr>
          <p:cNvSpPr>
            <a:spLocks/>
          </p:cNvSpPr>
          <p:nvPr/>
        </p:nvSpPr>
        <p:spPr>
          <a:xfrm>
            <a:off x="608916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39" name="data_5468">
            <a:extLst>
              <a:ext uri="{FF2B5EF4-FFF2-40B4-BE49-F238E27FC236}">
                <a16:creationId xmlns:a16="http://schemas.microsoft.com/office/drawing/2014/main" id="{8CDDBEAB-C252-401F-9CCC-88B901A261A9}"/>
              </a:ext>
            </a:extLst>
          </p:cNvPr>
          <p:cNvSpPr>
            <a:spLocks/>
          </p:cNvSpPr>
          <p:nvPr/>
        </p:nvSpPr>
        <p:spPr>
          <a:xfrm>
            <a:off x="6028900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0" name="data_5469">
            <a:extLst>
              <a:ext uri="{FF2B5EF4-FFF2-40B4-BE49-F238E27FC236}">
                <a16:creationId xmlns:a16="http://schemas.microsoft.com/office/drawing/2014/main" id="{FBE1FF18-30E0-4871-BE3B-03F12F1B0047}"/>
              </a:ext>
            </a:extLst>
          </p:cNvPr>
          <p:cNvSpPr>
            <a:spLocks/>
          </p:cNvSpPr>
          <p:nvPr/>
        </p:nvSpPr>
        <p:spPr>
          <a:xfrm>
            <a:off x="588575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1" name="data_5470">
            <a:extLst>
              <a:ext uri="{FF2B5EF4-FFF2-40B4-BE49-F238E27FC236}">
                <a16:creationId xmlns:a16="http://schemas.microsoft.com/office/drawing/2014/main" id="{411A1DA7-3511-4156-881D-AFB3F0A831D8}"/>
              </a:ext>
            </a:extLst>
          </p:cNvPr>
          <p:cNvSpPr>
            <a:spLocks/>
          </p:cNvSpPr>
          <p:nvPr/>
        </p:nvSpPr>
        <p:spPr>
          <a:xfrm>
            <a:off x="5950040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2" name="data_5471">
            <a:extLst>
              <a:ext uri="{FF2B5EF4-FFF2-40B4-BE49-F238E27FC236}">
                <a16:creationId xmlns:a16="http://schemas.microsoft.com/office/drawing/2014/main" id="{FC9CA448-940D-49E6-B5D0-106E10374617}"/>
              </a:ext>
            </a:extLst>
          </p:cNvPr>
          <p:cNvSpPr>
            <a:spLocks/>
          </p:cNvSpPr>
          <p:nvPr/>
        </p:nvSpPr>
        <p:spPr>
          <a:xfrm>
            <a:off x="5935702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3" name="data_5472">
            <a:extLst>
              <a:ext uri="{FF2B5EF4-FFF2-40B4-BE49-F238E27FC236}">
                <a16:creationId xmlns:a16="http://schemas.microsoft.com/office/drawing/2014/main" id="{E5E1DF38-2912-46D4-AB76-3D5833E86FC9}"/>
              </a:ext>
            </a:extLst>
          </p:cNvPr>
          <p:cNvSpPr>
            <a:spLocks/>
          </p:cNvSpPr>
          <p:nvPr/>
        </p:nvSpPr>
        <p:spPr>
          <a:xfrm>
            <a:off x="5922822" y="273281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4" name="data_5473">
            <a:extLst>
              <a:ext uri="{FF2B5EF4-FFF2-40B4-BE49-F238E27FC236}">
                <a16:creationId xmlns:a16="http://schemas.microsoft.com/office/drawing/2014/main" id="{805FFA1C-78DA-4171-B32D-53D6928B3BFE}"/>
              </a:ext>
            </a:extLst>
          </p:cNvPr>
          <p:cNvSpPr>
            <a:spLocks/>
          </p:cNvSpPr>
          <p:nvPr/>
        </p:nvSpPr>
        <p:spPr>
          <a:xfrm>
            <a:off x="6007063" y="348385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5" name="data_5474">
            <a:extLst>
              <a:ext uri="{FF2B5EF4-FFF2-40B4-BE49-F238E27FC236}">
                <a16:creationId xmlns:a16="http://schemas.microsoft.com/office/drawing/2014/main" id="{DC65D975-D8FC-4452-A897-AA4C18906ACF}"/>
              </a:ext>
            </a:extLst>
          </p:cNvPr>
          <p:cNvSpPr>
            <a:spLocks/>
          </p:cNvSpPr>
          <p:nvPr/>
        </p:nvSpPr>
        <p:spPr>
          <a:xfrm>
            <a:off x="5940151" y="3213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6" name="data_5475">
            <a:extLst>
              <a:ext uri="{FF2B5EF4-FFF2-40B4-BE49-F238E27FC236}">
                <a16:creationId xmlns:a16="http://schemas.microsoft.com/office/drawing/2014/main" id="{EFB318BB-96AE-4B6A-8D3F-4B61D98E5461}"/>
              </a:ext>
            </a:extLst>
          </p:cNvPr>
          <p:cNvSpPr>
            <a:spLocks/>
          </p:cNvSpPr>
          <p:nvPr/>
        </p:nvSpPr>
        <p:spPr>
          <a:xfrm>
            <a:off x="6067216" y="37202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7" name="data_5476">
            <a:extLst>
              <a:ext uri="{FF2B5EF4-FFF2-40B4-BE49-F238E27FC236}">
                <a16:creationId xmlns:a16="http://schemas.microsoft.com/office/drawing/2014/main" id="{F0875BD7-4346-42CA-BDE8-8B7681520C29}"/>
              </a:ext>
            </a:extLst>
          </p:cNvPr>
          <p:cNvSpPr>
            <a:spLocks/>
          </p:cNvSpPr>
          <p:nvPr/>
        </p:nvSpPr>
        <p:spPr>
          <a:xfrm>
            <a:off x="5977793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8" name="data_5477">
            <a:extLst>
              <a:ext uri="{FF2B5EF4-FFF2-40B4-BE49-F238E27FC236}">
                <a16:creationId xmlns:a16="http://schemas.microsoft.com/office/drawing/2014/main" id="{A62ADA28-BD9B-4CFE-918C-D9DCB5AA80B8}"/>
              </a:ext>
            </a:extLst>
          </p:cNvPr>
          <p:cNvSpPr>
            <a:spLocks/>
          </p:cNvSpPr>
          <p:nvPr/>
        </p:nvSpPr>
        <p:spPr>
          <a:xfrm>
            <a:off x="5939748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49" name="data_5478">
            <a:extLst>
              <a:ext uri="{FF2B5EF4-FFF2-40B4-BE49-F238E27FC236}">
                <a16:creationId xmlns:a16="http://schemas.microsoft.com/office/drawing/2014/main" id="{7AD12D51-D3A7-4A6B-AF98-3008E246C922}"/>
              </a:ext>
            </a:extLst>
          </p:cNvPr>
          <p:cNvSpPr>
            <a:spLocks/>
          </p:cNvSpPr>
          <p:nvPr/>
        </p:nvSpPr>
        <p:spPr>
          <a:xfrm>
            <a:off x="6074073" y="30967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0" name="data_5479">
            <a:extLst>
              <a:ext uri="{FF2B5EF4-FFF2-40B4-BE49-F238E27FC236}">
                <a16:creationId xmlns:a16="http://schemas.microsoft.com/office/drawing/2014/main" id="{FA3FF029-BC5F-4678-A75A-9753EF0F376E}"/>
              </a:ext>
            </a:extLst>
          </p:cNvPr>
          <p:cNvSpPr>
            <a:spLocks/>
          </p:cNvSpPr>
          <p:nvPr/>
        </p:nvSpPr>
        <p:spPr>
          <a:xfrm>
            <a:off x="6056411" y="376505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1" name="data_5480">
            <a:extLst>
              <a:ext uri="{FF2B5EF4-FFF2-40B4-BE49-F238E27FC236}">
                <a16:creationId xmlns:a16="http://schemas.microsoft.com/office/drawing/2014/main" id="{B97D3C16-1EA4-4804-B8F1-562D7128FEE7}"/>
              </a:ext>
            </a:extLst>
          </p:cNvPr>
          <p:cNvSpPr>
            <a:spLocks/>
          </p:cNvSpPr>
          <p:nvPr/>
        </p:nvSpPr>
        <p:spPr>
          <a:xfrm>
            <a:off x="608623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2" name="data_5481">
            <a:extLst>
              <a:ext uri="{FF2B5EF4-FFF2-40B4-BE49-F238E27FC236}">
                <a16:creationId xmlns:a16="http://schemas.microsoft.com/office/drawing/2014/main" id="{056B6772-A33A-4A88-9D5C-FA7FE08718F1}"/>
              </a:ext>
            </a:extLst>
          </p:cNvPr>
          <p:cNvSpPr>
            <a:spLocks/>
          </p:cNvSpPr>
          <p:nvPr/>
        </p:nvSpPr>
        <p:spPr>
          <a:xfrm>
            <a:off x="596254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3" name="data_5482">
            <a:extLst>
              <a:ext uri="{FF2B5EF4-FFF2-40B4-BE49-F238E27FC236}">
                <a16:creationId xmlns:a16="http://schemas.microsoft.com/office/drawing/2014/main" id="{33F7F482-1537-4743-B166-89F63319F5A0}"/>
              </a:ext>
            </a:extLst>
          </p:cNvPr>
          <p:cNvSpPr>
            <a:spLocks/>
          </p:cNvSpPr>
          <p:nvPr/>
        </p:nvSpPr>
        <p:spPr>
          <a:xfrm>
            <a:off x="603197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4" name="data_5483">
            <a:extLst>
              <a:ext uri="{FF2B5EF4-FFF2-40B4-BE49-F238E27FC236}">
                <a16:creationId xmlns:a16="http://schemas.microsoft.com/office/drawing/2014/main" id="{BD22CB1B-911B-46BB-92C0-704BB21098C1}"/>
              </a:ext>
            </a:extLst>
          </p:cNvPr>
          <p:cNvSpPr>
            <a:spLocks/>
          </p:cNvSpPr>
          <p:nvPr/>
        </p:nvSpPr>
        <p:spPr>
          <a:xfrm>
            <a:off x="5940677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5" name="data_5484">
            <a:extLst>
              <a:ext uri="{FF2B5EF4-FFF2-40B4-BE49-F238E27FC236}">
                <a16:creationId xmlns:a16="http://schemas.microsoft.com/office/drawing/2014/main" id="{CB2AD1EF-14CB-452D-A010-28007B31F6AF}"/>
              </a:ext>
            </a:extLst>
          </p:cNvPr>
          <p:cNvSpPr>
            <a:spLocks/>
          </p:cNvSpPr>
          <p:nvPr/>
        </p:nvSpPr>
        <p:spPr>
          <a:xfrm>
            <a:off x="6100436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6" name="data_5485">
            <a:extLst>
              <a:ext uri="{FF2B5EF4-FFF2-40B4-BE49-F238E27FC236}">
                <a16:creationId xmlns:a16="http://schemas.microsoft.com/office/drawing/2014/main" id="{D5BB0CAB-3A58-4138-A248-90C67C58F206}"/>
              </a:ext>
            </a:extLst>
          </p:cNvPr>
          <p:cNvSpPr>
            <a:spLocks/>
          </p:cNvSpPr>
          <p:nvPr/>
        </p:nvSpPr>
        <p:spPr>
          <a:xfrm>
            <a:off x="6040888" y="350764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7" name="data_5486">
            <a:extLst>
              <a:ext uri="{FF2B5EF4-FFF2-40B4-BE49-F238E27FC236}">
                <a16:creationId xmlns:a16="http://schemas.microsoft.com/office/drawing/2014/main" id="{3F3FAA2A-E346-4540-8904-467770C3272D}"/>
              </a:ext>
            </a:extLst>
          </p:cNvPr>
          <p:cNvSpPr>
            <a:spLocks/>
          </p:cNvSpPr>
          <p:nvPr/>
        </p:nvSpPr>
        <p:spPr>
          <a:xfrm>
            <a:off x="610032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8" name="data_5487">
            <a:extLst>
              <a:ext uri="{FF2B5EF4-FFF2-40B4-BE49-F238E27FC236}">
                <a16:creationId xmlns:a16="http://schemas.microsoft.com/office/drawing/2014/main" id="{ECBEFFD0-9F59-4796-B913-5DB7B4ADBAFE}"/>
              </a:ext>
            </a:extLst>
          </p:cNvPr>
          <p:cNvSpPr>
            <a:spLocks/>
          </p:cNvSpPr>
          <p:nvPr/>
        </p:nvSpPr>
        <p:spPr>
          <a:xfrm>
            <a:off x="5905325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59" name="data_5488">
            <a:extLst>
              <a:ext uri="{FF2B5EF4-FFF2-40B4-BE49-F238E27FC236}">
                <a16:creationId xmlns:a16="http://schemas.microsoft.com/office/drawing/2014/main" id="{8FB00436-664F-4E7C-A8CF-FC0C424A59EC}"/>
              </a:ext>
            </a:extLst>
          </p:cNvPr>
          <p:cNvSpPr>
            <a:spLocks/>
          </p:cNvSpPr>
          <p:nvPr/>
        </p:nvSpPr>
        <p:spPr>
          <a:xfrm>
            <a:off x="59264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0" name="data_5489">
            <a:extLst>
              <a:ext uri="{FF2B5EF4-FFF2-40B4-BE49-F238E27FC236}">
                <a16:creationId xmlns:a16="http://schemas.microsoft.com/office/drawing/2014/main" id="{C609AA2D-305C-49CB-A5CF-FEF98E19B597}"/>
              </a:ext>
            </a:extLst>
          </p:cNvPr>
          <p:cNvSpPr>
            <a:spLocks/>
          </p:cNvSpPr>
          <p:nvPr/>
        </p:nvSpPr>
        <p:spPr>
          <a:xfrm>
            <a:off x="603091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1" name="data_5490">
            <a:extLst>
              <a:ext uri="{FF2B5EF4-FFF2-40B4-BE49-F238E27FC236}">
                <a16:creationId xmlns:a16="http://schemas.microsoft.com/office/drawing/2014/main" id="{676BA700-359B-47D3-97B3-7A9DE50E4AA4}"/>
              </a:ext>
            </a:extLst>
          </p:cNvPr>
          <p:cNvSpPr>
            <a:spLocks/>
          </p:cNvSpPr>
          <p:nvPr/>
        </p:nvSpPr>
        <p:spPr>
          <a:xfrm>
            <a:off x="5956544" y="26312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2" name="data_5491">
            <a:extLst>
              <a:ext uri="{FF2B5EF4-FFF2-40B4-BE49-F238E27FC236}">
                <a16:creationId xmlns:a16="http://schemas.microsoft.com/office/drawing/2014/main" id="{4D9E15EB-361D-4349-8E6C-A867D948FF6B}"/>
              </a:ext>
            </a:extLst>
          </p:cNvPr>
          <p:cNvSpPr>
            <a:spLocks/>
          </p:cNvSpPr>
          <p:nvPr/>
        </p:nvSpPr>
        <p:spPr>
          <a:xfrm>
            <a:off x="605048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3" name="data_5492">
            <a:extLst>
              <a:ext uri="{FF2B5EF4-FFF2-40B4-BE49-F238E27FC236}">
                <a16:creationId xmlns:a16="http://schemas.microsoft.com/office/drawing/2014/main" id="{8BA53A6D-E2A7-468A-9A25-F1C9BDA5B339}"/>
              </a:ext>
            </a:extLst>
          </p:cNvPr>
          <p:cNvSpPr>
            <a:spLocks/>
          </p:cNvSpPr>
          <p:nvPr/>
        </p:nvSpPr>
        <p:spPr>
          <a:xfrm>
            <a:off x="5886156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4" name="data_5493">
            <a:extLst>
              <a:ext uri="{FF2B5EF4-FFF2-40B4-BE49-F238E27FC236}">
                <a16:creationId xmlns:a16="http://schemas.microsoft.com/office/drawing/2014/main" id="{B03997C4-CA0E-4165-B8B0-9537B3DEB459}"/>
              </a:ext>
            </a:extLst>
          </p:cNvPr>
          <p:cNvSpPr>
            <a:spLocks/>
          </p:cNvSpPr>
          <p:nvPr/>
        </p:nvSpPr>
        <p:spPr>
          <a:xfrm>
            <a:off x="590805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5" name="data_5494">
            <a:extLst>
              <a:ext uri="{FF2B5EF4-FFF2-40B4-BE49-F238E27FC236}">
                <a16:creationId xmlns:a16="http://schemas.microsoft.com/office/drawing/2014/main" id="{B3316E29-5BBE-4A0D-8A40-604931E9C748}"/>
              </a:ext>
            </a:extLst>
          </p:cNvPr>
          <p:cNvSpPr>
            <a:spLocks/>
          </p:cNvSpPr>
          <p:nvPr/>
        </p:nvSpPr>
        <p:spPr>
          <a:xfrm>
            <a:off x="5955376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6" name="data_5495">
            <a:extLst>
              <a:ext uri="{FF2B5EF4-FFF2-40B4-BE49-F238E27FC236}">
                <a16:creationId xmlns:a16="http://schemas.microsoft.com/office/drawing/2014/main" id="{92492C1D-46DE-4B8E-A62F-7176A21616C0}"/>
              </a:ext>
            </a:extLst>
          </p:cNvPr>
          <p:cNvSpPr>
            <a:spLocks/>
          </p:cNvSpPr>
          <p:nvPr/>
        </p:nvSpPr>
        <p:spPr>
          <a:xfrm>
            <a:off x="590617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7" name="data_5496">
            <a:extLst>
              <a:ext uri="{FF2B5EF4-FFF2-40B4-BE49-F238E27FC236}">
                <a16:creationId xmlns:a16="http://schemas.microsoft.com/office/drawing/2014/main" id="{74E25F57-E252-46CF-9FF5-3BCCEFA618AC}"/>
              </a:ext>
            </a:extLst>
          </p:cNvPr>
          <p:cNvSpPr>
            <a:spLocks/>
          </p:cNvSpPr>
          <p:nvPr/>
        </p:nvSpPr>
        <p:spPr>
          <a:xfrm>
            <a:off x="6089613" y="390628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8" name="data_5497">
            <a:extLst>
              <a:ext uri="{FF2B5EF4-FFF2-40B4-BE49-F238E27FC236}">
                <a16:creationId xmlns:a16="http://schemas.microsoft.com/office/drawing/2014/main" id="{57609337-2056-4D5F-ACA8-62310C602B8C}"/>
              </a:ext>
            </a:extLst>
          </p:cNvPr>
          <p:cNvSpPr>
            <a:spLocks/>
          </p:cNvSpPr>
          <p:nvPr/>
        </p:nvSpPr>
        <p:spPr>
          <a:xfrm>
            <a:off x="6081701" y="385917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69" name="data_5498">
            <a:extLst>
              <a:ext uri="{FF2B5EF4-FFF2-40B4-BE49-F238E27FC236}">
                <a16:creationId xmlns:a16="http://schemas.microsoft.com/office/drawing/2014/main" id="{06732D9B-5BC0-4C1A-9E93-7DD318C96C65}"/>
              </a:ext>
            </a:extLst>
          </p:cNvPr>
          <p:cNvSpPr>
            <a:spLocks/>
          </p:cNvSpPr>
          <p:nvPr/>
        </p:nvSpPr>
        <p:spPr>
          <a:xfrm>
            <a:off x="6031246" y="361840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0" name="data_5499">
            <a:extLst>
              <a:ext uri="{FF2B5EF4-FFF2-40B4-BE49-F238E27FC236}">
                <a16:creationId xmlns:a16="http://schemas.microsoft.com/office/drawing/2014/main" id="{D6509333-E1AA-4D18-BFC8-EC955069EA9B}"/>
              </a:ext>
            </a:extLst>
          </p:cNvPr>
          <p:cNvSpPr>
            <a:spLocks/>
          </p:cNvSpPr>
          <p:nvPr/>
        </p:nvSpPr>
        <p:spPr>
          <a:xfrm>
            <a:off x="6044810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1" name="data_5500">
            <a:extLst>
              <a:ext uri="{FF2B5EF4-FFF2-40B4-BE49-F238E27FC236}">
                <a16:creationId xmlns:a16="http://schemas.microsoft.com/office/drawing/2014/main" id="{AFF106F2-D244-437A-B990-316587974E6D}"/>
              </a:ext>
            </a:extLst>
          </p:cNvPr>
          <p:cNvSpPr>
            <a:spLocks/>
          </p:cNvSpPr>
          <p:nvPr/>
        </p:nvSpPr>
        <p:spPr>
          <a:xfrm>
            <a:off x="6000234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2" name="data_5501">
            <a:extLst>
              <a:ext uri="{FF2B5EF4-FFF2-40B4-BE49-F238E27FC236}">
                <a16:creationId xmlns:a16="http://schemas.microsoft.com/office/drawing/2014/main" id="{842E68BA-67B8-4062-9199-5FD27ABB828C}"/>
              </a:ext>
            </a:extLst>
          </p:cNvPr>
          <p:cNvSpPr>
            <a:spLocks/>
          </p:cNvSpPr>
          <p:nvPr/>
        </p:nvSpPr>
        <p:spPr>
          <a:xfrm>
            <a:off x="5934380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3" name="data_5502">
            <a:extLst>
              <a:ext uri="{FF2B5EF4-FFF2-40B4-BE49-F238E27FC236}">
                <a16:creationId xmlns:a16="http://schemas.microsoft.com/office/drawing/2014/main" id="{E0C42459-A1BF-46A0-B077-1C2062D18791}"/>
              </a:ext>
            </a:extLst>
          </p:cNvPr>
          <p:cNvSpPr>
            <a:spLocks/>
          </p:cNvSpPr>
          <p:nvPr/>
        </p:nvSpPr>
        <p:spPr>
          <a:xfrm>
            <a:off x="59000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4" name="data_5503">
            <a:extLst>
              <a:ext uri="{FF2B5EF4-FFF2-40B4-BE49-F238E27FC236}">
                <a16:creationId xmlns:a16="http://schemas.microsoft.com/office/drawing/2014/main" id="{85896B4C-5151-45EC-84EF-73A48CFA460E}"/>
              </a:ext>
            </a:extLst>
          </p:cNvPr>
          <p:cNvSpPr>
            <a:spLocks/>
          </p:cNvSpPr>
          <p:nvPr/>
        </p:nvSpPr>
        <p:spPr>
          <a:xfrm>
            <a:off x="6097649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5" name="data_5504">
            <a:extLst>
              <a:ext uri="{FF2B5EF4-FFF2-40B4-BE49-F238E27FC236}">
                <a16:creationId xmlns:a16="http://schemas.microsoft.com/office/drawing/2014/main" id="{925DD4A5-A10F-4CF2-9024-6821A44C1937}"/>
              </a:ext>
            </a:extLst>
          </p:cNvPr>
          <p:cNvSpPr>
            <a:spLocks/>
          </p:cNvSpPr>
          <p:nvPr/>
        </p:nvSpPr>
        <p:spPr>
          <a:xfrm>
            <a:off x="5931306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6" name="data_5505">
            <a:extLst>
              <a:ext uri="{FF2B5EF4-FFF2-40B4-BE49-F238E27FC236}">
                <a16:creationId xmlns:a16="http://schemas.microsoft.com/office/drawing/2014/main" id="{DB0459D5-7DFC-4A05-9F80-429158DD3BC8}"/>
              </a:ext>
            </a:extLst>
          </p:cNvPr>
          <p:cNvSpPr>
            <a:spLocks/>
          </p:cNvSpPr>
          <p:nvPr/>
        </p:nvSpPr>
        <p:spPr>
          <a:xfrm>
            <a:off x="60586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7" name="data_5506">
            <a:extLst>
              <a:ext uri="{FF2B5EF4-FFF2-40B4-BE49-F238E27FC236}">
                <a16:creationId xmlns:a16="http://schemas.microsoft.com/office/drawing/2014/main" id="{E35B2B7A-6F2E-4AB5-9CE1-62D71A6B387A}"/>
              </a:ext>
            </a:extLst>
          </p:cNvPr>
          <p:cNvSpPr>
            <a:spLocks/>
          </p:cNvSpPr>
          <p:nvPr/>
        </p:nvSpPr>
        <p:spPr>
          <a:xfrm>
            <a:off x="5922083" y="360502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8" name="data_5507">
            <a:extLst>
              <a:ext uri="{FF2B5EF4-FFF2-40B4-BE49-F238E27FC236}">
                <a16:creationId xmlns:a16="http://schemas.microsoft.com/office/drawing/2014/main" id="{61DACD13-31A9-4A14-AC55-BD42E3F16624}"/>
              </a:ext>
            </a:extLst>
          </p:cNvPr>
          <p:cNvSpPr>
            <a:spLocks/>
          </p:cNvSpPr>
          <p:nvPr/>
        </p:nvSpPr>
        <p:spPr>
          <a:xfrm>
            <a:off x="6082810" y="383085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79" name="data_5508">
            <a:extLst>
              <a:ext uri="{FF2B5EF4-FFF2-40B4-BE49-F238E27FC236}">
                <a16:creationId xmlns:a16="http://schemas.microsoft.com/office/drawing/2014/main" id="{74A661C7-2302-429B-9C21-D90D8C5BE02E}"/>
              </a:ext>
            </a:extLst>
          </p:cNvPr>
          <p:cNvSpPr>
            <a:spLocks/>
          </p:cNvSpPr>
          <p:nvPr/>
        </p:nvSpPr>
        <p:spPr>
          <a:xfrm>
            <a:off x="604422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0" name="data_5509">
            <a:extLst>
              <a:ext uri="{FF2B5EF4-FFF2-40B4-BE49-F238E27FC236}">
                <a16:creationId xmlns:a16="http://schemas.microsoft.com/office/drawing/2014/main" id="{9FCEDDE9-F6B9-4923-9C6F-8685589F228F}"/>
              </a:ext>
            </a:extLst>
          </p:cNvPr>
          <p:cNvSpPr>
            <a:spLocks/>
          </p:cNvSpPr>
          <p:nvPr/>
        </p:nvSpPr>
        <p:spPr>
          <a:xfrm>
            <a:off x="605514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1" name="data_5510">
            <a:extLst>
              <a:ext uri="{FF2B5EF4-FFF2-40B4-BE49-F238E27FC236}">
                <a16:creationId xmlns:a16="http://schemas.microsoft.com/office/drawing/2014/main" id="{68A5C314-7F32-4191-99D3-D0B4B8502DEC}"/>
              </a:ext>
            </a:extLst>
          </p:cNvPr>
          <p:cNvSpPr>
            <a:spLocks/>
          </p:cNvSpPr>
          <p:nvPr/>
        </p:nvSpPr>
        <p:spPr>
          <a:xfrm>
            <a:off x="6020359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2" name="data_5511">
            <a:extLst>
              <a:ext uri="{FF2B5EF4-FFF2-40B4-BE49-F238E27FC236}">
                <a16:creationId xmlns:a16="http://schemas.microsoft.com/office/drawing/2014/main" id="{E0421170-31EA-42CE-923A-A5A6D5C1DE40}"/>
              </a:ext>
            </a:extLst>
          </p:cNvPr>
          <p:cNvSpPr>
            <a:spLocks/>
          </p:cNvSpPr>
          <p:nvPr/>
        </p:nvSpPr>
        <p:spPr>
          <a:xfrm>
            <a:off x="5941959" y="33666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3" name="data_5512">
            <a:extLst>
              <a:ext uri="{FF2B5EF4-FFF2-40B4-BE49-F238E27FC236}">
                <a16:creationId xmlns:a16="http://schemas.microsoft.com/office/drawing/2014/main" id="{FA124ABA-40CB-4ED8-BB47-3F6BB25303DE}"/>
              </a:ext>
            </a:extLst>
          </p:cNvPr>
          <p:cNvSpPr>
            <a:spLocks/>
          </p:cNvSpPr>
          <p:nvPr/>
        </p:nvSpPr>
        <p:spPr>
          <a:xfrm>
            <a:off x="5967439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4" name="data_5513">
            <a:extLst>
              <a:ext uri="{FF2B5EF4-FFF2-40B4-BE49-F238E27FC236}">
                <a16:creationId xmlns:a16="http://schemas.microsoft.com/office/drawing/2014/main" id="{D9158FA6-90A5-42A3-9BC7-1784FEBBD293}"/>
              </a:ext>
            </a:extLst>
          </p:cNvPr>
          <p:cNvSpPr>
            <a:spLocks/>
          </p:cNvSpPr>
          <p:nvPr/>
        </p:nvSpPr>
        <p:spPr>
          <a:xfrm>
            <a:off x="601571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5" name="data_5514">
            <a:extLst>
              <a:ext uri="{FF2B5EF4-FFF2-40B4-BE49-F238E27FC236}">
                <a16:creationId xmlns:a16="http://schemas.microsoft.com/office/drawing/2014/main" id="{E56A8F49-1BAC-43D6-B947-001F4EDABBF6}"/>
              </a:ext>
            </a:extLst>
          </p:cNvPr>
          <p:cNvSpPr>
            <a:spLocks/>
          </p:cNvSpPr>
          <p:nvPr/>
        </p:nvSpPr>
        <p:spPr>
          <a:xfrm>
            <a:off x="5947130" y="3885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6" name="data_5515">
            <a:extLst>
              <a:ext uri="{FF2B5EF4-FFF2-40B4-BE49-F238E27FC236}">
                <a16:creationId xmlns:a16="http://schemas.microsoft.com/office/drawing/2014/main" id="{12907C9C-6FFF-4DFB-B5D8-0A603D8A74D9}"/>
              </a:ext>
            </a:extLst>
          </p:cNvPr>
          <p:cNvSpPr>
            <a:spLocks/>
          </p:cNvSpPr>
          <p:nvPr/>
        </p:nvSpPr>
        <p:spPr>
          <a:xfrm>
            <a:off x="6074526" y="339267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7" name="data_5516">
            <a:extLst>
              <a:ext uri="{FF2B5EF4-FFF2-40B4-BE49-F238E27FC236}">
                <a16:creationId xmlns:a16="http://schemas.microsoft.com/office/drawing/2014/main" id="{B250C873-E4F4-46C5-9E80-8ACB7EE5FB69}"/>
              </a:ext>
            </a:extLst>
          </p:cNvPr>
          <p:cNvSpPr>
            <a:spLocks/>
          </p:cNvSpPr>
          <p:nvPr/>
        </p:nvSpPr>
        <p:spPr>
          <a:xfrm>
            <a:off x="598244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8" name="data_5517">
            <a:extLst>
              <a:ext uri="{FF2B5EF4-FFF2-40B4-BE49-F238E27FC236}">
                <a16:creationId xmlns:a16="http://schemas.microsoft.com/office/drawing/2014/main" id="{172020CE-E89E-4864-A5C2-36CE77C68289}"/>
              </a:ext>
            </a:extLst>
          </p:cNvPr>
          <p:cNvSpPr>
            <a:spLocks/>
          </p:cNvSpPr>
          <p:nvPr/>
        </p:nvSpPr>
        <p:spPr>
          <a:xfrm>
            <a:off x="600292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89" name="data_5518">
            <a:extLst>
              <a:ext uri="{FF2B5EF4-FFF2-40B4-BE49-F238E27FC236}">
                <a16:creationId xmlns:a16="http://schemas.microsoft.com/office/drawing/2014/main" id="{A20C7C04-99AD-4052-AFCB-18FD4678BA60}"/>
              </a:ext>
            </a:extLst>
          </p:cNvPr>
          <p:cNvSpPr>
            <a:spLocks/>
          </p:cNvSpPr>
          <p:nvPr/>
        </p:nvSpPr>
        <p:spPr>
          <a:xfrm>
            <a:off x="5879742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0" name="data_5519">
            <a:extLst>
              <a:ext uri="{FF2B5EF4-FFF2-40B4-BE49-F238E27FC236}">
                <a16:creationId xmlns:a16="http://schemas.microsoft.com/office/drawing/2014/main" id="{641CFA2A-3492-452A-932E-299252F66B44}"/>
              </a:ext>
            </a:extLst>
          </p:cNvPr>
          <p:cNvSpPr>
            <a:spLocks/>
          </p:cNvSpPr>
          <p:nvPr/>
        </p:nvSpPr>
        <p:spPr>
          <a:xfrm>
            <a:off x="5951007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1" name="data_5520">
            <a:extLst>
              <a:ext uri="{FF2B5EF4-FFF2-40B4-BE49-F238E27FC236}">
                <a16:creationId xmlns:a16="http://schemas.microsoft.com/office/drawing/2014/main" id="{20DCFE09-4CE8-41AE-95CB-9740DDEBBF07}"/>
              </a:ext>
            </a:extLst>
          </p:cNvPr>
          <p:cNvSpPr>
            <a:spLocks/>
          </p:cNvSpPr>
          <p:nvPr/>
        </p:nvSpPr>
        <p:spPr>
          <a:xfrm>
            <a:off x="5967413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2" name="data_5521">
            <a:extLst>
              <a:ext uri="{FF2B5EF4-FFF2-40B4-BE49-F238E27FC236}">
                <a16:creationId xmlns:a16="http://schemas.microsoft.com/office/drawing/2014/main" id="{10E0F3A4-3902-4FC1-AE34-3C1137F95F19}"/>
              </a:ext>
            </a:extLst>
          </p:cNvPr>
          <p:cNvSpPr>
            <a:spLocks/>
          </p:cNvSpPr>
          <p:nvPr/>
        </p:nvSpPr>
        <p:spPr>
          <a:xfrm>
            <a:off x="5922956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3" name="data_5522">
            <a:extLst>
              <a:ext uri="{FF2B5EF4-FFF2-40B4-BE49-F238E27FC236}">
                <a16:creationId xmlns:a16="http://schemas.microsoft.com/office/drawing/2014/main" id="{BFA9645F-1C5E-477F-9C76-CA29C5CCDFCF}"/>
              </a:ext>
            </a:extLst>
          </p:cNvPr>
          <p:cNvSpPr>
            <a:spLocks/>
          </p:cNvSpPr>
          <p:nvPr/>
        </p:nvSpPr>
        <p:spPr>
          <a:xfrm>
            <a:off x="5912641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4" name="data_5523">
            <a:extLst>
              <a:ext uri="{FF2B5EF4-FFF2-40B4-BE49-F238E27FC236}">
                <a16:creationId xmlns:a16="http://schemas.microsoft.com/office/drawing/2014/main" id="{555084CE-16D6-4C9E-B1B6-3774D13555BC}"/>
              </a:ext>
            </a:extLst>
          </p:cNvPr>
          <p:cNvSpPr>
            <a:spLocks/>
          </p:cNvSpPr>
          <p:nvPr/>
        </p:nvSpPr>
        <p:spPr>
          <a:xfrm>
            <a:off x="6095203" y="367312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5" name="data_5524">
            <a:extLst>
              <a:ext uri="{FF2B5EF4-FFF2-40B4-BE49-F238E27FC236}">
                <a16:creationId xmlns:a16="http://schemas.microsoft.com/office/drawing/2014/main" id="{D24B9A58-6B1D-49B5-AFC2-A44540C33445}"/>
              </a:ext>
            </a:extLst>
          </p:cNvPr>
          <p:cNvSpPr>
            <a:spLocks/>
          </p:cNvSpPr>
          <p:nvPr/>
        </p:nvSpPr>
        <p:spPr>
          <a:xfrm>
            <a:off x="5894981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6" name="data_5525">
            <a:extLst>
              <a:ext uri="{FF2B5EF4-FFF2-40B4-BE49-F238E27FC236}">
                <a16:creationId xmlns:a16="http://schemas.microsoft.com/office/drawing/2014/main" id="{66C620B6-9C23-44FA-BE1D-0E54B60CFE94}"/>
              </a:ext>
            </a:extLst>
          </p:cNvPr>
          <p:cNvSpPr>
            <a:spLocks/>
          </p:cNvSpPr>
          <p:nvPr/>
        </p:nvSpPr>
        <p:spPr>
          <a:xfrm>
            <a:off x="5897370" y="279977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7" name="data_5526">
            <a:extLst>
              <a:ext uri="{FF2B5EF4-FFF2-40B4-BE49-F238E27FC236}">
                <a16:creationId xmlns:a16="http://schemas.microsoft.com/office/drawing/2014/main" id="{65D89CAC-0208-4CA0-B794-175E54FAA37B}"/>
              </a:ext>
            </a:extLst>
          </p:cNvPr>
          <p:cNvSpPr>
            <a:spLocks/>
          </p:cNvSpPr>
          <p:nvPr/>
        </p:nvSpPr>
        <p:spPr>
          <a:xfrm>
            <a:off x="604945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8" name="data_5527">
            <a:extLst>
              <a:ext uri="{FF2B5EF4-FFF2-40B4-BE49-F238E27FC236}">
                <a16:creationId xmlns:a16="http://schemas.microsoft.com/office/drawing/2014/main" id="{54B376BE-7F85-4B41-98AB-B9640F41011A}"/>
              </a:ext>
            </a:extLst>
          </p:cNvPr>
          <p:cNvSpPr>
            <a:spLocks/>
          </p:cNvSpPr>
          <p:nvPr/>
        </p:nvSpPr>
        <p:spPr>
          <a:xfrm>
            <a:off x="5894452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199" name="data_5528">
            <a:extLst>
              <a:ext uri="{FF2B5EF4-FFF2-40B4-BE49-F238E27FC236}">
                <a16:creationId xmlns:a16="http://schemas.microsoft.com/office/drawing/2014/main" id="{8FCB596D-2282-46C5-94BA-AA91E38BEBBB}"/>
              </a:ext>
            </a:extLst>
          </p:cNvPr>
          <p:cNvSpPr>
            <a:spLocks/>
          </p:cNvSpPr>
          <p:nvPr/>
        </p:nvSpPr>
        <p:spPr>
          <a:xfrm>
            <a:off x="603092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0" name="data_5529">
            <a:extLst>
              <a:ext uri="{FF2B5EF4-FFF2-40B4-BE49-F238E27FC236}">
                <a16:creationId xmlns:a16="http://schemas.microsoft.com/office/drawing/2014/main" id="{670500DB-F3FD-4521-AABE-71EB53D0A27D}"/>
              </a:ext>
            </a:extLst>
          </p:cNvPr>
          <p:cNvSpPr>
            <a:spLocks/>
          </p:cNvSpPr>
          <p:nvPr/>
        </p:nvSpPr>
        <p:spPr>
          <a:xfrm>
            <a:off x="588543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1" name="data_5530">
            <a:extLst>
              <a:ext uri="{FF2B5EF4-FFF2-40B4-BE49-F238E27FC236}">
                <a16:creationId xmlns:a16="http://schemas.microsoft.com/office/drawing/2014/main" id="{786980CC-5603-442B-8068-519770C3360E}"/>
              </a:ext>
            </a:extLst>
          </p:cNvPr>
          <p:cNvSpPr>
            <a:spLocks/>
          </p:cNvSpPr>
          <p:nvPr/>
        </p:nvSpPr>
        <p:spPr>
          <a:xfrm>
            <a:off x="6019022" y="387422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2" name="data_5531">
            <a:extLst>
              <a:ext uri="{FF2B5EF4-FFF2-40B4-BE49-F238E27FC236}">
                <a16:creationId xmlns:a16="http://schemas.microsoft.com/office/drawing/2014/main" id="{746F0E48-D482-422E-A7DE-3A24951A11FD}"/>
              </a:ext>
            </a:extLst>
          </p:cNvPr>
          <p:cNvSpPr>
            <a:spLocks/>
          </p:cNvSpPr>
          <p:nvPr/>
        </p:nvSpPr>
        <p:spPr>
          <a:xfrm>
            <a:off x="6009133" y="35199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3" name="data_5532">
            <a:extLst>
              <a:ext uri="{FF2B5EF4-FFF2-40B4-BE49-F238E27FC236}">
                <a16:creationId xmlns:a16="http://schemas.microsoft.com/office/drawing/2014/main" id="{BB294603-8287-4AC3-B1AE-DF1BFC26B4DB}"/>
              </a:ext>
            </a:extLst>
          </p:cNvPr>
          <p:cNvSpPr>
            <a:spLocks/>
          </p:cNvSpPr>
          <p:nvPr/>
        </p:nvSpPr>
        <p:spPr>
          <a:xfrm>
            <a:off x="605574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4" name="data_5533">
            <a:extLst>
              <a:ext uri="{FF2B5EF4-FFF2-40B4-BE49-F238E27FC236}">
                <a16:creationId xmlns:a16="http://schemas.microsoft.com/office/drawing/2014/main" id="{4C014A5D-7B3F-49F2-92AC-CBD4633142AC}"/>
              </a:ext>
            </a:extLst>
          </p:cNvPr>
          <p:cNvSpPr>
            <a:spLocks/>
          </p:cNvSpPr>
          <p:nvPr/>
        </p:nvSpPr>
        <p:spPr>
          <a:xfrm>
            <a:off x="5987159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5" name="data_5534">
            <a:extLst>
              <a:ext uri="{FF2B5EF4-FFF2-40B4-BE49-F238E27FC236}">
                <a16:creationId xmlns:a16="http://schemas.microsoft.com/office/drawing/2014/main" id="{709C9DE5-E92D-470D-BFB1-7CE32BF35DC4}"/>
              </a:ext>
            </a:extLst>
          </p:cNvPr>
          <p:cNvSpPr>
            <a:spLocks/>
          </p:cNvSpPr>
          <p:nvPr/>
        </p:nvSpPr>
        <p:spPr>
          <a:xfrm>
            <a:off x="5914315" y="351990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6" name="data_5535">
            <a:extLst>
              <a:ext uri="{FF2B5EF4-FFF2-40B4-BE49-F238E27FC236}">
                <a16:creationId xmlns:a16="http://schemas.microsoft.com/office/drawing/2014/main" id="{5A470577-4D30-4581-ADFF-891E6857FEF7}"/>
              </a:ext>
            </a:extLst>
          </p:cNvPr>
          <p:cNvSpPr>
            <a:spLocks/>
          </p:cNvSpPr>
          <p:nvPr/>
        </p:nvSpPr>
        <p:spPr>
          <a:xfrm>
            <a:off x="6084475" y="38110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7" name="data_5536">
            <a:extLst>
              <a:ext uri="{FF2B5EF4-FFF2-40B4-BE49-F238E27FC236}">
                <a16:creationId xmlns:a16="http://schemas.microsoft.com/office/drawing/2014/main" id="{E78DC2F7-52CF-420D-90BA-67885B05AFD2}"/>
              </a:ext>
            </a:extLst>
          </p:cNvPr>
          <p:cNvSpPr>
            <a:spLocks/>
          </p:cNvSpPr>
          <p:nvPr/>
        </p:nvSpPr>
        <p:spPr>
          <a:xfrm>
            <a:off x="5890255" y="306024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8" name="data_5537">
            <a:extLst>
              <a:ext uri="{FF2B5EF4-FFF2-40B4-BE49-F238E27FC236}">
                <a16:creationId xmlns:a16="http://schemas.microsoft.com/office/drawing/2014/main" id="{B58EB596-8074-4865-BE17-828399D59302}"/>
              </a:ext>
            </a:extLst>
          </p:cNvPr>
          <p:cNvSpPr>
            <a:spLocks/>
          </p:cNvSpPr>
          <p:nvPr/>
        </p:nvSpPr>
        <p:spPr>
          <a:xfrm>
            <a:off x="605610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09" name="data_5538">
            <a:extLst>
              <a:ext uri="{FF2B5EF4-FFF2-40B4-BE49-F238E27FC236}">
                <a16:creationId xmlns:a16="http://schemas.microsoft.com/office/drawing/2014/main" id="{755E2684-8B49-4D6C-99F8-ED2B925E458F}"/>
              </a:ext>
            </a:extLst>
          </p:cNvPr>
          <p:cNvSpPr>
            <a:spLocks/>
          </p:cNvSpPr>
          <p:nvPr/>
        </p:nvSpPr>
        <p:spPr>
          <a:xfrm>
            <a:off x="5882974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0" name="data_5539">
            <a:extLst>
              <a:ext uri="{FF2B5EF4-FFF2-40B4-BE49-F238E27FC236}">
                <a16:creationId xmlns:a16="http://schemas.microsoft.com/office/drawing/2014/main" id="{61769495-9A4A-403F-B6B5-50A8608FC00D}"/>
              </a:ext>
            </a:extLst>
          </p:cNvPr>
          <p:cNvSpPr>
            <a:spLocks/>
          </p:cNvSpPr>
          <p:nvPr/>
        </p:nvSpPr>
        <p:spPr>
          <a:xfrm>
            <a:off x="600780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1" name="data_5540">
            <a:extLst>
              <a:ext uri="{FF2B5EF4-FFF2-40B4-BE49-F238E27FC236}">
                <a16:creationId xmlns:a16="http://schemas.microsoft.com/office/drawing/2014/main" id="{6225F89B-D35E-4084-8AC3-EABBE1B9AC57}"/>
              </a:ext>
            </a:extLst>
          </p:cNvPr>
          <p:cNvSpPr>
            <a:spLocks/>
          </p:cNvSpPr>
          <p:nvPr/>
        </p:nvSpPr>
        <p:spPr>
          <a:xfrm>
            <a:off x="5888357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2" name="data_5541">
            <a:extLst>
              <a:ext uri="{FF2B5EF4-FFF2-40B4-BE49-F238E27FC236}">
                <a16:creationId xmlns:a16="http://schemas.microsoft.com/office/drawing/2014/main" id="{34319196-2F02-47DE-B91E-3D5CF336942A}"/>
              </a:ext>
            </a:extLst>
          </p:cNvPr>
          <p:cNvSpPr>
            <a:spLocks/>
          </p:cNvSpPr>
          <p:nvPr/>
        </p:nvSpPr>
        <p:spPr>
          <a:xfrm>
            <a:off x="6056897" y="388593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3" name="data_5542">
            <a:extLst>
              <a:ext uri="{FF2B5EF4-FFF2-40B4-BE49-F238E27FC236}">
                <a16:creationId xmlns:a16="http://schemas.microsoft.com/office/drawing/2014/main" id="{9E396917-0D89-4BD4-9F70-1DADC34943A0}"/>
              </a:ext>
            </a:extLst>
          </p:cNvPr>
          <p:cNvSpPr>
            <a:spLocks/>
          </p:cNvSpPr>
          <p:nvPr/>
        </p:nvSpPr>
        <p:spPr>
          <a:xfrm>
            <a:off x="6068514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4" name="data_5543">
            <a:extLst>
              <a:ext uri="{FF2B5EF4-FFF2-40B4-BE49-F238E27FC236}">
                <a16:creationId xmlns:a16="http://schemas.microsoft.com/office/drawing/2014/main" id="{5F6FF788-C8E6-485E-BF73-1267E2FFE9EB}"/>
              </a:ext>
            </a:extLst>
          </p:cNvPr>
          <p:cNvSpPr>
            <a:spLocks/>
          </p:cNvSpPr>
          <p:nvPr/>
        </p:nvSpPr>
        <p:spPr>
          <a:xfrm>
            <a:off x="6022277" y="382634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5" name="data_5544">
            <a:extLst>
              <a:ext uri="{FF2B5EF4-FFF2-40B4-BE49-F238E27FC236}">
                <a16:creationId xmlns:a16="http://schemas.microsoft.com/office/drawing/2014/main" id="{38887AB1-E8CA-4CE0-ACFC-6A9087126366}"/>
              </a:ext>
            </a:extLst>
          </p:cNvPr>
          <p:cNvSpPr>
            <a:spLocks/>
          </p:cNvSpPr>
          <p:nvPr/>
        </p:nvSpPr>
        <p:spPr>
          <a:xfrm>
            <a:off x="593637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6" name="data_5545">
            <a:extLst>
              <a:ext uri="{FF2B5EF4-FFF2-40B4-BE49-F238E27FC236}">
                <a16:creationId xmlns:a16="http://schemas.microsoft.com/office/drawing/2014/main" id="{C76E5EFE-649A-4102-B1AC-5C100AF2ACBC}"/>
              </a:ext>
            </a:extLst>
          </p:cNvPr>
          <p:cNvSpPr>
            <a:spLocks/>
          </p:cNvSpPr>
          <p:nvPr/>
        </p:nvSpPr>
        <p:spPr>
          <a:xfrm>
            <a:off x="609367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7" name="data_5546">
            <a:extLst>
              <a:ext uri="{FF2B5EF4-FFF2-40B4-BE49-F238E27FC236}">
                <a16:creationId xmlns:a16="http://schemas.microsoft.com/office/drawing/2014/main" id="{6AE47D18-E305-4ED4-B49C-344423D3B04A}"/>
              </a:ext>
            </a:extLst>
          </p:cNvPr>
          <p:cNvSpPr>
            <a:spLocks/>
          </p:cNvSpPr>
          <p:nvPr/>
        </p:nvSpPr>
        <p:spPr>
          <a:xfrm>
            <a:off x="6049771" y="371690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8" name="data_5547">
            <a:extLst>
              <a:ext uri="{FF2B5EF4-FFF2-40B4-BE49-F238E27FC236}">
                <a16:creationId xmlns:a16="http://schemas.microsoft.com/office/drawing/2014/main" id="{57834637-BF29-4C00-A3AC-0AD740E0AA40}"/>
              </a:ext>
            </a:extLst>
          </p:cNvPr>
          <p:cNvSpPr>
            <a:spLocks/>
          </p:cNvSpPr>
          <p:nvPr/>
        </p:nvSpPr>
        <p:spPr>
          <a:xfrm>
            <a:off x="598660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19" name="data_5548">
            <a:extLst>
              <a:ext uri="{FF2B5EF4-FFF2-40B4-BE49-F238E27FC236}">
                <a16:creationId xmlns:a16="http://schemas.microsoft.com/office/drawing/2014/main" id="{7FAA3C53-FF3A-42D1-BA39-1B1E198D12B9}"/>
              </a:ext>
            </a:extLst>
          </p:cNvPr>
          <p:cNvSpPr>
            <a:spLocks/>
          </p:cNvSpPr>
          <p:nvPr/>
        </p:nvSpPr>
        <p:spPr>
          <a:xfrm>
            <a:off x="6093576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0" name="data_5549">
            <a:extLst>
              <a:ext uri="{FF2B5EF4-FFF2-40B4-BE49-F238E27FC236}">
                <a16:creationId xmlns:a16="http://schemas.microsoft.com/office/drawing/2014/main" id="{C2E2C310-C830-43D4-B740-8E03EDFEFEF7}"/>
              </a:ext>
            </a:extLst>
          </p:cNvPr>
          <p:cNvSpPr>
            <a:spLocks/>
          </p:cNvSpPr>
          <p:nvPr/>
        </p:nvSpPr>
        <p:spPr>
          <a:xfrm>
            <a:off x="600276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1" name="data_5550">
            <a:extLst>
              <a:ext uri="{FF2B5EF4-FFF2-40B4-BE49-F238E27FC236}">
                <a16:creationId xmlns:a16="http://schemas.microsoft.com/office/drawing/2014/main" id="{C352D407-59CD-41DF-9B42-445437A24DBE}"/>
              </a:ext>
            </a:extLst>
          </p:cNvPr>
          <p:cNvSpPr>
            <a:spLocks/>
          </p:cNvSpPr>
          <p:nvPr/>
        </p:nvSpPr>
        <p:spPr>
          <a:xfrm>
            <a:off x="5964113" y="321346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2" name="data_5551">
            <a:extLst>
              <a:ext uri="{FF2B5EF4-FFF2-40B4-BE49-F238E27FC236}">
                <a16:creationId xmlns:a16="http://schemas.microsoft.com/office/drawing/2014/main" id="{E411C398-3936-48B9-ABFC-03D1EDD470E6}"/>
              </a:ext>
            </a:extLst>
          </p:cNvPr>
          <p:cNvSpPr>
            <a:spLocks/>
          </p:cNvSpPr>
          <p:nvPr/>
        </p:nvSpPr>
        <p:spPr>
          <a:xfrm>
            <a:off x="600899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3" name="data_5552">
            <a:extLst>
              <a:ext uri="{FF2B5EF4-FFF2-40B4-BE49-F238E27FC236}">
                <a16:creationId xmlns:a16="http://schemas.microsoft.com/office/drawing/2014/main" id="{B32A5F31-AC32-44DF-9A8E-71C9142FB9B5}"/>
              </a:ext>
            </a:extLst>
          </p:cNvPr>
          <p:cNvSpPr>
            <a:spLocks/>
          </p:cNvSpPr>
          <p:nvPr/>
        </p:nvSpPr>
        <p:spPr>
          <a:xfrm>
            <a:off x="5905399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4" name="data_5553">
            <a:extLst>
              <a:ext uri="{FF2B5EF4-FFF2-40B4-BE49-F238E27FC236}">
                <a16:creationId xmlns:a16="http://schemas.microsoft.com/office/drawing/2014/main" id="{1F1FFC34-C7A1-4FD9-A889-1F574CF41442}"/>
              </a:ext>
            </a:extLst>
          </p:cNvPr>
          <p:cNvSpPr>
            <a:spLocks/>
          </p:cNvSpPr>
          <p:nvPr/>
        </p:nvSpPr>
        <p:spPr>
          <a:xfrm>
            <a:off x="5934198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5" name="data_5554">
            <a:extLst>
              <a:ext uri="{FF2B5EF4-FFF2-40B4-BE49-F238E27FC236}">
                <a16:creationId xmlns:a16="http://schemas.microsoft.com/office/drawing/2014/main" id="{D2BB5CA7-8B6D-41AD-869A-A155F8AB3959}"/>
              </a:ext>
            </a:extLst>
          </p:cNvPr>
          <p:cNvSpPr>
            <a:spLocks/>
          </p:cNvSpPr>
          <p:nvPr/>
        </p:nvSpPr>
        <p:spPr>
          <a:xfrm>
            <a:off x="609381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6" name="data_5555">
            <a:extLst>
              <a:ext uri="{FF2B5EF4-FFF2-40B4-BE49-F238E27FC236}">
                <a16:creationId xmlns:a16="http://schemas.microsoft.com/office/drawing/2014/main" id="{1AA24CE4-97B3-452E-B177-828E2630227E}"/>
              </a:ext>
            </a:extLst>
          </p:cNvPr>
          <p:cNvSpPr>
            <a:spLocks/>
          </p:cNvSpPr>
          <p:nvPr/>
        </p:nvSpPr>
        <p:spPr>
          <a:xfrm>
            <a:off x="5931481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7" name="data_5556">
            <a:extLst>
              <a:ext uri="{FF2B5EF4-FFF2-40B4-BE49-F238E27FC236}">
                <a16:creationId xmlns:a16="http://schemas.microsoft.com/office/drawing/2014/main" id="{3F3AEFD6-1865-4434-BFEE-725C9D63B2E4}"/>
              </a:ext>
            </a:extLst>
          </p:cNvPr>
          <p:cNvSpPr>
            <a:spLocks/>
          </p:cNvSpPr>
          <p:nvPr/>
        </p:nvSpPr>
        <p:spPr>
          <a:xfrm>
            <a:off x="5993127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8" name="data_5557">
            <a:extLst>
              <a:ext uri="{FF2B5EF4-FFF2-40B4-BE49-F238E27FC236}">
                <a16:creationId xmlns:a16="http://schemas.microsoft.com/office/drawing/2014/main" id="{84CFC7D6-26E3-484A-8281-BD3EE9FD2BF3}"/>
              </a:ext>
            </a:extLst>
          </p:cNvPr>
          <p:cNvSpPr>
            <a:spLocks/>
          </p:cNvSpPr>
          <p:nvPr/>
        </p:nvSpPr>
        <p:spPr>
          <a:xfrm>
            <a:off x="604213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29" name="data_5558">
            <a:extLst>
              <a:ext uri="{FF2B5EF4-FFF2-40B4-BE49-F238E27FC236}">
                <a16:creationId xmlns:a16="http://schemas.microsoft.com/office/drawing/2014/main" id="{9CDBB4FD-53E2-415A-9141-AE8C648DEFD7}"/>
              </a:ext>
            </a:extLst>
          </p:cNvPr>
          <p:cNvSpPr>
            <a:spLocks/>
          </p:cNvSpPr>
          <p:nvPr/>
        </p:nvSpPr>
        <p:spPr>
          <a:xfrm>
            <a:off x="5967206" y="330539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0" name="data_5559">
            <a:extLst>
              <a:ext uri="{FF2B5EF4-FFF2-40B4-BE49-F238E27FC236}">
                <a16:creationId xmlns:a16="http://schemas.microsoft.com/office/drawing/2014/main" id="{3705DDD5-F88D-4275-913F-1ABABBFA171D}"/>
              </a:ext>
            </a:extLst>
          </p:cNvPr>
          <p:cNvSpPr>
            <a:spLocks/>
          </p:cNvSpPr>
          <p:nvPr/>
        </p:nvSpPr>
        <p:spPr>
          <a:xfrm>
            <a:off x="5998212" y="3849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1" name="data_5560">
            <a:extLst>
              <a:ext uri="{FF2B5EF4-FFF2-40B4-BE49-F238E27FC236}">
                <a16:creationId xmlns:a16="http://schemas.microsoft.com/office/drawing/2014/main" id="{A61FFD73-6414-4363-A50B-CBE6BF4612D6}"/>
              </a:ext>
            </a:extLst>
          </p:cNvPr>
          <p:cNvSpPr>
            <a:spLocks/>
          </p:cNvSpPr>
          <p:nvPr/>
        </p:nvSpPr>
        <p:spPr>
          <a:xfrm>
            <a:off x="6018130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2" name="data_5561">
            <a:extLst>
              <a:ext uri="{FF2B5EF4-FFF2-40B4-BE49-F238E27FC236}">
                <a16:creationId xmlns:a16="http://schemas.microsoft.com/office/drawing/2014/main" id="{7337FE0D-2A46-44A9-BCEE-4CC1FB316E74}"/>
              </a:ext>
            </a:extLst>
          </p:cNvPr>
          <p:cNvSpPr>
            <a:spLocks/>
          </p:cNvSpPr>
          <p:nvPr/>
        </p:nvSpPr>
        <p:spPr>
          <a:xfrm>
            <a:off x="636578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3" name="data_5562">
            <a:extLst>
              <a:ext uri="{FF2B5EF4-FFF2-40B4-BE49-F238E27FC236}">
                <a16:creationId xmlns:a16="http://schemas.microsoft.com/office/drawing/2014/main" id="{B0AF393D-8FAA-417C-88AE-BCB05EB4C934}"/>
              </a:ext>
            </a:extLst>
          </p:cNvPr>
          <p:cNvSpPr>
            <a:spLocks/>
          </p:cNvSpPr>
          <p:nvPr/>
        </p:nvSpPr>
        <p:spPr>
          <a:xfrm>
            <a:off x="6486926" y="26553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4" name="data_5563">
            <a:extLst>
              <a:ext uri="{FF2B5EF4-FFF2-40B4-BE49-F238E27FC236}">
                <a16:creationId xmlns:a16="http://schemas.microsoft.com/office/drawing/2014/main" id="{834E7FCD-1FEE-46E5-B208-F86849EB830F}"/>
              </a:ext>
            </a:extLst>
          </p:cNvPr>
          <p:cNvSpPr>
            <a:spLocks/>
          </p:cNvSpPr>
          <p:nvPr/>
        </p:nvSpPr>
        <p:spPr>
          <a:xfrm>
            <a:off x="646996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5" name="data_5564">
            <a:extLst>
              <a:ext uri="{FF2B5EF4-FFF2-40B4-BE49-F238E27FC236}">
                <a16:creationId xmlns:a16="http://schemas.microsoft.com/office/drawing/2014/main" id="{1FCA47E1-D85A-4547-99CF-7A011E2F3BBE}"/>
              </a:ext>
            </a:extLst>
          </p:cNvPr>
          <p:cNvSpPr>
            <a:spLocks/>
          </p:cNvSpPr>
          <p:nvPr/>
        </p:nvSpPr>
        <p:spPr>
          <a:xfrm>
            <a:off x="64727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6" name="data_5565">
            <a:extLst>
              <a:ext uri="{FF2B5EF4-FFF2-40B4-BE49-F238E27FC236}">
                <a16:creationId xmlns:a16="http://schemas.microsoft.com/office/drawing/2014/main" id="{AA0EE29D-AFB8-43E7-91C7-944E74E06023}"/>
              </a:ext>
            </a:extLst>
          </p:cNvPr>
          <p:cNvSpPr>
            <a:spLocks/>
          </p:cNvSpPr>
          <p:nvPr/>
        </p:nvSpPr>
        <p:spPr>
          <a:xfrm>
            <a:off x="643120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7" name="data_5566">
            <a:extLst>
              <a:ext uri="{FF2B5EF4-FFF2-40B4-BE49-F238E27FC236}">
                <a16:creationId xmlns:a16="http://schemas.microsoft.com/office/drawing/2014/main" id="{305CAA78-133E-4435-BA32-7BFFFF9AF7C7}"/>
              </a:ext>
            </a:extLst>
          </p:cNvPr>
          <p:cNvSpPr>
            <a:spLocks/>
          </p:cNvSpPr>
          <p:nvPr/>
        </p:nvSpPr>
        <p:spPr>
          <a:xfrm>
            <a:off x="6492800" y="30025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8" name="data_5567">
            <a:extLst>
              <a:ext uri="{FF2B5EF4-FFF2-40B4-BE49-F238E27FC236}">
                <a16:creationId xmlns:a16="http://schemas.microsoft.com/office/drawing/2014/main" id="{C5F5BC3F-8EB7-4F71-8922-3900163B65C4}"/>
              </a:ext>
            </a:extLst>
          </p:cNvPr>
          <p:cNvSpPr>
            <a:spLocks/>
          </p:cNvSpPr>
          <p:nvPr/>
        </p:nvSpPr>
        <p:spPr>
          <a:xfrm>
            <a:off x="6362782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39" name="data_5568">
            <a:extLst>
              <a:ext uri="{FF2B5EF4-FFF2-40B4-BE49-F238E27FC236}">
                <a16:creationId xmlns:a16="http://schemas.microsoft.com/office/drawing/2014/main" id="{E005FF5A-55D3-4F5E-B95A-950DF117A674}"/>
              </a:ext>
            </a:extLst>
          </p:cNvPr>
          <p:cNvSpPr>
            <a:spLocks/>
          </p:cNvSpPr>
          <p:nvPr/>
        </p:nvSpPr>
        <p:spPr>
          <a:xfrm>
            <a:off x="6429701" y="327730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0" name="data_5569">
            <a:extLst>
              <a:ext uri="{FF2B5EF4-FFF2-40B4-BE49-F238E27FC236}">
                <a16:creationId xmlns:a16="http://schemas.microsoft.com/office/drawing/2014/main" id="{F8A311F2-9D04-496C-8E2A-33821C6F39FA}"/>
              </a:ext>
            </a:extLst>
          </p:cNvPr>
          <p:cNvSpPr>
            <a:spLocks/>
          </p:cNvSpPr>
          <p:nvPr/>
        </p:nvSpPr>
        <p:spPr>
          <a:xfrm>
            <a:off x="65535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1" name="data_5570">
            <a:extLst>
              <a:ext uri="{FF2B5EF4-FFF2-40B4-BE49-F238E27FC236}">
                <a16:creationId xmlns:a16="http://schemas.microsoft.com/office/drawing/2014/main" id="{942895DB-49A2-42E8-9F50-3C0DCC6E6336}"/>
              </a:ext>
            </a:extLst>
          </p:cNvPr>
          <p:cNvSpPr>
            <a:spLocks/>
          </p:cNvSpPr>
          <p:nvPr/>
        </p:nvSpPr>
        <p:spPr>
          <a:xfrm>
            <a:off x="642893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2" name="data_5571">
            <a:extLst>
              <a:ext uri="{FF2B5EF4-FFF2-40B4-BE49-F238E27FC236}">
                <a16:creationId xmlns:a16="http://schemas.microsoft.com/office/drawing/2014/main" id="{76211152-E1D8-4799-991E-2057CC4433A3}"/>
              </a:ext>
            </a:extLst>
          </p:cNvPr>
          <p:cNvSpPr>
            <a:spLocks/>
          </p:cNvSpPr>
          <p:nvPr/>
        </p:nvSpPr>
        <p:spPr>
          <a:xfrm>
            <a:off x="644375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3" name="data_5572">
            <a:extLst>
              <a:ext uri="{FF2B5EF4-FFF2-40B4-BE49-F238E27FC236}">
                <a16:creationId xmlns:a16="http://schemas.microsoft.com/office/drawing/2014/main" id="{73740C32-A160-48BE-A8F7-1C3332F43746}"/>
              </a:ext>
            </a:extLst>
          </p:cNvPr>
          <p:cNvSpPr>
            <a:spLocks/>
          </p:cNvSpPr>
          <p:nvPr/>
        </p:nvSpPr>
        <p:spPr>
          <a:xfrm>
            <a:off x="6358447" y="282083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4" name="data_5573">
            <a:extLst>
              <a:ext uri="{FF2B5EF4-FFF2-40B4-BE49-F238E27FC236}">
                <a16:creationId xmlns:a16="http://schemas.microsoft.com/office/drawing/2014/main" id="{40CEED83-15E4-4445-8CA5-5333740685A9}"/>
              </a:ext>
            </a:extLst>
          </p:cNvPr>
          <p:cNvSpPr>
            <a:spLocks/>
          </p:cNvSpPr>
          <p:nvPr/>
        </p:nvSpPr>
        <p:spPr>
          <a:xfrm>
            <a:off x="63871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5" name="data_5574">
            <a:extLst>
              <a:ext uri="{FF2B5EF4-FFF2-40B4-BE49-F238E27FC236}">
                <a16:creationId xmlns:a16="http://schemas.microsoft.com/office/drawing/2014/main" id="{72DBBCF1-E762-4FCB-BECC-9CB9EFE022B9}"/>
              </a:ext>
            </a:extLst>
          </p:cNvPr>
          <p:cNvSpPr>
            <a:spLocks/>
          </p:cNvSpPr>
          <p:nvPr/>
        </p:nvSpPr>
        <p:spPr>
          <a:xfrm>
            <a:off x="6479149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6" name="data_5575">
            <a:extLst>
              <a:ext uri="{FF2B5EF4-FFF2-40B4-BE49-F238E27FC236}">
                <a16:creationId xmlns:a16="http://schemas.microsoft.com/office/drawing/2014/main" id="{5F1DE884-BACE-480E-8A37-60F4D46C5997}"/>
              </a:ext>
            </a:extLst>
          </p:cNvPr>
          <p:cNvSpPr>
            <a:spLocks/>
          </p:cNvSpPr>
          <p:nvPr/>
        </p:nvSpPr>
        <p:spPr>
          <a:xfrm>
            <a:off x="653608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7" name="data_5576">
            <a:extLst>
              <a:ext uri="{FF2B5EF4-FFF2-40B4-BE49-F238E27FC236}">
                <a16:creationId xmlns:a16="http://schemas.microsoft.com/office/drawing/2014/main" id="{4D01933F-29D4-46EF-AADA-7358CC657ACF}"/>
              </a:ext>
            </a:extLst>
          </p:cNvPr>
          <p:cNvSpPr>
            <a:spLocks/>
          </p:cNvSpPr>
          <p:nvPr/>
        </p:nvSpPr>
        <p:spPr>
          <a:xfrm>
            <a:off x="651621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8" name="data_5577">
            <a:extLst>
              <a:ext uri="{FF2B5EF4-FFF2-40B4-BE49-F238E27FC236}">
                <a16:creationId xmlns:a16="http://schemas.microsoft.com/office/drawing/2014/main" id="{68012A3C-FBBB-4D80-8CDF-653BB7D61460}"/>
              </a:ext>
            </a:extLst>
          </p:cNvPr>
          <p:cNvSpPr>
            <a:spLocks/>
          </p:cNvSpPr>
          <p:nvPr/>
        </p:nvSpPr>
        <p:spPr>
          <a:xfrm>
            <a:off x="646695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49" name="data_5578">
            <a:extLst>
              <a:ext uri="{FF2B5EF4-FFF2-40B4-BE49-F238E27FC236}">
                <a16:creationId xmlns:a16="http://schemas.microsoft.com/office/drawing/2014/main" id="{4E6152B1-8CD4-4A24-B10E-7055EDC53C39}"/>
              </a:ext>
            </a:extLst>
          </p:cNvPr>
          <p:cNvSpPr>
            <a:spLocks/>
          </p:cNvSpPr>
          <p:nvPr/>
        </p:nvSpPr>
        <p:spPr>
          <a:xfrm>
            <a:off x="63926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0" name="data_5579">
            <a:extLst>
              <a:ext uri="{FF2B5EF4-FFF2-40B4-BE49-F238E27FC236}">
                <a16:creationId xmlns:a16="http://schemas.microsoft.com/office/drawing/2014/main" id="{165B5673-1BED-47DF-A67F-59CD0FBCDC09}"/>
              </a:ext>
            </a:extLst>
          </p:cNvPr>
          <p:cNvSpPr>
            <a:spLocks/>
          </p:cNvSpPr>
          <p:nvPr/>
        </p:nvSpPr>
        <p:spPr>
          <a:xfrm>
            <a:off x="6463440" y="30164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1" name="data_5580">
            <a:extLst>
              <a:ext uri="{FF2B5EF4-FFF2-40B4-BE49-F238E27FC236}">
                <a16:creationId xmlns:a16="http://schemas.microsoft.com/office/drawing/2014/main" id="{548DC7D8-B3C3-4FCB-BD43-E2A0256E00D2}"/>
              </a:ext>
            </a:extLst>
          </p:cNvPr>
          <p:cNvSpPr>
            <a:spLocks/>
          </p:cNvSpPr>
          <p:nvPr/>
        </p:nvSpPr>
        <p:spPr>
          <a:xfrm>
            <a:off x="647967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2" name="data_5581">
            <a:extLst>
              <a:ext uri="{FF2B5EF4-FFF2-40B4-BE49-F238E27FC236}">
                <a16:creationId xmlns:a16="http://schemas.microsoft.com/office/drawing/2014/main" id="{8E2BAFBD-1600-4E07-9326-B7F18EDA88E4}"/>
              </a:ext>
            </a:extLst>
          </p:cNvPr>
          <p:cNvSpPr>
            <a:spLocks/>
          </p:cNvSpPr>
          <p:nvPr/>
        </p:nvSpPr>
        <p:spPr>
          <a:xfrm>
            <a:off x="6395905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3" name="data_5582">
            <a:extLst>
              <a:ext uri="{FF2B5EF4-FFF2-40B4-BE49-F238E27FC236}">
                <a16:creationId xmlns:a16="http://schemas.microsoft.com/office/drawing/2014/main" id="{0044CE03-B08F-4279-B5D5-1A9F4BF3F1A3}"/>
              </a:ext>
            </a:extLst>
          </p:cNvPr>
          <p:cNvSpPr>
            <a:spLocks/>
          </p:cNvSpPr>
          <p:nvPr/>
        </p:nvSpPr>
        <p:spPr>
          <a:xfrm>
            <a:off x="645526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4" name="data_5583">
            <a:extLst>
              <a:ext uri="{FF2B5EF4-FFF2-40B4-BE49-F238E27FC236}">
                <a16:creationId xmlns:a16="http://schemas.microsoft.com/office/drawing/2014/main" id="{F2728A2E-1752-4518-9D6D-4CC0D8F6AE4F}"/>
              </a:ext>
            </a:extLst>
          </p:cNvPr>
          <p:cNvSpPr>
            <a:spLocks/>
          </p:cNvSpPr>
          <p:nvPr/>
        </p:nvSpPr>
        <p:spPr>
          <a:xfrm>
            <a:off x="638584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5" name="data_5584">
            <a:extLst>
              <a:ext uri="{FF2B5EF4-FFF2-40B4-BE49-F238E27FC236}">
                <a16:creationId xmlns:a16="http://schemas.microsoft.com/office/drawing/2014/main" id="{0787E6F6-A1B0-416B-B8DE-985DBA0640D4}"/>
              </a:ext>
            </a:extLst>
          </p:cNvPr>
          <p:cNvSpPr>
            <a:spLocks/>
          </p:cNvSpPr>
          <p:nvPr/>
        </p:nvSpPr>
        <p:spPr>
          <a:xfrm>
            <a:off x="647015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6" name="data_5585">
            <a:extLst>
              <a:ext uri="{FF2B5EF4-FFF2-40B4-BE49-F238E27FC236}">
                <a16:creationId xmlns:a16="http://schemas.microsoft.com/office/drawing/2014/main" id="{018CED4D-446F-463E-850D-B80525D5CEB4}"/>
              </a:ext>
            </a:extLst>
          </p:cNvPr>
          <p:cNvSpPr>
            <a:spLocks/>
          </p:cNvSpPr>
          <p:nvPr/>
        </p:nvSpPr>
        <p:spPr>
          <a:xfrm>
            <a:off x="639780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7" name="data_5586">
            <a:extLst>
              <a:ext uri="{FF2B5EF4-FFF2-40B4-BE49-F238E27FC236}">
                <a16:creationId xmlns:a16="http://schemas.microsoft.com/office/drawing/2014/main" id="{DB762A46-8402-47DC-961E-E09D28499887}"/>
              </a:ext>
            </a:extLst>
          </p:cNvPr>
          <p:cNvSpPr>
            <a:spLocks/>
          </p:cNvSpPr>
          <p:nvPr/>
        </p:nvSpPr>
        <p:spPr>
          <a:xfrm>
            <a:off x="6361554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8" name="data_5587">
            <a:extLst>
              <a:ext uri="{FF2B5EF4-FFF2-40B4-BE49-F238E27FC236}">
                <a16:creationId xmlns:a16="http://schemas.microsoft.com/office/drawing/2014/main" id="{82BACA11-3733-4160-BCE8-23640A1BB577}"/>
              </a:ext>
            </a:extLst>
          </p:cNvPr>
          <p:cNvSpPr>
            <a:spLocks/>
          </p:cNvSpPr>
          <p:nvPr/>
        </p:nvSpPr>
        <p:spPr>
          <a:xfrm>
            <a:off x="6450976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59" name="data_5588">
            <a:extLst>
              <a:ext uri="{FF2B5EF4-FFF2-40B4-BE49-F238E27FC236}">
                <a16:creationId xmlns:a16="http://schemas.microsoft.com/office/drawing/2014/main" id="{AFAD8610-07AB-4D5A-9876-5AD790031589}"/>
              </a:ext>
            </a:extLst>
          </p:cNvPr>
          <p:cNvSpPr>
            <a:spLocks/>
          </p:cNvSpPr>
          <p:nvPr/>
        </p:nvSpPr>
        <p:spPr>
          <a:xfrm>
            <a:off x="64691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0" name="data_5589">
            <a:extLst>
              <a:ext uri="{FF2B5EF4-FFF2-40B4-BE49-F238E27FC236}">
                <a16:creationId xmlns:a16="http://schemas.microsoft.com/office/drawing/2014/main" id="{4E515651-10DE-4B19-BE16-2B272D331761}"/>
              </a:ext>
            </a:extLst>
          </p:cNvPr>
          <p:cNvSpPr>
            <a:spLocks/>
          </p:cNvSpPr>
          <p:nvPr/>
        </p:nvSpPr>
        <p:spPr>
          <a:xfrm>
            <a:off x="656098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1" name="data_5590">
            <a:extLst>
              <a:ext uri="{FF2B5EF4-FFF2-40B4-BE49-F238E27FC236}">
                <a16:creationId xmlns:a16="http://schemas.microsoft.com/office/drawing/2014/main" id="{F4762EB6-6554-4BC2-BCB8-3E6FDF9DDB20}"/>
              </a:ext>
            </a:extLst>
          </p:cNvPr>
          <p:cNvSpPr>
            <a:spLocks/>
          </p:cNvSpPr>
          <p:nvPr/>
        </p:nvSpPr>
        <p:spPr>
          <a:xfrm>
            <a:off x="6544063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2" name="data_5591">
            <a:extLst>
              <a:ext uri="{FF2B5EF4-FFF2-40B4-BE49-F238E27FC236}">
                <a16:creationId xmlns:a16="http://schemas.microsoft.com/office/drawing/2014/main" id="{A217D789-5C64-4A80-879E-ED9D1316056D}"/>
              </a:ext>
            </a:extLst>
          </p:cNvPr>
          <p:cNvSpPr>
            <a:spLocks/>
          </p:cNvSpPr>
          <p:nvPr/>
        </p:nvSpPr>
        <p:spPr>
          <a:xfrm>
            <a:off x="643004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3" name="data_5592">
            <a:extLst>
              <a:ext uri="{FF2B5EF4-FFF2-40B4-BE49-F238E27FC236}">
                <a16:creationId xmlns:a16="http://schemas.microsoft.com/office/drawing/2014/main" id="{563CFA14-4DB7-4829-8E5B-FC5DD7FC3BDA}"/>
              </a:ext>
            </a:extLst>
          </p:cNvPr>
          <p:cNvSpPr>
            <a:spLocks/>
          </p:cNvSpPr>
          <p:nvPr/>
        </p:nvSpPr>
        <p:spPr>
          <a:xfrm>
            <a:off x="644640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4" name="data_5593">
            <a:extLst>
              <a:ext uri="{FF2B5EF4-FFF2-40B4-BE49-F238E27FC236}">
                <a16:creationId xmlns:a16="http://schemas.microsoft.com/office/drawing/2014/main" id="{C2222CE6-090B-49A6-ABFA-F5EE0B4A7155}"/>
              </a:ext>
            </a:extLst>
          </p:cNvPr>
          <p:cNvSpPr>
            <a:spLocks/>
          </p:cNvSpPr>
          <p:nvPr/>
        </p:nvSpPr>
        <p:spPr>
          <a:xfrm>
            <a:off x="6479789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5" name="data_5594">
            <a:extLst>
              <a:ext uri="{FF2B5EF4-FFF2-40B4-BE49-F238E27FC236}">
                <a16:creationId xmlns:a16="http://schemas.microsoft.com/office/drawing/2014/main" id="{2205298D-6C04-4925-8A12-8E48D6E23DDB}"/>
              </a:ext>
            </a:extLst>
          </p:cNvPr>
          <p:cNvSpPr>
            <a:spLocks/>
          </p:cNvSpPr>
          <p:nvPr/>
        </p:nvSpPr>
        <p:spPr>
          <a:xfrm>
            <a:off x="641329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6" name="data_5595">
            <a:extLst>
              <a:ext uri="{FF2B5EF4-FFF2-40B4-BE49-F238E27FC236}">
                <a16:creationId xmlns:a16="http://schemas.microsoft.com/office/drawing/2014/main" id="{699F7F9A-4902-45C0-8E86-44209CCEED69}"/>
              </a:ext>
            </a:extLst>
          </p:cNvPr>
          <p:cNvSpPr>
            <a:spLocks/>
          </p:cNvSpPr>
          <p:nvPr/>
        </p:nvSpPr>
        <p:spPr>
          <a:xfrm>
            <a:off x="637458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7" name="data_5596">
            <a:extLst>
              <a:ext uri="{FF2B5EF4-FFF2-40B4-BE49-F238E27FC236}">
                <a16:creationId xmlns:a16="http://schemas.microsoft.com/office/drawing/2014/main" id="{85B7E80E-8CBD-48F4-B003-19CEEA544C20}"/>
              </a:ext>
            </a:extLst>
          </p:cNvPr>
          <p:cNvSpPr>
            <a:spLocks/>
          </p:cNvSpPr>
          <p:nvPr/>
        </p:nvSpPr>
        <p:spPr>
          <a:xfrm>
            <a:off x="648147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8" name="data_5597">
            <a:extLst>
              <a:ext uri="{FF2B5EF4-FFF2-40B4-BE49-F238E27FC236}">
                <a16:creationId xmlns:a16="http://schemas.microsoft.com/office/drawing/2014/main" id="{6A65A2F0-76C3-45C4-9EF4-E6956E155228}"/>
              </a:ext>
            </a:extLst>
          </p:cNvPr>
          <p:cNvSpPr>
            <a:spLocks/>
          </p:cNvSpPr>
          <p:nvPr/>
        </p:nvSpPr>
        <p:spPr>
          <a:xfrm>
            <a:off x="650408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69" name="data_5598">
            <a:extLst>
              <a:ext uri="{FF2B5EF4-FFF2-40B4-BE49-F238E27FC236}">
                <a16:creationId xmlns:a16="http://schemas.microsoft.com/office/drawing/2014/main" id="{F8686332-E497-492F-8168-C71B69AF6892}"/>
              </a:ext>
            </a:extLst>
          </p:cNvPr>
          <p:cNvSpPr>
            <a:spLocks/>
          </p:cNvSpPr>
          <p:nvPr/>
        </p:nvSpPr>
        <p:spPr>
          <a:xfrm>
            <a:off x="6469905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0" name="data_5599">
            <a:extLst>
              <a:ext uri="{FF2B5EF4-FFF2-40B4-BE49-F238E27FC236}">
                <a16:creationId xmlns:a16="http://schemas.microsoft.com/office/drawing/2014/main" id="{77181225-DC54-4CD1-90F1-515F7E547DF5}"/>
              </a:ext>
            </a:extLst>
          </p:cNvPr>
          <p:cNvSpPr>
            <a:spLocks/>
          </p:cNvSpPr>
          <p:nvPr/>
        </p:nvSpPr>
        <p:spPr>
          <a:xfrm>
            <a:off x="656648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1" name="data_5600">
            <a:extLst>
              <a:ext uri="{FF2B5EF4-FFF2-40B4-BE49-F238E27FC236}">
                <a16:creationId xmlns:a16="http://schemas.microsoft.com/office/drawing/2014/main" id="{4D60BF1D-2874-4EDC-845C-A944E83E9805}"/>
              </a:ext>
            </a:extLst>
          </p:cNvPr>
          <p:cNvSpPr>
            <a:spLocks/>
          </p:cNvSpPr>
          <p:nvPr/>
        </p:nvSpPr>
        <p:spPr>
          <a:xfrm>
            <a:off x="639825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2" name="data_5601">
            <a:extLst>
              <a:ext uri="{FF2B5EF4-FFF2-40B4-BE49-F238E27FC236}">
                <a16:creationId xmlns:a16="http://schemas.microsoft.com/office/drawing/2014/main" id="{CD7E8E4B-AB13-4373-A425-23A5611E1CDF}"/>
              </a:ext>
            </a:extLst>
          </p:cNvPr>
          <p:cNvSpPr>
            <a:spLocks/>
          </p:cNvSpPr>
          <p:nvPr/>
        </p:nvSpPr>
        <p:spPr>
          <a:xfrm>
            <a:off x="6541246" y="337762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3" name="data_5602">
            <a:extLst>
              <a:ext uri="{FF2B5EF4-FFF2-40B4-BE49-F238E27FC236}">
                <a16:creationId xmlns:a16="http://schemas.microsoft.com/office/drawing/2014/main" id="{E7AFF38C-4F40-45DF-8BBC-199238A5CF37}"/>
              </a:ext>
            </a:extLst>
          </p:cNvPr>
          <p:cNvSpPr>
            <a:spLocks/>
          </p:cNvSpPr>
          <p:nvPr/>
        </p:nvSpPr>
        <p:spPr>
          <a:xfrm>
            <a:off x="6447899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4" name="data_5603">
            <a:extLst>
              <a:ext uri="{FF2B5EF4-FFF2-40B4-BE49-F238E27FC236}">
                <a16:creationId xmlns:a16="http://schemas.microsoft.com/office/drawing/2014/main" id="{B491694A-1723-4002-9886-420924D346A1}"/>
              </a:ext>
            </a:extLst>
          </p:cNvPr>
          <p:cNvSpPr>
            <a:spLocks/>
          </p:cNvSpPr>
          <p:nvPr/>
        </p:nvSpPr>
        <p:spPr>
          <a:xfrm>
            <a:off x="638131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5" name="data_5604">
            <a:extLst>
              <a:ext uri="{FF2B5EF4-FFF2-40B4-BE49-F238E27FC236}">
                <a16:creationId xmlns:a16="http://schemas.microsoft.com/office/drawing/2014/main" id="{18B3C14D-4E74-46D2-AE92-8FCDC3912FAF}"/>
              </a:ext>
            </a:extLst>
          </p:cNvPr>
          <p:cNvSpPr>
            <a:spLocks/>
          </p:cNvSpPr>
          <p:nvPr/>
        </p:nvSpPr>
        <p:spPr>
          <a:xfrm>
            <a:off x="646103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6" name="data_5605">
            <a:extLst>
              <a:ext uri="{FF2B5EF4-FFF2-40B4-BE49-F238E27FC236}">
                <a16:creationId xmlns:a16="http://schemas.microsoft.com/office/drawing/2014/main" id="{1F689978-8199-4B1C-9A4E-BDAD9957C61D}"/>
              </a:ext>
            </a:extLst>
          </p:cNvPr>
          <p:cNvSpPr>
            <a:spLocks/>
          </p:cNvSpPr>
          <p:nvPr/>
        </p:nvSpPr>
        <p:spPr>
          <a:xfrm>
            <a:off x="646918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7" name="data_5606">
            <a:extLst>
              <a:ext uri="{FF2B5EF4-FFF2-40B4-BE49-F238E27FC236}">
                <a16:creationId xmlns:a16="http://schemas.microsoft.com/office/drawing/2014/main" id="{0764161E-0C81-4F9F-8A18-BD7C948AA484}"/>
              </a:ext>
            </a:extLst>
          </p:cNvPr>
          <p:cNvSpPr>
            <a:spLocks/>
          </p:cNvSpPr>
          <p:nvPr/>
        </p:nvSpPr>
        <p:spPr>
          <a:xfrm>
            <a:off x="638210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8" name="data_5607">
            <a:extLst>
              <a:ext uri="{FF2B5EF4-FFF2-40B4-BE49-F238E27FC236}">
                <a16:creationId xmlns:a16="http://schemas.microsoft.com/office/drawing/2014/main" id="{8C589AA1-3F6D-4272-95FC-EDA716FC7041}"/>
              </a:ext>
            </a:extLst>
          </p:cNvPr>
          <p:cNvSpPr>
            <a:spLocks/>
          </p:cNvSpPr>
          <p:nvPr/>
        </p:nvSpPr>
        <p:spPr>
          <a:xfrm>
            <a:off x="641705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79" name="data_5608">
            <a:extLst>
              <a:ext uri="{FF2B5EF4-FFF2-40B4-BE49-F238E27FC236}">
                <a16:creationId xmlns:a16="http://schemas.microsoft.com/office/drawing/2014/main" id="{7E465480-1C9C-4D2E-8682-54B9994E38A9}"/>
              </a:ext>
            </a:extLst>
          </p:cNvPr>
          <p:cNvSpPr>
            <a:spLocks/>
          </p:cNvSpPr>
          <p:nvPr/>
        </p:nvSpPr>
        <p:spPr>
          <a:xfrm>
            <a:off x="63670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0" name="data_5609">
            <a:extLst>
              <a:ext uri="{FF2B5EF4-FFF2-40B4-BE49-F238E27FC236}">
                <a16:creationId xmlns:a16="http://schemas.microsoft.com/office/drawing/2014/main" id="{03708EE4-A022-428E-A684-DC58A0D41DFF}"/>
              </a:ext>
            </a:extLst>
          </p:cNvPr>
          <p:cNvSpPr>
            <a:spLocks/>
          </p:cNvSpPr>
          <p:nvPr/>
        </p:nvSpPr>
        <p:spPr>
          <a:xfrm>
            <a:off x="6463989" y="2356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1" name="data_5610">
            <a:extLst>
              <a:ext uri="{FF2B5EF4-FFF2-40B4-BE49-F238E27FC236}">
                <a16:creationId xmlns:a16="http://schemas.microsoft.com/office/drawing/2014/main" id="{8FEEFE68-1401-4C6A-BFFD-8F0310E930A3}"/>
              </a:ext>
            </a:extLst>
          </p:cNvPr>
          <p:cNvSpPr>
            <a:spLocks/>
          </p:cNvSpPr>
          <p:nvPr/>
        </p:nvSpPr>
        <p:spPr>
          <a:xfrm>
            <a:off x="644920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2" name="data_5611">
            <a:extLst>
              <a:ext uri="{FF2B5EF4-FFF2-40B4-BE49-F238E27FC236}">
                <a16:creationId xmlns:a16="http://schemas.microsoft.com/office/drawing/2014/main" id="{78F9E6F2-CFE4-419C-9427-158B6ECA98CB}"/>
              </a:ext>
            </a:extLst>
          </p:cNvPr>
          <p:cNvSpPr>
            <a:spLocks/>
          </p:cNvSpPr>
          <p:nvPr/>
        </p:nvSpPr>
        <p:spPr>
          <a:xfrm>
            <a:off x="636740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3" name="data_5612">
            <a:extLst>
              <a:ext uri="{FF2B5EF4-FFF2-40B4-BE49-F238E27FC236}">
                <a16:creationId xmlns:a16="http://schemas.microsoft.com/office/drawing/2014/main" id="{24C2BC64-9217-4CAE-8C4F-6E61E566F1BA}"/>
              </a:ext>
            </a:extLst>
          </p:cNvPr>
          <p:cNvSpPr>
            <a:spLocks/>
          </p:cNvSpPr>
          <p:nvPr/>
        </p:nvSpPr>
        <p:spPr>
          <a:xfrm>
            <a:off x="6496567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4" name="data_5613">
            <a:extLst>
              <a:ext uri="{FF2B5EF4-FFF2-40B4-BE49-F238E27FC236}">
                <a16:creationId xmlns:a16="http://schemas.microsoft.com/office/drawing/2014/main" id="{E6A750F4-7784-479A-A950-7DE505E22177}"/>
              </a:ext>
            </a:extLst>
          </p:cNvPr>
          <p:cNvSpPr>
            <a:spLocks/>
          </p:cNvSpPr>
          <p:nvPr/>
        </p:nvSpPr>
        <p:spPr>
          <a:xfrm>
            <a:off x="647715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5" name="data_5614">
            <a:extLst>
              <a:ext uri="{FF2B5EF4-FFF2-40B4-BE49-F238E27FC236}">
                <a16:creationId xmlns:a16="http://schemas.microsoft.com/office/drawing/2014/main" id="{432E6B16-144E-46F1-94D4-96D428AE55AA}"/>
              </a:ext>
            </a:extLst>
          </p:cNvPr>
          <p:cNvSpPr>
            <a:spLocks/>
          </p:cNvSpPr>
          <p:nvPr/>
        </p:nvSpPr>
        <p:spPr>
          <a:xfrm>
            <a:off x="641570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6" name="data_5615">
            <a:extLst>
              <a:ext uri="{FF2B5EF4-FFF2-40B4-BE49-F238E27FC236}">
                <a16:creationId xmlns:a16="http://schemas.microsoft.com/office/drawing/2014/main" id="{E6B9C2C4-D066-42A1-A7A8-F1881BCA4247}"/>
              </a:ext>
            </a:extLst>
          </p:cNvPr>
          <p:cNvSpPr>
            <a:spLocks/>
          </p:cNvSpPr>
          <p:nvPr/>
        </p:nvSpPr>
        <p:spPr>
          <a:xfrm>
            <a:off x="65097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7" name="data_5616">
            <a:extLst>
              <a:ext uri="{FF2B5EF4-FFF2-40B4-BE49-F238E27FC236}">
                <a16:creationId xmlns:a16="http://schemas.microsoft.com/office/drawing/2014/main" id="{AE2EE2FF-4FB4-420D-AC07-8BE200FF58B6}"/>
              </a:ext>
            </a:extLst>
          </p:cNvPr>
          <p:cNvSpPr>
            <a:spLocks/>
          </p:cNvSpPr>
          <p:nvPr/>
        </p:nvSpPr>
        <p:spPr>
          <a:xfrm>
            <a:off x="648626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8" name="data_5617">
            <a:extLst>
              <a:ext uri="{FF2B5EF4-FFF2-40B4-BE49-F238E27FC236}">
                <a16:creationId xmlns:a16="http://schemas.microsoft.com/office/drawing/2014/main" id="{1D709354-75A2-4755-8F39-8B90831233F7}"/>
              </a:ext>
            </a:extLst>
          </p:cNvPr>
          <p:cNvSpPr>
            <a:spLocks/>
          </p:cNvSpPr>
          <p:nvPr/>
        </p:nvSpPr>
        <p:spPr>
          <a:xfrm>
            <a:off x="6531444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89" name="data_5618">
            <a:extLst>
              <a:ext uri="{FF2B5EF4-FFF2-40B4-BE49-F238E27FC236}">
                <a16:creationId xmlns:a16="http://schemas.microsoft.com/office/drawing/2014/main" id="{8C15CDEA-65DE-44A6-BFEF-D3EE8B9E7294}"/>
              </a:ext>
            </a:extLst>
          </p:cNvPr>
          <p:cNvSpPr>
            <a:spLocks/>
          </p:cNvSpPr>
          <p:nvPr/>
        </p:nvSpPr>
        <p:spPr>
          <a:xfrm>
            <a:off x="644837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0" name="data_5619">
            <a:extLst>
              <a:ext uri="{FF2B5EF4-FFF2-40B4-BE49-F238E27FC236}">
                <a16:creationId xmlns:a16="http://schemas.microsoft.com/office/drawing/2014/main" id="{A758A18A-0C0F-4415-9BFB-E3D93035EA39}"/>
              </a:ext>
            </a:extLst>
          </p:cNvPr>
          <p:cNvSpPr>
            <a:spLocks/>
          </p:cNvSpPr>
          <p:nvPr/>
        </p:nvSpPr>
        <p:spPr>
          <a:xfrm>
            <a:off x="6421766" y="307203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1" name="data_5620">
            <a:extLst>
              <a:ext uri="{FF2B5EF4-FFF2-40B4-BE49-F238E27FC236}">
                <a16:creationId xmlns:a16="http://schemas.microsoft.com/office/drawing/2014/main" id="{7BF481E1-E111-4CB9-BE86-57857379BAB7}"/>
              </a:ext>
            </a:extLst>
          </p:cNvPr>
          <p:cNvSpPr>
            <a:spLocks/>
          </p:cNvSpPr>
          <p:nvPr/>
        </p:nvSpPr>
        <p:spPr>
          <a:xfrm>
            <a:off x="6427197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2" name="data_5621">
            <a:extLst>
              <a:ext uri="{FF2B5EF4-FFF2-40B4-BE49-F238E27FC236}">
                <a16:creationId xmlns:a16="http://schemas.microsoft.com/office/drawing/2014/main" id="{56272646-D549-44BF-8EDB-FCF1D68B49BC}"/>
              </a:ext>
            </a:extLst>
          </p:cNvPr>
          <p:cNvSpPr>
            <a:spLocks/>
          </p:cNvSpPr>
          <p:nvPr/>
        </p:nvSpPr>
        <p:spPr>
          <a:xfrm>
            <a:off x="643911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3" name="data_5622">
            <a:extLst>
              <a:ext uri="{FF2B5EF4-FFF2-40B4-BE49-F238E27FC236}">
                <a16:creationId xmlns:a16="http://schemas.microsoft.com/office/drawing/2014/main" id="{0B54C3EE-7E7D-42FB-85D3-A3D06EF80B31}"/>
              </a:ext>
            </a:extLst>
          </p:cNvPr>
          <p:cNvSpPr>
            <a:spLocks/>
          </p:cNvSpPr>
          <p:nvPr/>
        </p:nvSpPr>
        <p:spPr>
          <a:xfrm>
            <a:off x="648134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4" name="data_5623">
            <a:extLst>
              <a:ext uri="{FF2B5EF4-FFF2-40B4-BE49-F238E27FC236}">
                <a16:creationId xmlns:a16="http://schemas.microsoft.com/office/drawing/2014/main" id="{D1E07948-2402-447D-8885-CDD4A9AFD30C}"/>
              </a:ext>
            </a:extLst>
          </p:cNvPr>
          <p:cNvSpPr>
            <a:spLocks/>
          </p:cNvSpPr>
          <p:nvPr/>
        </p:nvSpPr>
        <p:spPr>
          <a:xfrm>
            <a:off x="65020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5" name="data_5624">
            <a:extLst>
              <a:ext uri="{FF2B5EF4-FFF2-40B4-BE49-F238E27FC236}">
                <a16:creationId xmlns:a16="http://schemas.microsoft.com/office/drawing/2014/main" id="{6E129A19-04A9-4788-9DE9-A7E9EF70C7C9}"/>
              </a:ext>
            </a:extLst>
          </p:cNvPr>
          <p:cNvSpPr>
            <a:spLocks/>
          </p:cNvSpPr>
          <p:nvPr/>
        </p:nvSpPr>
        <p:spPr>
          <a:xfrm>
            <a:off x="643579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6" name="data_5625">
            <a:extLst>
              <a:ext uri="{FF2B5EF4-FFF2-40B4-BE49-F238E27FC236}">
                <a16:creationId xmlns:a16="http://schemas.microsoft.com/office/drawing/2014/main" id="{0BD916D2-1094-47D3-9422-C008954F5DCB}"/>
              </a:ext>
            </a:extLst>
          </p:cNvPr>
          <p:cNvSpPr>
            <a:spLocks/>
          </p:cNvSpPr>
          <p:nvPr/>
        </p:nvSpPr>
        <p:spPr>
          <a:xfrm>
            <a:off x="653606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7" name="data_5626">
            <a:extLst>
              <a:ext uri="{FF2B5EF4-FFF2-40B4-BE49-F238E27FC236}">
                <a16:creationId xmlns:a16="http://schemas.microsoft.com/office/drawing/2014/main" id="{2C0CA641-3889-45EE-92FE-E03B572E25F1}"/>
              </a:ext>
            </a:extLst>
          </p:cNvPr>
          <p:cNvSpPr>
            <a:spLocks/>
          </p:cNvSpPr>
          <p:nvPr/>
        </p:nvSpPr>
        <p:spPr>
          <a:xfrm>
            <a:off x="649474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8" name="data_5627">
            <a:extLst>
              <a:ext uri="{FF2B5EF4-FFF2-40B4-BE49-F238E27FC236}">
                <a16:creationId xmlns:a16="http://schemas.microsoft.com/office/drawing/2014/main" id="{1AAF0FBD-8E65-454D-ABD3-C4AFE616FF55}"/>
              </a:ext>
            </a:extLst>
          </p:cNvPr>
          <p:cNvSpPr>
            <a:spLocks/>
          </p:cNvSpPr>
          <p:nvPr/>
        </p:nvSpPr>
        <p:spPr>
          <a:xfrm>
            <a:off x="655017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299" name="data_5628">
            <a:extLst>
              <a:ext uri="{FF2B5EF4-FFF2-40B4-BE49-F238E27FC236}">
                <a16:creationId xmlns:a16="http://schemas.microsoft.com/office/drawing/2014/main" id="{2CC2E9A2-0BCC-4828-9B1F-877D08FCD36A}"/>
              </a:ext>
            </a:extLst>
          </p:cNvPr>
          <p:cNvSpPr>
            <a:spLocks/>
          </p:cNvSpPr>
          <p:nvPr/>
        </p:nvSpPr>
        <p:spPr>
          <a:xfrm>
            <a:off x="653831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0" name="data_5629">
            <a:extLst>
              <a:ext uri="{FF2B5EF4-FFF2-40B4-BE49-F238E27FC236}">
                <a16:creationId xmlns:a16="http://schemas.microsoft.com/office/drawing/2014/main" id="{CD9E8C0C-9854-4993-8BBB-66461DF74481}"/>
              </a:ext>
            </a:extLst>
          </p:cNvPr>
          <p:cNvSpPr>
            <a:spLocks/>
          </p:cNvSpPr>
          <p:nvPr/>
        </p:nvSpPr>
        <p:spPr>
          <a:xfrm>
            <a:off x="6528729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1" name="data_5630">
            <a:extLst>
              <a:ext uri="{FF2B5EF4-FFF2-40B4-BE49-F238E27FC236}">
                <a16:creationId xmlns:a16="http://schemas.microsoft.com/office/drawing/2014/main" id="{E6151C27-73AC-47DE-80B9-D18D32FAD0EA}"/>
              </a:ext>
            </a:extLst>
          </p:cNvPr>
          <p:cNvSpPr>
            <a:spLocks/>
          </p:cNvSpPr>
          <p:nvPr/>
        </p:nvSpPr>
        <p:spPr>
          <a:xfrm>
            <a:off x="63532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2" name="data_5631">
            <a:extLst>
              <a:ext uri="{FF2B5EF4-FFF2-40B4-BE49-F238E27FC236}">
                <a16:creationId xmlns:a16="http://schemas.microsoft.com/office/drawing/2014/main" id="{B60CE224-1576-4F8C-93BB-04DBB09DF8E5}"/>
              </a:ext>
            </a:extLst>
          </p:cNvPr>
          <p:cNvSpPr>
            <a:spLocks/>
          </p:cNvSpPr>
          <p:nvPr/>
        </p:nvSpPr>
        <p:spPr>
          <a:xfrm>
            <a:off x="656447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3" name="data_5632">
            <a:extLst>
              <a:ext uri="{FF2B5EF4-FFF2-40B4-BE49-F238E27FC236}">
                <a16:creationId xmlns:a16="http://schemas.microsoft.com/office/drawing/2014/main" id="{1997B25B-3DE4-4980-81F1-29FC1F15E63E}"/>
              </a:ext>
            </a:extLst>
          </p:cNvPr>
          <p:cNvSpPr>
            <a:spLocks/>
          </p:cNvSpPr>
          <p:nvPr/>
        </p:nvSpPr>
        <p:spPr>
          <a:xfrm>
            <a:off x="646169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4" name="data_5633">
            <a:extLst>
              <a:ext uri="{FF2B5EF4-FFF2-40B4-BE49-F238E27FC236}">
                <a16:creationId xmlns:a16="http://schemas.microsoft.com/office/drawing/2014/main" id="{4DC3B3FF-470F-46CA-A574-42D88A917CC3}"/>
              </a:ext>
            </a:extLst>
          </p:cNvPr>
          <p:cNvSpPr>
            <a:spLocks/>
          </p:cNvSpPr>
          <p:nvPr/>
        </p:nvSpPr>
        <p:spPr>
          <a:xfrm>
            <a:off x="652443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5" name="data_5634">
            <a:extLst>
              <a:ext uri="{FF2B5EF4-FFF2-40B4-BE49-F238E27FC236}">
                <a16:creationId xmlns:a16="http://schemas.microsoft.com/office/drawing/2014/main" id="{BE76BE2B-1FA6-4584-A85A-570DF107E786}"/>
              </a:ext>
            </a:extLst>
          </p:cNvPr>
          <p:cNvSpPr>
            <a:spLocks/>
          </p:cNvSpPr>
          <p:nvPr/>
        </p:nvSpPr>
        <p:spPr>
          <a:xfrm>
            <a:off x="64378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6" name="data_5635">
            <a:extLst>
              <a:ext uri="{FF2B5EF4-FFF2-40B4-BE49-F238E27FC236}">
                <a16:creationId xmlns:a16="http://schemas.microsoft.com/office/drawing/2014/main" id="{5048B155-1C2B-4F65-A4D4-51DC8566E171}"/>
              </a:ext>
            </a:extLst>
          </p:cNvPr>
          <p:cNvSpPr>
            <a:spLocks/>
          </p:cNvSpPr>
          <p:nvPr/>
        </p:nvSpPr>
        <p:spPr>
          <a:xfrm>
            <a:off x="6356991" y="301646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7" name="data_5636">
            <a:extLst>
              <a:ext uri="{FF2B5EF4-FFF2-40B4-BE49-F238E27FC236}">
                <a16:creationId xmlns:a16="http://schemas.microsoft.com/office/drawing/2014/main" id="{F9F7FAB6-8277-4366-BFCF-A682CB2C4A2F}"/>
              </a:ext>
            </a:extLst>
          </p:cNvPr>
          <p:cNvSpPr>
            <a:spLocks/>
          </p:cNvSpPr>
          <p:nvPr/>
        </p:nvSpPr>
        <p:spPr>
          <a:xfrm>
            <a:off x="644536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8" name="data_5637">
            <a:extLst>
              <a:ext uri="{FF2B5EF4-FFF2-40B4-BE49-F238E27FC236}">
                <a16:creationId xmlns:a16="http://schemas.microsoft.com/office/drawing/2014/main" id="{21D09948-1735-4309-AFAD-B71AAD329FB5}"/>
              </a:ext>
            </a:extLst>
          </p:cNvPr>
          <p:cNvSpPr>
            <a:spLocks/>
          </p:cNvSpPr>
          <p:nvPr/>
        </p:nvSpPr>
        <p:spPr>
          <a:xfrm>
            <a:off x="637474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09" name="data_5638">
            <a:extLst>
              <a:ext uri="{FF2B5EF4-FFF2-40B4-BE49-F238E27FC236}">
                <a16:creationId xmlns:a16="http://schemas.microsoft.com/office/drawing/2014/main" id="{963F68F6-398E-425B-81A2-B5FD9D660E46}"/>
              </a:ext>
            </a:extLst>
          </p:cNvPr>
          <p:cNvSpPr>
            <a:spLocks/>
          </p:cNvSpPr>
          <p:nvPr/>
        </p:nvSpPr>
        <p:spPr>
          <a:xfrm>
            <a:off x="6412246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0" name="data_5639">
            <a:extLst>
              <a:ext uri="{FF2B5EF4-FFF2-40B4-BE49-F238E27FC236}">
                <a16:creationId xmlns:a16="http://schemas.microsoft.com/office/drawing/2014/main" id="{919F5175-A06D-4FA2-B2D8-245C7D090D62}"/>
              </a:ext>
            </a:extLst>
          </p:cNvPr>
          <p:cNvSpPr>
            <a:spLocks/>
          </p:cNvSpPr>
          <p:nvPr/>
        </p:nvSpPr>
        <p:spPr>
          <a:xfrm>
            <a:off x="648884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1" name="data_5640">
            <a:extLst>
              <a:ext uri="{FF2B5EF4-FFF2-40B4-BE49-F238E27FC236}">
                <a16:creationId xmlns:a16="http://schemas.microsoft.com/office/drawing/2014/main" id="{F566BFE6-43E3-4695-92C2-353BECE7FBC8}"/>
              </a:ext>
            </a:extLst>
          </p:cNvPr>
          <p:cNvSpPr>
            <a:spLocks/>
          </p:cNvSpPr>
          <p:nvPr/>
        </p:nvSpPr>
        <p:spPr>
          <a:xfrm>
            <a:off x="6420114" y="240650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2" name="data_5641">
            <a:extLst>
              <a:ext uri="{FF2B5EF4-FFF2-40B4-BE49-F238E27FC236}">
                <a16:creationId xmlns:a16="http://schemas.microsoft.com/office/drawing/2014/main" id="{4E09CBDA-BB65-401E-95BF-EF0A4864D3C2}"/>
              </a:ext>
            </a:extLst>
          </p:cNvPr>
          <p:cNvSpPr>
            <a:spLocks/>
          </p:cNvSpPr>
          <p:nvPr/>
        </p:nvSpPr>
        <p:spPr>
          <a:xfrm>
            <a:off x="653104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3" name="data_5642">
            <a:extLst>
              <a:ext uri="{FF2B5EF4-FFF2-40B4-BE49-F238E27FC236}">
                <a16:creationId xmlns:a16="http://schemas.microsoft.com/office/drawing/2014/main" id="{F8658718-D3C0-498B-AD75-0D8B0F674913}"/>
              </a:ext>
            </a:extLst>
          </p:cNvPr>
          <p:cNvSpPr>
            <a:spLocks/>
          </p:cNvSpPr>
          <p:nvPr/>
        </p:nvSpPr>
        <p:spPr>
          <a:xfrm>
            <a:off x="655823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4" name="data_5643">
            <a:extLst>
              <a:ext uri="{FF2B5EF4-FFF2-40B4-BE49-F238E27FC236}">
                <a16:creationId xmlns:a16="http://schemas.microsoft.com/office/drawing/2014/main" id="{A82F606A-CD94-4F98-AE01-BB53D9BC5894}"/>
              </a:ext>
            </a:extLst>
          </p:cNvPr>
          <p:cNvSpPr>
            <a:spLocks/>
          </p:cNvSpPr>
          <p:nvPr/>
        </p:nvSpPr>
        <p:spPr>
          <a:xfrm>
            <a:off x="6461765" y="3792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5" name="data_5644">
            <a:extLst>
              <a:ext uri="{FF2B5EF4-FFF2-40B4-BE49-F238E27FC236}">
                <a16:creationId xmlns:a16="http://schemas.microsoft.com/office/drawing/2014/main" id="{BE3D4013-6F0E-4FDC-9B7D-7D43888D38D0}"/>
              </a:ext>
            </a:extLst>
          </p:cNvPr>
          <p:cNvSpPr>
            <a:spLocks/>
          </p:cNvSpPr>
          <p:nvPr/>
        </p:nvSpPr>
        <p:spPr>
          <a:xfrm>
            <a:off x="643051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6" name="data_5645">
            <a:extLst>
              <a:ext uri="{FF2B5EF4-FFF2-40B4-BE49-F238E27FC236}">
                <a16:creationId xmlns:a16="http://schemas.microsoft.com/office/drawing/2014/main" id="{BE7BD8C8-13F8-4D02-80C6-0031526CD633}"/>
              </a:ext>
            </a:extLst>
          </p:cNvPr>
          <p:cNvSpPr>
            <a:spLocks/>
          </p:cNvSpPr>
          <p:nvPr/>
        </p:nvSpPr>
        <p:spPr>
          <a:xfrm>
            <a:off x="643609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7" name="data_5646">
            <a:extLst>
              <a:ext uri="{FF2B5EF4-FFF2-40B4-BE49-F238E27FC236}">
                <a16:creationId xmlns:a16="http://schemas.microsoft.com/office/drawing/2014/main" id="{CDA4A2C4-61D7-4E0A-8784-E81861224E8A}"/>
              </a:ext>
            </a:extLst>
          </p:cNvPr>
          <p:cNvSpPr>
            <a:spLocks/>
          </p:cNvSpPr>
          <p:nvPr/>
        </p:nvSpPr>
        <p:spPr>
          <a:xfrm>
            <a:off x="642447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8" name="data_5647">
            <a:extLst>
              <a:ext uri="{FF2B5EF4-FFF2-40B4-BE49-F238E27FC236}">
                <a16:creationId xmlns:a16="http://schemas.microsoft.com/office/drawing/2014/main" id="{83301920-8203-4FB6-ACD9-7FF148D62930}"/>
              </a:ext>
            </a:extLst>
          </p:cNvPr>
          <p:cNvSpPr>
            <a:spLocks/>
          </p:cNvSpPr>
          <p:nvPr/>
        </p:nvSpPr>
        <p:spPr>
          <a:xfrm>
            <a:off x="655203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19" name="data_5648">
            <a:extLst>
              <a:ext uri="{FF2B5EF4-FFF2-40B4-BE49-F238E27FC236}">
                <a16:creationId xmlns:a16="http://schemas.microsoft.com/office/drawing/2014/main" id="{A79D6050-6820-4F31-B514-D5EF82074F41}"/>
              </a:ext>
            </a:extLst>
          </p:cNvPr>
          <p:cNvSpPr>
            <a:spLocks/>
          </p:cNvSpPr>
          <p:nvPr/>
        </p:nvSpPr>
        <p:spPr>
          <a:xfrm>
            <a:off x="638662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0" name="data_5649">
            <a:extLst>
              <a:ext uri="{FF2B5EF4-FFF2-40B4-BE49-F238E27FC236}">
                <a16:creationId xmlns:a16="http://schemas.microsoft.com/office/drawing/2014/main" id="{AB4DDC26-4F53-4B1A-A346-F376CEEEFEDF}"/>
              </a:ext>
            </a:extLst>
          </p:cNvPr>
          <p:cNvSpPr>
            <a:spLocks/>
          </p:cNvSpPr>
          <p:nvPr/>
        </p:nvSpPr>
        <p:spPr>
          <a:xfrm>
            <a:off x="642304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1" name="data_5650">
            <a:extLst>
              <a:ext uri="{FF2B5EF4-FFF2-40B4-BE49-F238E27FC236}">
                <a16:creationId xmlns:a16="http://schemas.microsoft.com/office/drawing/2014/main" id="{24C39EFD-865A-406F-A430-149B7D596E44}"/>
              </a:ext>
            </a:extLst>
          </p:cNvPr>
          <p:cNvSpPr>
            <a:spLocks/>
          </p:cNvSpPr>
          <p:nvPr/>
        </p:nvSpPr>
        <p:spPr>
          <a:xfrm>
            <a:off x="6435454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2" name="data_5651">
            <a:extLst>
              <a:ext uri="{FF2B5EF4-FFF2-40B4-BE49-F238E27FC236}">
                <a16:creationId xmlns:a16="http://schemas.microsoft.com/office/drawing/2014/main" id="{77D9C9BE-3B49-4ADF-AC2F-7FCA53269CDC}"/>
              </a:ext>
            </a:extLst>
          </p:cNvPr>
          <p:cNvSpPr>
            <a:spLocks/>
          </p:cNvSpPr>
          <p:nvPr/>
        </p:nvSpPr>
        <p:spPr>
          <a:xfrm>
            <a:off x="6503853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3" name="data_5652">
            <a:extLst>
              <a:ext uri="{FF2B5EF4-FFF2-40B4-BE49-F238E27FC236}">
                <a16:creationId xmlns:a16="http://schemas.microsoft.com/office/drawing/2014/main" id="{DAC17427-8B77-4934-93D0-7999673CF4C3}"/>
              </a:ext>
            </a:extLst>
          </p:cNvPr>
          <p:cNvSpPr>
            <a:spLocks/>
          </p:cNvSpPr>
          <p:nvPr/>
        </p:nvSpPr>
        <p:spPr>
          <a:xfrm>
            <a:off x="6441441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4" name="data_5653">
            <a:extLst>
              <a:ext uri="{FF2B5EF4-FFF2-40B4-BE49-F238E27FC236}">
                <a16:creationId xmlns:a16="http://schemas.microsoft.com/office/drawing/2014/main" id="{518F52F2-F44C-4380-BEDB-5C7655387BFC}"/>
              </a:ext>
            </a:extLst>
          </p:cNvPr>
          <p:cNvSpPr>
            <a:spLocks/>
          </p:cNvSpPr>
          <p:nvPr/>
        </p:nvSpPr>
        <p:spPr>
          <a:xfrm>
            <a:off x="6510645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5" name="data_5654">
            <a:extLst>
              <a:ext uri="{FF2B5EF4-FFF2-40B4-BE49-F238E27FC236}">
                <a16:creationId xmlns:a16="http://schemas.microsoft.com/office/drawing/2014/main" id="{97BA893F-3B96-4343-936C-AEAA8B10500C}"/>
              </a:ext>
            </a:extLst>
          </p:cNvPr>
          <p:cNvSpPr>
            <a:spLocks/>
          </p:cNvSpPr>
          <p:nvPr/>
        </p:nvSpPr>
        <p:spPr>
          <a:xfrm>
            <a:off x="648132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6" name="data_5655">
            <a:extLst>
              <a:ext uri="{FF2B5EF4-FFF2-40B4-BE49-F238E27FC236}">
                <a16:creationId xmlns:a16="http://schemas.microsoft.com/office/drawing/2014/main" id="{E1DB7232-FA7F-4EEC-9D90-A006DC772C76}"/>
              </a:ext>
            </a:extLst>
          </p:cNvPr>
          <p:cNvSpPr>
            <a:spLocks/>
          </p:cNvSpPr>
          <p:nvPr/>
        </p:nvSpPr>
        <p:spPr>
          <a:xfrm>
            <a:off x="69820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7" name="data_5656">
            <a:extLst>
              <a:ext uri="{FF2B5EF4-FFF2-40B4-BE49-F238E27FC236}">
                <a16:creationId xmlns:a16="http://schemas.microsoft.com/office/drawing/2014/main" id="{826CE6A9-8E43-4CBF-85EF-8A77B59D3BCC}"/>
              </a:ext>
            </a:extLst>
          </p:cNvPr>
          <p:cNvSpPr>
            <a:spLocks/>
          </p:cNvSpPr>
          <p:nvPr/>
        </p:nvSpPr>
        <p:spPr>
          <a:xfrm>
            <a:off x="6981973" y="255343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8" name="data_5657">
            <a:extLst>
              <a:ext uri="{FF2B5EF4-FFF2-40B4-BE49-F238E27FC236}">
                <a16:creationId xmlns:a16="http://schemas.microsoft.com/office/drawing/2014/main" id="{BF636CC3-8FB6-42DE-BCBB-D01878C87213}"/>
              </a:ext>
            </a:extLst>
          </p:cNvPr>
          <p:cNvSpPr>
            <a:spLocks/>
          </p:cNvSpPr>
          <p:nvPr/>
        </p:nvSpPr>
        <p:spPr>
          <a:xfrm>
            <a:off x="69701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29" name="data_5658">
            <a:extLst>
              <a:ext uri="{FF2B5EF4-FFF2-40B4-BE49-F238E27FC236}">
                <a16:creationId xmlns:a16="http://schemas.microsoft.com/office/drawing/2014/main" id="{EF654FAF-A910-4BB0-B8F8-F41D9B61B582}"/>
              </a:ext>
            </a:extLst>
          </p:cNvPr>
          <p:cNvSpPr>
            <a:spLocks/>
          </p:cNvSpPr>
          <p:nvPr/>
        </p:nvSpPr>
        <p:spPr>
          <a:xfrm>
            <a:off x="699200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0" name="data_5659">
            <a:extLst>
              <a:ext uri="{FF2B5EF4-FFF2-40B4-BE49-F238E27FC236}">
                <a16:creationId xmlns:a16="http://schemas.microsoft.com/office/drawing/2014/main" id="{BC0D4FC7-6B51-4BEE-996E-F5344275EC20}"/>
              </a:ext>
            </a:extLst>
          </p:cNvPr>
          <p:cNvSpPr>
            <a:spLocks/>
          </p:cNvSpPr>
          <p:nvPr/>
        </p:nvSpPr>
        <p:spPr>
          <a:xfrm>
            <a:off x="6897856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1" name="data_5660">
            <a:extLst>
              <a:ext uri="{FF2B5EF4-FFF2-40B4-BE49-F238E27FC236}">
                <a16:creationId xmlns:a16="http://schemas.microsoft.com/office/drawing/2014/main" id="{5D1CFD24-B065-4664-8C50-355FCBB79FFD}"/>
              </a:ext>
            </a:extLst>
          </p:cNvPr>
          <p:cNvSpPr>
            <a:spLocks/>
          </p:cNvSpPr>
          <p:nvPr/>
        </p:nvSpPr>
        <p:spPr>
          <a:xfrm>
            <a:off x="7013176" y="310021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2" name="data_5661">
            <a:extLst>
              <a:ext uri="{FF2B5EF4-FFF2-40B4-BE49-F238E27FC236}">
                <a16:creationId xmlns:a16="http://schemas.microsoft.com/office/drawing/2014/main" id="{E9C02943-C327-4A1A-A2A3-68467494E865}"/>
              </a:ext>
            </a:extLst>
          </p:cNvPr>
          <p:cNvSpPr>
            <a:spLocks/>
          </p:cNvSpPr>
          <p:nvPr/>
        </p:nvSpPr>
        <p:spPr>
          <a:xfrm>
            <a:off x="693442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3" name="data_5662">
            <a:extLst>
              <a:ext uri="{FF2B5EF4-FFF2-40B4-BE49-F238E27FC236}">
                <a16:creationId xmlns:a16="http://schemas.microsoft.com/office/drawing/2014/main" id="{C91FB714-23F9-42E1-BD87-0F173229FAF2}"/>
              </a:ext>
            </a:extLst>
          </p:cNvPr>
          <p:cNvSpPr>
            <a:spLocks/>
          </p:cNvSpPr>
          <p:nvPr/>
        </p:nvSpPr>
        <p:spPr>
          <a:xfrm>
            <a:off x="683145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4" name="data_5663">
            <a:extLst>
              <a:ext uri="{FF2B5EF4-FFF2-40B4-BE49-F238E27FC236}">
                <a16:creationId xmlns:a16="http://schemas.microsoft.com/office/drawing/2014/main" id="{20A4E3F9-DD5C-42F5-9B8C-E3D77E527491}"/>
              </a:ext>
            </a:extLst>
          </p:cNvPr>
          <p:cNvSpPr>
            <a:spLocks/>
          </p:cNvSpPr>
          <p:nvPr/>
        </p:nvSpPr>
        <p:spPr>
          <a:xfrm>
            <a:off x="681211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5" name="data_5664">
            <a:extLst>
              <a:ext uri="{FF2B5EF4-FFF2-40B4-BE49-F238E27FC236}">
                <a16:creationId xmlns:a16="http://schemas.microsoft.com/office/drawing/2014/main" id="{02FB5BFE-AD03-4CD7-9AE1-ED744FEBA30B}"/>
              </a:ext>
            </a:extLst>
          </p:cNvPr>
          <p:cNvSpPr>
            <a:spLocks/>
          </p:cNvSpPr>
          <p:nvPr/>
        </p:nvSpPr>
        <p:spPr>
          <a:xfrm>
            <a:off x="698513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6" name="data_5665">
            <a:extLst>
              <a:ext uri="{FF2B5EF4-FFF2-40B4-BE49-F238E27FC236}">
                <a16:creationId xmlns:a16="http://schemas.microsoft.com/office/drawing/2014/main" id="{25685EE0-0759-48FD-AFA4-B5499BDEED51}"/>
              </a:ext>
            </a:extLst>
          </p:cNvPr>
          <p:cNvSpPr>
            <a:spLocks/>
          </p:cNvSpPr>
          <p:nvPr/>
        </p:nvSpPr>
        <p:spPr>
          <a:xfrm>
            <a:off x="69329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7" name="data_5666">
            <a:extLst>
              <a:ext uri="{FF2B5EF4-FFF2-40B4-BE49-F238E27FC236}">
                <a16:creationId xmlns:a16="http://schemas.microsoft.com/office/drawing/2014/main" id="{9918EF97-03D2-46AB-B812-CB7C3D9EBB46}"/>
              </a:ext>
            </a:extLst>
          </p:cNvPr>
          <p:cNvSpPr>
            <a:spLocks/>
          </p:cNvSpPr>
          <p:nvPr/>
        </p:nvSpPr>
        <p:spPr>
          <a:xfrm>
            <a:off x="686383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8" name="data_5667">
            <a:extLst>
              <a:ext uri="{FF2B5EF4-FFF2-40B4-BE49-F238E27FC236}">
                <a16:creationId xmlns:a16="http://schemas.microsoft.com/office/drawing/2014/main" id="{1298E36F-02E2-4C6B-A565-7C3431CCE280}"/>
              </a:ext>
            </a:extLst>
          </p:cNvPr>
          <p:cNvSpPr>
            <a:spLocks/>
          </p:cNvSpPr>
          <p:nvPr/>
        </p:nvSpPr>
        <p:spPr>
          <a:xfrm>
            <a:off x="6927103" y="243459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39" name="data_5668">
            <a:extLst>
              <a:ext uri="{FF2B5EF4-FFF2-40B4-BE49-F238E27FC236}">
                <a16:creationId xmlns:a16="http://schemas.microsoft.com/office/drawing/2014/main" id="{772805E5-2636-4B18-9495-01331CA809B1}"/>
              </a:ext>
            </a:extLst>
          </p:cNvPr>
          <p:cNvSpPr>
            <a:spLocks/>
          </p:cNvSpPr>
          <p:nvPr/>
        </p:nvSpPr>
        <p:spPr>
          <a:xfrm>
            <a:off x="6936027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0" name="data_5669">
            <a:extLst>
              <a:ext uri="{FF2B5EF4-FFF2-40B4-BE49-F238E27FC236}">
                <a16:creationId xmlns:a16="http://schemas.microsoft.com/office/drawing/2014/main" id="{511D0269-BCAD-4008-BAFF-766D90ED5FC8}"/>
              </a:ext>
            </a:extLst>
          </p:cNvPr>
          <p:cNvSpPr>
            <a:spLocks/>
          </p:cNvSpPr>
          <p:nvPr/>
        </p:nvSpPr>
        <p:spPr>
          <a:xfrm>
            <a:off x="681646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1" name="data_5670">
            <a:extLst>
              <a:ext uri="{FF2B5EF4-FFF2-40B4-BE49-F238E27FC236}">
                <a16:creationId xmlns:a16="http://schemas.microsoft.com/office/drawing/2014/main" id="{79CA828A-BA01-4E93-A666-C73B43B303D5}"/>
              </a:ext>
            </a:extLst>
          </p:cNvPr>
          <p:cNvSpPr>
            <a:spLocks/>
          </p:cNvSpPr>
          <p:nvPr/>
        </p:nvSpPr>
        <p:spPr>
          <a:xfrm>
            <a:off x="697510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2" name="data_5671">
            <a:extLst>
              <a:ext uri="{FF2B5EF4-FFF2-40B4-BE49-F238E27FC236}">
                <a16:creationId xmlns:a16="http://schemas.microsoft.com/office/drawing/2014/main" id="{E6290EF4-050F-4EB7-97A7-8DFD6A3430EF}"/>
              </a:ext>
            </a:extLst>
          </p:cNvPr>
          <p:cNvSpPr>
            <a:spLocks/>
          </p:cNvSpPr>
          <p:nvPr/>
        </p:nvSpPr>
        <p:spPr>
          <a:xfrm>
            <a:off x="70129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3" name="data_5672">
            <a:extLst>
              <a:ext uri="{FF2B5EF4-FFF2-40B4-BE49-F238E27FC236}">
                <a16:creationId xmlns:a16="http://schemas.microsoft.com/office/drawing/2014/main" id="{A171641C-5B5D-4876-8EFA-2DE28EB04770}"/>
              </a:ext>
            </a:extLst>
          </p:cNvPr>
          <p:cNvSpPr>
            <a:spLocks/>
          </p:cNvSpPr>
          <p:nvPr/>
        </p:nvSpPr>
        <p:spPr>
          <a:xfrm>
            <a:off x="69041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4" name="data_5673">
            <a:extLst>
              <a:ext uri="{FF2B5EF4-FFF2-40B4-BE49-F238E27FC236}">
                <a16:creationId xmlns:a16="http://schemas.microsoft.com/office/drawing/2014/main" id="{63687039-F685-4979-A914-6880DC38928A}"/>
              </a:ext>
            </a:extLst>
          </p:cNvPr>
          <p:cNvSpPr>
            <a:spLocks/>
          </p:cNvSpPr>
          <p:nvPr/>
        </p:nvSpPr>
        <p:spPr>
          <a:xfrm>
            <a:off x="6947469" y="260058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5" name="data_5674">
            <a:extLst>
              <a:ext uri="{FF2B5EF4-FFF2-40B4-BE49-F238E27FC236}">
                <a16:creationId xmlns:a16="http://schemas.microsoft.com/office/drawing/2014/main" id="{E1F0EBF7-0090-4BE1-AFD9-D08179917F0A}"/>
              </a:ext>
            </a:extLst>
          </p:cNvPr>
          <p:cNvSpPr>
            <a:spLocks/>
          </p:cNvSpPr>
          <p:nvPr/>
        </p:nvSpPr>
        <p:spPr>
          <a:xfrm>
            <a:off x="698466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6" name="data_5675">
            <a:extLst>
              <a:ext uri="{FF2B5EF4-FFF2-40B4-BE49-F238E27FC236}">
                <a16:creationId xmlns:a16="http://schemas.microsoft.com/office/drawing/2014/main" id="{42D0FC00-9E5A-4AD5-AFF5-7FEC66227900}"/>
              </a:ext>
            </a:extLst>
          </p:cNvPr>
          <p:cNvSpPr>
            <a:spLocks/>
          </p:cNvSpPr>
          <p:nvPr/>
        </p:nvSpPr>
        <p:spPr>
          <a:xfrm>
            <a:off x="6853193" y="376888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7" name="data_5676">
            <a:extLst>
              <a:ext uri="{FF2B5EF4-FFF2-40B4-BE49-F238E27FC236}">
                <a16:creationId xmlns:a16="http://schemas.microsoft.com/office/drawing/2014/main" id="{ED8D3B0B-D629-419E-A632-23C415714A39}"/>
              </a:ext>
            </a:extLst>
          </p:cNvPr>
          <p:cNvSpPr>
            <a:spLocks/>
          </p:cNvSpPr>
          <p:nvPr/>
        </p:nvSpPr>
        <p:spPr>
          <a:xfrm>
            <a:off x="693765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8" name="data_5677">
            <a:extLst>
              <a:ext uri="{FF2B5EF4-FFF2-40B4-BE49-F238E27FC236}">
                <a16:creationId xmlns:a16="http://schemas.microsoft.com/office/drawing/2014/main" id="{BCF14A2A-94C7-4B78-96E0-A66E7332E046}"/>
              </a:ext>
            </a:extLst>
          </p:cNvPr>
          <p:cNvSpPr>
            <a:spLocks/>
          </p:cNvSpPr>
          <p:nvPr/>
        </p:nvSpPr>
        <p:spPr>
          <a:xfrm>
            <a:off x="702849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49" name="data_5678">
            <a:extLst>
              <a:ext uri="{FF2B5EF4-FFF2-40B4-BE49-F238E27FC236}">
                <a16:creationId xmlns:a16="http://schemas.microsoft.com/office/drawing/2014/main" id="{A53791E6-FE4F-4B01-86E2-B68DA7FD2CA7}"/>
              </a:ext>
            </a:extLst>
          </p:cNvPr>
          <p:cNvSpPr>
            <a:spLocks/>
          </p:cNvSpPr>
          <p:nvPr/>
        </p:nvSpPr>
        <p:spPr>
          <a:xfrm>
            <a:off x="685747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0" name="data_5679">
            <a:extLst>
              <a:ext uri="{FF2B5EF4-FFF2-40B4-BE49-F238E27FC236}">
                <a16:creationId xmlns:a16="http://schemas.microsoft.com/office/drawing/2014/main" id="{D46EECD7-DF54-4190-A6AC-109465F2280F}"/>
              </a:ext>
            </a:extLst>
          </p:cNvPr>
          <p:cNvSpPr>
            <a:spLocks/>
          </p:cNvSpPr>
          <p:nvPr/>
        </p:nvSpPr>
        <p:spPr>
          <a:xfrm>
            <a:off x="69168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1" name="data_5680">
            <a:extLst>
              <a:ext uri="{FF2B5EF4-FFF2-40B4-BE49-F238E27FC236}">
                <a16:creationId xmlns:a16="http://schemas.microsoft.com/office/drawing/2014/main" id="{045F4E45-BEFE-4742-AC4E-1146FF60CE77}"/>
              </a:ext>
            </a:extLst>
          </p:cNvPr>
          <p:cNvSpPr>
            <a:spLocks/>
          </p:cNvSpPr>
          <p:nvPr/>
        </p:nvSpPr>
        <p:spPr>
          <a:xfrm>
            <a:off x="687346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2" name="data_5681">
            <a:extLst>
              <a:ext uri="{FF2B5EF4-FFF2-40B4-BE49-F238E27FC236}">
                <a16:creationId xmlns:a16="http://schemas.microsoft.com/office/drawing/2014/main" id="{EFECB0C4-687B-46CF-930B-9781FB2811A6}"/>
              </a:ext>
            </a:extLst>
          </p:cNvPr>
          <p:cNvSpPr>
            <a:spLocks/>
          </p:cNvSpPr>
          <p:nvPr/>
        </p:nvSpPr>
        <p:spPr>
          <a:xfrm>
            <a:off x="69278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3" name="data_5682">
            <a:extLst>
              <a:ext uri="{FF2B5EF4-FFF2-40B4-BE49-F238E27FC236}">
                <a16:creationId xmlns:a16="http://schemas.microsoft.com/office/drawing/2014/main" id="{51ED06E0-A8D1-429E-AE6C-B4056C5F5DD2}"/>
              </a:ext>
            </a:extLst>
          </p:cNvPr>
          <p:cNvSpPr>
            <a:spLocks/>
          </p:cNvSpPr>
          <p:nvPr/>
        </p:nvSpPr>
        <p:spPr>
          <a:xfrm>
            <a:off x="69736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4" name="data_5683">
            <a:extLst>
              <a:ext uri="{FF2B5EF4-FFF2-40B4-BE49-F238E27FC236}">
                <a16:creationId xmlns:a16="http://schemas.microsoft.com/office/drawing/2014/main" id="{AD149968-BC62-472A-A918-B8FB3010DEF9}"/>
              </a:ext>
            </a:extLst>
          </p:cNvPr>
          <p:cNvSpPr>
            <a:spLocks/>
          </p:cNvSpPr>
          <p:nvPr/>
        </p:nvSpPr>
        <p:spPr>
          <a:xfrm>
            <a:off x="69511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5" name="data_5684">
            <a:extLst>
              <a:ext uri="{FF2B5EF4-FFF2-40B4-BE49-F238E27FC236}">
                <a16:creationId xmlns:a16="http://schemas.microsoft.com/office/drawing/2014/main" id="{BAE82566-9724-4502-9111-179EB3AC25A9}"/>
              </a:ext>
            </a:extLst>
          </p:cNvPr>
          <p:cNvSpPr>
            <a:spLocks/>
          </p:cNvSpPr>
          <p:nvPr/>
        </p:nvSpPr>
        <p:spPr>
          <a:xfrm>
            <a:off x="6896290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6" name="data_5685">
            <a:extLst>
              <a:ext uri="{FF2B5EF4-FFF2-40B4-BE49-F238E27FC236}">
                <a16:creationId xmlns:a16="http://schemas.microsoft.com/office/drawing/2014/main" id="{F7ED20B0-9531-4AD7-8E81-EC10BCAC2AA6}"/>
              </a:ext>
            </a:extLst>
          </p:cNvPr>
          <p:cNvSpPr>
            <a:spLocks/>
          </p:cNvSpPr>
          <p:nvPr/>
        </p:nvSpPr>
        <p:spPr>
          <a:xfrm>
            <a:off x="692010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7" name="data_5686">
            <a:extLst>
              <a:ext uri="{FF2B5EF4-FFF2-40B4-BE49-F238E27FC236}">
                <a16:creationId xmlns:a16="http://schemas.microsoft.com/office/drawing/2014/main" id="{B483E630-26CD-4139-81B1-19A41AE573AA}"/>
              </a:ext>
            </a:extLst>
          </p:cNvPr>
          <p:cNvSpPr>
            <a:spLocks/>
          </p:cNvSpPr>
          <p:nvPr/>
        </p:nvSpPr>
        <p:spPr>
          <a:xfrm>
            <a:off x="683406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8" name="data_5687">
            <a:extLst>
              <a:ext uri="{FF2B5EF4-FFF2-40B4-BE49-F238E27FC236}">
                <a16:creationId xmlns:a16="http://schemas.microsoft.com/office/drawing/2014/main" id="{EEFFDC34-FC63-45D9-8DD4-42F254426E24}"/>
              </a:ext>
            </a:extLst>
          </p:cNvPr>
          <p:cNvSpPr>
            <a:spLocks/>
          </p:cNvSpPr>
          <p:nvPr/>
        </p:nvSpPr>
        <p:spPr>
          <a:xfrm>
            <a:off x="7005857" y="27756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59" name="data_5688">
            <a:extLst>
              <a:ext uri="{FF2B5EF4-FFF2-40B4-BE49-F238E27FC236}">
                <a16:creationId xmlns:a16="http://schemas.microsoft.com/office/drawing/2014/main" id="{320F6312-49D2-40F8-AB78-614B27201B47}"/>
              </a:ext>
            </a:extLst>
          </p:cNvPr>
          <p:cNvSpPr>
            <a:spLocks/>
          </p:cNvSpPr>
          <p:nvPr/>
        </p:nvSpPr>
        <p:spPr>
          <a:xfrm>
            <a:off x="682262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0" name="data_5689">
            <a:extLst>
              <a:ext uri="{FF2B5EF4-FFF2-40B4-BE49-F238E27FC236}">
                <a16:creationId xmlns:a16="http://schemas.microsoft.com/office/drawing/2014/main" id="{64AA9FEA-61EE-4784-9C75-36B9DFC165ED}"/>
              </a:ext>
            </a:extLst>
          </p:cNvPr>
          <p:cNvSpPr>
            <a:spLocks/>
          </p:cNvSpPr>
          <p:nvPr/>
        </p:nvSpPr>
        <p:spPr>
          <a:xfrm>
            <a:off x="69246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1" name="data_5690">
            <a:extLst>
              <a:ext uri="{FF2B5EF4-FFF2-40B4-BE49-F238E27FC236}">
                <a16:creationId xmlns:a16="http://schemas.microsoft.com/office/drawing/2014/main" id="{C8D56803-B524-4E4C-A780-6DB848B6C022}"/>
              </a:ext>
            </a:extLst>
          </p:cNvPr>
          <p:cNvSpPr>
            <a:spLocks/>
          </p:cNvSpPr>
          <p:nvPr/>
        </p:nvSpPr>
        <p:spPr>
          <a:xfrm>
            <a:off x="687532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2" name="data_5691">
            <a:extLst>
              <a:ext uri="{FF2B5EF4-FFF2-40B4-BE49-F238E27FC236}">
                <a16:creationId xmlns:a16="http://schemas.microsoft.com/office/drawing/2014/main" id="{D1BADA1F-0DC3-4904-9FAA-4DC70F6F45B4}"/>
              </a:ext>
            </a:extLst>
          </p:cNvPr>
          <p:cNvSpPr>
            <a:spLocks/>
          </p:cNvSpPr>
          <p:nvPr/>
        </p:nvSpPr>
        <p:spPr>
          <a:xfrm>
            <a:off x="688757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3" name="data_5692">
            <a:extLst>
              <a:ext uri="{FF2B5EF4-FFF2-40B4-BE49-F238E27FC236}">
                <a16:creationId xmlns:a16="http://schemas.microsoft.com/office/drawing/2014/main" id="{1E2A86ED-F7BF-4B84-96A5-56BDA1DC9EA3}"/>
              </a:ext>
            </a:extLst>
          </p:cNvPr>
          <p:cNvSpPr>
            <a:spLocks/>
          </p:cNvSpPr>
          <p:nvPr/>
        </p:nvSpPr>
        <p:spPr>
          <a:xfrm>
            <a:off x="693160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4" name="data_5693">
            <a:extLst>
              <a:ext uri="{FF2B5EF4-FFF2-40B4-BE49-F238E27FC236}">
                <a16:creationId xmlns:a16="http://schemas.microsoft.com/office/drawing/2014/main" id="{17E467DB-D796-4345-9253-B5652C470007}"/>
              </a:ext>
            </a:extLst>
          </p:cNvPr>
          <p:cNvSpPr>
            <a:spLocks/>
          </p:cNvSpPr>
          <p:nvPr/>
        </p:nvSpPr>
        <p:spPr>
          <a:xfrm>
            <a:off x="682142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5" name="data_5694">
            <a:extLst>
              <a:ext uri="{FF2B5EF4-FFF2-40B4-BE49-F238E27FC236}">
                <a16:creationId xmlns:a16="http://schemas.microsoft.com/office/drawing/2014/main" id="{085F6BFB-B003-4337-9CDB-A3FA5BF1DA3B}"/>
              </a:ext>
            </a:extLst>
          </p:cNvPr>
          <p:cNvSpPr>
            <a:spLocks/>
          </p:cNvSpPr>
          <p:nvPr/>
        </p:nvSpPr>
        <p:spPr>
          <a:xfrm>
            <a:off x="702792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6" name="data_5695">
            <a:extLst>
              <a:ext uri="{FF2B5EF4-FFF2-40B4-BE49-F238E27FC236}">
                <a16:creationId xmlns:a16="http://schemas.microsoft.com/office/drawing/2014/main" id="{62F100AD-2957-4AD7-8BE5-5F76AB6E0BF4}"/>
              </a:ext>
            </a:extLst>
          </p:cNvPr>
          <p:cNvSpPr>
            <a:spLocks/>
          </p:cNvSpPr>
          <p:nvPr/>
        </p:nvSpPr>
        <p:spPr>
          <a:xfrm>
            <a:off x="6971715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7" name="data_5696">
            <a:extLst>
              <a:ext uri="{FF2B5EF4-FFF2-40B4-BE49-F238E27FC236}">
                <a16:creationId xmlns:a16="http://schemas.microsoft.com/office/drawing/2014/main" id="{BA057191-68AC-44FD-8C0B-9EFE15F87D4F}"/>
              </a:ext>
            </a:extLst>
          </p:cNvPr>
          <p:cNvSpPr>
            <a:spLocks/>
          </p:cNvSpPr>
          <p:nvPr/>
        </p:nvSpPr>
        <p:spPr>
          <a:xfrm>
            <a:off x="696506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8" name="data_5697">
            <a:extLst>
              <a:ext uri="{FF2B5EF4-FFF2-40B4-BE49-F238E27FC236}">
                <a16:creationId xmlns:a16="http://schemas.microsoft.com/office/drawing/2014/main" id="{FF85B928-AD47-464F-9498-2F268E3B9D10}"/>
              </a:ext>
            </a:extLst>
          </p:cNvPr>
          <p:cNvSpPr>
            <a:spLocks/>
          </p:cNvSpPr>
          <p:nvPr/>
        </p:nvSpPr>
        <p:spPr>
          <a:xfrm>
            <a:off x="70261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69" name="data_5698">
            <a:extLst>
              <a:ext uri="{FF2B5EF4-FFF2-40B4-BE49-F238E27FC236}">
                <a16:creationId xmlns:a16="http://schemas.microsoft.com/office/drawing/2014/main" id="{9204DF31-3B9E-43C8-B864-A99A28D2A31A}"/>
              </a:ext>
            </a:extLst>
          </p:cNvPr>
          <p:cNvSpPr>
            <a:spLocks/>
          </p:cNvSpPr>
          <p:nvPr/>
        </p:nvSpPr>
        <p:spPr>
          <a:xfrm>
            <a:off x="693916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0" name="data_5699">
            <a:extLst>
              <a:ext uri="{FF2B5EF4-FFF2-40B4-BE49-F238E27FC236}">
                <a16:creationId xmlns:a16="http://schemas.microsoft.com/office/drawing/2014/main" id="{E3E1E213-ED05-4F82-B9AD-F798CC7F9700}"/>
              </a:ext>
            </a:extLst>
          </p:cNvPr>
          <p:cNvSpPr>
            <a:spLocks/>
          </p:cNvSpPr>
          <p:nvPr/>
        </p:nvSpPr>
        <p:spPr>
          <a:xfrm>
            <a:off x="69801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1" name="data_5700">
            <a:extLst>
              <a:ext uri="{FF2B5EF4-FFF2-40B4-BE49-F238E27FC236}">
                <a16:creationId xmlns:a16="http://schemas.microsoft.com/office/drawing/2014/main" id="{DA6ED1FD-3973-4DF8-932D-05AB2D006E8E}"/>
              </a:ext>
            </a:extLst>
          </p:cNvPr>
          <p:cNvSpPr>
            <a:spLocks/>
          </p:cNvSpPr>
          <p:nvPr/>
        </p:nvSpPr>
        <p:spPr>
          <a:xfrm>
            <a:off x="68832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2" name="data_5701">
            <a:extLst>
              <a:ext uri="{FF2B5EF4-FFF2-40B4-BE49-F238E27FC236}">
                <a16:creationId xmlns:a16="http://schemas.microsoft.com/office/drawing/2014/main" id="{0BF25348-F440-4FB2-9850-916C12665225}"/>
              </a:ext>
            </a:extLst>
          </p:cNvPr>
          <p:cNvSpPr>
            <a:spLocks/>
          </p:cNvSpPr>
          <p:nvPr/>
        </p:nvSpPr>
        <p:spPr>
          <a:xfrm>
            <a:off x="68506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3" name="data_5702">
            <a:extLst>
              <a:ext uri="{FF2B5EF4-FFF2-40B4-BE49-F238E27FC236}">
                <a16:creationId xmlns:a16="http://schemas.microsoft.com/office/drawing/2014/main" id="{65FD50BC-8636-4407-B088-4725F223EFB5}"/>
              </a:ext>
            </a:extLst>
          </p:cNvPr>
          <p:cNvSpPr>
            <a:spLocks/>
          </p:cNvSpPr>
          <p:nvPr/>
        </p:nvSpPr>
        <p:spPr>
          <a:xfrm>
            <a:off x="6935720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4" name="data_5703">
            <a:extLst>
              <a:ext uri="{FF2B5EF4-FFF2-40B4-BE49-F238E27FC236}">
                <a16:creationId xmlns:a16="http://schemas.microsoft.com/office/drawing/2014/main" id="{F6E1ED12-E018-4C75-824A-442D4F6000F3}"/>
              </a:ext>
            </a:extLst>
          </p:cNvPr>
          <p:cNvSpPr>
            <a:spLocks/>
          </p:cNvSpPr>
          <p:nvPr/>
        </p:nvSpPr>
        <p:spPr>
          <a:xfrm>
            <a:off x="68127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5" name="data_5704">
            <a:extLst>
              <a:ext uri="{FF2B5EF4-FFF2-40B4-BE49-F238E27FC236}">
                <a16:creationId xmlns:a16="http://schemas.microsoft.com/office/drawing/2014/main" id="{78E5D966-3021-4C78-A121-94B44097E352}"/>
              </a:ext>
            </a:extLst>
          </p:cNvPr>
          <p:cNvSpPr>
            <a:spLocks/>
          </p:cNvSpPr>
          <p:nvPr/>
        </p:nvSpPr>
        <p:spPr>
          <a:xfrm>
            <a:off x="689055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6" name="data_5705">
            <a:extLst>
              <a:ext uri="{FF2B5EF4-FFF2-40B4-BE49-F238E27FC236}">
                <a16:creationId xmlns:a16="http://schemas.microsoft.com/office/drawing/2014/main" id="{D6D7B697-92FA-42A8-A08E-20464693B27F}"/>
              </a:ext>
            </a:extLst>
          </p:cNvPr>
          <p:cNvSpPr>
            <a:spLocks/>
          </p:cNvSpPr>
          <p:nvPr/>
        </p:nvSpPr>
        <p:spPr>
          <a:xfrm>
            <a:off x="69031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7" name="data_5706">
            <a:extLst>
              <a:ext uri="{FF2B5EF4-FFF2-40B4-BE49-F238E27FC236}">
                <a16:creationId xmlns:a16="http://schemas.microsoft.com/office/drawing/2014/main" id="{1651F808-9547-448A-B946-8A5B9B8B4B1B}"/>
              </a:ext>
            </a:extLst>
          </p:cNvPr>
          <p:cNvSpPr>
            <a:spLocks/>
          </p:cNvSpPr>
          <p:nvPr/>
        </p:nvSpPr>
        <p:spPr>
          <a:xfrm>
            <a:off x="695847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8" name="data_5707">
            <a:extLst>
              <a:ext uri="{FF2B5EF4-FFF2-40B4-BE49-F238E27FC236}">
                <a16:creationId xmlns:a16="http://schemas.microsoft.com/office/drawing/2014/main" id="{1A272321-58C5-4724-95D1-D6CAB6B8644C}"/>
              </a:ext>
            </a:extLst>
          </p:cNvPr>
          <p:cNvSpPr>
            <a:spLocks/>
          </p:cNvSpPr>
          <p:nvPr/>
        </p:nvSpPr>
        <p:spPr>
          <a:xfrm>
            <a:off x="70004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79" name="data_5708">
            <a:extLst>
              <a:ext uri="{FF2B5EF4-FFF2-40B4-BE49-F238E27FC236}">
                <a16:creationId xmlns:a16="http://schemas.microsoft.com/office/drawing/2014/main" id="{EE06413A-43BB-47E7-9B43-80061E510010}"/>
              </a:ext>
            </a:extLst>
          </p:cNvPr>
          <p:cNvSpPr>
            <a:spLocks/>
          </p:cNvSpPr>
          <p:nvPr/>
        </p:nvSpPr>
        <p:spPr>
          <a:xfrm>
            <a:off x="692966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0" name="data_5709">
            <a:extLst>
              <a:ext uri="{FF2B5EF4-FFF2-40B4-BE49-F238E27FC236}">
                <a16:creationId xmlns:a16="http://schemas.microsoft.com/office/drawing/2014/main" id="{26F9FDC2-936E-4DBB-8F29-3FA1A873B75F}"/>
              </a:ext>
            </a:extLst>
          </p:cNvPr>
          <p:cNvSpPr>
            <a:spLocks/>
          </p:cNvSpPr>
          <p:nvPr/>
        </p:nvSpPr>
        <p:spPr>
          <a:xfrm>
            <a:off x="6993026" y="253491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1" name="data_5710">
            <a:extLst>
              <a:ext uri="{FF2B5EF4-FFF2-40B4-BE49-F238E27FC236}">
                <a16:creationId xmlns:a16="http://schemas.microsoft.com/office/drawing/2014/main" id="{00EA903A-7596-410D-9BD6-56BDB652322C}"/>
              </a:ext>
            </a:extLst>
          </p:cNvPr>
          <p:cNvSpPr>
            <a:spLocks/>
          </p:cNvSpPr>
          <p:nvPr/>
        </p:nvSpPr>
        <p:spPr>
          <a:xfrm>
            <a:off x="6813648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2" name="data_5711">
            <a:extLst>
              <a:ext uri="{FF2B5EF4-FFF2-40B4-BE49-F238E27FC236}">
                <a16:creationId xmlns:a16="http://schemas.microsoft.com/office/drawing/2014/main" id="{75422586-9966-44CA-B2A4-B5F8B5849986}"/>
              </a:ext>
            </a:extLst>
          </p:cNvPr>
          <p:cNvSpPr>
            <a:spLocks/>
          </p:cNvSpPr>
          <p:nvPr/>
        </p:nvSpPr>
        <p:spPr>
          <a:xfrm>
            <a:off x="6817327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3" name="data_5712">
            <a:extLst>
              <a:ext uri="{FF2B5EF4-FFF2-40B4-BE49-F238E27FC236}">
                <a16:creationId xmlns:a16="http://schemas.microsoft.com/office/drawing/2014/main" id="{A37BC4A9-5D84-4560-B9CB-719D0AA999EE}"/>
              </a:ext>
            </a:extLst>
          </p:cNvPr>
          <p:cNvSpPr>
            <a:spLocks/>
          </p:cNvSpPr>
          <p:nvPr/>
        </p:nvSpPr>
        <p:spPr>
          <a:xfrm>
            <a:off x="686610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4" name="data_5713">
            <a:extLst>
              <a:ext uri="{FF2B5EF4-FFF2-40B4-BE49-F238E27FC236}">
                <a16:creationId xmlns:a16="http://schemas.microsoft.com/office/drawing/2014/main" id="{365FB85C-DCA9-4865-892B-4E3559D07417}"/>
              </a:ext>
            </a:extLst>
          </p:cNvPr>
          <p:cNvSpPr>
            <a:spLocks/>
          </p:cNvSpPr>
          <p:nvPr/>
        </p:nvSpPr>
        <p:spPr>
          <a:xfrm>
            <a:off x="6930960" y="299640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5" name="data_5714">
            <a:extLst>
              <a:ext uri="{FF2B5EF4-FFF2-40B4-BE49-F238E27FC236}">
                <a16:creationId xmlns:a16="http://schemas.microsoft.com/office/drawing/2014/main" id="{B121C35C-DA9C-45EE-91FE-A78AB097BEC3}"/>
              </a:ext>
            </a:extLst>
          </p:cNvPr>
          <p:cNvSpPr>
            <a:spLocks/>
          </p:cNvSpPr>
          <p:nvPr/>
        </p:nvSpPr>
        <p:spPr>
          <a:xfrm>
            <a:off x="6855324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6" name="data_5715">
            <a:extLst>
              <a:ext uri="{FF2B5EF4-FFF2-40B4-BE49-F238E27FC236}">
                <a16:creationId xmlns:a16="http://schemas.microsoft.com/office/drawing/2014/main" id="{F7AD275B-F9D0-43FC-86FE-C38F4054F26D}"/>
              </a:ext>
            </a:extLst>
          </p:cNvPr>
          <p:cNvSpPr>
            <a:spLocks/>
          </p:cNvSpPr>
          <p:nvPr/>
        </p:nvSpPr>
        <p:spPr>
          <a:xfrm>
            <a:off x="691220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7" name="data_5716">
            <a:extLst>
              <a:ext uri="{FF2B5EF4-FFF2-40B4-BE49-F238E27FC236}">
                <a16:creationId xmlns:a16="http://schemas.microsoft.com/office/drawing/2014/main" id="{8BEEDC58-577A-43F8-B3EB-ECC0298BDAE7}"/>
              </a:ext>
            </a:extLst>
          </p:cNvPr>
          <p:cNvSpPr>
            <a:spLocks/>
          </p:cNvSpPr>
          <p:nvPr/>
        </p:nvSpPr>
        <p:spPr>
          <a:xfrm>
            <a:off x="694088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8" name="data_5717">
            <a:extLst>
              <a:ext uri="{FF2B5EF4-FFF2-40B4-BE49-F238E27FC236}">
                <a16:creationId xmlns:a16="http://schemas.microsoft.com/office/drawing/2014/main" id="{B906EB94-6E40-43E1-AFAB-DAF8F1EEF8C6}"/>
              </a:ext>
            </a:extLst>
          </p:cNvPr>
          <p:cNvSpPr>
            <a:spLocks/>
          </p:cNvSpPr>
          <p:nvPr/>
        </p:nvSpPr>
        <p:spPr>
          <a:xfrm>
            <a:off x="694250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89" name="data_5718">
            <a:extLst>
              <a:ext uri="{FF2B5EF4-FFF2-40B4-BE49-F238E27FC236}">
                <a16:creationId xmlns:a16="http://schemas.microsoft.com/office/drawing/2014/main" id="{1FB88360-C891-442B-BB36-8FCD55A8D560}"/>
              </a:ext>
            </a:extLst>
          </p:cNvPr>
          <p:cNvSpPr>
            <a:spLocks/>
          </p:cNvSpPr>
          <p:nvPr/>
        </p:nvSpPr>
        <p:spPr>
          <a:xfrm>
            <a:off x="687457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0" name="data_5719">
            <a:extLst>
              <a:ext uri="{FF2B5EF4-FFF2-40B4-BE49-F238E27FC236}">
                <a16:creationId xmlns:a16="http://schemas.microsoft.com/office/drawing/2014/main" id="{475F5D19-EE23-4AA6-BE9E-EFC79B084914}"/>
              </a:ext>
            </a:extLst>
          </p:cNvPr>
          <p:cNvSpPr>
            <a:spLocks/>
          </p:cNvSpPr>
          <p:nvPr/>
        </p:nvSpPr>
        <p:spPr>
          <a:xfrm>
            <a:off x="697211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1" name="data_5720">
            <a:extLst>
              <a:ext uri="{FF2B5EF4-FFF2-40B4-BE49-F238E27FC236}">
                <a16:creationId xmlns:a16="http://schemas.microsoft.com/office/drawing/2014/main" id="{7C1233E9-4C23-48D2-9EEB-A2EEA1375232}"/>
              </a:ext>
            </a:extLst>
          </p:cNvPr>
          <p:cNvSpPr>
            <a:spLocks/>
          </p:cNvSpPr>
          <p:nvPr/>
        </p:nvSpPr>
        <p:spPr>
          <a:xfrm>
            <a:off x="6950126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2" name="data_5721">
            <a:extLst>
              <a:ext uri="{FF2B5EF4-FFF2-40B4-BE49-F238E27FC236}">
                <a16:creationId xmlns:a16="http://schemas.microsoft.com/office/drawing/2014/main" id="{E99AFCB3-9E06-430F-8F20-CD14B5606FE7}"/>
              </a:ext>
            </a:extLst>
          </p:cNvPr>
          <p:cNvSpPr>
            <a:spLocks/>
          </p:cNvSpPr>
          <p:nvPr/>
        </p:nvSpPr>
        <p:spPr>
          <a:xfrm>
            <a:off x="697809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3" name="data_5722">
            <a:extLst>
              <a:ext uri="{FF2B5EF4-FFF2-40B4-BE49-F238E27FC236}">
                <a16:creationId xmlns:a16="http://schemas.microsoft.com/office/drawing/2014/main" id="{B28822DC-7533-4C92-B1D7-066B660E2908}"/>
              </a:ext>
            </a:extLst>
          </p:cNvPr>
          <p:cNvSpPr>
            <a:spLocks/>
          </p:cNvSpPr>
          <p:nvPr/>
        </p:nvSpPr>
        <p:spPr>
          <a:xfrm>
            <a:off x="6886578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4" name="data_5723">
            <a:extLst>
              <a:ext uri="{FF2B5EF4-FFF2-40B4-BE49-F238E27FC236}">
                <a16:creationId xmlns:a16="http://schemas.microsoft.com/office/drawing/2014/main" id="{839BA10C-1E82-4E17-B35D-83D3AD576FFB}"/>
              </a:ext>
            </a:extLst>
          </p:cNvPr>
          <p:cNvSpPr>
            <a:spLocks/>
          </p:cNvSpPr>
          <p:nvPr/>
        </p:nvSpPr>
        <p:spPr>
          <a:xfrm>
            <a:off x="6948133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5" name="data_5724">
            <a:extLst>
              <a:ext uri="{FF2B5EF4-FFF2-40B4-BE49-F238E27FC236}">
                <a16:creationId xmlns:a16="http://schemas.microsoft.com/office/drawing/2014/main" id="{17F0C42A-AFC8-429D-9150-6D86ECA5C33C}"/>
              </a:ext>
            </a:extLst>
          </p:cNvPr>
          <p:cNvSpPr>
            <a:spLocks/>
          </p:cNvSpPr>
          <p:nvPr/>
        </p:nvSpPr>
        <p:spPr>
          <a:xfrm>
            <a:off x="700463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6" name="data_5725">
            <a:extLst>
              <a:ext uri="{FF2B5EF4-FFF2-40B4-BE49-F238E27FC236}">
                <a16:creationId xmlns:a16="http://schemas.microsoft.com/office/drawing/2014/main" id="{6AEF1C09-5698-4C27-B08A-381B8E95A2A2}"/>
              </a:ext>
            </a:extLst>
          </p:cNvPr>
          <p:cNvSpPr>
            <a:spLocks/>
          </p:cNvSpPr>
          <p:nvPr/>
        </p:nvSpPr>
        <p:spPr>
          <a:xfrm>
            <a:off x="69194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7" name="data_5726">
            <a:extLst>
              <a:ext uri="{FF2B5EF4-FFF2-40B4-BE49-F238E27FC236}">
                <a16:creationId xmlns:a16="http://schemas.microsoft.com/office/drawing/2014/main" id="{5BAE8F41-63F8-472B-B87E-A60FF483AF5F}"/>
              </a:ext>
            </a:extLst>
          </p:cNvPr>
          <p:cNvSpPr>
            <a:spLocks/>
          </p:cNvSpPr>
          <p:nvPr/>
        </p:nvSpPr>
        <p:spPr>
          <a:xfrm>
            <a:off x="682047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8" name="data_5727">
            <a:extLst>
              <a:ext uri="{FF2B5EF4-FFF2-40B4-BE49-F238E27FC236}">
                <a16:creationId xmlns:a16="http://schemas.microsoft.com/office/drawing/2014/main" id="{B0C8CF59-8236-4C41-B6D5-2A09B4C063BC}"/>
              </a:ext>
            </a:extLst>
          </p:cNvPr>
          <p:cNvSpPr>
            <a:spLocks/>
          </p:cNvSpPr>
          <p:nvPr/>
        </p:nvSpPr>
        <p:spPr>
          <a:xfrm>
            <a:off x="6967298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399" name="data_5728">
            <a:extLst>
              <a:ext uri="{FF2B5EF4-FFF2-40B4-BE49-F238E27FC236}">
                <a16:creationId xmlns:a16="http://schemas.microsoft.com/office/drawing/2014/main" id="{0FFF43E9-A88D-48DC-928D-96233934A0D1}"/>
              </a:ext>
            </a:extLst>
          </p:cNvPr>
          <p:cNvSpPr>
            <a:spLocks/>
          </p:cNvSpPr>
          <p:nvPr/>
        </p:nvSpPr>
        <p:spPr>
          <a:xfrm>
            <a:off x="686468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0" name="data_5729">
            <a:extLst>
              <a:ext uri="{FF2B5EF4-FFF2-40B4-BE49-F238E27FC236}">
                <a16:creationId xmlns:a16="http://schemas.microsoft.com/office/drawing/2014/main" id="{456CC139-42D2-45C9-BBBC-B2C50BD57ABB}"/>
              </a:ext>
            </a:extLst>
          </p:cNvPr>
          <p:cNvSpPr>
            <a:spLocks/>
          </p:cNvSpPr>
          <p:nvPr/>
        </p:nvSpPr>
        <p:spPr>
          <a:xfrm>
            <a:off x="7016815" y="323048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1" name="data_5730">
            <a:extLst>
              <a:ext uri="{FF2B5EF4-FFF2-40B4-BE49-F238E27FC236}">
                <a16:creationId xmlns:a16="http://schemas.microsoft.com/office/drawing/2014/main" id="{A10A7D47-94F9-4B41-840D-6E06EDAE5A30}"/>
              </a:ext>
            </a:extLst>
          </p:cNvPr>
          <p:cNvSpPr>
            <a:spLocks/>
          </p:cNvSpPr>
          <p:nvPr/>
        </p:nvSpPr>
        <p:spPr>
          <a:xfrm>
            <a:off x="688225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2" name="data_5731">
            <a:extLst>
              <a:ext uri="{FF2B5EF4-FFF2-40B4-BE49-F238E27FC236}">
                <a16:creationId xmlns:a16="http://schemas.microsoft.com/office/drawing/2014/main" id="{8BC94789-D849-4CDF-9A1D-D24E768554AA}"/>
              </a:ext>
            </a:extLst>
          </p:cNvPr>
          <p:cNvSpPr>
            <a:spLocks/>
          </p:cNvSpPr>
          <p:nvPr/>
        </p:nvSpPr>
        <p:spPr>
          <a:xfrm>
            <a:off x="680971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3" name="data_5732">
            <a:extLst>
              <a:ext uri="{FF2B5EF4-FFF2-40B4-BE49-F238E27FC236}">
                <a16:creationId xmlns:a16="http://schemas.microsoft.com/office/drawing/2014/main" id="{E2ED1DB3-B537-46D1-B072-130C8EA6D167}"/>
              </a:ext>
            </a:extLst>
          </p:cNvPr>
          <p:cNvSpPr>
            <a:spLocks/>
          </p:cNvSpPr>
          <p:nvPr/>
        </p:nvSpPr>
        <p:spPr>
          <a:xfrm>
            <a:off x="698975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4" name="data_5733">
            <a:extLst>
              <a:ext uri="{FF2B5EF4-FFF2-40B4-BE49-F238E27FC236}">
                <a16:creationId xmlns:a16="http://schemas.microsoft.com/office/drawing/2014/main" id="{C2DBF415-D55A-4974-9CBC-DD2DADDBC194}"/>
              </a:ext>
            </a:extLst>
          </p:cNvPr>
          <p:cNvSpPr>
            <a:spLocks/>
          </p:cNvSpPr>
          <p:nvPr/>
        </p:nvSpPr>
        <p:spPr>
          <a:xfrm>
            <a:off x="692067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5" name="data_5734">
            <a:extLst>
              <a:ext uri="{FF2B5EF4-FFF2-40B4-BE49-F238E27FC236}">
                <a16:creationId xmlns:a16="http://schemas.microsoft.com/office/drawing/2014/main" id="{78808B5E-C06E-4C43-B17D-05B6C3DF4A46}"/>
              </a:ext>
            </a:extLst>
          </p:cNvPr>
          <p:cNvSpPr>
            <a:spLocks/>
          </p:cNvSpPr>
          <p:nvPr/>
        </p:nvSpPr>
        <p:spPr>
          <a:xfrm>
            <a:off x="6989486" y="273767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6" name="data_5735">
            <a:extLst>
              <a:ext uri="{FF2B5EF4-FFF2-40B4-BE49-F238E27FC236}">
                <a16:creationId xmlns:a16="http://schemas.microsoft.com/office/drawing/2014/main" id="{8EFD289B-8ACD-4FD4-A057-8EFC1733F974}"/>
              </a:ext>
            </a:extLst>
          </p:cNvPr>
          <p:cNvSpPr>
            <a:spLocks/>
          </p:cNvSpPr>
          <p:nvPr/>
        </p:nvSpPr>
        <p:spPr>
          <a:xfrm>
            <a:off x="68500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7" name="data_5736">
            <a:extLst>
              <a:ext uri="{FF2B5EF4-FFF2-40B4-BE49-F238E27FC236}">
                <a16:creationId xmlns:a16="http://schemas.microsoft.com/office/drawing/2014/main" id="{75736A8B-9E24-42BB-80B9-F263FE58A74F}"/>
              </a:ext>
            </a:extLst>
          </p:cNvPr>
          <p:cNvSpPr>
            <a:spLocks/>
          </p:cNvSpPr>
          <p:nvPr/>
        </p:nvSpPr>
        <p:spPr>
          <a:xfrm>
            <a:off x="687559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8" name="data_5737">
            <a:extLst>
              <a:ext uri="{FF2B5EF4-FFF2-40B4-BE49-F238E27FC236}">
                <a16:creationId xmlns:a16="http://schemas.microsoft.com/office/drawing/2014/main" id="{14672E5E-2B10-411E-9504-F033C1681CEC}"/>
              </a:ext>
            </a:extLst>
          </p:cNvPr>
          <p:cNvSpPr>
            <a:spLocks/>
          </p:cNvSpPr>
          <p:nvPr/>
        </p:nvSpPr>
        <p:spPr>
          <a:xfrm>
            <a:off x="6826584" y="364248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09" name="data_5738">
            <a:extLst>
              <a:ext uri="{FF2B5EF4-FFF2-40B4-BE49-F238E27FC236}">
                <a16:creationId xmlns:a16="http://schemas.microsoft.com/office/drawing/2014/main" id="{912FA138-FA41-45F5-A803-67B341A16409}"/>
              </a:ext>
            </a:extLst>
          </p:cNvPr>
          <p:cNvSpPr>
            <a:spLocks/>
          </p:cNvSpPr>
          <p:nvPr/>
        </p:nvSpPr>
        <p:spPr>
          <a:xfrm>
            <a:off x="692342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0" name="data_5739">
            <a:extLst>
              <a:ext uri="{FF2B5EF4-FFF2-40B4-BE49-F238E27FC236}">
                <a16:creationId xmlns:a16="http://schemas.microsoft.com/office/drawing/2014/main" id="{04C4541F-61B5-4036-AB4D-D50074E33B41}"/>
              </a:ext>
            </a:extLst>
          </p:cNvPr>
          <p:cNvSpPr>
            <a:spLocks/>
          </p:cNvSpPr>
          <p:nvPr/>
        </p:nvSpPr>
        <p:spPr>
          <a:xfrm>
            <a:off x="6998090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1" name="data_5740">
            <a:extLst>
              <a:ext uri="{FF2B5EF4-FFF2-40B4-BE49-F238E27FC236}">
                <a16:creationId xmlns:a16="http://schemas.microsoft.com/office/drawing/2014/main" id="{B0448916-3781-48AB-8477-3118BC491B9D}"/>
              </a:ext>
            </a:extLst>
          </p:cNvPr>
          <p:cNvSpPr>
            <a:spLocks/>
          </p:cNvSpPr>
          <p:nvPr/>
        </p:nvSpPr>
        <p:spPr>
          <a:xfrm>
            <a:off x="695276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2" name="data_5741">
            <a:extLst>
              <a:ext uri="{FF2B5EF4-FFF2-40B4-BE49-F238E27FC236}">
                <a16:creationId xmlns:a16="http://schemas.microsoft.com/office/drawing/2014/main" id="{4A020C65-4128-44CC-A8EA-2F21BB6AFAC1}"/>
              </a:ext>
            </a:extLst>
          </p:cNvPr>
          <p:cNvSpPr>
            <a:spLocks/>
          </p:cNvSpPr>
          <p:nvPr/>
        </p:nvSpPr>
        <p:spPr>
          <a:xfrm>
            <a:off x="6837742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3" name="data_5742">
            <a:extLst>
              <a:ext uri="{FF2B5EF4-FFF2-40B4-BE49-F238E27FC236}">
                <a16:creationId xmlns:a16="http://schemas.microsoft.com/office/drawing/2014/main" id="{ED001C84-B6C6-4CC6-9BDD-D5A71A975B94}"/>
              </a:ext>
            </a:extLst>
          </p:cNvPr>
          <p:cNvSpPr>
            <a:spLocks/>
          </p:cNvSpPr>
          <p:nvPr/>
        </p:nvSpPr>
        <p:spPr>
          <a:xfrm>
            <a:off x="682613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4" name="data_5743">
            <a:extLst>
              <a:ext uri="{FF2B5EF4-FFF2-40B4-BE49-F238E27FC236}">
                <a16:creationId xmlns:a16="http://schemas.microsoft.com/office/drawing/2014/main" id="{8DFF6EC9-AC06-459A-910E-1B77EAA2A395}"/>
              </a:ext>
            </a:extLst>
          </p:cNvPr>
          <p:cNvSpPr>
            <a:spLocks/>
          </p:cNvSpPr>
          <p:nvPr/>
        </p:nvSpPr>
        <p:spPr>
          <a:xfrm>
            <a:off x="691354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5" name="data_5744">
            <a:extLst>
              <a:ext uri="{FF2B5EF4-FFF2-40B4-BE49-F238E27FC236}">
                <a16:creationId xmlns:a16="http://schemas.microsoft.com/office/drawing/2014/main" id="{659F1F35-ADA8-4EE2-A789-621C63F868C3}"/>
              </a:ext>
            </a:extLst>
          </p:cNvPr>
          <p:cNvSpPr>
            <a:spLocks/>
          </p:cNvSpPr>
          <p:nvPr/>
        </p:nvSpPr>
        <p:spPr>
          <a:xfrm>
            <a:off x="6875892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6" name="data_5745">
            <a:extLst>
              <a:ext uri="{FF2B5EF4-FFF2-40B4-BE49-F238E27FC236}">
                <a16:creationId xmlns:a16="http://schemas.microsoft.com/office/drawing/2014/main" id="{94D50891-AF87-41B6-A8B6-2BFEF9A2C773}"/>
              </a:ext>
            </a:extLst>
          </p:cNvPr>
          <p:cNvSpPr>
            <a:spLocks/>
          </p:cNvSpPr>
          <p:nvPr/>
        </p:nvSpPr>
        <p:spPr>
          <a:xfrm>
            <a:off x="689769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7" name="data_5746">
            <a:extLst>
              <a:ext uri="{FF2B5EF4-FFF2-40B4-BE49-F238E27FC236}">
                <a16:creationId xmlns:a16="http://schemas.microsoft.com/office/drawing/2014/main" id="{80A50F7D-0BE2-430A-939B-302793EDB65D}"/>
              </a:ext>
            </a:extLst>
          </p:cNvPr>
          <p:cNvSpPr>
            <a:spLocks/>
          </p:cNvSpPr>
          <p:nvPr/>
        </p:nvSpPr>
        <p:spPr>
          <a:xfrm>
            <a:off x="69720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8" name="data_5747">
            <a:extLst>
              <a:ext uri="{FF2B5EF4-FFF2-40B4-BE49-F238E27FC236}">
                <a16:creationId xmlns:a16="http://schemas.microsoft.com/office/drawing/2014/main" id="{8E567605-C3BB-4FFE-B124-912AD28315E9}"/>
              </a:ext>
            </a:extLst>
          </p:cNvPr>
          <p:cNvSpPr>
            <a:spLocks/>
          </p:cNvSpPr>
          <p:nvPr/>
        </p:nvSpPr>
        <p:spPr>
          <a:xfrm>
            <a:off x="68782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19" name="data_5748">
            <a:extLst>
              <a:ext uri="{FF2B5EF4-FFF2-40B4-BE49-F238E27FC236}">
                <a16:creationId xmlns:a16="http://schemas.microsoft.com/office/drawing/2014/main" id="{3E6A78C6-C773-44D0-A357-902F14DD2CF0}"/>
              </a:ext>
            </a:extLst>
          </p:cNvPr>
          <p:cNvSpPr>
            <a:spLocks/>
          </p:cNvSpPr>
          <p:nvPr/>
        </p:nvSpPr>
        <p:spPr>
          <a:xfrm>
            <a:off x="6886501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0" name="data_5749">
            <a:extLst>
              <a:ext uri="{FF2B5EF4-FFF2-40B4-BE49-F238E27FC236}">
                <a16:creationId xmlns:a16="http://schemas.microsoft.com/office/drawing/2014/main" id="{672F4062-4C06-45CE-AA83-D8E4F89EF9AE}"/>
              </a:ext>
            </a:extLst>
          </p:cNvPr>
          <p:cNvSpPr>
            <a:spLocks/>
          </p:cNvSpPr>
          <p:nvPr/>
        </p:nvSpPr>
        <p:spPr>
          <a:xfrm>
            <a:off x="79027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1" name="data_5750">
            <a:extLst>
              <a:ext uri="{FF2B5EF4-FFF2-40B4-BE49-F238E27FC236}">
                <a16:creationId xmlns:a16="http://schemas.microsoft.com/office/drawing/2014/main" id="{2195DCFF-AE98-46A6-B115-13C19DAB4CCD}"/>
              </a:ext>
            </a:extLst>
          </p:cNvPr>
          <p:cNvSpPr>
            <a:spLocks/>
          </p:cNvSpPr>
          <p:nvPr/>
        </p:nvSpPr>
        <p:spPr>
          <a:xfrm>
            <a:off x="7918788" y="244736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2" name="data_5751">
            <a:extLst>
              <a:ext uri="{FF2B5EF4-FFF2-40B4-BE49-F238E27FC236}">
                <a16:creationId xmlns:a16="http://schemas.microsoft.com/office/drawing/2014/main" id="{28E89A0D-0E11-43F1-B44E-FC6ACC24C149}"/>
              </a:ext>
            </a:extLst>
          </p:cNvPr>
          <p:cNvSpPr>
            <a:spLocks/>
          </p:cNvSpPr>
          <p:nvPr/>
        </p:nvSpPr>
        <p:spPr>
          <a:xfrm>
            <a:off x="7872770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3" name="data_5752">
            <a:extLst>
              <a:ext uri="{FF2B5EF4-FFF2-40B4-BE49-F238E27FC236}">
                <a16:creationId xmlns:a16="http://schemas.microsoft.com/office/drawing/2014/main" id="{327DAD4D-CB3F-41EA-B905-79AFC6593F55}"/>
              </a:ext>
            </a:extLst>
          </p:cNvPr>
          <p:cNvSpPr>
            <a:spLocks/>
          </p:cNvSpPr>
          <p:nvPr/>
        </p:nvSpPr>
        <p:spPr>
          <a:xfrm>
            <a:off x="7870259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4" name="data_5753">
            <a:extLst>
              <a:ext uri="{FF2B5EF4-FFF2-40B4-BE49-F238E27FC236}">
                <a16:creationId xmlns:a16="http://schemas.microsoft.com/office/drawing/2014/main" id="{713EBE5A-C988-48E9-9C17-880BD74B6F16}"/>
              </a:ext>
            </a:extLst>
          </p:cNvPr>
          <p:cNvSpPr>
            <a:spLocks/>
          </p:cNvSpPr>
          <p:nvPr/>
        </p:nvSpPr>
        <p:spPr>
          <a:xfrm>
            <a:off x="787144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5" name="data_5754">
            <a:extLst>
              <a:ext uri="{FF2B5EF4-FFF2-40B4-BE49-F238E27FC236}">
                <a16:creationId xmlns:a16="http://schemas.microsoft.com/office/drawing/2014/main" id="{4DDA5EF4-2E98-44F8-AB0B-08001F8DF572}"/>
              </a:ext>
            </a:extLst>
          </p:cNvPr>
          <p:cNvSpPr>
            <a:spLocks/>
          </p:cNvSpPr>
          <p:nvPr/>
        </p:nvSpPr>
        <p:spPr>
          <a:xfrm>
            <a:off x="7956791" y="246268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6" name="data_5755">
            <a:extLst>
              <a:ext uri="{FF2B5EF4-FFF2-40B4-BE49-F238E27FC236}">
                <a16:creationId xmlns:a16="http://schemas.microsoft.com/office/drawing/2014/main" id="{BC40E6A8-68F5-4225-9476-50E3B245EDA4}"/>
              </a:ext>
            </a:extLst>
          </p:cNvPr>
          <p:cNvSpPr>
            <a:spLocks/>
          </p:cNvSpPr>
          <p:nvPr/>
        </p:nvSpPr>
        <p:spPr>
          <a:xfrm>
            <a:off x="7892645" y="257504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7" name="data_5756">
            <a:extLst>
              <a:ext uri="{FF2B5EF4-FFF2-40B4-BE49-F238E27FC236}">
                <a16:creationId xmlns:a16="http://schemas.microsoft.com/office/drawing/2014/main" id="{E598AD4D-65C1-4583-B48C-597FC69A2AE8}"/>
              </a:ext>
            </a:extLst>
          </p:cNvPr>
          <p:cNvSpPr>
            <a:spLocks/>
          </p:cNvSpPr>
          <p:nvPr/>
        </p:nvSpPr>
        <p:spPr>
          <a:xfrm>
            <a:off x="7911743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8" name="data_5757">
            <a:extLst>
              <a:ext uri="{FF2B5EF4-FFF2-40B4-BE49-F238E27FC236}">
                <a16:creationId xmlns:a16="http://schemas.microsoft.com/office/drawing/2014/main" id="{E2AE97B8-E28B-4549-ACBA-811F2EA7631E}"/>
              </a:ext>
            </a:extLst>
          </p:cNvPr>
          <p:cNvSpPr>
            <a:spLocks/>
          </p:cNvSpPr>
          <p:nvPr/>
        </p:nvSpPr>
        <p:spPr>
          <a:xfrm>
            <a:off x="7801740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29" name="data_5758">
            <a:extLst>
              <a:ext uri="{FF2B5EF4-FFF2-40B4-BE49-F238E27FC236}">
                <a16:creationId xmlns:a16="http://schemas.microsoft.com/office/drawing/2014/main" id="{7E993395-4F5F-4DAB-9D3A-163EE93DA067}"/>
              </a:ext>
            </a:extLst>
          </p:cNvPr>
          <p:cNvSpPr>
            <a:spLocks/>
          </p:cNvSpPr>
          <p:nvPr/>
        </p:nvSpPr>
        <p:spPr>
          <a:xfrm>
            <a:off x="799929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0" name="data_5759">
            <a:extLst>
              <a:ext uri="{FF2B5EF4-FFF2-40B4-BE49-F238E27FC236}">
                <a16:creationId xmlns:a16="http://schemas.microsoft.com/office/drawing/2014/main" id="{7C148E89-A754-4A5F-B6DF-711813BE16DD}"/>
              </a:ext>
            </a:extLst>
          </p:cNvPr>
          <p:cNvSpPr>
            <a:spLocks/>
          </p:cNvSpPr>
          <p:nvPr/>
        </p:nvSpPr>
        <p:spPr>
          <a:xfrm>
            <a:off x="7971037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1" name="data_5760">
            <a:extLst>
              <a:ext uri="{FF2B5EF4-FFF2-40B4-BE49-F238E27FC236}">
                <a16:creationId xmlns:a16="http://schemas.microsoft.com/office/drawing/2014/main" id="{93F8C30B-1A1F-4259-BA89-D84F23CD1189}"/>
              </a:ext>
            </a:extLst>
          </p:cNvPr>
          <p:cNvSpPr>
            <a:spLocks/>
          </p:cNvSpPr>
          <p:nvPr/>
        </p:nvSpPr>
        <p:spPr>
          <a:xfrm>
            <a:off x="782548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2" name="data_5761">
            <a:extLst>
              <a:ext uri="{FF2B5EF4-FFF2-40B4-BE49-F238E27FC236}">
                <a16:creationId xmlns:a16="http://schemas.microsoft.com/office/drawing/2014/main" id="{11C7747A-DF8B-4060-B4C8-B2A79EF24BF4}"/>
              </a:ext>
            </a:extLst>
          </p:cNvPr>
          <p:cNvSpPr>
            <a:spLocks/>
          </p:cNvSpPr>
          <p:nvPr/>
        </p:nvSpPr>
        <p:spPr>
          <a:xfrm>
            <a:off x="7876067" y="332412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3" name="data_5762">
            <a:extLst>
              <a:ext uri="{FF2B5EF4-FFF2-40B4-BE49-F238E27FC236}">
                <a16:creationId xmlns:a16="http://schemas.microsoft.com/office/drawing/2014/main" id="{161E572B-C4A5-4161-BDE7-B9017A5CDE73}"/>
              </a:ext>
            </a:extLst>
          </p:cNvPr>
          <p:cNvSpPr>
            <a:spLocks/>
          </p:cNvSpPr>
          <p:nvPr/>
        </p:nvSpPr>
        <p:spPr>
          <a:xfrm>
            <a:off x="800681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4" name="data_5763">
            <a:extLst>
              <a:ext uri="{FF2B5EF4-FFF2-40B4-BE49-F238E27FC236}">
                <a16:creationId xmlns:a16="http://schemas.microsoft.com/office/drawing/2014/main" id="{AA4969A7-72DC-46CF-9726-CFE2A1A0EF43}"/>
              </a:ext>
            </a:extLst>
          </p:cNvPr>
          <p:cNvSpPr>
            <a:spLocks/>
          </p:cNvSpPr>
          <p:nvPr/>
        </p:nvSpPr>
        <p:spPr>
          <a:xfrm>
            <a:off x="779532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5" name="data_5764">
            <a:extLst>
              <a:ext uri="{FF2B5EF4-FFF2-40B4-BE49-F238E27FC236}">
                <a16:creationId xmlns:a16="http://schemas.microsoft.com/office/drawing/2014/main" id="{5FBB3138-D4AC-497E-81D9-503D6B1B0FE9}"/>
              </a:ext>
            </a:extLst>
          </p:cNvPr>
          <p:cNvSpPr>
            <a:spLocks/>
          </p:cNvSpPr>
          <p:nvPr/>
        </p:nvSpPr>
        <p:spPr>
          <a:xfrm>
            <a:off x="790101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6" name="data_5765">
            <a:extLst>
              <a:ext uri="{FF2B5EF4-FFF2-40B4-BE49-F238E27FC236}">
                <a16:creationId xmlns:a16="http://schemas.microsoft.com/office/drawing/2014/main" id="{ED5FECE8-336C-4C65-92C1-CB3692004160}"/>
              </a:ext>
            </a:extLst>
          </p:cNvPr>
          <p:cNvSpPr>
            <a:spLocks/>
          </p:cNvSpPr>
          <p:nvPr/>
        </p:nvSpPr>
        <p:spPr>
          <a:xfrm>
            <a:off x="7912026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7" name="data_5766">
            <a:extLst>
              <a:ext uri="{FF2B5EF4-FFF2-40B4-BE49-F238E27FC236}">
                <a16:creationId xmlns:a16="http://schemas.microsoft.com/office/drawing/2014/main" id="{660144C3-6C34-4952-A7D5-D2DA49DAAC4C}"/>
              </a:ext>
            </a:extLst>
          </p:cNvPr>
          <p:cNvSpPr>
            <a:spLocks/>
          </p:cNvSpPr>
          <p:nvPr/>
        </p:nvSpPr>
        <p:spPr>
          <a:xfrm>
            <a:off x="7898097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8" name="data_5767">
            <a:extLst>
              <a:ext uri="{FF2B5EF4-FFF2-40B4-BE49-F238E27FC236}">
                <a16:creationId xmlns:a16="http://schemas.microsoft.com/office/drawing/2014/main" id="{05061B76-813A-47E4-A688-A36A530CF060}"/>
              </a:ext>
            </a:extLst>
          </p:cNvPr>
          <p:cNvSpPr>
            <a:spLocks/>
          </p:cNvSpPr>
          <p:nvPr/>
        </p:nvSpPr>
        <p:spPr>
          <a:xfrm>
            <a:off x="8008120" y="338966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39" name="data_5768">
            <a:extLst>
              <a:ext uri="{FF2B5EF4-FFF2-40B4-BE49-F238E27FC236}">
                <a16:creationId xmlns:a16="http://schemas.microsoft.com/office/drawing/2014/main" id="{DDA9F985-760C-4E10-A079-CC03DBDB6586}"/>
              </a:ext>
            </a:extLst>
          </p:cNvPr>
          <p:cNvSpPr>
            <a:spLocks/>
          </p:cNvSpPr>
          <p:nvPr/>
        </p:nvSpPr>
        <p:spPr>
          <a:xfrm>
            <a:off x="79771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0" name="data_5769">
            <a:extLst>
              <a:ext uri="{FF2B5EF4-FFF2-40B4-BE49-F238E27FC236}">
                <a16:creationId xmlns:a16="http://schemas.microsoft.com/office/drawing/2014/main" id="{07CA8BB6-4E63-44DD-BF05-90E0272078E6}"/>
              </a:ext>
            </a:extLst>
          </p:cNvPr>
          <p:cNvSpPr>
            <a:spLocks/>
          </p:cNvSpPr>
          <p:nvPr/>
        </p:nvSpPr>
        <p:spPr>
          <a:xfrm>
            <a:off x="781133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1" name="data_5770">
            <a:extLst>
              <a:ext uri="{FF2B5EF4-FFF2-40B4-BE49-F238E27FC236}">
                <a16:creationId xmlns:a16="http://schemas.microsoft.com/office/drawing/2014/main" id="{F9B00D53-EAD0-4E0E-BE24-97DB25429923}"/>
              </a:ext>
            </a:extLst>
          </p:cNvPr>
          <p:cNvSpPr>
            <a:spLocks/>
          </p:cNvSpPr>
          <p:nvPr/>
        </p:nvSpPr>
        <p:spPr>
          <a:xfrm>
            <a:off x="78358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2" name="data_5771">
            <a:extLst>
              <a:ext uri="{FF2B5EF4-FFF2-40B4-BE49-F238E27FC236}">
                <a16:creationId xmlns:a16="http://schemas.microsoft.com/office/drawing/2014/main" id="{17CC93A7-28EA-4498-849C-E0D3257ECE71}"/>
              </a:ext>
            </a:extLst>
          </p:cNvPr>
          <p:cNvSpPr>
            <a:spLocks/>
          </p:cNvSpPr>
          <p:nvPr/>
        </p:nvSpPr>
        <p:spPr>
          <a:xfrm>
            <a:off x="7860781" y="250482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3" name="data_5772">
            <a:extLst>
              <a:ext uri="{FF2B5EF4-FFF2-40B4-BE49-F238E27FC236}">
                <a16:creationId xmlns:a16="http://schemas.microsoft.com/office/drawing/2014/main" id="{825DD201-1EF3-4053-84CF-EF015ADE91A1}"/>
              </a:ext>
            </a:extLst>
          </p:cNvPr>
          <p:cNvSpPr>
            <a:spLocks/>
          </p:cNvSpPr>
          <p:nvPr/>
        </p:nvSpPr>
        <p:spPr>
          <a:xfrm>
            <a:off x="790091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4" name="data_5773">
            <a:extLst>
              <a:ext uri="{FF2B5EF4-FFF2-40B4-BE49-F238E27FC236}">
                <a16:creationId xmlns:a16="http://schemas.microsoft.com/office/drawing/2014/main" id="{2B9897CF-5504-4C2A-ACED-227AB1771708}"/>
              </a:ext>
            </a:extLst>
          </p:cNvPr>
          <p:cNvSpPr>
            <a:spLocks/>
          </p:cNvSpPr>
          <p:nvPr/>
        </p:nvSpPr>
        <p:spPr>
          <a:xfrm>
            <a:off x="7967192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5" name="data_5774">
            <a:extLst>
              <a:ext uri="{FF2B5EF4-FFF2-40B4-BE49-F238E27FC236}">
                <a16:creationId xmlns:a16="http://schemas.microsoft.com/office/drawing/2014/main" id="{213F3A66-1114-4AEE-87DA-272EAFF0FE4A}"/>
              </a:ext>
            </a:extLst>
          </p:cNvPr>
          <p:cNvSpPr>
            <a:spLocks/>
          </p:cNvSpPr>
          <p:nvPr/>
        </p:nvSpPr>
        <p:spPr>
          <a:xfrm>
            <a:off x="7927668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6" name="data_5775">
            <a:extLst>
              <a:ext uri="{FF2B5EF4-FFF2-40B4-BE49-F238E27FC236}">
                <a16:creationId xmlns:a16="http://schemas.microsoft.com/office/drawing/2014/main" id="{017DDDB4-6BD3-409C-B237-0E892A794570}"/>
              </a:ext>
            </a:extLst>
          </p:cNvPr>
          <p:cNvSpPr>
            <a:spLocks/>
          </p:cNvSpPr>
          <p:nvPr/>
        </p:nvSpPr>
        <p:spPr>
          <a:xfrm>
            <a:off x="797946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7" name="data_5776">
            <a:extLst>
              <a:ext uri="{FF2B5EF4-FFF2-40B4-BE49-F238E27FC236}">
                <a16:creationId xmlns:a16="http://schemas.microsoft.com/office/drawing/2014/main" id="{D9694B56-C960-411F-8D4C-228FA72CA82F}"/>
              </a:ext>
            </a:extLst>
          </p:cNvPr>
          <p:cNvSpPr>
            <a:spLocks/>
          </p:cNvSpPr>
          <p:nvPr/>
        </p:nvSpPr>
        <p:spPr>
          <a:xfrm>
            <a:off x="784039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8" name="data_5777">
            <a:extLst>
              <a:ext uri="{FF2B5EF4-FFF2-40B4-BE49-F238E27FC236}">
                <a16:creationId xmlns:a16="http://schemas.microsoft.com/office/drawing/2014/main" id="{8945E31C-EABE-4502-836A-A8A309D3D233}"/>
              </a:ext>
            </a:extLst>
          </p:cNvPr>
          <p:cNvSpPr>
            <a:spLocks/>
          </p:cNvSpPr>
          <p:nvPr/>
        </p:nvSpPr>
        <p:spPr>
          <a:xfrm>
            <a:off x="7915818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49" name="data_5778">
            <a:extLst>
              <a:ext uri="{FF2B5EF4-FFF2-40B4-BE49-F238E27FC236}">
                <a16:creationId xmlns:a16="http://schemas.microsoft.com/office/drawing/2014/main" id="{0A7A3469-7165-4B7D-AA1E-158E7D912879}"/>
              </a:ext>
            </a:extLst>
          </p:cNvPr>
          <p:cNvSpPr>
            <a:spLocks/>
          </p:cNvSpPr>
          <p:nvPr/>
        </p:nvSpPr>
        <p:spPr>
          <a:xfrm>
            <a:off x="7917045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0" name="data_5779">
            <a:extLst>
              <a:ext uri="{FF2B5EF4-FFF2-40B4-BE49-F238E27FC236}">
                <a16:creationId xmlns:a16="http://schemas.microsoft.com/office/drawing/2014/main" id="{12BB1CA7-93C8-4263-A5D2-D68842444719}"/>
              </a:ext>
            </a:extLst>
          </p:cNvPr>
          <p:cNvSpPr>
            <a:spLocks/>
          </p:cNvSpPr>
          <p:nvPr/>
        </p:nvSpPr>
        <p:spPr>
          <a:xfrm>
            <a:off x="7793976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1" name="data_5780">
            <a:extLst>
              <a:ext uri="{FF2B5EF4-FFF2-40B4-BE49-F238E27FC236}">
                <a16:creationId xmlns:a16="http://schemas.microsoft.com/office/drawing/2014/main" id="{A6E8CC1C-FC5E-4678-86AD-25801A19D490}"/>
              </a:ext>
            </a:extLst>
          </p:cNvPr>
          <p:cNvSpPr>
            <a:spLocks/>
          </p:cNvSpPr>
          <p:nvPr/>
        </p:nvSpPr>
        <p:spPr>
          <a:xfrm>
            <a:off x="7800562" y="334753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2" name="data_5781">
            <a:extLst>
              <a:ext uri="{FF2B5EF4-FFF2-40B4-BE49-F238E27FC236}">
                <a16:creationId xmlns:a16="http://schemas.microsoft.com/office/drawing/2014/main" id="{D66150C2-076B-4991-9DCC-3EE29D1CB861}"/>
              </a:ext>
            </a:extLst>
          </p:cNvPr>
          <p:cNvSpPr>
            <a:spLocks/>
          </p:cNvSpPr>
          <p:nvPr/>
        </p:nvSpPr>
        <p:spPr>
          <a:xfrm>
            <a:off x="7857374" y="394946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3" name="data_5782">
            <a:extLst>
              <a:ext uri="{FF2B5EF4-FFF2-40B4-BE49-F238E27FC236}">
                <a16:creationId xmlns:a16="http://schemas.microsoft.com/office/drawing/2014/main" id="{A43C3041-4AE8-423D-A91D-882F62D7CAD6}"/>
              </a:ext>
            </a:extLst>
          </p:cNvPr>
          <p:cNvSpPr>
            <a:spLocks/>
          </p:cNvSpPr>
          <p:nvPr/>
        </p:nvSpPr>
        <p:spPr>
          <a:xfrm>
            <a:off x="783284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4" name="data_5783">
            <a:extLst>
              <a:ext uri="{FF2B5EF4-FFF2-40B4-BE49-F238E27FC236}">
                <a16:creationId xmlns:a16="http://schemas.microsoft.com/office/drawing/2014/main" id="{7D6FD8F1-6BB5-482C-ABF7-E26FE10CB27A}"/>
              </a:ext>
            </a:extLst>
          </p:cNvPr>
          <p:cNvSpPr>
            <a:spLocks/>
          </p:cNvSpPr>
          <p:nvPr/>
        </p:nvSpPr>
        <p:spPr>
          <a:xfrm>
            <a:off x="788649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5" name="data_5784">
            <a:extLst>
              <a:ext uri="{FF2B5EF4-FFF2-40B4-BE49-F238E27FC236}">
                <a16:creationId xmlns:a16="http://schemas.microsoft.com/office/drawing/2014/main" id="{FD11F103-9D08-4A5B-AF3E-0898AEF8F5DD}"/>
              </a:ext>
            </a:extLst>
          </p:cNvPr>
          <p:cNvSpPr>
            <a:spLocks/>
          </p:cNvSpPr>
          <p:nvPr/>
        </p:nvSpPr>
        <p:spPr>
          <a:xfrm>
            <a:off x="785712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6" name="data_5785">
            <a:extLst>
              <a:ext uri="{FF2B5EF4-FFF2-40B4-BE49-F238E27FC236}">
                <a16:creationId xmlns:a16="http://schemas.microsoft.com/office/drawing/2014/main" id="{DE3CC17E-A338-4AE7-AB58-D05671498480}"/>
              </a:ext>
            </a:extLst>
          </p:cNvPr>
          <p:cNvSpPr>
            <a:spLocks/>
          </p:cNvSpPr>
          <p:nvPr/>
        </p:nvSpPr>
        <p:spPr>
          <a:xfrm>
            <a:off x="795456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7" name="data_5786">
            <a:extLst>
              <a:ext uri="{FF2B5EF4-FFF2-40B4-BE49-F238E27FC236}">
                <a16:creationId xmlns:a16="http://schemas.microsoft.com/office/drawing/2014/main" id="{377D785F-D855-4C9B-B5DA-1D6EDD5A1F87}"/>
              </a:ext>
            </a:extLst>
          </p:cNvPr>
          <p:cNvSpPr>
            <a:spLocks/>
          </p:cNvSpPr>
          <p:nvPr/>
        </p:nvSpPr>
        <p:spPr>
          <a:xfrm>
            <a:off x="794878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8" name="data_5787">
            <a:extLst>
              <a:ext uri="{FF2B5EF4-FFF2-40B4-BE49-F238E27FC236}">
                <a16:creationId xmlns:a16="http://schemas.microsoft.com/office/drawing/2014/main" id="{0FFC9579-A119-4C1A-98D8-4464BADAB778}"/>
              </a:ext>
            </a:extLst>
          </p:cNvPr>
          <p:cNvSpPr>
            <a:spLocks/>
          </p:cNvSpPr>
          <p:nvPr/>
        </p:nvSpPr>
        <p:spPr>
          <a:xfrm>
            <a:off x="778928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59" name="data_5788">
            <a:extLst>
              <a:ext uri="{FF2B5EF4-FFF2-40B4-BE49-F238E27FC236}">
                <a16:creationId xmlns:a16="http://schemas.microsoft.com/office/drawing/2014/main" id="{3F66A26D-766A-4CED-AF10-4D9843EEDF88}"/>
              </a:ext>
            </a:extLst>
          </p:cNvPr>
          <p:cNvSpPr>
            <a:spLocks/>
          </p:cNvSpPr>
          <p:nvPr/>
        </p:nvSpPr>
        <p:spPr>
          <a:xfrm>
            <a:off x="7876979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0" name="data_5789">
            <a:extLst>
              <a:ext uri="{FF2B5EF4-FFF2-40B4-BE49-F238E27FC236}">
                <a16:creationId xmlns:a16="http://schemas.microsoft.com/office/drawing/2014/main" id="{3A336A67-9363-4C9A-B402-00545BF61F1F}"/>
              </a:ext>
            </a:extLst>
          </p:cNvPr>
          <p:cNvSpPr>
            <a:spLocks/>
          </p:cNvSpPr>
          <p:nvPr/>
        </p:nvSpPr>
        <p:spPr>
          <a:xfrm>
            <a:off x="7900538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1" name="data_5790">
            <a:extLst>
              <a:ext uri="{FF2B5EF4-FFF2-40B4-BE49-F238E27FC236}">
                <a16:creationId xmlns:a16="http://schemas.microsoft.com/office/drawing/2014/main" id="{C10C55EB-4411-4DCE-8B9C-BF561558E41D}"/>
              </a:ext>
            </a:extLst>
          </p:cNvPr>
          <p:cNvSpPr>
            <a:spLocks/>
          </p:cNvSpPr>
          <p:nvPr/>
        </p:nvSpPr>
        <p:spPr>
          <a:xfrm>
            <a:off x="790517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2" name="data_5791">
            <a:extLst>
              <a:ext uri="{FF2B5EF4-FFF2-40B4-BE49-F238E27FC236}">
                <a16:creationId xmlns:a16="http://schemas.microsoft.com/office/drawing/2014/main" id="{F95A1AB1-3B4E-4C9B-83F9-A5E6BFCC8D12}"/>
              </a:ext>
            </a:extLst>
          </p:cNvPr>
          <p:cNvSpPr>
            <a:spLocks/>
          </p:cNvSpPr>
          <p:nvPr/>
        </p:nvSpPr>
        <p:spPr>
          <a:xfrm>
            <a:off x="789585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3" name="data_5792">
            <a:extLst>
              <a:ext uri="{FF2B5EF4-FFF2-40B4-BE49-F238E27FC236}">
                <a16:creationId xmlns:a16="http://schemas.microsoft.com/office/drawing/2014/main" id="{E13D6245-EA7B-4B3C-A497-533D26F299E5}"/>
              </a:ext>
            </a:extLst>
          </p:cNvPr>
          <p:cNvSpPr>
            <a:spLocks/>
          </p:cNvSpPr>
          <p:nvPr/>
        </p:nvSpPr>
        <p:spPr>
          <a:xfrm>
            <a:off x="796680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4" name="data_5793">
            <a:extLst>
              <a:ext uri="{FF2B5EF4-FFF2-40B4-BE49-F238E27FC236}">
                <a16:creationId xmlns:a16="http://schemas.microsoft.com/office/drawing/2014/main" id="{139A4377-BC8D-4700-B246-1B06F5285E15}"/>
              </a:ext>
            </a:extLst>
          </p:cNvPr>
          <p:cNvSpPr>
            <a:spLocks/>
          </p:cNvSpPr>
          <p:nvPr/>
        </p:nvSpPr>
        <p:spPr>
          <a:xfrm>
            <a:off x="7808924" y="301646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5" name="data_5794">
            <a:extLst>
              <a:ext uri="{FF2B5EF4-FFF2-40B4-BE49-F238E27FC236}">
                <a16:creationId xmlns:a16="http://schemas.microsoft.com/office/drawing/2014/main" id="{4C03F986-DCE6-4655-A853-EE66677F7BD4}"/>
              </a:ext>
            </a:extLst>
          </p:cNvPr>
          <p:cNvSpPr>
            <a:spLocks/>
          </p:cNvSpPr>
          <p:nvPr/>
        </p:nvSpPr>
        <p:spPr>
          <a:xfrm>
            <a:off x="7807392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6" name="data_5795">
            <a:extLst>
              <a:ext uri="{FF2B5EF4-FFF2-40B4-BE49-F238E27FC236}">
                <a16:creationId xmlns:a16="http://schemas.microsoft.com/office/drawing/2014/main" id="{436F90D3-8775-44A5-817B-5E541A1FE0AB}"/>
              </a:ext>
            </a:extLst>
          </p:cNvPr>
          <p:cNvSpPr>
            <a:spLocks/>
          </p:cNvSpPr>
          <p:nvPr/>
        </p:nvSpPr>
        <p:spPr>
          <a:xfrm>
            <a:off x="7836529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7" name="data_5796">
            <a:extLst>
              <a:ext uri="{FF2B5EF4-FFF2-40B4-BE49-F238E27FC236}">
                <a16:creationId xmlns:a16="http://schemas.microsoft.com/office/drawing/2014/main" id="{3D90BBD5-6A22-4ADC-8E77-FB81A4504D9E}"/>
              </a:ext>
            </a:extLst>
          </p:cNvPr>
          <p:cNvSpPr>
            <a:spLocks/>
          </p:cNvSpPr>
          <p:nvPr/>
        </p:nvSpPr>
        <p:spPr>
          <a:xfrm>
            <a:off x="7919212" y="3849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8" name="data_5797">
            <a:extLst>
              <a:ext uri="{FF2B5EF4-FFF2-40B4-BE49-F238E27FC236}">
                <a16:creationId xmlns:a16="http://schemas.microsoft.com/office/drawing/2014/main" id="{153A71E3-B845-4955-BA86-5EB1EF3A6E36}"/>
              </a:ext>
            </a:extLst>
          </p:cNvPr>
          <p:cNvSpPr>
            <a:spLocks/>
          </p:cNvSpPr>
          <p:nvPr/>
        </p:nvSpPr>
        <p:spPr>
          <a:xfrm>
            <a:off x="788038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69" name="data_5798">
            <a:extLst>
              <a:ext uri="{FF2B5EF4-FFF2-40B4-BE49-F238E27FC236}">
                <a16:creationId xmlns:a16="http://schemas.microsoft.com/office/drawing/2014/main" id="{1F9A442B-E93E-4371-ABD4-5BA75131EC37}"/>
              </a:ext>
            </a:extLst>
          </p:cNvPr>
          <p:cNvSpPr>
            <a:spLocks/>
          </p:cNvSpPr>
          <p:nvPr/>
        </p:nvSpPr>
        <p:spPr>
          <a:xfrm>
            <a:off x="797024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0" name="data_5799">
            <a:extLst>
              <a:ext uri="{FF2B5EF4-FFF2-40B4-BE49-F238E27FC236}">
                <a16:creationId xmlns:a16="http://schemas.microsoft.com/office/drawing/2014/main" id="{B2F22F4A-82AE-4774-A3F3-9206C7AD6864}"/>
              </a:ext>
            </a:extLst>
          </p:cNvPr>
          <p:cNvSpPr>
            <a:spLocks/>
          </p:cNvSpPr>
          <p:nvPr/>
        </p:nvSpPr>
        <p:spPr>
          <a:xfrm>
            <a:off x="7975103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1" name="data_5800">
            <a:extLst>
              <a:ext uri="{FF2B5EF4-FFF2-40B4-BE49-F238E27FC236}">
                <a16:creationId xmlns:a16="http://schemas.microsoft.com/office/drawing/2014/main" id="{30AFF3DF-DE69-4261-BF8B-C58A8173A183}"/>
              </a:ext>
            </a:extLst>
          </p:cNvPr>
          <p:cNvSpPr>
            <a:spLocks/>
          </p:cNvSpPr>
          <p:nvPr/>
        </p:nvSpPr>
        <p:spPr>
          <a:xfrm>
            <a:off x="7853480" y="341775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2" name="data_5801">
            <a:extLst>
              <a:ext uri="{FF2B5EF4-FFF2-40B4-BE49-F238E27FC236}">
                <a16:creationId xmlns:a16="http://schemas.microsoft.com/office/drawing/2014/main" id="{AEFD0FE3-B7A7-46C5-84CC-3624DF9ECD2F}"/>
              </a:ext>
            </a:extLst>
          </p:cNvPr>
          <p:cNvSpPr>
            <a:spLocks/>
          </p:cNvSpPr>
          <p:nvPr/>
        </p:nvSpPr>
        <p:spPr>
          <a:xfrm>
            <a:off x="7864448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3" name="data_5802">
            <a:extLst>
              <a:ext uri="{FF2B5EF4-FFF2-40B4-BE49-F238E27FC236}">
                <a16:creationId xmlns:a16="http://schemas.microsoft.com/office/drawing/2014/main" id="{A2D1B50A-81CB-4E45-8F16-95213FB73702}"/>
              </a:ext>
            </a:extLst>
          </p:cNvPr>
          <p:cNvSpPr>
            <a:spLocks/>
          </p:cNvSpPr>
          <p:nvPr/>
        </p:nvSpPr>
        <p:spPr>
          <a:xfrm>
            <a:off x="7841294" y="373879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4" name="data_5803">
            <a:extLst>
              <a:ext uri="{FF2B5EF4-FFF2-40B4-BE49-F238E27FC236}">
                <a16:creationId xmlns:a16="http://schemas.microsoft.com/office/drawing/2014/main" id="{237C731C-E72E-4026-9CBE-B596AB08A476}"/>
              </a:ext>
            </a:extLst>
          </p:cNvPr>
          <p:cNvSpPr>
            <a:spLocks/>
          </p:cNvSpPr>
          <p:nvPr/>
        </p:nvSpPr>
        <p:spPr>
          <a:xfrm>
            <a:off x="7912600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5" name="data_5804">
            <a:extLst>
              <a:ext uri="{FF2B5EF4-FFF2-40B4-BE49-F238E27FC236}">
                <a16:creationId xmlns:a16="http://schemas.microsoft.com/office/drawing/2014/main" id="{FE9C32AF-4BB6-42C4-9ADE-930C9147E25B}"/>
              </a:ext>
            </a:extLst>
          </p:cNvPr>
          <p:cNvSpPr>
            <a:spLocks/>
          </p:cNvSpPr>
          <p:nvPr/>
        </p:nvSpPr>
        <p:spPr>
          <a:xfrm>
            <a:off x="7943985" y="313685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6" name="data_5805">
            <a:extLst>
              <a:ext uri="{FF2B5EF4-FFF2-40B4-BE49-F238E27FC236}">
                <a16:creationId xmlns:a16="http://schemas.microsoft.com/office/drawing/2014/main" id="{988D2E7F-38DD-4D30-B72F-2B54D5B39CA0}"/>
              </a:ext>
            </a:extLst>
          </p:cNvPr>
          <p:cNvSpPr>
            <a:spLocks/>
          </p:cNvSpPr>
          <p:nvPr/>
        </p:nvSpPr>
        <p:spPr>
          <a:xfrm>
            <a:off x="790310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7" name="data_5806">
            <a:extLst>
              <a:ext uri="{FF2B5EF4-FFF2-40B4-BE49-F238E27FC236}">
                <a16:creationId xmlns:a16="http://schemas.microsoft.com/office/drawing/2014/main" id="{80E294D7-B6AC-49F7-891D-46812628D842}"/>
              </a:ext>
            </a:extLst>
          </p:cNvPr>
          <p:cNvSpPr>
            <a:spLocks/>
          </p:cNvSpPr>
          <p:nvPr/>
        </p:nvSpPr>
        <p:spPr>
          <a:xfrm>
            <a:off x="799479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8" name="data_5807">
            <a:extLst>
              <a:ext uri="{FF2B5EF4-FFF2-40B4-BE49-F238E27FC236}">
                <a16:creationId xmlns:a16="http://schemas.microsoft.com/office/drawing/2014/main" id="{8AFC95F2-3B8B-4307-874B-594F7D576918}"/>
              </a:ext>
            </a:extLst>
          </p:cNvPr>
          <p:cNvSpPr>
            <a:spLocks/>
          </p:cNvSpPr>
          <p:nvPr/>
        </p:nvSpPr>
        <p:spPr>
          <a:xfrm>
            <a:off x="800439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79" name="data_5808">
            <a:extLst>
              <a:ext uri="{FF2B5EF4-FFF2-40B4-BE49-F238E27FC236}">
                <a16:creationId xmlns:a16="http://schemas.microsoft.com/office/drawing/2014/main" id="{1C625456-9205-43C7-A330-1D15138C6586}"/>
              </a:ext>
            </a:extLst>
          </p:cNvPr>
          <p:cNvSpPr>
            <a:spLocks/>
          </p:cNvSpPr>
          <p:nvPr/>
        </p:nvSpPr>
        <p:spPr>
          <a:xfrm>
            <a:off x="79166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0" name="data_5809">
            <a:extLst>
              <a:ext uri="{FF2B5EF4-FFF2-40B4-BE49-F238E27FC236}">
                <a16:creationId xmlns:a16="http://schemas.microsoft.com/office/drawing/2014/main" id="{CA334D59-7BD9-4705-B38F-8AE71D012223}"/>
              </a:ext>
            </a:extLst>
          </p:cNvPr>
          <p:cNvSpPr>
            <a:spLocks/>
          </p:cNvSpPr>
          <p:nvPr/>
        </p:nvSpPr>
        <p:spPr>
          <a:xfrm>
            <a:off x="7894055" y="2715499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1" name="data_5810">
            <a:extLst>
              <a:ext uri="{FF2B5EF4-FFF2-40B4-BE49-F238E27FC236}">
                <a16:creationId xmlns:a16="http://schemas.microsoft.com/office/drawing/2014/main" id="{515D0131-4F08-4FAB-AE8C-5D19AEE49DB8}"/>
              </a:ext>
            </a:extLst>
          </p:cNvPr>
          <p:cNvSpPr>
            <a:spLocks/>
          </p:cNvSpPr>
          <p:nvPr/>
        </p:nvSpPr>
        <p:spPr>
          <a:xfrm>
            <a:off x="791983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2" name="data_5811">
            <a:extLst>
              <a:ext uri="{FF2B5EF4-FFF2-40B4-BE49-F238E27FC236}">
                <a16:creationId xmlns:a16="http://schemas.microsoft.com/office/drawing/2014/main" id="{1AA8E3A3-69F5-4CAA-B002-592C95D79F9E}"/>
              </a:ext>
            </a:extLst>
          </p:cNvPr>
          <p:cNvSpPr>
            <a:spLocks/>
          </p:cNvSpPr>
          <p:nvPr/>
        </p:nvSpPr>
        <p:spPr>
          <a:xfrm>
            <a:off x="792766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3" name="data_5812">
            <a:extLst>
              <a:ext uri="{FF2B5EF4-FFF2-40B4-BE49-F238E27FC236}">
                <a16:creationId xmlns:a16="http://schemas.microsoft.com/office/drawing/2014/main" id="{765AE77A-E7D8-42A7-B200-A7D36FC82395}"/>
              </a:ext>
            </a:extLst>
          </p:cNvPr>
          <p:cNvSpPr>
            <a:spLocks/>
          </p:cNvSpPr>
          <p:nvPr/>
        </p:nvSpPr>
        <p:spPr>
          <a:xfrm>
            <a:off x="7834301" y="376888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4" name="data_5813">
            <a:extLst>
              <a:ext uri="{FF2B5EF4-FFF2-40B4-BE49-F238E27FC236}">
                <a16:creationId xmlns:a16="http://schemas.microsoft.com/office/drawing/2014/main" id="{292580E5-7021-4E56-87D7-AD4CC796D3DB}"/>
              </a:ext>
            </a:extLst>
          </p:cNvPr>
          <p:cNvSpPr>
            <a:spLocks/>
          </p:cNvSpPr>
          <p:nvPr/>
        </p:nvSpPr>
        <p:spPr>
          <a:xfrm>
            <a:off x="7942830" y="3558210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5" name="data_5814">
            <a:extLst>
              <a:ext uri="{FF2B5EF4-FFF2-40B4-BE49-F238E27FC236}">
                <a16:creationId xmlns:a16="http://schemas.microsoft.com/office/drawing/2014/main" id="{246C3863-42B0-409D-8DF0-0DACF390BC4E}"/>
              </a:ext>
            </a:extLst>
          </p:cNvPr>
          <p:cNvSpPr>
            <a:spLocks/>
          </p:cNvSpPr>
          <p:nvPr/>
        </p:nvSpPr>
        <p:spPr>
          <a:xfrm>
            <a:off x="7984356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6" name="data_5815">
            <a:extLst>
              <a:ext uri="{FF2B5EF4-FFF2-40B4-BE49-F238E27FC236}">
                <a16:creationId xmlns:a16="http://schemas.microsoft.com/office/drawing/2014/main" id="{118B3E4D-0EFE-4EBE-94B9-D1E8B7A56BE9}"/>
              </a:ext>
            </a:extLst>
          </p:cNvPr>
          <p:cNvSpPr>
            <a:spLocks/>
          </p:cNvSpPr>
          <p:nvPr/>
        </p:nvSpPr>
        <p:spPr>
          <a:xfrm>
            <a:off x="784254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7" name="data_5816">
            <a:extLst>
              <a:ext uri="{FF2B5EF4-FFF2-40B4-BE49-F238E27FC236}">
                <a16:creationId xmlns:a16="http://schemas.microsoft.com/office/drawing/2014/main" id="{86C6DFBA-C592-4137-93C2-09E0419EE4CF}"/>
              </a:ext>
            </a:extLst>
          </p:cNvPr>
          <p:cNvSpPr>
            <a:spLocks/>
          </p:cNvSpPr>
          <p:nvPr/>
        </p:nvSpPr>
        <p:spPr>
          <a:xfrm>
            <a:off x="7791037" y="37989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8" name="data_5817">
            <a:extLst>
              <a:ext uri="{FF2B5EF4-FFF2-40B4-BE49-F238E27FC236}">
                <a16:creationId xmlns:a16="http://schemas.microsoft.com/office/drawing/2014/main" id="{6E82109E-259D-4F4A-BFD6-C7520567E819}"/>
              </a:ext>
            </a:extLst>
          </p:cNvPr>
          <p:cNvSpPr>
            <a:spLocks/>
          </p:cNvSpPr>
          <p:nvPr/>
        </p:nvSpPr>
        <p:spPr>
          <a:xfrm>
            <a:off x="7950318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89" name="data_5818">
            <a:extLst>
              <a:ext uri="{FF2B5EF4-FFF2-40B4-BE49-F238E27FC236}">
                <a16:creationId xmlns:a16="http://schemas.microsoft.com/office/drawing/2014/main" id="{EE98D654-DD8B-48BE-A47D-87B6A3C18EB9}"/>
              </a:ext>
            </a:extLst>
          </p:cNvPr>
          <p:cNvSpPr>
            <a:spLocks/>
          </p:cNvSpPr>
          <p:nvPr/>
        </p:nvSpPr>
        <p:spPr>
          <a:xfrm>
            <a:off x="783324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0" name="data_5819">
            <a:extLst>
              <a:ext uri="{FF2B5EF4-FFF2-40B4-BE49-F238E27FC236}">
                <a16:creationId xmlns:a16="http://schemas.microsoft.com/office/drawing/2014/main" id="{0EE09705-D706-4EDB-958F-52C16D47A26E}"/>
              </a:ext>
            </a:extLst>
          </p:cNvPr>
          <p:cNvSpPr>
            <a:spLocks/>
          </p:cNvSpPr>
          <p:nvPr/>
        </p:nvSpPr>
        <p:spPr>
          <a:xfrm>
            <a:off x="786874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1" name="data_5820">
            <a:extLst>
              <a:ext uri="{FF2B5EF4-FFF2-40B4-BE49-F238E27FC236}">
                <a16:creationId xmlns:a16="http://schemas.microsoft.com/office/drawing/2014/main" id="{77528A78-FD4E-4FB8-A256-946060F96983}"/>
              </a:ext>
            </a:extLst>
          </p:cNvPr>
          <p:cNvSpPr>
            <a:spLocks/>
          </p:cNvSpPr>
          <p:nvPr/>
        </p:nvSpPr>
        <p:spPr>
          <a:xfrm>
            <a:off x="7840001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2" name="data_5821">
            <a:extLst>
              <a:ext uri="{FF2B5EF4-FFF2-40B4-BE49-F238E27FC236}">
                <a16:creationId xmlns:a16="http://schemas.microsoft.com/office/drawing/2014/main" id="{FEB39F5A-54C8-47E0-A668-27C52986CC7A}"/>
              </a:ext>
            </a:extLst>
          </p:cNvPr>
          <p:cNvSpPr>
            <a:spLocks/>
          </p:cNvSpPr>
          <p:nvPr/>
        </p:nvSpPr>
        <p:spPr>
          <a:xfrm>
            <a:off x="781636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3" name="data_5822">
            <a:extLst>
              <a:ext uri="{FF2B5EF4-FFF2-40B4-BE49-F238E27FC236}">
                <a16:creationId xmlns:a16="http://schemas.microsoft.com/office/drawing/2014/main" id="{51FCE5B7-A044-4D83-A9B9-8449FFC24D09}"/>
              </a:ext>
            </a:extLst>
          </p:cNvPr>
          <p:cNvSpPr>
            <a:spLocks/>
          </p:cNvSpPr>
          <p:nvPr/>
        </p:nvSpPr>
        <p:spPr>
          <a:xfrm>
            <a:off x="7925466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4" name="data_5823">
            <a:extLst>
              <a:ext uri="{FF2B5EF4-FFF2-40B4-BE49-F238E27FC236}">
                <a16:creationId xmlns:a16="http://schemas.microsoft.com/office/drawing/2014/main" id="{4057327B-2536-43C6-AD7E-D108A6EA93C8}"/>
              </a:ext>
            </a:extLst>
          </p:cNvPr>
          <p:cNvSpPr>
            <a:spLocks/>
          </p:cNvSpPr>
          <p:nvPr/>
        </p:nvSpPr>
        <p:spPr>
          <a:xfrm>
            <a:off x="7964121" y="3839114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5" name="data_5824">
            <a:extLst>
              <a:ext uri="{FF2B5EF4-FFF2-40B4-BE49-F238E27FC236}">
                <a16:creationId xmlns:a16="http://schemas.microsoft.com/office/drawing/2014/main" id="{324AA169-10BE-4FED-B518-08F8D364EE44}"/>
              </a:ext>
            </a:extLst>
          </p:cNvPr>
          <p:cNvSpPr>
            <a:spLocks/>
          </p:cNvSpPr>
          <p:nvPr/>
        </p:nvSpPr>
        <p:spPr>
          <a:xfrm>
            <a:off x="7816779" y="369866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6" name="data_5825">
            <a:extLst>
              <a:ext uri="{FF2B5EF4-FFF2-40B4-BE49-F238E27FC236}">
                <a16:creationId xmlns:a16="http://schemas.microsoft.com/office/drawing/2014/main" id="{3AAE9FAE-DE97-4B93-B6E1-C28DB7B598CE}"/>
              </a:ext>
            </a:extLst>
          </p:cNvPr>
          <p:cNvSpPr>
            <a:spLocks/>
          </p:cNvSpPr>
          <p:nvPr/>
        </p:nvSpPr>
        <p:spPr>
          <a:xfrm>
            <a:off x="7852052" y="3923385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7" name="data_5826">
            <a:extLst>
              <a:ext uri="{FF2B5EF4-FFF2-40B4-BE49-F238E27FC236}">
                <a16:creationId xmlns:a16="http://schemas.microsoft.com/office/drawing/2014/main" id="{2EEBC43C-1E50-433D-A8FD-35E6B874B117}"/>
              </a:ext>
            </a:extLst>
          </p:cNvPr>
          <p:cNvSpPr>
            <a:spLocks/>
          </p:cNvSpPr>
          <p:nvPr/>
        </p:nvSpPr>
        <p:spPr>
          <a:xfrm>
            <a:off x="796617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8" name="data_5827">
            <a:extLst>
              <a:ext uri="{FF2B5EF4-FFF2-40B4-BE49-F238E27FC236}">
                <a16:creationId xmlns:a16="http://schemas.microsoft.com/office/drawing/2014/main" id="{F5E4DF5D-5FD6-43C9-BE6A-42248713306A}"/>
              </a:ext>
            </a:extLst>
          </p:cNvPr>
          <p:cNvSpPr>
            <a:spLocks/>
          </p:cNvSpPr>
          <p:nvPr/>
        </p:nvSpPr>
        <p:spPr>
          <a:xfrm>
            <a:off x="787368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499" name="data_5828">
            <a:extLst>
              <a:ext uri="{FF2B5EF4-FFF2-40B4-BE49-F238E27FC236}">
                <a16:creationId xmlns:a16="http://schemas.microsoft.com/office/drawing/2014/main" id="{3E2B3DE4-4BDF-4C8D-BABE-24750D2631CB}"/>
              </a:ext>
            </a:extLst>
          </p:cNvPr>
          <p:cNvSpPr>
            <a:spLocks/>
          </p:cNvSpPr>
          <p:nvPr/>
        </p:nvSpPr>
        <p:spPr>
          <a:xfrm>
            <a:off x="7868801" y="2534918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0" name="data_5829">
            <a:extLst>
              <a:ext uri="{FF2B5EF4-FFF2-40B4-BE49-F238E27FC236}">
                <a16:creationId xmlns:a16="http://schemas.microsoft.com/office/drawing/2014/main" id="{9CC88ACB-352D-49E6-9A25-8D2DE62512D6}"/>
              </a:ext>
            </a:extLst>
          </p:cNvPr>
          <p:cNvSpPr>
            <a:spLocks/>
          </p:cNvSpPr>
          <p:nvPr/>
        </p:nvSpPr>
        <p:spPr>
          <a:xfrm>
            <a:off x="781924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1" name="data_5830">
            <a:extLst>
              <a:ext uri="{FF2B5EF4-FFF2-40B4-BE49-F238E27FC236}">
                <a16:creationId xmlns:a16="http://schemas.microsoft.com/office/drawing/2014/main" id="{A9E11E4B-D551-4934-937D-32777CAF916D}"/>
              </a:ext>
            </a:extLst>
          </p:cNvPr>
          <p:cNvSpPr>
            <a:spLocks/>
          </p:cNvSpPr>
          <p:nvPr/>
        </p:nvSpPr>
        <p:spPr>
          <a:xfrm>
            <a:off x="8006440" y="3642482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2" name="data_5831">
            <a:extLst>
              <a:ext uri="{FF2B5EF4-FFF2-40B4-BE49-F238E27FC236}">
                <a16:creationId xmlns:a16="http://schemas.microsoft.com/office/drawing/2014/main" id="{69A53329-8D83-4B25-A0C4-0FA0355160B1}"/>
              </a:ext>
            </a:extLst>
          </p:cNvPr>
          <p:cNvSpPr>
            <a:spLocks/>
          </p:cNvSpPr>
          <p:nvPr/>
        </p:nvSpPr>
        <p:spPr>
          <a:xfrm>
            <a:off x="793835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3" name="data_5832">
            <a:extLst>
              <a:ext uri="{FF2B5EF4-FFF2-40B4-BE49-F238E27FC236}">
                <a16:creationId xmlns:a16="http://schemas.microsoft.com/office/drawing/2014/main" id="{3528C0A7-469B-4467-BC74-8D66183C88A5}"/>
              </a:ext>
            </a:extLst>
          </p:cNvPr>
          <p:cNvSpPr>
            <a:spLocks/>
          </p:cNvSpPr>
          <p:nvPr/>
        </p:nvSpPr>
        <p:spPr>
          <a:xfrm>
            <a:off x="7872986" y="351139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4" name="data_5833">
            <a:extLst>
              <a:ext uri="{FF2B5EF4-FFF2-40B4-BE49-F238E27FC236}">
                <a16:creationId xmlns:a16="http://schemas.microsoft.com/office/drawing/2014/main" id="{02D56D1A-702D-455E-A4A7-4221163BBDFC}"/>
              </a:ext>
            </a:extLst>
          </p:cNvPr>
          <p:cNvSpPr>
            <a:spLocks/>
          </p:cNvSpPr>
          <p:nvPr/>
        </p:nvSpPr>
        <p:spPr>
          <a:xfrm>
            <a:off x="7823575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5" name="data_5834">
            <a:extLst>
              <a:ext uri="{FF2B5EF4-FFF2-40B4-BE49-F238E27FC236}">
                <a16:creationId xmlns:a16="http://schemas.microsoft.com/office/drawing/2014/main" id="{A82159D5-099B-4F39-A4FD-E8675DDE33E4}"/>
              </a:ext>
            </a:extLst>
          </p:cNvPr>
          <p:cNvSpPr>
            <a:spLocks/>
          </p:cNvSpPr>
          <p:nvPr/>
        </p:nvSpPr>
        <p:spPr>
          <a:xfrm>
            <a:off x="7935314" y="2855951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6" name="data_5835">
            <a:extLst>
              <a:ext uri="{FF2B5EF4-FFF2-40B4-BE49-F238E27FC236}">
                <a16:creationId xmlns:a16="http://schemas.microsoft.com/office/drawing/2014/main" id="{C5B105D6-8769-46DF-8526-4C280B19AA6C}"/>
              </a:ext>
            </a:extLst>
          </p:cNvPr>
          <p:cNvSpPr>
            <a:spLocks/>
          </p:cNvSpPr>
          <p:nvPr/>
        </p:nvSpPr>
        <p:spPr>
          <a:xfrm>
            <a:off x="7881683" y="296831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7" name="data_5836">
            <a:extLst>
              <a:ext uri="{FF2B5EF4-FFF2-40B4-BE49-F238E27FC236}">
                <a16:creationId xmlns:a16="http://schemas.microsoft.com/office/drawing/2014/main" id="{B14B2F7A-8ED6-43D7-AD57-C183FC9C97EC}"/>
              </a:ext>
            </a:extLst>
          </p:cNvPr>
          <p:cNvSpPr>
            <a:spLocks/>
          </p:cNvSpPr>
          <p:nvPr/>
        </p:nvSpPr>
        <p:spPr>
          <a:xfrm>
            <a:off x="7876137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8" name="data_5837">
            <a:extLst>
              <a:ext uri="{FF2B5EF4-FFF2-40B4-BE49-F238E27FC236}">
                <a16:creationId xmlns:a16="http://schemas.microsoft.com/office/drawing/2014/main" id="{308EBC1F-7B0F-43DE-9843-241A1285BE08}"/>
              </a:ext>
            </a:extLst>
          </p:cNvPr>
          <p:cNvSpPr>
            <a:spLocks/>
          </p:cNvSpPr>
          <p:nvPr/>
        </p:nvSpPr>
        <p:spPr>
          <a:xfrm>
            <a:off x="7846425" y="3979566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09" name="data_5838">
            <a:extLst>
              <a:ext uri="{FF2B5EF4-FFF2-40B4-BE49-F238E27FC236}">
                <a16:creationId xmlns:a16="http://schemas.microsoft.com/office/drawing/2014/main" id="{486EB607-C316-497A-AE5D-CABE13D1B097}"/>
              </a:ext>
            </a:extLst>
          </p:cNvPr>
          <p:cNvSpPr>
            <a:spLocks/>
          </p:cNvSpPr>
          <p:nvPr/>
        </p:nvSpPr>
        <p:spPr>
          <a:xfrm>
            <a:off x="7889950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0" name="data_5839">
            <a:extLst>
              <a:ext uri="{FF2B5EF4-FFF2-40B4-BE49-F238E27FC236}">
                <a16:creationId xmlns:a16="http://schemas.microsoft.com/office/drawing/2014/main" id="{43111745-49B1-45C8-9AA9-D3DBAA38ACDA}"/>
              </a:ext>
            </a:extLst>
          </p:cNvPr>
          <p:cNvSpPr>
            <a:spLocks/>
          </p:cNvSpPr>
          <p:nvPr/>
        </p:nvSpPr>
        <p:spPr>
          <a:xfrm>
            <a:off x="786963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1" name="data_5840">
            <a:extLst>
              <a:ext uri="{FF2B5EF4-FFF2-40B4-BE49-F238E27FC236}">
                <a16:creationId xmlns:a16="http://schemas.microsoft.com/office/drawing/2014/main" id="{80E7B34C-906A-4044-9641-9A677FDDD41C}"/>
              </a:ext>
            </a:extLst>
          </p:cNvPr>
          <p:cNvSpPr>
            <a:spLocks/>
          </p:cNvSpPr>
          <p:nvPr/>
        </p:nvSpPr>
        <p:spPr>
          <a:xfrm>
            <a:off x="7887174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2" name="data_5841">
            <a:extLst>
              <a:ext uri="{FF2B5EF4-FFF2-40B4-BE49-F238E27FC236}">
                <a16:creationId xmlns:a16="http://schemas.microsoft.com/office/drawing/2014/main" id="{0CF6B881-0DE6-4229-AC3E-BD5A46ABF6D5}"/>
              </a:ext>
            </a:extLst>
          </p:cNvPr>
          <p:cNvSpPr>
            <a:spLocks/>
          </p:cNvSpPr>
          <p:nvPr/>
        </p:nvSpPr>
        <p:spPr>
          <a:xfrm>
            <a:off x="7997432" y="2294143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3" name="data_5842">
            <a:extLst>
              <a:ext uri="{FF2B5EF4-FFF2-40B4-BE49-F238E27FC236}">
                <a16:creationId xmlns:a16="http://schemas.microsoft.com/office/drawing/2014/main" id="{013B49A8-7488-40CC-A89E-B832F2B0B284}"/>
              </a:ext>
            </a:extLst>
          </p:cNvPr>
          <p:cNvSpPr>
            <a:spLocks/>
          </p:cNvSpPr>
          <p:nvPr/>
        </p:nvSpPr>
        <p:spPr>
          <a:xfrm>
            <a:off x="7806807" y="3498017"/>
            <a:ext cx="35469" cy="35469"/>
          </a:xfrm>
          <a:prstGeom prst="ellipse">
            <a:avLst/>
          </a:prstGeom>
          <a:solidFill>
            <a:srgbClr val="A1ABB3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4" name="data_5843">
            <a:extLst>
              <a:ext uri="{FF2B5EF4-FFF2-40B4-BE49-F238E27FC236}">
                <a16:creationId xmlns:a16="http://schemas.microsoft.com/office/drawing/2014/main" id="{1CC3DB73-63B9-47EA-9291-3FAE40648289}"/>
              </a:ext>
            </a:extLst>
          </p:cNvPr>
          <p:cNvSpPr>
            <a:spLocks/>
          </p:cNvSpPr>
          <p:nvPr/>
        </p:nvSpPr>
        <p:spPr>
          <a:xfrm>
            <a:off x="82962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5" name="data_5844">
            <a:extLst>
              <a:ext uri="{FF2B5EF4-FFF2-40B4-BE49-F238E27FC236}">
                <a16:creationId xmlns:a16="http://schemas.microsoft.com/office/drawing/2014/main" id="{8FD56F25-576B-461C-A48F-D407FAB328F6}"/>
              </a:ext>
            </a:extLst>
          </p:cNvPr>
          <p:cNvSpPr>
            <a:spLocks/>
          </p:cNvSpPr>
          <p:nvPr/>
        </p:nvSpPr>
        <p:spPr>
          <a:xfrm>
            <a:off x="83750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6" name="data_5845">
            <a:extLst>
              <a:ext uri="{FF2B5EF4-FFF2-40B4-BE49-F238E27FC236}">
                <a16:creationId xmlns:a16="http://schemas.microsoft.com/office/drawing/2014/main" id="{EB64F8DF-C366-4400-817E-BDC815E1EE4A}"/>
              </a:ext>
            </a:extLst>
          </p:cNvPr>
          <p:cNvSpPr>
            <a:spLocks/>
          </p:cNvSpPr>
          <p:nvPr/>
        </p:nvSpPr>
        <p:spPr>
          <a:xfrm>
            <a:off x="838006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7" name="data_5846">
            <a:extLst>
              <a:ext uri="{FF2B5EF4-FFF2-40B4-BE49-F238E27FC236}">
                <a16:creationId xmlns:a16="http://schemas.microsoft.com/office/drawing/2014/main" id="{13DBBE2E-7B76-42C1-9492-E890971C277A}"/>
              </a:ext>
            </a:extLst>
          </p:cNvPr>
          <p:cNvSpPr>
            <a:spLocks/>
          </p:cNvSpPr>
          <p:nvPr/>
        </p:nvSpPr>
        <p:spPr>
          <a:xfrm>
            <a:off x="834466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8" name="data_5847">
            <a:extLst>
              <a:ext uri="{FF2B5EF4-FFF2-40B4-BE49-F238E27FC236}">
                <a16:creationId xmlns:a16="http://schemas.microsoft.com/office/drawing/2014/main" id="{A8C1C8B2-3EDB-4635-A9C9-77766C0997CF}"/>
              </a:ext>
            </a:extLst>
          </p:cNvPr>
          <p:cNvSpPr>
            <a:spLocks/>
          </p:cNvSpPr>
          <p:nvPr/>
        </p:nvSpPr>
        <p:spPr>
          <a:xfrm>
            <a:off x="830931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19" name="data_5848">
            <a:extLst>
              <a:ext uri="{FF2B5EF4-FFF2-40B4-BE49-F238E27FC236}">
                <a16:creationId xmlns:a16="http://schemas.microsoft.com/office/drawing/2014/main" id="{A2894E0B-C915-4D22-8426-0F108535C22B}"/>
              </a:ext>
            </a:extLst>
          </p:cNvPr>
          <p:cNvSpPr>
            <a:spLocks/>
          </p:cNvSpPr>
          <p:nvPr/>
        </p:nvSpPr>
        <p:spPr>
          <a:xfrm>
            <a:off x="8357931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0" name="data_5849">
            <a:extLst>
              <a:ext uri="{FF2B5EF4-FFF2-40B4-BE49-F238E27FC236}">
                <a16:creationId xmlns:a16="http://schemas.microsoft.com/office/drawing/2014/main" id="{58699CC0-B961-4C4A-B23A-83BA3404140F}"/>
              </a:ext>
            </a:extLst>
          </p:cNvPr>
          <p:cNvSpPr>
            <a:spLocks/>
          </p:cNvSpPr>
          <p:nvPr/>
        </p:nvSpPr>
        <p:spPr>
          <a:xfrm>
            <a:off x="830553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1" name="data_5850">
            <a:extLst>
              <a:ext uri="{FF2B5EF4-FFF2-40B4-BE49-F238E27FC236}">
                <a16:creationId xmlns:a16="http://schemas.microsoft.com/office/drawing/2014/main" id="{6584E72C-A48C-4BF3-BDED-19C6BBA24EF6}"/>
              </a:ext>
            </a:extLst>
          </p:cNvPr>
          <p:cNvSpPr>
            <a:spLocks/>
          </p:cNvSpPr>
          <p:nvPr/>
        </p:nvSpPr>
        <p:spPr>
          <a:xfrm>
            <a:off x="833150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2" name="data_5851">
            <a:extLst>
              <a:ext uri="{FF2B5EF4-FFF2-40B4-BE49-F238E27FC236}">
                <a16:creationId xmlns:a16="http://schemas.microsoft.com/office/drawing/2014/main" id="{293D2736-A5E4-4894-A726-89F7A51AFB62}"/>
              </a:ext>
            </a:extLst>
          </p:cNvPr>
          <p:cNvSpPr>
            <a:spLocks/>
          </p:cNvSpPr>
          <p:nvPr/>
        </p:nvSpPr>
        <p:spPr>
          <a:xfrm>
            <a:off x="8476508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3" name="data_5852">
            <a:extLst>
              <a:ext uri="{FF2B5EF4-FFF2-40B4-BE49-F238E27FC236}">
                <a16:creationId xmlns:a16="http://schemas.microsoft.com/office/drawing/2014/main" id="{D36859CF-4BE6-4006-893C-C5CBBEF01647}"/>
              </a:ext>
            </a:extLst>
          </p:cNvPr>
          <p:cNvSpPr>
            <a:spLocks/>
          </p:cNvSpPr>
          <p:nvPr/>
        </p:nvSpPr>
        <p:spPr>
          <a:xfrm>
            <a:off x="84522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4" name="data_5853">
            <a:extLst>
              <a:ext uri="{FF2B5EF4-FFF2-40B4-BE49-F238E27FC236}">
                <a16:creationId xmlns:a16="http://schemas.microsoft.com/office/drawing/2014/main" id="{5A5122BF-9C48-433A-8335-648A52757D78}"/>
              </a:ext>
            </a:extLst>
          </p:cNvPr>
          <p:cNvSpPr>
            <a:spLocks/>
          </p:cNvSpPr>
          <p:nvPr/>
        </p:nvSpPr>
        <p:spPr>
          <a:xfrm>
            <a:off x="83929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5" name="data_5854">
            <a:extLst>
              <a:ext uri="{FF2B5EF4-FFF2-40B4-BE49-F238E27FC236}">
                <a16:creationId xmlns:a16="http://schemas.microsoft.com/office/drawing/2014/main" id="{E1C88513-15CC-49C5-9049-2F077BC579FC}"/>
              </a:ext>
            </a:extLst>
          </p:cNvPr>
          <p:cNvSpPr>
            <a:spLocks/>
          </p:cNvSpPr>
          <p:nvPr/>
        </p:nvSpPr>
        <p:spPr>
          <a:xfrm>
            <a:off x="831924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6" name="data_5855">
            <a:extLst>
              <a:ext uri="{FF2B5EF4-FFF2-40B4-BE49-F238E27FC236}">
                <a16:creationId xmlns:a16="http://schemas.microsoft.com/office/drawing/2014/main" id="{9D9E9AC8-17BA-47C4-9E5B-1824C9B4EC40}"/>
              </a:ext>
            </a:extLst>
          </p:cNvPr>
          <p:cNvSpPr>
            <a:spLocks/>
          </p:cNvSpPr>
          <p:nvPr/>
        </p:nvSpPr>
        <p:spPr>
          <a:xfrm>
            <a:off x="8285612" y="35113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7" name="data_5856">
            <a:extLst>
              <a:ext uri="{FF2B5EF4-FFF2-40B4-BE49-F238E27FC236}">
                <a16:creationId xmlns:a16="http://schemas.microsoft.com/office/drawing/2014/main" id="{2E771D65-54F4-4C31-A952-44DCF8BD49C0}"/>
              </a:ext>
            </a:extLst>
          </p:cNvPr>
          <p:cNvSpPr>
            <a:spLocks/>
          </p:cNvSpPr>
          <p:nvPr/>
        </p:nvSpPr>
        <p:spPr>
          <a:xfrm>
            <a:off x="830641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8" name="data_5857">
            <a:extLst>
              <a:ext uri="{FF2B5EF4-FFF2-40B4-BE49-F238E27FC236}">
                <a16:creationId xmlns:a16="http://schemas.microsoft.com/office/drawing/2014/main" id="{73C2AF01-FFD9-49CC-9820-D2A89AD5F898}"/>
              </a:ext>
            </a:extLst>
          </p:cNvPr>
          <p:cNvSpPr>
            <a:spLocks/>
          </p:cNvSpPr>
          <p:nvPr/>
        </p:nvSpPr>
        <p:spPr>
          <a:xfrm>
            <a:off x="832809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29" name="data_5858">
            <a:extLst>
              <a:ext uri="{FF2B5EF4-FFF2-40B4-BE49-F238E27FC236}">
                <a16:creationId xmlns:a16="http://schemas.microsoft.com/office/drawing/2014/main" id="{95DE5CA5-2C77-4F71-87D1-AD217C58ECF5}"/>
              </a:ext>
            </a:extLst>
          </p:cNvPr>
          <p:cNvSpPr>
            <a:spLocks/>
          </p:cNvSpPr>
          <p:nvPr/>
        </p:nvSpPr>
        <p:spPr>
          <a:xfrm>
            <a:off x="832139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0" name="data_5859">
            <a:extLst>
              <a:ext uri="{FF2B5EF4-FFF2-40B4-BE49-F238E27FC236}">
                <a16:creationId xmlns:a16="http://schemas.microsoft.com/office/drawing/2014/main" id="{1AA694BC-05FD-4D9B-873E-45A80ECA3349}"/>
              </a:ext>
            </a:extLst>
          </p:cNvPr>
          <p:cNvSpPr>
            <a:spLocks/>
          </p:cNvSpPr>
          <p:nvPr/>
        </p:nvSpPr>
        <p:spPr>
          <a:xfrm>
            <a:off x="8276944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1" name="data_5860">
            <a:extLst>
              <a:ext uri="{FF2B5EF4-FFF2-40B4-BE49-F238E27FC236}">
                <a16:creationId xmlns:a16="http://schemas.microsoft.com/office/drawing/2014/main" id="{5B5CEB89-FDBF-4E3B-A224-0F1F8B6C87B1}"/>
              </a:ext>
            </a:extLst>
          </p:cNvPr>
          <p:cNvSpPr>
            <a:spLocks/>
          </p:cNvSpPr>
          <p:nvPr/>
        </p:nvSpPr>
        <p:spPr>
          <a:xfrm>
            <a:off x="83872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2" name="data_5861">
            <a:extLst>
              <a:ext uri="{FF2B5EF4-FFF2-40B4-BE49-F238E27FC236}">
                <a16:creationId xmlns:a16="http://schemas.microsoft.com/office/drawing/2014/main" id="{A78E32CE-34DA-44CB-96B4-F84CD2863158}"/>
              </a:ext>
            </a:extLst>
          </p:cNvPr>
          <p:cNvSpPr>
            <a:spLocks/>
          </p:cNvSpPr>
          <p:nvPr/>
        </p:nvSpPr>
        <p:spPr>
          <a:xfrm>
            <a:off x="8450289" y="364248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3" name="data_5862">
            <a:extLst>
              <a:ext uri="{FF2B5EF4-FFF2-40B4-BE49-F238E27FC236}">
                <a16:creationId xmlns:a16="http://schemas.microsoft.com/office/drawing/2014/main" id="{9E46C689-6221-4988-9376-903A91362004}"/>
              </a:ext>
            </a:extLst>
          </p:cNvPr>
          <p:cNvSpPr>
            <a:spLocks/>
          </p:cNvSpPr>
          <p:nvPr/>
        </p:nvSpPr>
        <p:spPr>
          <a:xfrm>
            <a:off x="828692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4" name="data_5863">
            <a:extLst>
              <a:ext uri="{FF2B5EF4-FFF2-40B4-BE49-F238E27FC236}">
                <a16:creationId xmlns:a16="http://schemas.microsoft.com/office/drawing/2014/main" id="{CCB44663-0EB2-4085-96A8-DA47CC69B4A9}"/>
              </a:ext>
            </a:extLst>
          </p:cNvPr>
          <p:cNvSpPr>
            <a:spLocks/>
          </p:cNvSpPr>
          <p:nvPr/>
        </p:nvSpPr>
        <p:spPr>
          <a:xfrm>
            <a:off x="84091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5" name="data_5864">
            <a:extLst>
              <a:ext uri="{FF2B5EF4-FFF2-40B4-BE49-F238E27FC236}">
                <a16:creationId xmlns:a16="http://schemas.microsoft.com/office/drawing/2014/main" id="{B325D7E3-E2D2-43E1-95AD-50434BA2ABF0}"/>
              </a:ext>
            </a:extLst>
          </p:cNvPr>
          <p:cNvSpPr>
            <a:spLocks/>
          </p:cNvSpPr>
          <p:nvPr/>
        </p:nvSpPr>
        <p:spPr>
          <a:xfrm>
            <a:off x="842915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6" name="data_5865">
            <a:extLst>
              <a:ext uri="{FF2B5EF4-FFF2-40B4-BE49-F238E27FC236}">
                <a16:creationId xmlns:a16="http://schemas.microsoft.com/office/drawing/2014/main" id="{F1074366-5784-44C8-A97B-B947B51EF9E1}"/>
              </a:ext>
            </a:extLst>
          </p:cNvPr>
          <p:cNvSpPr>
            <a:spLocks/>
          </p:cNvSpPr>
          <p:nvPr/>
        </p:nvSpPr>
        <p:spPr>
          <a:xfrm>
            <a:off x="8336055" y="250482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7" name="data_5866">
            <a:extLst>
              <a:ext uri="{FF2B5EF4-FFF2-40B4-BE49-F238E27FC236}">
                <a16:creationId xmlns:a16="http://schemas.microsoft.com/office/drawing/2014/main" id="{399913D4-ADB4-44E8-ACFC-4A84918A035D}"/>
              </a:ext>
            </a:extLst>
          </p:cNvPr>
          <p:cNvSpPr>
            <a:spLocks/>
          </p:cNvSpPr>
          <p:nvPr/>
        </p:nvSpPr>
        <p:spPr>
          <a:xfrm>
            <a:off x="844323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8" name="data_5867">
            <a:extLst>
              <a:ext uri="{FF2B5EF4-FFF2-40B4-BE49-F238E27FC236}">
                <a16:creationId xmlns:a16="http://schemas.microsoft.com/office/drawing/2014/main" id="{FDF5E9B7-ED88-45F0-A14E-4C8DA2C0017A}"/>
              </a:ext>
            </a:extLst>
          </p:cNvPr>
          <p:cNvSpPr>
            <a:spLocks/>
          </p:cNvSpPr>
          <p:nvPr/>
        </p:nvSpPr>
        <p:spPr>
          <a:xfrm>
            <a:off x="836899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39" name="data_5868">
            <a:extLst>
              <a:ext uri="{FF2B5EF4-FFF2-40B4-BE49-F238E27FC236}">
                <a16:creationId xmlns:a16="http://schemas.microsoft.com/office/drawing/2014/main" id="{7F823516-FA7F-4F6A-A7B8-8038C54DCB05}"/>
              </a:ext>
            </a:extLst>
          </p:cNvPr>
          <p:cNvSpPr>
            <a:spLocks/>
          </p:cNvSpPr>
          <p:nvPr/>
        </p:nvSpPr>
        <p:spPr>
          <a:xfrm>
            <a:off x="8374064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0" name="data_5869">
            <a:extLst>
              <a:ext uri="{FF2B5EF4-FFF2-40B4-BE49-F238E27FC236}">
                <a16:creationId xmlns:a16="http://schemas.microsoft.com/office/drawing/2014/main" id="{99535A0C-5FB1-46D2-8C54-1456B52A9A09}"/>
              </a:ext>
            </a:extLst>
          </p:cNvPr>
          <p:cNvSpPr>
            <a:spLocks/>
          </p:cNvSpPr>
          <p:nvPr/>
        </p:nvSpPr>
        <p:spPr>
          <a:xfrm>
            <a:off x="8461252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1" name="data_5870">
            <a:extLst>
              <a:ext uri="{FF2B5EF4-FFF2-40B4-BE49-F238E27FC236}">
                <a16:creationId xmlns:a16="http://schemas.microsoft.com/office/drawing/2014/main" id="{20EADC3A-E42D-4D19-AF6D-38B596A2996C}"/>
              </a:ext>
            </a:extLst>
          </p:cNvPr>
          <p:cNvSpPr>
            <a:spLocks/>
          </p:cNvSpPr>
          <p:nvPr/>
        </p:nvSpPr>
        <p:spPr>
          <a:xfrm>
            <a:off x="843972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2" name="data_5871">
            <a:extLst>
              <a:ext uri="{FF2B5EF4-FFF2-40B4-BE49-F238E27FC236}">
                <a16:creationId xmlns:a16="http://schemas.microsoft.com/office/drawing/2014/main" id="{8933882F-291C-4589-9F90-6DB2087615C2}"/>
              </a:ext>
            </a:extLst>
          </p:cNvPr>
          <p:cNvSpPr>
            <a:spLocks/>
          </p:cNvSpPr>
          <p:nvPr/>
        </p:nvSpPr>
        <p:spPr>
          <a:xfrm>
            <a:off x="841365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3" name="data_5872">
            <a:extLst>
              <a:ext uri="{FF2B5EF4-FFF2-40B4-BE49-F238E27FC236}">
                <a16:creationId xmlns:a16="http://schemas.microsoft.com/office/drawing/2014/main" id="{76ACAB55-DDD8-4CAE-ACAC-C7BC312F66BF}"/>
              </a:ext>
            </a:extLst>
          </p:cNvPr>
          <p:cNvSpPr>
            <a:spLocks/>
          </p:cNvSpPr>
          <p:nvPr/>
        </p:nvSpPr>
        <p:spPr>
          <a:xfrm>
            <a:off x="834349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4" name="data_5873">
            <a:extLst>
              <a:ext uri="{FF2B5EF4-FFF2-40B4-BE49-F238E27FC236}">
                <a16:creationId xmlns:a16="http://schemas.microsoft.com/office/drawing/2014/main" id="{8CC50385-BBB7-4945-BA0F-1BB6F8032376}"/>
              </a:ext>
            </a:extLst>
          </p:cNvPr>
          <p:cNvSpPr>
            <a:spLocks/>
          </p:cNvSpPr>
          <p:nvPr/>
        </p:nvSpPr>
        <p:spPr>
          <a:xfrm>
            <a:off x="8427702" y="3698662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5" name="data_5874">
            <a:extLst>
              <a:ext uri="{FF2B5EF4-FFF2-40B4-BE49-F238E27FC236}">
                <a16:creationId xmlns:a16="http://schemas.microsoft.com/office/drawing/2014/main" id="{9ACA5C48-C2C1-42F1-8BEC-A268C5155EEA}"/>
              </a:ext>
            </a:extLst>
          </p:cNvPr>
          <p:cNvSpPr>
            <a:spLocks/>
          </p:cNvSpPr>
          <p:nvPr/>
        </p:nvSpPr>
        <p:spPr>
          <a:xfrm>
            <a:off x="8433280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6" name="data_5875">
            <a:extLst>
              <a:ext uri="{FF2B5EF4-FFF2-40B4-BE49-F238E27FC236}">
                <a16:creationId xmlns:a16="http://schemas.microsoft.com/office/drawing/2014/main" id="{26221292-65F3-43CE-8F3D-4F0CD9C0BA74}"/>
              </a:ext>
            </a:extLst>
          </p:cNvPr>
          <p:cNvSpPr>
            <a:spLocks/>
          </p:cNvSpPr>
          <p:nvPr/>
        </p:nvSpPr>
        <p:spPr>
          <a:xfrm>
            <a:off x="8352202" y="393943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7" name="data_5876">
            <a:extLst>
              <a:ext uri="{FF2B5EF4-FFF2-40B4-BE49-F238E27FC236}">
                <a16:creationId xmlns:a16="http://schemas.microsoft.com/office/drawing/2014/main" id="{ECB5697E-FD88-4D18-B23C-85DA7C307B22}"/>
              </a:ext>
            </a:extLst>
          </p:cNvPr>
          <p:cNvSpPr>
            <a:spLocks/>
          </p:cNvSpPr>
          <p:nvPr/>
        </p:nvSpPr>
        <p:spPr>
          <a:xfrm>
            <a:off x="827135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8" name="data_5877">
            <a:extLst>
              <a:ext uri="{FF2B5EF4-FFF2-40B4-BE49-F238E27FC236}">
                <a16:creationId xmlns:a16="http://schemas.microsoft.com/office/drawing/2014/main" id="{A0E56221-2EF0-4024-86CF-7B67FE5CEA1F}"/>
              </a:ext>
            </a:extLst>
          </p:cNvPr>
          <p:cNvSpPr>
            <a:spLocks/>
          </p:cNvSpPr>
          <p:nvPr/>
        </p:nvSpPr>
        <p:spPr>
          <a:xfrm>
            <a:off x="8326901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49" name="data_5878">
            <a:extLst>
              <a:ext uri="{FF2B5EF4-FFF2-40B4-BE49-F238E27FC236}">
                <a16:creationId xmlns:a16="http://schemas.microsoft.com/office/drawing/2014/main" id="{F19EBEB0-2AE8-4486-9E04-3919DD5B2AF5}"/>
              </a:ext>
            </a:extLst>
          </p:cNvPr>
          <p:cNvSpPr>
            <a:spLocks/>
          </p:cNvSpPr>
          <p:nvPr/>
        </p:nvSpPr>
        <p:spPr>
          <a:xfrm>
            <a:off x="829244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0" name="data_5879">
            <a:extLst>
              <a:ext uri="{FF2B5EF4-FFF2-40B4-BE49-F238E27FC236}">
                <a16:creationId xmlns:a16="http://schemas.microsoft.com/office/drawing/2014/main" id="{AD033801-E3DE-4469-85CF-47A843319229}"/>
              </a:ext>
            </a:extLst>
          </p:cNvPr>
          <p:cNvSpPr>
            <a:spLocks/>
          </p:cNvSpPr>
          <p:nvPr/>
        </p:nvSpPr>
        <p:spPr>
          <a:xfrm>
            <a:off x="832829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1" name="data_5880">
            <a:extLst>
              <a:ext uri="{FF2B5EF4-FFF2-40B4-BE49-F238E27FC236}">
                <a16:creationId xmlns:a16="http://schemas.microsoft.com/office/drawing/2014/main" id="{6613D3E1-ED87-4C87-91A8-FEA10BC7E865}"/>
              </a:ext>
            </a:extLst>
          </p:cNvPr>
          <p:cNvSpPr>
            <a:spLocks/>
          </p:cNvSpPr>
          <p:nvPr/>
        </p:nvSpPr>
        <p:spPr>
          <a:xfrm>
            <a:off x="8274903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2" name="data_5881">
            <a:extLst>
              <a:ext uri="{FF2B5EF4-FFF2-40B4-BE49-F238E27FC236}">
                <a16:creationId xmlns:a16="http://schemas.microsoft.com/office/drawing/2014/main" id="{A1C482E9-48F8-466F-BB3D-D267FCBEDD79}"/>
              </a:ext>
            </a:extLst>
          </p:cNvPr>
          <p:cNvSpPr>
            <a:spLocks/>
          </p:cNvSpPr>
          <p:nvPr/>
        </p:nvSpPr>
        <p:spPr>
          <a:xfrm>
            <a:off x="8454778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3" name="data_5882">
            <a:extLst>
              <a:ext uri="{FF2B5EF4-FFF2-40B4-BE49-F238E27FC236}">
                <a16:creationId xmlns:a16="http://schemas.microsoft.com/office/drawing/2014/main" id="{B4851BC3-8605-4968-8F48-6C34B1B20D7F}"/>
              </a:ext>
            </a:extLst>
          </p:cNvPr>
          <p:cNvSpPr>
            <a:spLocks/>
          </p:cNvSpPr>
          <p:nvPr/>
        </p:nvSpPr>
        <p:spPr>
          <a:xfrm>
            <a:off x="8412788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4" name="data_5883">
            <a:extLst>
              <a:ext uri="{FF2B5EF4-FFF2-40B4-BE49-F238E27FC236}">
                <a16:creationId xmlns:a16="http://schemas.microsoft.com/office/drawing/2014/main" id="{A8A75E68-F54A-49C5-BDBA-88AABDC51A93}"/>
              </a:ext>
            </a:extLst>
          </p:cNvPr>
          <p:cNvSpPr>
            <a:spLocks/>
          </p:cNvSpPr>
          <p:nvPr/>
        </p:nvSpPr>
        <p:spPr>
          <a:xfrm>
            <a:off x="8451587" y="257504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5" name="data_5884">
            <a:extLst>
              <a:ext uri="{FF2B5EF4-FFF2-40B4-BE49-F238E27FC236}">
                <a16:creationId xmlns:a16="http://schemas.microsoft.com/office/drawing/2014/main" id="{5088CEDE-B93F-4BB7-A539-A59E6E07E691}"/>
              </a:ext>
            </a:extLst>
          </p:cNvPr>
          <p:cNvSpPr>
            <a:spLocks/>
          </p:cNvSpPr>
          <p:nvPr/>
        </p:nvSpPr>
        <p:spPr>
          <a:xfrm>
            <a:off x="827002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6" name="data_5885">
            <a:extLst>
              <a:ext uri="{FF2B5EF4-FFF2-40B4-BE49-F238E27FC236}">
                <a16:creationId xmlns:a16="http://schemas.microsoft.com/office/drawing/2014/main" id="{AE94F31D-6010-4EAC-BF87-78D3B50AB5AF}"/>
              </a:ext>
            </a:extLst>
          </p:cNvPr>
          <p:cNvSpPr>
            <a:spLocks/>
          </p:cNvSpPr>
          <p:nvPr/>
        </p:nvSpPr>
        <p:spPr>
          <a:xfrm>
            <a:off x="843278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7" name="data_5886">
            <a:extLst>
              <a:ext uri="{FF2B5EF4-FFF2-40B4-BE49-F238E27FC236}">
                <a16:creationId xmlns:a16="http://schemas.microsoft.com/office/drawing/2014/main" id="{9CBC4CFB-0AE2-46E1-96E2-9D99CE2A4831}"/>
              </a:ext>
            </a:extLst>
          </p:cNvPr>
          <p:cNvSpPr>
            <a:spLocks/>
          </p:cNvSpPr>
          <p:nvPr/>
        </p:nvSpPr>
        <p:spPr>
          <a:xfrm>
            <a:off x="844402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8" name="data_5887">
            <a:extLst>
              <a:ext uri="{FF2B5EF4-FFF2-40B4-BE49-F238E27FC236}">
                <a16:creationId xmlns:a16="http://schemas.microsoft.com/office/drawing/2014/main" id="{93E48638-00FE-4A3C-8131-91350491C1F3}"/>
              </a:ext>
            </a:extLst>
          </p:cNvPr>
          <p:cNvSpPr>
            <a:spLocks/>
          </p:cNvSpPr>
          <p:nvPr/>
        </p:nvSpPr>
        <p:spPr>
          <a:xfrm>
            <a:off x="8265058" y="277569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59" name="data_5888">
            <a:extLst>
              <a:ext uri="{FF2B5EF4-FFF2-40B4-BE49-F238E27FC236}">
                <a16:creationId xmlns:a16="http://schemas.microsoft.com/office/drawing/2014/main" id="{849D8F84-F2E5-4D12-99DB-2C3774AD67C3}"/>
              </a:ext>
            </a:extLst>
          </p:cNvPr>
          <p:cNvSpPr>
            <a:spLocks/>
          </p:cNvSpPr>
          <p:nvPr/>
        </p:nvSpPr>
        <p:spPr>
          <a:xfrm>
            <a:off x="835460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0" name="data_5889">
            <a:extLst>
              <a:ext uri="{FF2B5EF4-FFF2-40B4-BE49-F238E27FC236}">
                <a16:creationId xmlns:a16="http://schemas.microsoft.com/office/drawing/2014/main" id="{B368612C-DA69-4CE0-AF2F-180646706EA6}"/>
              </a:ext>
            </a:extLst>
          </p:cNvPr>
          <p:cNvSpPr>
            <a:spLocks/>
          </p:cNvSpPr>
          <p:nvPr/>
        </p:nvSpPr>
        <p:spPr>
          <a:xfrm>
            <a:off x="840978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1" name="data_5890">
            <a:extLst>
              <a:ext uri="{FF2B5EF4-FFF2-40B4-BE49-F238E27FC236}">
                <a16:creationId xmlns:a16="http://schemas.microsoft.com/office/drawing/2014/main" id="{2BDCDC9A-EA8E-40EA-8A14-2943A474846B}"/>
              </a:ext>
            </a:extLst>
          </p:cNvPr>
          <p:cNvSpPr>
            <a:spLocks/>
          </p:cNvSpPr>
          <p:nvPr/>
        </p:nvSpPr>
        <p:spPr>
          <a:xfrm>
            <a:off x="8298222" y="3849918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2" name="data_5891">
            <a:extLst>
              <a:ext uri="{FF2B5EF4-FFF2-40B4-BE49-F238E27FC236}">
                <a16:creationId xmlns:a16="http://schemas.microsoft.com/office/drawing/2014/main" id="{BA440BFE-29CE-489A-801F-59E0AA4779B6}"/>
              </a:ext>
            </a:extLst>
          </p:cNvPr>
          <p:cNvSpPr>
            <a:spLocks/>
          </p:cNvSpPr>
          <p:nvPr/>
        </p:nvSpPr>
        <p:spPr>
          <a:xfrm>
            <a:off x="836873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3" name="data_5892">
            <a:extLst>
              <a:ext uri="{FF2B5EF4-FFF2-40B4-BE49-F238E27FC236}">
                <a16:creationId xmlns:a16="http://schemas.microsoft.com/office/drawing/2014/main" id="{3021C809-DD90-46EF-9F57-F7B6AD546FE4}"/>
              </a:ext>
            </a:extLst>
          </p:cNvPr>
          <p:cNvSpPr>
            <a:spLocks/>
          </p:cNvSpPr>
          <p:nvPr/>
        </p:nvSpPr>
        <p:spPr>
          <a:xfrm>
            <a:off x="844745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4" name="data_5893">
            <a:extLst>
              <a:ext uri="{FF2B5EF4-FFF2-40B4-BE49-F238E27FC236}">
                <a16:creationId xmlns:a16="http://schemas.microsoft.com/office/drawing/2014/main" id="{9BBEAEDE-AB3E-4588-BB86-D8E2B403594D}"/>
              </a:ext>
            </a:extLst>
          </p:cNvPr>
          <p:cNvSpPr>
            <a:spLocks/>
          </p:cNvSpPr>
          <p:nvPr/>
        </p:nvSpPr>
        <p:spPr>
          <a:xfrm>
            <a:off x="8344827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5" name="data_5894">
            <a:extLst>
              <a:ext uri="{FF2B5EF4-FFF2-40B4-BE49-F238E27FC236}">
                <a16:creationId xmlns:a16="http://schemas.microsoft.com/office/drawing/2014/main" id="{040E0B7A-154B-4B4C-A21D-4288ED5ED756}"/>
              </a:ext>
            </a:extLst>
          </p:cNvPr>
          <p:cNvSpPr>
            <a:spLocks/>
          </p:cNvSpPr>
          <p:nvPr/>
        </p:nvSpPr>
        <p:spPr>
          <a:xfrm>
            <a:off x="8280145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6" name="data_5895">
            <a:extLst>
              <a:ext uri="{FF2B5EF4-FFF2-40B4-BE49-F238E27FC236}">
                <a16:creationId xmlns:a16="http://schemas.microsoft.com/office/drawing/2014/main" id="{AE0A4926-D8C8-47A9-9A8B-8EE406AD7765}"/>
              </a:ext>
            </a:extLst>
          </p:cNvPr>
          <p:cNvSpPr>
            <a:spLocks/>
          </p:cNvSpPr>
          <p:nvPr/>
        </p:nvSpPr>
        <p:spPr>
          <a:xfrm>
            <a:off x="8436083" y="3558210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7" name="data_5896">
            <a:extLst>
              <a:ext uri="{FF2B5EF4-FFF2-40B4-BE49-F238E27FC236}">
                <a16:creationId xmlns:a16="http://schemas.microsoft.com/office/drawing/2014/main" id="{7A81F47A-FAE7-422E-96DF-82ED55C8157A}"/>
              </a:ext>
            </a:extLst>
          </p:cNvPr>
          <p:cNvSpPr>
            <a:spLocks/>
          </p:cNvSpPr>
          <p:nvPr/>
        </p:nvSpPr>
        <p:spPr>
          <a:xfrm>
            <a:off x="8307860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8" name="data_5897">
            <a:extLst>
              <a:ext uri="{FF2B5EF4-FFF2-40B4-BE49-F238E27FC236}">
                <a16:creationId xmlns:a16="http://schemas.microsoft.com/office/drawing/2014/main" id="{48402370-245B-4B8A-AE25-8A8730829507}"/>
              </a:ext>
            </a:extLst>
          </p:cNvPr>
          <p:cNvSpPr>
            <a:spLocks/>
          </p:cNvSpPr>
          <p:nvPr/>
        </p:nvSpPr>
        <p:spPr>
          <a:xfrm>
            <a:off x="8349053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69" name="data_5898">
            <a:extLst>
              <a:ext uri="{FF2B5EF4-FFF2-40B4-BE49-F238E27FC236}">
                <a16:creationId xmlns:a16="http://schemas.microsoft.com/office/drawing/2014/main" id="{377288BA-C123-4948-B089-3D6C3D4386AE}"/>
              </a:ext>
            </a:extLst>
          </p:cNvPr>
          <p:cNvSpPr>
            <a:spLocks/>
          </p:cNvSpPr>
          <p:nvPr/>
        </p:nvSpPr>
        <p:spPr>
          <a:xfrm>
            <a:off x="837137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0" name="data_5899">
            <a:extLst>
              <a:ext uri="{FF2B5EF4-FFF2-40B4-BE49-F238E27FC236}">
                <a16:creationId xmlns:a16="http://schemas.microsoft.com/office/drawing/2014/main" id="{757A36B1-A8F8-4779-A95A-17EA0BD14816}"/>
              </a:ext>
            </a:extLst>
          </p:cNvPr>
          <p:cNvSpPr>
            <a:spLocks/>
          </p:cNvSpPr>
          <p:nvPr/>
        </p:nvSpPr>
        <p:spPr>
          <a:xfrm>
            <a:off x="8255924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1" name="data_5900">
            <a:extLst>
              <a:ext uri="{FF2B5EF4-FFF2-40B4-BE49-F238E27FC236}">
                <a16:creationId xmlns:a16="http://schemas.microsoft.com/office/drawing/2014/main" id="{014FF296-2D6D-40AF-B5A4-4920BE03F164}"/>
              </a:ext>
            </a:extLst>
          </p:cNvPr>
          <p:cNvSpPr>
            <a:spLocks/>
          </p:cNvSpPr>
          <p:nvPr/>
        </p:nvSpPr>
        <p:spPr>
          <a:xfrm>
            <a:off x="8440796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2" name="data_5901">
            <a:extLst>
              <a:ext uri="{FF2B5EF4-FFF2-40B4-BE49-F238E27FC236}">
                <a16:creationId xmlns:a16="http://schemas.microsoft.com/office/drawing/2014/main" id="{B7FE90F3-5F0B-401F-8B05-85DC16B35750}"/>
              </a:ext>
            </a:extLst>
          </p:cNvPr>
          <p:cNvSpPr>
            <a:spLocks/>
          </p:cNvSpPr>
          <p:nvPr/>
        </p:nvSpPr>
        <p:spPr>
          <a:xfrm>
            <a:off x="846387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3" name="data_5902">
            <a:extLst>
              <a:ext uri="{FF2B5EF4-FFF2-40B4-BE49-F238E27FC236}">
                <a16:creationId xmlns:a16="http://schemas.microsoft.com/office/drawing/2014/main" id="{9DEE3340-CC35-4252-8D4C-463A5FCB5546}"/>
              </a:ext>
            </a:extLst>
          </p:cNvPr>
          <p:cNvSpPr>
            <a:spLocks/>
          </p:cNvSpPr>
          <p:nvPr/>
        </p:nvSpPr>
        <p:spPr>
          <a:xfrm>
            <a:off x="83178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4" name="data_5903">
            <a:extLst>
              <a:ext uri="{FF2B5EF4-FFF2-40B4-BE49-F238E27FC236}">
                <a16:creationId xmlns:a16="http://schemas.microsoft.com/office/drawing/2014/main" id="{D30958E4-997B-4A89-8C22-8C994FCC588E}"/>
              </a:ext>
            </a:extLst>
          </p:cNvPr>
          <p:cNvSpPr>
            <a:spLocks/>
          </p:cNvSpPr>
          <p:nvPr/>
        </p:nvSpPr>
        <p:spPr>
          <a:xfrm>
            <a:off x="8396687" y="271549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5" name="data_5904">
            <a:extLst>
              <a:ext uri="{FF2B5EF4-FFF2-40B4-BE49-F238E27FC236}">
                <a16:creationId xmlns:a16="http://schemas.microsoft.com/office/drawing/2014/main" id="{935BD6CD-2B8C-4B2B-B804-5448F651F85A}"/>
              </a:ext>
            </a:extLst>
          </p:cNvPr>
          <p:cNvSpPr>
            <a:spLocks/>
          </p:cNvSpPr>
          <p:nvPr/>
        </p:nvSpPr>
        <p:spPr>
          <a:xfrm>
            <a:off x="833008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6" name="data_5905">
            <a:extLst>
              <a:ext uri="{FF2B5EF4-FFF2-40B4-BE49-F238E27FC236}">
                <a16:creationId xmlns:a16="http://schemas.microsoft.com/office/drawing/2014/main" id="{F2CF4DC9-6EFA-4488-8D44-4354E7050F0F}"/>
              </a:ext>
            </a:extLst>
          </p:cNvPr>
          <p:cNvSpPr>
            <a:spLocks/>
          </p:cNvSpPr>
          <p:nvPr/>
        </p:nvSpPr>
        <p:spPr>
          <a:xfrm>
            <a:off x="835289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7" name="data_5906">
            <a:extLst>
              <a:ext uri="{FF2B5EF4-FFF2-40B4-BE49-F238E27FC236}">
                <a16:creationId xmlns:a16="http://schemas.microsoft.com/office/drawing/2014/main" id="{1E17932F-16DC-4B40-B167-F5C2CEB39F2D}"/>
              </a:ext>
            </a:extLst>
          </p:cNvPr>
          <p:cNvSpPr>
            <a:spLocks/>
          </p:cNvSpPr>
          <p:nvPr/>
        </p:nvSpPr>
        <p:spPr>
          <a:xfrm>
            <a:off x="8466447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8" name="data_5907">
            <a:extLst>
              <a:ext uri="{FF2B5EF4-FFF2-40B4-BE49-F238E27FC236}">
                <a16:creationId xmlns:a16="http://schemas.microsoft.com/office/drawing/2014/main" id="{16E96BFE-A8AF-459A-BA33-89A9E0BAF93C}"/>
              </a:ext>
            </a:extLst>
          </p:cNvPr>
          <p:cNvSpPr>
            <a:spLocks/>
          </p:cNvSpPr>
          <p:nvPr/>
        </p:nvSpPr>
        <p:spPr>
          <a:xfrm>
            <a:off x="836444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79" name="data_5908">
            <a:extLst>
              <a:ext uri="{FF2B5EF4-FFF2-40B4-BE49-F238E27FC236}">
                <a16:creationId xmlns:a16="http://schemas.microsoft.com/office/drawing/2014/main" id="{D98597BA-A4E3-45BB-AB31-02DCE736F5FC}"/>
              </a:ext>
            </a:extLst>
          </p:cNvPr>
          <p:cNvSpPr>
            <a:spLocks/>
          </p:cNvSpPr>
          <p:nvPr/>
        </p:nvSpPr>
        <p:spPr>
          <a:xfrm>
            <a:off x="846339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0" name="data_5909">
            <a:extLst>
              <a:ext uri="{FF2B5EF4-FFF2-40B4-BE49-F238E27FC236}">
                <a16:creationId xmlns:a16="http://schemas.microsoft.com/office/drawing/2014/main" id="{37C1E264-8439-48C9-8286-05C07B927679}"/>
              </a:ext>
            </a:extLst>
          </p:cNvPr>
          <p:cNvSpPr>
            <a:spLocks/>
          </p:cNvSpPr>
          <p:nvPr/>
        </p:nvSpPr>
        <p:spPr>
          <a:xfrm>
            <a:off x="835035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1" name="data_5910">
            <a:extLst>
              <a:ext uri="{FF2B5EF4-FFF2-40B4-BE49-F238E27FC236}">
                <a16:creationId xmlns:a16="http://schemas.microsoft.com/office/drawing/2014/main" id="{17B87557-194A-4181-8D00-3841875B512C}"/>
              </a:ext>
            </a:extLst>
          </p:cNvPr>
          <p:cNvSpPr>
            <a:spLocks/>
          </p:cNvSpPr>
          <p:nvPr/>
        </p:nvSpPr>
        <p:spPr>
          <a:xfrm>
            <a:off x="842514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2" name="data_5911">
            <a:extLst>
              <a:ext uri="{FF2B5EF4-FFF2-40B4-BE49-F238E27FC236}">
                <a16:creationId xmlns:a16="http://schemas.microsoft.com/office/drawing/2014/main" id="{48095DFC-5462-4F13-8390-B92A338217B8}"/>
              </a:ext>
            </a:extLst>
          </p:cNvPr>
          <p:cNvSpPr>
            <a:spLocks/>
          </p:cNvSpPr>
          <p:nvPr/>
        </p:nvSpPr>
        <p:spPr>
          <a:xfrm>
            <a:off x="839468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3" name="data_5912">
            <a:extLst>
              <a:ext uri="{FF2B5EF4-FFF2-40B4-BE49-F238E27FC236}">
                <a16:creationId xmlns:a16="http://schemas.microsoft.com/office/drawing/2014/main" id="{A4F91FD8-9FA1-4256-83AD-D3B0A6E9074F}"/>
              </a:ext>
            </a:extLst>
          </p:cNvPr>
          <p:cNvSpPr>
            <a:spLocks/>
          </p:cNvSpPr>
          <p:nvPr/>
        </p:nvSpPr>
        <p:spPr>
          <a:xfrm>
            <a:off x="8385809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4" name="data_5913">
            <a:extLst>
              <a:ext uri="{FF2B5EF4-FFF2-40B4-BE49-F238E27FC236}">
                <a16:creationId xmlns:a16="http://schemas.microsoft.com/office/drawing/2014/main" id="{18B4E8D0-6351-4689-AF7B-7205BD3C0863}"/>
              </a:ext>
            </a:extLst>
          </p:cNvPr>
          <p:cNvSpPr>
            <a:spLocks/>
          </p:cNvSpPr>
          <p:nvPr/>
        </p:nvSpPr>
        <p:spPr>
          <a:xfrm>
            <a:off x="826360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5" name="data_5914">
            <a:extLst>
              <a:ext uri="{FF2B5EF4-FFF2-40B4-BE49-F238E27FC236}">
                <a16:creationId xmlns:a16="http://schemas.microsoft.com/office/drawing/2014/main" id="{C0F18F60-3656-41F9-B56F-8CB83258BEEF}"/>
              </a:ext>
            </a:extLst>
          </p:cNvPr>
          <p:cNvSpPr>
            <a:spLocks/>
          </p:cNvSpPr>
          <p:nvPr/>
        </p:nvSpPr>
        <p:spPr>
          <a:xfrm>
            <a:off x="830325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6" name="data_5915">
            <a:extLst>
              <a:ext uri="{FF2B5EF4-FFF2-40B4-BE49-F238E27FC236}">
                <a16:creationId xmlns:a16="http://schemas.microsoft.com/office/drawing/2014/main" id="{804D23C3-7EC3-4B5C-B89D-22C132403A26}"/>
              </a:ext>
            </a:extLst>
          </p:cNvPr>
          <p:cNvSpPr>
            <a:spLocks/>
          </p:cNvSpPr>
          <p:nvPr/>
        </p:nvSpPr>
        <p:spPr>
          <a:xfrm>
            <a:off x="8474598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7" name="data_5916">
            <a:extLst>
              <a:ext uri="{FF2B5EF4-FFF2-40B4-BE49-F238E27FC236}">
                <a16:creationId xmlns:a16="http://schemas.microsoft.com/office/drawing/2014/main" id="{F8B2AD0D-41AB-4AA7-881B-3EFA4904467F}"/>
              </a:ext>
            </a:extLst>
          </p:cNvPr>
          <p:cNvSpPr>
            <a:spLocks/>
          </p:cNvSpPr>
          <p:nvPr/>
        </p:nvSpPr>
        <p:spPr>
          <a:xfrm>
            <a:off x="84205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8" name="data_5917">
            <a:extLst>
              <a:ext uri="{FF2B5EF4-FFF2-40B4-BE49-F238E27FC236}">
                <a16:creationId xmlns:a16="http://schemas.microsoft.com/office/drawing/2014/main" id="{53DA75F5-3391-4790-A7F9-C9A3F0C1972A}"/>
              </a:ext>
            </a:extLst>
          </p:cNvPr>
          <p:cNvSpPr>
            <a:spLocks/>
          </p:cNvSpPr>
          <p:nvPr/>
        </p:nvSpPr>
        <p:spPr>
          <a:xfrm>
            <a:off x="8415241" y="3417759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89" name="data_5918">
            <a:extLst>
              <a:ext uri="{FF2B5EF4-FFF2-40B4-BE49-F238E27FC236}">
                <a16:creationId xmlns:a16="http://schemas.microsoft.com/office/drawing/2014/main" id="{D5C023AC-C431-44DC-B799-6BADF8F32993}"/>
              </a:ext>
            </a:extLst>
          </p:cNvPr>
          <p:cNvSpPr>
            <a:spLocks/>
          </p:cNvSpPr>
          <p:nvPr/>
        </p:nvSpPr>
        <p:spPr>
          <a:xfrm>
            <a:off x="831127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0" name="data_5919">
            <a:extLst>
              <a:ext uri="{FF2B5EF4-FFF2-40B4-BE49-F238E27FC236}">
                <a16:creationId xmlns:a16="http://schemas.microsoft.com/office/drawing/2014/main" id="{79E88612-08AD-470E-9B99-5700D472D657}"/>
              </a:ext>
            </a:extLst>
          </p:cNvPr>
          <p:cNvSpPr>
            <a:spLocks/>
          </p:cNvSpPr>
          <p:nvPr/>
        </p:nvSpPr>
        <p:spPr>
          <a:xfrm>
            <a:off x="8401844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1" name="data_5920">
            <a:extLst>
              <a:ext uri="{FF2B5EF4-FFF2-40B4-BE49-F238E27FC236}">
                <a16:creationId xmlns:a16="http://schemas.microsoft.com/office/drawing/2014/main" id="{853B3973-DD3E-4D11-89AC-E22054E9C5B9}"/>
              </a:ext>
            </a:extLst>
          </p:cNvPr>
          <p:cNvSpPr>
            <a:spLocks/>
          </p:cNvSpPr>
          <p:nvPr/>
        </p:nvSpPr>
        <p:spPr>
          <a:xfrm>
            <a:off x="8340255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2" name="data_5921">
            <a:extLst>
              <a:ext uri="{FF2B5EF4-FFF2-40B4-BE49-F238E27FC236}">
                <a16:creationId xmlns:a16="http://schemas.microsoft.com/office/drawing/2014/main" id="{15DF352D-181D-4F2A-B6BD-5D784828954E}"/>
              </a:ext>
            </a:extLst>
          </p:cNvPr>
          <p:cNvSpPr>
            <a:spLocks/>
          </p:cNvSpPr>
          <p:nvPr/>
        </p:nvSpPr>
        <p:spPr>
          <a:xfrm>
            <a:off x="8262569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3" name="data_5922">
            <a:extLst>
              <a:ext uri="{FF2B5EF4-FFF2-40B4-BE49-F238E27FC236}">
                <a16:creationId xmlns:a16="http://schemas.microsoft.com/office/drawing/2014/main" id="{45E669DD-C9E8-4ECC-9B0D-A50B4E353B9B}"/>
              </a:ext>
            </a:extLst>
          </p:cNvPr>
          <p:cNvSpPr>
            <a:spLocks/>
          </p:cNvSpPr>
          <p:nvPr/>
        </p:nvSpPr>
        <p:spPr>
          <a:xfrm>
            <a:off x="8285802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4" name="data_5923">
            <a:extLst>
              <a:ext uri="{FF2B5EF4-FFF2-40B4-BE49-F238E27FC236}">
                <a16:creationId xmlns:a16="http://schemas.microsoft.com/office/drawing/2014/main" id="{A50889CC-ACBE-4895-8D66-4A0094C19CA7}"/>
              </a:ext>
            </a:extLst>
          </p:cNvPr>
          <p:cNvSpPr>
            <a:spLocks/>
          </p:cNvSpPr>
          <p:nvPr/>
        </p:nvSpPr>
        <p:spPr>
          <a:xfrm>
            <a:off x="842390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5" name="data_5924">
            <a:extLst>
              <a:ext uri="{FF2B5EF4-FFF2-40B4-BE49-F238E27FC236}">
                <a16:creationId xmlns:a16="http://schemas.microsoft.com/office/drawing/2014/main" id="{80AD51B1-67F1-45ED-BE49-CA9C7C7C5396}"/>
              </a:ext>
            </a:extLst>
          </p:cNvPr>
          <p:cNvSpPr>
            <a:spLocks/>
          </p:cNvSpPr>
          <p:nvPr/>
        </p:nvSpPr>
        <p:spPr>
          <a:xfrm>
            <a:off x="845520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6" name="data_5925">
            <a:extLst>
              <a:ext uri="{FF2B5EF4-FFF2-40B4-BE49-F238E27FC236}">
                <a16:creationId xmlns:a16="http://schemas.microsoft.com/office/drawing/2014/main" id="{7968E16F-916F-4479-AF89-1E3456D04C10}"/>
              </a:ext>
            </a:extLst>
          </p:cNvPr>
          <p:cNvSpPr>
            <a:spLocks/>
          </p:cNvSpPr>
          <p:nvPr/>
        </p:nvSpPr>
        <p:spPr>
          <a:xfrm>
            <a:off x="8365725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7" name="data_5926">
            <a:extLst>
              <a:ext uri="{FF2B5EF4-FFF2-40B4-BE49-F238E27FC236}">
                <a16:creationId xmlns:a16="http://schemas.microsoft.com/office/drawing/2014/main" id="{D1032EFF-73C9-4D6C-8352-C03DF3E6D283}"/>
              </a:ext>
            </a:extLst>
          </p:cNvPr>
          <p:cNvSpPr>
            <a:spLocks/>
          </p:cNvSpPr>
          <p:nvPr/>
        </p:nvSpPr>
        <p:spPr>
          <a:xfrm>
            <a:off x="8388108" y="3792297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8" name="data_5927">
            <a:extLst>
              <a:ext uri="{FF2B5EF4-FFF2-40B4-BE49-F238E27FC236}">
                <a16:creationId xmlns:a16="http://schemas.microsoft.com/office/drawing/2014/main" id="{7D542E73-7651-44EF-BDA3-F295A2AD9771}"/>
              </a:ext>
            </a:extLst>
          </p:cNvPr>
          <p:cNvSpPr>
            <a:spLocks/>
          </p:cNvSpPr>
          <p:nvPr/>
        </p:nvSpPr>
        <p:spPr>
          <a:xfrm>
            <a:off x="832915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599" name="data_5928">
            <a:extLst>
              <a:ext uri="{FF2B5EF4-FFF2-40B4-BE49-F238E27FC236}">
                <a16:creationId xmlns:a16="http://schemas.microsoft.com/office/drawing/2014/main" id="{41841271-1F58-4EC9-A639-E570FD0CF9A6}"/>
              </a:ext>
            </a:extLst>
          </p:cNvPr>
          <p:cNvSpPr>
            <a:spLocks/>
          </p:cNvSpPr>
          <p:nvPr/>
        </p:nvSpPr>
        <p:spPr>
          <a:xfrm>
            <a:off x="8279918" y="2855951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0" name="data_5929">
            <a:extLst>
              <a:ext uri="{FF2B5EF4-FFF2-40B4-BE49-F238E27FC236}">
                <a16:creationId xmlns:a16="http://schemas.microsoft.com/office/drawing/2014/main" id="{11E40BAA-5370-4F48-91C7-E454EF7397E6}"/>
              </a:ext>
            </a:extLst>
          </p:cNvPr>
          <p:cNvSpPr>
            <a:spLocks/>
          </p:cNvSpPr>
          <p:nvPr/>
        </p:nvSpPr>
        <p:spPr>
          <a:xfrm>
            <a:off x="8302838" y="296831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1" name="data_5930">
            <a:extLst>
              <a:ext uri="{FF2B5EF4-FFF2-40B4-BE49-F238E27FC236}">
                <a16:creationId xmlns:a16="http://schemas.microsoft.com/office/drawing/2014/main" id="{82229347-994B-4CFE-9B2C-DADBA5D2D60C}"/>
              </a:ext>
            </a:extLst>
          </p:cNvPr>
          <p:cNvSpPr>
            <a:spLocks/>
          </p:cNvSpPr>
          <p:nvPr/>
        </p:nvSpPr>
        <p:spPr>
          <a:xfrm>
            <a:off x="8274082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2" name="data_5931">
            <a:extLst>
              <a:ext uri="{FF2B5EF4-FFF2-40B4-BE49-F238E27FC236}">
                <a16:creationId xmlns:a16="http://schemas.microsoft.com/office/drawing/2014/main" id="{1ABF590D-06E5-4154-B5DB-DB3130AAF3D3}"/>
              </a:ext>
            </a:extLst>
          </p:cNvPr>
          <p:cNvSpPr>
            <a:spLocks/>
          </p:cNvSpPr>
          <p:nvPr/>
        </p:nvSpPr>
        <p:spPr>
          <a:xfrm>
            <a:off x="8318140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3" name="data_5932">
            <a:extLst>
              <a:ext uri="{FF2B5EF4-FFF2-40B4-BE49-F238E27FC236}">
                <a16:creationId xmlns:a16="http://schemas.microsoft.com/office/drawing/2014/main" id="{816D25B8-BC99-4558-B837-5CF6939CF498}"/>
              </a:ext>
            </a:extLst>
          </p:cNvPr>
          <p:cNvSpPr>
            <a:spLocks/>
          </p:cNvSpPr>
          <p:nvPr/>
        </p:nvSpPr>
        <p:spPr>
          <a:xfrm>
            <a:off x="8297291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4" name="data_5933">
            <a:extLst>
              <a:ext uri="{FF2B5EF4-FFF2-40B4-BE49-F238E27FC236}">
                <a16:creationId xmlns:a16="http://schemas.microsoft.com/office/drawing/2014/main" id="{86B97F4C-BC61-4203-9105-20C94624C127}"/>
              </a:ext>
            </a:extLst>
          </p:cNvPr>
          <p:cNvSpPr>
            <a:spLocks/>
          </p:cNvSpPr>
          <p:nvPr/>
        </p:nvSpPr>
        <p:spPr>
          <a:xfrm>
            <a:off x="8337817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5" name="data_5934">
            <a:extLst>
              <a:ext uri="{FF2B5EF4-FFF2-40B4-BE49-F238E27FC236}">
                <a16:creationId xmlns:a16="http://schemas.microsoft.com/office/drawing/2014/main" id="{ACB477F1-F92F-420E-8AC0-BDC31EB3656A}"/>
              </a:ext>
            </a:extLst>
          </p:cNvPr>
          <p:cNvSpPr>
            <a:spLocks/>
          </p:cNvSpPr>
          <p:nvPr/>
        </p:nvSpPr>
        <p:spPr>
          <a:xfrm>
            <a:off x="8420855" y="3136855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6" name="data_5935">
            <a:extLst>
              <a:ext uri="{FF2B5EF4-FFF2-40B4-BE49-F238E27FC236}">
                <a16:creationId xmlns:a16="http://schemas.microsoft.com/office/drawing/2014/main" id="{B32BB41C-51EB-4889-9396-CF5C16CFA404}"/>
              </a:ext>
            </a:extLst>
          </p:cNvPr>
          <p:cNvSpPr>
            <a:spLocks/>
          </p:cNvSpPr>
          <p:nvPr/>
        </p:nvSpPr>
        <p:spPr>
          <a:xfrm>
            <a:off x="8337893" y="2294143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7" name="data_5936">
            <a:extLst>
              <a:ext uri="{FF2B5EF4-FFF2-40B4-BE49-F238E27FC236}">
                <a16:creationId xmlns:a16="http://schemas.microsoft.com/office/drawing/2014/main" id="{C79E2EDC-62AB-4FF2-94E6-F16787418D45}"/>
              </a:ext>
            </a:extLst>
          </p:cNvPr>
          <p:cNvSpPr>
            <a:spLocks/>
          </p:cNvSpPr>
          <p:nvPr/>
        </p:nvSpPr>
        <p:spPr>
          <a:xfrm>
            <a:off x="8437813" y="3979566"/>
            <a:ext cx="35469" cy="35469"/>
          </a:xfrm>
          <a:prstGeom prst="ellipse">
            <a:avLst/>
          </a:prstGeom>
          <a:solidFill>
            <a:srgbClr val="5B72B7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8" name="data_5937">
            <a:extLst>
              <a:ext uri="{FF2B5EF4-FFF2-40B4-BE49-F238E27FC236}">
                <a16:creationId xmlns:a16="http://schemas.microsoft.com/office/drawing/2014/main" id="{06E69F27-DA57-479D-95A6-D054334BADC2}"/>
              </a:ext>
            </a:extLst>
          </p:cNvPr>
          <p:cNvSpPr>
            <a:spLocks/>
          </p:cNvSpPr>
          <p:nvPr/>
        </p:nvSpPr>
        <p:spPr>
          <a:xfrm>
            <a:off x="877454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09" name="data_5938">
            <a:extLst>
              <a:ext uri="{FF2B5EF4-FFF2-40B4-BE49-F238E27FC236}">
                <a16:creationId xmlns:a16="http://schemas.microsoft.com/office/drawing/2014/main" id="{413FF918-B397-403C-89E4-5EB25E8C8F12}"/>
              </a:ext>
            </a:extLst>
          </p:cNvPr>
          <p:cNvSpPr>
            <a:spLocks/>
          </p:cNvSpPr>
          <p:nvPr/>
        </p:nvSpPr>
        <p:spPr>
          <a:xfrm>
            <a:off x="872129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0" name="data_5939">
            <a:extLst>
              <a:ext uri="{FF2B5EF4-FFF2-40B4-BE49-F238E27FC236}">
                <a16:creationId xmlns:a16="http://schemas.microsoft.com/office/drawing/2014/main" id="{356B9D68-CA7F-49DB-A9F9-6F1A97B950E3}"/>
              </a:ext>
            </a:extLst>
          </p:cNvPr>
          <p:cNvSpPr>
            <a:spLocks/>
          </p:cNvSpPr>
          <p:nvPr/>
        </p:nvSpPr>
        <p:spPr>
          <a:xfrm>
            <a:off x="877765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1" name="data_5940">
            <a:extLst>
              <a:ext uri="{FF2B5EF4-FFF2-40B4-BE49-F238E27FC236}">
                <a16:creationId xmlns:a16="http://schemas.microsoft.com/office/drawing/2014/main" id="{9A7A7102-0458-4FD9-8FD2-0A0345321434}"/>
              </a:ext>
            </a:extLst>
          </p:cNvPr>
          <p:cNvSpPr>
            <a:spLocks/>
          </p:cNvSpPr>
          <p:nvPr/>
        </p:nvSpPr>
        <p:spPr>
          <a:xfrm>
            <a:off x="875119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2" name="data_5941">
            <a:extLst>
              <a:ext uri="{FF2B5EF4-FFF2-40B4-BE49-F238E27FC236}">
                <a16:creationId xmlns:a16="http://schemas.microsoft.com/office/drawing/2014/main" id="{7812E936-B0A1-491F-832D-E89DAFBD18F3}"/>
              </a:ext>
            </a:extLst>
          </p:cNvPr>
          <p:cNvSpPr>
            <a:spLocks/>
          </p:cNvSpPr>
          <p:nvPr/>
        </p:nvSpPr>
        <p:spPr>
          <a:xfrm>
            <a:off x="878419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3" name="data_5942">
            <a:extLst>
              <a:ext uri="{FF2B5EF4-FFF2-40B4-BE49-F238E27FC236}">
                <a16:creationId xmlns:a16="http://schemas.microsoft.com/office/drawing/2014/main" id="{D80A097C-2B21-47B5-8F56-448C444061D3}"/>
              </a:ext>
            </a:extLst>
          </p:cNvPr>
          <p:cNvSpPr>
            <a:spLocks/>
          </p:cNvSpPr>
          <p:nvPr/>
        </p:nvSpPr>
        <p:spPr>
          <a:xfrm>
            <a:off x="8888853" y="2631228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4" name="data_5943">
            <a:extLst>
              <a:ext uri="{FF2B5EF4-FFF2-40B4-BE49-F238E27FC236}">
                <a16:creationId xmlns:a16="http://schemas.microsoft.com/office/drawing/2014/main" id="{3FE57D50-9927-4CC9-A5E7-FD4C95E1818F}"/>
              </a:ext>
            </a:extLst>
          </p:cNvPr>
          <p:cNvSpPr>
            <a:spLocks/>
          </p:cNvSpPr>
          <p:nvPr/>
        </p:nvSpPr>
        <p:spPr>
          <a:xfrm>
            <a:off x="883015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5" name="data_5944">
            <a:extLst>
              <a:ext uri="{FF2B5EF4-FFF2-40B4-BE49-F238E27FC236}">
                <a16:creationId xmlns:a16="http://schemas.microsoft.com/office/drawing/2014/main" id="{C6245DF7-611D-4C8C-B45E-179BBBB75586}"/>
              </a:ext>
            </a:extLst>
          </p:cNvPr>
          <p:cNvSpPr>
            <a:spLocks/>
          </p:cNvSpPr>
          <p:nvPr/>
        </p:nvSpPr>
        <p:spPr>
          <a:xfrm>
            <a:off x="87258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6" name="data_5945">
            <a:extLst>
              <a:ext uri="{FF2B5EF4-FFF2-40B4-BE49-F238E27FC236}">
                <a16:creationId xmlns:a16="http://schemas.microsoft.com/office/drawing/2014/main" id="{B8C6523A-1E03-49CD-87C7-C357F615D0D8}"/>
              </a:ext>
            </a:extLst>
          </p:cNvPr>
          <p:cNvSpPr>
            <a:spLocks/>
          </p:cNvSpPr>
          <p:nvPr/>
        </p:nvSpPr>
        <p:spPr>
          <a:xfrm>
            <a:off x="882104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7" name="data_5946">
            <a:extLst>
              <a:ext uri="{FF2B5EF4-FFF2-40B4-BE49-F238E27FC236}">
                <a16:creationId xmlns:a16="http://schemas.microsoft.com/office/drawing/2014/main" id="{F2107CAE-D18C-49B5-AA2B-25F5AB41F433}"/>
              </a:ext>
            </a:extLst>
          </p:cNvPr>
          <p:cNvSpPr>
            <a:spLocks/>
          </p:cNvSpPr>
          <p:nvPr/>
        </p:nvSpPr>
        <p:spPr>
          <a:xfrm>
            <a:off x="874555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8" name="data_5947">
            <a:extLst>
              <a:ext uri="{FF2B5EF4-FFF2-40B4-BE49-F238E27FC236}">
                <a16:creationId xmlns:a16="http://schemas.microsoft.com/office/drawing/2014/main" id="{4C339081-6AAA-41DB-B34A-C0E1F99EE336}"/>
              </a:ext>
            </a:extLst>
          </p:cNvPr>
          <p:cNvSpPr>
            <a:spLocks/>
          </p:cNvSpPr>
          <p:nvPr/>
        </p:nvSpPr>
        <p:spPr>
          <a:xfrm>
            <a:off x="878615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19" name="data_5948">
            <a:extLst>
              <a:ext uri="{FF2B5EF4-FFF2-40B4-BE49-F238E27FC236}">
                <a16:creationId xmlns:a16="http://schemas.microsoft.com/office/drawing/2014/main" id="{397767C7-C95D-4273-AEC1-D866E506BDB3}"/>
              </a:ext>
            </a:extLst>
          </p:cNvPr>
          <p:cNvSpPr>
            <a:spLocks/>
          </p:cNvSpPr>
          <p:nvPr/>
        </p:nvSpPr>
        <p:spPr>
          <a:xfrm>
            <a:off x="87394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0" name="data_5949">
            <a:extLst>
              <a:ext uri="{FF2B5EF4-FFF2-40B4-BE49-F238E27FC236}">
                <a16:creationId xmlns:a16="http://schemas.microsoft.com/office/drawing/2014/main" id="{54613240-4319-40AA-A3BC-DBB6269814E0}"/>
              </a:ext>
            </a:extLst>
          </p:cNvPr>
          <p:cNvSpPr>
            <a:spLocks/>
          </p:cNvSpPr>
          <p:nvPr/>
        </p:nvSpPr>
        <p:spPr>
          <a:xfrm>
            <a:off x="8907452" y="294958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1" name="data_5950">
            <a:extLst>
              <a:ext uri="{FF2B5EF4-FFF2-40B4-BE49-F238E27FC236}">
                <a16:creationId xmlns:a16="http://schemas.microsoft.com/office/drawing/2014/main" id="{3FCFDA0D-9BB9-445F-BB3B-50BB9FD1DB0D}"/>
              </a:ext>
            </a:extLst>
          </p:cNvPr>
          <p:cNvSpPr>
            <a:spLocks/>
          </p:cNvSpPr>
          <p:nvPr/>
        </p:nvSpPr>
        <p:spPr>
          <a:xfrm>
            <a:off x="875135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2" name="data_5951">
            <a:extLst>
              <a:ext uri="{FF2B5EF4-FFF2-40B4-BE49-F238E27FC236}">
                <a16:creationId xmlns:a16="http://schemas.microsoft.com/office/drawing/2014/main" id="{7A84DFB8-185C-458C-86D4-03AB607A85AD}"/>
              </a:ext>
            </a:extLst>
          </p:cNvPr>
          <p:cNvSpPr>
            <a:spLocks/>
          </p:cNvSpPr>
          <p:nvPr/>
        </p:nvSpPr>
        <p:spPr>
          <a:xfrm>
            <a:off x="875705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3" name="data_5952">
            <a:extLst>
              <a:ext uri="{FF2B5EF4-FFF2-40B4-BE49-F238E27FC236}">
                <a16:creationId xmlns:a16="http://schemas.microsoft.com/office/drawing/2014/main" id="{D70BC096-040B-42D6-92DD-AF9574B6D199}"/>
              </a:ext>
            </a:extLst>
          </p:cNvPr>
          <p:cNvSpPr>
            <a:spLocks/>
          </p:cNvSpPr>
          <p:nvPr/>
        </p:nvSpPr>
        <p:spPr>
          <a:xfrm>
            <a:off x="881578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4" name="data_5953">
            <a:extLst>
              <a:ext uri="{FF2B5EF4-FFF2-40B4-BE49-F238E27FC236}">
                <a16:creationId xmlns:a16="http://schemas.microsoft.com/office/drawing/2014/main" id="{EABE0E1E-C757-437E-B067-2D31A02B3FF0}"/>
              </a:ext>
            </a:extLst>
          </p:cNvPr>
          <p:cNvSpPr>
            <a:spLocks/>
          </p:cNvSpPr>
          <p:nvPr/>
        </p:nvSpPr>
        <p:spPr>
          <a:xfrm>
            <a:off x="8872751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5" name="data_5954">
            <a:extLst>
              <a:ext uri="{FF2B5EF4-FFF2-40B4-BE49-F238E27FC236}">
                <a16:creationId xmlns:a16="http://schemas.microsoft.com/office/drawing/2014/main" id="{9F97AE18-BE53-4482-B960-BD4A4BC65879}"/>
              </a:ext>
            </a:extLst>
          </p:cNvPr>
          <p:cNvSpPr>
            <a:spLocks/>
          </p:cNvSpPr>
          <p:nvPr/>
        </p:nvSpPr>
        <p:spPr>
          <a:xfrm>
            <a:off x="888073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6" name="data_5955">
            <a:extLst>
              <a:ext uri="{FF2B5EF4-FFF2-40B4-BE49-F238E27FC236}">
                <a16:creationId xmlns:a16="http://schemas.microsoft.com/office/drawing/2014/main" id="{1684E7F9-8843-46A5-8F4B-674F4E0268DE}"/>
              </a:ext>
            </a:extLst>
          </p:cNvPr>
          <p:cNvSpPr>
            <a:spLocks/>
          </p:cNvSpPr>
          <p:nvPr/>
        </p:nvSpPr>
        <p:spPr>
          <a:xfrm>
            <a:off x="8759079" y="322112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7" name="data_5956">
            <a:extLst>
              <a:ext uri="{FF2B5EF4-FFF2-40B4-BE49-F238E27FC236}">
                <a16:creationId xmlns:a16="http://schemas.microsoft.com/office/drawing/2014/main" id="{C259AC96-18CC-40F0-9611-B3E0907B2F30}"/>
              </a:ext>
            </a:extLst>
          </p:cNvPr>
          <p:cNvSpPr>
            <a:spLocks/>
          </p:cNvSpPr>
          <p:nvPr/>
        </p:nvSpPr>
        <p:spPr>
          <a:xfrm>
            <a:off x="8725543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8" name="data_5957">
            <a:extLst>
              <a:ext uri="{FF2B5EF4-FFF2-40B4-BE49-F238E27FC236}">
                <a16:creationId xmlns:a16="http://schemas.microsoft.com/office/drawing/2014/main" id="{E7148F8E-AA66-402D-9FCE-4D7FE4B3DD6E}"/>
              </a:ext>
            </a:extLst>
          </p:cNvPr>
          <p:cNvSpPr>
            <a:spLocks/>
          </p:cNvSpPr>
          <p:nvPr/>
        </p:nvSpPr>
        <p:spPr>
          <a:xfrm>
            <a:off x="884600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29" name="data_5958">
            <a:extLst>
              <a:ext uri="{FF2B5EF4-FFF2-40B4-BE49-F238E27FC236}">
                <a16:creationId xmlns:a16="http://schemas.microsoft.com/office/drawing/2014/main" id="{08121F7C-3B7E-4259-8FBC-F61FDBA19496}"/>
              </a:ext>
            </a:extLst>
          </p:cNvPr>
          <p:cNvSpPr>
            <a:spLocks/>
          </p:cNvSpPr>
          <p:nvPr/>
        </p:nvSpPr>
        <p:spPr>
          <a:xfrm>
            <a:off x="883022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0" name="data_5959">
            <a:extLst>
              <a:ext uri="{FF2B5EF4-FFF2-40B4-BE49-F238E27FC236}">
                <a16:creationId xmlns:a16="http://schemas.microsoft.com/office/drawing/2014/main" id="{6AE70395-3BA6-421B-833C-8E2ED39ACE8A}"/>
              </a:ext>
            </a:extLst>
          </p:cNvPr>
          <p:cNvSpPr>
            <a:spLocks/>
          </p:cNvSpPr>
          <p:nvPr/>
        </p:nvSpPr>
        <p:spPr>
          <a:xfrm>
            <a:off x="8912732" y="250482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1" name="data_5960">
            <a:extLst>
              <a:ext uri="{FF2B5EF4-FFF2-40B4-BE49-F238E27FC236}">
                <a16:creationId xmlns:a16="http://schemas.microsoft.com/office/drawing/2014/main" id="{CD6BB848-FBC0-4028-9046-6BFFAF7084DB}"/>
              </a:ext>
            </a:extLst>
          </p:cNvPr>
          <p:cNvSpPr>
            <a:spLocks/>
          </p:cNvSpPr>
          <p:nvPr/>
        </p:nvSpPr>
        <p:spPr>
          <a:xfrm>
            <a:off x="881257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2" name="data_5961">
            <a:extLst>
              <a:ext uri="{FF2B5EF4-FFF2-40B4-BE49-F238E27FC236}">
                <a16:creationId xmlns:a16="http://schemas.microsoft.com/office/drawing/2014/main" id="{992D9652-A2F0-4C45-995B-C432AA2AE9F1}"/>
              </a:ext>
            </a:extLst>
          </p:cNvPr>
          <p:cNvSpPr>
            <a:spLocks/>
          </p:cNvSpPr>
          <p:nvPr/>
        </p:nvSpPr>
        <p:spPr>
          <a:xfrm>
            <a:off x="894198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3" name="data_5962">
            <a:extLst>
              <a:ext uri="{FF2B5EF4-FFF2-40B4-BE49-F238E27FC236}">
                <a16:creationId xmlns:a16="http://schemas.microsoft.com/office/drawing/2014/main" id="{49D41337-3ADD-43E1-A7CF-5898DEB036E4}"/>
              </a:ext>
            </a:extLst>
          </p:cNvPr>
          <p:cNvSpPr>
            <a:spLocks/>
          </p:cNvSpPr>
          <p:nvPr/>
        </p:nvSpPr>
        <p:spPr>
          <a:xfrm>
            <a:off x="8822143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4" name="data_5963">
            <a:extLst>
              <a:ext uri="{FF2B5EF4-FFF2-40B4-BE49-F238E27FC236}">
                <a16:creationId xmlns:a16="http://schemas.microsoft.com/office/drawing/2014/main" id="{8A5C1628-B212-4BBF-A701-9F2C057B4594}"/>
              </a:ext>
            </a:extLst>
          </p:cNvPr>
          <p:cNvSpPr>
            <a:spLocks/>
          </p:cNvSpPr>
          <p:nvPr/>
        </p:nvSpPr>
        <p:spPr>
          <a:xfrm>
            <a:off x="879258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5" name="data_5964">
            <a:extLst>
              <a:ext uri="{FF2B5EF4-FFF2-40B4-BE49-F238E27FC236}">
                <a16:creationId xmlns:a16="http://schemas.microsoft.com/office/drawing/2014/main" id="{4FEFB17E-19A7-4B25-B9BE-5C4DBD0E199B}"/>
              </a:ext>
            </a:extLst>
          </p:cNvPr>
          <p:cNvSpPr>
            <a:spLocks/>
          </p:cNvSpPr>
          <p:nvPr/>
        </p:nvSpPr>
        <p:spPr>
          <a:xfrm>
            <a:off x="887297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6" name="data_5965">
            <a:extLst>
              <a:ext uri="{FF2B5EF4-FFF2-40B4-BE49-F238E27FC236}">
                <a16:creationId xmlns:a16="http://schemas.microsoft.com/office/drawing/2014/main" id="{3A8E74CD-BD23-48D0-903C-F73FC69FADFA}"/>
              </a:ext>
            </a:extLst>
          </p:cNvPr>
          <p:cNvSpPr>
            <a:spLocks/>
          </p:cNvSpPr>
          <p:nvPr/>
        </p:nvSpPr>
        <p:spPr>
          <a:xfrm>
            <a:off x="875465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7" name="data_5966">
            <a:extLst>
              <a:ext uri="{FF2B5EF4-FFF2-40B4-BE49-F238E27FC236}">
                <a16:creationId xmlns:a16="http://schemas.microsoft.com/office/drawing/2014/main" id="{40EB6B41-A805-460F-BA26-42C52EC4A08F}"/>
              </a:ext>
            </a:extLst>
          </p:cNvPr>
          <p:cNvSpPr>
            <a:spLocks/>
          </p:cNvSpPr>
          <p:nvPr/>
        </p:nvSpPr>
        <p:spPr>
          <a:xfrm>
            <a:off x="889526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8" name="data_5967">
            <a:extLst>
              <a:ext uri="{FF2B5EF4-FFF2-40B4-BE49-F238E27FC236}">
                <a16:creationId xmlns:a16="http://schemas.microsoft.com/office/drawing/2014/main" id="{6B497ECF-C9EB-4943-A986-6623975BB040}"/>
              </a:ext>
            </a:extLst>
          </p:cNvPr>
          <p:cNvSpPr>
            <a:spLocks/>
          </p:cNvSpPr>
          <p:nvPr/>
        </p:nvSpPr>
        <p:spPr>
          <a:xfrm>
            <a:off x="8844657" y="369866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39" name="data_5968">
            <a:extLst>
              <a:ext uri="{FF2B5EF4-FFF2-40B4-BE49-F238E27FC236}">
                <a16:creationId xmlns:a16="http://schemas.microsoft.com/office/drawing/2014/main" id="{1D30534A-7B39-4EF7-A117-2225415BF427}"/>
              </a:ext>
            </a:extLst>
          </p:cNvPr>
          <p:cNvSpPr>
            <a:spLocks/>
          </p:cNvSpPr>
          <p:nvPr/>
        </p:nvSpPr>
        <p:spPr>
          <a:xfrm>
            <a:off x="8831384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0" name="data_5969">
            <a:extLst>
              <a:ext uri="{FF2B5EF4-FFF2-40B4-BE49-F238E27FC236}">
                <a16:creationId xmlns:a16="http://schemas.microsoft.com/office/drawing/2014/main" id="{D042B3F8-A95B-48EF-9DC3-5AE0E03D76EA}"/>
              </a:ext>
            </a:extLst>
          </p:cNvPr>
          <p:cNvSpPr>
            <a:spLocks/>
          </p:cNvSpPr>
          <p:nvPr/>
        </p:nvSpPr>
        <p:spPr>
          <a:xfrm>
            <a:off x="8857409" y="392940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1" name="data_5970">
            <a:extLst>
              <a:ext uri="{FF2B5EF4-FFF2-40B4-BE49-F238E27FC236}">
                <a16:creationId xmlns:a16="http://schemas.microsoft.com/office/drawing/2014/main" id="{1C7B53CA-9EA4-46B7-8BF5-8187DF87DEA6}"/>
              </a:ext>
            </a:extLst>
          </p:cNvPr>
          <p:cNvSpPr>
            <a:spLocks/>
          </p:cNvSpPr>
          <p:nvPr/>
        </p:nvSpPr>
        <p:spPr>
          <a:xfrm>
            <a:off x="890698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2" name="data_5971">
            <a:extLst>
              <a:ext uri="{FF2B5EF4-FFF2-40B4-BE49-F238E27FC236}">
                <a16:creationId xmlns:a16="http://schemas.microsoft.com/office/drawing/2014/main" id="{9FB9D710-1526-4234-BA9A-FB6E362912DD}"/>
              </a:ext>
            </a:extLst>
          </p:cNvPr>
          <p:cNvSpPr>
            <a:spLocks/>
          </p:cNvSpPr>
          <p:nvPr/>
        </p:nvSpPr>
        <p:spPr>
          <a:xfrm>
            <a:off x="879489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3" name="data_5972">
            <a:extLst>
              <a:ext uri="{FF2B5EF4-FFF2-40B4-BE49-F238E27FC236}">
                <a16:creationId xmlns:a16="http://schemas.microsoft.com/office/drawing/2014/main" id="{68455477-CA44-4DC3-9663-C12A767733A8}"/>
              </a:ext>
            </a:extLst>
          </p:cNvPr>
          <p:cNvSpPr>
            <a:spLocks/>
          </p:cNvSpPr>
          <p:nvPr/>
        </p:nvSpPr>
        <p:spPr>
          <a:xfrm>
            <a:off x="877148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4" name="data_5973">
            <a:extLst>
              <a:ext uri="{FF2B5EF4-FFF2-40B4-BE49-F238E27FC236}">
                <a16:creationId xmlns:a16="http://schemas.microsoft.com/office/drawing/2014/main" id="{7252899E-363C-4B1C-848E-D664054BF126}"/>
              </a:ext>
            </a:extLst>
          </p:cNvPr>
          <p:cNvSpPr>
            <a:spLocks/>
          </p:cNvSpPr>
          <p:nvPr/>
        </p:nvSpPr>
        <p:spPr>
          <a:xfrm>
            <a:off x="888769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5" name="data_5974">
            <a:extLst>
              <a:ext uri="{FF2B5EF4-FFF2-40B4-BE49-F238E27FC236}">
                <a16:creationId xmlns:a16="http://schemas.microsoft.com/office/drawing/2014/main" id="{4555C3A9-20F5-44EC-8EA0-D0E0B0B918DC}"/>
              </a:ext>
            </a:extLst>
          </p:cNvPr>
          <p:cNvSpPr>
            <a:spLocks/>
          </p:cNvSpPr>
          <p:nvPr/>
        </p:nvSpPr>
        <p:spPr>
          <a:xfrm>
            <a:off x="883848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6" name="data_5975">
            <a:extLst>
              <a:ext uri="{FF2B5EF4-FFF2-40B4-BE49-F238E27FC236}">
                <a16:creationId xmlns:a16="http://schemas.microsoft.com/office/drawing/2014/main" id="{167A3CEB-161D-4BC6-B75C-CBD52EB2659E}"/>
              </a:ext>
            </a:extLst>
          </p:cNvPr>
          <p:cNvSpPr>
            <a:spLocks/>
          </p:cNvSpPr>
          <p:nvPr/>
        </p:nvSpPr>
        <p:spPr>
          <a:xfrm>
            <a:off x="885460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7" name="data_5976">
            <a:extLst>
              <a:ext uri="{FF2B5EF4-FFF2-40B4-BE49-F238E27FC236}">
                <a16:creationId xmlns:a16="http://schemas.microsoft.com/office/drawing/2014/main" id="{C9C038B7-344B-4254-9C5C-D4A788ED3DDB}"/>
              </a:ext>
            </a:extLst>
          </p:cNvPr>
          <p:cNvSpPr>
            <a:spLocks/>
          </p:cNvSpPr>
          <p:nvPr/>
        </p:nvSpPr>
        <p:spPr>
          <a:xfrm>
            <a:off x="871935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8" name="data_5977">
            <a:extLst>
              <a:ext uri="{FF2B5EF4-FFF2-40B4-BE49-F238E27FC236}">
                <a16:creationId xmlns:a16="http://schemas.microsoft.com/office/drawing/2014/main" id="{70B09D33-3D8D-4166-BA0D-D4387EFD3609}"/>
              </a:ext>
            </a:extLst>
          </p:cNvPr>
          <p:cNvSpPr>
            <a:spLocks/>
          </p:cNvSpPr>
          <p:nvPr/>
        </p:nvSpPr>
        <p:spPr>
          <a:xfrm>
            <a:off x="886642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49" name="data_5978">
            <a:extLst>
              <a:ext uri="{FF2B5EF4-FFF2-40B4-BE49-F238E27FC236}">
                <a16:creationId xmlns:a16="http://schemas.microsoft.com/office/drawing/2014/main" id="{49CC6363-FC5D-48AD-BE5F-98CD325E483F}"/>
              </a:ext>
            </a:extLst>
          </p:cNvPr>
          <p:cNvSpPr>
            <a:spLocks/>
          </p:cNvSpPr>
          <p:nvPr/>
        </p:nvSpPr>
        <p:spPr>
          <a:xfrm>
            <a:off x="890063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0" name="data_5979">
            <a:extLst>
              <a:ext uri="{FF2B5EF4-FFF2-40B4-BE49-F238E27FC236}">
                <a16:creationId xmlns:a16="http://schemas.microsoft.com/office/drawing/2014/main" id="{7AA99DAE-A91A-4218-B180-A52D04435276}"/>
              </a:ext>
            </a:extLst>
          </p:cNvPr>
          <p:cNvSpPr>
            <a:spLocks/>
          </p:cNvSpPr>
          <p:nvPr/>
        </p:nvSpPr>
        <p:spPr>
          <a:xfrm>
            <a:off x="873256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1" name="data_5980">
            <a:extLst>
              <a:ext uri="{FF2B5EF4-FFF2-40B4-BE49-F238E27FC236}">
                <a16:creationId xmlns:a16="http://schemas.microsoft.com/office/drawing/2014/main" id="{2E679842-7E89-4213-96A1-991149C9FC72}"/>
              </a:ext>
            </a:extLst>
          </p:cNvPr>
          <p:cNvSpPr>
            <a:spLocks/>
          </p:cNvSpPr>
          <p:nvPr/>
        </p:nvSpPr>
        <p:spPr>
          <a:xfrm>
            <a:off x="8795182" y="3136855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2" name="data_5981">
            <a:extLst>
              <a:ext uri="{FF2B5EF4-FFF2-40B4-BE49-F238E27FC236}">
                <a16:creationId xmlns:a16="http://schemas.microsoft.com/office/drawing/2014/main" id="{52D4612E-14A4-4B2D-A308-18E11A45B629}"/>
              </a:ext>
            </a:extLst>
          </p:cNvPr>
          <p:cNvSpPr>
            <a:spLocks/>
          </p:cNvSpPr>
          <p:nvPr/>
        </p:nvSpPr>
        <p:spPr>
          <a:xfrm>
            <a:off x="8914692" y="277569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3" name="data_5982">
            <a:extLst>
              <a:ext uri="{FF2B5EF4-FFF2-40B4-BE49-F238E27FC236}">
                <a16:creationId xmlns:a16="http://schemas.microsoft.com/office/drawing/2014/main" id="{C4401397-228B-4418-A7C2-767A90014D10}"/>
              </a:ext>
            </a:extLst>
          </p:cNvPr>
          <p:cNvSpPr>
            <a:spLocks/>
          </p:cNvSpPr>
          <p:nvPr/>
        </p:nvSpPr>
        <p:spPr>
          <a:xfrm>
            <a:off x="8742551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4" name="data_5983">
            <a:extLst>
              <a:ext uri="{FF2B5EF4-FFF2-40B4-BE49-F238E27FC236}">
                <a16:creationId xmlns:a16="http://schemas.microsoft.com/office/drawing/2014/main" id="{39E11A63-72B7-4428-A48B-055908C624E7}"/>
              </a:ext>
            </a:extLst>
          </p:cNvPr>
          <p:cNvSpPr>
            <a:spLocks/>
          </p:cNvSpPr>
          <p:nvPr/>
        </p:nvSpPr>
        <p:spPr>
          <a:xfrm>
            <a:off x="880431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5" name="data_5984">
            <a:extLst>
              <a:ext uri="{FF2B5EF4-FFF2-40B4-BE49-F238E27FC236}">
                <a16:creationId xmlns:a16="http://schemas.microsoft.com/office/drawing/2014/main" id="{D96F6EE3-C034-41F5-A017-2EDF9CCE8559}"/>
              </a:ext>
            </a:extLst>
          </p:cNvPr>
          <p:cNvSpPr>
            <a:spLocks/>
          </p:cNvSpPr>
          <p:nvPr/>
        </p:nvSpPr>
        <p:spPr>
          <a:xfrm>
            <a:off x="8816570" y="3785094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6" name="data_5985">
            <a:extLst>
              <a:ext uri="{FF2B5EF4-FFF2-40B4-BE49-F238E27FC236}">
                <a16:creationId xmlns:a16="http://schemas.microsoft.com/office/drawing/2014/main" id="{5F552324-1649-4846-9963-AD457EB9611D}"/>
              </a:ext>
            </a:extLst>
          </p:cNvPr>
          <p:cNvSpPr>
            <a:spLocks/>
          </p:cNvSpPr>
          <p:nvPr/>
        </p:nvSpPr>
        <p:spPr>
          <a:xfrm>
            <a:off x="884440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7" name="data_5986">
            <a:extLst>
              <a:ext uri="{FF2B5EF4-FFF2-40B4-BE49-F238E27FC236}">
                <a16:creationId xmlns:a16="http://schemas.microsoft.com/office/drawing/2014/main" id="{B7D30DE2-E757-4D3C-8698-C6DD9E2E54AD}"/>
              </a:ext>
            </a:extLst>
          </p:cNvPr>
          <p:cNvSpPr>
            <a:spLocks/>
          </p:cNvSpPr>
          <p:nvPr/>
        </p:nvSpPr>
        <p:spPr>
          <a:xfrm>
            <a:off x="884104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8" name="data_5987">
            <a:extLst>
              <a:ext uri="{FF2B5EF4-FFF2-40B4-BE49-F238E27FC236}">
                <a16:creationId xmlns:a16="http://schemas.microsoft.com/office/drawing/2014/main" id="{43DEB114-EBC0-4FC4-93F0-E14286D59E3C}"/>
              </a:ext>
            </a:extLst>
          </p:cNvPr>
          <p:cNvSpPr>
            <a:spLocks/>
          </p:cNvSpPr>
          <p:nvPr/>
        </p:nvSpPr>
        <p:spPr>
          <a:xfrm>
            <a:off x="8863614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59" name="data_5988">
            <a:extLst>
              <a:ext uri="{FF2B5EF4-FFF2-40B4-BE49-F238E27FC236}">
                <a16:creationId xmlns:a16="http://schemas.microsoft.com/office/drawing/2014/main" id="{BC4837EC-B493-4CF0-B8D8-9038143DE519}"/>
              </a:ext>
            </a:extLst>
          </p:cNvPr>
          <p:cNvSpPr>
            <a:spLocks/>
          </p:cNvSpPr>
          <p:nvPr/>
        </p:nvSpPr>
        <p:spPr>
          <a:xfrm>
            <a:off x="892384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0" name="data_5989">
            <a:extLst>
              <a:ext uri="{FF2B5EF4-FFF2-40B4-BE49-F238E27FC236}">
                <a16:creationId xmlns:a16="http://schemas.microsoft.com/office/drawing/2014/main" id="{5ED14997-34F5-4524-A337-7E9E69E878BF}"/>
              </a:ext>
            </a:extLst>
          </p:cNvPr>
          <p:cNvSpPr>
            <a:spLocks/>
          </p:cNvSpPr>
          <p:nvPr/>
        </p:nvSpPr>
        <p:spPr>
          <a:xfrm>
            <a:off x="8846522" y="3558210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1" name="data_5990">
            <a:extLst>
              <a:ext uri="{FF2B5EF4-FFF2-40B4-BE49-F238E27FC236}">
                <a16:creationId xmlns:a16="http://schemas.microsoft.com/office/drawing/2014/main" id="{473C82D4-A919-423F-99B0-325C95F22080}"/>
              </a:ext>
            </a:extLst>
          </p:cNvPr>
          <p:cNvSpPr>
            <a:spLocks/>
          </p:cNvSpPr>
          <p:nvPr/>
        </p:nvSpPr>
        <p:spPr>
          <a:xfrm>
            <a:off x="8772747" y="373879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2" name="data_5991">
            <a:extLst>
              <a:ext uri="{FF2B5EF4-FFF2-40B4-BE49-F238E27FC236}">
                <a16:creationId xmlns:a16="http://schemas.microsoft.com/office/drawing/2014/main" id="{0442EE32-F6FB-470C-B065-0EA39965B095}"/>
              </a:ext>
            </a:extLst>
          </p:cNvPr>
          <p:cNvSpPr>
            <a:spLocks/>
          </p:cNvSpPr>
          <p:nvPr/>
        </p:nvSpPr>
        <p:spPr>
          <a:xfrm>
            <a:off x="8928844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3" name="data_5992">
            <a:extLst>
              <a:ext uri="{FF2B5EF4-FFF2-40B4-BE49-F238E27FC236}">
                <a16:creationId xmlns:a16="http://schemas.microsoft.com/office/drawing/2014/main" id="{C823C926-0A23-4537-BD5A-1245FFEE7AF2}"/>
              </a:ext>
            </a:extLst>
          </p:cNvPr>
          <p:cNvSpPr>
            <a:spLocks/>
          </p:cNvSpPr>
          <p:nvPr/>
        </p:nvSpPr>
        <p:spPr>
          <a:xfrm>
            <a:off x="882413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4" name="data_5993">
            <a:extLst>
              <a:ext uri="{FF2B5EF4-FFF2-40B4-BE49-F238E27FC236}">
                <a16:creationId xmlns:a16="http://schemas.microsoft.com/office/drawing/2014/main" id="{5CDEC404-EC98-4303-852B-F9A82AE61C19}"/>
              </a:ext>
            </a:extLst>
          </p:cNvPr>
          <p:cNvSpPr>
            <a:spLocks/>
          </p:cNvSpPr>
          <p:nvPr/>
        </p:nvSpPr>
        <p:spPr>
          <a:xfrm>
            <a:off x="888488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5" name="data_5994">
            <a:extLst>
              <a:ext uri="{FF2B5EF4-FFF2-40B4-BE49-F238E27FC236}">
                <a16:creationId xmlns:a16="http://schemas.microsoft.com/office/drawing/2014/main" id="{F2083DAE-3A52-42FF-8623-C12BF42B7E52}"/>
              </a:ext>
            </a:extLst>
          </p:cNvPr>
          <p:cNvSpPr>
            <a:spLocks/>
          </p:cNvSpPr>
          <p:nvPr/>
        </p:nvSpPr>
        <p:spPr>
          <a:xfrm>
            <a:off x="8782976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6" name="data_5995">
            <a:extLst>
              <a:ext uri="{FF2B5EF4-FFF2-40B4-BE49-F238E27FC236}">
                <a16:creationId xmlns:a16="http://schemas.microsoft.com/office/drawing/2014/main" id="{1EB4BC7E-1BF4-4218-92F1-CA0634C77A65}"/>
              </a:ext>
            </a:extLst>
          </p:cNvPr>
          <p:cNvSpPr>
            <a:spLocks/>
          </p:cNvSpPr>
          <p:nvPr/>
        </p:nvSpPr>
        <p:spPr>
          <a:xfrm>
            <a:off x="881118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7" name="data_5996">
            <a:extLst>
              <a:ext uri="{FF2B5EF4-FFF2-40B4-BE49-F238E27FC236}">
                <a16:creationId xmlns:a16="http://schemas.microsoft.com/office/drawing/2014/main" id="{D1A29B69-8165-4A54-8D2C-24A12FB3BACF}"/>
              </a:ext>
            </a:extLst>
          </p:cNvPr>
          <p:cNvSpPr>
            <a:spLocks/>
          </p:cNvSpPr>
          <p:nvPr/>
        </p:nvSpPr>
        <p:spPr>
          <a:xfrm>
            <a:off x="886483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8" name="data_5997">
            <a:extLst>
              <a:ext uri="{FF2B5EF4-FFF2-40B4-BE49-F238E27FC236}">
                <a16:creationId xmlns:a16="http://schemas.microsoft.com/office/drawing/2014/main" id="{4FB80614-439C-4264-9447-78AA6B69C2DA}"/>
              </a:ext>
            </a:extLst>
          </p:cNvPr>
          <p:cNvSpPr>
            <a:spLocks/>
          </p:cNvSpPr>
          <p:nvPr/>
        </p:nvSpPr>
        <p:spPr>
          <a:xfrm>
            <a:off x="8853447" y="271549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69" name="data_5998">
            <a:extLst>
              <a:ext uri="{FF2B5EF4-FFF2-40B4-BE49-F238E27FC236}">
                <a16:creationId xmlns:a16="http://schemas.microsoft.com/office/drawing/2014/main" id="{A7F9202A-8BC2-4C91-8164-909288392077}"/>
              </a:ext>
            </a:extLst>
          </p:cNvPr>
          <p:cNvSpPr>
            <a:spLocks/>
          </p:cNvSpPr>
          <p:nvPr/>
        </p:nvSpPr>
        <p:spPr>
          <a:xfrm>
            <a:off x="8813504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0" name="data_5999">
            <a:extLst>
              <a:ext uri="{FF2B5EF4-FFF2-40B4-BE49-F238E27FC236}">
                <a16:creationId xmlns:a16="http://schemas.microsoft.com/office/drawing/2014/main" id="{B6624DC6-73B7-41E7-95DC-7F559ADD933E}"/>
              </a:ext>
            </a:extLst>
          </p:cNvPr>
          <p:cNvSpPr>
            <a:spLocks/>
          </p:cNvSpPr>
          <p:nvPr/>
        </p:nvSpPr>
        <p:spPr>
          <a:xfrm>
            <a:off x="879322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1" name="data_6000">
            <a:extLst>
              <a:ext uri="{FF2B5EF4-FFF2-40B4-BE49-F238E27FC236}">
                <a16:creationId xmlns:a16="http://schemas.microsoft.com/office/drawing/2014/main" id="{45A98951-013F-4861-BB19-6EC1D9483439}"/>
              </a:ext>
            </a:extLst>
          </p:cNvPr>
          <p:cNvSpPr>
            <a:spLocks/>
          </p:cNvSpPr>
          <p:nvPr/>
        </p:nvSpPr>
        <p:spPr>
          <a:xfrm>
            <a:off x="888233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2" name="data_6001">
            <a:extLst>
              <a:ext uri="{FF2B5EF4-FFF2-40B4-BE49-F238E27FC236}">
                <a16:creationId xmlns:a16="http://schemas.microsoft.com/office/drawing/2014/main" id="{6E306B9B-E339-495E-BA94-956E30DC09BD}"/>
              </a:ext>
            </a:extLst>
          </p:cNvPr>
          <p:cNvSpPr>
            <a:spLocks/>
          </p:cNvSpPr>
          <p:nvPr/>
        </p:nvSpPr>
        <p:spPr>
          <a:xfrm>
            <a:off x="873553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3" name="data_6002">
            <a:extLst>
              <a:ext uri="{FF2B5EF4-FFF2-40B4-BE49-F238E27FC236}">
                <a16:creationId xmlns:a16="http://schemas.microsoft.com/office/drawing/2014/main" id="{1147883B-6DB9-4EA7-A87C-43D079263D6D}"/>
              </a:ext>
            </a:extLst>
          </p:cNvPr>
          <p:cNvSpPr>
            <a:spLocks/>
          </p:cNvSpPr>
          <p:nvPr/>
        </p:nvSpPr>
        <p:spPr>
          <a:xfrm>
            <a:off x="886465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4" name="data_6003">
            <a:extLst>
              <a:ext uri="{FF2B5EF4-FFF2-40B4-BE49-F238E27FC236}">
                <a16:creationId xmlns:a16="http://schemas.microsoft.com/office/drawing/2014/main" id="{5BC787CC-508C-4B60-A82E-49F4BE0F856C}"/>
              </a:ext>
            </a:extLst>
          </p:cNvPr>
          <p:cNvSpPr>
            <a:spLocks/>
          </p:cNvSpPr>
          <p:nvPr/>
        </p:nvSpPr>
        <p:spPr>
          <a:xfrm>
            <a:off x="876827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5" name="data_6004">
            <a:extLst>
              <a:ext uri="{FF2B5EF4-FFF2-40B4-BE49-F238E27FC236}">
                <a16:creationId xmlns:a16="http://schemas.microsoft.com/office/drawing/2014/main" id="{78684CF3-3C62-41C9-AC2D-12B189312202}"/>
              </a:ext>
            </a:extLst>
          </p:cNvPr>
          <p:cNvSpPr>
            <a:spLocks/>
          </p:cNvSpPr>
          <p:nvPr/>
        </p:nvSpPr>
        <p:spPr>
          <a:xfrm>
            <a:off x="8900082" y="385917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6" name="data_6005">
            <a:extLst>
              <a:ext uri="{FF2B5EF4-FFF2-40B4-BE49-F238E27FC236}">
                <a16:creationId xmlns:a16="http://schemas.microsoft.com/office/drawing/2014/main" id="{F65DD9B2-41B6-4FEC-BDF4-B9C25FCE0D1A}"/>
              </a:ext>
            </a:extLst>
          </p:cNvPr>
          <p:cNvSpPr>
            <a:spLocks/>
          </p:cNvSpPr>
          <p:nvPr/>
        </p:nvSpPr>
        <p:spPr>
          <a:xfrm>
            <a:off x="88884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7" name="data_6006">
            <a:extLst>
              <a:ext uri="{FF2B5EF4-FFF2-40B4-BE49-F238E27FC236}">
                <a16:creationId xmlns:a16="http://schemas.microsoft.com/office/drawing/2014/main" id="{C83DB009-5292-4A87-A6C2-FC2BDC7E313B}"/>
              </a:ext>
            </a:extLst>
          </p:cNvPr>
          <p:cNvSpPr>
            <a:spLocks/>
          </p:cNvSpPr>
          <p:nvPr/>
        </p:nvSpPr>
        <p:spPr>
          <a:xfrm>
            <a:off x="893256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8" name="data_6007">
            <a:extLst>
              <a:ext uri="{FF2B5EF4-FFF2-40B4-BE49-F238E27FC236}">
                <a16:creationId xmlns:a16="http://schemas.microsoft.com/office/drawing/2014/main" id="{A4B408BE-7A2F-4116-B6F5-41491ED1BE87}"/>
              </a:ext>
            </a:extLst>
          </p:cNvPr>
          <p:cNvSpPr>
            <a:spLocks/>
          </p:cNvSpPr>
          <p:nvPr/>
        </p:nvSpPr>
        <p:spPr>
          <a:xfrm>
            <a:off x="8810149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79" name="data_6008">
            <a:extLst>
              <a:ext uri="{FF2B5EF4-FFF2-40B4-BE49-F238E27FC236}">
                <a16:creationId xmlns:a16="http://schemas.microsoft.com/office/drawing/2014/main" id="{551C5518-7F34-4123-B04D-D3B028AEB89F}"/>
              </a:ext>
            </a:extLst>
          </p:cNvPr>
          <p:cNvSpPr>
            <a:spLocks/>
          </p:cNvSpPr>
          <p:nvPr/>
        </p:nvSpPr>
        <p:spPr>
          <a:xfrm>
            <a:off x="883940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0" name="data_6009">
            <a:extLst>
              <a:ext uri="{FF2B5EF4-FFF2-40B4-BE49-F238E27FC236}">
                <a16:creationId xmlns:a16="http://schemas.microsoft.com/office/drawing/2014/main" id="{8D1716A0-F5DC-4B4C-A5F5-192298887740}"/>
              </a:ext>
            </a:extLst>
          </p:cNvPr>
          <p:cNvSpPr>
            <a:spLocks/>
          </p:cNvSpPr>
          <p:nvPr/>
        </p:nvSpPr>
        <p:spPr>
          <a:xfrm>
            <a:off x="8873396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1" name="data_6010">
            <a:extLst>
              <a:ext uri="{FF2B5EF4-FFF2-40B4-BE49-F238E27FC236}">
                <a16:creationId xmlns:a16="http://schemas.microsoft.com/office/drawing/2014/main" id="{044BF8C2-73B7-49A7-ABF6-3732ACA33CE3}"/>
              </a:ext>
            </a:extLst>
          </p:cNvPr>
          <p:cNvSpPr>
            <a:spLocks/>
          </p:cNvSpPr>
          <p:nvPr/>
        </p:nvSpPr>
        <p:spPr>
          <a:xfrm>
            <a:off x="888762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2" name="data_6011">
            <a:extLst>
              <a:ext uri="{FF2B5EF4-FFF2-40B4-BE49-F238E27FC236}">
                <a16:creationId xmlns:a16="http://schemas.microsoft.com/office/drawing/2014/main" id="{AA110AB3-5342-4C9B-8559-510DF2C4069B}"/>
              </a:ext>
            </a:extLst>
          </p:cNvPr>
          <p:cNvSpPr>
            <a:spLocks/>
          </p:cNvSpPr>
          <p:nvPr/>
        </p:nvSpPr>
        <p:spPr>
          <a:xfrm>
            <a:off x="8770678" y="3417759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3" name="data_6012">
            <a:extLst>
              <a:ext uri="{FF2B5EF4-FFF2-40B4-BE49-F238E27FC236}">
                <a16:creationId xmlns:a16="http://schemas.microsoft.com/office/drawing/2014/main" id="{D6BA8063-C106-4348-B92A-67AC049A0FC1}"/>
              </a:ext>
            </a:extLst>
          </p:cNvPr>
          <p:cNvSpPr>
            <a:spLocks/>
          </p:cNvSpPr>
          <p:nvPr/>
        </p:nvSpPr>
        <p:spPr>
          <a:xfrm>
            <a:off x="8819993" y="3885932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4" name="data_6013">
            <a:extLst>
              <a:ext uri="{FF2B5EF4-FFF2-40B4-BE49-F238E27FC236}">
                <a16:creationId xmlns:a16="http://schemas.microsoft.com/office/drawing/2014/main" id="{61ABD422-8A79-44FC-B3B1-26A1D42CA04A}"/>
              </a:ext>
            </a:extLst>
          </p:cNvPr>
          <p:cNvSpPr>
            <a:spLocks/>
          </p:cNvSpPr>
          <p:nvPr/>
        </p:nvSpPr>
        <p:spPr>
          <a:xfrm>
            <a:off x="8802994" y="358630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5" name="data_6014">
            <a:extLst>
              <a:ext uri="{FF2B5EF4-FFF2-40B4-BE49-F238E27FC236}">
                <a16:creationId xmlns:a16="http://schemas.microsoft.com/office/drawing/2014/main" id="{89891A20-D578-42EC-99AE-DCCECB757D8C}"/>
              </a:ext>
            </a:extLst>
          </p:cNvPr>
          <p:cNvSpPr>
            <a:spLocks/>
          </p:cNvSpPr>
          <p:nvPr/>
        </p:nvSpPr>
        <p:spPr>
          <a:xfrm>
            <a:off x="8741630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6" name="data_6015">
            <a:extLst>
              <a:ext uri="{FF2B5EF4-FFF2-40B4-BE49-F238E27FC236}">
                <a16:creationId xmlns:a16="http://schemas.microsoft.com/office/drawing/2014/main" id="{39E1ACFE-5462-4F04-B2B7-31BBD618B4A0}"/>
              </a:ext>
            </a:extLst>
          </p:cNvPr>
          <p:cNvSpPr>
            <a:spLocks/>
          </p:cNvSpPr>
          <p:nvPr/>
        </p:nvSpPr>
        <p:spPr>
          <a:xfrm>
            <a:off x="8743559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7" name="data_6016">
            <a:extLst>
              <a:ext uri="{FF2B5EF4-FFF2-40B4-BE49-F238E27FC236}">
                <a16:creationId xmlns:a16="http://schemas.microsoft.com/office/drawing/2014/main" id="{C1C7D5BE-2E93-48C2-B9FC-44D0BEC12590}"/>
              </a:ext>
            </a:extLst>
          </p:cNvPr>
          <p:cNvSpPr>
            <a:spLocks/>
          </p:cNvSpPr>
          <p:nvPr/>
        </p:nvSpPr>
        <p:spPr>
          <a:xfrm>
            <a:off x="879824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8" name="data_6017">
            <a:extLst>
              <a:ext uri="{FF2B5EF4-FFF2-40B4-BE49-F238E27FC236}">
                <a16:creationId xmlns:a16="http://schemas.microsoft.com/office/drawing/2014/main" id="{8F1B6C2B-0230-444D-8A49-A77AA0AEA40B}"/>
              </a:ext>
            </a:extLst>
          </p:cNvPr>
          <p:cNvSpPr>
            <a:spLocks/>
          </p:cNvSpPr>
          <p:nvPr/>
        </p:nvSpPr>
        <p:spPr>
          <a:xfrm>
            <a:off x="8925197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89" name="data_6018">
            <a:extLst>
              <a:ext uri="{FF2B5EF4-FFF2-40B4-BE49-F238E27FC236}">
                <a16:creationId xmlns:a16="http://schemas.microsoft.com/office/drawing/2014/main" id="{EC4A6ED2-EB75-4C09-89A8-0D467A16A0DF}"/>
              </a:ext>
            </a:extLst>
          </p:cNvPr>
          <p:cNvSpPr>
            <a:spLocks/>
          </p:cNvSpPr>
          <p:nvPr/>
        </p:nvSpPr>
        <p:spPr>
          <a:xfrm>
            <a:off x="877697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0" name="data_6019">
            <a:extLst>
              <a:ext uri="{FF2B5EF4-FFF2-40B4-BE49-F238E27FC236}">
                <a16:creationId xmlns:a16="http://schemas.microsoft.com/office/drawing/2014/main" id="{F4C500BA-CF74-47FE-9510-529272081FD3}"/>
              </a:ext>
            </a:extLst>
          </p:cNvPr>
          <p:cNvSpPr>
            <a:spLocks/>
          </p:cNvSpPr>
          <p:nvPr/>
        </p:nvSpPr>
        <p:spPr>
          <a:xfrm>
            <a:off x="8924092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1" name="data_6020">
            <a:extLst>
              <a:ext uri="{FF2B5EF4-FFF2-40B4-BE49-F238E27FC236}">
                <a16:creationId xmlns:a16="http://schemas.microsoft.com/office/drawing/2014/main" id="{8080A3E3-2A12-4261-BED6-50BE80D35D60}"/>
              </a:ext>
            </a:extLst>
          </p:cNvPr>
          <p:cNvSpPr>
            <a:spLocks/>
          </p:cNvSpPr>
          <p:nvPr/>
        </p:nvSpPr>
        <p:spPr>
          <a:xfrm>
            <a:off x="8750591" y="37922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2" name="data_6021">
            <a:extLst>
              <a:ext uri="{FF2B5EF4-FFF2-40B4-BE49-F238E27FC236}">
                <a16:creationId xmlns:a16="http://schemas.microsoft.com/office/drawing/2014/main" id="{50920165-2701-4F50-AD01-7F9B0BFFD497}"/>
              </a:ext>
            </a:extLst>
          </p:cNvPr>
          <p:cNvSpPr>
            <a:spLocks/>
          </p:cNvSpPr>
          <p:nvPr/>
        </p:nvSpPr>
        <p:spPr>
          <a:xfrm>
            <a:off x="8905880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3" name="data_6022">
            <a:extLst>
              <a:ext uri="{FF2B5EF4-FFF2-40B4-BE49-F238E27FC236}">
                <a16:creationId xmlns:a16="http://schemas.microsoft.com/office/drawing/2014/main" id="{50E79355-4F4A-4108-9C0C-B99C3BD2648A}"/>
              </a:ext>
            </a:extLst>
          </p:cNvPr>
          <p:cNvSpPr>
            <a:spLocks/>
          </p:cNvSpPr>
          <p:nvPr/>
        </p:nvSpPr>
        <p:spPr>
          <a:xfrm>
            <a:off x="8798043" y="2855951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4" name="data_6023">
            <a:extLst>
              <a:ext uri="{FF2B5EF4-FFF2-40B4-BE49-F238E27FC236}">
                <a16:creationId xmlns:a16="http://schemas.microsoft.com/office/drawing/2014/main" id="{E161A36C-B83F-4DD8-93B0-36727A95FBE2}"/>
              </a:ext>
            </a:extLst>
          </p:cNvPr>
          <p:cNvSpPr>
            <a:spLocks/>
          </p:cNvSpPr>
          <p:nvPr/>
        </p:nvSpPr>
        <p:spPr>
          <a:xfrm>
            <a:off x="8805460" y="3305397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5" name="data_6024">
            <a:extLst>
              <a:ext uri="{FF2B5EF4-FFF2-40B4-BE49-F238E27FC236}">
                <a16:creationId xmlns:a16="http://schemas.microsoft.com/office/drawing/2014/main" id="{4786186E-D1DB-4A37-84E9-D760A5B84704}"/>
              </a:ext>
            </a:extLst>
          </p:cNvPr>
          <p:cNvSpPr>
            <a:spLocks/>
          </p:cNvSpPr>
          <p:nvPr/>
        </p:nvSpPr>
        <p:spPr>
          <a:xfrm>
            <a:off x="8737072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6" name="data_6025">
            <a:extLst>
              <a:ext uri="{FF2B5EF4-FFF2-40B4-BE49-F238E27FC236}">
                <a16:creationId xmlns:a16="http://schemas.microsoft.com/office/drawing/2014/main" id="{F03DBCEF-8304-4D28-B37E-2A11752FF135}"/>
              </a:ext>
            </a:extLst>
          </p:cNvPr>
          <p:cNvSpPr>
            <a:spLocks/>
          </p:cNvSpPr>
          <p:nvPr/>
        </p:nvSpPr>
        <p:spPr>
          <a:xfrm>
            <a:off x="883704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7" name="data_6026">
            <a:extLst>
              <a:ext uri="{FF2B5EF4-FFF2-40B4-BE49-F238E27FC236}">
                <a16:creationId xmlns:a16="http://schemas.microsoft.com/office/drawing/2014/main" id="{16CFBD77-EB58-4187-9EAE-3031AD90D5A1}"/>
              </a:ext>
            </a:extLst>
          </p:cNvPr>
          <p:cNvSpPr>
            <a:spLocks/>
          </p:cNvSpPr>
          <p:nvPr/>
        </p:nvSpPr>
        <p:spPr>
          <a:xfrm>
            <a:off x="8846225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8" name="data_6027">
            <a:extLst>
              <a:ext uri="{FF2B5EF4-FFF2-40B4-BE49-F238E27FC236}">
                <a16:creationId xmlns:a16="http://schemas.microsoft.com/office/drawing/2014/main" id="{AB9AC327-F91D-4080-8A9B-242DE2D34E5D}"/>
              </a:ext>
            </a:extLst>
          </p:cNvPr>
          <p:cNvSpPr>
            <a:spLocks/>
          </p:cNvSpPr>
          <p:nvPr/>
        </p:nvSpPr>
        <p:spPr>
          <a:xfrm>
            <a:off x="8876184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699" name="data_6028">
            <a:extLst>
              <a:ext uri="{FF2B5EF4-FFF2-40B4-BE49-F238E27FC236}">
                <a16:creationId xmlns:a16="http://schemas.microsoft.com/office/drawing/2014/main" id="{3CAB4C10-2E47-486E-BFD8-AE2CC1CBA855}"/>
              </a:ext>
            </a:extLst>
          </p:cNvPr>
          <p:cNvSpPr>
            <a:spLocks/>
          </p:cNvSpPr>
          <p:nvPr/>
        </p:nvSpPr>
        <p:spPr>
          <a:xfrm>
            <a:off x="8836443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0" name="data_6029">
            <a:extLst>
              <a:ext uri="{FF2B5EF4-FFF2-40B4-BE49-F238E27FC236}">
                <a16:creationId xmlns:a16="http://schemas.microsoft.com/office/drawing/2014/main" id="{4BA0B959-F27F-4A48-BAF7-A212E4E07A44}"/>
              </a:ext>
            </a:extLst>
          </p:cNvPr>
          <p:cNvSpPr>
            <a:spLocks/>
          </p:cNvSpPr>
          <p:nvPr/>
        </p:nvSpPr>
        <p:spPr>
          <a:xfrm>
            <a:off x="8900408" y="2294143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1" name="data_6030">
            <a:extLst>
              <a:ext uri="{FF2B5EF4-FFF2-40B4-BE49-F238E27FC236}">
                <a16:creationId xmlns:a16="http://schemas.microsoft.com/office/drawing/2014/main" id="{F59DD92A-D272-4D02-AB6E-1FACD84D6E56}"/>
              </a:ext>
            </a:extLst>
          </p:cNvPr>
          <p:cNvSpPr>
            <a:spLocks/>
          </p:cNvSpPr>
          <p:nvPr/>
        </p:nvSpPr>
        <p:spPr>
          <a:xfrm>
            <a:off x="8864287" y="3979566"/>
            <a:ext cx="35469" cy="35469"/>
          </a:xfrm>
          <a:prstGeom prst="ellipse">
            <a:avLst/>
          </a:prstGeom>
          <a:solidFill>
            <a:srgbClr val="138B8D">
              <a:alpha val="22000"/>
            </a:srgbClr>
          </a:solidFill>
          <a:ln w="0">
            <a:noFill/>
            <a:prstDash val="solid"/>
          </a:ln>
        </p:spPr>
      </p:sp>
      <p:sp>
        <p:nvSpPr>
          <p:cNvPr id="1702" name="data_6031">
            <a:extLst>
              <a:ext uri="{FF2B5EF4-FFF2-40B4-BE49-F238E27FC236}">
                <a16:creationId xmlns:a16="http://schemas.microsoft.com/office/drawing/2014/main" id="{E40EF763-3476-4E75-90C7-0C85217E450F}"/>
              </a:ext>
            </a:extLst>
          </p:cNvPr>
          <p:cNvSpPr>
            <a:spLocks/>
          </p:cNvSpPr>
          <p:nvPr/>
        </p:nvSpPr>
        <p:spPr>
          <a:xfrm>
            <a:off x="5704001" y="2210753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03" name="data_6032">
            <a:extLst>
              <a:ext uri="{FF2B5EF4-FFF2-40B4-BE49-F238E27FC236}">
                <a16:creationId xmlns:a16="http://schemas.microsoft.com/office/drawing/2014/main" id="{DCA4DFF5-0E40-4A11-BC53-2EAA07CF1920}"/>
              </a:ext>
            </a:extLst>
          </p:cNvPr>
          <p:cNvSpPr>
            <a:spLocks/>
          </p:cNvSpPr>
          <p:nvPr/>
        </p:nvSpPr>
        <p:spPr>
          <a:xfrm>
            <a:off x="5704001" y="3997301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04" name="text_6033">
            <a:extLst>
              <a:ext uri="{FF2B5EF4-FFF2-40B4-BE49-F238E27FC236}">
                <a16:creationId xmlns:a16="http://schemas.microsoft.com/office/drawing/2014/main" id="{90640D42-BFEE-41BA-B2AA-1A26576DC1CB}"/>
              </a:ext>
            </a:extLst>
          </p:cNvPr>
          <p:cNvSpPr>
            <a:spLocks/>
          </p:cNvSpPr>
          <p:nvPr/>
        </p:nvSpPr>
        <p:spPr>
          <a:xfrm>
            <a:off x="5225171" y="1897352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705" name="text_6034">
            <a:extLst>
              <a:ext uri="{FF2B5EF4-FFF2-40B4-BE49-F238E27FC236}">
                <a16:creationId xmlns:a16="http://schemas.microsoft.com/office/drawing/2014/main" id="{84B9B32E-5BA2-4D02-8C7E-AEE0262FF6DA}"/>
              </a:ext>
            </a:extLst>
          </p:cNvPr>
          <p:cNvSpPr>
            <a:spLocks/>
          </p:cNvSpPr>
          <p:nvPr/>
        </p:nvSpPr>
        <p:spPr>
          <a:xfrm>
            <a:off x="5704001" y="1919926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706" name="data_6035">
            <a:extLst>
              <a:ext uri="{FF2B5EF4-FFF2-40B4-BE49-F238E27FC236}">
                <a16:creationId xmlns:a16="http://schemas.microsoft.com/office/drawing/2014/main" id="{F0B73CCD-3817-4EEC-A104-CDDA3EF5F407}"/>
              </a:ext>
            </a:extLst>
          </p:cNvPr>
          <p:cNvSpPr>
            <a:spLocks/>
          </p:cNvSpPr>
          <p:nvPr/>
        </p:nvSpPr>
        <p:spPr>
          <a:xfrm>
            <a:off x="6006790" y="3154589"/>
            <a:ext cx="191" cy="749077"/>
          </a:xfrm>
          <a:custGeom>
            <a:avLst/>
            <a:gdLst/>
            <a:ahLst/>
            <a:cxnLst/>
            <a:rect l="0" t="0" r="0" b="0"/>
            <a:pathLst>
              <a:path w="191" h="749077">
                <a:moveTo>
                  <a:pt x="0" y="749077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707" name="data_6036">
            <a:extLst>
              <a:ext uri="{FF2B5EF4-FFF2-40B4-BE49-F238E27FC236}">
                <a16:creationId xmlns:a16="http://schemas.microsoft.com/office/drawing/2014/main" id="{B1FCF1AC-ECAD-4A5A-BCFB-CDAB1B126CD8}"/>
              </a:ext>
            </a:extLst>
          </p:cNvPr>
          <p:cNvSpPr>
            <a:spLocks/>
          </p:cNvSpPr>
          <p:nvPr/>
        </p:nvSpPr>
        <p:spPr>
          <a:xfrm>
            <a:off x="6472621" y="2311878"/>
            <a:ext cx="191" cy="1264067"/>
          </a:xfrm>
          <a:custGeom>
            <a:avLst/>
            <a:gdLst/>
            <a:ahLst/>
            <a:cxnLst/>
            <a:rect l="0" t="0" r="0" b="0"/>
            <a:pathLst>
              <a:path w="191" h="1264067">
                <a:moveTo>
                  <a:pt x="0" y="1264067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708" name="data_6037">
            <a:extLst>
              <a:ext uri="{FF2B5EF4-FFF2-40B4-BE49-F238E27FC236}">
                <a16:creationId xmlns:a16="http://schemas.microsoft.com/office/drawing/2014/main" id="{8682E6C4-DBC5-402E-A59C-CE9CE040BD82}"/>
              </a:ext>
            </a:extLst>
          </p:cNvPr>
          <p:cNvSpPr>
            <a:spLocks/>
          </p:cNvSpPr>
          <p:nvPr/>
        </p:nvSpPr>
        <p:spPr>
          <a:xfrm>
            <a:off x="6938451" y="2311878"/>
            <a:ext cx="191" cy="780119"/>
          </a:xfrm>
          <a:custGeom>
            <a:avLst/>
            <a:gdLst/>
            <a:ahLst/>
            <a:cxnLst/>
            <a:rect l="0" t="0" r="0" b="0"/>
            <a:pathLst>
              <a:path w="191" h="780119">
                <a:moveTo>
                  <a:pt x="0" y="780119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709" name="data_6038">
            <a:extLst>
              <a:ext uri="{FF2B5EF4-FFF2-40B4-BE49-F238E27FC236}">
                <a16:creationId xmlns:a16="http://schemas.microsoft.com/office/drawing/2014/main" id="{E00C5CC9-109A-4870-BEF8-73F7363EDA4E}"/>
              </a:ext>
            </a:extLst>
          </p:cNvPr>
          <p:cNvSpPr>
            <a:spLocks/>
          </p:cNvSpPr>
          <p:nvPr/>
        </p:nvSpPr>
        <p:spPr>
          <a:xfrm>
            <a:off x="7916694" y="2311878"/>
            <a:ext cx="191" cy="1610875"/>
          </a:xfrm>
          <a:custGeom>
            <a:avLst/>
            <a:gdLst/>
            <a:ahLst/>
            <a:cxnLst/>
            <a:rect l="0" t="0" r="0" b="0"/>
            <a:pathLst>
              <a:path w="191" h="1610875">
                <a:moveTo>
                  <a:pt x="0" y="161087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A1ABB3"/>
            </a:solidFill>
            <a:prstDash val="solid"/>
          </a:ln>
        </p:spPr>
      </p:sp>
      <p:sp>
        <p:nvSpPr>
          <p:cNvPr id="1710" name="data_6039">
            <a:extLst>
              <a:ext uri="{FF2B5EF4-FFF2-40B4-BE49-F238E27FC236}">
                <a16:creationId xmlns:a16="http://schemas.microsoft.com/office/drawing/2014/main" id="{67ACB074-EEFB-4255-A42E-96590413D85C}"/>
              </a:ext>
            </a:extLst>
          </p:cNvPr>
          <p:cNvSpPr>
            <a:spLocks/>
          </p:cNvSpPr>
          <p:nvPr/>
        </p:nvSpPr>
        <p:spPr>
          <a:xfrm>
            <a:off x="8382524" y="2311878"/>
            <a:ext cx="191" cy="1474745"/>
          </a:xfrm>
          <a:custGeom>
            <a:avLst/>
            <a:gdLst/>
            <a:ahLst/>
            <a:cxnLst/>
            <a:rect l="0" t="0" r="0" b="0"/>
            <a:pathLst>
              <a:path w="191" h="1474745">
                <a:moveTo>
                  <a:pt x="0" y="1474745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5B72B7"/>
            </a:solidFill>
            <a:prstDash val="solid"/>
          </a:ln>
        </p:spPr>
      </p:sp>
      <p:sp>
        <p:nvSpPr>
          <p:cNvPr id="1711" name="data_6040">
            <a:extLst>
              <a:ext uri="{FF2B5EF4-FFF2-40B4-BE49-F238E27FC236}">
                <a16:creationId xmlns:a16="http://schemas.microsoft.com/office/drawing/2014/main" id="{B6C86C59-C452-4D68-A8FE-37A24C292531}"/>
              </a:ext>
            </a:extLst>
          </p:cNvPr>
          <p:cNvSpPr>
            <a:spLocks/>
          </p:cNvSpPr>
          <p:nvPr/>
        </p:nvSpPr>
        <p:spPr>
          <a:xfrm>
            <a:off x="8848354" y="2311878"/>
            <a:ext cx="191" cy="1228954"/>
          </a:xfrm>
          <a:custGeom>
            <a:avLst/>
            <a:gdLst/>
            <a:ahLst/>
            <a:cxnLst/>
            <a:rect l="0" t="0" r="0" b="0"/>
            <a:pathLst>
              <a:path w="191" h="1228954">
                <a:moveTo>
                  <a:pt x="0" y="1228954"/>
                </a:moveTo>
                <a:lnTo>
                  <a:pt x="0" y="0"/>
                </a:lnTo>
              </a:path>
            </a:pathLst>
          </a:custGeom>
          <a:noFill/>
          <a:ln w="33695">
            <a:solidFill>
              <a:srgbClr val="138B8D"/>
            </a:solidFill>
            <a:prstDash val="solid"/>
          </a:ln>
        </p:spPr>
      </p:sp>
      <p:sp>
        <p:nvSpPr>
          <p:cNvPr id="1712" name="data_6041">
            <a:extLst>
              <a:ext uri="{FF2B5EF4-FFF2-40B4-BE49-F238E27FC236}">
                <a16:creationId xmlns:a16="http://schemas.microsoft.com/office/drawing/2014/main" id="{027BD915-6E1F-484D-B83F-9E9E54EC60F3}"/>
              </a:ext>
            </a:extLst>
          </p:cNvPr>
          <p:cNvSpPr>
            <a:spLocks/>
          </p:cNvSpPr>
          <p:nvPr/>
        </p:nvSpPr>
        <p:spPr>
          <a:xfrm>
            <a:off x="5971322" y="3544732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713" name="data_6042">
            <a:extLst>
              <a:ext uri="{FF2B5EF4-FFF2-40B4-BE49-F238E27FC236}">
                <a16:creationId xmlns:a16="http://schemas.microsoft.com/office/drawing/2014/main" id="{6E291A0C-D41B-4286-8AE9-E2F999B4BA0B}"/>
              </a:ext>
            </a:extLst>
          </p:cNvPr>
          <p:cNvSpPr>
            <a:spLocks/>
          </p:cNvSpPr>
          <p:nvPr/>
        </p:nvSpPr>
        <p:spPr>
          <a:xfrm>
            <a:off x="6437152" y="283821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714" name="data_6043">
            <a:extLst>
              <a:ext uri="{FF2B5EF4-FFF2-40B4-BE49-F238E27FC236}">
                <a16:creationId xmlns:a16="http://schemas.microsoft.com/office/drawing/2014/main" id="{3192F1CC-94A0-4679-AD21-825996E34050}"/>
              </a:ext>
            </a:extLst>
          </p:cNvPr>
          <p:cNvSpPr>
            <a:spLocks/>
          </p:cNvSpPr>
          <p:nvPr/>
        </p:nvSpPr>
        <p:spPr>
          <a:xfrm>
            <a:off x="6902982" y="227640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715" name="data_6044">
            <a:extLst>
              <a:ext uri="{FF2B5EF4-FFF2-40B4-BE49-F238E27FC236}">
                <a16:creationId xmlns:a16="http://schemas.microsoft.com/office/drawing/2014/main" id="{E1117028-DB0C-439E-9FA9-69DEAEE80959}"/>
              </a:ext>
            </a:extLst>
          </p:cNvPr>
          <p:cNvSpPr>
            <a:spLocks/>
          </p:cNvSpPr>
          <p:nvPr/>
        </p:nvSpPr>
        <p:spPr>
          <a:xfrm>
            <a:off x="7881225" y="2894397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A1ABB3"/>
            </a:solidFill>
            <a:prstDash val="solid"/>
          </a:ln>
        </p:spPr>
      </p:sp>
      <p:sp>
        <p:nvSpPr>
          <p:cNvPr id="1716" name="data_6045">
            <a:extLst>
              <a:ext uri="{FF2B5EF4-FFF2-40B4-BE49-F238E27FC236}">
                <a16:creationId xmlns:a16="http://schemas.microsoft.com/office/drawing/2014/main" id="{C10935A9-3C16-4AEC-B2D4-9AB7AF7FCE38}"/>
              </a:ext>
            </a:extLst>
          </p:cNvPr>
          <p:cNvSpPr>
            <a:spLocks/>
          </p:cNvSpPr>
          <p:nvPr/>
        </p:nvSpPr>
        <p:spPr>
          <a:xfrm>
            <a:off x="8347055" y="2522200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5B72B7"/>
            </a:solidFill>
            <a:prstDash val="solid"/>
          </a:ln>
        </p:spPr>
      </p:sp>
      <p:sp>
        <p:nvSpPr>
          <p:cNvPr id="1717" name="data_6046">
            <a:extLst>
              <a:ext uri="{FF2B5EF4-FFF2-40B4-BE49-F238E27FC236}">
                <a16:creationId xmlns:a16="http://schemas.microsoft.com/office/drawing/2014/main" id="{F9541160-5AD9-40CB-BC52-4006FB7FF734}"/>
              </a:ext>
            </a:extLst>
          </p:cNvPr>
          <p:cNvSpPr>
            <a:spLocks/>
          </p:cNvSpPr>
          <p:nvPr/>
        </p:nvSpPr>
        <p:spPr>
          <a:xfrm>
            <a:off x="8812885" y="2276409"/>
            <a:ext cx="70938" cy="70938"/>
          </a:xfrm>
          <a:prstGeom prst="ellipse">
            <a:avLst/>
          </a:prstGeom>
          <a:solidFill>
            <a:srgbClr val="FFFFFF"/>
          </a:solidFill>
          <a:ln w="16848">
            <a:solidFill>
              <a:srgbClr val="138B8D"/>
            </a:solidFill>
            <a:prstDash val="solid"/>
          </a:ln>
        </p:spPr>
      </p:sp>
      <p:sp>
        <p:nvSpPr>
          <p:cNvPr id="1718" name="data_6047">
            <a:extLst>
              <a:ext uri="{FF2B5EF4-FFF2-40B4-BE49-F238E27FC236}">
                <a16:creationId xmlns:a16="http://schemas.microsoft.com/office/drawing/2014/main" id="{B9FF9190-5E5D-4FA3-B120-599056D069E9}"/>
              </a:ext>
            </a:extLst>
          </p:cNvPr>
          <p:cNvSpPr>
            <a:spLocks/>
          </p:cNvSpPr>
          <p:nvPr/>
        </p:nvSpPr>
        <p:spPr>
          <a:xfrm>
            <a:off x="1188244" y="5069229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19" name="data_6048">
            <a:extLst>
              <a:ext uri="{FF2B5EF4-FFF2-40B4-BE49-F238E27FC236}">
                <a16:creationId xmlns:a16="http://schemas.microsoft.com/office/drawing/2014/main" id="{FF9F2908-CD42-45E3-BE92-5CA273C223A5}"/>
              </a:ext>
            </a:extLst>
          </p:cNvPr>
          <p:cNvSpPr>
            <a:spLocks/>
          </p:cNvSpPr>
          <p:nvPr/>
        </p:nvSpPr>
        <p:spPr>
          <a:xfrm>
            <a:off x="2075130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0" name="text_6049">
            <a:extLst>
              <a:ext uri="{FF2B5EF4-FFF2-40B4-BE49-F238E27FC236}">
                <a16:creationId xmlns:a16="http://schemas.microsoft.com/office/drawing/2014/main" id="{BD7A1D82-1AC3-4DD9-A70A-DE8ED13C2666}"/>
              </a:ext>
            </a:extLst>
          </p:cNvPr>
          <p:cNvSpPr>
            <a:spLocks/>
          </p:cNvSpPr>
          <p:nvPr/>
        </p:nvSpPr>
        <p:spPr>
          <a:xfrm>
            <a:off x="1978023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21" name="data_6050">
            <a:extLst>
              <a:ext uri="{FF2B5EF4-FFF2-40B4-BE49-F238E27FC236}">
                <a16:creationId xmlns:a16="http://schemas.microsoft.com/office/drawing/2014/main" id="{03EA060B-B3FC-4061-885F-3DE5797B1248}"/>
              </a:ext>
            </a:extLst>
          </p:cNvPr>
          <p:cNvSpPr>
            <a:spLocks/>
          </p:cNvSpPr>
          <p:nvPr/>
        </p:nvSpPr>
        <p:spPr>
          <a:xfrm>
            <a:off x="3748500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2" name="text_6051">
            <a:extLst>
              <a:ext uri="{FF2B5EF4-FFF2-40B4-BE49-F238E27FC236}">
                <a16:creationId xmlns:a16="http://schemas.microsoft.com/office/drawing/2014/main" id="{92172741-DD8F-496D-A5A9-35882A742DC7}"/>
              </a:ext>
            </a:extLst>
          </p:cNvPr>
          <p:cNvSpPr>
            <a:spLocks/>
          </p:cNvSpPr>
          <p:nvPr/>
        </p:nvSpPr>
        <p:spPr>
          <a:xfrm>
            <a:off x="3651394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1723" name="text_6052">
            <a:extLst>
              <a:ext uri="{FF2B5EF4-FFF2-40B4-BE49-F238E27FC236}">
                <a16:creationId xmlns:a16="http://schemas.microsoft.com/office/drawing/2014/main" id="{43C9468C-E583-46BB-8FB7-0F1EFF6903A9}"/>
              </a:ext>
            </a:extLst>
          </p:cNvPr>
          <p:cNvSpPr>
            <a:spLocks/>
          </p:cNvSpPr>
          <p:nvPr/>
        </p:nvSpPr>
        <p:spPr>
          <a:xfrm>
            <a:off x="2128868" y="7128311"/>
            <a:ext cx="1574761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1724" name="data_6053">
            <a:extLst>
              <a:ext uri="{FF2B5EF4-FFF2-40B4-BE49-F238E27FC236}">
                <a16:creationId xmlns:a16="http://schemas.microsoft.com/office/drawing/2014/main" id="{1D51A49F-5956-40C4-A20A-197F9336CF4C}"/>
              </a:ext>
            </a:extLst>
          </p:cNvPr>
          <p:cNvSpPr>
            <a:spLocks/>
          </p:cNvSpPr>
          <p:nvPr/>
        </p:nvSpPr>
        <p:spPr>
          <a:xfrm>
            <a:off x="1143908" y="68557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5" name="text_6054">
            <a:extLst>
              <a:ext uri="{FF2B5EF4-FFF2-40B4-BE49-F238E27FC236}">
                <a16:creationId xmlns:a16="http://schemas.microsoft.com/office/drawing/2014/main" id="{CC2DAAA1-F5DE-4D61-89C5-5CAA1AA0D822}"/>
              </a:ext>
            </a:extLst>
          </p:cNvPr>
          <p:cNvSpPr>
            <a:spLocks/>
          </p:cNvSpPr>
          <p:nvPr/>
        </p:nvSpPr>
        <p:spPr>
          <a:xfrm>
            <a:off x="1017099" y="6798328"/>
            <a:ext cx="7360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26" name="data_6055">
            <a:extLst>
              <a:ext uri="{FF2B5EF4-FFF2-40B4-BE49-F238E27FC236}">
                <a16:creationId xmlns:a16="http://schemas.microsoft.com/office/drawing/2014/main" id="{6CEEBE6E-1ECF-40FB-B6CF-3C6731FEECE5}"/>
              </a:ext>
            </a:extLst>
          </p:cNvPr>
          <p:cNvSpPr>
            <a:spLocks/>
          </p:cNvSpPr>
          <p:nvPr/>
        </p:nvSpPr>
        <p:spPr>
          <a:xfrm>
            <a:off x="1143908" y="640914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7" name="text_6056">
            <a:extLst>
              <a:ext uri="{FF2B5EF4-FFF2-40B4-BE49-F238E27FC236}">
                <a16:creationId xmlns:a16="http://schemas.microsoft.com/office/drawing/2014/main" id="{48A3A6ED-27DA-47BC-BB50-778F7859F344}"/>
              </a:ext>
            </a:extLst>
          </p:cNvPr>
          <p:cNvSpPr>
            <a:spLocks/>
          </p:cNvSpPr>
          <p:nvPr/>
        </p:nvSpPr>
        <p:spPr>
          <a:xfrm>
            <a:off x="952362" y="6351691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728" name="data_6057">
            <a:extLst>
              <a:ext uri="{FF2B5EF4-FFF2-40B4-BE49-F238E27FC236}">
                <a16:creationId xmlns:a16="http://schemas.microsoft.com/office/drawing/2014/main" id="{E8AF4764-D34F-4589-8564-37B396228541}"/>
              </a:ext>
            </a:extLst>
          </p:cNvPr>
          <p:cNvSpPr>
            <a:spLocks/>
          </p:cNvSpPr>
          <p:nvPr/>
        </p:nvSpPr>
        <p:spPr>
          <a:xfrm>
            <a:off x="1143908" y="5962503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29" name="text_6058">
            <a:extLst>
              <a:ext uri="{FF2B5EF4-FFF2-40B4-BE49-F238E27FC236}">
                <a16:creationId xmlns:a16="http://schemas.microsoft.com/office/drawing/2014/main" id="{91425E86-F8D7-4F25-BAD8-A709441A262E}"/>
              </a:ext>
            </a:extLst>
          </p:cNvPr>
          <p:cNvSpPr>
            <a:spLocks/>
          </p:cNvSpPr>
          <p:nvPr/>
        </p:nvSpPr>
        <p:spPr>
          <a:xfrm>
            <a:off x="952362" y="5905054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730" name="data_6059">
            <a:extLst>
              <a:ext uri="{FF2B5EF4-FFF2-40B4-BE49-F238E27FC236}">
                <a16:creationId xmlns:a16="http://schemas.microsoft.com/office/drawing/2014/main" id="{54431E8A-E590-45D1-9747-A58B2CE43FE4}"/>
              </a:ext>
            </a:extLst>
          </p:cNvPr>
          <p:cNvSpPr>
            <a:spLocks/>
          </p:cNvSpPr>
          <p:nvPr/>
        </p:nvSpPr>
        <p:spPr>
          <a:xfrm>
            <a:off x="1143908" y="551586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31" name="text_6060">
            <a:extLst>
              <a:ext uri="{FF2B5EF4-FFF2-40B4-BE49-F238E27FC236}">
                <a16:creationId xmlns:a16="http://schemas.microsoft.com/office/drawing/2014/main" id="{64C3872D-C492-4E20-8DAF-1FD403CA389B}"/>
              </a:ext>
            </a:extLst>
          </p:cNvPr>
          <p:cNvSpPr>
            <a:spLocks/>
          </p:cNvSpPr>
          <p:nvPr/>
        </p:nvSpPr>
        <p:spPr>
          <a:xfrm>
            <a:off x="952362" y="5458417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1732" name="data_6061">
            <a:extLst>
              <a:ext uri="{FF2B5EF4-FFF2-40B4-BE49-F238E27FC236}">
                <a16:creationId xmlns:a16="http://schemas.microsoft.com/office/drawing/2014/main" id="{44A5AF08-24B3-437D-99D7-CE726207BA45}"/>
              </a:ext>
            </a:extLst>
          </p:cNvPr>
          <p:cNvSpPr>
            <a:spLocks/>
          </p:cNvSpPr>
          <p:nvPr/>
        </p:nvSpPr>
        <p:spPr>
          <a:xfrm>
            <a:off x="1143908" y="506922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33" name="text_6062">
            <a:extLst>
              <a:ext uri="{FF2B5EF4-FFF2-40B4-BE49-F238E27FC236}">
                <a16:creationId xmlns:a16="http://schemas.microsoft.com/office/drawing/2014/main" id="{9C19E770-F3F9-42E0-BBB5-352BBD994777}"/>
              </a:ext>
            </a:extLst>
          </p:cNvPr>
          <p:cNvSpPr>
            <a:spLocks/>
          </p:cNvSpPr>
          <p:nvPr/>
        </p:nvSpPr>
        <p:spPr>
          <a:xfrm>
            <a:off x="887624" y="5011780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34" name="text_6063">
            <a:extLst>
              <a:ext uri="{FF2B5EF4-FFF2-40B4-BE49-F238E27FC236}">
                <a16:creationId xmlns:a16="http://schemas.microsoft.com/office/drawing/2014/main" id="{340FB71C-1CE5-4332-8844-37B236C61767}"/>
              </a:ext>
            </a:extLst>
          </p:cNvPr>
          <p:cNvSpPr>
            <a:spLocks/>
          </p:cNvSpPr>
          <p:nvPr/>
        </p:nvSpPr>
        <p:spPr>
          <a:xfrm rot="-5400000">
            <a:off x="-96858" y="5878265"/>
            <a:ext cx="1743642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1735" name="data_6064">
            <a:extLst>
              <a:ext uri="{FF2B5EF4-FFF2-40B4-BE49-F238E27FC236}">
                <a16:creationId xmlns:a16="http://schemas.microsoft.com/office/drawing/2014/main" id="{02CC11B4-C6B8-4DA2-A7EE-CDE51CAC5635}"/>
              </a:ext>
            </a:extLst>
          </p:cNvPr>
          <p:cNvSpPr>
            <a:spLocks/>
          </p:cNvSpPr>
          <p:nvPr/>
        </p:nvSpPr>
        <p:spPr>
          <a:xfrm>
            <a:off x="1510368" y="6345745"/>
            <a:ext cx="343041" cy="510032"/>
          </a:xfrm>
          <a:custGeom>
            <a:avLst/>
            <a:gdLst/>
            <a:ahLst/>
            <a:cxnLst/>
            <a:rect l="0" t="0" r="0" b="0"/>
            <a:pathLst>
              <a:path w="343041" h="510032">
                <a:moveTo>
                  <a:pt x="0" y="510032"/>
                </a:moveTo>
                <a:lnTo>
                  <a:pt x="343041" y="510032"/>
                </a:lnTo>
                <a:lnTo>
                  <a:pt x="343041" y="0"/>
                </a:lnTo>
                <a:lnTo>
                  <a:pt x="0" y="0"/>
                </a:lnTo>
                <a:lnTo>
                  <a:pt x="0" y="510032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36" name="data_6065">
            <a:extLst>
              <a:ext uri="{FF2B5EF4-FFF2-40B4-BE49-F238E27FC236}">
                <a16:creationId xmlns:a16="http://schemas.microsoft.com/office/drawing/2014/main" id="{116EB9E1-CFA8-48A3-829E-C3E8CDEB7575}"/>
              </a:ext>
            </a:extLst>
          </p:cNvPr>
          <p:cNvSpPr>
            <a:spLocks/>
          </p:cNvSpPr>
          <p:nvPr/>
        </p:nvSpPr>
        <p:spPr>
          <a:xfrm>
            <a:off x="1903610" y="5863248"/>
            <a:ext cx="343041" cy="992529"/>
          </a:xfrm>
          <a:custGeom>
            <a:avLst/>
            <a:gdLst/>
            <a:ahLst/>
            <a:cxnLst/>
            <a:rect l="0" t="0" r="0" b="0"/>
            <a:pathLst>
              <a:path w="343041" h="992529">
                <a:moveTo>
                  <a:pt x="0" y="992529"/>
                </a:moveTo>
                <a:lnTo>
                  <a:pt x="343041" y="992529"/>
                </a:lnTo>
                <a:lnTo>
                  <a:pt x="343041" y="0"/>
                </a:lnTo>
                <a:lnTo>
                  <a:pt x="0" y="0"/>
                </a:lnTo>
                <a:lnTo>
                  <a:pt x="0" y="992529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37" name="data_6066">
            <a:extLst>
              <a:ext uri="{FF2B5EF4-FFF2-40B4-BE49-F238E27FC236}">
                <a16:creationId xmlns:a16="http://schemas.microsoft.com/office/drawing/2014/main" id="{81ED9AD9-A08A-4303-8B7C-9DD3AEE12288}"/>
              </a:ext>
            </a:extLst>
          </p:cNvPr>
          <p:cNvSpPr>
            <a:spLocks/>
          </p:cNvSpPr>
          <p:nvPr/>
        </p:nvSpPr>
        <p:spPr>
          <a:xfrm>
            <a:off x="2296852" y="5669495"/>
            <a:ext cx="343041" cy="1186283"/>
          </a:xfrm>
          <a:custGeom>
            <a:avLst/>
            <a:gdLst/>
            <a:ahLst/>
            <a:cxnLst/>
            <a:rect l="0" t="0" r="0" b="0"/>
            <a:pathLst>
              <a:path w="343041" h="1186283">
                <a:moveTo>
                  <a:pt x="0" y="1186283"/>
                </a:moveTo>
                <a:lnTo>
                  <a:pt x="343041" y="1186283"/>
                </a:lnTo>
                <a:lnTo>
                  <a:pt x="343041" y="0"/>
                </a:lnTo>
                <a:lnTo>
                  <a:pt x="0" y="0"/>
                </a:lnTo>
                <a:lnTo>
                  <a:pt x="0" y="1186283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38" name="data_6067">
            <a:extLst>
              <a:ext uri="{FF2B5EF4-FFF2-40B4-BE49-F238E27FC236}">
                <a16:creationId xmlns:a16="http://schemas.microsoft.com/office/drawing/2014/main" id="{D7268292-1BAD-4209-AE35-C75D3D1E01D5}"/>
              </a:ext>
            </a:extLst>
          </p:cNvPr>
          <p:cNvSpPr>
            <a:spLocks/>
          </p:cNvSpPr>
          <p:nvPr/>
        </p:nvSpPr>
        <p:spPr>
          <a:xfrm>
            <a:off x="3183738" y="6294786"/>
            <a:ext cx="343041" cy="560991"/>
          </a:xfrm>
          <a:custGeom>
            <a:avLst/>
            <a:gdLst/>
            <a:ahLst/>
            <a:cxnLst/>
            <a:rect l="0" t="0" r="0" b="0"/>
            <a:pathLst>
              <a:path w="343041" h="560991">
                <a:moveTo>
                  <a:pt x="0" y="560991"/>
                </a:moveTo>
                <a:lnTo>
                  <a:pt x="343041" y="560991"/>
                </a:lnTo>
                <a:lnTo>
                  <a:pt x="343041" y="0"/>
                </a:lnTo>
                <a:lnTo>
                  <a:pt x="0" y="0"/>
                </a:lnTo>
                <a:lnTo>
                  <a:pt x="0" y="560991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39" name="data_6068">
            <a:extLst>
              <a:ext uri="{FF2B5EF4-FFF2-40B4-BE49-F238E27FC236}">
                <a16:creationId xmlns:a16="http://schemas.microsoft.com/office/drawing/2014/main" id="{9EF5ADEB-09F5-45CF-9FE1-874150813379}"/>
              </a:ext>
            </a:extLst>
          </p:cNvPr>
          <p:cNvSpPr>
            <a:spLocks/>
          </p:cNvSpPr>
          <p:nvPr/>
        </p:nvSpPr>
        <p:spPr>
          <a:xfrm>
            <a:off x="3576980" y="5725034"/>
            <a:ext cx="343041" cy="1130743"/>
          </a:xfrm>
          <a:custGeom>
            <a:avLst/>
            <a:gdLst/>
            <a:ahLst/>
            <a:cxnLst/>
            <a:rect l="0" t="0" r="0" b="0"/>
            <a:pathLst>
              <a:path w="343041" h="1130743">
                <a:moveTo>
                  <a:pt x="0" y="1130743"/>
                </a:moveTo>
                <a:lnTo>
                  <a:pt x="343041" y="1130743"/>
                </a:lnTo>
                <a:lnTo>
                  <a:pt x="343041" y="0"/>
                </a:lnTo>
                <a:lnTo>
                  <a:pt x="0" y="0"/>
                </a:lnTo>
                <a:lnTo>
                  <a:pt x="0" y="1130743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40" name="data_6069">
            <a:extLst>
              <a:ext uri="{FF2B5EF4-FFF2-40B4-BE49-F238E27FC236}">
                <a16:creationId xmlns:a16="http://schemas.microsoft.com/office/drawing/2014/main" id="{8E3E5AE1-276A-4083-9392-4B958D06FAC2}"/>
              </a:ext>
            </a:extLst>
          </p:cNvPr>
          <p:cNvSpPr>
            <a:spLocks/>
          </p:cNvSpPr>
          <p:nvPr/>
        </p:nvSpPr>
        <p:spPr>
          <a:xfrm>
            <a:off x="3970222" y="5574530"/>
            <a:ext cx="343041" cy="1281248"/>
          </a:xfrm>
          <a:custGeom>
            <a:avLst/>
            <a:gdLst/>
            <a:ahLst/>
            <a:cxnLst/>
            <a:rect l="0" t="0" r="0" b="0"/>
            <a:pathLst>
              <a:path w="343041" h="1281248">
                <a:moveTo>
                  <a:pt x="0" y="1281248"/>
                </a:moveTo>
                <a:lnTo>
                  <a:pt x="343041" y="1281248"/>
                </a:lnTo>
                <a:lnTo>
                  <a:pt x="343041" y="0"/>
                </a:lnTo>
                <a:lnTo>
                  <a:pt x="0" y="0"/>
                </a:lnTo>
                <a:lnTo>
                  <a:pt x="0" y="1281248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41" name="data_6070">
            <a:extLst>
              <a:ext uri="{FF2B5EF4-FFF2-40B4-BE49-F238E27FC236}">
                <a16:creationId xmlns:a16="http://schemas.microsoft.com/office/drawing/2014/main" id="{0B667045-2F0B-4997-A6AE-83707917DB3A}"/>
              </a:ext>
            </a:extLst>
          </p:cNvPr>
          <p:cNvSpPr>
            <a:spLocks/>
          </p:cNvSpPr>
          <p:nvPr/>
        </p:nvSpPr>
        <p:spPr>
          <a:xfrm>
            <a:off x="1188244" y="5069229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42" name="data_6071">
            <a:extLst>
              <a:ext uri="{FF2B5EF4-FFF2-40B4-BE49-F238E27FC236}">
                <a16:creationId xmlns:a16="http://schemas.microsoft.com/office/drawing/2014/main" id="{1B233C02-CBAB-4020-AF7F-4FD37992AB16}"/>
              </a:ext>
            </a:extLst>
          </p:cNvPr>
          <p:cNvSpPr>
            <a:spLocks/>
          </p:cNvSpPr>
          <p:nvPr/>
        </p:nvSpPr>
        <p:spPr>
          <a:xfrm>
            <a:off x="1188244" y="68557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43" name="data_6072">
            <a:extLst>
              <a:ext uri="{FF2B5EF4-FFF2-40B4-BE49-F238E27FC236}">
                <a16:creationId xmlns:a16="http://schemas.microsoft.com/office/drawing/2014/main" id="{D49D513D-52B3-4CFF-B75F-A9D588D1FE5B}"/>
              </a:ext>
            </a:extLst>
          </p:cNvPr>
          <p:cNvSpPr>
            <a:spLocks/>
          </p:cNvSpPr>
          <p:nvPr/>
        </p:nvSpPr>
        <p:spPr>
          <a:xfrm>
            <a:off x="1681888" y="6257106"/>
            <a:ext cx="191" cy="175444"/>
          </a:xfrm>
          <a:custGeom>
            <a:avLst/>
            <a:gdLst/>
            <a:ahLst/>
            <a:cxnLst/>
            <a:rect l="0" t="0" r="0" b="0"/>
            <a:pathLst>
              <a:path w="191" h="175444">
                <a:moveTo>
                  <a:pt x="0" y="175444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4" name="data_6073">
            <a:extLst>
              <a:ext uri="{FF2B5EF4-FFF2-40B4-BE49-F238E27FC236}">
                <a16:creationId xmlns:a16="http://schemas.microsoft.com/office/drawing/2014/main" id="{A16C2B2E-6D8A-45B1-8CCF-14B17BE32971}"/>
              </a:ext>
            </a:extLst>
          </p:cNvPr>
          <p:cNvSpPr>
            <a:spLocks/>
          </p:cNvSpPr>
          <p:nvPr/>
        </p:nvSpPr>
        <p:spPr>
          <a:xfrm>
            <a:off x="1623320" y="643254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5" name="data_6074">
            <a:extLst>
              <a:ext uri="{FF2B5EF4-FFF2-40B4-BE49-F238E27FC236}">
                <a16:creationId xmlns:a16="http://schemas.microsoft.com/office/drawing/2014/main" id="{8F4552EE-897B-4991-8C3C-963B500EAD3D}"/>
              </a:ext>
            </a:extLst>
          </p:cNvPr>
          <p:cNvSpPr>
            <a:spLocks/>
          </p:cNvSpPr>
          <p:nvPr/>
        </p:nvSpPr>
        <p:spPr>
          <a:xfrm>
            <a:off x="1623320" y="6257106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6" name="text_6075">
            <a:extLst>
              <a:ext uri="{FF2B5EF4-FFF2-40B4-BE49-F238E27FC236}">
                <a16:creationId xmlns:a16="http://schemas.microsoft.com/office/drawing/2014/main" id="{29017856-142F-48A4-AE30-F1B6FBD5AD8E}"/>
              </a:ext>
            </a:extLst>
          </p:cNvPr>
          <p:cNvSpPr>
            <a:spLocks/>
          </p:cNvSpPr>
          <p:nvPr/>
        </p:nvSpPr>
        <p:spPr>
          <a:xfrm>
            <a:off x="1568693" y="6076358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28.5</a:t>
            </a:r>
          </a:p>
        </p:txBody>
      </p:sp>
      <p:sp>
        <p:nvSpPr>
          <p:cNvPr id="1747" name="data_6076">
            <a:extLst>
              <a:ext uri="{FF2B5EF4-FFF2-40B4-BE49-F238E27FC236}">
                <a16:creationId xmlns:a16="http://schemas.microsoft.com/office/drawing/2014/main" id="{A427CE52-DDC5-4E8D-92E2-B45F28D92DFB}"/>
              </a:ext>
            </a:extLst>
          </p:cNvPr>
          <p:cNvSpPr>
            <a:spLocks/>
          </p:cNvSpPr>
          <p:nvPr/>
        </p:nvSpPr>
        <p:spPr>
          <a:xfrm>
            <a:off x="2075130" y="5776585"/>
            <a:ext cx="191" cy="175689"/>
          </a:xfrm>
          <a:custGeom>
            <a:avLst/>
            <a:gdLst/>
            <a:ahLst/>
            <a:cxnLst/>
            <a:rect l="0" t="0" r="0" b="0"/>
            <a:pathLst>
              <a:path w="191" h="175689">
                <a:moveTo>
                  <a:pt x="0" y="175689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8" name="data_6077">
            <a:extLst>
              <a:ext uri="{FF2B5EF4-FFF2-40B4-BE49-F238E27FC236}">
                <a16:creationId xmlns:a16="http://schemas.microsoft.com/office/drawing/2014/main" id="{76F284C3-5522-419C-80A2-88501026F387}"/>
              </a:ext>
            </a:extLst>
          </p:cNvPr>
          <p:cNvSpPr>
            <a:spLocks/>
          </p:cNvSpPr>
          <p:nvPr/>
        </p:nvSpPr>
        <p:spPr>
          <a:xfrm>
            <a:off x="2016562" y="5952274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49" name="data_6078">
            <a:extLst>
              <a:ext uri="{FF2B5EF4-FFF2-40B4-BE49-F238E27FC236}">
                <a16:creationId xmlns:a16="http://schemas.microsoft.com/office/drawing/2014/main" id="{5E728700-35E5-4721-A4B2-7A5ED5A48C88}"/>
              </a:ext>
            </a:extLst>
          </p:cNvPr>
          <p:cNvSpPr>
            <a:spLocks/>
          </p:cNvSpPr>
          <p:nvPr/>
        </p:nvSpPr>
        <p:spPr>
          <a:xfrm>
            <a:off x="2016562" y="577658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0" name="text_6079">
            <a:extLst>
              <a:ext uri="{FF2B5EF4-FFF2-40B4-BE49-F238E27FC236}">
                <a16:creationId xmlns:a16="http://schemas.microsoft.com/office/drawing/2014/main" id="{D52073ED-ABBB-4C03-8BDC-DCD8A06D7239}"/>
              </a:ext>
            </a:extLst>
          </p:cNvPr>
          <p:cNvSpPr>
            <a:spLocks/>
          </p:cNvSpPr>
          <p:nvPr/>
        </p:nvSpPr>
        <p:spPr>
          <a:xfrm>
            <a:off x="1961935" y="5595837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55.6</a:t>
            </a:r>
          </a:p>
        </p:txBody>
      </p:sp>
      <p:sp>
        <p:nvSpPr>
          <p:cNvPr id="1751" name="data_6080">
            <a:extLst>
              <a:ext uri="{FF2B5EF4-FFF2-40B4-BE49-F238E27FC236}">
                <a16:creationId xmlns:a16="http://schemas.microsoft.com/office/drawing/2014/main" id="{4649DB7D-865F-4712-8A21-D2575A9418EF}"/>
              </a:ext>
            </a:extLst>
          </p:cNvPr>
          <p:cNvSpPr>
            <a:spLocks/>
          </p:cNvSpPr>
          <p:nvPr/>
        </p:nvSpPr>
        <p:spPr>
          <a:xfrm>
            <a:off x="2468372" y="5587215"/>
            <a:ext cx="191" cy="168398"/>
          </a:xfrm>
          <a:custGeom>
            <a:avLst/>
            <a:gdLst/>
            <a:ahLst/>
            <a:cxnLst/>
            <a:rect l="0" t="0" r="0" b="0"/>
            <a:pathLst>
              <a:path w="191" h="168398">
                <a:moveTo>
                  <a:pt x="0" y="168398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2" name="data_6081">
            <a:extLst>
              <a:ext uri="{FF2B5EF4-FFF2-40B4-BE49-F238E27FC236}">
                <a16:creationId xmlns:a16="http://schemas.microsoft.com/office/drawing/2014/main" id="{700DE089-2721-41B9-AA54-D02D1295D0E8}"/>
              </a:ext>
            </a:extLst>
          </p:cNvPr>
          <p:cNvSpPr>
            <a:spLocks/>
          </p:cNvSpPr>
          <p:nvPr/>
        </p:nvSpPr>
        <p:spPr>
          <a:xfrm>
            <a:off x="2409804" y="575561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3" name="data_6082">
            <a:extLst>
              <a:ext uri="{FF2B5EF4-FFF2-40B4-BE49-F238E27FC236}">
                <a16:creationId xmlns:a16="http://schemas.microsoft.com/office/drawing/2014/main" id="{3B3D1689-F0F7-4550-9F33-C7C21901760C}"/>
              </a:ext>
            </a:extLst>
          </p:cNvPr>
          <p:cNvSpPr>
            <a:spLocks/>
          </p:cNvSpPr>
          <p:nvPr/>
        </p:nvSpPr>
        <p:spPr>
          <a:xfrm>
            <a:off x="2409804" y="558721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4" name="text_6083">
            <a:extLst>
              <a:ext uri="{FF2B5EF4-FFF2-40B4-BE49-F238E27FC236}">
                <a16:creationId xmlns:a16="http://schemas.microsoft.com/office/drawing/2014/main" id="{B618A664-8328-4987-AB3F-2573A625BBD2}"/>
              </a:ext>
            </a:extLst>
          </p:cNvPr>
          <p:cNvSpPr>
            <a:spLocks/>
          </p:cNvSpPr>
          <p:nvPr/>
        </p:nvSpPr>
        <p:spPr>
          <a:xfrm>
            <a:off x="2355177" y="5406467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66.4</a:t>
            </a:r>
          </a:p>
        </p:txBody>
      </p:sp>
      <p:sp>
        <p:nvSpPr>
          <p:cNvPr id="1755" name="data_6084">
            <a:extLst>
              <a:ext uri="{FF2B5EF4-FFF2-40B4-BE49-F238E27FC236}">
                <a16:creationId xmlns:a16="http://schemas.microsoft.com/office/drawing/2014/main" id="{37E378AC-D8AE-4A2B-8B93-65340CDA1DE9}"/>
              </a:ext>
            </a:extLst>
          </p:cNvPr>
          <p:cNvSpPr>
            <a:spLocks/>
          </p:cNvSpPr>
          <p:nvPr/>
        </p:nvSpPr>
        <p:spPr>
          <a:xfrm>
            <a:off x="3355258" y="6199615"/>
            <a:ext cx="191" cy="185462"/>
          </a:xfrm>
          <a:custGeom>
            <a:avLst/>
            <a:gdLst/>
            <a:ahLst/>
            <a:cxnLst/>
            <a:rect l="0" t="0" r="0" b="0"/>
            <a:pathLst>
              <a:path w="191" h="185462">
                <a:moveTo>
                  <a:pt x="0" y="185462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6" name="data_6085">
            <a:extLst>
              <a:ext uri="{FF2B5EF4-FFF2-40B4-BE49-F238E27FC236}">
                <a16:creationId xmlns:a16="http://schemas.microsoft.com/office/drawing/2014/main" id="{F0F13285-A567-42AA-8744-732D074BC706}"/>
              </a:ext>
            </a:extLst>
          </p:cNvPr>
          <p:cNvSpPr>
            <a:spLocks/>
          </p:cNvSpPr>
          <p:nvPr/>
        </p:nvSpPr>
        <p:spPr>
          <a:xfrm>
            <a:off x="3296690" y="6385077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7" name="data_6086">
            <a:extLst>
              <a:ext uri="{FF2B5EF4-FFF2-40B4-BE49-F238E27FC236}">
                <a16:creationId xmlns:a16="http://schemas.microsoft.com/office/drawing/2014/main" id="{713CC544-AFBA-4E67-A1E4-0CAC3730F76A}"/>
              </a:ext>
            </a:extLst>
          </p:cNvPr>
          <p:cNvSpPr>
            <a:spLocks/>
          </p:cNvSpPr>
          <p:nvPr/>
        </p:nvSpPr>
        <p:spPr>
          <a:xfrm>
            <a:off x="3296690" y="619961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58" name="text_6087">
            <a:extLst>
              <a:ext uri="{FF2B5EF4-FFF2-40B4-BE49-F238E27FC236}">
                <a16:creationId xmlns:a16="http://schemas.microsoft.com/office/drawing/2014/main" id="{E806D68E-74BA-462B-BE80-90B9FFF5F150}"/>
              </a:ext>
            </a:extLst>
          </p:cNvPr>
          <p:cNvSpPr>
            <a:spLocks/>
          </p:cNvSpPr>
          <p:nvPr/>
        </p:nvSpPr>
        <p:spPr>
          <a:xfrm>
            <a:off x="3242063" y="6018867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31.4</a:t>
            </a:r>
          </a:p>
        </p:txBody>
      </p:sp>
      <p:sp>
        <p:nvSpPr>
          <p:cNvPr id="1759" name="data_6088">
            <a:extLst>
              <a:ext uri="{FF2B5EF4-FFF2-40B4-BE49-F238E27FC236}">
                <a16:creationId xmlns:a16="http://schemas.microsoft.com/office/drawing/2014/main" id="{8180C1CD-71B4-4D0F-ADB6-CE2C057D8B83}"/>
              </a:ext>
            </a:extLst>
          </p:cNvPr>
          <p:cNvSpPr>
            <a:spLocks/>
          </p:cNvSpPr>
          <p:nvPr/>
        </p:nvSpPr>
        <p:spPr>
          <a:xfrm>
            <a:off x="3748500" y="5634481"/>
            <a:ext cx="191" cy="182195"/>
          </a:xfrm>
          <a:custGeom>
            <a:avLst/>
            <a:gdLst/>
            <a:ahLst/>
            <a:cxnLst/>
            <a:rect l="0" t="0" r="0" b="0"/>
            <a:pathLst>
              <a:path w="191" h="182195">
                <a:moveTo>
                  <a:pt x="0" y="182195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0" name="data_6089">
            <a:extLst>
              <a:ext uri="{FF2B5EF4-FFF2-40B4-BE49-F238E27FC236}">
                <a16:creationId xmlns:a16="http://schemas.microsoft.com/office/drawing/2014/main" id="{5ACFBDA3-884D-4CC7-911B-F2AE61FF65F2}"/>
              </a:ext>
            </a:extLst>
          </p:cNvPr>
          <p:cNvSpPr>
            <a:spLocks/>
          </p:cNvSpPr>
          <p:nvPr/>
        </p:nvSpPr>
        <p:spPr>
          <a:xfrm>
            <a:off x="3689932" y="581667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1" name="data_6090">
            <a:extLst>
              <a:ext uri="{FF2B5EF4-FFF2-40B4-BE49-F238E27FC236}">
                <a16:creationId xmlns:a16="http://schemas.microsoft.com/office/drawing/2014/main" id="{A7F24366-7148-40BA-8DAA-7AC659856E51}"/>
              </a:ext>
            </a:extLst>
          </p:cNvPr>
          <p:cNvSpPr>
            <a:spLocks/>
          </p:cNvSpPr>
          <p:nvPr/>
        </p:nvSpPr>
        <p:spPr>
          <a:xfrm>
            <a:off x="3689932" y="5634481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2" name="text_6091">
            <a:extLst>
              <a:ext uri="{FF2B5EF4-FFF2-40B4-BE49-F238E27FC236}">
                <a16:creationId xmlns:a16="http://schemas.microsoft.com/office/drawing/2014/main" id="{0D853833-E00E-44C3-AFC3-70F0ABDDF4A2}"/>
              </a:ext>
            </a:extLst>
          </p:cNvPr>
          <p:cNvSpPr>
            <a:spLocks/>
          </p:cNvSpPr>
          <p:nvPr/>
        </p:nvSpPr>
        <p:spPr>
          <a:xfrm>
            <a:off x="3635305" y="5453733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63.3</a:t>
            </a:r>
          </a:p>
        </p:txBody>
      </p:sp>
      <p:sp>
        <p:nvSpPr>
          <p:cNvPr id="1763" name="data_6092">
            <a:extLst>
              <a:ext uri="{FF2B5EF4-FFF2-40B4-BE49-F238E27FC236}">
                <a16:creationId xmlns:a16="http://schemas.microsoft.com/office/drawing/2014/main" id="{745283FA-963D-41ED-91A9-B290808879F0}"/>
              </a:ext>
            </a:extLst>
          </p:cNvPr>
          <p:cNvSpPr>
            <a:spLocks/>
          </p:cNvSpPr>
          <p:nvPr/>
        </p:nvSpPr>
        <p:spPr>
          <a:xfrm>
            <a:off x="4141742" y="5491743"/>
            <a:ext cx="191" cy="169049"/>
          </a:xfrm>
          <a:custGeom>
            <a:avLst/>
            <a:gdLst/>
            <a:ahLst/>
            <a:cxnLst/>
            <a:rect l="0" t="0" r="0" b="0"/>
            <a:pathLst>
              <a:path w="191" h="169049">
                <a:moveTo>
                  <a:pt x="0" y="169049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4" name="data_6093">
            <a:extLst>
              <a:ext uri="{FF2B5EF4-FFF2-40B4-BE49-F238E27FC236}">
                <a16:creationId xmlns:a16="http://schemas.microsoft.com/office/drawing/2014/main" id="{119F253C-F0CA-4E09-9F67-A13CD82AA851}"/>
              </a:ext>
            </a:extLst>
          </p:cNvPr>
          <p:cNvSpPr>
            <a:spLocks/>
          </p:cNvSpPr>
          <p:nvPr/>
        </p:nvSpPr>
        <p:spPr>
          <a:xfrm>
            <a:off x="4083174" y="5660792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5" name="data_6094">
            <a:extLst>
              <a:ext uri="{FF2B5EF4-FFF2-40B4-BE49-F238E27FC236}">
                <a16:creationId xmlns:a16="http://schemas.microsoft.com/office/drawing/2014/main" id="{10DF22EE-ADD6-47FB-B256-42FA166AFFBC}"/>
              </a:ext>
            </a:extLst>
          </p:cNvPr>
          <p:cNvSpPr>
            <a:spLocks/>
          </p:cNvSpPr>
          <p:nvPr/>
        </p:nvSpPr>
        <p:spPr>
          <a:xfrm>
            <a:off x="4083174" y="549174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66" name="text_6095">
            <a:extLst>
              <a:ext uri="{FF2B5EF4-FFF2-40B4-BE49-F238E27FC236}">
                <a16:creationId xmlns:a16="http://schemas.microsoft.com/office/drawing/2014/main" id="{D9E6905C-8774-4D21-A7F9-089530359389}"/>
              </a:ext>
            </a:extLst>
          </p:cNvPr>
          <p:cNvSpPr>
            <a:spLocks/>
          </p:cNvSpPr>
          <p:nvPr/>
        </p:nvSpPr>
        <p:spPr>
          <a:xfrm>
            <a:off x="4028547" y="5310996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71.7</a:t>
            </a:r>
          </a:p>
        </p:txBody>
      </p:sp>
      <p:sp>
        <p:nvSpPr>
          <p:cNvPr id="1767" name="text_6096">
            <a:extLst>
              <a:ext uri="{FF2B5EF4-FFF2-40B4-BE49-F238E27FC236}">
                <a16:creationId xmlns:a16="http://schemas.microsoft.com/office/drawing/2014/main" id="{F1EF975F-ABD9-425E-A0D3-E474D0E12D63}"/>
              </a:ext>
            </a:extLst>
          </p:cNvPr>
          <p:cNvSpPr>
            <a:spLocks/>
          </p:cNvSpPr>
          <p:nvPr/>
        </p:nvSpPr>
        <p:spPr>
          <a:xfrm>
            <a:off x="709414" y="4755829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768" name="text_6097">
            <a:extLst>
              <a:ext uri="{FF2B5EF4-FFF2-40B4-BE49-F238E27FC236}">
                <a16:creationId xmlns:a16="http://schemas.microsoft.com/office/drawing/2014/main" id="{F2C69556-6842-46AB-82AC-39497F39A2E9}"/>
              </a:ext>
            </a:extLst>
          </p:cNvPr>
          <p:cNvSpPr>
            <a:spLocks/>
          </p:cNvSpPr>
          <p:nvPr/>
        </p:nvSpPr>
        <p:spPr>
          <a:xfrm>
            <a:off x="1188244" y="4778402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1769" name="data_6098">
            <a:extLst>
              <a:ext uri="{FF2B5EF4-FFF2-40B4-BE49-F238E27FC236}">
                <a16:creationId xmlns:a16="http://schemas.microsoft.com/office/drawing/2014/main" id="{A54FE5B9-4D1C-463D-818C-9D6491DC8F9B}"/>
              </a:ext>
            </a:extLst>
          </p:cNvPr>
          <p:cNvSpPr>
            <a:spLocks/>
          </p:cNvSpPr>
          <p:nvPr/>
        </p:nvSpPr>
        <p:spPr>
          <a:xfrm>
            <a:off x="5704001" y="5069229"/>
            <a:ext cx="3447143" cy="1786548"/>
          </a:xfrm>
          <a:custGeom>
            <a:avLst/>
            <a:gdLst/>
            <a:ahLst/>
            <a:cxnLst/>
            <a:rect l="0" t="0" r="0" b="0"/>
            <a:pathLst>
              <a:path w="3447143" h="1786548">
                <a:moveTo>
                  <a:pt x="0" y="1786548"/>
                </a:moveTo>
                <a:lnTo>
                  <a:pt x="3447143" y="1786548"/>
                </a:lnTo>
                <a:lnTo>
                  <a:pt x="3447143" y="0"/>
                </a:lnTo>
                <a:lnTo>
                  <a:pt x="0" y="0"/>
                </a:lnTo>
                <a:lnTo>
                  <a:pt x="0" y="178654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70" name="data_6099">
            <a:extLst>
              <a:ext uri="{FF2B5EF4-FFF2-40B4-BE49-F238E27FC236}">
                <a16:creationId xmlns:a16="http://schemas.microsoft.com/office/drawing/2014/main" id="{7F3EA663-9101-4188-BC79-874C88EE5709}"/>
              </a:ext>
            </a:extLst>
          </p:cNvPr>
          <p:cNvSpPr>
            <a:spLocks/>
          </p:cNvSpPr>
          <p:nvPr/>
        </p:nvSpPr>
        <p:spPr>
          <a:xfrm>
            <a:off x="6590887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1" name="text_6100">
            <a:extLst>
              <a:ext uri="{FF2B5EF4-FFF2-40B4-BE49-F238E27FC236}">
                <a16:creationId xmlns:a16="http://schemas.microsoft.com/office/drawing/2014/main" id="{FE1444EA-5C84-4CCA-8788-B1FB21037FE7}"/>
              </a:ext>
            </a:extLst>
          </p:cNvPr>
          <p:cNvSpPr>
            <a:spLocks/>
          </p:cNvSpPr>
          <p:nvPr/>
        </p:nvSpPr>
        <p:spPr>
          <a:xfrm>
            <a:off x="6493781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72" name="data_6101">
            <a:extLst>
              <a:ext uri="{FF2B5EF4-FFF2-40B4-BE49-F238E27FC236}">
                <a16:creationId xmlns:a16="http://schemas.microsoft.com/office/drawing/2014/main" id="{7F25AAD4-D060-47E8-B0F2-96DAF6055686}"/>
              </a:ext>
            </a:extLst>
          </p:cNvPr>
          <p:cNvSpPr>
            <a:spLocks/>
          </p:cNvSpPr>
          <p:nvPr/>
        </p:nvSpPr>
        <p:spPr>
          <a:xfrm>
            <a:off x="8264257" y="6855778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3" name="text_6102">
            <a:extLst>
              <a:ext uri="{FF2B5EF4-FFF2-40B4-BE49-F238E27FC236}">
                <a16:creationId xmlns:a16="http://schemas.microsoft.com/office/drawing/2014/main" id="{54353108-0D81-4F23-9806-9EE9EF605987}"/>
              </a:ext>
            </a:extLst>
          </p:cNvPr>
          <p:cNvSpPr>
            <a:spLocks/>
          </p:cNvSpPr>
          <p:nvPr/>
        </p:nvSpPr>
        <p:spPr>
          <a:xfrm>
            <a:off x="8167151" y="6948158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1774" name="text_6103">
            <a:extLst>
              <a:ext uri="{FF2B5EF4-FFF2-40B4-BE49-F238E27FC236}">
                <a16:creationId xmlns:a16="http://schemas.microsoft.com/office/drawing/2014/main" id="{FA557551-F6A8-46FB-8447-7F6A1C0C86FF}"/>
              </a:ext>
            </a:extLst>
          </p:cNvPr>
          <p:cNvSpPr>
            <a:spLocks/>
          </p:cNvSpPr>
          <p:nvPr/>
        </p:nvSpPr>
        <p:spPr>
          <a:xfrm>
            <a:off x="6644625" y="7128311"/>
            <a:ext cx="1574761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1775" name="data_6104">
            <a:extLst>
              <a:ext uri="{FF2B5EF4-FFF2-40B4-BE49-F238E27FC236}">
                <a16:creationId xmlns:a16="http://schemas.microsoft.com/office/drawing/2014/main" id="{6C432E0E-7536-4630-8361-AFE40C37F4E7}"/>
              </a:ext>
            </a:extLst>
          </p:cNvPr>
          <p:cNvSpPr>
            <a:spLocks/>
          </p:cNvSpPr>
          <p:nvPr/>
        </p:nvSpPr>
        <p:spPr>
          <a:xfrm>
            <a:off x="5659665" y="6855778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6" name="text_6105">
            <a:extLst>
              <a:ext uri="{FF2B5EF4-FFF2-40B4-BE49-F238E27FC236}">
                <a16:creationId xmlns:a16="http://schemas.microsoft.com/office/drawing/2014/main" id="{5D7900CC-CB3F-4BE1-893E-F1022C8AC075}"/>
              </a:ext>
            </a:extLst>
          </p:cNvPr>
          <p:cNvSpPr>
            <a:spLocks/>
          </p:cNvSpPr>
          <p:nvPr/>
        </p:nvSpPr>
        <p:spPr>
          <a:xfrm>
            <a:off x="5532857" y="6798328"/>
            <a:ext cx="7360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777" name="data_6106">
            <a:extLst>
              <a:ext uri="{FF2B5EF4-FFF2-40B4-BE49-F238E27FC236}">
                <a16:creationId xmlns:a16="http://schemas.microsoft.com/office/drawing/2014/main" id="{DB51FBFD-BFCA-4B15-BD8C-F53F28895490}"/>
              </a:ext>
            </a:extLst>
          </p:cNvPr>
          <p:cNvSpPr>
            <a:spLocks/>
          </p:cNvSpPr>
          <p:nvPr/>
        </p:nvSpPr>
        <p:spPr>
          <a:xfrm>
            <a:off x="5659665" y="6409140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78" name="text_6107">
            <a:extLst>
              <a:ext uri="{FF2B5EF4-FFF2-40B4-BE49-F238E27FC236}">
                <a16:creationId xmlns:a16="http://schemas.microsoft.com/office/drawing/2014/main" id="{368A56B3-3966-4609-8005-0340DB0955BE}"/>
              </a:ext>
            </a:extLst>
          </p:cNvPr>
          <p:cNvSpPr>
            <a:spLocks/>
          </p:cNvSpPr>
          <p:nvPr/>
        </p:nvSpPr>
        <p:spPr>
          <a:xfrm>
            <a:off x="5468119" y="6351691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sp>
        <p:nvSpPr>
          <p:cNvPr id="1779" name="data_6108">
            <a:extLst>
              <a:ext uri="{FF2B5EF4-FFF2-40B4-BE49-F238E27FC236}">
                <a16:creationId xmlns:a16="http://schemas.microsoft.com/office/drawing/2014/main" id="{212C81E8-21DE-433F-85E1-4AEBA1F973D2}"/>
              </a:ext>
            </a:extLst>
          </p:cNvPr>
          <p:cNvSpPr>
            <a:spLocks/>
          </p:cNvSpPr>
          <p:nvPr/>
        </p:nvSpPr>
        <p:spPr>
          <a:xfrm>
            <a:off x="5659665" y="5962503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0" name="text_6109">
            <a:extLst>
              <a:ext uri="{FF2B5EF4-FFF2-40B4-BE49-F238E27FC236}">
                <a16:creationId xmlns:a16="http://schemas.microsoft.com/office/drawing/2014/main" id="{9A4DB5F5-FF72-46FB-91F6-66FD6FC760FF}"/>
              </a:ext>
            </a:extLst>
          </p:cNvPr>
          <p:cNvSpPr>
            <a:spLocks/>
          </p:cNvSpPr>
          <p:nvPr/>
        </p:nvSpPr>
        <p:spPr>
          <a:xfrm>
            <a:off x="5468119" y="5905054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781" name="data_6110">
            <a:extLst>
              <a:ext uri="{FF2B5EF4-FFF2-40B4-BE49-F238E27FC236}">
                <a16:creationId xmlns:a16="http://schemas.microsoft.com/office/drawing/2014/main" id="{40E597F6-B769-4C29-8357-6B686A24B21F}"/>
              </a:ext>
            </a:extLst>
          </p:cNvPr>
          <p:cNvSpPr>
            <a:spLocks/>
          </p:cNvSpPr>
          <p:nvPr/>
        </p:nvSpPr>
        <p:spPr>
          <a:xfrm>
            <a:off x="5659665" y="551586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2" name="text_6111">
            <a:extLst>
              <a:ext uri="{FF2B5EF4-FFF2-40B4-BE49-F238E27FC236}">
                <a16:creationId xmlns:a16="http://schemas.microsoft.com/office/drawing/2014/main" id="{EB19D386-52A7-4227-BF95-8ACEE1A3864F}"/>
              </a:ext>
            </a:extLst>
          </p:cNvPr>
          <p:cNvSpPr>
            <a:spLocks/>
          </p:cNvSpPr>
          <p:nvPr/>
        </p:nvSpPr>
        <p:spPr>
          <a:xfrm>
            <a:off x="5468119" y="5458417"/>
            <a:ext cx="1383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75</a:t>
            </a:r>
          </a:p>
        </p:txBody>
      </p:sp>
      <p:sp>
        <p:nvSpPr>
          <p:cNvPr id="1783" name="data_6112">
            <a:extLst>
              <a:ext uri="{FF2B5EF4-FFF2-40B4-BE49-F238E27FC236}">
                <a16:creationId xmlns:a16="http://schemas.microsoft.com/office/drawing/2014/main" id="{7CB6C252-1337-4EF5-9FA2-DFBCA7F8DCFA}"/>
              </a:ext>
            </a:extLst>
          </p:cNvPr>
          <p:cNvSpPr>
            <a:spLocks/>
          </p:cNvSpPr>
          <p:nvPr/>
        </p:nvSpPr>
        <p:spPr>
          <a:xfrm>
            <a:off x="5659665" y="5069229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1784" name="text_6113">
            <a:extLst>
              <a:ext uri="{FF2B5EF4-FFF2-40B4-BE49-F238E27FC236}">
                <a16:creationId xmlns:a16="http://schemas.microsoft.com/office/drawing/2014/main" id="{EBB49945-2746-45B5-8927-2572F078E587}"/>
              </a:ext>
            </a:extLst>
          </p:cNvPr>
          <p:cNvSpPr>
            <a:spLocks/>
          </p:cNvSpPr>
          <p:nvPr/>
        </p:nvSpPr>
        <p:spPr>
          <a:xfrm>
            <a:off x="5403381" y="5011780"/>
            <a:ext cx="203081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785" name="text_6114">
            <a:extLst>
              <a:ext uri="{FF2B5EF4-FFF2-40B4-BE49-F238E27FC236}">
                <a16:creationId xmlns:a16="http://schemas.microsoft.com/office/drawing/2014/main" id="{F3D7EA09-9E7A-4CD3-B3E5-BAA39778C439}"/>
              </a:ext>
            </a:extLst>
          </p:cNvPr>
          <p:cNvSpPr>
            <a:spLocks/>
          </p:cNvSpPr>
          <p:nvPr/>
        </p:nvSpPr>
        <p:spPr>
          <a:xfrm rot="-5400000">
            <a:off x="4418899" y="5878265"/>
            <a:ext cx="1743642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 detection completion (%)</a:t>
            </a:r>
          </a:p>
        </p:txBody>
      </p:sp>
      <p:sp>
        <p:nvSpPr>
          <p:cNvPr id="1786" name="data_6115">
            <a:extLst>
              <a:ext uri="{FF2B5EF4-FFF2-40B4-BE49-F238E27FC236}">
                <a16:creationId xmlns:a16="http://schemas.microsoft.com/office/drawing/2014/main" id="{69C4AEC0-8C37-45E1-9FDD-6EF80F383A2D}"/>
              </a:ext>
            </a:extLst>
          </p:cNvPr>
          <p:cNvSpPr>
            <a:spLocks/>
          </p:cNvSpPr>
          <p:nvPr/>
        </p:nvSpPr>
        <p:spPr>
          <a:xfrm>
            <a:off x="6026125" y="6023000"/>
            <a:ext cx="343041" cy="832778"/>
          </a:xfrm>
          <a:custGeom>
            <a:avLst/>
            <a:gdLst/>
            <a:ahLst/>
            <a:cxnLst/>
            <a:rect l="0" t="0" r="0" b="0"/>
            <a:pathLst>
              <a:path w="343041" h="832778">
                <a:moveTo>
                  <a:pt x="0" y="832778"/>
                </a:moveTo>
                <a:lnTo>
                  <a:pt x="343041" y="832778"/>
                </a:lnTo>
                <a:lnTo>
                  <a:pt x="343041" y="0"/>
                </a:lnTo>
                <a:lnTo>
                  <a:pt x="0" y="0"/>
                </a:lnTo>
                <a:lnTo>
                  <a:pt x="0" y="832778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87" name="data_6116">
            <a:extLst>
              <a:ext uri="{FF2B5EF4-FFF2-40B4-BE49-F238E27FC236}">
                <a16:creationId xmlns:a16="http://schemas.microsoft.com/office/drawing/2014/main" id="{452F09D4-3861-4761-9052-D2CE8A9C59A6}"/>
              </a:ext>
            </a:extLst>
          </p:cNvPr>
          <p:cNvSpPr>
            <a:spLocks/>
          </p:cNvSpPr>
          <p:nvPr/>
        </p:nvSpPr>
        <p:spPr>
          <a:xfrm>
            <a:off x="6419367" y="5787069"/>
            <a:ext cx="343041" cy="1068709"/>
          </a:xfrm>
          <a:custGeom>
            <a:avLst/>
            <a:gdLst/>
            <a:ahLst/>
            <a:cxnLst/>
            <a:rect l="0" t="0" r="0" b="0"/>
            <a:pathLst>
              <a:path w="343041" h="1068709">
                <a:moveTo>
                  <a:pt x="0" y="1068709"/>
                </a:moveTo>
                <a:lnTo>
                  <a:pt x="343041" y="1068709"/>
                </a:lnTo>
                <a:lnTo>
                  <a:pt x="343041" y="0"/>
                </a:lnTo>
                <a:lnTo>
                  <a:pt x="0" y="0"/>
                </a:lnTo>
                <a:lnTo>
                  <a:pt x="0" y="1068709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88" name="data_6117">
            <a:extLst>
              <a:ext uri="{FF2B5EF4-FFF2-40B4-BE49-F238E27FC236}">
                <a16:creationId xmlns:a16="http://schemas.microsoft.com/office/drawing/2014/main" id="{7A8FEF13-9F26-403E-81F7-D12F1BE656EE}"/>
              </a:ext>
            </a:extLst>
          </p:cNvPr>
          <p:cNvSpPr>
            <a:spLocks/>
          </p:cNvSpPr>
          <p:nvPr/>
        </p:nvSpPr>
        <p:spPr>
          <a:xfrm>
            <a:off x="6812609" y="5595798"/>
            <a:ext cx="343041" cy="1259979"/>
          </a:xfrm>
          <a:custGeom>
            <a:avLst/>
            <a:gdLst/>
            <a:ahLst/>
            <a:cxnLst/>
            <a:rect l="0" t="0" r="0" b="0"/>
            <a:pathLst>
              <a:path w="343041" h="1259979">
                <a:moveTo>
                  <a:pt x="0" y="1259979"/>
                </a:moveTo>
                <a:lnTo>
                  <a:pt x="343041" y="1259979"/>
                </a:lnTo>
                <a:lnTo>
                  <a:pt x="343041" y="0"/>
                </a:lnTo>
                <a:lnTo>
                  <a:pt x="0" y="0"/>
                </a:lnTo>
                <a:lnTo>
                  <a:pt x="0" y="1259979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89" name="data_6118">
            <a:extLst>
              <a:ext uri="{FF2B5EF4-FFF2-40B4-BE49-F238E27FC236}">
                <a16:creationId xmlns:a16="http://schemas.microsoft.com/office/drawing/2014/main" id="{33BD45D4-F03A-4BFD-A1D2-D3C555784997}"/>
              </a:ext>
            </a:extLst>
          </p:cNvPr>
          <p:cNvSpPr>
            <a:spLocks/>
          </p:cNvSpPr>
          <p:nvPr/>
        </p:nvSpPr>
        <p:spPr>
          <a:xfrm>
            <a:off x="7699495" y="5875207"/>
            <a:ext cx="343041" cy="980571"/>
          </a:xfrm>
          <a:custGeom>
            <a:avLst/>
            <a:gdLst/>
            <a:ahLst/>
            <a:cxnLst/>
            <a:rect l="0" t="0" r="0" b="0"/>
            <a:pathLst>
              <a:path w="343041" h="980571">
                <a:moveTo>
                  <a:pt x="0" y="980571"/>
                </a:moveTo>
                <a:lnTo>
                  <a:pt x="343041" y="980571"/>
                </a:lnTo>
                <a:lnTo>
                  <a:pt x="343041" y="0"/>
                </a:lnTo>
                <a:lnTo>
                  <a:pt x="0" y="0"/>
                </a:lnTo>
                <a:lnTo>
                  <a:pt x="0" y="980571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790" name="data_6119">
            <a:extLst>
              <a:ext uri="{FF2B5EF4-FFF2-40B4-BE49-F238E27FC236}">
                <a16:creationId xmlns:a16="http://schemas.microsoft.com/office/drawing/2014/main" id="{D115338E-214E-4BB0-A2AF-4AD23DBDA3C1}"/>
              </a:ext>
            </a:extLst>
          </p:cNvPr>
          <p:cNvSpPr>
            <a:spLocks/>
          </p:cNvSpPr>
          <p:nvPr/>
        </p:nvSpPr>
        <p:spPr>
          <a:xfrm>
            <a:off x="8092737" y="5631838"/>
            <a:ext cx="343041" cy="1223940"/>
          </a:xfrm>
          <a:custGeom>
            <a:avLst/>
            <a:gdLst/>
            <a:ahLst/>
            <a:cxnLst/>
            <a:rect l="0" t="0" r="0" b="0"/>
            <a:pathLst>
              <a:path w="343041" h="1223940">
                <a:moveTo>
                  <a:pt x="0" y="1223940"/>
                </a:moveTo>
                <a:lnTo>
                  <a:pt x="343041" y="1223940"/>
                </a:lnTo>
                <a:lnTo>
                  <a:pt x="343041" y="0"/>
                </a:lnTo>
                <a:lnTo>
                  <a:pt x="0" y="0"/>
                </a:lnTo>
                <a:lnTo>
                  <a:pt x="0" y="1223940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791" name="data_6120">
            <a:extLst>
              <a:ext uri="{FF2B5EF4-FFF2-40B4-BE49-F238E27FC236}">
                <a16:creationId xmlns:a16="http://schemas.microsoft.com/office/drawing/2014/main" id="{91382406-D821-496E-828D-1C8688A98479}"/>
              </a:ext>
            </a:extLst>
          </p:cNvPr>
          <p:cNvSpPr>
            <a:spLocks/>
          </p:cNvSpPr>
          <p:nvPr/>
        </p:nvSpPr>
        <p:spPr>
          <a:xfrm>
            <a:off x="8485979" y="5546225"/>
            <a:ext cx="343041" cy="1309553"/>
          </a:xfrm>
          <a:custGeom>
            <a:avLst/>
            <a:gdLst/>
            <a:ahLst/>
            <a:cxnLst/>
            <a:rect l="0" t="0" r="0" b="0"/>
            <a:pathLst>
              <a:path w="343041" h="1309553">
                <a:moveTo>
                  <a:pt x="0" y="1309553"/>
                </a:moveTo>
                <a:lnTo>
                  <a:pt x="343041" y="1309553"/>
                </a:lnTo>
                <a:lnTo>
                  <a:pt x="343041" y="0"/>
                </a:lnTo>
                <a:lnTo>
                  <a:pt x="0" y="0"/>
                </a:lnTo>
                <a:lnTo>
                  <a:pt x="0" y="1309553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792" name="data_6121">
            <a:extLst>
              <a:ext uri="{FF2B5EF4-FFF2-40B4-BE49-F238E27FC236}">
                <a16:creationId xmlns:a16="http://schemas.microsoft.com/office/drawing/2014/main" id="{7233C6D4-C802-4EC1-B446-B3DAB73667B6}"/>
              </a:ext>
            </a:extLst>
          </p:cNvPr>
          <p:cNvSpPr>
            <a:spLocks/>
          </p:cNvSpPr>
          <p:nvPr/>
        </p:nvSpPr>
        <p:spPr>
          <a:xfrm>
            <a:off x="5704001" y="5069229"/>
            <a:ext cx="191" cy="1786548"/>
          </a:xfrm>
          <a:custGeom>
            <a:avLst/>
            <a:gdLst/>
            <a:ahLst/>
            <a:cxnLst/>
            <a:rect l="0" t="0" r="0" b="0"/>
            <a:pathLst>
              <a:path w="191" h="1786548">
                <a:moveTo>
                  <a:pt x="0" y="178654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93" name="data_6122">
            <a:extLst>
              <a:ext uri="{FF2B5EF4-FFF2-40B4-BE49-F238E27FC236}">
                <a16:creationId xmlns:a16="http://schemas.microsoft.com/office/drawing/2014/main" id="{16251030-0EAE-4C01-810D-2088102F5BAD}"/>
              </a:ext>
            </a:extLst>
          </p:cNvPr>
          <p:cNvSpPr>
            <a:spLocks/>
          </p:cNvSpPr>
          <p:nvPr/>
        </p:nvSpPr>
        <p:spPr>
          <a:xfrm>
            <a:off x="5704001" y="6855778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794" name="data_6123">
            <a:extLst>
              <a:ext uri="{FF2B5EF4-FFF2-40B4-BE49-F238E27FC236}">
                <a16:creationId xmlns:a16="http://schemas.microsoft.com/office/drawing/2014/main" id="{A8007C50-0C19-4A12-AA4A-4FFC9C2FD7CC}"/>
              </a:ext>
            </a:extLst>
          </p:cNvPr>
          <p:cNvSpPr>
            <a:spLocks/>
          </p:cNvSpPr>
          <p:nvPr/>
        </p:nvSpPr>
        <p:spPr>
          <a:xfrm>
            <a:off x="6197645" y="5871756"/>
            <a:ext cx="191" cy="298307"/>
          </a:xfrm>
          <a:custGeom>
            <a:avLst/>
            <a:gdLst/>
            <a:ahLst/>
            <a:cxnLst/>
            <a:rect l="0" t="0" r="0" b="0"/>
            <a:pathLst>
              <a:path w="191" h="298307">
                <a:moveTo>
                  <a:pt x="0" y="298307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5" name="data_6124">
            <a:extLst>
              <a:ext uri="{FF2B5EF4-FFF2-40B4-BE49-F238E27FC236}">
                <a16:creationId xmlns:a16="http://schemas.microsoft.com/office/drawing/2014/main" id="{802619BB-B7F0-4CED-A750-584C1EBC7FC6}"/>
              </a:ext>
            </a:extLst>
          </p:cNvPr>
          <p:cNvSpPr>
            <a:spLocks/>
          </p:cNvSpPr>
          <p:nvPr/>
        </p:nvSpPr>
        <p:spPr>
          <a:xfrm>
            <a:off x="6139077" y="617006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6" name="data_6125">
            <a:extLst>
              <a:ext uri="{FF2B5EF4-FFF2-40B4-BE49-F238E27FC236}">
                <a16:creationId xmlns:a16="http://schemas.microsoft.com/office/drawing/2014/main" id="{5C0A98CB-5D5F-42CF-AFF6-7B8D4B034D35}"/>
              </a:ext>
            </a:extLst>
          </p:cNvPr>
          <p:cNvSpPr>
            <a:spLocks/>
          </p:cNvSpPr>
          <p:nvPr/>
        </p:nvSpPr>
        <p:spPr>
          <a:xfrm>
            <a:off x="6139077" y="5871756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7" name="text_6126">
            <a:extLst>
              <a:ext uri="{FF2B5EF4-FFF2-40B4-BE49-F238E27FC236}">
                <a16:creationId xmlns:a16="http://schemas.microsoft.com/office/drawing/2014/main" id="{6E48026E-D3D7-4B1D-89DF-7985D3121E65}"/>
              </a:ext>
            </a:extLst>
          </p:cNvPr>
          <p:cNvSpPr>
            <a:spLocks/>
          </p:cNvSpPr>
          <p:nvPr/>
        </p:nvSpPr>
        <p:spPr>
          <a:xfrm>
            <a:off x="6084450" y="5691009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46.6</a:t>
            </a:r>
          </a:p>
        </p:txBody>
      </p:sp>
      <p:sp>
        <p:nvSpPr>
          <p:cNvPr id="1798" name="data_6127">
            <a:extLst>
              <a:ext uri="{FF2B5EF4-FFF2-40B4-BE49-F238E27FC236}">
                <a16:creationId xmlns:a16="http://schemas.microsoft.com/office/drawing/2014/main" id="{5C408BC7-2656-472C-B985-FB29C50DAADD}"/>
              </a:ext>
            </a:extLst>
          </p:cNvPr>
          <p:cNvSpPr>
            <a:spLocks/>
          </p:cNvSpPr>
          <p:nvPr/>
        </p:nvSpPr>
        <p:spPr>
          <a:xfrm>
            <a:off x="6590887" y="5644829"/>
            <a:ext cx="191" cy="283321"/>
          </a:xfrm>
          <a:custGeom>
            <a:avLst/>
            <a:gdLst/>
            <a:ahLst/>
            <a:cxnLst/>
            <a:rect l="0" t="0" r="0" b="0"/>
            <a:pathLst>
              <a:path w="191" h="283321">
                <a:moveTo>
                  <a:pt x="0" y="283321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799" name="data_6128">
            <a:extLst>
              <a:ext uri="{FF2B5EF4-FFF2-40B4-BE49-F238E27FC236}">
                <a16:creationId xmlns:a16="http://schemas.microsoft.com/office/drawing/2014/main" id="{88E98752-3F1E-4D2F-A019-22C6D46EA0E3}"/>
              </a:ext>
            </a:extLst>
          </p:cNvPr>
          <p:cNvSpPr>
            <a:spLocks/>
          </p:cNvSpPr>
          <p:nvPr/>
        </p:nvSpPr>
        <p:spPr>
          <a:xfrm>
            <a:off x="6532319" y="5928150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0" name="data_6129">
            <a:extLst>
              <a:ext uri="{FF2B5EF4-FFF2-40B4-BE49-F238E27FC236}">
                <a16:creationId xmlns:a16="http://schemas.microsoft.com/office/drawing/2014/main" id="{633BD703-1AA6-4D17-A825-9F4BF91BEB2B}"/>
              </a:ext>
            </a:extLst>
          </p:cNvPr>
          <p:cNvSpPr>
            <a:spLocks/>
          </p:cNvSpPr>
          <p:nvPr/>
        </p:nvSpPr>
        <p:spPr>
          <a:xfrm>
            <a:off x="6532319" y="564482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1" name="text_6130">
            <a:extLst>
              <a:ext uri="{FF2B5EF4-FFF2-40B4-BE49-F238E27FC236}">
                <a16:creationId xmlns:a16="http://schemas.microsoft.com/office/drawing/2014/main" id="{1724E2A2-031E-4F2B-B9C2-BB9B2A3A72CF}"/>
              </a:ext>
            </a:extLst>
          </p:cNvPr>
          <p:cNvSpPr>
            <a:spLocks/>
          </p:cNvSpPr>
          <p:nvPr/>
        </p:nvSpPr>
        <p:spPr>
          <a:xfrm>
            <a:off x="6477692" y="546408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59.8</a:t>
            </a:r>
          </a:p>
        </p:txBody>
      </p:sp>
      <p:sp>
        <p:nvSpPr>
          <p:cNvPr id="1802" name="data_6131">
            <a:extLst>
              <a:ext uri="{FF2B5EF4-FFF2-40B4-BE49-F238E27FC236}">
                <a16:creationId xmlns:a16="http://schemas.microsoft.com/office/drawing/2014/main" id="{A522A5A2-BE35-478B-8A9C-6DC7D0DAE3AF}"/>
              </a:ext>
            </a:extLst>
          </p:cNvPr>
          <p:cNvSpPr>
            <a:spLocks/>
          </p:cNvSpPr>
          <p:nvPr/>
        </p:nvSpPr>
        <p:spPr>
          <a:xfrm>
            <a:off x="6984129" y="5456939"/>
            <a:ext cx="191" cy="277044"/>
          </a:xfrm>
          <a:custGeom>
            <a:avLst/>
            <a:gdLst/>
            <a:ahLst/>
            <a:cxnLst/>
            <a:rect l="0" t="0" r="0" b="0"/>
            <a:pathLst>
              <a:path w="191" h="277044">
                <a:moveTo>
                  <a:pt x="0" y="277044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3" name="data_6132">
            <a:extLst>
              <a:ext uri="{FF2B5EF4-FFF2-40B4-BE49-F238E27FC236}">
                <a16:creationId xmlns:a16="http://schemas.microsoft.com/office/drawing/2014/main" id="{FB08BAAC-E0E0-4CCA-A338-058983C214DF}"/>
              </a:ext>
            </a:extLst>
          </p:cNvPr>
          <p:cNvSpPr>
            <a:spLocks/>
          </p:cNvSpPr>
          <p:nvPr/>
        </p:nvSpPr>
        <p:spPr>
          <a:xfrm>
            <a:off x="6925561" y="573398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4" name="data_6133">
            <a:extLst>
              <a:ext uri="{FF2B5EF4-FFF2-40B4-BE49-F238E27FC236}">
                <a16:creationId xmlns:a16="http://schemas.microsoft.com/office/drawing/2014/main" id="{C36AEE0E-CBF5-4352-AD01-338985086B42}"/>
              </a:ext>
            </a:extLst>
          </p:cNvPr>
          <p:cNvSpPr>
            <a:spLocks/>
          </p:cNvSpPr>
          <p:nvPr/>
        </p:nvSpPr>
        <p:spPr>
          <a:xfrm>
            <a:off x="6925561" y="545693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5" name="text_6134">
            <a:extLst>
              <a:ext uri="{FF2B5EF4-FFF2-40B4-BE49-F238E27FC236}">
                <a16:creationId xmlns:a16="http://schemas.microsoft.com/office/drawing/2014/main" id="{24726EB8-8F53-42A0-AFD0-87127FDF5EB2}"/>
              </a:ext>
            </a:extLst>
          </p:cNvPr>
          <p:cNvSpPr>
            <a:spLocks/>
          </p:cNvSpPr>
          <p:nvPr/>
        </p:nvSpPr>
        <p:spPr>
          <a:xfrm>
            <a:off x="6870934" y="527619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70.5</a:t>
            </a:r>
          </a:p>
        </p:txBody>
      </p:sp>
      <p:sp>
        <p:nvSpPr>
          <p:cNvPr id="1806" name="data_6135">
            <a:extLst>
              <a:ext uri="{FF2B5EF4-FFF2-40B4-BE49-F238E27FC236}">
                <a16:creationId xmlns:a16="http://schemas.microsoft.com/office/drawing/2014/main" id="{C8272A2A-30E8-47A0-A95E-1B8BA8A9CE1A}"/>
              </a:ext>
            </a:extLst>
          </p:cNvPr>
          <p:cNvSpPr>
            <a:spLocks/>
          </p:cNvSpPr>
          <p:nvPr/>
        </p:nvSpPr>
        <p:spPr>
          <a:xfrm>
            <a:off x="7871015" y="5722449"/>
            <a:ext cx="191" cy="307792"/>
          </a:xfrm>
          <a:custGeom>
            <a:avLst/>
            <a:gdLst/>
            <a:ahLst/>
            <a:cxnLst/>
            <a:rect l="0" t="0" r="0" b="0"/>
            <a:pathLst>
              <a:path w="191" h="307792">
                <a:moveTo>
                  <a:pt x="0" y="307792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7" name="data_6136">
            <a:extLst>
              <a:ext uri="{FF2B5EF4-FFF2-40B4-BE49-F238E27FC236}">
                <a16:creationId xmlns:a16="http://schemas.microsoft.com/office/drawing/2014/main" id="{6140C95E-8497-4204-ACBF-448D4FD8F0DA}"/>
              </a:ext>
            </a:extLst>
          </p:cNvPr>
          <p:cNvSpPr>
            <a:spLocks/>
          </p:cNvSpPr>
          <p:nvPr/>
        </p:nvSpPr>
        <p:spPr>
          <a:xfrm>
            <a:off x="7812447" y="6030241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8" name="data_6137">
            <a:extLst>
              <a:ext uri="{FF2B5EF4-FFF2-40B4-BE49-F238E27FC236}">
                <a16:creationId xmlns:a16="http://schemas.microsoft.com/office/drawing/2014/main" id="{1503E752-BF73-4B96-90A7-9B51D2794BE6}"/>
              </a:ext>
            </a:extLst>
          </p:cNvPr>
          <p:cNvSpPr>
            <a:spLocks/>
          </p:cNvSpPr>
          <p:nvPr/>
        </p:nvSpPr>
        <p:spPr>
          <a:xfrm>
            <a:off x="7812447" y="5722449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09" name="text_6138">
            <a:extLst>
              <a:ext uri="{FF2B5EF4-FFF2-40B4-BE49-F238E27FC236}">
                <a16:creationId xmlns:a16="http://schemas.microsoft.com/office/drawing/2014/main" id="{73EC70F1-CB1A-4EE4-91EF-9494E7986BB6}"/>
              </a:ext>
            </a:extLst>
          </p:cNvPr>
          <p:cNvSpPr>
            <a:spLocks/>
          </p:cNvSpPr>
          <p:nvPr/>
        </p:nvSpPr>
        <p:spPr>
          <a:xfrm>
            <a:off x="7757820" y="5541701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54.9</a:t>
            </a:r>
          </a:p>
        </p:txBody>
      </p:sp>
      <p:sp>
        <p:nvSpPr>
          <p:cNvPr id="1810" name="data_6139">
            <a:extLst>
              <a:ext uri="{FF2B5EF4-FFF2-40B4-BE49-F238E27FC236}">
                <a16:creationId xmlns:a16="http://schemas.microsoft.com/office/drawing/2014/main" id="{4BD940B8-9434-45F6-A6CE-6120C1E578DC}"/>
              </a:ext>
            </a:extLst>
          </p:cNvPr>
          <p:cNvSpPr>
            <a:spLocks/>
          </p:cNvSpPr>
          <p:nvPr/>
        </p:nvSpPr>
        <p:spPr>
          <a:xfrm>
            <a:off x="8264257" y="5495455"/>
            <a:ext cx="191" cy="276760"/>
          </a:xfrm>
          <a:custGeom>
            <a:avLst/>
            <a:gdLst/>
            <a:ahLst/>
            <a:cxnLst/>
            <a:rect l="0" t="0" r="0" b="0"/>
            <a:pathLst>
              <a:path w="191" h="276760">
                <a:moveTo>
                  <a:pt x="0" y="276760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1" name="data_6140">
            <a:extLst>
              <a:ext uri="{FF2B5EF4-FFF2-40B4-BE49-F238E27FC236}">
                <a16:creationId xmlns:a16="http://schemas.microsoft.com/office/drawing/2014/main" id="{D019831E-52C1-42B4-A545-C8292A5DD71C}"/>
              </a:ext>
            </a:extLst>
          </p:cNvPr>
          <p:cNvSpPr>
            <a:spLocks/>
          </p:cNvSpPr>
          <p:nvPr/>
        </p:nvSpPr>
        <p:spPr>
          <a:xfrm>
            <a:off x="8205690" y="577221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2" name="data_6141">
            <a:extLst>
              <a:ext uri="{FF2B5EF4-FFF2-40B4-BE49-F238E27FC236}">
                <a16:creationId xmlns:a16="http://schemas.microsoft.com/office/drawing/2014/main" id="{5DB61CBA-FCEC-4A8B-B54E-CE5B5C6646B9}"/>
              </a:ext>
            </a:extLst>
          </p:cNvPr>
          <p:cNvSpPr>
            <a:spLocks/>
          </p:cNvSpPr>
          <p:nvPr/>
        </p:nvSpPr>
        <p:spPr>
          <a:xfrm>
            <a:off x="8205690" y="5495455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3" name="text_6142">
            <a:extLst>
              <a:ext uri="{FF2B5EF4-FFF2-40B4-BE49-F238E27FC236}">
                <a16:creationId xmlns:a16="http://schemas.microsoft.com/office/drawing/2014/main" id="{36860B88-CA02-496F-9A06-CED6509AE5BD}"/>
              </a:ext>
            </a:extLst>
          </p:cNvPr>
          <p:cNvSpPr>
            <a:spLocks/>
          </p:cNvSpPr>
          <p:nvPr/>
        </p:nvSpPr>
        <p:spPr>
          <a:xfrm>
            <a:off x="8151062" y="5314708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68.5</a:t>
            </a:r>
          </a:p>
        </p:txBody>
      </p:sp>
      <p:sp>
        <p:nvSpPr>
          <p:cNvPr id="1814" name="data_6143">
            <a:extLst>
              <a:ext uri="{FF2B5EF4-FFF2-40B4-BE49-F238E27FC236}">
                <a16:creationId xmlns:a16="http://schemas.microsoft.com/office/drawing/2014/main" id="{9CE5A951-9051-41EB-9465-4FD0521D8014}"/>
              </a:ext>
            </a:extLst>
          </p:cNvPr>
          <p:cNvSpPr>
            <a:spLocks/>
          </p:cNvSpPr>
          <p:nvPr/>
        </p:nvSpPr>
        <p:spPr>
          <a:xfrm>
            <a:off x="8657500" y="5412570"/>
            <a:ext cx="191" cy="269873"/>
          </a:xfrm>
          <a:custGeom>
            <a:avLst/>
            <a:gdLst/>
            <a:ahLst/>
            <a:cxnLst/>
            <a:rect l="0" t="0" r="0" b="0"/>
            <a:pathLst>
              <a:path w="191" h="269873">
                <a:moveTo>
                  <a:pt x="0" y="269873"/>
                </a:moveTo>
                <a:lnTo>
                  <a:pt x="0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5" name="data_6144">
            <a:extLst>
              <a:ext uri="{FF2B5EF4-FFF2-40B4-BE49-F238E27FC236}">
                <a16:creationId xmlns:a16="http://schemas.microsoft.com/office/drawing/2014/main" id="{757D42C8-F8F2-4213-8FB0-EFFF13AB9778}"/>
              </a:ext>
            </a:extLst>
          </p:cNvPr>
          <p:cNvSpPr>
            <a:spLocks/>
          </p:cNvSpPr>
          <p:nvPr/>
        </p:nvSpPr>
        <p:spPr>
          <a:xfrm>
            <a:off x="8598932" y="5682443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6" name="data_6145">
            <a:extLst>
              <a:ext uri="{FF2B5EF4-FFF2-40B4-BE49-F238E27FC236}">
                <a16:creationId xmlns:a16="http://schemas.microsoft.com/office/drawing/2014/main" id="{B30BFB92-48C4-4C6F-A232-2C01D5D0B981}"/>
              </a:ext>
            </a:extLst>
          </p:cNvPr>
          <p:cNvSpPr>
            <a:spLocks/>
          </p:cNvSpPr>
          <p:nvPr/>
        </p:nvSpPr>
        <p:spPr>
          <a:xfrm>
            <a:off x="8598932" y="5412570"/>
            <a:ext cx="117136" cy="191"/>
          </a:xfrm>
          <a:custGeom>
            <a:avLst/>
            <a:gdLst/>
            <a:ahLst/>
            <a:cxnLst/>
            <a:rect l="0" t="0" r="0" b="0"/>
            <a:pathLst>
              <a:path w="117136" h="191">
                <a:moveTo>
                  <a:pt x="0" y="0"/>
                </a:moveTo>
                <a:lnTo>
                  <a:pt x="117136" y="0"/>
                </a:lnTo>
              </a:path>
            </a:pathLst>
          </a:custGeom>
          <a:noFill/>
          <a:ln w="15074">
            <a:solidFill>
              <a:srgbClr val="42515D"/>
            </a:solidFill>
            <a:prstDash val="solid"/>
          </a:ln>
        </p:spPr>
      </p:sp>
      <p:sp>
        <p:nvSpPr>
          <p:cNvPr id="1817" name="text_6146">
            <a:extLst>
              <a:ext uri="{FF2B5EF4-FFF2-40B4-BE49-F238E27FC236}">
                <a16:creationId xmlns:a16="http://schemas.microsoft.com/office/drawing/2014/main" id="{09CBE193-FA36-437F-B73A-7D393D1358F0}"/>
              </a:ext>
            </a:extLst>
          </p:cNvPr>
          <p:cNvSpPr>
            <a:spLocks/>
          </p:cNvSpPr>
          <p:nvPr/>
        </p:nvSpPr>
        <p:spPr>
          <a:xfrm>
            <a:off x="8544304" y="5231822"/>
            <a:ext cx="235258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73.3</a:t>
            </a:r>
          </a:p>
        </p:txBody>
      </p:sp>
      <p:sp>
        <p:nvSpPr>
          <p:cNvPr id="1818" name="text_6147">
            <a:extLst>
              <a:ext uri="{FF2B5EF4-FFF2-40B4-BE49-F238E27FC236}">
                <a16:creationId xmlns:a16="http://schemas.microsoft.com/office/drawing/2014/main" id="{C5770814-ECD4-47B9-A6C1-329B9BCDE4B0}"/>
              </a:ext>
            </a:extLst>
          </p:cNvPr>
          <p:cNvSpPr>
            <a:spLocks/>
          </p:cNvSpPr>
          <p:nvPr/>
        </p:nvSpPr>
        <p:spPr>
          <a:xfrm>
            <a:off x="5225171" y="4755829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1819" name="text_6148">
            <a:extLst>
              <a:ext uri="{FF2B5EF4-FFF2-40B4-BE49-F238E27FC236}">
                <a16:creationId xmlns:a16="http://schemas.microsoft.com/office/drawing/2014/main" id="{EBECBBF9-8E84-4884-9314-FB6CAED32070}"/>
              </a:ext>
            </a:extLst>
          </p:cNvPr>
          <p:cNvSpPr>
            <a:spLocks/>
          </p:cNvSpPr>
          <p:nvPr/>
        </p:nvSpPr>
        <p:spPr>
          <a:xfrm>
            <a:off x="5704001" y="4778402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1820" name="data_6149">
            <a:extLst>
              <a:ext uri="{FF2B5EF4-FFF2-40B4-BE49-F238E27FC236}">
                <a16:creationId xmlns:a16="http://schemas.microsoft.com/office/drawing/2014/main" id="{5460C471-07AE-41BE-9C1F-5EF248B3C868}"/>
              </a:ext>
            </a:extLst>
          </p:cNvPr>
          <p:cNvSpPr>
            <a:spLocks/>
          </p:cNvSpPr>
          <p:nvPr/>
        </p:nvSpPr>
        <p:spPr>
          <a:xfrm>
            <a:off x="2982516" y="1303515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1821" name="text_6150">
            <a:extLst>
              <a:ext uri="{FF2B5EF4-FFF2-40B4-BE49-F238E27FC236}">
                <a16:creationId xmlns:a16="http://schemas.microsoft.com/office/drawing/2014/main" id="{E72FCB81-3428-463C-90BD-6667F85C19BF}"/>
              </a:ext>
            </a:extLst>
          </p:cNvPr>
          <p:cNvSpPr>
            <a:spLocks/>
          </p:cNvSpPr>
          <p:nvPr/>
        </p:nvSpPr>
        <p:spPr>
          <a:xfrm>
            <a:off x="3252080" y="1291384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1822" name="data_6151">
            <a:extLst>
              <a:ext uri="{FF2B5EF4-FFF2-40B4-BE49-F238E27FC236}">
                <a16:creationId xmlns:a16="http://schemas.microsoft.com/office/drawing/2014/main" id="{C517D4E9-7446-4273-8547-1470F8F701DB}"/>
              </a:ext>
            </a:extLst>
          </p:cNvPr>
          <p:cNvSpPr>
            <a:spLocks/>
          </p:cNvSpPr>
          <p:nvPr/>
        </p:nvSpPr>
        <p:spPr>
          <a:xfrm>
            <a:off x="4192119" y="1303515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1823" name="text_6152">
            <a:extLst>
              <a:ext uri="{FF2B5EF4-FFF2-40B4-BE49-F238E27FC236}">
                <a16:creationId xmlns:a16="http://schemas.microsoft.com/office/drawing/2014/main" id="{80ECA535-3532-44FD-915D-31DFFF7E406A}"/>
              </a:ext>
            </a:extLst>
          </p:cNvPr>
          <p:cNvSpPr>
            <a:spLocks/>
          </p:cNvSpPr>
          <p:nvPr/>
        </p:nvSpPr>
        <p:spPr>
          <a:xfrm>
            <a:off x="4461682" y="1291384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1824" name="data_6153">
            <a:extLst>
              <a:ext uri="{FF2B5EF4-FFF2-40B4-BE49-F238E27FC236}">
                <a16:creationId xmlns:a16="http://schemas.microsoft.com/office/drawing/2014/main" id="{7E76CBD1-0D38-4606-8959-6D7C38D32CA1}"/>
              </a:ext>
            </a:extLst>
          </p:cNvPr>
          <p:cNvSpPr>
            <a:spLocks/>
          </p:cNvSpPr>
          <p:nvPr/>
        </p:nvSpPr>
        <p:spPr>
          <a:xfrm>
            <a:off x="5844184" y="1303515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1825" name="text_6154">
            <a:extLst>
              <a:ext uri="{FF2B5EF4-FFF2-40B4-BE49-F238E27FC236}">
                <a16:creationId xmlns:a16="http://schemas.microsoft.com/office/drawing/2014/main" id="{5FD3339D-BB62-43A9-A171-BFF644860785}"/>
              </a:ext>
            </a:extLst>
          </p:cNvPr>
          <p:cNvSpPr>
            <a:spLocks/>
          </p:cNvSpPr>
          <p:nvPr/>
        </p:nvSpPr>
        <p:spPr>
          <a:xfrm>
            <a:off x="6113748" y="1291384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313891392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data_6155">
            <a:extLst>
              <a:ext uri="{FF2B5EF4-FFF2-40B4-BE49-F238E27FC236}">
                <a16:creationId xmlns:a16="http://schemas.microsoft.com/office/drawing/2014/main" id="{4657437B-C88C-4751-8B5B-5A0D549930A4}"/>
              </a:ext>
            </a:extLst>
          </p:cNvPr>
          <p:cNvSpPr>
            <a:spLocks/>
          </p:cNvSpPr>
          <p:nvPr/>
        </p:nvSpPr>
        <p:spPr>
          <a:xfrm>
            <a:off x="238125" y="2439987"/>
            <a:ext cx="9048750" cy="3921125"/>
          </a:xfrm>
          <a:custGeom>
            <a:avLst/>
            <a:gdLst/>
            <a:ahLst/>
            <a:cxnLst/>
            <a:rect l="0" t="0" r="0" b="0"/>
            <a:pathLst>
              <a:path w="9048750" h="3921125">
                <a:moveTo>
                  <a:pt x="0" y="3921125"/>
                </a:moveTo>
                <a:lnTo>
                  <a:pt x="9048750" y="3921125"/>
                </a:lnTo>
                <a:lnTo>
                  <a:pt x="9048750" y="0"/>
                </a:lnTo>
                <a:lnTo>
                  <a:pt x="0" y="0"/>
                </a:lnTo>
                <a:lnTo>
                  <a:pt x="0" y="392112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6156">
            <a:extLst>
              <a:ext uri="{FF2B5EF4-FFF2-40B4-BE49-F238E27FC236}">
                <a16:creationId xmlns:a16="http://schemas.microsoft.com/office/drawing/2014/main" id="{3398C852-1704-4B2E-8742-D2070622ACC9}"/>
              </a:ext>
            </a:extLst>
          </p:cNvPr>
          <p:cNvSpPr>
            <a:spLocks/>
          </p:cNvSpPr>
          <p:nvPr/>
        </p:nvSpPr>
        <p:spPr>
          <a:xfrm>
            <a:off x="1188244" y="3694748"/>
            <a:ext cx="3447143" cy="1725295"/>
          </a:xfrm>
          <a:custGeom>
            <a:avLst/>
            <a:gdLst/>
            <a:ahLst/>
            <a:cxnLst/>
            <a:rect l="0" t="0" r="0" b="0"/>
            <a:pathLst>
              <a:path w="3447143" h="1725295">
                <a:moveTo>
                  <a:pt x="0" y="1725295"/>
                </a:moveTo>
                <a:lnTo>
                  <a:pt x="3447143" y="1725295"/>
                </a:lnTo>
                <a:lnTo>
                  <a:pt x="3447143" y="0"/>
                </a:lnTo>
                <a:lnTo>
                  <a:pt x="0" y="0"/>
                </a:lnTo>
                <a:lnTo>
                  <a:pt x="0" y="172529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6157">
            <a:extLst>
              <a:ext uri="{FF2B5EF4-FFF2-40B4-BE49-F238E27FC236}">
                <a16:creationId xmlns:a16="http://schemas.microsoft.com/office/drawing/2014/main" id="{47800763-4AE6-4141-AA7A-DA95B9D66014}"/>
              </a:ext>
            </a:extLst>
          </p:cNvPr>
          <p:cNvSpPr>
            <a:spLocks/>
          </p:cNvSpPr>
          <p:nvPr/>
        </p:nvSpPr>
        <p:spPr>
          <a:xfrm>
            <a:off x="2911815" y="5420042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4" name="text_6158">
            <a:extLst>
              <a:ext uri="{FF2B5EF4-FFF2-40B4-BE49-F238E27FC236}">
                <a16:creationId xmlns:a16="http://schemas.microsoft.com/office/drawing/2014/main" id="{87A2E0C3-DCC2-4F97-BA7F-1EF41515A9CB}"/>
              </a:ext>
            </a:extLst>
          </p:cNvPr>
          <p:cNvSpPr>
            <a:spLocks/>
          </p:cNvSpPr>
          <p:nvPr/>
        </p:nvSpPr>
        <p:spPr>
          <a:xfrm>
            <a:off x="2298913" y="5554820"/>
            <a:ext cx="410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5" name="text_6159">
            <a:extLst>
              <a:ext uri="{FF2B5EF4-FFF2-40B4-BE49-F238E27FC236}">
                <a16:creationId xmlns:a16="http://schemas.microsoft.com/office/drawing/2014/main" id="{5FAD5D48-1253-4284-9129-FB616369A25F}"/>
              </a:ext>
            </a:extLst>
          </p:cNvPr>
          <p:cNvSpPr>
            <a:spLocks/>
          </p:cNvSpPr>
          <p:nvPr/>
        </p:nvSpPr>
        <p:spPr>
          <a:xfrm>
            <a:off x="2331029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6" name="text_6160">
            <a:extLst>
              <a:ext uri="{FF2B5EF4-FFF2-40B4-BE49-F238E27FC236}">
                <a16:creationId xmlns:a16="http://schemas.microsoft.com/office/drawing/2014/main" id="{08A809FC-CFE2-45A8-A5DC-0D1951DC3D28}"/>
              </a:ext>
            </a:extLst>
          </p:cNvPr>
          <p:cNvSpPr>
            <a:spLocks/>
          </p:cNvSpPr>
          <p:nvPr/>
        </p:nvSpPr>
        <p:spPr>
          <a:xfrm>
            <a:off x="2397998" y="5554820"/>
            <a:ext cx="5879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7" name="text_6161">
            <a:extLst>
              <a:ext uri="{FF2B5EF4-FFF2-40B4-BE49-F238E27FC236}">
                <a16:creationId xmlns:a16="http://schemas.microsoft.com/office/drawing/2014/main" id="{C65B9063-6510-402C-8A2E-BFF1BF0D4242}"/>
              </a:ext>
            </a:extLst>
          </p:cNvPr>
          <p:cNvSpPr>
            <a:spLocks/>
          </p:cNvSpPr>
          <p:nvPr/>
        </p:nvSpPr>
        <p:spPr>
          <a:xfrm>
            <a:off x="2447852" y="5554820"/>
            <a:ext cx="516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8" name="text_6162">
            <a:extLst>
              <a:ext uri="{FF2B5EF4-FFF2-40B4-BE49-F238E27FC236}">
                <a16:creationId xmlns:a16="http://schemas.microsoft.com/office/drawing/2014/main" id="{223C1290-6D61-4460-AC85-17DA9E4E8850}"/>
              </a:ext>
            </a:extLst>
          </p:cNvPr>
          <p:cNvSpPr>
            <a:spLocks/>
          </p:cNvSpPr>
          <p:nvPr/>
        </p:nvSpPr>
        <p:spPr>
          <a:xfrm>
            <a:off x="2490548" y="5554820"/>
            <a:ext cx="700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9" name="text_6163">
            <a:extLst>
              <a:ext uri="{FF2B5EF4-FFF2-40B4-BE49-F238E27FC236}">
                <a16:creationId xmlns:a16="http://schemas.microsoft.com/office/drawing/2014/main" id="{E1A9EC7F-09FE-4FCB-BB01-8401D6E0BE45}"/>
              </a:ext>
            </a:extLst>
          </p:cNvPr>
          <p:cNvSpPr>
            <a:spLocks/>
          </p:cNvSpPr>
          <p:nvPr/>
        </p:nvSpPr>
        <p:spPr>
          <a:xfrm>
            <a:off x="2551605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10" name="text_6164">
            <a:extLst>
              <a:ext uri="{FF2B5EF4-FFF2-40B4-BE49-F238E27FC236}">
                <a16:creationId xmlns:a16="http://schemas.microsoft.com/office/drawing/2014/main" id="{71C33188-2ADB-428D-A9D9-CF07AAD4F9CE}"/>
              </a:ext>
            </a:extLst>
          </p:cNvPr>
          <p:cNvSpPr>
            <a:spLocks/>
          </p:cNvSpPr>
          <p:nvPr/>
        </p:nvSpPr>
        <p:spPr>
          <a:xfrm>
            <a:off x="2618575" y="5554820"/>
            <a:ext cx="6287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1" name="text_6165">
            <a:extLst>
              <a:ext uri="{FF2B5EF4-FFF2-40B4-BE49-F238E27FC236}">
                <a16:creationId xmlns:a16="http://schemas.microsoft.com/office/drawing/2014/main" id="{3C91D7AE-9C71-46DD-A90B-B538DDF5DEE2}"/>
              </a:ext>
            </a:extLst>
          </p:cNvPr>
          <p:cNvSpPr>
            <a:spLocks/>
          </p:cNvSpPr>
          <p:nvPr/>
        </p:nvSpPr>
        <p:spPr>
          <a:xfrm>
            <a:off x="2672474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2" name="text_6166">
            <a:extLst>
              <a:ext uri="{FF2B5EF4-FFF2-40B4-BE49-F238E27FC236}">
                <a16:creationId xmlns:a16="http://schemas.microsoft.com/office/drawing/2014/main" id="{682C9225-45FC-4C6D-B986-427D824799A9}"/>
              </a:ext>
            </a:extLst>
          </p:cNvPr>
          <p:cNvSpPr>
            <a:spLocks/>
          </p:cNvSpPr>
          <p:nvPr/>
        </p:nvSpPr>
        <p:spPr>
          <a:xfrm>
            <a:off x="2735896" y="5554820"/>
            <a:ext cx="4794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3" name="text_6167">
            <a:extLst>
              <a:ext uri="{FF2B5EF4-FFF2-40B4-BE49-F238E27FC236}">
                <a16:creationId xmlns:a16="http://schemas.microsoft.com/office/drawing/2014/main" id="{22DB9A14-2603-40DE-B31B-EFEC98AA6218}"/>
              </a:ext>
            </a:extLst>
          </p:cNvPr>
          <p:cNvSpPr>
            <a:spLocks/>
          </p:cNvSpPr>
          <p:nvPr/>
        </p:nvSpPr>
        <p:spPr>
          <a:xfrm>
            <a:off x="2774920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4" name="text_6168">
            <a:extLst>
              <a:ext uri="{FF2B5EF4-FFF2-40B4-BE49-F238E27FC236}">
                <a16:creationId xmlns:a16="http://schemas.microsoft.com/office/drawing/2014/main" id="{CF149B75-AA84-4855-ADF5-42D5D2FFF3C3}"/>
              </a:ext>
            </a:extLst>
          </p:cNvPr>
          <p:cNvSpPr>
            <a:spLocks/>
          </p:cNvSpPr>
          <p:nvPr/>
        </p:nvSpPr>
        <p:spPr>
          <a:xfrm>
            <a:off x="2804172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5" name="text_6169">
            <a:extLst>
              <a:ext uri="{FF2B5EF4-FFF2-40B4-BE49-F238E27FC236}">
                <a16:creationId xmlns:a16="http://schemas.microsoft.com/office/drawing/2014/main" id="{3E07D9ED-B81C-469D-90CB-10416DD1CB70}"/>
              </a:ext>
            </a:extLst>
          </p:cNvPr>
          <p:cNvSpPr>
            <a:spLocks/>
          </p:cNvSpPr>
          <p:nvPr/>
        </p:nvSpPr>
        <p:spPr>
          <a:xfrm>
            <a:off x="2867594" y="5554820"/>
            <a:ext cx="665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16" name="text_6170">
            <a:extLst>
              <a:ext uri="{FF2B5EF4-FFF2-40B4-BE49-F238E27FC236}">
                <a16:creationId xmlns:a16="http://schemas.microsoft.com/office/drawing/2014/main" id="{BCC156A3-F7C7-4205-BD2D-2D6AF5399ACA}"/>
              </a:ext>
            </a:extLst>
          </p:cNvPr>
          <p:cNvSpPr>
            <a:spLocks/>
          </p:cNvSpPr>
          <p:nvPr/>
        </p:nvSpPr>
        <p:spPr>
          <a:xfrm>
            <a:off x="2925166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7" name="text_6171">
            <a:extLst>
              <a:ext uri="{FF2B5EF4-FFF2-40B4-BE49-F238E27FC236}">
                <a16:creationId xmlns:a16="http://schemas.microsoft.com/office/drawing/2014/main" id="{695E916A-185E-41D9-A616-687252692C07}"/>
              </a:ext>
            </a:extLst>
          </p:cNvPr>
          <p:cNvSpPr>
            <a:spLocks/>
          </p:cNvSpPr>
          <p:nvPr/>
        </p:nvSpPr>
        <p:spPr>
          <a:xfrm>
            <a:off x="2988588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8" name="text_6172">
            <a:extLst>
              <a:ext uri="{FF2B5EF4-FFF2-40B4-BE49-F238E27FC236}">
                <a16:creationId xmlns:a16="http://schemas.microsoft.com/office/drawing/2014/main" id="{A4BC5937-AA29-4023-8241-EBDD54715EAE}"/>
              </a:ext>
            </a:extLst>
          </p:cNvPr>
          <p:cNvSpPr>
            <a:spLocks/>
          </p:cNvSpPr>
          <p:nvPr/>
        </p:nvSpPr>
        <p:spPr>
          <a:xfrm>
            <a:off x="3017840" y="5554820"/>
            <a:ext cx="377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19" name="text_6173">
            <a:extLst>
              <a:ext uri="{FF2B5EF4-FFF2-40B4-BE49-F238E27FC236}">
                <a16:creationId xmlns:a16="http://schemas.microsoft.com/office/drawing/2014/main" id="{31059B17-21D6-45B1-BB03-79939A2BB15D}"/>
              </a:ext>
            </a:extLst>
          </p:cNvPr>
          <p:cNvSpPr>
            <a:spLocks/>
          </p:cNvSpPr>
          <p:nvPr/>
        </p:nvSpPr>
        <p:spPr>
          <a:xfrm>
            <a:off x="3046657" y="5554820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20" name="text_6174">
            <a:extLst>
              <a:ext uri="{FF2B5EF4-FFF2-40B4-BE49-F238E27FC236}">
                <a16:creationId xmlns:a16="http://schemas.microsoft.com/office/drawing/2014/main" id="{37CD57B5-5A6A-4627-849A-B0F816C66765}"/>
              </a:ext>
            </a:extLst>
          </p:cNvPr>
          <p:cNvSpPr>
            <a:spLocks/>
          </p:cNvSpPr>
          <p:nvPr/>
        </p:nvSpPr>
        <p:spPr>
          <a:xfrm>
            <a:off x="3112506" y="5554820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21" name="text_6175">
            <a:extLst>
              <a:ext uri="{FF2B5EF4-FFF2-40B4-BE49-F238E27FC236}">
                <a16:creationId xmlns:a16="http://schemas.microsoft.com/office/drawing/2014/main" id="{195737C2-BC5A-4841-8DEA-24E8ABFABF9A}"/>
              </a:ext>
            </a:extLst>
          </p:cNvPr>
          <p:cNvSpPr>
            <a:spLocks/>
          </p:cNvSpPr>
          <p:nvPr/>
        </p:nvSpPr>
        <p:spPr>
          <a:xfrm>
            <a:off x="3181716" y="5554820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2" name="text_6176">
            <a:extLst>
              <a:ext uri="{FF2B5EF4-FFF2-40B4-BE49-F238E27FC236}">
                <a16:creationId xmlns:a16="http://schemas.microsoft.com/office/drawing/2014/main" id="{F387575E-F120-44F7-B5EB-8AF66A0FD69A}"/>
              </a:ext>
            </a:extLst>
          </p:cNvPr>
          <p:cNvSpPr>
            <a:spLocks/>
          </p:cNvSpPr>
          <p:nvPr/>
        </p:nvSpPr>
        <p:spPr>
          <a:xfrm>
            <a:off x="3255470" y="5554820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23" name="text_6177">
            <a:extLst>
              <a:ext uri="{FF2B5EF4-FFF2-40B4-BE49-F238E27FC236}">
                <a16:creationId xmlns:a16="http://schemas.microsoft.com/office/drawing/2014/main" id="{828B29BB-5601-4A08-A502-81749A2A9570}"/>
              </a:ext>
            </a:extLst>
          </p:cNvPr>
          <p:cNvSpPr>
            <a:spLocks/>
          </p:cNvSpPr>
          <p:nvPr/>
        </p:nvSpPr>
        <p:spPr>
          <a:xfrm>
            <a:off x="3337253" y="5554820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4" name="text_6178">
            <a:extLst>
              <a:ext uri="{FF2B5EF4-FFF2-40B4-BE49-F238E27FC236}">
                <a16:creationId xmlns:a16="http://schemas.microsoft.com/office/drawing/2014/main" id="{4751468A-5B31-4520-8C05-5E93880107C9}"/>
              </a:ext>
            </a:extLst>
          </p:cNvPr>
          <p:cNvSpPr>
            <a:spLocks/>
          </p:cNvSpPr>
          <p:nvPr/>
        </p:nvSpPr>
        <p:spPr>
          <a:xfrm>
            <a:off x="3406261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5" name="text_6179">
            <a:extLst>
              <a:ext uri="{FF2B5EF4-FFF2-40B4-BE49-F238E27FC236}">
                <a16:creationId xmlns:a16="http://schemas.microsoft.com/office/drawing/2014/main" id="{80DAFE5B-A13E-4F3E-8EE4-35FF47D33BF8}"/>
              </a:ext>
            </a:extLst>
          </p:cNvPr>
          <p:cNvSpPr>
            <a:spLocks/>
          </p:cNvSpPr>
          <p:nvPr/>
        </p:nvSpPr>
        <p:spPr>
          <a:xfrm>
            <a:off x="3451484" y="5602955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6" name="text_6180">
            <a:extLst>
              <a:ext uri="{FF2B5EF4-FFF2-40B4-BE49-F238E27FC236}">
                <a16:creationId xmlns:a16="http://schemas.microsoft.com/office/drawing/2014/main" id="{B290A8B6-40FE-4B24-B77E-2AAA65F8FBB2}"/>
              </a:ext>
            </a:extLst>
          </p:cNvPr>
          <p:cNvSpPr>
            <a:spLocks/>
          </p:cNvSpPr>
          <p:nvPr/>
        </p:nvSpPr>
        <p:spPr>
          <a:xfrm>
            <a:off x="3474008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7" name="data_6181">
            <a:extLst>
              <a:ext uri="{FF2B5EF4-FFF2-40B4-BE49-F238E27FC236}">
                <a16:creationId xmlns:a16="http://schemas.microsoft.com/office/drawing/2014/main" id="{2C01845D-983C-4C11-ADD3-2BFC51811FD7}"/>
              </a:ext>
            </a:extLst>
          </p:cNvPr>
          <p:cNvSpPr>
            <a:spLocks/>
          </p:cNvSpPr>
          <p:nvPr/>
        </p:nvSpPr>
        <p:spPr>
          <a:xfrm>
            <a:off x="1188244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28" name="data_6182">
            <a:extLst>
              <a:ext uri="{FF2B5EF4-FFF2-40B4-BE49-F238E27FC236}">
                <a16:creationId xmlns:a16="http://schemas.microsoft.com/office/drawing/2014/main" id="{C4843432-3D3E-4F68-AFB9-16668A709A32}"/>
              </a:ext>
            </a:extLst>
          </p:cNvPr>
          <p:cNvSpPr>
            <a:spLocks/>
          </p:cNvSpPr>
          <p:nvPr/>
        </p:nvSpPr>
        <p:spPr>
          <a:xfrm>
            <a:off x="1143908" y="5420042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29" name="text_6183">
            <a:extLst>
              <a:ext uri="{FF2B5EF4-FFF2-40B4-BE49-F238E27FC236}">
                <a16:creationId xmlns:a16="http://schemas.microsoft.com/office/drawing/2014/main" id="{A2056341-7EFE-4283-BF4E-BD2B292AB3F0}"/>
              </a:ext>
            </a:extLst>
          </p:cNvPr>
          <p:cNvSpPr>
            <a:spLocks/>
          </p:cNvSpPr>
          <p:nvPr/>
        </p:nvSpPr>
        <p:spPr>
          <a:xfrm>
            <a:off x="920184" y="5362593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30" name="data_6184">
            <a:extLst>
              <a:ext uri="{FF2B5EF4-FFF2-40B4-BE49-F238E27FC236}">
                <a16:creationId xmlns:a16="http://schemas.microsoft.com/office/drawing/2014/main" id="{37F038C1-FBC5-470A-A24B-B32A5171BBC0}"/>
              </a:ext>
            </a:extLst>
          </p:cNvPr>
          <p:cNvSpPr>
            <a:spLocks/>
          </p:cNvSpPr>
          <p:nvPr/>
        </p:nvSpPr>
        <p:spPr>
          <a:xfrm>
            <a:off x="1188244" y="4606224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1" name="data_6185">
            <a:extLst>
              <a:ext uri="{FF2B5EF4-FFF2-40B4-BE49-F238E27FC236}">
                <a16:creationId xmlns:a16="http://schemas.microsoft.com/office/drawing/2014/main" id="{7E88939D-197D-4E7B-98E0-67D40AB632D7}"/>
              </a:ext>
            </a:extLst>
          </p:cNvPr>
          <p:cNvSpPr>
            <a:spLocks/>
          </p:cNvSpPr>
          <p:nvPr/>
        </p:nvSpPr>
        <p:spPr>
          <a:xfrm>
            <a:off x="1143908" y="46062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2" name="text_6186">
            <a:extLst>
              <a:ext uri="{FF2B5EF4-FFF2-40B4-BE49-F238E27FC236}">
                <a16:creationId xmlns:a16="http://schemas.microsoft.com/office/drawing/2014/main" id="{3AEA367A-0857-43F6-B91C-18F311495232}"/>
              </a:ext>
            </a:extLst>
          </p:cNvPr>
          <p:cNvSpPr>
            <a:spLocks/>
          </p:cNvSpPr>
          <p:nvPr/>
        </p:nvSpPr>
        <p:spPr>
          <a:xfrm>
            <a:off x="920184" y="454877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33" name="data_6187">
            <a:extLst>
              <a:ext uri="{FF2B5EF4-FFF2-40B4-BE49-F238E27FC236}">
                <a16:creationId xmlns:a16="http://schemas.microsoft.com/office/drawing/2014/main" id="{A7E6D31F-B6C4-4872-BB81-517BD063B1C2}"/>
              </a:ext>
            </a:extLst>
          </p:cNvPr>
          <p:cNvSpPr>
            <a:spLocks/>
          </p:cNvSpPr>
          <p:nvPr/>
        </p:nvSpPr>
        <p:spPr>
          <a:xfrm>
            <a:off x="1188244" y="3792406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34" name="data_6188">
            <a:extLst>
              <a:ext uri="{FF2B5EF4-FFF2-40B4-BE49-F238E27FC236}">
                <a16:creationId xmlns:a16="http://schemas.microsoft.com/office/drawing/2014/main" id="{A4B20B40-6FAC-4A55-B7F8-9470538873FF}"/>
              </a:ext>
            </a:extLst>
          </p:cNvPr>
          <p:cNvSpPr>
            <a:spLocks/>
          </p:cNvSpPr>
          <p:nvPr/>
        </p:nvSpPr>
        <p:spPr>
          <a:xfrm>
            <a:off x="1143908" y="379240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35" name="text_6189">
            <a:extLst>
              <a:ext uri="{FF2B5EF4-FFF2-40B4-BE49-F238E27FC236}">
                <a16:creationId xmlns:a16="http://schemas.microsoft.com/office/drawing/2014/main" id="{760DDA7C-BFB1-419D-B5AC-D9E3CBA0B60D}"/>
              </a:ext>
            </a:extLst>
          </p:cNvPr>
          <p:cNvSpPr>
            <a:spLocks/>
          </p:cNvSpPr>
          <p:nvPr/>
        </p:nvSpPr>
        <p:spPr>
          <a:xfrm>
            <a:off x="920184" y="3734956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36" name="text_6190">
            <a:extLst>
              <a:ext uri="{FF2B5EF4-FFF2-40B4-BE49-F238E27FC236}">
                <a16:creationId xmlns:a16="http://schemas.microsoft.com/office/drawing/2014/main" id="{913C9855-C643-4913-92EF-238FB4531DDF}"/>
              </a:ext>
            </a:extLst>
          </p:cNvPr>
          <p:cNvSpPr>
            <a:spLocks/>
          </p:cNvSpPr>
          <p:nvPr/>
        </p:nvSpPr>
        <p:spPr>
          <a:xfrm rot="-5400000">
            <a:off x="650976" y="4473156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37" name="data_6191">
            <a:extLst>
              <a:ext uri="{FF2B5EF4-FFF2-40B4-BE49-F238E27FC236}">
                <a16:creationId xmlns:a16="http://schemas.microsoft.com/office/drawing/2014/main" id="{E6926696-2725-4E94-A36F-5C33279348C6}"/>
              </a:ext>
            </a:extLst>
          </p:cNvPr>
          <p:cNvSpPr>
            <a:spLocks/>
          </p:cNvSpPr>
          <p:nvPr/>
        </p:nvSpPr>
        <p:spPr>
          <a:xfrm>
            <a:off x="1731169" y="5172972"/>
            <a:ext cx="706664" cy="247071"/>
          </a:xfrm>
          <a:custGeom>
            <a:avLst/>
            <a:gdLst/>
            <a:ahLst/>
            <a:cxnLst/>
            <a:rect l="0" t="0" r="0" b="0"/>
            <a:pathLst>
              <a:path w="706664" h="247071">
                <a:moveTo>
                  <a:pt x="0" y="247071"/>
                </a:moveTo>
                <a:lnTo>
                  <a:pt x="706664" y="247071"/>
                </a:lnTo>
                <a:lnTo>
                  <a:pt x="706664" y="0"/>
                </a:lnTo>
                <a:lnTo>
                  <a:pt x="0" y="0"/>
                </a:lnTo>
                <a:lnTo>
                  <a:pt x="0" y="247071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38" name="data_6192">
            <a:extLst>
              <a:ext uri="{FF2B5EF4-FFF2-40B4-BE49-F238E27FC236}">
                <a16:creationId xmlns:a16="http://schemas.microsoft.com/office/drawing/2014/main" id="{FDE298C0-39F0-4096-9551-0501D33BE402}"/>
              </a:ext>
            </a:extLst>
          </p:cNvPr>
          <p:cNvSpPr>
            <a:spLocks/>
          </p:cNvSpPr>
          <p:nvPr/>
        </p:nvSpPr>
        <p:spPr>
          <a:xfrm>
            <a:off x="2558483" y="4692468"/>
            <a:ext cx="706664" cy="727574"/>
          </a:xfrm>
          <a:custGeom>
            <a:avLst/>
            <a:gdLst/>
            <a:ahLst/>
            <a:cxnLst/>
            <a:rect l="0" t="0" r="0" b="0"/>
            <a:pathLst>
              <a:path w="706664" h="727574">
                <a:moveTo>
                  <a:pt x="0" y="727574"/>
                </a:moveTo>
                <a:lnTo>
                  <a:pt x="706664" y="727574"/>
                </a:lnTo>
                <a:lnTo>
                  <a:pt x="706664" y="0"/>
                </a:lnTo>
                <a:lnTo>
                  <a:pt x="0" y="0"/>
                </a:lnTo>
                <a:lnTo>
                  <a:pt x="0" y="727574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39" name="data_6193">
            <a:extLst>
              <a:ext uri="{FF2B5EF4-FFF2-40B4-BE49-F238E27FC236}">
                <a16:creationId xmlns:a16="http://schemas.microsoft.com/office/drawing/2014/main" id="{40C8FA30-041A-4EB9-9406-1F4BBCBE33EF}"/>
              </a:ext>
            </a:extLst>
          </p:cNvPr>
          <p:cNvSpPr>
            <a:spLocks/>
          </p:cNvSpPr>
          <p:nvPr/>
        </p:nvSpPr>
        <p:spPr>
          <a:xfrm>
            <a:off x="3385797" y="4512519"/>
            <a:ext cx="706664" cy="907523"/>
          </a:xfrm>
          <a:custGeom>
            <a:avLst/>
            <a:gdLst/>
            <a:ahLst/>
            <a:cxnLst/>
            <a:rect l="0" t="0" r="0" b="0"/>
            <a:pathLst>
              <a:path w="706664" h="907523">
                <a:moveTo>
                  <a:pt x="0" y="907523"/>
                </a:moveTo>
                <a:lnTo>
                  <a:pt x="706664" y="907523"/>
                </a:lnTo>
                <a:lnTo>
                  <a:pt x="706664" y="0"/>
                </a:lnTo>
                <a:lnTo>
                  <a:pt x="0" y="0"/>
                </a:lnTo>
                <a:lnTo>
                  <a:pt x="0" y="907523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40" name="data_6194">
            <a:extLst>
              <a:ext uri="{FF2B5EF4-FFF2-40B4-BE49-F238E27FC236}">
                <a16:creationId xmlns:a16="http://schemas.microsoft.com/office/drawing/2014/main" id="{01E81C64-0B2F-4963-AA0E-B788D5D8BF21}"/>
              </a:ext>
            </a:extLst>
          </p:cNvPr>
          <p:cNvSpPr>
            <a:spLocks/>
          </p:cNvSpPr>
          <p:nvPr/>
        </p:nvSpPr>
        <p:spPr>
          <a:xfrm>
            <a:off x="192954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" name="data_6195">
            <a:extLst>
              <a:ext uri="{FF2B5EF4-FFF2-40B4-BE49-F238E27FC236}">
                <a16:creationId xmlns:a16="http://schemas.microsoft.com/office/drawing/2014/main" id="{0FB1C5DB-7D0A-4B96-8900-79F5B93D5B90}"/>
              </a:ext>
            </a:extLst>
          </p:cNvPr>
          <p:cNvSpPr>
            <a:spLocks/>
          </p:cNvSpPr>
          <p:nvPr/>
        </p:nvSpPr>
        <p:spPr>
          <a:xfrm>
            <a:off x="215706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" name="data_6196">
            <a:extLst>
              <a:ext uri="{FF2B5EF4-FFF2-40B4-BE49-F238E27FC236}">
                <a16:creationId xmlns:a16="http://schemas.microsoft.com/office/drawing/2014/main" id="{74CEE7D4-B7DE-4DC9-9B57-FE9AFA0041AC}"/>
              </a:ext>
            </a:extLst>
          </p:cNvPr>
          <p:cNvSpPr>
            <a:spLocks/>
          </p:cNvSpPr>
          <p:nvPr/>
        </p:nvSpPr>
        <p:spPr>
          <a:xfrm>
            <a:off x="184125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" name="data_6197">
            <a:extLst>
              <a:ext uri="{FF2B5EF4-FFF2-40B4-BE49-F238E27FC236}">
                <a16:creationId xmlns:a16="http://schemas.microsoft.com/office/drawing/2014/main" id="{4674E9A8-DB25-4133-8F20-673D8FE76341}"/>
              </a:ext>
            </a:extLst>
          </p:cNvPr>
          <p:cNvSpPr>
            <a:spLocks/>
          </p:cNvSpPr>
          <p:nvPr/>
        </p:nvSpPr>
        <p:spPr>
          <a:xfrm>
            <a:off x="203294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" name="data_6198">
            <a:extLst>
              <a:ext uri="{FF2B5EF4-FFF2-40B4-BE49-F238E27FC236}">
                <a16:creationId xmlns:a16="http://schemas.microsoft.com/office/drawing/2014/main" id="{61EF1051-EC78-416D-B9E5-F2B7540C85FE}"/>
              </a:ext>
            </a:extLst>
          </p:cNvPr>
          <p:cNvSpPr>
            <a:spLocks/>
          </p:cNvSpPr>
          <p:nvPr/>
        </p:nvSpPr>
        <p:spPr>
          <a:xfrm>
            <a:off x="1884340" y="481336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" name="data_6199">
            <a:extLst>
              <a:ext uri="{FF2B5EF4-FFF2-40B4-BE49-F238E27FC236}">
                <a16:creationId xmlns:a16="http://schemas.microsoft.com/office/drawing/2014/main" id="{9138F0D0-DD03-4D19-9AA1-ABFFB5FAAE45}"/>
              </a:ext>
            </a:extLst>
          </p:cNvPr>
          <p:cNvSpPr>
            <a:spLocks/>
          </p:cNvSpPr>
          <p:nvPr/>
        </p:nvSpPr>
        <p:spPr>
          <a:xfrm>
            <a:off x="222402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" name="data_6200">
            <a:extLst>
              <a:ext uri="{FF2B5EF4-FFF2-40B4-BE49-F238E27FC236}">
                <a16:creationId xmlns:a16="http://schemas.microsoft.com/office/drawing/2014/main" id="{A9FEA957-06D0-44F5-BEFF-25F2564E2EA4}"/>
              </a:ext>
            </a:extLst>
          </p:cNvPr>
          <p:cNvSpPr>
            <a:spLocks/>
          </p:cNvSpPr>
          <p:nvPr/>
        </p:nvSpPr>
        <p:spPr>
          <a:xfrm>
            <a:off x="210003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" name="data_6201">
            <a:extLst>
              <a:ext uri="{FF2B5EF4-FFF2-40B4-BE49-F238E27FC236}">
                <a16:creationId xmlns:a16="http://schemas.microsoft.com/office/drawing/2014/main" id="{E2BD172C-CD9E-4341-8A39-14711116CDA2}"/>
              </a:ext>
            </a:extLst>
          </p:cNvPr>
          <p:cNvSpPr>
            <a:spLocks/>
          </p:cNvSpPr>
          <p:nvPr/>
        </p:nvSpPr>
        <p:spPr>
          <a:xfrm>
            <a:off x="2042452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" name="data_6202">
            <a:extLst>
              <a:ext uri="{FF2B5EF4-FFF2-40B4-BE49-F238E27FC236}">
                <a16:creationId xmlns:a16="http://schemas.microsoft.com/office/drawing/2014/main" id="{0A3F3602-F0A0-40E6-A6E1-A7EFEE1DA478}"/>
              </a:ext>
            </a:extLst>
          </p:cNvPr>
          <p:cNvSpPr>
            <a:spLocks/>
          </p:cNvSpPr>
          <p:nvPr/>
        </p:nvSpPr>
        <p:spPr>
          <a:xfrm>
            <a:off x="186928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" name="data_6203">
            <a:extLst>
              <a:ext uri="{FF2B5EF4-FFF2-40B4-BE49-F238E27FC236}">
                <a16:creationId xmlns:a16="http://schemas.microsoft.com/office/drawing/2014/main" id="{D1A535E1-536C-45B5-A466-B6C8557DA8EA}"/>
              </a:ext>
            </a:extLst>
          </p:cNvPr>
          <p:cNvSpPr>
            <a:spLocks/>
          </p:cNvSpPr>
          <p:nvPr/>
        </p:nvSpPr>
        <p:spPr>
          <a:xfrm>
            <a:off x="1977713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" name="data_6204">
            <a:extLst>
              <a:ext uri="{FF2B5EF4-FFF2-40B4-BE49-F238E27FC236}">
                <a16:creationId xmlns:a16="http://schemas.microsoft.com/office/drawing/2014/main" id="{3820A989-C88B-4362-9953-CDBC2D7EF249}"/>
              </a:ext>
            </a:extLst>
          </p:cNvPr>
          <p:cNvSpPr>
            <a:spLocks/>
          </p:cNvSpPr>
          <p:nvPr/>
        </p:nvSpPr>
        <p:spPr>
          <a:xfrm>
            <a:off x="1988751" y="50072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" name="data_6205">
            <a:extLst>
              <a:ext uri="{FF2B5EF4-FFF2-40B4-BE49-F238E27FC236}">
                <a16:creationId xmlns:a16="http://schemas.microsoft.com/office/drawing/2014/main" id="{065CC5A5-ACDA-40E1-BF3A-1F1049CE4DBD}"/>
              </a:ext>
            </a:extLst>
          </p:cNvPr>
          <p:cNvSpPr>
            <a:spLocks/>
          </p:cNvSpPr>
          <p:nvPr/>
        </p:nvSpPr>
        <p:spPr>
          <a:xfrm>
            <a:off x="2060170" y="49411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" name="data_6206">
            <a:extLst>
              <a:ext uri="{FF2B5EF4-FFF2-40B4-BE49-F238E27FC236}">
                <a16:creationId xmlns:a16="http://schemas.microsoft.com/office/drawing/2014/main" id="{F00D20A5-B9D2-4045-B33C-254C36AEB564}"/>
              </a:ext>
            </a:extLst>
          </p:cNvPr>
          <p:cNvSpPr>
            <a:spLocks/>
          </p:cNvSpPr>
          <p:nvPr/>
        </p:nvSpPr>
        <p:spPr>
          <a:xfrm>
            <a:off x="2201325" y="41092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" name="data_6207">
            <a:extLst>
              <a:ext uri="{FF2B5EF4-FFF2-40B4-BE49-F238E27FC236}">
                <a16:creationId xmlns:a16="http://schemas.microsoft.com/office/drawing/2014/main" id="{86E83037-7F97-459C-AACF-011D26CE2C0D}"/>
              </a:ext>
            </a:extLst>
          </p:cNvPr>
          <p:cNvSpPr>
            <a:spLocks/>
          </p:cNvSpPr>
          <p:nvPr/>
        </p:nvSpPr>
        <p:spPr>
          <a:xfrm>
            <a:off x="2081079" y="538196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" name="data_6208">
            <a:extLst>
              <a:ext uri="{FF2B5EF4-FFF2-40B4-BE49-F238E27FC236}">
                <a16:creationId xmlns:a16="http://schemas.microsoft.com/office/drawing/2014/main" id="{28BC1930-EF9F-40EB-91C1-720EBB41D491}"/>
              </a:ext>
            </a:extLst>
          </p:cNvPr>
          <p:cNvSpPr>
            <a:spLocks/>
          </p:cNvSpPr>
          <p:nvPr/>
        </p:nvSpPr>
        <p:spPr>
          <a:xfrm>
            <a:off x="22662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" name="data_6209">
            <a:extLst>
              <a:ext uri="{FF2B5EF4-FFF2-40B4-BE49-F238E27FC236}">
                <a16:creationId xmlns:a16="http://schemas.microsoft.com/office/drawing/2014/main" id="{CB6E7DB7-6916-4B69-9382-8DD2F5FF6B00}"/>
              </a:ext>
            </a:extLst>
          </p:cNvPr>
          <p:cNvSpPr>
            <a:spLocks/>
          </p:cNvSpPr>
          <p:nvPr/>
        </p:nvSpPr>
        <p:spPr>
          <a:xfrm>
            <a:off x="1888770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" name="data_6210">
            <a:extLst>
              <a:ext uri="{FF2B5EF4-FFF2-40B4-BE49-F238E27FC236}">
                <a16:creationId xmlns:a16="http://schemas.microsoft.com/office/drawing/2014/main" id="{CCCC1D20-E847-49EA-A38A-5B9BBC30B1F2}"/>
              </a:ext>
            </a:extLst>
          </p:cNvPr>
          <p:cNvSpPr>
            <a:spLocks/>
          </p:cNvSpPr>
          <p:nvPr/>
        </p:nvSpPr>
        <p:spPr>
          <a:xfrm>
            <a:off x="18519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" name="data_6211">
            <a:extLst>
              <a:ext uri="{FF2B5EF4-FFF2-40B4-BE49-F238E27FC236}">
                <a16:creationId xmlns:a16="http://schemas.microsoft.com/office/drawing/2014/main" id="{ECDE403C-2940-4C74-8430-FB86FF88B580}"/>
              </a:ext>
            </a:extLst>
          </p:cNvPr>
          <p:cNvSpPr>
            <a:spLocks/>
          </p:cNvSpPr>
          <p:nvPr/>
        </p:nvSpPr>
        <p:spPr>
          <a:xfrm>
            <a:off x="216408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8" name="data_6212">
            <a:extLst>
              <a:ext uri="{FF2B5EF4-FFF2-40B4-BE49-F238E27FC236}">
                <a16:creationId xmlns:a16="http://schemas.microsoft.com/office/drawing/2014/main" id="{C31D5968-E494-426A-AB05-C3CD8DCA8345}"/>
              </a:ext>
            </a:extLst>
          </p:cNvPr>
          <p:cNvSpPr>
            <a:spLocks/>
          </p:cNvSpPr>
          <p:nvPr/>
        </p:nvSpPr>
        <p:spPr>
          <a:xfrm>
            <a:off x="2235860" y="51181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9" name="data_6213">
            <a:extLst>
              <a:ext uri="{FF2B5EF4-FFF2-40B4-BE49-F238E27FC236}">
                <a16:creationId xmlns:a16="http://schemas.microsoft.com/office/drawing/2014/main" id="{D7F0A4D0-CF0A-43DC-A470-955445B4D1C7}"/>
              </a:ext>
            </a:extLst>
          </p:cNvPr>
          <p:cNvSpPr>
            <a:spLocks/>
          </p:cNvSpPr>
          <p:nvPr/>
        </p:nvSpPr>
        <p:spPr>
          <a:xfrm>
            <a:off x="2287158" y="51106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0" name="data_6214">
            <a:extLst>
              <a:ext uri="{FF2B5EF4-FFF2-40B4-BE49-F238E27FC236}">
                <a16:creationId xmlns:a16="http://schemas.microsoft.com/office/drawing/2014/main" id="{11D06398-D351-41F6-9659-48B0E604D7E0}"/>
              </a:ext>
            </a:extLst>
          </p:cNvPr>
          <p:cNvSpPr>
            <a:spLocks/>
          </p:cNvSpPr>
          <p:nvPr/>
        </p:nvSpPr>
        <p:spPr>
          <a:xfrm>
            <a:off x="225341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1" name="data_6215">
            <a:extLst>
              <a:ext uri="{FF2B5EF4-FFF2-40B4-BE49-F238E27FC236}">
                <a16:creationId xmlns:a16="http://schemas.microsoft.com/office/drawing/2014/main" id="{15ED31EA-6535-4DB2-AFA9-9DF0EC7D5FA7}"/>
              </a:ext>
            </a:extLst>
          </p:cNvPr>
          <p:cNvSpPr>
            <a:spLocks/>
          </p:cNvSpPr>
          <p:nvPr/>
        </p:nvSpPr>
        <p:spPr>
          <a:xfrm>
            <a:off x="206980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2" name="data_6216">
            <a:extLst>
              <a:ext uri="{FF2B5EF4-FFF2-40B4-BE49-F238E27FC236}">
                <a16:creationId xmlns:a16="http://schemas.microsoft.com/office/drawing/2014/main" id="{977EABD6-641D-4160-9B4C-A746A0985969}"/>
              </a:ext>
            </a:extLst>
          </p:cNvPr>
          <p:cNvSpPr>
            <a:spLocks/>
          </p:cNvSpPr>
          <p:nvPr/>
        </p:nvSpPr>
        <p:spPr>
          <a:xfrm>
            <a:off x="2208158" y="47512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" name="data_6217">
            <a:extLst>
              <a:ext uri="{FF2B5EF4-FFF2-40B4-BE49-F238E27FC236}">
                <a16:creationId xmlns:a16="http://schemas.microsoft.com/office/drawing/2014/main" id="{B856DE4C-8E01-42EC-B84F-10830E7A7E60}"/>
              </a:ext>
            </a:extLst>
          </p:cNvPr>
          <p:cNvSpPr>
            <a:spLocks/>
          </p:cNvSpPr>
          <p:nvPr/>
        </p:nvSpPr>
        <p:spPr>
          <a:xfrm>
            <a:off x="1815723" y="48495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" name="data_6218">
            <a:extLst>
              <a:ext uri="{FF2B5EF4-FFF2-40B4-BE49-F238E27FC236}">
                <a16:creationId xmlns:a16="http://schemas.microsoft.com/office/drawing/2014/main" id="{10C98A53-5CDC-41BC-A4F3-E18DB4CBCC81}"/>
              </a:ext>
            </a:extLst>
          </p:cNvPr>
          <p:cNvSpPr>
            <a:spLocks/>
          </p:cNvSpPr>
          <p:nvPr/>
        </p:nvSpPr>
        <p:spPr>
          <a:xfrm>
            <a:off x="180950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" name="data_6219">
            <a:extLst>
              <a:ext uri="{FF2B5EF4-FFF2-40B4-BE49-F238E27FC236}">
                <a16:creationId xmlns:a16="http://schemas.microsoft.com/office/drawing/2014/main" id="{8684BE41-AD9B-4FBE-9E38-5ABFD8E731F7}"/>
              </a:ext>
            </a:extLst>
          </p:cNvPr>
          <p:cNvSpPr>
            <a:spLocks/>
          </p:cNvSpPr>
          <p:nvPr/>
        </p:nvSpPr>
        <p:spPr>
          <a:xfrm>
            <a:off x="218667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" name="data_6220">
            <a:extLst>
              <a:ext uri="{FF2B5EF4-FFF2-40B4-BE49-F238E27FC236}">
                <a16:creationId xmlns:a16="http://schemas.microsoft.com/office/drawing/2014/main" id="{51039265-DC06-4AF1-A28C-4664F54B5571}"/>
              </a:ext>
            </a:extLst>
          </p:cNvPr>
          <p:cNvSpPr>
            <a:spLocks/>
          </p:cNvSpPr>
          <p:nvPr/>
        </p:nvSpPr>
        <p:spPr>
          <a:xfrm>
            <a:off x="223725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" name="data_6221">
            <a:extLst>
              <a:ext uri="{FF2B5EF4-FFF2-40B4-BE49-F238E27FC236}">
                <a16:creationId xmlns:a16="http://schemas.microsoft.com/office/drawing/2014/main" id="{3CC53CCC-CDD9-4106-95B8-1013B9A823BC}"/>
              </a:ext>
            </a:extLst>
          </p:cNvPr>
          <p:cNvSpPr>
            <a:spLocks/>
          </p:cNvSpPr>
          <p:nvPr/>
        </p:nvSpPr>
        <p:spPr>
          <a:xfrm>
            <a:off x="218645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" name="data_6222">
            <a:extLst>
              <a:ext uri="{FF2B5EF4-FFF2-40B4-BE49-F238E27FC236}">
                <a16:creationId xmlns:a16="http://schemas.microsoft.com/office/drawing/2014/main" id="{85DA9322-5457-4FD7-9696-ABBA9C31711B}"/>
              </a:ext>
            </a:extLst>
          </p:cNvPr>
          <p:cNvSpPr>
            <a:spLocks/>
          </p:cNvSpPr>
          <p:nvPr/>
        </p:nvSpPr>
        <p:spPr>
          <a:xfrm>
            <a:off x="2115039" y="51697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" name="data_6223">
            <a:extLst>
              <a:ext uri="{FF2B5EF4-FFF2-40B4-BE49-F238E27FC236}">
                <a16:creationId xmlns:a16="http://schemas.microsoft.com/office/drawing/2014/main" id="{883DAC77-F8AF-415C-BCEF-B437E1CA2FDD}"/>
              </a:ext>
            </a:extLst>
          </p:cNvPr>
          <p:cNvSpPr>
            <a:spLocks/>
          </p:cNvSpPr>
          <p:nvPr/>
        </p:nvSpPr>
        <p:spPr>
          <a:xfrm>
            <a:off x="192199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" name="data_6224">
            <a:extLst>
              <a:ext uri="{FF2B5EF4-FFF2-40B4-BE49-F238E27FC236}">
                <a16:creationId xmlns:a16="http://schemas.microsoft.com/office/drawing/2014/main" id="{1A3C51AB-73B9-4A57-8B53-E2964D196C00}"/>
              </a:ext>
            </a:extLst>
          </p:cNvPr>
          <p:cNvSpPr>
            <a:spLocks/>
          </p:cNvSpPr>
          <p:nvPr/>
        </p:nvSpPr>
        <p:spPr>
          <a:xfrm>
            <a:off x="222942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" name="data_6225">
            <a:extLst>
              <a:ext uri="{FF2B5EF4-FFF2-40B4-BE49-F238E27FC236}">
                <a16:creationId xmlns:a16="http://schemas.microsoft.com/office/drawing/2014/main" id="{924468AA-35EC-412C-83C6-07F70A5340C3}"/>
              </a:ext>
            </a:extLst>
          </p:cNvPr>
          <p:cNvSpPr>
            <a:spLocks/>
          </p:cNvSpPr>
          <p:nvPr/>
        </p:nvSpPr>
        <p:spPr>
          <a:xfrm>
            <a:off x="2115919" y="52458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" name="data_6226">
            <a:extLst>
              <a:ext uri="{FF2B5EF4-FFF2-40B4-BE49-F238E27FC236}">
                <a16:creationId xmlns:a16="http://schemas.microsoft.com/office/drawing/2014/main" id="{C5D8057A-09BD-4660-8230-EE94F2C59BF1}"/>
              </a:ext>
            </a:extLst>
          </p:cNvPr>
          <p:cNvSpPr>
            <a:spLocks/>
          </p:cNvSpPr>
          <p:nvPr/>
        </p:nvSpPr>
        <p:spPr>
          <a:xfrm>
            <a:off x="191186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" name="data_6227">
            <a:extLst>
              <a:ext uri="{FF2B5EF4-FFF2-40B4-BE49-F238E27FC236}">
                <a16:creationId xmlns:a16="http://schemas.microsoft.com/office/drawing/2014/main" id="{FBBD2697-D7EA-495D-8308-FB91CAD0C946}"/>
              </a:ext>
            </a:extLst>
          </p:cNvPr>
          <p:cNvSpPr>
            <a:spLocks/>
          </p:cNvSpPr>
          <p:nvPr/>
        </p:nvSpPr>
        <p:spPr>
          <a:xfrm>
            <a:off x="2171261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" name="data_6228">
            <a:extLst>
              <a:ext uri="{FF2B5EF4-FFF2-40B4-BE49-F238E27FC236}">
                <a16:creationId xmlns:a16="http://schemas.microsoft.com/office/drawing/2014/main" id="{36FC184F-A7CF-461C-A8C4-8924353155F5}"/>
              </a:ext>
            </a:extLst>
          </p:cNvPr>
          <p:cNvSpPr>
            <a:spLocks/>
          </p:cNvSpPr>
          <p:nvPr/>
        </p:nvSpPr>
        <p:spPr>
          <a:xfrm>
            <a:off x="196448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" name="data_6229">
            <a:extLst>
              <a:ext uri="{FF2B5EF4-FFF2-40B4-BE49-F238E27FC236}">
                <a16:creationId xmlns:a16="http://schemas.microsoft.com/office/drawing/2014/main" id="{1D2B7C29-2549-44BF-8B05-E9B546274F07}"/>
              </a:ext>
            </a:extLst>
          </p:cNvPr>
          <p:cNvSpPr>
            <a:spLocks/>
          </p:cNvSpPr>
          <p:nvPr/>
        </p:nvSpPr>
        <p:spPr>
          <a:xfrm>
            <a:off x="185043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" name="data_6230">
            <a:extLst>
              <a:ext uri="{FF2B5EF4-FFF2-40B4-BE49-F238E27FC236}">
                <a16:creationId xmlns:a16="http://schemas.microsoft.com/office/drawing/2014/main" id="{D6BA244D-9747-4F5A-A829-81F61962620B}"/>
              </a:ext>
            </a:extLst>
          </p:cNvPr>
          <p:cNvSpPr>
            <a:spLocks/>
          </p:cNvSpPr>
          <p:nvPr/>
        </p:nvSpPr>
        <p:spPr>
          <a:xfrm>
            <a:off x="220289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" name="data_6231">
            <a:extLst>
              <a:ext uri="{FF2B5EF4-FFF2-40B4-BE49-F238E27FC236}">
                <a16:creationId xmlns:a16="http://schemas.microsoft.com/office/drawing/2014/main" id="{4C70FAD8-1AA0-4CB0-AE8B-5C6F3D250952}"/>
              </a:ext>
            </a:extLst>
          </p:cNvPr>
          <p:cNvSpPr>
            <a:spLocks/>
          </p:cNvSpPr>
          <p:nvPr/>
        </p:nvSpPr>
        <p:spPr>
          <a:xfrm>
            <a:off x="2053169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" name="data_6232">
            <a:extLst>
              <a:ext uri="{FF2B5EF4-FFF2-40B4-BE49-F238E27FC236}">
                <a16:creationId xmlns:a16="http://schemas.microsoft.com/office/drawing/2014/main" id="{4F88204E-2D3D-44A5-A7CE-718122C8099B}"/>
              </a:ext>
            </a:extLst>
          </p:cNvPr>
          <p:cNvSpPr>
            <a:spLocks/>
          </p:cNvSpPr>
          <p:nvPr/>
        </p:nvSpPr>
        <p:spPr>
          <a:xfrm>
            <a:off x="196045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" name="data_6233">
            <a:extLst>
              <a:ext uri="{FF2B5EF4-FFF2-40B4-BE49-F238E27FC236}">
                <a16:creationId xmlns:a16="http://schemas.microsoft.com/office/drawing/2014/main" id="{5F82B60F-FA22-42C7-BCFF-A6D289AA4710}"/>
              </a:ext>
            </a:extLst>
          </p:cNvPr>
          <p:cNvSpPr>
            <a:spLocks/>
          </p:cNvSpPr>
          <p:nvPr/>
        </p:nvSpPr>
        <p:spPr>
          <a:xfrm>
            <a:off x="1837084" y="46296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" name="data_6234">
            <a:extLst>
              <a:ext uri="{FF2B5EF4-FFF2-40B4-BE49-F238E27FC236}">
                <a16:creationId xmlns:a16="http://schemas.microsoft.com/office/drawing/2014/main" id="{7198BFE3-6B69-44B2-9F34-279CC6A614C2}"/>
              </a:ext>
            </a:extLst>
          </p:cNvPr>
          <p:cNvSpPr>
            <a:spLocks/>
          </p:cNvSpPr>
          <p:nvPr/>
        </p:nvSpPr>
        <p:spPr>
          <a:xfrm>
            <a:off x="226966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" name="data_6235">
            <a:extLst>
              <a:ext uri="{FF2B5EF4-FFF2-40B4-BE49-F238E27FC236}">
                <a16:creationId xmlns:a16="http://schemas.microsoft.com/office/drawing/2014/main" id="{81C58DB1-3C2B-402D-992F-B76CC0043C04}"/>
              </a:ext>
            </a:extLst>
          </p:cNvPr>
          <p:cNvSpPr>
            <a:spLocks/>
          </p:cNvSpPr>
          <p:nvPr/>
        </p:nvSpPr>
        <p:spPr>
          <a:xfrm>
            <a:off x="1968023" y="51649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" name="data_6236">
            <a:extLst>
              <a:ext uri="{FF2B5EF4-FFF2-40B4-BE49-F238E27FC236}">
                <a16:creationId xmlns:a16="http://schemas.microsoft.com/office/drawing/2014/main" id="{343EEB07-C4B6-43DA-9CE1-CB127255C673}"/>
              </a:ext>
            </a:extLst>
          </p:cNvPr>
          <p:cNvSpPr>
            <a:spLocks/>
          </p:cNvSpPr>
          <p:nvPr/>
        </p:nvSpPr>
        <p:spPr>
          <a:xfrm>
            <a:off x="220452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" name="data_6237">
            <a:extLst>
              <a:ext uri="{FF2B5EF4-FFF2-40B4-BE49-F238E27FC236}">
                <a16:creationId xmlns:a16="http://schemas.microsoft.com/office/drawing/2014/main" id="{198D6B7B-0C3F-44B9-A7AC-0F7FC979DF2C}"/>
              </a:ext>
            </a:extLst>
          </p:cNvPr>
          <p:cNvSpPr>
            <a:spLocks/>
          </p:cNvSpPr>
          <p:nvPr/>
        </p:nvSpPr>
        <p:spPr>
          <a:xfrm>
            <a:off x="206518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" name="data_6238">
            <a:extLst>
              <a:ext uri="{FF2B5EF4-FFF2-40B4-BE49-F238E27FC236}">
                <a16:creationId xmlns:a16="http://schemas.microsoft.com/office/drawing/2014/main" id="{1C53ADD6-8FDE-4D6C-86D4-AE003F2AD8C7}"/>
              </a:ext>
            </a:extLst>
          </p:cNvPr>
          <p:cNvSpPr>
            <a:spLocks/>
          </p:cNvSpPr>
          <p:nvPr/>
        </p:nvSpPr>
        <p:spPr>
          <a:xfrm>
            <a:off x="181461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" name="data_6239">
            <a:extLst>
              <a:ext uri="{FF2B5EF4-FFF2-40B4-BE49-F238E27FC236}">
                <a16:creationId xmlns:a16="http://schemas.microsoft.com/office/drawing/2014/main" id="{988A5587-FEF9-4326-9EA0-3E6874F0A1CA}"/>
              </a:ext>
            </a:extLst>
          </p:cNvPr>
          <p:cNvSpPr>
            <a:spLocks/>
          </p:cNvSpPr>
          <p:nvPr/>
        </p:nvSpPr>
        <p:spPr>
          <a:xfrm>
            <a:off x="19263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" name="data_6240">
            <a:extLst>
              <a:ext uri="{FF2B5EF4-FFF2-40B4-BE49-F238E27FC236}">
                <a16:creationId xmlns:a16="http://schemas.microsoft.com/office/drawing/2014/main" id="{AAF2ED8E-8F47-49FB-A547-E48733CCD1BD}"/>
              </a:ext>
            </a:extLst>
          </p:cNvPr>
          <p:cNvSpPr>
            <a:spLocks/>
          </p:cNvSpPr>
          <p:nvPr/>
        </p:nvSpPr>
        <p:spPr>
          <a:xfrm>
            <a:off x="1841453" y="49642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" name="data_6241">
            <a:extLst>
              <a:ext uri="{FF2B5EF4-FFF2-40B4-BE49-F238E27FC236}">
                <a16:creationId xmlns:a16="http://schemas.microsoft.com/office/drawing/2014/main" id="{DDBAB39A-B551-407B-82FE-F1B0875692EA}"/>
              </a:ext>
            </a:extLst>
          </p:cNvPr>
          <p:cNvSpPr>
            <a:spLocks/>
          </p:cNvSpPr>
          <p:nvPr/>
        </p:nvSpPr>
        <p:spPr>
          <a:xfrm>
            <a:off x="201637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" name="data_6242">
            <a:extLst>
              <a:ext uri="{FF2B5EF4-FFF2-40B4-BE49-F238E27FC236}">
                <a16:creationId xmlns:a16="http://schemas.microsoft.com/office/drawing/2014/main" id="{44651727-A9BD-44C6-88AD-2BCC5E3B5788}"/>
              </a:ext>
            </a:extLst>
          </p:cNvPr>
          <p:cNvSpPr>
            <a:spLocks/>
          </p:cNvSpPr>
          <p:nvPr/>
        </p:nvSpPr>
        <p:spPr>
          <a:xfrm>
            <a:off x="217201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" name="data_6243">
            <a:extLst>
              <a:ext uri="{FF2B5EF4-FFF2-40B4-BE49-F238E27FC236}">
                <a16:creationId xmlns:a16="http://schemas.microsoft.com/office/drawing/2014/main" id="{A8652116-2BED-4899-ABB7-481B243606D3}"/>
              </a:ext>
            </a:extLst>
          </p:cNvPr>
          <p:cNvSpPr>
            <a:spLocks/>
          </p:cNvSpPr>
          <p:nvPr/>
        </p:nvSpPr>
        <p:spPr>
          <a:xfrm>
            <a:off x="2313299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" name="data_6244">
            <a:extLst>
              <a:ext uri="{FF2B5EF4-FFF2-40B4-BE49-F238E27FC236}">
                <a16:creationId xmlns:a16="http://schemas.microsoft.com/office/drawing/2014/main" id="{C66E53D0-B8D2-4227-A848-56B63EE6F790}"/>
              </a:ext>
            </a:extLst>
          </p:cNvPr>
          <p:cNvSpPr>
            <a:spLocks/>
          </p:cNvSpPr>
          <p:nvPr/>
        </p:nvSpPr>
        <p:spPr>
          <a:xfrm>
            <a:off x="204605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" name="data_6245">
            <a:extLst>
              <a:ext uri="{FF2B5EF4-FFF2-40B4-BE49-F238E27FC236}">
                <a16:creationId xmlns:a16="http://schemas.microsoft.com/office/drawing/2014/main" id="{5EBABD98-6D79-4039-9C74-E5B12C3E517D}"/>
              </a:ext>
            </a:extLst>
          </p:cNvPr>
          <p:cNvSpPr>
            <a:spLocks/>
          </p:cNvSpPr>
          <p:nvPr/>
        </p:nvSpPr>
        <p:spPr>
          <a:xfrm>
            <a:off x="193790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2" name="data_6246">
            <a:extLst>
              <a:ext uri="{FF2B5EF4-FFF2-40B4-BE49-F238E27FC236}">
                <a16:creationId xmlns:a16="http://schemas.microsoft.com/office/drawing/2014/main" id="{94BB5B34-79CE-4D4F-984D-6BCC305292B8}"/>
              </a:ext>
            </a:extLst>
          </p:cNvPr>
          <p:cNvSpPr>
            <a:spLocks/>
          </p:cNvSpPr>
          <p:nvPr/>
        </p:nvSpPr>
        <p:spPr>
          <a:xfrm>
            <a:off x="198457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3" name="data_6247">
            <a:extLst>
              <a:ext uri="{FF2B5EF4-FFF2-40B4-BE49-F238E27FC236}">
                <a16:creationId xmlns:a16="http://schemas.microsoft.com/office/drawing/2014/main" id="{5E688836-59A1-419B-B1F3-4C1367E5EDB5}"/>
              </a:ext>
            </a:extLst>
          </p:cNvPr>
          <p:cNvSpPr>
            <a:spLocks/>
          </p:cNvSpPr>
          <p:nvPr/>
        </p:nvSpPr>
        <p:spPr>
          <a:xfrm>
            <a:off x="1890322" y="512652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4" name="data_6248">
            <a:extLst>
              <a:ext uri="{FF2B5EF4-FFF2-40B4-BE49-F238E27FC236}">
                <a16:creationId xmlns:a16="http://schemas.microsoft.com/office/drawing/2014/main" id="{024C9E18-CE94-4020-8789-212B205F10D3}"/>
              </a:ext>
            </a:extLst>
          </p:cNvPr>
          <p:cNvSpPr>
            <a:spLocks/>
          </p:cNvSpPr>
          <p:nvPr/>
        </p:nvSpPr>
        <p:spPr>
          <a:xfrm>
            <a:off x="18803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5" name="data_6249">
            <a:extLst>
              <a:ext uri="{FF2B5EF4-FFF2-40B4-BE49-F238E27FC236}">
                <a16:creationId xmlns:a16="http://schemas.microsoft.com/office/drawing/2014/main" id="{5CE4DFF1-5071-4DC3-81BC-231F560E80DB}"/>
              </a:ext>
            </a:extLst>
          </p:cNvPr>
          <p:cNvSpPr>
            <a:spLocks/>
          </p:cNvSpPr>
          <p:nvPr/>
        </p:nvSpPr>
        <p:spPr>
          <a:xfrm>
            <a:off x="2186307" y="53118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6" name="data_6250">
            <a:extLst>
              <a:ext uri="{FF2B5EF4-FFF2-40B4-BE49-F238E27FC236}">
                <a16:creationId xmlns:a16="http://schemas.microsoft.com/office/drawing/2014/main" id="{31C02CF4-6F2F-49FC-BBC5-F014673AD7F6}"/>
              </a:ext>
            </a:extLst>
          </p:cNvPr>
          <p:cNvSpPr>
            <a:spLocks/>
          </p:cNvSpPr>
          <p:nvPr/>
        </p:nvSpPr>
        <p:spPr>
          <a:xfrm>
            <a:off x="2290009" y="53248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7" name="data_6251">
            <a:extLst>
              <a:ext uri="{FF2B5EF4-FFF2-40B4-BE49-F238E27FC236}">
                <a16:creationId xmlns:a16="http://schemas.microsoft.com/office/drawing/2014/main" id="{8D364F36-84B3-48E5-B3DB-1DFF32704A61}"/>
              </a:ext>
            </a:extLst>
          </p:cNvPr>
          <p:cNvSpPr>
            <a:spLocks/>
          </p:cNvSpPr>
          <p:nvPr/>
        </p:nvSpPr>
        <p:spPr>
          <a:xfrm>
            <a:off x="211656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8" name="data_6252">
            <a:extLst>
              <a:ext uri="{FF2B5EF4-FFF2-40B4-BE49-F238E27FC236}">
                <a16:creationId xmlns:a16="http://schemas.microsoft.com/office/drawing/2014/main" id="{794202DD-104B-47B6-BE6A-6BB726F74350}"/>
              </a:ext>
            </a:extLst>
          </p:cNvPr>
          <p:cNvSpPr>
            <a:spLocks/>
          </p:cNvSpPr>
          <p:nvPr/>
        </p:nvSpPr>
        <p:spPr>
          <a:xfrm>
            <a:off x="1922397" y="538163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9" name="data_6253">
            <a:extLst>
              <a:ext uri="{FF2B5EF4-FFF2-40B4-BE49-F238E27FC236}">
                <a16:creationId xmlns:a16="http://schemas.microsoft.com/office/drawing/2014/main" id="{5787263C-D70D-4085-8468-627AAD6AA8B7}"/>
              </a:ext>
            </a:extLst>
          </p:cNvPr>
          <p:cNvSpPr>
            <a:spLocks/>
          </p:cNvSpPr>
          <p:nvPr/>
        </p:nvSpPr>
        <p:spPr>
          <a:xfrm>
            <a:off x="2006095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0" name="data_6254">
            <a:extLst>
              <a:ext uri="{FF2B5EF4-FFF2-40B4-BE49-F238E27FC236}">
                <a16:creationId xmlns:a16="http://schemas.microsoft.com/office/drawing/2014/main" id="{13A75245-F274-4215-83CC-CBE939FD0E95}"/>
              </a:ext>
            </a:extLst>
          </p:cNvPr>
          <p:cNvSpPr>
            <a:spLocks/>
          </p:cNvSpPr>
          <p:nvPr/>
        </p:nvSpPr>
        <p:spPr>
          <a:xfrm>
            <a:off x="20971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1" name="data_6255">
            <a:extLst>
              <a:ext uri="{FF2B5EF4-FFF2-40B4-BE49-F238E27FC236}">
                <a16:creationId xmlns:a16="http://schemas.microsoft.com/office/drawing/2014/main" id="{42D541EA-E22F-4012-BECB-B51EDCC89E92}"/>
              </a:ext>
            </a:extLst>
          </p:cNvPr>
          <p:cNvSpPr>
            <a:spLocks/>
          </p:cNvSpPr>
          <p:nvPr/>
        </p:nvSpPr>
        <p:spPr>
          <a:xfrm>
            <a:off x="230994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2" name="data_6256">
            <a:extLst>
              <a:ext uri="{FF2B5EF4-FFF2-40B4-BE49-F238E27FC236}">
                <a16:creationId xmlns:a16="http://schemas.microsoft.com/office/drawing/2014/main" id="{D2ED6B1A-1CFA-4FA8-886A-83E6285ED2D7}"/>
              </a:ext>
            </a:extLst>
          </p:cNvPr>
          <p:cNvSpPr>
            <a:spLocks/>
          </p:cNvSpPr>
          <p:nvPr/>
        </p:nvSpPr>
        <p:spPr>
          <a:xfrm>
            <a:off x="185513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3" name="data_6257">
            <a:extLst>
              <a:ext uri="{FF2B5EF4-FFF2-40B4-BE49-F238E27FC236}">
                <a16:creationId xmlns:a16="http://schemas.microsoft.com/office/drawing/2014/main" id="{E08E0DAF-0DFF-4260-9DDB-026377475FC7}"/>
              </a:ext>
            </a:extLst>
          </p:cNvPr>
          <p:cNvSpPr>
            <a:spLocks/>
          </p:cNvSpPr>
          <p:nvPr/>
        </p:nvSpPr>
        <p:spPr>
          <a:xfrm>
            <a:off x="195379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4" name="data_6258">
            <a:extLst>
              <a:ext uri="{FF2B5EF4-FFF2-40B4-BE49-F238E27FC236}">
                <a16:creationId xmlns:a16="http://schemas.microsoft.com/office/drawing/2014/main" id="{D1ADFCEC-BE35-4D52-85E7-3C8D4CE9A6E1}"/>
              </a:ext>
            </a:extLst>
          </p:cNvPr>
          <p:cNvSpPr>
            <a:spLocks/>
          </p:cNvSpPr>
          <p:nvPr/>
        </p:nvSpPr>
        <p:spPr>
          <a:xfrm>
            <a:off x="1927782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5" name="data_6259">
            <a:extLst>
              <a:ext uri="{FF2B5EF4-FFF2-40B4-BE49-F238E27FC236}">
                <a16:creationId xmlns:a16="http://schemas.microsoft.com/office/drawing/2014/main" id="{38327309-9E31-4574-B4A7-B10B40AF3CB8}"/>
              </a:ext>
            </a:extLst>
          </p:cNvPr>
          <p:cNvSpPr>
            <a:spLocks/>
          </p:cNvSpPr>
          <p:nvPr/>
        </p:nvSpPr>
        <p:spPr>
          <a:xfrm>
            <a:off x="2224177" y="5266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6" name="data_6260">
            <a:extLst>
              <a:ext uri="{FF2B5EF4-FFF2-40B4-BE49-F238E27FC236}">
                <a16:creationId xmlns:a16="http://schemas.microsoft.com/office/drawing/2014/main" id="{4F2DEEBA-7CB9-4971-BB2E-A4D283B861B3}"/>
              </a:ext>
            </a:extLst>
          </p:cNvPr>
          <p:cNvSpPr>
            <a:spLocks/>
          </p:cNvSpPr>
          <p:nvPr/>
        </p:nvSpPr>
        <p:spPr>
          <a:xfrm>
            <a:off x="192200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7" name="data_6261">
            <a:extLst>
              <a:ext uri="{FF2B5EF4-FFF2-40B4-BE49-F238E27FC236}">
                <a16:creationId xmlns:a16="http://schemas.microsoft.com/office/drawing/2014/main" id="{999855DD-0138-462E-A9A5-42943FFBB956}"/>
              </a:ext>
            </a:extLst>
          </p:cNvPr>
          <p:cNvSpPr>
            <a:spLocks/>
          </p:cNvSpPr>
          <p:nvPr/>
        </p:nvSpPr>
        <p:spPr>
          <a:xfrm>
            <a:off x="183276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8" name="data_6262">
            <a:extLst>
              <a:ext uri="{FF2B5EF4-FFF2-40B4-BE49-F238E27FC236}">
                <a16:creationId xmlns:a16="http://schemas.microsoft.com/office/drawing/2014/main" id="{CFAD461C-05AD-4AD9-8258-E3C1A3D355E3}"/>
              </a:ext>
            </a:extLst>
          </p:cNvPr>
          <p:cNvSpPr>
            <a:spLocks/>
          </p:cNvSpPr>
          <p:nvPr/>
        </p:nvSpPr>
        <p:spPr>
          <a:xfrm>
            <a:off x="2065772" y="504674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09" name="data_6263">
            <a:extLst>
              <a:ext uri="{FF2B5EF4-FFF2-40B4-BE49-F238E27FC236}">
                <a16:creationId xmlns:a16="http://schemas.microsoft.com/office/drawing/2014/main" id="{BD959CAA-5C36-4B60-926D-9D0B390F29A7}"/>
              </a:ext>
            </a:extLst>
          </p:cNvPr>
          <p:cNvSpPr>
            <a:spLocks/>
          </p:cNvSpPr>
          <p:nvPr/>
        </p:nvSpPr>
        <p:spPr>
          <a:xfrm>
            <a:off x="216887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0" name="data_6264">
            <a:extLst>
              <a:ext uri="{FF2B5EF4-FFF2-40B4-BE49-F238E27FC236}">
                <a16:creationId xmlns:a16="http://schemas.microsoft.com/office/drawing/2014/main" id="{24652B8A-2707-4041-BCC9-2AB3943DB712}"/>
              </a:ext>
            </a:extLst>
          </p:cNvPr>
          <p:cNvSpPr>
            <a:spLocks/>
          </p:cNvSpPr>
          <p:nvPr/>
        </p:nvSpPr>
        <p:spPr>
          <a:xfrm>
            <a:off x="231713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1" name="data_6265">
            <a:extLst>
              <a:ext uri="{FF2B5EF4-FFF2-40B4-BE49-F238E27FC236}">
                <a16:creationId xmlns:a16="http://schemas.microsoft.com/office/drawing/2014/main" id="{B4DF42A2-0CAB-4887-A1F9-A4A8D1350EB6}"/>
              </a:ext>
            </a:extLst>
          </p:cNvPr>
          <p:cNvSpPr>
            <a:spLocks/>
          </p:cNvSpPr>
          <p:nvPr/>
        </p:nvSpPr>
        <p:spPr>
          <a:xfrm>
            <a:off x="2319654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2" name="data_6266">
            <a:extLst>
              <a:ext uri="{FF2B5EF4-FFF2-40B4-BE49-F238E27FC236}">
                <a16:creationId xmlns:a16="http://schemas.microsoft.com/office/drawing/2014/main" id="{DC653CBB-6F3F-4692-B6D8-0F3280C18079}"/>
              </a:ext>
            </a:extLst>
          </p:cNvPr>
          <p:cNvSpPr>
            <a:spLocks/>
          </p:cNvSpPr>
          <p:nvPr/>
        </p:nvSpPr>
        <p:spPr>
          <a:xfrm>
            <a:off x="232059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3" name="data_6267">
            <a:extLst>
              <a:ext uri="{FF2B5EF4-FFF2-40B4-BE49-F238E27FC236}">
                <a16:creationId xmlns:a16="http://schemas.microsoft.com/office/drawing/2014/main" id="{F2EC48F5-3757-48D2-929F-ECA47FFC978B}"/>
              </a:ext>
            </a:extLst>
          </p:cNvPr>
          <p:cNvSpPr>
            <a:spLocks/>
          </p:cNvSpPr>
          <p:nvPr/>
        </p:nvSpPr>
        <p:spPr>
          <a:xfrm>
            <a:off x="2300778" y="53005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4" name="data_6268">
            <a:extLst>
              <a:ext uri="{FF2B5EF4-FFF2-40B4-BE49-F238E27FC236}">
                <a16:creationId xmlns:a16="http://schemas.microsoft.com/office/drawing/2014/main" id="{6CD69365-DAC5-467A-9FB1-AEB47B295D65}"/>
              </a:ext>
            </a:extLst>
          </p:cNvPr>
          <p:cNvSpPr>
            <a:spLocks/>
          </p:cNvSpPr>
          <p:nvPr/>
        </p:nvSpPr>
        <p:spPr>
          <a:xfrm>
            <a:off x="2003369" y="52395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5" name="data_6269">
            <a:extLst>
              <a:ext uri="{FF2B5EF4-FFF2-40B4-BE49-F238E27FC236}">
                <a16:creationId xmlns:a16="http://schemas.microsoft.com/office/drawing/2014/main" id="{6B7121AD-5BD2-44D7-AC52-A2E90CD6BADC}"/>
              </a:ext>
            </a:extLst>
          </p:cNvPr>
          <p:cNvSpPr>
            <a:spLocks/>
          </p:cNvSpPr>
          <p:nvPr/>
        </p:nvSpPr>
        <p:spPr>
          <a:xfrm>
            <a:off x="2284694" y="53905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6" name="data_6270">
            <a:extLst>
              <a:ext uri="{FF2B5EF4-FFF2-40B4-BE49-F238E27FC236}">
                <a16:creationId xmlns:a16="http://schemas.microsoft.com/office/drawing/2014/main" id="{FC0840AB-0497-4D73-9FBA-F708227EF60D}"/>
              </a:ext>
            </a:extLst>
          </p:cNvPr>
          <p:cNvSpPr>
            <a:spLocks/>
          </p:cNvSpPr>
          <p:nvPr/>
        </p:nvSpPr>
        <p:spPr>
          <a:xfrm>
            <a:off x="198231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7" name="data_6271">
            <a:extLst>
              <a:ext uri="{FF2B5EF4-FFF2-40B4-BE49-F238E27FC236}">
                <a16:creationId xmlns:a16="http://schemas.microsoft.com/office/drawing/2014/main" id="{61FC49FF-DEBE-4919-AE27-0097AEA37303}"/>
              </a:ext>
            </a:extLst>
          </p:cNvPr>
          <p:cNvSpPr>
            <a:spLocks/>
          </p:cNvSpPr>
          <p:nvPr/>
        </p:nvSpPr>
        <p:spPr>
          <a:xfrm>
            <a:off x="2157171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8" name="data_6272">
            <a:extLst>
              <a:ext uri="{FF2B5EF4-FFF2-40B4-BE49-F238E27FC236}">
                <a16:creationId xmlns:a16="http://schemas.microsoft.com/office/drawing/2014/main" id="{296D296C-7A10-4A54-AFD0-60C77FE22C98}"/>
              </a:ext>
            </a:extLst>
          </p:cNvPr>
          <p:cNvSpPr>
            <a:spLocks/>
          </p:cNvSpPr>
          <p:nvPr/>
        </p:nvSpPr>
        <p:spPr>
          <a:xfrm>
            <a:off x="184935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19" name="data_6273">
            <a:extLst>
              <a:ext uri="{FF2B5EF4-FFF2-40B4-BE49-F238E27FC236}">
                <a16:creationId xmlns:a16="http://schemas.microsoft.com/office/drawing/2014/main" id="{8F4D8E15-7004-4390-AE98-8AD20C203BD3}"/>
              </a:ext>
            </a:extLst>
          </p:cNvPr>
          <p:cNvSpPr>
            <a:spLocks/>
          </p:cNvSpPr>
          <p:nvPr/>
        </p:nvSpPr>
        <p:spPr>
          <a:xfrm>
            <a:off x="207890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0" name="data_6274">
            <a:extLst>
              <a:ext uri="{FF2B5EF4-FFF2-40B4-BE49-F238E27FC236}">
                <a16:creationId xmlns:a16="http://schemas.microsoft.com/office/drawing/2014/main" id="{FC1313A7-A16D-4CAD-9713-04578694CACE}"/>
              </a:ext>
            </a:extLst>
          </p:cNvPr>
          <p:cNvSpPr>
            <a:spLocks/>
          </p:cNvSpPr>
          <p:nvPr/>
        </p:nvSpPr>
        <p:spPr>
          <a:xfrm>
            <a:off x="2319428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1" name="data_6275">
            <a:extLst>
              <a:ext uri="{FF2B5EF4-FFF2-40B4-BE49-F238E27FC236}">
                <a16:creationId xmlns:a16="http://schemas.microsoft.com/office/drawing/2014/main" id="{B16021DF-2C4A-4BA5-99A6-D0CE6B775B99}"/>
              </a:ext>
            </a:extLst>
          </p:cNvPr>
          <p:cNvSpPr>
            <a:spLocks/>
          </p:cNvSpPr>
          <p:nvPr/>
        </p:nvSpPr>
        <p:spPr>
          <a:xfrm>
            <a:off x="1919932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2" name="data_6276">
            <a:extLst>
              <a:ext uri="{FF2B5EF4-FFF2-40B4-BE49-F238E27FC236}">
                <a16:creationId xmlns:a16="http://schemas.microsoft.com/office/drawing/2014/main" id="{A2FF73F4-88AB-4E2E-B2A6-5BB2650133BE}"/>
              </a:ext>
            </a:extLst>
          </p:cNvPr>
          <p:cNvSpPr>
            <a:spLocks/>
          </p:cNvSpPr>
          <p:nvPr/>
        </p:nvSpPr>
        <p:spPr>
          <a:xfrm>
            <a:off x="1836653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3" name="data_6277">
            <a:extLst>
              <a:ext uri="{FF2B5EF4-FFF2-40B4-BE49-F238E27FC236}">
                <a16:creationId xmlns:a16="http://schemas.microsoft.com/office/drawing/2014/main" id="{20A21432-7DA7-4A52-A8D5-EBDDD3976FD7}"/>
              </a:ext>
            </a:extLst>
          </p:cNvPr>
          <p:cNvSpPr>
            <a:spLocks/>
          </p:cNvSpPr>
          <p:nvPr/>
        </p:nvSpPr>
        <p:spPr>
          <a:xfrm>
            <a:off x="2121289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4" name="data_6278">
            <a:extLst>
              <a:ext uri="{FF2B5EF4-FFF2-40B4-BE49-F238E27FC236}">
                <a16:creationId xmlns:a16="http://schemas.microsoft.com/office/drawing/2014/main" id="{AA7B8E37-17DF-41BF-A595-3F2339442FAD}"/>
              </a:ext>
            </a:extLst>
          </p:cNvPr>
          <p:cNvSpPr>
            <a:spLocks/>
          </p:cNvSpPr>
          <p:nvPr/>
        </p:nvSpPr>
        <p:spPr>
          <a:xfrm>
            <a:off x="223923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5" name="data_6279">
            <a:extLst>
              <a:ext uri="{FF2B5EF4-FFF2-40B4-BE49-F238E27FC236}">
                <a16:creationId xmlns:a16="http://schemas.microsoft.com/office/drawing/2014/main" id="{D8D58EC9-AD4C-435C-B067-C1F5509A4A70}"/>
              </a:ext>
            </a:extLst>
          </p:cNvPr>
          <p:cNvSpPr>
            <a:spLocks/>
          </p:cNvSpPr>
          <p:nvPr/>
        </p:nvSpPr>
        <p:spPr>
          <a:xfrm>
            <a:off x="199218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6" name="data_6280">
            <a:extLst>
              <a:ext uri="{FF2B5EF4-FFF2-40B4-BE49-F238E27FC236}">
                <a16:creationId xmlns:a16="http://schemas.microsoft.com/office/drawing/2014/main" id="{5793BEC0-148A-44E6-8806-89886ECED619}"/>
              </a:ext>
            </a:extLst>
          </p:cNvPr>
          <p:cNvSpPr>
            <a:spLocks/>
          </p:cNvSpPr>
          <p:nvPr/>
        </p:nvSpPr>
        <p:spPr>
          <a:xfrm>
            <a:off x="187265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7" name="data_6281">
            <a:extLst>
              <a:ext uri="{FF2B5EF4-FFF2-40B4-BE49-F238E27FC236}">
                <a16:creationId xmlns:a16="http://schemas.microsoft.com/office/drawing/2014/main" id="{A7F1C9E5-FEAC-4B6A-916C-9F94E1D18A58}"/>
              </a:ext>
            </a:extLst>
          </p:cNvPr>
          <p:cNvSpPr>
            <a:spLocks/>
          </p:cNvSpPr>
          <p:nvPr/>
        </p:nvSpPr>
        <p:spPr>
          <a:xfrm>
            <a:off x="212375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8" name="data_6282">
            <a:extLst>
              <a:ext uri="{FF2B5EF4-FFF2-40B4-BE49-F238E27FC236}">
                <a16:creationId xmlns:a16="http://schemas.microsoft.com/office/drawing/2014/main" id="{2F656F93-CCDF-401E-BC53-5518E382E9B7}"/>
              </a:ext>
            </a:extLst>
          </p:cNvPr>
          <p:cNvSpPr>
            <a:spLocks/>
          </p:cNvSpPr>
          <p:nvPr/>
        </p:nvSpPr>
        <p:spPr>
          <a:xfrm>
            <a:off x="223963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29" name="data_6283">
            <a:extLst>
              <a:ext uri="{FF2B5EF4-FFF2-40B4-BE49-F238E27FC236}">
                <a16:creationId xmlns:a16="http://schemas.microsoft.com/office/drawing/2014/main" id="{CD2AFC3E-BB7C-4096-B337-BFF93F69FD7B}"/>
              </a:ext>
            </a:extLst>
          </p:cNvPr>
          <p:cNvSpPr>
            <a:spLocks/>
          </p:cNvSpPr>
          <p:nvPr/>
        </p:nvSpPr>
        <p:spPr>
          <a:xfrm>
            <a:off x="2315677" y="38318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0" name="data_6284">
            <a:extLst>
              <a:ext uri="{FF2B5EF4-FFF2-40B4-BE49-F238E27FC236}">
                <a16:creationId xmlns:a16="http://schemas.microsoft.com/office/drawing/2014/main" id="{30B171C8-E6B8-4A73-9B43-824F8BB62ACD}"/>
              </a:ext>
            </a:extLst>
          </p:cNvPr>
          <p:cNvSpPr>
            <a:spLocks/>
          </p:cNvSpPr>
          <p:nvPr/>
        </p:nvSpPr>
        <p:spPr>
          <a:xfrm>
            <a:off x="228108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1" name="data_6285">
            <a:extLst>
              <a:ext uri="{FF2B5EF4-FFF2-40B4-BE49-F238E27FC236}">
                <a16:creationId xmlns:a16="http://schemas.microsoft.com/office/drawing/2014/main" id="{74555C04-3DCE-4167-BCCF-CB93F5C49AC3}"/>
              </a:ext>
            </a:extLst>
          </p:cNvPr>
          <p:cNvSpPr>
            <a:spLocks/>
          </p:cNvSpPr>
          <p:nvPr/>
        </p:nvSpPr>
        <p:spPr>
          <a:xfrm>
            <a:off x="211557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2" name="data_6286">
            <a:extLst>
              <a:ext uri="{FF2B5EF4-FFF2-40B4-BE49-F238E27FC236}">
                <a16:creationId xmlns:a16="http://schemas.microsoft.com/office/drawing/2014/main" id="{28D54246-29D9-4725-BDE4-7F6531FEA62A}"/>
              </a:ext>
            </a:extLst>
          </p:cNvPr>
          <p:cNvSpPr>
            <a:spLocks/>
          </p:cNvSpPr>
          <p:nvPr/>
        </p:nvSpPr>
        <p:spPr>
          <a:xfrm>
            <a:off x="194288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3" name="data_6287">
            <a:extLst>
              <a:ext uri="{FF2B5EF4-FFF2-40B4-BE49-F238E27FC236}">
                <a16:creationId xmlns:a16="http://schemas.microsoft.com/office/drawing/2014/main" id="{570AF6F9-3C28-48BE-99FE-A601A0883FBD}"/>
              </a:ext>
            </a:extLst>
          </p:cNvPr>
          <p:cNvSpPr>
            <a:spLocks/>
          </p:cNvSpPr>
          <p:nvPr/>
        </p:nvSpPr>
        <p:spPr>
          <a:xfrm>
            <a:off x="1987732" y="53028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4" name="data_6288">
            <a:extLst>
              <a:ext uri="{FF2B5EF4-FFF2-40B4-BE49-F238E27FC236}">
                <a16:creationId xmlns:a16="http://schemas.microsoft.com/office/drawing/2014/main" id="{85C7B6AA-5A4F-4D44-960B-D8D3F6B6D4FF}"/>
              </a:ext>
            </a:extLst>
          </p:cNvPr>
          <p:cNvSpPr>
            <a:spLocks/>
          </p:cNvSpPr>
          <p:nvPr/>
        </p:nvSpPr>
        <p:spPr>
          <a:xfrm>
            <a:off x="230313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5" name="data_6289">
            <a:extLst>
              <a:ext uri="{FF2B5EF4-FFF2-40B4-BE49-F238E27FC236}">
                <a16:creationId xmlns:a16="http://schemas.microsoft.com/office/drawing/2014/main" id="{6EF2A8DC-F2CF-4DDF-BE27-47214249E35D}"/>
              </a:ext>
            </a:extLst>
          </p:cNvPr>
          <p:cNvSpPr>
            <a:spLocks/>
          </p:cNvSpPr>
          <p:nvPr/>
        </p:nvSpPr>
        <p:spPr>
          <a:xfrm>
            <a:off x="2220274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6" name="data_6290">
            <a:extLst>
              <a:ext uri="{FF2B5EF4-FFF2-40B4-BE49-F238E27FC236}">
                <a16:creationId xmlns:a16="http://schemas.microsoft.com/office/drawing/2014/main" id="{F270C907-08C1-435C-BED8-CE907F1F024B}"/>
              </a:ext>
            </a:extLst>
          </p:cNvPr>
          <p:cNvSpPr>
            <a:spLocks/>
          </p:cNvSpPr>
          <p:nvPr/>
        </p:nvSpPr>
        <p:spPr>
          <a:xfrm>
            <a:off x="199684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7" name="data_6291">
            <a:extLst>
              <a:ext uri="{FF2B5EF4-FFF2-40B4-BE49-F238E27FC236}">
                <a16:creationId xmlns:a16="http://schemas.microsoft.com/office/drawing/2014/main" id="{3DCA04E8-C342-4674-9C48-DBDEF00F66A0}"/>
              </a:ext>
            </a:extLst>
          </p:cNvPr>
          <p:cNvSpPr>
            <a:spLocks/>
          </p:cNvSpPr>
          <p:nvPr/>
        </p:nvSpPr>
        <p:spPr>
          <a:xfrm>
            <a:off x="2019921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8" name="data_6292">
            <a:extLst>
              <a:ext uri="{FF2B5EF4-FFF2-40B4-BE49-F238E27FC236}">
                <a16:creationId xmlns:a16="http://schemas.microsoft.com/office/drawing/2014/main" id="{8B8A7B59-3234-4159-924B-E2372A003720}"/>
              </a:ext>
            </a:extLst>
          </p:cNvPr>
          <p:cNvSpPr>
            <a:spLocks/>
          </p:cNvSpPr>
          <p:nvPr/>
        </p:nvSpPr>
        <p:spPr>
          <a:xfrm>
            <a:off x="191072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39" name="data_6293">
            <a:extLst>
              <a:ext uri="{FF2B5EF4-FFF2-40B4-BE49-F238E27FC236}">
                <a16:creationId xmlns:a16="http://schemas.microsoft.com/office/drawing/2014/main" id="{1FF3E637-CE77-47F3-ABFE-F570439D2FC6}"/>
              </a:ext>
            </a:extLst>
          </p:cNvPr>
          <p:cNvSpPr>
            <a:spLocks/>
          </p:cNvSpPr>
          <p:nvPr/>
        </p:nvSpPr>
        <p:spPr>
          <a:xfrm>
            <a:off x="1939656" y="525147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0" name="data_6294">
            <a:extLst>
              <a:ext uri="{FF2B5EF4-FFF2-40B4-BE49-F238E27FC236}">
                <a16:creationId xmlns:a16="http://schemas.microsoft.com/office/drawing/2014/main" id="{BA52B64C-C899-4992-B7BA-40A0A3C358A9}"/>
              </a:ext>
            </a:extLst>
          </p:cNvPr>
          <p:cNvSpPr>
            <a:spLocks/>
          </p:cNvSpPr>
          <p:nvPr/>
        </p:nvSpPr>
        <p:spPr>
          <a:xfrm>
            <a:off x="1978773" y="460958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1" name="data_6295">
            <a:extLst>
              <a:ext uri="{FF2B5EF4-FFF2-40B4-BE49-F238E27FC236}">
                <a16:creationId xmlns:a16="http://schemas.microsoft.com/office/drawing/2014/main" id="{00370B20-682C-4EC3-853B-0DCF3B2FE483}"/>
              </a:ext>
            </a:extLst>
          </p:cNvPr>
          <p:cNvSpPr>
            <a:spLocks/>
          </p:cNvSpPr>
          <p:nvPr/>
        </p:nvSpPr>
        <p:spPr>
          <a:xfrm>
            <a:off x="227609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2" name="data_6296">
            <a:extLst>
              <a:ext uri="{FF2B5EF4-FFF2-40B4-BE49-F238E27FC236}">
                <a16:creationId xmlns:a16="http://schemas.microsoft.com/office/drawing/2014/main" id="{52C6C729-FE16-4DAD-8F5C-10266D0667EC}"/>
              </a:ext>
            </a:extLst>
          </p:cNvPr>
          <p:cNvSpPr>
            <a:spLocks/>
          </p:cNvSpPr>
          <p:nvPr/>
        </p:nvSpPr>
        <p:spPr>
          <a:xfrm>
            <a:off x="210209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3" name="data_6297">
            <a:extLst>
              <a:ext uri="{FF2B5EF4-FFF2-40B4-BE49-F238E27FC236}">
                <a16:creationId xmlns:a16="http://schemas.microsoft.com/office/drawing/2014/main" id="{89C9129C-FE9F-4541-BBBD-BC0B5F28DBFA}"/>
              </a:ext>
            </a:extLst>
          </p:cNvPr>
          <p:cNvSpPr>
            <a:spLocks/>
          </p:cNvSpPr>
          <p:nvPr/>
        </p:nvSpPr>
        <p:spPr>
          <a:xfrm>
            <a:off x="2171445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4" name="data_6298">
            <a:extLst>
              <a:ext uri="{FF2B5EF4-FFF2-40B4-BE49-F238E27FC236}">
                <a16:creationId xmlns:a16="http://schemas.microsoft.com/office/drawing/2014/main" id="{749C53DD-C4EF-4CC1-8048-4CC9E7A22727}"/>
              </a:ext>
            </a:extLst>
          </p:cNvPr>
          <p:cNvSpPr>
            <a:spLocks/>
          </p:cNvSpPr>
          <p:nvPr/>
        </p:nvSpPr>
        <p:spPr>
          <a:xfrm>
            <a:off x="2007008" y="507910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5" name="data_6299">
            <a:extLst>
              <a:ext uri="{FF2B5EF4-FFF2-40B4-BE49-F238E27FC236}">
                <a16:creationId xmlns:a16="http://schemas.microsoft.com/office/drawing/2014/main" id="{79DA5C6D-C8F3-41F3-8911-87E10BC653EA}"/>
              </a:ext>
            </a:extLst>
          </p:cNvPr>
          <p:cNvSpPr>
            <a:spLocks/>
          </p:cNvSpPr>
          <p:nvPr/>
        </p:nvSpPr>
        <p:spPr>
          <a:xfrm>
            <a:off x="194993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6" name="data_6300">
            <a:extLst>
              <a:ext uri="{FF2B5EF4-FFF2-40B4-BE49-F238E27FC236}">
                <a16:creationId xmlns:a16="http://schemas.microsoft.com/office/drawing/2014/main" id="{A92DFE12-814C-42A7-95A9-E5D1617AAD3A}"/>
              </a:ext>
            </a:extLst>
          </p:cNvPr>
          <p:cNvSpPr>
            <a:spLocks/>
          </p:cNvSpPr>
          <p:nvPr/>
        </p:nvSpPr>
        <p:spPr>
          <a:xfrm>
            <a:off x="1906360" y="49600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7" name="data_6301">
            <a:extLst>
              <a:ext uri="{FF2B5EF4-FFF2-40B4-BE49-F238E27FC236}">
                <a16:creationId xmlns:a16="http://schemas.microsoft.com/office/drawing/2014/main" id="{C7F4BA6E-22BA-4488-99A2-60BB7D085628}"/>
              </a:ext>
            </a:extLst>
          </p:cNvPr>
          <p:cNvSpPr>
            <a:spLocks/>
          </p:cNvSpPr>
          <p:nvPr/>
        </p:nvSpPr>
        <p:spPr>
          <a:xfrm>
            <a:off x="1964297" y="48326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8" name="data_6302">
            <a:extLst>
              <a:ext uri="{FF2B5EF4-FFF2-40B4-BE49-F238E27FC236}">
                <a16:creationId xmlns:a16="http://schemas.microsoft.com/office/drawing/2014/main" id="{30B5727F-329A-423D-BE3D-C839AFC0FBDF}"/>
              </a:ext>
            </a:extLst>
          </p:cNvPr>
          <p:cNvSpPr>
            <a:spLocks/>
          </p:cNvSpPr>
          <p:nvPr/>
        </p:nvSpPr>
        <p:spPr>
          <a:xfrm>
            <a:off x="231387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49" name="data_6303">
            <a:extLst>
              <a:ext uri="{FF2B5EF4-FFF2-40B4-BE49-F238E27FC236}">
                <a16:creationId xmlns:a16="http://schemas.microsoft.com/office/drawing/2014/main" id="{F507C345-E5A1-42EA-868F-D1E800A81CA7}"/>
              </a:ext>
            </a:extLst>
          </p:cNvPr>
          <p:cNvSpPr>
            <a:spLocks/>
          </p:cNvSpPr>
          <p:nvPr/>
        </p:nvSpPr>
        <p:spPr>
          <a:xfrm>
            <a:off x="184899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0" name="data_6304">
            <a:extLst>
              <a:ext uri="{FF2B5EF4-FFF2-40B4-BE49-F238E27FC236}">
                <a16:creationId xmlns:a16="http://schemas.microsoft.com/office/drawing/2014/main" id="{6AEAF567-51D3-44F7-B7F3-EEE626C05B29}"/>
              </a:ext>
            </a:extLst>
          </p:cNvPr>
          <p:cNvSpPr>
            <a:spLocks/>
          </p:cNvSpPr>
          <p:nvPr/>
        </p:nvSpPr>
        <p:spPr>
          <a:xfrm>
            <a:off x="1929591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1" name="data_6305">
            <a:extLst>
              <a:ext uri="{FF2B5EF4-FFF2-40B4-BE49-F238E27FC236}">
                <a16:creationId xmlns:a16="http://schemas.microsoft.com/office/drawing/2014/main" id="{7245AFC2-EB3A-44DA-B6A3-B32267E27AB4}"/>
              </a:ext>
            </a:extLst>
          </p:cNvPr>
          <p:cNvSpPr>
            <a:spLocks/>
          </p:cNvSpPr>
          <p:nvPr/>
        </p:nvSpPr>
        <p:spPr>
          <a:xfrm>
            <a:off x="189089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2" name="data_6306">
            <a:extLst>
              <a:ext uri="{FF2B5EF4-FFF2-40B4-BE49-F238E27FC236}">
                <a16:creationId xmlns:a16="http://schemas.microsoft.com/office/drawing/2014/main" id="{D0A05D48-223B-41D6-95F1-831B7A0A5FDA}"/>
              </a:ext>
            </a:extLst>
          </p:cNvPr>
          <p:cNvSpPr>
            <a:spLocks/>
          </p:cNvSpPr>
          <p:nvPr/>
        </p:nvSpPr>
        <p:spPr>
          <a:xfrm>
            <a:off x="201702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3" name="data_6307">
            <a:extLst>
              <a:ext uri="{FF2B5EF4-FFF2-40B4-BE49-F238E27FC236}">
                <a16:creationId xmlns:a16="http://schemas.microsoft.com/office/drawing/2014/main" id="{A66A3877-75ED-4779-AF1D-0AF3DE65997C}"/>
              </a:ext>
            </a:extLst>
          </p:cNvPr>
          <p:cNvSpPr>
            <a:spLocks/>
          </p:cNvSpPr>
          <p:nvPr/>
        </p:nvSpPr>
        <p:spPr>
          <a:xfrm>
            <a:off x="2186803" y="495018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4" name="data_6308">
            <a:extLst>
              <a:ext uri="{FF2B5EF4-FFF2-40B4-BE49-F238E27FC236}">
                <a16:creationId xmlns:a16="http://schemas.microsoft.com/office/drawing/2014/main" id="{80291730-D7D7-4ECE-8DFC-C1357F062154}"/>
              </a:ext>
            </a:extLst>
          </p:cNvPr>
          <p:cNvSpPr>
            <a:spLocks/>
          </p:cNvSpPr>
          <p:nvPr/>
        </p:nvSpPr>
        <p:spPr>
          <a:xfrm>
            <a:off x="183784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5" name="data_6309">
            <a:extLst>
              <a:ext uri="{FF2B5EF4-FFF2-40B4-BE49-F238E27FC236}">
                <a16:creationId xmlns:a16="http://schemas.microsoft.com/office/drawing/2014/main" id="{4AFD9AF1-0E96-4581-96F1-840E229FE25F}"/>
              </a:ext>
            </a:extLst>
          </p:cNvPr>
          <p:cNvSpPr>
            <a:spLocks/>
          </p:cNvSpPr>
          <p:nvPr/>
        </p:nvSpPr>
        <p:spPr>
          <a:xfrm>
            <a:off x="183444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6" name="data_6310">
            <a:extLst>
              <a:ext uri="{FF2B5EF4-FFF2-40B4-BE49-F238E27FC236}">
                <a16:creationId xmlns:a16="http://schemas.microsoft.com/office/drawing/2014/main" id="{4B40436F-B8FC-44FB-9815-D69846B60B8C}"/>
              </a:ext>
            </a:extLst>
          </p:cNvPr>
          <p:cNvSpPr>
            <a:spLocks/>
          </p:cNvSpPr>
          <p:nvPr/>
        </p:nvSpPr>
        <p:spPr>
          <a:xfrm>
            <a:off x="2277153" y="532735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7" name="data_6311">
            <a:extLst>
              <a:ext uri="{FF2B5EF4-FFF2-40B4-BE49-F238E27FC236}">
                <a16:creationId xmlns:a16="http://schemas.microsoft.com/office/drawing/2014/main" id="{A43587E6-0B0D-4311-9A54-01F20C4589A7}"/>
              </a:ext>
            </a:extLst>
          </p:cNvPr>
          <p:cNvSpPr>
            <a:spLocks/>
          </p:cNvSpPr>
          <p:nvPr/>
        </p:nvSpPr>
        <p:spPr>
          <a:xfrm>
            <a:off x="210717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8" name="data_6312">
            <a:extLst>
              <a:ext uri="{FF2B5EF4-FFF2-40B4-BE49-F238E27FC236}">
                <a16:creationId xmlns:a16="http://schemas.microsoft.com/office/drawing/2014/main" id="{83C612C4-F8D3-4CA0-AA1E-CA415D0E7CE3}"/>
              </a:ext>
            </a:extLst>
          </p:cNvPr>
          <p:cNvSpPr>
            <a:spLocks/>
          </p:cNvSpPr>
          <p:nvPr/>
        </p:nvSpPr>
        <p:spPr>
          <a:xfrm>
            <a:off x="200695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59" name="data_6313">
            <a:extLst>
              <a:ext uri="{FF2B5EF4-FFF2-40B4-BE49-F238E27FC236}">
                <a16:creationId xmlns:a16="http://schemas.microsoft.com/office/drawing/2014/main" id="{008D63B5-4368-49F8-A7BD-5D4B62C7577F}"/>
              </a:ext>
            </a:extLst>
          </p:cNvPr>
          <p:cNvSpPr>
            <a:spLocks/>
          </p:cNvSpPr>
          <p:nvPr/>
        </p:nvSpPr>
        <p:spPr>
          <a:xfrm>
            <a:off x="1882445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0" name="data_6314">
            <a:extLst>
              <a:ext uri="{FF2B5EF4-FFF2-40B4-BE49-F238E27FC236}">
                <a16:creationId xmlns:a16="http://schemas.microsoft.com/office/drawing/2014/main" id="{8CECB34E-1B41-491A-B2DE-776F7BC190CC}"/>
              </a:ext>
            </a:extLst>
          </p:cNvPr>
          <p:cNvSpPr>
            <a:spLocks/>
          </p:cNvSpPr>
          <p:nvPr/>
        </p:nvSpPr>
        <p:spPr>
          <a:xfrm>
            <a:off x="2066605" y="53616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1" name="data_6315">
            <a:extLst>
              <a:ext uri="{FF2B5EF4-FFF2-40B4-BE49-F238E27FC236}">
                <a16:creationId xmlns:a16="http://schemas.microsoft.com/office/drawing/2014/main" id="{DA15D516-FBBC-4CF6-B44D-50C0BB4C252B}"/>
              </a:ext>
            </a:extLst>
          </p:cNvPr>
          <p:cNvSpPr>
            <a:spLocks/>
          </p:cNvSpPr>
          <p:nvPr/>
        </p:nvSpPr>
        <p:spPr>
          <a:xfrm>
            <a:off x="219914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2" name="data_6316">
            <a:extLst>
              <a:ext uri="{FF2B5EF4-FFF2-40B4-BE49-F238E27FC236}">
                <a16:creationId xmlns:a16="http://schemas.microsoft.com/office/drawing/2014/main" id="{089BB048-ED99-458F-95AC-AA5B1C726187}"/>
              </a:ext>
            </a:extLst>
          </p:cNvPr>
          <p:cNvSpPr>
            <a:spLocks/>
          </p:cNvSpPr>
          <p:nvPr/>
        </p:nvSpPr>
        <p:spPr>
          <a:xfrm>
            <a:off x="2323241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3" name="data_6317">
            <a:extLst>
              <a:ext uri="{FF2B5EF4-FFF2-40B4-BE49-F238E27FC236}">
                <a16:creationId xmlns:a16="http://schemas.microsoft.com/office/drawing/2014/main" id="{814298BD-83A4-4AE3-9D91-2DDD5592E86E}"/>
              </a:ext>
            </a:extLst>
          </p:cNvPr>
          <p:cNvSpPr>
            <a:spLocks/>
          </p:cNvSpPr>
          <p:nvPr/>
        </p:nvSpPr>
        <p:spPr>
          <a:xfrm>
            <a:off x="2094367" y="52598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4" name="data_6318">
            <a:extLst>
              <a:ext uri="{FF2B5EF4-FFF2-40B4-BE49-F238E27FC236}">
                <a16:creationId xmlns:a16="http://schemas.microsoft.com/office/drawing/2014/main" id="{788415F3-55EE-4E03-9F8C-A22CAC589074}"/>
              </a:ext>
            </a:extLst>
          </p:cNvPr>
          <p:cNvSpPr>
            <a:spLocks/>
          </p:cNvSpPr>
          <p:nvPr/>
        </p:nvSpPr>
        <p:spPr>
          <a:xfrm>
            <a:off x="192944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5" name="data_6319">
            <a:extLst>
              <a:ext uri="{FF2B5EF4-FFF2-40B4-BE49-F238E27FC236}">
                <a16:creationId xmlns:a16="http://schemas.microsoft.com/office/drawing/2014/main" id="{F901B0EF-EBAD-485A-B8DB-4B0449350D39}"/>
              </a:ext>
            </a:extLst>
          </p:cNvPr>
          <p:cNvSpPr>
            <a:spLocks/>
          </p:cNvSpPr>
          <p:nvPr/>
        </p:nvSpPr>
        <p:spPr>
          <a:xfrm>
            <a:off x="224959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6" name="data_6320">
            <a:extLst>
              <a:ext uri="{FF2B5EF4-FFF2-40B4-BE49-F238E27FC236}">
                <a16:creationId xmlns:a16="http://schemas.microsoft.com/office/drawing/2014/main" id="{80D3594F-BAFB-4A6D-87CE-0BE1FE5197C9}"/>
              </a:ext>
            </a:extLst>
          </p:cNvPr>
          <p:cNvSpPr>
            <a:spLocks/>
          </p:cNvSpPr>
          <p:nvPr/>
        </p:nvSpPr>
        <p:spPr>
          <a:xfrm>
            <a:off x="184842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7" name="data_6321">
            <a:extLst>
              <a:ext uri="{FF2B5EF4-FFF2-40B4-BE49-F238E27FC236}">
                <a16:creationId xmlns:a16="http://schemas.microsoft.com/office/drawing/2014/main" id="{C37BF6EF-7736-4F81-B145-C6F167CFAC4E}"/>
              </a:ext>
            </a:extLst>
          </p:cNvPr>
          <p:cNvSpPr>
            <a:spLocks/>
          </p:cNvSpPr>
          <p:nvPr/>
        </p:nvSpPr>
        <p:spPr>
          <a:xfrm>
            <a:off x="216834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8" name="data_6322">
            <a:extLst>
              <a:ext uri="{FF2B5EF4-FFF2-40B4-BE49-F238E27FC236}">
                <a16:creationId xmlns:a16="http://schemas.microsoft.com/office/drawing/2014/main" id="{EF1D94E6-E92F-46E0-9870-BACE133CB0E7}"/>
              </a:ext>
            </a:extLst>
          </p:cNvPr>
          <p:cNvSpPr>
            <a:spLocks/>
          </p:cNvSpPr>
          <p:nvPr/>
        </p:nvSpPr>
        <p:spPr>
          <a:xfrm>
            <a:off x="228117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69" name="data_6323">
            <a:extLst>
              <a:ext uri="{FF2B5EF4-FFF2-40B4-BE49-F238E27FC236}">
                <a16:creationId xmlns:a16="http://schemas.microsoft.com/office/drawing/2014/main" id="{4D368909-9EAC-4341-999E-82862452E302}"/>
              </a:ext>
            </a:extLst>
          </p:cNvPr>
          <p:cNvSpPr>
            <a:spLocks/>
          </p:cNvSpPr>
          <p:nvPr/>
        </p:nvSpPr>
        <p:spPr>
          <a:xfrm>
            <a:off x="1984043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0" name="data_6324">
            <a:extLst>
              <a:ext uri="{FF2B5EF4-FFF2-40B4-BE49-F238E27FC236}">
                <a16:creationId xmlns:a16="http://schemas.microsoft.com/office/drawing/2014/main" id="{5628F77A-8092-4E6C-B89B-7341CC7E8AFE}"/>
              </a:ext>
            </a:extLst>
          </p:cNvPr>
          <p:cNvSpPr>
            <a:spLocks/>
          </p:cNvSpPr>
          <p:nvPr/>
        </p:nvSpPr>
        <p:spPr>
          <a:xfrm>
            <a:off x="1847547" y="53732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1" name="data_6325">
            <a:extLst>
              <a:ext uri="{FF2B5EF4-FFF2-40B4-BE49-F238E27FC236}">
                <a16:creationId xmlns:a16="http://schemas.microsoft.com/office/drawing/2014/main" id="{81447B86-85CC-4DEE-99C1-F465B998F6B8}"/>
              </a:ext>
            </a:extLst>
          </p:cNvPr>
          <p:cNvSpPr>
            <a:spLocks/>
          </p:cNvSpPr>
          <p:nvPr/>
        </p:nvSpPr>
        <p:spPr>
          <a:xfrm>
            <a:off x="2122164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2" name="data_6326">
            <a:extLst>
              <a:ext uri="{FF2B5EF4-FFF2-40B4-BE49-F238E27FC236}">
                <a16:creationId xmlns:a16="http://schemas.microsoft.com/office/drawing/2014/main" id="{500F6BC6-75E3-4FC0-A37E-BB4884CC18BA}"/>
              </a:ext>
            </a:extLst>
          </p:cNvPr>
          <p:cNvSpPr>
            <a:spLocks/>
          </p:cNvSpPr>
          <p:nvPr/>
        </p:nvSpPr>
        <p:spPr>
          <a:xfrm>
            <a:off x="193688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3" name="data_6327">
            <a:extLst>
              <a:ext uri="{FF2B5EF4-FFF2-40B4-BE49-F238E27FC236}">
                <a16:creationId xmlns:a16="http://schemas.microsoft.com/office/drawing/2014/main" id="{E8522DC1-4E97-4A3E-9A42-3761843E539F}"/>
              </a:ext>
            </a:extLst>
          </p:cNvPr>
          <p:cNvSpPr>
            <a:spLocks/>
          </p:cNvSpPr>
          <p:nvPr/>
        </p:nvSpPr>
        <p:spPr>
          <a:xfrm>
            <a:off x="181126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4" name="data_6328">
            <a:extLst>
              <a:ext uri="{FF2B5EF4-FFF2-40B4-BE49-F238E27FC236}">
                <a16:creationId xmlns:a16="http://schemas.microsoft.com/office/drawing/2014/main" id="{090DD357-B7B7-4D91-A106-D9A66FE7A596}"/>
              </a:ext>
            </a:extLst>
          </p:cNvPr>
          <p:cNvSpPr>
            <a:spLocks/>
          </p:cNvSpPr>
          <p:nvPr/>
        </p:nvSpPr>
        <p:spPr>
          <a:xfrm>
            <a:off x="2309658" y="484732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5" name="data_6329">
            <a:extLst>
              <a:ext uri="{FF2B5EF4-FFF2-40B4-BE49-F238E27FC236}">
                <a16:creationId xmlns:a16="http://schemas.microsoft.com/office/drawing/2014/main" id="{563AE789-A92D-41A4-88F4-59CD2CF4219D}"/>
              </a:ext>
            </a:extLst>
          </p:cNvPr>
          <p:cNvSpPr>
            <a:spLocks/>
          </p:cNvSpPr>
          <p:nvPr/>
        </p:nvSpPr>
        <p:spPr>
          <a:xfrm>
            <a:off x="218076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6" name="data_6330">
            <a:extLst>
              <a:ext uri="{FF2B5EF4-FFF2-40B4-BE49-F238E27FC236}">
                <a16:creationId xmlns:a16="http://schemas.microsoft.com/office/drawing/2014/main" id="{4D4A341C-9393-47DD-B245-157CA29B97A4}"/>
              </a:ext>
            </a:extLst>
          </p:cNvPr>
          <p:cNvSpPr>
            <a:spLocks/>
          </p:cNvSpPr>
          <p:nvPr/>
        </p:nvSpPr>
        <p:spPr>
          <a:xfrm>
            <a:off x="230133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7" name="data_6331">
            <a:extLst>
              <a:ext uri="{FF2B5EF4-FFF2-40B4-BE49-F238E27FC236}">
                <a16:creationId xmlns:a16="http://schemas.microsoft.com/office/drawing/2014/main" id="{7B57541E-491D-42E3-83C5-4F23FC56B987}"/>
              </a:ext>
            </a:extLst>
          </p:cNvPr>
          <p:cNvSpPr>
            <a:spLocks/>
          </p:cNvSpPr>
          <p:nvPr/>
        </p:nvSpPr>
        <p:spPr>
          <a:xfrm>
            <a:off x="1810719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8" name="data_6332">
            <a:extLst>
              <a:ext uri="{FF2B5EF4-FFF2-40B4-BE49-F238E27FC236}">
                <a16:creationId xmlns:a16="http://schemas.microsoft.com/office/drawing/2014/main" id="{52D379F0-67DD-451E-8811-95B7F4CB398C}"/>
              </a:ext>
            </a:extLst>
          </p:cNvPr>
          <p:cNvSpPr>
            <a:spLocks/>
          </p:cNvSpPr>
          <p:nvPr/>
        </p:nvSpPr>
        <p:spPr>
          <a:xfrm>
            <a:off x="221391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79" name="data_6333">
            <a:extLst>
              <a:ext uri="{FF2B5EF4-FFF2-40B4-BE49-F238E27FC236}">
                <a16:creationId xmlns:a16="http://schemas.microsoft.com/office/drawing/2014/main" id="{3C01C9E3-417D-486B-B975-D01F98C63233}"/>
              </a:ext>
            </a:extLst>
          </p:cNvPr>
          <p:cNvSpPr>
            <a:spLocks/>
          </p:cNvSpPr>
          <p:nvPr/>
        </p:nvSpPr>
        <p:spPr>
          <a:xfrm>
            <a:off x="195209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0" name="data_6334">
            <a:extLst>
              <a:ext uri="{FF2B5EF4-FFF2-40B4-BE49-F238E27FC236}">
                <a16:creationId xmlns:a16="http://schemas.microsoft.com/office/drawing/2014/main" id="{A5553D85-AC95-4448-A3DB-ABD13944B32A}"/>
              </a:ext>
            </a:extLst>
          </p:cNvPr>
          <p:cNvSpPr>
            <a:spLocks/>
          </p:cNvSpPr>
          <p:nvPr/>
        </p:nvSpPr>
        <p:spPr>
          <a:xfrm>
            <a:off x="203493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1" name="data_6335">
            <a:extLst>
              <a:ext uri="{FF2B5EF4-FFF2-40B4-BE49-F238E27FC236}">
                <a16:creationId xmlns:a16="http://schemas.microsoft.com/office/drawing/2014/main" id="{AC164413-CF11-4999-B4B3-F2B2F0CA9914}"/>
              </a:ext>
            </a:extLst>
          </p:cNvPr>
          <p:cNvSpPr>
            <a:spLocks/>
          </p:cNvSpPr>
          <p:nvPr/>
        </p:nvSpPr>
        <p:spPr>
          <a:xfrm>
            <a:off x="211705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2" name="data_6336">
            <a:extLst>
              <a:ext uri="{FF2B5EF4-FFF2-40B4-BE49-F238E27FC236}">
                <a16:creationId xmlns:a16="http://schemas.microsoft.com/office/drawing/2014/main" id="{5B1F574A-98A5-4DAA-ACF2-B1F343C2F188}"/>
              </a:ext>
            </a:extLst>
          </p:cNvPr>
          <p:cNvSpPr>
            <a:spLocks/>
          </p:cNvSpPr>
          <p:nvPr/>
        </p:nvSpPr>
        <p:spPr>
          <a:xfrm>
            <a:off x="229686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3" name="data_6337">
            <a:extLst>
              <a:ext uri="{FF2B5EF4-FFF2-40B4-BE49-F238E27FC236}">
                <a16:creationId xmlns:a16="http://schemas.microsoft.com/office/drawing/2014/main" id="{6687E321-F717-4421-802F-24575D3D3809}"/>
              </a:ext>
            </a:extLst>
          </p:cNvPr>
          <p:cNvSpPr>
            <a:spLocks/>
          </p:cNvSpPr>
          <p:nvPr/>
        </p:nvSpPr>
        <p:spPr>
          <a:xfrm>
            <a:off x="188009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4" name="data_6338">
            <a:extLst>
              <a:ext uri="{FF2B5EF4-FFF2-40B4-BE49-F238E27FC236}">
                <a16:creationId xmlns:a16="http://schemas.microsoft.com/office/drawing/2014/main" id="{0304FD92-FFC4-4607-89F8-55EBBB81A7F1}"/>
              </a:ext>
            </a:extLst>
          </p:cNvPr>
          <p:cNvSpPr>
            <a:spLocks/>
          </p:cNvSpPr>
          <p:nvPr/>
        </p:nvSpPr>
        <p:spPr>
          <a:xfrm>
            <a:off x="2148740" y="53209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5" name="data_6339">
            <a:extLst>
              <a:ext uri="{FF2B5EF4-FFF2-40B4-BE49-F238E27FC236}">
                <a16:creationId xmlns:a16="http://schemas.microsoft.com/office/drawing/2014/main" id="{D71AB4C0-2F95-47C7-96C2-1A8E24BD4C55}"/>
              </a:ext>
            </a:extLst>
          </p:cNvPr>
          <p:cNvSpPr>
            <a:spLocks/>
          </p:cNvSpPr>
          <p:nvPr/>
        </p:nvSpPr>
        <p:spPr>
          <a:xfrm>
            <a:off x="2053366" y="53945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6" name="data_6340">
            <a:extLst>
              <a:ext uri="{FF2B5EF4-FFF2-40B4-BE49-F238E27FC236}">
                <a16:creationId xmlns:a16="http://schemas.microsoft.com/office/drawing/2014/main" id="{3D11F989-2ABF-491C-900E-33542B64D61F}"/>
              </a:ext>
            </a:extLst>
          </p:cNvPr>
          <p:cNvSpPr>
            <a:spLocks/>
          </p:cNvSpPr>
          <p:nvPr/>
        </p:nvSpPr>
        <p:spPr>
          <a:xfrm>
            <a:off x="2061469" y="51274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7" name="data_6341">
            <a:extLst>
              <a:ext uri="{FF2B5EF4-FFF2-40B4-BE49-F238E27FC236}">
                <a16:creationId xmlns:a16="http://schemas.microsoft.com/office/drawing/2014/main" id="{DB6455A3-F73A-47D7-911C-42CDB764A268}"/>
              </a:ext>
            </a:extLst>
          </p:cNvPr>
          <p:cNvSpPr>
            <a:spLocks/>
          </p:cNvSpPr>
          <p:nvPr/>
        </p:nvSpPr>
        <p:spPr>
          <a:xfrm>
            <a:off x="188265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8" name="data_6342">
            <a:extLst>
              <a:ext uri="{FF2B5EF4-FFF2-40B4-BE49-F238E27FC236}">
                <a16:creationId xmlns:a16="http://schemas.microsoft.com/office/drawing/2014/main" id="{722F39D8-0A41-4DE5-A1CA-12F367FB7C11}"/>
              </a:ext>
            </a:extLst>
          </p:cNvPr>
          <p:cNvSpPr>
            <a:spLocks/>
          </p:cNvSpPr>
          <p:nvPr/>
        </p:nvSpPr>
        <p:spPr>
          <a:xfrm>
            <a:off x="2274890" y="532620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89" name="data_6343">
            <a:extLst>
              <a:ext uri="{FF2B5EF4-FFF2-40B4-BE49-F238E27FC236}">
                <a16:creationId xmlns:a16="http://schemas.microsoft.com/office/drawing/2014/main" id="{9D27B6EE-D464-4310-BD28-24E012ECDBC9}"/>
              </a:ext>
            </a:extLst>
          </p:cNvPr>
          <p:cNvSpPr>
            <a:spLocks/>
          </p:cNvSpPr>
          <p:nvPr/>
        </p:nvSpPr>
        <p:spPr>
          <a:xfrm>
            <a:off x="1981329" y="50825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0" name="data_6344">
            <a:extLst>
              <a:ext uri="{FF2B5EF4-FFF2-40B4-BE49-F238E27FC236}">
                <a16:creationId xmlns:a16="http://schemas.microsoft.com/office/drawing/2014/main" id="{C4688102-4277-4939-9D3B-607769443052}"/>
              </a:ext>
            </a:extLst>
          </p:cNvPr>
          <p:cNvSpPr>
            <a:spLocks/>
          </p:cNvSpPr>
          <p:nvPr/>
        </p:nvSpPr>
        <p:spPr>
          <a:xfrm>
            <a:off x="2300372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1" name="data_6345">
            <a:extLst>
              <a:ext uri="{FF2B5EF4-FFF2-40B4-BE49-F238E27FC236}">
                <a16:creationId xmlns:a16="http://schemas.microsoft.com/office/drawing/2014/main" id="{B0E3A98C-3136-4633-A272-2FF896E0A802}"/>
              </a:ext>
            </a:extLst>
          </p:cNvPr>
          <p:cNvSpPr>
            <a:spLocks/>
          </p:cNvSpPr>
          <p:nvPr/>
        </p:nvSpPr>
        <p:spPr>
          <a:xfrm>
            <a:off x="203670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2" name="data_6346">
            <a:extLst>
              <a:ext uri="{FF2B5EF4-FFF2-40B4-BE49-F238E27FC236}">
                <a16:creationId xmlns:a16="http://schemas.microsoft.com/office/drawing/2014/main" id="{3B65CAB8-7E90-4489-AAD5-49AEAFC77F43}"/>
              </a:ext>
            </a:extLst>
          </p:cNvPr>
          <p:cNvSpPr>
            <a:spLocks/>
          </p:cNvSpPr>
          <p:nvPr/>
        </p:nvSpPr>
        <p:spPr>
          <a:xfrm>
            <a:off x="203575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3" name="data_6347">
            <a:extLst>
              <a:ext uri="{FF2B5EF4-FFF2-40B4-BE49-F238E27FC236}">
                <a16:creationId xmlns:a16="http://schemas.microsoft.com/office/drawing/2014/main" id="{DFB3B6CC-E64B-41F3-BCB2-D571B82A6DC1}"/>
              </a:ext>
            </a:extLst>
          </p:cNvPr>
          <p:cNvSpPr>
            <a:spLocks/>
          </p:cNvSpPr>
          <p:nvPr/>
        </p:nvSpPr>
        <p:spPr>
          <a:xfrm>
            <a:off x="215086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4" name="data_6348">
            <a:extLst>
              <a:ext uri="{FF2B5EF4-FFF2-40B4-BE49-F238E27FC236}">
                <a16:creationId xmlns:a16="http://schemas.microsoft.com/office/drawing/2014/main" id="{B1529EE9-749E-49D6-A868-38FBD5D7E2AB}"/>
              </a:ext>
            </a:extLst>
          </p:cNvPr>
          <p:cNvSpPr>
            <a:spLocks/>
          </p:cNvSpPr>
          <p:nvPr/>
        </p:nvSpPr>
        <p:spPr>
          <a:xfrm>
            <a:off x="228028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5" name="data_6349">
            <a:extLst>
              <a:ext uri="{FF2B5EF4-FFF2-40B4-BE49-F238E27FC236}">
                <a16:creationId xmlns:a16="http://schemas.microsoft.com/office/drawing/2014/main" id="{581F93B4-FF83-478B-B07F-A820167E4BC3}"/>
              </a:ext>
            </a:extLst>
          </p:cNvPr>
          <p:cNvSpPr>
            <a:spLocks/>
          </p:cNvSpPr>
          <p:nvPr/>
        </p:nvSpPr>
        <p:spPr>
          <a:xfrm>
            <a:off x="192891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6" name="data_6350">
            <a:extLst>
              <a:ext uri="{FF2B5EF4-FFF2-40B4-BE49-F238E27FC236}">
                <a16:creationId xmlns:a16="http://schemas.microsoft.com/office/drawing/2014/main" id="{03DFE019-CA36-4118-8D7C-83356D5F732B}"/>
              </a:ext>
            </a:extLst>
          </p:cNvPr>
          <p:cNvSpPr>
            <a:spLocks/>
          </p:cNvSpPr>
          <p:nvPr/>
        </p:nvSpPr>
        <p:spPr>
          <a:xfrm>
            <a:off x="2137967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7" name="data_6351">
            <a:extLst>
              <a:ext uri="{FF2B5EF4-FFF2-40B4-BE49-F238E27FC236}">
                <a16:creationId xmlns:a16="http://schemas.microsoft.com/office/drawing/2014/main" id="{EC5AA8CD-184E-446A-A2A2-455CC03D329C}"/>
              </a:ext>
            </a:extLst>
          </p:cNvPr>
          <p:cNvSpPr>
            <a:spLocks/>
          </p:cNvSpPr>
          <p:nvPr/>
        </p:nvSpPr>
        <p:spPr>
          <a:xfrm>
            <a:off x="2013269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8" name="data_6352">
            <a:extLst>
              <a:ext uri="{FF2B5EF4-FFF2-40B4-BE49-F238E27FC236}">
                <a16:creationId xmlns:a16="http://schemas.microsoft.com/office/drawing/2014/main" id="{2D7C4C12-76E1-41C2-BC12-C5037F924531}"/>
              </a:ext>
            </a:extLst>
          </p:cNvPr>
          <p:cNvSpPr>
            <a:spLocks/>
          </p:cNvSpPr>
          <p:nvPr/>
        </p:nvSpPr>
        <p:spPr>
          <a:xfrm>
            <a:off x="213448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199" name="data_6353">
            <a:extLst>
              <a:ext uri="{FF2B5EF4-FFF2-40B4-BE49-F238E27FC236}">
                <a16:creationId xmlns:a16="http://schemas.microsoft.com/office/drawing/2014/main" id="{0D877C8F-E12B-408D-9E26-049FE17CB61A}"/>
              </a:ext>
            </a:extLst>
          </p:cNvPr>
          <p:cNvSpPr>
            <a:spLocks/>
          </p:cNvSpPr>
          <p:nvPr/>
        </p:nvSpPr>
        <p:spPr>
          <a:xfrm>
            <a:off x="2273261" y="47783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0" name="data_6354">
            <a:extLst>
              <a:ext uri="{FF2B5EF4-FFF2-40B4-BE49-F238E27FC236}">
                <a16:creationId xmlns:a16="http://schemas.microsoft.com/office/drawing/2014/main" id="{475B4CD7-40F0-484F-ACCF-34D7E01ED3AA}"/>
              </a:ext>
            </a:extLst>
          </p:cNvPr>
          <p:cNvSpPr>
            <a:spLocks/>
          </p:cNvSpPr>
          <p:nvPr/>
        </p:nvSpPr>
        <p:spPr>
          <a:xfrm>
            <a:off x="1901369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1" name="data_6355">
            <a:extLst>
              <a:ext uri="{FF2B5EF4-FFF2-40B4-BE49-F238E27FC236}">
                <a16:creationId xmlns:a16="http://schemas.microsoft.com/office/drawing/2014/main" id="{22CFE08E-AE9F-4733-86E2-704BEC46CCE4}"/>
              </a:ext>
            </a:extLst>
          </p:cNvPr>
          <p:cNvSpPr>
            <a:spLocks/>
          </p:cNvSpPr>
          <p:nvPr/>
        </p:nvSpPr>
        <p:spPr>
          <a:xfrm>
            <a:off x="204150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2" name="data_6356">
            <a:extLst>
              <a:ext uri="{FF2B5EF4-FFF2-40B4-BE49-F238E27FC236}">
                <a16:creationId xmlns:a16="http://schemas.microsoft.com/office/drawing/2014/main" id="{6E5CEA9B-5C6D-484A-B7C7-FDE02E4527CA}"/>
              </a:ext>
            </a:extLst>
          </p:cNvPr>
          <p:cNvSpPr>
            <a:spLocks/>
          </p:cNvSpPr>
          <p:nvPr/>
        </p:nvSpPr>
        <p:spPr>
          <a:xfrm>
            <a:off x="184805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3" name="data_6357">
            <a:extLst>
              <a:ext uri="{FF2B5EF4-FFF2-40B4-BE49-F238E27FC236}">
                <a16:creationId xmlns:a16="http://schemas.microsoft.com/office/drawing/2014/main" id="{A9E368E8-BA7A-4397-9263-BA41EB20BA31}"/>
              </a:ext>
            </a:extLst>
          </p:cNvPr>
          <p:cNvSpPr>
            <a:spLocks/>
          </p:cNvSpPr>
          <p:nvPr/>
        </p:nvSpPr>
        <p:spPr>
          <a:xfrm>
            <a:off x="211802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4" name="data_6358">
            <a:extLst>
              <a:ext uri="{FF2B5EF4-FFF2-40B4-BE49-F238E27FC236}">
                <a16:creationId xmlns:a16="http://schemas.microsoft.com/office/drawing/2014/main" id="{FBFCF1FE-F0E9-48DB-B142-57E638FC43A4}"/>
              </a:ext>
            </a:extLst>
          </p:cNvPr>
          <p:cNvSpPr>
            <a:spLocks/>
          </p:cNvSpPr>
          <p:nvPr/>
        </p:nvSpPr>
        <p:spPr>
          <a:xfrm>
            <a:off x="197792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5" name="data_6359">
            <a:extLst>
              <a:ext uri="{FF2B5EF4-FFF2-40B4-BE49-F238E27FC236}">
                <a16:creationId xmlns:a16="http://schemas.microsoft.com/office/drawing/2014/main" id="{5782A446-3B6A-4DA8-8075-C71B11AA3060}"/>
              </a:ext>
            </a:extLst>
          </p:cNvPr>
          <p:cNvSpPr>
            <a:spLocks/>
          </p:cNvSpPr>
          <p:nvPr/>
        </p:nvSpPr>
        <p:spPr>
          <a:xfrm>
            <a:off x="2022717" y="483485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6" name="data_6360">
            <a:extLst>
              <a:ext uri="{FF2B5EF4-FFF2-40B4-BE49-F238E27FC236}">
                <a16:creationId xmlns:a16="http://schemas.microsoft.com/office/drawing/2014/main" id="{FF1016F9-DE44-43B2-8B6E-638D0CD33CFF}"/>
              </a:ext>
            </a:extLst>
          </p:cNvPr>
          <p:cNvSpPr>
            <a:spLocks/>
          </p:cNvSpPr>
          <p:nvPr/>
        </p:nvSpPr>
        <p:spPr>
          <a:xfrm>
            <a:off x="197794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7" name="data_6361">
            <a:extLst>
              <a:ext uri="{FF2B5EF4-FFF2-40B4-BE49-F238E27FC236}">
                <a16:creationId xmlns:a16="http://schemas.microsoft.com/office/drawing/2014/main" id="{91DE4EA6-8429-4CEA-AE4C-F9CEA1DFB1C4}"/>
              </a:ext>
            </a:extLst>
          </p:cNvPr>
          <p:cNvSpPr>
            <a:spLocks/>
          </p:cNvSpPr>
          <p:nvPr/>
        </p:nvSpPr>
        <p:spPr>
          <a:xfrm>
            <a:off x="19552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8" name="data_6362">
            <a:extLst>
              <a:ext uri="{FF2B5EF4-FFF2-40B4-BE49-F238E27FC236}">
                <a16:creationId xmlns:a16="http://schemas.microsoft.com/office/drawing/2014/main" id="{6D97C80A-7DF5-42DB-AA92-CD1C74C1BEC8}"/>
              </a:ext>
            </a:extLst>
          </p:cNvPr>
          <p:cNvSpPr>
            <a:spLocks/>
          </p:cNvSpPr>
          <p:nvPr/>
        </p:nvSpPr>
        <p:spPr>
          <a:xfrm>
            <a:off x="2200966" y="533530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09" name="data_6363">
            <a:extLst>
              <a:ext uri="{FF2B5EF4-FFF2-40B4-BE49-F238E27FC236}">
                <a16:creationId xmlns:a16="http://schemas.microsoft.com/office/drawing/2014/main" id="{B8E23CB1-4B4C-4393-B6E5-D7CD696151B3}"/>
              </a:ext>
            </a:extLst>
          </p:cNvPr>
          <p:cNvSpPr>
            <a:spLocks/>
          </p:cNvSpPr>
          <p:nvPr/>
        </p:nvSpPr>
        <p:spPr>
          <a:xfrm>
            <a:off x="2007806" y="50767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0" name="data_6364">
            <a:extLst>
              <a:ext uri="{FF2B5EF4-FFF2-40B4-BE49-F238E27FC236}">
                <a16:creationId xmlns:a16="http://schemas.microsoft.com/office/drawing/2014/main" id="{09E8D686-8DA2-4861-A285-C688AB99C204}"/>
              </a:ext>
            </a:extLst>
          </p:cNvPr>
          <p:cNvSpPr>
            <a:spLocks/>
          </p:cNvSpPr>
          <p:nvPr/>
        </p:nvSpPr>
        <p:spPr>
          <a:xfrm>
            <a:off x="2255313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1" name="data_6365">
            <a:extLst>
              <a:ext uri="{FF2B5EF4-FFF2-40B4-BE49-F238E27FC236}">
                <a16:creationId xmlns:a16="http://schemas.microsoft.com/office/drawing/2014/main" id="{CC4ED9ED-76D6-4DAD-9DE1-A49A1B66F6BF}"/>
              </a:ext>
            </a:extLst>
          </p:cNvPr>
          <p:cNvSpPr>
            <a:spLocks/>
          </p:cNvSpPr>
          <p:nvPr/>
        </p:nvSpPr>
        <p:spPr>
          <a:xfrm>
            <a:off x="1963694" y="53848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2" name="data_6366">
            <a:extLst>
              <a:ext uri="{FF2B5EF4-FFF2-40B4-BE49-F238E27FC236}">
                <a16:creationId xmlns:a16="http://schemas.microsoft.com/office/drawing/2014/main" id="{A2883E52-564C-4065-81FF-A85BACC0D752}"/>
              </a:ext>
            </a:extLst>
          </p:cNvPr>
          <p:cNvSpPr>
            <a:spLocks/>
          </p:cNvSpPr>
          <p:nvPr/>
        </p:nvSpPr>
        <p:spPr>
          <a:xfrm>
            <a:off x="1859041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3" name="data_6367">
            <a:extLst>
              <a:ext uri="{FF2B5EF4-FFF2-40B4-BE49-F238E27FC236}">
                <a16:creationId xmlns:a16="http://schemas.microsoft.com/office/drawing/2014/main" id="{EDBE2891-EACB-4829-93A1-43E28F74F76A}"/>
              </a:ext>
            </a:extLst>
          </p:cNvPr>
          <p:cNvSpPr>
            <a:spLocks/>
          </p:cNvSpPr>
          <p:nvPr/>
        </p:nvSpPr>
        <p:spPr>
          <a:xfrm>
            <a:off x="182817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4" name="data_6368">
            <a:extLst>
              <a:ext uri="{FF2B5EF4-FFF2-40B4-BE49-F238E27FC236}">
                <a16:creationId xmlns:a16="http://schemas.microsoft.com/office/drawing/2014/main" id="{9BEF104F-6673-4298-A3B9-7ECD1E838EB7}"/>
              </a:ext>
            </a:extLst>
          </p:cNvPr>
          <p:cNvSpPr>
            <a:spLocks/>
          </p:cNvSpPr>
          <p:nvPr/>
        </p:nvSpPr>
        <p:spPr>
          <a:xfrm>
            <a:off x="217329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5" name="data_6369">
            <a:extLst>
              <a:ext uri="{FF2B5EF4-FFF2-40B4-BE49-F238E27FC236}">
                <a16:creationId xmlns:a16="http://schemas.microsoft.com/office/drawing/2014/main" id="{8C1A8625-F63D-4B1E-9E86-73FB921F45AD}"/>
              </a:ext>
            </a:extLst>
          </p:cNvPr>
          <p:cNvSpPr>
            <a:spLocks/>
          </p:cNvSpPr>
          <p:nvPr/>
        </p:nvSpPr>
        <p:spPr>
          <a:xfrm>
            <a:off x="221403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6" name="data_6370">
            <a:extLst>
              <a:ext uri="{FF2B5EF4-FFF2-40B4-BE49-F238E27FC236}">
                <a16:creationId xmlns:a16="http://schemas.microsoft.com/office/drawing/2014/main" id="{56427E44-B549-4819-B4B1-18005F94FAA6}"/>
              </a:ext>
            </a:extLst>
          </p:cNvPr>
          <p:cNvSpPr>
            <a:spLocks/>
          </p:cNvSpPr>
          <p:nvPr/>
        </p:nvSpPr>
        <p:spPr>
          <a:xfrm>
            <a:off x="2257166" y="533467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7" name="data_6371">
            <a:extLst>
              <a:ext uri="{FF2B5EF4-FFF2-40B4-BE49-F238E27FC236}">
                <a16:creationId xmlns:a16="http://schemas.microsoft.com/office/drawing/2014/main" id="{87B50AB3-C73B-4E0F-8E53-3A70B3E0DBD9}"/>
              </a:ext>
            </a:extLst>
          </p:cNvPr>
          <p:cNvSpPr>
            <a:spLocks/>
          </p:cNvSpPr>
          <p:nvPr/>
        </p:nvSpPr>
        <p:spPr>
          <a:xfrm>
            <a:off x="209065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8" name="data_6372">
            <a:extLst>
              <a:ext uri="{FF2B5EF4-FFF2-40B4-BE49-F238E27FC236}">
                <a16:creationId xmlns:a16="http://schemas.microsoft.com/office/drawing/2014/main" id="{514E1310-D3AA-4767-AEEC-F746C56BF10C}"/>
              </a:ext>
            </a:extLst>
          </p:cNvPr>
          <p:cNvSpPr>
            <a:spLocks/>
          </p:cNvSpPr>
          <p:nvPr/>
        </p:nvSpPr>
        <p:spPr>
          <a:xfrm>
            <a:off x="2077906" y="53458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19" name="data_6373">
            <a:extLst>
              <a:ext uri="{FF2B5EF4-FFF2-40B4-BE49-F238E27FC236}">
                <a16:creationId xmlns:a16="http://schemas.microsoft.com/office/drawing/2014/main" id="{F0429D08-A60A-43DF-ACC0-E0CDA2056F4D}"/>
              </a:ext>
            </a:extLst>
          </p:cNvPr>
          <p:cNvSpPr>
            <a:spLocks/>
          </p:cNvSpPr>
          <p:nvPr/>
        </p:nvSpPr>
        <p:spPr>
          <a:xfrm>
            <a:off x="283149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0" name="data_6374">
            <a:extLst>
              <a:ext uri="{FF2B5EF4-FFF2-40B4-BE49-F238E27FC236}">
                <a16:creationId xmlns:a16="http://schemas.microsoft.com/office/drawing/2014/main" id="{4BC5C1D6-C578-4F5D-9026-3D52535A8C8D}"/>
              </a:ext>
            </a:extLst>
          </p:cNvPr>
          <p:cNvSpPr>
            <a:spLocks/>
          </p:cNvSpPr>
          <p:nvPr/>
        </p:nvSpPr>
        <p:spPr>
          <a:xfrm>
            <a:off x="3151840" y="420677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1" name="data_6375">
            <a:extLst>
              <a:ext uri="{FF2B5EF4-FFF2-40B4-BE49-F238E27FC236}">
                <a16:creationId xmlns:a16="http://schemas.microsoft.com/office/drawing/2014/main" id="{D2C27DA0-5B28-41C8-BD5F-9CB83BCB49FB}"/>
              </a:ext>
            </a:extLst>
          </p:cNvPr>
          <p:cNvSpPr>
            <a:spLocks/>
          </p:cNvSpPr>
          <p:nvPr/>
        </p:nvSpPr>
        <p:spPr>
          <a:xfrm>
            <a:off x="313756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2" name="data_6376">
            <a:extLst>
              <a:ext uri="{FF2B5EF4-FFF2-40B4-BE49-F238E27FC236}">
                <a16:creationId xmlns:a16="http://schemas.microsoft.com/office/drawing/2014/main" id="{CBAEA25C-86EC-4EA7-A3DC-31817167869A}"/>
              </a:ext>
            </a:extLst>
          </p:cNvPr>
          <p:cNvSpPr>
            <a:spLocks/>
          </p:cNvSpPr>
          <p:nvPr/>
        </p:nvSpPr>
        <p:spPr>
          <a:xfrm>
            <a:off x="2956914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3" name="data_6377">
            <a:extLst>
              <a:ext uri="{FF2B5EF4-FFF2-40B4-BE49-F238E27FC236}">
                <a16:creationId xmlns:a16="http://schemas.microsoft.com/office/drawing/2014/main" id="{F1A6CCD9-5CCF-46A5-8C65-EFBEEFEE8213}"/>
              </a:ext>
            </a:extLst>
          </p:cNvPr>
          <p:cNvSpPr>
            <a:spLocks/>
          </p:cNvSpPr>
          <p:nvPr/>
        </p:nvSpPr>
        <p:spPr>
          <a:xfrm>
            <a:off x="3047013" y="447491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4" name="data_6378">
            <a:extLst>
              <a:ext uri="{FF2B5EF4-FFF2-40B4-BE49-F238E27FC236}">
                <a16:creationId xmlns:a16="http://schemas.microsoft.com/office/drawing/2014/main" id="{1A1D120D-CF17-46CB-83D0-727D7263102F}"/>
              </a:ext>
            </a:extLst>
          </p:cNvPr>
          <p:cNvSpPr>
            <a:spLocks/>
          </p:cNvSpPr>
          <p:nvPr/>
        </p:nvSpPr>
        <p:spPr>
          <a:xfrm>
            <a:off x="265986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5" name="data_6379">
            <a:extLst>
              <a:ext uri="{FF2B5EF4-FFF2-40B4-BE49-F238E27FC236}">
                <a16:creationId xmlns:a16="http://schemas.microsoft.com/office/drawing/2014/main" id="{836B01A0-D17E-44A5-8EDD-F1DEA80272F3}"/>
              </a:ext>
            </a:extLst>
          </p:cNvPr>
          <p:cNvSpPr>
            <a:spLocks/>
          </p:cNvSpPr>
          <p:nvPr/>
        </p:nvSpPr>
        <p:spPr>
          <a:xfrm>
            <a:off x="279182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6" name="data_6380">
            <a:extLst>
              <a:ext uri="{FF2B5EF4-FFF2-40B4-BE49-F238E27FC236}">
                <a16:creationId xmlns:a16="http://schemas.microsoft.com/office/drawing/2014/main" id="{D38358E9-BD59-4101-881B-8E74FBBD817D}"/>
              </a:ext>
            </a:extLst>
          </p:cNvPr>
          <p:cNvSpPr>
            <a:spLocks/>
          </p:cNvSpPr>
          <p:nvPr/>
        </p:nvSpPr>
        <p:spPr>
          <a:xfrm>
            <a:off x="275186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7" name="data_6381">
            <a:extLst>
              <a:ext uri="{FF2B5EF4-FFF2-40B4-BE49-F238E27FC236}">
                <a16:creationId xmlns:a16="http://schemas.microsoft.com/office/drawing/2014/main" id="{96D1F682-1709-4213-8974-C03656C203B5}"/>
              </a:ext>
            </a:extLst>
          </p:cNvPr>
          <p:cNvSpPr>
            <a:spLocks/>
          </p:cNvSpPr>
          <p:nvPr/>
        </p:nvSpPr>
        <p:spPr>
          <a:xfrm>
            <a:off x="2812633" y="53751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8" name="data_6382">
            <a:extLst>
              <a:ext uri="{FF2B5EF4-FFF2-40B4-BE49-F238E27FC236}">
                <a16:creationId xmlns:a16="http://schemas.microsoft.com/office/drawing/2014/main" id="{42F294FC-CF65-4468-A8FB-BC6AA7F0BCBB}"/>
              </a:ext>
            </a:extLst>
          </p:cNvPr>
          <p:cNvSpPr>
            <a:spLocks/>
          </p:cNvSpPr>
          <p:nvPr/>
        </p:nvSpPr>
        <p:spPr>
          <a:xfrm>
            <a:off x="266486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29" name="data_6383">
            <a:extLst>
              <a:ext uri="{FF2B5EF4-FFF2-40B4-BE49-F238E27FC236}">
                <a16:creationId xmlns:a16="http://schemas.microsoft.com/office/drawing/2014/main" id="{E40D5DA2-E671-4691-BFD7-67099EEBE00D}"/>
              </a:ext>
            </a:extLst>
          </p:cNvPr>
          <p:cNvSpPr>
            <a:spLocks/>
          </p:cNvSpPr>
          <p:nvPr/>
        </p:nvSpPr>
        <p:spPr>
          <a:xfrm>
            <a:off x="3086932" y="46179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0" name="data_6384">
            <a:extLst>
              <a:ext uri="{FF2B5EF4-FFF2-40B4-BE49-F238E27FC236}">
                <a16:creationId xmlns:a16="http://schemas.microsoft.com/office/drawing/2014/main" id="{5E5100B2-2E3C-47B3-89B4-23F278C4A77A}"/>
              </a:ext>
            </a:extLst>
          </p:cNvPr>
          <p:cNvSpPr>
            <a:spLocks/>
          </p:cNvSpPr>
          <p:nvPr/>
        </p:nvSpPr>
        <p:spPr>
          <a:xfrm>
            <a:off x="2864291" y="44184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1" name="data_6385">
            <a:extLst>
              <a:ext uri="{FF2B5EF4-FFF2-40B4-BE49-F238E27FC236}">
                <a16:creationId xmlns:a16="http://schemas.microsoft.com/office/drawing/2014/main" id="{63DC6297-C90C-487A-A269-2D479299B731}"/>
              </a:ext>
            </a:extLst>
          </p:cNvPr>
          <p:cNvSpPr>
            <a:spLocks/>
          </p:cNvSpPr>
          <p:nvPr/>
        </p:nvSpPr>
        <p:spPr>
          <a:xfrm>
            <a:off x="2984554" y="4657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2" name="data_6386">
            <a:extLst>
              <a:ext uri="{FF2B5EF4-FFF2-40B4-BE49-F238E27FC236}">
                <a16:creationId xmlns:a16="http://schemas.microsoft.com/office/drawing/2014/main" id="{9AD8E5B7-0881-414E-97EE-BF6DF0C75A82}"/>
              </a:ext>
            </a:extLst>
          </p:cNvPr>
          <p:cNvSpPr>
            <a:spLocks/>
          </p:cNvSpPr>
          <p:nvPr/>
        </p:nvSpPr>
        <p:spPr>
          <a:xfrm>
            <a:off x="2737010" y="4385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3" name="data_6387">
            <a:extLst>
              <a:ext uri="{FF2B5EF4-FFF2-40B4-BE49-F238E27FC236}">
                <a16:creationId xmlns:a16="http://schemas.microsoft.com/office/drawing/2014/main" id="{3F5D7DBD-5C3B-4E84-A116-216B1F32EBEC}"/>
              </a:ext>
            </a:extLst>
          </p:cNvPr>
          <p:cNvSpPr>
            <a:spLocks/>
          </p:cNvSpPr>
          <p:nvPr/>
        </p:nvSpPr>
        <p:spPr>
          <a:xfrm>
            <a:off x="2876594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4" name="data_6388">
            <a:extLst>
              <a:ext uri="{FF2B5EF4-FFF2-40B4-BE49-F238E27FC236}">
                <a16:creationId xmlns:a16="http://schemas.microsoft.com/office/drawing/2014/main" id="{0AFC235A-6473-4B39-AA9F-C7B53AFE6A67}"/>
              </a:ext>
            </a:extLst>
          </p:cNvPr>
          <p:cNvSpPr>
            <a:spLocks/>
          </p:cNvSpPr>
          <p:nvPr/>
        </p:nvSpPr>
        <p:spPr>
          <a:xfrm>
            <a:off x="2800940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5" name="data_6389">
            <a:extLst>
              <a:ext uri="{FF2B5EF4-FFF2-40B4-BE49-F238E27FC236}">
                <a16:creationId xmlns:a16="http://schemas.microsoft.com/office/drawing/2014/main" id="{0FEAE5D0-8719-4113-B555-821AEF9652A1}"/>
              </a:ext>
            </a:extLst>
          </p:cNvPr>
          <p:cNvSpPr>
            <a:spLocks/>
          </p:cNvSpPr>
          <p:nvPr/>
        </p:nvSpPr>
        <p:spPr>
          <a:xfrm>
            <a:off x="271232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6" name="data_6390">
            <a:extLst>
              <a:ext uri="{FF2B5EF4-FFF2-40B4-BE49-F238E27FC236}">
                <a16:creationId xmlns:a16="http://schemas.microsoft.com/office/drawing/2014/main" id="{2A1F3CF9-98CE-4B04-B302-3D92D7CDD386}"/>
              </a:ext>
            </a:extLst>
          </p:cNvPr>
          <p:cNvSpPr>
            <a:spLocks/>
          </p:cNvSpPr>
          <p:nvPr/>
        </p:nvSpPr>
        <p:spPr>
          <a:xfrm>
            <a:off x="269759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7" name="data_6391">
            <a:extLst>
              <a:ext uri="{FF2B5EF4-FFF2-40B4-BE49-F238E27FC236}">
                <a16:creationId xmlns:a16="http://schemas.microsoft.com/office/drawing/2014/main" id="{2E40F629-D179-4685-919C-B83D1E7A2382}"/>
              </a:ext>
            </a:extLst>
          </p:cNvPr>
          <p:cNvSpPr>
            <a:spLocks/>
          </p:cNvSpPr>
          <p:nvPr/>
        </p:nvSpPr>
        <p:spPr>
          <a:xfrm>
            <a:off x="3086085" y="3842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8" name="data_6392">
            <a:extLst>
              <a:ext uri="{FF2B5EF4-FFF2-40B4-BE49-F238E27FC236}">
                <a16:creationId xmlns:a16="http://schemas.microsoft.com/office/drawing/2014/main" id="{1DB47E81-3F7F-440E-8C83-95BD7AF3FD44}"/>
              </a:ext>
            </a:extLst>
          </p:cNvPr>
          <p:cNvSpPr>
            <a:spLocks/>
          </p:cNvSpPr>
          <p:nvPr/>
        </p:nvSpPr>
        <p:spPr>
          <a:xfrm>
            <a:off x="2916713" y="44596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39" name="data_6393">
            <a:extLst>
              <a:ext uri="{FF2B5EF4-FFF2-40B4-BE49-F238E27FC236}">
                <a16:creationId xmlns:a16="http://schemas.microsoft.com/office/drawing/2014/main" id="{6DA65E75-1DD4-4B33-92E5-F129DE5AE173}"/>
              </a:ext>
            </a:extLst>
          </p:cNvPr>
          <p:cNvSpPr>
            <a:spLocks/>
          </p:cNvSpPr>
          <p:nvPr/>
        </p:nvSpPr>
        <p:spPr>
          <a:xfrm>
            <a:off x="2817674" y="5136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0" name="data_6394">
            <a:extLst>
              <a:ext uri="{FF2B5EF4-FFF2-40B4-BE49-F238E27FC236}">
                <a16:creationId xmlns:a16="http://schemas.microsoft.com/office/drawing/2014/main" id="{2DF0D7BB-E2E1-488C-A791-2A31ABFFFC2D}"/>
              </a:ext>
            </a:extLst>
          </p:cNvPr>
          <p:cNvSpPr>
            <a:spLocks/>
          </p:cNvSpPr>
          <p:nvPr/>
        </p:nvSpPr>
        <p:spPr>
          <a:xfrm>
            <a:off x="308464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1" name="data_6395">
            <a:extLst>
              <a:ext uri="{FF2B5EF4-FFF2-40B4-BE49-F238E27FC236}">
                <a16:creationId xmlns:a16="http://schemas.microsoft.com/office/drawing/2014/main" id="{A1506688-A947-498A-908B-ECF0A38B67DC}"/>
              </a:ext>
            </a:extLst>
          </p:cNvPr>
          <p:cNvSpPr>
            <a:spLocks/>
          </p:cNvSpPr>
          <p:nvPr/>
        </p:nvSpPr>
        <p:spPr>
          <a:xfrm>
            <a:off x="2728961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2" name="data_6396">
            <a:extLst>
              <a:ext uri="{FF2B5EF4-FFF2-40B4-BE49-F238E27FC236}">
                <a16:creationId xmlns:a16="http://schemas.microsoft.com/office/drawing/2014/main" id="{D0FC65B6-0BDA-4BE8-BB61-E5B93B2C871E}"/>
              </a:ext>
            </a:extLst>
          </p:cNvPr>
          <p:cNvSpPr>
            <a:spLocks/>
          </p:cNvSpPr>
          <p:nvPr/>
        </p:nvSpPr>
        <p:spPr>
          <a:xfrm>
            <a:off x="2683044" y="4385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3" name="data_6397">
            <a:extLst>
              <a:ext uri="{FF2B5EF4-FFF2-40B4-BE49-F238E27FC236}">
                <a16:creationId xmlns:a16="http://schemas.microsoft.com/office/drawing/2014/main" id="{5BED083E-AF92-42FB-9978-9DA631C2DAA6}"/>
              </a:ext>
            </a:extLst>
          </p:cNvPr>
          <p:cNvSpPr>
            <a:spLocks/>
          </p:cNvSpPr>
          <p:nvPr/>
        </p:nvSpPr>
        <p:spPr>
          <a:xfrm>
            <a:off x="2825865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4" name="data_6398">
            <a:extLst>
              <a:ext uri="{FF2B5EF4-FFF2-40B4-BE49-F238E27FC236}">
                <a16:creationId xmlns:a16="http://schemas.microsoft.com/office/drawing/2014/main" id="{8CB719A8-D682-4942-9A76-CEF4D3ED9F89}"/>
              </a:ext>
            </a:extLst>
          </p:cNvPr>
          <p:cNvSpPr>
            <a:spLocks/>
          </p:cNvSpPr>
          <p:nvPr/>
        </p:nvSpPr>
        <p:spPr>
          <a:xfrm>
            <a:off x="271126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5" name="data_6399">
            <a:extLst>
              <a:ext uri="{FF2B5EF4-FFF2-40B4-BE49-F238E27FC236}">
                <a16:creationId xmlns:a16="http://schemas.microsoft.com/office/drawing/2014/main" id="{541F6149-79E8-4913-BD20-E748F8F8BECA}"/>
              </a:ext>
            </a:extLst>
          </p:cNvPr>
          <p:cNvSpPr>
            <a:spLocks/>
          </p:cNvSpPr>
          <p:nvPr/>
        </p:nvSpPr>
        <p:spPr>
          <a:xfrm>
            <a:off x="2989054" y="534805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6" name="data_6400">
            <a:extLst>
              <a:ext uri="{FF2B5EF4-FFF2-40B4-BE49-F238E27FC236}">
                <a16:creationId xmlns:a16="http://schemas.microsoft.com/office/drawing/2014/main" id="{2F7EC09E-CDFF-4EFA-888B-2779BCF4CD09}"/>
              </a:ext>
            </a:extLst>
          </p:cNvPr>
          <p:cNvSpPr>
            <a:spLocks/>
          </p:cNvSpPr>
          <p:nvPr/>
        </p:nvSpPr>
        <p:spPr>
          <a:xfrm>
            <a:off x="2681079" y="506047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7" name="data_6401">
            <a:extLst>
              <a:ext uri="{FF2B5EF4-FFF2-40B4-BE49-F238E27FC236}">
                <a16:creationId xmlns:a16="http://schemas.microsoft.com/office/drawing/2014/main" id="{8F3FE2A3-DC5C-4814-BC57-0CDC62013117}"/>
              </a:ext>
            </a:extLst>
          </p:cNvPr>
          <p:cNvSpPr>
            <a:spLocks/>
          </p:cNvSpPr>
          <p:nvPr/>
        </p:nvSpPr>
        <p:spPr>
          <a:xfrm>
            <a:off x="2850115" y="531732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8" name="data_6402">
            <a:extLst>
              <a:ext uri="{FF2B5EF4-FFF2-40B4-BE49-F238E27FC236}">
                <a16:creationId xmlns:a16="http://schemas.microsoft.com/office/drawing/2014/main" id="{E43B6808-F33A-4A75-AA12-DE0B4A216CBF}"/>
              </a:ext>
            </a:extLst>
          </p:cNvPr>
          <p:cNvSpPr>
            <a:spLocks/>
          </p:cNvSpPr>
          <p:nvPr/>
        </p:nvSpPr>
        <p:spPr>
          <a:xfrm>
            <a:off x="287345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49" name="data_6403">
            <a:extLst>
              <a:ext uri="{FF2B5EF4-FFF2-40B4-BE49-F238E27FC236}">
                <a16:creationId xmlns:a16="http://schemas.microsoft.com/office/drawing/2014/main" id="{3FB09039-5B18-4BC6-AD2F-DAFBC221D951}"/>
              </a:ext>
            </a:extLst>
          </p:cNvPr>
          <p:cNvSpPr>
            <a:spLocks/>
          </p:cNvSpPr>
          <p:nvPr/>
        </p:nvSpPr>
        <p:spPr>
          <a:xfrm>
            <a:off x="306344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0" name="data_6404">
            <a:extLst>
              <a:ext uri="{FF2B5EF4-FFF2-40B4-BE49-F238E27FC236}">
                <a16:creationId xmlns:a16="http://schemas.microsoft.com/office/drawing/2014/main" id="{37481F83-7C6C-47C1-BBF5-88DDB6BF3F0B}"/>
              </a:ext>
            </a:extLst>
          </p:cNvPr>
          <p:cNvSpPr>
            <a:spLocks/>
          </p:cNvSpPr>
          <p:nvPr/>
        </p:nvSpPr>
        <p:spPr>
          <a:xfrm>
            <a:off x="2943752" y="510863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1" name="data_6405">
            <a:extLst>
              <a:ext uri="{FF2B5EF4-FFF2-40B4-BE49-F238E27FC236}">
                <a16:creationId xmlns:a16="http://schemas.microsoft.com/office/drawing/2014/main" id="{A4BF3827-7981-41E5-AD79-C067D403E72F}"/>
              </a:ext>
            </a:extLst>
          </p:cNvPr>
          <p:cNvSpPr>
            <a:spLocks/>
          </p:cNvSpPr>
          <p:nvPr/>
        </p:nvSpPr>
        <p:spPr>
          <a:xfrm>
            <a:off x="2791664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2" name="data_6406">
            <a:extLst>
              <a:ext uri="{FF2B5EF4-FFF2-40B4-BE49-F238E27FC236}">
                <a16:creationId xmlns:a16="http://schemas.microsoft.com/office/drawing/2014/main" id="{945E3344-13A6-4D02-B745-B7A688AB2349}"/>
              </a:ext>
            </a:extLst>
          </p:cNvPr>
          <p:cNvSpPr>
            <a:spLocks/>
          </p:cNvSpPr>
          <p:nvPr/>
        </p:nvSpPr>
        <p:spPr>
          <a:xfrm>
            <a:off x="2661478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3" name="data_6407">
            <a:extLst>
              <a:ext uri="{FF2B5EF4-FFF2-40B4-BE49-F238E27FC236}">
                <a16:creationId xmlns:a16="http://schemas.microsoft.com/office/drawing/2014/main" id="{2703A7AD-2E96-431D-B288-BF5485B3ECC9}"/>
              </a:ext>
            </a:extLst>
          </p:cNvPr>
          <p:cNvSpPr>
            <a:spLocks/>
          </p:cNvSpPr>
          <p:nvPr/>
        </p:nvSpPr>
        <p:spPr>
          <a:xfrm>
            <a:off x="2644766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4" name="data_6408">
            <a:extLst>
              <a:ext uri="{FF2B5EF4-FFF2-40B4-BE49-F238E27FC236}">
                <a16:creationId xmlns:a16="http://schemas.microsoft.com/office/drawing/2014/main" id="{1B09C60C-151D-47D9-8B14-0B6DA9F04AB9}"/>
              </a:ext>
            </a:extLst>
          </p:cNvPr>
          <p:cNvSpPr>
            <a:spLocks/>
          </p:cNvSpPr>
          <p:nvPr/>
        </p:nvSpPr>
        <p:spPr>
          <a:xfrm>
            <a:off x="271940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5" name="data_6409">
            <a:extLst>
              <a:ext uri="{FF2B5EF4-FFF2-40B4-BE49-F238E27FC236}">
                <a16:creationId xmlns:a16="http://schemas.microsoft.com/office/drawing/2014/main" id="{32F9E66D-60DC-48C3-8C68-671C0EDC1BD9}"/>
              </a:ext>
            </a:extLst>
          </p:cNvPr>
          <p:cNvSpPr>
            <a:spLocks/>
          </p:cNvSpPr>
          <p:nvPr/>
        </p:nvSpPr>
        <p:spPr>
          <a:xfrm>
            <a:off x="277685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6" name="data_6410">
            <a:extLst>
              <a:ext uri="{FF2B5EF4-FFF2-40B4-BE49-F238E27FC236}">
                <a16:creationId xmlns:a16="http://schemas.microsoft.com/office/drawing/2014/main" id="{B70B491C-DD9F-49D1-8533-28CFC281310C}"/>
              </a:ext>
            </a:extLst>
          </p:cNvPr>
          <p:cNvSpPr>
            <a:spLocks/>
          </p:cNvSpPr>
          <p:nvPr/>
        </p:nvSpPr>
        <p:spPr>
          <a:xfrm>
            <a:off x="309196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7" name="data_6411">
            <a:extLst>
              <a:ext uri="{FF2B5EF4-FFF2-40B4-BE49-F238E27FC236}">
                <a16:creationId xmlns:a16="http://schemas.microsoft.com/office/drawing/2014/main" id="{8A1CC13C-CCF1-4758-BABF-1043182FDDCE}"/>
              </a:ext>
            </a:extLst>
          </p:cNvPr>
          <p:cNvSpPr>
            <a:spLocks/>
          </p:cNvSpPr>
          <p:nvPr/>
        </p:nvSpPr>
        <p:spPr>
          <a:xfrm>
            <a:off x="272336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8" name="data_6412">
            <a:extLst>
              <a:ext uri="{FF2B5EF4-FFF2-40B4-BE49-F238E27FC236}">
                <a16:creationId xmlns:a16="http://schemas.microsoft.com/office/drawing/2014/main" id="{F55C7485-DDCA-437F-8D9B-AE1A73B4BB44}"/>
              </a:ext>
            </a:extLst>
          </p:cNvPr>
          <p:cNvSpPr>
            <a:spLocks/>
          </p:cNvSpPr>
          <p:nvPr/>
        </p:nvSpPr>
        <p:spPr>
          <a:xfrm>
            <a:off x="2969649" y="3978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59" name="data_6413">
            <a:extLst>
              <a:ext uri="{FF2B5EF4-FFF2-40B4-BE49-F238E27FC236}">
                <a16:creationId xmlns:a16="http://schemas.microsoft.com/office/drawing/2014/main" id="{948296A9-70ED-4F7F-A9F6-BB79E8D3E405}"/>
              </a:ext>
            </a:extLst>
          </p:cNvPr>
          <p:cNvSpPr>
            <a:spLocks/>
          </p:cNvSpPr>
          <p:nvPr/>
        </p:nvSpPr>
        <p:spPr>
          <a:xfrm>
            <a:off x="3004968" y="522146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0" name="data_6414">
            <a:extLst>
              <a:ext uri="{FF2B5EF4-FFF2-40B4-BE49-F238E27FC236}">
                <a16:creationId xmlns:a16="http://schemas.microsoft.com/office/drawing/2014/main" id="{96060EE0-8392-4D88-835C-DA72FB97D5A2}"/>
              </a:ext>
            </a:extLst>
          </p:cNvPr>
          <p:cNvSpPr>
            <a:spLocks/>
          </p:cNvSpPr>
          <p:nvPr/>
        </p:nvSpPr>
        <p:spPr>
          <a:xfrm>
            <a:off x="292088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1" name="data_6415">
            <a:extLst>
              <a:ext uri="{FF2B5EF4-FFF2-40B4-BE49-F238E27FC236}">
                <a16:creationId xmlns:a16="http://schemas.microsoft.com/office/drawing/2014/main" id="{A085658C-22E8-4757-A0EC-A22410F2A50B}"/>
              </a:ext>
            </a:extLst>
          </p:cNvPr>
          <p:cNvSpPr>
            <a:spLocks/>
          </p:cNvSpPr>
          <p:nvPr/>
        </p:nvSpPr>
        <p:spPr>
          <a:xfrm>
            <a:off x="283194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2" name="data_6416">
            <a:extLst>
              <a:ext uri="{FF2B5EF4-FFF2-40B4-BE49-F238E27FC236}">
                <a16:creationId xmlns:a16="http://schemas.microsoft.com/office/drawing/2014/main" id="{3EB08CAB-9746-467F-A341-D678BBA71559}"/>
              </a:ext>
            </a:extLst>
          </p:cNvPr>
          <p:cNvSpPr>
            <a:spLocks/>
          </p:cNvSpPr>
          <p:nvPr/>
        </p:nvSpPr>
        <p:spPr>
          <a:xfrm>
            <a:off x="3000612" y="41288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3" name="data_6417">
            <a:extLst>
              <a:ext uri="{FF2B5EF4-FFF2-40B4-BE49-F238E27FC236}">
                <a16:creationId xmlns:a16="http://schemas.microsoft.com/office/drawing/2014/main" id="{60003ED7-585E-43CF-820C-503AE196265F}"/>
              </a:ext>
            </a:extLst>
          </p:cNvPr>
          <p:cNvSpPr>
            <a:spLocks/>
          </p:cNvSpPr>
          <p:nvPr/>
        </p:nvSpPr>
        <p:spPr>
          <a:xfrm>
            <a:off x="274447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4" name="data_6418">
            <a:extLst>
              <a:ext uri="{FF2B5EF4-FFF2-40B4-BE49-F238E27FC236}">
                <a16:creationId xmlns:a16="http://schemas.microsoft.com/office/drawing/2014/main" id="{83837269-2E22-413F-B310-F131994416EA}"/>
              </a:ext>
            </a:extLst>
          </p:cNvPr>
          <p:cNvSpPr>
            <a:spLocks/>
          </p:cNvSpPr>
          <p:nvPr/>
        </p:nvSpPr>
        <p:spPr>
          <a:xfrm>
            <a:off x="265361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5" name="data_6419">
            <a:extLst>
              <a:ext uri="{FF2B5EF4-FFF2-40B4-BE49-F238E27FC236}">
                <a16:creationId xmlns:a16="http://schemas.microsoft.com/office/drawing/2014/main" id="{4E10C33A-5D91-4076-846D-27771E9D5230}"/>
              </a:ext>
            </a:extLst>
          </p:cNvPr>
          <p:cNvSpPr>
            <a:spLocks/>
          </p:cNvSpPr>
          <p:nvPr/>
        </p:nvSpPr>
        <p:spPr>
          <a:xfrm>
            <a:off x="3140214" y="50743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6" name="data_6420">
            <a:extLst>
              <a:ext uri="{FF2B5EF4-FFF2-40B4-BE49-F238E27FC236}">
                <a16:creationId xmlns:a16="http://schemas.microsoft.com/office/drawing/2014/main" id="{88E73183-1E46-4C58-82CC-58B773FEEF1A}"/>
              </a:ext>
            </a:extLst>
          </p:cNvPr>
          <p:cNvSpPr>
            <a:spLocks/>
          </p:cNvSpPr>
          <p:nvPr/>
        </p:nvSpPr>
        <p:spPr>
          <a:xfrm>
            <a:off x="2998898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7" name="data_6421">
            <a:extLst>
              <a:ext uri="{FF2B5EF4-FFF2-40B4-BE49-F238E27FC236}">
                <a16:creationId xmlns:a16="http://schemas.microsoft.com/office/drawing/2014/main" id="{E579B673-9436-42D8-98DB-A1A1420D533F}"/>
              </a:ext>
            </a:extLst>
          </p:cNvPr>
          <p:cNvSpPr>
            <a:spLocks/>
          </p:cNvSpPr>
          <p:nvPr/>
        </p:nvSpPr>
        <p:spPr>
          <a:xfrm>
            <a:off x="2789055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8" name="data_6422">
            <a:extLst>
              <a:ext uri="{FF2B5EF4-FFF2-40B4-BE49-F238E27FC236}">
                <a16:creationId xmlns:a16="http://schemas.microsoft.com/office/drawing/2014/main" id="{423A539A-AFEA-445D-A16F-EB19A7985E1B}"/>
              </a:ext>
            </a:extLst>
          </p:cNvPr>
          <p:cNvSpPr>
            <a:spLocks/>
          </p:cNvSpPr>
          <p:nvPr/>
        </p:nvSpPr>
        <p:spPr>
          <a:xfrm>
            <a:off x="2716083" y="4181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69" name="data_6423">
            <a:extLst>
              <a:ext uri="{FF2B5EF4-FFF2-40B4-BE49-F238E27FC236}">
                <a16:creationId xmlns:a16="http://schemas.microsoft.com/office/drawing/2014/main" id="{8BA45BDC-7158-4D2E-AA5F-A8BF07213C0D}"/>
              </a:ext>
            </a:extLst>
          </p:cNvPr>
          <p:cNvSpPr>
            <a:spLocks/>
          </p:cNvSpPr>
          <p:nvPr/>
        </p:nvSpPr>
        <p:spPr>
          <a:xfrm>
            <a:off x="309626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0" name="data_6424">
            <a:extLst>
              <a:ext uri="{FF2B5EF4-FFF2-40B4-BE49-F238E27FC236}">
                <a16:creationId xmlns:a16="http://schemas.microsoft.com/office/drawing/2014/main" id="{B050CCCB-66A2-49FE-A567-F99C977B282B}"/>
              </a:ext>
            </a:extLst>
          </p:cNvPr>
          <p:cNvSpPr>
            <a:spLocks/>
          </p:cNvSpPr>
          <p:nvPr/>
        </p:nvSpPr>
        <p:spPr>
          <a:xfrm>
            <a:off x="273939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1" name="data_6425">
            <a:extLst>
              <a:ext uri="{FF2B5EF4-FFF2-40B4-BE49-F238E27FC236}">
                <a16:creationId xmlns:a16="http://schemas.microsoft.com/office/drawing/2014/main" id="{7F32A802-92B0-4074-BFF0-4CB6E37F6B28}"/>
              </a:ext>
            </a:extLst>
          </p:cNvPr>
          <p:cNvSpPr>
            <a:spLocks/>
          </p:cNvSpPr>
          <p:nvPr/>
        </p:nvSpPr>
        <p:spPr>
          <a:xfrm>
            <a:off x="2981811" y="44823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2" name="data_6426">
            <a:extLst>
              <a:ext uri="{FF2B5EF4-FFF2-40B4-BE49-F238E27FC236}">
                <a16:creationId xmlns:a16="http://schemas.microsoft.com/office/drawing/2014/main" id="{CFC88F96-800F-428A-916B-99406C2F0A3A}"/>
              </a:ext>
            </a:extLst>
          </p:cNvPr>
          <p:cNvSpPr>
            <a:spLocks/>
          </p:cNvSpPr>
          <p:nvPr/>
        </p:nvSpPr>
        <p:spPr>
          <a:xfrm>
            <a:off x="2716275" y="51047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3" name="data_6427">
            <a:extLst>
              <a:ext uri="{FF2B5EF4-FFF2-40B4-BE49-F238E27FC236}">
                <a16:creationId xmlns:a16="http://schemas.microsoft.com/office/drawing/2014/main" id="{A1AA09F2-DBB6-4EEF-BC5B-3D352A72794D}"/>
              </a:ext>
            </a:extLst>
          </p:cNvPr>
          <p:cNvSpPr>
            <a:spLocks/>
          </p:cNvSpPr>
          <p:nvPr/>
        </p:nvSpPr>
        <p:spPr>
          <a:xfrm>
            <a:off x="2919143" y="440622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4" name="data_6428">
            <a:extLst>
              <a:ext uri="{FF2B5EF4-FFF2-40B4-BE49-F238E27FC236}">
                <a16:creationId xmlns:a16="http://schemas.microsoft.com/office/drawing/2014/main" id="{6E269F1E-A376-430F-BC1F-278A2136AE99}"/>
              </a:ext>
            </a:extLst>
          </p:cNvPr>
          <p:cNvSpPr>
            <a:spLocks/>
          </p:cNvSpPr>
          <p:nvPr/>
        </p:nvSpPr>
        <p:spPr>
          <a:xfrm>
            <a:off x="3123505" y="52795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5" name="data_6429">
            <a:extLst>
              <a:ext uri="{FF2B5EF4-FFF2-40B4-BE49-F238E27FC236}">
                <a16:creationId xmlns:a16="http://schemas.microsoft.com/office/drawing/2014/main" id="{C6A59D5B-F63C-4AF9-830F-5053CBFB0D29}"/>
              </a:ext>
            </a:extLst>
          </p:cNvPr>
          <p:cNvSpPr>
            <a:spLocks/>
          </p:cNvSpPr>
          <p:nvPr/>
        </p:nvSpPr>
        <p:spPr>
          <a:xfrm>
            <a:off x="2824252" y="528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6" name="data_6430">
            <a:extLst>
              <a:ext uri="{FF2B5EF4-FFF2-40B4-BE49-F238E27FC236}">
                <a16:creationId xmlns:a16="http://schemas.microsoft.com/office/drawing/2014/main" id="{54C05E5B-950D-473F-B792-98785D8EF003}"/>
              </a:ext>
            </a:extLst>
          </p:cNvPr>
          <p:cNvSpPr>
            <a:spLocks/>
          </p:cNvSpPr>
          <p:nvPr/>
        </p:nvSpPr>
        <p:spPr>
          <a:xfrm>
            <a:off x="272273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7" name="data_6431">
            <a:extLst>
              <a:ext uri="{FF2B5EF4-FFF2-40B4-BE49-F238E27FC236}">
                <a16:creationId xmlns:a16="http://schemas.microsoft.com/office/drawing/2014/main" id="{BE17355D-50C9-4BC5-AAD3-96F0E099D53C}"/>
              </a:ext>
            </a:extLst>
          </p:cNvPr>
          <p:cNvSpPr>
            <a:spLocks/>
          </p:cNvSpPr>
          <p:nvPr/>
        </p:nvSpPr>
        <p:spPr>
          <a:xfrm>
            <a:off x="2921497" y="53789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8" name="data_6432">
            <a:extLst>
              <a:ext uri="{FF2B5EF4-FFF2-40B4-BE49-F238E27FC236}">
                <a16:creationId xmlns:a16="http://schemas.microsoft.com/office/drawing/2014/main" id="{A884B6D2-0356-49D5-B3D9-DC3E478A4A30}"/>
              </a:ext>
            </a:extLst>
          </p:cNvPr>
          <p:cNvSpPr>
            <a:spLocks/>
          </p:cNvSpPr>
          <p:nvPr/>
        </p:nvSpPr>
        <p:spPr>
          <a:xfrm>
            <a:off x="2826016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79" name="data_6433">
            <a:extLst>
              <a:ext uri="{FF2B5EF4-FFF2-40B4-BE49-F238E27FC236}">
                <a16:creationId xmlns:a16="http://schemas.microsoft.com/office/drawing/2014/main" id="{363D14CF-0890-4D17-AAA1-BFA805B53274}"/>
              </a:ext>
            </a:extLst>
          </p:cNvPr>
          <p:cNvSpPr>
            <a:spLocks/>
          </p:cNvSpPr>
          <p:nvPr/>
        </p:nvSpPr>
        <p:spPr>
          <a:xfrm>
            <a:off x="2840210" y="49275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0" name="data_6434">
            <a:extLst>
              <a:ext uri="{FF2B5EF4-FFF2-40B4-BE49-F238E27FC236}">
                <a16:creationId xmlns:a16="http://schemas.microsoft.com/office/drawing/2014/main" id="{F2466010-9278-4BF6-9FF3-A4383D76FD54}"/>
              </a:ext>
            </a:extLst>
          </p:cNvPr>
          <p:cNvSpPr>
            <a:spLocks/>
          </p:cNvSpPr>
          <p:nvPr/>
        </p:nvSpPr>
        <p:spPr>
          <a:xfrm>
            <a:off x="282049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1" name="data_6435">
            <a:extLst>
              <a:ext uri="{FF2B5EF4-FFF2-40B4-BE49-F238E27FC236}">
                <a16:creationId xmlns:a16="http://schemas.microsoft.com/office/drawing/2014/main" id="{BF317F84-D071-4542-83CB-E0700366BBEA}"/>
              </a:ext>
            </a:extLst>
          </p:cNvPr>
          <p:cNvSpPr>
            <a:spLocks/>
          </p:cNvSpPr>
          <p:nvPr/>
        </p:nvSpPr>
        <p:spPr>
          <a:xfrm>
            <a:off x="309383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2" name="data_6436">
            <a:extLst>
              <a:ext uri="{FF2B5EF4-FFF2-40B4-BE49-F238E27FC236}">
                <a16:creationId xmlns:a16="http://schemas.microsoft.com/office/drawing/2014/main" id="{23F0F0C7-6B24-4BFC-A9EC-0ECBBB9FE121}"/>
              </a:ext>
            </a:extLst>
          </p:cNvPr>
          <p:cNvSpPr>
            <a:spLocks/>
          </p:cNvSpPr>
          <p:nvPr/>
        </p:nvSpPr>
        <p:spPr>
          <a:xfrm>
            <a:off x="278430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3" name="data_6437">
            <a:extLst>
              <a:ext uri="{FF2B5EF4-FFF2-40B4-BE49-F238E27FC236}">
                <a16:creationId xmlns:a16="http://schemas.microsoft.com/office/drawing/2014/main" id="{44574340-8F07-4589-9718-D731721A3C15}"/>
              </a:ext>
            </a:extLst>
          </p:cNvPr>
          <p:cNvSpPr>
            <a:spLocks/>
          </p:cNvSpPr>
          <p:nvPr/>
        </p:nvSpPr>
        <p:spPr>
          <a:xfrm>
            <a:off x="277616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4" name="data_6438">
            <a:extLst>
              <a:ext uri="{FF2B5EF4-FFF2-40B4-BE49-F238E27FC236}">
                <a16:creationId xmlns:a16="http://schemas.microsoft.com/office/drawing/2014/main" id="{0BC5F274-CC0A-46EE-9A8A-BEBAB4D79322}"/>
              </a:ext>
            </a:extLst>
          </p:cNvPr>
          <p:cNvSpPr>
            <a:spLocks/>
          </p:cNvSpPr>
          <p:nvPr/>
        </p:nvSpPr>
        <p:spPr>
          <a:xfrm>
            <a:off x="2935425" y="47887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5" name="data_6439">
            <a:extLst>
              <a:ext uri="{FF2B5EF4-FFF2-40B4-BE49-F238E27FC236}">
                <a16:creationId xmlns:a16="http://schemas.microsoft.com/office/drawing/2014/main" id="{EAFF0BD3-8627-48B6-994E-CA52ADF8D74D}"/>
              </a:ext>
            </a:extLst>
          </p:cNvPr>
          <p:cNvSpPr>
            <a:spLocks/>
          </p:cNvSpPr>
          <p:nvPr/>
        </p:nvSpPr>
        <p:spPr>
          <a:xfrm>
            <a:off x="2737355" y="48237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6" name="data_6440">
            <a:extLst>
              <a:ext uri="{FF2B5EF4-FFF2-40B4-BE49-F238E27FC236}">
                <a16:creationId xmlns:a16="http://schemas.microsoft.com/office/drawing/2014/main" id="{E94DE8B5-A956-4A48-A1AF-9165B868243B}"/>
              </a:ext>
            </a:extLst>
          </p:cNvPr>
          <p:cNvSpPr>
            <a:spLocks/>
          </p:cNvSpPr>
          <p:nvPr/>
        </p:nvSpPr>
        <p:spPr>
          <a:xfrm>
            <a:off x="285699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7" name="data_6441">
            <a:extLst>
              <a:ext uri="{FF2B5EF4-FFF2-40B4-BE49-F238E27FC236}">
                <a16:creationId xmlns:a16="http://schemas.microsoft.com/office/drawing/2014/main" id="{719F4729-B03D-4CCC-95C7-D67D47BAE274}"/>
              </a:ext>
            </a:extLst>
          </p:cNvPr>
          <p:cNvSpPr>
            <a:spLocks/>
          </p:cNvSpPr>
          <p:nvPr/>
        </p:nvSpPr>
        <p:spPr>
          <a:xfrm>
            <a:off x="2776408" y="43180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8" name="data_6442">
            <a:extLst>
              <a:ext uri="{FF2B5EF4-FFF2-40B4-BE49-F238E27FC236}">
                <a16:creationId xmlns:a16="http://schemas.microsoft.com/office/drawing/2014/main" id="{6FE0B350-2885-4D3F-87B6-654764976FE1}"/>
              </a:ext>
            </a:extLst>
          </p:cNvPr>
          <p:cNvSpPr>
            <a:spLocks/>
          </p:cNvSpPr>
          <p:nvPr/>
        </p:nvSpPr>
        <p:spPr>
          <a:xfrm>
            <a:off x="2968813" y="44615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89" name="data_6443">
            <a:extLst>
              <a:ext uri="{FF2B5EF4-FFF2-40B4-BE49-F238E27FC236}">
                <a16:creationId xmlns:a16="http://schemas.microsoft.com/office/drawing/2014/main" id="{89DB2D97-2C9F-48F4-872C-B8BAF3F88AA1}"/>
              </a:ext>
            </a:extLst>
          </p:cNvPr>
          <p:cNvSpPr>
            <a:spLocks/>
          </p:cNvSpPr>
          <p:nvPr/>
        </p:nvSpPr>
        <p:spPr>
          <a:xfrm>
            <a:off x="2682553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0" name="data_6444">
            <a:extLst>
              <a:ext uri="{FF2B5EF4-FFF2-40B4-BE49-F238E27FC236}">
                <a16:creationId xmlns:a16="http://schemas.microsoft.com/office/drawing/2014/main" id="{B146DBA8-2EF0-4F26-84AA-EFE37856BB18}"/>
              </a:ext>
            </a:extLst>
          </p:cNvPr>
          <p:cNvSpPr>
            <a:spLocks/>
          </p:cNvSpPr>
          <p:nvPr/>
        </p:nvSpPr>
        <p:spPr>
          <a:xfrm>
            <a:off x="2806589" y="38560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1" name="data_6445">
            <a:extLst>
              <a:ext uri="{FF2B5EF4-FFF2-40B4-BE49-F238E27FC236}">
                <a16:creationId xmlns:a16="http://schemas.microsoft.com/office/drawing/2014/main" id="{05CD7D68-2FF2-4B9B-B0F0-E02BEFAA6F31}"/>
              </a:ext>
            </a:extLst>
          </p:cNvPr>
          <p:cNvSpPr>
            <a:spLocks/>
          </p:cNvSpPr>
          <p:nvPr/>
        </p:nvSpPr>
        <p:spPr>
          <a:xfrm>
            <a:off x="3007221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2" name="data_6446">
            <a:extLst>
              <a:ext uri="{FF2B5EF4-FFF2-40B4-BE49-F238E27FC236}">
                <a16:creationId xmlns:a16="http://schemas.microsoft.com/office/drawing/2014/main" id="{03E475F3-D53F-42E0-97FB-EAE5483D5294}"/>
              </a:ext>
            </a:extLst>
          </p:cNvPr>
          <p:cNvSpPr>
            <a:spLocks/>
          </p:cNvSpPr>
          <p:nvPr/>
        </p:nvSpPr>
        <p:spPr>
          <a:xfrm>
            <a:off x="268590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3" name="data_6447">
            <a:extLst>
              <a:ext uri="{FF2B5EF4-FFF2-40B4-BE49-F238E27FC236}">
                <a16:creationId xmlns:a16="http://schemas.microsoft.com/office/drawing/2014/main" id="{333152B4-D0DD-458D-90FE-7CC9C6D7E6F9}"/>
              </a:ext>
            </a:extLst>
          </p:cNvPr>
          <p:cNvSpPr>
            <a:spLocks/>
          </p:cNvSpPr>
          <p:nvPr/>
        </p:nvSpPr>
        <p:spPr>
          <a:xfrm>
            <a:off x="298206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4" name="data_6448">
            <a:extLst>
              <a:ext uri="{FF2B5EF4-FFF2-40B4-BE49-F238E27FC236}">
                <a16:creationId xmlns:a16="http://schemas.microsoft.com/office/drawing/2014/main" id="{FC186DF0-9B9F-46AB-975A-55CED4F6B6BC}"/>
              </a:ext>
            </a:extLst>
          </p:cNvPr>
          <p:cNvSpPr>
            <a:spLocks/>
          </p:cNvSpPr>
          <p:nvPr/>
        </p:nvSpPr>
        <p:spPr>
          <a:xfrm>
            <a:off x="2718838" y="51242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5" name="data_6449">
            <a:extLst>
              <a:ext uri="{FF2B5EF4-FFF2-40B4-BE49-F238E27FC236}">
                <a16:creationId xmlns:a16="http://schemas.microsoft.com/office/drawing/2014/main" id="{3E719409-6877-4908-A6CD-00B4BDB9EEB3}"/>
              </a:ext>
            </a:extLst>
          </p:cNvPr>
          <p:cNvSpPr>
            <a:spLocks/>
          </p:cNvSpPr>
          <p:nvPr/>
        </p:nvSpPr>
        <p:spPr>
          <a:xfrm>
            <a:off x="3071504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6" name="data_6450">
            <a:extLst>
              <a:ext uri="{FF2B5EF4-FFF2-40B4-BE49-F238E27FC236}">
                <a16:creationId xmlns:a16="http://schemas.microsoft.com/office/drawing/2014/main" id="{90247F26-3E14-4E20-9D09-164AF50117A1}"/>
              </a:ext>
            </a:extLst>
          </p:cNvPr>
          <p:cNvSpPr>
            <a:spLocks/>
          </p:cNvSpPr>
          <p:nvPr/>
        </p:nvSpPr>
        <p:spPr>
          <a:xfrm>
            <a:off x="2880004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7" name="data_6451">
            <a:extLst>
              <a:ext uri="{FF2B5EF4-FFF2-40B4-BE49-F238E27FC236}">
                <a16:creationId xmlns:a16="http://schemas.microsoft.com/office/drawing/2014/main" id="{825337F4-9A95-4A58-A74B-1463287FA6BC}"/>
              </a:ext>
            </a:extLst>
          </p:cNvPr>
          <p:cNvSpPr>
            <a:spLocks/>
          </p:cNvSpPr>
          <p:nvPr/>
        </p:nvSpPr>
        <p:spPr>
          <a:xfrm>
            <a:off x="2870191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8" name="data_6452">
            <a:extLst>
              <a:ext uri="{FF2B5EF4-FFF2-40B4-BE49-F238E27FC236}">
                <a16:creationId xmlns:a16="http://schemas.microsoft.com/office/drawing/2014/main" id="{99913C9A-3B9A-4965-963B-5C589687B95E}"/>
              </a:ext>
            </a:extLst>
          </p:cNvPr>
          <p:cNvSpPr>
            <a:spLocks/>
          </p:cNvSpPr>
          <p:nvPr/>
        </p:nvSpPr>
        <p:spPr>
          <a:xfrm>
            <a:off x="2846176" y="39886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299" name="data_6453">
            <a:extLst>
              <a:ext uri="{FF2B5EF4-FFF2-40B4-BE49-F238E27FC236}">
                <a16:creationId xmlns:a16="http://schemas.microsoft.com/office/drawing/2014/main" id="{3B45BFA9-5ED3-489F-AF98-FCA9BB01CEA4}"/>
              </a:ext>
            </a:extLst>
          </p:cNvPr>
          <p:cNvSpPr>
            <a:spLocks/>
          </p:cNvSpPr>
          <p:nvPr/>
        </p:nvSpPr>
        <p:spPr>
          <a:xfrm>
            <a:off x="313792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0" name="data_6454">
            <a:extLst>
              <a:ext uri="{FF2B5EF4-FFF2-40B4-BE49-F238E27FC236}">
                <a16:creationId xmlns:a16="http://schemas.microsoft.com/office/drawing/2014/main" id="{574F1845-6A27-443D-8220-90F73EEACB42}"/>
              </a:ext>
            </a:extLst>
          </p:cNvPr>
          <p:cNvSpPr>
            <a:spLocks/>
          </p:cNvSpPr>
          <p:nvPr/>
        </p:nvSpPr>
        <p:spPr>
          <a:xfrm>
            <a:off x="2783718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1" name="data_6455">
            <a:extLst>
              <a:ext uri="{FF2B5EF4-FFF2-40B4-BE49-F238E27FC236}">
                <a16:creationId xmlns:a16="http://schemas.microsoft.com/office/drawing/2014/main" id="{7F55800E-6772-46A0-8DCE-0B7B8311B036}"/>
              </a:ext>
            </a:extLst>
          </p:cNvPr>
          <p:cNvSpPr>
            <a:spLocks/>
          </p:cNvSpPr>
          <p:nvPr/>
        </p:nvSpPr>
        <p:spPr>
          <a:xfrm>
            <a:off x="3075658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2" name="data_6456">
            <a:extLst>
              <a:ext uri="{FF2B5EF4-FFF2-40B4-BE49-F238E27FC236}">
                <a16:creationId xmlns:a16="http://schemas.microsoft.com/office/drawing/2014/main" id="{08715A17-6355-48C2-B34F-486CC7A5B226}"/>
              </a:ext>
            </a:extLst>
          </p:cNvPr>
          <p:cNvSpPr>
            <a:spLocks/>
          </p:cNvSpPr>
          <p:nvPr/>
        </p:nvSpPr>
        <p:spPr>
          <a:xfrm>
            <a:off x="281816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3" name="data_6457">
            <a:extLst>
              <a:ext uri="{FF2B5EF4-FFF2-40B4-BE49-F238E27FC236}">
                <a16:creationId xmlns:a16="http://schemas.microsoft.com/office/drawing/2014/main" id="{B9CBD675-7173-4124-89EB-E91B0E335409}"/>
              </a:ext>
            </a:extLst>
          </p:cNvPr>
          <p:cNvSpPr>
            <a:spLocks/>
          </p:cNvSpPr>
          <p:nvPr/>
        </p:nvSpPr>
        <p:spPr>
          <a:xfrm>
            <a:off x="276911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4" name="data_6458">
            <a:extLst>
              <a:ext uri="{FF2B5EF4-FFF2-40B4-BE49-F238E27FC236}">
                <a16:creationId xmlns:a16="http://schemas.microsoft.com/office/drawing/2014/main" id="{5F9911DC-9893-4980-98A5-36F321E77FA3}"/>
              </a:ext>
            </a:extLst>
          </p:cNvPr>
          <p:cNvSpPr>
            <a:spLocks/>
          </p:cNvSpPr>
          <p:nvPr/>
        </p:nvSpPr>
        <p:spPr>
          <a:xfrm>
            <a:off x="3151029" y="52327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5" name="data_6459">
            <a:extLst>
              <a:ext uri="{FF2B5EF4-FFF2-40B4-BE49-F238E27FC236}">
                <a16:creationId xmlns:a16="http://schemas.microsoft.com/office/drawing/2014/main" id="{0249BC8A-69A6-44AA-A74B-BBA4ECE817FA}"/>
              </a:ext>
            </a:extLst>
          </p:cNvPr>
          <p:cNvSpPr>
            <a:spLocks/>
          </p:cNvSpPr>
          <p:nvPr/>
        </p:nvSpPr>
        <p:spPr>
          <a:xfrm>
            <a:off x="2874258" y="4498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6" name="data_6460">
            <a:extLst>
              <a:ext uri="{FF2B5EF4-FFF2-40B4-BE49-F238E27FC236}">
                <a16:creationId xmlns:a16="http://schemas.microsoft.com/office/drawing/2014/main" id="{56C7ACEC-853C-4125-B87B-521C74A4EA6E}"/>
              </a:ext>
            </a:extLst>
          </p:cNvPr>
          <p:cNvSpPr>
            <a:spLocks/>
          </p:cNvSpPr>
          <p:nvPr/>
        </p:nvSpPr>
        <p:spPr>
          <a:xfrm>
            <a:off x="288418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7" name="data_6461">
            <a:extLst>
              <a:ext uri="{FF2B5EF4-FFF2-40B4-BE49-F238E27FC236}">
                <a16:creationId xmlns:a16="http://schemas.microsoft.com/office/drawing/2014/main" id="{EB629AEC-C7E0-4ECC-AAC3-722EC4B641E4}"/>
              </a:ext>
            </a:extLst>
          </p:cNvPr>
          <p:cNvSpPr>
            <a:spLocks/>
          </p:cNvSpPr>
          <p:nvPr/>
        </p:nvSpPr>
        <p:spPr>
          <a:xfrm>
            <a:off x="2837614" y="501800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8" name="data_6462">
            <a:extLst>
              <a:ext uri="{FF2B5EF4-FFF2-40B4-BE49-F238E27FC236}">
                <a16:creationId xmlns:a16="http://schemas.microsoft.com/office/drawing/2014/main" id="{47863E0D-62A2-4352-8DF5-C3FF90DF15D3}"/>
              </a:ext>
            </a:extLst>
          </p:cNvPr>
          <p:cNvSpPr>
            <a:spLocks/>
          </p:cNvSpPr>
          <p:nvPr/>
        </p:nvSpPr>
        <p:spPr>
          <a:xfrm>
            <a:off x="3013578" y="38571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09" name="data_6463">
            <a:extLst>
              <a:ext uri="{FF2B5EF4-FFF2-40B4-BE49-F238E27FC236}">
                <a16:creationId xmlns:a16="http://schemas.microsoft.com/office/drawing/2014/main" id="{E9735F7D-8391-4905-AF35-61AE0BA8FB30}"/>
              </a:ext>
            </a:extLst>
          </p:cNvPr>
          <p:cNvSpPr>
            <a:spLocks/>
          </p:cNvSpPr>
          <p:nvPr/>
        </p:nvSpPr>
        <p:spPr>
          <a:xfrm>
            <a:off x="293638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0" name="data_6464">
            <a:extLst>
              <a:ext uri="{FF2B5EF4-FFF2-40B4-BE49-F238E27FC236}">
                <a16:creationId xmlns:a16="http://schemas.microsoft.com/office/drawing/2014/main" id="{35EC1B9D-A7F9-41EB-8129-8C31CBD0689E}"/>
              </a:ext>
            </a:extLst>
          </p:cNvPr>
          <p:cNvSpPr>
            <a:spLocks/>
          </p:cNvSpPr>
          <p:nvPr/>
        </p:nvSpPr>
        <p:spPr>
          <a:xfrm>
            <a:off x="3081051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1" name="data_6465">
            <a:extLst>
              <a:ext uri="{FF2B5EF4-FFF2-40B4-BE49-F238E27FC236}">
                <a16:creationId xmlns:a16="http://schemas.microsoft.com/office/drawing/2014/main" id="{DC5E4A4C-191B-49DD-9BDA-AD4E0B0ACB63}"/>
              </a:ext>
            </a:extLst>
          </p:cNvPr>
          <p:cNvSpPr>
            <a:spLocks/>
          </p:cNvSpPr>
          <p:nvPr/>
        </p:nvSpPr>
        <p:spPr>
          <a:xfrm>
            <a:off x="291846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2" name="data_6466">
            <a:extLst>
              <a:ext uri="{FF2B5EF4-FFF2-40B4-BE49-F238E27FC236}">
                <a16:creationId xmlns:a16="http://schemas.microsoft.com/office/drawing/2014/main" id="{9D7405DE-633C-426B-B10E-9DEA07D3B48F}"/>
              </a:ext>
            </a:extLst>
          </p:cNvPr>
          <p:cNvSpPr>
            <a:spLocks/>
          </p:cNvSpPr>
          <p:nvPr/>
        </p:nvSpPr>
        <p:spPr>
          <a:xfrm>
            <a:off x="2833281" y="3910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3" name="data_6467">
            <a:extLst>
              <a:ext uri="{FF2B5EF4-FFF2-40B4-BE49-F238E27FC236}">
                <a16:creationId xmlns:a16="http://schemas.microsoft.com/office/drawing/2014/main" id="{F43FB147-EB1C-4DCA-8224-21C478B801A2}"/>
              </a:ext>
            </a:extLst>
          </p:cNvPr>
          <p:cNvSpPr>
            <a:spLocks/>
          </p:cNvSpPr>
          <p:nvPr/>
        </p:nvSpPr>
        <p:spPr>
          <a:xfrm>
            <a:off x="279483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4" name="data_6468">
            <a:extLst>
              <a:ext uri="{FF2B5EF4-FFF2-40B4-BE49-F238E27FC236}">
                <a16:creationId xmlns:a16="http://schemas.microsoft.com/office/drawing/2014/main" id="{1D133C50-3E16-4A39-9160-8CD3994DF84F}"/>
              </a:ext>
            </a:extLst>
          </p:cNvPr>
          <p:cNvSpPr>
            <a:spLocks/>
          </p:cNvSpPr>
          <p:nvPr/>
        </p:nvSpPr>
        <p:spPr>
          <a:xfrm>
            <a:off x="2838021" y="4950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5" name="data_6469">
            <a:extLst>
              <a:ext uri="{FF2B5EF4-FFF2-40B4-BE49-F238E27FC236}">
                <a16:creationId xmlns:a16="http://schemas.microsoft.com/office/drawing/2014/main" id="{3F17238A-1CDE-40A5-B733-F9052F20F2D3}"/>
              </a:ext>
            </a:extLst>
          </p:cNvPr>
          <p:cNvSpPr>
            <a:spLocks/>
          </p:cNvSpPr>
          <p:nvPr/>
        </p:nvSpPr>
        <p:spPr>
          <a:xfrm>
            <a:off x="289590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6" name="data_6470">
            <a:extLst>
              <a:ext uri="{FF2B5EF4-FFF2-40B4-BE49-F238E27FC236}">
                <a16:creationId xmlns:a16="http://schemas.microsoft.com/office/drawing/2014/main" id="{E6915259-8E48-472F-9FBC-9AA006935D3F}"/>
              </a:ext>
            </a:extLst>
          </p:cNvPr>
          <p:cNvSpPr>
            <a:spLocks/>
          </p:cNvSpPr>
          <p:nvPr/>
        </p:nvSpPr>
        <p:spPr>
          <a:xfrm>
            <a:off x="2913277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7" name="data_6471">
            <a:extLst>
              <a:ext uri="{FF2B5EF4-FFF2-40B4-BE49-F238E27FC236}">
                <a16:creationId xmlns:a16="http://schemas.microsoft.com/office/drawing/2014/main" id="{3968385D-57BB-4894-8F77-80A365606347}"/>
              </a:ext>
            </a:extLst>
          </p:cNvPr>
          <p:cNvSpPr>
            <a:spLocks/>
          </p:cNvSpPr>
          <p:nvPr/>
        </p:nvSpPr>
        <p:spPr>
          <a:xfrm>
            <a:off x="3088114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8" name="data_6472">
            <a:extLst>
              <a:ext uri="{FF2B5EF4-FFF2-40B4-BE49-F238E27FC236}">
                <a16:creationId xmlns:a16="http://schemas.microsoft.com/office/drawing/2014/main" id="{FCCA6980-6F11-419B-82D8-9F70776C04F4}"/>
              </a:ext>
            </a:extLst>
          </p:cNvPr>
          <p:cNvSpPr>
            <a:spLocks/>
          </p:cNvSpPr>
          <p:nvPr/>
        </p:nvSpPr>
        <p:spPr>
          <a:xfrm>
            <a:off x="3121759" y="484083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19" name="data_6473">
            <a:extLst>
              <a:ext uri="{FF2B5EF4-FFF2-40B4-BE49-F238E27FC236}">
                <a16:creationId xmlns:a16="http://schemas.microsoft.com/office/drawing/2014/main" id="{6898F798-8BB5-48D2-B55D-D80D2ED4CBDC}"/>
              </a:ext>
            </a:extLst>
          </p:cNvPr>
          <p:cNvSpPr>
            <a:spLocks/>
          </p:cNvSpPr>
          <p:nvPr/>
        </p:nvSpPr>
        <p:spPr>
          <a:xfrm>
            <a:off x="2781262" y="47602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0" name="data_6474">
            <a:extLst>
              <a:ext uri="{FF2B5EF4-FFF2-40B4-BE49-F238E27FC236}">
                <a16:creationId xmlns:a16="http://schemas.microsoft.com/office/drawing/2014/main" id="{E2461321-C59C-4353-AE0C-2FDD9A4E7FCA}"/>
              </a:ext>
            </a:extLst>
          </p:cNvPr>
          <p:cNvSpPr>
            <a:spLocks/>
          </p:cNvSpPr>
          <p:nvPr/>
        </p:nvSpPr>
        <p:spPr>
          <a:xfrm>
            <a:off x="2718761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1" name="data_6475">
            <a:extLst>
              <a:ext uri="{FF2B5EF4-FFF2-40B4-BE49-F238E27FC236}">
                <a16:creationId xmlns:a16="http://schemas.microsoft.com/office/drawing/2014/main" id="{1B57FD5F-086F-4EE3-AD37-26A24833C7D7}"/>
              </a:ext>
            </a:extLst>
          </p:cNvPr>
          <p:cNvSpPr>
            <a:spLocks/>
          </p:cNvSpPr>
          <p:nvPr/>
        </p:nvSpPr>
        <p:spPr>
          <a:xfrm>
            <a:off x="308309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2" name="data_6476">
            <a:extLst>
              <a:ext uri="{FF2B5EF4-FFF2-40B4-BE49-F238E27FC236}">
                <a16:creationId xmlns:a16="http://schemas.microsoft.com/office/drawing/2014/main" id="{4AD24869-E629-4D9B-B732-BE74B43906BE}"/>
              </a:ext>
            </a:extLst>
          </p:cNvPr>
          <p:cNvSpPr>
            <a:spLocks/>
          </p:cNvSpPr>
          <p:nvPr/>
        </p:nvSpPr>
        <p:spPr>
          <a:xfrm>
            <a:off x="2651185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3" name="data_6477">
            <a:extLst>
              <a:ext uri="{FF2B5EF4-FFF2-40B4-BE49-F238E27FC236}">
                <a16:creationId xmlns:a16="http://schemas.microsoft.com/office/drawing/2014/main" id="{ECD4C989-2046-4E2D-B8ED-F370C5602694}"/>
              </a:ext>
            </a:extLst>
          </p:cNvPr>
          <p:cNvSpPr>
            <a:spLocks/>
          </p:cNvSpPr>
          <p:nvPr/>
        </p:nvSpPr>
        <p:spPr>
          <a:xfrm>
            <a:off x="2944938" y="539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4" name="data_6478">
            <a:extLst>
              <a:ext uri="{FF2B5EF4-FFF2-40B4-BE49-F238E27FC236}">
                <a16:creationId xmlns:a16="http://schemas.microsoft.com/office/drawing/2014/main" id="{A21EF1A1-D3D9-45FA-A199-5D69AB49FF0C}"/>
              </a:ext>
            </a:extLst>
          </p:cNvPr>
          <p:cNvSpPr>
            <a:spLocks/>
          </p:cNvSpPr>
          <p:nvPr/>
        </p:nvSpPr>
        <p:spPr>
          <a:xfrm>
            <a:off x="2982017" y="42968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5" name="data_6479">
            <a:extLst>
              <a:ext uri="{FF2B5EF4-FFF2-40B4-BE49-F238E27FC236}">
                <a16:creationId xmlns:a16="http://schemas.microsoft.com/office/drawing/2014/main" id="{901BA9DC-D97C-4CAF-8850-63DCDC40353D}"/>
              </a:ext>
            </a:extLst>
          </p:cNvPr>
          <p:cNvSpPr>
            <a:spLocks/>
          </p:cNvSpPr>
          <p:nvPr/>
        </p:nvSpPr>
        <p:spPr>
          <a:xfrm>
            <a:off x="3030769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6" name="data_6480">
            <a:extLst>
              <a:ext uri="{FF2B5EF4-FFF2-40B4-BE49-F238E27FC236}">
                <a16:creationId xmlns:a16="http://schemas.microsoft.com/office/drawing/2014/main" id="{A3F9E2E4-C1AF-4529-847A-206DA5857723}"/>
              </a:ext>
            </a:extLst>
          </p:cNvPr>
          <p:cNvSpPr>
            <a:spLocks/>
          </p:cNvSpPr>
          <p:nvPr/>
        </p:nvSpPr>
        <p:spPr>
          <a:xfrm>
            <a:off x="3046639" y="497496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7" name="data_6481">
            <a:extLst>
              <a:ext uri="{FF2B5EF4-FFF2-40B4-BE49-F238E27FC236}">
                <a16:creationId xmlns:a16="http://schemas.microsoft.com/office/drawing/2014/main" id="{1EBC4E14-CB62-4967-AFE5-AA7DC4E8B1CD}"/>
              </a:ext>
            </a:extLst>
          </p:cNvPr>
          <p:cNvSpPr>
            <a:spLocks/>
          </p:cNvSpPr>
          <p:nvPr/>
        </p:nvSpPr>
        <p:spPr>
          <a:xfrm>
            <a:off x="2968198" y="42629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8" name="data_6482">
            <a:extLst>
              <a:ext uri="{FF2B5EF4-FFF2-40B4-BE49-F238E27FC236}">
                <a16:creationId xmlns:a16="http://schemas.microsoft.com/office/drawing/2014/main" id="{77FC563F-90AF-4653-9754-BBC4117BF1EC}"/>
              </a:ext>
            </a:extLst>
          </p:cNvPr>
          <p:cNvSpPr>
            <a:spLocks/>
          </p:cNvSpPr>
          <p:nvPr/>
        </p:nvSpPr>
        <p:spPr>
          <a:xfrm>
            <a:off x="271403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29" name="data_6483">
            <a:extLst>
              <a:ext uri="{FF2B5EF4-FFF2-40B4-BE49-F238E27FC236}">
                <a16:creationId xmlns:a16="http://schemas.microsoft.com/office/drawing/2014/main" id="{A9B36DE0-90D4-42DD-B75C-589FAD83B912}"/>
              </a:ext>
            </a:extLst>
          </p:cNvPr>
          <p:cNvSpPr>
            <a:spLocks/>
          </p:cNvSpPr>
          <p:nvPr/>
        </p:nvSpPr>
        <p:spPr>
          <a:xfrm>
            <a:off x="2807510" y="51988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0" name="data_6484">
            <a:extLst>
              <a:ext uri="{FF2B5EF4-FFF2-40B4-BE49-F238E27FC236}">
                <a16:creationId xmlns:a16="http://schemas.microsoft.com/office/drawing/2014/main" id="{052DBD33-1AC2-4A68-92D8-5A87EB4E258A}"/>
              </a:ext>
            </a:extLst>
          </p:cNvPr>
          <p:cNvSpPr>
            <a:spLocks/>
          </p:cNvSpPr>
          <p:nvPr/>
        </p:nvSpPr>
        <p:spPr>
          <a:xfrm>
            <a:off x="264056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1" name="data_6485">
            <a:extLst>
              <a:ext uri="{FF2B5EF4-FFF2-40B4-BE49-F238E27FC236}">
                <a16:creationId xmlns:a16="http://schemas.microsoft.com/office/drawing/2014/main" id="{5AAD0F4B-EEF2-4CDE-AEBD-3A8D64805E7F}"/>
              </a:ext>
            </a:extLst>
          </p:cNvPr>
          <p:cNvSpPr>
            <a:spLocks/>
          </p:cNvSpPr>
          <p:nvPr/>
        </p:nvSpPr>
        <p:spPr>
          <a:xfrm>
            <a:off x="3146356" y="43227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2" name="data_6486">
            <a:extLst>
              <a:ext uri="{FF2B5EF4-FFF2-40B4-BE49-F238E27FC236}">
                <a16:creationId xmlns:a16="http://schemas.microsoft.com/office/drawing/2014/main" id="{AEF97077-1BA8-43B3-9DBF-BB530BC74A61}"/>
              </a:ext>
            </a:extLst>
          </p:cNvPr>
          <p:cNvSpPr>
            <a:spLocks/>
          </p:cNvSpPr>
          <p:nvPr/>
        </p:nvSpPr>
        <p:spPr>
          <a:xfrm>
            <a:off x="2812104" y="40459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3" name="data_6487">
            <a:extLst>
              <a:ext uri="{FF2B5EF4-FFF2-40B4-BE49-F238E27FC236}">
                <a16:creationId xmlns:a16="http://schemas.microsoft.com/office/drawing/2014/main" id="{D7CDE151-FD48-4330-A029-9A00863A8589}"/>
              </a:ext>
            </a:extLst>
          </p:cNvPr>
          <p:cNvSpPr>
            <a:spLocks/>
          </p:cNvSpPr>
          <p:nvPr/>
        </p:nvSpPr>
        <p:spPr>
          <a:xfrm>
            <a:off x="2982401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4" name="data_6488">
            <a:extLst>
              <a:ext uri="{FF2B5EF4-FFF2-40B4-BE49-F238E27FC236}">
                <a16:creationId xmlns:a16="http://schemas.microsoft.com/office/drawing/2014/main" id="{E54E019E-3314-464B-988A-2FEE63ED239F}"/>
              </a:ext>
            </a:extLst>
          </p:cNvPr>
          <p:cNvSpPr>
            <a:spLocks/>
          </p:cNvSpPr>
          <p:nvPr/>
        </p:nvSpPr>
        <p:spPr>
          <a:xfrm>
            <a:off x="2687130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5" name="data_6489">
            <a:extLst>
              <a:ext uri="{FF2B5EF4-FFF2-40B4-BE49-F238E27FC236}">
                <a16:creationId xmlns:a16="http://schemas.microsoft.com/office/drawing/2014/main" id="{BCB56860-322B-49D4-A63C-881138081F72}"/>
              </a:ext>
            </a:extLst>
          </p:cNvPr>
          <p:cNvSpPr>
            <a:spLocks/>
          </p:cNvSpPr>
          <p:nvPr/>
        </p:nvSpPr>
        <p:spPr>
          <a:xfrm>
            <a:off x="2726542" y="488100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6" name="data_6490">
            <a:extLst>
              <a:ext uri="{FF2B5EF4-FFF2-40B4-BE49-F238E27FC236}">
                <a16:creationId xmlns:a16="http://schemas.microsoft.com/office/drawing/2014/main" id="{C2D26A86-ECA5-44B8-B216-45D736D23887}"/>
              </a:ext>
            </a:extLst>
          </p:cNvPr>
          <p:cNvSpPr>
            <a:spLocks/>
          </p:cNvSpPr>
          <p:nvPr/>
        </p:nvSpPr>
        <p:spPr>
          <a:xfrm>
            <a:off x="310718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7" name="data_6491">
            <a:extLst>
              <a:ext uri="{FF2B5EF4-FFF2-40B4-BE49-F238E27FC236}">
                <a16:creationId xmlns:a16="http://schemas.microsoft.com/office/drawing/2014/main" id="{DD0A6ADB-075F-4872-BA43-A953BBCC165D}"/>
              </a:ext>
            </a:extLst>
          </p:cNvPr>
          <p:cNvSpPr>
            <a:spLocks/>
          </p:cNvSpPr>
          <p:nvPr/>
        </p:nvSpPr>
        <p:spPr>
          <a:xfrm>
            <a:off x="286533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8" name="data_6492">
            <a:extLst>
              <a:ext uri="{FF2B5EF4-FFF2-40B4-BE49-F238E27FC236}">
                <a16:creationId xmlns:a16="http://schemas.microsoft.com/office/drawing/2014/main" id="{D6772308-E4C3-4B06-B3F5-D2B1274B378E}"/>
              </a:ext>
            </a:extLst>
          </p:cNvPr>
          <p:cNvSpPr>
            <a:spLocks/>
          </p:cNvSpPr>
          <p:nvPr/>
        </p:nvSpPr>
        <p:spPr>
          <a:xfrm>
            <a:off x="266662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39" name="data_6493">
            <a:extLst>
              <a:ext uri="{FF2B5EF4-FFF2-40B4-BE49-F238E27FC236}">
                <a16:creationId xmlns:a16="http://schemas.microsoft.com/office/drawing/2014/main" id="{9B10CD09-7B87-4A04-89DE-3CA3F80440E6}"/>
              </a:ext>
            </a:extLst>
          </p:cNvPr>
          <p:cNvSpPr>
            <a:spLocks/>
          </p:cNvSpPr>
          <p:nvPr/>
        </p:nvSpPr>
        <p:spPr>
          <a:xfrm>
            <a:off x="281390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0" name="data_6494">
            <a:extLst>
              <a:ext uri="{FF2B5EF4-FFF2-40B4-BE49-F238E27FC236}">
                <a16:creationId xmlns:a16="http://schemas.microsoft.com/office/drawing/2014/main" id="{FBEDBE4C-5B93-44FE-9989-5D5DE16AED51}"/>
              </a:ext>
            </a:extLst>
          </p:cNvPr>
          <p:cNvSpPr>
            <a:spLocks/>
          </p:cNvSpPr>
          <p:nvPr/>
        </p:nvSpPr>
        <p:spPr>
          <a:xfrm>
            <a:off x="2707552" y="47311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1" name="data_6495">
            <a:extLst>
              <a:ext uri="{FF2B5EF4-FFF2-40B4-BE49-F238E27FC236}">
                <a16:creationId xmlns:a16="http://schemas.microsoft.com/office/drawing/2014/main" id="{13844E95-BAF1-4280-B064-319504D27E47}"/>
              </a:ext>
            </a:extLst>
          </p:cNvPr>
          <p:cNvSpPr>
            <a:spLocks/>
          </p:cNvSpPr>
          <p:nvPr/>
        </p:nvSpPr>
        <p:spPr>
          <a:xfrm>
            <a:off x="279869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2" name="data_6496">
            <a:extLst>
              <a:ext uri="{FF2B5EF4-FFF2-40B4-BE49-F238E27FC236}">
                <a16:creationId xmlns:a16="http://schemas.microsoft.com/office/drawing/2014/main" id="{299C2D46-D837-4E61-BD51-F60E9A6E881E}"/>
              </a:ext>
            </a:extLst>
          </p:cNvPr>
          <p:cNvSpPr>
            <a:spLocks/>
          </p:cNvSpPr>
          <p:nvPr/>
        </p:nvSpPr>
        <p:spPr>
          <a:xfrm>
            <a:off x="2913143" y="507169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3" name="data_6497">
            <a:extLst>
              <a:ext uri="{FF2B5EF4-FFF2-40B4-BE49-F238E27FC236}">
                <a16:creationId xmlns:a16="http://schemas.microsoft.com/office/drawing/2014/main" id="{B36CDBD1-27A1-4A6F-830F-FD1962BB8C0A}"/>
              </a:ext>
            </a:extLst>
          </p:cNvPr>
          <p:cNvSpPr>
            <a:spLocks/>
          </p:cNvSpPr>
          <p:nvPr/>
        </p:nvSpPr>
        <p:spPr>
          <a:xfrm>
            <a:off x="276509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4" name="data_6498">
            <a:extLst>
              <a:ext uri="{FF2B5EF4-FFF2-40B4-BE49-F238E27FC236}">
                <a16:creationId xmlns:a16="http://schemas.microsoft.com/office/drawing/2014/main" id="{4971714C-FC00-4C94-960F-6FDA20E4BA7C}"/>
              </a:ext>
            </a:extLst>
          </p:cNvPr>
          <p:cNvSpPr>
            <a:spLocks/>
          </p:cNvSpPr>
          <p:nvPr/>
        </p:nvSpPr>
        <p:spPr>
          <a:xfrm>
            <a:off x="30007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5" name="data_6499">
            <a:extLst>
              <a:ext uri="{FF2B5EF4-FFF2-40B4-BE49-F238E27FC236}">
                <a16:creationId xmlns:a16="http://schemas.microsoft.com/office/drawing/2014/main" id="{CC92931C-12FE-4699-8FAA-2197D093969B}"/>
              </a:ext>
            </a:extLst>
          </p:cNvPr>
          <p:cNvSpPr>
            <a:spLocks/>
          </p:cNvSpPr>
          <p:nvPr/>
        </p:nvSpPr>
        <p:spPr>
          <a:xfrm>
            <a:off x="2946767" y="46653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6" name="data_6500">
            <a:extLst>
              <a:ext uri="{FF2B5EF4-FFF2-40B4-BE49-F238E27FC236}">
                <a16:creationId xmlns:a16="http://schemas.microsoft.com/office/drawing/2014/main" id="{F4AA9143-3157-444A-9798-7A02CE90E3B9}"/>
              </a:ext>
            </a:extLst>
          </p:cNvPr>
          <p:cNvSpPr>
            <a:spLocks/>
          </p:cNvSpPr>
          <p:nvPr/>
        </p:nvSpPr>
        <p:spPr>
          <a:xfrm>
            <a:off x="288130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7" name="data_6501">
            <a:extLst>
              <a:ext uri="{FF2B5EF4-FFF2-40B4-BE49-F238E27FC236}">
                <a16:creationId xmlns:a16="http://schemas.microsoft.com/office/drawing/2014/main" id="{2C9CDB93-B7B3-45B5-BE03-C4E94448EDC6}"/>
              </a:ext>
            </a:extLst>
          </p:cNvPr>
          <p:cNvSpPr>
            <a:spLocks/>
          </p:cNvSpPr>
          <p:nvPr/>
        </p:nvSpPr>
        <p:spPr>
          <a:xfrm>
            <a:off x="300846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8" name="data_6502">
            <a:extLst>
              <a:ext uri="{FF2B5EF4-FFF2-40B4-BE49-F238E27FC236}">
                <a16:creationId xmlns:a16="http://schemas.microsoft.com/office/drawing/2014/main" id="{12A07E70-6A04-43B0-8127-25E2871D224D}"/>
              </a:ext>
            </a:extLst>
          </p:cNvPr>
          <p:cNvSpPr>
            <a:spLocks/>
          </p:cNvSpPr>
          <p:nvPr/>
        </p:nvSpPr>
        <p:spPr>
          <a:xfrm>
            <a:off x="296576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49" name="data_6503">
            <a:extLst>
              <a:ext uri="{FF2B5EF4-FFF2-40B4-BE49-F238E27FC236}">
                <a16:creationId xmlns:a16="http://schemas.microsoft.com/office/drawing/2014/main" id="{8C34B578-EEE7-414C-822F-7FF957594852}"/>
              </a:ext>
            </a:extLst>
          </p:cNvPr>
          <p:cNvSpPr>
            <a:spLocks/>
          </p:cNvSpPr>
          <p:nvPr/>
        </p:nvSpPr>
        <p:spPr>
          <a:xfrm>
            <a:off x="2750077" y="53926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0" name="data_6504">
            <a:extLst>
              <a:ext uri="{FF2B5EF4-FFF2-40B4-BE49-F238E27FC236}">
                <a16:creationId xmlns:a16="http://schemas.microsoft.com/office/drawing/2014/main" id="{C723B47E-E1A6-431F-8A57-E82EAA3A237A}"/>
              </a:ext>
            </a:extLst>
          </p:cNvPr>
          <p:cNvSpPr>
            <a:spLocks/>
          </p:cNvSpPr>
          <p:nvPr/>
        </p:nvSpPr>
        <p:spPr>
          <a:xfrm>
            <a:off x="2980482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1" name="data_6505">
            <a:extLst>
              <a:ext uri="{FF2B5EF4-FFF2-40B4-BE49-F238E27FC236}">
                <a16:creationId xmlns:a16="http://schemas.microsoft.com/office/drawing/2014/main" id="{35AD4B81-BA6E-4CDB-8A93-6D9A9D7C1F32}"/>
              </a:ext>
            </a:extLst>
          </p:cNvPr>
          <p:cNvSpPr>
            <a:spLocks/>
          </p:cNvSpPr>
          <p:nvPr/>
        </p:nvSpPr>
        <p:spPr>
          <a:xfrm>
            <a:off x="280637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2" name="data_6506">
            <a:extLst>
              <a:ext uri="{FF2B5EF4-FFF2-40B4-BE49-F238E27FC236}">
                <a16:creationId xmlns:a16="http://schemas.microsoft.com/office/drawing/2014/main" id="{E79EB1F8-139D-4935-BBA6-58AAFEE0F3F1}"/>
              </a:ext>
            </a:extLst>
          </p:cNvPr>
          <p:cNvSpPr>
            <a:spLocks/>
          </p:cNvSpPr>
          <p:nvPr/>
        </p:nvSpPr>
        <p:spPr>
          <a:xfrm>
            <a:off x="300994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3" name="data_6507">
            <a:extLst>
              <a:ext uri="{FF2B5EF4-FFF2-40B4-BE49-F238E27FC236}">
                <a16:creationId xmlns:a16="http://schemas.microsoft.com/office/drawing/2014/main" id="{8AC56A63-7CE4-4AB2-B8E7-6FE456C4CBE3}"/>
              </a:ext>
            </a:extLst>
          </p:cNvPr>
          <p:cNvSpPr>
            <a:spLocks/>
          </p:cNvSpPr>
          <p:nvPr/>
        </p:nvSpPr>
        <p:spPr>
          <a:xfrm>
            <a:off x="2934859" y="51530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4" name="data_6508">
            <a:extLst>
              <a:ext uri="{FF2B5EF4-FFF2-40B4-BE49-F238E27FC236}">
                <a16:creationId xmlns:a16="http://schemas.microsoft.com/office/drawing/2014/main" id="{847016A1-34EB-466F-87F1-B1AF5FAFF3D6}"/>
              </a:ext>
            </a:extLst>
          </p:cNvPr>
          <p:cNvSpPr>
            <a:spLocks/>
          </p:cNvSpPr>
          <p:nvPr/>
        </p:nvSpPr>
        <p:spPr>
          <a:xfrm>
            <a:off x="267592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5" name="data_6509">
            <a:extLst>
              <a:ext uri="{FF2B5EF4-FFF2-40B4-BE49-F238E27FC236}">
                <a16:creationId xmlns:a16="http://schemas.microsoft.com/office/drawing/2014/main" id="{44EC22F2-00E1-493C-91D5-27452671EE52}"/>
              </a:ext>
            </a:extLst>
          </p:cNvPr>
          <p:cNvSpPr>
            <a:spLocks/>
          </p:cNvSpPr>
          <p:nvPr/>
        </p:nvSpPr>
        <p:spPr>
          <a:xfrm>
            <a:off x="3007731" y="466535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6" name="data_6510">
            <a:extLst>
              <a:ext uri="{FF2B5EF4-FFF2-40B4-BE49-F238E27FC236}">
                <a16:creationId xmlns:a16="http://schemas.microsoft.com/office/drawing/2014/main" id="{2DC592D2-85F7-453E-AA3E-DAE2A43BF233}"/>
              </a:ext>
            </a:extLst>
          </p:cNvPr>
          <p:cNvSpPr>
            <a:spLocks/>
          </p:cNvSpPr>
          <p:nvPr/>
        </p:nvSpPr>
        <p:spPr>
          <a:xfrm>
            <a:off x="3048002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7" name="data_6511">
            <a:extLst>
              <a:ext uri="{FF2B5EF4-FFF2-40B4-BE49-F238E27FC236}">
                <a16:creationId xmlns:a16="http://schemas.microsoft.com/office/drawing/2014/main" id="{5A31E1C8-7022-4F0D-A15D-94058D222792}"/>
              </a:ext>
            </a:extLst>
          </p:cNvPr>
          <p:cNvSpPr>
            <a:spLocks/>
          </p:cNvSpPr>
          <p:nvPr/>
        </p:nvSpPr>
        <p:spPr>
          <a:xfrm>
            <a:off x="298831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8" name="data_6512">
            <a:extLst>
              <a:ext uri="{FF2B5EF4-FFF2-40B4-BE49-F238E27FC236}">
                <a16:creationId xmlns:a16="http://schemas.microsoft.com/office/drawing/2014/main" id="{C1E44E0A-EEA5-4F1A-B305-C4A53C02A6E7}"/>
              </a:ext>
            </a:extLst>
          </p:cNvPr>
          <p:cNvSpPr>
            <a:spLocks/>
          </p:cNvSpPr>
          <p:nvPr/>
        </p:nvSpPr>
        <p:spPr>
          <a:xfrm>
            <a:off x="2889479" y="4724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59" name="data_6513">
            <a:extLst>
              <a:ext uri="{FF2B5EF4-FFF2-40B4-BE49-F238E27FC236}">
                <a16:creationId xmlns:a16="http://schemas.microsoft.com/office/drawing/2014/main" id="{F9088E07-1B85-44C9-82E8-C53290FC9403}"/>
              </a:ext>
            </a:extLst>
          </p:cNvPr>
          <p:cNvSpPr>
            <a:spLocks/>
          </p:cNvSpPr>
          <p:nvPr/>
        </p:nvSpPr>
        <p:spPr>
          <a:xfrm>
            <a:off x="2772652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0" name="data_6514">
            <a:extLst>
              <a:ext uri="{FF2B5EF4-FFF2-40B4-BE49-F238E27FC236}">
                <a16:creationId xmlns:a16="http://schemas.microsoft.com/office/drawing/2014/main" id="{13E333E5-BF9F-47AD-AC82-9DA12B553784}"/>
              </a:ext>
            </a:extLst>
          </p:cNvPr>
          <p:cNvSpPr>
            <a:spLocks/>
          </p:cNvSpPr>
          <p:nvPr/>
        </p:nvSpPr>
        <p:spPr>
          <a:xfrm>
            <a:off x="2669095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1" name="data_6515">
            <a:extLst>
              <a:ext uri="{FF2B5EF4-FFF2-40B4-BE49-F238E27FC236}">
                <a16:creationId xmlns:a16="http://schemas.microsoft.com/office/drawing/2014/main" id="{74E28CDF-4DF5-4A90-9BCB-C0C230C09C05}"/>
              </a:ext>
            </a:extLst>
          </p:cNvPr>
          <p:cNvSpPr>
            <a:spLocks/>
          </p:cNvSpPr>
          <p:nvPr/>
        </p:nvSpPr>
        <p:spPr>
          <a:xfrm>
            <a:off x="3027684" y="528551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2" name="data_6516">
            <a:extLst>
              <a:ext uri="{FF2B5EF4-FFF2-40B4-BE49-F238E27FC236}">
                <a16:creationId xmlns:a16="http://schemas.microsoft.com/office/drawing/2014/main" id="{E8992D56-1A20-46D1-BA0E-1080215C5573}"/>
              </a:ext>
            </a:extLst>
          </p:cNvPr>
          <p:cNvSpPr>
            <a:spLocks/>
          </p:cNvSpPr>
          <p:nvPr/>
        </p:nvSpPr>
        <p:spPr>
          <a:xfrm>
            <a:off x="308353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3" name="data_6517">
            <a:extLst>
              <a:ext uri="{FF2B5EF4-FFF2-40B4-BE49-F238E27FC236}">
                <a16:creationId xmlns:a16="http://schemas.microsoft.com/office/drawing/2014/main" id="{895AF8DD-92A7-40A3-BD02-B964BCB587CE}"/>
              </a:ext>
            </a:extLst>
          </p:cNvPr>
          <p:cNvSpPr>
            <a:spLocks/>
          </p:cNvSpPr>
          <p:nvPr/>
        </p:nvSpPr>
        <p:spPr>
          <a:xfrm>
            <a:off x="3019607" y="50259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4" name="data_6518">
            <a:extLst>
              <a:ext uri="{FF2B5EF4-FFF2-40B4-BE49-F238E27FC236}">
                <a16:creationId xmlns:a16="http://schemas.microsoft.com/office/drawing/2014/main" id="{23179581-37E3-4F82-AE4C-5B106542BD67}"/>
              </a:ext>
            </a:extLst>
          </p:cNvPr>
          <p:cNvSpPr>
            <a:spLocks/>
          </p:cNvSpPr>
          <p:nvPr/>
        </p:nvSpPr>
        <p:spPr>
          <a:xfrm>
            <a:off x="2774376" y="53733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5" name="data_6519">
            <a:extLst>
              <a:ext uri="{FF2B5EF4-FFF2-40B4-BE49-F238E27FC236}">
                <a16:creationId xmlns:a16="http://schemas.microsoft.com/office/drawing/2014/main" id="{B1097AD0-01FE-4245-89EE-15E9384DCCE3}"/>
              </a:ext>
            </a:extLst>
          </p:cNvPr>
          <p:cNvSpPr>
            <a:spLocks/>
          </p:cNvSpPr>
          <p:nvPr/>
        </p:nvSpPr>
        <p:spPr>
          <a:xfrm>
            <a:off x="2948317" y="448714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6" name="data_6520">
            <a:extLst>
              <a:ext uri="{FF2B5EF4-FFF2-40B4-BE49-F238E27FC236}">
                <a16:creationId xmlns:a16="http://schemas.microsoft.com/office/drawing/2014/main" id="{06CA054F-AC6E-45B4-B880-8E947D8A40B9}"/>
              </a:ext>
            </a:extLst>
          </p:cNvPr>
          <p:cNvSpPr>
            <a:spLocks/>
          </p:cNvSpPr>
          <p:nvPr/>
        </p:nvSpPr>
        <p:spPr>
          <a:xfrm>
            <a:off x="270317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7" name="data_6521">
            <a:extLst>
              <a:ext uri="{FF2B5EF4-FFF2-40B4-BE49-F238E27FC236}">
                <a16:creationId xmlns:a16="http://schemas.microsoft.com/office/drawing/2014/main" id="{6D6DC43C-ADC4-4131-AEFD-82A42DB9B9A1}"/>
              </a:ext>
            </a:extLst>
          </p:cNvPr>
          <p:cNvSpPr>
            <a:spLocks/>
          </p:cNvSpPr>
          <p:nvPr/>
        </p:nvSpPr>
        <p:spPr>
          <a:xfrm>
            <a:off x="2954314" y="440017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8" name="data_6522">
            <a:extLst>
              <a:ext uri="{FF2B5EF4-FFF2-40B4-BE49-F238E27FC236}">
                <a16:creationId xmlns:a16="http://schemas.microsoft.com/office/drawing/2014/main" id="{8FC4CC4E-0061-46C7-B8C9-944AA55EA272}"/>
              </a:ext>
            </a:extLst>
          </p:cNvPr>
          <p:cNvSpPr>
            <a:spLocks/>
          </p:cNvSpPr>
          <p:nvPr/>
        </p:nvSpPr>
        <p:spPr>
          <a:xfrm>
            <a:off x="29717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69" name="data_6523">
            <a:extLst>
              <a:ext uri="{FF2B5EF4-FFF2-40B4-BE49-F238E27FC236}">
                <a16:creationId xmlns:a16="http://schemas.microsoft.com/office/drawing/2014/main" id="{39876D55-15D8-40E4-AA6A-A3C00D79E9FF}"/>
              </a:ext>
            </a:extLst>
          </p:cNvPr>
          <p:cNvSpPr>
            <a:spLocks/>
          </p:cNvSpPr>
          <p:nvPr/>
        </p:nvSpPr>
        <p:spPr>
          <a:xfrm>
            <a:off x="2860595" y="431721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0" name="data_6524">
            <a:extLst>
              <a:ext uri="{FF2B5EF4-FFF2-40B4-BE49-F238E27FC236}">
                <a16:creationId xmlns:a16="http://schemas.microsoft.com/office/drawing/2014/main" id="{47318C87-7C59-4A91-94AE-CCA024E67932}"/>
              </a:ext>
            </a:extLst>
          </p:cNvPr>
          <p:cNvSpPr>
            <a:spLocks/>
          </p:cNvSpPr>
          <p:nvPr/>
        </p:nvSpPr>
        <p:spPr>
          <a:xfrm>
            <a:off x="297213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1" name="data_6525">
            <a:extLst>
              <a:ext uri="{FF2B5EF4-FFF2-40B4-BE49-F238E27FC236}">
                <a16:creationId xmlns:a16="http://schemas.microsoft.com/office/drawing/2014/main" id="{647D4CCA-46B8-4630-BD48-E482EC382D83}"/>
              </a:ext>
            </a:extLst>
          </p:cNvPr>
          <p:cNvSpPr>
            <a:spLocks/>
          </p:cNvSpPr>
          <p:nvPr/>
        </p:nvSpPr>
        <p:spPr>
          <a:xfrm>
            <a:off x="3039720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2" name="data_6526">
            <a:extLst>
              <a:ext uri="{FF2B5EF4-FFF2-40B4-BE49-F238E27FC236}">
                <a16:creationId xmlns:a16="http://schemas.microsoft.com/office/drawing/2014/main" id="{3B1FC39C-41B4-405B-A2AA-4C8265CCF384}"/>
              </a:ext>
            </a:extLst>
          </p:cNvPr>
          <p:cNvSpPr>
            <a:spLocks/>
          </p:cNvSpPr>
          <p:nvPr/>
        </p:nvSpPr>
        <p:spPr>
          <a:xfrm>
            <a:off x="3080912" y="487768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3" name="data_6527">
            <a:extLst>
              <a:ext uri="{FF2B5EF4-FFF2-40B4-BE49-F238E27FC236}">
                <a16:creationId xmlns:a16="http://schemas.microsoft.com/office/drawing/2014/main" id="{2345A46B-578B-4A8C-B954-A7F17D72F93E}"/>
              </a:ext>
            </a:extLst>
          </p:cNvPr>
          <p:cNvSpPr>
            <a:spLocks/>
          </p:cNvSpPr>
          <p:nvPr/>
        </p:nvSpPr>
        <p:spPr>
          <a:xfrm>
            <a:off x="3146071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4" name="data_6528">
            <a:extLst>
              <a:ext uri="{FF2B5EF4-FFF2-40B4-BE49-F238E27FC236}">
                <a16:creationId xmlns:a16="http://schemas.microsoft.com/office/drawing/2014/main" id="{48144464-1CC1-46E5-8FD8-885D63A7166D}"/>
              </a:ext>
            </a:extLst>
          </p:cNvPr>
          <p:cNvSpPr>
            <a:spLocks/>
          </p:cNvSpPr>
          <p:nvPr/>
        </p:nvSpPr>
        <p:spPr>
          <a:xfrm>
            <a:off x="2671090" y="43002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5" name="data_6529">
            <a:extLst>
              <a:ext uri="{FF2B5EF4-FFF2-40B4-BE49-F238E27FC236}">
                <a16:creationId xmlns:a16="http://schemas.microsoft.com/office/drawing/2014/main" id="{5F59E5EC-7E04-4142-81E3-1A2082E09DB7}"/>
              </a:ext>
            </a:extLst>
          </p:cNvPr>
          <p:cNvSpPr>
            <a:spLocks/>
          </p:cNvSpPr>
          <p:nvPr/>
        </p:nvSpPr>
        <p:spPr>
          <a:xfrm>
            <a:off x="2948827" y="4724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6" name="data_6530">
            <a:extLst>
              <a:ext uri="{FF2B5EF4-FFF2-40B4-BE49-F238E27FC236}">
                <a16:creationId xmlns:a16="http://schemas.microsoft.com/office/drawing/2014/main" id="{589761AA-09B6-4C8E-B6F1-74C99C679151}"/>
              </a:ext>
            </a:extLst>
          </p:cNvPr>
          <p:cNvSpPr>
            <a:spLocks/>
          </p:cNvSpPr>
          <p:nvPr/>
        </p:nvSpPr>
        <p:spPr>
          <a:xfrm>
            <a:off x="2816749" y="51988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7" name="data_6531">
            <a:extLst>
              <a:ext uri="{FF2B5EF4-FFF2-40B4-BE49-F238E27FC236}">
                <a16:creationId xmlns:a16="http://schemas.microsoft.com/office/drawing/2014/main" id="{FF93C1E6-0B76-4477-AB2B-1A3B10C4F007}"/>
              </a:ext>
            </a:extLst>
          </p:cNvPr>
          <p:cNvSpPr>
            <a:spLocks/>
          </p:cNvSpPr>
          <p:nvPr/>
        </p:nvSpPr>
        <p:spPr>
          <a:xfrm>
            <a:off x="2948783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8" name="data_6532">
            <a:extLst>
              <a:ext uri="{FF2B5EF4-FFF2-40B4-BE49-F238E27FC236}">
                <a16:creationId xmlns:a16="http://schemas.microsoft.com/office/drawing/2014/main" id="{34551516-6280-48F6-B525-128FBF9192A1}"/>
              </a:ext>
            </a:extLst>
          </p:cNvPr>
          <p:cNvSpPr>
            <a:spLocks/>
          </p:cNvSpPr>
          <p:nvPr/>
        </p:nvSpPr>
        <p:spPr>
          <a:xfrm>
            <a:off x="3068484" y="50225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79" name="data_6533">
            <a:extLst>
              <a:ext uri="{FF2B5EF4-FFF2-40B4-BE49-F238E27FC236}">
                <a16:creationId xmlns:a16="http://schemas.microsoft.com/office/drawing/2014/main" id="{7EBA4470-2685-4AB3-BCCB-9609AAA0E672}"/>
              </a:ext>
            </a:extLst>
          </p:cNvPr>
          <p:cNvSpPr>
            <a:spLocks/>
          </p:cNvSpPr>
          <p:nvPr/>
        </p:nvSpPr>
        <p:spPr>
          <a:xfrm>
            <a:off x="307716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0" name="data_6534">
            <a:extLst>
              <a:ext uri="{FF2B5EF4-FFF2-40B4-BE49-F238E27FC236}">
                <a16:creationId xmlns:a16="http://schemas.microsoft.com/office/drawing/2014/main" id="{533BEBD4-9C45-453F-9697-6A1B0FEE5987}"/>
              </a:ext>
            </a:extLst>
          </p:cNvPr>
          <p:cNvSpPr>
            <a:spLocks/>
          </p:cNvSpPr>
          <p:nvPr/>
        </p:nvSpPr>
        <p:spPr>
          <a:xfrm>
            <a:off x="269730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1" name="data_6535">
            <a:extLst>
              <a:ext uri="{FF2B5EF4-FFF2-40B4-BE49-F238E27FC236}">
                <a16:creationId xmlns:a16="http://schemas.microsoft.com/office/drawing/2014/main" id="{3CFD3C80-303F-40EA-BAC4-905D19E20E66}"/>
              </a:ext>
            </a:extLst>
          </p:cNvPr>
          <p:cNvSpPr>
            <a:spLocks/>
          </p:cNvSpPr>
          <p:nvPr/>
        </p:nvSpPr>
        <p:spPr>
          <a:xfrm>
            <a:off x="2719013" y="449806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2" name="data_6536">
            <a:extLst>
              <a:ext uri="{FF2B5EF4-FFF2-40B4-BE49-F238E27FC236}">
                <a16:creationId xmlns:a16="http://schemas.microsoft.com/office/drawing/2014/main" id="{AA6CA51E-6639-489F-B61A-D078C4BFA6F4}"/>
              </a:ext>
            </a:extLst>
          </p:cNvPr>
          <p:cNvSpPr>
            <a:spLocks/>
          </p:cNvSpPr>
          <p:nvPr/>
        </p:nvSpPr>
        <p:spPr>
          <a:xfrm>
            <a:off x="271893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3" name="data_6537">
            <a:extLst>
              <a:ext uri="{FF2B5EF4-FFF2-40B4-BE49-F238E27FC236}">
                <a16:creationId xmlns:a16="http://schemas.microsoft.com/office/drawing/2014/main" id="{BC670818-4B4C-4D92-A1DD-E41554FB5949}"/>
              </a:ext>
            </a:extLst>
          </p:cNvPr>
          <p:cNvSpPr>
            <a:spLocks/>
          </p:cNvSpPr>
          <p:nvPr/>
        </p:nvSpPr>
        <p:spPr>
          <a:xfrm>
            <a:off x="2991577" y="40459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4" name="data_6538">
            <a:extLst>
              <a:ext uri="{FF2B5EF4-FFF2-40B4-BE49-F238E27FC236}">
                <a16:creationId xmlns:a16="http://schemas.microsoft.com/office/drawing/2014/main" id="{70569670-774D-4B27-AB94-B213C7229EA8}"/>
              </a:ext>
            </a:extLst>
          </p:cNvPr>
          <p:cNvSpPr>
            <a:spLocks/>
          </p:cNvSpPr>
          <p:nvPr/>
        </p:nvSpPr>
        <p:spPr>
          <a:xfrm>
            <a:off x="2692391" y="498792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5" name="data_6539">
            <a:extLst>
              <a:ext uri="{FF2B5EF4-FFF2-40B4-BE49-F238E27FC236}">
                <a16:creationId xmlns:a16="http://schemas.microsoft.com/office/drawing/2014/main" id="{012B1ECE-DD24-4615-A219-CCC08A46D557}"/>
              </a:ext>
            </a:extLst>
          </p:cNvPr>
          <p:cNvSpPr>
            <a:spLocks/>
          </p:cNvSpPr>
          <p:nvPr/>
        </p:nvSpPr>
        <p:spPr>
          <a:xfrm>
            <a:off x="2997435" y="470609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6" name="data_6540">
            <a:extLst>
              <a:ext uri="{FF2B5EF4-FFF2-40B4-BE49-F238E27FC236}">
                <a16:creationId xmlns:a16="http://schemas.microsoft.com/office/drawing/2014/main" id="{6BFB4BC7-09D5-4BAA-946E-3C5689BFF521}"/>
              </a:ext>
            </a:extLst>
          </p:cNvPr>
          <p:cNvSpPr>
            <a:spLocks/>
          </p:cNvSpPr>
          <p:nvPr/>
        </p:nvSpPr>
        <p:spPr>
          <a:xfrm>
            <a:off x="287154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7" name="data_6541">
            <a:extLst>
              <a:ext uri="{FF2B5EF4-FFF2-40B4-BE49-F238E27FC236}">
                <a16:creationId xmlns:a16="http://schemas.microsoft.com/office/drawing/2014/main" id="{BE8B29CE-9FEC-4A32-9572-806F2D979723}"/>
              </a:ext>
            </a:extLst>
          </p:cNvPr>
          <p:cNvSpPr>
            <a:spLocks/>
          </p:cNvSpPr>
          <p:nvPr/>
        </p:nvSpPr>
        <p:spPr>
          <a:xfrm>
            <a:off x="2827465" y="47617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8" name="data_6542">
            <a:extLst>
              <a:ext uri="{FF2B5EF4-FFF2-40B4-BE49-F238E27FC236}">
                <a16:creationId xmlns:a16="http://schemas.microsoft.com/office/drawing/2014/main" id="{DA455535-6FDB-4FA9-B50B-A766452ABB39}"/>
              </a:ext>
            </a:extLst>
          </p:cNvPr>
          <p:cNvSpPr>
            <a:spLocks/>
          </p:cNvSpPr>
          <p:nvPr/>
        </p:nvSpPr>
        <p:spPr>
          <a:xfrm>
            <a:off x="2714002" y="50767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89" name="data_6543">
            <a:extLst>
              <a:ext uri="{FF2B5EF4-FFF2-40B4-BE49-F238E27FC236}">
                <a16:creationId xmlns:a16="http://schemas.microsoft.com/office/drawing/2014/main" id="{63D7B2ED-FBD8-4F02-980D-531FC78ED8A2}"/>
              </a:ext>
            </a:extLst>
          </p:cNvPr>
          <p:cNvSpPr>
            <a:spLocks/>
          </p:cNvSpPr>
          <p:nvPr/>
        </p:nvSpPr>
        <p:spPr>
          <a:xfrm>
            <a:off x="287478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0" name="data_6544">
            <a:extLst>
              <a:ext uri="{FF2B5EF4-FFF2-40B4-BE49-F238E27FC236}">
                <a16:creationId xmlns:a16="http://schemas.microsoft.com/office/drawing/2014/main" id="{C37F1B93-E282-47C9-98AA-5BE074DCEDE6}"/>
              </a:ext>
            </a:extLst>
          </p:cNvPr>
          <p:cNvSpPr>
            <a:spLocks/>
          </p:cNvSpPr>
          <p:nvPr/>
        </p:nvSpPr>
        <p:spPr>
          <a:xfrm>
            <a:off x="2786452" y="521830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1" name="data_6545">
            <a:extLst>
              <a:ext uri="{FF2B5EF4-FFF2-40B4-BE49-F238E27FC236}">
                <a16:creationId xmlns:a16="http://schemas.microsoft.com/office/drawing/2014/main" id="{D2815325-B7D5-4EFE-82C5-56BDDC634042}"/>
              </a:ext>
            </a:extLst>
          </p:cNvPr>
          <p:cNvSpPr>
            <a:spLocks/>
          </p:cNvSpPr>
          <p:nvPr/>
        </p:nvSpPr>
        <p:spPr>
          <a:xfrm>
            <a:off x="3110406" y="52666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2" name="data_6546">
            <a:extLst>
              <a:ext uri="{FF2B5EF4-FFF2-40B4-BE49-F238E27FC236}">
                <a16:creationId xmlns:a16="http://schemas.microsoft.com/office/drawing/2014/main" id="{4BA2970E-1762-417D-A532-D5C292D5537C}"/>
              </a:ext>
            </a:extLst>
          </p:cNvPr>
          <p:cNvSpPr>
            <a:spLocks/>
          </p:cNvSpPr>
          <p:nvPr/>
        </p:nvSpPr>
        <p:spPr>
          <a:xfrm>
            <a:off x="304729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3" name="data_6547">
            <a:extLst>
              <a:ext uri="{FF2B5EF4-FFF2-40B4-BE49-F238E27FC236}">
                <a16:creationId xmlns:a16="http://schemas.microsoft.com/office/drawing/2014/main" id="{3566F1AB-7C03-4EB6-B776-4361D2AD82D0}"/>
              </a:ext>
            </a:extLst>
          </p:cNvPr>
          <p:cNvSpPr>
            <a:spLocks/>
          </p:cNvSpPr>
          <p:nvPr/>
        </p:nvSpPr>
        <p:spPr>
          <a:xfrm>
            <a:off x="2943534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4" name="data_6548">
            <a:extLst>
              <a:ext uri="{FF2B5EF4-FFF2-40B4-BE49-F238E27FC236}">
                <a16:creationId xmlns:a16="http://schemas.microsoft.com/office/drawing/2014/main" id="{E884D455-D920-4800-A4D0-498FD7BB601C}"/>
              </a:ext>
            </a:extLst>
          </p:cNvPr>
          <p:cNvSpPr>
            <a:spLocks/>
          </p:cNvSpPr>
          <p:nvPr/>
        </p:nvSpPr>
        <p:spPr>
          <a:xfrm>
            <a:off x="271429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5" name="data_6549">
            <a:extLst>
              <a:ext uri="{FF2B5EF4-FFF2-40B4-BE49-F238E27FC236}">
                <a16:creationId xmlns:a16="http://schemas.microsoft.com/office/drawing/2014/main" id="{88A7FC93-D7E0-486D-8547-710198A87839}"/>
              </a:ext>
            </a:extLst>
          </p:cNvPr>
          <p:cNvSpPr>
            <a:spLocks/>
          </p:cNvSpPr>
          <p:nvPr/>
        </p:nvSpPr>
        <p:spPr>
          <a:xfrm>
            <a:off x="2807044" y="509895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6" name="data_6550">
            <a:extLst>
              <a:ext uri="{FF2B5EF4-FFF2-40B4-BE49-F238E27FC236}">
                <a16:creationId xmlns:a16="http://schemas.microsoft.com/office/drawing/2014/main" id="{A8283219-C600-49AB-ABE7-12332E36D8E7}"/>
              </a:ext>
            </a:extLst>
          </p:cNvPr>
          <p:cNvSpPr>
            <a:spLocks/>
          </p:cNvSpPr>
          <p:nvPr/>
        </p:nvSpPr>
        <p:spPr>
          <a:xfrm>
            <a:off x="2777345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7" name="data_6551">
            <a:extLst>
              <a:ext uri="{FF2B5EF4-FFF2-40B4-BE49-F238E27FC236}">
                <a16:creationId xmlns:a16="http://schemas.microsoft.com/office/drawing/2014/main" id="{AEA048F5-DD9E-4C0B-A58C-9542891F644D}"/>
              </a:ext>
            </a:extLst>
          </p:cNvPr>
          <p:cNvSpPr>
            <a:spLocks/>
          </p:cNvSpPr>
          <p:nvPr/>
        </p:nvSpPr>
        <p:spPr>
          <a:xfrm>
            <a:off x="2987603" y="528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8" name="data_6552">
            <a:extLst>
              <a:ext uri="{FF2B5EF4-FFF2-40B4-BE49-F238E27FC236}">
                <a16:creationId xmlns:a16="http://schemas.microsoft.com/office/drawing/2014/main" id="{544320F1-9314-43F7-992C-48DD9BF64EC3}"/>
              </a:ext>
            </a:extLst>
          </p:cNvPr>
          <p:cNvSpPr>
            <a:spLocks/>
          </p:cNvSpPr>
          <p:nvPr/>
        </p:nvSpPr>
        <p:spPr>
          <a:xfrm>
            <a:off x="380476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399" name="data_6553">
            <a:extLst>
              <a:ext uri="{FF2B5EF4-FFF2-40B4-BE49-F238E27FC236}">
                <a16:creationId xmlns:a16="http://schemas.microsoft.com/office/drawing/2014/main" id="{5940A861-F54A-46A0-B358-1397BD50BA07}"/>
              </a:ext>
            </a:extLst>
          </p:cNvPr>
          <p:cNvSpPr>
            <a:spLocks/>
          </p:cNvSpPr>
          <p:nvPr/>
        </p:nvSpPr>
        <p:spPr>
          <a:xfrm>
            <a:off x="352407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0" name="data_6554">
            <a:extLst>
              <a:ext uri="{FF2B5EF4-FFF2-40B4-BE49-F238E27FC236}">
                <a16:creationId xmlns:a16="http://schemas.microsoft.com/office/drawing/2014/main" id="{534B2B0A-7C56-48A1-B897-F44148BCDFE2}"/>
              </a:ext>
            </a:extLst>
          </p:cNvPr>
          <p:cNvSpPr>
            <a:spLocks/>
          </p:cNvSpPr>
          <p:nvPr/>
        </p:nvSpPr>
        <p:spPr>
          <a:xfrm>
            <a:off x="391734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1" name="data_6555">
            <a:extLst>
              <a:ext uri="{FF2B5EF4-FFF2-40B4-BE49-F238E27FC236}">
                <a16:creationId xmlns:a16="http://schemas.microsoft.com/office/drawing/2014/main" id="{CB8E4EE4-0293-4AE7-AE44-4307C6242A3A}"/>
              </a:ext>
            </a:extLst>
          </p:cNvPr>
          <p:cNvSpPr>
            <a:spLocks/>
          </p:cNvSpPr>
          <p:nvPr/>
        </p:nvSpPr>
        <p:spPr>
          <a:xfrm>
            <a:off x="3528206" y="5221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2" name="data_6556">
            <a:extLst>
              <a:ext uri="{FF2B5EF4-FFF2-40B4-BE49-F238E27FC236}">
                <a16:creationId xmlns:a16="http://schemas.microsoft.com/office/drawing/2014/main" id="{C82E6729-F13A-40A0-95DC-30735331779F}"/>
              </a:ext>
            </a:extLst>
          </p:cNvPr>
          <p:cNvSpPr>
            <a:spLocks/>
          </p:cNvSpPr>
          <p:nvPr/>
        </p:nvSpPr>
        <p:spPr>
          <a:xfrm>
            <a:off x="3771898" y="44671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3" name="data_6557">
            <a:extLst>
              <a:ext uri="{FF2B5EF4-FFF2-40B4-BE49-F238E27FC236}">
                <a16:creationId xmlns:a16="http://schemas.microsoft.com/office/drawing/2014/main" id="{AB6772AE-018D-4A4C-AA18-7B266080BAF1}"/>
              </a:ext>
            </a:extLst>
          </p:cNvPr>
          <p:cNvSpPr>
            <a:spLocks/>
          </p:cNvSpPr>
          <p:nvPr/>
        </p:nvSpPr>
        <p:spPr>
          <a:xfrm>
            <a:off x="377727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4" name="data_6558">
            <a:extLst>
              <a:ext uri="{FF2B5EF4-FFF2-40B4-BE49-F238E27FC236}">
                <a16:creationId xmlns:a16="http://schemas.microsoft.com/office/drawing/2014/main" id="{F1ADE71C-214C-4C51-A479-BAACA61A36E6}"/>
              </a:ext>
            </a:extLst>
          </p:cNvPr>
          <p:cNvSpPr>
            <a:spLocks/>
          </p:cNvSpPr>
          <p:nvPr/>
        </p:nvSpPr>
        <p:spPr>
          <a:xfrm>
            <a:off x="397770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5" name="data_6559">
            <a:extLst>
              <a:ext uri="{FF2B5EF4-FFF2-40B4-BE49-F238E27FC236}">
                <a16:creationId xmlns:a16="http://schemas.microsoft.com/office/drawing/2014/main" id="{6B653AA5-C4A7-4CB3-AD11-BC3D9DFD8329}"/>
              </a:ext>
            </a:extLst>
          </p:cNvPr>
          <p:cNvSpPr>
            <a:spLocks/>
          </p:cNvSpPr>
          <p:nvPr/>
        </p:nvSpPr>
        <p:spPr>
          <a:xfrm>
            <a:off x="376106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6" name="data_6560">
            <a:extLst>
              <a:ext uri="{FF2B5EF4-FFF2-40B4-BE49-F238E27FC236}">
                <a16:creationId xmlns:a16="http://schemas.microsoft.com/office/drawing/2014/main" id="{D6AD7E84-95BF-457C-8871-1C16C9166774}"/>
              </a:ext>
            </a:extLst>
          </p:cNvPr>
          <p:cNvSpPr>
            <a:spLocks/>
          </p:cNvSpPr>
          <p:nvPr/>
        </p:nvSpPr>
        <p:spPr>
          <a:xfrm>
            <a:off x="3757845" y="53806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7" name="data_6561">
            <a:extLst>
              <a:ext uri="{FF2B5EF4-FFF2-40B4-BE49-F238E27FC236}">
                <a16:creationId xmlns:a16="http://schemas.microsoft.com/office/drawing/2014/main" id="{756B74A2-3495-4EE8-B36A-0CEB0FE6807A}"/>
              </a:ext>
            </a:extLst>
          </p:cNvPr>
          <p:cNvSpPr>
            <a:spLocks/>
          </p:cNvSpPr>
          <p:nvPr/>
        </p:nvSpPr>
        <p:spPr>
          <a:xfrm>
            <a:off x="375766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8" name="data_6562">
            <a:extLst>
              <a:ext uri="{FF2B5EF4-FFF2-40B4-BE49-F238E27FC236}">
                <a16:creationId xmlns:a16="http://schemas.microsoft.com/office/drawing/2014/main" id="{30CC6A97-DDAB-4F8D-95EA-1D92BFF53834}"/>
              </a:ext>
            </a:extLst>
          </p:cNvPr>
          <p:cNvSpPr>
            <a:spLocks/>
          </p:cNvSpPr>
          <p:nvPr/>
        </p:nvSpPr>
        <p:spPr>
          <a:xfrm>
            <a:off x="3641507" y="45038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09" name="data_6563">
            <a:extLst>
              <a:ext uri="{FF2B5EF4-FFF2-40B4-BE49-F238E27FC236}">
                <a16:creationId xmlns:a16="http://schemas.microsoft.com/office/drawing/2014/main" id="{91DE7A1C-A0F3-4278-B676-ECAC189175A1}"/>
              </a:ext>
            </a:extLst>
          </p:cNvPr>
          <p:cNvSpPr>
            <a:spLocks/>
          </p:cNvSpPr>
          <p:nvPr/>
        </p:nvSpPr>
        <p:spPr>
          <a:xfrm>
            <a:off x="349438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0" name="data_6564">
            <a:extLst>
              <a:ext uri="{FF2B5EF4-FFF2-40B4-BE49-F238E27FC236}">
                <a16:creationId xmlns:a16="http://schemas.microsoft.com/office/drawing/2014/main" id="{338D8B21-D348-493D-97C5-F5FCA6F74592}"/>
              </a:ext>
            </a:extLst>
          </p:cNvPr>
          <p:cNvSpPr>
            <a:spLocks/>
          </p:cNvSpPr>
          <p:nvPr/>
        </p:nvSpPr>
        <p:spPr>
          <a:xfrm>
            <a:off x="3907939" y="43551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1" name="data_6565">
            <a:extLst>
              <a:ext uri="{FF2B5EF4-FFF2-40B4-BE49-F238E27FC236}">
                <a16:creationId xmlns:a16="http://schemas.microsoft.com/office/drawing/2014/main" id="{38504BD6-E649-4C37-8DA6-F713F37ED021}"/>
              </a:ext>
            </a:extLst>
          </p:cNvPr>
          <p:cNvSpPr>
            <a:spLocks/>
          </p:cNvSpPr>
          <p:nvPr/>
        </p:nvSpPr>
        <p:spPr>
          <a:xfrm>
            <a:off x="3466022" y="42106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2" name="data_6566">
            <a:extLst>
              <a:ext uri="{FF2B5EF4-FFF2-40B4-BE49-F238E27FC236}">
                <a16:creationId xmlns:a16="http://schemas.microsoft.com/office/drawing/2014/main" id="{35BEC22A-560A-4406-B452-2FB389A3AA2B}"/>
              </a:ext>
            </a:extLst>
          </p:cNvPr>
          <p:cNvSpPr>
            <a:spLocks/>
          </p:cNvSpPr>
          <p:nvPr/>
        </p:nvSpPr>
        <p:spPr>
          <a:xfrm>
            <a:off x="3974110" y="526667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3" name="data_6567">
            <a:extLst>
              <a:ext uri="{FF2B5EF4-FFF2-40B4-BE49-F238E27FC236}">
                <a16:creationId xmlns:a16="http://schemas.microsoft.com/office/drawing/2014/main" id="{05003915-AEB5-465E-AC2A-935723FED788}"/>
              </a:ext>
            </a:extLst>
          </p:cNvPr>
          <p:cNvSpPr>
            <a:spLocks/>
          </p:cNvSpPr>
          <p:nvPr/>
        </p:nvSpPr>
        <p:spPr>
          <a:xfrm>
            <a:off x="3920719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4" name="data_6568">
            <a:extLst>
              <a:ext uri="{FF2B5EF4-FFF2-40B4-BE49-F238E27FC236}">
                <a16:creationId xmlns:a16="http://schemas.microsoft.com/office/drawing/2014/main" id="{8A882B0F-C67C-415F-B4FC-1593BDAE191B}"/>
              </a:ext>
            </a:extLst>
          </p:cNvPr>
          <p:cNvSpPr>
            <a:spLocks/>
          </p:cNvSpPr>
          <p:nvPr/>
        </p:nvSpPr>
        <p:spPr>
          <a:xfrm>
            <a:off x="3651336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5" name="data_6569">
            <a:extLst>
              <a:ext uri="{FF2B5EF4-FFF2-40B4-BE49-F238E27FC236}">
                <a16:creationId xmlns:a16="http://schemas.microsoft.com/office/drawing/2014/main" id="{5861E934-B291-4F45-9636-55BFF8E8BB15}"/>
              </a:ext>
            </a:extLst>
          </p:cNvPr>
          <p:cNvSpPr>
            <a:spLocks/>
          </p:cNvSpPr>
          <p:nvPr/>
        </p:nvSpPr>
        <p:spPr>
          <a:xfrm>
            <a:off x="384917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6" name="data_6570">
            <a:extLst>
              <a:ext uri="{FF2B5EF4-FFF2-40B4-BE49-F238E27FC236}">
                <a16:creationId xmlns:a16="http://schemas.microsoft.com/office/drawing/2014/main" id="{8F8E180E-8A6A-4F63-A0C3-D7D5FCD068A6}"/>
              </a:ext>
            </a:extLst>
          </p:cNvPr>
          <p:cNvSpPr>
            <a:spLocks/>
          </p:cNvSpPr>
          <p:nvPr/>
        </p:nvSpPr>
        <p:spPr>
          <a:xfrm>
            <a:off x="360415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7" name="data_6571">
            <a:extLst>
              <a:ext uri="{FF2B5EF4-FFF2-40B4-BE49-F238E27FC236}">
                <a16:creationId xmlns:a16="http://schemas.microsoft.com/office/drawing/2014/main" id="{4D0E788B-08BD-4BE7-BFD3-5381B7659CFC}"/>
              </a:ext>
            </a:extLst>
          </p:cNvPr>
          <p:cNvSpPr>
            <a:spLocks/>
          </p:cNvSpPr>
          <p:nvPr/>
        </p:nvSpPr>
        <p:spPr>
          <a:xfrm>
            <a:off x="3484970" y="415808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8" name="data_6572">
            <a:extLst>
              <a:ext uri="{FF2B5EF4-FFF2-40B4-BE49-F238E27FC236}">
                <a16:creationId xmlns:a16="http://schemas.microsoft.com/office/drawing/2014/main" id="{C2FEA959-42AC-4C31-BAC2-7CCB45AA07D8}"/>
              </a:ext>
            </a:extLst>
          </p:cNvPr>
          <p:cNvSpPr>
            <a:spLocks/>
          </p:cNvSpPr>
          <p:nvPr/>
        </p:nvSpPr>
        <p:spPr>
          <a:xfrm>
            <a:off x="3899921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19" name="data_6573">
            <a:extLst>
              <a:ext uri="{FF2B5EF4-FFF2-40B4-BE49-F238E27FC236}">
                <a16:creationId xmlns:a16="http://schemas.microsoft.com/office/drawing/2014/main" id="{5ADA7B5E-F8B8-4EEF-A1A9-BC461DC53973}"/>
              </a:ext>
            </a:extLst>
          </p:cNvPr>
          <p:cNvSpPr>
            <a:spLocks/>
          </p:cNvSpPr>
          <p:nvPr/>
        </p:nvSpPr>
        <p:spPr>
          <a:xfrm>
            <a:off x="352269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0" name="data_6574">
            <a:extLst>
              <a:ext uri="{FF2B5EF4-FFF2-40B4-BE49-F238E27FC236}">
                <a16:creationId xmlns:a16="http://schemas.microsoft.com/office/drawing/2014/main" id="{8C8B395C-9183-4758-A908-DCDC6F1D2296}"/>
              </a:ext>
            </a:extLst>
          </p:cNvPr>
          <p:cNvSpPr>
            <a:spLocks/>
          </p:cNvSpPr>
          <p:nvPr/>
        </p:nvSpPr>
        <p:spPr>
          <a:xfrm>
            <a:off x="3565772" y="47512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1" name="data_6575">
            <a:extLst>
              <a:ext uri="{FF2B5EF4-FFF2-40B4-BE49-F238E27FC236}">
                <a16:creationId xmlns:a16="http://schemas.microsoft.com/office/drawing/2014/main" id="{34CC196C-0F7D-49FF-8FDC-64CF9484BA8A}"/>
              </a:ext>
            </a:extLst>
          </p:cNvPr>
          <p:cNvSpPr>
            <a:spLocks/>
          </p:cNvSpPr>
          <p:nvPr/>
        </p:nvSpPr>
        <p:spPr>
          <a:xfrm>
            <a:off x="3575954" y="4385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2" name="data_6576">
            <a:extLst>
              <a:ext uri="{FF2B5EF4-FFF2-40B4-BE49-F238E27FC236}">
                <a16:creationId xmlns:a16="http://schemas.microsoft.com/office/drawing/2014/main" id="{CCC19003-FF45-4771-91CD-C046F5BA40DD}"/>
              </a:ext>
            </a:extLst>
          </p:cNvPr>
          <p:cNvSpPr>
            <a:spLocks/>
          </p:cNvSpPr>
          <p:nvPr/>
        </p:nvSpPr>
        <p:spPr>
          <a:xfrm>
            <a:off x="3848635" y="47512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3" name="data_6577">
            <a:extLst>
              <a:ext uri="{FF2B5EF4-FFF2-40B4-BE49-F238E27FC236}">
                <a16:creationId xmlns:a16="http://schemas.microsoft.com/office/drawing/2014/main" id="{EA7AE3A8-3D2F-48DD-A815-BF70985CFF4E}"/>
              </a:ext>
            </a:extLst>
          </p:cNvPr>
          <p:cNvSpPr>
            <a:spLocks/>
          </p:cNvSpPr>
          <p:nvPr/>
        </p:nvSpPr>
        <p:spPr>
          <a:xfrm>
            <a:off x="371219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4" name="data_6578">
            <a:extLst>
              <a:ext uri="{FF2B5EF4-FFF2-40B4-BE49-F238E27FC236}">
                <a16:creationId xmlns:a16="http://schemas.microsoft.com/office/drawing/2014/main" id="{6F99439A-4DFD-4858-9E08-5020D64CBFAC}"/>
              </a:ext>
            </a:extLst>
          </p:cNvPr>
          <p:cNvSpPr>
            <a:spLocks/>
          </p:cNvSpPr>
          <p:nvPr/>
        </p:nvSpPr>
        <p:spPr>
          <a:xfrm>
            <a:off x="3464999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5" name="data_6579">
            <a:extLst>
              <a:ext uri="{FF2B5EF4-FFF2-40B4-BE49-F238E27FC236}">
                <a16:creationId xmlns:a16="http://schemas.microsoft.com/office/drawing/2014/main" id="{88A552EA-7F64-4247-B87C-767DE6AB574F}"/>
              </a:ext>
            </a:extLst>
          </p:cNvPr>
          <p:cNvSpPr>
            <a:spLocks/>
          </p:cNvSpPr>
          <p:nvPr/>
        </p:nvSpPr>
        <p:spPr>
          <a:xfrm>
            <a:off x="3533272" y="503484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6" name="data_6580">
            <a:extLst>
              <a:ext uri="{FF2B5EF4-FFF2-40B4-BE49-F238E27FC236}">
                <a16:creationId xmlns:a16="http://schemas.microsoft.com/office/drawing/2014/main" id="{4FCB7353-47B2-4C35-A238-BF3112CE4023}"/>
              </a:ext>
            </a:extLst>
          </p:cNvPr>
          <p:cNvSpPr>
            <a:spLocks/>
          </p:cNvSpPr>
          <p:nvPr/>
        </p:nvSpPr>
        <p:spPr>
          <a:xfrm>
            <a:off x="3716205" y="531732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7" name="data_6581">
            <a:extLst>
              <a:ext uri="{FF2B5EF4-FFF2-40B4-BE49-F238E27FC236}">
                <a16:creationId xmlns:a16="http://schemas.microsoft.com/office/drawing/2014/main" id="{E3FB078C-BB0F-485A-A572-1447AA3B8BF5}"/>
              </a:ext>
            </a:extLst>
          </p:cNvPr>
          <p:cNvSpPr>
            <a:spLocks/>
          </p:cNvSpPr>
          <p:nvPr/>
        </p:nvSpPr>
        <p:spPr>
          <a:xfrm>
            <a:off x="390112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8" name="data_6582">
            <a:extLst>
              <a:ext uri="{FF2B5EF4-FFF2-40B4-BE49-F238E27FC236}">
                <a16:creationId xmlns:a16="http://schemas.microsoft.com/office/drawing/2014/main" id="{DCDD0F58-8F7D-4286-BC89-ED9AE82D7BCF}"/>
              </a:ext>
            </a:extLst>
          </p:cNvPr>
          <p:cNvSpPr>
            <a:spLocks/>
          </p:cNvSpPr>
          <p:nvPr/>
        </p:nvSpPr>
        <p:spPr>
          <a:xfrm>
            <a:off x="366496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29" name="data_6583">
            <a:extLst>
              <a:ext uri="{FF2B5EF4-FFF2-40B4-BE49-F238E27FC236}">
                <a16:creationId xmlns:a16="http://schemas.microsoft.com/office/drawing/2014/main" id="{582574E6-E54F-408C-8019-064B679A5E8D}"/>
              </a:ext>
            </a:extLst>
          </p:cNvPr>
          <p:cNvSpPr>
            <a:spLocks/>
          </p:cNvSpPr>
          <p:nvPr/>
        </p:nvSpPr>
        <p:spPr>
          <a:xfrm>
            <a:off x="3670619" y="499627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0" name="data_6584">
            <a:extLst>
              <a:ext uri="{FF2B5EF4-FFF2-40B4-BE49-F238E27FC236}">
                <a16:creationId xmlns:a16="http://schemas.microsoft.com/office/drawing/2014/main" id="{9A88C7F0-0FD3-423C-8EF7-72D57B4B63CB}"/>
              </a:ext>
            </a:extLst>
          </p:cNvPr>
          <p:cNvSpPr>
            <a:spLocks/>
          </p:cNvSpPr>
          <p:nvPr/>
        </p:nvSpPr>
        <p:spPr>
          <a:xfrm>
            <a:off x="3513297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1" name="data_6585">
            <a:extLst>
              <a:ext uri="{FF2B5EF4-FFF2-40B4-BE49-F238E27FC236}">
                <a16:creationId xmlns:a16="http://schemas.microsoft.com/office/drawing/2014/main" id="{BCF9466E-5C46-49CB-88E6-906662A255EB}"/>
              </a:ext>
            </a:extLst>
          </p:cNvPr>
          <p:cNvSpPr>
            <a:spLocks/>
          </p:cNvSpPr>
          <p:nvPr/>
        </p:nvSpPr>
        <p:spPr>
          <a:xfrm>
            <a:off x="3832388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2" name="data_6586">
            <a:extLst>
              <a:ext uri="{FF2B5EF4-FFF2-40B4-BE49-F238E27FC236}">
                <a16:creationId xmlns:a16="http://schemas.microsoft.com/office/drawing/2014/main" id="{C6DDD89F-1EC2-4D52-B0B5-70681AFD3E0F}"/>
              </a:ext>
            </a:extLst>
          </p:cNvPr>
          <p:cNvSpPr>
            <a:spLocks/>
          </p:cNvSpPr>
          <p:nvPr/>
        </p:nvSpPr>
        <p:spPr>
          <a:xfrm>
            <a:off x="372885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3" name="data_6587">
            <a:extLst>
              <a:ext uri="{FF2B5EF4-FFF2-40B4-BE49-F238E27FC236}">
                <a16:creationId xmlns:a16="http://schemas.microsoft.com/office/drawing/2014/main" id="{45DF7370-4027-4E3A-8FD8-174C7DCA3652}"/>
              </a:ext>
            </a:extLst>
          </p:cNvPr>
          <p:cNvSpPr>
            <a:spLocks/>
          </p:cNvSpPr>
          <p:nvPr/>
        </p:nvSpPr>
        <p:spPr>
          <a:xfrm>
            <a:off x="355207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4" name="data_6588">
            <a:extLst>
              <a:ext uri="{FF2B5EF4-FFF2-40B4-BE49-F238E27FC236}">
                <a16:creationId xmlns:a16="http://schemas.microsoft.com/office/drawing/2014/main" id="{FE3EEBE9-AD74-4589-9234-C79BF37CC3E8}"/>
              </a:ext>
            </a:extLst>
          </p:cNvPr>
          <p:cNvSpPr>
            <a:spLocks/>
          </p:cNvSpPr>
          <p:nvPr/>
        </p:nvSpPr>
        <p:spPr>
          <a:xfrm>
            <a:off x="394967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5" name="data_6589">
            <a:extLst>
              <a:ext uri="{FF2B5EF4-FFF2-40B4-BE49-F238E27FC236}">
                <a16:creationId xmlns:a16="http://schemas.microsoft.com/office/drawing/2014/main" id="{6EAAD2A9-D709-4E76-9FB5-1D0F684F345F}"/>
              </a:ext>
            </a:extLst>
          </p:cNvPr>
          <p:cNvSpPr>
            <a:spLocks/>
          </p:cNvSpPr>
          <p:nvPr/>
        </p:nvSpPr>
        <p:spPr>
          <a:xfrm>
            <a:off x="37370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6" name="data_6590">
            <a:extLst>
              <a:ext uri="{FF2B5EF4-FFF2-40B4-BE49-F238E27FC236}">
                <a16:creationId xmlns:a16="http://schemas.microsoft.com/office/drawing/2014/main" id="{801C8484-D58F-456F-93A2-81F444301060}"/>
              </a:ext>
            </a:extLst>
          </p:cNvPr>
          <p:cNvSpPr>
            <a:spLocks/>
          </p:cNvSpPr>
          <p:nvPr/>
        </p:nvSpPr>
        <p:spPr>
          <a:xfrm>
            <a:off x="358327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7" name="data_6591">
            <a:extLst>
              <a:ext uri="{FF2B5EF4-FFF2-40B4-BE49-F238E27FC236}">
                <a16:creationId xmlns:a16="http://schemas.microsoft.com/office/drawing/2014/main" id="{380DEF71-F554-4643-80AB-1D117676D5B2}"/>
              </a:ext>
            </a:extLst>
          </p:cNvPr>
          <p:cNvSpPr>
            <a:spLocks/>
          </p:cNvSpPr>
          <p:nvPr/>
        </p:nvSpPr>
        <p:spPr>
          <a:xfrm>
            <a:off x="3947812" y="39781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8" name="data_6592">
            <a:extLst>
              <a:ext uri="{FF2B5EF4-FFF2-40B4-BE49-F238E27FC236}">
                <a16:creationId xmlns:a16="http://schemas.microsoft.com/office/drawing/2014/main" id="{DC0BD115-A1F4-4582-AB7F-0E416FDDF0E8}"/>
              </a:ext>
            </a:extLst>
          </p:cNvPr>
          <p:cNvSpPr>
            <a:spLocks/>
          </p:cNvSpPr>
          <p:nvPr/>
        </p:nvSpPr>
        <p:spPr>
          <a:xfrm>
            <a:off x="3515497" y="44980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39" name="data_6593">
            <a:extLst>
              <a:ext uri="{FF2B5EF4-FFF2-40B4-BE49-F238E27FC236}">
                <a16:creationId xmlns:a16="http://schemas.microsoft.com/office/drawing/2014/main" id="{9D2F5B69-F490-4582-A0DD-63436238F2A8}"/>
              </a:ext>
            </a:extLst>
          </p:cNvPr>
          <p:cNvSpPr>
            <a:spLocks/>
          </p:cNvSpPr>
          <p:nvPr/>
        </p:nvSpPr>
        <p:spPr>
          <a:xfrm>
            <a:off x="3463975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0" name="data_6594">
            <a:extLst>
              <a:ext uri="{FF2B5EF4-FFF2-40B4-BE49-F238E27FC236}">
                <a16:creationId xmlns:a16="http://schemas.microsoft.com/office/drawing/2014/main" id="{D8F3283A-6488-4E25-9E6E-5E21529EBE40}"/>
              </a:ext>
            </a:extLst>
          </p:cNvPr>
          <p:cNvSpPr>
            <a:spLocks/>
          </p:cNvSpPr>
          <p:nvPr/>
        </p:nvSpPr>
        <p:spPr>
          <a:xfrm>
            <a:off x="385050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1" name="data_6595">
            <a:extLst>
              <a:ext uri="{FF2B5EF4-FFF2-40B4-BE49-F238E27FC236}">
                <a16:creationId xmlns:a16="http://schemas.microsoft.com/office/drawing/2014/main" id="{834280AB-1E79-4380-98B4-F75B9791C175}"/>
              </a:ext>
            </a:extLst>
          </p:cNvPr>
          <p:cNvSpPr>
            <a:spLocks/>
          </p:cNvSpPr>
          <p:nvPr/>
        </p:nvSpPr>
        <p:spPr>
          <a:xfrm>
            <a:off x="393473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2" name="data_6596">
            <a:extLst>
              <a:ext uri="{FF2B5EF4-FFF2-40B4-BE49-F238E27FC236}">
                <a16:creationId xmlns:a16="http://schemas.microsoft.com/office/drawing/2014/main" id="{A1E79CB5-C7F5-4FF8-8E33-BDD3548FCB7A}"/>
              </a:ext>
            </a:extLst>
          </p:cNvPr>
          <p:cNvSpPr>
            <a:spLocks/>
          </p:cNvSpPr>
          <p:nvPr/>
        </p:nvSpPr>
        <p:spPr>
          <a:xfrm>
            <a:off x="382003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3" name="data_6597">
            <a:extLst>
              <a:ext uri="{FF2B5EF4-FFF2-40B4-BE49-F238E27FC236}">
                <a16:creationId xmlns:a16="http://schemas.microsoft.com/office/drawing/2014/main" id="{8605D4EA-8F8E-4E2F-B06F-42DDA938C74D}"/>
              </a:ext>
            </a:extLst>
          </p:cNvPr>
          <p:cNvSpPr>
            <a:spLocks/>
          </p:cNvSpPr>
          <p:nvPr/>
        </p:nvSpPr>
        <p:spPr>
          <a:xfrm>
            <a:off x="391747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4" name="data_6598">
            <a:extLst>
              <a:ext uri="{FF2B5EF4-FFF2-40B4-BE49-F238E27FC236}">
                <a16:creationId xmlns:a16="http://schemas.microsoft.com/office/drawing/2014/main" id="{41138D27-69BD-4630-A2E2-7F4D4313D282}"/>
              </a:ext>
            </a:extLst>
          </p:cNvPr>
          <p:cNvSpPr>
            <a:spLocks/>
          </p:cNvSpPr>
          <p:nvPr/>
        </p:nvSpPr>
        <p:spPr>
          <a:xfrm>
            <a:off x="3496093" y="43443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5" name="data_6599">
            <a:extLst>
              <a:ext uri="{FF2B5EF4-FFF2-40B4-BE49-F238E27FC236}">
                <a16:creationId xmlns:a16="http://schemas.microsoft.com/office/drawing/2014/main" id="{9B787610-A412-47A4-93E8-CB8BCBC07126}"/>
              </a:ext>
            </a:extLst>
          </p:cNvPr>
          <p:cNvSpPr>
            <a:spLocks/>
          </p:cNvSpPr>
          <p:nvPr/>
        </p:nvSpPr>
        <p:spPr>
          <a:xfrm>
            <a:off x="387075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6" name="data_6600">
            <a:extLst>
              <a:ext uri="{FF2B5EF4-FFF2-40B4-BE49-F238E27FC236}">
                <a16:creationId xmlns:a16="http://schemas.microsoft.com/office/drawing/2014/main" id="{A2B11786-C78F-49F2-A6C9-AB9A207F8FEE}"/>
              </a:ext>
            </a:extLst>
          </p:cNvPr>
          <p:cNvSpPr>
            <a:spLocks/>
          </p:cNvSpPr>
          <p:nvPr/>
        </p:nvSpPr>
        <p:spPr>
          <a:xfrm>
            <a:off x="35070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7" name="data_6601">
            <a:extLst>
              <a:ext uri="{FF2B5EF4-FFF2-40B4-BE49-F238E27FC236}">
                <a16:creationId xmlns:a16="http://schemas.microsoft.com/office/drawing/2014/main" id="{E825FF87-6C7B-4387-96BD-6B253F783870}"/>
              </a:ext>
            </a:extLst>
          </p:cNvPr>
          <p:cNvSpPr>
            <a:spLocks/>
          </p:cNvSpPr>
          <p:nvPr/>
        </p:nvSpPr>
        <p:spPr>
          <a:xfrm>
            <a:off x="3483265" y="41815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8" name="data_6602">
            <a:extLst>
              <a:ext uri="{FF2B5EF4-FFF2-40B4-BE49-F238E27FC236}">
                <a16:creationId xmlns:a16="http://schemas.microsoft.com/office/drawing/2014/main" id="{20FC022F-53B5-4EDA-9934-F3ED11C52849}"/>
              </a:ext>
            </a:extLst>
          </p:cNvPr>
          <p:cNvSpPr>
            <a:spLocks/>
          </p:cNvSpPr>
          <p:nvPr/>
        </p:nvSpPr>
        <p:spPr>
          <a:xfrm>
            <a:off x="369322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49" name="data_6603">
            <a:extLst>
              <a:ext uri="{FF2B5EF4-FFF2-40B4-BE49-F238E27FC236}">
                <a16:creationId xmlns:a16="http://schemas.microsoft.com/office/drawing/2014/main" id="{43FE58DA-8F77-40B3-A7B8-8152B5FE8529}"/>
              </a:ext>
            </a:extLst>
          </p:cNvPr>
          <p:cNvSpPr>
            <a:spLocks/>
          </p:cNvSpPr>
          <p:nvPr/>
        </p:nvSpPr>
        <p:spPr>
          <a:xfrm>
            <a:off x="395681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0" name="data_6604">
            <a:extLst>
              <a:ext uri="{FF2B5EF4-FFF2-40B4-BE49-F238E27FC236}">
                <a16:creationId xmlns:a16="http://schemas.microsoft.com/office/drawing/2014/main" id="{34889D14-F55D-4F3D-957D-5DD5F3D52BF4}"/>
              </a:ext>
            </a:extLst>
          </p:cNvPr>
          <p:cNvSpPr>
            <a:spLocks/>
          </p:cNvSpPr>
          <p:nvPr/>
        </p:nvSpPr>
        <p:spPr>
          <a:xfrm>
            <a:off x="3580036" y="39022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1" name="data_6605">
            <a:extLst>
              <a:ext uri="{FF2B5EF4-FFF2-40B4-BE49-F238E27FC236}">
                <a16:creationId xmlns:a16="http://schemas.microsoft.com/office/drawing/2014/main" id="{41178D4E-AD6C-48F7-B752-308319CC044F}"/>
              </a:ext>
            </a:extLst>
          </p:cNvPr>
          <p:cNvSpPr>
            <a:spLocks/>
          </p:cNvSpPr>
          <p:nvPr/>
        </p:nvSpPr>
        <p:spPr>
          <a:xfrm>
            <a:off x="3644634" y="50324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2" name="data_6606">
            <a:extLst>
              <a:ext uri="{FF2B5EF4-FFF2-40B4-BE49-F238E27FC236}">
                <a16:creationId xmlns:a16="http://schemas.microsoft.com/office/drawing/2014/main" id="{B0683BB5-9534-4C17-82B7-591738F544A5}"/>
              </a:ext>
            </a:extLst>
          </p:cNvPr>
          <p:cNvSpPr>
            <a:spLocks/>
          </p:cNvSpPr>
          <p:nvPr/>
        </p:nvSpPr>
        <p:spPr>
          <a:xfrm>
            <a:off x="3894935" y="434738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3" name="data_6607">
            <a:extLst>
              <a:ext uri="{FF2B5EF4-FFF2-40B4-BE49-F238E27FC236}">
                <a16:creationId xmlns:a16="http://schemas.microsoft.com/office/drawing/2014/main" id="{298379C3-14EB-4C60-BA64-F15A47E59DF8}"/>
              </a:ext>
            </a:extLst>
          </p:cNvPr>
          <p:cNvSpPr>
            <a:spLocks/>
          </p:cNvSpPr>
          <p:nvPr/>
        </p:nvSpPr>
        <p:spPr>
          <a:xfrm>
            <a:off x="3499623" y="529573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4" name="data_6608">
            <a:extLst>
              <a:ext uri="{FF2B5EF4-FFF2-40B4-BE49-F238E27FC236}">
                <a16:creationId xmlns:a16="http://schemas.microsoft.com/office/drawing/2014/main" id="{E7EDA1F3-D2AC-42C8-A7BC-457ACA0F3CBA}"/>
              </a:ext>
            </a:extLst>
          </p:cNvPr>
          <p:cNvSpPr>
            <a:spLocks/>
          </p:cNvSpPr>
          <p:nvPr/>
        </p:nvSpPr>
        <p:spPr>
          <a:xfrm>
            <a:off x="3771822" y="5286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5" name="data_6609">
            <a:extLst>
              <a:ext uri="{FF2B5EF4-FFF2-40B4-BE49-F238E27FC236}">
                <a16:creationId xmlns:a16="http://schemas.microsoft.com/office/drawing/2014/main" id="{7CDE8FDE-4AEE-4561-8804-88EDAA2D9C73}"/>
              </a:ext>
            </a:extLst>
          </p:cNvPr>
          <p:cNvSpPr>
            <a:spLocks/>
          </p:cNvSpPr>
          <p:nvPr/>
        </p:nvSpPr>
        <p:spPr>
          <a:xfrm>
            <a:off x="3782340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6" name="data_6610">
            <a:extLst>
              <a:ext uri="{FF2B5EF4-FFF2-40B4-BE49-F238E27FC236}">
                <a16:creationId xmlns:a16="http://schemas.microsoft.com/office/drawing/2014/main" id="{8071A8C7-1B05-4C32-8ACA-BB379EA1CAFF}"/>
              </a:ext>
            </a:extLst>
          </p:cNvPr>
          <p:cNvSpPr>
            <a:spLocks/>
          </p:cNvSpPr>
          <p:nvPr/>
        </p:nvSpPr>
        <p:spPr>
          <a:xfrm>
            <a:off x="3776857" y="53738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7" name="data_6611">
            <a:extLst>
              <a:ext uri="{FF2B5EF4-FFF2-40B4-BE49-F238E27FC236}">
                <a16:creationId xmlns:a16="http://schemas.microsoft.com/office/drawing/2014/main" id="{D4C498F3-93CC-4E50-8CF8-C501FFDC1FEB}"/>
              </a:ext>
            </a:extLst>
          </p:cNvPr>
          <p:cNvSpPr>
            <a:spLocks/>
          </p:cNvSpPr>
          <p:nvPr/>
        </p:nvSpPr>
        <p:spPr>
          <a:xfrm>
            <a:off x="3817312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8" name="data_6612">
            <a:extLst>
              <a:ext uri="{FF2B5EF4-FFF2-40B4-BE49-F238E27FC236}">
                <a16:creationId xmlns:a16="http://schemas.microsoft.com/office/drawing/2014/main" id="{E5404803-47EE-43AE-A22C-720F9E7F7D73}"/>
              </a:ext>
            </a:extLst>
          </p:cNvPr>
          <p:cNvSpPr>
            <a:spLocks/>
          </p:cNvSpPr>
          <p:nvPr/>
        </p:nvSpPr>
        <p:spPr>
          <a:xfrm>
            <a:off x="3817994" y="5198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59" name="data_6613">
            <a:extLst>
              <a:ext uri="{FF2B5EF4-FFF2-40B4-BE49-F238E27FC236}">
                <a16:creationId xmlns:a16="http://schemas.microsoft.com/office/drawing/2014/main" id="{1CFC5D60-9A9A-42E6-B40C-8ED9B985DDFE}"/>
              </a:ext>
            </a:extLst>
          </p:cNvPr>
          <p:cNvSpPr>
            <a:spLocks/>
          </p:cNvSpPr>
          <p:nvPr/>
        </p:nvSpPr>
        <p:spPr>
          <a:xfrm>
            <a:off x="357559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0" name="data_6614">
            <a:extLst>
              <a:ext uri="{FF2B5EF4-FFF2-40B4-BE49-F238E27FC236}">
                <a16:creationId xmlns:a16="http://schemas.microsoft.com/office/drawing/2014/main" id="{E5587DFA-F382-4A1C-AB3C-C62205C4BC0F}"/>
              </a:ext>
            </a:extLst>
          </p:cNvPr>
          <p:cNvSpPr>
            <a:spLocks/>
          </p:cNvSpPr>
          <p:nvPr/>
        </p:nvSpPr>
        <p:spPr>
          <a:xfrm>
            <a:off x="394649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1" name="data_6615">
            <a:extLst>
              <a:ext uri="{FF2B5EF4-FFF2-40B4-BE49-F238E27FC236}">
                <a16:creationId xmlns:a16="http://schemas.microsoft.com/office/drawing/2014/main" id="{26229A35-6AEB-469A-8D49-BBFAF7F42754}"/>
              </a:ext>
            </a:extLst>
          </p:cNvPr>
          <p:cNvSpPr>
            <a:spLocks/>
          </p:cNvSpPr>
          <p:nvPr/>
        </p:nvSpPr>
        <p:spPr>
          <a:xfrm>
            <a:off x="384843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2" name="data_6616">
            <a:extLst>
              <a:ext uri="{FF2B5EF4-FFF2-40B4-BE49-F238E27FC236}">
                <a16:creationId xmlns:a16="http://schemas.microsoft.com/office/drawing/2014/main" id="{E1451514-51BD-453B-BD62-CC548611B312}"/>
              </a:ext>
            </a:extLst>
          </p:cNvPr>
          <p:cNvSpPr>
            <a:spLocks/>
          </p:cNvSpPr>
          <p:nvPr/>
        </p:nvSpPr>
        <p:spPr>
          <a:xfrm>
            <a:off x="362218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3" name="data_6617">
            <a:extLst>
              <a:ext uri="{FF2B5EF4-FFF2-40B4-BE49-F238E27FC236}">
                <a16:creationId xmlns:a16="http://schemas.microsoft.com/office/drawing/2014/main" id="{95C77321-4E20-4249-BE5F-B2550BEA3137}"/>
              </a:ext>
            </a:extLst>
          </p:cNvPr>
          <p:cNvSpPr>
            <a:spLocks/>
          </p:cNvSpPr>
          <p:nvPr/>
        </p:nvSpPr>
        <p:spPr>
          <a:xfrm>
            <a:off x="3679986" y="474221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4" name="data_6618">
            <a:extLst>
              <a:ext uri="{FF2B5EF4-FFF2-40B4-BE49-F238E27FC236}">
                <a16:creationId xmlns:a16="http://schemas.microsoft.com/office/drawing/2014/main" id="{7CC4DCB0-BE50-49B4-B13E-65919A988763}"/>
              </a:ext>
            </a:extLst>
          </p:cNvPr>
          <p:cNvSpPr>
            <a:spLocks/>
          </p:cNvSpPr>
          <p:nvPr/>
        </p:nvSpPr>
        <p:spPr>
          <a:xfrm>
            <a:off x="3507700" y="525117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5" name="data_6619">
            <a:extLst>
              <a:ext uri="{FF2B5EF4-FFF2-40B4-BE49-F238E27FC236}">
                <a16:creationId xmlns:a16="http://schemas.microsoft.com/office/drawing/2014/main" id="{57E5B2AC-BA74-491A-B0EB-4C4CDD270253}"/>
              </a:ext>
            </a:extLst>
          </p:cNvPr>
          <p:cNvSpPr>
            <a:spLocks/>
          </p:cNvSpPr>
          <p:nvPr/>
        </p:nvSpPr>
        <p:spPr>
          <a:xfrm>
            <a:off x="3636846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6" name="data_6620">
            <a:extLst>
              <a:ext uri="{FF2B5EF4-FFF2-40B4-BE49-F238E27FC236}">
                <a16:creationId xmlns:a16="http://schemas.microsoft.com/office/drawing/2014/main" id="{DE4D9121-8F39-4641-A65F-B4B723DBF7E4}"/>
              </a:ext>
            </a:extLst>
          </p:cNvPr>
          <p:cNvSpPr>
            <a:spLocks/>
          </p:cNvSpPr>
          <p:nvPr/>
        </p:nvSpPr>
        <p:spPr>
          <a:xfrm>
            <a:off x="3492326" y="415533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7" name="data_6621">
            <a:extLst>
              <a:ext uri="{FF2B5EF4-FFF2-40B4-BE49-F238E27FC236}">
                <a16:creationId xmlns:a16="http://schemas.microsoft.com/office/drawing/2014/main" id="{3A1A2AA4-9068-42A1-AB72-D42303D8F011}"/>
              </a:ext>
            </a:extLst>
          </p:cNvPr>
          <p:cNvSpPr>
            <a:spLocks/>
          </p:cNvSpPr>
          <p:nvPr/>
        </p:nvSpPr>
        <p:spPr>
          <a:xfrm>
            <a:off x="3877720" y="488236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8" name="data_6622">
            <a:extLst>
              <a:ext uri="{FF2B5EF4-FFF2-40B4-BE49-F238E27FC236}">
                <a16:creationId xmlns:a16="http://schemas.microsoft.com/office/drawing/2014/main" id="{CEBC2415-8401-492C-A4EE-96B3B2DBD37C}"/>
              </a:ext>
            </a:extLst>
          </p:cNvPr>
          <p:cNvSpPr>
            <a:spLocks/>
          </p:cNvSpPr>
          <p:nvPr/>
        </p:nvSpPr>
        <p:spPr>
          <a:xfrm>
            <a:off x="3778243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69" name="data_6623">
            <a:extLst>
              <a:ext uri="{FF2B5EF4-FFF2-40B4-BE49-F238E27FC236}">
                <a16:creationId xmlns:a16="http://schemas.microsoft.com/office/drawing/2014/main" id="{90B00776-7406-4998-8EAA-22FDFA69F428}"/>
              </a:ext>
            </a:extLst>
          </p:cNvPr>
          <p:cNvSpPr>
            <a:spLocks/>
          </p:cNvSpPr>
          <p:nvPr/>
        </p:nvSpPr>
        <p:spPr>
          <a:xfrm>
            <a:off x="3881988" y="39577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0" name="data_6624">
            <a:extLst>
              <a:ext uri="{FF2B5EF4-FFF2-40B4-BE49-F238E27FC236}">
                <a16:creationId xmlns:a16="http://schemas.microsoft.com/office/drawing/2014/main" id="{B9207036-71D7-4D95-8FBF-D0CD37992E8D}"/>
              </a:ext>
            </a:extLst>
          </p:cNvPr>
          <p:cNvSpPr>
            <a:spLocks/>
          </p:cNvSpPr>
          <p:nvPr/>
        </p:nvSpPr>
        <p:spPr>
          <a:xfrm>
            <a:off x="374080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1" name="data_6625">
            <a:extLst>
              <a:ext uri="{FF2B5EF4-FFF2-40B4-BE49-F238E27FC236}">
                <a16:creationId xmlns:a16="http://schemas.microsoft.com/office/drawing/2014/main" id="{7AB1AF67-C30D-4C87-A250-33FD0023719A}"/>
              </a:ext>
            </a:extLst>
          </p:cNvPr>
          <p:cNvSpPr>
            <a:spLocks/>
          </p:cNvSpPr>
          <p:nvPr/>
        </p:nvSpPr>
        <p:spPr>
          <a:xfrm>
            <a:off x="3500935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2" name="data_6626">
            <a:extLst>
              <a:ext uri="{FF2B5EF4-FFF2-40B4-BE49-F238E27FC236}">
                <a16:creationId xmlns:a16="http://schemas.microsoft.com/office/drawing/2014/main" id="{D51BBB67-950B-4D42-98E9-099515B8954C}"/>
              </a:ext>
            </a:extLst>
          </p:cNvPr>
          <p:cNvSpPr>
            <a:spLocks/>
          </p:cNvSpPr>
          <p:nvPr/>
        </p:nvSpPr>
        <p:spPr>
          <a:xfrm>
            <a:off x="3895634" y="53790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3" name="data_6627">
            <a:extLst>
              <a:ext uri="{FF2B5EF4-FFF2-40B4-BE49-F238E27FC236}">
                <a16:creationId xmlns:a16="http://schemas.microsoft.com/office/drawing/2014/main" id="{840231C8-B09C-4E13-937F-ACF12EABBC9B}"/>
              </a:ext>
            </a:extLst>
          </p:cNvPr>
          <p:cNvSpPr>
            <a:spLocks/>
          </p:cNvSpPr>
          <p:nvPr/>
        </p:nvSpPr>
        <p:spPr>
          <a:xfrm>
            <a:off x="35327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4" name="data_6628">
            <a:extLst>
              <a:ext uri="{FF2B5EF4-FFF2-40B4-BE49-F238E27FC236}">
                <a16:creationId xmlns:a16="http://schemas.microsoft.com/office/drawing/2014/main" id="{0532BA79-CD39-45A6-8E2A-1C6B56D3B88D}"/>
              </a:ext>
            </a:extLst>
          </p:cNvPr>
          <p:cNvSpPr>
            <a:spLocks/>
          </p:cNvSpPr>
          <p:nvPr/>
        </p:nvSpPr>
        <p:spPr>
          <a:xfrm>
            <a:off x="3765014" y="47241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5" name="data_6629">
            <a:extLst>
              <a:ext uri="{FF2B5EF4-FFF2-40B4-BE49-F238E27FC236}">
                <a16:creationId xmlns:a16="http://schemas.microsoft.com/office/drawing/2014/main" id="{ED66295F-0288-4A72-A70A-73D72273F66A}"/>
              </a:ext>
            </a:extLst>
          </p:cNvPr>
          <p:cNvSpPr>
            <a:spLocks/>
          </p:cNvSpPr>
          <p:nvPr/>
        </p:nvSpPr>
        <p:spPr>
          <a:xfrm>
            <a:off x="3671245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6" name="data_6630">
            <a:extLst>
              <a:ext uri="{FF2B5EF4-FFF2-40B4-BE49-F238E27FC236}">
                <a16:creationId xmlns:a16="http://schemas.microsoft.com/office/drawing/2014/main" id="{96D19B08-3A1E-4449-85BE-53C24DED30EB}"/>
              </a:ext>
            </a:extLst>
          </p:cNvPr>
          <p:cNvSpPr>
            <a:spLocks/>
          </p:cNvSpPr>
          <p:nvPr/>
        </p:nvSpPr>
        <p:spPr>
          <a:xfrm>
            <a:off x="3558281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7" name="data_6631">
            <a:extLst>
              <a:ext uri="{FF2B5EF4-FFF2-40B4-BE49-F238E27FC236}">
                <a16:creationId xmlns:a16="http://schemas.microsoft.com/office/drawing/2014/main" id="{D52E3454-D544-40A6-82CF-3133CE883C00}"/>
              </a:ext>
            </a:extLst>
          </p:cNvPr>
          <p:cNvSpPr>
            <a:spLocks/>
          </p:cNvSpPr>
          <p:nvPr/>
        </p:nvSpPr>
        <p:spPr>
          <a:xfrm>
            <a:off x="3879602" y="437791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8" name="data_6632">
            <a:extLst>
              <a:ext uri="{FF2B5EF4-FFF2-40B4-BE49-F238E27FC236}">
                <a16:creationId xmlns:a16="http://schemas.microsoft.com/office/drawing/2014/main" id="{8CA29576-07C2-4E80-9476-C2FEE61D0D72}"/>
              </a:ext>
            </a:extLst>
          </p:cNvPr>
          <p:cNvSpPr>
            <a:spLocks/>
          </p:cNvSpPr>
          <p:nvPr/>
        </p:nvSpPr>
        <p:spPr>
          <a:xfrm>
            <a:off x="358589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79" name="data_6633">
            <a:extLst>
              <a:ext uri="{FF2B5EF4-FFF2-40B4-BE49-F238E27FC236}">
                <a16:creationId xmlns:a16="http://schemas.microsoft.com/office/drawing/2014/main" id="{F69CE9F7-40F7-4601-A641-DA9B376E76AA}"/>
              </a:ext>
            </a:extLst>
          </p:cNvPr>
          <p:cNvSpPr>
            <a:spLocks/>
          </p:cNvSpPr>
          <p:nvPr/>
        </p:nvSpPr>
        <p:spPr>
          <a:xfrm>
            <a:off x="3882439" y="4283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0" name="data_6634">
            <a:extLst>
              <a:ext uri="{FF2B5EF4-FFF2-40B4-BE49-F238E27FC236}">
                <a16:creationId xmlns:a16="http://schemas.microsoft.com/office/drawing/2014/main" id="{92D2B5C8-6195-4AA9-B1FE-85C4EB4A01C4}"/>
              </a:ext>
            </a:extLst>
          </p:cNvPr>
          <p:cNvSpPr>
            <a:spLocks/>
          </p:cNvSpPr>
          <p:nvPr/>
        </p:nvSpPr>
        <p:spPr>
          <a:xfrm>
            <a:off x="3669017" y="52085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1" name="data_6635">
            <a:extLst>
              <a:ext uri="{FF2B5EF4-FFF2-40B4-BE49-F238E27FC236}">
                <a16:creationId xmlns:a16="http://schemas.microsoft.com/office/drawing/2014/main" id="{1298454A-C41E-4527-B277-433C7CDD6988}"/>
              </a:ext>
            </a:extLst>
          </p:cNvPr>
          <p:cNvSpPr>
            <a:spLocks/>
          </p:cNvSpPr>
          <p:nvPr/>
        </p:nvSpPr>
        <p:spPr>
          <a:xfrm>
            <a:off x="386165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2" name="data_6636">
            <a:extLst>
              <a:ext uri="{FF2B5EF4-FFF2-40B4-BE49-F238E27FC236}">
                <a16:creationId xmlns:a16="http://schemas.microsoft.com/office/drawing/2014/main" id="{AF1F2078-89E0-4F06-BBD1-EAA4C05243D0}"/>
              </a:ext>
            </a:extLst>
          </p:cNvPr>
          <p:cNvSpPr>
            <a:spLocks/>
          </p:cNvSpPr>
          <p:nvPr/>
        </p:nvSpPr>
        <p:spPr>
          <a:xfrm>
            <a:off x="353360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3" name="data_6637">
            <a:extLst>
              <a:ext uri="{FF2B5EF4-FFF2-40B4-BE49-F238E27FC236}">
                <a16:creationId xmlns:a16="http://schemas.microsoft.com/office/drawing/2014/main" id="{7F5FF749-BE20-4460-B205-57425C6D3B39}"/>
              </a:ext>
            </a:extLst>
          </p:cNvPr>
          <p:cNvSpPr>
            <a:spLocks/>
          </p:cNvSpPr>
          <p:nvPr/>
        </p:nvSpPr>
        <p:spPr>
          <a:xfrm>
            <a:off x="3807211" y="52093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4" name="data_6638">
            <a:extLst>
              <a:ext uri="{FF2B5EF4-FFF2-40B4-BE49-F238E27FC236}">
                <a16:creationId xmlns:a16="http://schemas.microsoft.com/office/drawing/2014/main" id="{50E9475F-BAF5-4DD1-9FAC-0D040444CAE7}"/>
              </a:ext>
            </a:extLst>
          </p:cNvPr>
          <p:cNvSpPr>
            <a:spLocks/>
          </p:cNvSpPr>
          <p:nvPr/>
        </p:nvSpPr>
        <p:spPr>
          <a:xfrm>
            <a:off x="3542342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5" name="data_6639">
            <a:extLst>
              <a:ext uri="{FF2B5EF4-FFF2-40B4-BE49-F238E27FC236}">
                <a16:creationId xmlns:a16="http://schemas.microsoft.com/office/drawing/2014/main" id="{7662AB6A-C742-4AC2-97EF-E4AFCBD6D26D}"/>
              </a:ext>
            </a:extLst>
          </p:cNvPr>
          <p:cNvSpPr>
            <a:spLocks/>
          </p:cNvSpPr>
          <p:nvPr/>
        </p:nvSpPr>
        <p:spPr>
          <a:xfrm>
            <a:off x="350694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6" name="data_6640">
            <a:extLst>
              <a:ext uri="{FF2B5EF4-FFF2-40B4-BE49-F238E27FC236}">
                <a16:creationId xmlns:a16="http://schemas.microsoft.com/office/drawing/2014/main" id="{5999399E-D552-4D52-8125-89B350CAFFAD}"/>
              </a:ext>
            </a:extLst>
          </p:cNvPr>
          <p:cNvSpPr>
            <a:spLocks/>
          </p:cNvSpPr>
          <p:nvPr/>
        </p:nvSpPr>
        <p:spPr>
          <a:xfrm>
            <a:off x="3582180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7" name="data_6641">
            <a:extLst>
              <a:ext uri="{FF2B5EF4-FFF2-40B4-BE49-F238E27FC236}">
                <a16:creationId xmlns:a16="http://schemas.microsoft.com/office/drawing/2014/main" id="{7C8294B3-BF7C-4D3D-AA14-43651EC40B62}"/>
              </a:ext>
            </a:extLst>
          </p:cNvPr>
          <p:cNvSpPr>
            <a:spLocks/>
          </p:cNvSpPr>
          <p:nvPr/>
        </p:nvSpPr>
        <p:spPr>
          <a:xfrm>
            <a:off x="362445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8" name="data_6642">
            <a:extLst>
              <a:ext uri="{FF2B5EF4-FFF2-40B4-BE49-F238E27FC236}">
                <a16:creationId xmlns:a16="http://schemas.microsoft.com/office/drawing/2014/main" id="{0BC55991-0F1B-4C81-97FF-66C2B79516AF}"/>
              </a:ext>
            </a:extLst>
          </p:cNvPr>
          <p:cNvSpPr>
            <a:spLocks/>
          </p:cNvSpPr>
          <p:nvPr/>
        </p:nvSpPr>
        <p:spPr>
          <a:xfrm>
            <a:off x="3823767" y="500266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89" name="data_6643">
            <a:extLst>
              <a:ext uri="{FF2B5EF4-FFF2-40B4-BE49-F238E27FC236}">
                <a16:creationId xmlns:a16="http://schemas.microsoft.com/office/drawing/2014/main" id="{F7B8BDB6-2693-43EA-959F-F46445FFA0ED}"/>
              </a:ext>
            </a:extLst>
          </p:cNvPr>
          <p:cNvSpPr>
            <a:spLocks/>
          </p:cNvSpPr>
          <p:nvPr/>
        </p:nvSpPr>
        <p:spPr>
          <a:xfrm>
            <a:off x="3673962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0" name="data_6644">
            <a:extLst>
              <a:ext uri="{FF2B5EF4-FFF2-40B4-BE49-F238E27FC236}">
                <a16:creationId xmlns:a16="http://schemas.microsoft.com/office/drawing/2014/main" id="{D536AA66-8F65-4470-839B-DC91EBE65CAF}"/>
              </a:ext>
            </a:extLst>
          </p:cNvPr>
          <p:cNvSpPr>
            <a:spLocks/>
          </p:cNvSpPr>
          <p:nvPr/>
        </p:nvSpPr>
        <p:spPr>
          <a:xfrm>
            <a:off x="391493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1" name="data_6645">
            <a:extLst>
              <a:ext uri="{FF2B5EF4-FFF2-40B4-BE49-F238E27FC236}">
                <a16:creationId xmlns:a16="http://schemas.microsoft.com/office/drawing/2014/main" id="{B6D32B98-AD93-42E1-B13C-FA18F1C14F3A}"/>
              </a:ext>
            </a:extLst>
          </p:cNvPr>
          <p:cNvSpPr>
            <a:spLocks/>
          </p:cNvSpPr>
          <p:nvPr/>
        </p:nvSpPr>
        <p:spPr>
          <a:xfrm>
            <a:off x="370319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2" name="data_6646">
            <a:extLst>
              <a:ext uri="{FF2B5EF4-FFF2-40B4-BE49-F238E27FC236}">
                <a16:creationId xmlns:a16="http://schemas.microsoft.com/office/drawing/2014/main" id="{CA7B8E81-E28E-4913-BDD8-9C39159286A5}"/>
              </a:ext>
            </a:extLst>
          </p:cNvPr>
          <p:cNvSpPr>
            <a:spLocks/>
          </p:cNvSpPr>
          <p:nvPr/>
        </p:nvSpPr>
        <p:spPr>
          <a:xfrm>
            <a:off x="384732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3" name="data_6647">
            <a:extLst>
              <a:ext uri="{FF2B5EF4-FFF2-40B4-BE49-F238E27FC236}">
                <a16:creationId xmlns:a16="http://schemas.microsoft.com/office/drawing/2014/main" id="{55145936-DF5B-4AD9-B119-F3FBAEF71AC3}"/>
              </a:ext>
            </a:extLst>
          </p:cNvPr>
          <p:cNvSpPr>
            <a:spLocks/>
          </p:cNvSpPr>
          <p:nvPr/>
        </p:nvSpPr>
        <p:spPr>
          <a:xfrm>
            <a:off x="3658582" y="5221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4" name="data_6648">
            <a:extLst>
              <a:ext uri="{FF2B5EF4-FFF2-40B4-BE49-F238E27FC236}">
                <a16:creationId xmlns:a16="http://schemas.microsoft.com/office/drawing/2014/main" id="{D70ACAA3-AD38-4A55-9D05-B7B992469ADE}"/>
              </a:ext>
            </a:extLst>
          </p:cNvPr>
          <p:cNvSpPr>
            <a:spLocks/>
          </p:cNvSpPr>
          <p:nvPr/>
        </p:nvSpPr>
        <p:spPr>
          <a:xfrm>
            <a:off x="3931450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5" name="data_6649">
            <a:extLst>
              <a:ext uri="{FF2B5EF4-FFF2-40B4-BE49-F238E27FC236}">
                <a16:creationId xmlns:a16="http://schemas.microsoft.com/office/drawing/2014/main" id="{F2157D85-5D81-4798-B6B1-6C07CFA48F86}"/>
              </a:ext>
            </a:extLst>
          </p:cNvPr>
          <p:cNvSpPr>
            <a:spLocks/>
          </p:cNvSpPr>
          <p:nvPr/>
        </p:nvSpPr>
        <p:spPr>
          <a:xfrm>
            <a:off x="363828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6" name="data_6650">
            <a:extLst>
              <a:ext uri="{FF2B5EF4-FFF2-40B4-BE49-F238E27FC236}">
                <a16:creationId xmlns:a16="http://schemas.microsoft.com/office/drawing/2014/main" id="{8054678F-BD18-4482-82E0-A27C3F23DF17}"/>
              </a:ext>
            </a:extLst>
          </p:cNvPr>
          <p:cNvSpPr>
            <a:spLocks/>
          </p:cNvSpPr>
          <p:nvPr/>
        </p:nvSpPr>
        <p:spPr>
          <a:xfrm>
            <a:off x="346589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7" name="data_6651">
            <a:extLst>
              <a:ext uri="{FF2B5EF4-FFF2-40B4-BE49-F238E27FC236}">
                <a16:creationId xmlns:a16="http://schemas.microsoft.com/office/drawing/2014/main" id="{46E07763-63AF-477D-B8CC-3B474EEC4300}"/>
              </a:ext>
            </a:extLst>
          </p:cNvPr>
          <p:cNvSpPr>
            <a:spLocks/>
          </p:cNvSpPr>
          <p:nvPr/>
        </p:nvSpPr>
        <p:spPr>
          <a:xfrm>
            <a:off x="3611174" y="46359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8" name="data_6652">
            <a:extLst>
              <a:ext uri="{FF2B5EF4-FFF2-40B4-BE49-F238E27FC236}">
                <a16:creationId xmlns:a16="http://schemas.microsoft.com/office/drawing/2014/main" id="{C72270F1-4EF7-40FA-9D06-BBCDFBAC079F}"/>
              </a:ext>
            </a:extLst>
          </p:cNvPr>
          <p:cNvSpPr>
            <a:spLocks/>
          </p:cNvSpPr>
          <p:nvPr/>
        </p:nvSpPr>
        <p:spPr>
          <a:xfrm>
            <a:off x="3659752" y="476029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499" name="data_6653">
            <a:extLst>
              <a:ext uri="{FF2B5EF4-FFF2-40B4-BE49-F238E27FC236}">
                <a16:creationId xmlns:a16="http://schemas.microsoft.com/office/drawing/2014/main" id="{509D65D3-BA6A-4EEB-A34F-E213DBEF6000}"/>
              </a:ext>
            </a:extLst>
          </p:cNvPr>
          <p:cNvSpPr>
            <a:spLocks/>
          </p:cNvSpPr>
          <p:nvPr/>
        </p:nvSpPr>
        <p:spPr>
          <a:xfrm>
            <a:off x="379147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0" name="data_6654">
            <a:extLst>
              <a:ext uri="{FF2B5EF4-FFF2-40B4-BE49-F238E27FC236}">
                <a16:creationId xmlns:a16="http://schemas.microsoft.com/office/drawing/2014/main" id="{985C5B1F-6755-4308-A970-03B49747BD7A}"/>
              </a:ext>
            </a:extLst>
          </p:cNvPr>
          <p:cNvSpPr>
            <a:spLocks/>
          </p:cNvSpPr>
          <p:nvPr/>
        </p:nvSpPr>
        <p:spPr>
          <a:xfrm>
            <a:off x="396879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1" name="data_6655">
            <a:extLst>
              <a:ext uri="{FF2B5EF4-FFF2-40B4-BE49-F238E27FC236}">
                <a16:creationId xmlns:a16="http://schemas.microsoft.com/office/drawing/2014/main" id="{B559FFEC-8A68-4602-B178-2C5A768B4DFF}"/>
              </a:ext>
            </a:extLst>
          </p:cNvPr>
          <p:cNvSpPr>
            <a:spLocks/>
          </p:cNvSpPr>
          <p:nvPr/>
        </p:nvSpPr>
        <p:spPr>
          <a:xfrm>
            <a:off x="3515566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2" name="data_6656">
            <a:extLst>
              <a:ext uri="{FF2B5EF4-FFF2-40B4-BE49-F238E27FC236}">
                <a16:creationId xmlns:a16="http://schemas.microsoft.com/office/drawing/2014/main" id="{492A4193-7134-433F-83D5-4D453A994DF7}"/>
              </a:ext>
            </a:extLst>
          </p:cNvPr>
          <p:cNvSpPr>
            <a:spLocks/>
          </p:cNvSpPr>
          <p:nvPr/>
        </p:nvSpPr>
        <p:spPr>
          <a:xfrm>
            <a:off x="351811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3" name="data_6657">
            <a:extLst>
              <a:ext uri="{FF2B5EF4-FFF2-40B4-BE49-F238E27FC236}">
                <a16:creationId xmlns:a16="http://schemas.microsoft.com/office/drawing/2014/main" id="{35D633BB-B52D-4951-A379-E39D0EB43D05}"/>
              </a:ext>
            </a:extLst>
          </p:cNvPr>
          <p:cNvSpPr>
            <a:spLocks/>
          </p:cNvSpPr>
          <p:nvPr/>
        </p:nvSpPr>
        <p:spPr>
          <a:xfrm>
            <a:off x="3937700" y="42968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4" name="data_6658">
            <a:extLst>
              <a:ext uri="{FF2B5EF4-FFF2-40B4-BE49-F238E27FC236}">
                <a16:creationId xmlns:a16="http://schemas.microsoft.com/office/drawing/2014/main" id="{F66D5FC6-34FE-42AC-9438-33D1904EC2B2}"/>
              </a:ext>
            </a:extLst>
          </p:cNvPr>
          <p:cNvSpPr>
            <a:spLocks/>
          </p:cNvSpPr>
          <p:nvPr/>
        </p:nvSpPr>
        <p:spPr>
          <a:xfrm>
            <a:off x="3519875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5" name="data_6659">
            <a:extLst>
              <a:ext uri="{FF2B5EF4-FFF2-40B4-BE49-F238E27FC236}">
                <a16:creationId xmlns:a16="http://schemas.microsoft.com/office/drawing/2014/main" id="{FD10EC2B-3A90-4A85-8EE4-F7803571471A}"/>
              </a:ext>
            </a:extLst>
          </p:cNvPr>
          <p:cNvSpPr>
            <a:spLocks/>
          </p:cNvSpPr>
          <p:nvPr/>
        </p:nvSpPr>
        <p:spPr>
          <a:xfrm>
            <a:off x="3880483" y="454332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6" name="data_6660">
            <a:extLst>
              <a:ext uri="{FF2B5EF4-FFF2-40B4-BE49-F238E27FC236}">
                <a16:creationId xmlns:a16="http://schemas.microsoft.com/office/drawing/2014/main" id="{3487D0B2-38F3-4E8D-83ED-C629FD7960EE}"/>
              </a:ext>
            </a:extLst>
          </p:cNvPr>
          <p:cNvSpPr>
            <a:spLocks/>
          </p:cNvSpPr>
          <p:nvPr/>
        </p:nvSpPr>
        <p:spPr>
          <a:xfrm>
            <a:off x="3500082" y="42629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7" name="data_6661">
            <a:extLst>
              <a:ext uri="{FF2B5EF4-FFF2-40B4-BE49-F238E27FC236}">
                <a16:creationId xmlns:a16="http://schemas.microsoft.com/office/drawing/2014/main" id="{6956C881-5E4D-43BE-9F32-80A4819558C5}"/>
              </a:ext>
            </a:extLst>
          </p:cNvPr>
          <p:cNvSpPr>
            <a:spLocks/>
          </p:cNvSpPr>
          <p:nvPr/>
        </p:nvSpPr>
        <p:spPr>
          <a:xfrm>
            <a:off x="3851049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8" name="data_6662">
            <a:extLst>
              <a:ext uri="{FF2B5EF4-FFF2-40B4-BE49-F238E27FC236}">
                <a16:creationId xmlns:a16="http://schemas.microsoft.com/office/drawing/2014/main" id="{A2886EAA-285F-43BB-9F3D-BA05B30F2511}"/>
              </a:ext>
            </a:extLst>
          </p:cNvPr>
          <p:cNvSpPr>
            <a:spLocks/>
          </p:cNvSpPr>
          <p:nvPr/>
        </p:nvSpPr>
        <p:spPr>
          <a:xfrm>
            <a:off x="358151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09" name="data_6663">
            <a:extLst>
              <a:ext uri="{FF2B5EF4-FFF2-40B4-BE49-F238E27FC236}">
                <a16:creationId xmlns:a16="http://schemas.microsoft.com/office/drawing/2014/main" id="{36573DE0-1CFC-4F09-92A8-F66F46F95C3F}"/>
              </a:ext>
            </a:extLst>
          </p:cNvPr>
          <p:cNvSpPr>
            <a:spLocks/>
          </p:cNvSpPr>
          <p:nvPr/>
        </p:nvSpPr>
        <p:spPr>
          <a:xfrm>
            <a:off x="384632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0" name="data_6664">
            <a:extLst>
              <a:ext uri="{FF2B5EF4-FFF2-40B4-BE49-F238E27FC236}">
                <a16:creationId xmlns:a16="http://schemas.microsoft.com/office/drawing/2014/main" id="{F8739B9A-DE81-4D04-A755-FCF1D3A69D38}"/>
              </a:ext>
            </a:extLst>
          </p:cNvPr>
          <p:cNvSpPr>
            <a:spLocks/>
          </p:cNvSpPr>
          <p:nvPr/>
        </p:nvSpPr>
        <p:spPr>
          <a:xfrm>
            <a:off x="3602571" y="42393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1" name="data_6665">
            <a:extLst>
              <a:ext uri="{FF2B5EF4-FFF2-40B4-BE49-F238E27FC236}">
                <a16:creationId xmlns:a16="http://schemas.microsoft.com/office/drawing/2014/main" id="{B3ABF824-76F6-4E8D-8967-AE2C8BFF9C07}"/>
              </a:ext>
            </a:extLst>
          </p:cNvPr>
          <p:cNvSpPr>
            <a:spLocks/>
          </p:cNvSpPr>
          <p:nvPr/>
        </p:nvSpPr>
        <p:spPr>
          <a:xfrm>
            <a:off x="3654780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2" name="data_6666">
            <a:extLst>
              <a:ext uri="{FF2B5EF4-FFF2-40B4-BE49-F238E27FC236}">
                <a16:creationId xmlns:a16="http://schemas.microsoft.com/office/drawing/2014/main" id="{60FD8ED7-8B5F-4338-9C51-EE221C60E5A4}"/>
              </a:ext>
            </a:extLst>
          </p:cNvPr>
          <p:cNvSpPr>
            <a:spLocks/>
          </p:cNvSpPr>
          <p:nvPr/>
        </p:nvSpPr>
        <p:spPr>
          <a:xfrm>
            <a:off x="3978324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3" name="data_6667">
            <a:extLst>
              <a:ext uri="{FF2B5EF4-FFF2-40B4-BE49-F238E27FC236}">
                <a16:creationId xmlns:a16="http://schemas.microsoft.com/office/drawing/2014/main" id="{A34BEBE5-B148-496F-BB22-2B53E5783A2F}"/>
              </a:ext>
            </a:extLst>
          </p:cNvPr>
          <p:cNvSpPr>
            <a:spLocks/>
          </p:cNvSpPr>
          <p:nvPr/>
        </p:nvSpPr>
        <p:spPr>
          <a:xfrm>
            <a:off x="3699017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4" name="data_6668">
            <a:extLst>
              <a:ext uri="{FF2B5EF4-FFF2-40B4-BE49-F238E27FC236}">
                <a16:creationId xmlns:a16="http://schemas.microsoft.com/office/drawing/2014/main" id="{634B9BCE-3EAB-4541-926A-656C461BA882}"/>
              </a:ext>
            </a:extLst>
          </p:cNvPr>
          <p:cNvSpPr>
            <a:spLocks/>
          </p:cNvSpPr>
          <p:nvPr/>
        </p:nvSpPr>
        <p:spPr>
          <a:xfrm>
            <a:off x="3844284" y="449202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5" name="data_6669">
            <a:extLst>
              <a:ext uri="{FF2B5EF4-FFF2-40B4-BE49-F238E27FC236}">
                <a16:creationId xmlns:a16="http://schemas.microsoft.com/office/drawing/2014/main" id="{47A74516-23D8-490F-AE1D-CB3CAE391EEF}"/>
              </a:ext>
            </a:extLst>
          </p:cNvPr>
          <p:cNvSpPr>
            <a:spLocks/>
          </p:cNvSpPr>
          <p:nvPr/>
        </p:nvSpPr>
        <p:spPr>
          <a:xfrm>
            <a:off x="374654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6" name="data_6670">
            <a:extLst>
              <a:ext uri="{FF2B5EF4-FFF2-40B4-BE49-F238E27FC236}">
                <a16:creationId xmlns:a16="http://schemas.microsoft.com/office/drawing/2014/main" id="{B0097967-D943-47EC-AD66-BCF7E74FF3DB}"/>
              </a:ext>
            </a:extLst>
          </p:cNvPr>
          <p:cNvSpPr>
            <a:spLocks/>
          </p:cNvSpPr>
          <p:nvPr/>
        </p:nvSpPr>
        <p:spPr>
          <a:xfrm>
            <a:off x="3544740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7" name="data_6671">
            <a:extLst>
              <a:ext uri="{FF2B5EF4-FFF2-40B4-BE49-F238E27FC236}">
                <a16:creationId xmlns:a16="http://schemas.microsoft.com/office/drawing/2014/main" id="{76B5ED37-EBCC-4982-9281-6F60DF19026E}"/>
              </a:ext>
            </a:extLst>
          </p:cNvPr>
          <p:cNvSpPr>
            <a:spLocks/>
          </p:cNvSpPr>
          <p:nvPr/>
        </p:nvSpPr>
        <p:spPr>
          <a:xfrm>
            <a:off x="381034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8" name="data_6672">
            <a:extLst>
              <a:ext uri="{FF2B5EF4-FFF2-40B4-BE49-F238E27FC236}">
                <a16:creationId xmlns:a16="http://schemas.microsoft.com/office/drawing/2014/main" id="{60670FC0-609E-4C8F-B77C-EAC7997F0C02}"/>
              </a:ext>
            </a:extLst>
          </p:cNvPr>
          <p:cNvSpPr>
            <a:spLocks/>
          </p:cNvSpPr>
          <p:nvPr/>
        </p:nvSpPr>
        <p:spPr>
          <a:xfrm>
            <a:off x="389844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19" name="data_6673">
            <a:extLst>
              <a:ext uri="{FF2B5EF4-FFF2-40B4-BE49-F238E27FC236}">
                <a16:creationId xmlns:a16="http://schemas.microsoft.com/office/drawing/2014/main" id="{3154EA37-225E-4974-83E6-6D03C0E9859E}"/>
              </a:ext>
            </a:extLst>
          </p:cNvPr>
          <p:cNvSpPr>
            <a:spLocks/>
          </p:cNvSpPr>
          <p:nvPr/>
        </p:nvSpPr>
        <p:spPr>
          <a:xfrm>
            <a:off x="3839649" y="472465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0" name="data_6674">
            <a:extLst>
              <a:ext uri="{FF2B5EF4-FFF2-40B4-BE49-F238E27FC236}">
                <a16:creationId xmlns:a16="http://schemas.microsoft.com/office/drawing/2014/main" id="{D93C01FE-BAF8-4BB2-BB6F-140D4E1EE2B7}"/>
              </a:ext>
            </a:extLst>
          </p:cNvPr>
          <p:cNvSpPr>
            <a:spLocks/>
          </p:cNvSpPr>
          <p:nvPr/>
        </p:nvSpPr>
        <p:spPr>
          <a:xfrm>
            <a:off x="380231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1" name="data_6675">
            <a:extLst>
              <a:ext uri="{FF2B5EF4-FFF2-40B4-BE49-F238E27FC236}">
                <a16:creationId xmlns:a16="http://schemas.microsoft.com/office/drawing/2014/main" id="{BE051846-50BD-4D79-91D1-E617E2B19210}"/>
              </a:ext>
            </a:extLst>
          </p:cNvPr>
          <p:cNvSpPr>
            <a:spLocks/>
          </p:cNvSpPr>
          <p:nvPr/>
        </p:nvSpPr>
        <p:spPr>
          <a:xfrm>
            <a:off x="3884244" y="510794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2" name="data_6676">
            <a:extLst>
              <a:ext uri="{FF2B5EF4-FFF2-40B4-BE49-F238E27FC236}">
                <a16:creationId xmlns:a16="http://schemas.microsoft.com/office/drawing/2014/main" id="{16ACBF83-ABC7-488B-B065-E1136DA36F7E}"/>
              </a:ext>
            </a:extLst>
          </p:cNvPr>
          <p:cNvSpPr>
            <a:spLocks/>
          </p:cNvSpPr>
          <p:nvPr/>
        </p:nvSpPr>
        <p:spPr>
          <a:xfrm>
            <a:off x="380073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3" name="data_6677">
            <a:extLst>
              <a:ext uri="{FF2B5EF4-FFF2-40B4-BE49-F238E27FC236}">
                <a16:creationId xmlns:a16="http://schemas.microsoft.com/office/drawing/2014/main" id="{4E1B60ED-5EB2-4269-9B13-358DB396004C}"/>
              </a:ext>
            </a:extLst>
          </p:cNvPr>
          <p:cNvSpPr>
            <a:spLocks/>
          </p:cNvSpPr>
          <p:nvPr/>
        </p:nvSpPr>
        <p:spPr>
          <a:xfrm>
            <a:off x="346868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4" name="data_6678">
            <a:extLst>
              <a:ext uri="{FF2B5EF4-FFF2-40B4-BE49-F238E27FC236}">
                <a16:creationId xmlns:a16="http://schemas.microsoft.com/office/drawing/2014/main" id="{A8477315-0E13-4E26-85E4-5F036E425A3D}"/>
              </a:ext>
            </a:extLst>
          </p:cNvPr>
          <p:cNvSpPr>
            <a:spLocks/>
          </p:cNvSpPr>
          <p:nvPr/>
        </p:nvSpPr>
        <p:spPr>
          <a:xfrm>
            <a:off x="393687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5" name="data_6679">
            <a:extLst>
              <a:ext uri="{FF2B5EF4-FFF2-40B4-BE49-F238E27FC236}">
                <a16:creationId xmlns:a16="http://schemas.microsoft.com/office/drawing/2014/main" id="{3C7A5F55-D560-468F-8174-2B5078165CBD}"/>
              </a:ext>
            </a:extLst>
          </p:cNvPr>
          <p:cNvSpPr>
            <a:spLocks/>
          </p:cNvSpPr>
          <p:nvPr/>
        </p:nvSpPr>
        <p:spPr>
          <a:xfrm>
            <a:off x="362881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6" name="data_6680">
            <a:extLst>
              <a:ext uri="{FF2B5EF4-FFF2-40B4-BE49-F238E27FC236}">
                <a16:creationId xmlns:a16="http://schemas.microsoft.com/office/drawing/2014/main" id="{B3BA265E-BA68-424F-BC3C-B2DCD233A923}"/>
              </a:ext>
            </a:extLst>
          </p:cNvPr>
          <p:cNvSpPr>
            <a:spLocks/>
          </p:cNvSpPr>
          <p:nvPr/>
        </p:nvSpPr>
        <p:spPr>
          <a:xfrm>
            <a:off x="378733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7" name="data_6681">
            <a:extLst>
              <a:ext uri="{FF2B5EF4-FFF2-40B4-BE49-F238E27FC236}">
                <a16:creationId xmlns:a16="http://schemas.microsoft.com/office/drawing/2014/main" id="{FA12BCAA-7B5C-4285-AD8D-7EBA8115F05B}"/>
              </a:ext>
            </a:extLst>
          </p:cNvPr>
          <p:cNvSpPr>
            <a:spLocks/>
          </p:cNvSpPr>
          <p:nvPr/>
        </p:nvSpPr>
        <p:spPr>
          <a:xfrm>
            <a:off x="3708558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8" name="data_6682">
            <a:extLst>
              <a:ext uri="{FF2B5EF4-FFF2-40B4-BE49-F238E27FC236}">
                <a16:creationId xmlns:a16="http://schemas.microsoft.com/office/drawing/2014/main" id="{BEBEE4D1-518B-4D9A-971E-E29F7117D3D1}"/>
              </a:ext>
            </a:extLst>
          </p:cNvPr>
          <p:cNvSpPr>
            <a:spLocks/>
          </p:cNvSpPr>
          <p:nvPr/>
        </p:nvSpPr>
        <p:spPr>
          <a:xfrm>
            <a:off x="3686506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29" name="data_6683">
            <a:extLst>
              <a:ext uri="{FF2B5EF4-FFF2-40B4-BE49-F238E27FC236}">
                <a16:creationId xmlns:a16="http://schemas.microsoft.com/office/drawing/2014/main" id="{E7E6CFF9-A203-4A81-BBDC-010350A99DFD}"/>
              </a:ext>
            </a:extLst>
          </p:cNvPr>
          <p:cNvSpPr>
            <a:spLocks/>
          </p:cNvSpPr>
          <p:nvPr/>
        </p:nvSpPr>
        <p:spPr>
          <a:xfrm>
            <a:off x="3859511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0" name="data_6684">
            <a:extLst>
              <a:ext uri="{FF2B5EF4-FFF2-40B4-BE49-F238E27FC236}">
                <a16:creationId xmlns:a16="http://schemas.microsoft.com/office/drawing/2014/main" id="{85057A08-408C-4681-BEAA-74A68736EE5F}"/>
              </a:ext>
            </a:extLst>
          </p:cNvPr>
          <p:cNvSpPr>
            <a:spLocks/>
          </p:cNvSpPr>
          <p:nvPr/>
        </p:nvSpPr>
        <p:spPr>
          <a:xfrm>
            <a:off x="373394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1" name="data_6685">
            <a:extLst>
              <a:ext uri="{FF2B5EF4-FFF2-40B4-BE49-F238E27FC236}">
                <a16:creationId xmlns:a16="http://schemas.microsoft.com/office/drawing/2014/main" id="{566B67E3-3482-46C7-A802-4B4D1B0F6611}"/>
              </a:ext>
            </a:extLst>
          </p:cNvPr>
          <p:cNvSpPr>
            <a:spLocks/>
          </p:cNvSpPr>
          <p:nvPr/>
        </p:nvSpPr>
        <p:spPr>
          <a:xfrm>
            <a:off x="3520616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2" name="data_6686">
            <a:extLst>
              <a:ext uri="{FF2B5EF4-FFF2-40B4-BE49-F238E27FC236}">
                <a16:creationId xmlns:a16="http://schemas.microsoft.com/office/drawing/2014/main" id="{B40B7CD9-8903-407E-B927-664E488B3E99}"/>
              </a:ext>
            </a:extLst>
          </p:cNvPr>
          <p:cNvSpPr>
            <a:spLocks/>
          </p:cNvSpPr>
          <p:nvPr/>
        </p:nvSpPr>
        <p:spPr>
          <a:xfrm>
            <a:off x="3871609" y="516287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3" name="data_6687">
            <a:extLst>
              <a:ext uri="{FF2B5EF4-FFF2-40B4-BE49-F238E27FC236}">
                <a16:creationId xmlns:a16="http://schemas.microsoft.com/office/drawing/2014/main" id="{5E9C8E08-BA7A-4D9C-B4B8-5AA247A7EF5F}"/>
              </a:ext>
            </a:extLst>
          </p:cNvPr>
          <p:cNvSpPr>
            <a:spLocks/>
          </p:cNvSpPr>
          <p:nvPr/>
        </p:nvSpPr>
        <p:spPr>
          <a:xfrm>
            <a:off x="364222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4" name="data_6688">
            <a:extLst>
              <a:ext uri="{FF2B5EF4-FFF2-40B4-BE49-F238E27FC236}">
                <a16:creationId xmlns:a16="http://schemas.microsoft.com/office/drawing/2014/main" id="{3C15163A-9139-47DA-B907-4318217E93FA}"/>
              </a:ext>
            </a:extLst>
          </p:cNvPr>
          <p:cNvSpPr>
            <a:spLocks/>
          </p:cNvSpPr>
          <p:nvPr/>
        </p:nvSpPr>
        <p:spPr>
          <a:xfrm>
            <a:off x="3557995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5" name="data_6689">
            <a:extLst>
              <a:ext uri="{FF2B5EF4-FFF2-40B4-BE49-F238E27FC236}">
                <a16:creationId xmlns:a16="http://schemas.microsoft.com/office/drawing/2014/main" id="{F66F4682-1786-4FBC-BB49-C5D62DC5D8C5}"/>
              </a:ext>
            </a:extLst>
          </p:cNvPr>
          <p:cNvSpPr>
            <a:spLocks/>
          </p:cNvSpPr>
          <p:nvPr/>
        </p:nvSpPr>
        <p:spPr>
          <a:xfrm>
            <a:off x="3527525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6" name="data_6690">
            <a:extLst>
              <a:ext uri="{FF2B5EF4-FFF2-40B4-BE49-F238E27FC236}">
                <a16:creationId xmlns:a16="http://schemas.microsoft.com/office/drawing/2014/main" id="{4F4A96A4-E4B8-4B1D-9EDE-7E25ADC3165F}"/>
              </a:ext>
            </a:extLst>
          </p:cNvPr>
          <p:cNvSpPr>
            <a:spLocks/>
          </p:cNvSpPr>
          <p:nvPr/>
        </p:nvSpPr>
        <p:spPr>
          <a:xfrm>
            <a:off x="3552561" y="53938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7" name="data_6691">
            <a:extLst>
              <a:ext uri="{FF2B5EF4-FFF2-40B4-BE49-F238E27FC236}">
                <a16:creationId xmlns:a16="http://schemas.microsoft.com/office/drawing/2014/main" id="{31049A8A-402E-4E58-A9EC-973B573AA9B9}"/>
              </a:ext>
            </a:extLst>
          </p:cNvPr>
          <p:cNvSpPr>
            <a:spLocks/>
          </p:cNvSpPr>
          <p:nvPr/>
        </p:nvSpPr>
        <p:spPr>
          <a:xfrm>
            <a:off x="3955898" y="4452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8" name="data_6692">
            <a:extLst>
              <a:ext uri="{FF2B5EF4-FFF2-40B4-BE49-F238E27FC236}">
                <a16:creationId xmlns:a16="http://schemas.microsoft.com/office/drawing/2014/main" id="{E1F4ACCF-C28A-483C-963F-2EF2B29B4999}"/>
              </a:ext>
            </a:extLst>
          </p:cNvPr>
          <p:cNvSpPr>
            <a:spLocks/>
          </p:cNvSpPr>
          <p:nvPr/>
        </p:nvSpPr>
        <p:spPr>
          <a:xfrm>
            <a:off x="3747578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39" name="data_6693">
            <a:extLst>
              <a:ext uri="{FF2B5EF4-FFF2-40B4-BE49-F238E27FC236}">
                <a16:creationId xmlns:a16="http://schemas.microsoft.com/office/drawing/2014/main" id="{963F5825-C3F6-4CF6-B4BB-7A9E525B74CE}"/>
              </a:ext>
            </a:extLst>
          </p:cNvPr>
          <p:cNvSpPr>
            <a:spLocks/>
          </p:cNvSpPr>
          <p:nvPr/>
        </p:nvSpPr>
        <p:spPr>
          <a:xfrm>
            <a:off x="35349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0" name="data_6694">
            <a:extLst>
              <a:ext uri="{FF2B5EF4-FFF2-40B4-BE49-F238E27FC236}">
                <a16:creationId xmlns:a16="http://schemas.microsoft.com/office/drawing/2014/main" id="{3D10C10A-1468-4D59-9016-FE1233A518A0}"/>
              </a:ext>
            </a:extLst>
          </p:cNvPr>
          <p:cNvSpPr>
            <a:spLocks/>
          </p:cNvSpPr>
          <p:nvPr/>
        </p:nvSpPr>
        <p:spPr>
          <a:xfrm>
            <a:off x="3832137" y="533010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1" name="data_6695">
            <a:extLst>
              <a:ext uri="{FF2B5EF4-FFF2-40B4-BE49-F238E27FC236}">
                <a16:creationId xmlns:a16="http://schemas.microsoft.com/office/drawing/2014/main" id="{137F3754-1907-4192-A7E6-2A19E1439360}"/>
              </a:ext>
            </a:extLst>
          </p:cNvPr>
          <p:cNvSpPr>
            <a:spLocks/>
          </p:cNvSpPr>
          <p:nvPr/>
        </p:nvSpPr>
        <p:spPr>
          <a:xfrm>
            <a:off x="384217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2" name="data_6696">
            <a:extLst>
              <a:ext uri="{FF2B5EF4-FFF2-40B4-BE49-F238E27FC236}">
                <a16:creationId xmlns:a16="http://schemas.microsoft.com/office/drawing/2014/main" id="{BC39D55C-6986-42A5-822B-3D74B7F5CD1B}"/>
              </a:ext>
            </a:extLst>
          </p:cNvPr>
          <p:cNvSpPr>
            <a:spLocks/>
          </p:cNvSpPr>
          <p:nvPr/>
        </p:nvSpPr>
        <p:spPr>
          <a:xfrm>
            <a:off x="3973920" y="51242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3" name="data_6697">
            <a:extLst>
              <a:ext uri="{FF2B5EF4-FFF2-40B4-BE49-F238E27FC236}">
                <a16:creationId xmlns:a16="http://schemas.microsoft.com/office/drawing/2014/main" id="{E8201418-C9C6-4C90-9E0B-5120BB41893D}"/>
              </a:ext>
            </a:extLst>
          </p:cNvPr>
          <p:cNvSpPr>
            <a:spLocks/>
          </p:cNvSpPr>
          <p:nvPr/>
        </p:nvSpPr>
        <p:spPr>
          <a:xfrm>
            <a:off x="3486105" y="53242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4" name="data_6698">
            <a:extLst>
              <a:ext uri="{FF2B5EF4-FFF2-40B4-BE49-F238E27FC236}">
                <a16:creationId xmlns:a16="http://schemas.microsoft.com/office/drawing/2014/main" id="{ADDCD3C0-692D-4997-96C3-1EF12875F1E2}"/>
              </a:ext>
            </a:extLst>
          </p:cNvPr>
          <p:cNvSpPr>
            <a:spLocks/>
          </p:cNvSpPr>
          <p:nvPr/>
        </p:nvSpPr>
        <p:spPr>
          <a:xfrm>
            <a:off x="3654706" y="477719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5" name="data_6699">
            <a:extLst>
              <a:ext uri="{FF2B5EF4-FFF2-40B4-BE49-F238E27FC236}">
                <a16:creationId xmlns:a16="http://schemas.microsoft.com/office/drawing/2014/main" id="{8A199718-8AB4-4EC3-B4A5-DF10DF2CE287}"/>
              </a:ext>
            </a:extLst>
          </p:cNvPr>
          <p:cNvSpPr>
            <a:spLocks/>
          </p:cNvSpPr>
          <p:nvPr/>
        </p:nvSpPr>
        <p:spPr>
          <a:xfrm>
            <a:off x="3672809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6" name="data_6700">
            <a:extLst>
              <a:ext uri="{FF2B5EF4-FFF2-40B4-BE49-F238E27FC236}">
                <a16:creationId xmlns:a16="http://schemas.microsoft.com/office/drawing/2014/main" id="{73E22367-105A-4694-8FE2-D4C58E5C9FD6}"/>
              </a:ext>
            </a:extLst>
          </p:cNvPr>
          <p:cNvSpPr>
            <a:spLocks/>
          </p:cNvSpPr>
          <p:nvPr/>
        </p:nvSpPr>
        <p:spPr>
          <a:xfrm>
            <a:off x="3753194" y="39537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7" name="data_6701">
            <a:extLst>
              <a:ext uri="{FF2B5EF4-FFF2-40B4-BE49-F238E27FC236}">
                <a16:creationId xmlns:a16="http://schemas.microsoft.com/office/drawing/2014/main" id="{A27DE6E2-3FDA-4FBF-A1A0-59857B7DB975}"/>
              </a:ext>
            </a:extLst>
          </p:cNvPr>
          <p:cNvSpPr>
            <a:spLocks/>
          </p:cNvSpPr>
          <p:nvPr/>
        </p:nvSpPr>
        <p:spPr>
          <a:xfrm>
            <a:off x="372373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8" name="data_6702">
            <a:extLst>
              <a:ext uri="{FF2B5EF4-FFF2-40B4-BE49-F238E27FC236}">
                <a16:creationId xmlns:a16="http://schemas.microsoft.com/office/drawing/2014/main" id="{114EC1B8-9DF5-47FA-AF17-6DB606B9F6F4}"/>
              </a:ext>
            </a:extLst>
          </p:cNvPr>
          <p:cNvSpPr>
            <a:spLocks/>
          </p:cNvSpPr>
          <p:nvPr/>
        </p:nvSpPr>
        <p:spPr>
          <a:xfrm>
            <a:off x="3597700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49" name="data_6703">
            <a:extLst>
              <a:ext uri="{FF2B5EF4-FFF2-40B4-BE49-F238E27FC236}">
                <a16:creationId xmlns:a16="http://schemas.microsoft.com/office/drawing/2014/main" id="{5E12B4B1-E254-45AD-9287-B8ED99F543D1}"/>
              </a:ext>
            </a:extLst>
          </p:cNvPr>
          <p:cNvSpPr>
            <a:spLocks/>
          </p:cNvSpPr>
          <p:nvPr/>
        </p:nvSpPr>
        <p:spPr>
          <a:xfrm>
            <a:off x="387047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0" name="data_6704">
            <a:extLst>
              <a:ext uri="{FF2B5EF4-FFF2-40B4-BE49-F238E27FC236}">
                <a16:creationId xmlns:a16="http://schemas.microsoft.com/office/drawing/2014/main" id="{4384C54C-BDB3-4D09-8A6C-D66B8C8B8E31}"/>
              </a:ext>
            </a:extLst>
          </p:cNvPr>
          <p:cNvSpPr>
            <a:spLocks/>
          </p:cNvSpPr>
          <p:nvPr/>
        </p:nvSpPr>
        <p:spPr>
          <a:xfrm>
            <a:off x="3489834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1" name="data_6705">
            <a:extLst>
              <a:ext uri="{FF2B5EF4-FFF2-40B4-BE49-F238E27FC236}">
                <a16:creationId xmlns:a16="http://schemas.microsoft.com/office/drawing/2014/main" id="{807DC73F-4052-4F5D-9AB3-FF530B42E868}"/>
              </a:ext>
            </a:extLst>
          </p:cNvPr>
          <p:cNvSpPr>
            <a:spLocks/>
          </p:cNvSpPr>
          <p:nvPr/>
        </p:nvSpPr>
        <p:spPr>
          <a:xfrm>
            <a:off x="3803733" y="46248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2" name="data_6706">
            <a:extLst>
              <a:ext uri="{FF2B5EF4-FFF2-40B4-BE49-F238E27FC236}">
                <a16:creationId xmlns:a16="http://schemas.microsoft.com/office/drawing/2014/main" id="{99F316F6-BA1C-46F0-B5B8-AA618C08E335}"/>
              </a:ext>
            </a:extLst>
          </p:cNvPr>
          <p:cNvSpPr>
            <a:spLocks/>
          </p:cNvSpPr>
          <p:nvPr/>
        </p:nvSpPr>
        <p:spPr>
          <a:xfrm>
            <a:off x="373514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3" name="data_6707">
            <a:extLst>
              <a:ext uri="{FF2B5EF4-FFF2-40B4-BE49-F238E27FC236}">
                <a16:creationId xmlns:a16="http://schemas.microsoft.com/office/drawing/2014/main" id="{0EA4FACA-41E1-474F-8D25-D2DB90CE1A53}"/>
              </a:ext>
            </a:extLst>
          </p:cNvPr>
          <p:cNvSpPr>
            <a:spLocks/>
          </p:cNvSpPr>
          <p:nvPr/>
        </p:nvSpPr>
        <p:spPr>
          <a:xfrm>
            <a:off x="3730480" y="43869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4" name="data_6708">
            <a:extLst>
              <a:ext uri="{FF2B5EF4-FFF2-40B4-BE49-F238E27FC236}">
                <a16:creationId xmlns:a16="http://schemas.microsoft.com/office/drawing/2014/main" id="{39E07D03-766D-4D54-AD32-4E860D37E6DE}"/>
              </a:ext>
            </a:extLst>
          </p:cNvPr>
          <p:cNvSpPr>
            <a:spLocks/>
          </p:cNvSpPr>
          <p:nvPr/>
        </p:nvSpPr>
        <p:spPr>
          <a:xfrm>
            <a:off x="364648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5" name="data_6709">
            <a:extLst>
              <a:ext uri="{FF2B5EF4-FFF2-40B4-BE49-F238E27FC236}">
                <a16:creationId xmlns:a16="http://schemas.microsoft.com/office/drawing/2014/main" id="{8A6F599D-97F4-42D5-B3D2-569AFA0DCC1D}"/>
              </a:ext>
            </a:extLst>
          </p:cNvPr>
          <p:cNvSpPr>
            <a:spLocks/>
          </p:cNvSpPr>
          <p:nvPr/>
        </p:nvSpPr>
        <p:spPr>
          <a:xfrm>
            <a:off x="3855634" y="5198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6" name="data_6710">
            <a:extLst>
              <a:ext uri="{FF2B5EF4-FFF2-40B4-BE49-F238E27FC236}">
                <a16:creationId xmlns:a16="http://schemas.microsoft.com/office/drawing/2014/main" id="{DF52F5D0-A3DE-416B-87BC-ABCBD3BAFDFF}"/>
              </a:ext>
            </a:extLst>
          </p:cNvPr>
          <p:cNvSpPr>
            <a:spLocks/>
          </p:cNvSpPr>
          <p:nvPr/>
        </p:nvSpPr>
        <p:spPr>
          <a:xfrm>
            <a:off x="363398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7" name="data_6711">
            <a:extLst>
              <a:ext uri="{FF2B5EF4-FFF2-40B4-BE49-F238E27FC236}">
                <a16:creationId xmlns:a16="http://schemas.microsoft.com/office/drawing/2014/main" id="{73DE4624-F881-4971-B2EF-49CE222DA771}"/>
              </a:ext>
            </a:extLst>
          </p:cNvPr>
          <p:cNvSpPr>
            <a:spLocks/>
          </p:cNvSpPr>
          <p:nvPr/>
        </p:nvSpPr>
        <p:spPr>
          <a:xfrm>
            <a:off x="3636232" y="50225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8" name="data_6712">
            <a:extLst>
              <a:ext uri="{FF2B5EF4-FFF2-40B4-BE49-F238E27FC236}">
                <a16:creationId xmlns:a16="http://schemas.microsoft.com/office/drawing/2014/main" id="{69DB4EFB-D97A-4937-ABAA-410361A80095}"/>
              </a:ext>
            </a:extLst>
          </p:cNvPr>
          <p:cNvSpPr>
            <a:spLocks/>
          </p:cNvSpPr>
          <p:nvPr/>
        </p:nvSpPr>
        <p:spPr>
          <a:xfrm>
            <a:off x="3745402" y="445285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59" name="data_6713">
            <a:extLst>
              <a:ext uri="{FF2B5EF4-FFF2-40B4-BE49-F238E27FC236}">
                <a16:creationId xmlns:a16="http://schemas.microsoft.com/office/drawing/2014/main" id="{77ED8881-D06C-4A76-A4D4-B0BBD28E38A5}"/>
              </a:ext>
            </a:extLst>
          </p:cNvPr>
          <p:cNvSpPr>
            <a:spLocks/>
          </p:cNvSpPr>
          <p:nvPr/>
        </p:nvSpPr>
        <p:spPr>
          <a:xfrm>
            <a:off x="378891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0" name="data_6714">
            <a:extLst>
              <a:ext uri="{FF2B5EF4-FFF2-40B4-BE49-F238E27FC236}">
                <a16:creationId xmlns:a16="http://schemas.microsoft.com/office/drawing/2014/main" id="{299F4C54-19DC-426A-9EE9-D0590B2967B1}"/>
              </a:ext>
            </a:extLst>
          </p:cNvPr>
          <p:cNvSpPr>
            <a:spLocks/>
          </p:cNvSpPr>
          <p:nvPr/>
        </p:nvSpPr>
        <p:spPr>
          <a:xfrm>
            <a:off x="3828782" y="4317217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1" name="data_6715">
            <a:extLst>
              <a:ext uri="{FF2B5EF4-FFF2-40B4-BE49-F238E27FC236}">
                <a16:creationId xmlns:a16="http://schemas.microsoft.com/office/drawing/2014/main" id="{70FF5B4D-D77B-4374-95C1-E03C6BEA706C}"/>
              </a:ext>
            </a:extLst>
          </p:cNvPr>
          <p:cNvSpPr>
            <a:spLocks/>
          </p:cNvSpPr>
          <p:nvPr/>
        </p:nvSpPr>
        <p:spPr>
          <a:xfrm>
            <a:off x="37480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2" name="data_6716">
            <a:extLst>
              <a:ext uri="{FF2B5EF4-FFF2-40B4-BE49-F238E27FC236}">
                <a16:creationId xmlns:a16="http://schemas.microsoft.com/office/drawing/2014/main" id="{E0684CFA-20C0-49CE-8C28-198797A87707}"/>
              </a:ext>
            </a:extLst>
          </p:cNvPr>
          <p:cNvSpPr>
            <a:spLocks/>
          </p:cNvSpPr>
          <p:nvPr/>
        </p:nvSpPr>
        <p:spPr>
          <a:xfrm>
            <a:off x="35435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3" name="data_6717">
            <a:extLst>
              <a:ext uri="{FF2B5EF4-FFF2-40B4-BE49-F238E27FC236}">
                <a16:creationId xmlns:a16="http://schemas.microsoft.com/office/drawing/2014/main" id="{94FFD898-860C-417D-A87D-00FAC7ADFAF2}"/>
              </a:ext>
            </a:extLst>
          </p:cNvPr>
          <p:cNvSpPr>
            <a:spLocks/>
          </p:cNvSpPr>
          <p:nvPr/>
        </p:nvSpPr>
        <p:spPr>
          <a:xfrm>
            <a:off x="3651702" y="473381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4" name="data_6718">
            <a:extLst>
              <a:ext uri="{FF2B5EF4-FFF2-40B4-BE49-F238E27FC236}">
                <a16:creationId xmlns:a16="http://schemas.microsoft.com/office/drawing/2014/main" id="{A651448E-5BBF-47AD-91C7-0AD908BFAF8B}"/>
              </a:ext>
            </a:extLst>
          </p:cNvPr>
          <p:cNvSpPr>
            <a:spLocks/>
          </p:cNvSpPr>
          <p:nvPr/>
        </p:nvSpPr>
        <p:spPr>
          <a:xfrm>
            <a:off x="3957633" y="447896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5" name="data_6719">
            <a:extLst>
              <a:ext uri="{FF2B5EF4-FFF2-40B4-BE49-F238E27FC236}">
                <a16:creationId xmlns:a16="http://schemas.microsoft.com/office/drawing/2014/main" id="{55DE812C-466B-4955-95C3-444C5FCA9BCF}"/>
              </a:ext>
            </a:extLst>
          </p:cNvPr>
          <p:cNvSpPr>
            <a:spLocks/>
          </p:cNvSpPr>
          <p:nvPr/>
        </p:nvSpPr>
        <p:spPr>
          <a:xfrm>
            <a:off x="363153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6" name="data_6720">
            <a:extLst>
              <a:ext uri="{FF2B5EF4-FFF2-40B4-BE49-F238E27FC236}">
                <a16:creationId xmlns:a16="http://schemas.microsoft.com/office/drawing/2014/main" id="{DCB1F042-7C8B-4671-825B-A0EDB861471C}"/>
              </a:ext>
            </a:extLst>
          </p:cNvPr>
          <p:cNvSpPr>
            <a:spLocks/>
          </p:cNvSpPr>
          <p:nvPr/>
        </p:nvSpPr>
        <p:spPr>
          <a:xfrm>
            <a:off x="3503068" y="45475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7" name="data_6721">
            <a:extLst>
              <a:ext uri="{FF2B5EF4-FFF2-40B4-BE49-F238E27FC236}">
                <a16:creationId xmlns:a16="http://schemas.microsoft.com/office/drawing/2014/main" id="{84B553C5-4443-400D-87B1-18E3EC432E6D}"/>
              </a:ext>
            </a:extLst>
          </p:cNvPr>
          <p:cNvSpPr>
            <a:spLocks/>
          </p:cNvSpPr>
          <p:nvPr/>
        </p:nvSpPr>
        <p:spPr>
          <a:xfrm>
            <a:off x="3947646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8" name="data_6722">
            <a:extLst>
              <a:ext uri="{FF2B5EF4-FFF2-40B4-BE49-F238E27FC236}">
                <a16:creationId xmlns:a16="http://schemas.microsoft.com/office/drawing/2014/main" id="{EDEB1BD4-B2C0-4D52-B2B4-E1F284D0F19A}"/>
              </a:ext>
            </a:extLst>
          </p:cNvPr>
          <p:cNvSpPr>
            <a:spLocks/>
          </p:cNvSpPr>
          <p:nvPr/>
        </p:nvSpPr>
        <p:spPr>
          <a:xfrm>
            <a:off x="373436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69" name="data_6723">
            <a:extLst>
              <a:ext uri="{FF2B5EF4-FFF2-40B4-BE49-F238E27FC236}">
                <a16:creationId xmlns:a16="http://schemas.microsoft.com/office/drawing/2014/main" id="{2B99B05D-0A28-42DC-8771-8E89A9127D80}"/>
              </a:ext>
            </a:extLst>
          </p:cNvPr>
          <p:cNvSpPr>
            <a:spLocks/>
          </p:cNvSpPr>
          <p:nvPr/>
        </p:nvSpPr>
        <p:spPr>
          <a:xfrm>
            <a:off x="3947336" y="522858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0" name="data_6724">
            <a:extLst>
              <a:ext uri="{FF2B5EF4-FFF2-40B4-BE49-F238E27FC236}">
                <a16:creationId xmlns:a16="http://schemas.microsoft.com/office/drawing/2014/main" id="{4C7E2759-7615-44EC-9CF9-6F8AE16D163D}"/>
              </a:ext>
            </a:extLst>
          </p:cNvPr>
          <p:cNvSpPr>
            <a:spLocks/>
          </p:cNvSpPr>
          <p:nvPr/>
        </p:nvSpPr>
        <p:spPr>
          <a:xfrm>
            <a:off x="3511895" y="485976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1" name="data_6725">
            <a:extLst>
              <a:ext uri="{FF2B5EF4-FFF2-40B4-BE49-F238E27FC236}">
                <a16:creationId xmlns:a16="http://schemas.microsoft.com/office/drawing/2014/main" id="{076A5181-551D-4CA3-88C8-A6BCC8BE949D}"/>
              </a:ext>
            </a:extLst>
          </p:cNvPr>
          <p:cNvSpPr>
            <a:spLocks/>
          </p:cNvSpPr>
          <p:nvPr/>
        </p:nvSpPr>
        <p:spPr>
          <a:xfrm>
            <a:off x="379332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2" name="data_6726">
            <a:extLst>
              <a:ext uri="{FF2B5EF4-FFF2-40B4-BE49-F238E27FC236}">
                <a16:creationId xmlns:a16="http://schemas.microsoft.com/office/drawing/2014/main" id="{2408DF19-E46B-4070-AA88-9D8ED6922455}"/>
              </a:ext>
            </a:extLst>
          </p:cNvPr>
          <p:cNvSpPr>
            <a:spLocks/>
          </p:cNvSpPr>
          <p:nvPr/>
        </p:nvSpPr>
        <p:spPr>
          <a:xfrm>
            <a:off x="354120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3" name="data_6727">
            <a:extLst>
              <a:ext uri="{FF2B5EF4-FFF2-40B4-BE49-F238E27FC236}">
                <a16:creationId xmlns:a16="http://schemas.microsoft.com/office/drawing/2014/main" id="{0F0339DB-059B-4702-8F4C-2E167D3E9593}"/>
              </a:ext>
            </a:extLst>
          </p:cNvPr>
          <p:cNvSpPr>
            <a:spLocks/>
          </p:cNvSpPr>
          <p:nvPr/>
        </p:nvSpPr>
        <p:spPr>
          <a:xfrm>
            <a:off x="384763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4" name="data_6728">
            <a:extLst>
              <a:ext uri="{FF2B5EF4-FFF2-40B4-BE49-F238E27FC236}">
                <a16:creationId xmlns:a16="http://schemas.microsoft.com/office/drawing/2014/main" id="{897BBBB5-11EB-479E-9216-29DC3B1A88A9}"/>
              </a:ext>
            </a:extLst>
          </p:cNvPr>
          <p:cNvSpPr>
            <a:spLocks/>
          </p:cNvSpPr>
          <p:nvPr/>
        </p:nvSpPr>
        <p:spPr>
          <a:xfrm>
            <a:off x="3822127" y="510255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5" name="data_6729">
            <a:extLst>
              <a:ext uri="{FF2B5EF4-FFF2-40B4-BE49-F238E27FC236}">
                <a16:creationId xmlns:a16="http://schemas.microsoft.com/office/drawing/2014/main" id="{39127199-3A60-4529-9542-F5B9EC7EFB11}"/>
              </a:ext>
            </a:extLst>
          </p:cNvPr>
          <p:cNvSpPr>
            <a:spLocks/>
          </p:cNvSpPr>
          <p:nvPr/>
        </p:nvSpPr>
        <p:spPr>
          <a:xfrm>
            <a:off x="351815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6" name="data_6730">
            <a:extLst>
              <a:ext uri="{FF2B5EF4-FFF2-40B4-BE49-F238E27FC236}">
                <a16:creationId xmlns:a16="http://schemas.microsoft.com/office/drawing/2014/main" id="{CD5CD0CB-C26D-458A-985B-50315D432CCF}"/>
              </a:ext>
            </a:extLst>
          </p:cNvPr>
          <p:cNvSpPr>
            <a:spLocks/>
          </p:cNvSpPr>
          <p:nvPr/>
        </p:nvSpPr>
        <p:spPr>
          <a:xfrm>
            <a:off x="3859126" y="5286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577" name="data_6731">
            <a:extLst>
              <a:ext uri="{FF2B5EF4-FFF2-40B4-BE49-F238E27FC236}">
                <a16:creationId xmlns:a16="http://schemas.microsoft.com/office/drawing/2014/main" id="{904FF235-0834-429B-B649-D62341901304}"/>
              </a:ext>
            </a:extLst>
          </p:cNvPr>
          <p:cNvSpPr>
            <a:spLocks/>
          </p:cNvSpPr>
          <p:nvPr/>
        </p:nvSpPr>
        <p:spPr>
          <a:xfrm>
            <a:off x="1188244" y="3694748"/>
            <a:ext cx="191" cy="1725295"/>
          </a:xfrm>
          <a:custGeom>
            <a:avLst/>
            <a:gdLst/>
            <a:ahLst/>
            <a:cxnLst/>
            <a:rect l="0" t="0" r="0" b="0"/>
            <a:pathLst>
              <a:path w="191" h="1725295">
                <a:moveTo>
                  <a:pt x="0" y="1725295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578" name="data_6732">
            <a:extLst>
              <a:ext uri="{FF2B5EF4-FFF2-40B4-BE49-F238E27FC236}">
                <a16:creationId xmlns:a16="http://schemas.microsoft.com/office/drawing/2014/main" id="{2C32078A-C08B-4E46-B734-4CB2D23B742E}"/>
              </a:ext>
            </a:extLst>
          </p:cNvPr>
          <p:cNvSpPr>
            <a:spLocks/>
          </p:cNvSpPr>
          <p:nvPr/>
        </p:nvSpPr>
        <p:spPr>
          <a:xfrm>
            <a:off x="1188244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579" name="text_6733">
            <a:extLst>
              <a:ext uri="{FF2B5EF4-FFF2-40B4-BE49-F238E27FC236}">
                <a16:creationId xmlns:a16="http://schemas.microsoft.com/office/drawing/2014/main" id="{05E46EAE-A86A-4DD0-9765-FD3C4730798C}"/>
              </a:ext>
            </a:extLst>
          </p:cNvPr>
          <p:cNvSpPr>
            <a:spLocks/>
          </p:cNvSpPr>
          <p:nvPr/>
        </p:nvSpPr>
        <p:spPr>
          <a:xfrm>
            <a:off x="709414" y="3381347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580" name="text_6734">
            <a:extLst>
              <a:ext uri="{FF2B5EF4-FFF2-40B4-BE49-F238E27FC236}">
                <a16:creationId xmlns:a16="http://schemas.microsoft.com/office/drawing/2014/main" id="{A249203E-5A9F-4E21-99AB-FFB375EFF5FF}"/>
              </a:ext>
            </a:extLst>
          </p:cNvPr>
          <p:cNvSpPr>
            <a:spLocks/>
          </p:cNvSpPr>
          <p:nvPr/>
        </p:nvSpPr>
        <p:spPr>
          <a:xfrm>
            <a:off x="1188244" y="3403921"/>
            <a:ext cx="620381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</a:t>
            </a:r>
          </a:p>
        </p:txBody>
      </p:sp>
      <p:sp>
        <p:nvSpPr>
          <p:cNvPr id="581" name="data_6735">
            <a:extLst>
              <a:ext uri="{FF2B5EF4-FFF2-40B4-BE49-F238E27FC236}">
                <a16:creationId xmlns:a16="http://schemas.microsoft.com/office/drawing/2014/main" id="{B29BDFD5-F0DB-4FA0-9F9D-3C8B26D492E0}"/>
              </a:ext>
            </a:extLst>
          </p:cNvPr>
          <p:cNvSpPr>
            <a:spLocks/>
          </p:cNvSpPr>
          <p:nvPr/>
        </p:nvSpPr>
        <p:spPr>
          <a:xfrm>
            <a:off x="2084501" y="5107431"/>
            <a:ext cx="191" cy="125907"/>
          </a:xfrm>
          <a:custGeom>
            <a:avLst/>
            <a:gdLst/>
            <a:ahLst/>
            <a:cxnLst/>
            <a:rect l="0" t="0" r="0" b="0"/>
            <a:pathLst>
              <a:path w="191" h="125907">
                <a:moveTo>
                  <a:pt x="0" y="12590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2" name="data_6736">
            <a:extLst>
              <a:ext uri="{FF2B5EF4-FFF2-40B4-BE49-F238E27FC236}">
                <a16:creationId xmlns:a16="http://schemas.microsoft.com/office/drawing/2014/main" id="{2A411C92-8A64-4464-8E34-6133D440D775}"/>
              </a:ext>
            </a:extLst>
          </p:cNvPr>
          <p:cNvSpPr>
            <a:spLocks/>
          </p:cNvSpPr>
          <p:nvPr/>
        </p:nvSpPr>
        <p:spPr>
          <a:xfrm>
            <a:off x="1929379" y="5233338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3" name="data_6737">
            <a:extLst>
              <a:ext uri="{FF2B5EF4-FFF2-40B4-BE49-F238E27FC236}">
                <a16:creationId xmlns:a16="http://schemas.microsoft.com/office/drawing/2014/main" id="{4B4D9C0E-3ED7-4019-AD52-BE12E6EC2F25}"/>
              </a:ext>
            </a:extLst>
          </p:cNvPr>
          <p:cNvSpPr>
            <a:spLocks/>
          </p:cNvSpPr>
          <p:nvPr/>
        </p:nvSpPr>
        <p:spPr>
          <a:xfrm>
            <a:off x="1929379" y="5107431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584" name="data_6738">
            <a:extLst>
              <a:ext uri="{FF2B5EF4-FFF2-40B4-BE49-F238E27FC236}">
                <a16:creationId xmlns:a16="http://schemas.microsoft.com/office/drawing/2014/main" id="{4E7A6D2D-2C95-4F35-AB79-79D454BC5CAF}"/>
              </a:ext>
            </a:extLst>
          </p:cNvPr>
          <p:cNvSpPr>
            <a:spLocks/>
          </p:cNvSpPr>
          <p:nvPr/>
        </p:nvSpPr>
        <p:spPr>
          <a:xfrm>
            <a:off x="2911815" y="4606203"/>
            <a:ext cx="191" cy="171705"/>
          </a:xfrm>
          <a:custGeom>
            <a:avLst/>
            <a:gdLst/>
            <a:ahLst/>
            <a:cxnLst/>
            <a:rect l="0" t="0" r="0" b="0"/>
            <a:pathLst>
              <a:path w="191" h="171705">
                <a:moveTo>
                  <a:pt x="0" y="171705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5" name="data_6739">
            <a:extLst>
              <a:ext uri="{FF2B5EF4-FFF2-40B4-BE49-F238E27FC236}">
                <a16:creationId xmlns:a16="http://schemas.microsoft.com/office/drawing/2014/main" id="{D9023F8B-D922-45B3-AFD9-D8385B33A6A8}"/>
              </a:ext>
            </a:extLst>
          </p:cNvPr>
          <p:cNvSpPr>
            <a:spLocks/>
          </p:cNvSpPr>
          <p:nvPr/>
        </p:nvSpPr>
        <p:spPr>
          <a:xfrm>
            <a:off x="2756694" y="4777908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6" name="data_6740">
            <a:extLst>
              <a:ext uri="{FF2B5EF4-FFF2-40B4-BE49-F238E27FC236}">
                <a16:creationId xmlns:a16="http://schemas.microsoft.com/office/drawing/2014/main" id="{B9DC1554-F1CD-43E7-8B13-BACF0FCFE53B}"/>
              </a:ext>
            </a:extLst>
          </p:cNvPr>
          <p:cNvSpPr>
            <a:spLocks/>
          </p:cNvSpPr>
          <p:nvPr/>
        </p:nvSpPr>
        <p:spPr>
          <a:xfrm>
            <a:off x="2756694" y="460620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587" name="data_6741">
            <a:extLst>
              <a:ext uri="{FF2B5EF4-FFF2-40B4-BE49-F238E27FC236}">
                <a16:creationId xmlns:a16="http://schemas.microsoft.com/office/drawing/2014/main" id="{191A0F07-4E88-4DD2-BC87-EDBED9194255}"/>
              </a:ext>
            </a:extLst>
          </p:cNvPr>
          <p:cNvSpPr>
            <a:spLocks/>
          </p:cNvSpPr>
          <p:nvPr/>
        </p:nvSpPr>
        <p:spPr>
          <a:xfrm>
            <a:off x="3739129" y="4421830"/>
            <a:ext cx="191" cy="181389"/>
          </a:xfrm>
          <a:custGeom>
            <a:avLst/>
            <a:gdLst/>
            <a:ahLst/>
            <a:cxnLst/>
            <a:rect l="0" t="0" r="0" b="0"/>
            <a:pathLst>
              <a:path w="191" h="181389">
                <a:moveTo>
                  <a:pt x="0" y="181389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88" name="data_6742">
            <a:extLst>
              <a:ext uri="{FF2B5EF4-FFF2-40B4-BE49-F238E27FC236}">
                <a16:creationId xmlns:a16="http://schemas.microsoft.com/office/drawing/2014/main" id="{B966AC70-6D5A-427B-A5BC-ACD5D94620C0}"/>
              </a:ext>
            </a:extLst>
          </p:cNvPr>
          <p:cNvSpPr>
            <a:spLocks/>
          </p:cNvSpPr>
          <p:nvPr/>
        </p:nvSpPr>
        <p:spPr>
          <a:xfrm>
            <a:off x="3584008" y="4603219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89" name="data_6743">
            <a:extLst>
              <a:ext uri="{FF2B5EF4-FFF2-40B4-BE49-F238E27FC236}">
                <a16:creationId xmlns:a16="http://schemas.microsoft.com/office/drawing/2014/main" id="{795AC442-3F72-4902-BF57-64A6398BD28A}"/>
              </a:ext>
            </a:extLst>
          </p:cNvPr>
          <p:cNvSpPr>
            <a:spLocks/>
          </p:cNvSpPr>
          <p:nvPr/>
        </p:nvSpPr>
        <p:spPr>
          <a:xfrm>
            <a:off x="3584008" y="4421830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590" name="data_6744">
            <a:extLst>
              <a:ext uri="{FF2B5EF4-FFF2-40B4-BE49-F238E27FC236}">
                <a16:creationId xmlns:a16="http://schemas.microsoft.com/office/drawing/2014/main" id="{A9B669F4-6FEE-4DD3-9C7B-7DD673AB8B57}"/>
              </a:ext>
            </a:extLst>
          </p:cNvPr>
          <p:cNvSpPr>
            <a:spLocks/>
          </p:cNvSpPr>
          <p:nvPr/>
        </p:nvSpPr>
        <p:spPr>
          <a:xfrm>
            <a:off x="1791494" y="5172972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591" name="data_6745">
            <a:extLst>
              <a:ext uri="{FF2B5EF4-FFF2-40B4-BE49-F238E27FC236}">
                <a16:creationId xmlns:a16="http://schemas.microsoft.com/office/drawing/2014/main" id="{02E131EE-8C97-416A-92DD-248368CDF2C2}"/>
              </a:ext>
            </a:extLst>
          </p:cNvPr>
          <p:cNvSpPr>
            <a:spLocks/>
          </p:cNvSpPr>
          <p:nvPr/>
        </p:nvSpPr>
        <p:spPr>
          <a:xfrm>
            <a:off x="2618808" y="4692468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592" name="data_6746">
            <a:extLst>
              <a:ext uri="{FF2B5EF4-FFF2-40B4-BE49-F238E27FC236}">
                <a16:creationId xmlns:a16="http://schemas.microsoft.com/office/drawing/2014/main" id="{2F32CDA0-9783-4601-B98B-1ED1E3F98DE5}"/>
              </a:ext>
            </a:extLst>
          </p:cNvPr>
          <p:cNvSpPr>
            <a:spLocks/>
          </p:cNvSpPr>
          <p:nvPr/>
        </p:nvSpPr>
        <p:spPr>
          <a:xfrm>
            <a:off x="3446122" y="4512519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593" name="data_6747">
            <a:extLst>
              <a:ext uri="{FF2B5EF4-FFF2-40B4-BE49-F238E27FC236}">
                <a16:creationId xmlns:a16="http://schemas.microsoft.com/office/drawing/2014/main" id="{7C0BC3C9-F860-4289-87A3-C09EA0059F9A}"/>
              </a:ext>
            </a:extLst>
          </p:cNvPr>
          <p:cNvSpPr>
            <a:spLocks/>
          </p:cNvSpPr>
          <p:nvPr/>
        </p:nvSpPr>
        <p:spPr>
          <a:xfrm>
            <a:off x="5704001" y="3694748"/>
            <a:ext cx="3447143" cy="1725295"/>
          </a:xfrm>
          <a:custGeom>
            <a:avLst/>
            <a:gdLst/>
            <a:ahLst/>
            <a:cxnLst/>
            <a:rect l="0" t="0" r="0" b="0"/>
            <a:pathLst>
              <a:path w="3447143" h="1725295">
                <a:moveTo>
                  <a:pt x="0" y="1725295"/>
                </a:moveTo>
                <a:lnTo>
                  <a:pt x="3447143" y="1725295"/>
                </a:lnTo>
                <a:lnTo>
                  <a:pt x="3447143" y="0"/>
                </a:lnTo>
                <a:lnTo>
                  <a:pt x="0" y="0"/>
                </a:lnTo>
                <a:lnTo>
                  <a:pt x="0" y="172529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94" name="data_6748">
            <a:extLst>
              <a:ext uri="{FF2B5EF4-FFF2-40B4-BE49-F238E27FC236}">
                <a16:creationId xmlns:a16="http://schemas.microsoft.com/office/drawing/2014/main" id="{26AA7AAC-EAFC-4287-9E6F-972531D42D74}"/>
              </a:ext>
            </a:extLst>
          </p:cNvPr>
          <p:cNvSpPr>
            <a:spLocks/>
          </p:cNvSpPr>
          <p:nvPr/>
        </p:nvSpPr>
        <p:spPr>
          <a:xfrm>
            <a:off x="7427572" y="5420042"/>
            <a:ext cx="191" cy="44336"/>
          </a:xfrm>
          <a:custGeom>
            <a:avLst/>
            <a:gdLst/>
            <a:ahLst/>
            <a:cxnLst/>
            <a:rect l="0" t="0" r="0" b="0"/>
            <a:pathLst>
              <a:path w="191" h="44336">
                <a:moveTo>
                  <a:pt x="0" y="0"/>
                </a:moveTo>
                <a:lnTo>
                  <a:pt x="0" y="44336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595" name="text_6749">
            <a:extLst>
              <a:ext uri="{FF2B5EF4-FFF2-40B4-BE49-F238E27FC236}">
                <a16:creationId xmlns:a16="http://schemas.microsoft.com/office/drawing/2014/main" id="{BB981E3E-AC8F-4D68-A3F1-2A761C143DE6}"/>
              </a:ext>
            </a:extLst>
          </p:cNvPr>
          <p:cNvSpPr>
            <a:spLocks/>
          </p:cNvSpPr>
          <p:nvPr/>
        </p:nvSpPr>
        <p:spPr>
          <a:xfrm>
            <a:off x="6814670" y="5554820"/>
            <a:ext cx="410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596" name="text_6750">
            <a:extLst>
              <a:ext uri="{FF2B5EF4-FFF2-40B4-BE49-F238E27FC236}">
                <a16:creationId xmlns:a16="http://schemas.microsoft.com/office/drawing/2014/main" id="{4FDFD457-F254-4EE5-9C44-AA5F7D8DFFD1}"/>
              </a:ext>
            </a:extLst>
          </p:cNvPr>
          <p:cNvSpPr>
            <a:spLocks/>
          </p:cNvSpPr>
          <p:nvPr/>
        </p:nvSpPr>
        <p:spPr>
          <a:xfrm>
            <a:off x="6846786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597" name="text_6751">
            <a:extLst>
              <a:ext uri="{FF2B5EF4-FFF2-40B4-BE49-F238E27FC236}">
                <a16:creationId xmlns:a16="http://schemas.microsoft.com/office/drawing/2014/main" id="{583A18D1-8DC8-4E53-99D0-CA1EFD5BAB36}"/>
              </a:ext>
            </a:extLst>
          </p:cNvPr>
          <p:cNvSpPr>
            <a:spLocks/>
          </p:cNvSpPr>
          <p:nvPr/>
        </p:nvSpPr>
        <p:spPr>
          <a:xfrm>
            <a:off x="6913755" y="5554820"/>
            <a:ext cx="5879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598" name="text_6752">
            <a:extLst>
              <a:ext uri="{FF2B5EF4-FFF2-40B4-BE49-F238E27FC236}">
                <a16:creationId xmlns:a16="http://schemas.microsoft.com/office/drawing/2014/main" id="{5F678F14-61B9-4960-A8FC-870484547507}"/>
              </a:ext>
            </a:extLst>
          </p:cNvPr>
          <p:cNvSpPr>
            <a:spLocks/>
          </p:cNvSpPr>
          <p:nvPr/>
        </p:nvSpPr>
        <p:spPr>
          <a:xfrm>
            <a:off x="6963609" y="5554820"/>
            <a:ext cx="516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t</a:t>
            </a:r>
          </a:p>
        </p:txBody>
      </p:sp>
      <p:sp>
        <p:nvSpPr>
          <p:cNvPr id="599" name="text_6753">
            <a:extLst>
              <a:ext uri="{FF2B5EF4-FFF2-40B4-BE49-F238E27FC236}">
                <a16:creationId xmlns:a16="http://schemas.microsoft.com/office/drawing/2014/main" id="{520DC584-BE2A-4844-A639-F149F2A250FE}"/>
              </a:ext>
            </a:extLst>
          </p:cNvPr>
          <p:cNvSpPr>
            <a:spLocks/>
          </p:cNvSpPr>
          <p:nvPr/>
        </p:nvSpPr>
        <p:spPr>
          <a:xfrm>
            <a:off x="7006305" y="5554820"/>
            <a:ext cx="7003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600" name="text_6754">
            <a:extLst>
              <a:ext uri="{FF2B5EF4-FFF2-40B4-BE49-F238E27FC236}">
                <a16:creationId xmlns:a16="http://schemas.microsoft.com/office/drawing/2014/main" id="{AB742E1A-D44A-4E10-80EE-148065E5A99C}"/>
              </a:ext>
            </a:extLst>
          </p:cNvPr>
          <p:cNvSpPr>
            <a:spLocks/>
          </p:cNvSpPr>
          <p:nvPr/>
        </p:nvSpPr>
        <p:spPr>
          <a:xfrm>
            <a:off x="7067362" y="5554820"/>
            <a:ext cx="7590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n</a:t>
            </a:r>
          </a:p>
        </p:txBody>
      </p:sp>
      <p:sp>
        <p:nvSpPr>
          <p:cNvPr id="601" name="text_6755">
            <a:extLst>
              <a:ext uri="{FF2B5EF4-FFF2-40B4-BE49-F238E27FC236}">
                <a16:creationId xmlns:a16="http://schemas.microsoft.com/office/drawing/2014/main" id="{7A425528-8276-416D-A632-53003FCA36A3}"/>
              </a:ext>
            </a:extLst>
          </p:cNvPr>
          <p:cNvSpPr>
            <a:spLocks/>
          </p:cNvSpPr>
          <p:nvPr/>
        </p:nvSpPr>
        <p:spPr>
          <a:xfrm>
            <a:off x="7134332" y="5554820"/>
            <a:ext cx="6287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602" name="text_6756">
            <a:extLst>
              <a:ext uri="{FF2B5EF4-FFF2-40B4-BE49-F238E27FC236}">
                <a16:creationId xmlns:a16="http://schemas.microsoft.com/office/drawing/2014/main" id="{371B7D47-ACF1-4C31-A4CF-613CF80BEAB7}"/>
              </a:ext>
            </a:extLst>
          </p:cNvPr>
          <p:cNvSpPr>
            <a:spLocks/>
          </p:cNvSpPr>
          <p:nvPr/>
        </p:nvSpPr>
        <p:spPr>
          <a:xfrm>
            <a:off x="7188231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3" name="text_6757">
            <a:extLst>
              <a:ext uri="{FF2B5EF4-FFF2-40B4-BE49-F238E27FC236}">
                <a16:creationId xmlns:a16="http://schemas.microsoft.com/office/drawing/2014/main" id="{EB2E05BA-5079-4AD9-A2D8-4E761FEFAE12}"/>
              </a:ext>
            </a:extLst>
          </p:cNvPr>
          <p:cNvSpPr>
            <a:spLocks/>
          </p:cNvSpPr>
          <p:nvPr/>
        </p:nvSpPr>
        <p:spPr>
          <a:xfrm>
            <a:off x="7251653" y="5554820"/>
            <a:ext cx="4794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604" name="text_6758">
            <a:extLst>
              <a:ext uri="{FF2B5EF4-FFF2-40B4-BE49-F238E27FC236}">
                <a16:creationId xmlns:a16="http://schemas.microsoft.com/office/drawing/2014/main" id="{1C0293E9-C2AC-4B43-AB0D-9C78352D9DFC}"/>
              </a:ext>
            </a:extLst>
          </p:cNvPr>
          <p:cNvSpPr>
            <a:spLocks/>
          </p:cNvSpPr>
          <p:nvPr/>
        </p:nvSpPr>
        <p:spPr>
          <a:xfrm>
            <a:off x="7290677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605" name="text_6759">
            <a:extLst>
              <a:ext uri="{FF2B5EF4-FFF2-40B4-BE49-F238E27FC236}">
                <a16:creationId xmlns:a16="http://schemas.microsoft.com/office/drawing/2014/main" id="{AD402B49-9195-47E9-81BE-D118E2C316AB}"/>
              </a:ext>
            </a:extLst>
          </p:cNvPr>
          <p:cNvSpPr>
            <a:spLocks/>
          </p:cNvSpPr>
          <p:nvPr/>
        </p:nvSpPr>
        <p:spPr>
          <a:xfrm>
            <a:off x="7319930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6" name="text_6760">
            <a:extLst>
              <a:ext uri="{FF2B5EF4-FFF2-40B4-BE49-F238E27FC236}">
                <a16:creationId xmlns:a16="http://schemas.microsoft.com/office/drawing/2014/main" id="{700CB84B-DEAE-4B18-836E-E7FC277C512B}"/>
              </a:ext>
            </a:extLst>
          </p:cNvPr>
          <p:cNvSpPr>
            <a:spLocks/>
          </p:cNvSpPr>
          <p:nvPr/>
        </p:nvSpPr>
        <p:spPr>
          <a:xfrm>
            <a:off x="7383351" y="5554820"/>
            <a:ext cx="665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v</a:t>
            </a:r>
          </a:p>
        </p:txBody>
      </p:sp>
      <p:sp>
        <p:nvSpPr>
          <p:cNvPr id="607" name="text_6761">
            <a:extLst>
              <a:ext uri="{FF2B5EF4-FFF2-40B4-BE49-F238E27FC236}">
                <a16:creationId xmlns:a16="http://schemas.microsoft.com/office/drawing/2014/main" id="{81EEAD79-2435-452C-B0E9-3108C64C73FA}"/>
              </a:ext>
            </a:extLst>
          </p:cNvPr>
          <p:cNvSpPr>
            <a:spLocks/>
          </p:cNvSpPr>
          <p:nvPr/>
        </p:nvSpPr>
        <p:spPr>
          <a:xfrm>
            <a:off x="7440923" y="5554820"/>
            <a:ext cx="72456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608" name="text_6762">
            <a:extLst>
              <a:ext uri="{FF2B5EF4-FFF2-40B4-BE49-F238E27FC236}">
                <a16:creationId xmlns:a16="http://schemas.microsoft.com/office/drawing/2014/main" id="{34695300-01EC-4F9E-B8BE-B391F0261E2C}"/>
              </a:ext>
            </a:extLst>
          </p:cNvPr>
          <p:cNvSpPr>
            <a:spLocks/>
          </p:cNvSpPr>
          <p:nvPr/>
        </p:nvSpPr>
        <p:spPr>
          <a:xfrm>
            <a:off x="7504345" y="5554820"/>
            <a:ext cx="3823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609" name="text_6763">
            <a:extLst>
              <a:ext uri="{FF2B5EF4-FFF2-40B4-BE49-F238E27FC236}">
                <a16:creationId xmlns:a16="http://schemas.microsoft.com/office/drawing/2014/main" id="{2B683A22-9701-43C1-AF13-1C0D5A4C59D7}"/>
              </a:ext>
            </a:extLst>
          </p:cNvPr>
          <p:cNvSpPr>
            <a:spLocks/>
          </p:cNvSpPr>
          <p:nvPr/>
        </p:nvSpPr>
        <p:spPr>
          <a:xfrm>
            <a:off x="7533597" y="5554820"/>
            <a:ext cx="377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 </a:t>
            </a:r>
          </a:p>
        </p:txBody>
      </p:sp>
      <p:sp>
        <p:nvSpPr>
          <p:cNvPr id="610" name="text_6764">
            <a:extLst>
              <a:ext uri="{FF2B5EF4-FFF2-40B4-BE49-F238E27FC236}">
                <a16:creationId xmlns:a16="http://schemas.microsoft.com/office/drawing/2014/main" id="{E438FBA5-2C89-4272-99F8-888B14D8074C}"/>
              </a:ext>
            </a:extLst>
          </p:cNvPr>
          <p:cNvSpPr>
            <a:spLocks/>
          </p:cNvSpPr>
          <p:nvPr/>
        </p:nvSpPr>
        <p:spPr>
          <a:xfrm>
            <a:off x="7562414" y="5554820"/>
            <a:ext cx="7488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611" name="text_6765">
            <a:extLst>
              <a:ext uri="{FF2B5EF4-FFF2-40B4-BE49-F238E27FC236}">
                <a16:creationId xmlns:a16="http://schemas.microsoft.com/office/drawing/2014/main" id="{8F3A3DCC-8DD5-49A5-B5D3-AB5C666811EB}"/>
              </a:ext>
            </a:extLst>
          </p:cNvPr>
          <p:cNvSpPr>
            <a:spLocks/>
          </p:cNvSpPr>
          <p:nvPr/>
        </p:nvSpPr>
        <p:spPr>
          <a:xfrm>
            <a:off x="7628263" y="5554820"/>
            <a:ext cx="78202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</a:t>
            </a:r>
          </a:p>
        </p:txBody>
      </p:sp>
      <p:sp>
        <p:nvSpPr>
          <p:cNvPr id="612" name="text_6766">
            <a:extLst>
              <a:ext uri="{FF2B5EF4-FFF2-40B4-BE49-F238E27FC236}">
                <a16:creationId xmlns:a16="http://schemas.microsoft.com/office/drawing/2014/main" id="{B922AA03-34BB-41B0-9CC4-554603ACABD8}"/>
              </a:ext>
            </a:extLst>
          </p:cNvPr>
          <p:cNvSpPr>
            <a:spLocks/>
          </p:cNvSpPr>
          <p:nvPr/>
        </p:nvSpPr>
        <p:spPr>
          <a:xfrm>
            <a:off x="7697474" y="5554820"/>
            <a:ext cx="82799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613" name="text_6767">
            <a:extLst>
              <a:ext uri="{FF2B5EF4-FFF2-40B4-BE49-F238E27FC236}">
                <a16:creationId xmlns:a16="http://schemas.microsoft.com/office/drawing/2014/main" id="{21A80FD2-CDA8-4619-9133-E087D9A4C253}"/>
              </a:ext>
            </a:extLst>
          </p:cNvPr>
          <p:cNvSpPr>
            <a:spLocks/>
          </p:cNvSpPr>
          <p:nvPr/>
        </p:nvSpPr>
        <p:spPr>
          <a:xfrm>
            <a:off x="7771227" y="5554820"/>
            <a:ext cx="90843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U</a:t>
            </a:r>
          </a:p>
        </p:txBody>
      </p:sp>
      <p:sp>
        <p:nvSpPr>
          <p:cNvPr id="614" name="text_6768">
            <a:extLst>
              <a:ext uri="{FF2B5EF4-FFF2-40B4-BE49-F238E27FC236}">
                <a16:creationId xmlns:a16="http://schemas.microsoft.com/office/drawing/2014/main" id="{1ED0975C-DA8C-467F-92E3-96A3DA9E2281}"/>
              </a:ext>
            </a:extLst>
          </p:cNvPr>
          <p:cNvSpPr>
            <a:spLocks/>
          </p:cNvSpPr>
          <p:nvPr/>
        </p:nvSpPr>
        <p:spPr>
          <a:xfrm>
            <a:off x="7853010" y="5554820"/>
            <a:ext cx="7692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615" name="text_6769">
            <a:extLst>
              <a:ext uri="{FF2B5EF4-FFF2-40B4-BE49-F238E27FC236}">
                <a16:creationId xmlns:a16="http://schemas.microsoft.com/office/drawing/2014/main" id="{FF492FE4-5A43-418F-8DC6-E2AF90063A36}"/>
              </a:ext>
            </a:extLst>
          </p:cNvPr>
          <p:cNvSpPr>
            <a:spLocks/>
          </p:cNvSpPr>
          <p:nvPr/>
        </p:nvSpPr>
        <p:spPr>
          <a:xfrm>
            <a:off x="7922018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616" name="text_6770">
            <a:extLst>
              <a:ext uri="{FF2B5EF4-FFF2-40B4-BE49-F238E27FC236}">
                <a16:creationId xmlns:a16="http://schemas.microsoft.com/office/drawing/2014/main" id="{AE75DEE5-52CF-42EF-8D3B-A1BD920B57CD}"/>
              </a:ext>
            </a:extLst>
          </p:cNvPr>
          <p:cNvSpPr>
            <a:spLocks/>
          </p:cNvSpPr>
          <p:nvPr/>
        </p:nvSpPr>
        <p:spPr>
          <a:xfrm>
            <a:off x="7967241" y="5602955"/>
            <a:ext cx="31391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17" name="text_6771">
            <a:extLst>
              <a:ext uri="{FF2B5EF4-FFF2-40B4-BE49-F238E27FC236}">
                <a16:creationId xmlns:a16="http://schemas.microsoft.com/office/drawing/2014/main" id="{D31C6D3A-B481-487A-B1F3-E073FBE910D9}"/>
              </a:ext>
            </a:extLst>
          </p:cNvPr>
          <p:cNvSpPr>
            <a:spLocks/>
          </p:cNvSpPr>
          <p:nvPr/>
        </p:nvSpPr>
        <p:spPr>
          <a:xfrm>
            <a:off x="7989765" y="5602955"/>
            <a:ext cx="54184" cy="1117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704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704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618" name="data_6772">
            <a:extLst>
              <a:ext uri="{FF2B5EF4-FFF2-40B4-BE49-F238E27FC236}">
                <a16:creationId xmlns:a16="http://schemas.microsoft.com/office/drawing/2014/main" id="{D66B6E3D-4D98-4312-8C46-1CD49D401848}"/>
              </a:ext>
            </a:extLst>
          </p:cNvPr>
          <p:cNvSpPr>
            <a:spLocks/>
          </p:cNvSpPr>
          <p:nvPr/>
        </p:nvSpPr>
        <p:spPr>
          <a:xfrm>
            <a:off x="5704001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19" name="data_6773">
            <a:extLst>
              <a:ext uri="{FF2B5EF4-FFF2-40B4-BE49-F238E27FC236}">
                <a16:creationId xmlns:a16="http://schemas.microsoft.com/office/drawing/2014/main" id="{7E65DDAA-89EF-4FBF-B82E-A6B49106D055}"/>
              </a:ext>
            </a:extLst>
          </p:cNvPr>
          <p:cNvSpPr>
            <a:spLocks/>
          </p:cNvSpPr>
          <p:nvPr/>
        </p:nvSpPr>
        <p:spPr>
          <a:xfrm>
            <a:off x="5659665" y="5420042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20" name="text_6774">
            <a:extLst>
              <a:ext uri="{FF2B5EF4-FFF2-40B4-BE49-F238E27FC236}">
                <a16:creationId xmlns:a16="http://schemas.microsoft.com/office/drawing/2014/main" id="{DCACDA4D-4158-47C2-B634-BE6A4267E3E1}"/>
              </a:ext>
            </a:extLst>
          </p:cNvPr>
          <p:cNvSpPr>
            <a:spLocks/>
          </p:cNvSpPr>
          <p:nvPr/>
        </p:nvSpPr>
        <p:spPr>
          <a:xfrm>
            <a:off x="5435941" y="5362593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0.0</a:t>
            </a:r>
          </a:p>
        </p:txBody>
      </p:sp>
      <p:sp>
        <p:nvSpPr>
          <p:cNvPr id="621" name="data_6775">
            <a:extLst>
              <a:ext uri="{FF2B5EF4-FFF2-40B4-BE49-F238E27FC236}">
                <a16:creationId xmlns:a16="http://schemas.microsoft.com/office/drawing/2014/main" id="{52CD6800-F9E8-4A8D-B78F-C7FE74F7EA1E}"/>
              </a:ext>
            </a:extLst>
          </p:cNvPr>
          <p:cNvSpPr>
            <a:spLocks/>
          </p:cNvSpPr>
          <p:nvPr/>
        </p:nvSpPr>
        <p:spPr>
          <a:xfrm>
            <a:off x="5704001" y="4606224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22" name="data_6776">
            <a:extLst>
              <a:ext uri="{FF2B5EF4-FFF2-40B4-BE49-F238E27FC236}">
                <a16:creationId xmlns:a16="http://schemas.microsoft.com/office/drawing/2014/main" id="{5C9E62BF-4205-46B3-A7BE-ECDE896011CF}"/>
              </a:ext>
            </a:extLst>
          </p:cNvPr>
          <p:cNvSpPr>
            <a:spLocks/>
          </p:cNvSpPr>
          <p:nvPr/>
        </p:nvSpPr>
        <p:spPr>
          <a:xfrm>
            <a:off x="5659665" y="4606224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23" name="text_6777">
            <a:extLst>
              <a:ext uri="{FF2B5EF4-FFF2-40B4-BE49-F238E27FC236}">
                <a16:creationId xmlns:a16="http://schemas.microsoft.com/office/drawing/2014/main" id="{1DD63410-695C-45B4-845A-84B40DDB32E7}"/>
              </a:ext>
            </a:extLst>
          </p:cNvPr>
          <p:cNvSpPr>
            <a:spLocks/>
          </p:cNvSpPr>
          <p:nvPr/>
        </p:nvSpPr>
        <p:spPr>
          <a:xfrm>
            <a:off x="5435941" y="4548775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0.5</a:t>
            </a:r>
          </a:p>
        </p:txBody>
      </p:sp>
      <p:sp>
        <p:nvSpPr>
          <p:cNvPr id="624" name="data_6778">
            <a:extLst>
              <a:ext uri="{FF2B5EF4-FFF2-40B4-BE49-F238E27FC236}">
                <a16:creationId xmlns:a16="http://schemas.microsoft.com/office/drawing/2014/main" id="{E64875FD-7EEB-4FFC-9C35-984E207337BE}"/>
              </a:ext>
            </a:extLst>
          </p:cNvPr>
          <p:cNvSpPr>
            <a:spLocks/>
          </p:cNvSpPr>
          <p:nvPr/>
        </p:nvSpPr>
        <p:spPr>
          <a:xfrm>
            <a:off x="5704001" y="3792406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7980">
            <a:solidFill>
              <a:srgbClr val="E5E9EC"/>
            </a:solidFill>
            <a:prstDash val="solid"/>
          </a:ln>
        </p:spPr>
      </p:sp>
      <p:sp>
        <p:nvSpPr>
          <p:cNvPr id="625" name="data_6779">
            <a:extLst>
              <a:ext uri="{FF2B5EF4-FFF2-40B4-BE49-F238E27FC236}">
                <a16:creationId xmlns:a16="http://schemas.microsoft.com/office/drawing/2014/main" id="{6F3A782F-E7EF-45CE-A2A7-230EC42CEB34}"/>
              </a:ext>
            </a:extLst>
          </p:cNvPr>
          <p:cNvSpPr>
            <a:spLocks/>
          </p:cNvSpPr>
          <p:nvPr/>
        </p:nvSpPr>
        <p:spPr>
          <a:xfrm>
            <a:off x="5659665" y="3792406"/>
            <a:ext cx="44336" cy="191"/>
          </a:xfrm>
          <a:custGeom>
            <a:avLst/>
            <a:gdLst/>
            <a:ahLst/>
            <a:cxnLst/>
            <a:rect l="0" t="0" r="0" b="0"/>
            <a:pathLst>
              <a:path w="44336" h="191">
                <a:moveTo>
                  <a:pt x="44336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1527">
            <a:solidFill>
              <a:srgbClr val="263746"/>
            </a:solidFill>
            <a:prstDash val="solid"/>
          </a:ln>
        </p:spPr>
      </p:sp>
      <p:sp>
        <p:nvSpPr>
          <p:cNvPr id="626" name="text_6780">
            <a:extLst>
              <a:ext uri="{FF2B5EF4-FFF2-40B4-BE49-F238E27FC236}">
                <a16:creationId xmlns:a16="http://schemas.microsoft.com/office/drawing/2014/main" id="{650EF0B3-D133-4EAB-8C99-DF5616B3E9DD}"/>
              </a:ext>
            </a:extLst>
          </p:cNvPr>
          <p:cNvSpPr>
            <a:spLocks/>
          </p:cNvSpPr>
          <p:nvPr/>
        </p:nvSpPr>
        <p:spPr>
          <a:xfrm>
            <a:off x="5435941" y="3734956"/>
            <a:ext cx="170520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1.0</a:t>
            </a:r>
          </a:p>
        </p:txBody>
      </p:sp>
      <p:sp>
        <p:nvSpPr>
          <p:cNvPr id="627" name="text_6781">
            <a:extLst>
              <a:ext uri="{FF2B5EF4-FFF2-40B4-BE49-F238E27FC236}">
                <a16:creationId xmlns:a16="http://schemas.microsoft.com/office/drawing/2014/main" id="{20FA9137-B8EB-4824-8DAA-F02E7DACBC7E}"/>
              </a:ext>
            </a:extLst>
          </p:cNvPr>
          <p:cNvSpPr>
            <a:spLocks/>
          </p:cNvSpPr>
          <p:nvPr/>
        </p:nvSpPr>
        <p:spPr>
          <a:xfrm rot="-5400000">
            <a:off x="5166733" y="4473156"/>
            <a:ext cx="312935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Score</a:t>
            </a:r>
          </a:p>
        </p:txBody>
      </p:sp>
      <p:sp>
        <p:nvSpPr>
          <p:cNvPr id="628" name="data_6782">
            <a:extLst>
              <a:ext uri="{FF2B5EF4-FFF2-40B4-BE49-F238E27FC236}">
                <a16:creationId xmlns:a16="http://schemas.microsoft.com/office/drawing/2014/main" id="{F728B920-8453-4F63-974B-3A25866F3E2D}"/>
              </a:ext>
            </a:extLst>
          </p:cNvPr>
          <p:cNvSpPr>
            <a:spLocks/>
          </p:cNvSpPr>
          <p:nvPr/>
        </p:nvSpPr>
        <p:spPr>
          <a:xfrm>
            <a:off x="6246926" y="4871892"/>
            <a:ext cx="706664" cy="548150"/>
          </a:xfrm>
          <a:custGeom>
            <a:avLst/>
            <a:gdLst/>
            <a:ahLst/>
            <a:cxnLst/>
            <a:rect l="0" t="0" r="0" b="0"/>
            <a:pathLst>
              <a:path w="706664" h="548150">
                <a:moveTo>
                  <a:pt x="0" y="548150"/>
                </a:moveTo>
                <a:lnTo>
                  <a:pt x="706664" y="548150"/>
                </a:lnTo>
                <a:lnTo>
                  <a:pt x="706664" y="0"/>
                </a:lnTo>
                <a:lnTo>
                  <a:pt x="0" y="0"/>
                </a:lnTo>
                <a:lnTo>
                  <a:pt x="0" y="548150"/>
                </a:lnTo>
                <a:close/>
              </a:path>
            </a:pathLst>
          </a:custGeom>
          <a:solidFill>
            <a:srgbClr val="A1ABB3">
              <a:alpha val="27000"/>
            </a:srgbClr>
          </a:solidFill>
          <a:ln w="11527">
            <a:solidFill>
              <a:srgbClr val="A1ABB3">
                <a:alpha val="27000"/>
              </a:srgbClr>
            </a:solidFill>
            <a:prstDash val="solid"/>
          </a:ln>
        </p:spPr>
      </p:sp>
      <p:sp>
        <p:nvSpPr>
          <p:cNvPr id="629" name="data_6783">
            <a:extLst>
              <a:ext uri="{FF2B5EF4-FFF2-40B4-BE49-F238E27FC236}">
                <a16:creationId xmlns:a16="http://schemas.microsoft.com/office/drawing/2014/main" id="{7FBEC08E-F4D0-4F2F-9D2B-BA7DBAE37D17}"/>
              </a:ext>
            </a:extLst>
          </p:cNvPr>
          <p:cNvSpPr>
            <a:spLocks/>
          </p:cNvSpPr>
          <p:nvPr/>
        </p:nvSpPr>
        <p:spPr>
          <a:xfrm>
            <a:off x="7074240" y="4607374"/>
            <a:ext cx="706664" cy="812669"/>
          </a:xfrm>
          <a:custGeom>
            <a:avLst/>
            <a:gdLst/>
            <a:ahLst/>
            <a:cxnLst/>
            <a:rect l="0" t="0" r="0" b="0"/>
            <a:pathLst>
              <a:path w="706664" h="812669">
                <a:moveTo>
                  <a:pt x="0" y="812669"/>
                </a:moveTo>
                <a:lnTo>
                  <a:pt x="706664" y="812669"/>
                </a:lnTo>
                <a:lnTo>
                  <a:pt x="706664" y="0"/>
                </a:lnTo>
                <a:lnTo>
                  <a:pt x="0" y="0"/>
                </a:lnTo>
                <a:lnTo>
                  <a:pt x="0" y="812669"/>
                </a:lnTo>
                <a:close/>
              </a:path>
            </a:pathLst>
          </a:custGeom>
          <a:solidFill>
            <a:srgbClr val="5B72B7">
              <a:alpha val="27000"/>
            </a:srgbClr>
          </a:solidFill>
          <a:ln w="11527">
            <a:solidFill>
              <a:srgbClr val="5B72B7">
                <a:alpha val="27000"/>
              </a:srgbClr>
            </a:solidFill>
            <a:prstDash val="solid"/>
          </a:ln>
        </p:spPr>
      </p:sp>
      <p:sp>
        <p:nvSpPr>
          <p:cNvPr id="630" name="data_6784">
            <a:extLst>
              <a:ext uri="{FF2B5EF4-FFF2-40B4-BE49-F238E27FC236}">
                <a16:creationId xmlns:a16="http://schemas.microsoft.com/office/drawing/2014/main" id="{F6EA1859-594E-4FBD-8433-A0344C3A52C3}"/>
              </a:ext>
            </a:extLst>
          </p:cNvPr>
          <p:cNvSpPr>
            <a:spLocks/>
          </p:cNvSpPr>
          <p:nvPr/>
        </p:nvSpPr>
        <p:spPr>
          <a:xfrm>
            <a:off x="7901554" y="4435553"/>
            <a:ext cx="706664" cy="984489"/>
          </a:xfrm>
          <a:custGeom>
            <a:avLst/>
            <a:gdLst/>
            <a:ahLst/>
            <a:cxnLst/>
            <a:rect l="0" t="0" r="0" b="0"/>
            <a:pathLst>
              <a:path w="706664" h="984489">
                <a:moveTo>
                  <a:pt x="0" y="984489"/>
                </a:moveTo>
                <a:lnTo>
                  <a:pt x="706664" y="984489"/>
                </a:lnTo>
                <a:lnTo>
                  <a:pt x="706664" y="0"/>
                </a:lnTo>
                <a:lnTo>
                  <a:pt x="0" y="0"/>
                </a:lnTo>
                <a:lnTo>
                  <a:pt x="0" y="984489"/>
                </a:lnTo>
                <a:close/>
              </a:path>
            </a:pathLst>
          </a:custGeom>
          <a:solidFill>
            <a:srgbClr val="138B8D">
              <a:alpha val="27000"/>
            </a:srgbClr>
          </a:solidFill>
          <a:ln w="11527">
            <a:solidFill>
              <a:srgbClr val="138B8D">
                <a:alpha val="27000"/>
              </a:srgbClr>
            </a:solidFill>
            <a:prstDash val="solid"/>
          </a:ln>
        </p:spPr>
      </p:sp>
      <p:sp>
        <p:nvSpPr>
          <p:cNvPr id="631" name="data_6785">
            <a:extLst>
              <a:ext uri="{FF2B5EF4-FFF2-40B4-BE49-F238E27FC236}">
                <a16:creationId xmlns:a16="http://schemas.microsoft.com/office/drawing/2014/main" id="{2BF480BE-7EE2-43D5-97C1-04DE1DF3DA76}"/>
              </a:ext>
            </a:extLst>
          </p:cNvPr>
          <p:cNvSpPr>
            <a:spLocks/>
          </p:cNvSpPr>
          <p:nvPr/>
        </p:nvSpPr>
        <p:spPr>
          <a:xfrm>
            <a:off x="644530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2" name="data_6786">
            <a:extLst>
              <a:ext uri="{FF2B5EF4-FFF2-40B4-BE49-F238E27FC236}">
                <a16:creationId xmlns:a16="http://schemas.microsoft.com/office/drawing/2014/main" id="{D21ED552-51C6-4E5E-9B97-245B8CEEBDC1}"/>
              </a:ext>
            </a:extLst>
          </p:cNvPr>
          <p:cNvSpPr>
            <a:spLocks/>
          </p:cNvSpPr>
          <p:nvPr/>
        </p:nvSpPr>
        <p:spPr>
          <a:xfrm>
            <a:off x="6672821" y="4385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3" name="data_6787">
            <a:extLst>
              <a:ext uri="{FF2B5EF4-FFF2-40B4-BE49-F238E27FC236}">
                <a16:creationId xmlns:a16="http://schemas.microsoft.com/office/drawing/2014/main" id="{C6F8FBF6-D780-48D3-A3A8-7AC8FEE0F3FC}"/>
              </a:ext>
            </a:extLst>
          </p:cNvPr>
          <p:cNvSpPr>
            <a:spLocks/>
          </p:cNvSpPr>
          <p:nvPr/>
        </p:nvSpPr>
        <p:spPr>
          <a:xfrm>
            <a:off x="635701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4" name="data_6788">
            <a:extLst>
              <a:ext uri="{FF2B5EF4-FFF2-40B4-BE49-F238E27FC236}">
                <a16:creationId xmlns:a16="http://schemas.microsoft.com/office/drawing/2014/main" id="{03E7D5BB-81F3-447E-8608-6294CFEA5340}"/>
              </a:ext>
            </a:extLst>
          </p:cNvPr>
          <p:cNvSpPr>
            <a:spLocks/>
          </p:cNvSpPr>
          <p:nvPr/>
        </p:nvSpPr>
        <p:spPr>
          <a:xfrm>
            <a:off x="6548704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5" name="data_6789">
            <a:extLst>
              <a:ext uri="{FF2B5EF4-FFF2-40B4-BE49-F238E27FC236}">
                <a16:creationId xmlns:a16="http://schemas.microsoft.com/office/drawing/2014/main" id="{FF1667B2-15CC-4083-AC45-6739EB7DCC5B}"/>
              </a:ext>
            </a:extLst>
          </p:cNvPr>
          <p:cNvSpPr>
            <a:spLocks/>
          </p:cNvSpPr>
          <p:nvPr/>
        </p:nvSpPr>
        <p:spPr>
          <a:xfrm>
            <a:off x="640009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6" name="data_6790">
            <a:extLst>
              <a:ext uri="{FF2B5EF4-FFF2-40B4-BE49-F238E27FC236}">
                <a16:creationId xmlns:a16="http://schemas.microsoft.com/office/drawing/2014/main" id="{A86471C5-86B2-45E8-8CF8-AB665F772282}"/>
              </a:ext>
            </a:extLst>
          </p:cNvPr>
          <p:cNvSpPr>
            <a:spLocks/>
          </p:cNvSpPr>
          <p:nvPr/>
        </p:nvSpPr>
        <p:spPr>
          <a:xfrm>
            <a:off x="6739782" y="50072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7" name="data_6791">
            <a:extLst>
              <a:ext uri="{FF2B5EF4-FFF2-40B4-BE49-F238E27FC236}">
                <a16:creationId xmlns:a16="http://schemas.microsoft.com/office/drawing/2014/main" id="{7BDA61D1-42D8-48E7-AE6C-4F70975D6502}"/>
              </a:ext>
            </a:extLst>
          </p:cNvPr>
          <p:cNvSpPr>
            <a:spLocks/>
          </p:cNvSpPr>
          <p:nvPr/>
        </p:nvSpPr>
        <p:spPr>
          <a:xfrm>
            <a:off x="6615792" y="494114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8" name="data_6792">
            <a:extLst>
              <a:ext uri="{FF2B5EF4-FFF2-40B4-BE49-F238E27FC236}">
                <a16:creationId xmlns:a16="http://schemas.microsoft.com/office/drawing/2014/main" id="{B4732706-7915-42AA-8FD5-C4001C2E95F6}"/>
              </a:ext>
            </a:extLst>
          </p:cNvPr>
          <p:cNvSpPr>
            <a:spLocks/>
          </p:cNvSpPr>
          <p:nvPr/>
        </p:nvSpPr>
        <p:spPr>
          <a:xfrm>
            <a:off x="6558209" y="410924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39" name="data_6793">
            <a:extLst>
              <a:ext uri="{FF2B5EF4-FFF2-40B4-BE49-F238E27FC236}">
                <a16:creationId xmlns:a16="http://schemas.microsoft.com/office/drawing/2014/main" id="{D24FC5B4-1A53-4173-8B67-0538477AFDEF}"/>
              </a:ext>
            </a:extLst>
          </p:cNvPr>
          <p:cNvSpPr>
            <a:spLocks/>
          </p:cNvSpPr>
          <p:nvPr/>
        </p:nvSpPr>
        <p:spPr>
          <a:xfrm>
            <a:off x="638503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0" name="data_6794">
            <a:extLst>
              <a:ext uri="{FF2B5EF4-FFF2-40B4-BE49-F238E27FC236}">
                <a16:creationId xmlns:a16="http://schemas.microsoft.com/office/drawing/2014/main" id="{C65146D1-899E-4693-AD4E-7318375667DB}"/>
              </a:ext>
            </a:extLst>
          </p:cNvPr>
          <p:cNvSpPr>
            <a:spLocks/>
          </p:cNvSpPr>
          <p:nvPr/>
        </p:nvSpPr>
        <p:spPr>
          <a:xfrm>
            <a:off x="649347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1" name="data_6795">
            <a:extLst>
              <a:ext uri="{FF2B5EF4-FFF2-40B4-BE49-F238E27FC236}">
                <a16:creationId xmlns:a16="http://schemas.microsoft.com/office/drawing/2014/main" id="{B1DFCFF4-B721-4800-A838-618075345E63}"/>
              </a:ext>
            </a:extLst>
          </p:cNvPr>
          <p:cNvSpPr>
            <a:spLocks/>
          </p:cNvSpPr>
          <p:nvPr/>
        </p:nvSpPr>
        <p:spPr>
          <a:xfrm>
            <a:off x="650450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2" name="data_6796">
            <a:extLst>
              <a:ext uri="{FF2B5EF4-FFF2-40B4-BE49-F238E27FC236}">
                <a16:creationId xmlns:a16="http://schemas.microsoft.com/office/drawing/2014/main" id="{09B25734-CB4E-4587-8EF1-2A00C5A1ED6D}"/>
              </a:ext>
            </a:extLst>
          </p:cNvPr>
          <p:cNvSpPr>
            <a:spLocks/>
          </p:cNvSpPr>
          <p:nvPr/>
        </p:nvSpPr>
        <p:spPr>
          <a:xfrm>
            <a:off x="6575927" y="511818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3" name="data_6797">
            <a:extLst>
              <a:ext uri="{FF2B5EF4-FFF2-40B4-BE49-F238E27FC236}">
                <a16:creationId xmlns:a16="http://schemas.microsoft.com/office/drawing/2014/main" id="{C75F7B32-8986-4227-927A-EC81FDD12D19}"/>
              </a:ext>
            </a:extLst>
          </p:cNvPr>
          <p:cNvSpPr>
            <a:spLocks/>
          </p:cNvSpPr>
          <p:nvPr/>
        </p:nvSpPr>
        <p:spPr>
          <a:xfrm>
            <a:off x="671708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4" name="data_6798">
            <a:extLst>
              <a:ext uri="{FF2B5EF4-FFF2-40B4-BE49-F238E27FC236}">
                <a16:creationId xmlns:a16="http://schemas.microsoft.com/office/drawing/2014/main" id="{C77A4C00-B0DF-4F95-A784-F733415C5F8D}"/>
              </a:ext>
            </a:extLst>
          </p:cNvPr>
          <p:cNvSpPr>
            <a:spLocks/>
          </p:cNvSpPr>
          <p:nvPr/>
        </p:nvSpPr>
        <p:spPr>
          <a:xfrm>
            <a:off x="659683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5" name="data_6799">
            <a:extLst>
              <a:ext uri="{FF2B5EF4-FFF2-40B4-BE49-F238E27FC236}">
                <a16:creationId xmlns:a16="http://schemas.microsoft.com/office/drawing/2014/main" id="{249C1B02-DFD4-44EC-82E6-6B2455243C85}"/>
              </a:ext>
            </a:extLst>
          </p:cNvPr>
          <p:cNvSpPr>
            <a:spLocks/>
          </p:cNvSpPr>
          <p:nvPr/>
        </p:nvSpPr>
        <p:spPr>
          <a:xfrm>
            <a:off x="6781964" y="451795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6" name="data_6800">
            <a:extLst>
              <a:ext uri="{FF2B5EF4-FFF2-40B4-BE49-F238E27FC236}">
                <a16:creationId xmlns:a16="http://schemas.microsoft.com/office/drawing/2014/main" id="{C844A9A5-49B7-42DF-A9BB-EBCB7FCEE3EB}"/>
              </a:ext>
            </a:extLst>
          </p:cNvPr>
          <p:cNvSpPr>
            <a:spLocks/>
          </p:cNvSpPr>
          <p:nvPr/>
        </p:nvSpPr>
        <p:spPr>
          <a:xfrm>
            <a:off x="640452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7" name="data_6801">
            <a:extLst>
              <a:ext uri="{FF2B5EF4-FFF2-40B4-BE49-F238E27FC236}">
                <a16:creationId xmlns:a16="http://schemas.microsoft.com/office/drawing/2014/main" id="{6C6EF36B-D390-466A-ABA4-111EADF7D328}"/>
              </a:ext>
            </a:extLst>
          </p:cNvPr>
          <p:cNvSpPr>
            <a:spLocks/>
          </p:cNvSpPr>
          <p:nvPr/>
        </p:nvSpPr>
        <p:spPr>
          <a:xfrm>
            <a:off x="6367737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8" name="data_6802">
            <a:extLst>
              <a:ext uri="{FF2B5EF4-FFF2-40B4-BE49-F238E27FC236}">
                <a16:creationId xmlns:a16="http://schemas.microsoft.com/office/drawing/2014/main" id="{5E860AE1-2F97-4C89-83A6-3118A73508FD}"/>
              </a:ext>
            </a:extLst>
          </p:cNvPr>
          <p:cNvSpPr>
            <a:spLocks/>
          </p:cNvSpPr>
          <p:nvPr/>
        </p:nvSpPr>
        <p:spPr>
          <a:xfrm>
            <a:off x="6679844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49" name="data_6803">
            <a:extLst>
              <a:ext uri="{FF2B5EF4-FFF2-40B4-BE49-F238E27FC236}">
                <a16:creationId xmlns:a16="http://schemas.microsoft.com/office/drawing/2014/main" id="{F5D2B779-B8A0-42F8-9BA4-6336A9964BA9}"/>
              </a:ext>
            </a:extLst>
          </p:cNvPr>
          <p:cNvSpPr>
            <a:spLocks/>
          </p:cNvSpPr>
          <p:nvPr/>
        </p:nvSpPr>
        <p:spPr>
          <a:xfrm>
            <a:off x="6751617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0" name="data_6804">
            <a:extLst>
              <a:ext uri="{FF2B5EF4-FFF2-40B4-BE49-F238E27FC236}">
                <a16:creationId xmlns:a16="http://schemas.microsoft.com/office/drawing/2014/main" id="{6956D227-D278-4C05-A63E-365AE5210FCA}"/>
              </a:ext>
            </a:extLst>
          </p:cNvPr>
          <p:cNvSpPr>
            <a:spLocks/>
          </p:cNvSpPr>
          <p:nvPr/>
        </p:nvSpPr>
        <p:spPr>
          <a:xfrm>
            <a:off x="680291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1" name="data_6805">
            <a:extLst>
              <a:ext uri="{FF2B5EF4-FFF2-40B4-BE49-F238E27FC236}">
                <a16:creationId xmlns:a16="http://schemas.microsoft.com/office/drawing/2014/main" id="{448876AC-E1F2-466E-9BF4-2009D9DA04A7}"/>
              </a:ext>
            </a:extLst>
          </p:cNvPr>
          <p:cNvSpPr>
            <a:spLocks/>
          </p:cNvSpPr>
          <p:nvPr/>
        </p:nvSpPr>
        <p:spPr>
          <a:xfrm>
            <a:off x="6769176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2" name="data_6806">
            <a:extLst>
              <a:ext uri="{FF2B5EF4-FFF2-40B4-BE49-F238E27FC236}">
                <a16:creationId xmlns:a16="http://schemas.microsoft.com/office/drawing/2014/main" id="{347DF67D-D865-48BB-B2C6-1FFEA295546E}"/>
              </a:ext>
            </a:extLst>
          </p:cNvPr>
          <p:cNvSpPr>
            <a:spLocks/>
          </p:cNvSpPr>
          <p:nvPr/>
        </p:nvSpPr>
        <p:spPr>
          <a:xfrm>
            <a:off x="658556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3" name="data_6807">
            <a:extLst>
              <a:ext uri="{FF2B5EF4-FFF2-40B4-BE49-F238E27FC236}">
                <a16:creationId xmlns:a16="http://schemas.microsoft.com/office/drawing/2014/main" id="{AAC514E3-F3FD-40D5-A269-DBF241F42255}"/>
              </a:ext>
            </a:extLst>
          </p:cNvPr>
          <p:cNvSpPr>
            <a:spLocks/>
          </p:cNvSpPr>
          <p:nvPr/>
        </p:nvSpPr>
        <p:spPr>
          <a:xfrm>
            <a:off x="6723915" y="46296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4" name="data_6808">
            <a:extLst>
              <a:ext uri="{FF2B5EF4-FFF2-40B4-BE49-F238E27FC236}">
                <a16:creationId xmlns:a16="http://schemas.microsoft.com/office/drawing/2014/main" id="{5E09EC88-470F-4906-B0BA-585F9B4CF8CC}"/>
              </a:ext>
            </a:extLst>
          </p:cNvPr>
          <p:cNvSpPr>
            <a:spLocks/>
          </p:cNvSpPr>
          <p:nvPr/>
        </p:nvSpPr>
        <p:spPr>
          <a:xfrm>
            <a:off x="6331480" y="49275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5" name="data_6809">
            <a:extLst>
              <a:ext uri="{FF2B5EF4-FFF2-40B4-BE49-F238E27FC236}">
                <a16:creationId xmlns:a16="http://schemas.microsoft.com/office/drawing/2014/main" id="{F983C29C-7369-4387-93EF-DBA00A9BA45C}"/>
              </a:ext>
            </a:extLst>
          </p:cNvPr>
          <p:cNvSpPr>
            <a:spLocks/>
          </p:cNvSpPr>
          <p:nvPr/>
        </p:nvSpPr>
        <p:spPr>
          <a:xfrm>
            <a:off x="632525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6" name="data_6810">
            <a:extLst>
              <a:ext uri="{FF2B5EF4-FFF2-40B4-BE49-F238E27FC236}">
                <a16:creationId xmlns:a16="http://schemas.microsoft.com/office/drawing/2014/main" id="{19A78957-FC00-4D9C-8C20-47DCA6BC1F17}"/>
              </a:ext>
            </a:extLst>
          </p:cNvPr>
          <p:cNvSpPr>
            <a:spLocks/>
          </p:cNvSpPr>
          <p:nvPr/>
        </p:nvSpPr>
        <p:spPr>
          <a:xfrm>
            <a:off x="6702430" y="496428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7" name="data_6811">
            <a:extLst>
              <a:ext uri="{FF2B5EF4-FFF2-40B4-BE49-F238E27FC236}">
                <a16:creationId xmlns:a16="http://schemas.microsoft.com/office/drawing/2014/main" id="{53C42174-319D-4520-908D-F43E0DCE0CBC}"/>
              </a:ext>
            </a:extLst>
          </p:cNvPr>
          <p:cNvSpPr>
            <a:spLocks/>
          </p:cNvSpPr>
          <p:nvPr/>
        </p:nvSpPr>
        <p:spPr>
          <a:xfrm>
            <a:off x="675301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8" name="data_6812">
            <a:extLst>
              <a:ext uri="{FF2B5EF4-FFF2-40B4-BE49-F238E27FC236}">
                <a16:creationId xmlns:a16="http://schemas.microsoft.com/office/drawing/2014/main" id="{A05B6C7F-9768-43AB-A9C3-A30E8D9D67F1}"/>
              </a:ext>
            </a:extLst>
          </p:cNvPr>
          <p:cNvSpPr>
            <a:spLocks/>
          </p:cNvSpPr>
          <p:nvPr/>
        </p:nvSpPr>
        <p:spPr>
          <a:xfrm>
            <a:off x="670221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59" name="data_6813">
            <a:extLst>
              <a:ext uri="{FF2B5EF4-FFF2-40B4-BE49-F238E27FC236}">
                <a16:creationId xmlns:a16="http://schemas.microsoft.com/office/drawing/2014/main" id="{71F9638A-282C-49EC-8FB9-3D3315A97DD8}"/>
              </a:ext>
            </a:extLst>
          </p:cNvPr>
          <p:cNvSpPr>
            <a:spLocks/>
          </p:cNvSpPr>
          <p:nvPr/>
        </p:nvSpPr>
        <p:spPr>
          <a:xfrm>
            <a:off x="663079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0" name="data_6814">
            <a:extLst>
              <a:ext uri="{FF2B5EF4-FFF2-40B4-BE49-F238E27FC236}">
                <a16:creationId xmlns:a16="http://schemas.microsoft.com/office/drawing/2014/main" id="{DF71FDA7-3C94-4918-9544-EFD5D66A04EB}"/>
              </a:ext>
            </a:extLst>
          </p:cNvPr>
          <p:cNvSpPr>
            <a:spLocks/>
          </p:cNvSpPr>
          <p:nvPr/>
        </p:nvSpPr>
        <p:spPr>
          <a:xfrm>
            <a:off x="643775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1" name="data_6815">
            <a:extLst>
              <a:ext uri="{FF2B5EF4-FFF2-40B4-BE49-F238E27FC236}">
                <a16:creationId xmlns:a16="http://schemas.microsoft.com/office/drawing/2014/main" id="{CFC15C46-4DBB-446B-9985-E4A40CFA8AB1}"/>
              </a:ext>
            </a:extLst>
          </p:cNvPr>
          <p:cNvSpPr>
            <a:spLocks/>
          </p:cNvSpPr>
          <p:nvPr/>
        </p:nvSpPr>
        <p:spPr>
          <a:xfrm>
            <a:off x="6745179" y="53118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2" name="data_6816">
            <a:extLst>
              <a:ext uri="{FF2B5EF4-FFF2-40B4-BE49-F238E27FC236}">
                <a16:creationId xmlns:a16="http://schemas.microsoft.com/office/drawing/2014/main" id="{14D1FFD4-300E-4D33-843E-1E475778D9A0}"/>
              </a:ext>
            </a:extLst>
          </p:cNvPr>
          <p:cNvSpPr>
            <a:spLocks/>
          </p:cNvSpPr>
          <p:nvPr/>
        </p:nvSpPr>
        <p:spPr>
          <a:xfrm>
            <a:off x="663167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3" name="data_6817">
            <a:extLst>
              <a:ext uri="{FF2B5EF4-FFF2-40B4-BE49-F238E27FC236}">
                <a16:creationId xmlns:a16="http://schemas.microsoft.com/office/drawing/2014/main" id="{EA7C06FE-71D0-46AC-AB3B-A5440B3CD4C7}"/>
              </a:ext>
            </a:extLst>
          </p:cNvPr>
          <p:cNvSpPr>
            <a:spLocks/>
          </p:cNvSpPr>
          <p:nvPr/>
        </p:nvSpPr>
        <p:spPr>
          <a:xfrm>
            <a:off x="6427622" y="537566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4" name="data_6818">
            <a:extLst>
              <a:ext uri="{FF2B5EF4-FFF2-40B4-BE49-F238E27FC236}">
                <a16:creationId xmlns:a16="http://schemas.microsoft.com/office/drawing/2014/main" id="{61B0F7AE-5728-4CCE-8C5F-5B11F3801F55}"/>
              </a:ext>
            </a:extLst>
          </p:cNvPr>
          <p:cNvSpPr>
            <a:spLocks/>
          </p:cNvSpPr>
          <p:nvPr/>
        </p:nvSpPr>
        <p:spPr>
          <a:xfrm>
            <a:off x="6687019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5" name="data_6819">
            <a:extLst>
              <a:ext uri="{FF2B5EF4-FFF2-40B4-BE49-F238E27FC236}">
                <a16:creationId xmlns:a16="http://schemas.microsoft.com/office/drawing/2014/main" id="{3FAAC288-D6B5-4544-B9D6-A2A1A2611E0B}"/>
              </a:ext>
            </a:extLst>
          </p:cNvPr>
          <p:cNvSpPr>
            <a:spLocks/>
          </p:cNvSpPr>
          <p:nvPr/>
        </p:nvSpPr>
        <p:spPr>
          <a:xfrm>
            <a:off x="648024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6" name="data_6820">
            <a:extLst>
              <a:ext uri="{FF2B5EF4-FFF2-40B4-BE49-F238E27FC236}">
                <a16:creationId xmlns:a16="http://schemas.microsoft.com/office/drawing/2014/main" id="{50287153-46F3-42F6-A519-9D2CFC828FF9}"/>
              </a:ext>
            </a:extLst>
          </p:cNvPr>
          <p:cNvSpPr>
            <a:spLocks/>
          </p:cNvSpPr>
          <p:nvPr/>
        </p:nvSpPr>
        <p:spPr>
          <a:xfrm>
            <a:off x="636619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7" name="data_6821">
            <a:extLst>
              <a:ext uri="{FF2B5EF4-FFF2-40B4-BE49-F238E27FC236}">
                <a16:creationId xmlns:a16="http://schemas.microsoft.com/office/drawing/2014/main" id="{80E1BB3D-21D9-4227-9726-866DE054B6AA}"/>
              </a:ext>
            </a:extLst>
          </p:cNvPr>
          <p:cNvSpPr>
            <a:spLocks/>
          </p:cNvSpPr>
          <p:nvPr/>
        </p:nvSpPr>
        <p:spPr>
          <a:xfrm>
            <a:off x="671865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8" name="data_6822">
            <a:extLst>
              <a:ext uri="{FF2B5EF4-FFF2-40B4-BE49-F238E27FC236}">
                <a16:creationId xmlns:a16="http://schemas.microsoft.com/office/drawing/2014/main" id="{4D586724-9A3E-472E-A479-CBBD43705DA6}"/>
              </a:ext>
            </a:extLst>
          </p:cNvPr>
          <p:cNvSpPr>
            <a:spLocks/>
          </p:cNvSpPr>
          <p:nvPr/>
        </p:nvSpPr>
        <p:spPr>
          <a:xfrm>
            <a:off x="6568926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69" name="data_6823">
            <a:extLst>
              <a:ext uri="{FF2B5EF4-FFF2-40B4-BE49-F238E27FC236}">
                <a16:creationId xmlns:a16="http://schemas.microsoft.com/office/drawing/2014/main" id="{3B924D79-CEC8-47ED-8D87-17E2D453285E}"/>
              </a:ext>
            </a:extLst>
          </p:cNvPr>
          <p:cNvSpPr>
            <a:spLocks/>
          </p:cNvSpPr>
          <p:nvPr/>
        </p:nvSpPr>
        <p:spPr>
          <a:xfrm>
            <a:off x="647621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0" name="data_6824">
            <a:extLst>
              <a:ext uri="{FF2B5EF4-FFF2-40B4-BE49-F238E27FC236}">
                <a16:creationId xmlns:a16="http://schemas.microsoft.com/office/drawing/2014/main" id="{0E34D767-65C9-4BDB-86DC-6F70278F6FEB}"/>
              </a:ext>
            </a:extLst>
          </p:cNvPr>
          <p:cNvSpPr>
            <a:spLocks/>
          </p:cNvSpPr>
          <p:nvPr/>
        </p:nvSpPr>
        <p:spPr>
          <a:xfrm>
            <a:off x="6352841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1" name="data_6825">
            <a:extLst>
              <a:ext uri="{FF2B5EF4-FFF2-40B4-BE49-F238E27FC236}">
                <a16:creationId xmlns:a16="http://schemas.microsoft.com/office/drawing/2014/main" id="{1ECAABA6-1EFA-41DF-BA10-75561EF7697F}"/>
              </a:ext>
            </a:extLst>
          </p:cNvPr>
          <p:cNvSpPr>
            <a:spLocks/>
          </p:cNvSpPr>
          <p:nvPr/>
        </p:nvSpPr>
        <p:spPr>
          <a:xfrm>
            <a:off x="6785420" y="539051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2" name="data_6826">
            <a:extLst>
              <a:ext uri="{FF2B5EF4-FFF2-40B4-BE49-F238E27FC236}">
                <a16:creationId xmlns:a16="http://schemas.microsoft.com/office/drawing/2014/main" id="{0584BE66-AD9B-4BC0-A87E-58AED0D55A58}"/>
              </a:ext>
            </a:extLst>
          </p:cNvPr>
          <p:cNvSpPr>
            <a:spLocks/>
          </p:cNvSpPr>
          <p:nvPr/>
        </p:nvSpPr>
        <p:spPr>
          <a:xfrm>
            <a:off x="648378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3" name="data_6827">
            <a:extLst>
              <a:ext uri="{FF2B5EF4-FFF2-40B4-BE49-F238E27FC236}">
                <a16:creationId xmlns:a16="http://schemas.microsoft.com/office/drawing/2014/main" id="{6786876F-7A5C-41D1-BBBB-D95D9661AE17}"/>
              </a:ext>
            </a:extLst>
          </p:cNvPr>
          <p:cNvSpPr>
            <a:spLocks/>
          </p:cNvSpPr>
          <p:nvPr/>
        </p:nvSpPr>
        <p:spPr>
          <a:xfrm>
            <a:off x="672028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4" name="data_6828">
            <a:extLst>
              <a:ext uri="{FF2B5EF4-FFF2-40B4-BE49-F238E27FC236}">
                <a16:creationId xmlns:a16="http://schemas.microsoft.com/office/drawing/2014/main" id="{3BFAF3BA-D906-481A-81DC-BF0A740ED96E}"/>
              </a:ext>
            </a:extLst>
          </p:cNvPr>
          <p:cNvSpPr>
            <a:spLocks/>
          </p:cNvSpPr>
          <p:nvPr/>
        </p:nvSpPr>
        <p:spPr>
          <a:xfrm>
            <a:off x="6580938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5" name="data_6829">
            <a:extLst>
              <a:ext uri="{FF2B5EF4-FFF2-40B4-BE49-F238E27FC236}">
                <a16:creationId xmlns:a16="http://schemas.microsoft.com/office/drawing/2014/main" id="{7DE6164C-0259-4AE8-92B6-E324274285FE}"/>
              </a:ext>
            </a:extLst>
          </p:cNvPr>
          <p:cNvSpPr>
            <a:spLocks/>
          </p:cNvSpPr>
          <p:nvPr/>
        </p:nvSpPr>
        <p:spPr>
          <a:xfrm>
            <a:off x="6330371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6" name="data_6830">
            <a:extLst>
              <a:ext uri="{FF2B5EF4-FFF2-40B4-BE49-F238E27FC236}">
                <a16:creationId xmlns:a16="http://schemas.microsoft.com/office/drawing/2014/main" id="{59073A84-729B-4717-B3D1-C00A144B4697}"/>
              </a:ext>
            </a:extLst>
          </p:cNvPr>
          <p:cNvSpPr>
            <a:spLocks/>
          </p:cNvSpPr>
          <p:nvPr/>
        </p:nvSpPr>
        <p:spPr>
          <a:xfrm>
            <a:off x="6442137" y="5198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7" name="data_6831">
            <a:extLst>
              <a:ext uri="{FF2B5EF4-FFF2-40B4-BE49-F238E27FC236}">
                <a16:creationId xmlns:a16="http://schemas.microsoft.com/office/drawing/2014/main" id="{ED5D2418-A206-4AE4-BC43-052AB18EC76E}"/>
              </a:ext>
            </a:extLst>
          </p:cNvPr>
          <p:cNvSpPr>
            <a:spLocks/>
          </p:cNvSpPr>
          <p:nvPr/>
        </p:nvSpPr>
        <p:spPr>
          <a:xfrm>
            <a:off x="6357210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8" name="data_6832">
            <a:extLst>
              <a:ext uri="{FF2B5EF4-FFF2-40B4-BE49-F238E27FC236}">
                <a16:creationId xmlns:a16="http://schemas.microsoft.com/office/drawing/2014/main" id="{FAB1301E-0F56-42FA-B454-8ADAAC0CA0BE}"/>
              </a:ext>
            </a:extLst>
          </p:cNvPr>
          <p:cNvSpPr>
            <a:spLocks/>
          </p:cNvSpPr>
          <p:nvPr/>
        </p:nvSpPr>
        <p:spPr>
          <a:xfrm>
            <a:off x="6532127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79" name="data_6833">
            <a:extLst>
              <a:ext uri="{FF2B5EF4-FFF2-40B4-BE49-F238E27FC236}">
                <a16:creationId xmlns:a16="http://schemas.microsoft.com/office/drawing/2014/main" id="{D3E5780D-1DBD-4C2B-AA0C-AFF84BC82C0F}"/>
              </a:ext>
            </a:extLst>
          </p:cNvPr>
          <p:cNvSpPr>
            <a:spLocks/>
          </p:cNvSpPr>
          <p:nvPr/>
        </p:nvSpPr>
        <p:spPr>
          <a:xfrm>
            <a:off x="6687774" y="38318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0" name="data_6834">
            <a:extLst>
              <a:ext uri="{FF2B5EF4-FFF2-40B4-BE49-F238E27FC236}">
                <a16:creationId xmlns:a16="http://schemas.microsoft.com/office/drawing/2014/main" id="{57B3638A-17C2-4FA2-ABC5-151864555627}"/>
              </a:ext>
            </a:extLst>
          </p:cNvPr>
          <p:cNvSpPr>
            <a:spLocks/>
          </p:cNvSpPr>
          <p:nvPr/>
        </p:nvSpPr>
        <p:spPr>
          <a:xfrm>
            <a:off x="682905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1" name="data_6835">
            <a:extLst>
              <a:ext uri="{FF2B5EF4-FFF2-40B4-BE49-F238E27FC236}">
                <a16:creationId xmlns:a16="http://schemas.microsoft.com/office/drawing/2014/main" id="{8B46BC27-310B-486F-9201-58D729C26585}"/>
              </a:ext>
            </a:extLst>
          </p:cNvPr>
          <p:cNvSpPr>
            <a:spLocks/>
          </p:cNvSpPr>
          <p:nvPr/>
        </p:nvSpPr>
        <p:spPr>
          <a:xfrm>
            <a:off x="656181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2" name="data_6836">
            <a:extLst>
              <a:ext uri="{FF2B5EF4-FFF2-40B4-BE49-F238E27FC236}">
                <a16:creationId xmlns:a16="http://schemas.microsoft.com/office/drawing/2014/main" id="{3FF2978B-D98C-4F58-A1B4-53C3EC139D1E}"/>
              </a:ext>
            </a:extLst>
          </p:cNvPr>
          <p:cNvSpPr>
            <a:spLocks/>
          </p:cNvSpPr>
          <p:nvPr/>
        </p:nvSpPr>
        <p:spPr>
          <a:xfrm>
            <a:off x="6453658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3" name="data_6837">
            <a:extLst>
              <a:ext uri="{FF2B5EF4-FFF2-40B4-BE49-F238E27FC236}">
                <a16:creationId xmlns:a16="http://schemas.microsoft.com/office/drawing/2014/main" id="{2FEDD256-D2B6-46AD-A88B-0A2B303B2E98}"/>
              </a:ext>
            </a:extLst>
          </p:cNvPr>
          <p:cNvSpPr>
            <a:spLocks/>
          </p:cNvSpPr>
          <p:nvPr/>
        </p:nvSpPr>
        <p:spPr>
          <a:xfrm>
            <a:off x="6500335" y="49953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4" name="data_6838">
            <a:extLst>
              <a:ext uri="{FF2B5EF4-FFF2-40B4-BE49-F238E27FC236}">
                <a16:creationId xmlns:a16="http://schemas.microsoft.com/office/drawing/2014/main" id="{BD568509-BA5C-49FF-A421-70CE07101249}"/>
              </a:ext>
            </a:extLst>
          </p:cNvPr>
          <p:cNvSpPr>
            <a:spLocks/>
          </p:cNvSpPr>
          <p:nvPr/>
        </p:nvSpPr>
        <p:spPr>
          <a:xfrm>
            <a:off x="640607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5" name="data_6839">
            <a:extLst>
              <a:ext uri="{FF2B5EF4-FFF2-40B4-BE49-F238E27FC236}">
                <a16:creationId xmlns:a16="http://schemas.microsoft.com/office/drawing/2014/main" id="{0141D385-AA9A-484B-BB5A-388AAFE15FE5}"/>
              </a:ext>
            </a:extLst>
          </p:cNvPr>
          <p:cNvSpPr>
            <a:spLocks/>
          </p:cNvSpPr>
          <p:nvPr/>
        </p:nvSpPr>
        <p:spPr>
          <a:xfrm>
            <a:off x="6396064" y="451049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6" name="data_6840">
            <a:extLst>
              <a:ext uri="{FF2B5EF4-FFF2-40B4-BE49-F238E27FC236}">
                <a16:creationId xmlns:a16="http://schemas.microsoft.com/office/drawing/2014/main" id="{CB690029-8DCC-441B-BA2F-0885332CA721}"/>
              </a:ext>
            </a:extLst>
          </p:cNvPr>
          <p:cNvSpPr>
            <a:spLocks/>
          </p:cNvSpPr>
          <p:nvPr/>
        </p:nvSpPr>
        <p:spPr>
          <a:xfrm>
            <a:off x="670206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7" name="data_6841">
            <a:extLst>
              <a:ext uri="{FF2B5EF4-FFF2-40B4-BE49-F238E27FC236}">
                <a16:creationId xmlns:a16="http://schemas.microsoft.com/office/drawing/2014/main" id="{7357484C-BE14-42C6-B199-0CCFBA6B803F}"/>
              </a:ext>
            </a:extLst>
          </p:cNvPr>
          <p:cNvSpPr>
            <a:spLocks/>
          </p:cNvSpPr>
          <p:nvPr/>
        </p:nvSpPr>
        <p:spPr>
          <a:xfrm>
            <a:off x="6805766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8" name="data_6842">
            <a:extLst>
              <a:ext uri="{FF2B5EF4-FFF2-40B4-BE49-F238E27FC236}">
                <a16:creationId xmlns:a16="http://schemas.microsoft.com/office/drawing/2014/main" id="{1005E05C-B43D-422D-A431-7609871265F4}"/>
              </a:ext>
            </a:extLst>
          </p:cNvPr>
          <p:cNvSpPr>
            <a:spLocks/>
          </p:cNvSpPr>
          <p:nvPr/>
        </p:nvSpPr>
        <p:spPr>
          <a:xfrm>
            <a:off x="6632326" y="451785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89" name="data_6843">
            <a:extLst>
              <a:ext uri="{FF2B5EF4-FFF2-40B4-BE49-F238E27FC236}">
                <a16:creationId xmlns:a16="http://schemas.microsoft.com/office/drawing/2014/main" id="{3E584D18-4FEE-4462-9F36-4D3D38844218}"/>
              </a:ext>
            </a:extLst>
          </p:cNvPr>
          <p:cNvSpPr>
            <a:spLocks/>
          </p:cNvSpPr>
          <p:nvPr/>
        </p:nvSpPr>
        <p:spPr>
          <a:xfrm>
            <a:off x="643815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0" name="data_6844">
            <a:extLst>
              <a:ext uri="{FF2B5EF4-FFF2-40B4-BE49-F238E27FC236}">
                <a16:creationId xmlns:a16="http://schemas.microsoft.com/office/drawing/2014/main" id="{79477D0E-85DF-4C58-8261-2DBEFBA5CAB0}"/>
              </a:ext>
            </a:extLst>
          </p:cNvPr>
          <p:cNvSpPr>
            <a:spLocks/>
          </p:cNvSpPr>
          <p:nvPr/>
        </p:nvSpPr>
        <p:spPr>
          <a:xfrm>
            <a:off x="6521852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1" name="data_6845">
            <a:extLst>
              <a:ext uri="{FF2B5EF4-FFF2-40B4-BE49-F238E27FC236}">
                <a16:creationId xmlns:a16="http://schemas.microsoft.com/office/drawing/2014/main" id="{BCC1602E-15A5-4C04-B327-04EA533D3592}"/>
              </a:ext>
            </a:extLst>
          </p:cNvPr>
          <p:cNvSpPr>
            <a:spLocks/>
          </p:cNvSpPr>
          <p:nvPr/>
        </p:nvSpPr>
        <p:spPr>
          <a:xfrm>
            <a:off x="6612864" y="4724126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2" name="data_6846">
            <a:extLst>
              <a:ext uri="{FF2B5EF4-FFF2-40B4-BE49-F238E27FC236}">
                <a16:creationId xmlns:a16="http://schemas.microsoft.com/office/drawing/2014/main" id="{B434584E-0FE0-411B-8766-37C952C3D0C9}"/>
              </a:ext>
            </a:extLst>
          </p:cNvPr>
          <p:cNvSpPr>
            <a:spLocks/>
          </p:cNvSpPr>
          <p:nvPr/>
        </p:nvSpPr>
        <p:spPr>
          <a:xfrm>
            <a:off x="682570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3" name="data_6847">
            <a:extLst>
              <a:ext uri="{FF2B5EF4-FFF2-40B4-BE49-F238E27FC236}">
                <a16:creationId xmlns:a16="http://schemas.microsoft.com/office/drawing/2014/main" id="{4851C177-3B99-4FC8-A138-F0656DD73587}"/>
              </a:ext>
            </a:extLst>
          </p:cNvPr>
          <p:cNvSpPr>
            <a:spLocks/>
          </p:cNvSpPr>
          <p:nvPr/>
        </p:nvSpPr>
        <p:spPr>
          <a:xfrm>
            <a:off x="6370887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4" name="data_6848">
            <a:extLst>
              <a:ext uri="{FF2B5EF4-FFF2-40B4-BE49-F238E27FC236}">
                <a16:creationId xmlns:a16="http://schemas.microsoft.com/office/drawing/2014/main" id="{B465B653-0177-42D5-ABB6-F6FEB6F6D20F}"/>
              </a:ext>
            </a:extLst>
          </p:cNvPr>
          <p:cNvSpPr>
            <a:spLocks/>
          </p:cNvSpPr>
          <p:nvPr/>
        </p:nvSpPr>
        <p:spPr>
          <a:xfrm>
            <a:off x="6469548" y="536161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5" name="data_6849">
            <a:extLst>
              <a:ext uri="{FF2B5EF4-FFF2-40B4-BE49-F238E27FC236}">
                <a16:creationId xmlns:a16="http://schemas.microsoft.com/office/drawing/2014/main" id="{92A44A30-E560-4D3A-AC78-F824E19BFB5E}"/>
              </a:ext>
            </a:extLst>
          </p:cNvPr>
          <p:cNvSpPr>
            <a:spLocks/>
          </p:cNvSpPr>
          <p:nvPr/>
        </p:nvSpPr>
        <p:spPr>
          <a:xfrm>
            <a:off x="644354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6" name="data_6850">
            <a:extLst>
              <a:ext uri="{FF2B5EF4-FFF2-40B4-BE49-F238E27FC236}">
                <a16:creationId xmlns:a16="http://schemas.microsoft.com/office/drawing/2014/main" id="{476A04A8-E309-4667-B07A-D353825F2735}"/>
              </a:ext>
            </a:extLst>
          </p:cNvPr>
          <p:cNvSpPr>
            <a:spLocks/>
          </p:cNvSpPr>
          <p:nvPr/>
        </p:nvSpPr>
        <p:spPr>
          <a:xfrm>
            <a:off x="673993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7" name="data_6851">
            <a:extLst>
              <a:ext uri="{FF2B5EF4-FFF2-40B4-BE49-F238E27FC236}">
                <a16:creationId xmlns:a16="http://schemas.microsoft.com/office/drawing/2014/main" id="{736485E8-F184-4E47-A8EB-18F223FCCC60}"/>
              </a:ext>
            </a:extLst>
          </p:cNvPr>
          <p:cNvSpPr>
            <a:spLocks/>
          </p:cNvSpPr>
          <p:nvPr/>
        </p:nvSpPr>
        <p:spPr>
          <a:xfrm>
            <a:off x="6437758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8" name="data_6852">
            <a:extLst>
              <a:ext uri="{FF2B5EF4-FFF2-40B4-BE49-F238E27FC236}">
                <a16:creationId xmlns:a16="http://schemas.microsoft.com/office/drawing/2014/main" id="{19F036D3-01AE-48C0-8B33-CD7605CC6940}"/>
              </a:ext>
            </a:extLst>
          </p:cNvPr>
          <p:cNvSpPr>
            <a:spLocks/>
          </p:cNvSpPr>
          <p:nvPr/>
        </p:nvSpPr>
        <p:spPr>
          <a:xfrm>
            <a:off x="6348525" y="5373243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699" name="data_6853">
            <a:extLst>
              <a:ext uri="{FF2B5EF4-FFF2-40B4-BE49-F238E27FC236}">
                <a16:creationId xmlns:a16="http://schemas.microsoft.com/office/drawing/2014/main" id="{AC4377DA-1FA2-492C-AA05-27ABC3548092}"/>
              </a:ext>
            </a:extLst>
          </p:cNvPr>
          <p:cNvSpPr>
            <a:spLocks/>
          </p:cNvSpPr>
          <p:nvPr/>
        </p:nvSpPr>
        <p:spPr>
          <a:xfrm>
            <a:off x="6581530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0" name="data_6854">
            <a:extLst>
              <a:ext uri="{FF2B5EF4-FFF2-40B4-BE49-F238E27FC236}">
                <a16:creationId xmlns:a16="http://schemas.microsoft.com/office/drawing/2014/main" id="{CDF2F947-28A6-482B-B2F3-0A1ED88E73F1}"/>
              </a:ext>
            </a:extLst>
          </p:cNvPr>
          <p:cNvSpPr>
            <a:spLocks/>
          </p:cNvSpPr>
          <p:nvPr/>
        </p:nvSpPr>
        <p:spPr>
          <a:xfrm>
            <a:off x="6684633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1" name="data_6855">
            <a:extLst>
              <a:ext uri="{FF2B5EF4-FFF2-40B4-BE49-F238E27FC236}">
                <a16:creationId xmlns:a16="http://schemas.microsoft.com/office/drawing/2014/main" id="{DA4A2ACE-E756-46F5-A3AB-1F8DB1C21BF3}"/>
              </a:ext>
            </a:extLst>
          </p:cNvPr>
          <p:cNvSpPr>
            <a:spLocks/>
          </p:cNvSpPr>
          <p:nvPr/>
        </p:nvSpPr>
        <p:spPr>
          <a:xfrm>
            <a:off x="683289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2" name="data_6856">
            <a:extLst>
              <a:ext uri="{FF2B5EF4-FFF2-40B4-BE49-F238E27FC236}">
                <a16:creationId xmlns:a16="http://schemas.microsoft.com/office/drawing/2014/main" id="{52493C8A-437E-46CE-88E2-0096EA4469F8}"/>
              </a:ext>
            </a:extLst>
          </p:cNvPr>
          <p:cNvSpPr>
            <a:spLocks/>
          </p:cNvSpPr>
          <p:nvPr/>
        </p:nvSpPr>
        <p:spPr>
          <a:xfrm>
            <a:off x="683541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3" name="data_6857">
            <a:extLst>
              <a:ext uri="{FF2B5EF4-FFF2-40B4-BE49-F238E27FC236}">
                <a16:creationId xmlns:a16="http://schemas.microsoft.com/office/drawing/2014/main" id="{5DC29F70-7AA8-4ECE-A4F7-13715D798D0A}"/>
              </a:ext>
            </a:extLst>
          </p:cNvPr>
          <p:cNvSpPr>
            <a:spLocks/>
          </p:cNvSpPr>
          <p:nvPr/>
        </p:nvSpPr>
        <p:spPr>
          <a:xfrm>
            <a:off x="683635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4" name="data_6858">
            <a:extLst>
              <a:ext uri="{FF2B5EF4-FFF2-40B4-BE49-F238E27FC236}">
                <a16:creationId xmlns:a16="http://schemas.microsoft.com/office/drawing/2014/main" id="{EE949A39-2E98-49AB-8413-E1E3738EAFC1}"/>
              </a:ext>
            </a:extLst>
          </p:cNvPr>
          <p:cNvSpPr>
            <a:spLocks/>
          </p:cNvSpPr>
          <p:nvPr/>
        </p:nvSpPr>
        <p:spPr>
          <a:xfrm>
            <a:off x="681653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5" name="data_6859">
            <a:extLst>
              <a:ext uri="{FF2B5EF4-FFF2-40B4-BE49-F238E27FC236}">
                <a16:creationId xmlns:a16="http://schemas.microsoft.com/office/drawing/2014/main" id="{1B189F81-D94B-4C3C-B972-CC2CB5B395DD}"/>
              </a:ext>
            </a:extLst>
          </p:cNvPr>
          <p:cNvSpPr>
            <a:spLocks/>
          </p:cNvSpPr>
          <p:nvPr/>
        </p:nvSpPr>
        <p:spPr>
          <a:xfrm>
            <a:off x="651912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6" name="data_6860">
            <a:extLst>
              <a:ext uri="{FF2B5EF4-FFF2-40B4-BE49-F238E27FC236}">
                <a16:creationId xmlns:a16="http://schemas.microsoft.com/office/drawing/2014/main" id="{B8A0A89F-36B6-4643-B06D-CB7213423E99}"/>
              </a:ext>
            </a:extLst>
          </p:cNvPr>
          <p:cNvSpPr>
            <a:spLocks/>
          </p:cNvSpPr>
          <p:nvPr/>
        </p:nvSpPr>
        <p:spPr>
          <a:xfrm>
            <a:off x="6800451" y="531188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7" name="data_6861">
            <a:extLst>
              <a:ext uri="{FF2B5EF4-FFF2-40B4-BE49-F238E27FC236}">
                <a16:creationId xmlns:a16="http://schemas.microsoft.com/office/drawing/2014/main" id="{04384CD9-996F-4DEF-B96F-02FC162BCC3C}"/>
              </a:ext>
            </a:extLst>
          </p:cNvPr>
          <p:cNvSpPr>
            <a:spLocks/>
          </p:cNvSpPr>
          <p:nvPr/>
        </p:nvSpPr>
        <p:spPr>
          <a:xfrm>
            <a:off x="6498070" y="5394557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8" name="data_6862">
            <a:extLst>
              <a:ext uri="{FF2B5EF4-FFF2-40B4-BE49-F238E27FC236}">
                <a16:creationId xmlns:a16="http://schemas.microsoft.com/office/drawing/2014/main" id="{A041B8E0-2B5C-4968-B2CF-5069C5199A24}"/>
              </a:ext>
            </a:extLst>
          </p:cNvPr>
          <p:cNvSpPr>
            <a:spLocks/>
          </p:cNvSpPr>
          <p:nvPr/>
        </p:nvSpPr>
        <p:spPr>
          <a:xfrm>
            <a:off x="667292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09" name="data_6863">
            <a:extLst>
              <a:ext uri="{FF2B5EF4-FFF2-40B4-BE49-F238E27FC236}">
                <a16:creationId xmlns:a16="http://schemas.microsoft.com/office/drawing/2014/main" id="{D4329A19-6EFB-49B5-A6DD-0685372D4A4D}"/>
              </a:ext>
            </a:extLst>
          </p:cNvPr>
          <p:cNvSpPr>
            <a:spLocks/>
          </p:cNvSpPr>
          <p:nvPr/>
        </p:nvSpPr>
        <p:spPr>
          <a:xfrm>
            <a:off x="6365114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0" name="data_6864">
            <a:extLst>
              <a:ext uri="{FF2B5EF4-FFF2-40B4-BE49-F238E27FC236}">
                <a16:creationId xmlns:a16="http://schemas.microsoft.com/office/drawing/2014/main" id="{9CDA443B-C3F2-44CF-A994-C76F6F4E4BB7}"/>
              </a:ext>
            </a:extLst>
          </p:cNvPr>
          <p:cNvSpPr>
            <a:spLocks/>
          </p:cNvSpPr>
          <p:nvPr/>
        </p:nvSpPr>
        <p:spPr>
          <a:xfrm>
            <a:off x="6594660" y="5082594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1" name="data_6865">
            <a:extLst>
              <a:ext uri="{FF2B5EF4-FFF2-40B4-BE49-F238E27FC236}">
                <a16:creationId xmlns:a16="http://schemas.microsoft.com/office/drawing/2014/main" id="{60EFD81A-271B-4749-9328-1CE7830832DB}"/>
              </a:ext>
            </a:extLst>
          </p:cNvPr>
          <p:cNvSpPr>
            <a:spLocks/>
          </p:cNvSpPr>
          <p:nvPr/>
        </p:nvSpPr>
        <p:spPr>
          <a:xfrm>
            <a:off x="6835185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2" name="data_6866">
            <a:extLst>
              <a:ext uri="{FF2B5EF4-FFF2-40B4-BE49-F238E27FC236}">
                <a16:creationId xmlns:a16="http://schemas.microsoft.com/office/drawing/2014/main" id="{0682E93E-82E3-4B14-A98D-AD99C4762E41}"/>
              </a:ext>
            </a:extLst>
          </p:cNvPr>
          <p:cNvSpPr>
            <a:spLocks/>
          </p:cNvSpPr>
          <p:nvPr/>
        </p:nvSpPr>
        <p:spPr>
          <a:xfrm>
            <a:off x="6435689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3" name="data_6867">
            <a:extLst>
              <a:ext uri="{FF2B5EF4-FFF2-40B4-BE49-F238E27FC236}">
                <a16:creationId xmlns:a16="http://schemas.microsoft.com/office/drawing/2014/main" id="{0DF95EF7-963E-4160-8BD9-7DCB02E07995}"/>
              </a:ext>
            </a:extLst>
          </p:cNvPr>
          <p:cNvSpPr>
            <a:spLocks/>
          </p:cNvSpPr>
          <p:nvPr/>
        </p:nvSpPr>
        <p:spPr>
          <a:xfrm>
            <a:off x="6352410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4" name="data_6868">
            <a:extLst>
              <a:ext uri="{FF2B5EF4-FFF2-40B4-BE49-F238E27FC236}">
                <a16:creationId xmlns:a16="http://schemas.microsoft.com/office/drawing/2014/main" id="{548B822D-47C4-4AE7-8340-DC3DA7A1521E}"/>
              </a:ext>
            </a:extLst>
          </p:cNvPr>
          <p:cNvSpPr>
            <a:spLocks/>
          </p:cNvSpPr>
          <p:nvPr/>
        </p:nvSpPr>
        <p:spPr>
          <a:xfrm>
            <a:off x="6637046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5" name="data_6869">
            <a:extLst>
              <a:ext uri="{FF2B5EF4-FFF2-40B4-BE49-F238E27FC236}">
                <a16:creationId xmlns:a16="http://schemas.microsoft.com/office/drawing/2014/main" id="{BA6944E8-EBBE-4239-B4E4-F2F35F740393}"/>
              </a:ext>
            </a:extLst>
          </p:cNvPr>
          <p:cNvSpPr>
            <a:spLocks/>
          </p:cNvSpPr>
          <p:nvPr/>
        </p:nvSpPr>
        <p:spPr>
          <a:xfrm>
            <a:off x="6754988" y="5131035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6" name="data_6870">
            <a:extLst>
              <a:ext uri="{FF2B5EF4-FFF2-40B4-BE49-F238E27FC236}">
                <a16:creationId xmlns:a16="http://schemas.microsoft.com/office/drawing/2014/main" id="{D7FE6FBA-A4E0-4A1D-AD95-2EDA0B42C430}"/>
              </a:ext>
            </a:extLst>
          </p:cNvPr>
          <p:cNvSpPr>
            <a:spLocks/>
          </p:cNvSpPr>
          <p:nvPr/>
        </p:nvSpPr>
        <p:spPr>
          <a:xfrm>
            <a:off x="6507938" y="4859762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7" name="data_6871">
            <a:extLst>
              <a:ext uri="{FF2B5EF4-FFF2-40B4-BE49-F238E27FC236}">
                <a16:creationId xmlns:a16="http://schemas.microsoft.com/office/drawing/2014/main" id="{B9A6B51A-D8FA-4D38-BED5-B856E655A728}"/>
              </a:ext>
            </a:extLst>
          </p:cNvPr>
          <p:cNvSpPr>
            <a:spLocks/>
          </p:cNvSpPr>
          <p:nvPr/>
        </p:nvSpPr>
        <p:spPr>
          <a:xfrm>
            <a:off x="6388410" y="477838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8" name="data_6872">
            <a:extLst>
              <a:ext uri="{FF2B5EF4-FFF2-40B4-BE49-F238E27FC236}">
                <a16:creationId xmlns:a16="http://schemas.microsoft.com/office/drawing/2014/main" id="{8B7E42F7-C637-4017-B3D6-F2E411B9B85A}"/>
              </a:ext>
            </a:extLst>
          </p:cNvPr>
          <p:cNvSpPr>
            <a:spLocks/>
          </p:cNvSpPr>
          <p:nvPr/>
        </p:nvSpPr>
        <p:spPr>
          <a:xfrm>
            <a:off x="6639508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19" name="data_6873">
            <a:extLst>
              <a:ext uri="{FF2B5EF4-FFF2-40B4-BE49-F238E27FC236}">
                <a16:creationId xmlns:a16="http://schemas.microsoft.com/office/drawing/2014/main" id="{B392FD78-2DBE-4725-B2E1-779F515653F9}"/>
              </a:ext>
            </a:extLst>
          </p:cNvPr>
          <p:cNvSpPr>
            <a:spLocks/>
          </p:cNvSpPr>
          <p:nvPr/>
        </p:nvSpPr>
        <p:spPr>
          <a:xfrm>
            <a:off x="6755395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0" name="data_6874">
            <a:extLst>
              <a:ext uri="{FF2B5EF4-FFF2-40B4-BE49-F238E27FC236}">
                <a16:creationId xmlns:a16="http://schemas.microsoft.com/office/drawing/2014/main" id="{B87706E2-8B88-41F1-9B5B-2D1CB38AB64D}"/>
              </a:ext>
            </a:extLst>
          </p:cNvPr>
          <p:cNvSpPr>
            <a:spLocks/>
          </p:cNvSpPr>
          <p:nvPr/>
        </p:nvSpPr>
        <p:spPr>
          <a:xfrm>
            <a:off x="6831434" y="407823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1" name="data_6875">
            <a:extLst>
              <a:ext uri="{FF2B5EF4-FFF2-40B4-BE49-F238E27FC236}">
                <a16:creationId xmlns:a16="http://schemas.microsoft.com/office/drawing/2014/main" id="{A2E90C29-1467-4A38-B605-792F5ED67424}"/>
              </a:ext>
            </a:extLst>
          </p:cNvPr>
          <p:cNvSpPr>
            <a:spLocks/>
          </p:cNvSpPr>
          <p:nvPr/>
        </p:nvSpPr>
        <p:spPr>
          <a:xfrm>
            <a:off x="6796841" y="3774671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2" name="data_6876">
            <a:extLst>
              <a:ext uri="{FF2B5EF4-FFF2-40B4-BE49-F238E27FC236}">
                <a16:creationId xmlns:a16="http://schemas.microsoft.com/office/drawing/2014/main" id="{DCB27B43-C761-4665-AA99-0F52D59CE4DE}"/>
              </a:ext>
            </a:extLst>
          </p:cNvPr>
          <p:cNvSpPr>
            <a:spLocks/>
          </p:cNvSpPr>
          <p:nvPr/>
        </p:nvSpPr>
        <p:spPr>
          <a:xfrm>
            <a:off x="6631334" y="4588490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3" name="data_6877">
            <a:extLst>
              <a:ext uri="{FF2B5EF4-FFF2-40B4-BE49-F238E27FC236}">
                <a16:creationId xmlns:a16="http://schemas.microsoft.com/office/drawing/2014/main" id="{F9C7F37D-0A14-4DD6-BE3B-C1F1E32A3895}"/>
              </a:ext>
            </a:extLst>
          </p:cNvPr>
          <p:cNvSpPr>
            <a:spLocks/>
          </p:cNvSpPr>
          <p:nvPr/>
        </p:nvSpPr>
        <p:spPr>
          <a:xfrm>
            <a:off x="6458643" y="5402308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4" name="data_6878">
            <a:extLst>
              <a:ext uri="{FF2B5EF4-FFF2-40B4-BE49-F238E27FC236}">
                <a16:creationId xmlns:a16="http://schemas.microsoft.com/office/drawing/2014/main" id="{F4ECF757-A9EB-4364-A597-C002AE00A26F}"/>
              </a:ext>
            </a:extLst>
          </p:cNvPr>
          <p:cNvSpPr>
            <a:spLocks/>
          </p:cNvSpPr>
          <p:nvPr/>
        </p:nvSpPr>
        <p:spPr>
          <a:xfrm>
            <a:off x="6503489" y="5345839"/>
            <a:ext cx="35469" cy="35469"/>
          </a:xfrm>
          <a:prstGeom prst="ellipse">
            <a:avLst/>
          </a:prstGeom>
          <a:solidFill>
            <a:srgbClr val="A1ABB3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5" name="data_6879">
            <a:extLst>
              <a:ext uri="{FF2B5EF4-FFF2-40B4-BE49-F238E27FC236}">
                <a16:creationId xmlns:a16="http://schemas.microsoft.com/office/drawing/2014/main" id="{1FDBD27F-EE99-4C3C-96B6-22956825E669}"/>
              </a:ext>
            </a:extLst>
          </p:cNvPr>
          <p:cNvSpPr>
            <a:spLocks/>
          </p:cNvSpPr>
          <p:nvPr/>
        </p:nvSpPr>
        <p:spPr>
          <a:xfrm>
            <a:off x="734725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6" name="data_6880">
            <a:extLst>
              <a:ext uri="{FF2B5EF4-FFF2-40B4-BE49-F238E27FC236}">
                <a16:creationId xmlns:a16="http://schemas.microsoft.com/office/drawing/2014/main" id="{652F6DB1-109F-4E30-AF05-CCBEFECA35D8}"/>
              </a:ext>
            </a:extLst>
          </p:cNvPr>
          <p:cNvSpPr>
            <a:spLocks/>
          </p:cNvSpPr>
          <p:nvPr/>
        </p:nvSpPr>
        <p:spPr>
          <a:xfrm>
            <a:off x="7667597" y="38004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7" name="data_6881">
            <a:extLst>
              <a:ext uri="{FF2B5EF4-FFF2-40B4-BE49-F238E27FC236}">
                <a16:creationId xmlns:a16="http://schemas.microsoft.com/office/drawing/2014/main" id="{56AB664C-CC98-4E08-945F-D82981BD901B}"/>
              </a:ext>
            </a:extLst>
          </p:cNvPr>
          <p:cNvSpPr>
            <a:spLocks/>
          </p:cNvSpPr>
          <p:nvPr/>
        </p:nvSpPr>
        <p:spPr>
          <a:xfrm>
            <a:off x="765332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8" name="data_6882">
            <a:extLst>
              <a:ext uri="{FF2B5EF4-FFF2-40B4-BE49-F238E27FC236}">
                <a16:creationId xmlns:a16="http://schemas.microsoft.com/office/drawing/2014/main" id="{A704A634-6436-4F62-9589-BA893D4DBD9E}"/>
              </a:ext>
            </a:extLst>
          </p:cNvPr>
          <p:cNvSpPr>
            <a:spLocks/>
          </p:cNvSpPr>
          <p:nvPr/>
        </p:nvSpPr>
        <p:spPr>
          <a:xfrm>
            <a:off x="74726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29" name="data_6883">
            <a:extLst>
              <a:ext uri="{FF2B5EF4-FFF2-40B4-BE49-F238E27FC236}">
                <a16:creationId xmlns:a16="http://schemas.microsoft.com/office/drawing/2014/main" id="{78FE7133-4990-4737-A5EB-643885C1E896}"/>
              </a:ext>
            </a:extLst>
          </p:cNvPr>
          <p:cNvSpPr>
            <a:spLocks/>
          </p:cNvSpPr>
          <p:nvPr/>
        </p:nvSpPr>
        <p:spPr>
          <a:xfrm>
            <a:off x="756277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0" name="data_6884">
            <a:extLst>
              <a:ext uri="{FF2B5EF4-FFF2-40B4-BE49-F238E27FC236}">
                <a16:creationId xmlns:a16="http://schemas.microsoft.com/office/drawing/2014/main" id="{5DA1FBD9-0943-4DDE-AE0E-623EAF74517E}"/>
              </a:ext>
            </a:extLst>
          </p:cNvPr>
          <p:cNvSpPr>
            <a:spLocks/>
          </p:cNvSpPr>
          <p:nvPr/>
        </p:nvSpPr>
        <p:spPr>
          <a:xfrm>
            <a:off x="7175623" y="461797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1" name="data_6885">
            <a:extLst>
              <a:ext uri="{FF2B5EF4-FFF2-40B4-BE49-F238E27FC236}">
                <a16:creationId xmlns:a16="http://schemas.microsoft.com/office/drawing/2014/main" id="{C60558EE-884D-4160-B96B-5B700965258D}"/>
              </a:ext>
            </a:extLst>
          </p:cNvPr>
          <p:cNvSpPr>
            <a:spLocks/>
          </p:cNvSpPr>
          <p:nvPr/>
        </p:nvSpPr>
        <p:spPr>
          <a:xfrm>
            <a:off x="7307585" y="441840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2" name="data_6886">
            <a:extLst>
              <a:ext uri="{FF2B5EF4-FFF2-40B4-BE49-F238E27FC236}">
                <a16:creationId xmlns:a16="http://schemas.microsoft.com/office/drawing/2014/main" id="{541A079A-E9BC-4023-916D-309814BD284A}"/>
              </a:ext>
            </a:extLst>
          </p:cNvPr>
          <p:cNvSpPr>
            <a:spLocks/>
          </p:cNvSpPr>
          <p:nvPr/>
        </p:nvSpPr>
        <p:spPr>
          <a:xfrm>
            <a:off x="7267626" y="465754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3" name="data_6887">
            <a:extLst>
              <a:ext uri="{FF2B5EF4-FFF2-40B4-BE49-F238E27FC236}">
                <a16:creationId xmlns:a16="http://schemas.microsoft.com/office/drawing/2014/main" id="{8746BC82-3C72-4D6F-AEC0-86F94466F401}"/>
              </a:ext>
            </a:extLst>
          </p:cNvPr>
          <p:cNvSpPr>
            <a:spLocks/>
          </p:cNvSpPr>
          <p:nvPr/>
        </p:nvSpPr>
        <p:spPr>
          <a:xfrm>
            <a:off x="7328390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4" name="data_6888">
            <a:extLst>
              <a:ext uri="{FF2B5EF4-FFF2-40B4-BE49-F238E27FC236}">
                <a16:creationId xmlns:a16="http://schemas.microsoft.com/office/drawing/2014/main" id="{269F942E-47EE-490A-B3D2-0A47EE7BD2D5}"/>
              </a:ext>
            </a:extLst>
          </p:cNvPr>
          <p:cNvSpPr>
            <a:spLocks/>
          </p:cNvSpPr>
          <p:nvPr/>
        </p:nvSpPr>
        <p:spPr>
          <a:xfrm>
            <a:off x="7180627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5" name="data_6889">
            <a:extLst>
              <a:ext uri="{FF2B5EF4-FFF2-40B4-BE49-F238E27FC236}">
                <a16:creationId xmlns:a16="http://schemas.microsoft.com/office/drawing/2014/main" id="{04757479-2514-4E5F-A35E-76B89E5BD039}"/>
              </a:ext>
            </a:extLst>
          </p:cNvPr>
          <p:cNvSpPr>
            <a:spLocks/>
          </p:cNvSpPr>
          <p:nvPr/>
        </p:nvSpPr>
        <p:spPr>
          <a:xfrm>
            <a:off x="7602689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6" name="data_6890">
            <a:extLst>
              <a:ext uri="{FF2B5EF4-FFF2-40B4-BE49-F238E27FC236}">
                <a16:creationId xmlns:a16="http://schemas.microsoft.com/office/drawing/2014/main" id="{CD30751E-0BF9-4200-B51D-1F9525567F1E}"/>
              </a:ext>
            </a:extLst>
          </p:cNvPr>
          <p:cNvSpPr>
            <a:spLocks/>
          </p:cNvSpPr>
          <p:nvPr/>
        </p:nvSpPr>
        <p:spPr>
          <a:xfrm>
            <a:off x="7380049" y="384237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7" name="data_6891">
            <a:extLst>
              <a:ext uri="{FF2B5EF4-FFF2-40B4-BE49-F238E27FC236}">
                <a16:creationId xmlns:a16="http://schemas.microsoft.com/office/drawing/2014/main" id="{08769138-591E-4F5B-B07D-241DD330842B}"/>
              </a:ext>
            </a:extLst>
          </p:cNvPr>
          <p:cNvSpPr>
            <a:spLocks/>
          </p:cNvSpPr>
          <p:nvPr/>
        </p:nvSpPr>
        <p:spPr>
          <a:xfrm>
            <a:off x="7500311" y="51360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8" name="data_6892">
            <a:extLst>
              <a:ext uri="{FF2B5EF4-FFF2-40B4-BE49-F238E27FC236}">
                <a16:creationId xmlns:a16="http://schemas.microsoft.com/office/drawing/2014/main" id="{4D565E68-0291-41B4-AD12-97A48B5EFE0F}"/>
              </a:ext>
            </a:extLst>
          </p:cNvPr>
          <p:cNvSpPr>
            <a:spLocks/>
          </p:cNvSpPr>
          <p:nvPr/>
        </p:nvSpPr>
        <p:spPr>
          <a:xfrm>
            <a:off x="725276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39" name="data_6893">
            <a:extLst>
              <a:ext uri="{FF2B5EF4-FFF2-40B4-BE49-F238E27FC236}">
                <a16:creationId xmlns:a16="http://schemas.microsoft.com/office/drawing/2014/main" id="{1C2FECBD-CE81-499A-AFAA-8F88D8CA1472}"/>
              </a:ext>
            </a:extLst>
          </p:cNvPr>
          <p:cNvSpPr>
            <a:spLocks/>
          </p:cNvSpPr>
          <p:nvPr/>
        </p:nvSpPr>
        <p:spPr>
          <a:xfrm>
            <a:off x="739235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0" name="data_6894">
            <a:extLst>
              <a:ext uri="{FF2B5EF4-FFF2-40B4-BE49-F238E27FC236}">
                <a16:creationId xmlns:a16="http://schemas.microsoft.com/office/drawing/2014/main" id="{CFECE020-84CF-42CB-83AC-633EC49F5E2B}"/>
              </a:ext>
            </a:extLst>
          </p:cNvPr>
          <p:cNvSpPr>
            <a:spLocks/>
          </p:cNvSpPr>
          <p:nvPr/>
        </p:nvSpPr>
        <p:spPr>
          <a:xfrm>
            <a:off x="731669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1" name="data_6895">
            <a:extLst>
              <a:ext uri="{FF2B5EF4-FFF2-40B4-BE49-F238E27FC236}">
                <a16:creationId xmlns:a16="http://schemas.microsoft.com/office/drawing/2014/main" id="{AFD80EAF-CEF4-478F-87C5-0A2C700D214B}"/>
              </a:ext>
            </a:extLst>
          </p:cNvPr>
          <p:cNvSpPr>
            <a:spLocks/>
          </p:cNvSpPr>
          <p:nvPr/>
        </p:nvSpPr>
        <p:spPr>
          <a:xfrm>
            <a:off x="7228086" y="520402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2" name="data_6896">
            <a:extLst>
              <a:ext uri="{FF2B5EF4-FFF2-40B4-BE49-F238E27FC236}">
                <a16:creationId xmlns:a16="http://schemas.microsoft.com/office/drawing/2014/main" id="{D31C9ABC-8602-46D5-B5AF-00694950D9D9}"/>
              </a:ext>
            </a:extLst>
          </p:cNvPr>
          <p:cNvSpPr>
            <a:spLocks/>
          </p:cNvSpPr>
          <p:nvPr/>
        </p:nvSpPr>
        <p:spPr>
          <a:xfrm>
            <a:off x="721335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3" name="data_6897">
            <a:extLst>
              <a:ext uri="{FF2B5EF4-FFF2-40B4-BE49-F238E27FC236}">
                <a16:creationId xmlns:a16="http://schemas.microsoft.com/office/drawing/2014/main" id="{0127F55F-868F-4038-BE85-CE127B7C5D6E}"/>
              </a:ext>
            </a:extLst>
          </p:cNvPr>
          <p:cNvSpPr>
            <a:spLocks/>
          </p:cNvSpPr>
          <p:nvPr/>
        </p:nvSpPr>
        <p:spPr>
          <a:xfrm>
            <a:off x="7601842" y="502052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4" name="data_6898">
            <a:extLst>
              <a:ext uri="{FF2B5EF4-FFF2-40B4-BE49-F238E27FC236}">
                <a16:creationId xmlns:a16="http://schemas.microsoft.com/office/drawing/2014/main" id="{E7A33D1B-EFF6-4B92-8B69-7234A1A932CC}"/>
              </a:ext>
            </a:extLst>
          </p:cNvPr>
          <p:cNvSpPr>
            <a:spLocks/>
          </p:cNvSpPr>
          <p:nvPr/>
        </p:nvSpPr>
        <p:spPr>
          <a:xfrm>
            <a:off x="743247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5" name="data_6899">
            <a:extLst>
              <a:ext uri="{FF2B5EF4-FFF2-40B4-BE49-F238E27FC236}">
                <a16:creationId xmlns:a16="http://schemas.microsoft.com/office/drawing/2014/main" id="{878DBDCA-4EB7-4C33-B4C8-18EF757B0907}"/>
              </a:ext>
            </a:extLst>
          </p:cNvPr>
          <p:cNvSpPr>
            <a:spLocks/>
          </p:cNvSpPr>
          <p:nvPr/>
        </p:nvSpPr>
        <p:spPr>
          <a:xfrm>
            <a:off x="7333431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6" name="data_6900">
            <a:extLst>
              <a:ext uri="{FF2B5EF4-FFF2-40B4-BE49-F238E27FC236}">
                <a16:creationId xmlns:a16="http://schemas.microsoft.com/office/drawing/2014/main" id="{64080BFF-4B18-4B6B-B950-220ED2AF5110}"/>
              </a:ext>
            </a:extLst>
          </p:cNvPr>
          <p:cNvSpPr>
            <a:spLocks/>
          </p:cNvSpPr>
          <p:nvPr/>
        </p:nvSpPr>
        <p:spPr>
          <a:xfrm>
            <a:off x="760040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7" name="data_6901">
            <a:extLst>
              <a:ext uri="{FF2B5EF4-FFF2-40B4-BE49-F238E27FC236}">
                <a16:creationId xmlns:a16="http://schemas.microsoft.com/office/drawing/2014/main" id="{5A55965C-74D2-441C-8D05-694B8A446FA4}"/>
              </a:ext>
            </a:extLst>
          </p:cNvPr>
          <p:cNvSpPr>
            <a:spLocks/>
          </p:cNvSpPr>
          <p:nvPr/>
        </p:nvSpPr>
        <p:spPr>
          <a:xfrm>
            <a:off x="7244718" y="3978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8" name="data_6902">
            <a:extLst>
              <a:ext uri="{FF2B5EF4-FFF2-40B4-BE49-F238E27FC236}">
                <a16:creationId xmlns:a16="http://schemas.microsoft.com/office/drawing/2014/main" id="{402240F6-0C14-4CCB-9783-393E1EF1BD99}"/>
              </a:ext>
            </a:extLst>
          </p:cNvPr>
          <p:cNvSpPr>
            <a:spLocks/>
          </p:cNvSpPr>
          <p:nvPr/>
        </p:nvSpPr>
        <p:spPr>
          <a:xfrm>
            <a:off x="719880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49" name="data_6903">
            <a:extLst>
              <a:ext uri="{FF2B5EF4-FFF2-40B4-BE49-F238E27FC236}">
                <a16:creationId xmlns:a16="http://schemas.microsoft.com/office/drawing/2014/main" id="{7A3893A9-7D9F-4921-B5BC-9448E78996A5}"/>
              </a:ext>
            </a:extLst>
          </p:cNvPr>
          <p:cNvSpPr>
            <a:spLocks/>
          </p:cNvSpPr>
          <p:nvPr/>
        </p:nvSpPr>
        <p:spPr>
          <a:xfrm>
            <a:off x="7341622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0" name="data_6904">
            <a:extLst>
              <a:ext uri="{FF2B5EF4-FFF2-40B4-BE49-F238E27FC236}">
                <a16:creationId xmlns:a16="http://schemas.microsoft.com/office/drawing/2014/main" id="{25422A98-7FE0-4694-83AC-AA8390605A03}"/>
              </a:ext>
            </a:extLst>
          </p:cNvPr>
          <p:cNvSpPr>
            <a:spLocks/>
          </p:cNvSpPr>
          <p:nvPr/>
        </p:nvSpPr>
        <p:spPr>
          <a:xfrm>
            <a:off x="7227027" y="507431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1" name="data_6905">
            <a:extLst>
              <a:ext uri="{FF2B5EF4-FFF2-40B4-BE49-F238E27FC236}">
                <a16:creationId xmlns:a16="http://schemas.microsoft.com/office/drawing/2014/main" id="{F2030FC5-6124-4674-A8CF-349B67D8533A}"/>
              </a:ext>
            </a:extLst>
          </p:cNvPr>
          <p:cNvSpPr>
            <a:spLocks/>
          </p:cNvSpPr>
          <p:nvPr/>
        </p:nvSpPr>
        <p:spPr>
          <a:xfrm>
            <a:off x="7504811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2" name="data_6906">
            <a:extLst>
              <a:ext uri="{FF2B5EF4-FFF2-40B4-BE49-F238E27FC236}">
                <a16:creationId xmlns:a16="http://schemas.microsoft.com/office/drawing/2014/main" id="{E545D31B-D37F-49EC-8AA7-EE57482B7283}"/>
              </a:ext>
            </a:extLst>
          </p:cNvPr>
          <p:cNvSpPr>
            <a:spLocks/>
          </p:cNvSpPr>
          <p:nvPr/>
        </p:nvSpPr>
        <p:spPr>
          <a:xfrm>
            <a:off x="719683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3" name="data_6907">
            <a:extLst>
              <a:ext uri="{FF2B5EF4-FFF2-40B4-BE49-F238E27FC236}">
                <a16:creationId xmlns:a16="http://schemas.microsoft.com/office/drawing/2014/main" id="{38FC0552-1575-4C29-9704-F38B0945FB5B}"/>
              </a:ext>
            </a:extLst>
          </p:cNvPr>
          <p:cNvSpPr>
            <a:spLocks/>
          </p:cNvSpPr>
          <p:nvPr/>
        </p:nvSpPr>
        <p:spPr>
          <a:xfrm>
            <a:off x="7365872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4" name="data_6908">
            <a:extLst>
              <a:ext uri="{FF2B5EF4-FFF2-40B4-BE49-F238E27FC236}">
                <a16:creationId xmlns:a16="http://schemas.microsoft.com/office/drawing/2014/main" id="{B12AE03E-A68C-4A6B-A9B6-4F04FB7DB909}"/>
              </a:ext>
            </a:extLst>
          </p:cNvPr>
          <p:cNvSpPr>
            <a:spLocks/>
          </p:cNvSpPr>
          <p:nvPr/>
        </p:nvSpPr>
        <p:spPr>
          <a:xfrm>
            <a:off x="738921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5" name="data_6909">
            <a:extLst>
              <a:ext uri="{FF2B5EF4-FFF2-40B4-BE49-F238E27FC236}">
                <a16:creationId xmlns:a16="http://schemas.microsoft.com/office/drawing/2014/main" id="{AC6C5B82-A71B-433D-9F28-5D7D22B04692}"/>
              </a:ext>
            </a:extLst>
          </p:cNvPr>
          <p:cNvSpPr>
            <a:spLocks/>
          </p:cNvSpPr>
          <p:nvPr/>
        </p:nvSpPr>
        <p:spPr>
          <a:xfrm>
            <a:off x="7579205" y="52666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6" name="data_6910">
            <a:extLst>
              <a:ext uri="{FF2B5EF4-FFF2-40B4-BE49-F238E27FC236}">
                <a16:creationId xmlns:a16="http://schemas.microsoft.com/office/drawing/2014/main" id="{836E9617-FB9F-4533-A04E-A9E519E5B45D}"/>
              </a:ext>
            </a:extLst>
          </p:cNvPr>
          <p:cNvSpPr>
            <a:spLocks/>
          </p:cNvSpPr>
          <p:nvPr/>
        </p:nvSpPr>
        <p:spPr>
          <a:xfrm>
            <a:off x="7459509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7" name="data_6911">
            <a:extLst>
              <a:ext uri="{FF2B5EF4-FFF2-40B4-BE49-F238E27FC236}">
                <a16:creationId xmlns:a16="http://schemas.microsoft.com/office/drawing/2014/main" id="{9523052E-E7FF-4C5D-9D7D-3A14CF502D65}"/>
              </a:ext>
            </a:extLst>
          </p:cNvPr>
          <p:cNvSpPr>
            <a:spLocks/>
          </p:cNvSpPr>
          <p:nvPr/>
        </p:nvSpPr>
        <p:spPr>
          <a:xfrm>
            <a:off x="7307421" y="538196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8" name="data_6912">
            <a:extLst>
              <a:ext uri="{FF2B5EF4-FFF2-40B4-BE49-F238E27FC236}">
                <a16:creationId xmlns:a16="http://schemas.microsoft.com/office/drawing/2014/main" id="{C8449CCC-D612-4537-86FA-BB6D7A8CD558}"/>
              </a:ext>
            </a:extLst>
          </p:cNvPr>
          <p:cNvSpPr>
            <a:spLocks/>
          </p:cNvSpPr>
          <p:nvPr/>
        </p:nvSpPr>
        <p:spPr>
          <a:xfrm>
            <a:off x="717723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59" name="data_6913">
            <a:extLst>
              <a:ext uri="{FF2B5EF4-FFF2-40B4-BE49-F238E27FC236}">
                <a16:creationId xmlns:a16="http://schemas.microsoft.com/office/drawing/2014/main" id="{CCDDCAFA-FC6C-420D-815A-32713C2EA017}"/>
              </a:ext>
            </a:extLst>
          </p:cNvPr>
          <p:cNvSpPr>
            <a:spLocks/>
          </p:cNvSpPr>
          <p:nvPr/>
        </p:nvSpPr>
        <p:spPr>
          <a:xfrm>
            <a:off x="716052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0" name="data_6914">
            <a:extLst>
              <a:ext uri="{FF2B5EF4-FFF2-40B4-BE49-F238E27FC236}">
                <a16:creationId xmlns:a16="http://schemas.microsoft.com/office/drawing/2014/main" id="{05E8D0C8-F692-465E-84D8-AD9F9DBFE12E}"/>
              </a:ext>
            </a:extLst>
          </p:cNvPr>
          <p:cNvSpPr>
            <a:spLocks/>
          </p:cNvSpPr>
          <p:nvPr/>
        </p:nvSpPr>
        <p:spPr>
          <a:xfrm>
            <a:off x="7235157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1" name="data_6915">
            <a:extLst>
              <a:ext uri="{FF2B5EF4-FFF2-40B4-BE49-F238E27FC236}">
                <a16:creationId xmlns:a16="http://schemas.microsoft.com/office/drawing/2014/main" id="{EBB940D4-D4C2-4A9C-8D63-BEF4E497BFFD}"/>
              </a:ext>
            </a:extLst>
          </p:cNvPr>
          <p:cNvSpPr>
            <a:spLocks/>
          </p:cNvSpPr>
          <p:nvPr/>
        </p:nvSpPr>
        <p:spPr>
          <a:xfrm>
            <a:off x="7292608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2" name="data_6916">
            <a:extLst>
              <a:ext uri="{FF2B5EF4-FFF2-40B4-BE49-F238E27FC236}">
                <a16:creationId xmlns:a16="http://schemas.microsoft.com/office/drawing/2014/main" id="{C9CDA6E0-3D60-4FDA-A8D5-D9FAB2F104B3}"/>
              </a:ext>
            </a:extLst>
          </p:cNvPr>
          <p:cNvSpPr>
            <a:spLocks/>
          </p:cNvSpPr>
          <p:nvPr/>
        </p:nvSpPr>
        <p:spPr>
          <a:xfrm>
            <a:off x="7607722" y="3910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3" name="data_6917">
            <a:extLst>
              <a:ext uri="{FF2B5EF4-FFF2-40B4-BE49-F238E27FC236}">
                <a16:creationId xmlns:a16="http://schemas.microsoft.com/office/drawing/2014/main" id="{17C3BC44-8EBB-40AC-BAC0-CC346815D17F}"/>
              </a:ext>
            </a:extLst>
          </p:cNvPr>
          <p:cNvSpPr>
            <a:spLocks/>
          </p:cNvSpPr>
          <p:nvPr/>
        </p:nvSpPr>
        <p:spPr>
          <a:xfrm>
            <a:off x="723912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4" name="data_6918">
            <a:extLst>
              <a:ext uri="{FF2B5EF4-FFF2-40B4-BE49-F238E27FC236}">
                <a16:creationId xmlns:a16="http://schemas.microsoft.com/office/drawing/2014/main" id="{13BADAF9-B18A-4828-A03F-CAF61B5ED7B1}"/>
              </a:ext>
            </a:extLst>
          </p:cNvPr>
          <p:cNvSpPr>
            <a:spLocks/>
          </p:cNvSpPr>
          <p:nvPr/>
        </p:nvSpPr>
        <p:spPr>
          <a:xfrm>
            <a:off x="7485406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5" name="data_6919">
            <a:extLst>
              <a:ext uri="{FF2B5EF4-FFF2-40B4-BE49-F238E27FC236}">
                <a16:creationId xmlns:a16="http://schemas.microsoft.com/office/drawing/2014/main" id="{CACC6EE0-924B-4332-AE77-46A048363EA7}"/>
              </a:ext>
            </a:extLst>
          </p:cNvPr>
          <p:cNvSpPr>
            <a:spLocks/>
          </p:cNvSpPr>
          <p:nvPr/>
        </p:nvSpPr>
        <p:spPr>
          <a:xfrm>
            <a:off x="7520725" y="5124253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6" name="data_6920">
            <a:extLst>
              <a:ext uri="{FF2B5EF4-FFF2-40B4-BE49-F238E27FC236}">
                <a16:creationId xmlns:a16="http://schemas.microsoft.com/office/drawing/2014/main" id="{E235364F-1120-4577-A21C-6CA7A8E5C790}"/>
              </a:ext>
            </a:extLst>
          </p:cNvPr>
          <p:cNvSpPr>
            <a:spLocks/>
          </p:cNvSpPr>
          <p:nvPr/>
        </p:nvSpPr>
        <p:spPr>
          <a:xfrm>
            <a:off x="743664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7" name="data_6921">
            <a:extLst>
              <a:ext uri="{FF2B5EF4-FFF2-40B4-BE49-F238E27FC236}">
                <a16:creationId xmlns:a16="http://schemas.microsoft.com/office/drawing/2014/main" id="{2919B4B0-93A3-4C4D-9C41-E8B949DA76BE}"/>
              </a:ext>
            </a:extLst>
          </p:cNvPr>
          <p:cNvSpPr>
            <a:spLocks/>
          </p:cNvSpPr>
          <p:nvPr/>
        </p:nvSpPr>
        <p:spPr>
          <a:xfrm>
            <a:off x="734770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8" name="data_6922">
            <a:extLst>
              <a:ext uri="{FF2B5EF4-FFF2-40B4-BE49-F238E27FC236}">
                <a16:creationId xmlns:a16="http://schemas.microsoft.com/office/drawing/2014/main" id="{67694136-5492-4127-A2BF-3B79C6F2AABA}"/>
              </a:ext>
            </a:extLst>
          </p:cNvPr>
          <p:cNvSpPr>
            <a:spLocks/>
          </p:cNvSpPr>
          <p:nvPr/>
        </p:nvSpPr>
        <p:spPr>
          <a:xfrm>
            <a:off x="7516369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69" name="data_6923">
            <a:extLst>
              <a:ext uri="{FF2B5EF4-FFF2-40B4-BE49-F238E27FC236}">
                <a16:creationId xmlns:a16="http://schemas.microsoft.com/office/drawing/2014/main" id="{27560049-DDAA-4702-98C6-0CBE0D218482}"/>
              </a:ext>
            </a:extLst>
          </p:cNvPr>
          <p:cNvSpPr>
            <a:spLocks/>
          </p:cNvSpPr>
          <p:nvPr/>
        </p:nvSpPr>
        <p:spPr>
          <a:xfrm>
            <a:off x="7260237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0" name="data_6924">
            <a:extLst>
              <a:ext uri="{FF2B5EF4-FFF2-40B4-BE49-F238E27FC236}">
                <a16:creationId xmlns:a16="http://schemas.microsoft.com/office/drawing/2014/main" id="{29750432-FA49-48FB-95F6-443ABCB9CBC5}"/>
              </a:ext>
            </a:extLst>
          </p:cNvPr>
          <p:cNvSpPr>
            <a:spLocks/>
          </p:cNvSpPr>
          <p:nvPr/>
        </p:nvSpPr>
        <p:spPr>
          <a:xfrm>
            <a:off x="7169372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1" name="data_6925">
            <a:extLst>
              <a:ext uri="{FF2B5EF4-FFF2-40B4-BE49-F238E27FC236}">
                <a16:creationId xmlns:a16="http://schemas.microsoft.com/office/drawing/2014/main" id="{E89A9EAE-2981-41A8-B6C0-52C532D86A19}"/>
              </a:ext>
            </a:extLst>
          </p:cNvPr>
          <p:cNvSpPr>
            <a:spLocks/>
          </p:cNvSpPr>
          <p:nvPr/>
        </p:nvSpPr>
        <p:spPr>
          <a:xfrm>
            <a:off x="76559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2" name="data_6926">
            <a:extLst>
              <a:ext uri="{FF2B5EF4-FFF2-40B4-BE49-F238E27FC236}">
                <a16:creationId xmlns:a16="http://schemas.microsoft.com/office/drawing/2014/main" id="{1AFDBB88-7647-4221-BBC0-AFDB5A9271DE}"/>
              </a:ext>
            </a:extLst>
          </p:cNvPr>
          <p:cNvSpPr>
            <a:spLocks/>
          </p:cNvSpPr>
          <p:nvPr/>
        </p:nvSpPr>
        <p:spPr>
          <a:xfrm>
            <a:off x="7514655" y="523277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3" name="data_6927">
            <a:extLst>
              <a:ext uri="{FF2B5EF4-FFF2-40B4-BE49-F238E27FC236}">
                <a16:creationId xmlns:a16="http://schemas.microsoft.com/office/drawing/2014/main" id="{E8B766DC-443B-4249-A402-102E173823A5}"/>
              </a:ext>
            </a:extLst>
          </p:cNvPr>
          <p:cNvSpPr>
            <a:spLocks/>
          </p:cNvSpPr>
          <p:nvPr/>
        </p:nvSpPr>
        <p:spPr>
          <a:xfrm>
            <a:off x="7304812" y="385715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4" name="data_6928">
            <a:extLst>
              <a:ext uri="{FF2B5EF4-FFF2-40B4-BE49-F238E27FC236}">
                <a16:creationId xmlns:a16="http://schemas.microsoft.com/office/drawing/2014/main" id="{98D81AC7-8328-4F08-A915-CF723F51E761}"/>
              </a:ext>
            </a:extLst>
          </p:cNvPr>
          <p:cNvSpPr>
            <a:spLocks/>
          </p:cNvSpPr>
          <p:nvPr/>
        </p:nvSpPr>
        <p:spPr>
          <a:xfrm>
            <a:off x="7231841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5" name="data_6929">
            <a:extLst>
              <a:ext uri="{FF2B5EF4-FFF2-40B4-BE49-F238E27FC236}">
                <a16:creationId xmlns:a16="http://schemas.microsoft.com/office/drawing/2014/main" id="{4E6C8B38-A2F1-4D5E-8DDA-1E42FB2F50D9}"/>
              </a:ext>
            </a:extLst>
          </p:cNvPr>
          <p:cNvSpPr>
            <a:spLocks/>
          </p:cNvSpPr>
          <p:nvPr/>
        </p:nvSpPr>
        <p:spPr>
          <a:xfrm>
            <a:off x="7612025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6" name="data_6930">
            <a:extLst>
              <a:ext uri="{FF2B5EF4-FFF2-40B4-BE49-F238E27FC236}">
                <a16:creationId xmlns:a16="http://schemas.microsoft.com/office/drawing/2014/main" id="{C0EDDAE7-E283-4A0A-BFCA-992840C9B310}"/>
              </a:ext>
            </a:extLst>
          </p:cNvPr>
          <p:cNvSpPr>
            <a:spLocks/>
          </p:cNvSpPr>
          <p:nvPr/>
        </p:nvSpPr>
        <p:spPr>
          <a:xfrm>
            <a:off x="7255156" y="495018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7" name="data_6931">
            <a:extLst>
              <a:ext uri="{FF2B5EF4-FFF2-40B4-BE49-F238E27FC236}">
                <a16:creationId xmlns:a16="http://schemas.microsoft.com/office/drawing/2014/main" id="{BACA7F58-E13A-445F-BD60-EE083A75B625}"/>
              </a:ext>
            </a:extLst>
          </p:cNvPr>
          <p:cNvSpPr>
            <a:spLocks/>
          </p:cNvSpPr>
          <p:nvPr/>
        </p:nvSpPr>
        <p:spPr>
          <a:xfrm>
            <a:off x="7497569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8" name="data_6932">
            <a:extLst>
              <a:ext uri="{FF2B5EF4-FFF2-40B4-BE49-F238E27FC236}">
                <a16:creationId xmlns:a16="http://schemas.microsoft.com/office/drawing/2014/main" id="{EA868C68-1A46-414F-B2F8-4EEE4542ABEE}"/>
              </a:ext>
            </a:extLst>
          </p:cNvPr>
          <p:cNvSpPr>
            <a:spLocks/>
          </p:cNvSpPr>
          <p:nvPr/>
        </p:nvSpPr>
        <p:spPr>
          <a:xfrm>
            <a:off x="7232032" y="516978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79" name="data_6933">
            <a:extLst>
              <a:ext uri="{FF2B5EF4-FFF2-40B4-BE49-F238E27FC236}">
                <a16:creationId xmlns:a16="http://schemas.microsoft.com/office/drawing/2014/main" id="{10D72390-F9DF-40BD-B401-8E4ECC3F2A5F}"/>
              </a:ext>
            </a:extLst>
          </p:cNvPr>
          <p:cNvSpPr>
            <a:spLocks/>
          </p:cNvSpPr>
          <p:nvPr/>
        </p:nvSpPr>
        <p:spPr>
          <a:xfrm>
            <a:off x="7434900" y="468004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0" name="data_6934">
            <a:extLst>
              <a:ext uri="{FF2B5EF4-FFF2-40B4-BE49-F238E27FC236}">
                <a16:creationId xmlns:a16="http://schemas.microsoft.com/office/drawing/2014/main" id="{C2B52C1D-4F18-4B49-8B2C-0820FF72FD4F}"/>
              </a:ext>
            </a:extLst>
          </p:cNvPr>
          <p:cNvSpPr>
            <a:spLocks/>
          </p:cNvSpPr>
          <p:nvPr/>
        </p:nvSpPr>
        <p:spPr>
          <a:xfrm>
            <a:off x="7639262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1" name="data_6935">
            <a:extLst>
              <a:ext uri="{FF2B5EF4-FFF2-40B4-BE49-F238E27FC236}">
                <a16:creationId xmlns:a16="http://schemas.microsoft.com/office/drawing/2014/main" id="{2FF117BD-9BF1-4CC0-8D13-C004AF8ED3B4}"/>
              </a:ext>
            </a:extLst>
          </p:cNvPr>
          <p:cNvSpPr>
            <a:spLocks/>
          </p:cNvSpPr>
          <p:nvPr/>
        </p:nvSpPr>
        <p:spPr>
          <a:xfrm>
            <a:off x="7340009" y="42968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2" name="data_6936">
            <a:extLst>
              <a:ext uri="{FF2B5EF4-FFF2-40B4-BE49-F238E27FC236}">
                <a16:creationId xmlns:a16="http://schemas.microsoft.com/office/drawing/2014/main" id="{DEA9D77F-1B2A-4088-8E13-53D76455D106}"/>
              </a:ext>
            </a:extLst>
          </p:cNvPr>
          <p:cNvSpPr>
            <a:spLocks/>
          </p:cNvSpPr>
          <p:nvPr/>
        </p:nvSpPr>
        <p:spPr>
          <a:xfrm>
            <a:off x="7238494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3" name="data_6937">
            <a:extLst>
              <a:ext uri="{FF2B5EF4-FFF2-40B4-BE49-F238E27FC236}">
                <a16:creationId xmlns:a16="http://schemas.microsoft.com/office/drawing/2014/main" id="{B2A96C4E-0546-4C1C-80CF-6C37B158FF95}"/>
              </a:ext>
            </a:extLst>
          </p:cNvPr>
          <p:cNvSpPr>
            <a:spLocks/>
          </p:cNvSpPr>
          <p:nvPr/>
        </p:nvSpPr>
        <p:spPr>
          <a:xfrm>
            <a:off x="7437255" y="463410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4" name="data_6938">
            <a:extLst>
              <a:ext uri="{FF2B5EF4-FFF2-40B4-BE49-F238E27FC236}">
                <a16:creationId xmlns:a16="http://schemas.microsoft.com/office/drawing/2014/main" id="{F2413566-B061-4515-9433-E6732CF51A62}"/>
              </a:ext>
            </a:extLst>
          </p:cNvPr>
          <p:cNvSpPr>
            <a:spLocks/>
          </p:cNvSpPr>
          <p:nvPr/>
        </p:nvSpPr>
        <p:spPr>
          <a:xfrm>
            <a:off x="7341773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5" name="data_6939">
            <a:extLst>
              <a:ext uri="{FF2B5EF4-FFF2-40B4-BE49-F238E27FC236}">
                <a16:creationId xmlns:a16="http://schemas.microsoft.com/office/drawing/2014/main" id="{33E0CA7F-3D19-4B92-9330-8E1EF4A019AE}"/>
              </a:ext>
            </a:extLst>
          </p:cNvPr>
          <p:cNvSpPr>
            <a:spLocks/>
          </p:cNvSpPr>
          <p:nvPr/>
        </p:nvSpPr>
        <p:spPr>
          <a:xfrm>
            <a:off x="7355967" y="418158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6" name="data_6940">
            <a:extLst>
              <a:ext uri="{FF2B5EF4-FFF2-40B4-BE49-F238E27FC236}">
                <a16:creationId xmlns:a16="http://schemas.microsoft.com/office/drawing/2014/main" id="{FD55C7B6-610F-4554-8A10-402702B853A5}"/>
              </a:ext>
            </a:extLst>
          </p:cNvPr>
          <p:cNvSpPr>
            <a:spLocks/>
          </p:cNvSpPr>
          <p:nvPr/>
        </p:nvSpPr>
        <p:spPr>
          <a:xfrm>
            <a:off x="733624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7" name="data_6941">
            <a:extLst>
              <a:ext uri="{FF2B5EF4-FFF2-40B4-BE49-F238E27FC236}">
                <a16:creationId xmlns:a16="http://schemas.microsoft.com/office/drawing/2014/main" id="{B8800646-DDC1-43ED-BB04-45795A987074}"/>
              </a:ext>
            </a:extLst>
          </p:cNvPr>
          <p:cNvSpPr>
            <a:spLocks/>
          </p:cNvSpPr>
          <p:nvPr/>
        </p:nvSpPr>
        <p:spPr>
          <a:xfrm>
            <a:off x="760959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8" name="data_6942">
            <a:extLst>
              <a:ext uri="{FF2B5EF4-FFF2-40B4-BE49-F238E27FC236}">
                <a16:creationId xmlns:a16="http://schemas.microsoft.com/office/drawing/2014/main" id="{7A9F6DBA-C6EF-4541-ADF5-9E8995D9BD57}"/>
              </a:ext>
            </a:extLst>
          </p:cNvPr>
          <p:cNvSpPr>
            <a:spLocks/>
          </p:cNvSpPr>
          <p:nvPr/>
        </p:nvSpPr>
        <p:spPr>
          <a:xfrm>
            <a:off x="7300066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89" name="data_6943">
            <a:extLst>
              <a:ext uri="{FF2B5EF4-FFF2-40B4-BE49-F238E27FC236}">
                <a16:creationId xmlns:a16="http://schemas.microsoft.com/office/drawing/2014/main" id="{A874984A-7EE1-4255-A859-11D15AF912E6}"/>
              </a:ext>
            </a:extLst>
          </p:cNvPr>
          <p:cNvSpPr>
            <a:spLocks/>
          </p:cNvSpPr>
          <p:nvPr/>
        </p:nvSpPr>
        <p:spPr>
          <a:xfrm>
            <a:off x="7291926" y="537518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0" name="data_6944">
            <a:extLst>
              <a:ext uri="{FF2B5EF4-FFF2-40B4-BE49-F238E27FC236}">
                <a16:creationId xmlns:a16="http://schemas.microsoft.com/office/drawing/2014/main" id="{3061789A-49C5-4B6B-9FF9-EBA51E560F86}"/>
              </a:ext>
            </a:extLst>
          </p:cNvPr>
          <p:cNvSpPr>
            <a:spLocks/>
          </p:cNvSpPr>
          <p:nvPr/>
        </p:nvSpPr>
        <p:spPr>
          <a:xfrm>
            <a:off x="7451182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1" name="data_6945">
            <a:extLst>
              <a:ext uri="{FF2B5EF4-FFF2-40B4-BE49-F238E27FC236}">
                <a16:creationId xmlns:a16="http://schemas.microsoft.com/office/drawing/2014/main" id="{551A5D3D-0C3E-4450-8681-C47931221E5B}"/>
              </a:ext>
            </a:extLst>
          </p:cNvPr>
          <p:cNvSpPr>
            <a:spLocks/>
          </p:cNvSpPr>
          <p:nvPr/>
        </p:nvSpPr>
        <p:spPr>
          <a:xfrm>
            <a:off x="725311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2" name="data_6946">
            <a:extLst>
              <a:ext uri="{FF2B5EF4-FFF2-40B4-BE49-F238E27FC236}">
                <a16:creationId xmlns:a16="http://schemas.microsoft.com/office/drawing/2014/main" id="{4C80519B-DD74-411A-B1CD-D5EC69D26AD4}"/>
              </a:ext>
            </a:extLst>
          </p:cNvPr>
          <p:cNvSpPr>
            <a:spLocks/>
          </p:cNvSpPr>
          <p:nvPr/>
        </p:nvSpPr>
        <p:spPr>
          <a:xfrm>
            <a:off x="7372754" y="539262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3" name="data_6947">
            <a:extLst>
              <a:ext uri="{FF2B5EF4-FFF2-40B4-BE49-F238E27FC236}">
                <a16:creationId xmlns:a16="http://schemas.microsoft.com/office/drawing/2014/main" id="{5020616F-D037-471C-80D2-1D445008D13B}"/>
              </a:ext>
            </a:extLst>
          </p:cNvPr>
          <p:cNvSpPr>
            <a:spLocks/>
          </p:cNvSpPr>
          <p:nvPr/>
        </p:nvSpPr>
        <p:spPr>
          <a:xfrm>
            <a:off x="7292165" y="485976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4" name="data_6948">
            <a:extLst>
              <a:ext uri="{FF2B5EF4-FFF2-40B4-BE49-F238E27FC236}">
                <a16:creationId xmlns:a16="http://schemas.microsoft.com/office/drawing/2014/main" id="{41B26DE8-6C0C-4F30-B40F-AE83C1B715B0}"/>
              </a:ext>
            </a:extLst>
          </p:cNvPr>
          <p:cNvSpPr>
            <a:spLocks/>
          </p:cNvSpPr>
          <p:nvPr/>
        </p:nvSpPr>
        <p:spPr>
          <a:xfrm>
            <a:off x="748457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5" name="data_6949">
            <a:extLst>
              <a:ext uri="{FF2B5EF4-FFF2-40B4-BE49-F238E27FC236}">
                <a16:creationId xmlns:a16="http://schemas.microsoft.com/office/drawing/2014/main" id="{7C685628-DDB2-45CA-B958-CEB0F3FDD293}"/>
              </a:ext>
            </a:extLst>
          </p:cNvPr>
          <p:cNvSpPr>
            <a:spLocks/>
          </p:cNvSpPr>
          <p:nvPr/>
        </p:nvSpPr>
        <p:spPr>
          <a:xfrm>
            <a:off x="7198310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6" name="data_6950">
            <a:extLst>
              <a:ext uri="{FF2B5EF4-FFF2-40B4-BE49-F238E27FC236}">
                <a16:creationId xmlns:a16="http://schemas.microsoft.com/office/drawing/2014/main" id="{F4CE4FBD-056E-4AD5-BFE2-35256ECCBDB4}"/>
              </a:ext>
            </a:extLst>
          </p:cNvPr>
          <p:cNvSpPr>
            <a:spLocks/>
          </p:cNvSpPr>
          <p:nvPr/>
        </p:nvSpPr>
        <p:spPr>
          <a:xfrm>
            <a:off x="7322346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7" name="data_6951">
            <a:extLst>
              <a:ext uri="{FF2B5EF4-FFF2-40B4-BE49-F238E27FC236}">
                <a16:creationId xmlns:a16="http://schemas.microsoft.com/office/drawing/2014/main" id="{6189FE56-8368-4ED3-A58F-A382BC340182}"/>
              </a:ext>
            </a:extLst>
          </p:cNvPr>
          <p:cNvSpPr>
            <a:spLocks/>
          </p:cNvSpPr>
          <p:nvPr/>
        </p:nvSpPr>
        <p:spPr>
          <a:xfrm>
            <a:off x="752297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8" name="data_6952">
            <a:extLst>
              <a:ext uri="{FF2B5EF4-FFF2-40B4-BE49-F238E27FC236}">
                <a16:creationId xmlns:a16="http://schemas.microsoft.com/office/drawing/2014/main" id="{F60EC6B2-1F15-42BA-BB48-09C7D3F9277C}"/>
              </a:ext>
            </a:extLst>
          </p:cNvPr>
          <p:cNvSpPr>
            <a:spLocks/>
          </p:cNvSpPr>
          <p:nvPr/>
        </p:nvSpPr>
        <p:spPr>
          <a:xfrm>
            <a:off x="720166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799" name="data_6953">
            <a:extLst>
              <a:ext uri="{FF2B5EF4-FFF2-40B4-BE49-F238E27FC236}">
                <a16:creationId xmlns:a16="http://schemas.microsoft.com/office/drawing/2014/main" id="{95A47BE8-B304-49B3-9DCE-0067A641F1A4}"/>
              </a:ext>
            </a:extLst>
          </p:cNvPr>
          <p:cNvSpPr>
            <a:spLocks/>
          </p:cNvSpPr>
          <p:nvPr/>
        </p:nvSpPr>
        <p:spPr>
          <a:xfrm>
            <a:off x="7497823" y="5387237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0" name="data_6954">
            <a:extLst>
              <a:ext uri="{FF2B5EF4-FFF2-40B4-BE49-F238E27FC236}">
                <a16:creationId xmlns:a16="http://schemas.microsoft.com/office/drawing/2014/main" id="{7FC4084B-AE05-4BDD-9DBA-00AC3FE4B284}"/>
              </a:ext>
            </a:extLst>
          </p:cNvPr>
          <p:cNvSpPr>
            <a:spLocks/>
          </p:cNvSpPr>
          <p:nvPr/>
        </p:nvSpPr>
        <p:spPr>
          <a:xfrm>
            <a:off x="7234595" y="498409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1" name="data_6955">
            <a:extLst>
              <a:ext uri="{FF2B5EF4-FFF2-40B4-BE49-F238E27FC236}">
                <a16:creationId xmlns:a16="http://schemas.microsoft.com/office/drawing/2014/main" id="{8368FD4F-23B7-4B05-A39E-066A64E90DFB}"/>
              </a:ext>
            </a:extLst>
          </p:cNvPr>
          <p:cNvSpPr>
            <a:spLocks/>
          </p:cNvSpPr>
          <p:nvPr/>
        </p:nvSpPr>
        <p:spPr>
          <a:xfrm>
            <a:off x="7587262" y="5373372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2" name="data_6956">
            <a:extLst>
              <a:ext uri="{FF2B5EF4-FFF2-40B4-BE49-F238E27FC236}">
                <a16:creationId xmlns:a16="http://schemas.microsoft.com/office/drawing/2014/main" id="{CE5159BD-367F-4A17-9E21-E499014C1490}"/>
              </a:ext>
            </a:extLst>
          </p:cNvPr>
          <p:cNvSpPr>
            <a:spLocks/>
          </p:cNvSpPr>
          <p:nvPr/>
        </p:nvSpPr>
        <p:spPr>
          <a:xfrm>
            <a:off x="7395761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3" name="data_6957">
            <a:extLst>
              <a:ext uri="{FF2B5EF4-FFF2-40B4-BE49-F238E27FC236}">
                <a16:creationId xmlns:a16="http://schemas.microsoft.com/office/drawing/2014/main" id="{DD3F9AF6-383C-4D5D-9623-2F3A20D9A685}"/>
              </a:ext>
            </a:extLst>
          </p:cNvPr>
          <p:cNvSpPr>
            <a:spLocks/>
          </p:cNvSpPr>
          <p:nvPr/>
        </p:nvSpPr>
        <p:spPr>
          <a:xfrm>
            <a:off x="7385948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4" name="data_6958">
            <a:extLst>
              <a:ext uri="{FF2B5EF4-FFF2-40B4-BE49-F238E27FC236}">
                <a16:creationId xmlns:a16="http://schemas.microsoft.com/office/drawing/2014/main" id="{1EDA001B-C2E2-4D88-9A95-7F744944908A}"/>
              </a:ext>
            </a:extLst>
          </p:cNvPr>
          <p:cNvSpPr>
            <a:spLocks/>
          </p:cNvSpPr>
          <p:nvPr/>
        </p:nvSpPr>
        <p:spPr>
          <a:xfrm>
            <a:off x="7361933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5" name="data_6959">
            <a:extLst>
              <a:ext uri="{FF2B5EF4-FFF2-40B4-BE49-F238E27FC236}">
                <a16:creationId xmlns:a16="http://schemas.microsoft.com/office/drawing/2014/main" id="{B31ECFAD-B3C3-4C85-9B36-33F6274812D5}"/>
              </a:ext>
            </a:extLst>
          </p:cNvPr>
          <p:cNvSpPr>
            <a:spLocks/>
          </p:cNvSpPr>
          <p:nvPr/>
        </p:nvSpPr>
        <p:spPr>
          <a:xfrm>
            <a:off x="765368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6" name="data_6960">
            <a:extLst>
              <a:ext uri="{FF2B5EF4-FFF2-40B4-BE49-F238E27FC236}">
                <a16:creationId xmlns:a16="http://schemas.microsoft.com/office/drawing/2014/main" id="{73D22A3B-D797-47CC-B943-512DCFFBD243}"/>
              </a:ext>
            </a:extLst>
          </p:cNvPr>
          <p:cNvSpPr>
            <a:spLocks/>
          </p:cNvSpPr>
          <p:nvPr/>
        </p:nvSpPr>
        <p:spPr>
          <a:xfrm>
            <a:off x="7299475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7" name="data_6961">
            <a:extLst>
              <a:ext uri="{FF2B5EF4-FFF2-40B4-BE49-F238E27FC236}">
                <a16:creationId xmlns:a16="http://schemas.microsoft.com/office/drawing/2014/main" id="{ACC5BAA0-A035-4CC0-9157-1CB7470937AB}"/>
              </a:ext>
            </a:extLst>
          </p:cNvPr>
          <p:cNvSpPr>
            <a:spLocks/>
          </p:cNvSpPr>
          <p:nvPr/>
        </p:nvSpPr>
        <p:spPr>
          <a:xfrm>
            <a:off x="7591415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8" name="data_6962">
            <a:extLst>
              <a:ext uri="{FF2B5EF4-FFF2-40B4-BE49-F238E27FC236}">
                <a16:creationId xmlns:a16="http://schemas.microsoft.com/office/drawing/2014/main" id="{E0FC8504-1B94-4601-B7FE-1D726D12023A}"/>
              </a:ext>
            </a:extLst>
          </p:cNvPr>
          <p:cNvSpPr>
            <a:spLocks/>
          </p:cNvSpPr>
          <p:nvPr/>
        </p:nvSpPr>
        <p:spPr>
          <a:xfrm>
            <a:off x="7333924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09" name="data_6963">
            <a:extLst>
              <a:ext uri="{FF2B5EF4-FFF2-40B4-BE49-F238E27FC236}">
                <a16:creationId xmlns:a16="http://schemas.microsoft.com/office/drawing/2014/main" id="{E0E01842-065E-48B1-B968-02C82FEB1BF5}"/>
              </a:ext>
            </a:extLst>
          </p:cNvPr>
          <p:cNvSpPr>
            <a:spLocks/>
          </p:cNvSpPr>
          <p:nvPr/>
        </p:nvSpPr>
        <p:spPr>
          <a:xfrm>
            <a:off x="7284867" y="47241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0" name="data_6964">
            <a:extLst>
              <a:ext uri="{FF2B5EF4-FFF2-40B4-BE49-F238E27FC236}">
                <a16:creationId xmlns:a16="http://schemas.microsoft.com/office/drawing/2014/main" id="{04741F27-4C90-4AAD-B6D4-FCEF115A774A}"/>
              </a:ext>
            </a:extLst>
          </p:cNvPr>
          <p:cNvSpPr>
            <a:spLocks/>
          </p:cNvSpPr>
          <p:nvPr/>
        </p:nvSpPr>
        <p:spPr>
          <a:xfrm>
            <a:off x="7666786" y="5131035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1" name="data_6965">
            <a:extLst>
              <a:ext uri="{FF2B5EF4-FFF2-40B4-BE49-F238E27FC236}">
                <a16:creationId xmlns:a16="http://schemas.microsoft.com/office/drawing/2014/main" id="{F45CA857-8E37-4F6B-B75D-6BC13682E40F}"/>
              </a:ext>
            </a:extLst>
          </p:cNvPr>
          <p:cNvSpPr>
            <a:spLocks/>
          </p:cNvSpPr>
          <p:nvPr/>
        </p:nvSpPr>
        <p:spPr>
          <a:xfrm>
            <a:off x="7390015" y="5022526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2" name="data_6966">
            <a:extLst>
              <a:ext uri="{FF2B5EF4-FFF2-40B4-BE49-F238E27FC236}">
                <a16:creationId xmlns:a16="http://schemas.microsoft.com/office/drawing/2014/main" id="{37A17EE1-89CA-483B-A24F-DE86933DCF4A}"/>
              </a:ext>
            </a:extLst>
          </p:cNvPr>
          <p:cNvSpPr>
            <a:spLocks/>
          </p:cNvSpPr>
          <p:nvPr/>
        </p:nvSpPr>
        <p:spPr>
          <a:xfrm>
            <a:off x="7399940" y="540230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3" name="data_6967">
            <a:extLst>
              <a:ext uri="{FF2B5EF4-FFF2-40B4-BE49-F238E27FC236}">
                <a16:creationId xmlns:a16="http://schemas.microsoft.com/office/drawing/2014/main" id="{42EFC002-41C7-487F-9180-5BC03B85FBC9}"/>
              </a:ext>
            </a:extLst>
          </p:cNvPr>
          <p:cNvSpPr>
            <a:spLocks/>
          </p:cNvSpPr>
          <p:nvPr/>
        </p:nvSpPr>
        <p:spPr>
          <a:xfrm>
            <a:off x="735337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4" name="data_6968">
            <a:extLst>
              <a:ext uri="{FF2B5EF4-FFF2-40B4-BE49-F238E27FC236}">
                <a16:creationId xmlns:a16="http://schemas.microsoft.com/office/drawing/2014/main" id="{CD081E25-F5B3-45D7-B0D2-1B59B7A9DDE8}"/>
              </a:ext>
            </a:extLst>
          </p:cNvPr>
          <p:cNvSpPr>
            <a:spLocks/>
          </p:cNvSpPr>
          <p:nvPr/>
        </p:nvSpPr>
        <p:spPr>
          <a:xfrm>
            <a:off x="7529335" y="4435414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5" name="data_6969">
            <a:extLst>
              <a:ext uri="{FF2B5EF4-FFF2-40B4-BE49-F238E27FC236}">
                <a16:creationId xmlns:a16="http://schemas.microsoft.com/office/drawing/2014/main" id="{BAB8665B-466A-4FF7-9C3B-B62F87F0AEE3}"/>
              </a:ext>
            </a:extLst>
          </p:cNvPr>
          <p:cNvSpPr>
            <a:spLocks/>
          </p:cNvSpPr>
          <p:nvPr/>
        </p:nvSpPr>
        <p:spPr>
          <a:xfrm>
            <a:off x="7452141" y="3774671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6" name="data_6970">
            <a:extLst>
              <a:ext uri="{FF2B5EF4-FFF2-40B4-BE49-F238E27FC236}">
                <a16:creationId xmlns:a16="http://schemas.microsoft.com/office/drawing/2014/main" id="{CF96DA37-3EC4-4CAF-A794-FA9A6705FD2E}"/>
              </a:ext>
            </a:extLst>
          </p:cNvPr>
          <p:cNvSpPr>
            <a:spLocks/>
          </p:cNvSpPr>
          <p:nvPr/>
        </p:nvSpPr>
        <p:spPr>
          <a:xfrm>
            <a:off x="7596808" y="4995399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7" name="data_6971">
            <a:extLst>
              <a:ext uri="{FF2B5EF4-FFF2-40B4-BE49-F238E27FC236}">
                <a16:creationId xmlns:a16="http://schemas.microsoft.com/office/drawing/2014/main" id="{E3404117-E76E-44C1-8AEE-B2EC14DBF4DE}"/>
              </a:ext>
            </a:extLst>
          </p:cNvPr>
          <p:cNvSpPr>
            <a:spLocks/>
          </p:cNvSpPr>
          <p:nvPr/>
        </p:nvSpPr>
        <p:spPr>
          <a:xfrm>
            <a:off x="7434218" y="4588490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8" name="data_6972">
            <a:extLst>
              <a:ext uri="{FF2B5EF4-FFF2-40B4-BE49-F238E27FC236}">
                <a16:creationId xmlns:a16="http://schemas.microsoft.com/office/drawing/2014/main" id="{3C38627B-60C0-4EDA-B1C5-F9FEB71A8169}"/>
              </a:ext>
            </a:extLst>
          </p:cNvPr>
          <p:cNvSpPr>
            <a:spLocks/>
          </p:cNvSpPr>
          <p:nvPr/>
        </p:nvSpPr>
        <p:spPr>
          <a:xfrm>
            <a:off x="7349038" y="5286048"/>
            <a:ext cx="35469" cy="35469"/>
          </a:xfrm>
          <a:prstGeom prst="ellipse">
            <a:avLst/>
          </a:prstGeom>
          <a:solidFill>
            <a:srgbClr val="5B72B7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19" name="data_6973">
            <a:extLst>
              <a:ext uri="{FF2B5EF4-FFF2-40B4-BE49-F238E27FC236}">
                <a16:creationId xmlns:a16="http://schemas.microsoft.com/office/drawing/2014/main" id="{EFE429B0-BD5B-4D19-8586-1E36C53E243D}"/>
              </a:ext>
            </a:extLst>
          </p:cNvPr>
          <p:cNvSpPr>
            <a:spLocks/>
          </p:cNvSpPr>
          <p:nvPr/>
        </p:nvSpPr>
        <p:spPr>
          <a:xfrm>
            <a:off x="832052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0" name="data_6974">
            <a:extLst>
              <a:ext uri="{FF2B5EF4-FFF2-40B4-BE49-F238E27FC236}">
                <a16:creationId xmlns:a16="http://schemas.microsoft.com/office/drawing/2014/main" id="{40C310C5-1B2D-4DFD-9F42-4BF71E93047C}"/>
              </a:ext>
            </a:extLst>
          </p:cNvPr>
          <p:cNvSpPr>
            <a:spLocks/>
          </p:cNvSpPr>
          <p:nvPr/>
        </p:nvSpPr>
        <p:spPr>
          <a:xfrm>
            <a:off x="8039829" y="378700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1" name="data_6975">
            <a:extLst>
              <a:ext uri="{FF2B5EF4-FFF2-40B4-BE49-F238E27FC236}">
                <a16:creationId xmlns:a16="http://schemas.microsoft.com/office/drawing/2014/main" id="{BA0C1F75-C54E-4013-B589-E81383F16D94}"/>
              </a:ext>
            </a:extLst>
          </p:cNvPr>
          <p:cNvSpPr>
            <a:spLocks/>
          </p:cNvSpPr>
          <p:nvPr/>
        </p:nvSpPr>
        <p:spPr>
          <a:xfrm>
            <a:off x="843310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2" name="data_6976">
            <a:extLst>
              <a:ext uri="{FF2B5EF4-FFF2-40B4-BE49-F238E27FC236}">
                <a16:creationId xmlns:a16="http://schemas.microsoft.com/office/drawing/2014/main" id="{9FC77E58-962B-494E-B2B7-AA1EF45F7894}"/>
              </a:ext>
            </a:extLst>
          </p:cNvPr>
          <p:cNvSpPr>
            <a:spLocks/>
          </p:cNvSpPr>
          <p:nvPr/>
        </p:nvSpPr>
        <p:spPr>
          <a:xfrm>
            <a:off x="804396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3" name="data_6977">
            <a:extLst>
              <a:ext uri="{FF2B5EF4-FFF2-40B4-BE49-F238E27FC236}">
                <a16:creationId xmlns:a16="http://schemas.microsoft.com/office/drawing/2014/main" id="{731D5945-C331-49B8-BA6F-4E0D53FCCEEC}"/>
              </a:ext>
            </a:extLst>
          </p:cNvPr>
          <p:cNvSpPr>
            <a:spLocks/>
          </p:cNvSpPr>
          <p:nvPr/>
        </p:nvSpPr>
        <p:spPr>
          <a:xfrm>
            <a:off x="828765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4" name="data_6978">
            <a:extLst>
              <a:ext uri="{FF2B5EF4-FFF2-40B4-BE49-F238E27FC236}">
                <a16:creationId xmlns:a16="http://schemas.microsoft.com/office/drawing/2014/main" id="{CB814310-5294-4A99-81F6-D3033BC00C6C}"/>
              </a:ext>
            </a:extLst>
          </p:cNvPr>
          <p:cNvSpPr>
            <a:spLocks/>
          </p:cNvSpPr>
          <p:nvPr/>
        </p:nvSpPr>
        <p:spPr>
          <a:xfrm>
            <a:off x="8293033" y="450383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5" name="data_6979">
            <a:extLst>
              <a:ext uri="{FF2B5EF4-FFF2-40B4-BE49-F238E27FC236}">
                <a16:creationId xmlns:a16="http://schemas.microsoft.com/office/drawing/2014/main" id="{C97CE319-DD80-4903-B9D0-34DEFE6E91BF}"/>
              </a:ext>
            </a:extLst>
          </p:cNvPr>
          <p:cNvSpPr>
            <a:spLocks/>
          </p:cNvSpPr>
          <p:nvPr/>
        </p:nvSpPr>
        <p:spPr>
          <a:xfrm>
            <a:off x="849346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6" name="data_6980">
            <a:extLst>
              <a:ext uri="{FF2B5EF4-FFF2-40B4-BE49-F238E27FC236}">
                <a16:creationId xmlns:a16="http://schemas.microsoft.com/office/drawing/2014/main" id="{53BD6605-4BE3-48F1-9D9E-36D22C9579AF}"/>
              </a:ext>
            </a:extLst>
          </p:cNvPr>
          <p:cNvSpPr>
            <a:spLocks/>
          </p:cNvSpPr>
          <p:nvPr/>
        </p:nvSpPr>
        <p:spPr>
          <a:xfrm>
            <a:off x="8276824" y="435519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7" name="data_6981">
            <a:extLst>
              <a:ext uri="{FF2B5EF4-FFF2-40B4-BE49-F238E27FC236}">
                <a16:creationId xmlns:a16="http://schemas.microsoft.com/office/drawing/2014/main" id="{1E0567D1-5822-45DA-BFDE-F2FE4C7A62BC}"/>
              </a:ext>
            </a:extLst>
          </p:cNvPr>
          <p:cNvSpPr>
            <a:spLocks/>
          </p:cNvSpPr>
          <p:nvPr/>
        </p:nvSpPr>
        <p:spPr>
          <a:xfrm>
            <a:off x="8273602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8" name="data_6982">
            <a:extLst>
              <a:ext uri="{FF2B5EF4-FFF2-40B4-BE49-F238E27FC236}">
                <a16:creationId xmlns:a16="http://schemas.microsoft.com/office/drawing/2014/main" id="{13B1FCCA-1493-42E6-8F8E-BBE71EB47ABB}"/>
              </a:ext>
            </a:extLst>
          </p:cNvPr>
          <p:cNvSpPr>
            <a:spLocks/>
          </p:cNvSpPr>
          <p:nvPr/>
        </p:nvSpPr>
        <p:spPr>
          <a:xfrm>
            <a:off x="827342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29" name="data_6983">
            <a:extLst>
              <a:ext uri="{FF2B5EF4-FFF2-40B4-BE49-F238E27FC236}">
                <a16:creationId xmlns:a16="http://schemas.microsoft.com/office/drawing/2014/main" id="{DE720A95-4816-445D-B748-5AE5E2E0C931}"/>
              </a:ext>
            </a:extLst>
          </p:cNvPr>
          <p:cNvSpPr>
            <a:spLocks/>
          </p:cNvSpPr>
          <p:nvPr/>
        </p:nvSpPr>
        <p:spPr>
          <a:xfrm>
            <a:off x="815726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0" name="data_6984">
            <a:extLst>
              <a:ext uri="{FF2B5EF4-FFF2-40B4-BE49-F238E27FC236}">
                <a16:creationId xmlns:a16="http://schemas.microsoft.com/office/drawing/2014/main" id="{61637F1C-B47F-429C-A32D-012CC8C90BE1}"/>
              </a:ext>
            </a:extLst>
          </p:cNvPr>
          <p:cNvSpPr>
            <a:spLocks/>
          </p:cNvSpPr>
          <p:nvPr/>
        </p:nvSpPr>
        <p:spPr>
          <a:xfrm>
            <a:off x="801014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1" name="data_6985">
            <a:extLst>
              <a:ext uri="{FF2B5EF4-FFF2-40B4-BE49-F238E27FC236}">
                <a16:creationId xmlns:a16="http://schemas.microsoft.com/office/drawing/2014/main" id="{583C2D13-6515-40DB-B756-C9B1BCC3A04F}"/>
              </a:ext>
            </a:extLst>
          </p:cNvPr>
          <p:cNvSpPr>
            <a:spLocks/>
          </p:cNvSpPr>
          <p:nvPr/>
        </p:nvSpPr>
        <p:spPr>
          <a:xfrm>
            <a:off x="8423696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2" name="data_6986">
            <a:extLst>
              <a:ext uri="{FF2B5EF4-FFF2-40B4-BE49-F238E27FC236}">
                <a16:creationId xmlns:a16="http://schemas.microsoft.com/office/drawing/2014/main" id="{8F17D8BD-72E5-4D5C-86F6-6C0A1A752F7A}"/>
              </a:ext>
            </a:extLst>
          </p:cNvPr>
          <p:cNvSpPr>
            <a:spLocks/>
          </p:cNvSpPr>
          <p:nvPr/>
        </p:nvSpPr>
        <p:spPr>
          <a:xfrm>
            <a:off x="798177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3" name="data_6987">
            <a:extLst>
              <a:ext uri="{FF2B5EF4-FFF2-40B4-BE49-F238E27FC236}">
                <a16:creationId xmlns:a16="http://schemas.microsoft.com/office/drawing/2014/main" id="{AAE373A1-0035-41F5-B4DC-49E4959CE283}"/>
              </a:ext>
            </a:extLst>
          </p:cNvPr>
          <p:cNvSpPr>
            <a:spLocks/>
          </p:cNvSpPr>
          <p:nvPr/>
        </p:nvSpPr>
        <p:spPr>
          <a:xfrm>
            <a:off x="848986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4" name="data_6988">
            <a:extLst>
              <a:ext uri="{FF2B5EF4-FFF2-40B4-BE49-F238E27FC236}">
                <a16:creationId xmlns:a16="http://schemas.microsoft.com/office/drawing/2014/main" id="{D69DE03C-6305-4457-B67D-F4C1F241F57B}"/>
              </a:ext>
            </a:extLst>
          </p:cNvPr>
          <p:cNvSpPr>
            <a:spLocks/>
          </p:cNvSpPr>
          <p:nvPr/>
        </p:nvSpPr>
        <p:spPr>
          <a:xfrm>
            <a:off x="8436476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5" name="data_6989">
            <a:extLst>
              <a:ext uri="{FF2B5EF4-FFF2-40B4-BE49-F238E27FC236}">
                <a16:creationId xmlns:a16="http://schemas.microsoft.com/office/drawing/2014/main" id="{5356E8AD-E068-4D0B-A9D9-6BF21F436412}"/>
              </a:ext>
            </a:extLst>
          </p:cNvPr>
          <p:cNvSpPr>
            <a:spLocks/>
          </p:cNvSpPr>
          <p:nvPr/>
        </p:nvSpPr>
        <p:spPr>
          <a:xfrm>
            <a:off x="8167093" y="520402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6" name="data_6990">
            <a:extLst>
              <a:ext uri="{FF2B5EF4-FFF2-40B4-BE49-F238E27FC236}">
                <a16:creationId xmlns:a16="http://schemas.microsoft.com/office/drawing/2014/main" id="{9F50CE99-470E-4E7D-BDF2-576B87337974}"/>
              </a:ext>
            </a:extLst>
          </p:cNvPr>
          <p:cNvSpPr>
            <a:spLocks/>
          </p:cNvSpPr>
          <p:nvPr/>
        </p:nvSpPr>
        <p:spPr>
          <a:xfrm>
            <a:off x="836492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7" name="data_6991">
            <a:extLst>
              <a:ext uri="{FF2B5EF4-FFF2-40B4-BE49-F238E27FC236}">
                <a16:creationId xmlns:a16="http://schemas.microsoft.com/office/drawing/2014/main" id="{42DBAD18-4F5A-4BBB-A37E-36F41C9015E4}"/>
              </a:ext>
            </a:extLst>
          </p:cNvPr>
          <p:cNvSpPr>
            <a:spLocks/>
          </p:cNvSpPr>
          <p:nvPr/>
        </p:nvSpPr>
        <p:spPr>
          <a:xfrm>
            <a:off x="8119910" y="497782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8" name="data_6992">
            <a:extLst>
              <a:ext uri="{FF2B5EF4-FFF2-40B4-BE49-F238E27FC236}">
                <a16:creationId xmlns:a16="http://schemas.microsoft.com/office/drawing/2014/main" id="{04FF1430-87D5-45F3-829F-C879C8C4A246}"/>
              </a:ext>
            </a:extLst>
          </p:cNvPr>
          <p:cNvSpPr>
            <a:spLocks/>
          </p:cNvSpPr>
          <p:nvPr/>
        </p:nvSpPr>
        <p:spPr>
          <a:xfrm>
            <a:off x="8000727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39" name="data_6993">
            <a:extLst>
              <a:ext uri="{FF2B5EF4-FFF2-40B4-BE49-F238E27FC236}">
                <a16:creationId xmlns:a16="http://schemas.microsoft.com/office/drawing/2014/main" id="{8B41D359-D883-41CE-9FAC-3DA41A19E7C0}"/>
              </a:ext>
            </a:extLst>
          </p:cNvPr>
          <p:cNvSpPr>
            <a:spLocks/>
          </p:cNvSpPr>
          <p:nvPr/>
        </p:nvSpPr>
        <p:spPr>
          <a:xfrm>
            <a:off x="8415679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0" name="data_6994">
            <a:extLst>
              <a:ext uri="{FF2B5EF4-FFF2-40B4-BE49-F238E27FC236}">
                <a16:creationId xmlns:a16="http://schemas.microsoft.com/office/drawing/2014/main" id="{077B11F3-7DFA-4062-94C7-E1635B02753C}"/>
              </a:ext>
            </a:extLst>
          </p:cNvPr>
          <p:cNvSpPr>
            <a:spLocks/>
          </p:cNvSpPr>
          <p:nvPr/>
        </p:nvSpPr>
        <p:spPr>
          <a:xfrm>
            <a:off x="803845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1" name="data_6995">
            <a:extLst>
              <a:ext uri="{FF2B5EF4-FFF2-40B4-BE49-F238E27FC236}">
                <a16:creationId xmlns:a16="http://schemas.microsoft.com/office/drawing/2014/main" id="{7E371DD6-E84C-4CC1-B4D4-1839EDF2C6A5}"/>
              </a:ext>
            </a:extLst>
          </p:cNvPr>
          <p:cNvSpPr>
            <a:spLocks/>
          </p:cNvSpPr>
          <p:nvPr/>
        </p:nvSpPr>
        <p:spPr>
          <a:xfrm>
            <a:off x="8081529" y="39781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2" name="data_6996">
            <a:extLst>
              <a:ext uri="{FF2B5EF4-FFF2-40B4-BE49-F238E27FC236}">
                <a16:creationId xmlns:a16="http://schemas.microsoft.com/office/drawing/2014/main" id="{BC7CE415-232E-46FD-AAC9-9478BF7BDCE7}"/>
              </a:ext>
            </a:extLst>
          </p:cNvPr>
          <p:cNvSpPr>
            <a:spLocks/>
          </p:cNvSpPr>
          <p:nvPr/>
        </p:nvSpPr>
        <p:spPr>
          <a:xfrm>
            <a:off x="809171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3" name="data_6997">
            <a:extLst>
              <a:ext uri="{FF2B5EF4-FFF2-40B4-BE49-F238E27FC236}">
                <a16:creationId xmlns:a16="http://schemas.microsoft.com/office/drawing/2014/main" id="{E213BC6E-F124-4276-ADC9-BF941CCADFD2}"/>
              </a:ext>
            </a:extLst>
          </p:cNvPr>
          <p:cNvSpPr>
            <a:spLocks/>
          </p:cNvSpPr>
          <p:nvPr/>
        </p:nvSpPr>
        <p:spPr>
          <a:xfrm>
            <a:off x="836439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4" name="data_6998">
            <a:extLst>
              <a:ext uri="{FF2B5EF4-FFF2-40B4-BE49-F238E27FC236}">
                <a16:creationId xmlns:a16="http://schemas.microsoft.com/office/drawing/2014/main" id="{686B8F9A-3A04-43CF-AD28-888A5E7E6B34}"/>
              </a:ext>
            </a:extLst>
          </p:cNvPr>
          <p:cNvSpPr>
            <a:spLocks/>
          </p:cNvSpPr>
          <p:nvPr/>
        </p:nvSpPr>
        <p:spPr>
          <a:xfrm>
            <a:off x="8227949" y="43443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5" name="data_6999">
            <a:extLst>
              <a:ext uri="{FF2B5EF4-FFF2-40B4-BE49-F238E27FC236}">
                <a16:creationId xmlns:a16="http://schemas.microsoft.com/office/drawing/2014/main" id="{AE0DFD69-7B4D-4F7C-8FC1-AE7C2DAADE02}"/>
              </a:ext>
            </a:extLst>
          </p:cNvPr>
          <p:cNvSpPr>
            <a:spLocks/>
          </p:cNvSpPr>
          <p:nvPr/>
        </p:nvSpPr>
        <p:spPr>
          <a:xfrm>
            <a:off x="798075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6" name="data_7000">
            <a:extLst>
              <a:ext uri="{FF2B5EF4-FFF2-40B4-BE49-F238E27FC236}">
                <a16:creationId xmlns:a16="http://schemas.microsoft.com/office/drawing/2014/main" id="{9DFE149B-BDDD-40DF-96FF-23AC9ECCE455}"/>
              </a:ext>
            </a:extLst>
          </p:cNvPr>
          <p:cNvSpPr>
            <a:spLocks/>
          </p:cNvSpPr>
          <p:nvPr/>
        </p:nvSpPr>
        <p:spPr>
          <a:xfrm>
            <a:off x="804902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7" name="data_7001">
            <a:extLst>
              <a:ext uri="{FF2B5EF4-FFF2-40B4-BE49-F238E27FC236}">
                <a16:creationId xmlns:a16="http://schemas.microsoft.com/office/drawing/2014/main" id="{B0327C18-376F-47F5-9A0F-15E73483B11F}"/>
              </a:ext>
            </a:extLst>
          </p:cNvPr>
          <p:cNvSpPr>
            <a:spLocks/>
          </p:cNvSpPr>
          <p:nvPr/>
        </p:nvSpPr>
        <p:spPr>
          <a:xfrm>
            <a:off x="823196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8" name="data_7002">
            <a:extLst>
              <a:ext uri="{FF2B5EF4-FFF2-40B4-BE49-F238E27FC236}">
                <a16:creationId xmlns:a16="http://schemas.microsoft.com/office/drawing/2014/main" id="{240204B9-6861-4093-BB6B-643F7DC844E8}"/>
              </a:ext>
            </a:extLst>
          </p:cNvPr>
          <p:cNvSpPr>
            <a:spLocks/>
          </p:cNvSpPr>
          <p:nvPr/>
        </p:nvSpPr>
        <p:spPr>
          <a:xfrm>
            <a:off x="8416886" y="468537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49" name="data_7003">
            <a:extLst>
              <a:ext uri="{FF2B5EF4-FFF2-40B4-BE49-F238E27FC236}">
                <a16:creationId xmlns:a16="http://schemas.microsoft.com/office/drawing/2014/main" id="{4FF2BCF5-C22F-428C-A295-ACD11669A7A4}"/>
              </a:ext>
            </a:extLst>
          </p:cNvPr>
          <p:cNvSpPr>
            <a:spLocks/>
          </p:cNvSpPr>
          <p:nvPr/>
        </p:nvSpPr>
        <p:spPr>
          <a:xfrm>
            <a:off x="8180725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0" name="data_7004">
            <a:extLst>
              <a:ext uri="{FF2B5EF4-FFF2-40B4-BE49-F238E27FC236}">
                <a16:creationId xmlns:a16="http://schemas.microsoft.com/office/drawing/2014/main" id="{3A54B5CC-34C2-4DDF-967D-C78782AA65F9}"/>
              </a:ext>
            </a:extLst>
          </p:cNvPr>
          <p:cNvSpPr>
            <a:spLocks/>
          </p:cNvSpPr>
          <p:nvPr/>
        </p:nvSpPr>
        <p:spPr>
          <a:xfrm>
            <a:off x="8186376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1" name="data_7005">
            <a:extLst>
              <a:ext uri="{FF2B5EF4-FFF2-40B4-BE49-F238E27FC236}">
                <a16:creationId xmlns:a16="http://schemas.microsoft.com/office/drawing/2014/main" id="{852454C8-EE03-485C-9B73-6D846D2E18A1}"/>
              </a:ext>
            </a:extLst>
          </p:cNvPr>
          <p:cNvSpPr>
            <a:spLocks/>
          </p:cNvSpPr>
          <p:nvPr/>
        </p:nvSpPr>
        <p:spPr>
          <a:xfrm>
            <a:off x="8029054" y="53819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2" name="data_7006">
            <a:extLst>
              <a:ext uri="{FF2B5EF4-FFF2-40B4-BE49-F238E27FC236}">
                <a16:creationId xmlns:a16="http://schemas.microsoft.com/office/drawing/2014/main" id="{A921FB0D-9A3B-4F55-A4F1-D37C26DBDDD9}"/>
              </a:ext>
            </a:extLst>
          </p:cNvPr>
          <p:cNvSpPr>
            <a:spLocks/>
          </p:cNvSpPr>
          <p:nvPr/>
        </p:nvSpPr>
        <p:spPr>
          <a:xfrm>
            <a:off x="834814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3" name="data_7007">
            <a:extLst>
              <a:ext uri="{FF2B5EF4-FFF2-40B4-BE49-F238E27FC236}">
                <a16:creationId xmlns:a16="http://schemas.microsoft.com/office/drawing/2014/main" id="{B365E93A-710F-46CA-9078-6E3317ECD6D1}"/>
              </a:ext>
            </a:extLst>
          </p:cNvPr>
          <p:cNvSpPr>
            <a:spLocks/>
          </p:cNvSpPr>
          <p:nvPr/>
        </p:nvSpPr>
        <p:spPr>
          <a:xfrm>
            <a:off x="8244612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4" name="data_7008">
            <a:extLst>
              <a:ext uri="{FF2B5EF4-FFF2-40B4-BE49-F238E27FC236}">
                <a16:creationId xmlns:a16="http://schemas.microsoft.com/office/drawing/2014/main" id="{2C42D29E-6B10-460A-9A57-9AC8C2FA2780}"/>
              </a:ext>
            </a:extLst>
          </p:cNvPr>
          <p:cNvSpPr>
            <a:spLocks/>
          </p:cNvSpPr>
          <p:nvPr/>
        </p:nvSpPr>
        <p:spPr>
          <a:xfrm>
            <a:off x="806783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5" name="data_7009">
            <a:extLst>
              <a:ext uri="{FF2B5EF4-FFF2-40B4-BE49-F238E27FC236}">
                <a16:creationId xmlns:a16="http://schemas.microsoft.com/office/drawing/2014/main" id="{A25CF0B6-9962-4319-9127-8A207A203B24}"/>
              </a:ext>
            </a:extLst>
          </p:cNvPr>
          <p:cNvSpPr>
            <a:spLocks/>
          </p:cNvSpPr>
          <p:nvPr/>
        </p:nvSpPr>
        <p:spPr>
          <a:xfrm>
            <a:off x="8465431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6" name="data_7010">
            <a:extLst>
              <a:ext uri="{FF2B5EF4-FFF2-40B4-BE49-F238E27FC236}">
                <a16:creationId xmlns:a16="http://schemas.microsoft.com/office/drawing/2014/main" id="{0BCF8C52-64A2-4CD6-89C9-40ED600D83EF}"/>
              </a:ext>
            </a:extLst>
          </p:cNvPr>
          <p:cNvSpPr>
            <a:spLocks/>
          </p:cNvSpPr>
          <p:nvPr/>
        </p:nvSpPr>
        <p:spPr>
          <a:xfrm>
            <a:off x="8252854" y="409115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7" name="data_7011">
            <a:extLst>
              <a:ext uri="{FF2B5EF4-FFF2-40B4-BE49-F238E27FC236}">
                <a16:creationId xmlns:a16="http://schemas.microsoft.com/office/drawing/2014/main" id="{95704970-EF2B-42B6-9EAF-08BA5B085926}"/>
              </a:ext>
            </a:extLst>
          </p:cNvPr>
          <p:cNvSpPr>
            <a:spLocks/>
          </p:cNvSpPr>
          <p:nvPr/>
        </p:nvSpPr>
        <p:spPr>
          <a:xfrm>
            <a:off x="8099034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8" name="data_7012">
            <a:extLst>
              <a:ext uri="{FF2B5EF4-FFF2-40B4-BE49-F238E27FC236}">
                <a16:creationId xmlns:a16="http://schemas.microsoft.com/office/drawing/2014/main" id="{B9AF0795-5CB6-4821-8194-97FF159DC83A}"/>
              </a:ext>
            </a:extLst>
          </p:cNvPr>
          <p:cNvSpPr>
            <a:spLocks/>
          </p:cNvSpPr>
          <p:nvPr/>
        </p:nvSpPr>
        <p:spPr>
          <a:xfrm>
            <a:off x="846356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59" name="data_7013">
            <a:extLst>
              <a:ext uri="{FF2B5EF4-FFF2-40B4-BE49-F238E27FC236}">
                <a16:creationId xmlns:a16="http://schemas.microsoft.com/office/drawing/2014/main" id="{B877639E-90F2-4364-8CC6-871D638C910B}"/>
              </a:ext>
            </a:extLst>
          </p:cNvPr>
          <p:cNvSpPr>
            <a:spLocks/>
          </p:cNvSpPr>
          <p:nvPr/>
        </p:nvSpPr>
        <p:spPr>
          <a:xfrm>
            <a:off x="803125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0" name="data_7014">
            <a:extLst>
              <a:ext uri="{FF2B5EF4-FFF2-40B4-BE49-F238E27FC236}">
                <a16:creationId xmlns:a16="http://schemas.microsoft.com/office/drawing/2014/main" id="{F4E3382E-6CCD-4F33-8B34-DD57353BC55B}"/>
              </a:ext>
            </a:extLst>
          </p:cNvPr>
          <p:cNvSpPr>
            <a:spLocks/>
          </p:cNvSpPr>
          <p:nvPr/>
        </p:nvSpPr>
        <p:spPr>
          <a:xfrm>
            <a:off x="797973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1" name="data_7015">
            <a:extLst>
              <a:ext uri="{FF2B5EF4-FFF2-40B4-BE49-F238E27FC236}">
                <a16:creationId xmlns:a16="http://schemas.microsoft.com/office/drawing/2014/main" id="{6F3D3B74-FD12-4957-8802-0F0C846E0FEF}"/>
              </a:ext>
            </a:extLst>
          </p:cNvPr>
          <p:cNvSpPr>
            <a:spLocks/>
          </p:cNvSpPr>
          <p:nvPr/>
        </p:nvSpPr>
        <p:spPr>
          <a:xfrm>
            <a:off x="836626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2" name="data_7016">
            <a:extLst>
              <a:ext uri="{FF2B5EF4-FFF2-40B4-BE49-F238E27FC236}">
                <a16:creationId xmlns:a16="http://schemas.microsoft.com/office/drawing/2014/main" id="{E5B83B48-2E37-4A30-93B0-BE443A24BDF4}"/>
              </a:ext>
            </a:extLst>
          </p:cNvPr>
          <p:cNvSpPr>
            <a:spLocks/>
          </p:cNvSpPr>
          <p:nvPr/>
        </p:nvSpPr>
        <p:spPr>
          <a:xfrm>
            <a:off x="8450489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3" name="data_7017">
            <a:extLst>
              <a:ext uri="{FF2B5EF4-FFF2-40B4-BE49-F238E27FC236}">
                <a16:creationId xmlns:a16="http://schemas.microsoft.com/office/drawing/2014/main" id="{6D7A998E-A894-413E-8EDC-4ECB70A982C0}"/>
              </a:ext>
            </a:extLst>
          </p:cNvPr>
          <p:cNvSpPr>
            <a:spLocks/>
          </p:cNvSpPr>
          <p:nvPr/>
        </p:nvSpPr>
        <p:spPr>
          <a:xfrm>
            <a:off x="8335796" y="5208542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4" name="data_7018">
            <a:extLst>
              <a:ext uri="{FF2B5EF4-FFF2-40B4-BE49-F238E27FC236}">
                <a16:creationId xmlns:a16="http://schemas.microsoft.com/office/drawing/2014/main" id="{0FFF0EC4-50AA-4AC3-A8D9-93307103AA52}"/>
              </a:ext>
            </a:extLst>
          </p:cNvPr>
          <p:cNvSpPr>
            <a:spLocks/>
          </p:cNvSpPr>
          <p:nvPr/>
        </p:nvSpPr>
        <p:spPr>
          <a:xfrm>
            <a:off x="843322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5" name="data_7019">
            <a:extLst>
              <a:ext uri="{FF2B5EF4-FFF2-40B4-BE49-F238E27FC236}">
                <a16:creationId xmlns:a16="http://schemas.microsoft.com/office/drawing/2014/main" id="{91A7EC88-5F51-4E30-AB0B-F61B18650540}"/>
              </a:ext>
            </a:extLst>
          </p:cNvPr>
          <p:cNvSpPr>
            <a:spLocks/>
          </p:cNvSpPr>
          <p:nvPr/>
        </p:nvSpPr>
        <p:spPr>
          <a:xfrm>
            <a:off x="80118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6" name="data_7020">
            <a:extLst>
              <a:ext uri="{FF2B5EF4-FFF2-40B4-BE49-F238E27FC236}">
                <a16:creationId xmlns:a16="http://schemas.microsoft.com/office/drawing/2014/main" id="{CFD2F059-3B92-4FA0-AA0B-5811E4FA3F55}"/>
              </a:ext>
            </a:extLst>
          </p:cNvPr>
          <p:cNvSpPr>
            <a:spLocks/>
          </p:cNvSpPr>
          <p:nvPr/>
        </p:nvSpPr>
        <p:spPr>
          <a:xfrm>
            <a:off x="8386515" y="520930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7" name="data_7021">
            <a:extLst>
              <a:ext uri="{FF2B5EF4-FFF2-40B4-BE49-F238E27FC236}">
                <a16:creationId xmlns:a16="http://schemas.microsoft.com/office/drawing/2014/main" id="{2C1252C0-5347-43E9-B824-C7D09D4D2AC5}"/>
              </a:ext>
            </a:extLst>
          </p:cNvPr>
          <p:cNvSpPr>
            <a:spLocks/>
          </p:cNvSpPr>
          <p:nvPr/>
        </p:nvSpPr>
        <p:spPr>
          <a:xfrm>
            <a:off x="802280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8" name="data_7022">
            <a:extLst>
              <a:ext uri="{FF2B5EF4-FFF2-40B4-BE49-F238E27FC236}">
                <a16:creationId xmlns:a16="http://schemas.microsoft.com/office/drawing/2014/main" id="{DEA9C7B4-EB84-4445-AD50-AF7633C59790}"/>
              </a:ext>
            </a:extLst>
          </p:cNvPr>
          <p:cNvSpPr>
            <a:spLocks/>
          </p:cNvSpPr>
          <p:nvPr/>
        </p:nvSpPr>
        <p:spPr>
          <a:xfrm>
            <a:off x="799902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69" name="data_7023">
            <a:extLst>
              <a:ext uri="{FF2B5EF4-FFF2-40B4-BE49-F238E27FC236}">
                <a16:creationId xmlns:a16="http://schemas.microsoft.com/office/drawing/2014/main" id="{79AD2D7B-661B-4A4F-B0FF-A6F9BE5FA6B6}"/>
              </a:ext>
            </a:extLst>
          </p:cNvPr>
          <p:cNvSpPr>
            <a:spLocks/>
          </p:cNvSpPr>
          <p:nvPr/>
        </p:nvSpPr>
        <p:spPr>
          <a:xfrm>
            <a:off x="8208982" y="499539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0" name="data_7024">
            <a:extLst>
              <a:ext uri="{FF2B5EF4-FFF2-40B4-BE49-F238E27FC236}">
                <a16:creationId xmlns:a16="http://schemas.microsoft.com/office/drawing/2014/main" id="{F8195E2D-F24C-4C03-B166-B5EA7B04C361}"/>
              </a:ext>
            </a:extLst>
          </p:cNvPr>
          <p:cNvSpPr>
            <a:spLocks/>
          </p:cNvSpPr>
          <p:nvPr/>
        </p:nvSpPr>
        <p:spPr>
          <a:xfrm>
            <a:off x="8472574" y="522146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1" name="data_7025">
            <a:extLst>
              <a:ext uri="{FF2B5EF4-FFF2-40B4-BE49-F238E27FC236}">
                <a16:creationId xmlns:a16="http://schemas.microsoft.com/office/drawing/2014/main" id="{86BCCA50-C4A3-4BE8-85B3-297FE6765939}"/>
              </a:ext>
            </a:extLst>
          </p:cNvPr>
          <p:cNvSpPr>
            <a:spLocks/>
          </p:cNvSpPr>
          <p:nvPr/>
        </p:nvSpPr>
        <p:spPr>
          <a:xfrm>
            <a:off x="8095794" y="458849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2" name="data_7026">
            <a:extLst>
              <a:ext uri="{FF2B5EF4-FFF2-40B4-BE49-F238E27FC236}">
                <a16:creationId xmlns:a16="http://schemas.microsoft.com/office/drawing/2014/main" id="{4FC3AEA4-03E9-461F-8F81-8212007776CF}"/>
              </a:ext>
            </a:extLst>
          </p:cNvPr>
          <p:cNvSpPr>
            <a:spLocks/>
          </p:cNvSpPr>
          <p:nvPr/>
        </p:nvSpPr>
        <p:spPr>
          <a:xfrm>
            <a:off x="8160391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3" name="data_7027">
            <a:extLst>
              <a:ext uri="{FF2B5EF4-FFF2-40B4-BE49-F238E27FC236}">
                <a16:creationId xmlns:a16="http://schemas.microsoft.com/office/drawing/2014/main" id="{7C644998-475D-4A17-B032-4ACE1B7BB161}"/>
              </a:ext>
            </a:extLst>
          </p:cNvPr>
          <p:cNvSpPr>
            <a:spLocks/>
          </p:cNvSpPr>
          <p:nvPr/>
        </p:nvSpPr>
        <p:spPr>
          <a:xfrm>
            <a:off x="8410692" y="46800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4" name="data_7028">
            <a:extLst>
              <a:ext uri="{FF2B5EF4-FFF2-40B4-BE49-F238E27FC236}">
                <a16:creationId xmlns:a16="http://schemas.microsoft.com/office/drawing/2014/main" id="{3B3B2857-20F3-4B8A-BC99-2D7A09103A19}"/>
              </a:ext>
            </a:extLst>
          </p:cNvPr>
          <p:cNvSpPr>
            <a:spLocks/>
          </p:cNvSpPr>
          <p:nvPr/>
        </p:nvSpPr>
        <p:spPr>
          <a:xfrm>
            <a:off x="8015380" y="40459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5" name="data_7029">
            <a:extLst>
              <a:ext uri="{FF2B5EF4-FFF2-40B4-BE49-F238E27FC236}">
                <a16:creationId xmlns:a16="http://schemas.microsoft.com/office/drawing/2014/main" id="{1BDBBADC-6E37-418E-AA0B-B28CEA5C687F}"/>
              </a:ext>
            </a:extLst>
          </p:cNvPr>
          <p:cNvSpPr>
            <a:spLocks/>
          </p:cNvSpPr>
          <p:nvPr/>
        </p:nvSpPr>
        <p:spPr>
          <a:xfrm>
            <a:off x="8287579" y="42968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6" name="data_7030">
            <a:extLst>
              <a:ext uri="{FF2B5EF4-FFF2-40B4-BE49-F238E27FC236}">
                <a16:creationId xmlns:a16="http://schemas.microsoft.com/office/drawing/2014/main" id="{4EE07F1C-0052-47B6-9BB9-DAA7609C3D65}"/>
              </a:ext>
            </a:extLst>
          </p:cNvPr>
          <p:cNvSpPr>
            <a:spLocks/>
          </p:cNvSpPr>
          <p:nvPr/>
        </p:nvSpPr>
        <p:spPr>
          <a:xfrm>
            <a:off x="829809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7" name="data_7031">
            <a:extLst>
              <a:ext uri="{FF2B5EF4-FFF2-40B4-BE49-F238E27FC236}">
                <a16:creationId xmlns:a16="http://schemas.microsoft.com/office/drawing/2014/main" id="{4FC499A1-E0E9-4B5B-B7FA-752A5A2B6048}"/>
              </a:ext>
            </a:extLst>
          </p:cNvPr>
          <p:cNvSpPr>
            <a:spLocks/>
          </p:cNvSpPr>
          <p:nvPr/>
        </p:nvSpPr>
        <p:spPr>
          <a:xfrm>
            <a:off x="829261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8" name="data_7032">
            <a:extLst>
              <a:ext uri="{FF2B5EF4-FFF2-40B4-BE49-F238E27FC236}">
                <a16:creationId xmlns:a16="http://schemas.microsoft.com/office/drawing/2014/main" id="{9D00F806-0F44-4CC4-90DA-DE955BFD2260}"/>
              </a:ext>
            </a:extLst>
          </p:cNvPr>
          <p:cNvSpPr>
            <a:spLocks/>
          </p:cNvSpPr>
          <p:nvPr/>
        </p:nvSpPr>
        <p:spPr>
          <a:xfrm>
            <a:off x="8333069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79" name="data_7033">
            <a:extLst>
              <a:ext uri="{FF2B5EF4-FFF2-40B4-BE49-F238E27FC236}">
                <a16:creationId xmlns:a16="http://schemas.microsoft.com/office/drawing/2014/main" id="{DA35848F-92F1-4A09-B38C-B167E09B7CB7}"/>
              </a:ext>
            </a:extLst>
          </p:cNvPr>
          <p:cNvSpPr>
            <a:spLocks/>
          </p:cNvSpPr>
          <p:nvPr/>
        </p:nvSpPr>
        <p:spPr>
          <a:xfrm>
            <a:off x="8333751" y="4181580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0" name="data_7034">
            <a:extLst>
              <a:ext uri="{FF2B5EF4-FFF2-40B4-BE49-F238E27FC236}">
                <a16:creationId xmlns:a16="http://schemas.microsoft.com/office/drawing/2014/main" id="{8A6D4A1A-4983-46BA-81BF-092E1693F3A7}"/>
              </a:ext>
            </a:extLst>
          </p:cNvPr>
          <p:cNvSpPr>
            <a:spLocks/>
          </p:cNvSpPr>
          <p:nvPr/>
        </p:nvSpPr>
        <p:spPr>
          <a:xfrm>
            <a:off x="809134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1" name="data_7035">
            <a:extLst>
              <a:ext uri="{FF2B5EF4-FFF2-40B4-BE49-F238E27FC236}">
                <a16:creationId xmlns:a16="http://schemas.microsoft.com/office/drawing/2014/main" id="{ED21619D-89F4-4964-B250-E781343A6119}"/>
              </a:ext>
            </a:extLst>
          </p:cNvPr>
          <p:cNvSpPr>
            <a:spLocks/>
          </p:cNvSpPr>
          <p:nvPr/>
        </p:nvSpPr>
        <p:spPr>
          <a:xfrm>
            <a:off x="846225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2" name="data_7036">
            <a:extLst>
              <a:ext uri="{FF2B5EF4-FFF2-40B4-BE49-F238E27FC236}">
                <a16:creationId xmlns:a16="http://schemas.microsoft.com/office/drawing/2014/main" id="{0DC63C44-A891-43DB-A1F4-1D187202800F}"/>
              </a:ext>
            </a:extLst>
          </p:cNvPr>
          <p:cNvSpPr>
            <a:spLocks/>
          </p:cNvSpPr>
          <p:nvPr/>
        </p:nvSpPr>
        <p:spPr>
          <a:xfrm>
            <a:off x="8364187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3" name="data_7037">
            <a:extLst>
              <a:ext uri="{FF2B5EF4-FFF2-40B4-BE49-F238E27FC236}">
                <a16:creationId xmlns:a16="http://schemas.microsoft.com/office/drawing/2014/main" id="{9534F4DD-B10C-4CAA-85FC-46D296D55045}"/>
              </a:ext>
            </a:extLst>
          </p:cNvPr>
          <p:cNvSpPr>
            <a:spLocks/>
          </p:cNvSpPr>
          <p:nvPr/>
        </p:nvSpPr>
        <p:spPr>
          <a:xfrm>
            <a:off x="8137939" y="537518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4" name="data_7038">
            <a:extLst>
              <a:ext uri="{FF2B5EF4-FFF2-40B4-BE49-F238E27FC236}">
                <a16:creationId xmlns:a16="http://schemas.microsoft.com/office/drawing/2014/main" id="{FD99EDB6-FA85-4853-AC44-9567659B70C0}"/>
              </a:ext>
            </a:extLst>
          </p:cNvPr>
          <p:cNvSpPr>
            <a:spLocks/>
          </p:cNvSpPr>
          <p:nvPr/>
        </p:nvSpPr>
        <p:spPr>
          <a:xfrm>
            <a:off x="819574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5" name="data_7039">
            <a:extLst>
              <a:ext uri="{FF2B5EF4-FFF2-40B4-BE49-F238E27FC236}">
                <a16:creationId xmlns:a16="http://schemas.microsoft.com/office/drawing/2014/main" id="{2809A78D-2284-44F4-B817-6F28CE010B3C}"/>
              </a:ext>
            </a:extLst>
          </p:cNvPr>
          <p:cNvSpPr>
            <a:spLocks/>
          </p:cNvSpPr>
          <p:nvPr/>
        </p:nvSpPr>
        <p:spPr>
          <a:xfrm>
            <a:off x="802345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6" name="data_7040">
            <a:extLst>
              <a:ext uri="{FF2B5EF4-FFF2-40B4-BE49-F238E27FC236}">
                <a16:creationId xmlns:a16="http://schemas.microsoft.com/office/drawing/2014/main" id="{8190C87E-89BB-491A-9B13-45755D3A6329}"/>
              </a:ext>
            </a:extLst>
          </p:cNvPr>
          <p:cNvSpPr>
            <a:spLocks/>
          </p:cNvSpPr>
          <p:nvPr/>
        </p:nvSpPr>
        <p:spPr>
          <a:xfrm>
            <a:off x="815260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7" name="data_7041">
            <a:extLst>
              <a:ext uri="{FF2B5EF4-FFF2-40B4-BE49-F238E27FC236}">
                <a16:creationId xmlns:a16="http://schemas.microsoft.com/office/drawing/2014/main" id="{88A93691-6654-4D56-891C-78C8B856D168}"/>
              </a:ext>
            </a:extLst>
          </p:cNvPr>
          <p:cNvSpPr>
            <a:spLocks/>
          </p:cNvSpPr>
          <p:nvPr/>
        </p:nvSpPr>
        <p:spPr>
          <a:xfrm>
            <a:off x="800808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8" name="data_7042">
            <a:extLst>
              <a:ext uri="{FF2B5EF4-FFF2-40B4-BE49-F238E27FC236}">
                <a16:creationId xmlns:a16="http://schemas.microsoft.com/office/drawing/2014/main" id="{CBF07B23-5BA1-4DE1-BF8E-31E201106489}"/>
              </a:ext>
            </a:extLst>
          </p:cNvPr>
          <p:cNvSpPr>
            <a:spLocks/>
          </p:cNvSpPr>
          <p:nvPr/>
        </p:nvSpPr>
        <p:spPr>
          <a:xfrm>
            <a:off x="8393477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89" name="data_7043">
            <a:extLst>
              <a:ext uri="{FF2B5EF4-FFF2-40B4-BE49-F238E27FC236}">
                <a16:creationId xmlns:a16="http://schemas.microsoft.com/office/drawing/2014/main" id="{DD9ECC0B-6481-4E2B-8699-0DA7B6E8F439}"/>
              </a:ext>
            </a:extLst>
          </p:cNvPr>
          <p:cNvSpPr>
            <a:spLocks/>
          </p:cNvSpPr>
          <p:nvPr/>
        </p:nvSpPr>
        <p:spPr>
          <a:xfrm>
            <a:off x="8294000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0" name="data_7044">
            <a:extLst>
              <a:ext uri="{FF2B5EF4-FFF2-40B4-BE49-F238E27FC236}">
                <a16:creationId xmlns:a16="http://schemas.microsoft.com/office/drawing/2014/main" id="{70FBD459-8503-4EBD-B56A-0B27D6656428}"/>
              </a:ext>
            </a:extLst>
          </p:cNvPr>
          <p:cNvSpPr>
            <a:spLocks/>
          </p:cNvSpPr>
          <p:nvPr/>
        </p:nvSpPr>
        <p:spPr>
          <a:xfrm>
            <a:off x="8397745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1" name="data_7045">
            <a:extLst>
              <a:ext uri="{FF2B5EF4-FFF2-40B4-BE49-F238E27FC236}">
                <a16:creationId xmlns:a16="http://schemas.microsoft.com/office/drawing/2014/main" id="{1023433D-F4A8-4780-BD72-61C790EB3FA3}"/>
              </a:ext>
            </a:extLst>
          </p:cNvPr>
          <p:cNvSpPr>
            <a:spLocks/>
          </p:cNvSpPr>
          <p:nvPr/>
        </p:nvSpPr>
        <p:spPr>
          <a:xfrm>
            <a:off x="8256560" y="539383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2" name="data_7046">
            <a:extLst>
              <a:ext uri="{FF2B5EF4-FFF2-40B4-BE49-F238E27FC236}">
                <a16:creationId xmlns:a16="http://schemas.microsoft.com/office/drawing/2014/main" id="{14BC6B32-1BCE-4A25-BE75-A53420EF7FF2}"/>
              </a:ext>
            </a:extLst>
          </p:cNvPr>
          <p:cNvSpPr>
            <a:spLocks/>
          </p:cNvSpPr>
          <p:nvPr/>
        </p:nvSpPr>
        <p:spPr>
          <a:xfrm>
            <a:off x="8016693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3" name="data_7047">
            <a:extLst>
              <a:ext uri="{FF2B5EF4-FFF2-40B4-BE49-F238E27FC236}">
                <a16:creationId xmlns:a16="http://schemas.microsoft.com/office/drawing/2014/main" id="{9803D1A4-DC1B-4648-8901-10FE8D28ADA2}"/>
              </a:ext>
            </a:extLst>
          </p:cNvPr>
          <p:cNvSpPr>
            <a:spLocks/>
          </p:cNvSpPr>
          <p:nvPr/>
        </p:nvSpPr>
        <p:spPr>
          <a:xfrm>
            <a:off x="8411391" y="5388744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4" name="data_7048">
            <a:extLst>
              <a:ext uri="{FF2B5EF4-FFF2-40B4-BE49-F238E27FC236}">
                <a16:creationId xmlns:a16="http://schemas.microsoft.com/office/drawing/2014/main" id="{C3E42363-0945-4AA4-AB6F-565E12B8CEE6}"/>
              </a:ext>
            </a:extLst>
          </p:cNvPr>
          <p:cNvSpPr>
            <a:spLocks/>
          </p:cNvSpPr>
          <p:nvPr/>
        </p:nvSpPr>
        <p:spPr>
          <a:xfrm>
            <a:off x="8048554" y="509335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5" name="data_7049">
            <a:extLst>
              <a:ext uri="{FF2B5EF4-FFF2-40B4-BE49-F238E27FC236}">
                <a16:creationId xmlns:a16="http://schemas.microsoft.com/office/drawing/2014/main" id="{CA32B21A-4D07-4EBD-B98B-69118BAB4CD1}"/>
              </a:ext>
            </a:extLst>
          </p:cNvPr>
          <p:cNvSpPr>
            <a:spLocks/>
          </p:cNvSpPr>
          <p:nvPr/>
        </p:nvSpPr>
        <p:spPr>
          <a:xfrm>
            <a:off x="8280771" y="5324263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6" name="data_7050">
            <a:extLst>
              <a:ext uri="{FF2B5EF4-FFF2-40B4-BE49-F238E27FC236}">
                <a16:creationId xmlns:a16="http://schemas.microsoft.com/office/drawing/2014/main" id="{19939AFD-C92E-4E3E-99FE-E26EA1A2A723}"/>
              </a:ext>
            </a:extLst>
          </p:cNvPr>
          <p:cNvSpPr>
            <a:spLocks/>
          </p:cNvSpPr>
          <p:nvPr/>
        </p:nvSpPr>
        <p:spPr>
          <a:xfrm>
            <a:off x="8187002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7" name="data_7051">
            <a:extLst>
              <a:ext uri="{FF2B5EF4-FFF2-40B4-BE49-F238E27FC236}">
                <a16:creationId xmlns:a16="http://schemas.microsoft.com/office/drawing/2014/main" id="{F6195025-52B5-41E4-B5D0-AE1E5887761D}"/>
              </a:ext>
            </a:extLst>
          </p:cNvPr>
          <p:cNvSpPr>
            <a:spLocks/>
          </p:cNvSpPr>
          <p:nvPr/>
        </p:nvSpPr>
        <p:spPr>
          <a:xfrm>
            <a:off x="8074038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8" name="data_7052">
            <a:extLst>
              <a:ext uri="{FF2B5EF4-FFF2-40B4-BE49-F238E27FC236}">
                <a16:creationId xmlns:a16="http://schemas.microsoft.com/office/drawing/2014/main" id="{C38463B0-927D-479D-A1B0-BCC5D7092DBD}"/>
              </a:ext>
            </a:extLst>
          </p:cNvPr>
          <p:cNvSpPr>
            <a:spLocks/>
          </p:cNvSpPr>
          <p:nvPr/>
        </p:nvSpPr>
        <p:spPr>
          <a:xfrm>
            <a:off x="839535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899" name="data_7053">
            <a:extLst>
              <a:ext uri="{FF2B5EF4-FFF2-40B4-BE49-F238E27FC236}">
                <a16:creationId xmlns:a16="http://schemas.microsoft.com/office/drawing/2014/main" id="{93304F98-79AE-4E3C-8205-1CC60DE26E53}"/>
              </a:ext>
            </a:extLst>
          </p:cNvPr>
          <p:cNvSpPr>
            <a:spLocks/>
          </p:cNvSpPr>
          <p:nvPr/>
        </p:nvSpPr>
        <p:spPr>
          <a:xfrm>
            <a:off x="810165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0" name="data_7054">
            <a:extLst>
              <a:ext uri="{FF2B5EF4-FFF2-40B4-BE49-F238E27FC236}">
                <a16:creationId xmlns:a16="http://schemas.microsoft.com/office/drawing/2014/main" id="{4A0C1F50-41A3-4B9A-8FF4-4685EEC7121E}"/>
              </a:ext>
            </a:extLst>
          </p:cNvPr>
          <p:cNvSpPr>
            <a:spLocks/>
          </p:cNvSpPr>
          <p:nvPr/>
        </p:nvSpPr>
        <p:spPr>
          <a:xfrm>
            <a:off x="8398196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1" name="data_7055">
            <a:extLst>
              <a:ext uri="{FF2B5EF4-FFF2-40B4-BE49-F238E27FC236}">
                <a16:creationId xmlns:a16="http://schemas.microsoft.com/office/drawing/2014/main" id="{E3188144-2BA6-4CE8-9185-3399FFD49CDA}"/>
              </a:ext>
            </a:extLst>
          </p:cNvPr>
          <p:cNvSpPr>
            <a:spLocks/>
          </p:cNvSpPr>
          <p:nvPr/>
        </p:nvSpPr>
        <p:spPr>
          <a:xfrm>
            <a:off x="818477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2" name="data_7056">
            <a:extLst>
              <a:ext uri="{FF2B5EF4-FFF2-40B4-BE49-F238E27FC236}">
                <a16:creationId xmlns:a16="http://schemas.microsoft.com/office/drawing/2014/main" id="{022D6598-C347-460C-AB5E-69581D1AB1B0}"/>
              </a:ext>
            </a:extLst>
          </p:cNvPr>
          <p:cNvSpPr>
            <a:spLocks/>
          </p:cNvSpPr>
          <p:nvPr/>
        </p:nvSpPr>
        <p:spPr>
          <a:xfrm>
            <a:off x="8377415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3" name="data_7057">
            <a:extLst>
              <a:ext uri="{FF2B5EF4-FFF2-40B4-BE49-F238E27FC236}">
                <a16:creationId xmlns:a16="http://schemas.microsoft.com/office/drawing/2014/main" id="{A0EF4379-4292-4240-9DE1-E4423C9C0D16}"/>
              </a:ext>
            </a:extLst>
          </p:cNvPr>
          <p:cNvSpPr>
            <a:spLocks/>
          </p:cNvSpPr>
          <p:nvPr/>
        </p:nvSpPr>
        <p:spPr>
          <a:xfrm>
            <a:off x="804935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4" name="data_7058">
            <a:extLst>
              <a:ext uri="{FF2B5EF4-FFF2-40B4-BE49-F238E27FC236}">
                <a16:creationId xmlns:a16="http://schemas.microsoft.com/office/drawing/2014/main" id="{C7896CC3-611A-40BB-8B30-6767547ED09D}"/>
              </a:ext>
            </a:extLst>
          </p:cNvPr>
          <p:cNvSpPr>
            <a:spLocks/>
          </p:cNvSpPr>
          <p:nvPr/>
        </p:nvSpPr>
        <p:spPr>
          <a:xfrm>
            <a:off x="8322968" y="5131035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5" name="data_7059">
            <a:extLst>
              <a:ext uri="{FF2B5EF4-FFF2-40B4-BE49-F238E27FC236}">
                <a16:creationId xmlns:a16="http://schemas.microsoft.com/office/drawing/2014/main" id="{2783866A-F76B-4F3B-844A-22F566036C52}"/>
              </a:ext>
            </a:extLst>
          </p:cNvPr>
          <p:cNvSpPr>
            <a:spLocks/>
          </p:cNvSpPr>
          <p:nvPr/>
        </p:nvSpPr>
        <p:spPr>
          <a:xfrm>
            <a:off x="8058099" y="5022526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6" name="data_7060">
            <a:extLst>
              <a:ext uri="{FF2B5EF4-FFF2-40B4-BE49-F238E27FC236}">
                <a16:creationId xmlns:a16="http://schemas.microsoft.com/office/drawing/2014/main" id="{A493A361-5D26-4D88-8A73-7D3EC13CC342}"/>
              </a:ext>
            </a:extLst>
          </p:cNvPr>
          <p:cNvSpPr>
            <a:spLocks/>
          </p:cNvSpPr>
          <p:nvPr/>
        </p:nvSpPr>
        <p:spPr>
          <a:xfrm>
            <a:off x="8022703" y="540230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7" name="data_7061">
            <a:extLst>
              <a:ext uri="{FF2B5EF4-FFF2-40B4-BE49-F238E27FC236}">
                <a16:creationId xmlns:a16="http://schemas.microsoft.com/office/drawing/2014/main" id="{DC8E3F27-A0B4-434A-826C-A5E30DFC6133}"/>
              </a:ext>
            </a:extLst>
          </p:cNvPr>
          <p:cNvSpPr>
            <a:spLocks/>
          </p:cNvSpPr>
          <p:nvPr/>
        </p:nvSpPr>
        <p:spPr>
          <a:xfrm>
            <a:off x="8097938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8" name="data_7062">
            <a:extLst>
              <a:ext uri="{FF2B5EF4-FFF2-40B4-BE49-F238E27FC236}">
                <a16:creationId xmlns:a16="http://schemas.microsoft.com/office/drawing/2014/main" id="{0D2B1D7F-AE2B-4B39-A410-0F1B86010E9E}"/>
              </a:ext>
            </a:extLst>
          </p:cNvPr>
          <p:cNvSpPr>
            <a:spLocks/>
          </p:cNvSpPr>
          <p:nvPr/>
        </p:nvSpPr>
        <p:spPr>
          <a:xfrm>
            <a:off x="8140214" y="3842489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09" name="data_7063">
            <a:extLst>
              <a:ext uri="{FF2B5EF4-FFF2-40B4-BE49-F238E27FC236}">
                <a16:creationId xmlns:a16="http://schemas.microsoft.com/office/drawing/2014/main" id="{A01E40A2-8200-47B0-B183-20A6303F00CE}"/>
              </a:ext>
            </a:extLst>
          </p:cNvPr>
          <p:cNvSpPr>
            <a:spLocks/>
          </p:cNvSpPr>
          <p:nvPr/>
        </p:nvSpPr>
        <p:spPr>
          <a:xfrm>
            <a:off x="8339524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0" name="data_7064">
            <a:extLst>
              <a:ext uri="{FF2B5EF4-FFF2-40B4-BE49-F238E27FC236}">
                <a16:creationId xmlns:a16="http://schemas.microsoft.com/office/drawing/2014/main" id="{23B4DFD8-FDE8-417C-8EEB-B8A464842CD9}"/>
              </a:ext>
            </a:extLst>
          </p:cNvPr>
          <p:cNvSpPr>
            <a:spLocks/>
          </p:cNvSpPr>
          <p:nvPr/>
        </p:nvSpPr>
        <p:spPr>
          <a:xfrm>
            <a:off x="818971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1" name="data_7065">
            <a:extLst>
              <a:ext uri="{FF2B5EF4-FFF2-40B4-BE49-F238E27FC236}">
                <a16:creationId xmlns:a16="http://schemas.microsoft.com/office/drawing/2014/main" id="{2C0C9C8F-1AF5-4A79-8683-3BF2091F0E0E}"/>
              </a:ext>
            </a:extLst>
          </p:cNvPr>
          <p:cNvSpPr>
            <a:spLocks/>
          </p:cNvSpPr>
          <p:nvPr/>
        </p:nvSpPr>
        <p:spPr>
          <a:xfrm>
            <a:off x="8430689" y="3774671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2" name="data_7066">
            <a:extLst>
              <a:ext uri="{FF2B5EF4-FFF2-40B4-BE49-F238E27FC236}">
                <a16:creationId xmlns:a16="http://schemas.microsoft.com/office/drawing/2014/main" id="{F7AA62BF-3613-4FBE-B250-1146159567A0}"/>
              </a:ext>
            </a:extLst>
          </p:cNvPr>
          <p:cNvSpPr>
            <a:spLocks/>
          </p:cNvSpPr>
          <p:nvPr/>
        </p:nvSpPr>
        <p:spPr>
          <a:xfrm>
            <a:off x="8218953" y="5286048"/>
            <a:ext cx="35469" cy="35469"/>
          </a:xfrm>
          <a:prstGeom prst="ellipse">
            <a:avLst/>
          </a:prstGeom>
          <a:solidFill>
            <a:srgbClr val="138B8D">
              <a:alpha val="15000"/>
            </a:srgbClr>
          </a:solidFill>
          <a:ln w="0">
            <a:noFill/>
            <a:prstDash val="solid"/>
          </a:ln>
        </p:spPr>
      </p:sp>
      <p:sp>
        <p:nvSpPr>
          <p:cNvPr id="913" name="data_7067">
            <a:extLst>
              <a:ext uri="{FF2B5EF4-FFF2-40B4-BE49-F238E27FC236}">
                <a16:creationId xmlns:a16="http://schemas.microsoft.com/office/drawing/2014/main" id="{192D46A2-E2E5-4BEB-8AD2-6C23B3099827}"/>
              </a:ext>
            </a:extLst>
          </p:cNvPr>
          <p:cNvSpPr>
            <a:spLocks/>
          </p:cNvSpPr>
          <p:nvPr/>
        </p:nvSpPr>
        <p:spPr>
          <a:xfrm>
            <a:off x="5704001" y="3694748"/>
            <a:ext cx="191" cy="1725295"/>
          </a:xfrm>
          <a:custGeom>
            <a:avLst/>
            <a:gdLst/>
            <a:ahLst/>
            <a:cxnLst/>
            <a:rect l="0" t="0" r="0" b="0"/>
            <a:pathLst>
              <a:path w="191" h="1725295">
                <a:moveTo>
                  <a:pt x="0" y="1725295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914" name="data_7068">
            <a:extLst>
              <a:ext uri="{FF2B5EF4-FFF2-40B4-BE49-F238E27FC236}">
                <a16:creationId xmlns:a16="http://schemas.microsoft.com/office/drawing/2014/main" id="{13298537-5BA8-483F-953B-F3E3A5671666}"/>
              </a:ext>
            </a:extLst>
          </p:cNvPr>
          <p:cNvSpPr>
            <a:spLocks/>
          </p:cNvSpPr>
          <p:nvPr/>
        </p:nvSpPr>
        <p:spPr>
          <a:xfrm>
            <a:off x="5704001" y="5420042"/>
            <a:ext cx="3447143" cy="191"/>
          </a:xfrm>
          <a:custGeom>
            <a:avLst/>
            <a:gdLst/>
            <a:ahLst/>
            <a:cxnLst/>
            <a:rect l="0" t="0" r="0" b="0"/>
            <a:pathLst>
              <a:path w="3447143" h="191">
                <a:moveTo>
                  <a:pt x="0" y="0"/>
                </a:moveTo>
                <a:lnTo>
                  <a:pt x="3447143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915" name="text_7069">
            <a:extLst>
              <a:ext uri="{FF2B5EF4-FFF2-40B4-BE49-F238E27FC236}">
                <a16:creationId xmlns:a16="http://schemas.microsoft.com/office/drawing/2014/main" id="{1C08A6B7-A61E-4BB8-B96E-45ABD48C3784}"/>
              </a:ext>
            </a:extLst>
          </p:cNvPr>
          <p:cNvSpPr>
            <a:spLocks/>
          </p:cNvSpPr>
          <p:nvPr/>
        </p:nvSpPr>
        <p:spPr>
          <a:xfrm>
            <a:off x="5225171" y="3381347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916" name="text_7070">
            <a:extLst>
              <a:ext uri="{FF2B5EF4-FFF2-40B4-BE49-F238E27FC236}">
                <a16:creationId xmlns:a16="http://schemas.microsoft.com/office/drawing/2014/main" id="{6FDCC4D6-A06E-4A82-BACD-DF6F5FFEB3AF}"/>
              </a:ext>
            </a:extLst>
          </p:cNvPr>
          <p:cNvSpPr>
            <a:spLocks/>
          </p:cNvSpPr>
          <p:nvPr/>
        </p:nvSpPr>
        <p:spPr>
          <a:xfrm>
            <a:off x="5704001" y="3403921"/>
            <a:ext cx="971459" cy="17956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31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31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</a:t>
            </a:r>
          </a:p>
        </p:txBody>
      </p:sp>
      <p:sp>
        <p:nvSpPr>
          <p:cNvPr id="917" name="data_7071">
            <a:extLst>
              <a:ext uri="{FF2B5EF4-FFF2-40B4-BE49-F238E27FC236}">
                <a16:creationId xmlns:a16="http://schemas.microsoft.com/office/drawing/2014/main" id="{037A5006-8ADD-4E27-B2D1-08ECE177E50A}"/>
              </a:ext>
            </a:extLst>
          </p:cNvPr>
          <p:cNvSpPr>
            <a:spLocks/>
          </p:cNvSpPr>
          <p:nvPr/>
        </p:nvSpPr>
        <p:spPr>
          <a:xfrm>
            <a:off x="6600258" y="4739203"/>
            <a:ext cx="191" cy="258678"/>
          </a:xfrm>
          <a:custGeom>
            <a:avLst/>
            <a:gdLst/>
            <a:ahLst/>
            <a:cxnLst/>
            <a:rect l="0" t="0" r="0" b="0"/>
            <a:pathLst>
              <a:path w="191" h="258678">
                <a:moveTo>
                  <a:pt x="0" y="258678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918" name="data_7072">
            <a:extLst>
              <a:ext uri="{FF2B5EF4-FFF2-40B4-BE49-F238E27FC236}">
                <a16:creationId xmlns:a16="http://schemas.microsoft.com/office/drawing/2014/main" id="{A735437E-B0D7-4124-9709-D5BCE79AEB2D}"/>
              </a:ext>
            </a:extLst>
          </p:cNvPr>
          <p:cNvSpPr>
            <a:spLocks/>
          </p:cNvSpPr>
          <p:nvPr/>
        </p:nvSpPr>
        <p:spPr>
          <a:xfrm>
            <a:off x="6445137" y="4997881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919" name="data_7073">
            <a:extLst>
              <a:ext uri="{FF2B5EF4-FFF2-40B4-BE49-F238E27FC236}">
                <a16:creationId xmlns:a16="http://schemas.microsoft.com/office/drawing/2014/main" id="{A314292A-A0DC-4D32-BD8C-EB2B3F509532}"/>
              </a:ext>
            </a:extLst>
          </p:cNvPr>
          <p:cNvSpPr>
            <a:spLocks/>
          </p:cNvSpPr>
          <p:nvPr/>
        </p:nvSpPr>
        <p:spPr>
          <a:xfrm>
            <a:off x="6445137" y="473920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A1ABB3"/>
            </a:solidFill>
            <a:prstDash val="solid"/>
          </a:ln>
        </p:spPr>
      </p:sp>
      <p:sp>
        <p:nvSpPr>
          <p:cNvPr id="920" name="data_7074">
            <a:extLst>
              <a:ext uri="{FF2B5EF4-FFF2-40B4-BE49-F238E27FC236}">
                <a16:creationId xmlns:a16="http://schemas.microsoft.com/office/drawing/2014/main" id="{08240621-D623-4793-ABB5-441BEE258EE3}"/>
              </a:ext>
            </a:extLst>
          </p:cNvPr>
          <p:cNvSpPr>
            <a:spLocks/>
          </p:cNvSpPr>
          <p:nvPr/>
        </p:nvSpPr>
        <p:spPr>
          <a:xfrm>
            <a:off x="7427572" y="4467583"/>
            <a:ext cx="191" cy="275022"/>
          </a:xfrm>
          <a:custGeom>
            <a:avLst/>
            <a:gdLst/>
            <a:ahLst/>
            <a:cxnLst/>
            <a:rect l="0" t="0" r="0" b="0"/>
            <a:pathLst>
              <a:path w="191" h="275022">
                <a:moveTo>
                  <a:pt x="0" y="275022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921" name="data_7075">
            <a:extLst>
              <a:ext uri="{FF2B5EF4-FFF2-40B4-BE49-F238E27FC236}">
                <a16:creationId xmlns:a16="http://schemas.microsoft.com/office/drawing/2014/main" id="{18E8347B-4AAA-4A4D-B698-03F01DF0A97D}"/>
              </a:ext>
            </a:extLst>
          </p:cNvPr>
          <p:cNvSpPr>
            <a:spLocks/>
          </p:cNvSpPr>
          <p:nvPr/>
        </p:nvSpPr>
        <p:spPr>
          <a:xfrm>
            <a:off x="7272451" y="4742604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922" name="data_7076">
            <a:extLst>
              <a:ext uri="{FF2B5EF4-FFF2-40B4-BE49-F238E27FC236}">
                <a16:creationId xmlns:a16="http://schemas.microsoft.com/office/drawing/2014/main" id="{7DA5E6C8-306B-4C20-AEC3-664778FAB2F6}"/>
              </a:ext>
            </a:extLst>
          </p:cNvPr>
          <p:cNvSpPr>
            <a:spLocks/>
          </p:cNvSpPr>
          <p:nvPr/>
        </p:nvSpPr>
        <p:spPr>
          <a:xfrm>
            <a:off x="7272451" y="4467583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5B72B7"/>
            </a:solidFill>
            <a:prstDash val="solid"/>
          </a:ln>
        </p:spPr>
      </p:sp>
      <p:sp>
        <p:nvSpPr>
          <p:cNvPr id="923" name="data_7077">
            <a:extLst>
              <a:ext uri="{FF2B5EF4-FFF2-40B4-BE49-F238E27FC236}">
                <a16:creationId xmlns:a16="http://schemas.microsoft.com/office/drawing/2014/main" id="{B0AF67BD-9248-42AF-8745-4C20AB82CCE4}"/>
              </a:ext>
            </a:extLst>
          </p:cNvPr>
          <p:cNvSpPr>
            <a:spLocks/>
          </p:cNvSpPr>
          <p:nvPr/>
        </p:nvSpPr>
        <p:spPr>
          <a:xfrm>
            <a:off x="8254887" y="4293902"/>
            <a:ext cx="191" cy="285547"/>
          </a:xfrm>
          <a:custGeom>
            <a:avLst/>
            <a:gdLst/>
            <a:ahLst/>
            <a:cxnLst/>
            <a:rect l="0" t="0" r="0" b="0"/>
            <a:pathLst>
              <a:path w="191" h="285547">
                <a:moveTo>
                  <a:pt x="0" y="285547"/>
                </a:moveTo>
                <a:lnTo>
                  <a:pt x="0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924" name="data_7078">
            <a:extLst>
              <a:ext uri="{FF2B5EF4-FFF2-40B4-BE49-F238E27FC236}">
                <a16:creationId xmlns:a16="http://schemas.microsoft.com/office/drawing/2014/main" id="{5A65BADF-10CA-4F22-8F96-CE60376E3BDA}"/>
              </a:ext>
            </a:extLst>
          </p:cNvPr>
          <p:cNvSpPr>
            <a:spLocks/>
          </p:cNvSpPr>
          <p:nvPr/>
        </p:nvSpPr>
        <p:spPr>
          <a:xfrm>
            <a:off x="8099765" y="4579449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925" name="data_7079">
            <a:extLst>
              <a:ext uri="{FF2B5EF4-FFF2-40B4-BE49-F238E27FC236}">
                <a16:creationId xmlns:a16="http://schemas.microsoft.com/office/drawing/2014/main" id="{7E12EA5A-615C-4171-ADF1-B0478DD79144}"/>
              </a:ext>
            </a:extLst>
          </p:cNvPr>
          <p:cNvSpPr>
            <a:spLocks/>
          </p:cNvSpPr>
          <p:nvPr/>
        </p:nvSpPr>
        <p:spPr>
          <a:xfrm>
            <a:off x="8099765" y="4293902"/>
            <a:ext cx="310243" cy="191"/>
          </a:xfrm>
          <a:custGeom>
            <a:avLst/>
            <a:gdLst/>
            <a:ahLst/>
            <a:cxnLst/>
            <a:rect l="0" t="0" r="0" b="0"/>
            <a:pathLst>
              <a:path w="310243" h="191">
                <a:moveTo>
                  <a:pt x="0" y="0"/>
                </a:moveTo>
                <a:lnTo>
                  <a:pt x="310243" y="0"/>
                </a:lnTo>
              </a:path>
            </a:pathLst>
          </a:custGeom>
          <a:noFill/>
          <a:ln w="20395">
            <a:solidFill>
              <a:srgbClr val="138B8D"/>
            </a:solidFill>
            <a:prstDash val="solid"/>
          </a:ln>
        </p:spPr>
      </p:sp>
      <p:sp>
        <p:nvSpPr>
          <p:cNvPr id="926" name="data_7080">
            <a:extLst>
              <a:ext uri="{FF2B5EF4-FFF2-40B4-BE49-F238E27FC236}">
                <a16:creationId xmlns:a16="http://schemas.microsoft.com/office/drawing/2014/main" id="{720A55D1-67A5-49A5-B1C6-B0F656B0359F}"/>
              </a:ext>
            </a:extLst>
          </p:cNvPr>
          <p:cNvSpPr>
            <a:spLocks/>
          </p:cNvSpPr>
          <p:nvPr/>
        </p:nvSpPr>
        <p:spPr>
          <a:xfrm>
            <a:off x="6307251" y="4871892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A1ABB3"/>
            </a:solidFill>
            <a:prstDash val="solid"/>
          </a:ln>
        </p:spPr>
      </p:sp>
      <p:sp>
        <p:nvSpPr>
          <p:cNvPr id="927" name="data_7081">
            <a:extLst>
              <a:ext uri="{FF2B5EF4-FFF2-40B4-BE49-F238E27FC236}">
                <a16:creationId xmlns:a16="http://schemas.microsoft.com/office/drawing/2014/main" id="{B9324839-9EFF-4D97-A69B-3D5D1DF64D0C}"/>
              </a:ext>
            </a:extLst>
          </p:cNvPr>
          <p:cNvSpPr>
            <a:spLocks/>
          </p:cNvSpPr>
          <p:nvPr/>
        </p:nvSpPr>
        <p:spPr>
          <a:xfrm>
            <a:off x="7134565" y="4607374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5B72B7"/>
            </a:solidFill>
            <a:prstDash val="solid"/>
          </a:ln>
        </p:spPr>
      </p:sp>
      <p:sp>
        <p:nvSpPr>
          <p:cNvPr id="928" name="data_7082">
            <a:extLst>
              <a:ext uri="{FF2B5EF4-FFF2-40B4-BE49-F238E27FC236}">
                <a16:creationId xmlns:a16="http://schemas.microsoft.com/office/drawing/2014/main" id="{04F3C92D-E26A-4735-91E7-2B0D48342E90}"/>
              </a:ext>
            </a:extLst>
          </p:cNvPr>
          <p:cNvSpPr>
            <a:spLocks/>
          </p:cNvSpPr>
          <p:nvPr/>
        </p:nvSpPr>
        <p:spPr>
          <a:xfrm>
            <a:off x="7961879" y="4435553"/>
            <a:ext cx="586014" cy="191"/>
          </a:xfrm>
          <a:custGeom>
            <a:avLst/>
            <a:gdLst/>
            <a:ahLst/>
            <a:cxnLst/>
            <a:rect l="0" t="0" r="0" b="0"/>
            <a:pathLst>
              <a:path w="586014" h="191">
                <a:moveTo>
                  <a:pt x="0" y="0"/>
                </a:moveTo>
                <a:lnTo>
                  <a:pt x="586014" y="0"/>
                </a:lnTo>
              </a:path>
            </a:pathLst>
          </a:custGeom>
          <a:noFill/>
          <a:ln w="31922">
            <a:solidFill>
              <a:srgbClr val="138B8D"/>
            </a:solidFill>
            <a:prstDash val="solid"/>
          </a:ln>
        </p:spPr>
      </p:sp>
      <p:sp>
        <p:nvSpPr>
          <p:cNvPr id="929" name="data_7083">
            <a:extLst>
              <a:ext uri="{FF2B5EF4-FFF2-40B4-BE49-F238E27FC236}">
                <a16:creationId xmlns:a16="http://schemas.microsoft.com/office/drawing/2014/main" id="{4927A2B9-5B94-4AA6-A26F-08F5317E6C3E}"/>
              </a:ext>
            </a:extLst>
          </p:cNvPr>
          <p:cNvSpPr>
            <a:spLocks/>
          </p:cNvSpPr>
          <p:nvPr/>
        </p:nvSpPr>
        <p:spPr>
          <a:xfrm>
            <a:off x="2982516" y="2620108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A1ABB3"/>
          </a:solidFill>
          <a:ln w="0">
            <a:noFill/>
            <a:prstDash val="solid"/>
          </a:ln>
        </p:spPr>
      </p:sp>
      <p:sp>
        <p:nvSpPr>
          <p:cNvPr id="930" name="text_7084">
            <a:extLst>
              <a:ext uri="{FF2B5EF4-FFF2-40B4-BE49-F238E27FC236}">
                <a16:creationId xmlns:a16="http://schemas.microsoft.com/office/drawing/2014/main" id="{E185C914-960F-4C96-9919-3BC7DDA90DEF}"/>
              </a:ext>
            </a:extLst>
          </p:cNvPr>
          <p:cNvSpPr>
            <a:spLocks/>
          </p:cNvSpPr>
          <p:nvPr/>
        </p:nvSpPr>
        <p:spPr>
          <a:xfrm>
            <a:off x="3252080" y="2607978"/>
            <a:ext cx="787097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Emap2lig-Find</a:t>
            </a:r>
          </a:p>
        </p:txBody>
      </p:sp>
      <p:sp>
        <p:nvSpPr>
          <p:cNvPr id="931" name="data_7085">
            <a:extLst>
              <a:ext uri="{FF2B5EF4-FFF2-40B4-BE49-F238E27FC236}">
                <a16:creationId xmlns:a16="http://schemas.microsoft.com/office/drawing/2014/main" id="{349E740B-11B3-4115-8323-F6D4D88AB22D}"/>
              </a:ext>
            </a:extLst>
          </p:cNvPr>
          <p:cNvSpPr>
            <a:spLocks/>
          </p:cNvSpPr>
          <p:nvPr/>
        </p:nvSpPr>
        <p:spPr>
          <a:xfrm>
            <a:off x="4192119" y="2620108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5B72B7"/>
          </a:solidFill>
          <a:ln w="0">
            <a:noFill/>
            <a:prstDash val="solid"/>
          </a:ln>
        </p:spPr>
      </p:sp>
      <p:sp>
        <p:nvSpPr>
          <p:cNvPr id="932" name="text_7086">
            <a:extLst>
              <a:ext uri="{FF2B5EF4-FFF2-40B4-BE49-F238E27FC236}">
                <a16:creationId xmlns:a16="http://schemas.microsoft.com/office/drawing/2014/main" id="{08E17F91-3F1B-461F-A17A-F8DF103EC9DD}"/>
              </a:ext>
            </a:extLst>
          </p:cNvPr>
          <p:cNvSpPr>
            <a:spLocks/>
          </p:cNvSpPr>
          <p:nvPr/>
        </p:nvSpPr>
        <p:spPr>
          <a:xfrm>
            <a:off x="4461682" y="2607978"/>
            <a:ext cx="122945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(CA2)</a:t>
            </a:r>
          </a:p>
        </p:txBody>
      </p:sp>
      <p:sp>
        <p:nvSpPr>
          <p:cNvPr id="933" name="data_7087">
            <a:extLst>
              <a:ext uri="{FF2B5EF4-FFF2-40B4-BE49-F238E27FC236}">
                <a16:creationId xmlns:a16="http://schemas.microsoft.com/office/drawing/2014/main" id="{4EBD5CB1-CAEA-483F-9781-4F9A914B8DDF}"/>
              </a:ext>
            </a:extLst>
          </p:cNvPr>
          <p:cNvSpPr>
            <a:spLocks/>
          </p:cNvSpPr>
          <p:nvPr/>
        </p:nvSpPr>
        <p:spPr>
          <a:xfrm>
            <a:off x="5844184" y="2620108"/>
            <a:ext cx="161738" cy="94347"/>
          </a:xfrm>
          <a:custGeom>
            <a:avLst/>
            <a:gdLst/>
            <a:ahLst/>
            <a:cxnLst/>
            <a:rect l="0" t="0" r="0" b="0"/>
            <a:pathLst>
              <a:path w="161738" h="94347">
                <a:moveTo>
                  <a:pt x="0" y="94347"/>
                </a:moveTo>
                <a:lnTo>
                  <a:pt x="161738" y="94347"/>
                </a:lnTo>
                <a:lnTo>
                  <a:pt x="161738" y="0"/>
                </a:lnTo>
                <a:lnTo>
                  <a:pt x="0" y="0"/>
                </a:lnTo>
                <a:lnTo>
                  <a:pt x="0" y="94347"/>
                </a:lnTo>
                <a:close/>
              </a:path>
            </a:pathLst>
          </a:custGeom>
          <a:solidFill>
            <a:srgbClr val="138B8D"/>
          </a:solidFill>
          <a:ln w="0">
            <a:noFill/>
            <a:prstDash val="solid"/>
          </a:ln>
        </p:spPr>
      </p:sp>
      <p:sp>
        <p:nvSpPr>
          <p:cNvPr id="934" name="text_7088">
            <a:extLst>
              <a:ext uri="{FF2B5EF4-FFF2-40B4-BE49-F238E27FC236}">
                <a16:creationId xmlns:a16="http://schemas.microsoft.com/office/drawing/2014/main" id="{737D4E5D-E67F-46A5-877E-3D7E05579FFF}"/>
              </a:ext>
            </a:extLst>
          </p:cNvPr>
          <p:cNvSpPr>
            <a:spLocks/>
          </p:cNvSpPr>
          <p:nvPr/>
        </p:nvSpPr>
        <p:spPr>
          <a:xfrm>
            <a:off x="6113748" y="2607978"/>
            <a:ext cx="1161914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LigandSeek-Find (GT)</a:t>
            </a:r>
          </a:p>
        </p:txBody>
      </p:sp>
    </p:spTree>
    <p:extLst>
      <p:ext uri="{BB962C8B-B14F-4D97-AF65-F5344CB8AC3E}">
        <p14:creationId xmlns:p14="http://schemas.microsoft.com/office/powerpoint/2010/main" val="257962512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4" name="data_7089">
            <a:extLst>
              <a:ext uri="{FF2B5EF4-FFF2-40B4-BE49-F238E27FC236}">
                <a16:creationId xmlns:a16="http://schemas.microsoft.com/office/drawing/2014/main" id="{7FD33EEA-2D39-4DB4-A4A7-9982055988F5}"/>
              </a:ext>
            </a:extLst>
          </p:cNvPr>
          <p:cNvSpPr>
            <a:spLocks/>
          </p:cNvSpPr>
          <p:nvPr/>
        </p:nvSpPr>
        <p:spPr>
          <a:xfrm>
            <a:off x="238125" y="831321"/>
            <a:ext cx="9048750" cy="7138458"/>
          </a:xfrm>
          <a:custGeom>
            <a:avLst/>
            <a:gdLst/>
            <a:ahLst/>
            <a:cxnLst/>
            <a:rect l="0" t="0" r="0" b="0"/>
            <a:pathLst>
              <a:path w="9048750" h="7138458">
                <a:moveTo>
                  <a:pt x="0" y="7138458"/>
                </a:moveTo>
                <a:lnTo>
                  <a:pt x="9048750" y="7138458"/>
                </a:lnTo>
                <a:lnTo>
                  <a:pt x="9048750" y="0"/>
                </a:lnTo>
                <a:lnTo>
                  <a:pt x="0" y="0"/>
                </a:lnTo>
                <a:lnTo>
                  <a:pt x="0" y="713845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data_7090">
            <a:extLst>
              <a:ext uri="{FF2B5EF4-FFF2-40B4-BE49-F238E27FC236}">
                <a16:creationId xmlns:a16="http://schemas.microsoft.com/office/drawing/2014/main" id="{A84A4BF2-B187-4C92-A70A-3AB97B82B074}"/>
              </a:ext>
            </a:extLst>
          </p:cNvPr>
          <p:cNvSpPr>
            <a:spLocks/>
          </p:cNvSpPr>
          <p:nvPr/>
        </p:nvSpPr>
        <p:spPr>
          <a:xfrm>
            <a:off x="1007269" y="2116243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data_7091">
            <a:extLst>
              <a:ext uri="{FF2B5EF4-FFF2-40B4-BE49-F238E27FC236}">
                <a16:creationId xmlns:a16="http://schemas.microsoft.com/office/drawing/2014/main" id="{15E1011E-8A80-4168-A5AA-20ACE27EB905}"/>
              </a:ext>
            </a:extLst>
          </p:cNvPr>
          <p:cNvSpPr>
            <a:spLocks/>
          </p:cNvSpPr>
          <p:nvPr/>
        </p:nvSpPr>
        <p:spPr>
          <a:xfrm>
            <a:off x="1280480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66" y="1762082"/>
                </a:lnTo>
                <a:lnTo>
                  <a:pt x="3797" y="1747274"/>
                </a:lnTo>
                <a:lnTo>
                  <a:pt x="8296" y="1732467"/>
                </a:lnTo>
                <a:lnTo>
                  <a:pt x="14161" y="1717659"/>
                </a:lnTo>
                <a:lnTo>
                  <a:pt x="21015" y="1702852"/>
                </a:lnTo>
                <a:lnTo>
                  <a:pt x="28445" y="1688045"/>
                </a:lnTo>
                <a:lnTo>
                  <a:pt x="36043" y="1673237"/>
                </a:lnTo>
                <a:lnTo>
                  <a:pt x="43438" y="1658430"/>
                </a:lnTo>
                <a:lnTo>
                  <a:pt x="50325" y="1643622"/>
                </a:lnTo>
                <a:lnTo>
                  <a:pt x="56478" y="1628815"/>
                </a:lnTo>
                <a:lnTo>
                  <a:pt x="61759" y="1614007"/>
                </a:lnTo>
                <a:lnTo>
                  <a:pt x="66108" y="1599200"/>
                </a:lnTo>
                <a:lnTo>
                  <a:pt x="69537" y="1584393"/>
                </a:lnTo>
                <a:lnTo>
                  <a:pt x="72109" y="1569585"/>
                </a:lnTo>
                <a:lnTo>
                  <a:pt x="73922" y="1554778"/>
                </a:lnTo>
                <a:lnTo>
                  <a:pt x="75092" y="1539970"/>
                </a:lnTo>
                <a:lnTo>
                  <a:pt x="75735" y="1525163"/>
                </a:lnTo>
                <a:lnTo>
                  <a:pt x="75964" y="1510356"/>
                </a:lnTo>
                <a:lnTo>
                  <a:pt x="75872" y="1495548"/>
                </a:lnTo>
                <a:lnTo>
                  <a:pt x="75536" y="1480741"/>
                </a:lnTo>
                <a:lnTo>
                  <a:pt x="75016" y="1465933"/>
                </a:lnTo>
                <a:lnTo>
                  <a:pt x="74352" y="1451126"/>
                </a:lnTo>
                <a:lnTo>
                  <a:pt x="73572" y="1436319"/>
                </a:lnTo>
                <a:lnTo>
                  <a:pt x="72692" y="1421511"/>
                </a:lnTo>
                <a:lnTo>
                  <a:pt x="71720" y="1406704"/>
                </a:lnTo>
                <a:lnTo>
                  <a:pt x="70659" y="1391896"/>
                </a:lnTo>
                <a:lnTo>
                  <a:pt x="69510" y="1377089"/>
                </a:lnTo>
                <a:lnTo>
                  <a:pt x="68272" y="1362282"/>
                </a:lnTo>
                <a:lnTo>
                  <a:pt x="66946" y="1347474"/>
                </a:lnTo>
                <a:lnTo>
                  <a:pt x="65537" y="1332667"/>
                </a:lnTo>
                <a:lnTo>
                  <a:pt x="64052" y="1317859"/>
                </a:lnTo>
                <a:lnTo>
                  <a:pt x="62509" y="1303052"/>
                </a:lnTo>
                <a:lnTo>
                  <a:pt x="60930" y="1288245"/>
                </a:lnTo>
                <a:lnTo>
                  <a:pt x="59345" y="1273437"/>
                </a:lnTo>
                <a:lnTo>
                  <a:pt x="57792" y="1258630"/>
                </a:lnTo>
                <a:lnTo>
                  <a:pt x="56311" y="1243822"/>
                </a:lnTo>
                <a:lnTo>
                  <a:pt x="54939" y="1229015"/>
                </a:lnTo>
                <a:lnTo>
                  <a:pt x="53708" y="1214207"/>
                </a:lnTo>
                <a:lnTo>
                  <a:pt x="52634" y="1199400"/>
                </a:lnTo>
                <a:lnTo>
                  <a:pt x="51718" y="1184593"/>
                </a:lnTo>
                <a:lnTo>
                  <a:pt x="50936" y="1169785"/>
                </a:lnTo>
                <a:lnTo>
                  <a:pt x="50240" y="1154978"/>
                </a:lnTo>
                <a:lnTo>
                  <a:pt x="49556" y="1140170"/>
                </a:lnTo>
                <a:lnTo>
                  <a:pt x="48793" y="1125363"/>
                </a:lnTo>
                <a:lnTo>
                  <a:pt x="47845" y="1110556"/>
                </a:lnTo>
                <a:lnTo>
                  <a:pt x="46600" y="1095748"/>
                </a:lnTo>
                <a:lnTo>
                  <a:pt x="44954" y="1080941"/>
                </a:lnTo>
                <a:lnTo>
                  <a:pt x="42823" y="1066133"/>
                </a:lnTo>
                <a:lnTo>
                  <a:pt x="40153" y="1051326"/>
                </a:lnTo>
                <a:lnTo>
                  <a:pt x="36934" y="1036519"/>
                </a:lnTo>
                <a:lnTo>
                  <a:pt x="33212" y="1021711"/>
                </a:lnTo>
                <a:lnTo>
                  <a:pt x="29092" y="1006904"/>
                </a:lnTo>
                <a:lnTo>
                  <a:pt x="24740" y="992096"/>
                </a:lnTo>
                <a:lnTo>
                  <a:pt x="20379" y="977289"/>
                </a:lnTo>
                <a:lnTo>
                  <a:pt x="16275" y="962482"/>
                </a:lnTo>
                <a:lnTo>
                  <a:pt x="12715" y="947674"/>
                </a:lnTo>
                <a:lnTo>
                  <a:pt x="9987" y="932867"/>
                </a:lnTo>
                <a:lnTo>
                  <a:pt x="8348" y="918059"/>
                </a:lnTo>
                <a:lnTo>
                  <a:pt x="7997" y="903252"/>
                </a:lnTo>
                <a:lnTo>
                  <a:pt x="9056" y="888444"/>
                </a:lnTo>
                <a:lnTo>
                  <a:pt x="11548" y="873637"/>
                </a:lnTo>
                <a:lnTo>
                  <a:pt x="15402" y="858830"/>
                </a:lnTo>
                <a:lnTo>
                  <a:pt x="20449" y="844022"/>
                </a:lnTo>
                <a:lnTo>
                  <a:pt x="26448" y="829215"/>
                </a:lnTo>
                <a:lnTo>
                  <a:pt x="33104" y="814407"/>
                </a:lnTo>
                <a:lnTo>
                  <a:pt x="40103" y="799600"/>
                </a:lnTo>
                <a:lnTo>
                  <a:pt x="47134" y="784793"/>
                </a:lnTo>
                <a:lnTo>
                  <a:pt x="53923" y="769985"/>
                </a:lnTo>
                <a:lnTo>
                  <a:pt x="60242" y="755178"/>
                </a:lnTo>
                <a:lnTo>
                  <a:pt x="65930" y="740370"/>
                </a:lnTo>
                <a:lnTo>
                  <a:pt x="70890" y="725563"/>
                </a:lnTo>
                <a:lnTo>
                  <a:pt x="75085" y="710756"/>
                </a:lnTo>
                <a:lnTo>
                  <a:pt x="78531" y="695948"/>
                </a:lnTo>
                <a:lnTo>
                  <a:pt x="81282" y="681141"/>
                </a:lnTo>
                <a:lnTo>
                  <a:pt x="83419" y="666333"/>
                </a:lnTo>
                <a:lnTo>
                  <a:pt x="85034" y="651526"/>
                </a:lnTo>
                <a:lnTo>
                  <a:pt x="86223" y="636719"/>
                </a:lnTo>
                <a:lnTo>
                  <a:pt x="87076" y="621911"/>
                </a:lnTo>
                <a:lnTo>
                  <a:pt x="87671" y="607104"/>
                </a:lnTo>
                <a:lnTo>
                  <a:pt x="88077" y="592296"/>
                </a:lnTo>
                <a:lnTo>
                  <a:pt x="88346" y="577489"/>
                </a:lnTo>
                <a:lnTo>
                  <a:pt x="88521" y="562682"/>
                </a:lnTo>
                <a:lnTo>
                  <a:pt x="88631" y="547874"/>
                </a:lnTo>
                <a:lnTo>
                  <a:pt x="88699" y="533067"/>
                </a:lnTo>
                <a:lnTo>
                  <a:pt x="88740" y="518259"/>
                </a:lnTo>
                <a:lnTo>
                  <a:pt x="88764" y="503452"/>
                </a:lnTo>
                <a:lnTo>
                  <a:pt x="88777" y="488644"/>
                </a:lnTo>
                <a:lnTo>
                  <a:pt x="88785" y="473837"/>
                </a:lnTo>
                <a:lnTo>
                  <a:pt x="88789" y="459030"/>
                </a:lnTo>
                <a:lnTo>
                  <a:pt x="88791" y="444222"/>
                </a:lnTo>
                <a:lnTo>
                  <a:pt x="88792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3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5" y="429415"/>
                </a:lnTo>
                <a:lnTo>
                  <a:pt x="88796" y="444222"/>
                </a:lnTo>
                <a:lnTo>
                  <a:pt x="88798" y="459030"/>
                </a:lnTo>
                <a:lnTo>
                  <a:pt x="88802" y="473837"/>
                </a:lnTo>
                <a:lnTo>
                  <a:pt x="88810" y="488644"/>
                </a:lnTo>
                <a:lnTo>
                  <a:pt x="88824" y="503452"/>
                </a:lnTo>
                <a:lnTo>
                  <a:pt x="88848" y="518259"/>
                </a:lnTo>
                <a:lnTo>
                  <a:pt x="88888" y="533067"/>
                </a:lnTo>
                <a:lnTo>
                  <a:pt x="88956" y="547874"/>
                </a:lnTo>
                <a:lnTo>
                  <a:pt x="89066" y="562682"/>
                </a:lnTo>
                <a:lnTo>
                  <a:pt x="89241" y="577489"/>
                </a:lnTo>
                <a:lnTo>
                  <a:pt x="89510" y="592296"/>
                </a:lnTo>
                <a:lnTo>
                  <a:pt x="89916" y="607104"/>
                </a:lnTo>
                <a:lnTo>
                  <a:pt x="90511" y="621911"/>
                </a:lnTo>
                <a:lnTo>
                  <a:pt x="91364" y="636719"/>
                </a:lnTo>
                <a:lnTo>
                  <a:pt x="92553" y="651526"/>
                </a:lnTo>
                <a:lnTo>
                  <a:pt x="94168" y="666333"/>
                </a:lnTo>
                <a:lnTo>
                  <a:pt x="96305" y="681141"/>
                </a:lnTo>
                <a:lnTo>
                  <a:pt x="99057" y="695948"/>
                </a:lnTo>
                <a:lnTo>
                  <a:pt x="102502" y="710756"/>
                </a:lnTo>
                <a:lnTo>
                  <a:pt x="106697" y="725563"/>
                </a:lnTo>
                <a:lnTo>
                  <a:pt x="111657" y="740370"/>
                </a:lnTo>
                <a:lnTo>
                  <a:pt x="117345" y="755178"/>
                </a:lnTo>
                <a:lnTo>
                  <a:pt x="123665" y="769985"/>
                </a:lnTo>
                <a:lnTo>
                  <a:pt x="130453" y="784793"/>
                </a:lnTo>
                <a:lnTo>
                  <a:pt x="137484" y="799600"/>
                </a:lnTo>
                <a:lnTo>
                  <a:pt x="144483" y="814407"/>
                </a:lnTo>
                <a:lnTo>
                  <a:pt x="151140" y="829215"/>
                </a:lnTo>
                <a:lnTo>
                  <a:pt x="157138" y="844022"/>
                </a:lnTo>
                <a:lnTo>
                  <a:pt x="162185" y="858830"/>
                </a:lnTo>
                <a:lnTo>
                  <a:pt x="166039" y="873637"/>
                </a:lnTo>
                <a:lnTo>
                  <a:pt x="168532" y="888444"/>
                </a:lnTo>
                <a:lnTo>
                  <a:pt x="169590" y="903252"/>
                </a:lnTo>
                <a:lnTo>
                  <a:pt x="169240" y="918059"/>
                </a:lnTo>
                <a:lnTo>
                  <a:pt x="167600" y="932867"/>
                </a:lnTo>
                <a:lnTo>
                  <a:pt x="164872" y="947674"/>
                </a:lnTo>
                <a:lnTo>
                  <a:pt x="161312" y="962482"/>
                </a:lnTo>
                <a:lnTo>
                  <a:pt x="157208" y="977289"/>
                </a:lnTo>
                <a:lnTo>
                  <a:pt x="152847" y="992096"/>
                </a:lnTo>
                <a:lnTo>
                  <a:pt x="148495" y="1006904"/>
                </a:lnTo>
                <a:lnTo>
                  <a:pt x="144375" y="1021711"/>
                </a:lnTo>
                <a:lnTo>
                  <a:pt x="140653" y="1036519"/>
                </a:lnTo>
                <a:lnTo>
                  <a:pt x="137434" y="1051326"/>
                </a:lnTo>
                <a:lnTo>
                  <a:pt x="134764" y="1066133"/>
                </a:lnTo>
                <a:lnTo>
                  <a:pt x="132633" y="1080941"/>
                </a:lnTo>
                <a:lnTo>
                  <a:pt x="130987" y="1095748"/>
                </a:lnTo>
                <a:lnTo>
                  <a:pt x="129743" y="1110556"/>
                </a:lnTo>
                <a:lnTo>
                  <a:pt x="128794" y="1125363"/>
                </a:lnTo>
                <a:lnTo>
                  <a:pt x="128031" y="1140170"/>
                </a:lnTo>
                <a:lnTo>
                  <a:pt x="127348" y="1154978"/>
                </a:lnTo>
                <a:lnTo>
                  <a:pt x="126651" y="1169785"/>
                </a:lnTo>
                <a:lnTo>
                  <a:pt x="125869" y="1184593"/>
                </a:lnTo>
                <a:lnTo>
                  <a:pt x="124953" y="1199400"/>
                </a:lnTo>
                <a:lnTo>
                  <a:pt x="123880" y="1214207"/>
                </a:lnTo>
                <a:lnTo>
                  <a:pt x="122648" y="1229015"/>
                </a:lnTo>
                <a:lnTo>
                  <a:pt x="121276" y="1243822"/>
                </a:lnTo>
                <a:lnTo>
                  <a:pt x="119795" y="1258630"/>
                </a:lnTo>
                <a:lnTo>
                  <a:pt x="118242" y="1273437"/>
                </a:lnTo>
                <a:lnTo>
                  <a:pt x="116658" y="1288245"/>
                </a:lnTo>
                <a:lnTo>
                  <a:pt x="115078" y="1303052"/>
                </a:lnTo>
                <a:lnTo>
                  <a:pt x="113535" y="1317859"/>
                </a:lnTo>
                <a:lnTo>
                  <a:pt x="112050" y="1332667"/>
                </a:lnTo>
                <a:lnTo>
                  <a:pt x="110641" y="1347474"/>
                </a:lnTo>
                <a:lnTo>
                  <a:pt x="109315" y="1362282"/>
                </a:lnTo>
                <a:lnTo>
                  <a:pt x="108077" y="1377089"/>
                </a:lnTo>
                <a:lnTo>
                  <a:pt x="106928" y="1391896"/>
                </a:lnTo>
                <a:lnTo>
                  <a:pt x="105867" y="1406704"/>
                </a:lnTo>
                <a:lnTo>
                  <a:pt x="104895" y="1421511"/>
                </a:lnTo>
                <a:lnTo>
                  <a:pt x="104015" y="1436319"/>
                </a:lnTo>
                <a:lnTo>
                  <a:pt x="103235" y="1451126"/>
                </a:lnTo>
                <a:lnTo>
                  <a:pt x="102571" y="1465933"/>
                </a:lnTo>
                <a:lnTo>
                  <a:pt x="102051" y="1480741"/>
                </a:lnTo>
                <a:lnTo>
                  <a:pt x="101716" y="1495548"/>
                </a:lnTo>
                <a:lnTo>
                  <a:pt x="101624" y="1510356"/>
                </a:lnTo>
                <a:lnTo>
                  <a:pt x="101852" y="1525163"/>
                </a:lnTo>
                <a:lnTo>
                  <a:pt x="102496" y="1539970"/>
                </a:lnTo>
                <a:lnTo>
                  <a:pt x="103665" y="1554778"/>
                </a:lnTo>
                <a:lnTo>
                  <a:pt x="105478" y="1569585"/>
                </a:lnTo>
                <a:lnTo>
                  <a:pt x="108050" y="1584393"/>
                </a:lnTo>
                <a:lnTo>
                  <a:pt x="111479" y="1599200"/>
                </a:lnTo>
                <a:lnTo>
                  <a:pt x="115828" y="1614007"/>
                </a:lnTo>
                <a:lnTo>
                  <a:pt x="121109" y="1628815"/>
                </a:lnTo>
                <a:lnTo>
                  <a:pt x="127262" y="1643622"/>
                </a:lnTo>
                <a:lnTo>
                  <a:pt x="134149" y="1658430"/>
                </a:lnTo>
                <a:lnTo>
                  <a:pt x="141544" y="1673237"/>
                </a:lnTo>
                <a:lnTo>
                  <a:pt x="149142" y="1688045"/>
                </a:lnTo>
                <a:lnTo>
                  <a:pt x="156572" y="1702852"/>
                </a:lnTo>
                <a:lnTo>
                  <a:pt x="163426" y="1717659"/>
                </a:lnTo>
                <a:lnTo>
                  <a:pt x="169291" y="1732467"/>
                </a:lnTo>
                <a:lnTo>
                  <a:pt x="173790" y="1747274"/>
                </a:lnTo>
                <a:lnTo>
                  <a:pt x="176621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4" name="data_7092">
            <a:extLst>
              <a:ext uri="{FF2B5EF4-FFF2-40B4-BE49-F238E27FC236}">
                <a16:creationId xmlns:a16="http://schemas.microsoft.com/office/drawing/2014/main" id="{A18F3C64-0B7C-49DC-A648-A7EAFB06EBA8}"/>
              </a:ext>
            </a:extLst>
          </p:cNvPr>
          <p:cNvSpPr>
            <a:spLocks/>
          </p:cNvSpPr>
          <p:nvPr/>
        </p:nvSpPr>
        <p:spPr>
          <a:xfrm>
            <a:off x="1621994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0601" y="1776889"/>
                </a:moveTo>
                <a:lnTo>
                  <a:pt x="66986" y="1776889"/>
                </a:lnTo>
                <a:lnTo>
                  <a:pt x="67209" y="1762082"/>
                </a:lnTo>
                <a:lnTo>
                  <a:pt x="67861" y="1747274"/>
                </a:lnTo>
                <a:lnTo>
                  <a:pt x="68896" y="1732467"/>
                </a:lnTo>
                <a:lnTo>
                  <a:pt x="70244" y="1717659"/>
                </a:lnTo>
                <a:lnTo>
                  <a:pt x="71816" y="1702852"/>
                </a:lnTo>
                <a:lnTo>
                  <a:pt x="73518" y="1688045"/>
                </a:lnTo>
                <a:lnTo>
                  <a:pt x="75255" y="1673237"/>
                </a:lnTo>
                <a:lnTo>
                  <a:pt x="76942" y="1658430"/>
                </a:lnTo>
                <a:lnTo>
                  <a:pt x="78510" y="1643622"/>
                </a:lnTo>
                <a:lnTo>
                  <a:pt x="79911" y="1628815"/>
                </a:lnTo>
                <a:lnTo>
                  <a:pt x="81115" y="1614007"/>
                </a:lnTo>
                <a:lnTo>
                  <a:pt x="82113" y="1599200"/>
                </a:lnTo>
                <a:lnTo>
                  <a:pt x="82910" y="1584393"/>
                </a:lnTo>
                <a:lnTo>
                  <a:pt x="83523" y="1569585"/>
                </a:lnTo>
                <a:lnTo>
                  <a:pt x="83976" y="1554778"/>
                </a:lnTo>
                <a:lnTo>
                  <a:pt x="84296" y="1539970"/>
                </a:lnTo>
                <a:lnTo>
                  <a:pt x="84508" y="1525163"/>
                </a:lnTo>
                <a:lnTo>
                  <a:pt x="84635" y="1510356"/>
                </a:lnTo>
                <a:lnTo>
                  <a:pt x="84692" y="1495548"/>
                </a:lnTo>
                <a:lnTo>
                  <a:pt x="84694" y="1480741"/>
                </a:lnTo>
                <a:lnTo>
                  <a:pt x="84648" y="1465933"/>
                </a:lnTo>
                <a:lnTo>
                  <a:pt x="84558" y="1451126"/>
                </a:lnTo>
                <a:lnTo>
                  <a:pt x="84427" y="1436319"/>
                </a:lnTo>
                <a:lnTo>
                  <a:pt x="84257" y="1421511"/>
                </a:lnTo>
                <a:lnTo>
                  <a:pt x="84049" y="1406704"/>
                </a:lnTo>
                <a:lnTo>
                  <a:pt x="83807" y="1391896"/>
                </a:lnTo>
                <a:lnTo>
                  <a:pt x="83533" y="1377089"/>
                </a:lnTo>
                <a:lnTo>
                  <a:pt x="83233" y="1362282"/>
                </a:lnTo>
                <a:lnTo>
                  <a:pt x="82913" y="1347474"/>
                </a:lnTo>
                <a:lnTo>
                  <a:pt x="82581" y="1332667"/>
                </a:lnTo>
                <a:lnTo>
                  <a:pt x="82247" y="1317859"/>
                </a:lnTo>
                <a:lnTo>
                  <a:pt x="81918" y="1303052"/>
                </a:lnTo>
                <a:lnTo>
                  <a:pt x="81607" y="1288245"/>
                </a:lnTo>
                <a:lnTo>
                  <a:pt x="81322" y="1273437"/>
                </a:lnTo>
                <a:lnTo>
                  <a:pt x="81075" y="1258630"/>
                </a:lnTo>
                <a:lnTo>
                  <a:pt x="80874" y="1243822"/>
                </a:lnTo>
                <a:lnTo>
                  <a:pt x="80724" y="1229015"/>
                </a:lnTo>
                <a:lnTo>
                  <a:pt x="80628" y="1214207"/>
                </a:lnTo>
                <a:lnTo>
                  <a:pt x="80584" y="1199400"/>
                </a:lnTo>
                <a:lnTo>
                  <a:pt x="80585" y="1184593"/>
                </a:lnTo>
                <a:lnTo>
                  <a:pt x="80617" y="1169785"/>
                </a:lnTo>
                <a:lnTo>
                  <a:pt x="80659" y="1154978"/>
                </a:lnTo>
                <a:lnTo>
                  <a:pt x="80686" y="1140170"/>
                </a:lnTo>
                <a:lnTo>
                  <a:pt x="80666" y="1125363"/>
                </a:lnTo>
                <a:lnTo>
                  <a:pt x="80567" y="1110556"/>
                </a:lnTo>
                <a:lnTo>
                  <a:pt x="80352" y="1095748"/>
                </a:lnTo>
                <a:lnTo>
                  <a:pt x="79988" y="1080941"/>
                </a:lnTo>
                <a:lnTo>
                  <a:pt x="79448" y="1066133"/>
                </a:lnTo>
                <a:lnTo>
                  <a:pt x="78712" y="1051326"/>
                </a:lnTo>
                <a:lnTo>
                  <a:pt x="77772" y="1036519"/>
                </a:lnTo>
                <a:lnTo>
                  <a:pt x="76638" y="1021711"/>
                </a:lnTo>
                <a:lnTo>
                  <a:pt x="75335" y="1006904"/>
                </a:lnTo>
                <a:lnTo>
                  <a:pt x="73907" y="992096"/>
                </a:lnTo>
                <a:lnTo>
                  <a:pt x="72417" y="977289"/>
                </a:lnTo>
                <a:lnTo>
                  <a:pt x="70937" y="962482"/>
                </a:lnTo>
                <a:lnTo>
                  <a:pt x="69552" y="947674"/>
                </a:lnTo>
                <a:lnTo>
                  <a:pt x="68342" y="932867"/>
                </a:lnTo>
                <a:lnTo>
                  <a:pt x="67384" y="918059"/>
                </a:lnTo>
                <a:lnTo>
                  <a:pt x="66736" y="903252"/>
                </a:lnTo>
                <a:lnTo>
                  <a:pt x="66435" y="888444"/>
                </a:lnTo>
                <a:lnTo>
                  <a:pt x="66490" y="873637"/>
                </a:lnTo>
                <a:lnTo>
                  <a:pt x="66881" y="858830"/>
                </a:lnTo>
                <a:lnTo>
                  <a:pt x="67562" y="844022"/>
                </a:lnTo>
                <a:lnTo>
                  <a:pt x="68464" y="829215"/>
                </a:lnTo>
                <a:lnTo>
                  <a:pt x="69503" y="814407"/>
                </a:lnTo>
                <a:lnTo>
                  <a:pt x="70590" y="799600"/>
                </a:lnTo>
                <a:lnTo>
                  <a:pt x="71640" y="784793"/>
                </a:lnTo>
                <a:lnTo>
                  <a:pt x="72574" y="769985"/>
                </a:lnTo>
                <a:lnTo>
                  <a:pt x="73336" y="755178"/>
                </a:lnTo>
                <a:lnTo>
                  <a:pt x="73887" y="740370"/>
                </a:lnTo>
                <a:lnTo>
                  <a:pt x="74213" y="725563"/>
                </a:lnTo>
                <a:lnTo>
                  <a:pt x="74319" y="710756"/>
                </a:lnTo>
                <a:lnTo>
                  <a:pt x="74230" y="695948"/>
                </a:lnTo>
                <a:lnTo>
                  <a:pt x="73986" y="681141"/>
                </a:lnTo>
                <a:lnTo>
                  <a:pt x="73636" y="666333"/>
                </a:lnTo>
                <a:lnTo>
                  <a:pt x="73233" y="651526"/>
                </a:lnTo>
                <a:lnTo>
                  <a:pt x="72826" y="636719"/>
                </a:lnTo>
                <a:lnTo>
                  <a:pt x="72462" y="621911"/>
                </a:lnTo>
                <a:lnTo>
                  <a:pt x="72174" y="607104"/>
                </a:lnTo>
                <a:lnTo>
                  <a:pt x="71987" y="592296"/>
                </a:lnTo>
                <a:lnTo>
                  <a:pt x="71912" y="577489"/>
                </a:lnTo>
                <a:lnTo>
                  <a:pt x="71949" y="562682"/>
                </a:lnTo>
                <a:lnTo>
                  <a:pt x="72088" y="547874"/>
                </a:lnTo>
                <a:lnTo>
                  <a:pt x="72315" y="533067"/>
                </a:lnTo>
                <a:lnTo>
                  <a:pt x="72610" y="518259"/>
                </a:lnTo>
                <a:lnTo>
                  <a:pt x="72955" y="503452"/>
                </a:lnTo>
                <a:lnTo>
                  <a:pt x="73334" y="488644"/>
                </a:lnTo>
                <a:lnTo>
                  <a:pt x="73736" y="473837"/>
                </a:lnTo>
                <a:lnTo>
                  <a:pt x="74157" y="459030"/>
                </a:lnTo>
                <a:lnTo>
                  <a:pt x="74595" y="444222"/>
                </a:lnTo>
                <a:lnTo>
                  <a:pt x="75052" y="429415"/>
                </a:lnTo>
                <a:lnTo>
                  <a:pt x="75534" y="414607"/>
                </a:lnTo>
                <a:lnTo>
                  <a:pt x="76044" y="399800"/>
                </a:lnTo>
                <a:lnTo>
                  <a:pt x="76583" y="384993"/>
                </a:lnTo>
                <a:lnTo>
                  <a:pt x="77148" y="370185"/>
                </a:lnTo>
                <a:lnTo>
                  <a:pt x="77729" y="355378"/>
                </a:lnTo>
                <a:lnTo>
                  <a:pt x="78309" y="340570"/>
                </a:lnTo>
                <a:lnTo>
                  <a:pt x="78862" y="325763"/>
                </a:lnTo>
                <a:lnTo>
                  <a:pt x="79350" y="310956"/>
                </a:lnTo>
                <a:lnTo>
                  <a:pt x="79725" y="296148"/>
                </a:lnTo>
                <a:lnTo>
                  <a:pt x="79925" y="281341"/>
                </a:lnTo>
                <a:lnTo>
                  <a:pt x="79872" y="266533"/>
                </a:lnTo>
                <a:lnTo>
                  <a:pt x="79476" y="251726"/>
                </a:lnTo>
                <a:lnTo>
                  <a:pt x="78631" y="236919"/>
                </a:lnTo>
                <a:lnTo>
                  <a:pt x="77225" y="222111"/>
                </a:lnTo>
                <a:lnTo>
                  <a:pt x="75139" y="207304"/>
                </a:lnTo>
                <a:lnTo>
                  <a:pt x="72265" y="192496"/>
                </a:lnTo>
                <a:lnTo>
                  <a:pt x="68513" y="177689"/>
                </a:lnTo>
                <a:lnTo>
                  <a:pt x="63832" y="162881"/>
                </a:lnTo>
                <a:lnTo>
                  <a:pt x="58222" y="148074"/>
                </a:lnTo>
                <a:lnTo>
                  <a:pt x="51751" y="133267"/>
                </a:lnTo>
                <a:lnTo>
                  <a:pt x="44569" y="118459"/>
                </a:lnTo>
                <a:lnTo>
                  <a:pt x="36908" y="103652"/>
                </a:lnTo>
                <a:lnTo>
                  <a:pt x="29077" y="88844"/>
                </a:lnTo>
                <a:lnTo>
                  <a:pt x="21451" y="74037"/>
                </a:lnTo>
                <a:lnTo>
                  <a:pt x="14438" y="59230"/>
                </a:lnTo>
                <a:lnTo>
                  <a:pt x="8451" y="44422"/>
                </a:lnTo>
                <a:lnTo>
                  <a:pt x="3865" y="29615"/>
                </a:lnTo>
                <a:lnTo>
                  <a:pt x="983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04" y="14807"/>
                </a:lnTo>
                <a:lnTo>
                  <a:pt x="173722" y="29615"/>
                </a:lnTo>
                <a:lnTo>
                  <a:pt x="169136" y="44422"/>
                </a:lnTo>
                <a:lnTo>
                  <a:pt x="163149" y="59230"/>
                </a:lnTo>
                <a:lnTo>
                  <a:pt x="156136" y="74037"/>
                </a:lnTo>
                <a:lnTo>
                  <a:pt x="148510" y="88844"/>
                </a:lnTo>
                <a:lnTo>
                  <a:pt x="140679" y="103652"/>
                </a:lnTo>
                <a:lnTo>
                  <a:pt x="133018" y="118459"/>
                </a:lnTo>
                <a:lnTo>
                  <a:pt x="125836" y="133267"/>
                </a:lnTo>
                <a:lnTo>
                  <a:pt x="119366" y="148074"/>
                </a:lnTo>
                <a:lnTo>
                  <a:pt x="113755" y="162881"/>
                </a:lnTo>
                <a:lnTo>
                  <a:pt x="109074" y="177689"/>
                </a:lnTo>
                <a:lnTo>
                  <a:pt x="105323" y="192496"/>
                </a:lnTo>
                <a:lnTo>
                  <a:pt x="102448" y="207304"/>
                </a:lnTo>
                <a:lnTo>
                  <a:pt x="100363" y="222111"/>
                </a:lnTo>
                <a:lnTo>
                  <a:pt x="98956" y="236919"/>
                </a:lnTo>
                <a:lnTo>
                  <a:pt x="98111" y="251726"/>
                </a:lnTo>
                <a:lnTo>
                  <a:pt x="97715" y="266533"/>
                </a:lnTo>
                <a:lnTo>
                  <a:pt x="97662" y="281341"/>
                </a:lnTo>
                <a:lnTo>
                  <a:pt x="97862" y="296148"/>
                </a:lnTo>
                <a:lnTo>
                  <a:pt x="98237" y="310956"/>
                </a:lnTo>
                <a:lnTo>
                  <a:pt x="98725" y="325763"/>
                </a:lnTo>
                <a:lnTo>
                  <a:pt x="99278" y="340570"/>
                </a:lnTo>
                <a:lnTo>
                  <a:pt x="99858" y="355378"/>
                </a:lnTo>
                <a:lnTo>
                  <a:pt x="100440" y="370185"/>
                </a:lnTo>
                <a:lnTo>
                  <a:pt x="101005" y="384993"/>
                </a:lnTo>
                <a:lnTo>
                  <a:pt x="101544" y="399800"/>
                </a:lnTo>
                <a:lnTo>
                  <a:pt x="102053" y="414607"/>
                </a:lnTo>
                <a:lnTo>
                  <a:pt x="102535" y="429415"/>
                </a:lnTo>
                <a:lnTo>
                  <a:pt x="102993" y="444222"/>
                </a:lnTo>
                <a:lnTo>
                  <a:pt x="103430" y="459030"/>
                </a:lnTo>
                <a:lnTo>
                  <a:pt x="103851" y="473837"/>
                </a:lnTo>
                <a:lnTo>
                  <a:pt x="104253" y="488644"/>
                </a:lnTo>
                <a:lnTo>
                  <a:pt x="104633" y="503452"/>
                </a:lnTo>
                <a:lnTo>
                  <a:pt x="104978" y="518259"/>
                </a:lnTo>
                <a:lnTo>
                  <a:pt x="105272" y="533067"/>
                </a:lnTo>
                <a:lnTo>
                  <a:pt x="105499" y="547874"/>
                </a:lnTo>
                <a:lnTo>
                  <a:pt x="105639" y="562682"/>
                </a:lnTo>
                <a:lnTo>
                  <a:pt x="105675" y="577489"/>
                </a:lnTo>
                <a:lnTo>
                  <a:pt x="105600" y="592296"/>
                </a:lnTo>
                <a:lnTo>
                  <a:pt x="105413" y="607104"/>
                </a:lnTo>
                <a:lnTo>
                  <a:pt x="105126" y="621911"/>
                </a:lnTo>
                <a:lnTo>
                  <a:pt x="104761" y="636719"/>
                </a:lnTo>
                <a:lnTo>
                  <a:pt x="104354" y="651526"/>
                </a:lnTo>
                <a:lnTo>
                  <a:pt x="103951" y="666333"/>
                </a:lnTo>
                <a:lnTo>
                  <a:pt x="103601" y="681141"/>
                </a:lnTo>
                <a:lnTo>
                  <a:pt x="103357" y="695948"/>
                </a:lnTo>
                <a:lnTo>
                  <a:pt x="103269" y="710756"/>
                </a:lnTo>
                <a:lnTo>
                  <a:pt x="103374" y="725563"/>
                </a:lnTo>
                <a:lnTo>
                  <a:pt x="103700" y="740370"/>
                </a:lnTo>
                <a:lnTo>
                  <a:pt x="104251" y="755178"/>
                </a:lnTo>
                <a:lnTo>
                  <a:pt x="105013" y="769985"/>
                </a:lnTo>
                <a:lnTo>
                  <a:pt x="105948" y="784793"/>
                </a:lnTo>
                <a:lnTo>
                  <a:pt x="106997" y="799600"/>
                </a:lnTo>
                <a:lnTo>
                  <a:pt x="108084" y="814407"/>
                </a:lnTo>
                <a:lnTo>
                  <a:pt x="109124" y="829215"/>
                </a:lnTo>
                <a:lnTo>
                  <a:pt x="110025" y="844022"/>
                </a:lnTo>
                <a:lnTo>
                  <a:pt x="110706" y="858830"/>
                </a:lnTo>
                <a:lnTo>
                  <a:pt x="111097" y="873637"/>
                </a:lnTo>
                <a:lnTo>
                  <a:pt x="111152" y="888444"/>
                </a:lnTo>
                <a:lnTo>
                  <a:pt x="110851" y="903252"/>
                </a:lnTo>
                <a:lnTo>
                  <a:pt x="110203" y="918059"/>
                </a:lnTo>
                <a:lnTo>
                  <a:pt x="109245" y="932867"/>
                </a:lnTo>
                <a:lnTo>
                  <a:pt x="108036" y="947674"/>
                </a:lnTo>
                <a:lnTo>
                  <a:pt x="106650" y="962482"/>
                </a:lnTo>
                <a:lnTo>
                  <a:pt x="105170" y="977289"/>
                </a:lnTo>
                <a:lnTo>
                  <a:pt x="103680" y="992096"/>
                </a:lnTo>
                <a:lnTo>
                  <a:pt x="102252" y="1006904"/>
                </a:lnTo>
                <a:lnTo>
                  <a:pt x="100949" y="1021711"/>
                </a:lnTo>
                <a:lnTo>
                  <a:pt x="99815" y="1036519"/>
                </a:lnTo>
                <a:lnTo>
                  <a:pt x="98876" y="1051326"/>
                </a:lnTo>
                <a:lnTo>
                  <a:pt x="98139" y="1066133"/>
                </a:lnTo>
                <a:lnTo>
                  <a:pt x="97599" y="1080941"/>
                </a:lnTo>
                <a:lnTo>
                  <a:pt x="97235" y="1095748"/>
                </a:lnTo>
                <a:lnTo>
                  <a:pt x="97020" y="1110556"/>
                </a:lnTo>
                <a:lnTo>
                  <a:pt x="96921" y="1125363"/>
                </a:lnTo>
                <a:lnTo>
                  <a:pt x="96902" y="1140170"/>
                </a:lnTo>
                <a:lnTo>
                  <a:pt x="96928" y="1154978"/>
                </a:lnTo>
                <a:lnTo>
                  <a:pt x="96970" y="1169785"/>
                </a:lnTo>
                <a:lnTo>
                  <a:pt x="97002" y="1184593"/>
                </a:lnTo>
                <a:lnTo>
                  <a:pt x="97003" y="1199400"/>
                </a:lnTo>
                <a:lnTo>
                  <a:pt x="96959" y="1214207"/>
                </a:lnTo>
                <a:lnTo>
                  <a:pt x="96863" y="1229015"/>
                </a:lnTo>
                <a:lnTo>
                  <a:pt x="96714" y="1243822"/>
                </a:lnTo>
                <a:lnTo>
                  <a:pt x="96512" y="1258630"/>
                </a:lnTo>
                <a:lnTo>
                  <a:pt x="96265" y="1273437"/>
                </a:lnTo>
                <a:lnTo>
                  <a:pt x="95981" y="1288245"/>
                </a:lnTo>
                <a:lnTo>
                  <a:pt x="95669" y="1303052"/>
                </a:lnTo>
                <a:lnTo>
                  <a:pt x="95341" y="1317859"/>
                </a:lnTo>
                <a:lnTo>
                  <a:pt x="95006" y="1332667"/>
                </a:lnTo>
                <a:lnTo>
                  <a:pt x="94674" y="1347474"/>
                </a:lnTo>
                <a:lnTo>
                  <a:pt x="94354" y="1362282"/>
                </a:lnTo>
                <a:lnTo>
                  <a:pt x="94054" y="1377089"/>
                </a:lnTo>
                <a:lnTo>
                  <a:pt x="93781" y="1391896"/>
                </a:lnTo>
                <a:lnTo>
                  <a:pt x="93538" y="1406704"/>
                </a:lnTo>
                <a:lnTo>
                  <a:pt x="93330" y="1421511"/>
                </a:lnTo>
                <a:lnTo>
                  <a:pt x="93160" y="1436319"/>
                </a:lnTo>
                <a:lnTo>
                  <a:pt x="93030" y="1451126"/>
                </a:lnTo>
                <a:lnTo>
                  <a:pt x="92940" y="1465933"/>
                </a:lnTo>
                <a:lnTo>
                  <a:pt x="92893" y="1480741"/>
                </a:lnTo>
                <a:lnTo>
                  <a:pt x="92895" y="1495548"/>
                </a:lnTo>
                <a:lnTo>
                  <a:pt x="92953" y="1510356"/>
                </a:lnTo>
                <a:lnTo>
                  <a:pt x="93079" y="1525163"/>
                </a:lnTo>
                <a:lnTo>
                  <a:pt x="93291" y="1539970"/>
                </a:lnTo>
                <a:lnTo>
                  <a:pt x="93611" y="1554778"/>
                </a:lnTo>
                <a:lnTo>
                  <a:pt x="94065" y="1569585"/>
                </a:lnTo>
                <a:lnTo>
                  <a:pt x="94678" y="1584393"/>
                </a:lnTo>
                <a:lnTo>
                  <a:pt x="95474" y="1599200"/>
                </a:lnTo>
                <a:lnTo>
                  <a:pt x="96472" y="1614007"/>
                </a:lnTo>
                <a:lnTo>
                  <a:pt x="97676" y="1628815"/>
                </a:lnTo>
                <a:lnTo>
                  <a:pt x="99077" y="1643622"/>
                </a:lnTo>
                <a:lnTo>
                  <a:pt x="100645" y="1658430"/>
                </a:lnTo>
                <a:lnTo>
                  <a:pt x="102332" y="1673237"/>
                </a:lnTo>
                <a:lnTo>
                  <a:pt x="104069" y="1688045"/>
                </a:lnTo>
                <a:lnTo>
                  <a:pt x="105771" y="1702852"/>
                </a:lnTo>
                <a:lnTo>
                  <a:pt x="107344" y="1717659"/>
                </a:lnTo>
                <a:lnTo>
                  <a:pt x="108691" y="1732467"/>
                </a:lnTo>
                <a:lnTo>
                  <a:pt x="109727" y="1747274"/>
                </a:lnTo>
                <a:lnTo>
                  <a:pt x="110378" y="1762082"/>
                </a:lnTo>
                <a:lnTo>
                  <a:pt x="110601" y="1776889"/>
                </a:lnTo>
                <a:lnTo>
                  <a:pt x="110601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5" name="data_7093">
            <a:extLst>
              <a:ext uri="{FF2B5EF4-FFF2-40B4-BE49-F238E27FC236}">
                <a16:creationId xmlns:a16="http://schemas.microsoft.com/office/drawing/2014/main" id="{13C7AF8F-8C66-42D7-8385-2B2D50F01577}"/>
              </a:ext>
            </a:extLst>
          </p:cNvPr>
          <p:cNvSpPr>
            <a:spLocks/>
          </p:cNvSpPr>
          <p:nvPr/>
        </p:nvSpPr>
        <p:spPr>
          <a:xfrm>
            <a:off x="2305021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05173" y="1776889"/>
                </a:moveTo>
                <a:lnTo>
                  <a:pt x="72414" y="1776889"/>
                </a:lnTo>
                <a:lnTo>
                  <a:pt x="72583" y="1762082"/>
                </a:lnTo>
                <a:lnTo>
                  <a:pt x="73078" y="1747274"/>
                </a:lnTo>
                <a:lnTo>
                  <a:pt x="73863" y="1732467"/>
                </a:lnTo>
                <a:lnTo>
                  <a:pt x="74888" y="1717659"/>
                </a:lnTo>
                <a:lnTo>
                  <a:pt x="76085" y="1702852"/>
                </a:lnTo>
                <a:lnTo>
                  <a:pt x="77384" y="1688045"/>
                </a:lnTo>
                <a:lnTo>
                  <a:pt x="78714" y="1673237"/>
                </a:lnTo>
                <a:lnTo>
                  <a:pt x="80012" y="1658430"/>
                </a:lnTo>
                <a:lnTo>
                  <a:pt x="81224" y="1643622"/>
                </a:lnTo>
                <a:lnTo>
                  <a:pt x="82313" y="1628815"/>
                </a:lnTo>
                <a:lnTo>
                  <a:pt x="83256" y="1614007"/>
                </a:lnTo>
                <a:lnTo>
                  <a:pt x="84042" y="1599200"/>
                </a:lnTo>
                <a:lnTo>
                  <a:pt x="84675" y="1584393"/>
                </a:lnTo>
                <a:lnTo>
                  <a:pt x="85165" y="1569585"/>
                </a:lnTo>
                <a:lnTo>
                  <a:pt x="85526" y="1554778"/>
                </a:lnTo>
                <a:lnTo>
                  <a:pt x="85779" y="1539970"/>
                </a:lnTo>
                <a:lnTo>
                  <a:pt x="85939" y="1525163"/>
                </a:lnTo>
                <a:lnTo>
                  <a:pt x="86023" y="1510356"/>
                </a:lnTo>
                <a:lnTo>
                  <a:pt x="86043" y="1495548"/>
                </a:lnTo>
                <a:lnTo>
                  <a:pt x="86011" y="1480741"/>
                </a:lnTo>
                <a:lnTo>
                  <a:pt x="85932" y="1465933"/>
                </a:lnTo>
                <a:lnTo>
                  <a:pt x="85814" y="1451126"/>
                </a:lnTo>
                <a:lnTo>
                  <a:pt x="85659" y="1436319"/>
                </a:lnTo>
                <a:lnTo>
                  <a:pt x="85471" y="1421511"/>
                </a:lnTo>
                <a:lnTo>
                  <a:pt x="85254" y="1406704"/>
                </a:lnTo>
                <a:lnTo>
                  <a:pt x="85012" y="1391896"/>
                </a:lnTo>
                <a:lnTo>
                  <a:pt x="84749" y="1377089"/>
                </a:lnTo>
                <a:lnTo>
                  <a:pt x="84470" y="1362282"/>
                </a:lnTo>
                <a:lnTo>
                  <a:pt x="84181" y="1347474"/>
                </a:lnTo>
                <a:lnTo>
                  <a:pt x="83888" y="1332667"/>
                </a:lnTo>
                <a:lnTo>
                  <a:pt x="83598" y="1317859"/>
                </a:lnTo>
                <a:lnTo>
                  <a:pt x="83317" y="1303052"/>
                </a:lnTo>
                <a:lnTo>
                  <a:pt x="83055" y="1288245"/>
                </a:lnTo>
                <a:lnTo>
                  <a:pt x="82818" y="1273437"/>
                </a:lnTo>
                <a:lnTo>
                  <a:pt x="82615" y="1258630"/>
                </a:lnTo>
                <a:lnTo>
                  <a:pt x="82452" y="1243822"/>
                </a:lnTo>
                <a:lnTo>
                  <a:pt x="82334" y="1229015"/>
                </a:lnTo>
                <a:lnTo>
                  <a:pt x="82264" y="1214207"/>
                </a:lnTo>
                <a:lnTo>
                  <a:pt x="82243" y="1199400"/>
                </a:lnTo>
                <a:lnTo>
                  <a:pt x="82265" y="1184593"/>
                </a:lnTo>
                <a:lnTo>
                  <a:pt x="82324" y="1169785"/>
                </a:lnTo>
                <a:lnTo>
                  <a:pt x="82408" y="1154978"/>
                </a:lnTo>
                <a:lnTo>
                  <a:pt x="82501" y="1140170"/>
                </a:lnTo>
                <a:lnTo>
                  <a:pt x="82586" y="1125363"/>
                </a:lnTo>
                <a:lnTo>
                  <a:pt x="82641" y="1110556"/>
                </a:lnTo>
                <a:lnTo>
                  <a:pt x="82648" y="1095748"/>
                </a:lnTo>
                <a:lnTo>
                  <a:pt x="82585" y="1080941"/>
                </a:lnTo>
                <a:lnTo>
                  <a:pt x="82436" y="1066133"/>
                </a:lnTo>
                <a:lnTo>
                  <a:pt x="82190" y="1051326"/>
                </a:lnTo>
                <a:lnTo>
                  <a:pt x="81840" y="1036519"/>
                </a:lnTo>
                <a:lnTo>
                  <a:pt x="81388" y="1021711"/>
                </a:lnTo>
                <a:lnTo>
                  <a:pt x="80845" y="1006904"/>
                </a:lnTo>
                <a:lnTo>
                  <a:pt x="80229" y="992096"/>
                </a:lnTo>
                <a:lnTo>
                  <a:pt x="79567" y="977289"/>
                </a:lnTo>
                <a:lnTo>
                  <a:pt x="78894" y="962482"/>
                </a:lnTo>
                <a:lnTo>
                  <a:pt x="78246" y="947674"/>
                </a:lnTo>
                <a:lnTo>
                  <a:pt x="77661" y="932867"/>
                </a:lnTo>
                <a:lnTo>
                  <a:pt x="77174" y="918059"/>
                </a:lnTo>
                <a:lnTo>
                  <a:pt x="76812" y="903252"/>
                </a:lnTo>
                <a:lnTo>
                  <a:pt x="76592" y="888444"/>
                </a:lnTo>
                <a:lnTo>
                  <a:pt x="76519" y="873637"/>
                </a:lnTo>
                <a:lnTo>
                  <a:pt x="76583" y="858830"/>
                </a:lnTo>
                <a:lnTo>
                  <a:pt x="76765" y="844022"/>
                </a:lnTo>
                <a:lnTo>
                  <a:pt x="77035" y="829215"/>
                </a:lnTo>
                <a:lnTo>
                  <a:pt x="77354" y="814407"/>
                </a:lnTo>
                <a:lnTo>
                  <a:pt x="77684" y="799600"/>
                </a:lnTo>
                <a:lnTo>
                  <a:pt x="77985" y="784793"/>
                </a:lnTo>
                <a:lnTo>
                  <a:pt x="78224" y="769985"/>
                </a:lnTo>
                <a:lnTo>
                  <a:pt x="78376" y="755178"/>
                </a:lnTo>
                <a:lnTo>
                  <a:pt x="78426" y="740370"/>
                </a:lnTo>
                <a:lnTo>
                  <a:pt x="78370" y="725563"/>
                </a:lnTo>
                <a:lnTo>
                  <a:pt x="78214" y="710756"/>
                </a:lnTo>
                <a:lnTo>
                  <a:pt x="77975" y="695948"/>
                </a:lnTo>
                <a:lnTo>
                  <a:pt x="77680" y="681141"/>
                </a:lnTo>
                <a:lnTo>
                  <a:pt x="77357" y="666333"/>
                </a:lnTo>
                <a:lnTo>
                  <a:pt x="77039" y="651526"/>
                </a:lnTo>
                <a:lnTo>
                  <a:pt x="76760" y="636719"/>
                </a:lnTo>
                <a:lnTo>
                  <a:pt x="76546" y="621911"/>
                </a:lnTo>
                <a:lnTo>
                  <a:pt x="76420" y="607104"/>
                </a:lnTo>
                <a:lnTo>
                  <a:pt x="76394" y="592296"/>
                </a:lnTo>
                <a:lnTo>
                  <a:pt x="76472" y="577489"/>
                </a:lnTo>
                <a:lnTo>
                  <a:pt x="76650" y="562682"/>
                </a:lnTo>
                <a:lnTo>
                  <a:pt x="76913" y="547874"/>
                </a:lnTo>
                <a:lnTo>
                  <a:pt x="77243" y="533067"/>
                </a:lnTo>
                <a:lnTo>
                  <a:pt x="77616" y="518259"/>
                </a:lnTo>
                <a:lnTo>
                  <a:pt x="78012" y="503452"/>
                </a:lnTo>
                <a:lnTo>
                  <a:pt x="78410" y="488644"/>
                </a:lnTo>
                <a:lnTo>
                  <a:pt x="78794" y="473837"/>
                </a:lnTo>
                <a:lnTo>
                  <a:pt x="79153" y="459030"/>
                </a:lnTo>
                <a:lnTo>
                  <a:pt x="79483" y="444222"/>
                </a:lnTo>
                <a:lnTo>
                  <a:pt x="79784" y="429415"/>
                </a:lnTo>
                <a:lnTo>
                  <a:pt x="80059" y="414607"/>
                </a:lnTo>
                <a:lnTo>
                  <a:pt x="80314" y="399800"/>
                </a:lnTo>
                <a:lnTo>
                  <a:pt x="80553" y="384993"/>
                </a:lnTo>
                <a:lnTo>
                  <a:pt x="80782" y="370185"/>
                </a:lnTo>
                <a:lnTo>
                  <a:pt x="81001" y="355378"/>
                </a:lnTo>
                <a:lnTo>
                  <a:pt x="81202" y="340570"/>
                </a:lnTo>
                <a:lnTo>
                  <a:pt x="81374" y="325763"/>
                </a:lnTo>
                <a:lnTo>
                  <a:pt x="81491" y="310956"/>
                </a:lnTo>
                <a:lnTo>
                  <a:pt x="81518" y="296148"/>
                </a:lnTo>
                <a:lnTo>
                  <a:pt x="81404" y="281341"/>
                </a:lnTo>
                <a:lnTo>
                  <a:pt x="81079" y="266533"/>
                </a:lnTo>
                <a:lnTo>
                  <a:pt x="80457" y="251726"/>
                </a:lnTo>
                <a:lnTo>
                  <a:pt x="79436" y="236919"/>
                </a:lnTo>
                <a:lnTo>
                  <a:pt x="77900" y="222111"/>
                </a:lnTo>
                <a:lnTo>
                  <a:pt x="75725" y="207304"/>
                </a:lnTo>
                <a:lnTo>
                  <a:pt x="72795" y="192496"/>
                </a:lnTo>
                <a:lnTo>
                  <a:pt x="69012" y="177689"/>
                </a:lnTo>
                <a:lnTo>
                  <a:pt x="64311" y="162881"/>
                </a:lnTo>
                <a:lnTo>
                  <a:pt x="58684" y="148074"/>
                </a:lnTo>
                <a:lnTo>
                  <a:pt x="52192" y="133267"/>
                </a:lnTo>
                <a:lnTo>
                  <a:pt x="44978" y="118459"/>
                </a:lnTo>
                <a:lnTo>
                  <a:pt x="37270" y="103652"/>
                </a:lnTo>
                <a:lnTo>
                  <a:pt x="29381" y="88844"/>
                </a:lnTo>
                <a:lnTo>
                  <a:pt x="21687" y="74037"/>
                </a:lnTo>
                <a:lnTo>
                  <a:pt x="14604" y="59230"/>
                </a:lnTo>
                <a:lnTo>
                  <a:pt x="8551" y="44422"/>
                </a:lnTo>
                <a:lnTo>
                  <a:pt x="3912" y="29615"/>
                </a:lnTo>
                <a:lnTo>
                  <a:pt x="995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92" y="14807"/>
                </a:lnTo>
                <a:lnTo>
                  <a:pt x="173675" y="29615"/>
                </a:lnTo>
                <a:lnTo>
                  <a:pt x="169036" y="44422"/>
                </a:lnTo>
                <a:lnTo>
                  <a:pt x="162983" y="59230"/>
                </a:lnTo>
                <a:lnTo>
                  <a:pt x="155900" y="74037"/>
                </a:lnTo>
                <a:lnTo>
                  <a:pt x="148206" y="88844"/>
                </a:lnTo>
                <a:lnTo>
                  <a:pt x="140317" y="103652"/>
                </a:lnTo>
                <a:lnTo>
                  <a:pt x="132609" y="118459"/>
                </a:lnTo>
                <a:lnTo>
                  <a:pt x="125395" y="133267"/>
                </a:lnTo>
                <a:lnTo>
                  <a:pt x="118903" y="148074"/>
                </a:lnTo>
                <a:lnTo>
                  <a:pt x="113276" y="162881"/>
                </a:lnTo>
                <a:lnTo>
                  <a:pt x="108575" y="177689"/>
                </a:lnTo>
                <a:lnTo>
                  <a:pt x="104792" y="192496"/>
                </a:lnTo>
                <a:lnTo>
                  <a:pt x="101862" y="207304"/>
                </a:lnTo>
                <a:lnTo>
                  <a:pt x="99688" y="222111"/>
                </a:lnTo>
                <a:lnTo>
                  <a:pt x="98151" y="236919"/>
                </a:lnTo>
                <a:lnTo>
                  <a:pt x="97130" y="251726"/>
                </a:lnTo>
                <a:lnTo>
                  <a:pt x="96508" y="266533"/>
                </a:lnTo>
                <a:lnTo>
                  <a:pt x="96183" y="281341"/>
                </a:lnTo>
                <a:lnTo>
                  <a:pt x="96069" y="296148"/>
                </a:lnTo>
                <a:lnTo>
                  <a:pt x="96096" y="310956"/>
                </a:lnTo>
                <a:lnTo>
                  <a:pt x="96214" y="325763"/>
                </a:lnTo>
                <a:lnTo>
                  <a:pt x="96385" y="340570"/>
                </a:lnTo>
                <a:lnTo>
                  <a:pt x="96587" y="355378"/>
                </a:lnTo>
                <a:lnTo>
                  <a:pt x="96805" y="370185"/>
                </a:lnTo>
                <a:lnTo>
                  <a:pt x="97034" y="384993"/>
                </a:lnTo>
                <a:lnTo>
                  <a:pt x="97274" y="399800"/>
                </a:lnTo>
                <a:lnTo>
                  <a:pt x="97528" y="414607"/>
                </a:lnTo>
                <a:lnTo>
                  <a:pt x="97803" y="429415"/>
                </a:lnTo>
                <a:lnTo>
                  <a:pt x="98104" y="444222"/>
                </a:lnTo>
                <a:lnTo>
                  <a:pt x="98434" y="459030"/>
                </a:lnTo>
                <a:lnTo>
                  <a:pt x="98793" y="473837"/>
                </a:lnTo>
                <a:lnTo>
                  <a:pt x="99177" y="488644"/>
                </a:lnTo>
                <a:lnTo>
                  <a:pt x="99575" y="503452"/>
                </a:lnTo>
                <a:lnTo>
                  <a:pt x="99971" y="518259"/>
                </a:lnTo>
                <a:lnTo>
                  <a:pt x="100345" y="533067"/>
                </a:lnTo>
                <a:lnTo>
                  <a:pt x="100674" y="547874"/>
                </a:lnTo>
                <a:lnTo>
                  <a:pt x="100937" y="562682"/>
                </a:lnTo>
                <a:lnTo>
                  <a:pt x="101115" y="577489"/>
                </a:lnTo>
                <a:lnTo>
                  <a:pt x="101193" y="592296"/>
                </a:lnTo>
                <a:lnTo>
                  <a:pt x="101167" y="607104"/>
                </a:lnTo>
                <a:lnTo>
                  <a:pt x="101041" y="621911"/>
                </a:lnTo>
                <a:lnTo>
                  <a:pt x="100827" y="636719"/>
                </a:lnTo>
                <a:lnTo>
                  <a:pt x="100548" y="651526"/>
                </a:lnTo>
                <a:lnTo>
                  <a:pt x="100231" y="666333"/>
                </a:lnTo>
                <a:lnTo>
                  <a:pt x="99908" y="681141"/>
                </a:lnTo>
                <a:lnTo>
                  <a:pt x="99612" y="695948"/>
                </a:lnTo>
                <a:lnTo>
                  <a:pt x="99373" y="710756"/>
                </a:lnTo>
                <a:lnTo>
                  <a:pt x="99218" y="725563"/>
                </a:lnTo>
                <a:lnTo>
                  <a:pt x="99161" y="740370"/>
                </a:lnTo>
                <a:lnTo>
                  <a:pt x="99211" y="755178"/>
                </a:lnTo>
                <a:lnTo>
                  <a:pt x="99363" y="769985"/>
                </a:lnTo>
                <a:lnTo>
                  <a:pt x="99602" y="784793"/>
                </a:lnTo>
                <a:lnTo>
                  <a:pt x="99904" y="799600"/>
                </a:lnTo>
                <a:lnTo>
                  <a:pt x="100233" y="814407"/>
                </a:lnTo>
                <a:lnTo>
                  <a:pt x="100552" y="829215"/>
                </a:lnTo>
                <a:lnTo>
                  <a:pt x="100822" y="844022"/>
                </a:lnTo>
                <a:lnTo>
                  <a:pt x="101004" y="858830"/>
                </a:lnTo>
                <a:lnTo>
                  <a:pt x="101068" y="873637"/>
                </a:lnTo>
                <a:lnTo>
                  <a:pt x="100995" y="888444"/>
                </a:lnTo>
                <a:lnTo>
                  <a:pt x="100775" y="903252"/>
                </a:lnTo>
                <a:lnTo>
                  <a:pt x="100413" y="918059"/>
                </a:lnTo>
                <a:lnTo>
                  <a:pt x="99926" y="932867"/>
                </a:lnTo>
                <a:lnTo>
                  <a:pt x="99341" y="947674"/>
                </a:lnTo>
                <a:lnTo>
                  <a:pt x="98693" y="962482"/>
                </a:lnTo>
                <a:lnTo>
                  <a:pt x="98020" y="977289"/>
                </a:lnTo>
                <a:lnTo>
                  <a:pt x="97359" y="992096"/>
                </a:lnTo>
                <a:lnTo>
                  <a:pt x="96742" y="1006904"/>
                </a:lnTo>
                <a:lnTo>
                  <a:pt x="96199" y="1021711"/>
                </a:lnTo>
                <a:lnTo>
                  <a:pt x="95747" y="1036519"/>
                </a:lnTo>
                <a:lnTo>
                  <a:pt x="95397" y="1051326"/>
                </a:lnTo>
                <a:lnTo>
                  <a:pt x="95151" y="1066133"/>
                </a:lnTo>
                <a:lnTo>
                  <a:pt x="95002" y="1080941"/>
                </a:lnTo>
                <a:lnTo>
                  <a:pt x="94940" y="1095748"/>
                </a:lnTo>
                <a:lnTo>
                  <a:pt x="94946" y="1110556"/>
                </a:lnTo>
                <a:lnTo>
                  <a:pt x="95001" y="1125363"/>
                </a:lnTo>
                <a:lnTo>
                  <a:pt x="95086" y="1140170"/>
                </a:lnTo>
                <a:lnTo>
                  <a:pt x="95179" y="1154978"/>
                </a:lnTo>
                <a:lnTo>
                  <a:pt x="95263" y="1169785"/>
                </a:lnTo>
                <a:lnTo>
                  <a:pt x="95322" y="1184593"/>
                </a:lnTo>
                <a:lnTo>
                  <a:pt x="95345" y="1199400"/>
                </a:lnTo>
                <a:lnTo>
                  <a:pt x="95323" y="1214207"/>
                </a:lnTo>
                <a:lnTo>
                  <a:pt x="95253" y="1229015"/>
                </a:lnTo>
                <a:lnTo>
                  <a:pt x="95135" y="1243822"/>
                </a:lnTo>
                <a:lnTo>
                  <a:pt x="94972" y="1258630"/>
                </a:lnTo>
                <a:lnTo>
                  <a:pt x="94769" y="1273437"/>
                </a:lnTo>
                <a:lnTo>
                  <a:pt x="94532" y="1288245"/>
                </a:lnTo>
                <a:lnTo>
                  <a:pt x="94270" y="1303052"/>
                </a:lnTo>
                <a:lnTo>
                  <a:pt x="93990" y="1317859"/>
                </a:lnTo>
                <a:lnTo>
                  <a:pt x="93699" y="1332667"/>
                </a:lnTo>
                <a:lnTo>
                  <a:pt x="93406" y="1347474"/>
                </a:lnTo>
                <a:lnTo>
                  <a:pt x="93117" y="1362282"/>
                </a:lnTo>
                <a:lnTo>
                  <a:pt x="92838" y="1377089"/>
                </a:lnTo>
                <a:lnTo>
                  <a:pt x="92575" y="1391896"/>
                </a:lnTo>
                <a:lnTo>
                  <a:pt x="92333" y="1406704"/>
                </a:lnTo>
                <a:lnTo>
                  <a:pt x="92116" y="1421511"/>
                </a:lnTo>
                <a:lnTo>
                  <a:pt x="91929" y="1436319"/>
                </a:lnTo>
                <a:lnTo>
                  <a:pt x="91774" y="1451126"/>
                </a:lnTo>
                <a:lnTo>
                  <a:pt x="91655" y="1465933"/>
                </a:lnTo>
                <a:lnTo>
                  <a:pt x="91576" y="1480741"/>
                </a:lnTo>
                <a:lnTo>
                  <a:pt x="91544" y="1495548"/>
                </a:lnTo>
                <a:lnTo>
                  <a:pt x="91564" y="1510356"/>
                </a:lnTo>
                <a:lnTo>
                  <a:pt x="91648" y="1525163"/>
                </a:lnTo>
                <a:lnTo>
                  <a:pt x="91808" y="1539970"/>
                </a:lnTo>
                <a:lnTo>
                  <a:pt x="92061" y="1554778"/>
                </a:lnTo>
                <a:lnTo>
                  <a:pt x="92423" y="1569585"/>
                </a:lnTo>
                <a:lnTo>
                  <a:pt x="92912" y="1584393"/>
                </a:lnTo>
                <a:lnTo>
                  <a:pt x="93545" y="1599200"/>
                </a:lnTo>
                <a:lnTo>
                  <a:pt x="94332" y="1614007"/>
                </a:lnTo>
                <a:lnTo>
                  <a:pt x="95274" y="1628815"/>
                </a:lnTo>
                <a:lnTo>
                  <a:pt x="96363" y="1643622"/>
                </a:lnTo>
                <a:lnTo>
                  <a:pt x="97575" y="1658430"/>
                </a:lnTo>
                <a:lnTo>
                  <a:pt x="98873" y="1673237"/>
                </a:lnTo>
                <a:lnTo>
                  <a:pt x="100203" y="1688045"/>
                </a:lnTo>
                <a:lnTo>
                  <a:pt x="101502" y="1702852"/>
                </a:lnTo>
                <a:lnTo>
                  <a:pt x="102700" y="1717659"/>
                </a:lnTo>
                <a:lnTo>
                  <a:pt x="103724" y="1732467"/>
                </a:lnTo>
                <a:lnTo>
                  <a:pt x="104510" y="1747274"/>
                </a:lnTo>
                <a:lnTo>
                  <a:pt x="105004" y="1762082"/>
                </a:lnTo>
                <a:lnTo>
                  <a:pt x="105173" y="1776889"/>
                </a:lnTo>
                <a:lnTo>
                  <a:pt x="105173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6" name="data_7094">
            <a:extLst>
              <a:ext uri="{FF2B5EF4-FFF2-40B4-BE49-F238E27FC236}">
                <a16:creationId xmlns:a16="http://schemas.microsoft.com/office/drawing/2014/main" id="{6C3AB917-7FE7-44AF-B997-E9BC3732CF61}"/>
              </a:ext>
            </a:extLst>
          </p:cNvPr>
          <p:cNvSpPr>
            <a:spLocks/>
          </p:cNvSpPr>
          <p:nvPr/>
        </p:nvSpPr>
        <p:spPr>
          <a:xfrm>
            <a:off x="2988049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02730" y="1776889"/>
                </a:moveTo>
                <a:lnTo>
                  <a:pt x="74857" y="1776889"/>
                </a:lnTo>
                <a:lnTo>
                  <a:pt x="74994" y="1762082"/>
                </a:lnTo>
                <a:lnTo>
                  <a:pt x="75393" y="1747274"/>
                </a:lnTo>
                <a:lnTo>
                  <a:pt x="76028" y="1732467"/>
                </a:lnTo>
                <a:lnTo>
                  <a:pt x="76853" y="1717659"/>
                </a:lnTo>
                <a:lnTo>
                  <a:pt x="77814" y="1702852"/>
                </a:lnTo>
                <a:lnTo>
                  <a:pt x="78853" y="1688045"/>
                </a:lnTo>
                <a:lnTo>
                  <a:pt x="79912" y="1673237"/>
                </a:lnTo>
                <a:lnTo>
                  <a:pt x="80939" y="1658430"/>
                </a:lnTo>
                <a:lnTo>
                  <a:pt x="81892" y="1643622"/>
                </a:lnTo>
                <a:lnTo>
                  <a:pt x="82743" y="1628815"/>
                </a:lnTo>
                <a:lnTo>
                  <a:pt x="83475" y="1614007"/>
                </a:lnTo>
                <a:lnTo>
                  <a:pt x="84082" y="1599200"/>
                </a:lnTo>
                <a:lnTo>
                  <a:pt x="84570" y="1584393"/>
                </a:lnTo>
                <a:lnTo>
                  <a:pt x="84948" y="1569585"/>
                </a:lnTo>
                <a:lnTo>
                  <a:pt x="85232" y="1554778"/>
                </a:lnTo>
                <a:lnTo>
                  <a:pt x="85436" y="1539970"/>
                </a:lnTo>
                <a:lnTo>
                  <a:pt x="85574" y="1525163"/>
                </a:lnTo>
                <a:lnTo>
                  <a:pt x="85659" y="1510356"/>
                </a:lnTo>
                <a:lnTo>
                  <a:pt x="85698" y="1495548"/>
                </a:lnTo>
                <a:lnTo>
                  <a:pt x="85698" y="1480741"/>
                </a:lnTo>
                <a:lnTo>
                  <a:pt x="85661" y="1465933"/>
                </a:lnTo>
                <a:lnTo>
                  <a:pt x="85589" y="1451126"/>
                </a:lnTo>
                <a:lnTo>
                  <a:pt x="85482" y="1436319"/>
                </a:lnTo>
                <a:lnTo>
                  <a:pt x="85342" y="1421511"/>
                </a:lnTo>
                <a:lnTo>
                  <a:pt x="85170" y="1406704"/>
                </a:lnTo>
                <a:lnTo>
                  <a:pt x="84970" y="1391896"/>
                </a:lnTo>
                <a:lnTo>
                  <a:pt x="84743" y="1377089"/>
                </a:lnTo>
                <a:lnTo>
                  <a:pt x="84496" y="1362282"/>
                </a:lnTo>
                <a:lnTo>
                  <a:pt x="84235" y="1347474"/>
                </a:lnTo>
                <a:lnTo>
                  <a:pt x="83964" y="1332667"/>
                </a:lnTo>
                <a:lnTo>
                  <a:pt x="83693" y="1317859"/>
                </a:lnTo>
                <a:lnTo>
                  <a:pt x="83428" y="1303052"/>
                </a:lnTo>
                <a:lnTo>
                  <a:pt x="83178" y="1288245"/>
                </a:lnTo>
                <a:lnTo>
                  <a:pt x="82952" y="1273437"/>
                </a:lnTo>
                <a:lnTo>
                  <a:pt x="82756" y="1258630"/>
                </a:lnTo>
                <a:lnTo>
                  <a:pt x="82599" y="1243822"/>
                </a:lnTo>
                <a:lnTo>
                  <a:pt x="82485" y="1229015"/>
                </a:lnTo>
                <a:lnTo>
                  <a:pt x="82418" y="1214207"/>
                </a:lnTo>
                <a:lnTo>
                  <a:pt x="82397" y="1199400"/>
                </a:lnTo>
                <a:lnTo>
                  <a:pt x="82420" y="1184593"/>
                </a:lnTo>
                <a:lnTo>
                  <a:pt x="82478" y="1169785"/>
                </a:lnTo>
                <a:lnTo>
                  <a:pt x="82560" y="1154978"/>
                </a:lnTo>
                <a:lnTo>
                  <a:pt x="82651" y="1140170"/>
                </a:lnTo>
                <a:lnTo>
                  <a:pt x="82733" y="1125363"/>
                </a:lnTo>
                <a:lnTo>
                  <a:pt x="82788" y="1110556"/>
                </a:lnTo>
                <a:lnTo>
                  <a:pt x="82794" y="1095748"/>
                </a:lnTo>
                <a:lnTo>
                  <a:pt x="82732" y="1080941"/>
                </a:lnTo>
                <a:lnTo>
                  <a:pt x="82587" y="1066133"/>
                </a:lnTo>
                <a:lnTo>
                  <a:pt x="82347" y="1051326"/>
                </a:lnTo>
                <a:lnTo>
                  <a:pt x="82005" y="1036519"/>
                </a:lnTo>
                <a:lnTo>
                  <a:pt x="81564" y="1021711"/>
                </a:lnTo>
                <a:lnTo>
                  <a:pt x="81034" y="1006904"/>
                </a:lnTo>
                <a:lnTo>
                  <a:pt x="80432" y="992096"/>
                </a:lnTo>
                <a:lnTo>
                  <a:pt x="79786" y="977289"/>
                </a:lnTo>
                <a:lnTo>
                  <a:pt x="79129" y="962482"/>
                </a:lnTo>
                <a:lnTo>
                  <a:pt x="78497" y="947674"/>
                </a:lnTo>
                <a:lnTo>
                  <a:pt x="77927" y="932867"/>
                </a:lnTo>
                <a:lnTo>
                  <a:pt x="77452" y="918059"/>
                </a:lnTo>
                <a:lnTo>
                  <a:pt x="77100" y="903252"/>
                </a:lnTo>
                <a:lnTo>
                  <a:pt x="76887" y="888444"/>
                </a:lnTo>
                <a:lnTo>
                  <a:pt x="76819" y="873637"/>
                </a:lnTo>
                <a:lnTo>
                  <a:pt x="76886" y="858830"/>
                </a:lnTo>
                <a:lnTo>
                  <a:pt x="77070" y="844022"/>
                </a:lnTo>
                <a:lnTo>
                  <a:pt x="77342" y="829215"/>
                </a:lnTo>
                <a:lnTo>
                  <a:pt x="77666" y="814407"/>
                </a:lnTo>
                <a:lnTo>
                  <a:pt x="78004" y="799600"/>
                </a:lnTo>
                <a:lnTo>
                  <a:pt x="78318" y="784793"/>
                </a:lnTo>
                <a:lnTo>
                  <a:pt x="78577" y="769985"/>
                </a:lnTo>
                <a:lnTo>
                  <a:pt x="78757" y="755178"/>
                </a:lnTo>
                <a:lnTo>
                  <a:pt x="78842" y="740370"/>
                </a:lnTo>
                <a:lnTo>
                  <a:pt x="78828" y="725563"/>
                </a:lnTo>
                <a:lnTo>
                  <a:pt x="78721" y="710756"/>
                </a:lnTo>
                <a:lnTo>
                  <a:pt x="78536" y="695948"/>
                </a:lnTo>
                <a:lnTo>
                  <a:pt x="78296" y="681141"/>
                </a:lnTo>
                <a:lnTo>
                  <a:pt x="78028" y="666333"/>
                </a:lnTo>
                <a:lnTo>
                  <a:pt x="77762" y="651526"/>
                </a:lnTo>
                <a:lnTo>
                  <a:pt x="77526" y="636719"/>
                </a:lnTo>
                <a:lnTo>
                  <a:pt x="77345" y="621911"/>
                </a:lnTo>
                <a:lnTo>
                  <a:pt x="77238" y="607104"/>
                </a:lnTo>
                <a:lnTo>
                  <a:pt x="77218" y="592296"/>
                </a:lnTo>
                <a:lnTo>
                  <a:pt x="77286" y="577489"/>
                </a:lnTo>
                <a:lnTo>
                  <a:pt x="77439" y="562682"/>
                </a:lnTo>
                <a:lnTo>
                  <a:pt x="77663" y="547874"/>
                </a:lnTo>
                <a:lnTo>
                  <a:pt x="77942" y="533067"/>
                </a:lnTo>
                <a:lnTo>
                  <a:pt x="78256" y="518259"/>
                </a:lnTo>
                <a:lnTo>
                  <a:pt x="78586" y="503452"/>
                </a:lnTo>
                <a:lnTo>
                  <a:pt x="78914" y="488644"/>
                </a:lnTo>
                <a:lnTo>
                  <a:pt x="79227" y="473837"/>
                </a:lnTo>
                <a:lnTo>
                  <a:pt x="79519" y="459030"/>
                </a:lnTo>
                <a:lnTo>
                  <a:pt x="79785" y="444222"/>
                </a:lnTo>
                <a:lnTo>
                  <a:pt x="80027" y="429415"/>
                </a:lnTo>
                <a:lnTo>
                  <a:pt x="80250" y="414607"/>
                </a:lnTo>
                <a:lnTo>
                  <a:pt x="80462" y="399800"/>
                </a:lnTo>
                <a:lnTo>
                  <a:pt x="80668" y="384993"/>
                </a:lnTo>
                <a:lnTo>
                  <a:pt x="80874" y="370185"/>
                </a:lnTo>
                <a:lnTo>
                  <a:pt x="81078" y="355378"/>
                </a:lnTo>
                <a:lnTo>
                  <a:pt x="81276" y="340570"/>
                </a:lnTo>
                <a:lnTo>
                  <a:pt x="81452" y="325763"/>
                </a:lnTo>
                <a:lnTo>
                  <a:pt x="81582" y="310956"/>
                </a:lnTo>
                <a:lnTo>
                  <a:pt x="81627" y="296148"/>
                </a:lnTo>
                <a:lnTo>
                  <a:pt x="81534" y="281341"/>
                </a:lnTo>
                <a:lnTo>
                  <a:pt x="81232" y="266533"/>
                </a:lnTo>
                <a:lnTo>
                  <a:pt x="80631" y="251726"/>
                </a:lnTo>
                <a:lnTo>
                  <a:pt x="79628" y="236919"/>
                </a:lnTo>
                <a:lnTo>
                  <a:pt x="78103" y="222111"/>
                </a:lnTo>
                <a:lnTo>
                  <a:pt x="75934" y="207304"/>
                </a:lnTo>
                <a:lnTo>
                  <a:pt x="73003" y="192496"/>
                </a:lnTo>
                <a:lnTo>
                  <a:pt x="69211" y="177689"/>
                </a:lnTo>
                <a:lnTo>
                  <a:pt x="64496" y="162881"/>
                </a:lnTo>
                <a:lnTo>
                  <a:pt x="58850" y="148074"/>
                </a:lnTo>
                <a:lnTo>
                  <a:pt x="52336" y="133267"/>
                </a:lnTo>
                <a:lnTo>
                  <a:pt x="45097" y="118459"/>
                </a:lnTo>
                <a:lnTo>
                  <a:pt x="37365" y="103652"/>
                </a:lnTo>
                <a:lnTo>
                  <a:pt x="29453" y="88844"/>
                </a:lnTo>
                <a:lnTo>
                  <a:pt x="21738" y="74037"/>
                </a:lnTo>
                <a:lnTo>
                  <a:pt x="14637" y="59230"/>
                </a:lnTo>
                <a:lnTo>
                  <a:pt x="8570" y="44422"/>
                </a:lnTo>
                <a:lnTo>
                  <a:pt x="3921" y="29615"/>
                </a:lnTo>
                <a:lnTo>
                  <a:pt x="998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90" y="14807"/>
                </a:lnTo>
                <a:lnTo>
                  <a:pt x="173666" y="29615"/>
                </a:lnTo>
                <a:lnTo>
                  <a:pt x="169017" y="44422"/>
                </a:lnTo>
                <a:lnTo>
                  <a:pt x="162950" y="59230"/>
                </a:lnTo>
                <a:lnTo>
                  <a:pt x="155849" y="74037"/>
                </a:lnTo>
                <a:lnTo>
                  <a:pt x="148134" y="88844"/>
                </a:lnTo>
                <a:lnTo>
                  <a:pt x="140222" y="103652"/>
                </a:lnTo>
                <a:lnTo>
                  <a:pt x="132490" y="118459"/>
                </a:lnTo>
                <a:lnTo>
                  <a:pt x="125252" y="133267"/>
                </a:lnTo>
                <a:lnTo>
                  <a:pt x="118737" y="148074"/>
                </a:lnTo>
                <a:lnTo>
                  <a:pt x="113091" y="162881"/>
                </a:lnTo>
                <a:lnTo>
                  <a:pt x="108376" y="177689"/>
                </a:lnTo>
                <a:lnTo>
                  <a:pt x="104584" y="192496"/>
                </a:lnTo>
                <a:lnTo>
                  <a:pt x="101653" y="207304"/>
                </a:lnTo>
                <a:lnTo>
                  <a:pt x="99484" y="222111"/>
                </a:lnTo>
                <a:lnTo>
                  <a:pt x="97959" y="236919"/>
                </a:lnTo>
                <a:lnTo>
                  <a:pt x="96956" y="251726"/>
                </a:lnTo>
                <a:lnTo>
                  <a:pt x="96355" y="266533"/>
                </a:lnTo>
                <a:lnTo>
                  <a:pt x="96053" y="281341"/>
                </a:lnTo>
                <a:lnTo>
                  <a:pt x="95960" y="296148"/>
                </a:lnTo>
                <a:lnTo>
                  <a:pt x="96005" y="310956"/>
                </a:lnTo>
                <a:lnTo>
                  <a:pt x="96135" y="325763"/>
                </a:lnTo>
                <a:lnTo>
                  <a:pt x="96312" y="340570"/>
                </a:lnTo>
                <a:lnTo>
                  <a:pt x="96509" y="355378"/>
                </a:lnTo>
                <a:lnTo>
                  <a:pt x="96714" y="370185"/>
                </a:lnTo>
                <a:lnTo>
                  <a:pt x="96919" y="384993"/>
                </a:lnTo>
                <a:lnTo>
                  <a:pt x="97125" y="399800"/>
                </a:lnTo>
                <a:lnTo>
                  <a:pt x="97337" y="414607"/>
                </a:lnTo>
                <a:lnTo>
                  <a:pt x="97560" y="429415"/>
                </a:lnTo>
                <a:lnTo>
                  <a:pt x="97803" y="444222"/>
                </a:lnTo>
                <a:lnTo>
                  <a:pt x="98069" y="459030"/>
                </a:lnTo>
                <a:lnTo>
                  <a:pt x="98360" y="473837"/>
                </a:lnTo>
                <a:lnTo>
                  <a:pt x="98673" y="488644"/>
                </a:lnTo>
                <a:lnTo>
                  <a:pt x="99002" y="503452"/>
                </a:lnTo>
                <a:lnTo>
                  <a:pt x="99331" y="518259"/>
                </a:lnTo>
                <a:lnTo>
                  <a:pt x="99646" y="533067"/>
                </a:lnTo>
                <a:lnTo>
                  <a:pt x="99924" y="547874"/>
                </a:lnTo>
                <a:lnTo>
                  <a:pt x="100149" y="562682"/>
                </a:lnTo>
                <a:lnTo>
                  <a:pt x="100301" y="577489"/>
                </a:lnTo>
                <a:lnTo>
                  <a:pt x="100369" y="592296"/>
                </a:lnTo>
                <a:lnTo>
                  <a:pt x="100349" y="607104"/>
                </a:lnTo>
                <a:lnTo>
                  <a:pt x="100242" y="621911"/>
                </a:lnTo>
                <a:lnTo>
                  <a:pt x="100061" y="636719"/>
                </a:lnTo>
                <a:lnTo>
                  <a:pt x="99825" y="651526"/>
                </a:lnTo>
                <a:lnTo>
                  <a:pt x="99559" y="666333"/>
                </a:lnTo>
                <a:lnTo>
                  <a:pt x="99291" y="681141"/>
                </a:lnTo>
                <a:lnTo>
                  <a:pt x="99051" y="695948"/>
                </a:lnTo>
                <a:lnTo>
                  <a:pt x="98866" y="710756"/>
                </a:lnTo>
                <a:lnTo>
                  <a:pt x="98760" y="725563"/>
                </a:lnTo>
                <a:lnTo>
                  <a:pt x="98746" y="740370"/>
                </a:lnTo>
                <a:lnTo>
                  <a:pt x="98831" y="755178"/>
                </a:lnTo>
                <a:lnTo>
                  <a:pt x="99010" y="769985"/>
                </a:lnTo>
                <a:lnTo>
                  <a:pt x="99269" y="784793"/>
                </a:lnTo>
                <a:lnTo>
                  <a:pt x="99583" y="799600"/>
                </a:lnTo>
                <a:lnTo>
                  <a:pt x="99921" y="814407"/>
                </a:lnTo>
                <a:lnTo>
                  <a:pt x="100245" y="829215"/>
                </a:lnTo>
                <a:lnTo>
                  <a:pt x="100517" y="844022"/>
                </a:lnTo>
                <a:lnTo>
                  <a:pt x="100701" y="858830"/>
                </a:lnTo>
                <a:lnTo>
                  <a:pt x="100769" y="873637"/>
                </a:lnTo>
                <a:lnTo>
                  <a:pt x="100700" y="888444"/>
                </a:lnTo>
                <a:lnTo>
                  <a:pt x="100487" y="903252"/>
                </a:lnTo>
                <a:lnTo>
                  <a:pt x="100135" y="918059"/>
                </a:lnTo>
                <a:lnTo>
                  <a:pt x="99660" y="932867"/>
                </a:lnTo>
                <a:lnTo>
                  <a:pt x="99090" y="947674"/>
                </a:lnTo>
                <a:lnTo>
                  <a:pt x="98458" y="962482"/>
                </a:lnTo>
                <a:lnTo>
                  <a:pt x="97801" y="977289"/>
                </a:lnTo>
                <a:lnTo>
                  <a:pt x="97155" y="992096"/>
                </a:lnTo>
                <a:lnTo>
                  <a:pt x="96554" y="1006904"/>
                </a:lnTo>
                <a:lnTo>
                  <a:pt x="96023" y="1021711"/>
                </a:lnTo>
                <a:lnTo>
                  <a:pt x="95582" y="1036519"/>
                </a:lnTo>
                <a:lnTo>
                  <a:pt x="95240" y="1051326"/>
                </a:lnTo>
                <a:lnTo>
                  <a:pt x="95000" y="1066133"/>
                </a:lnTo>
                <a:lnTo>
                  <a:pt x="94855" y="1080941"/>
                </a:lnTo>
                <a:lnTo>
                  <a:pt x="94794" y="1095748"/>
                </a:lnTo>
                <a:lnTo>
                  <a:pt x="94800" y="1110556"/>
                </a:lnTo>
                <a:lnTo>
                  <a:pt x="94854" y="1125363"/>
                </a:lnTo>
                <a:lnTo>
                  <a:pt x="94936" y="1140170"/>
                </a:lnTo>
                <a:lnTo>
                  <a:pt x="95028" y="1154978"/>
                </a:lnTo>
                <a:lnTo>
                  <a:pt x="95109" y="1169785"/>
                </a:lnTo>
                <a:lnTo>
                  <a:pt x="95167" y="1184593"/>
                </a:lnTo>
                <a:lnTo>
                  <a:pt x="95190" y="1199400"/>
                </a:lnTo>
                <a:lnTo>
                  <a:pt x="95169" y="1214207"/>
                </a:lnTo>
                <a:lnTo>
                  <a:pt x="95102" y="1229015"/>
                </a:lnTo>
                <a:lnTo>
                  <a:pt x="94988" y="1243822"/>
                </a:lnTo>
                <a:lnTo>
                  <a:pt x="94831" y="1258630"/>
                </a:lnTo>
                <a:lnTo>
                  <a:pt x="94635" y="1273437"/>
                </a:lnTo>
                <a:lnTo>
                  <a:pt x="94409" y="1288245"/>
                </a:lnTo>
                <a:lnTo>
                  <a:pt x="94159" y="1303052"/>
                </a:lnTo>
                <a:lnTo>
                  <a:pt x="93894" y="1317859"/>
                </a:lnTo>
                <a:lnTo>
                  <a:pt x="93623" y="1332667"/>
                </a:lnTo>
                <a:lnTo>
                  <a:pt x="93353" y="1347474"/>
                </a:lnTo>
                <a:lnTo>
                  <a:pt x="93091" y="1362282"/>
                </a:lnTo>
                <a:lnTo>
                  <a:pt x="92844" y="1377089"/>
                </a:lnTo>
                <a:lnTo>
                  <a:pt x="92617" y="1391896"/>
                </a:lnTo>
                <a:lnTo>
                  <a:pt x="92417" y="1406704"/>
                </a:lnTo>
                <a:lnTo>
                  <a:pt x="92245" y="1421511"/>
                </a:lnTo>
                <a:lnTo>
                  <a:pt x="92105" y="1436319"/>
                </a:lnTo>
                <a:lnTo>
                  <a:pt x="91999" y="1451126"/>
                </a:lnTo>
                <a:lnTo>
                  <a:pt x="91926" y="1465933"/>
                </a:lnTo>
                <a:lnTo>
                  <a:pt x="91889" y="1480741"/>
                </a:lnTo>
                <a:lnTo>
                  <a:pt x="91889" y="1495548"/>
                </a:lnTo>
                <a:lnTo>
                  <a:pt x="91928" y="1510356"/>
                </a:lnTo>
                <a:lnTo>
                  <a:pt x="92013" y="1525163"/>
                </a:lnTo>
                <a:lnTo>
                  <a:pt x="92151" y="1539970"/>
                </a:lnTo>
                <a:lnTo>
                  <a:pt x="92355" y="1554778"/>
                </a:lnTo>
                <a:lnTo>
                  <a:pt x="92639" y="1569585"/>
                </a:lnTo>
                <a:lnTo>
                  <a:pt x="93017" y="1584393"/>
                </a:lnTo>
                <a:lnTo>
                  <a:pt x="93505" y="1599200"/>
                </a:lnTo>
                <a:lnTo>
                  <a:pt x="94112" y="1614007"/>
                </a:lnTo>
                <a:lnTo>
                  <a:pt x="94844" y="1628815"/>
                </a:lnTo>
                <a:lnTo>
                  <a:pt x="95695" y="1643622"/>
                </a:lnTo>
                <a:lnTo>
                  <a:pt x="96648" y="1658430"/>
                </a:lnTo>
                <a:lnTo>
                  <a:pt x="97675" y="1673237"/>
                </a:lnTo>
                <a:lnTo>
                  <a:pt x="98734" y="1688045"/>
                </a:lnTo>
                <a:lnTo>
                  <a:pt x="99773" y="1702852"/>
                </a:lnTo>
                <a:lnTo>
                  <a:pt x="100735" y="1717659"/>
                </a:lnTo>
                <a:lnTo>
                  <a:pt x="101560" y="1732467"/>
                </a:lnTo>
                <a:lnTo>
                  <a:pt x="102194" y="1747274"/>
                </a:lnTo>
                <a:lnTo>
                  <a:pt x="102594" y="1762082"/>
                </a:lnTo>
                <a:lnTo>
                  <a:pt x="102730" y="1776889"/>
                </a:lnTo>
                <a:lnTo>
                  <a:pt x="102730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7" name="data_7095">
            <a:extLst>
              <a:ext uri="{FF2B5EF4-FFF2-40B4-BE49-F238E27FC236}">
                <a16:creationId xmlns:a16="http://schemas.microsoft.com/office/drawing/2014/main" id="{B1A86F68-EB4A-41EC-81B9-4A0250D3CDCB}"/>
              </a:ext>
            </a:extLst>
          </p:cNvPr>
          <p:cNvSpPr>
            <a:spLocks/>
          </p:cNvSpPr>
          <p:nvPr/>
        </p:nvSpPr>
        <p:spPr>
          <a:xfrm>
            <a:off x="1027760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8" name="data_7096">
            <a:extLst>
              <a:ext uri="{FF2B5EF4-FFF2-40B4-BE49-F238E27FC236}">
                <a16:creationId xmlns:a16="http://schemas.microsoft.com/office/drawing/2014/main" id="{746BA1E8-291D-44BF-AB3C-1D4A7DBBC1B7}"/>
              </a:ext>
            </a:extLst>
          </p:cNvPr>
          <p:cNvSpPr>
            <a:spLocks/>
          </p:cNvSpPr>
          <p:nvPr/>
        </p:nvSpPr>
        <p:spPr>
          <a:xfrm>
            <a:off x="1369273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9" name="data_7097">
            <a:extLst>
              <a:ext uri="{FF2B5EF4-FFF2-40B4-BE49-F238E27FC236}">
                <a16:creationId xmlns:a16="http://schemas.microsoft.com/office/drawing/2014/main" id="{6B6459EE-3224-4BB6-B56D-1E132D6EB9AF}"/>
              </a:ext>
            </a:extLst>
          </p:cNvPr>
          <p:cNvSpPr>
            <a:spLocks/>
          </p:cNvSpPr>
          <p:nvPr/>
        </p:nvSpPr>
        <p:spPr>
          <a:xfrm>
            <a:off x="1710787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0" name="data_7098">
            <a:extLst>
              <a:ext uri="{FF2B5EF4-FFF2-40B4-BE49-F238E27FC236}">
                <a16:creationId xmlns:a16="http://schemas.microsoft.com/office/drawing/2014/main" id="{BC4949D0-4CEA-47F7-ABEB-F40C841B3670}"/>
              </a:ext>
            </a:extLst>
          </p:cNvPr>
          <p:cNvSpPr>
            <a:spLocks/>
          </p:cNvSpPr>
          <p:nvPr/>
        </p:nvSpPr>
        <p:spPr>
          <a:xfrm>
            <a:off x="2393815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1" name="data_7099">
            <a:extLst>
              <a:ext uri="{FF2B5EF4-FFF2-40B4-BE49-F238E27FC236}">
                <a16:creationId xmlns:a16="http://schemas.microsoft.com/office/drawing/2014/main" id="{6F62C85C-F4DB-4D4C-8ECA-519B2BA2F911}"/>
              </a:ext>
            </a:extLst>
          </p:cNvPr>
          <p:cNvSpPr>
            <a:spLocks/>
          </p:cNvSpPr>
          <p:nvPr/>
        </p:nvSpPr>
        <p:spPr>
          <a:xfrm>
            <a:off x="3076842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2" name="data_7100">
            <a:extLst>
              <a:ext uri="{FF2B5EF4-FFF2-40B4-BE49-F238E27FC236}">
                <a16:creationId xmlns:a16="http://schemas.microsoft.com/office/drawing/2014/main" id="{F089C7DC-558D-44CC-B36A-0866DDB98DEE}"/>
              </a:ext>
            </a:extLst>
          </p:cNvPr>
          <p:cNvSpPr>
            <a:spLocks/>
          </p:cNvSpPr>
          <p:nvPr/>
        </p:nvSpPr>
        <p:spPr>
          <a:xfrm>
            <a:off x="1007269" y="3981977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3" name="data_7101">
            <a:extLst>
              <a:ext uri="{FF2B5EF4-FFF2-40B4-BE49-F238E27FC236}">
                <a16:creationId xmlns:a16="http://schemas.microsoft.com/office/drawing/2014/main" id="{05C938FA-41AD-4848-B960-82482C37A896}"/>
              </a:ext>
            </a:extLst>
          </p:cNvPr>
          <p:cNvSpPr>
            <a:spLocks/>
          </p:cNvSpPr>
          <p:nvPr/>
        </p:nvSpPr>
        <p:spPr>
          <a:xfrm>
            <a:off x="954065" y="3981977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4" name="text_7102">
            <a:extLst>
              <a:ext uri="{FF2B5EF4-FFF2-40B4-BE49-F238E27FC236}">
                <a16:creationId xmlns:a16="http://schemas.microsoft.com/office/drawing/2014/main" id="{7FAF94D6-44EA-40A9-AB81-84436E0E606A}"/>
              </a:ext>
            </a:extLst>
          </p:cNvPr>
          <p:cNvSpPr>
            <a:spLocks/>
          </p:cNvSpPr>
          <p:nvPr/>
        </p:nvSpPr>
        <p:spPr>
          <a:xfrm>
            <a:off x="835225" y="3923729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5" name="data_7103">
            <a:extLst>
              <a:ext uri="{FF2B5EF4-FFF2-40B4-BE49-F238E27FC236}">
                <a16:creationId xmlns:a16="http://schemas.microsoft.com/office/drawing/2014/main" id="{665A300F-BB64-48A4-810E-2C9A094FEB4F}"/>
              </a:ext>
            </a:extLst>
          </p:cNvPr>
          <p:cNvSpPr>
            <a:spLocks/>
          </p:cNvSpPr>
          <p:nvPr/>
        </p:nvSpPr>
        <p:spPr>
          <a:xfrm>
            <a:off x="1007269" y="3093532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6" name="data_7104">
            <a:extLst>
              <a:ext uri="{FF2B5EF4-FFF2-40B4-BE49-F238E27FC236}">
                <a16:creationId xmlns:a16="http://schemas.microsoft.com/office/drawing/2014/main" id="{A97929D3-03B8-46FF-9F37-DA369A7356B4}"/>
              </a:ext>
            </a:extLst>
          </p:cNvPr>
          <p:cNvSpPr>
            <a:spLocks/>
          </p:cNvSpPr>
          <p:nvPr/>
        </p:nvSpPr>
        <p:spPr>
          <a:xfrm>
            <a:off x="954065" y="3093532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7" name="text_7105">
            <a:extLst>
              <a:ext uri="{FF2B5EF4-FFF2-40B4-BE49-F238E27FC236}">
                <a16:creationId xmlns:a16="http://schemas.microsoft.com/office/drawing/2014/main" id="{041D474D-2B48-4575-93BB-489802C0BA99}"/>
              </a:ext>
            </a:extLst>
          </p:cNvPr>
          <p:cNvSpPr>
            <a:spLocks/>
          </p:cNvSpPr>
          <p:nvPr/>
        </p:nvSpPr>
        <p:spPr>
          <a:xfrm>
            <a:off x="769588" y="3035285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8" name="data_7106">
            <a:extLst>
              <a:ext uri="{FF2B5EF4-FFF2-40B4-BE49-F238E27FC236}">
                <a16:creationId xmlns:a16="http://schemas.microsoft.com/office/drawing/2014/main" id="{6F09E6FA-003D-4374-9C31-0036C8184B0B}"/>
              </a:ext>
            </a:extLst>
          </p:cNvPr>
          <p:cNvSpPr>
            <a:spLocks/>
          </p:cNvSpPr>
          <p:nvPr/>
        </p:nvSpPr>
        <p:spPr>
          <a:xfrm>
            <a:off x="1007269" y="2205088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9" name="data_7107">
            <a:extLst>
              <a:ext uri="{FF2B5EF4-FFF2-40B4-BE49-F238E27FC236}">
                <a16:creationId xmlns:a16="http://schemas.microsoft.com/office/drawing/2014/main" id="{E3448113-8689-49C5-9A08-EE5822FC4B4F}"/>
              </a:ext>
            </a:extLst>
          </p:cNvPr>
          <p:cNvSpPr>
            <a:spLocks/>
          </p:cNvSpPr>
          <p:nvPr/>
        </p:nvSpPr>
        <p:spPr>
          <a:xfrm>
            <a:off x="954065" y="2205088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0" name="text_7108">
            <a:extLst>
              <a:ext uri="{FF2B5EF4-FFF2-40B4-BE49-F238E27FC236}">
                <a16:creationId xmlns:a16="http://schemas.microsoft.com/office/drawing/2014/main" id="{E6ABEEA6-24E3-46E9-B3FE-7AAC5B20D3C1}"/>
              </a:ext>
            </a:extLst>
          </p:cNvPr>
          <p:cNvSpPr>
            <a:spLocks/>
          </p:cNvSpPr>
          <p:nvPr/>
        </p:nvSpPr>
        <p:spPr>
          <a:xfrm>
            <a:off x="703951" y="2146840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1" name="text_7109">
            <a:extLst>
              <a:ext uri="{FF2B5EF4-FFF2-40B4-BE49-F238E27FC236}">
                <a16:creationId xmlns:a16="http://schemas.microsoft.com/office/drawing/2014/main" id="{843232AB-ED2A-4738-964B-B340B2A514C2}"/>
              </a:ext>
            </a:extLst>
          </p:cNvPr>
          <p:cNvSpPr>
            <a:spLocks/>
          </p:cNvSpPr>
          <p:nvPr/>
        </p:nvSpPr>
        <p:spPr>
          <a:xfrm rot="-5400000">
            <a:off x="-39675" y="3009294"/>
            <a:ext cx="1261933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Detected instances (%)</a:t>
            </a:r>
          </a:p>
        </p:txBody>
      </p:sp>
      <p:sp>
        <p:nvSpPr>
          <p:cNvPr id="22" name="data_7110">
            <a:extLst>
              <a:ext uri="{FF2B5EF4-FFF2-40B4-BE49-F238E27FC236}">
                <a16:creationId xmlns:a16="http://schemas.microsoft.com/office/drawing/2014/main" id="{1D631503-5DDC-40EF-A5E2-31FECA5CC20E}"/>
              </a:ext>
            </a:extLst>
          </p:cNvPr>
          <p:cNvSpPr>
            <a:spLocks/>
          </p:cNvSpPr>
          <p:nvPr/>
        </p:nvSpPr>
        <p:spPr>
          <a:xfrm>
            <a:off x="131778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" name="data_7111">
            <a:extLst>
              <a:ext uri="{FF2B5EF4-FFF2-40B4-BE49-F238E27FC236}">
                <a16:creationId xmlns:a16="http://schemas.microsoft.com/office/drawing/2014/main" id="{0A0E7E44-C3DC-4836-B8D6-1F31807BB84A}"/>
              </a:ext>
            </a:extLst>
          </p:cNvPr>
          <p:cNvSpPr>
            <a:spLocks/>
          </p:cNvSpPr>
          <p:nvPr/>
        </p:nvSpPr>
        <p:spPr>
          <a:xfrm>
            <a:off x="1292767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" name="data_7112">
            <a:extLst>
              <a:ext uri="{FF2B5EF4-FFF2-40B4-BE49-F238E27FC236}">
                <a16:creationId xmlns:a16="http://schemas.microsoft.com/office/drawing/2014/main" id="{A1702700-65FB-4CC7-81E3-B06FF75AB6C5}"/>
              </a:ext>
            </a:extLst>
          </p:cNvPr>
          <p:cNvSpPr>
            <a:spLocks/>
          </p:cNvSpPr>
          <p:nvPr/>
        </p:nvSpPr>
        <p:spPr>
          <a:xfrm>
            <a:off x="13130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" name="data_7113">
            <a:extLst>
              <a:ext uri="{FF2B5EF4-FFF2-40B4-BE49-F238E27FC236}">
                <a16:creationId xmlns:a16="http://schemas.microsoft.com/office/drawing/2014/main" id="{7BA9E247-5D84-472A-A90A-618429B8B01C}"/>
              </a:ext>
            </a:extLst>
          </p:cNvPr>
          <p:cNvSpPr>
            <a:spLocks/>
          </p:cNvSpPr>
          <p:nvPr/>
        </p:nvSpPr>
        <p:spPr>
          <a:xfrm>
            <a:off x="131257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" name="data_7114">
            <a:extLst>
              <a:ext uri="{FF2B5EF4-FFF2-40B4-BE49-F238E27FC236}">
                <a16:creationId xmlns:a16="http://schemas.microsoft.com/office/drawing/2014/main" id="{273779BA-2E29-432F-800C-A26D9BAD60AE}"/>
              </a:ext>
            </a:extLst>
          </p:cNvPr>
          <p:cNvSpPr>
            <a:spLocks/>
          </p:cNvSpPr>
          <p:nvPr/>
        </p:nvSpPr>
        <p:spPr>
          <a:xfrm>
            <a:off x="1334722" y="32217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" name="data_7115">
            <a:extLst>
              <a:ext uri="{FF2B5EF4-FFF2-40B4-BE49-F238E27FC236}">
                <a16:creationId xmlns:a16="http://schemas.microsoft.com/office/drawing/2014/main" id="{00180D7F-381E-42BA-8EA0-21518C2CF1BC}"/>
              </a:ext>
            </a:extLst>
          </p:cNvPr>
          <p:cNvSpPr>
            <a:spLocks/>
          </p:cNvSpPr>
          <p:nvPr/>
        </p:nvSpPr>
        <p:spPr>
          <a:xfrm>
            <a:off x="13726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" name="data_7116">
            <a:extLst>
              <a:ext uri="{FF2B5EF4-FFF2-40B4-BE49-F238E27FC236}">
                <a16:creationId xmlns:a16="http://schemas.microsoft.com/office/drawing/2014/main" id="{F66370F6-B00C-4234-9F1C-426657105DF2}"/>
              </a:ext>
            </a:extLst>
          </p:cNvPr>
          <p:cNvSpPr>
            <a:spLocks/>
          </p:cNvSpPr>
          <p:nvPr/>
        </p:nvSpPr>
        <p:spPr>
          <a:xfrm>
            <a:off x="13964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" name="data_7117">
            <a:extLst>
              <a:ext uri="{FF2B5EF4-FFF2-40B4-BE49-F238E27FC236}">
                <a16:creationId xmlns:a16="http://schemas.microsoft.com/office/drawing/2014/main" id="{1B5B621A-5239-4FC9-AD44-C8A0F6633740}"/>
              </a:ext>
            </a:extLst>
          </p:cNvPr>
          <p:cNvSpPr>
            <a:spLocks/>
          </p:cNvSpPr>
          <p:nvPr/>
        </p:nvSpPr>
        <p:spPr>
          <a:xfrm>
            <a:off x="1299672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" name="data_7118">
            <a:extLst>
              <a:ext uri="{FF2B5EF4-FFF2-40B4-BE49-F238E27FC236}">
                <a16:creationId xmlns:a16="http://schemas.microsoft.com/office/drawing/2014/main" id="{6E5D82C2-EB35-4175-8E9A-C6F8CFABD8EE}"/>
              </a:ext>
            </a:extLst>
          </p:cNvPr>
          <p:cNvSpPr>
            <a:spLocks/>
          </p:cNvSpPr>
          <p:nvPr/>
        </p:nvSpPr>
        <p:spPr>
          <a:xfrm>
            <a:off x="13592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" name="data_7119">
            <a:extLst>
              <a:ext uri="{FF2B5EF4-FFF2-40B4-BE49-F238E27FC236}">
                <a16:creationId xmlns:a16="http://schemas.microsoft.com/office/drawing/2014/main" id="{BBCD181F-FD78-4838-AA2C-BD93C653CCE3}"/>
              </a:ext>
            </a:extLst>
          </p:cNvPr>
          <p:cNvSpPr>
            <a:spLocks/>
          </p:cNvSpPr>
          <p:nvPr/>
        </p:nvSpPr>
        <p:spPr>
          <a:xfrm>
            <a:off x="13000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" name="data_7120">
            <a:extLst>
              <a:ext uri="{FF2B5EF4-FFF2-40B4-BE49-F238E27FC236}">
                <a16:creationId xmlns:a16="http://schemas.microsoft.com/office/drawing/2014/main" id="{11D02C21-0ABB-4A6F-BC5A-600DA3F28C6E}"/>
              </a:ext>
            </a:extLst>
          </p:cNvPr>
          <p:cNvSpPr>
            <a:spLocks/>
          </p:cNvSpPr>
          <p:nvPr/>
        </p:nvSpPr>
        <p:spPr>
          <a:xfrm>
            <a:off x="128573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" name="data_7121">
            <a:extLst>
              <a:ext uri="{FF2B5EF4-FFF2-40B4-BE49-F238E27FC236}">
                <a16:creationId xmlns:a16="http://schemas.microsoft.com/office/drawing/2014/main" id="{0B16DA2A-F4DB-4B1A-A207-0DC7A678427C}"/>
              </a:ext>
            </a:extLst>
          </p:cNvPr>
          <p:cNvSpPr>
            <a:spLocks/>
          </p:cNvSpPr>
          <p:nvPr/>
        </p:nvSpPr>
        <p:spPr>
          <a:xfrm>
            <a:off x="138605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" name="data_7122">
            <a:extLst>
              <a:ext uri="{FF2B5EF4-FFF2-40B4-BE49-F238E27FC236}">
                <a16:creationId xmlns:a16="http://schemas.microsoft.com/office/drawing/2014/main" id="{27644ECC-C22D-41E6-91DC-F744BCCDE0BE}"/>
              </a:ext>
            </a:extLst>
          </p:cNvPr>
          <p:cNvSpPr>
            <a:spLocks/>
          </p:cNvSpPr>
          <p:nvPr/>
        </p:nvSpPr>
        <p:spPr>
          <a:xfrm>
            <a:off x="14127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" name="data_7123">
            <a:extLst>
              <a:ext uri="{FF2B5EF4-FFF2-40B4-BE49-F238E27FC236}">
                <a16:creationId xmlns:a16="http://schemas.microsoft.com/office/drawing/2014/main" id="{0F9D7029-34F5-4FBF-94DC-54D683677028}"/>
              </a:ext>
            </a:extLst>
          </p:cNvPr>
          <p:cNvSpPr>
            <a:spLocks/>
          </p:cNvSpPr>
          <p:nvPr/>
        </p:nvSpPr>
        <p:spPr>
          <a:xfrm>
            <a:off x="13343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" name="data_7124">
            <a:extLst>
              <a:ext uri="{FF2B5EF4-FFF2-40B4-BE49-F238E27FC236}">
                <a16:creationId xmlns:a16="http://schemas.microsoft.com/office/drawing/2014/main" id="{8B492354-758D-4B5B-B3C5-1D6E702DB32A}"/>
              </a:ext>
            </a:extLst>
          </p:cNvPr>
          <p:cNvSpPr>
            <a:spLocks/>
          </p:cNvSpPr>
          <p:nvPr/>
        </p:nvSpPr>
        <p:spPr>
          <a:xfrm>
            <a:off x="140573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" name="data_7125">
            <a:extLst>
              <a:ext uri="{FF2B5EF4-FFF2-40B4-BE49-F238E27FC236}">
                <a16:creationId xmlns:a16="http://schemas.microsoft.com/office/drawing/2014/main" id="{D21BFF53-D464-4D53-AC69-ABFD87467604}"/>
              </a:ext>
            </a:extLst>
          </p:cNvPr>
          <p:cNvSpPr>
            <a:spLocks/>
          </p:cNvSpPr>
          <p:nvPr/>
        </p:nvSpPr>
        <p:spPr>
          <a:xfrm>
            <a:off x="1312963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" name="data_7126">
            <a:extLst>
              <a:ext uri="{FF2B5EF4-FFF2-40B4-BE49-F238E27FC236}">
                <a16:creationId xmlns:a16="http://schemas.microsoft.com/office/drawing/2014/main" id="{A15E09B6-5A1F-409A-B070-36F1B0228F72}"/>
              </a:ext>
            </a:extLst>
          </p:cNvPr>
          <p:cNvSpPr>
            <a:spLocks/>
          </p:cNvSpPr>
          <p:nvPr/>
        </p:nvSpPr>
        <p:spPr>
          <a:xfrm>
            <a:off x="1337719" y="32320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" name="data_7127">
            <a:extLst>
              <a:ext uri="{FF2B5EF4-FFF2-40B4-BE49-F238E27FC236}">
                <a16:creationId xmlns:a16="http://schemas.microsoft.com/office/drawing/2014/main" id="{CFEB6921-C545-4380-ABEA-C816237ACC1F}"/>
              </a:ext>
            </a:extLst>
          </p:cNvPr>
          <p:cNvSpPr>
            <a:spLocks/>
          </p:cNvSpPr>
          <p:nvPr/>
        </p:nvSpPr>
        <p:spPr>
          <a:xfrm>
            <a:off x="137654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" name="data_7128">
            <a:extLst>
              <a:ext uri="{FF2B5EF4-FFF2-40B4-BE49-F238E27FC236}">
                <a16:creationId xmlns:a16="http://schemas.microsoft.com/office/drawing/2014/main" id="{296F16DE-FDF4-49E8-B4F2-7ACD2FA67426}"/>
              </a:ext>
            </a:extLst>
          </p:cNvPr>
          <p:cNvSpPr>
            <a:spLocks/>
          </p:cNvSpPr>
          <p:nvPr/>
        </p:nvSpPr>
        <p:spPr>
          <a:xfrm>
            <a:off x="139987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" name="data_7129">
            <a:extLst>
              <a:ext uri="{FF2B5EF4-FFF2-40B4-BE49-F238E27FC236}">
                <a16:creationId xmlns:a16="http://schemas.microsoft.com/office/drawing/2014/main" id="{20B9854A-FA38-42F1-866D-F95A82A06012}"/>
              </a:ext>
            </a:extLst>
          </p:cNvPr>
          <p:cNvSpPr>
            <a:spLocks/>
          </p:cNvSpPr>
          <p:nvPr/>
        </p:nvSpPr>
        <p:spPr>
          <a:xfrm>
            <a:off x="1412509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" name="data_7130">
            <a:extLst>
              <a:ext uri="{FF2B5EF4-FFF2-40B4-BE49-F238E27FC236}">
                <a16:creationId xmlns:a16="http://schemas.microsoft.com/office/drawing/2014/main" id="{262E6B74-FB5B-4180-AE25-14D72A5D841F}"/>
              </a:ext>
            </a:extLst>
          </p:cNvPr>
          <p:cNvSpPr>
            <a:spLocks/>
          </p:cNvSpPr>
          <p:nvPr/>
        </p:nvSpPr>
        <p:spPr>
          <a:xfrm>
            <a:off x="13675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" name="data_7131">
            <a:extLst>
              <a:ext uri="{FF2B5EF4-FFF2-40B4-BE49-F238E27FC236}">
                <a16:creationId xmlns:a16="http://schemas.microsoft.com/office/drawing/2014/main" id="{43E9CF35-747D-451C-9D63-DC4215FAAE8F}"/>
              </a:ext>
            </a:extLst>
          </p:cNvPr>
          <p:cNvSpPr>
            <a:spLocks/>
          </p:cNvSpPr>
          <p:nvPr/>
        </p:nvSpPr>
        <p:spPr>
          <a:xfrm>
            <a:off x="1290291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" name="data_7132">
            <a:extLst>
              <a:ext uri="{FF2B5EF4-FFF2-40B4-BE49-F238E27FC236}">
                <a16:creationId xmlns:a16="http://schemas.microsoft.com/office/drawing/2014/main" id="{933DB688-8743-4FA4-A092-8C0630607953}"/>
              </a:ext>
            </a:extLst>
          </p:cNvPr>
          <p:cNvSpPr>
            <a:spLocks/>
          </p:cNvSpPr>
          <p:nvPr/>
        </p:nvSpPr>
        <p:spPr>
          <a:xfrm>
            <a:off x="13095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" name="data_7133">
            <a:extLst>
              <a:ext uri="{FF2B5EF4-FFF2-40B4-BE49-F238E27FC236}">
                <a16:creationId xmlns:a16="http://schemas.microsoft.com/office/drawing/2014/main" id="{DA6BDA50-BF71-4980-85F1-92A20BA6A2C9}"/>
              </a:ext>
            </a:extLst>
          </p:cNvPr>
          <p:cNvSpPr>
            <a:spLocks/>
          </p:cNvSpPr>
          <p:nvPr/>
        </p:nvSpPr>
        <p:spPr>
          <a:xfrm>
            <a:off x="13180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" name="data_7134">
            <a:extLst>
              <a:ext uri="{FF2B5EF4-FFF2-40B4-BE49-F238E27FC236}">
                <a16:creationId xmlns:a16="http://schemas.microsoft.com/office/drawing/2014/main" id="{296640A7-4973-4D69-B0FD-DE319FC0839A}"/>
              </a:ext>
            </a:extLst>
          </p:cNvPr>
          <p:cNvSpPr>
            <a:spLocks/>
          </p:cNvSpPr>
          <p:nvPr/>
        </p:nvSpPr>
        <p:spPr>
          <a:xfrm>
            <a:off x="129003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" name="data_7135">
            <a:extLst>
              <a:ext uri="{FF2B5EF4-FFF2-40B4-BE49-F238E27FC236}">
                <a16:creationId xmlns:a16="http://schemas.microsoft.com/office/drawing/2014/main" id="{6622035C-370A-41FF-9B42-4BEA10C32F69}"/>
              </a:ext>
            </a:extLst>
          </p:cNvPr>
          <p:cNvSpPr>
            <a:spLocks/>
          </p:cNvSpPr>
          <p:nvPr/>
        </p:nvSpPr>
        <p:spPr>
          <a:xfrm>
            <a:off x="1289249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" name="data_7136">
            <a:extLst>
              <a:ext uri="{FF2B5EF4-FFF2-40B4-BE49-F238E27FC236}">
                <a16:creationId xmlns:a16="http://schemas.microsoft.com/office/drawing/2014/main" id="{96E11EFC-FC71-4E36-BFB9-DB9618349A48}"/>
              </a:ext>
            </a:extLst>
          </p:cNvPr>
          <p:cNvSpPr>
            <a:spLocks/>
          </p:cNvSpPr>
          <p:nvPr/>
        </p:nvSpPr>
        <p:spPr>
          <a:xfrm>
            <a:off x="131452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" name="data_7137">
            <a:extLst>
              <a:ext uri="{FF2B5EF4-FFF2-40B4-BE49-F238E27FC236}">
                <a16:creationId xmlns:a16="http://schemas.microsoft.com/office/drawing/2014/main" id="{60031EDF-CB22-4F70-9C10-84B622C007B0}"/>
              </a:ext>
            </a:extLst>
          </p:cNvPr>
          <p:cNvSpPr>
            <a:spLocks/>
          </p:cNvSpPr>
          <p:nvPr/>
        </p:nvSpPr>
        <p:spPr>
          <a:xfrm>
            <a:off x="13636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" name="data_7138">
            <a:extLst>
              <a:ext uri="{FF2B5EF4-FFF2-40B4-BE49-F238E27FC236}">
                <a16:creationId xmlns:a16="http://schemas.microsoft.com/office/drawing/2014/main" id="{A4E842FF-F9EF-4025-B496-1929DE87844B}"/>
              </a:ext>
            </a:extLst>
          </p:cNvPr>
          <p:cNvSpPr>
            <a:spLocks/>
          </p:cNvSpPr>
          <p:nvPr/>
        </p:nvSpPr>
        <p:spPr>
          <a:xfrm>
            <a:off x="130762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" name="data_7139">
            <a:extLst>
              <a:ext uri="{FF2B5EF4-FFF2-40B4-BE49-F238E27FC236}">
                <a16:creationId xmlns:a16="http://schemas.microsoft.com/office/drawing/2014/main" id="{232C57FF-2C14-41BF-8F35-7BBBBFAA4194}"/>
              </a:ext>
            </a:extLst>
          </p:cNvPr>
          <p:cNvSpPr>
            <a:spLocks/>
          </p:cNvSpPr>
          <p:nvPr/>
        </p:nvSpPr>
        <p:spPr>
          <a:xfrm>
            <a:off x="13467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" name="data_7140">
            <a:extLst>
              <a:ext uri="{FF2B5EF4-FFF2-40B4-BE49-F238E27FC236}">
                <a16:creationId xmlns:a16="http://schemas.microsoft.com/office/drawing/2014/main" id="{B098B24C-7C62-4C88-9732-B30F3CEDD5FA}"/>
              </a:ext>
            </a:extLst>
          </p:cNvPr>
          <p:cNvSpPr>
            <a:spLocks/>
          </p:cNvSpPr>
          <p:nvPr/>
        </p:nvSpPr>
        <p:spPr>
          <a:xfrm>
            <a:off x="13328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" name="data_7141">
            <a:extLst>
              <a:ext uri="{FF2B5EF4-FFF2-40B4-BE49-F238E27FC236}">
                <a16:creationId xmlns:a16="http://schemas.microsoft.com/office/drawing/2014/main" id="{48C31083-E720-43DC-BCBD-05694446A321}"/>
              </a:ext>
            </a:extLst>
          </p:cNvPr>
          <p:cNvSpPr>
            <a:spLocks/>
          </p:cNvSpPr>
          <p:nvPr/>
        </p:nvSpPr>
        <p:spPr>
          <a:xfrm>
            <a:off x="13975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" name="data_7142">
            <a:extLst>
              <a:ext uri="{FF2B5EF4-FFF2-40B4-BE49-F238E27FC236}">
                <a16:creationId xmlns:a16="http://schemas.microsoft.com/office/drawing/2014/main" id="{1B47C150-0757-4D1F-B5B6-0394D51A5A6D}"/>
              </a:ext>
            </a:extLst>
          </p:cNvPr>
          <p:cNvSpPr>
            <a:spLocks/>
          </p:cNvSpPr>
          <p:nvPr/>
        </p:nvSpPr>
        <p:spPr>
          <a:xfrm>
            <a:off x="1319999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" name="data_7143">
            <a:extLst>
              <a:ext uri="{FF2B5EF4-FFF2-40B4-BE49-F238E27FC236}">
                <a16:creationId xmlns:a16="http://schemas.microsoft.com/office/drawing/2014/main" id="{7C324C2E-5341-4DB7-9598-4ABB3A7E260E}"/>
              </a:ext>
            </a:extLst>
          </p:cNvPr>
          <p:cNvSpPr>
            <a:spLocks/>
          </p:cNvSpPr>
          <p:nvPr/>
        </p:nvSpPr>
        <p:spPr>
          <a:xfrm>
            <a:off x="1373551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" name="data_7144">
            <a:extLst>
              <a:ext uri="{FF2B5EF4-FFF2-40B4-BE49-F238E27FC236}">
                <a16:creationId xmlns:a16="http://schemas.microsoft.com/office/drawing/2014/main" id="{618A10A5-EC9E-471B-9B7C-B0B12D889B21}"/>
              </a:ext>
            </a:extLst>
          </p:cNvPr>
          <p:cNvSpPr>
            <a:spLocks/>
          </p:cNvSpPr>
          <p:nvPr/>
        </p:nvSpPr>
        <p:spPr>
          <a:xfrm>
            <a:off x="137680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" name="data_7145">
            <a:extLst>
              <a:ext uri="{FF2B5EF4-FFF2-40B4-BE49-F238E27FC236}">
                <a16:creationId xmlns:a16="http://schemas.microsoft.com/office/drawing/2014/main" id="{68D1E19A-AF5B-4BA0-9259-6F41C4E780C1}"/>
              </a:ext>
            </a:extLst>
          </p:cNvPr>
          <p:cNvSpPr>
            <a:spLocks/>
          </p:cNvSpPr>
          <p:nvPr/>
        </p:nvSpPr>
        <p:spPr>
          <a:xfrm>
            <a:off x="128964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" name="data_7146">
            <a:extLst>
              <a:ext uri="{FF2B5EF4-FFF2-40B4-BE49-F238E27FC236}">
                <a16:creationId xmlns:a16="http://schemas.microsoft.com/office/drawing/2014/main" id="{8FBE2D58-DD7B-43A6-934A-20E8DB7B6FF9}"/>
              </a:ext>
            </a:extLst>
          </p:cNvPr>
          <p:cNvSpPr>
            <a:spLocks/>
          </p:cNvSpPr>
          <p:nvPr/>
        </p:nvSpPr>
        <p:spPr>
          <a:xfrm>
            <a:off x="139583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" name="data_7147">
            <a:extLst>
              <a:ext uri="{FF2B5EF4-FFF2-40B4-BE49-F238E27FC236}">
                <a16:creationId xmlns:a16="http://schemas.microsoft.com/office/drawing/2014/main" id="{86C30EAD-5B2B-406D-B7EA-AC4575B314E4}"/>
              </a:ext>
            </a:extLst>
          </p:cNvPr>
          <p:cNvSpPr>
            <a:spLocks/>
          </p:cNvSpPr>
          <p:nvPr/>
        </p:nvSpPr>
        <p:spPr>
          <a:xfrm>
            <a:off x="12865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" name="data_7148">
            <a:extLst>
              <a:ext uri="{FF2B5EF4-FFF2-40B4-BE49-F238E27FC236}">
                <a16:creationId xmlns:a16="http://schemas.microsoft.com/office/drawing/2014/main" id="{66C5036C-DC75-48BB-B378-E64A399F5A80}"/>
              </a:ext>
            </a:extLst>
          </p:cNvPr>
          <p:cNvSpPr>
            <a:spLocks/>
          </p:cNvSpPr>
          <p:nvPr/>
        </p:nvSpPr>
        <p:spPr>
          <a:xfrm>
            <a:off x="139557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" name="data_7149">
            <a:extLst>
              <a:ext uri="{FF2B5EF4-FFF2-40B4-BE49-F238E27FC236}">
                <a16:creationId xmlns:a16="http://schemas.microsoft.com/office/drawing/2014/main" id="{9B769D00-092B-4F0E-9C8F-8973B291CFC4}"/>
              </a:ext>
            </a:extLst>
          </p:cNvPr>
          <p:cNvSpPr>
            <a:spLocks/>
          </p:cNvSpPr>
          <p:nvPr/>
        </p:nvSpPr>
        <p:spPr>
          <a:xfrm>
            <a:off x="14082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" name="data_7150">
            <a:extLst>
              <a:ext uri="{FF2B5EF4-FFF2-40B4-BE49-F238E27FC236}">
                <a16:creationId xmlns:a16="http://schemas.microsoft.com/office/drawing/2014/main" id="{82D9ADAF-B08D-4690-97F5-C9DD99B27769}"/>
              </a:ext>
            </a:extLst>
          </p:cNvPr>
          <p:cNvSpPr>
            <a:spLocks/>
          </p:cNvSpPr>
          <p:nvPr/>
        </p:nvSpPr>
        <p:spPr>
          <a:xfrm>
            <a:off x="136443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" name="data_7151">
            <a:extLst>
              <a:ext uri="{FF2B5EF4-FFF2-40B4-BE49-F238E27FC236}">
                <a16:creationId xmlns:a16="http://schemas.microsoft.com/office/drawing/2014/main" id="{F32EA93B-E5DD-4CCB-B7FC-68829C19A18D}"/>
              </a:ext>
            </a:extLst>
          </p:cNvPr>
          <p:cNvSpPr>
            <a:spLocks/>
          </p:cNvSpPr>
          <p:nvPr/>
        </p:nvSpPr>
        <p:spPr>
          <a:xfrm>
            <a:off x="13253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" name="data_7152">
            <a:extLst>
              <a:ext uri="{FF2B5EF4-FFF2-40B4-BE49-F238E27FC236}">
                <a16:creationId xmlns:a16="http://schemas.microsoft.com/office/drawing/2014/main" id="{E89662E0-4812-4F81-BC84-F1BE69D5D5BA}"/>
              </a:ext>
            </a:extLst>
          </p:cNvPr>
          <p:cNvSpPr>
            <a:spLocks/>
          </p:cNvSpPr>
          <p:nvPr/>
        </p:nvSpPr>
        <p:spPr>
          <a:xfrm>
            <a:off x="13799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" name="data_7153">
            <a:extLst>
              <a:ext uri="{FF2B5EF4-FFF2-40B4-BE49-F238E27FC236}">
                <a16:creationId xmlns:a16="http://schemas.microsoft.com/office/drawing/2014/main" id="{8FB4C71E-7E9D-437E-B4E7-EBFF1F4FC153}"/>
              </a:ext>
            </a:extLst>
          </p:cNvPr>
          <p:cNvSpPr>
            <a:spLocks/>
          </p:cNvSpPr>
          <p:nvPr/>
        </p:nvSpPr>
        <p:spPr>
          <a:xfrm>
            <a:off x="13136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" name="data_7154">
            <a:extLst>
              <a:ext uri="{FF2B5EF4-FFF2-40B4-BE49-F238E27FC236}">
                <a16:creationId xmlns:a16="http://schemas.microsoft.com/office/drawing/2014/main" id="{775E173F-F32B-40D1-834D-AFE9E9689BDB}"/>
              </a:ext>
            </a:extLst>
          </p:cNvPr>
          <p:cNvSpPr>
            <a:spLocks/>
          </p:cNvSpPr>
          <p:nvPr/>
        </p:nvSpPr>
        <p:spPr>
          <a:xfrm>
            <a:off x="134710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" name="data_7155">
            <a:extLst>
              <a:ext uri="{FF2B5EF4-FFF2-40B4-BE49-F238E27FC236}">
                <a16:creationId xmlns:a16="http://schemas.microsoft.com/office/drawing/2014/main" id="{A2E799CB-1843-4564-8C75-E7C62A2E7416}"/>
              </a:ext>
            </a:extLst>
          </p:cNvPr>
          <p:cNvSpPr>
            <a:spLocks/>
          </p:cNvSpPr>
          <p:nvPr/>
        </p:nvSpPr>
        <p:spPr>
          <a:xfrm>
            <a:off x="13471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" name="data_7156">
            <a:extLst>
              <a:ext uri="{FF2B5EF4-FFF2-40B4-BE49-F238E27FC236}">
                <a16:creationId xmlns:a16="http://schemas.microsoft.com/office/drawing/2014/main" id="{4A39F945-F744-4E34-8F78-E340A6BCFDDD}"/>
              </a:ext>
            </a:extLst>
          </p:cNvPr>
          <p:cNvSpPr>
            <a:spLocks/>
          </p:cNvSpPr>
          <p:nvPr/>
        </p:nvSpPr>
        <p:spPr>
          <a:xfrm>
            <a:off x="1308011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" name="data_7157">
            <a:extLst>
              <a:ext uri="{FF2B5EF4-FFF2-40B4-BE49-F238E27FC236}">
                <a16:creationId xmlns:a16="http://schemas.microsoft.com/office/drawing/2014/main" id="{7114AB6E-14E0-4E45-891E-B6AAF6188D39}"/>
              </a:ext>
            </a:extLst>
          </p:cNvPr>
          <p:cNvSpPr>
            <a:spLocks/>
          </p:cNvSpPr>
          <p:nvPr/>
        </p:nvSpPr>
        <p:spPr>
          <a:xfrm>
            <a:off x="139882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" name="data_7158">
            <a:extLst>
              <a:ext uri="{FF2B5EF4-FFF2-40B4-BE49-F238E27FC236}">
                <a16:creationId xmlns:a16="http://schemas.microsoft.com/office/drawing/2014/main" id="{A5FEF0B9-F74E-4932-B09B-5B18BDD9CFE7}"/>
              </a:ext>
            </a:extLst>
          </p:cNvPr>
          <p:cNvSpPr>
            <a:spLocks/>
          </p:cNvSpPr>
          <p:nvPr/>
        </p:nvSpPr>
        <p:spPr>
          <a:xfrm>
            <a:off x="13275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" name="data_7159">
            <a:extLst>
              <a:ext uri="{FF2B5EF4-FFF2-40B4-BE49-F238E27FC236}">
                <a16:creationId xmlns:a16="http://schemas.microsoft.com/office/drawing/2014/main" id="{21DA3F3B-AC44-443F-999A-B291959AE981}"/>
              </a:ext>
            </a:extLst>
          </p:cNvPr>
          <p:cNvSpPr>
            <a:spLocks/>
          </p:cNvSpPr>
          <p:nvPr/>
        </p:nvSpPr>
        <p:spPr>
          <a:xfrm>
            <a:off x="134019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" name="data_7160">
            <a:extLst>
              <a:ext uri="{FF2B5EF4-FFF2-40B4-BE49-F238E27FC236}">
                <a16:creationId xmlns:a16="http://schemas.microsoft.com/office/drawing/2014/main" id="{E8F33980-613B-4571-AAE5-252B9E4D4086}"/>
              </a:ext>
            </a:extLst>
          </p:cNvPr>
          <p:cNvSpPr>
            <a:spLocks/>
          </p:cNvSpPr>
          <p:nvPr/>
        </p:nvSpPr>
        <p:spPr>
          <a:xfrm>
            <a:off x="14113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" name="data_7161">
            <a:extLst>
              <a:ext uri="{FF2B5EF4-FFF2-40B4-BE49-F238E27FC236}">
                <a16:creationId xmlns:a16="http://schemas.microsoft.com/office/drawing/2014/main" id="{328C0AFA-D9E3-450C-955E-C524115834B6}"/>
              </a:ext>
            </a:extLst>
          </p:cNvPr>
          <p:cNvSpPr>
            <a:spLocks/>
          </p:cNvSpPr>
          <p:nvPr/>
        </p:nvSpPr>
        <p:spPr>
          <a:xfrm>
            <a:off x="13722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4" name="data_7162">
            <a:extLst>
              <a:ext uri="{FF2B5EF4-FFF2-40B4-BE49-F238E27FC236}">
                <a16:creationId xmlns:a16="http://schemas.microsoft.com/office/drawing/2014/main" id="{52D3F316-1099-409D-BA38-5A68C805D23F}"/>
              </a:ext>
            </a:extLst>
          </p:cNvPr>
          <p:cNvSpPr>
            <a:spLocks/>
          </p:cNvSpPr>
          <p:nvPr/>
        </p:nvSpPr>
        <p:spPr>
          <a:xfrm>
            <a:off x="1406646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5" name="data_7163">
            <a:extLst>
              <a:ext uri="{FF2B5EF4-FFF2-40B4-BE49-F238E27FC236}">
                <a16:creationId xmlns:a16="http://schemas.microsoft.com/office/drawing/2014/main" id="{600CEE84-759C-4C70-BB95-B486E6664BA6}"/>
              </a:ext>
            </a:extLst>
          </p:cNvPr>
          <p:cNvSpPr>
            <a:spLocks/>
          </p:cNvSpPr>
          <p:nvPr/>
        </p:nvSpPr>
        <p:spPr>
          <a:xfrm>
            <a:off x="12914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6" name="data_7164">
            <a:extLst>
              <a:ext uri="{FF2B5EF4-FFF2-40B4-BE49-F238E27FC236}">
                <a16:creationId xmlns:a16="http://schemas.microsoft.com/office/drawing/2014/main" id="{0FE00ED0-1993-45C3-8469-0086546796BE}"/>
              </a:ext>
            </a:extLst>
          </p:cNvPr>
          <p:cNvSpPr>
            <a:spLocks/>
          </p:cNvSpPr>
          <p:nvPr/>
        </p:nvSpPr>
        <p:spPr>
          <a:xfrm>
            <a:off x="13970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" name="data_7165">
            <a:extLst>
              <a:ext uri="{FF2B5EF4-FFF2-40B4-BE49-F238E27FC236}">
                <a16:creationId xmlns:a16="http://schemas.microsoft.com/office/drawing/2014/main" id="{FD2E9D32-ADE2-497D-9E05-99E7F62024CB}"/>
              </a:ext>
            </a:extLst>
          </p:cNvPr>
          <p:cNvSpPr>
            <a:spLocks/>
          </p:cNvSpPr>
          <p:nvPr/>
        </p:nvSpPr>
        <p:spPr>
          <a:xfrm>
            <a:off x="13798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" name="data_7166">
            <a:extLst>
              <a:ext uri="{FF2B5EF4-FFF2-40B4-BE49-F238E27FC236}">
                <a16:creationId xmlns:a16="http://schemas.microsoft.com/office/drawing/2014/main" id="{00A15FFB-DF78-4A60-A0EE-D9988008CED5}"/>
              </a:ext>
            </a:extLst>
          </p:cNvPr>
          <p:cNvSpPr>
            <a:spLocks/>
          </p:cNvSpPr>
          <p:nvPr/>
        </p:nvSpPr>
        <p:spPr>
          <a:xfrm>
            <a:off x="13348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" name="data_7167">
            <a:extLst>
              <a:ext uri="{FF2B5EF4-FFF2-40B4-BE49-F238E27FC236}">
                <a16:creationId xmlns:a16="http://schemas.microsoft.com/office/drawing/2014/main" id="{9A2C0F42-4FC4-4C6B-8CED-BF01F8A9EAD0}"/>
              </a:ext>
            </a:extLst>
          </p:cNvPr>
          <p:cNvSpPr>
            <a:spLocks/>
          </p:cNvSpPr>
          <p:nvPr/>
        </p:nvSpPr>
        <p:spPr>
          <a:xfrm>
            <a:off x="1384886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" name="data_7168">
            <a:extLst>
              <a:ext uri="{FF2B5EF4-FFF2-40B4-BE49-F238E27FC236}">
                <a16:creationId xmlns:a16="http://schemas.microsoft.com/office/drawing/2014/main" id="{1324C885-DBE6-45CA-A0E1-66FB36A178FF}"/>
              </a:ext>
            </a:extLst>
          </p:cNvPr>
          <p:cNvSpPr>
            <a:spLocks/>
          </p:cNvSpPr>
          <p:nvPr/>
        </p:nvSpPr>
        <p:spPr>
          <a:xfrm>
            <a:off x="141198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" name="data_7169">
            <a:extLst>
              <a:ext uri="{FF2B5EF4-FFF2-40B4-BE49-F238E27FC236}">
                <a16:creationId xmlns:a16="http://schemas.microsoft.com/office/drawing/2014/main" id="{17E217A5-610D-4B99-8DCC-5A5DA90C77EE}"/>
              </a:ext>
            </a:extLst>
          </p:cNvPr>
          <p:cNvSpPr>
            <a:spLocks/>
          </p:cNvSpPr>
          <p:nvPr/>
        </p:nvSpPr>
        <p:spPr>
          <a:xfrm>
            <a:off x="1371205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" name="data_7170">
            <a:extLst>
              <a:ext uri="{FF2B5EF4-FFF2-40B4-BE49-F238E27FC236}">
                <a16:creationId xmlns:a16="http://schemas.microsoft.com/office/drawing/2014/main" id="{312FBFE2-5E68-4DFB-8D34-D226AC659AEC}"/>
              </a:ext>
            </a:extLst>
          </p:cNvPr>
          <p:cNvSpPr>
            <a:spLocks/>
          </p:cNvSpPr>
          <p:nvPr/>
        </p:nvSpPr>
        <p:spPr>
          <a:xfrm>
            <a:off x="13812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" name="data_7171">
            <a:extLst>
              <a:ext uri="{FF2B5EF4-FFF2-40B4-BE49-F238E27FC236}">
                <a16:creationId xmlns:a16="http://schemas.microsoft.com/office/drawing/2014/main" id="{B036B66F-C808-4DBE-9812-009FBB0F25A9}"/>
              </a:ext>
            </a:extLst>
          </p:cNvPr>
          <p:cNvSpPr>
            <a:spLocks/>
          </p:cNvSpPr>
          <p:nvPr/>
        </p:nvSpPr>
        <p:spPr>
          <a:xfrm>
            <a:off x="1380065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" name="data_7172">
            <a:extLst>
              <a:ext uri="{FF2B5EF4-FFF2-40B4-BE49-F238E27FC236}">
                <a16:creationId xmlns:a16="http://schemas.microsoft.com/office/drawing/2014/main" id="{076AB82D-3120-4F67-8E81-D9BB3A3B3A92}"/>
              </a:ext>
            </a:extLst>
          </p:cNvPr>
          <p:cNvSpPr>
            <a:spLocks/>
          </p:cNvSpPr>
          <p:nvPr/>
        </p:nvSpPr>
        <p:spPr>
          <a:xfrm>
            <a:off x="13592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" name="data_7173">
            <a:extLst>
              <a:ext uri="{FF2B5EF4-FFF2-40B4-BE49-F238E27FC236}">
                <a16:creationId xmlns:a16="http://schemas.microsoft.com/office/drawing/2014/main" id="{7F0C8781-6115-488A-9278-BA9C2DCDEA0C}"/>
              </a:ext>
            </a:extLst>
          </p:cNvPr>
          <p:cNvSpPr>
            <a:spLocks/>
          </p:cNvSpPr>
          <p:nvPr/>
        </p:nvSpPr>
        <p:spPr>
          <a:xfrm>
            <a:off x="1322865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" name="data_7174">
            <a:extLst>
              <a:ext uri="{FF2B5EF4-FFF2-40B4-BE49-F238E27FC236}">
                <a16:creationId xmlns:a16="http://schemas.microsoft.com/office/drawing/2014/main" id="{9665E197-8D73-4DE5-A396-D4A52418DCEE}"/>
              </a:ext>
            </a:extLst>
          </p:cNvPr>
          <p:cNvSpPr>
            <a:spLocks/>
          </p:cNvSpPr>
          <p:nvPr/>
        </p:nvSpPr>
        <p:spPr>
          <a:xfrm>
            <a:off x="140286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" name="data_7175">
            <a:extLst>
              <a:ext uri="{FF2B5EF4-FFF2-40B4-BE49-F238E27FC236}">
                <a16:creationId xmlns:a16="http://schemas.microsoft.com/office/drawing/2014/main" id="{594C3705-AF89-4B8C-BF15-B8A9C05C4679}"/>
              </a:ext>
            </a:extLst>
          </p:cNvPr>
          <p:cNvSpPr>
            <a:spLocks/>
          </p:cNvSpPr>
          <p:nvPr/>
        </p:nvSpPr>
        <p:spPr>
          <a:xfrm>
            <a:off x="1309054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" name="data_7176">
            <a:extLst>
              <a:ext uri="{FF2B5EF4-FFF2-40B4-BE49-F238E27FC236}">
                <a16:creationId xmlns:a16="http://schemas.microsoft.com/office/drawing/2014/main" id="{6E63CF55-06AD-43D8-B0C2-9E22308BD8E5}"/>
              </a:ext>
            </a:extLst>
          </p:cNvPr>
          <p:cNvSpPr>
            <a:spLocks/>
          </p:cNvSpPr>
          <p:nvPr/>
        </p:nvSpPr>
        <p:spPr>
          <a:xfrm>
            <a:off x="130801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" name="data_7177">
            <a:extLst>
              <a:ext uri="{FF2B5EF4-FFF2-40B4-BE49-F238E27FC236}">
                <a16:creationId xmlns:a16="http://schemas.microsoft.com/office/drawing/2014/main" id="{BF412900-132E-489E-9CD3-DFE5C1ACD2EB}"/>
              </a:ext>
            </a:extLst>
          </p:cNvPr>
          <p:cNvSpPr>
            <a:spLocks/>
          </p:cNvSpPr>
          <p:nvPr/>
        </p:nvSpPr>
        <p:spPr>
          <a:xfrm>
            <a:off x="131387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" name="data_7178">
            <a:extLst>
              <a:ext uri="{FF2B5EF4-FFF2-40B4-BE49-F238E27FC236}">
                <a16:creationId xmlns:a16="http://schemas.microsoft.com/office/drawing/2014/main" id="{0F20ACD4-EFA2-445D-BCD9-5E523E8B49B7}"/>
              </a:ext>
            </a:extLst>
          </p:cNvPr>
          <p:cNvSpPr>
            <a:spLocks/>
          </p:cNvSpPr>
          <p:nvPr/>
        </p:nvSpPr>
        <p:spPr>
          <a:xfrm>
            <a:off x="140469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" name="data_7179">
            <a:extLst>
              <a:ext uri="{FF2B5EF4-FFF2-40B4-BE49-F238E27FC236}">
                <a16:creationId xmlns:a16="http://schemas.microsoft.com/office/drawing/2014/main" id="{8838F970-050A-4176-BBA0-07B75D2E9FEB}"/>
              </a:ext>
            </a:extLst>
          </p:cNvPr>
          <p:cNvSpPr>
            <a:spLocks/>
          </p:cNvSpPr>
          <p:nvPr/>
        </p:nvSpPr>
        <p:spPr>
          <a:xfrm>
            <a:off x="1390880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" name="data_7180">
            <a:extLst>
              <a:ext uri="{FF2B5EF4-FFF2-40B4-BE49-F238E27FC236}">
                <a16:creationId xmlns:a16="http://schemas.microsoft.com/office/drawing/2014/main" id="{10E3538B-57DA-4816-B1CD-CD052ED3CE0F}"/>
              </a:ext>
            </a:extLst>
          </p:cNvPr>
          <p:cNvSpPr>
            <a:spLocks/>
          </p:cNvSpPr>
          <p:nvPr/>
        </p:nvSpPr>
        <p:spPr>
          <a:xfrm>
            <a:off x="13964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" name="data_7181">
            <a:extLst>
              <a:ext uri="{FF2B5EF4-FFF2-40B4-BE49-F238E27FC236}">
                <a16:creationId xmlns:a16="http://schemas.microsoft.com/office/drawing/2014/main" id="{2FD4B624-47B4-4C72-B419-82AEACE70F66}"/>
              </a:ext>
            </a:extLst>
          </p:cNvPr>
          <p:cNvSpPr>
            <a:spLocks/>
          </p:cNvSpPr>
          <p:nvPr/>
        </p:nvSpPr>
        <p:spPr>
          <a:xfrm>
            <a:off x="1380326" y="31544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" name="data_7182">
            <a:extLst>
              <a:ext uri="{FF2B5EF4-FFF2-40B4-BE49-F238E27FC236}">
                <a16:creationId xmlns:a16="http://schemas.microsoft.com/office/drawing/2014/main" id="{CA19468B-C309-41BC-9FCF-CCBB3F27DEC6}"/>
              </a:ext>
            </a:extLst>
          </p:cNvPr>
          <p:cNvSpPr>
            <a:spLocks/>
          </p:cNvSpPr>
          <p:nvPr/>
        </p:nvSpPr>
        <p:spPr>
          <a:xfrm>
            <a:off x="13903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" name="data_7183">
            <a:extLst>
              <a:ext uri="{FF2B5EF4-FFF2-40B4-BE49-F238E27FC236}">
                <a16:creationId xmlns:a16="http://schemas.microsoft.com/office/drawing/2014/main" id="{581ABEBE-B557-43C1-A910-51CB9C3E3646}"/>
              </a:ext>
            </a:extLst>
          </p:cNvPr>
          <p:cNvSpPr>
            <a:spLocks/>
          </p:cNvSpPr>
          <p:nvPr/>
        </p:nvSpPr>
        <p:spPr>
          <a:xfrm>
            <a:off x="14015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" name="data_7184">
            <a:extLst>
              <a:ext uri="{FF2B5EF4-FFF2-40B4-BE49-F238E27FC236}">
                <a16:creationId xmlns:a16="http://schemas.microsoft.com/office/drawing/2014/main" id="{4EA614E2-2266-4C5A-B97E-AF5D0E7B1C7B}"/>
              </a:ext>
            </a:extLst>
          </p:cNvPr>
          <p:cNvSpPr>
            <a:spLocks/>
          </p:cNvSpPr>
          <p:nvPr/>
        </p:nvSpPr>
        <p:spPr>
          <a:xfrm>
            <a:off x="13059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" name="data_7185">
            <a:extLst>
              <a:ext uri="{FF2B5EF4-FFF2-40B4-BE49-F238E27FC236}">
                <a16:creationId xmlns:a16="http://schemas.microsoft.com/office/drawing/2014/main" id="{52BE7CFA-ECBB-4299-8163-4DDEBA654E44}"/>
              </a:ext>
            </a:extLst>
          </p:cNvPr>
          <p:cNvSpPr>
            <a:spLocks/>
          </p:cNvSpPr>
          <p:nvPr/>
        </p:nvSpPr>
        <p:spPr>
          <a:xfrm>
            <a:off x="13162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" name="data_7186">
            <a:extLst>
              <a:ext uri="{FF2B5EF4-FFF2-40B4-BE49-F238E27FC236}">
                <a16:creationId xmlns:a16="http://schemas.microsoft.com/office/drawing/2014/main" id="{70D56D85-57B3-42F7-80ED-A35CB97A759D}"/>
              </a:ext>
            </a:extLst>
          </p:cNvPr>
          <p:cNvSpPr>
            <a:spLocks/>
          </p:cNvSpPr>
          <p:nvPr/>
        </p:nvSpPr>
        <p:spPr>
          <a:xfrm>
            <a:off x="1378111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" name="data_7187">
            <a:extLst>
              <a:ext uri="{FF2B5EF4-FFF2-40B4-BE49-F238E27FC236}">
                <a16:creationId xmlns:a16="http://schemas.microsoft.com/office/drawing/2014/main" id="{8FCEEAAF-F9A0-4883-B54D-977E24E7A553}"/>
              </a:ext>
            </a:extLst>
          </p:cNvPr>
          <p:cNvSpPr>
            <a:spLocks/>
          </p:cNvSpPr>
          <p:nvPr/>
        </p:nvSpPr>
        <p:spPr>
          <a:xfrm>
            <a:off x="1312572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" name="data_7188">
            <a:extLst>
              <a:ext uri="{FF2B5EF4-FFF2-40B4-BE49-F238E27FC236}">
                <a16:creationId xmlns:a16="http://schemas.microsoft.com/office/drawing/2014/main" id="{159536DA-24A8-46B5-8A0B-7821140B1DEF}"/>
              </a:ext>
            </a:extLst>
          </p:cNvPr>
          <p:cNvSpPr>
            <a:spLocks/>
          </p:cNvSpPr>
          <p:nvPr/>
        </p:nvSpPr>
        <p:spPr>
          <a:xfrm>
            <a:off x="1325211" y="31638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" name="data_7189">
            <a:extLst>
              <a:ext uri="{FF2B5EF4-FFF2-40B4-BE49-F238E27FC236}">
                <a16:creationId xmlns:a16="http://schemas.microsoft.com/office/drawing/2014/main" id="{87D6CE8E-00D3-4E45-A304-3800A0B04E77}"/>
              </a:ext>
            </a:extLst>
          </p:cNvPr>
          <p:cNvSpPr>
            <a:spLocks/>
          </p:cNvSpPr>
          <p:nvPr/>
        </p:nvSpPr>
        <p:spPr>
          <a:xfrm>
            <a:off x="13038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" name="data_7190">
            <a:extLst>
              <a:ext uri="{FF2B5EF4-FFF2-40B4-BE49-F238E27FC236}">
                <a16:creationId xmlns:a16="http://schemas.microsoft.com/office/drawing/2014/main" id="{76DD80D9-C707-46B1-818C-5E7DA2AF81A2}"/>
              </a:ext>
            </a:extLst>
          </p:cNvPr>
          <p:cNvSpPr>
            <a:spLocks/>
          </p:cNvSpPr>
          <p:nvPr/>
        </p:nvSpPr>
        <p:spPr>
          <a:xfrm>
            <a:off x="13176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" name="data_7191">
            <a:extLst>
              <a:ext uri="{FF2B5EF4-FFF2-40B4-BE49-F238E27FC236}">
                <a16:creationId xmlns:a16="http://schemas.microsoft.com/office/drawing/2014/main" id="{DAC72581-258F-4948-BB06-0CC7D2850B6B}"/>
              </a:ext>
            </a:extLst>
          </p:cNvPr>
          <p:cNvSpPr>
            <a:spLocks/>
          </p:cNvSpPr>
          <p:nvPr/>
        </p:nvSpPr>
        <p:spPr>
          <a:xfrm>
            <a:off x="1322735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" name="data_7192">
            <a:extLst>
              <a:ext uri="{FF2B5EF4-FFF2-40B4-BE49-F238E27FC236}">
                <a16:creationId xmlns:a16="http://schemas.microsoft.com/office/drawing/2014/main" id="{8E4575FF-7244-4764-A72D-5272AE16E5E7}"/>
              </a:ext>
            </a:extLst>
          </p:cNvPr>
          <p:cNvSpPr>
            <a:spLocks/>
          </p:cNvSpPr>
          <p:nvPr/>
        </p:nvSpPr>
        <p:spPr>
          <a:xfrm>
            <a:off x="140364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" name="data_7193">
            <a:extLst>
              <a:ext uri="{FF2B5EF4-FFF2-40B4-BE49-F238E27FC236}">
                <a16:creationId xmlns:a16="http://schemas.microsoft.com/office/drawing/2014/main" id="{CA735DAA-6A0B-42BC-A60A-5A8DF5FC34D4}"/>
              </a:ext>
            </a:extLst>
          </p:cNvPr>
          <p:cNvSpPr>
            <a:spLocks/>
          </p:cNvSpPr>
          <p:nvPr/>
        </p:nvSpPr>
        <p:spPr>
          <a:xfrm>
            <a:off x="13484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" name="data_7194">
            <a:extLst>
              <a:ext uri="{FF2B5EF4-FFF2-40B4-BE49-F238E27FC236}">
                <a16:creationId xmlns:a16="http://schemas.microsoft.com/office/drawing/2014/main" id="{886E8FA7-6EB0-4840-ACCE-1636AEC9A5C1}"/>
              </a:ext>
            </a:extLst>
          </p:cNvPr>
          <p:cNvSpPr>
            <a:spLocks/>
          </p:cNvSpPr>
          <p:nvPr/>
        </p:nvSpPr>
        <p:spPr>
          <a:xfrm>
            <a:off x="13059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" name="data_7195">
            <a:extLst>
              <a:ext uri="{FF2B5EF4-FFF2-40B4-BE49-F238E27FC236}">
                <a16:creationId xmlns:a16="http://schemas.microsoft.com/office/drawing/2014/main" id="{65C5EDD0-D818-4333-B53B-AE11B7FCE23C}"/>
              </a:ext>
            </a:extLst>
          </p:cNvPr>
          <p:cNvSpPr>
            <a:spLocks/>
          </p:cNvSpPr>
          <p:nvPr/>
        </p:nvSpPr>
        <p:spPr>
          <a:xfrm>
            <a:off x="13248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" name="data_7196">
            <a:extLst>
              <a:ext uri="{FF2B5EF4-FFF2-40B4-BE49-F238E27FC236}">
                <a16:creationId xmlns:a16="http://schemas.microsoft.com/office/drawing/2014/main" id="{3D7C5C3C-058C-4577-B1C7-AC2333DD8DB1}"/>
              </a:ext>
            </a:extLst>
          </p:cNvPr>
          <p:cNvSpPr>
            <a:spLocks/>
          </p:cNvSpPr>
          <p:nvPr/>
        </p:nvSpPr>
        <p:spPr>
          <a:xfrm>
            <a:off x="1396874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" name="data_7197">
            <a:extLst>
              <a:ext uri="{FF2B5EF4-FFF2-40B4-BE49-F238E27FC236}">
                <a16:creationId xmlns:a16="http://schemas.microsoft.com/office/drawing/2014/main" id="{0A260AF5-764C-45BD-9142-EC7B969CC3FF}"/>
              </a:ext>
            </a:extLst>
          </p:cNvPr>
          <p:cNvSpPr>
            <a:spLocks/>
          </p:cNvSpPr>
          <p:nvPr/>
        </p:nvSpPr>
        <p:spPr>
          <a:xfrm>
            <a:off x="13722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" name="data_7198">
            <a:extLst>
              <a:ext uri="{FF2B5EF4-FFF2-40B4-BE49-F238E27FC236}">
                <a16:creationId xmlns:a16="http://schemas.microsoft.com/office/drawing/2014/main" id="{25C627D6-DFF4-47C8-A0DA-E2EDF90B65C9}"/>
              </a:ext>
            </a:extLst>
          </p:cNvPr>
          <p:cNvSpPr>
            <a:spLocks/>
          </p:cNvSpPr>
          <p:nvPr/>
        </p:nvSpPr>
        <p:spPr>
          <a:xfrm>
            <a:off x="1396352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" name="data_7199">
            <a:extLst>
              <a:ext uri="{FF2B5EF4-FFF2-40B4-BE49-F238E27FC236}">
                <a16:creationId xmlns:a16="http://schemas.microsoft.com/office/drawing/2014/main" id="{472F47B7-2991-493C-93B0-2F9696BEF47C}"/>
              </a:ext>
            </a:extLst>
          </p:cNvPr>
          <p:cNvSpPr>
            <a:spLocks/>
          </p:cNvSpPr>
          <p:nvPr/>
        </p:nvSpPr>
        <p:spPr>
          <a:xfrm>
            <a:off x="13138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" name="data_7200">
            <a:extLst>
              <a:ext uri="{FF2B5EF4-FFF2-40B4-BE49-F238E27FC236}">
                <a16:creationId xmlns:a16="http://schemas.microsoft.com/office/drawing/2014/main" id="{21013AB6-66DD-4495-BF3B-30F1F4A89840}"/>
              </a:ext>
            </a:extLst>
          </p:cNvPr>
          <p:cNvSpPr>
            <a:spLocks/>
          </p:cNvSpPr>
          <p:nvPr/>
        </p:nvSpPr>
        <p:spPr>
          <a:xfrm>
            <a:off x="1338370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" name="data_7201">
            <a:extLst>
              <a:ext uri="{FF2B5EF4-FFF2-40B4-BE49-F238E27FC236}">
                <a16:creationId xmlns:a16="http://schemas.microsoft.com/office/drawing/2014/main" id="{FB081D5E-2986-4495-BD30-4D67F909F235}"/>
              </a:ext>
            </a:extLst>
          </p:cNvPr>
          <p:cNvSpPr>
            <a:spLocks/>
          </p:cNvSpPr>
          <p:nvPr/>
        </p:nvSpPr>
        <p:spPr>
          <a:xfrm>
            <a:off x="1397264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" name="data_7202">
            <a:extLst>
              <a:ext uri="{FF2B5EF4-FFF2-40B4-BE49-F238E27FC236}">
                <a16:creationId xmlns:a16="http://schemas.microsoft.com/office/drawing/2014/main" id="{4E1E7729-9F65-493E-B49C-31CCEE77C8F5}"/>
              </a:ext>
            </a:extLst>
          </p:cNvPr>
          <p:cNvSpPr>
            <a:spLocks/>
          </p:cNvSpPr>
          <p:nvPr/>
        </p:nvSpPr>
        <p:spPr>
          <a:xfrm>
            <a:off x="139739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" name="data_7203">
            <a:extLst>
              <a:ext uri="{FF2B5EF4-FFF2-40B4-BE49-F238E27FC236}">
                <a16:creationId xmlns:a16="http://schemas.microsoft.com/office/drawing/2014/main" id="{217BCBF4-2D51-4C22-9574-D21538747BAF}"/>
              </a:ext>
            </a:extLst>
          </p:cNvPr>
          <p:cNvSpPr>
            <a:spLocks/>
          </p:cNvSpPr>
          <p:nvPr/>
        </p:nvSpPr>
        <p:spPr>
          <a:xfrm>
            <a:off x="13893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" name="data_7204">
            <a:extLst>
              <a:ext uri="{FF2B5EF4-FFF2-40B4-BE49-F238E27FC236}">
                <a16:creationId xmlns:a16="http://schemas.microsoft.com/office/drawing/2014/main" id="{1A6D0CFB-AFEB-4EE9-A67F-815750143A5B}"/>
              </a:ext>
            </a:extLst>
          </p:cNvPr>
          <p:cNvSpPr>
            <a:spLocks/>
          </p:cNvSpPr>
          <p:nvPr/>
        </p:nvSpPr>
        <p:spPr>
          <a:xfrm>
            <a:off x="140078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" name="data_7205">
            <a:extLst>
              <a:ext uri="{FF2B5EF4-FFF2-40B4-BE49-F238E27FC236}">
                <a16:creationId xmlns:a16="http://schemas.microsoft.com/office/drawing/2014/main" id="{472CF94B-B622-448E-A292-B105371FC05C}"/>
              </a:ext>
            </a:extLst>
          </p:cNvPr>
          <p:cNvSpPr>
            <a:spLocks/>
          </p:cNvSpPr>
          <p:nvPr/>
        </p:nvSpPr>
        <p:spPr>
          <a:xfrm>
            <a:off x="1325862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" name="data_7206">
            <a:extLst>
              <a:ext uri="{FF2B5EF4-FFF2-40B4-BE49-F238E27FC236}">
                <a16:creationId xmlns:a16="http://schemas.microsoft.com/office/drawing/2014/main" id="{B4DA6494-9CD5-445D-B011-07490B9E9E24}"/>
              </a:ext>
            </a:extLst>
          </p:cNvPr>
          <p:cNvSpPr>
            <a:spLocks/>
          </p:cNvSpPr>
          <p:nvPr/>
        </p:nvSpPr>
        <p:spPr>
          <a:xfrm>
            <a:off x="13061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" name="data_7207">
            <a:extLst>
              <a:ext uri="{FF2B5EF4-FFF2-40B4-BE49-F238E27FC236}">
                <a16:creationId xmlns:a16="http://schemas.microsoft.com/office/drawing/2014/main" id="{FD333253-7B68-45F4-8E7B-8E4504641682}"/>
              </a:ext>
            </a:extLst>
          </p:cNvPr>
          <p:cNvSpPr>
            <a:spLocks/>
          </p:cNvSpPr>
          <p:nvPr/>
        </p:nvSpPr>
        <p:spPr>
          <a:xfrm>
            <a:off x="138202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" name="data_7208">
            <a:extLst>
              <a:ext uri="{FF2B5EF4-FFF2-40B4-BE49-F238E27FC236}">
                <a16:creationId xmlns:a16="http://schemas.microsoft.com/office/drawing/2014/main" id="{7D6C78EB-2784-4CB1-8786-F93C4219F1D6}"/>
              </a:ext>
            </a:extLst>
          </p:cNvPr>
          <p:cNvSpPr>
            <a:spLocks/>
          </p:cNvSpPr>
          <p:nvPr/>
        </p:nvSpPr>
        <p:spPr>
          <a:xfrm>
            <a:off x="13000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" name="data_7209">
            <a:extLst>
              <a:ext uri="{FF2B5EF4-FFF2-40B4-BE49-F238E27FC236}">
                <a16:creationId xmlns:a16="http://schemas.microsoft.com/office/drawing/2014/main" id="{A563BA24-E680-4810-A6CB-745C48D6F742}"/>
              </a:ext>
            </a:extLst>
          </p:cNvPr>
          <p:cNvSpPr>
            <a:spLocks/>
          </p:cNvSpPr>
          <p:nvPr/>
        </p:nvSpPr>
        <p:spPr>
          <a:xfrm>
            <a:off x="13082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" name="data_7210">
            <a:extLst>
              <a:ext uri="{FF2B5EF4-FFF2-40B4-BE49-F238E27FC236}">
                <a16:creationId xmlns:a16="http://schemas.microsoft.com/office/drawing/2014/main" id="{EF71D606-97A0-47D1-BDD8-93C00282594D}"/>
              </a:ext>
            </a:extLst>
          </p:cNvPr>
          <p:cNvSpPr>
            <a:spLocks/>
          </p:cNvSpPr>
          <p:nvPr/>
        </p:nvSpPr>
        <p:spPr>
          <a:xfrm>
            <a:off x="13852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" name="data_7211">
            <a:extLst>
              <a:ext uri="{FF2B5EF4-FFF2-40B4-BE49-F238E27FC236}">
                <a16:creationId xmlns:a16="http://schemas.microsoft.com/office/drawing/2014/main" id="{0CC3A8AA-829D-4137-A20E-80241EAE06DC}"/>
              </a:ext>
            </a:extLst>
          </p:cNvPr>
          <p:cNvSpPr>
            <a:spLocks/>
          </p:cNvSpPr>
          <p:nvPr/>
        </p:nvSpPr>
        <p:spPr>
          <a:xfrm>
            <a:off x="13012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" name="data_7212">
            <a:extLst>
              <a:ext uri="{FF2B5EF4-FFF2-40B4-BE49-F238E27FC236}">
                <a16:creationId xmlns:a16="http://schemas.microsoft.com/office/drawing/2014/main" id="{396846C0-5E66-4A60-926F-AA42BFFE6AA2}"/>
              </a:ext>
            </a:extLst>
          </p:cNvPr>
          <p:cNvSpPr>
            <a:spLocks/>
          </p:cNvSpPr>
          <p:nvPr/>
        </p:nvSpPr>
        <p:spPr>
          <a:xfrm>
            <a:off x="14102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" name="data_7213">
            <a:extLst>
              <a:ext uri="{FF2B5EF4-FFF2-40B4-BE49-F238E27FC236}">
                <a16:creationId xmlns:a16="http://schemas.microsoft.com/office/drawing/2014/main" id="{666BB85D-FADA-439D-B0A0-4198CACDB75C}"/>
              </a:ext>
            </a:extLst>
          </p:cNvPr>
          <p:cNvSpPr>
            <a:spLocks/>
          </p:cNvSpPr>
          <p:nvPr/>
        </p:nvSpPr>
        <p:spPr>
          <a:xfrm>
            <a:off x="139035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" name="data_7214">
            <a:extLst>
              <a:ext uri="{FF2B5EF4-FFF2-40B4-BE49-F238E27FC236}">
                <a16:creationId xmlns:a16="http://schemas.microsoft.com/office/drawing/2014/main" id="{C9BE06EB-CA3E-45E9-9A85-84127A214080}"/>
              </a:ext>
            </a:extLst>
          </p:cNvPr>
          <p:cNvSpPr>
            <a:spLocks/>
          </p:cNvSpPr>
          <p:nvPr/>
        </p:nvSpPr>
        <p:spPr>
          <a:xfrm>
            <a:off x="134319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" name="data_7215">
            <a:extLst>
              <a:ext uri="{FF2B5EF4-FFF2-40B4-BE49-F238E27FC236}">
                <a16:creationId xmlns:a16="http://schemas.microsoft.com/office/drawing/2014/main" id="{5C9D30D5-78A5-4FFB-9F58-963D51D36641}"/>
              </a:ext>
            </a:extLst>
          </p:cNvPr>
          <p:cNvSpPr>
            <a:spLocks/>
          </p:cNvSpPr>
          <p:nvPr/>
        </p:nvSpPr>
        <p:spPr>
          <a:xfrm>
            <a:off x="13211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" name="data_7216">
            <a:extLst>
              <a:ext uri="{FF2B5EF4-FFF2-40B4-BE49-F238E27FC236}">
                <a16:creationId xmlns:a16="http://schemas.microsoft.com/office/drawing/2014/main" id="{53E94FB5-6EB4-45A9-8F12-6107FAF672B4}"/>
              </a:ext>
            </a:extLst>
          </p:cNvPr>
          <p:cNvSpPr>
            <a:spLocks/>
          </p:cNvSpPr>
          <p:nvPr/>
        </p:nvSpPr>
        <p:spPr>
          <a:xfrm>
            <a:off x="1408340" y="31405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" name="data_7217">
            <a:extLst>
              <a:ext uri="{FF2B5EF4-FFF2-40B4-BE49-F238E27FC236}">
                <a16:creationId xmlns:a16="http://schemas.microsoft.com/office/drawing/2014/main" id="{9AF8812B-2417-4BFA-AF7B-E9B9EEAED375}"/>
              </a:ext>
            </a:extLst>
          </p:cNvPr>
          <p:cNvSpPr>
            <a:spLocks/>
          </p:cNvSpPr>
          <p:nvPr/>
        </p:nvSpPr>
        <p:spPr>
          <a:xfrm>
            <a:off x="141394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" name="data_7218">
            <a:extLst>
              <a:ext uri="{FF2B5EF4-FFF2-40B4-BE49-F238E27FC236}">
                <a16:creationId xmlns:a16="http://schemas.microsoft.com/office/drawing/2014/main" id="{1BCDD48F-B33C-4A22-B835-813CC5E59DE1}"/>
              </a:ext>
            </a:extLst>
          </p:cNvPr>
          <p:cNvSpPr>
            <a:spLocks/>
          </p:cNvSpPr>
          <p:nvPr/>
        </p:nvSpPr>
        <p:spPr>
          <a:xfrm>
            <a:off x="13666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" name="data_7219">
            <a:extLst>
              <a:ext uri="{FF2B5EF4-FFF2-40B4-BE49-F238E27FC236}">
                <a16:creationId xmlns:a16="http://schemas.microsoft.com/office/drawing/2014/main" id="{B2BE6013-12AB-4951-90EA-FEF9C54A40C6}"/>
              </a:ext>
            </a:extLst>
          </p:cNvPr>
          <p:cNvSpPr>
            <a:spLocks/>
          </p:cNvSpPr>
          <p:nvPr/>
        </p:nvSpPr>
        <p:spPr>
          <a:xfrm>
            <a:off x="13963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" name="data_7220">
            <a:extLst>
              <a:ext uri="{FF2B5EF4-FFF2-40B4-BE49-F238E27FC236}">
                <a16:creationId xmlns:a16="http://schemas.microsoft.com/office/drawing/2014/main" id="{52052DC9-7365-401C-B6AB-2C01AB325286}"/>
              </a:ext>
            </a:extLst>
          </p:cNvPr>
          <p:cNvSpPr>
            <a:spLocks/>
          </p:cNvSpPr>
          <p:nvPr/>
        </p:nvSpPr>
        <p:spPr>
          <a:xfrm>
            <a:off x="130501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" name="data_7221">
            <a:extLst>
              <a:ext uri="{FF2B5EF4-FFF2-40B4-BE49-F238E27FC236}">
                <a16:creationId xmlns:a16="http://schemas.microsoft.com/office/drawing/2014/main" id="{7B2D2D6A-8876-4F5B-B67B-1D1CFAA817B6}"/>
              </a:ext>
            </a:extLst>
          </p:cNvPr>
          <p:cNvSpPr>
            <a:spLocks/>
          </p:cNvSpPr>
          <p:nvPr/>
        </p:nvSpPr>
        <p:spPr>
          <a:xfrm>
            <a:off x="13417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" name="data_7222">
            <a:extLst>
              <a:ext uri="{FF2B5EF4-FFF2-40B4-BE49-F238E27FC236}">
                <a16:creationId xmlns:a16="http://schemas.microsoft.com/office/drawing/2014/main" id="{59AC28DA-27FA-4154-9E1B-15159443E2BF}"/>
              </a:ext>
            </a:extLst>
          </p:cNvPr>
          <p:cNvSpPr>
            <a:spLocks/>
          </p:cNvSpPr>
          <p:nvPr/>
        </p:nvSpPr>
        <p:spPr>
          <a:xfrm>
            <a:off x="1388274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" name="data_7223">
            <a:extLst>
              <a:ext uri="{FF2B5EF4-FFF2-40B4-BE49-F238E27FC236}">
                <a16:creationId xmlns:a16="http://schemas.microsoft.com/office/drawing/2014/main" id="{C1B1B756-5345-4C4A-83EC-9AA96E4A5B7F}"/>
              </a:ext>
            </a:extLst>
          </p:cNvPr>
          <p:cNvSpPr>
            <a:spLocks/>
          </p:cNvSpPr>
          <p:nvPr/>
        </p:nvSpPr>
        <p:spPr>
          <a:xfrm>
            <a:off x="12970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" name="data_7224">
            <a:extLst>
              <a:ext uri="{FF2B5EF4-FFF2-40B4-BE49-F238E27FC236}">
                <a16:creationId xmlns:a16="http://schemas.microsoft.com/office/drawing/2014/main" id="{5A3FB372-2179-48CC-8E31-FA8949BB472A}"/>
              </a:ext>
            </a:extLst>
          </p:cNvPr>
          <p:cNvSpPr>
            <a:spLocks/>
          </p:cNvSpPr>
          <p:nvPr/>
        </p:nvSpPr>
        <p:spPr>
          <a:xfrm>
            <a:off x="129237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" name="data_7225">
            <a:extLst>
              <a:ext uri="{FF2B5EF4-FFF2-40B4-BE49-F238E27FC236}">
                <a16:creationId xmlns:a16="http://schemas.microsoft.com/office/drawing/2014/main" id="{DCA9F562-BA12-4617-99A7-CC176686918D}"/>
              </a:ext>
            </a:extLst>
          </p:cNvPr>
          <p:cNvSpPr>
            <a:spLocks/>
          </p:cNvSpPr>
          <p:nvPr/>
        </p:nvSpPr>
        <p:spPr>
          <a:xfrm>
            <a:off x="136938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" name="data_7226">
            <a:extLst>
              <a:ext uri="{FF2B5EF4-FFF2-40B4-BE49-F238E27FC236}">
                <a16:creationId xmlns:a16="http://schemas.microsoft.com/office/drawing/2014/main" id="{169A03C3-1FF4-4CC5-826F-A734196A6898}"/>
              </a:ext>
            </a:extLst>
          </p:cNvPr>
          <p:cNvSpPr>
            <a:spLocks/>
          </p:cNvSpPr>
          <p:nvPr/>
        </p:nvSpPr>
        <p:spPr>
          <a:xfrm>
            <a:off x="1407558" y="3192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" name="data_7227">
            <a:extLst>
              <a:ext uri="{FF2B5EF4-FFF2-40B4-BE49-F238E27FC236}">
                <a16:creationId xmlns:a16="http://schemas.microsoft.com/office/drawing/2014/main" id="{F5A533C2-8E53-4754-BDC1-BEF0E5EC7E1F}"/>
              </a:ext>
            </a:extLst>
          </p:cNvPr>
          <p:cNvSpPr>
            <a:spLocks/>
          </p:cNvSpPr>
          <p:nvPr/>
        </p:nvSpPr>
        <p:spPr>
          <a:xfrm>
            <a:off x="128664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" name="data_7228">
            <a:extLst>
              <a:ext uri="{FF2B5EF4-FFF2-40B4-BE49-F238E27FC236}">
                <a16:creationId xmlns:a16="http://schemas.microsoft.com/office/drawing/2014/main" id="{34E4C7D6-0490-440C-99E1-C308577490C7}"/>
              </a:ext>
            </a:extLst>
          </p:cNvPr>
          <p:cNvSpPr>
            <a:spLocks/>
          </p:cNvSpPr>
          <p:nvPr/>
        </p:nvSpPr>
        <p:spPr>
          <a:xfrm>
            <a:off x="13375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" name="data_7229">
            <a:extLst>
              <a:ext uri="{FF2B5EF4-FFF2-40B4-BE49-F238E27FC236}">
                <a16:creationId xmlns:a16="http://schemas.microsoft.com/office/drawing/2014/main" id="{64BF4974-69E5-4CC5-B585-F1C0EA12D024}"/>
              </a:ext>
            </a:extLst>
          </p:cNvPr>
          <p:cNvSpPr>
            <a:spLocks/>
          </p:cNvSpPr>
          <p:nvPr/>
        </p:nvSpPr>
        <p:spPr>
          <a:xfrm>
            <a:off x="13794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" name="data_7230">
            <a:extLst>
              <a:ext uri="{FF2B5EF4-FFF2-40B4-BE49-F238E27FC236}">
                <a16:creationId xmlns:a16="http://schemas.microsoft.com/office/drawing/2014/main" id="{E4506346-7E28-43A9-842F-8428712E9039}"/>
              </a:ext>
            </a:extLst>
          </p:cNvPr>
          <p:cNvSpPr>
            <a:spLocks/>
          </p:cNvSpPr>
          <p:nvPr/>
        </p:nvSpPr>
        <p:spPr>
          <a:xfrm>
            <a:off x="13403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" name="data_7231">
            <a:extLst>
              <a:ext uri="{FF2B5EF4-FFF2-40B4-BE49-F238E27FC236}">
                <a16:creationId xmlns:a16="http://schemas.microsoft.com/office/drawing/2014/main" id="{2C753B84-7C66-40A5-8E16-ED07D41C9F31}"/>
              </a:ext>
            </a:extLst>
          </p:cNvPr>
          <p:cNvSpPr>
            <a:spLocks/>
          </p:cNvSpPr>
          <p:nvPr/>
        </p:nvSpPr>
        <p:spPr>
          <a:xfrm>
            <a:off x="1318305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" name="data_7232">
            <a:extLst>
              <a:ext uri="{FF2B5EF4-FFF2-40B4-BE49-F238E27FC236}">
                <a16:creationId xmlns:a16="http://schemas.microsoft.com/office/drawing/2014/main" id="{F04D8183-C68D-4130-B80F-ABA7DF686549}"/>
              </a:ext>
            </a:extLst>
          </p:cNvPr>
          <p:cNvSpPr>
            <a:spLocks/>
          </p:cNvSpPr>
          <p:nvPr/>
        </p:nvSpPr>
        <p:spPr>
          <a:xfrm>
            <a:off x="13688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" name="data_7233">
            <a:extLst>
              <a:ext uri="{FF2B5EF4-FFF2-40B4-BE49-F238E27FC236}">
                <a16:creationId xmlns:a16="http://schemas.microsoft.com/office/drawing/2014/main" id="{FCA84310-4AC9-43F5-9B65-A760B1456FFD}"/>
              </a:ext>
            </a:extLst>
          </p:cNvPr>
          <p:cNvSpPr>
            <a:spLocks/>
          </p:cNvSpPr>
          <p:nvPr/>
        </p:nvSpPr>
        <p:spPr>
          <a:xfrm>
            <a:off x="13646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" name="data_7234">
            <a:extLst>
              <a:ext uri="{FF2B5EF4-FFF2-40B4-BE49-F238E27FC236}">
                <a16:creationId xmlns:a16="http://schemas.microsoft.com/office/drawing/2014/main" id="{4A430066-BDA2-46EA-BFB5-253FFC3D8301}"/>
              </a:ext>
            </a:extLst>
          </p:cNvPr>
          <p:cNvSpPr>
            <a:spLocks/>
          </p:cNvSpPr>
          <p:nvPr/>
        </p:nvSpPr>
        <p:spPr>
          <a:xfrm>
            <a:off x="134892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" name="data_7235">
            <a:extLst>
              <a:ext uri="{FF2B5EF4-FFF2-40B4-BE49-F238E27FC236}">
                <a16:creationId xmlns:a16="http://schemas.microsoft.com/office/drawing/2014/main" id="{6FF4EAB6-54BD-43E8-9EE8-5DF4CD3A2D46}"/>
              </a:ext>
            </a:extLst>
          </p:cNvPr>
          <p:cNvSpPr>
            <a:spLocks/>
          </p:cNvSpPr>
          <p:nvPr/>
        </p:nvSpPr>
        <p:spPr>
          <a:xfrm>
            <a:off x="13615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" name="data_7236">
            <a:extLst>
              <a:ext uri="{FF2B5EF4-FFF2-40B4-BE49-F238E27FC236}">
                <a16:creationId xmlns:a16="http://schemas.microsoft.com/office/drawing/2014/main" id="{F14A158D-C9E4-422C-A01C-D61875524E16}"/>
              </a:ext>
            </a:extLst>
          </p:cNvPr>
          <p:cNvSpPr>
            <a:spLocks/>
          </p:cNvSpPr>
          <p:nvPr/>
        </p:nvSpPr>
        <p:spPr>
          <a:xfrm>
            <a:off x="13241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9" name="data_7237">
            <a:extLst>
              <a:ext uri="{FF2B5EF4-FFF2-40B4-BE49-F238E27FC236}">
                <a16:creationId xmlns:a16="http://schemas.microsoft.com/office/drawing/2014/main" id="{FCE4D3BC-5008-421D-8475-71A10424DE38}"/>
              </a:ext>
            </a:extLst>
          </p:cNvPr>
          <p:cNvSpPr>
            <a:spLocks/>
          </p:cNvSpPr>
          <p:nvPr/>
        </p:nvSpPr>
        <p:spPr>
          <a:xfrm>
            <a:off x="13533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0" name="data_7238">
            <a:extLst>
              <a:ext uri="{FF2B5EF4-FFF2-40B4-BE49-F238E27FC236}">
                <a16:creationId xmlns:a16="http://schemas.microsoft.com/office/drawing/2014/main" id="{4951AB2A-8A4F-427C-A9EF-D6BEFA615AE5}"/>
              </a:ext>
            </a:extLst>
          </p:cNvPr>
          <p:cNvSpPr>
            <a:spLocks/>
          </p:cNvSpPr>
          <p:nvPr/>
        </p:nvSpPr>
        <p:spPr>
          <a:xfrm>
            <a:off x="132547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1" name="data_7239">
            <a:extLst>
              <a:ext uri="{FF2B5EF4-FFF2-40B4-BE49-F238E27FC236}">
                <a16:creationId xmlns:a16="http://schemas.microsoft.com/office/drawing/2014/main" id="{FCAD922E-A95E-4D2F-976F-A7A92598B99A}"/>
              </a:ext>
            </a:extLst>
          </p:cNvPr>
          <p:cNvSpPr>
            <a:spLocks/>
          </p:cNvSpPr>
          <p:nvPr/>
        </p:nvSpPr>
        <p:spPr>
          <a:xfrm>
            <a:off x="133693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" name="data_7240">
            <a:extLst>
              <a:ext uri="{FF2B5EF4-FFF2-40B4-BE49-F238E27FC236}">
                <a16:creationId xmlns:a16="http://schemas.microsoft.com/office/drawing/2014/main" id="{6F35DF85-78A5-4C6C-AF75-8FEC20C5086E}"/>
              </a:ext>
            </a:extLst>
          </p:cNvPr>
          <p:cNvSpPr>
            <a:spLocks/>
          </p:cNvSpPr>
          <p:nvPr/>
        </p:nvSpPr>
        <p:spPr>
          <a:xfrm>
            <a:off x="139322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" name="data_7241">
            <a:extLst>
              <a:ext uri="{FF2B5EF4-FFF2-40B4-BE49-F238E27FC236}">
                <a16:creationId xmlns:a16="http://schemas.microsoft.com/office/drawing/2014/main" id="{B772B90C-36CA-4828-A30B-EA305081BFFB}"/>
              </a:ext>
            </a:extLst>
          </p:cNvPr>
          <p:cNvSpPr>
            <a:spLocks/>
          </p:cNvSpPr>
          <p:nvPr/>
        </p:nvSpPr>
        <p:spPr>
          <a:xfrm>
            <a:off x="13009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" name="data_7242">
            <a:extLst>
              <a:ext uri="{FF2B5EF4-FFF2-40B4-BE49-F238E27FC236}">
                <a16:creationId xmlns:a16="http://schemas.microsoft.com/office/drawing/2014/main" id="{A90BFFE2-B8ED-44A1-A726-9741690FE0D0}"/>
              </a:ext>
            </a:extLst>
          </p:cNvPr>
          <p:cNvSpPr>
            <a:spLocks/>
          </p:cNvSpPr>
          <p:nvPr/>
        </p:nvSpPr>
        <p:spPr>
          <a:xfrm>
            <a:off x="130696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" name="data_7243">
            <a:extLst>
              <a:ext uri="{FF2B5EF4-FFF2-40B4-BE49-F238E27FC236}">
                <a16:creationId xmlns:a16="http://schemas.microsoft.com/office/drawing/2014/main" id="{634CB5CE-1FF1-4B04-BB48-A9EDA6BB9069}"/>
              </a:ext>
            </a:extLst>
          </p:cNvPr>
          <p:cNvSpPr>
            <a:spLocks/>
          </p:cNvSpPr>
          <p:nvPr/>
        </p:nvSpPr>
        <p:spPr>
          <a:xfrm>
            <a:off x="136117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" name="data_7244">
            <a:extLst>
              <a:ext uri="{FF2B5EF4-FFF2-40B4-BE49-F238E27FC236}">
                <a16:creationId xmlns:a16="http://schemas.microsoft.com/office/drawing/2014/main" id="{A904395A-E848-42B6-9F94-FF014E0FE13E}"/>
              </a:ext>
            </a:extLst>
          </p:cNvPr>
          <p:cNvSpPr>
            <a:spLocks/>
          </p:cNvSpPr>
          <p:nvPr/>
        </p:nvSpPr>
        <p:spPr>
          <a:xfrm>
            <a:off x="13600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" name="data_7245">
            <a:extLst>
              <a:ext uri="{FF2B5EF4-FFF2-40B4-BE49-F238E27FC236}">
                <a16:creationId xmlns:a16="http://schemas.microsoft.com/office/drawing/2014/main" id="{D7F029D8-A61C-4DF3-A400-F1A236F9EA14}"/>
              </a:ext>
            </a:extLst>
          </p:cNvPr>
          <p:cNvSpPr>
            <a:spLocks/>
          </p:cNvSpPr>
          <p:nvPr/>
        </p:nvSpPr>
        <p:spPr>
          <a:xfrm>
            <a:off x="14023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" name="data_7246">
            <a:extLst>
              <a:ext uri="{FF2B5EF4-FFF2-40B4-BE49-F238E27FC236}">
                <a16:creationId xmlns:a16="http://schemas.microsoft.com/office/drawing/2014/main" id="{7F4BAD97-7B70-46FF-84F9-FBFE4FEA5403}"/>
              </a:ext>
            </a:extLst>
          </p:cNvPr>
          <p:cNvSpPr>
            <a:spLocks/>
          </p:cNvSpPr>
          <p:nvPr/>
        </p:nvSpPr>
        <p:spPr>
          <a:xfrm>
            <a:off x="138267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" name="data_7247">
            <a:extLst>
              <a:ext uri="{FF2B5EF4-FFF2-40B4-BE49-F238E27FC236}">
                <a16:creationId xmlns:a16="http://schemas.microsoft.com/office/drawing/2014/main" id="{97D9B830-9107-4EA7-B334-6BE560F01CDB}"/>
              </a:ext>
            </a:extLst>
          </p:cNvPr>
          <p:cNvSpPr>
            <a:spLocks/>
          </p:cNvSpPr>
          <p:nvPr/>
        </p:nvSpPr>
        <p:spPr>
          <a:xfrm>
            <a:off x="13022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" name="data_7248">
            <a:extLst>
              <a:ext uri="{FF2B5EF4-FFF2-40B4-BE49-F238E27FC236}">
                <a16:creationId xmlns:a16="http://schemas.microsoft.com/office/drawing/2014/main" id="{035722AB-8E12-492E-9E23-755754674DA7}"/>
              </a:ext>
            </a:extLst>
          </p:cNvPr>
          <p:cNvSpPr>
            <a:spLocks/>
          </p:cNvSpPr>
          <p:nvPr/>
        </p:nvSpPr>
        <p:spPr>
          <a:xfrm>
            <a:off x="1321171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" name="data_7249">
            <a:extLst>
              <a:ext uri="{FF2B5EF4-FFF2-40B4-BE49-F238E27FC236}">
                <a16:creationId xmlns:a16="http://schemas.microsoft.com/office/drawing/2014/main" id="{3A506888-AA22-444A-9425-5E96B795F5E4}"/>
              </a:ext>
            </a:extLst>
          </p:cNvPr>
          <p:cNvSpPr>
            <a:spLocks/>
          </p:cNvSpPr>
          <p:nvPr/>
        </p:nvSpPr>
        <p:spPr>
          <a:xfrm>
            <a:off x="137289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" name="data_7250">
            <a:extLst>
              <a:ext uri="{FF2B5EF4-FFF2-40B4-BE49-F238E27FC236}">
                <a16:creationId xmlns:a16="http://schemas.microsoft.com/office/drawing/2014/main" id="{6BB4A6CF-0A27-4FD5-A1A2-4BB4FABFB36B}"/>
              </a:ext>
            </a:extLst>
          </p:cNvPr>
          <p:cNvSpPr>
            <a:spLocks/>
          </p:cNvSpPr>
          <p:nvPr/>
        </p:nvSpPr>
        <p:spPr>
          <a:xfrm>
            <a:off x="12947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" name="data_7251">
            <a:extLst>
              <a:ext uri="{FF2B5EF4-FFF2-40B4-BE49-F238E27FC236}">
                <a16:creationId xmlns:a16="http://schemas.microsoft.com/office/drawing/2014/main" id="{E193E747-5C67-4CBD-BCE6-0091F46A2E96}"/>
              </a:ext>
            </a:extLst>
          </p:cNvPr>
          <p:cNvSpPr>
            <a:spLocks/>
          </p:cNvSpPr>
          <p:nvPr/>
        </p:nvSpPr>
        <p:spPr>
          <a:xfrm>
            <a:off x="1385277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" name="data_7252">
            <a:extLst>
              <a:ext uri="{FF2B5EF4-FFF2-40B4-BE49-F238E27FC236}">
                <a16:creationId xmlns:a16="http://schemas.microsoft.com/office/drawing/2014/main" id="{2BFA1567-740E-4D3A-8BE3-7D9B55A43221}"/>
              </a:ext>
            </a:extLst>
          </p:cNvPr>
          <p:cNvSpPr>
            <a:spLocks/>
          </p:cNvSpPr>
          <p:nvPr/>
        </p:nvSpPr>
        <p:spPr>
          <a:xfrm>
            <a:off x="138970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" name="data_7253">
            <a:extLst>
              <a:ext uri="{FF2B5EF4-FFF2-40B4-BE49-F238E27FC236}">
                <a16:creationId xmlns:a16="http://schemas.microsoft.com/office/drawing/2014/main" id="{9DE4583D-B4F2-4856-B262-8CD790CE4C78}"/>
              </a:ext>
            </a:extLst>
          </p:cNvPr>
          <p:cNvSpPr>
            <a:spLocks/>
          </p:cNvSpPr>
          <p:nvPr/>
        </p:nvSpPr>
        <p:spPr>
          <a:xfrm>
            <a:off x="13758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" name="data_7254">
            <a:extLst>
              <a:ext uri="{FF2B5EF4-FFF2-40B4-BE49-F238E27FC236}">
                <a16:creationId xmlns:a16="http://schemas.microsoft.com/office/drawing/2014/main" id="{CF96CCF0-512A-4B96-9A71-B822F907FD53}"/>
              </a:ext>
            </a:extLst>
          </p:cNvPr>
          <p:cNvSpPr>
            <a:spLocks/>
          </p:cNvSpPr>
          <p:nvPr/>
        </p:nvSpPr>
        <p:spPr>
          <a:xfrm>
            <a:off x="13747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" name="data_7255">
            <a:extLst>
              <a:ext uri="{FF2B5EF4-FFF2-40B4-BE49-F238E27FC236}">
                <a16:creationId xmlns:a16="http://schemas.microsoft.com/office/drawing/2014/main" id="{4C841169-D50C-4E14-9026-251498BBA236}"/>
              </a:ext>
            </a:extLst>
          </p:cNvPr>
          <p:cNvSpPr>
            <a:spLocks/>
          </p:cNvSpPr>
          <p:nvPr/>
        </p:nvSpPr>
        <p:spPr>
          <a:xfrm>
            <a:off x="138032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" name="data_7256">
            <a:extLst>
              <a:ext uri="{FF2B5EF4-FFF2-40B4-BE49-F238E27FC236}">
                <a16:creationId xmlns:a16="http://schemas.microsoft.com/office/drawing/2014/main" id="{E2A01C8B-2DB0-4112-A853-869E385263EA}"/>
              </a:ext>
            </a:extLst>
          </p:cNvPr>
          <p:cNvSpPr>
            <a:spLocks/>
          </p:cNvSpPr>
          <p:nvPr/>
        </p:nvSpPr>
        <p:spPr>
          <a:xfrm>
            <a:off x="13557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" name="data_7257">
            <a:extLst>
              <a:ext uri="{FF2B5EF4-FFF2-40B4-BE49-F238E27FC236}">
                <a16:creationId xmlns:a16="http://schemas.microsoft.com/office/drawing/2014/main" id="{296EC6A4-0771-49BC-BBEF-1CDABD4DFF4B}"/>
              </a:ext>
            </a:extLst>
          </p:cNvPr>
          <p:cNvSpPr>
            <a:spLocks/>
          </p:cNvSpPr>
          <p:nvPr/>
        </p:nvSpPr>
        <p:spPr>
          <a:xfrm>
            <a:off x="12880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" name="data_7258">
            <a:extLst>
              <a:ext uri="{FF2B5EF4-FFF2-40B4-BE49-F238E27FC236}">
                <a16:creationId xmlns:a16="http://schemas.microsoft.com/office/drawing/2014/main" id="{C5DB4C2F-1F2A-48E3-9763-F00109278D30}"/>
              </a:ext>
            </a:extLst>
          </p:cNvPr>
          <p:cNvSpPr>
            <a:spLocks/>
          </p:cNvSpPr>
          <p:nvPr/>
        </p:nvSpPr>
        <p:spPr>
          <a:xfrm>
            <a:off x="135543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" name="data_7259">
            <a:extLst>
              <a:ext uri="{FF2B5EF4-FFF2-40B4-BE49-F238E27FC236}">
                <a16:creationId xmlns:a16="http://schemas.microsoft.com/office/drawing/2014/main" id="{A3B32348-0A1D-4F43-9938-468C596B7A42}"/>
              </a:ext>
            </a:extLst>
          </p:cNvPr>
          <p:cNvSpPr>
            <a:spLocks/>
          </p:cNvSpPr>
          <p:nvPr/>
        </p:nvSpPr>
        <p:spPr>
          <a:xfrm>
            <a:off x="13052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" name="data_7260">
            <a:extLst>
              <a:ext uri="{FF2B5EF4-FFF2-40B4-BE49-F238E27FC236}">
                <a16:creationId xmlns:a16="http://schemas.microsoft.com/office/drawing/2014/main" id="{8F8FEFA5-8467-4E38-95AA-3CFD8AD58A67}"/>
              </a:ext>
            </a:extLst>
          </p:cNvPr>
          <p:cNvSpPr>
            <a:spLocks/>
          </p:cNvSpPr>
          <p:nvPr/>
        </p:nvSpPr>
        <p:spPr>
          <a:xfrm>
            <a:off x="1375244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" name="data_7261">
            <a:extLst>
              <a:ext uri="{FF2B5EF4-FFF2-40B4-BE49-F238E27FC236}">
                <a16:creationId xmlns:a16="http://schemas.microsoft.com/office/drawing/2014/main" id="{4C75D074-D7E9-46E7-8A90-E9A03E8E98AB}"/>
              </a:ext>
            </a:extLst>
          </p:cNvPr>
          <p:cNvSpPr>
            <a:spLocks/>
          </p:cNvSpPr>
          <p:nvPr/>
        </p:nvSpPr>
        <p:spPr>
          <a:xfrm>
            <a:off x="139244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" name="data_7262">
            <a:extLst>
              <a:ext uri="{FF2B5EF4-FFF2-40B4-BE49-F238E27FC236}">
                <a16:creationId xmlns:a16="http://schemas.microsoft.com/office/drawing/2014/main" id="{F13F8BB4-AD3F-40C9-9D1D-480B34CF175B}"/>
              </a:ext>
            </a:extLst>
          </p:cNvPr>
          <p:cNvSpPr>
            <a:spLocks/>
          </p:cNvSpPr>
          <p:nvPr/>
        </p:nvSpPr>
        <p:spPr>
          <a:xfrm>
            <a:off x="130319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" name="data_7263">
            <a:extLst>
              <a:ext uri="{FF2B5EF4-FFF2-40B4-BE49-F238E27FC236}">
                <a16:creationId xmlns:a16="http://schemas.microsoft.com/office/drawing/2014/main" id="{1CAB572E-A764-413B-A46B-360D0CC7B02B}"/>
              </a:ext>
            </a:extLst>
          </p:cNvPr>
          <p:cNvSpPr>
            <a:spLocks/>
          </p:cNvSpPr>
          <p:nvPr/>
        </p:nvSpPr>
        <p:spPr>
          <a:xfrm>
            <a:off x="13764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" name="data_7264">
            <a:extLst>
              <a:ext uri="{FF2B5EF4-FFF2-40B4-BE49-F238E27FC236}">
                <a16:creationId xmlns:a16="http://schemas.microsoft.com/office/drawing/2014/main" id="{FD8525E8-AF41-490F-9101-6758CB38C975}"/>
              </a:ext>
            </a:extLst>
          </p:cNvPr>
          <p:cNvSpPr>
            <a:spLocks/>
          </p:cNvSpPr>
          <p:nvPr/>
        </p:nvSpPr>
        <p:spPr>
          <a:xfrm>
            <a:off x="13097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" name="data_7265">
            <a:extLst>
              <a:ext uri="{FF2B5EF4-FFF2-40B4-BE49-F238E27FC236}">
                <a16:creationId xmlns:a16="http://schemas.microsoft.com/office/drawing/2014/main" id="{DA55B353-7BC2-49E8-BD89-23D2237B5B7C}"/>
              </a:ext>
            </a:extLst>
          </p:cNvPr>
          <p:cNvSpPr>
            <a:spLocks/>
          </p:cNvSpPr>
          <p:nvPr/>
        </p:nvSpPr>
        <p:spPr>
          <a:xfrm>
            <a:off x="13154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" name="data_7266">
            <a:extLst>
              <a:ext uri="{FF2B5EF4-FFF2-40B4-BE49-F238E27FC236}">
                <a16:creationId xmlns:a16="http://schemas.microsoft.com/office/drawing/2014/main" id="{0DFF3162-5489-4D49-BD55-20DE64186F49}"/>
              </a:ext>
            </a:extLst>
          </p:cNvPr>
          <p:cNvSpPr>
            <a:spLocks/>
          </p:cNvSpPr>
          <p:nvPr/>
        </p:nvSpPr>
        <p:spPr>
          <a:xfrm>
            <a:off x="12999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" name="data_7267">
            <a:extLst>
              <a:ext uri="{FF2B5EF4-FFF2-40B4-BE49-F238E27FC236}">
                <a16:creationId xmlns:a16="http://schemas.microsoft.com/office/drawing/2014/main" id="{6D9D91D6-0E55-49EE-B285-23E0DB11F395}"/>
              </a:ext>
            </a:extLst>
          </p:cNvPr>
          <p:cNvSpPr>
            <a:spLocks/>
          </p:cNvSpPr>
          <p:nvPr/>
        </p:nvSpPr>
        <p:spPr>
          <a:xfrm>
            <a:off x="13749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" name="data_7268">
            <a:extLst>
              <a:ext uri="{FF2B5EF4-FFF2-40B4-BE49-F238E27FC236}">
                <a16:creationId xmlns:a16="http://schemas.microsoft.com/office/drawing/2014/main" id="{3A3A638A-EE1F-499F-9F56-03CBA1E561EB}"/>
              </a:ext>
            </a:extLst>
          </p:cNvPr>
          <p:cNvSpPr>
            <a:spLocks/>
          </p:cNvSpPr>
          <p:nvPr/>
        </p:nvSpPr>
        <p:spPr>
          <a:xfrm>
            <a:off x="14086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" name="data_7269">
            <a:extLst>
              <a:ext uri="{FF2B5EF4-FFF2-40B4-BE49-F238E27FC236}">
                <a16:creationId xmlns:a16="http://schemas.microsoft.com/office/drawing/2014/main" id="{0CDE2923-584F-47A9-B6B3-8BD1512C1F33}"/>
              </a:ext>
            </a:extLst>
          </p:cNvPr>
          <p:cNvSpPr>
            <a:spLocks/>
          </p:cNvSpPr>
          <p:nvPr/>
        </p:nvSpPr>
        <p:spPr>
          <a:xfrm>
            <a:off x="1414203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" name="data_7270">
            <a:extLst>
              <a:ext uri="{FF2B5EF4-FFF2-40B4-BE49-F238E27FC236}">
                <a16:creationId xmlns:a16="http://schemas.microsoft.com/office/drawing/2014/main" id="{A2D4E60F-C0B0-4213-B797-43613E22CC6A}"/>
              </a:ext>
            </a:extLst>
          </p:cNvPr>
          <p:cNvSpPr>
            <a:spLocks/>
          </p:cNvSpPr>
          <p:nvPr/>
        </p:nvSpPr>
        <p:spPr>
          <a:xfrm>
            <a:off x="133368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" name="data_7271">
            <a:extLst>
              <a:ext uri="{FF2B5EF4-FFF2-40B4-BE49-F238E27FC236}">
                <a16:creationId xmlns:a16="http://schemas.microsoft.com/office/drawing/2014/main" id="{8FF492CC-A177-48BD-88D5-A9C93AD6A656}"/>
              </a:ext>
            </a:extLst>
          </p:cNvPr>
          <p:cNvSpPr>
            <a:spLocks/>
          </p:cNvSpPr>
          <p:nvPr/>
        </p:nvSpPr>
        <p:spPr>
          <a:xfrm>
            <a:off x="13814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" name="data_7272">
            <a:extLst>
              <a:ext uri="{FF2B5EF4-FFF2-40B4-BE49-F238E27FC236}">
                <a16:creationId xmlns:a16="http://schemas.microsoft.com/office/drawing/2014/main" id="{9CC8AC62-9981-4CA3-B9CC-7618782C3246}"/>
              </a:ext>
            </a:extLst>
          </p:cNvPr>
          <p:cNvSpPr>
            <a:spLocks/>
          </p:cNvSpPr>
          <p:nvPr/>
        </p:nvSpPr>
        <p:spPr>
          <a:xfrm>
            <a:off x="14067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" name="data_7273">
            <a:extLst>
              <a:ext uri="{FF2B5EF4-FFF2-40B4-BE49-F238E27FC236}">
                <a16:creationId xmlns:a16="http://schemas.microsoft.com/office/drawing/2014/main" id="{AF0BC384-2AB9-4113-8E13-A1F1A977DE03}"/>
              </a:ext>
            </a:extLst>
          </p:cNvPr>
          <p:cNvSpPr>
            <a:spLocks/>
          </p:cNvSpPr>
          <p:nvPr/>
        </p:nvSpPr>
        <p:spPr>
          <a:xfrm>
            <a:off x="139140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" name="data_7274">
            <a:extLst>
              <a:ext uri="{FF2B5EF4-FFF2-40B4-BE49-F238E27FC236}">
                <a16:creationId xmlns:a16="http://schemas.microsoft.com/office/drawing/2014/main" id="{4524407D-BDAE-4DEE-A37B-AFF4A90A0917}"/>
              </a:ext>
            </a:extLst>
          </p:cNvPr>
          <p:cNvSpPr>
            <a:spLocks/>
          </p:cNvSpPr>
          <p:nvPr/>
        </p:nvSpPr>
        <p:spPr>
          <a:xfrm>
            <a:off x="13775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" name="data_7275">
            <a:extLst>
              <a:ext uri="{FF2B5EF4-FFF2-40B4-BE49-F238E27FC236}">
                <a16:creationId xmlns:a16="http://schemas.microsoft.com/office/drawing/2014/main" id="{E819F47C-490A-4743-853D-A8955FF03050}"/>
              </a:ext>
            </a:extLst>
          </p:cNvPr>
          <p:cNvSpPr>
            <a:spLocks/>
          </p:cNvSpPr>
          <p:nvPr/>
        </p:nvSpPr>
        <p:spPr>
          <a:xfrm>
            <a:off x="13456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" name="data_7276">
            <a:extLst>
              <a:ext uri="{FF2B5EF4-FFF2-40B4-BE49-F238E27FC236}">
                <a16:creationId xmlns:a16="http://schemas.microsoft.com/office/drawing/2014/main" id="{5DB4953E-1061-495F-B9DE-26C3B7B6B529}"/>
              </a:ext>
            </a:extLst>
          </p:cNvPr>
          <p:cNvSpPr>
            <a:spLocks/>
          </p:cNvSpPr>
          <p:nvPr/>
        </p:nvSpPr>
        <p:spPr>
          <a:xfrm>
            <a:off x="1341758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" name="data_7277">
            <a:extLst>
              <a:ext uri="{FF2B5EF4-FFF2-40B4-BE49-F238E27FC236}">
                <a16:creationId xmlns:a16="http://schemas.microsoft.com/office/drawing/2014/main" id="{AFFEB88B-4AA4-49D9-B510-4AB0CAB8C4BA}"/>
              </a:ext>
            </a:extLst>
          </p:cNvPr>
          <p:cNvSpPr>
            <a:spLocks/>
          </p:cNvSpPr>
          <p:nvPr/>
        </p:nvSpPr>
        <p:spPr>
          <a:xfrm>
            <a:off x="12983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" name="data_7278">
            <a:extLst>
              <a:ext uri="{FF2B5EF4-FFF2-40B4-BE49-F238E27FC236}">
                <a16:creationId xmlns:a16="http://schemas.microsoft.com/office/drawing/2014/main" id="{DC1D5B0B-51D6-4F06-8A9F-354C07BA7F5A}"/>
              </a:ext>
            </a:extLst>
          </p:cNvPr>
          <p:cNvSpPr>
            <a:spLocks/>
          </p:cNvSpPr>
          <p:nvPr/>
        </p:nvSpPr>
        <p:spPr>
          <a:xfrm>
            <a:off x="140716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" name="data_7279">
            <a:extLst>
              <a:ext uri="{FF2B5EF4-FFF2-40B4-BE49-F238E27FC236}">
                <a16:creationId xmlns:a16="http://schemas.microsoft.com/office/drawing/2014/main" id="{14C6D5FD-0FC5-4410-BCBE-3D2F2E2FABE0}"/>
              </a:ext>
            </a:extLst>
          </p:cNvPr>
          <p:cNvSpPr>
            <a:spLocks/>
          </p:cNvSpPr>
          <p:nvPr/>
        </p:nvSpPr>
        <p:spPr>
          <a:xfrm>
            <a:off x="13933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" name="data_7280">
            <a:extLst>
              <a:ext uri="{FF2B5EF4-FFF2-40B4-BE49-F238E27FC236}">
                <a16:creationId xmlns:a16="http://schemas.microsoft.com/office/drawing/2014/main" id="{10347B7E-1F58-4E9F-8729-F585B7C83C42}"/>
              </a:ext>
            </a:extLst>
          </p:cNvPr>
          <p:cNvSpPr>
            <a:spLocks/>
          </p:cNvSpPr>
          <p:nvPr/>
        </p:nvSpPr>
        <p:spPr>
          <a:xfrm>
            <a:off x="137368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" name="data_7281">
            <a:extLst>
              <a:ext uri="{FF2B5EF4-FFF2-40B4-BE49-F238E27FC236}">
                <a16:creationId xmlns:a16="http://schemas.microsoft.com/office/drawing/2014/main" id="{B06A1B73-974F-4713-88C7-A59EF1ABC14F}"/>
              </a:ext>
            </a:extLst>
          </p:cNvPr>
          <p:cNvSpPr>
            <a:spLocks/>
          </p:cNvSpPr>
          <p:nvPr/>
        </p:nvSpPr>
        <p:spPr>
          <a:xfrm>
            <a:off x="12938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" name="data_7282">
            <a:extLst>
              <a:ext uri="{FF2B5EF4-FFF2-40B4-BE49-F238E27FC236}">
                <a16:creationId xmlns:a16="http://schemas.microsoft.com/office/drawing/2014/main" id="{3C719AF0-A83D-42CA-ABA7-54BA58BD60D1}"/>
              </a:ext>
            </a:extLst>
          </p:cNvPr>
          <p:cNvSpPr>
            <a:spLocks/>
          </p:cNvSpPr>
          <p:nvPr/>
        </p:nvSpPr>
        <p:spPr>
          <a:xfrm>
            <a:off x="1306448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" name="data_7283">
            <a:extLst>
              <a:ext uri="{FF2B5EF4-FFF2-40B4-BE49-F238E27FC236}">
                <a16:creationId xmlns:a16="http://schemas.microsoft.com/office/drawing/2014/main" id="{3DE2DE65-F5FE-4112-8675-B757867AD86C}"/>
              </a:ext>
            </a:extLst>
          </p:cNvPr>
          <p:cNvSpPr>
            <a:spLocks/>
          </p:cNvSpPr>
          <p:nvPr/>
        </p:nvSpPr>
        <p:spPr>
          <a:xfrm>
            <a:off x="13190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" name="data_7284">
            <a:extLst>
              <a:ext uri="{FF2B5EF4-FFF2-40B4-BE49-F238E27FC236}">
                <a16:creationId xmlns:a16="http://schemas.microsoft.com/office/drawing/2014/main" id="{0E3ACCB4-EF2A-4420-9FE0-D6B006057D63}"/>
              </a:ext>
            </a:extLst>
          </p:cNvPr>
          <p:cNvSpPr>
            <a:spLocks/>
          </p:cNvSpPr>
          <p:nvPr/>
        </p:nvSpPr>
        <p:spPr>
          <a:xfrm>
            <a:off x="13749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" name="data_7285">
            <a:extLst>
              <a:ext uri="{FF2B5EF4-FFF2-40B4-BE49-F238E27FC236}">
                <a16:creationId xmlns:a16="http://schemas.microsoft.com/office/drawing/2014/main" id="{FB536E91-D58B-4E18-915A-B185099E7D46}"/>
              </a:ext>
            </a:extLst>
          </p:cNvPr>
          <p:cNvSpPr>
            <a:spLocks/>
          </p:cNvSpPr>
          <p:nvPr/>
        </p:nvSpPr>
        <p:spPr>
          <a:xfrm>
            <a:off x="136182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" name="data_7286">
            <a:extLst>
              <a:ext uri="{FF2B5EF4-FFF2-40B4-BE49-F238E27FC236}">
                <a16:creationId xmlns:a16="http://schemas.microsoft.com/office/drawing/2014/main" id="{0AF5CCAB-77E9-4CB7-8B4B-339CFFFFC011}"/>
              </a:ext>
            </a:extLst>
          </p:cNvPr>
          <p:cNvSpPr>
            <a:spLocks/>
          </p:cNvSpPr>
          <p:nvPr/>
        </p:nvSpPr>
        <p:spPr>
          <a:xfrm>
            <a:off x="131192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" name="data_7287">
            <a:extLst>
              <a:ext uri="{FF2B5EF4-FFF2-40B4-BE49-F238E27FC236}">
                <a16:creationId xmlns:a16="http://schemas.microsoft.com/office/drawing/2014/main" id="{A68DA907-9D9D-440D-A698-963787355887}"/>
              </a:ext>
            </a:extLst>
          </p:cNvPr>
          <p:cNvSpPr>
            <a:spLocks/>
          </p:cNvSpPr>
          <p:nvPr/>
        </p:nvSpPr>
        <p:spPr>
          <a:xfrm>
            <a:off x="133550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" name="data_7288">
            <a:extLst>
              <a:ext uri="{FF2B5EF4-FFF2-40B4-BE49-F238E27FC236}">
                <a16:creationId xmlns:a16="http://schemas.microsoft.com/office/drawing/2014/main" id="{565B4B8E-DFF2-402C-B249-46483DD926AD}"/>
              </a:ext>
            </a:extLst>
          </p:cNvPr>
          <p:cNvSpPr>
            <a:spLocks/>
          </p:cNvSpPr>
          <p:nvPr/>
        </p:nvSpPr>
        <p:spPr>
          <a:xfrm>
            <a:off x="1289379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" name="data_7289">
            <a:extLst>
              <a:ext uri="{FF2B5EF4-FFF2-40B4-BE49-F238E27FC236}">
                <a16:creationId xmlns:a16="http://schemas.microsoft.com/office/drawing/2014/main" id="{B1DDBE54-6CAE-493B-9488-EAA0C969A9B2}"/>
              </a:ext>
            </a:extLst>
          </p:cNvPr>
          <p:cNvSpPr>
            <a:spLocks/>
          </p:cNvSpPr>
          <p:nvPr/>
        </p:nvSpPr>
        <p:spPr>
          <a:xfrm>
            <a:off x="165929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" name="data_7290">
            <a:extLst>
              <a:ext uri="{FF2B5EF4-FFF2-40B4-BE49-F238E27FC236}">
                <a16:creationId xmlns:a16="http://schemas.microsoft.com/office/drawing/2014/main" id="{4493D3C6-406C-491C-9E84-F882E3E70600}"/>
              </a:ext>
            </a:extLst>
          </p:cNvPr>
          <p:cNvSpPr>
            <a:spLocks/>
          </p:cNvSpPr>
          <p:nvPr/>
        </p:nvSpPr>
        <p:spPr>
          <a:xfrm>
            <a:off x="1634281" y="27035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" name="data_7291">
            <a:extLst>
              <a:ext uri="{FF2B5EF4-FFF2-40B4-BE49-F238E27FC236}">
                <a16:creationId xmlns:a16="http://schemas.microsoft.com/office/drawing/2014/main" id="{02B98560-277E-4436-AE31-557AA78EC8D6}"/>
              </a:ext>
            </a:extLst>
          </p:cNvPr>
          <p:cNvSpPr>
            <a:spLocks/>
          </p:cNvSpPr>
          <p:nvPr/>
        </p:nvSpPr>
        <p:spPr>
          <a:xfrm>
            <a:off x="16546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" name="data_7292">
            <a:extLst>
              <a:ext uri="{FF2B5EF4-FFF2-40B4-BE49-F238E27FC236}">
                <a16:creationId xmlns:a16="http://schemas.microsoft.com/office/drawing/2014/main" id="{CE404369-9E45-4976-B3A2-5DDC57CFD185}"/>
              </a:ext>
            </a:extLst>
          </p:cNvPr>
          <p:cNvSpPr>
            <a:spLocks/>
          </p:cNvSpPr>
          <p:nvPr/>
        </p:nvSpPr>
        <p:spPr>
          <a:xfrm>
            <a:off x="16540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" name="data_7293">
            <a:extLst>
              <a:ext uri="{FF2B5EF4-FFF2-40B4-BE49-F238E27FC236}">
                <a16:creationId xmlns:a16="http://schemas.microsoft.com/office/drawing/2014/main" id="{99F4E540-F1DE-4831-8683-3269FA2635DF}"/>
              </a:ext>
            </a:extLst>
          </p:cNvPr>
          <p:cNvSpPr>
            <a:spLocks/>
          </p:cNvSpPr>
          <p:nvPr/>
        </p:nvSpPr>
        <p:spPr>
          <a:xfrm>
            <a:off x="1676236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" name="data_7294">
            <a:extLst>
              <a:ext uri="{FF2B5EF4-FFF2-40B4-BE49-F238E27FC236}">
                <a16:creationId xmlns:a16="http://schemas.microsoft.com/office/drawing/2014/main" id="{39753092-D851-4A81-BD48-13BB917A6306}"/>
              </a:ext>
            </a:extLst>
          </p:cNvPr>
          <p:cNvSpPr>
            <a:spLocks/>
          </p:cNvSpPr>
          <p:nvPr/>
        </p:nvSpPr>
        <p:spPr>
          <a:xfrm>
            <a:off x="17141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" name="data_7295">
            <a:extLst>
              <a:ext uri="{FF2B5EF4-FFF2-40B4-BE49-F238E27FC236}">
                <a16:creationId xmlns:a16="http://schemas.microsoft.com/office/drawing/2014/main" id="{88A92DCA-E634-44DA-80CA-BCB1123969F8}"/>
              </a:ext>
            </a:extLst>
          </p:cNvPr>
          <p:cNvSpPr>
            <a:spLocks/>
          </p:cNvSpPr>
          <p:nvPr/>
        </p:nvSpPr>
        <p:spPr>
          <a:xfrm>
            <a:off x="17379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" name="data_7296">
            <a:extLst>
              <a:ext uri="{FF2B5EF4-FFF2-40B4-BE49-F238E27FC236}">
                <a16:creationId xmlns:a16="http://schemas.microsoft.com/office/drawing/2014/main" id="{F66C1E12-F5D3-4489-B36D-697E5F1A648A}"/>
              </a:ext>
            </a:extLst>
          </p:cNvPr>
          <p:cNvSpPr>
            <a:spLocks/>
          </p:cNvSpPr>
          <p:nvPr/>
        </p:nvSpPr>
        <p:spPr>
          <a:xfrm>
            <a:off x="164118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" name="data_7297">
            <a:extLst>
              <a:ext uri="{FF2B5EF4-FFF2-40B4-BE49-F238E27FC236}">
                <a16:creationId xmlns:a16="http://schemas.microsoft.com/office/drawing/2014/main" id="{418E4950-DDEC-4686-B52C-B618DD688BEB}"/>
              </a:ext>
            </a:extLst>
          </p:cNvPr>
          <p:cNvSpPr>
            <a:spLocks/>
          </p:cNvSpPr>
          <p:nvPr/>
        </p:nvSpPr>
        <p:spPr>
          <a:xfrm>
            <a:off x="1700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" name="data_7298">
            <a:extLst>
              <a:ext uri="{FF2B5EF4-FFF2-40B4-BE49-F238E27FC236}">
                <a16:creationId xmlns:a16="http://schemas.microsoft.com/office/drawing/2014/main" id="{6EEC28C6-4F0C-4830-BD93-F443C738FCA9}"/>
              </a:ext>
            </a:extLst>
          </p:cNvPr>
          <p:cNvSpPr>
            <a:spLocks/>
          </p:cNvSpPr>
          <p:nvPr/>
        </p:nvSpPr>
        <p:spPr>
          <a:xfrm>
            <a:off x="16415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" name="data_7299">
            <a:extLst>
              <a:ext uri="{FF2B5EF4-FFF2-40B4-BE49-F238E27FC236}">
                <a16:creationId xmlns:a16="http://schemas.microsoft.com/office/drawing/2014/main" id="{1A5CFBFA-1147-467E-9A0B-197C63B286B7}"/>
              </a:ext>
            </a:extLst>
          </p:cNvPr>
          <p:cNvSpPr>
            <a:spLocks/>
          </p:cNvSpPr>
          <p:nvPr/>
        </p:nvSpPr>
        <p:spPr>
          <a:xfrm>
            <a:off x="16272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" name="data_7300">
            <a:extLst>
              <a:ext uri="{FF2B5EF4-FFF2-40B4-BE49-F238E27FC236}">
                <a16:creationId xmlns:a16="http://schemas.microsoft.com/office/drawing/2014/main" id="{6FB0C4C6-B3E3-4876-8961-324FE5F1128E}"/>
              </a:ext>
            </a:extLst>
          </p:cNvPr>
          <p:cNvSpPr>
            <a:spLocks/>
          </p:cNvSpPr>
          <p:nvPr/>
        </p:nvSpPr>
        <p:spPr>
          <a:xfrm>
            <a:off x="1727573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" name="data_7301">
            <a:extLst>
              <a:ext uri="{FF2B5EF4-FFF2-40B4-BE49-F238E27FC236}">
                <a16:creationId xmlns:a16="http://schemas.microsoft.com/office/drawing/2014/main" id="{485161F9-B82D-42EC-A8D1-9D96947062D7}"/>
              </a:ext>
            </a:extLst>
          </p:cNvPr>
          <p:cNvSpPr>
            <a:spLocks/>
          </p:cNvSpPr>
          <p:nvPr/>
        </p:nvSpPr>
        <p:spPr>
          <a:xfrm>
            <a:off x="175428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" name="data_7302">
            <a:extLst>
              <a:ext uri="{FF2B5EF4-FFF2-40B4-BE49-F238E27FC236}">
                <a16:creationId xmlns:a16="http://schemas.microsoft.com/office/drawing/2014/main" id="{F8264284-3B4F-428B-A06A-FFFAF7C91CCA}"/>
              </a:ext>
            </a:extLst>
          </p:cNvPr>
          <p:cNvSpPr>
            <a:spLocks/>
          </p:cNvSpPr>
          <p:nvPr/>
        </p:nvSpPr>
        <p:spPr>
          <a:xfrm>
            <a:off x="16758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" name="data_7303">
            <a:extLst>
              <a:ext uri="{FF2B5EF4-FFF2-40B4-BE49-F238E27FC236}">
                <a16:creationId xmlns:a16="http://schemas.microsoft.com/office/drawing/2014/main" id="{B57D06D1-9851-497B-BE0E-9DE830B35378}"/>
              </a:ext>
            </a:extLst>
          </p:cNvPr>
          <p:cNvSpPr>
            <a:spLocks/>
          </p:cNvSpPr>
          <p:nvPr/>
        </p:nvSpPr>
        <p:spPr>
          <a:xfrm>
            <a:off x="174724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" name="data_7304">
            <a:extLst>
              <a:ext uri="{FF2B5EF4-FFF2-40B4-BE49-F238E27FC236}">
                <a16:creationId xmlns:a16="http://schemas.microsoft.com/office/drawing/2014/main" id="{4349FDF2-71F7-4AF0-B99F-D919D60D9FB3}"/>
              </a:ext>
            </a:extLst>
          </p:cNvPr>
          <p:cNvSpPr>
            <a:spLocks/>
          </p:cNvSpPr>
          <p:nvPr/>
        </p:nvSpPr>
        <p:spPr>
          <a:xfrm>
            <a:off x="1654477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" name="data_7305">
            <a:extLst>
              <a:ext uri="{FF2B5EF4-FFF2-40B4-BE49-F238E27FC236}">
                <a16:creationId xmlns:a16="http://schemas.microsoft.com/office/drawing/2014/main" id="{2F20394C-478F-4431-AD0C-4702461430C0}"/>
              </a:ext>
            </a:extLst>
          </p:cNvPr>
          <p:cNvSpPr>
            <a:spLocks/>
          </p:cNvSpPr>
          <p:nvPr/>
        </p:nvSpPr>
        <p:spPr>
          <a:xfrm>
            <a:off x="1679233" y="27453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" name="data_7306">
            <a:extLst>
              <a:ext uri="{FF2B5EF4-FFF2-40B4-BE49-F238E27FC236}">
                <a16:creationId xmlns:a16="http://schemas.microsoft.com/office/drawing/2014/main" id="{7EF60A25-CB89-4C82-9ABA-FC8DC65168C0}"/>
              </a:ext>
            </a:extLst>
          </p:cNvPr>
          <p:cNvSpPr>
            <a:spLocks/>
          </p:cNvSpPr>
          <p:nvPr/>
        </p:nvSpPr>
        <p:spPr>
          <a:xfrm>
            <a:off x="1718061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" name="data_7307">
            <a:extLst>
              <a:ext uri="{FF2B5EF4-FFF2-40B4-BE49-F238E27FC236}">
                <a16:creationId xmlns:a16="http://schemas.microsoft.com/office/drawing/2014/main" id="{99FB1E5B-B489-4CA6-A10E-4818FD8B0DE3}"/>
              </a:ext>
            </a:extLst>
          </p:cNvPr>
          <p:cNvSpPr>
            <a:spLocks/>
          </p:cNvSpPr>
          <p:nvPr/>
        </p:nvSpPr>
        <p:spPr>
          <a:xfrm>
            <a:off x="17413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" name="data_7308">
            <a:extLst>
              <a:ext uri="{FF2B5EF4-FFF2-40B4-BE49-F238E27FC236}">
                <a16:creationId xmlns:a16="http://schemas.microsoft.com/office/drawing/2014/main" id="{588E678F-FD5A-4230-A4C5-EBFF8AEA8F14}"/>
              </a:ext>
            </a:extLst>
          </p:cNvPr>
          <p:cNvSpPr>
            <a:spLocks/>
          </p:cNvSpPr>
          <p:nvPr/>
        </p:nvSpPr>
        <p:spPr>
          <a:xfrm>
            <a:off x="17540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" name="data_7309">
            <a:extLst>
              <a:ext uri="{FF2B5EF4-FFF2-40B4-BE49-F238E27FC236}">
                <a16:creationId xmlns:a16="http://schemas.microsoft.com/office/drawing/2014/main" id="{F36914C7-A37F-4220-99AD-ACBE98D5C820}"/>
              </a:ext>
            </a:extLst>
          </p:cNvPr>
          <p:cNvSpPr>
            <a:spLocks/>
          </p:cNvSpPr>
          <p:nvPr/>
        </p:nvSpPr>
        <p:spPr>
          <a:xfrm>
            <a:off x="17090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" name="data_7310">
            <a:extLst>
              <a:ext uri="{FF2B5EF4-FFF2-40B4-BE49-F238E27FC236}">
                <a16:creationId xmlns:a16="http://schemas.microsoft.com/office/drawing/2014/main" id="{DCD65F92-86E2-49A5-A69A-E2FEF82E030C}"/>
              </a:ext>
            </a:extLst>
          </p:cNvPr>
          <p:cNvSpPr>
            <a:spLocks/>
          </p:cNvSpPr>
          <p:nvPr/>
        </p:nvSpPr>
        <p:spPr>
          <a:xfrm>
            <a:off x="1631805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" name="data_7311">
            <a:extLst>
              <a:ext uri="{FF2B5EF4-FFF2-40B4-BE49-F238E27FC236}">
                <a16:creationId xmlns:a16="http://schemas.microsoft.com/office/drawing/2014/main" id="{56BBF4B6-721D-4BEB-A049-0B6B2EA6BAEC}"/>
              </a:ext>
            </a:extLst>
          </p:cNvPr>
          <p:cNvSpPr>
            <a:spLocks/>
          </p:cNvSpPr>
          <p:nvPr/>
        </p:nvSpPr>
        <p:spPr>
          <a:xfrm>
            <a:off x="165108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4" name="data_7312">
            <a:extLst>
              <a:ext uri="{FF2B5EF4-FFF2-40B4-BE49-F238E27FC236}">
                <a16:creationId xmlns:a16="http://schemas.microsoft.com/office/drawing/2014/main" id="{0C4F0575-2077-4E70-894C-1B45F852705A}"/>
              </a:ext>
            </a:extLst>
          </p:cNvPr>
          <p:cNvSpPr>
            <a:spLocks/>
          </p:cNvSpPr>
          <p:nvPr/>
        </p:nvSpPr>
        <p:spPr>
          <a:xfrm>
            <a:off x="165955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5" name="data_7313">
            <a:extLst>
              <a:ext uri="{FF2B5EF4-FFF2-40B4-BE49-F238E27FC236}">
                <a16:creationId xmlns:a16="http://schemas.microsoft.com/office/drawing/2014/main" id="{87F39522-880E-4A46-90AB-2C6B0052473A}"/>
              </a:ext>
            </a:extLst>
          </p:cNvPr>
          <p:cNvSpPr>
            <a:spLocks/>
          </p:cNvSpPr>
          <p:nvPr/>
        </p:nvSpPr>
        <p:spPr>
          <a:xfrm>
            <a:off x="163154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6" name="data_7314">
            <a:extLst>
              <a:ext uri="{FF2B5EF4-FFF2-40B4-BE49-F238E27FC236}">
                <a16:creationId xmlns:a16="http://schemas.microsoft.com/office/drawing/2014/main" id="{E1649F4A-A80A-4129-AB02-24618AFED1EC}"/>
              </a:ext>
            </a:extLst>
          </p:cNvPr>
          <p:cNvSpPr>
            <a:spLocks/>
          </p:cNvSpPr>
          <p:nvPr/>
        </p:nvSpPr>
        <p:spPr>
          <a:xfrm>
            <a:off x="1630763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" name="data_7315">
            <a:extLst>
              <a:ext uri="{FF2B5EF4-FFF2-40B4-BE49-F238E27FC236}">
                <a16:creationId xmlns:a16="http://schemas.microsoft.com/office/drawing/2014/main" id="{1809EAFF-788E-4B5E-82A7-1E67523E7015}"/>
              </a:ext>
            </a:extLst>
          </p:cNvPr>
          <p:cNvSpPr>
            <a:spLocks/>
          </p:cNvSpPr>
          <p:nvPr/>
        </p:nvSpPr>
        <p:spPr>
          <a:xfrm>
            <a:off x="16560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" name="data_7316">
            <a:extLst>
              <a:ext uri="{FF2B5EF4-FFF2-40B4-BE49-F238E27FC236}">
                <a16:creationId xmlns:a16="http://schemas.microsoft.com/office/drawing/2014/main" id="{872337B6-74D2-4222-BB27-6812DD6B87D7}"/>
              </a:ext>
            </a:extLst>
          </p:cNvPr>
          <p:cNvSpPr>
            <a:spLocks/>
          </p:cNvSpPr>
          <p:nvPr/>
        </p:nvSpPr>
        <p:spPr>
          <a:xfrm>
            <a:off x="17051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" name="data_7317">
            <a:extLst>
              <a:ext uri="{FF2B5EF4-FFF2-40B4-BE49-F238E27FC236}">
                <a16:creationId xmlns:a16="http://schemas.microsoft.com/office/drawing/2014/main" id="{8D9816D0-3A27-4EA4-ADD1-3D4EC96E675F}"/>
              </a:ext>
            </a:extLst>
          </p:cNvPr>
          <p:cNvSpPr>
            <a:spLocks/>
          </p:cNvSpPr>
          <p:nvPr/>
        </p:nvSpPr>
        <p:spPr>
          <a:xfrm>
            <a:off x="164913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" name="data_7318">
            <a:extLst>
              <a:ext uri="{FF2B5EF4-FFF2-40B4-BE49-F238E27FC236}">
                <a16:creationId xmlns:a16="http://schemas.microsoft.com/office/drawing/2014/main" id="{9B157661-48A6-4268-B7A2-F1CF47B7C4B0}"/>
              </a:ext>
            </a:extLst>
          </p:cNvPr>
          <p:cNvSpPr>
            <a:spLocks/>
          </p:cNvSpPr>
          <p:nvPr/>
        </p:nvSpPr>
        <p:spPr>
          <a:xfrm>
            <a:off x="16882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" name="data_7319">
            <a:extLst>
              <a:ext uri="{FF2B5EF4-FFF2-40B4-BE49-F238E27FC236}">
                <a16:creationId xmlns:a16="http://schemas.microsoft.com/office/drawing/2014/main" id="{215CB83C-5F81-4B36-8932-8B5650319353}"/>
              </a:ext>
            </a:extLst>
          </p:cNvPr>
          <p:cNvSpPr>
            <a:spLocks/>
          </p:cNvSpPr>
          <p:nvPr/>
        </p:nvSpPr>
        <p:spPr>
          <a:xfrm>
            <a:off x="16744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" name="data_7320">
            <a:extLst>
              <a:ext uri="{FF2B5EF4-FFF2-40B4-BE49-F238E27FC236}">
                <a16:creationId xmlns:a16="http://schemas.microsoft.com/office/drawing/2014/main" id="{C7D63AD1-6953-4D45-B22E-E3266CEB594F}"/>
              </a:ext>
            </a:extLst>
          </p:cNvPr>
          <p:cNvSpPr>
            <a:spLocks/>
          </p:cNvSpPr>
          <p:nvPr/>
        </p:nvSpPr>
        <p:spPr>
          <a:xfrm>
            <a:off x="17390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" name="data_7321">
            <a:extLst>
              <a:ext uri="{FF2B5EF4-FFF2-40B4-BE49-F238E27FC236}">
                <a16:creationId xmlns:a16="http://schemas.microsoft.com/office/drawing/2014/main" id="{18ECEECF-7B7E-4393-B5A0-C13A011225AC}"/>
              </a:ext>
            </a:extLst>
          </p:cNvPr>
          <p:cNvSpPr>
            <a:spLocks/>
          </p:cNvSpPr>
          <p:nvPr/>
        </p:nvSpPr>
        <p:spPr>
          <a:xfrm>
            <a:off x="1661513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" name="data_7322">
            <a:extLst>
              <a:ext uri="{FF2B5EF4-FFF2-40B4-BE49-F238E27FC236}">
                <a16:creationId xmlns:a16="http://schemas.microsoft.com/office/drawing/2014/main" id="{8229A235-C2F9-487F-A739-6117DB6AA7E5}"/>
              </a:ext>
            </a:extLst>
          </p:cNvPr>
          <p:cNvSpPr>
            <a:spLocks/>
          </p:cNvSpPr>
          <p:nvPr/>
        </p:nvSpPr>
        <p:spPr>
          <a:xfrm>
            <a:off x="171506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" name="data_7323">
            <a:extLst>
              <a:ext uri="{FF2B5EF4-FFF2-40B4-BE49-F238E27FC236}">
                <a16:creationId xmlns:a16="http://schemas.microsoft.com/office/drawing/2014/main" id="{1CD1DD5F-714A-4A62-AC9C-13EEF5C8AED4}"/>
              </a:ext>
            </a:extLst>
          </p:cNvPr>
          <p:cNvSpPr>
            <a:spLocks/>
          </p:cNvSpPr>
          <p:nvPr/>
        </p:nvSpPr>
        <p:spPr>
          <a:xfrm>
            <a:off x="17183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" name="data_7324">
            <a:extLst>
              <a:ext uri="{FF2B5EF4-FFF2-40B4-BE49-F238E27FC236}">
                <a16:creationId xmlns:a16="http://schemas.microsoft.com/office/drawing/2014/main" id="{14BE7325-95C3-4E99-AB3A-F343959C72DA}"/>
              </a:ext>
            </a:extLst>
          </p:cNvPr>
          <p:cNvSpPr>
            <a:spLocks/>
          </p:cNvSpPr>
          <p:nvPr/>
        </p:nvSpPr>
        <p:spPr>
          <a:xfrm>
            <a:off x="163115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" name="data_7325">
            <a:extLst>
              <a:ext uri="{FF2B5EF4-FFF2-40B4-BE49-F238E27FC236}">
                <a16:creationId xmlns:a16="http://schemas.microsoft.com/office/drawing/2014/main" id="{9F1D812E-3421-41BE-BF45-16092000F011}"/>
              </a:ext>
            </a:extLst>
          </p:cNvPr>
          <p:cNvSpPr>
            <a:spLocks/>
          </p:cNvSpPr>
          <p:nvPr/>
        </p:nvSpPr>
        <p:spPr>
          <a:xfrm>
            <a:off x="17373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" name="data_7326">
            <a:extLst>
              <a:ext uri="{FF2B5EF4-FFF2-40B4-BE49-F238E27FC236}">
                <a16:creationId xmlns:a16="http://schemas.microsoft.com/office/drawing/2014/main" id="{B5124063-E309-4788-BC22-CF70E32530AD}"/>
              </a:ext>
            </a:extLst>
          </p:cNvPr>
          <p:cNvSpPr>
            <a:spLocks/>
          </p:cNvSpPr>
          <p:nvPr/>
        </p:nvSpPr>
        <p:spPr>
          <a:xfrm>
            <a:off x="16280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" name="data_7327">
            <a:extLst>
              <a:ext uri="{FF2B5EF4-FFF2-40B4-BE49-F238E27FC236}">
                <a16:creationId xmlns:a16="http://schemas.microsoft.com/office/drawing/2014/main" id="{B218B067-9D5A-428E-9708-15258C5CB120}"/>
              </a:ext>
            </a:extLst>
          </p:cNvPr>
          <p:cNvSpPr>
            <a:spLocks/>
          </p:cNvSpPr>
          <p:nvPr/>
        </p:nvSpPr>
        <p:spPr>
          <a:xfrm>
            <a:off x="17370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" name="data_7328">
            <a:extLst>
              <a:ext uri="{FF2B5EF4-FFF2-40B4-BE49-F238E27FC236}">
                <a16:creationId xmlns:a16="http://schemas.microsoft.com/office/drawing/2014/main" id="{5351B390-FA9D-4F10-A7B2-AD6BBB4C5A48}"/>
              </a:ext>
            </a:extLst>
          </p:cNvPr>
          <p:cNvSpPr>
            <a:spLocks/>
          </p:cNvSpPr>
          <p:nvPr/>
        </p:nvSpPr>
        <p:spPr>
          <a:xfrm>
            <a:off x="17497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" name="data_7329">
            <a:extLst>
              <a:ext uri="{FF2B5EF4-FFF2-40B4-BE49-F238E27FC236}">
                <a16:creationId xmlns:a16="http://schemas.microsoft.com/office/drawing/2014/main" id="{01FAD1AF-50EB-491C-BBA2-5BB1428DDFBD}"/>
              </a:ext>
            </a:extLst>
          </p:cNvPr>
          <p:cNvSpPr>
            <a:spLocks/>
          </p:cNvSpPr>
          <p:nvPr/>
        </p:nvSpPr>
        <p:spPr>
          <a:xfrm>
            <a:off x="17059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" name="data_7330">
            <a:extLst>
              <a:ext uri="{FF2B5EF4-FFF2-40B4-BE49-F238E27FC236}">
                <a16:creationId xmlns:a16="http://schemas.microsoft.com/office/drawing/2014/main" id="{4FC021E0-792F-4113-932D-DC055B9E7D49}"/>
              </a:ext>
            </a:extLst>
          </p:cNvPr>
          <p:cNvSpPr>
            <a:spLocks/>
          </p:cNvSpPr>
          <p:nvPr/>
        </p:nvSpPr>
        <p:spPr>
          <a:xfrm>
            <a:off x="16668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" name="data_7331">
            <a:extLst>
              <a:ext uri="{FF2B5EF4-FFF2-40B4-BE49-F238E27FC236}">
                <a16:creationId xmlns:a16="http://schemas.microsoft.com/office/drawing/2014/main" id="{200EE6FE-FA3F-4A32-80CD-08F76422850B}"/>
              </a:ext>
            </a:extLst>
          </p:cNvPr>
          <p:cNvSpPr>
            <a:spLocks/>
          </p:cNvSpPr>
          <p:nvPr/>
        </p:nvSpPr>
        <p:spPr>
          <a:xfrm>
            <a:off x="17214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" name="data_7332">
            <a:extLst>
              <a:ext uri="{FF2B5EF4-FFF2-40B4-BE49-F238E27FC236}">
                <a16:creationId xmlns:a16="http://schemas.microsoft.com/office/drawing/2014/main" id="{57716BCF-EEAD-4EB9-B10D-BD5BA94B6FC7}"/>
              </a:ext>
            </a:extLst>
          </p:cNvPr>
          <p:cNvSpPr>
            <a:spLocks/>
          </p:cNvSpPr>
          <p:nvPr/>
        </p:nvSpPr>
        <p:spPr>
          <a:xfrm>
            <a:off x="16551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" name="data_7333">
            <a:extLst>
              <a:ext uri="{FF2B5EF4-FFF2-40B4-BE49-F238E27FC236}">
                <a16:creationId xmlns:a16="http://schemas.microsoft.com/office/drawing/2014/main" id="{B09F5AD4-3AED-4A42-ADC0-7600446D1BD1}"/>
              </a:ext>
            </a:extLst>
          </p:cNvPr>
          <p:cNvSpPr>
            <a:spLocks/>
          </p:cNvSpPr>
          <p:nvPr/>
        </p:nvSpPr>
        <p:spPr>
          <a:xfrm>
            <a:off x="168861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" name="data_7334">
            <a:extLst>
              <a:ext uri="{FF2B5EF4-FFF2-40B4-BE49-F238E27FC236}">
                <a16:creationId xmlns:a16="http://schemas.microsoft.com/office/drawing/2014/main" id="{1E992AE9-0122-4EDF-BCE9-9AD444962ACC}"/>
              </a:ext>
            </a:extLst>
          </p:cNvPr>
          <p:cNvSpPr>
            <a:spLocks/>
          </p:cNvSpPr>
          <p:nvPr/>
        </p:nvSpPr>
        <p:spPr>
          <a:xfrm>
            <a:off x="16886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" name="data_7335">
            <a:extLst>
              <a:ext uri="{FF2B5EF4-FFF2-40B4-BE49-F238E27FC236}">
                <a16:creationId xmlns:a16="http://schemas.microsoft.com/office/drawing/2014/main" id="{F8D1A076-A4FB-49F1-9E6A-AE93144C21DA}"/>
              </a:ext>
            </a:extLst>
          </p:cNvPr>
          <p:cNvSpPr>
            <a:spLocks/>
          </p:cNvSpPr>
          <p:nvPr/>
        </p:nvSpPr>
        <p:spPr>
          <a:xfrm>
            <a:off x="1649525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" name="data_7336">
            <a:extLst>
              <a:ext uri="{FF2B5EF4-FFF2-40B4-BE49-F238E27FC236}">
                <a16:creationId xmlns:a16="http://schemas.microsoft.com/office/drawing/2014/main" id="{0E20B7AC-6991-4131-B6A8-27632DFAD92B}"/>
              </a:ext>
            </a:extLst>
          </p:cNvPr>
          <p:cNvSpPr>
            <a:spLocks/>
          </p:cNvSpPr>
          <p:nvPr/>
        </p:nvSpPr>
        <p:spPr>
          <a:xfrm>
            <a:off x="1740342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" name="data_7337">
            <a:extLst>
              <a:ext uri="{FF2B5EF4-FFF2-40B4-BE49-F238E27FC236}">
                <a16:creationId xmlns:a16="http://schemas.microsoft.com/office/drawing/2014/main" id="{BC4B786C-6B2C-43FD-B47D-0896E80DB756}"/>
              </a:ext>
            </a:extLst>
          </p:cNvPr>
          <p:cNvSpPr>
            <a:spLocks/>
          </p:cNvSpPr>
          <p:nvPr/>
        </p:nvSpPr>
        <p:spPr>
          <a:xfrm>
            <a:off x="16690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" name="data_7338">
            <a:extLst>
              <a:ext uri="{FF2B5EF4-FFF2-40B4-BE49-F238E27FC236}">
                <a16:creationId xmlns:a16="http://schemas.microsoft.com/office/drawing/2014/main" id="{5D4617DD-8338-4BDF-B717-E6A3F1A8BD60}"/>
              </a:ext>
            </a:extLst>
          </p:cNvPr>
          <p:cNvSpPr>
            <a:spLocks/>
          </p:cNvSpPr>
          <p:nvPr/>
        </p:nvSpPr>
        <p:spPr>
          <a:xfrm>
            <a:off x="16817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" name="data_7339">
            <a:extLst>
              <a:ext uri="{FF2B5EF4-FFF2-40B4-BE49-F238E27FC236}">
                <a16:creationId xmlns:a16="http://schemas.microsoft.com/office/drawing/2014/main" id="{7867749B-8DC2-47BD-8783-EBE597665E9F}"/>
              </a:ext>
            </a:extLst>
          </p:cNvPr>
          <p:cNvSpPr>
            <a:spLocks/>
          </p:cNvSpPr>
          <p:nvPr/>
        </p:nvSpPr>
        <p:spPr>
          <a:xfrm>
            <a:off x="17528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" name="data_7340">
            <a:extLst>
              <a:ext uri="{FF2B5EF4-FFF2-40B4-BE49-F238E27FC236}">
                <a16:creationId xmlns:a16="http://schemas.microsoft.com/office/drawing/2014/main" id="{F64C87BE-E371-40AF-AB03-4194B1056A56}"/>
              </a:ext>
            </a:extLst>
          </p:cNvPr>
          <p:cNvSpPr>
            <a:spLocks/>
          </p:cNvSpPr>
          <p:nvPr/>
        </p:nvSpPr>
        <p:spPr>
          <a:xfrm>
            <a:off x="17137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" name="data_7341">
            <a:extLst>
              <a:ext uri="{FF2B5EF4-FFF2-40B4-BE49-F238E27FC236}">
                <a16:creationId xmlns:a16="http://schemas.microsoft.com/office/drawing/2014/main" id="{F8A2E93E-91D8-42D3-82FE-B449F1646D15}"/>
              </a:ext>
            </a:extLst>
          </p:cNvPr>
          <p:cNvSpPr>
            <a:spLocks/>
          </p:cNvSpPr>
          <p:nvPr/>
        </p:nvSpPr>
        <p:spPr>
          <a:xfrm>
            <a:off x="174816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" name="data_7342">
            <a:extLst>
              <a:ext uri="{FF2B5EF4-FFF2-40B4-BE49-F238E27FC236}">
                <a16:creationId xmlns:a16="http://schemas.microsoft.com/office/drawing/2014/main" id="{850534D6-C987-41AD-AB76-5CD9F17FB8F0}"/>
              </a:ext>
            </a:extLst>
          </p:cNvPr>
          <p:cNvSpPr>
            <a:spLocks/>
          </p:cNvSpPr>
          <p:nvPr/>
        </p:nvSpPr>
        <p:spPr>
          <a:xfrm>
            <a:off x="16329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" name="data_7343">
            <a:extLst>
              <a:ext uri="{FF2B5EF4-FFF2-40B4-BE49-F238E27FC236}">
                <a16:creationId xmlns:a16="http://schemas.microsoft.com/office/drawing/2014/main" id="{50FD0E1B-960C-4499-8528-084A57D8B64E}"/>
              </a:ext>
            </a:extLst>
          </p:cNvPr>
          <p:cNvSpPr>
            <a:spLocks/>
          </p:cNvSpPr>
          <p:nvPr/>
        </p:nvSpPr>
        <p:spPr>
          <a:xfrm>
            <a:off x="17385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" name="data_7344">
            <a:extLst>
              <a:ext uri="{FF2B5EF4-FFF2-40B4-BE49-F238E27FC236}">
                <a16:creationId xmlns:a16="http://schemas.microsoft.com/office/drawing/2014/main" id="{D6A31721-EF2E-4F42-A698-60D7C7D417EC}"/>
              </a:ext>
            </a:extLst>
          </p:cNvPr>
          <p:cNvSpPr>
            <a:spLocks/>
          </p:cNvSpPr>
          <p:nvPr/>
        </p:nvSpPr>
        <p:spPr>
          <a:xfrm>
            <a:off x="17213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" name="data_7345">
            <a:extLst>
              <a:ext uri="{FF2B5EF4-FFF2-40B4-BE49-F238E27FC236}">
                <a16:creationId xmlns:a16="http://schemas.microsoft.com/office/drawing/2014/main" id="{2642551C-A328-4F3B-93CC-F80EA2C86F3E}"/>
              </a:ext>
            </a:extLst>
          </p:cNvPr>
          <p:cNvSpPr>
            <a:spLocks/>
          </p:cNvSpPr>
          <p:nvPr/>
        </p:nvSpPr>
        <p:spPr>
          <a:xfrm>
            <a:off x="167636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" name="data_7346">
            <a:extLst>
              <a:ext uri="{FF2B5EF4-FFF2-40B4-BE49-F238E27FC236}">
                <a16:creationId xmlns:a16="http://schemas.microsoft.com/office/drawing/2014/main" id="{1E9090F1-B5BB-4103-9B96-4B7EAEEC75E7}"/>
              </a:ext>
            </a:extLst>
          </p:cNvPr>
          <p:cNvSpPr>
            <a:spLocks/>
          </p:cNvSpPr>
          <p:nvPr/>
        </p:nvSpPr>
        <p:spPr>
          <a:xfrm>
            <a:off x="172640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" name="data_7347">
            <a:extLst>
              <a:ext uri="{FF2B5EF4-FFF2-40B4-BE49-F238E27FC236}">
                <a16:creationId xmlns:a16="http://schemas.microsoft.com/office/drawing/2014/main" id="{DD2ECEEB-A465-4F64-896E-D5D4F71A8945}"/>
              </a:ext>
            </a:extLst>
          </p:cNvPr>
          <p:cNvSpPr>
            <a:spLocks/>
          </p:cNvSpPr>
          <p:nvPr/>
        </p:nvSpPr>
        <p:spPr>
          <a:xfrm>
            <a:off x="175350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" name="data_7348">
            <a:extLst>
              <a:ext uri="{FF2B5EF4-FFF2-40B4-BE49-F238E27FC236}">
                <a16:creationId xmlns:a16="http://schemas.microsoft.com/office/drawing/2014/main" id="{9307777C-8B92-4524-AD14-F24F4E030421}"/>
              </a:ext>
            </a:extLst>
          </p:cNvPr>
          <p:cNvSpPr>
            <a:spLocks/>
          </p:cNvSpPr>
          <p:nvPr/>
        </p:nvSpPr>
        <p:spPr>
          <a:xfrm>
            <a:off x="17127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" name="data_7349">
            <a:extLst>
              <a:ext uri="{FF2B5EF4-FFF2-40B4-BE49-F238E27FC236}">
                <a16:creationId xmlns:a16="http://schemas.microsoft.com/office/drawing/2014/main" id="{605F19A6-C78A-4976-A2C1-32EB6B9F2523}"/>
              </a:ext>
            </a:extLst>
          </p:cNvPr>
          <p:cNvSpPr>
            <a:spLocks/>
          </p:cNvSpPr>
          <p:nvPr/>
        </p:nvSpPr>
        <p:spPr>
          <a:xfrm>
            <a:off x="17227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" name="data_7350">
            <a:extLst>
              <a:ext uri="{FF2B5EF4-FFF2-40B4-BE49-F238E27FC236}">
                <a16:creationId xmlns:a16="http://schemas.microsoft.com/office/drawing/2014/main" id="{BF02977D-8A9B-48F3-B97B-99DE0102B373}"/>
              </a:ext>
            </a:extLst>
          </p:cNvPr>
          <p:cNvSpPr>
            <a:spLocks/>
          </p:cNvSpPr>
          <p:nvPr/>
        </p:nvSpPr>
        <p:spPr>
          <a:xfrm>
            <a:off x="1721579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" name="data_7351">
            <a:extLst>
              <a:ext uri="{FF2B5EF4-FFF2-40B4-BE49-F238E27FC236}">
                <a16:creationId xmlns:a16="http://schemas.microsoft.com/office/drawing/2014/main" id="{EC0F674D-B719-40E3-B2FB-05C1D5AC2EA7}"/>
              </a:ext>
            </a:extLst>
          </p:cNvPr>
          <p:cNvSpPr>
            <a:spLocks/>
          </p:cNvSpPr>
          <p:nvPr/>
        </p:nvSpPr>
        <p:spPr>
          <a:xfrm>
            <a:off x="1700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" name="data_7352">
            <a:extLst>
              <a:ext uri="{FF2B5EF4-FFF2-40B4-BE49-F238E27FC236}">
                <a16:creationId xmlns:a16="http://schemas.microsoft.com/office/drawing/2014/main" id="{CF6B0EF0-CB57-49E6-91CA-8EDF0F928FC5}"/>
              </a:ext>
            </a:extLst>
          </p:cNvPr>
          <p:cNvSpPr>
            <a:spLocks/>
          </p:cNvSpPr>
          <p:nvPr/>
        </p:nvSpPr>
        <p:spPr>
          <a:xfrm>
            <a:off x="1664379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" name="data_7353">
            <a:extLst>
              <a:ext uri="{FF2B5EF4-FFF2-40B4-BE49-F238E27FC236}">
                <a16:creationId xmlns:a16="http://schemas.microsoft.com/office/drawing/2014/main" id="{3E785049-A0CA-4AA0-8D4B-81D608142055}"/>
              </a:ext>
            </a:extLst>
          </p:cNvPr>
          <p:cNvSpPr>
            <a:spLocks/>
          </p:cNvSpPr>
          <p:nvPr/>
        </p:nvSpPr>
        <p:spPr>
          <a:xfrm>
            <a:off x="17443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6" name="data_7354">
            <a:extLst>
              <a:ext uri="{FF2B5EF4-FFF2-40B4-BE49-F238E27FC236}">
                <a16:creationId xmlns:a16="http://schemas.microsoft.com/office/drawing/2014/main" id="{0B590445-CEA1-4A43-AE78-F3AE5A163412}"/>
              </a:ext>
            </a:extLst>
          </p:cNvPr>
          <p:cNvSpPr>
            <a:spLocks/>
          </p:cNvSpPr>
          <p:nvPr/>
        </p:nvSpPr>
        <p:spPr>
          <a:xfrm>
            <a:off x="165056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7" name="data_7355">
            <a:extLst>
              <a:ext uri="{FF2B5EF4-FFF2-40B4-BE49-F238E27FC236}">
                <a16:creationId xmlns:a16="http://schemas.microsoft.com/office/drawing/2014/main" id="{096232D7-AB0B-4BF8-AC05-75094C08C3BC}"/>
              </a:ext>
            </a:extLst>
          </p:cNvPr>
          <p:cNvSpPr>
            <a:spLocks/>
          </p:cNvSpPr>
          <p:nvPr/>
        </p:nvSpPr>
        <p:spPr>
          <a:xfrm>
            <a:off x="16495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8" name="data_7356">
            <a:extLst>
              <a:ext uri="{FF2B5EF4-FFF2-40B4-BE49-F238E27FC236}">
                <a16:creationId xmlns:a16="http://schemas.microsoft.com/office/drawing/2014/main" id="{E7B12EBF-4738-40D3-B0A0-15CB23CC2493}"/>
              </a:ext>
            </a:extLst>
          </p:cNvPr>
          <p:cNvSpPr>
            <a:spLocks/>
          </p:cNvSpPr>
          <p:nvPr/>
        </p:nvSpPr>
        <p:spPr>
          <a:xfrm>
            <a:off x="16553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" name="data_7357">
            <a:extLst>
              <a:ext uri="{FF2B5EF4-FFF2-40B4-BE49-F238E27FC236}">
                <a16:creationId xmlns:a16="http://schemas.microsoft.com/office/drawing/2014/main" id="{8A35E9D7-D65F-4802-A85D-1D7D6D584514}"/>
              </a:ext>
            </a:extLst>
          </p:cNvPr>
          <p:cNvSpPr>
            <a:spLocks/>
          </p:cNvSpPr>
          <p:nvPr/>
        </p:nvSpPr>
        <p:spPr>
          <a:xfrm>
            <a:off x="17462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" name="data_7358">
            <a:extLst>
              <a:ext uri="{FF2B5EF4-FFF2-40B4-BE49-F238E27FC236}">
                <a16:creationId xmlns:a16="http://schemas.microsoft.com/office/drawing/2014/main" id="{B14CDADA-A423-4556-89ED-9B476E7D1DAE}"/>
              </a:ext>
            </a:extLst>
          </p:cNvPr>
          <p:cNvSpPr>
            <a:spLocks/>
          </p:cNvSpPr>
          <p:nvPr/>
        </p:nvSpPr>
        <p:spPr>
          <a:xfrm>
            <a:off x="1732394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" name="data_7359">
            <a:extLst>
              <a:ext uri="{FF2B5EF4-FFF2-40B4-BE49-F238E27FC236}">
                <a16:creationId xmlns:a16="http://schemas.microsoft.com/office/drawing/2014/main" id="{3A9FAD9F-6309-445B-9CB4-5C0AA98A0351}"/>
              </a:ext>
            </a:extLst>
          </p:cNvPr>
          <p:cNvSpPr>
            <a:spLocks/>
          </p:cNvSpPr>
          <p:nvPr/>
        </p:nvSpPr>
        <p:spPr>
          <a:xfrm>
            <a:off x="1737997" y="25801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" name="data_7360">
            <a:extLst>
              <a:ext uri="{FF2B5EF4-FFF2-40B4-BE49-F238E27FC236}">
                <a16:creationId xmlns:a16="http://schemas.microsoft.com/office/drawing/2014/main" id="{EBF1FBC6-0938-4C47-86A6-319AB9581983}"/>
              </a:ext>
            </a:extLst>
          </p:cNvPr>
          <p:cNvSpPr>
            <a:spLocks/>
          </p:cNvSpPr>
          <p:nvPr/>
        </p:nvSpPr>
        <p:spPr>
          <a:xfrm>
            <a:off x="17218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" name="data_7361">
            <a:extLst>
              <a:ext uri="{FF2B5EF4-FFF2-40B4-BE49-F238E27FC236}">
                <a16:creationId xmlns:a16="http://schemas.microsoft.com/office/drawing/2014/main" id="{29A02514-0F3C-4DE6-AAD5-142588F9CA98}"/>
              </a:ext>
            </a:extLst>
          </p:cNvPr>
          <p:cNvSpPr>
            <a:spLocks/>
          </p:cNvSpPr>
          <p:nvPr/>
        </p:nvSpPr>
        <p:spPr>
          <a:xfrm>
            <a:off x="17318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" name="data_7362">
            <a:extLst>
              <a:ext uri="{FF2B5EF4-FFF2-40B4-BE49-F238E27FC236}">
                <a16:creationId xmlns:a16="http://schemas.microsoft.com/office/drawing/2014/main" id="{EC3602B4-3F0A-43D0-A4EF-C0490AA90F12}"/>
              </a:ext>
            </a:extLst>
          </p:cNvPr>
          <p:cNvSpPr>
            <a:spLocks/>
          </p:cNvSpPr>
          <p:nvPr/>
        </p:nvSpPr>
        <p:spPr>
          <a:xfrm>
            <a:off x="17430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" name="data_7363">
            <a:extLst>
              <a:ext uri="{FF2B5EF4-FFF2-40B4-BE49-F238E27FC236}">
                <a16:creationId xmlns:a16="http://schemas.microsoft.com/office/drawing/2014/main" id="{AEA027D1-3057-4B09-B1B6-98047FFFD78C}"/>
              </a:ext>
            </a:extLst>
          </p:cNvPr>
          <p:cNvSpPr>
            <a:spLocks/>
          </p:cNvSpPr>
          <p:nvPr/>
        </p:nvSpPr>
        <p:spPr>
          <a:xfrm>
            <a:off x="16474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" name="data_7364">
            <a:extLst>
              <a:ext uri="{FF2B5EF4-FFF2-40B4-BE49-F238E27FC236}">
                <a16:creationId xmlns:a16="http://schemas.microsoft.com/office/drawing/2014/main" id="{5527B46C-6903-4871-B41B-E06886BD7600}"/>
              </a:ext>
            </a:extLst>
          </p:cNvPr>
          <p:cNvSpPr>
            <a:spLocks/>
          </p:cNvSpPr>
          <p:nvPr/>
        </p:nvSpPr>
        <p:spPr>
          <a:xfrm>
            <a:off x="165773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" name="data_7365">
            <a:extLst>
              <a:ext uri="{FF2B5EF4-FFF2-40B4-BE49-F238E27FC236}">
                <a16:creationId xmlns:a16="http://schemas.microsoft.com/office/drawing/2014/main" id="{F54381E8-6927-4EE8-A968-8661A2416C6D}"/>
              </a:ext>
            </a:extLst>
          </p:cNvPr>
          <p:cNvSpPr>
            <a:spLocks/>
          </p:cNvSpPr>
          <p:nvPr/>
        </p:nvSpPr>
        <p:spPr>
          <a:xfrm>
            <a:off x="171962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" name="data_7366">
            <a:extLst>
              <a:ext uri="{FF2B5EF4-FFF2-40B4-BE49-F238E27FC236}">
                <a16:creationId xmlns:a16="http://schemas.microsoft.com/office/drawing/2014/main" id="{6E0EBB24-B1BC-4B21-8818-07E45989D5AB}"/>
              </a:ext>
            </a:extLst>
          </p:cNvPr>
          <p:cNvSpPr>
            <a:spLocks/>
          </p:cNvSpPr>
          <p:nvPr/>
        </p:nvSpPr>
        <p:spPr>
          <a:xfrm>
            <a:off x="16540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" name="data_7367">
            <a:extLst>
              <a:ext uri="{FF2B5EF4-FFF2-40B4-BE49-F238E27FC236}">
                <a16:creationId xmlns:a16="http://schemas.microsoft.com/office/drawing/2014/main" id="{9F790D29-2D60-40AE-8894-C9C9DCC768B7}"/>
              </a:ext>
            </a:extLst>
          </p:cNvPr>
          <p:cNvSpPr>
            <a:spLocks/>
          </p:cNvSpPr>
          <p:nvPr/>
        </p:nvSpPr>
        <p:spPr>
          <a:xfrm>
            <a:off x="1666724" y="25715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" name="data_7368">
            <a:extLst>
              <a:ext uri="{FF2B5EF4-FFF2-40B4-BE49-F238E27FC236}">
                <a16:creationId xmlns:a16="http://schemas.microsoft.com/office/drawing/2014/main" id="{6D2B1C23-68CF-49C9-931D-E43B7CA02CBE}"/>
              </a:ext>
            </a:extLst>
          </p:cNvPr>
          <p:cNvSpPr>
            <a:spLocks/>
          </p:cNvSpPr>
          <p:nvPr/>
        </p:nvSpPr>
        <p:spPr>
          <a:xfrm>
            <a:off x="16453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" name="data_7369">
            <a:extLst>
              <a:ext uri="{FF2B5EF4-FFF2-40B4-BE49-F238E27FC236}">
                <a16:creationId xmlns:a16="http://schemas.microsoft.com/office/drawing/2014/main" id="{8419BF9F-70D4-41B5-8229-D918DF9BF82B}"/>
              </a:ext>
            </a:extLst>
          </p:cNvPr>
          <p:cNvSpPr>
            <a:spLocks/>
          </p:cNvSpPr>
          <p:nvPr/>
        </p:nvSpPr>
        <p:spPr>
          <a:xfrm>
            <a:off x="16591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" name="data_7370">
            <a:extLst>
              <a:ext uri="{FF2B5EF4-FFF2-40B4-BE49-F238E27FC236}">
                <a16:creationId xmlns:a16="http://schemas.microsoft.com/office/drawing/2014/main" id="{FD5CECE8-1F75-4145-B97E-74F5898E3956}"/>
              </a:ext>
            </a:extLst>
          </p:cNvPr>
          <p:cNvSpPr>
            <a:spLocks/>
          </p:cNvSpPr>
          <p:nvPr/>
        </p:nvSpPr>
        <p:spPr>
          <a:xfrm>
            <a:off x="1664249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" name="data_7371">
            <a:extLst>
              <a:ext uri="{FF2B5EF4-FFF2-40B4-BE49-F238E27FC236}">
                <a16:creationId xmlns:a16="http://schemas.microsoft.com/office/drawing/2014/main" id="{11E2AD6C-EA23-48CB-83C8-6BFB4B0C837D}"/>
              </a:ext>
            </a:extLst>
          </p:cNvPr>
          <p:cNvSpPr>
            <a:spLocks/>
          </p:cNvSpPr>
          <p:nvPr/>
        </p:nvSpPr>
        <p:spPr>
          <a:xfrm>
            <a:off x="174516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" name="data_7372">
            <a:extLst>
              <a:ext uri="{FF2B5EF4-FFF2-40B4-BE49-F238E27FC236}">
                <a16:creationId xmlns:a16="http://schemas.microsoft.com/office/drawing/2014/main" id="{4E6EEF2D-2460-42A7-8067-03097D310BB2}"/>
              </a:ext>
            </a:extLst>
          </p:cNvPr>
          <p:cNvSpPr>
            <a:spLocks/>
          </p:cNvSpPr>
          <p:nvPr/>
        </p:nvSpPr>
        <p:spPr>
          <a:xfrm>
            <a:off x="1689917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" name="data_7373">
            <a:extLst>
              <a:ext uri="{FF2B5EF4-FFF2-40B4-BE49-F238E27FC236}">
                <a16:creationId xmlns:a16="http://schemas.microsoft.com/office/drawing/2014/main" id="{BD5A76C4-DB92-4E01-A4B5-AE42E8053815}"/>
              </a:ext>
            </a:extLst>
          </p:cNvPr>
          <p:cNvSpPr>
            <a:spLocks/>
          </p:cNvSpPr>
          <p:nvPr/>
        </p:nvSpPr>
        <p:spPr>
          <a:xfrm>
            <a:off x="164744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" name="data_7374">
            <a:extLst>
              <a:ext uri="{FF2B5EF4-FFF2-40B4-BE49-F238E27FC236}">
                <a16:creationId xmlns:a16="http://schemas.microsoft.com/office/drawing/2014/main" id="{3665377B-F196-4374-8038-D6B5DD1B99A5}"/>
              </a:ext>
            </a:extLst>
          </p:cNvPr>
          <p:cNvSpPr>
            <a:spLocks/>
          </p:cNvSpPr>
          <p:nvPr/>
        </p:nvSpPr>
        <p:spPr>
          <a:xfrm>
            <a:off x="1666333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" name="data_7375">
            <a:extLst>
              <a:ext uri="{FF2B5EF4-FFF2-40B4-BE49-F238E27FC236}">
                <a16:creationId xmlns:a16="http://schemas.microsoft.com/office/drawing/2014/main" id="{388A6DAA-974A-485E-82B6-4CBBD350804D}"/>
              </a:ext>
            </a:extLst>
          </p:cNvPr>
          <p:cNvSpPr>
            <a:spLocks/>
          </p:cNvSpPr>
          <p:nvPr/>
        </p:nvSpPr>
        <p:spPr>
          <a:xfrm>
            <a:off x="17383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" name="data_7376">
            <a:extLst>
              <a:ext uri="{FF2B5EF4-FFF2-40B4-BE49-F238E27FC236}">
                <a16:creationId xmlns:a16="http://schemas.microsoft.com/office/drawing/2014/main" id="{5EEC275A-8B7A-4B16-99F4-785358C7BBBD}"/>
              </a:ext>
            </a:extLst>
          </p:cNvPr>
          <p:cNvSpPr>
            <a:spLocks/>
          </p:cNvSpPr>
          <p:nvPr/>
        </p:nvSpPr>
        <p:spPr>
          <a:xfrm>
            <a:off x="171376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" name="data_7377">
            <a:extLst>
              <a:ext uri="{FF2B5EF4-FFF2-40B4-BE49-F238E27FC236}">
                <a16:creationId xmlns:a16="http://schemas.microsoft.com/office/drawing/2014/main" id="{C4A371E5-E5E2-47D0-9580-61F71145F470}"/>
              </a:ext>
            </a:extLst>
          </p:cNvPr>
          <p:cNvSpPr>
            <a:spLocks/>
          </p:cNvSpPr>
          <p:nvPr/>
        </p:nvSpPr>
        <p:spPr>
          <a:xfrm>
            <a:off x="1737866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" name="data_7378">
            <a:extLst>
              <a:ext uri="{FF2B5EF4-FFF2-40B4-BE49-F238E27FC236}">
                <a16:creationId xmlns:a16="http://schemas.microsoft.com/office/drawing/2014/main" id="{40658EF9-16AE-481C-8769-652D8C5756ED}"/>
              </a:ext>
            </a:extLst>
          </p:cNvPr>
          <p:cNvSpPr>
            <a:spLocks/>
          </p:cNvSpPr>
          <p:nvPr/>
        </p:nvSpPr>
        <p:spPr>
          <a:xfrm>
            <a:off x="1655389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" name="data_7379">
            <a:extLst>
              <a:ext uri="{FF2B5EF4-FFF2-40B4-BE49-F238E27FC236}">
                <a16:creationId xmlns:a16="http://schemas.microsoft.com/office/drawing/2014/main" id="{B2855AA3-388D-4EFD-BCE8-3AFF69C47E74}"/>
              </a:ext>
            </a:extLst>
          </p:cNvPr>
          <p:cNvSpPr>
            <a:spLocks/>
          </p:cNvSpPr>
          <p:nvPr/>
        </p:nvSpPr>
        <p:spPr>
          <a:xfrm>
            <a:off x="1679884" y="2614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" name="data_7380">
            <a:extLst>
              <a:ext uri="{FF2B5EF4-FFF2-40B4-BE49-F238E27FC236}">
                <a16:creationId xmlns:a16="http://schemas.microsoft.com/office/drawing/2014/main" id="{1A90F0B9-4CAE-4218-9980-EE624D574728}"/>
              </a:ext>
            </a:extLst>
          </p:cNvPr>
          <p:cNvSpPr>
            <a:spLocks/>
          </p:cNvSpPr>
          <p:nvPr/>
        </p:nvSpPr>
        <p:spPr>
          <a:xfrm>
            <a:off x="1738778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" name="data_7381">
            <a:extLst>
              <a:ext uri="{FF2B5EF4-FFF2-40B4-BE49-F238E27FC236}">
                <a16:creationId xmlns:a16="http://schemas.microsoft.com/office/drawing/2014/main" id="{A53092E6-DAE7-46ED-B7BB-5474E1B1F010}"/>
              </a:ext>
            </a:extLst>
          </p:cNvPr>
          <p:cNvSpPr>
            <a:spLocks/>
          </p:cNvSpPr>
          <p:nvPr/>
        </p:nvSpPr>
        <p:spPr>
          <a:xfrm>
            <a:off x="17389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" name="data_7382">
            <a:extLst>
              <a:ext uri="{FF2B5EF4-FFF2-40B4-BE49-F238E27FC236}">
                <a16:creationId xmlns:a16="http://schemas.microsoft.com/office/drawing/2014/main" id="{1E40116D-31DE-4A5E-9673-0B5B754C20ED}"/>
              </a:ext>
            </a:extLst>
          </p:cNvPr>
          <p:cNvSpPr>
            <a:spLocks/>
          </p:cNvSpPr>
          <p:nvPr/>
        </p:nvSpPr>
        <p:spPr>
          <a:xfrm>
            <a:off x="17308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" name="data_7383">
            <a:extLst>
              <a:ext uri="{FF2B5EF4-FFF2-40B4-BE49-F238E27FC236}">
                <a16:creationId xmlns:a16="http://schemas.microsoft.com/office/drawing/2014/main" id="{EB5FBBCB-2A90-4736-A36A-51C6F92D0051}"/>
              </a:ext>
            </a:extLst>
          </p:cNvPr>
          <p:cNvSpPr>
            <a:spLocks/>
          </p:cNvSpPr>
          <p:nvPr/>
        </p:nvSpPr>
        <p:spPr>
          <a:xfrm>
            <a:off x="17422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" name="data_7384">
            <a:extLst>
              <a:ext uri="{FF2B5EF4-FFF2-40B4-BE49-F238E27FC236}">
                <a16:creationId xmlns:a16="http://schemas.microsoft.com/office/drawing/2014/main" id="{EE17426D-02F2-43C7-AF35-FC48876BDEDC}"/>
              </a:ext>
            </a:extLst>
          </p:cNvPr>
          <p:cNvSpPr>
            <a:spLocks/>
          </p:cNvSpPr>
          <p:nvPr/>
        </p:nvSpPr>
        <p:spPr>
          <a:xfrm>
            <a:off x="1667376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" name="data_7385">
            <a:extLst>
              <a:ext uri="{FF2B5EF4-FFF2-40B4-BE49-F238E27FC236}">
                <a16:creationId xmlns:a16="http://schemas.microsoft.com/office/drawing/2014/main" id="{A47B7427-6C3D-4B80-98C4-4E3EB2AF2337}"/>
              </a:ext>
            </a:extLst>
          </p:cNvPr>
          <p:cNvSpPr>
            <a:spLocks/>
          </p:cNvSpPr>
          <p:nvPr/>
        </p:nvSpPr>
        <p:spPr>
          <a:xfrm>
            <a:off x="16477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" name="data_7386">
            <a:extLst>
              <a:ext uri="{FF2B5EF4-FFF2-40B4-BE49-F238E27FC236}">
                <a16:creationId xmlns:a16="http://schemas.microsoft.com/office/drawing/2014/main" id="{9958431A-4AC6-46BE-A089-2D0CF1E62A2B}"/>
              </a:ext>
            </a:extLst>
          </p:cNvPr>
          <p:cNvSpPr>
            <a:spLocks/>
          </p:cNvSpPr>
          <p:nvPr/>
        </p:nvSpPr>
        <p:spPr>
          <a:xfrm>
            <a:off x="172353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" name="data_7387">
            <a:extLst>
              <a:ext uri="{FF2B5EF4-FFF2-40B4-BE49-F238E27FC236}">
                <a16:creationId xmlns:a16="http://schemas.microsoft.com/office/drawing/2014/main" id="{F7BA0BC5-79E0-4E9B-A8C0-A8BC27EB7361}"/>
              </a:ext>
            </a:extLst>
          </p:cNvPr>
          <p:cNvSpPr>
            <a:spLocks/>
          </p:cNvSpPr>
          <p:nvPr/>
        </p:nvSpPr>
        <p:spPr>
          <a:xfrm>
            <a:off x="16415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" name="data_7388">
            <a:extLst>
              <a:ext uri="{FF2B5EF4-FFF2-40B4-BE49-F238E27FC236}">
                <a16:creationId xmlns:a16="http://schemas.microsoft.com/office/drawing/2014/main" id="{950C7E54-A9C2-4AF6-8106-66A167ECD867}"/>
              </a:ext>
            </a:extLst>
          </p:cNvPr>
          <p:cNvSpPr>
            <a:spLocks/>
          </p:cNvSpPr>
          <p:nvPr/>
        </p:nvSpPr>
        <p:spPr>
          <a:xfrm>
            <a:off x="16497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" name="data_7389">
            <a:extLst>
              <a:ext uri="{FF2B5EF4-FFF2-40B4-BE49-F238E27FC236}">
                <a16:creationId xmlns:a16="http://schemas.microsoft.com/office/drawing/2014/main" id="{71ED4D4D-5B50-4EA9-B7F3-9182F9A59C21}"/>
              </a:ext>
            </a:extLst>
          </p:cNvPr>
          <p:cNvSpPr>
            <a:spLocks/>
          </p:cNvSpPr>
          <p:nvPr/>
        </p:nvSpPr>
        <p:spPr>
          <a:xfrm>
            <a:off x="1726791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" name="data_7390">
            <a:extLst>
              <a:ext uri="{FF2B5EF4-FFF2-40B4-BE49-F238E27FC236}">
                <a16:creationId xmlns:a16="http://schemas.microsoft.com/office/drawing/2014/main" id="{E1CBBA5C-79CC-4ADE-9090-F0729248C228}"/>
              </a:ext>
            </a:extLst>
          </p:cNvPr>
          <p:cNvSpPr>
            <a:spLocks/>
          </p:cNvSpPr>
          <p:nvPr/>
        </p:nvSpPr>
        <p:spPr>
          <a:xfrm>
            <a:off x="16427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" name="data_7391">
            <a:extLst>
              <a:ext uri="{FF2B5EF4-FFF2-40B4-BE49-F238E27FC236}">
                <a16:creationId xmlns:a16="http://schemas.microsoft.com/office/drawing/2014/main" id="{80ACD572-D3C4-427D-B66D-7EC81A67CBCE}"/>
              </a:ext>
            </a:extLst>
          </p:cNvPr>
          <p:cNvSpPr>
            <a:spLocks/>
          </p:cNvSpPr>
          <p:nvPr/>
        </p:nvSpPr>
        <p:spPr>
          <a:xfrm>
            <a:off x="17518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" name="data_7392">
            <a:extLst>
              <a:ext uri="{FF2B5EF4-FFF2-40B4-BE49-F238E27FC236}">
                <a16:creationId xmlns:a16="http://schemas.microsoft.com/office/drawing/2014/main" id="{3078B539-6AF6-46A7-9823-4041EDF55E4C}"/>
              </a:ext>
            </a:extLst>
          </p:cNvPr>
          <p:cNvSpPr>
            <a:spLocks/>
          </p:cNvSpPr>
          <p:nvPr/>
        </p:nvSpPr>
        <p:spPr>
          <a:xfrm>
            <a:off x="173187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" name="data_7393">
            <a:extLst>
              <a:ext uri="{FF2B5EF4-FFF2-40B4-BE49-F238E27FC236}">
                <a16:creationId xmlns:a16="http://schemas.microsoft.com/office/drawing/2014/main" id="{54E6F0B5-30D3-4C14-8327-3E1B68E4E559}"/>
              </a:ext>
            </a:extLst>
          </p:cNvPr>
          <p:cNvSpPr>
            <a:spLocks/>
          </p:cNvSpPr>
          <p:nvPr/>
        </p:nvSpPr>
        <p:spPr>
          <a:xfrm>
            <a:off x="16847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" name="data_7394">
            <a:extLst>
              <a:ext uri="{FF2B5EF4-FFF2-40B4-BE49-F238E27FC236}">
                <a16:creationId xmlns:a16="http://schemas.microsoft.com/office/drawing/2014/main" id="{89CEC2A1-30B9-424D-B8AC-42AF41D8640A}"/>
              </a:ext>
            </a:extLst>
          </p:cNvPr>
          <p:cNvSpPr>
            <a:spLocks/>
          </p:cNvSpPr>
          <p:nvPr/>
        </p:nvSpPr>
        <p:spPr>
          <a:xfrm>
            <a:off x="16626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7" name="data_7395">
            <a:extLst>
              <a:ext uri="{FF2B5EF4-FFF2-40B4-BE49-F238E27FC236}">
                <a16:creationId xmlns:a16="http://schemas.microsoft.com/office/drawing/2014/main" id="{A4E9AAE1-BEFF-4004-B56C-323101354FF3}"/>
              </a:ext>
            </a:extLst>
          </p:cNvPr>
          <p:cNvSpPr>
            <a:spLocks/>
          </p:cNvSpPr>
          <p:nvPr/>
        </p:nvSpPr>
        <p:spPr>
          <a:xfrm>
            <a:off x="1749853" y="25864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8" name="data_7396">
            <a:extLst>
              <a:ext uri="{FF2B5EF4-FFF2-40B4-BE49-F238E27FC236}">
                <a16:creationId xmlns:a16="http://schemas.microsoft.com/office/drawing/2014/main" id="{14FD2E34-D3C4-4CEC-B0DF-1CE819015AF3}"/>
              </a:ext>
            </a:extLst>
          </p:cNvPr>
          <p:cNvSpPr>
            <a:spLocks/>
          </p:cNvSpPr>
          <p:nvPr/>
        </p:nvSpPr>
        <p:spPr>
          <a:xfrm>
            <a:off x="1755456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9" name="data_7397">
            <a:extLst>
              <a:ext uri="{FF2B5EF4-FFF2-40B4-BE49-F238E27FC236}">
                <a16:creationId xmlns:a16="http://schemas.microsoft.com/office/drawing/2014/main" id="{7284AD76-D843-4357-8A92-7A234AE3F00E}"/>
              </a:ext>
            </a:extLst>
          </p:cNvPr>
          <p:cNvSpPr>
            <a:spLocks/>
          </p:cNvSpPr>
          <p:nvPr/>
        </p:nvSpPr>
        <p:spPr>
          <a:xfrm>
            <a:off x="17081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" name="data_7398">
            <a:extLst>
              <a:ext uri="{FF2B5EF4-FFF2-40B4-BE49-F238E27FC236}">
                <a16:creationId xmlns:a16="http://schemas.microsoft.com/office/drawing/2014/main" id="{A8F7CC5F-8037-4C65-8430-D8AC0609B922}"/>
              </a:ext>
            </a:extLst>
          </p:cNvPr>
          <p:cNvSpPr>
            <a:spLocks/>
          </p:cNvSpPr>
          <p:nvPr/>
        </p:nvSpPr>
        <p:spPr>
          <a:xfrm>
            <a:off x="173786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" name="data_7399">
            <a:extLst>
              <a:ext uri="{FF2B5EF4-FFF2-40B4-BE49-F238E27FC236}">
                <a16:creationId xmlns:a16="http://schemas.microsoft.com/office/drawing/2014/main" id="{DBBB7D6A-A91A-4454-8EF9-C04E83D670C3}"/>
              </a:ext>
            </a:extLst>
          </p:cNvPr>
          <p:cNvSpPr>
            <a:spLocks/>
          </p:cNvSpPr>
          <p:nvPr/>
        </p:nvSpPr>
        <p:spPr>
          <a:xfrm>
            <a:off x="16465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" name="data_7400">
            <a:extLst>
              <a:ext uri="{FF2B5EF4-FFF2-40B4-BE49-F238E27FC236}">
                <a16:creationId xmlns:a16="http://schemas.microsoft.com/office/drawing/2014/main" id="{C1E42B2E-0B6E-4F7E-A57C-A3FD1CA2BD4E}"/>
              </a:ext>
            </a:extLst>
          </p:cNvPr>
          <p:cNvSpPr>
            <a:spLocks/>
          </p:cNvSpPr>
          <p:nvPr/>
        </p:nvSpPr>
        <p:spPr>
          <a:xfrm>
            <a:off x="16832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" name="data_7401">
            <a:extLst>
              <a:ext uri="{FF2B5EF4-FFF2-40B4-BE49-F238E27FC236}">
                <a16:creationId xmlns:a16="http://schemas.microsoft.com/office/drawing/2014/main" id="{9697C1C3-13FD-4C3C-8F86-EFA5DDBBF888}"/>
              </a:ext>
            </a:extLst>
          </p:cNvPr>
          <p:cNvSpPr>
            <a:spLocks/>
          </p:cNvSpPr>
          <p:nvPr/>
        </p:nvSpPr>
        <p:spPr>
          <a:xfrm>
            <a:off x="1729788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" name="data_7402">
            <a:extLst>
              <a:ext uri="{FF2B5EF4-FFF2-40B4-BE49-F238E27FC236}">
                <a16:creationId xmlns:a16="http://schemas.microsoft.com/office/drawing/2014/main" id="{03782647-3414-42A2-8AC0-8A91D243BEEF}"/>
              </a:ext>
            </a:extLst>
          </p:cNvPr>
          <p:cNvSpPr>
            <a:spLocks/>
          </p:cNvSpPr>
          <p:nvPr/>
        </p:nvSpPr>
        <p:spPr>
          <a:xfrm>
            <a:off x="16385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" name="data_7403">
            <a:extLst>
              <a:ext uri="{FF2B5EF4-FFF2-40B4-BE49-F238E27FC236}">
                <a16:creationId xmlns:a16="http://schemas.microsoft.com/office/drawing/2014/main" id="{D6AE5937-48EF-46B1-B446-A2EB1DC98380}"/>
              </a:ext>
            </a:extLst>
          </p:cNvPr>
          <p:cNvSpPr>
            <a:spLocks/>
          </p:cNvSpPr>
          <p:nvPr/>
        </p:nvSpPr>
        <p:spPr>
          <a:xfrm>
            <a:off x="16338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" name="data_7404">
            <a:extLst>
              <a:ext uri="{FF2B5EF4-FFF2-40B4-BE49-F238E27FC236}">
                <a16:creationId xmlns:a16="http://schemas.microsoft.com/office/drawing/2014/main" id="{5FB5734E-FF94-49A0-9166-5D7181BD2510}"/>
              </a:ext>
            </a:extLst>
          </p:cNvPr>
          <p:cNvSpPr>
            <a:spLocks/>
          </p:cNvSpPr>
          <p:nvPr/>
        </p:nvSpPr>
        <p:spPr>
          <a:xfrm>
            <a:off x="17108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" name="data_7405">
            <a:extLst>
              <a:ext uri="{FF2B5EF4-FFF2-40B4-BE49-F238E27FC236}">
                <a16:creationId xmlns:a16="http://schemas.microsoft.com/office/drawing/2014/main" id="{5C340F2F-86B4-4E82-A5BD-E49551AC95D6}"/>
              </a:ext>
            </a:extLst>
          </p:cNvPr>
          <p:cNvSpPr>
            <a:spLocks/>
          </p:cNvSpPr>
          <p:nvPr/>
        </p:nvSpPr>
        <p:spPr>
          <a:xfrm>
            <a:off x="1749072" y="25998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" name="data_7406">
            <a:extLst>
              <a:ext uri="{FF2B5EF4-FFF2-40B4-BE49-F238E27FC236}">
                <a16:creationId xmlns:a16="http://schemas.microsoft.com/office/drawing/2014/main" id="{6A2C14AB-573C-4077-B2E1-861E829CA8DE}"/>
              </a:ext>
            </a:extLst>
          </p:cNvPr>
          <p:cNvSpPr>
            <a:spLocks/>
          </p:cNvSpPr>
          <p:nvPr/>
        </p:nvSpPr>
        <p:spPr>
          <a:xfrm>
            <a:off x="16281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" name="data_7407">
            <a:extLst>
              <a:ext uri="{FF2B5EF4-FFF2-40B4-BE49-F238E27FC236}">
                <a16:creationId xmlns:a16="http://schemas.microsoft.com/office/drawing/2014/main" id="{2C142964-33CF-4013-B831-32CF1FE81E4B}"/>
              </a:ext>
            </a:extLst>
          </p:cNvPr>
          <p:cNvSpPr>
            <a:spLocks/>
          </p:cNvSpPr>
          <p:nvPr/>
        </p:nvSpPr>
        <p:spPr>
          <a:xfrm>
            <a:off x="16791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" name="data_7408">
            <a:extLst>
              <a:ext uri="{FF2B5EF4-FFF2-40B4-BE49-F238E27FC236}">
                <a16:creationId xmlns:a16="http://schemas.microsoft.com/office/drawing/2014/main" id="{B4A2170B-F2B2-487C-96E8-E8E1D644F0FB}"/>
              </a:ext>
            </a:extLst>
          </p:cNvPr>
          <p:cNvSpPr>
            <a:spLocks/>
          </p:cNvSpPr>
          <p:nvPr/>
        </p:nvSpPr>
        <p:spPr>
          <a:xfrm>
            <a:off x="17209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" name="data_7409">
            <a:extLst>
              <a:ext uri="{FF2B5EF4-FFF2-40B4-BE49-F238E27FC236}">
                <a16:creationId xmlns:a16="http://schemas.microsoft.com/office/drawing/2014/main" id="{F08CDE51-9066-4C55-BB26-68FD60FD5E92}"/>
              </a:ext>
            </a:extLst>
          </p:cNvPr>
          <p:cNvSpPr>
            <a:spLocks/>
          </p:cNvSpPr>
          <p:nvPr/>
        </p:nvSpPr>
        <p:spPr>
          <a:xfrm>
            <a:off x="168183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" name="data_7410">
            <a:extLst>
              <a:ext uri="{FF2B5EF4-FFF2-40B4-BE49-F238E27FC236}">
                <a16:creationId xmlns:a16="http://schemas.microsoft.com/office/drawing/2014/main" id="{C5132B5F-C126-4B86-B35C-1574B86D17C7}"/>
              </a:ext>
            </a:extLst>
          </p:cNvPr>
          <p:cNvSpPr>
            <a:spLocks/>
          </p:cNvSpPr>
          <p:nvPr/>
        </p:nvSpPr>
        <p:spPr>
          <a:xfrm>
            <a:off x="1659819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" name="data_7411">
            <a:extLst>
              <a:ext uri="{FF2B5EF4-FFF2-40B4-BE49-F238E27FC236}">
                <a16:creationId xmlns:a16="http://schemas.microsoft.com/office/drawing/2014/main" id="{BEE7159D-3F05-40DA-82FF-8BAC2D50EE77}"/>
              </a:ext>
            </a:extLst>
          </p:cNvPr>
          <p:cNvSpPr>
            <a:spLocks/>
          </p:cNvSpPr>
          <p:nvPr/>
        </p:nvSpPr>
        <p:spPr>
          <a:xfrm>
            <a:off x="17103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" name="data_7412">
            <a:extLst>
              <a:ext uri="{FF2B5EF4-FFF2-40B4-BE49-F238E27FC236}">
                <a16:creationId xmlns:a16="http://schemas.microsoft.com/office/drawing/2014/main" id="{43A480AF-CACA-4037-B66D-88A1F8F373D6}"/>
              </a:ext>
            </a:extLst>
          </p:cNvPr>
          <p:cNvSpPr>
            <a:spLocks/>
          </p:cNvSpPr>
          <p:nvPr/>
        </p:nvSpPr>
        <p:spPr>
          <a:xfrm>
            <a:off x="170620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" name="data_7413">
            <a:extLst>
              <a:ext uri="{FF2B5EF4-FFF2-40B4-BE49-F238E27FC236}">
                <a16:creationId xmlns:a16="http://schemas.microsoft.com/office/drawing/2014/main" id="{EC14A423-EF09-4B5A-A925-911A7CA8C6B7}"/>
              </a:ext>
            </a:extLst>
          </p:cNvPr>
          <p:cNvSpPr>
            <a:spLocks/>
          </p:cNvSpPr>
          <p:nvPr/>
        </p:nvSpPr>
        <p:spPr>
          <a:xfrm>
            <a:off x="16904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" name="data_7414">
            <a:extLst>
              <a:ext uri="{FF2B5EF4-FFF2-40B4-BE49-F238E27FC236}">
                <a16:creationId xmlns:a16="http://schemas.microsoft.com/office/drawing/2014/main" id="{1F42CA04-F634-470F-BB9F-C4A4E961D7F1}"/>
              </a:ext>
            </a:extLst>
          </p:cNvPr>
          <p:cNvSpPr>
            <a:spLocks/>
          </p:cNvSpPr>
          <p:nvPr/>
        </p:nvSpPr>
        <p:spPr>
          <a:xfrm>
            <a:off x="17030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" name="data_7415">
            <a:extLst>
              <a:ext uri="{FF2B5EF4-FFF2-40B4-BE49-F238E27FC236}">
                <a16:creationId xmlns:a16="http://schemas.microsoft.com/office/drawing/2014/main" id="{095C077D-8222-4AC8-8E9B-4E9A0CB2C252}"/>
              </a:ext>
            </a:extLst>
          </p:cNvPr>
          <p:cNvSpPr>
            <a:spLocks/>
          </p:cNvSpPr>
          <p:nvPr/>
        </p:nvSpPr>
        <p:spPr>
          <a:xfrm>
            <a:off x="16656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" name="data_7416">
            <a:extLst>
              <a:ext uri="{FF2B5EF4-FFF2-40B4-BE49-F238E27FC236}">
                <a16:creationId xmlns:a16="http://schemas.microsoft.com/office/drawing/2014/main" id="{C2EB9A8E-58D3-47FD-A4E7-DEF7802423CB}"/>
              </a:ext>
            </a:extLst>
          </p:cNvPr>
          <p:cNvSpPr>
            <a:spLocks/>
          </p:cNvSpPr>
          <p:nvPr/>
        </p:nvSpPr>
        <p:spPr>
          <a:xfrm>
            <a:off x="169486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" name="data_7417">
            <a:extLst>
              <a:ext uri="{FF2B5EF4-FFF2-40B4-BE49-F238E27FC236}">
                <a16:creationId xmlns:a16="http://schemas.microsoft.com/office/drawing/2014/main" id="{D4293712-D048-4703-ABBF-F8F860D5DC4B}"/>
              </a:ext>
            </a:extLst>
          </p:cNvPr>
          <p:cNvSpPr>
            <a:spLocks/>
          </p:cNvSpPr>
          <p:nvPr/>
        </p:nvSpPr>
        <p:spPr>
          <a:xfrm>
            <a:off x="1666985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" name="data_7418">
            <a:extLst>
              <a:ext uri="{FF2B5EF4-FFF2-40B4-BE49-F238E27FC236}">
                <a16:creationId xmlns:a16="http://schemas.microsoft.com/office/drawing/2014/main" id="{63678909-C690-4C2C-97D7-AD52CCD38652}"/>
              </a:ext>
            </a:extLst>
          </p:cNvPr>
          <p:cNvSpPr>
            <a:spLocks/>
          </p:cNvSpPr>
          <p:nvPr/>
        </p:nvSpPr>
        <p:spPr>
          <a:xfrm>
            <a:off x="1678451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" name="data_7419">
            <a:extLst>
              <a:ext uri="{FF2B5EF4-FFF2-40B4-BE49-F238E27FC236}">
                <a16:creationId xmlns:a16="http://schemas.microsoft.com/office/drawing/2014/main" id="{2392CD00-432B-4BCD-B7A8-BC965941D0AD}"/>
              </a:ext>
            </a:extLst>
          </p:cNvPr>
          <p:cNvSpPr>
            <a:spLocks/>
          </p:cNvSpPr>
          <p:nvPr/>
        </p:nvSpPr>
        <p:spPr>
          <a:xfrm>
            <a:off x="1734739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" name="data_7420">
            <a:extLst>
              <a:ext uri="{FF2B5EF4-FFF2-40B4-BE49-F238E27FC236}">
                <a16:creationId xmlns:a16="http://schemas.microsoft.com/office/drawing/2014/main" id="{B12F01B7-2DA2-4F76-AA8E-B6057136CE35}"/>
              </a:ext>
            </a:extLst>
          </p:cNvPr>
          <p:cNvSpPr>
            <a:spLocks/>
          </p:cNvSpPr>
          <p:nvPr/>
        </p:nvSpPr>
        <p:spPr>
          <a:xfrm>
            <a:off x="16424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" name="data_7421">
            <a:extLst>
              <a:ext uri="{FF2B5EF4-FFF2-40B4-BE49-F238E27FC236}">
                <a16:creationId xmlns:a16="http://schemas.microsoft.com/office/drawing/2014/main" id="{3256A453-2C1F-4B13-AB47-24FED94BDB4C}"/>
              </a:ext>
            </a:extLst>
          </p:cNvPr>
          <p:cNvSpPr>
            <a:spLocks/>
          </p:cNvSpPr>
          <p:nvPr/>
        </p:nvSpPr>
        <p:spPr>
          <a:xfrm>
            <a:off x="164848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" name="data_7422">
            <a:extLst>
              <a:ext uri="{FF2B5EF4-FFF2-40B4-BE49-F238E27FC236}">
                <a16:creationId xmlns:a16="http://schemas.microsoft.com/office/drawing/2014/main" id="{0FFA0073-2ED6-40A4-A350-6190C322ADA2}"/>
              </a:ext>
            </a:extLst>
          </p:cNvPr>
          <p:cNvSpPr>
            <a:spLocks/>
          </p:cNvSpPr>
          <p:nvPr/>
        </p:nvSpPr>
        <p:spPr>
          <a:xfrm>
            <a:off x="17026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" name="data_7423">
            <a:extLst>
              <a:ext uri="{FF2B5EF4-FFF2-40B4-BE49-F238E27FC236}">
                <a16:creationId xmlns:a16="http://schemas.microsoft.com/office/drawing/2014/main" id="{9CB5D2F3-A7CD-454E-914F-21D6ADB8CAA6}"/>
              </a:ext>
            </a:extLst>
          </p:cNvPr>
          <p:cNvSpPr>
            <a:spLocks/>
          </p:cNvSpPr>
          <p:nvPr/>
        </p:nvSpPr>
        <p:spPr>
          <a:xfrm>
            <a:off x="170151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" name="data_7424">
            <a:extLst>
              <a:ext uri="{FF2B5EF4-FFF2-40B4-BE49-F238E27FC236}">
                <a16:creationId xmlns:a16="http://schemas.microsoft.com/office/drawing/2014/main" id="{1816F928-39A7-4710-8300-0F790E0276E3}"/>
              </a:ext>
            </a:extLst>
          </p:cNvPr>
          <p:cNvSpPr>
            <a:spLocks/>
          </p:cNvSpPr>
          <p:nvPr/>
        </p:nvSpPr>
        <p:spPr>
          <a:xfrm>
            <a:off x="174386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" name="data_7425">
            <a:extLst>
              <a:ext uri="{FF2B5EF4-FFF2-40B4-BE49-F238E27FC236}">
                <a16:creationId xmlns:a16="http://schemas.microsoft.com/office/drawing/2014/main" id="{401469AE-43E4-4DD8-B455-C548F9823FAB}"/>
              </a:ext>
            </a:extLst>
          </p:cNvPr>
          <p:cNvSpPr>
            <a:spLocks/>
          </p:cNvSpPr>
          <p:nvPr/>
        </p:nvSpPr>
        <p:spPr>
          <a:xfrm>
            <a:off x="1724185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" name="data_7426">
            <a:extLst>
              <a:ext uri="{FF2B5EF4-FFF2-40B4-BE49-F238E27FC236}">
                <a16:creationId xmlns:a16="http://schemas.microsoft.com/office/drawing/2014/main" id="{141B76AD-FF31-4B59-B982-7FFDD4645C0D}"/>
              </a:ext>
            </a:extLst>
          </p:cNvPr>
          <p:cNvSpPr>
            <a:spLocks/>
          </p:cNvSpPr>
          <p:nvPr/>
        </p:nvSpPr>
        <p:spPr>
          <a:xfrm>
            <a:off x="1643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" name="data_7427">
            <a:extLst>
              <a:ext uri="{FF2B5EF4-FFF2-40B4-BE49-F238E27FC236}">
                <a16:creationId xmlns:a16="http://schemas.microsoft.com/office/drawing/2014/main" id="{8F4F4A3A-2362-4DE0-A841-095601311DE0}"/>
              </a:ext>
            </a:extLst>
          </p:cNvPr>
          <p:cNvSpPr>
            <a:spLocks/>
          </p:cNvSpPr>
          <p:nvPr/>
        </p:nvSpPr>
        <p:spPr>
          <a:xfrm>
            <a:off x="166268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" name="data_7428">
            <a:extLst>
              <a:ext uri="{FF2B5EF4-FFF2-40B4-BE49-F238E27FC236}">
                <a16:creationId xmlns:a16="http://schemas.microsoft.com/office/drawing/2014/main" id="{AF405082-3AA7-4064-BC21-765CE105E91C}"/>
              </a:ext>
            </a:extLst>
          </p:cNvPr>
          <p:cNvSpPr>
            <a:spLocks/>
          </p:cNvSpPr>
          <p:nvPr/>
        </p:nvSpPr>
        <p:spPr>
          <a:xfrm>
            <a:off x="17144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" name="data_7429">
            <a:extLst>
              <a:ext uri="{FF2B5EF4-FFF2-40B4-BE49-F238E27FC236}">
                <a16:creationId xmlns:a16="http://schemas.microsoft.com/office/drawing/2014/main" id="{C341F072-CB2E-4595-8E37-34CCC8D03A95}"/>
              </a:ext>
            </a:extLst>
          </p:cNvPr>
          <p:cNvSpPr>
            <a:spLocks/>
          </p:cNvSpPr>
          <p:nvPr/>
        </p:nvSpPr>
        <p:spPr>
          <a:xfrm>
            <a:off x="163623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" name="data_7430">
            <a:extLst>
              <a:ext uri="{FF2B5EF4-FFF2-40B4-BE49-F238E27FC236}">
                <a16:creationId xmlns:a16="http://schemas.microsoft.com/office/drawing/2014/main" id="{738EEF71-A737-4805-8A79-15E9E21BFFEB}"/>
              </a:ext>
            </a:extLst>
          </p:cNvPr>
          <p:cNvSpPr>
            <a:spLocks/>
          </p:cNvSpPr>
          <p:nvPr/>
        </p:nvSpPr>
        <p:spPr>
          <a:xfrm>
            <a:off x="172679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" name="data_7431">
            <a:extLst>
              <a:ext uri="{FF2B5EF4-FFF2-40B4-BE49-F238E27FC236}">
                <a16:creationId xmlns:a16="http://schemas.microsoft.com/office/drawing/2014/main" id="{C5703FBA-C90B-4703-81D0-23161A12D448}"/>
              </a:ext>
            </a:extLst>
          </p:cNvPr>
          <p:cNvSpPr>
            <a:spLocks/>
          </p:cNvSpPr>
          <p:nvPr/>
        </p:nvSpPr>
        <p:spPr>
          <a:xfrm>
            <a:off x="17312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" name="data_7432">
            <a:extLst>
              <a:ext uri="{FF2B5EF4-FFF2-40B4-BE49-F238E27FC236}">
                <a16:creationId xmlns:a16="http://schemas.microsoft.com/office/drawing/2014/main" id="{D3A18F01-B9E8-4F0B-8B2D-4542E76678DE}"/>
              </a:ext>
            </a:extLst>
          </p:cNvPr>
          <p:cNvSpPr>
            <a:spLocks/>
          </p:cNvSpPr>
          <p:nvPr/>
        </p:nvSpPr>
        <p:spPr>
          <a:xfrm>
            <a:off x="17174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" name="data_7433">
            <a:extLst>
              <a:ext uri="{FF2B5EF4-FFF2-40B4-BE49-F238E27FC236}">
                <a16:creationId xmlns:a16="http://schemas.microsoft.com/office/drawing/2014/main" id="{E37D5C38-259F-47B9-B256-1AD1AF13037A}"/>
              </a:ext>
            </a:extLst>
          </p:cNvPr>
          <p:cNvSpPr>
            <a:spLocks/>
          </p:cNvSpPr>
          <p:nvPr/>
        </p:nvSpPr>
        <p:spPr>
          <a:xfrm>
            <a:off x="17162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" name="data_7434">
            <a:extLst>
              <a:ext uri="{FF2B5EF4-FFF2-40B4-BE49-F238E27FC236}">
                <a16:creationId xmlns:a16="http://schemas.microsoft.com/office/drawing/2014/main" id="{28A2EB5D-65D8-4CDA-8218-73802D2D235B}"/>
              </a:ext>
            </a:extLst>
          </p:cNvPr>
          <p:cNvSpPr>
            <a:spLocks/>
          </p:cNvSpPr>
          <p:nvPr/>
        </p:nvSpPr>
        <p:spPr>
          <a:xfrm>
            <a:off x="17218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" name="data_7435">
            <a:extLst>
              <a:ext uri="{FF2B5EF4-FFF2-40B4-BE49-F238E27FC236}">
                <a16:creationId xmlns:a16="http://schemas.microsoft.com/office/drawing/2014/main" id="{DF7F4369-EAD2-4FA6-93CB-DA486CE61893}"/>
              </a:ext>
            </a:extLst>
          </p:cNvPr>
          <p:cNvSpPr>
            <a:spLocks/>
          </p:cNvSpPr>
          <p:nvPr/>
        </p:nvSpPr>
        <p:spPr>
          <a:xfrm>
            <a:off x="169721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" name="data_7436">
            <a:extLst>
              <a:ext uri="{FF2B5EF4-FFF2-40B4-BE49-F238E27FC236}">
                <a16:creationId xmlns:a16="http://schemas.microsoft.com/office/drawing/2014/main" id="{E4ED8213-40B2-4213-B706-01CE9FC8372B}"/>
              </a:ext>
            </a:extLst>
          </p:cNvPr>
          <p:cNvSpPr>
            <a:spLocks/>
          </p:cNvSpPr>
          <p:nvPr/>
        </p:nvSpPr>
        <p:spPr>
          <a:xfrm>
            <a:off x="16295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9" name="data_7437">
            <a:extLst>
              <a:ext uri="{FF2B5EF4-FFF2-40B4-BE49-F238E27FC236}">
                <a16:creationId xmlns:a16="http://schemas.microsoft.com/office/drawing/2014/main" id="{898801BD-78F6-4ED9-B364-2BD02D726534}"/>
              </a:ext>
            </a:extLst>
          </p:cNvPr>
          <p:cNvSpPr>
            <a:spLocks/>
          </p:cNvSpPr>
          <p:nvPr/>
        </p:nvSpPr>
        <p:spPr>
          <a:xfrm>
            <a:off x="169695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0" name="data_7438">
            <a:extLst>
              <a:ext uri="{FF2B5EF4-FFF2-40B4-BE49-F238E27FC236}">
                <a16:creationId xmlns:a16="http://schemas.microsoft.com/office/drawing/2014/main" id="{C6834165-2D19-41ED-BA22-D1FF17647B1E}"/>
              </a:ext>
            </a:extLst>
          </p:cNvPr>
          <p:cNvSpPr>
            <a:spLocks/>
          </p:cNvSpPr>
          <p:nvPr/>
        </p:nvSpPr>
        <p:spPr>
          <a:xfrm>
            <a:off x="16467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1" name="data_7439">
            <a:extLst>
              <a:ext uri="{FF2B5EF4-FFF2-40B4-BE49-F238E27FC236}">
                <a16:creationId xmlns:a16="http://schemas.microsoft.com/office/drawing/2014/main" id="{E90A25B3-D5E6-4C10-8F78-1482EB30378F}"/>
              </a:ext>
            </a:extLst>
          </p:cNvPr>
          <p:cNvSpPr>
            <a:spLocks/>
          </p:cNvSpPr>
          <p:nvPr/>
        </p:nvSpPr>
        <p:spPr>
          <a:xfrm>
            <a:off x="1716758" y="28686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2" name="data_7440">
            <a:extLst>
              <a:ext uri="{FF2B5EF4-FFF2-40B4-BE49-F238E27FC236}">
                <a16:creationId xmlns:a16="http://schemas.microsoft.com/office/drawing/2014/main" id="{378D8D2C-7A9D-4544-B4A2-97F8DAC9D536}"/>
              </a:ext>
            </a:extLst>
          </p:cNvPr>
          <p:cNvSpPr>
            <a:spLocks/>
          </p:cNvSpPr>
          <p:nvPr/>
        </p:nvSpPr>
        <p:spPr>
          <a:xfrm>
            <a:off x="1733957" y="28762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3" name="data_7441">
            <a:extLst>
              <a:ext uri="{FF2B5EF4-FFF2-40B4-BE49-F238E27FC236}">
                <a16:creationId xmlns:a16="http://schemas.microsoft.com/office/drawing/2014/main" id="{1BE36967-13E8-4DBA-B29A-E0BBB2C5A1F0}"/>
              </a:ext>
            </a:extLst>
          </p:cNvPr>
          <p:cNvSpPr>
            <a:spLocks/>
          </p:cNvSpPr>
          <p:nvPr/>
        </p:nvSpPr>
        <p:spPr>
          <a:xfrm>
            <a:off x="164470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4" name="data_7442">
            <a:extLst>
              <a:ext uri="{FF2B5EF4-FFF2-40B4-BE49-F238E27FC236}">
                <a16:creationId xmlns:a16="http://schemas.microsoft.com/office/drawing/2014/main" id="{7483CB08-7C2F-4D7D-A3DF-B2A59D5CC5AB}"/>
              </a:ext>
            </a:extLst>
          </p:cNvPr>
          <p:cNvSpPr>
            <a:spLocks/>
          </p:cNvSpPr>
          <p:nvPr/>
        </p:nvSpPr>
        <p:spPr>
          <a:xfrm>
            <a:off x="1717931" y="22536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5" name="data_7443">
            <a:extLst>
              <a:ext uri="{FF2B5EF4-FFF2-40B4-BE49-F238E27FC236}">
                <a16:creationId xmlns:a16="http://schemas.microsoft.com/office/drawing/2014/main" id="{572B7279-E339-4E44-951A-079CF6BD5843}"/>
              </a:ext>
            </a:extLst>
          </p:cNvPr>
          <p:cNvSpPr>
            <a:spLocks/>
          </p:cNvSpPr>
          <p:nvPr/>
        </p:nvSpPr>
        <p:spPr>
          <a:xfrm>
            <a:off x="165121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6" name="data_7444">
            <a:extLst>
              <a:ext uri="{FF2B5EF4-FFF2-40B4-BE49-F238E27FC236}">
                <a16:creationId xmlns:a16="http://schemas.microsoft.com/office/drawing/2014/main" id="{1AD3EE5B-90F3-4959-BDC6-F5639572129A}"/>
              </a:ext>
            </a:extLst>
          </p:cNvPr>
          <p:cNvSpPr>
            <a:spLocks/>
          </p:cNvSpPr>
          <p:nvPr/>
        </p:nvSpPr>
        <p:spPr>
          <a:xfrm>
            <a:off x="16569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7" name="data_7445">
            <a:extLst>
              <a:ext uri="{FF2B5EF4-FFF2-40B4-BE49-F238E27FC236}">
                <a16:creationId xmlns:a16="http://schemas.microsoft.com/office/drawing/2014/main" id="{FFA697FD-7E84-4AA0-A747-1DF41836D363}"/>
              </a:ext>
            </a:extLst>
          </p:cNvPr>
          <p:cNvSpPr>
            <a:spLocks/>
          </p:cNvSpPr>
          <p:nvPr/>
        </p:nvSpPr>
        <p:spPr>
          <a:xfrm>
            <a:off x="16414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8" name="data_7446">
            <a:extLst>
              <a:ext uri="{FF2B5EF4-FFF2-40B4-BE49-F238E27FC236}">
                <a16:creationId xmlns:a16="http://schemas.microsoft.com/office/drawing/2014/main" id="{FAF8B167-127F-4F7D-9FA1-AB5372E4CC4D}"/>
              </a:ext>
            </a:extLst>
          </p:cNvPr>
          <p:cNvSpPr>
            <a:spLocks/>
          </p:cNvSpPr>
          <p:nvPr/>
        </p:nvSpPr>
        <p:spPr>
          <a:xfrm>
            <a:off x="171649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59" name="data_7447">
            <a:extLst>
              <a:ext uri="{FF2B5EF4-FFF2-40B4-BE49-F238E27FC236}">
                <a16:creationId xmlns:a16="http://schemas.microsoft.com/office/drawing/2014/main" id="{D012A06B-C51D-4C4B-8C8F-835C07A64F33}"/>
              </a:ext>
            </a:extLst>
          </p:cNvPr>
          <p:cNvSpPr>
            <a:spLocks/>
          </p:cNvSpPr>
          <p:nvPr/>
        </p:nvSpPr>
        <p:spPr>
          <a:xfrm>
            <a:off x="17501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0" name="data_7448">
            <a:extLst>
              <a:ext uri="{FF2B5EF4-FFF2-40B4-BE49-F238E27FC236}">
                <a16:creationId xmlns:a16="http://schemas.microsoft.com/office/drawing/2014/main" id="{1BEE24F1-BF9D-4986-A4A3-5C1DA46060CC}"/>
              </a:ext>
            </a:extLst>
          </p:cNvPr>
          <p:cNvSpPr>
            <a:spLocks/>
          </p:cNvSpPr>
          <p:nvPr/>
        </p:nvSpPr>
        <p:spPr>
          <a:xfrm>
            <a:off x="1755717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1" name="data_7449">
            <a:extLst>
              <a:ext uri="{FF2B5EF4-FFF2-40B4-BE49-F238E27FC236}">
                <a16:creationId xmlns:a16="http://schemas.microsoft.com/office/drawing/2014/main" id="{D0F77109-4665-46DF-AE9B-01B320D892CF}"/>
              </a:ext>
            </a:extLst>
          </p:cNvPr>
          <p:cNvSpPr>
            <a:spLocks/>
          </p:cNvSpPr>
          <p:nvPr/>
        </p:nvSpPr>
        <p:spPr>
          <a:xfrm>
            <a:off x="16751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2" name="data_7450">
            <a:extLst>
              <a:ext uri="{FF2B5EF4-FFF2-40B4-BE49-F238E27FC236}">
                <a16:creationId xmlns:a16="http://schemas.microsoft.com/office/drawing/2014/main" id="{5A5705BB-4479-453C-B0CB-265EC3B7E8C9}"/>
              </a:ext>
            </a:extLst>
          </p:cNvPr>
          <p:cNvSpPr>
            <a:spLocks/>
          </p:cNvSpPr>
          <p:nvPr/>
        </p:nvSpPr>
        <p:spPr>
          <a:xfrm>
            <a:off x="172301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3" name="data_7451">
            <a:extLst>
              <a:ext uri="{FF2B5EF4-FFF2-40B4-BE49-F238E27FC236}">
                <a16:creationId xmlns:a16="http://schemas.microsoft.com/office/drawing/2014/main" id="{BBF140B4-7F9B-44A1-90FC-737271F1E071}"/>
              </a:ext>
            </a:extLst>
          </p:cNvPr>
          <p:cNvSpPr>
            <a:spLocks/>
          </p:cNvSpPr>
          <p:nvPr/>
        </p:nvSpPr>
        <p:spPr>
          <a:xfrm>
            <a:off x="17482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4" name="data_7452">
            <a:extLst>
              <a:ext uri="{FF2B5EF4-FFF2-40B4-BE49-F238E27FC236}">
                <a16:creationId xmlns:a16="http://schemas.microsoft.com/office/drawing/2014/main" id="{1B05968B-EF5B-495E-9B53-EE3A96F67E8A}"/>
              </a:ext>
            </a:extLst>
          </p:cNvPr>
          <p:cNvSpPr>
            <a:spLocks/>
          </p:cNvSpPr>
          <p:nvPr/>
        </p:nvSpPr>
        <p:spPr>
          <a:xfrm>
            <a:off x="173291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5" name="data_7453">
            <a:extLst>
              <a:ext uri="{FF2B5EF4-FFF2-40B4-BE49-F238E27FC236}">
                <a16:creationId xmlns:a16="http://schemas.microsoft.com/office/drawing/2014/main" id="{29D8939A-83F7-4E32-B82A-92B2C9946442}"/>
              </a:ext>
            </a:extLst>
          </p:cNvPr>
          <p:cNvSpPr>
            <a:spLocks/>
          </p:cNvSpPr>
          <p:nvPr/>
        </p:nvSpPr>
        <p:spPr>
          <a:xfrm>
            <a:off x="17191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6" name="data_7454">
            <a:extLst>
              <a:ext uri="{FF2B5EF4-FFF2-40B4-BE49-F238E27FC236}">
                <a16:creationId xmlns:a16="http://schemas.microsoft.com/office/drawing/2014/main" id="{0C79AFF2-E1A5-416B-88AE-87A841EE407A}"/>
              </a:ext>
            </a:extLst>
          </p:cNvPr>
          <p:cNvSpPr>
            <a:spLocks/>
          </p:cNvSpPr>
          <p:nvPr/>
        </p:nvSpPr>
        <p:spPr>
          <a:xfrm>
            <a:off x="16871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7" name="data_7455">
            <a:extLst>
              <a:ext uri="{FF2B5EF4-FFF2-40B4-BE49-F238E27FC236}">
                <a16:creationId xmlns:a16="http://schemas.microsoft.com/office/drawing/2014/main" id="{5DA11001-AC71-4554-BC95-AC7C803C8B2D}"/>
              </a:ext>
            </a:extLst>
          </p:cNvPr>
          <p:cNvSpPr>
            <a:spLocks/>
          </p:cNvSpPr>
          <p:nvPr/>
        </p:nvSpPr>
        <p:spPr>
          <a:xfrm>
            <a:off x="1683272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8" name="data_7456">
            <a:extLst>
              <a:ext uri="{FF2B5EF4-FFF2-40B4-BE49-F238E27FC236}">
                <a16:creationId xmlns:a16="http://schemas.microsoft.com/office/drawing/2014/main" id="{3846B684-AB0E-41D2-9FB2-17EDE852BCC2}"/>
              </a:ext>
            </a:extLst>
          </p:cNvPr>
          <p:cNvSpPr>
            <a:spLocks/>
          </p:cNvSpPr>
          <p:nvPr/>
        </p:nvSpPr>
        <p:spPr>
          <a:xfrm>
            <a:off x="16398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69" name="data_7457">
            <a:extLst>
              <a:ext uri="{FF2B5EF4-FFF2-40B4-BE49-F238E27FC236}">
                <a16:creationId xmlns:a16="http://schemas.microsoft.com/office/drawing/2014/main" id="{CDF508DD-F446-4BCA-9421-F655D8DEEEED}"/>
              </a:ext>
            </a:extLst>
          </p:cNvPr>
          <p:cNvSpPr>
            <a:spLocks/>
          </p:cNvSpPr>
          <p:nvPr/>
        </p:nvSpPr>
        <p:spPr>
          <a:xfrm>
            <a:off x="17486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0" name="data_7458">
            <a:extLst>
              <a:ext uri="{FF2B5EF4-FFF2-40B4-BE49-F238E27FC236}">
                <a16:creationId xmlns:a16="http://schemas.microsoft.com/office/drawing/2014/main" id="{62521F5F-E681-40AD-8501-C10B62DBBF69}"/>
              </a:ext>
            </a:extLst>
          </p:cNvPr>
          <p:cNvSpPr>
            <a:spLocks/>
          </p:cNvSpPr>
          <p:nvPr/>
        </p:nvSpPr>
        <p:spPr>
          <a:xfrm>
            <a:off x="17348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1" name="data_7459">
            <a:extLst>
              <a:ext uri="{FF2B5EF4-FFF2-40B4-BE49-F238E27FC236}">
                <a16:creationId xmlns:a16="http://schemas.microsoft.com/office/drawing/2014/main" id="{8514384C-142C-4E17-AAD2-D65553D30113}"/>
              </a:ext>
            </a:extLst>
          </p:cNvPr>
          <p:cNvSpPr>
            <a:spLocks/>
          </p:cNvSpPr>
          <p:nvPr/>
        </p:nvSpPr>
        <p:spPr>
          <a:xfrm>
            <a:off x="17151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2" name="data_7460">
            <a:extLst>
              <a:ext uri="{FF2B5EF4-FFF2-40B4-BE49-F238E27FC236}">
                <a16:creationId xmlns:a16="http://schemas.microsoft.com/office/drawing/2014/main" id="{3B5F7987-1A89-4349-BDF9-6A37EE35F295}"/>
              </a:ext>
            </a:extLst>
          </p:cNvPr>
          <p:cNvSpPr>
            <a:spLocks/>
          </p:cNvSpPr>
          <p:nvPr/>
        </p:nvSpPr>
        <p:spPr>
          <a:xfrm>
            <a:off x="16353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3" name="data_7461">
            <a:extLst>
              <a:ext uri="{FF2B5EF4-FFF2-40B4-BE49-F238E27FC236}">
                <a16:creationId xmlns:a16="http://schemas.microsoft.com/office/drawing/2014/main" id="{1AB0B520-391A-4B95-90D6-6F4864EC3DA0}"/>
              </a:ext>
            </a:extLst>
          </p:cNvPr>
          <p:cNvSpPr>
            <a:spLocks/>
          </p:cNvSpPr>
          <p:nvPr/>
        </p:nvSpPr>
        <p:spPr>
          <a:xfrm>
            <a:off x="1647962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4" name="data_7462">
            <a:extLst>
              <a:ext uri="{FF2B5EF4-FFF2-40B4-BE49-F238E27FC236}">
                <a16:creationId xmlns:a16="http://schemas.microsoft.com/office/drawing/2014/main" id="{4C4B91DE-D7EE-44A8-A42F-68DE6E2B2219}"/>
              </a:ext>
            </a:extLst>
          </p:cNvPr>
          <p:cNvSpPr>
            <a:spLocks/>
          </p:cNvSpPr>
          <p:nvPr/>
        </p:nvSpPr>
        <p:spPr>
          <a:xfrm>
            <a:off x="16606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5" name="data_7463">
            <a:extLst>
              <a:ext uri="{FF2B5EF4-FFF2-40B4-BE49-F238E27FC236}">
                <a16:creationId xmlns:a16="http://schemas.microsoft.com/office/drawing/2014/main" id="{CB9E1D70-C0C1-415A-803A-E6F0AA0E9561}"/>
              </a:ext>
            </a:extLst>
          </p:cNvPr>
          <p:cNvSpPr>
            <a:spLocks/>
          </p:cNvSpPr>
          <p:nvPr/>
        </p:nvSpPr>
        <p:spPr>
          <a:xfrm>
            <a:off x="171649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6" name="data_7464">
            <a:extLst>
              <a:ext uri="{FF2B5EF4-FFF2-40B4-BE49-F238E27FC236}">
                <a16:creationId xmlns:a16="http://schemas.microsoft.com/office/drawing/2014/main" id="{8AC0B4D1-5CF5-4875-93B7-0FF8FCB9F292}"/>
              </a:ext>
            </a:extLst>
          </p:cNvPr>
          <p:cNvSpPr>
            <a:spLocks/>
          </p:cNvSpPr>
          <p:nvPr/>
        </p:nvSpPr>
        <p:spPr>
          <a:xfrm>
            <a:off x="17033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7" name="data_7465">
            <a:extLst>
              <a:ext uri="{FF2B5EF4-FFF2-40B4-BE49-F238E27FC236}">
                <a16:creationId xmlns:a16="http://schemas.microsoft.com/office/drawing/2014/main" id="{C4969880-112E-4DFF-820F-45775A85BE76}"/>
              </a:ext>
            </a:extLst>
          </p:cNvPr>
          <p:cNvSpPr>
            <a:spLocks/>
          </p:cNvSpPr>
          <p:nvPr/>
        </p:nvSpPr>
        <p:spPr>
          <a:xfrm>
            <a:off x="165343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8" name="data_7466">
            <a:extLst>
              <a:ext uri="{FF2B5EF4-FFF2-40B4-BE49-F238E27FC236}">
                <a16:creationId xmlns:a16="http://schemas.microsoft.com/office/drawing/2014/main" id="{F1B95285-DB62-426A-A608-4353A2784F8F}"/>
              </a:ext>
            </a:extLst>
          </p:cNvPr>
          <p:cNvSpPr>
            <a:spLocks/>
          </p:cNvSpPr>
          <p:nvPr/>
        </p:nvSpPr>
        <p:spPr>
          <a:xfrm>
            <a:off x="16770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79" name="data_7467">
            <a:extLst>
              <a:ext uri="{FF2B5EF4-FFF2-40B4-BE49-F238E27FC236}">
                <a16:creationId xmlns:a16="http://schemas.microsoft.com/office/drawing/2014/main" id="{B158F0AE-22EE-45C8-8461-BF8A453EED10}"/>
              </a:ext>
            </a:extLst>
          </p:cNvPr>
          <p:cNvSpPr>
            <a:spLocks/>
          </p:cNvSpPr>
          <p:nvPr/>
        </p:nvSpPr>
        <p:spPr>
          <a:xfrm>
            <a:off x="1630893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0" name="data_7468">
            <a:extLst>
              <a:ext uri="{FF2B5EF4-FFF2-40B4-BE49-F238E27FC236}">
                <a16:creationId xmlns:a16="http://schemas.microsoft.com/office/drawing/2014/main" id="{EA0D5ED4-5384-4662-BD54-C96C47BF4628}"/>
              </a:ext>
            </a:extLst>
          </p:cNvPr>
          <p:cNvSpPr>
            <a:spLocks/>
          </p:cNvSpPr>
          <p:nvPr/>
        </p:nvSpPr>
        <p:spPr>
          <a:xfrm>
            <a:off x="23423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1" name="data_7469">
            <a:extLst>
              <a:ext uri="{FF2B5EF4-FFF2-40B4-BE49-F238E27FC236}">
                <a16:creationId xmlns:a16="http://schemas.microsoft.com/office/drawing/2014/main" id="{54AD7CD4-6F0C-48D2-9C52-EEE631571986}"/>
              </a:ext>
            </a:extLst>
          </p:cNvPr>
          <p:cNvSpPr>
            <a:spLocks/>
          </p:cNvSpPr>
          <p:nvPr/>
        </p:nvSpPr>
        <p:spPr>
          <a:xfrm>
            <a:off x="2317308" y="255544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2" name="data_7470">
            <a:extLst>
              <a:ext uri="{FF2B5EF4-FFF2-40B4-BE49-F238E27FC236}">
                <a16:creationId xmlns:a16="http://schemas.microsoft.com/office/drawing/2014/main" id="{2D1B13CC-09BE-47F9-ABA8-9A4953C0B1E0}"/>
              </a:ext>
            </a:extLst>
          </p:cNvPr>
          <p:cNvSpPr>
            <a:spLocks/>
          </p:cNvSpPr>
          <p:nvPr/>
        </p:nvSpPr>
        <p:spPr>
          <a:xfrm>
            <a:off x="233763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3" name="data_7471">
            <a:extLst>
              <a:ext uri="{FF2B5EF4-FFF2-40B4-BE49-F238E27FC236}">
                <a16:creationId xmlns:a16="http://schemas.microsoft.com/office/drawing/2014/main" id="{C58D8B0E-0E93-46A5-B865-1F615442254C}"/>
              </a:ext>
            </a:extLst>
          </p:cNvPr>
          <p:cNvSpPr>
            <a:spLocks/>
          </p:cNvSpPr>
          <p:nvPr/>
        </p:nvSpPr>
        <p:spPr>
          <a:xfrm>
            <a:off x="23371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4" name="data_7472">
            <a:extLst>
              <a:ext uri="{FF2B5EF4-FFF2-40B4-BE49-F238E27FC236}">
                <a16:creationId xmlns:a16="http://schemas.microsoft.com/office/drawing/2014/main" id="{37D0D225-BEEE-4FC9-8ADF-F004A1F499B2}"/>
              </a:ext>
            </a:extLst>
          </p:cNvPr>
          <p:cNvSpPr>
            <a:spLocks/>
          </p:cNvSpPr>
          <p:nvPr/>
        </p:nvSpPr>
        <p:spPr>
          <a:xfrm>
            <a:off x="235926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5" name="data_7473">
            <a:extLst>
              <a:ext uri="{FF2B5EF4-FFF2-40B4-BE49-F238E27FC236}">
                <a16:creationId xmlns:a16="http://schemas.microsoft.com/office/drawing/2014/main" id="{A766D377-09C7-44EE-9FAA-085CC6472CDC}"/>
              </a:ext>
            </a:extLst>
          </p:cNvPr>
          <p:cNvSpPr>
            <a:spLocks/>
          </p:cNvSpPr>
          <p:nvPr/>
        </p:nvSpPr>
        <p:spPr>
          <a:xfrm>
            <a:off x="239718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6" name="data_7474">
            <a:extLst>
              <a:ext uri="{FF2B5EF4-FFF2-40B4-BE49-F238E27FC236}">
                <a16:creationId xmlns:a16="http://schemas.microsoft.com/office/drawing/2014/main" id="{35FAA03B-8954-4B8C-84DD-3F166FB049F3}"/>
              </a:ext>
            </a:extLst>
          </p:cNvPr>
          <p:cNvSpPr>
            <a:spLocks/>
          </p:cNvSpPr>
          <p:nvPr/>
        </p:nvSpPr>
        <p:spPr>
          <a:xfrm>
            <a:off x="242102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7" name="data_7475">
            <a:extLst>
              <a:ext uri="{FF2B5EF4-FFF2-40B4-BE49-F238E27FC236}">
                <a16:creationId xmlns:a16="http://schemas.microsoft.com/office/drawing/2014/main" id="{98B87BC6-5FFD-4D95-BD6A-9DE995B703A1}"/>
              </a:ext>
            </a:extLst>
          </p:cNvPr>
          <p:cNvSpPr>
            <a:spLocks/>
          </p:cNvSpPr>
          <p:nvPr/>
        </p:nvSpPr>
        <p:spPr>
          <a:xfrm>
            <a:off x="23242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8" name="data_7476">
            <a:extLst>
              <a:ext uri="{FF2B5EF4-FFF2-40B4-BE49-F238E27FC236}">
                <a16:creationId xmlns:a16="http://schemas.microsoft.com/office/drawing/2014/main" id="{BCA49885-7315-4B97-B103-AE1DE8806C4B}"/>
              </a:ext>
            </a:extLst>
          </p:cNvPr>
          <p:cNvSpPr>
            <a:spLocks/>
          </p:cNvSpPr>
          <p:nvPr/>
        </p:nvSpPr>
        <p:spPr>
          <a:xfrm>
            <a:off x="23837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89" name="data_7477">
            <a:extLst>
              <a:ext uri="{FF2B5EF4-FFF2-40B4-BE49-F238E27FC236}">
                <a16:creationId xmlns:a16="http://schemas.microsoft.com/office/drawing/2014/main" id="{CE0E511A-1298-4FED-B995-89661E7A7AC1}"/>
              </a:ext>
            </a:extLst>
          </p:cNvPr>
          <p:cNvSpPr>
            <a:spLocks/>
          </p:cNvSpPr>
          <p:nvPr/>
        </p:nvSpPr>
        <p:spPr>
          <a:xfrm>
            <a:off x="23246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0" name="data_7478">
            <a:extLst>
              <a:ext uri="{FF2B5EF4-FFF2-40B4-BE49-F238E27FC236}">
                <a16:creationId xmlns:a16="http://schemas.microsoft.com/office/drawing/2014/main" id="{0F2B2830-5F2D-4076-B92C-487A01A8A1D0}"/>
              </a:ext>
            </a:extLst>
          </p:cNvPr>
          <p:cNvSpPr>
            <a:spLocks/>
          </p:cNvSpPr>
          <p:nvPr/>
        </p:nvSpPr>
        <p:spPr>
          <a:xfrm>
            <a:off x="23102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1" name="data_7479">
            <a:extLst>
              <a:ext uri="{FF2B5EF4-FFF2-40B4-BE49-F238E27FC236}">
                <a16:creationId xmlns:a16="http://schemas.microsoft.com/office/drawing/2014/main" id="{D9F7B9FC-4483-4CBD-AFD9-1696AA00EAB9}"/>
              </a:ext>
            </a:extLst>
          </p:cNvPr>
          <p:cNvSpPr>
            <a:spLocks/>
          </p:cNvSpPr>
          <p:nvPr/>
        </p:nvSpPr>
        <p:spPr>
          <a:xfrm>
            <a:off x="2410600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2" name="data_7480">
            <a:extLst>
              <a:ext uri="{FF2B5EF4-FFF2-40B4-BE49-F238E27FC236}">
                <a16:creationId xmlns:a16="http://schemas.microsoft.com/office/drawing/2014/main" id="{91641114-443C-411D-AA43-E41A9F409158}"/>
              </a:ext>
            </a:extLst>
          </p:cNvPr>
          <p:cNvSpPr>
            <a:spLocks/>
          </p:cNvSpPr>
          <p:nvPr/>
        </p:nvSpPr>
        <p:spPr>
          <a:xfrm>
            <a:off x="243731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3" name="data_7481">
            <a:extLst>
              <a:ext uri="{FF2B5EF4-FFF2-40B4-BE49-F238E27FC236}">
                <a16:creationId xmlns:a16="http://schemas.microsoft.com/office/drawing/2014/main" id="{BC63B2DE-7A45-4D70-9BB8-C82A85913391}"/>
              </a:ext>
            </a:extLst>
          </p:cNvPr>
          <p:cNvSpPr>
            <a:spLocks/>
          </p:cNvSpPr>
          <p:nvPr/>
        </p:nvSpPr>
        <p:spPr>
          <a:xfrm>
            <a:off x="23588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4" name="data_7482">
            <a:extLst>
              <a:ext uri="{FF2B5EF4-FFF2-40B4-BE49-F238E27FC236}">
                <a16:creationId xmlns:a16="http://schemas.microsoft.com/office/drawing/2014/main" id="{2B58BE3F-5F5A-47F3-BCB2-BBBA15C56EBC}"/>
              </a:ext>
            </a:extLst>
          </p:cNvPr>
          <p:cNvSpPr>
            <a:spLocks/>
          </p:cNvSpPr>
          <p:nvPr/>
        </p:nvSpPr>
        <p:spPr>
          <a:xfrm>
            <a:off x="243027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5" name="data_7483">
            <a:extLst>
              <a:ext uri="{FF2B5EF4-FFF2-40B4-BE49-F238E27FC236}">
                <a16:creationId xmlns:a16="http://schemas.microsoft.com/office/drawing/2014/main" id="{53E8A572-A645-4E0C-9635-925B17EA9DB0}"/>
              </a:ext>
            </a:extLst>
          </p:cNvPr>
          <p:cNvSpPr>
            <a:spLocks/>
          </p:cNvSpPr>
          <p:nvPr/>
        </p:nvSpPr>
        <p:spPr>
          <a:xfrm>
            <a:off x="2337504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6" name="data_7484">
            <a:extLst>
              <a:ext uri="{FF2B5EF4-FFF2-40B4-BE49-F238E27FC236}">
                <a16:creationId xmlns:a16="http://schemas.microsoft.com/office/drawing/2014/main" id="{36603F01-87DC-4510-B094-22C5A9D5449A}"/>
              </a:ext>
            </a:extLst>
          </p:cNvPr>
          <p:cNvSpPr>
            <a:spLocks/>
          </p:cNvSpPr>
          <p:nvPr/>
        </p:nvSpPr>
        <p:spPr>
          <a:xfrm>
            <a:off x="2362260" y="27337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7" name="data_7485">
            <a:extLst>
              <a:ext uri="{FF2B5EF4-FFF2-40B4-BE49-F238E27FC236}">
                <a16:creationId xmlns:a16="http://schemas.microsoft.com/office/drawing/2014/main" id="{5FA965AC-7C15-4BF8-851B-D37DA1F40FC1}"/>
              </a:ext>
            </a:extLst>
          </p:cNvPr>
          <p:cNvSpPr>
            <a:spLocks/>
          </p:cNvSpPr>
          <p:nvPr/>
        </p:nvSpPr>
        <p:spPr>
          <a:xfrm>
            <a:off x="2401089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8" name="data_7486">
            <a:extLst>
              <a:ext uri="{FF2B5EF4-FFF2-40B4-BE49-F238E27FC236}">
                <a16:creationId xmlns:a16="http://schemas.microsoft.com/office/drawing/2014/main" id="{DCA1C621-AF91-4BE1-B8EE-9F54508D80ED}"/>
              </a:ext>
            </a:extLst>
          </p:cNvPr>
          <p:cNvSpPr>
            <a:spLocks/>
          </p:cNvSpPr>
          <p:nvPr/>
        </p:nvSpPr>
        <p:spPr>
          <a:xfrm>
            <a:off x="24244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99" name="data_7487">
            <a:extLst>
              <a:ext uri="{FF2B5EF4-FFF2-40B4-BE49-F238E27FC236}">
                <a16:creationId xmlns:a16="http://schemas.microsoft.com/office/drawing/2014/main" id="{4DE1228F-7D66-4666-9BF3-86331F22E439}"/>
              </a:ext>
            </a:extLst>
          </p:cNvPr>
          <p:cNvSpPr>
            <a:spLocks/>
          </p:cNvSpPr>
          <p:nvPr/>
        </p:nvSpPr>
        <p:spPr>
          <a:xfrm>
            <a:off x="243705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0" name="data_7488">
            <a:extLst>
              <a:ext uri="{FF2B5EF4-FFF2-40B4-BE49-F238E27FC236}">
                <a16:creationId xmlns:a16="http://schemas.microsoft.com/office/drawing/2014/main" id="{F5BC1FD8-4E0E-47A1-932E-3AA064056795}"/>
              </a:ext>
            </a:extLst>
          </p:cNvPr>
          <p:cNvSpPr>
            <a:spLocks/>
          </p:cNvSpPr>
          <p:nvPr/>
        </p:nvSpPr>
        <p:spPr>
          <a:xfrm>
            <a:off x="239209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1" name="data_7489">
            <a:extLst>
              <a:ext uri="{FF2B5EF4-FFF2-40B4-BE49-F238E27FC236}">
                <a16:creationId xmlns:a16="http://schemas.microsoft.com/office/drawing/2014/main" id="{CDA79CD9-08EC-4B68-857A-F69D8109309E}"/>
              </a:ext>
            </a:extLst>
          </p:cNvPr>
          <p:cNvSpPr>
            <a:spLocks/>
          </p:cNvSpPr>
          <p:nvPr/>
        </p:nvSpPr>
        <p:spPr>
          <a:xfrm>
            <a:off x="2314833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2" name="data_7490">
            <a:extLst>
              <a:ext uri="{FF2B5EF4-FFF2-40B4-BE49-F238E27FC236}">
                <a16:creationId xmlns:a16="http://schemas.microsoft.com/office/drawing/2014/main" id="{AE06D17A-2E22-4335-B2D7-EC93A0916782}"/>
              </a:ext>
            </a:extLst>
          </p:cNvPr>
          <p:cNvSpPr>
            <a:spLocks/>
          </p:cNvSpPr>
          <p:nvPr/>
        </p:nvSpPr>
        <p:spPr>
          <a:xfrm>
            <a:off x="233411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3" name="data_7491">
            <a:extLst>
              <a:ext uri="{FF2B5EF4-FFF2-40B4-BE49-F238E27FC236}">
                <a16:creationId xmlns:a16="http://schemas.microsoft.com/office/drawing/2014/main" id="{04AF0DD6-AE14-4CD2-9A0B-8E94AB0677F2}"/>
              </a:ext>
            </a:extLst>
          </p:cNvPr>
          <p:cNvSpPr>
            <a:spLocks/>
          </p:cNvSpPr>
          <p:nvPr/>
        </p:nvSpPr>
        <p:spPr>
          <a:xfrm>
            <a:off x="23425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4" name="data_7492">
            <a:extLst>
              <a:ext uri="{FF2B5EF4-FFF2-40B4-BE49-F238E27FC236}">
                <a16:creationId xmlns:a16="http://schemas.microsoft.com/office/drawing/2014/main" id="{4C2DE3A5-B0CE-43B2-8C55-D1CFE5AAF65A}"/>
              </a:ext>
            </a:extLst>
          </p:cNvPr>
          <p:cNvSpPr>
            <a:spLocks/>
          </p:cNvSpPr>
          <p:nvPr/>
        </p:nvSpPr>
        <p:spPr>
          <a:xfrm>
            <a:off x="231457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5" name="data_7493">
            <a:extLst>
              <a:ext uri="{FF2B5EF4-FFF2-40B4-BE49-F238E27FC236}">
                <a16:creationId xmlns:a16="http://schemas.microsoft.com/office/drawing/2014/main" id="{8CFBA212-3F38-4C4A-BCB4-17509082467F}"/>
              </a:ext>
            </a:extLst>
          </p:cNvPr>
          <p:cNvSpPr>
            <a:spLocks/>
          </p:cNvSpPr>
          <p:nvPr/>
        </p:nvSpPr>
        <p:spPr>
          <a:xfrm>
            <a:off x="2313790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6" name="data_7494">
            <a:extLst>
              <a:ext uri="{FF2B5EF4-FFF2-40B4-BE49-F238E27FC236}">
                <a16:creationId xmlns:a16="http://schemas.microsoft.com/office/drawing/2014/main" id="{E5874E68-1107-414D-BF76-75BF8859ABF3}"/>
              </a:ext>
            </a:extLst>
          </p:cNvPr>
          <p:cNvSpPr>
            <a:spLocks/>
          </p:cNvSpPr>
          <p:nvPr/>
        </p:nvSpPr>
        <p:spPr>
          <a:xfrm>
            <a:off x="23390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7" name="data_7495">
            <a:extLst>
              <a:ext uri="{FF2B5EF4-FFF2-40B4-BE49-F238E27FC236}">
                <a16:creationId xmlns:a16="http://schemas.microsoft.com/office/drawing/2014/main" id="{24FA29FC-98BE-49BC-AC39-FBF03CDBD6B2}"/>
              </a:ext>
            </a:extLst>
          </p:cNvPr>
          <p:cNvSpPr>
            <a:spLocks/>
          </p:cNvSpPr>
          <p:nvPr/>
        </p:nvSpPr>
        <p:spPr>
          <a:xfrm>
            <a:off x="23881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8" name="data_7496">
            <a:extLst>
              <a:ext uri="{FF2B5EF4-FFF2-40B4-BE49-F238E27FC236}">
                <a16:creationId xmlns:a16="http://schemas.microsoft.com/office/drawing/2014/main" id="{6B95CAF1-FDE5-43DB-95EC-CACF7C8B184C}"/>
              </a:ext>
            </a:extLst>
          </p:cNvPr>
          <p:cNvSpPr>
            <a:spLocks/>
          </p:cNvSpPr>
          <p:nvPr/>
        </p:nvSpPr>
        <p:spPr>
          <a:xfrm>
            <a:off x="233216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09" name="data_7497">
            <a:extLst>
              <a:ext uri="{FF2B5EF4-FFF2-40B4-BE49-F238E27FC236}">
                <a16:creationId xmlns:a16="http://schemas.microsoft.com/office/drawing/2014/main" id="{90D97E84-4691-4398-A03B-8AC3242DA621}"/>
              </a:ext>
            </a:extLst>
          </p:cNvPr>
          <p:cNvSpPr>
            <a:spLocks/>
          </p:cNvSpPr>
          <p:nvPr/>
        </p:nvSpPr>
        <p:spPr>
          <a:xfrm>
            <a:off x="23712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0" name="data_7498">
            <a:extLst>
              <a:ext uri="{FF2B5EF4-FFF2-40B4-BE49-F238E27FC236}">
                <a16:creationId xmlns:a16="http://schemas.microsoft.com/office/drawing/2014/main" id="{7270A302-5E93-45F3-8A25-2E2FD2F0E5A1}"/>
              </a:ext>
            </a:extLst>
          </p:cNvPr>
          <p:cNvSpPr>
            <a:spLocks/>
          </p:cNvSpPr>
          <p:nvPr/>
        </p:nvSpPr>
        <p:spPr>
          <a:xfrm>
            <a:off x="23574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1" name="data_7499">
            <a:extLst>
              <a:ext uri="{FF2B5EF4-FFF2-40B4-BE49-F238E27FC236}">
                <a16:creationId xmlns:a16="http://schemas.microsoft.com/office/drawing/2014/main" id="{23B71502-DB19-4C3D-8F58-FC4124DBE992}"/>
              </a:ext>
            </a:extLst>
          </p:cNvPr>
          <p:cNvSpPr>
            <a:spLocks/>
          </p:cNvSpPr>
          <p:nvPr/>
        </p:nvSpPr>
        <p:spPr>
          <a:xfrm>
            <a:off x="24220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2" name="data_7500">
            <a:extLst>
              <a:ext uri="{FF2B5EF4-FFF2-40B4-BE49-F238E27FC236}">
                <a16:creationId xmlns:a16="http://schemas.microsoft.com/office/drawing/2014/main" id="{D115579F-0E36-48F7-AF2C-DD091457C3FF}"/>
              </a:ext>
            </a:extLst>
          </p:cNvPr>
          <p:cNvSpPr>
            <a:spLocks/>
          </p:cNvSpPr>
          <p:nvPr/>
        </p:nvSpPr>
        <p:spPr>
          <a:xfrm>
            <a:off x="2344540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3" name="data_7501">
            <a:extLst>
              <a:ext uri="{FF2B5EF4-FFF2-40B4-BE49-F238E27FC236}">
                <a16:creationId xmlns:a16="http://schemas.microsoft.com/office/drawing/2014/main" id="{097F4BF4-7D54-4B5D-9BE8-315A6BE2200C}"/>
              </a:ext>
            </a:extLst>
          </p:cNvPr>
          <p:cNvSpPr>
            <a:spLocks/>
          </p:cNvSpPr>
          <p:nvPr/>
        </p:nvSpPr>
        <p:spPr>
          <a:xfrm>
            <a:off x="239809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4" name="data_7502">
            <a:extLst>
              <a:ext uri="{FF2B5EF4-FFF2-40B4-BE49-F238E27FC236}">
                <a16:creationId xmlns:a16="http://schemas.microsoft.com/office/drawing/2014/main" id="{E2D10978-0181-43DA-8E28-5E0F7392897A}"/>
              </a:ext>
            </a:extLst>
          </p:cNvPr>
          <p:cNvSpPr>
            <a:spLocks/>
          </p:cNvSpPr>
          <p:nvPr/>
        </p:nvSpPr>
        <p:spPr>
          <a:xfrm>
            <a:off x="24013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5" name="data_7503">
            <a:extLst>
              <a:ext uri="{FF2B5EF4-FFF2-40B4-BE49-F238E27FC236}">
                <a16:creationId xmlns:a16="http://schemas.microsoft.com/office/drawing/2014/main" id="{627E57BF-EC5E-4479-B5B4-6122F3016152}"/>
              </a:ext>
            </a:extLst>
          </p:cNvPr>
          <p:cNvSpPr>
            <a:spLocks/>
          </p:cNvSpPr>
          <p:nvPr/>
        </p:nvSpPr>
        <p:spPr>
          <a:xfrm>
            <a:off x="231418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6" name="data_7504">
            <a:extLst>
              <a:ext uri="{FF2B5EF4-FFF2-40B4-BE49-F238E27FC236}">
                <a16:creationId xmlns:a16="http://schemas.microsoft.com/office/drawing/2014/main" id="{12505D68-920E-447F-B80D-9A31743E1180}"/>
              </a:ext>
            </a:extLst>
          </p:cNvPr>
          <p:cNvSpPr>
            <a:spLocks/>
          </p:cNvSpPr>
          <p:nvPr/>
        </p:nvSpPr>
        <p:spPr>
          <a:xfrm>
            <a:off x="24203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7" name="data_7505">
            <a:extLst>
              <a:ext uri="{FF2B5EF4-FFF2-40B4-BE49-F238E27FC236}">
                <a16:creationId xmlns:a16="http://schemas.microsoft.com/office/drawing/2014/main" id="{6FC6317A-E181-4EFE-9321-056B85E3D626}"/>
              </a:ext>
            </a:extLst>
          </p:cNvPr>
          <p:cNvSpPr>
            <a:spLocks/>
          </p:cNvSpPr>
          <p:nvPr/>
        </p:nvSpPr>
        <p:spPr>
          <a:xfrm>
            <a:off x="23110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8" name="data_7506">
            <a:extLst>
              <a:ext uri="{FF2B5EF4-FFF2-40B4-BE49-F238E27FC236}">
                <a16:creationId xmlns:a16="http://schemas.microsoft.com/office/drawing/2014/main" id="{61CF4C0F-82B8-4537-BFDB-7CFB8B5C8BF2}"/>
              </a:ext>
            </a:extLst>
          </p:cNvPr>
          <p:cNvSpPr>
            <a:spLocks/>
          </p:cNvSpPr>
          <p:nvPr/>
        </p:nvSpPr>
        <p:spPr>
          <a:xfrm>
            <a:off x="24201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19" name="data_7507">
            <a:extLst>
              <a:ext uri="{FF2B5EF4-FFF2-40B4-BE49-F238E27FC236}">
                <a16:creationId xmlns:a16="http://schemas.microsoft.com/office/drawing/2014/main" id="{0FED572E-B520-4850-A8B9-DAFB2C67AE2D}"/>
              </a:ext>
            </a:extLst>
          </p:cNvPr>
          <p:cNvSpPr>
            <a:spLocks/>
          </p:cNvSpPr>
          <p:nvPr/>
        </p:nvSpPr>
        <p:spPr>
          <a:xfrm>
            <a:off x="24327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0" name="data_7508">
            <a:extLst>
              <a:ext uri="{FF2B5EF4-FFF2-40B4-BE49-F238E27FC236}">
                <a16:creationId xmlns:a16="http://schemas.microsoft.com/office/drawing/2014/main" id="{27F68D89-7603-4116-91CC-0FAD99F5B539}"/>
              </a:ext>
            </a:extLst>
          </p:cNvPr>
          <p:cNvSpPr>
            <a:spLocks/>
          </p:cNvSpPr>
          <p:nvPr/>
        </p:nvSpPr>
        <p:spPr>
          <a:xfrm>
            <a:off x="23889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1" name="data_7509">
            <a:extLst>
              <a:ext uri="{FF2B5EF4-FFF2-40B4-BE49-F238E27FC236}">
                <a16:creationId xmlns:a16="http://schemas.microsoft.com/office/drawing/2014/main" id="{3D6A2573-5836-417C-BFC7-538E800770E4}"/>
              </a:ext>
            </a:extLst>
          </p:cNvPr>
          <p:cNvSpPr>
            <a:spLocks/>
          </p:cNvSpPr>
          <p:nvPr/>
        </p:nvSpPr>
        <p:spPr>
          <a:xfrm>
            <a:off x="23498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2" name="data_7510">
            <a:extLst>
              <a:ext uri="{FF2B5EF4-FFF2-40B4-BE49-F238E27FC236}">
                <a16:creationId xmlns:a16="http://schemas.microsoft.com/office/drawing/2014/main" id="{C8672386-0AC0-4B76-B11A-C6701B59849F}"/>
              </a:ext>
            </a:extLst>
          </p:cNvPr>
          <p:cNvSpPr>
            <a:spLocks/>
          </p:cNvSpPr>
          <p:nvPr/>
        </p:nvSpPr>
        <p:spPr>
          <a:xfrm>
            <a:off x="240447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3" name="data_7511">
            <a:extLst>
              <a:ext uri="{FF2B5EF4-FFF2-40B4-BE49-F238E27FC236}">
                <a16:creationId xmlns:a16="http://schemas.microsoft.com/office/drawing/2014/main" id="{F691520A-B0BF-43CE-8754-2D30DCF09012}"/>
              </a:ext>
            </a:extLst>
          </p:cNvPr>
          <p:cNvSpPr>
            <a:spLocks/>
          </p:cNvSpPr>
          <p:nvPr/>
        </p:nvSpPr>
        <p:spPr>
          <a:xfrm>
            <a:off x="23381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4" name="data_7512">
            <a:extLst>
              <a:ext uri="{FF2B5EF4-FFF2-40B4-BE49-F238E27FC236}">
                <a16:creationId xmlns:a16="http://schemas.microsoft.com/office/drawing/2014/main" id="{32F96EBB-D60E-4ED1-A118-4BD093810020}"/>
              </a:ext>
            </a:extLst>
          </p:cNvPr>
          <p:cNvSpPr>
            <a:spLocks/>
          </p:cNvSpPr>
          <p:nvPr/>
        </p:nvSpPr>
        <p:spPr>
          <a:xfrm>
            <a:off x="23716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5" name="data_7513">
            <a:extLst>
              <a:ext uri="{FF2B5EF4-FFF2-40B4-BE49-F238E27FC236}">
                <a16:creationId xmlns:a16="http://schemas.microsoft.com/office/drawing/2014/main" id="{9B881F4A-0027-4088-9C97-3C4BDACB2A69}"/>
              </a:ext>
            </a:extLst>
          </p:cNvPr>
          <p:cNvSpPr>
            <a:spLocks/>
          </p:cNvSpPr>
          <p:nvPr/>
        </p:nvSpPr>
        <p:spPr>
          <a:xfrm>
            <a:off x="23716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6" name="data_7514">
            <a:extLst>
              <a:ext uri="{FF2B5EF4-FFF2-40B4-BE49-F238E27FC236}">
                <a16:creationId xmlns:a16="http://schemas.microsoft.com/office/drawing/2014/main" id="{C2F5404E-F171-4F69-9812-83AE171E8041}"/>
              </a:ext>
            </a:extLst>
          </p:cNvPr>
          <p:cNvSpPr>
            <a:spLocks/>
          </p:cNvSpPr>
          <p:nvPr/>
        </p:nvSpPr>
        <p:spPr>
          <a:xfrm>
            <a:off x="2332553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7" name="data_7515">
            <a:extLst>
              <a:ext uri="{FF2B5EF4-FFF2-40B4-BE49-F238E27FC236}">
                <a16:creationId xmlns:a16="http://schemas.microsoft.com/office/drawing/2014/main" id="{77C2377C-66D4-45BC-803B-4D9CF6E693F6}"/>
              </a:ext>
            </a:extLst>
          </p:cNvPr>
          <p:cNvSpPr>
            <a:spLocks/>
          </p:cNvSpPr>
          <p:nvPr/>
        </p:nvSpPr>
        <p:spPr>
          <a:xfrm>
            <a:off x="24233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8" name="data_7516">
            <a:extLst>
              <a:ext uri="{FF2B5EF4-FFF2-40B4-BE49-F238E27FC236}">
                <a16:creationId xmlns:a16="http://schemas.microsoft.com/office/drawing/2014/main" id="{E57CB455-E345-4D4B-8F1C-8D49E014EE29}"/>
              </a:ext>
            </a:extLst>
          </p:cNvPr>
          <p:cNvSpPr>
            <a:spLocks/>
          </p:cNvSpPr>
          <p:nvPr/>
        </p:nvSpPr>
        <p:spPr>
          <a:xfrm>
            <a:off x="235209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29" name="data_7517">
            <a:extLst>
              <a:ext uri="{FF2B5EF4-FFF2-40B4-BE49-F238E27FC236}">
                <a16:creationId xmlns:a16="http://schemas.microsoft.com/office/drawing/2014/main" id="{23E9F1FA-887D-4124-8A20-315459FCED6B}"/>
              </a:ext>
            </a:extLst>
          </p:cNvPr>
          <p:cNvSpPr>
            <a:spLocks/>
          </p:cNvSpPr>
          <p:nvPr/>
        </p:nvSpPr>
        <p:spPr>
          <a:xfrm>
            <a:off x="23647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0" name="data_7518">
            <a:extLst>
              <a:ext uri="{FF2B5EF4-FFF2-40B4-BE49-F238E27FC236}">
                <a16:creationId xmlns:a16="http://schemas.microsoft.com/office/drawing/2014/main" id="{8B36CE98-A135-40DF-A633-1B31C2CB0600}"/>
              </a:ext>
            </a:extLst>
          </p:cNvPr>
          <p:cNvSpPr>
            <a:spLocks/>
          </p:cNvSpPr>
          <p:nvPr/>
        </p:nvSpPr>
        <p:spPr>
          <a:xfrm>
            <a:off x="24358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1" name="data_7519">
            <a:extLst>
              <a:ext uri="{FF2B5EF4-FFF2-40B4-BE49-F238E27FC236}">
                <a16:creationId xmlns:a16="http://schemas.microsoft.com/office/drawing/2014/main" id="{0C4A43A1-CFE5-4AEE-8E69-0511E4189792}"/>
              </a:ext>
            </a:extLst>
          </p:cNvPr>
          <p:cNvSpPr>
            <a:spLocks/>
          </p:cNvSpPr>
          <p:nvPr/>
        </p:nvSpPr>
        <p:spPr>
          <a:xfrm>
            <a:off x="23967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2" name="data_7520">
            <a:extLst>
              <a:ext uri="{FF2B5EF4-FFF2-40B4-BE49-F238E27FC236}">
                <a16:creationId xmlns:a16="http://schemas.microsoft.com/office/drawing/2014/main" id="{470DC218-B93F-433E-B59A-54C18D6F088F}"/>
              </a:ext>
            </a:extLst>
          </p:cNvPr>
          <p:cNvSpPr>
            <a:spLocks/>
          </p:cNvSpPr>
          <p:nvPr/>
        </p:nvSpPr>
        <p:spPr>
          <a:xfrm>
            <a:off x="2431187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3" name="data_7521">
            <a:extLst>
              <a:ext uri="{FF2B5EF4-FFF2-40B4-BE49-F238E27FC236}">
                <a16:creationId xmlns:a16="http://schemas.microsoft.com/office/drawing/2014/main" id="{5D218A5B-1CEA-4555-8A97-004C51CCFA43}"/>
              </a:ext>
            </a:extLst>
          </p:cNvPr>
          <p:cNvSpPr>
            <a:spLocks/>
          </p:cNvSpPr>
          <p:nvPr/>
        </p:nvSpPr>
        <p:spPr>
          <a:xfrm>
            <a:off x="23160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4" name="data_7522">
            <a:extLst>
              <a:ext uri="{FF2B5EF4-FFF2-40B4-BE49-F238E27FC236}">
                <a16:creationId xmlns:a16="http://schemas.microsoft.com/office/drawing/2014/main" id="{9AAF7E49-930E-48F9-AB59-43FCABB7A91E}"/>
              </a:ext>
            </a:extLst>
          </p:cNvPr>
          <p:cNvSpPr>
            <a:spLocks/>
          </p:cNvSpPr>
          <p:nvPr/>
        </p:nvSpPr>
        <p:spPr>
          <a:xfrm>
            <a:off x="24215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5" name="data_7523">
            <a:extLst>
              <a:ext uri="{FF2B5EF4-FFF2-40B4-BE49-F238E27FC236}">
                <a16:creationId xmlns:a16="http://schemas.microsoft.com/office/drawing/2014/main" id="{888D1051-3477-46F4-8B63-D6014716376B}"/>
              </a:ext>
            </a:extLst>
          </p:cNvPr>
          <p:cNvSpPr>
            <a:spLocks/>
          </p:cNvSpPr>
          <p:nvPr/>
        </p:nvSpPr>
        <p:spPr>
          <a:xfrm>
            <a:off x="240434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6" name="data_7524">
            <a:extLst>
              <a:ext uri="{FF2B5EF4-FFF2-40B4-BE49-F238E27FC236}">
                <a16:creationId xmlns:a16="http://schemas.microsoft.com/office/drawing/2014/main" id="{066EABCC-2819-4089-B8D1-302CA52E1308}"/>
              </a:ext>
            </a:extLst>
          </p:cNvPr>
          <p:cNvSpPr>
            <a:spLocks/>
          </p:cNvSpPr>
          <p:nvPr/>
        </p:nvSpPr>
        <p:spPr>
          <a:xfrm>
            <a:off x="23593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7" name="data_7525">
            <a:extLst>
              <a:ext uri="{FF2B5EF4-FFF2-40B4-BE49-F238E27FC236}">
                <a16:creationId xmlns:a16="http://schemas.microsoft.com/office/drawing/2014/main" id="{5D32425D-FC7A-4FAD-964A-CE6E43E7F200}"/>
              </a:ext>
            </a:extLst>
          </p:cNvPr>
          <p:cNvSpPr>
            <a:spLocks/>
          </p:cNvSpPr>
          <p:nvPr/>
        </p:nvSpPr>
        <p:spPr>
          <a:xfrm>
            <a:off x="240942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8" name="data_7526">
            <a:extLst>
              <a:ext uri="{FF2B5EF4-FFF2-40B4-BE49-F238E27FC236}">
                <a16:creationId xmlns:a16="http://schemas.microsoft.com/office/drawing/2014/main" id="{DD31D2E5-21A4-43F5-8282-DB6021A3FE33}"/>
              </a:ext>
            </a:extLst>
          </p:cNvPr>
          <p:cNvSpPr>
            <a:spLocks/>
          </p:cNvSpPr>
          <p:nvPr/>
        </p:nvSpPr>
        <p:spPr>
          <a:xfrm>
            <a:off x="243652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39" name="data_7527">
            <a:extLst>
              <a:ext uri="{FF2B5EF4-FFF2-40B4-BE49-F238E27FC236}">
                <a16:creationId xmlns:a16="http://schemas.microsoft.com/office/drawing/2014/main" id="{C4676E3F-9711-4F24-9F49-F36232519E89}"/>
              </a:ext>
            </a:extLst>
          </p:cNvPr>
          <p:cNvSpPr>
            <a:spLocks/>
          </p:cNvSpPr>
          <p:nvPr/>
        </p:nvSpPr>
        <p:spPr>
          <a:xfrm>
            <a:off x="239574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0" name="data_7528">
            <a:extLst>
              <a:ext uri="{FF2B5EF4-FFF2-40B4-BE49-F238E27FC236}">
                <a16:creationId xmlns:a16="http://schemas.microsoft.com/office/drawing/2014/main" id="{2DD64C97-7FA5-4346-AD33-EC01FA216952}"/>
              </a:ext>
            </a:extLst>
          </p:cNvPr>
          <p:cNvSpPr>
            <a:spLocks/>
          </p:cNvSpPr>
          <p:nvPr/>
        </p:nvSpPr>
        <p:spPr>
          <a:xfrm>
            <a:off x="24057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1" name="data_7529">
            <a:extLst>
              <a:ext uri="{FF2B5EF4-FFF2-40B4-BE49-F238E27FC236}">
                <a16:creationId xmlns:a16="http://schemas.microsoft.com/office/drawing/2014/main" id="{8662C22A-2B87-43CB-B788-924DD38D6FF1}"/>
              </a:ext>
            </a:extLst>
          </p:cNvPr>
          <p:cNvSpPr>
            <a:spLocks/>
          </p:cNvSpPr>
          <p:nvPr/>
        </p:nvSpPr>
        <p:spPr>
          <a:xfrm>
            <a:off x="2404607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2" name="data_7530">
            <a:extLst>
              <a:ext uri="{FF2B5EF4-FFF2-40B4-BE49-F238E27FC236}">
                <a16:creationId xmlns:a16="http://schemas.microsoft.com/office/drawing/2014/main" id="{B1BE6AAD-E46B-4C8D-8544-7B8C69D04F3A}"/>
              </a:ext>
            </a:extLst>
          </p:cNvPr>
          <p:cNvSpPr>
            <a:spLocks/>
          </p:cNvSpPr>
          <p:nvPr/>
        </p:nvSpPr>
        <p:spPr>
          <a:xfrm>
            <a:off x="23837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3" name="data_7531">
            <a:extLst>
              <a:ext uri="{FF2B5EF4-FFF2-40B4-BE49-F238E27FC236}">
                <a16:creationId xmlns:a16="http://schemas.microsoft.com/office/drawing/2014/main" id="{E0D69832-4401-4BA9-ACA9-5C66789C8CD5}"/>
              </a:ext>
            </a:extLst>
          </p:cNvPr>
          <p:cNvSpPr>
            <a:spLocks/>
          </p:cNvSpPr>
          <p:nvPr/>
        </p:nvSpPr>
        <p:spPr>
          <a:xfrm>
            <a:off x="234740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4" name="data_7532">
            <a:extLst>
              <a:ext uri="{FF2B5EF4-FFF2-40B4-BE49-F238E27FC236}">
                <a16:creationId xmlns:a16="http://schemas.microsoft.com/office/drawing/2014/main" id="{27816EF7-9081-419B-8300-163FB5E96FE2}"/>
              </a:ext>
            </a:extLst>
          </p:cNvPr>
          <p:cNvSpPr>
            <a:spLocks/>
          </p:cNvSpPr>
          <p:nvPr/>
        </p:nvSpPr>
        <p:spPr>
          <a:xfrm>
            <a:off x="24274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5" name="data_7533">
            <a:extLst>
              <a:ext uri="{FF2B5EF4-FFF2-40B4-BE49-F238E27FC236}">
                <a16:creationId xmlns:a16="http://schemas.microsoft.com/office/drawing/2014/main" id="{444B0C3B-B119-476F-83BE-0407F04284AC}"/>
              </a:ext>
            </a:extLst>
          </p:cNvPr>
          <p:cNvSpPr>
            <a:spLocks/>
          </p:cNvSpPr>
          <p:nvPr/>
        </p:nvSpPr>
        <p:spPr>
          <a:xfrm>
            <a:off x="233359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6" name="data_7534">
            <a:extLst>
              <a:ext uri="{FF2B5EF4-FFF2-40B4-BE49-F238E27FC236}">
                <a16:creationId xmlns:a16="http://schemas.microsoft.com/office/drawing/2014/main" id="{83BB7C0C-2A81-4B60-9A91-A61AEEED94A3}"/>
              </a:ext>
            </a:extLst>
          </p:cNvPr>
          <p:cNvSpPr>
            <a:spLocks/>
          </p:cNvSpPr>
          <p:nvPr/>
        </p:nvSpPr>
        <p:spPr>
          <a:xfrm>
            <a:off x="233255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7" name="data_7535">
            <a:extLst>
              <a:ext uri="{FF2B5EF4-FFF2-40B4-BE49-F238E27FC236}">
                <a16:creationId xmlns:a16="http://schemas.microsoft.com/office/drawing/2014/main" id="{E0069E7C-067A-4379-8311-A581F8CA9FCD}"/>
              </a:ext>
            </a:extLst>
          </p:cNvPr>
          <p:cNvSpPr>
            <a:spLocks/>
          </p:cNvSpPr>
          <p:nvPr/>
        </p:nvSpPr>
        <p:spPr>
          <a:xfrm>
            <a:off x="233841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8" name="data_7536">
            <a:extLst>
              <a:ext uri="{FF2B5EF4-FFF2-40B4-BE49-F238E27FC236}">
                <a16:creationId xmlns:a16="http://schemas.microsoft.com/office/drawing/2014/main" id="{3C509BDC-EF9A-4B6E-9843-E9F4D7145609}"/>
              </a:ext>
            </a:extLst>
          </p:cNvPr>
          <p:cNvSpPr>
            <a:spLocks/>
          </p:cNvSpPr>
          <p:nvPr/>
        </p:nvSpPr>
        <p:spPr>
          <a:xfrm>
            <a:off x="24292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49" name="data_7537">
            <a:extLst>
              <a:ext uri="{FF2B5EF4-FFF2-40B4-BE49-F238E27FC236}">
                <a16:creationId xmlns:a16="http://schemas.microsoft.com/office/drawing/2014/main" id="{F1BB8FD6-6923-4673-B6DD-7173E9D7B087}"/>
              </a:ext>
            </a:extLst>
          </p:cNvPr>
          <p:cNvSpPr>
            <a:spLocks/>
          </p:cNvSpPr>
          <p:nvPr/>
        </p:nvSpPr>
        <p:spPr>
          <a:xfrm>
            <a:off x="2415421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0" name="data_7538">
            <a:extLst>
              <a:ext uri="{FF2B5EF4-FFF2-40B4-BE49-F238E27FC236}">
                <a16:creationId xmlns:a16="http://schemas.microsoft.com/office/drawing/2014/main" id="{4FD66250-E26B-4E3B-99F8-6F88EF27464F}"/>
              </a:ext>
            </a:extLst>
          </p:cNvPr>
          <p:cNvSpPr>
            <a:spLocks/>
          </p:cNvSpPr>
          <p:nvPr/>
        </p:nvSpPr>
        <p:spPr>
          <a:xfrm>
            <a:off x="242102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1" name="data_7539">
            <a:extLst>
              <a:ext uri="{FF2B5EF4-FFF2-40B4-BE49-F238E27FC236}">
                <a16:creationId xmlns:a16="http://schemas.microsoft.com/office/drawing/2014/main" id="{117C25C2-0AAE-494E-A05C-5904F2BF3C61}"/>
              </a:ext>
            </a:extLst>
          </p:cNvPr>
          <p:cNvSpPr>
            <a:spLocks/>
          </p:cNvSpPr>
          <p:nvPr/>
        </p:nvSpPr>
        <p:spPr>
          <a:xfrm>
            <a:off x="24048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2" name="data_7540">
            <a:extLst>
              <a:ext uri="{FF2B5EF4-FFF2-40B4-BE49-F238E27FC236}">
                <a16:creationId xmlns:a16="http://schemas.microsoft.com/office/drawing/2014/main" id="{9A81DA09-9AF8-42C8-87FB-A7E2C3C8543D}"/>
              </a:ext>
            </a:extLst>
          </p:cNvPr>
          <p:cNvSpPr>
            <a:spLocks/>
          </p:cNvSpPr>
          <p:nvPr/>
        </p:nvSpPr>
        <p:spPr>
          <a:xfrm>
            <a:off x="24149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3" name="data_7541">
            <a:extLst>
              <a:ext uri="{FF2B5EF4-FFF2-40B4-BE49-F238E27FC236}">
                <a16:creationId xmlns:a16="http://schemas.microsoft.com/office/drawing/2014/main" id="{4F4AA2F3-0434-42F0-B5F2-470B84D36619}"/>
              </a:ext>
            </a:extLst>
          </p:cNvPr>
          <p:cNvSpPr>
            <a:spLocks/>
          </p:cNvSpPr>
          <p:nvPr/>
        </p:nvSpPr>
        <p:spPr>
          <a:xfrm>
            <a:off x="24261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4" name="data_7542">
            <a:extLst>
              <a:ext uri="{FF2B5EF4-FFF2-40B4-BE49-F238E27FC236}">
                <a16:creationId xmlns:a16="http://schemas.microsoft.com/office/drawing/2014/main" id="{6756A0F1-0130-4D18-97B8-760392601BA1}"/>
              </a:ext>
            </a:extLst>
          </p:cNvPr>
          <p:cNvSpPr>
            <a:spLocks/>
          </p:cNvSpPr>
          <p:nvPr/>
        </p:nvSpPr>
        <p:spPr>
          <a:xfrm>
            <a:off x="23304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5" name="data_7543">
            <a:extLst>
              <a:ext uri="{FF2B5EF4-FFF2-40B4-BE49-F238E27FC236}">
                <a16:creationId xmlns:a16="http://schemas.microsoft.com/office/drawing/2014/main" id="{58D27F06-7E10-4432-98A8-91BA6E822442}"/>
              </a:ext>
            </a:extLst>
          </p:cNvPr>
          <p:cNvSpPr>
            <a:spLocks/>
          </p:cNvSpPr>
          <p:nvPr/>
        </p:nvSpPr>
        <p:spPr>
          <a:xfrm>
            <a:off x="234076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6" name="data_7544">
            <a:extLst>
              <a:ext uri="{FF2B5EF4-FFF2-40B4-BE49-F238E27FC236}">
                <a16:creationId xmlns:a16="http://schemas.microsoft.com/office/drawing/2014/main" id="{AA9BDF7E-711A-423C-A433-E7577735B015}"/>
              </a:ext>
            </a:extLst>
          </p:cNvPr>
          <p:cNvSpPr>
            <a:spLocks/>
          </p:cNvSpPr>
          <p:nvPr/>
        </p:nvSpPr>
        <p:spPr>
          <a:xfrm>
            <a:off x="24026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7" name="data_7545">
            <a:extLst>
              <a:ext uri="{FF2B5EF4-FFF2-40B4-BE49-F238E27FC236}">
                <a16:creationId xmlns:a16="http://schemas.microsoft.com/office/drawing/2014/main" id="{683F61CE-FF43-471E-85C5-836958F01261}"/>
              </a:ext>
            </a:extLst>
          </p:cNvPr>
          <p:cNvSpPr>
            <a:spLocks/>
          </p:cNvSpPr>
          <p:nvPr/>
        </p:nvSpPr>
        <p:spPr>
          <a:xfrm>
            <a:off x="23371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8" name="data_7546">
            <a:extLst>
              <a:ext uri="{FF2B5EF4-FFF2-40B4-BE49-F238E27FC236}">
                <a16:creationId xmlns:a16="http://schemas.microsoft.com/office/drawing/2014/main" id="{FDE05D90-D150-4A59-A228-053F451B38D5}"/>
              </a:ext>
            </a:extLst>
          </p:cNvPr>
          <p:cNvSpPr>
            <a:spLocks/>
          </p:cNvSpPr>
          <p:nvPr/>
        </p:nvSpPr>
        <p:spPr>
          <a:xfrm>
            <a:off x="2349752" y="25715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59" name="data_7547">
            <a:extLst>
              <a:ext uri="{FF2B5EF4-FFF2-40B4-BE49-F238E27FC236}">
                <a16:creationId xmlns:a16="http://schemas.microsoft.com/office/drawing/2014/main" id="{4FD3D9DB-DE2C-4C43-8CC9-B05EC8C4E33B}"/>
              </a:ext>
            </a:extLst>
          </p:cNvPr>
          <p:cNvSpPr>
            <a:spLocks/>
          </p:cNvSpPr>
          <p:nvPr/>
        </p:nvSpPr>
        <p:spPr>
          <a:xfrm>
            <a:off x="23283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0" name="data_7548">
            <a:extLst>
              <a:ext uri="{FF2B5EF4-FFF2-40B4-BE49-F238E27FC236}">
                <a16:creationId xmlns:a16="http://schemas.microsoft.com/office/drawing/2014/main" id="{98F8D0F2-8D5E-4E64-9E2E-040CD704400A}"/>
              </a:ext>
            </a:extLst>
          </p:cNvPr>
          <p:cNvSpPr>
            <a:spLocks/>
          </p:cNvSpPr>
          <p:nvPr/>
        </p:nvSpPr>
        <p:spPr>
          <a:xfrm>
            <a:off x="234219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1" name="data_7549">
            <a:extLst>
              <a:ext uri="{FF2B5EF4-FFF2-40B4-BE49-F238E27FC236}">
                <a16:creationId xmlns:a16="http://schemas.microsoft.com/office/drawing/2014/main" id="{C7F7E2EE-92A4-4C37-B150-58665E5F7A3A}"/>
              </a:ext>
            </a:extLst>
          </p:cNvPr>
          <p:cNvSpPr>
            <a:spLocks/>
          </p:cNvSpPr>
          <p:nvPr/>
        </p:nvSpPr>
        <p:spPr>
          <a:xfrm>
            <a:off x="2347276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2" name="data_7550">
            <a:extLst>
              <a:ext uri="{FF2B5EF4-FFF2-40B4-BE49-F238E27FC236}">
                <a16:creationId xmlns:a16="http://schemas.microsoft.com/office/drawing/2014/main" id="{F03B7D62-B51A-4CA4-9080-E78574E8BCD3}"/>
              </a:ext>
            </a:extLst>
          </p:cNvPr>
          <p:cNvSpPr>
            <a:spLocks/>
          </p:cNvSpPr>
          <p:nvPr/>
        </p:nvSpPr>
        <p:spPr>
          <a:xfrm>
            <a:off x="242819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3" name="data_7551">
            <a:extLst>
              <a:ext uri="{FF2B5EF4-FFF2-40B4-BE49-F238E27FC236}">
                <a16:creationId xmlns:a16="http://schemas.microsoft.com/office/drawing/2014/main" id="{19A8A206-2353-4F55-A931-9A29A6C42BE2}"/>
              </a:ext>
            </a:extLst>
          </p:cNvPr>
          <p:cNvSpPr>
            <a:spLocks/>
          </p:cNvSpPr>
          <p:nvPr/>
        </p:nvSpPr>
        <p:spPr>
          <a:xfrm>
            <a:off x="23729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4" name="data_7552">
            <a:extLst>
              <a:ext uri="{FF2B5EF4-FFF2-40B4-BE49-F238E27FC236}">
                <a16:creationId xmlns:a16="http://schemas.microsoft.com/office/drawing/2014/main" id="{51A772B4-544E-4B84-9788-4D68A23238E0}"/>
              </a:ext>
            </a:extLst>
          </p:cNvPr>
          <p:cNvSpPr>
            <a:spLocks/>
          </p:cNvSpPr>
          <p:nvPr/>
        </p:nvSpPr>
        <p:spPr>
          <a:xfrm>
            <a:off x="233046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5" name="data_7553">
            <a:extLst>
              <a:ext uri="{FF2B5EF4-FFF2-40B4-BE49-F238E27FC236}">
                <a16:creationId xmlns:a16="http://schemas.microsoft.com/office/drawing/2014/main" id="{7D8DCE25-9F4D-4B6E-BBFF-48142E170D69}"/>
              </a:ext>
            </a:extLst>
          </p:cNvPr>
          <p:cNvSpPr>
            <a:spLocks/>
          </p:cNvSpPr>
          <p:nvPr/>
        </p:nvSpPr>
        <p:spPr>
          <a:xfrm>
            <a:off x="2349361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6" name="data_7554">
            <a:extLst>
              <a:ext uri="{FF2B5EF4-FFF2-40B4-BE49-F238E27FC236}">
                <a16:creationId xmlns:a16="http://schemas.microsoft.com/office/drawing/2014/main" id="{EA0D104E-CA99-4F29-851C-D0DD01028E36}"/>
              </a:ext>
            </a:extLst>
          </p:cNvPr>
          <p:cNvSpPr>
            <a:spLocks/>
          </p:cNvSpPr>
          <p:nvPr/>
        </p:nvSpPr>
        <p:spPr>
          <a:xfrm>
            <a:off x="2421415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7" name="data_7555">
            <a:extLst>
              <a:ext uri="{FF2B5EF4-FFF2-40B4-BE49-F238E27FC236}">
                <a16:creationId xmlns:a16="http://schemas.microsoft.com/office/drawing/2014/main" id="{29055509-5FF4-4CA0-B1FE-4E51AF3A0E0B}"/>
              </a:ext>
            </a:extLst>
          </p:cNvPr>
          <p:cNvSpPr>
            <a:spLocks/>
          </p:cNvSpPr>
          <p:nvPr/>
        </p:nvSpPr>
        <p:spPr>
          <a:xfrm>
            <a:off x="2396789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8" name="data_7556">
            <a:extLst>
              <a:ext uri="{FF2B5EF4-FFF2-40B4-BE49-F238E27FC236}">
                <a16:creationId xmlns:a16="http://schemas.microsoft.com/office/drawing/2014/main" id="{28D8DAE2-4B23-46CD-8B6E-10991DFDA52E}"/>
              </a:ext>
            </a:extLst>
          </p:cNvPr>
          <p:cNvSpPr>
            <a:spLocks/>
          </p:cNvSpPr>
          <p:nvPr/>
        </p:nvSpPr>
        <p:spPr>
          <a:xfrm>
            <a:off x="2420894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69" name="data_7557">
            <a:extLst>
              <a:ext uri="{FF2B5EF4-FFF2-40B4-BE49-F238E27FC236}">
                <a16:creationId xmlns:a16="http://schemas.microsoft.com/office/drawing/2014/main" id="{64F1400C-C396-46F3-96E8-9F4DCDBF8C0C}"/>
              </a:ext>
            </a:extLst>
          </p:cNvPr>
          <p:cNvSpPr>
            <a:spLocks/>
          </p:cNvSpPr>
          <p:nvPr/>
        </p:nvSpPr>
        <p:spPr>
          <a:xfrm>
            <a:off x="2338416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0" name="data_7558">
            <a:extLst>
              <a:ext uri="{FF2B5EF4-FFF2-40B4-BE49-F238E27FC236}">
                <a16:creationId xmlns:a16="http://schemas.microsoft.com/office/drawing/2014/main" id="{F8413E42-AA51-4573-8113-A898C50306E2}"/>
              </a:ext>
            </a:extLst>
          </p:cNvPr>
          <p:cNvSpPr>
            <a:spLocks/>
          </p:cNvSpPr>
          <p:nvPr/>
        </p:nvSpPr>
        <p:spPr>
          <a:xfrm>
            <a:off x="2362912" y="2614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1" name="data_7559">
            <a:extLst>
              <a:ext uri="{FF2B5EF4-FFF2-40B4-BE49-F238E27FC236}">
                <a16:creationId xmlns:a16="http://schemas.microsoft.com/office/drawing/2014/main" id="{72DF03E2-F39D-452D-9FB9-00C8282802AA}"/>
              </a:ext>
            </a:extLst>
          </p:cNvPr>
          <p:cNvSpPr>
            <a:spLocks/>
          </p:cNvSpPr>
          <p:nvPr/>
        </p:nvSpPr>
        <p:spPr>
          <a:xfrm>
            <a:off x="2421806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2" name="data_7560">
            <a:extLst>
              <a:ext uri="{FF2B5EF4-FFF2-40B4-BE49-F238E27FC236}">
                <a16:creationId xmlns:a16="http://schemas.microsoft.com/office/drawing/2014/main" id="{0536D441-ED68-42BD-AAC9-48E9B01690B3}"/>
              </a:ext>
            </a:extLst>
          </p:cNvPr>
          <p:cNvSpPr>
            <a:spLocks/>
          </p:cNvSpPr>
          <p:nvPr/>
        </p:nvSpPr>
        <p:spPr>
          <a:xfrm>
            <a:off x="24219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3" name="data_7561">
            <a:extLst>
              <a:ext uri="{FF2B5EF4-FFF2-40B4-BE49-F238E27FC236}">
                <a16:creationId xmlns:a16="http://schemas.microsoft.com/office/drawing/2014/main" id="{54CD3848-2477-41F0-AC54-8FEE47010F8B}"/>
              </a:ext>
            </a:extLst>
          </p:cNvPr>
          <p:cNvSpPr>
            <a:spLocks/>
          </p:cNvSpPr>
          <p:nvPr/>
        </p:nvSpPr>
        <p:spPr>
          <a:xfrm>
            <a:off x="24138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4" name="data_7562">
            <a:extLst>
              <a:ext uri="{FF2B5EF4-FFF2-40B4-BE49-F238E27FC236}">
                <a16:creationId xmlns:a16="http://schemas.microsoft.com/office/drawing/2014/main" id="{7D045E0C-360E-4222-94B5-43FCE196E6D8}"/>
              </a:ext>
            </a:extLst>
          </p:cNvPr>
          <p:cNvSpPr>
            <a:spLocks/>
          </p:cNvSpPr>
          <p:nvPr/>
        </p:nvSpPr>
        <p:spPr>
          <a:xfrm>
            <a:off x="242532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5" name="data_7563">
            <a:extLst>
              <a:ext uri="{FF2B5EF4-FFF2-40B4-BE49-F238E27FC236}">
                <a16:creationId xmlns:a16="http://schemas.microsoft.com/office/drawing/2014/main" id="{6FC3677A-01AC-40E2-B686-4A758F8CBE9B}"/>
              </a:ext>
            </a:extLst>
          </p:cNvPr>
          <p:cNvSpPr>
            <a:spLocks/>
          </p:cNvSpPr>
          <p:nvPr/>
        </p:nvSpPr>
        <p:spPr>
          <a:xfrm>
            <a:off x="235040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6" name="data_7564">
            <a:extLst>
              <a:ext uri="{FF2B5EF4-FFF2-40B4-BE49-F238E27FC236}">
                <a16:creationId xmlns:a16="http://schemas.microsoft.com/office/drawing/2014/main" id="{3DD90E87-D1FD-4FA1-8693-7C7906FC5CD5}"/>
              </a:ext>
            </a:extLst>
          </p:cNvPr>
          <p:cNvSpPr>
            <a:spLocks/>
          </p:cNvSpPr>
          <p:nvPr/>
        </p:nvSpPr>
        <p:spPr>
          <a:xfrm>
            <a:off x="23307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7" name="data_7565">
            <a:extLst>
              <a:ext uri="{FF2B5EF4-FFF2-40B4-BE49-F238E27FC236}">
                <a16:creationId xmlns:a16="http://schemas.microsoft.com/office/drawing/2014/main" id="{BF9DE4D5-68D6-48EC-8FC0-629FE2419F2D}"/>
              </a:ext>
            </a:extLst>
          </p:cNvPr>
          <p:cNvSpPr>
            <a:spLocks/>
          </p:cNvSpPr>
          <p:nvPr/>
        </p:nvSpPr>
        <p:spPr>
          <a:xfrm>
            <a:off x="24065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8" name="data_7566">
            <a:extLst>
              <a:ext uri="{FF2B5EF4-FFF2-40B4-BE49-F238E27FC236}">
                <a16:creationId xmlns:a16="http://schemas.microsoft.com/office/drawing/2014/main" id="{51832254-A8F1-4350-BAE3-94156124154D}"/>
              </a:ext>
            </a:extLst>
          </p:cNvPr>
          <p:cNvSpPr>
            <a:spLocks/>
          </p:cNvSpPr>
          <p:nvPr/>
        </p:nvSpPr>
        <p:spPr>
          <a:xfrm>
            <a:off x="23246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79" name="data_7567">
            <a:extLst>
              <a:ext uri="{FF2B5EF4-FFF2-40B4-BE49-F238E27FC236}">
                <a16:creationId xmlns:a16="http://schemas.microsoft.com/office/drawing/2014/main" id="{E90E57B6-D705-42E7-98D4-DCC919687AB8}"/>
              </a:ext>
            </a:extLst>
          </p:cNvPr>
          <p:cNvSpPr>
            <a:spLocks/>
          </p:cNvSpPr>
          <p:nvPr/>
        </p:nvSpPr>
        <p:spPr>
          <a:xfrm>
            <a:off x="23328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0" name="data_7568">
            <a:extLst>
              <a:ext uri="{FF2B5EF4-FFF2-40B4-BE49-F238E27FC236}">
                <a16:creationId xmlns:a16="http://schemas.microsoft.com/office/drawing/2014/main" id="{E65A7D8F-C03C-4C88-8C49-5BBABBF2FF66}"/>
              </a:ext>
            </a:extLst>
          </p:cNvPr>
          <p:cNvSpPr>
            <a:spLocks/>
          </p:cNvSpPr>
          <p:nvPr/>
        </p:nvSpPr>
        <p:spPr>
          <a:xfrm>
            <a:off x="2409819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1" name="data_7569">
            <a:extLst>
              <a:ext uri="{FF2B5EF4-FFF2-40B4-BE49-F238E27FC236}">
                <a16:creationId xmlns:a16="http://schemas.microsoft.com/office/drawing/2014/main" id="{51266F12-FD27-4709-BE65-65610D0558EF}"/>
              </a:ext>
            </a:extLst>
          </p:cNvPr>
          <p:cNvSpPr>
            <a:spLocks/>
          </p:cNvSpPr>
          <p:nvPr/>
        </p:nvSpPr>
        <p:spPr>
          <a:xfrm>
            <a:off x="23257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2" name="data_7570">
            <a:extLst>
              <a:ext uri="{FF2B5EF4-FFF2-40B4-BE49-F238E27FC236}">
                <a16:creationId xmlns:a16="http://schemas.microsoft.com/office/drawing/2014/main" id="{3B3F3865-448C-4B29-AC51-1528DCB5904D}"/>
              </a:ext>
            </a:extLst>
          </p:cNvPr>
          <p:cNvSpPr>
            <a:spLocks/>
          </p:cNvSpPr>
          <p:nvPr/>
        </p:nvSpPr>
        <p:spPr>
          <a:xfrm>
            <a:off x="24348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3" name="data_7571">
            <a:extLst>
              <a:ext uri="{FF2B5EF4-FFF2-40B4-BE49-F238E27FC236}">
                <a16:creationId xmlns:a16="http://schemas.microsoft.com/office/drawing/2014/main" id="{B1B1DBA6-DD01-4C38-97CC-A3E5E6A8B797}"/>
              </a:ext>
            </a:extLst>
          </p:cNvPr>
          <p:cNvSpPr>
            <a:spLocks/>
          </p:cNvSpPr>
          <p:nvPr/>
        </p:nvSpPr>
        <p:spPr>
          <a:xfrm>
            <a:off x="24149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4" name="data_7572">
            <a:extLst>
              <a:ext uri="{FF2B5EF4-FFF2-40B4-BE49-F238E27FC236}">
                <a16:creationId xmlns:a16="http://schemas.microsoft.com/office/drawing/2014/main" id="{67B55F7A-354B-4ADC-949D-2CF2629E1A49}"/>
              </a:ext>
            </a:extLst>
          </p:cNvPr>
          <p:cNvSpPr>
            <a:spLocks/>
          </p:cNvSpPr>
          <p:nvPr/>
        </p:nvSpPr>
        <p:spPr>
          <a:xfrm>
            <a:off x="23677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5" name="data_7573">
            <a:extLst>
              <a:ext uri="{FF2B5EF4-FFF2-40B4-BE49-F238E27FC236}">
                <a16:creationId xmlns:a16="http://schemas.microsoft.com/office/drawing/2014/main" id="{8C85E9FE-46E7-4D20-B597-EC6459513570}"/>
              </a:ext>
            </a:extLst>
          </p:cNvPr>
          <p:cNvSpPr>
            <a:spLocks/>
          </p:cNvSpPr>
          <p:nvPr/>
        </p:nvSpPr>
        <p:spPr>
          <a:xfrm>
            <a:off x="23457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6" name="data_7574">
            <a:extLst>
              <a:ext uri="{FF2B5EF4-FFF2-40B4-BE49-F238E27FC236}">
                <a16:creationId xmlns:a16="http://schemas.microsoft.com/office/drawing/2014/main" id="{EEA4F62A-FB92-4EC9-94E0-263EAA2087CE}"/>
              </a:ext>
            </a:extLst>
          </p:cNvPr>
          <p:cNvSpPr>
            <a:spLocks/>
          </p:cNvSpPr>
          <p:nvPr/>
        </p:nvSpPr>
        <p:spPr>
          <a:xfrm>
            <a:off x="2432881" y="25864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7" name="data_7575">
            <a:extLst>
              <a:ext uri="{FF2B5EF4-FFF2-40B4-BE49-F238E27FC236}">
                <a16:creationId xmlns:a16="http://schemas.microsoft.com/office/drawing/2014/main" id="{B5EA2E17-DC50-48B6-8C0D-FD65210CE843}"/>
              </a:ext>
            </a:extLst>
          </p:cNvPr>
          <p:cNvSpPr>
            <a:spLocks/>
          </p:cNvSpPr>
          <p:nvPr/>
        </p:nvSpPr>
        <p:spPr>
          <a:xfrm>
            <a:off x="2438484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8" name="data_7576">
            <a:extLst>
              <a:ext uri="{FF2B5EF4-FFF2-40B4-BE49-F238E27FC236}">
                <a16:creationId xmlns:a16="http://schemas.microsoft.com/office/drawing/2014/main" id="{0DCEAD30-754F-4CF9-8BA3-18DF4C8C78F2}"/>
              </a:ext>
            </a:extLst>
          </p:cNvPr>
          <p:cNvSpPr>
            <a:spLocks/>
          </p:cNvSpPr>
          <p:nvPr/>
        </p:nvSpPr>
        <p:spPr>
          <a:xfrm>
            <a:off x="23911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89" name="data_7577">
            <a:extLst>
              <a:ext uri="{FF2B5EF4-FFF2-40B4-BE49-F238E27FC236}">
                <a16:creationId xmlns:a16="http://schemas.microsoft.com/office/drawing/2014/main" id="{72263E49-49DC-4E91-999F-07A2A20A0FA3}"/>
              </a:ext>
            </a:extLst>
          </p:cNvPr>
          <p:cNvSpPr>
            <a:spLocks/>
          </p:cNvSpPr>
          <p:nvPr/>
        </p:nvSpPr>
        <p:spPr>
          <a:xfrm>
            <a:off x="24208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0" name="data_7578">
            <a:extLst>
              <a:ext uri="{FF2B5EF4-FFF2-40B4-BE49-F238E27FC236}">
                <a16:creationId xmlns:a16="http://schemas.microsoft.com/office/drawing/2014/main" id="{D2E2CC7E-FCDC-4942-BED1-68417EAFD431}"/>
              </a:ext>
            </a:extLst>
          </p:cNvPr>
          <p:cNvSpPr>
            <a:spLocks/>
          </p:cNvSpPr>
          <p:nvPr/>
        </p:nvSpPr>
        <p:spPr>
          <a:xfrm>
            <a:off x="23295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1" name="data_7579">
            <a:extLst>
              <a:ext uri="{FF2B5EF4-FFF2-40B4-BE49-F238E27FC236}">
                <a16:creationId xmlns:a16="http://schemas.microsoft.com/office/drawing/2014/main" id="{7E93907D-0B73-4F5E-A450-C3600B02872C}"/>
              </a:ext>
            </a:extLst>
          </p:cNvPr>
          <p:cNvSpPr>
            <a:spLocks/>
          </p:cNvSpPr>
          <p:nvPr/>
        </p:nvSpPr>
        <p:spPr>
          <a:xfrm>
            <a:off x="23663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2" name="data_7580">
            <a:extLst>
              <a:ext uri="{FF2B5EF4-FFF2-40B4-BE49-F238E27FC236}">
                <a16:creationId xmlns:a16="http://schemas.microsoft.com/office/drawing/2014/main" id="{3233F3CD-F01C-4DDF-8095-84D3FBF47F66}"/>
              </a:ext>
            </a:extLst>
          </p:cNvPr>
          <p:cNvSpPr>
            <a:spLocks/>
          </p:cNvSpPr>
          <p:nvPr/>
        </p:nvSpPr>
        <p:spPr>
          <a:xfrm>
            <a:off x="2412815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3" name="data_7581">
            <a:extLst>
              <a:ext uri="{FF2B5EF4-FFF2-40B4-BE49-F238E27FC236}">
                <a16:creationId xmlns:a16="http://schemas.microsoft.com/office/drawing/2014/main" id="{265F8A9C-BFE4-4F71-B9E2-2B51657B1C04}"/>
              </a:ext>
            </a:extLst>
          </p:cNvPr>
          <p:cNvSpPr>
            <a:spLocks/>
          </p:cNvSpPr>
          <p:nvPr/>
        </p:nvSpPr>
        <p:spPr>
          <a:xfrm>
            <a:off x="23216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4" name="data_7582">
            <a:extLst>
              <a:ext uri="{FF2B5EF4-FFF2-40B4-BE49-F238E27FC236}">
                <a16:creationId xmlns:a16="http://schemas.microsoft.com/office/drawing/2014/main" id="{17860FB4-EAE6-49DC-AEF7-C6D821BF8EE6}"/>
              </a:ext>
            </a:extLst>
          </p:cNvPr>
          <p:cNvSpPr>
            <a:spLocks/>
          </p:cNvSpPr>
          <p:nvPr/>
        </p:nvSpPr>
        <p:spPr>
          <a:xfrm>
            <a:off x="23169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5" name="data_7583">
            <a:extLst>
              <a:ext uri="{FF2B5EF4-FFF2-40B4-BE49-F238E27FC236}">
                <a16:creationId xmlns:a16="http://schemas.microsoft.com/office/drawing/2014/main" id="{EE5A36B4-53EF-4FE7-B312-7CF576790CF8}"/>
              </a:ext>
            </a:extLst>
          </p:cNvPr>
          <p:cNvSpPr>
            <a:spLocks/>
          </p:cNvSpPr>
          <p:nvPr/>
        </p:nvSpPr>
        <p:spPr>
          <a:xfrm>
            <a:off x="23939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6" name="data_7584">
            <a:extLst>
              <a:ext uri="{FF2B5EF4-FFF2-40B4-BE49-F238E27FC236}">
                <a16:creationId xmlns:a16="http://schemas.microsoft.com/office/drawing/2014/main" id="{AE3983F3-6776-43C9-9718-B953FD118374}"/>
              </a:ext>
            </a:extLst>
          </p:cNvPr>
          <p:cNvSpPr>
            <a:spLocks/>
          </p:cNvSpPr>
          <p:nvPr/>
        </p:nvSpPr>
        <p:spPr>
          <a:xfrm>
            <a:off x="24320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7" name="data_7585">
            <a:extLst>
              <a:ext uri="{FF2B5EF4-FFF2-40B4-BE49-F238E27FC236}">
                <a16:creationId xmlns:a16="http://schemas.microsoft.com/office/drawing/2014/main" id="{062EC64A-559E-475F-AE8D-5E28A260AC19}"/>
              </a:ext>
            </a:extLst>
          </p:cNvPr>
          <p:cNvSpPr>
            <a:spLocks/>
          </p:cNvSpPr>
          <p:nvPr/>
        </p:nvSpPr>
        <p:spPr>
          <a:xfrm>
            <a:off x="23111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8" name="data_7586">
            <a:extLst>
              <a:ext uri="{FF2B5EF4-FFF2-40B4-BE49-F238E27FC236}">
                <a16:creationId xmlns:a16="http://schemas.microsoft.com/office/drawing/2014/main" id="{F99C2743-3E01-484A-8555-74A7EBDC68D9}"/>
              </a:ext>
            </a:extLst>
          </p:cNvPr>
          <p:cNvSpPr>
            <a:spLocks/>
          </p:cNvSpPr>
          <p:nvPr/>
        </p:nvSpPr>
        <p:spPr>
          <a:xfrm>
            <a:off x="23621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499" name="data_7587">
            <a:extLst>
              <a:ext uri="{FF2B5EF4-FFF2-40B4-BE49-F238E27FC236}">
                <a16:creationId xmlns:a16="http://schemas.microsoft.com/office/drawing/2014/main" id="{B35DDCD7-BF39-4612-801C-9B53BDE00ED4}"/>
              </a:ext>
            </a:extLst>
          </p:cNvPr>
          <p:cNvSpPr>
            <a:spLocks/>
          </p:cNvSpPr>
          <p:nvPr/>
        </p:nvSpPr>
        <p:spPr>
          <a:xfrm>
            <a:off x="24039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0" name="data_7588">
            <a:extLst>
              <a:ext uri="{FF2B5EF4-FFF2-40B4-BE49-F238E27FC236}">
                <a16:creationId xmlns:a16="http://schemas.microsoft.com/office/drawing/2014/main" id="{A9AFB3A7-4EA7-4CBC-889B-8BF64F8AE4EA}"/>
              </a:ext>
            </a:extLst>
          </p:cNvPr>
          <p:cNvSpPr>
            <a:spLocks/>
          </p:cNvSpPr>
          <p:nvPr/>
        </p:nvSpPr>
        <p:spPr>
          <a:xfrm>
            <a:off x="23648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1" name="data_7589">
            <a:extLst>
              <a:ext uri="{FF2B5EF4-FFF2-40B4-BE49-F238E27FC236}">
                <a16:creationId xmlns:a16="http://schemas.microsoft.com/office/drawing/2014/main" id="{39E7C005-B8DC-4AD9-B17A-7E4287E8A458}"/>
              </a:ext>
            </a:extLst>
          </p:cNvPr>
          <p:cNvSpPr>
            <a:spLocks/>
          </p:cNvSpPr>
          <p:nvPr/>
        </p:nvSpPr>
        <p:spPr>
          <a:xfrm>
            <a:off x="2342846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2" name="data_7590">
            <a:extLst>
              <a:ext uri="{FF2B5EF4-FFF2-40B4-BE49-F238E27FC236}">
                <a16:creationId xmlns:a16="http://schemas.microsoft.com/office/drawing/2014/main" id="{4609D1F5-660F-4983-8E47-B0F55AD77DFD}"/>
              </a:ext>
            </a:extLst>
          </p:cNvPr>
          <p:cNvSpPr>
            <a:spLocks/>
          </p:cNvSpPr>
          <p:nvPr/>
        </p:nvSpPr>
        <p:spPr>
          <a:xfrm>
            <a:off x="23934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3" name="data_7591">
            <a:extLst>
              <a:ext uri="{FF2B5EF4-FFF2-40B4-BE49-F238E27FC236}">
                <a16:creationId xmlns:a16="http://schemas.microsoft.com/office/drawing/2014/main" id="{EC509564-410C-4E21-9D5A-68D7E7725CE6}"/>
              </a:ext>
            </a:extLst>
          </p:cNvPr>
          <p:cNvSpPr>
            <a:spLocks/>
          </p:cNvSpPr>
          <p:nvPr/>
        </p:nvSpPr>
        <p:spPr>
          <a:xfrm>
            <a:off x="238923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4" name="data_7592">
            <a:extLst>
              <a:ext uri="{FF2B5EF4-FFF2-40B4-BE49-F238E27FC236}">
                <a16:creationId xmlns:a16="http://schemas.microsoft.com/office/drawing/2014/main" id="{09F08DE0-84CB-469F-AFEE-5A78083B6957}"/>
              </a:ext>
            </a:extLst>
          </p:cNvPr>
          <p:cNvSpPr>
            <a:spLocks/>
          </p:cNvSpPr>
          <p:nvPr/>
        </p:nvSpPr>
        <p:spPr>
          <a:xfrm>
            <a:off x="237346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5" name="data_7593">
            <a:extLst>
              <a:ext uri="{FF2B5EF4-FFF2-40B4-BE49-F238E27FC236}">
                <a16:creationId xmlns:a16="http://schemas.microsoft.com/office/drawing/2014/main" id="{402DE6D0-2ACB-4F00-A0AD-1F6E2495F634}"/>
              </a:ext>
            </a:extLst>
          </p:cNvPr>
          <p:cNvSpPr>
            <a:spLocks/>
          </p:cNvSpPr>
          <p:nvPr/>
        </p:nvSpPr>
        <p:spPr>
          <a:xfrm>
            <a:off x="23861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6" name="data_7594">
            <a:extLst>
              <a:ext uri="{FF2B5EF4-FFF2-40B4-BE49-F238E27FC236}">
                <a16:creationId xmlns:a16="http://schemas.microsoft.com/office/drawing/2014/main" id="{7D1BADCA-FE20-4293-A8BB-2ADCDC1F71EC}"/>
              </a:ext>
            </a:extLst>
          </p:cNvPr>
          <p:cNvSpPr>
            <a:spLocks/>
          </p:cNvSpPr>
          <p:nvPr/>
        </p:nvSpPr>
        <p:spPr>
          <a:xfrm>
            <a:off x="23487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7" name="data_7595">
            <a:extLst>
              <a:ext uri="{FF2B5EF4-FFF2-40B4-BE49-F238E27FC236}">
                <a16:creationId xmlns:a16="http://schemas.microsoft.com/office/drawing/2014/main" id="{8849C8E5-1F99-47FC-9CA5-9DF433C06972}"/>
              </a:ext>
            </a:extLst>
          </p:cNvPr>
          <p:cNvSpPr>
            <a:spLocks/>
          </p:cNvSpPr>
          <p:nvPr/>
        </p:nvSpPr>
        <p:spPr>
          <a:xfrm>
            <a:off x="23778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8" name="data_7596">
            <a:extLst>
              <a:ext uri="{FF2B5EF4-FFF2-40B4-BE49-F238E27FC236}">
                <a16:creationId xmlns:a16="http://schemas.microsoft.com/office/drawing/2014/main" id="{4A10DA16-2226-4D60-A221-EE9C638270F9}"/>
              </a:ext>
            </a:extLst>
          </p:cNvPr>
          <p:cNvSpPr>
            <a:spLocks/>
          </p:cNvSpPr>
          <p:nvPr/>
        </p:nvSpPr>
        <p:spPr>
          <a:xfrm>
            <a:off x="2350013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09" name="data_7597">
            <a:extLst>
              <a:ext uri="{FF2B5EF4-FFF2-40B4-BE49-F238E27FC236}">
                <a16:creationId xmlns:a16="http://schemas.microsoft.com/office/drawing/2014/main" id="{30C6E905-7A06-4A98-8F5B-70D17872F03A}"/>
              </a:ext>
            </a:extLst>
          </p:cNvPr>
          <p:cNvSpPr>
            <a:spLocks/>
          </p:cNvSpPr>
          <p:nvPr/>
        </p:nvSpPr>
        <p:spPr>
          <a:xfrm>
            <a:off x="2361479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0" name="data_7598">
            <a:extLst>
              <a:ext uri="{FF2B5EF4-FFF2-40B4-BE49-F238E27FC236}">
                <a16:creationId xmlns:a16="http://schemas.microsoft.com/office/drawing/2014/main" id="{0BF60B64-C54F-440B-9635-3E4285E53DFB}"/>
              </a:ext>
            </a:extLst>
          </p:cNvPr>
          <p:cNvSpPr>
            <a:spLocks/>
          </p:cNvSpPr>
          <p:nvPr/>
        </p:nvSpPr>
        <p:spPr>
          <a:xfrm>
            <a:off x="2417767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1" name="data_7599">
            <a:extLst>
              <a:ext uri="{FF2B5EF4-FFF2-40B4-BE49-F238E27FC236}">
                <a16:creationId xmlns:a16="http://schemas.microsoft.com/office/drawing/2014/main" id="{BDC88D97-4BA4-4AF9-B29D-999C48F72CBA}"/>
              </a:ext>
            </a:extLst>
          </p:cNvPr>
          <p:cNvSpPr>
            <a:spLocks/>
          </p:cNvSpPr>
          <p:nvPr/>
        </p:nvSpPr>
        <p:spPr>
          <a:xfrm>
            <a:off x="23255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2" name="data_7600">
            <a:extLst>
              <a:ext uri="{FF2B5EF4-FFF2-40B4-BE49-F238E27FC236}">
                <a16:creationId xmlns:a16="http://schemas.microsoft.com/office/drawing/2014/main" id="{9E7F972C-6B08-4496-BF10-DECC636E13A8}"/>
              </a:ext>
            </a:extLst>
          </p:cNvPr>
          <p:cNvSpPr>
            <a:spLocks/>
          </p:cNvSpPr>
          <p:nvPr/>
        </p:nvSpPr>
        <p:spPr>
          <a:xfrm>
            <a:off x="233151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3" name="data_7601">
            <a:extLst>
              <a:ext uri="{FF2B5EF4-FFF2-40B4-BE49-F238E27FC236}">
                <a16:creationId xmlns:a16="http://schemas.microsoft.com/office/drawing/2014/main" id="{1F03A7C1-9BF1-43D5-89C7-466EC3A09A7D}"/>
              </a:ext>
            </a:extLst>
          </p:cNvPr>
          <p:cNvSpPr>
            <a:spLocks/>
          </p:cNvSpPr>
          <p:nvPr/>
        </p:nvSpPr>
        <p:spPr>
          <a:xfrm>
            <a:off x="23857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4" name="data_7602">
            <a:extLst>
              <a:ext uri="{FF2B5EF4-FFF2-40B4-BE49-F238E27FC236}">
                <a16:creationId xmlns:a16="http://schemas.microsoft.com/office/drawing/2014/main" id="{F8461EFC-F578-4B98-B414-809699338ABD}"/>
              </a:ext>
            </a:extLst>
          </p:cNvPr>
          <p:cNvSpPr>
            <a:spLocks/>
          </p:cNvSpPr>
          <p:nvPr/>
        </p:nvSpPr>
        <p:spPr>
          <a:xfrm>
            <a:off x="238454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5" name="data_7603">
            <a:extLst>
              <a:ext uri="{FF2B5EF4-FFF2-40B4-BE49-F238E27FC236}">
                <a16:creationId xmlns:a16="http://schemas.microsoft.com/office/drawing/2014/main" id="{299A3750-1AD8-4741-A993-51317608F08E}"/>
              </a:ext>
            </a:extLst>
          </p:cNvPr>
          <p:cNvSpPr>
            <a:spLocks/>
          </p:cNvSpPr>
          <p:nvPr/>
        </p:nvSpPr>
        <p:spPr>
          <a:xfrm>
            <a:off x="24268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6" name="data_7604">
            <a:extLst>
              <a:ext uri="{FF2B5EF4-FFF2-40B4-BE49-F238E27FC236}">
                <a16:creationId xmlns:a16="http://schemas.microsoft.com/office/drawing/2014/main" id="{87358814-0D62-4231-9F79-3A29C8E4443F}"/>
              </a:ext>
            </a:extLst>
          </p:cNvPr>
          <p:cNvSpPr>
            <a:spLocks/>
          </p:cNvSpPr>
          <p:nvPr/>
        </p:nvSpPr>
        <p:spPr>
          <a:xfrm>
            <a:off x="24072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7" name="data_7605">
            <a:extLst>
              <a:ext uri="{FF2B5EF4-FFF2-40B4-BE49-F238E27FC236}">
                <a16:creationId xmlns:a16="http://schemas.microsoft.com/office/drawing/2014/main" id="{48614A29-15BC-4E72-A79F-B5718A27AA67}"/>
              </a:ext>
            </a:extLst>
          </p:cNvPr>
          <p:cNvSpPr>
            <a:spLocks/>
          </p:cNvSpPr>
          <p:nvPr/>
        </p:nvSpPr>
        <p:spPr>
          <a:xfrm>
            <a:off x="232682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8" name="data_7606">
            <a:extLst>
              <a:ext uri="{FF2B5EF4-FFF2-40B4-BE49-F238E27FC236}">
                <a16:creationId xmlns:a16="http://schemas.microsoft.com/office/drawing/2014/main" id="{AB8BEC1F-77E4-4D99-99BD-2957EB5B49B1}"/>
              </a:ext>
            </a:extLst>
          </p:cNvPr>
          <p:cNvSpPr>
            <a:spLocks/>
          </p:cNvSpPr>
          <p:nvPr/>
        </p:nvSpPr>
        <p:spPr>
          <a:xfrm>
            <a:off x="2345713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19" name="data_7607">
            <a:extLst>
              <a:ext uri="{FF2B5EF4-FFF2-40B4-BE49-F238E27FC236}">
                <a16:creationId xmlns:a16="http://schemas.microsoft.com/office/drawing/2014/main" id="{8F00E489-CD08-4966-B252-52FA8CBE0C7A}"/>
              </a:ext>
            </a:extLst>
          </p:cNvPr>
          <p:cNvSpPr>
            <a:spLocks/>
          </p:cNvSpPr>
          <p:nvPr/>
        </p:nvSpPr>
        <p:spPr>
          <a:xfrm>
            <a:off x="23974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0" name="data_7608">
            <a:extLst>
              <a:ext uri="{FF2B5EF4-FFF2-40B4-BE49-F238E27FC236}">
                <a16:creationId xmlns:a16="http://schemas.microsoft.com/office/drawing/2014/main" id="{ECCA18CC-F0F7-4049-8D00-BE46D7E4DE2C}"/>
              </a:ext>
            </a:extLst>
          </p:cNvPr>
          <p:cNvSpPr>
            <a:spLocks/>
          </p:cNvSpPr>
          <p:nvPr/>
        </p:nvSpPr>
        <p:spPr>
          <a:xfrm>
            <a:off x="23192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1" name="data_7609">
            <a:extLst>
              <a:ext uri="{FF2B5EF4-FFF2-40B4-BE49-F238E27FC236}">
                <a16:creationId xmlns:a16="http://schemas.microsoft.com/office/drawing/2014/main" id="{B7CF3C57-47F0-4818-82DA-4AFD5EF18992}"/>
              </a:ext>
            </a:extLst>
          </p:cNvPr>
          <p:cNvSpPr>
            <a:spLocks/>
          </p:cNvSpPr>
          <p:nvPr/>
        </p:nvSpPr>
        <p:spPr>
          <a:xfrm>
            <a:off x="24098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2" name="data_7610">
            <a:extLst>
              <a:ext uri="{FF2B5EF4-FFF2-40B4-BE49-F238E27FC236}">
                <a16:creationId xmlns:a16="http://schemas.microsoft.com/office/drawing/2014/main" id="{E3BA43AE-AADD-4FE4-9163-FAA0E21CFE55}"/>
              </a:ext>
            </a:extLst>
          </p:cNvPr>
          <p:cNvSpPr>
            <a:spLocks/>
          </p:cNvSpPr>
          <p:nvPr/>
        </p:nvSpPr>
        <p:spPr>
          <a:xfrm>
            <a:off x="24142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3" name="data_7611">
            <a:extLst>
              <a:ext uri="{FF2B5EF4-FFF2-40B4-BE49-F238E27FC236}">
                <a16:creationId xmlns:a16="http://schemas.microsoft.com/office/drawing/2014/main" id="{DB8984E8-C227-40BD-884D-C144CAF0A1E8}"/>
              </a:ext>
            </a:extLst>
          </p:cNvPr>
          <p:cNvSpPr>
            <a:spLocks/>
          </p:cNvSpPr>
          <p:nvPr/>
        </p:nvSpPr>
        <p:spPr>
          <a:xfrm>
            <a:off x="24004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4" name="data_7612">
            <a:extLst>
              <a:ext uri="{FF2B5EF4-FFF2-40B4-BE49-F238E27FC236}">
                <a16:creationId xmlns:a16="http://schemas.microsoft.com/office/drawing/2014/main" id="{BBFB2A38-440A-4C57-A6F6-E178459D976A}"/>
              </a:ext>
            </a:extLst>
          </p:cNvPr>
          <p:cNvSpPr>
            <a:spLocks/>
          </p:cNvSpPr>
          <p:nvPr/>
        </p:nvSpPr>
        <p:spPr>
          <a:xfrm>
            <a:off x="23992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5" name="data_7613">
            <a:extLst>
              <a:ext uri="{FF2B5EF4-FFF2-40B4-BE49-F238E27FC236}">
                <a16:creationId xmlns:a16="http://schemas.microsoft.com/office/drawing/2014/main" id="{FA9BC89A-098B-4114-914C-A3376FC250A7}"/>
              </a:ext>
            </a:extLst>
          </p:cNvPr>
          <p:cNvSpPr>
            <a:spLocks/>
          </p:cNvSpPr>
          <p:nvPr/>
        </p:nvSpPr>
        <p:spPr>
          <a:xfrm>
            <a:off x="24048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6" name="data_7614">
            <a:extLst>
              <a:ext uri="{FF2B5EF4-FFF2-40B4-BE49-F238E27FC236}">
                <a16:creationId xmlns:a16="http://schemas.microsoft.com/office/drawing/2014/main" id="{CB5213D4-ADB5-4898-BB5A-B3E5CCE4FA51}"/>
              </a:ext>
            </a:extLst>
          </p:cNvPr>
          <p:cNvSpPr>
            <a:spLocks/>
          </p:cNvSpPr>
          <p:nvPr/>
        </p:nvSpPr>
        <p:spPr>
          <a:xfrm>
            <a:off x="23802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7" name="data_7615">
            <a:extLst>
              <a:ext uri="{FF2B5EF4-FFF2-40B4-BE49-F238E27FC236}">
                <a16:creationId xmlns:a16="http://schemas.microsoft.com/office/drawing/2014/main" id="{2BF7F3AB-728E-4A0E-8658-3E7CA95AD1AA}"/>
              </a:ext>
            </a:extLst>
          </p:cNvPr>
          <p:cNvSpPr>
            <a:spLocks/>
          </p:cNvSpPr>
          <p:nvPr/>
        </p:nvSpPr>
        <p:spPr>
          <a:xfrm>
            <a:off x="23126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8" name="data_7616">
            <a:extLst>
              <a:ext uri="{FF2B5EF4-FFF2-40B4-BE49-F238E27FC236}">
                <a16:creationId xmlns:a16="http://schemas.microsoft.com/office/drawing/2014/main" id="{E122BBC3-5B5B-4FFA-899C-89697C256F84}"/>
              </a:ext>
            </a:extLst>
          </p:cNvPr>
          <p:cNvSpPr>
            <a:spLocks/>
          </p:cNvSpPr>
          <p:nvPr/>
        </p:nvSpPr>
        <p:spPr>
          <a:xfrm>
            <a:off x="237998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29" name="data_7617">
            <a:extLst>
              <a:ext uri="{FF2B5EF4-FFF2-40B4-BE49-F238E27FC236}">
                <a16:creationId xmlns:a16="http://schemas.microsoft.com/office/drawing/2014/main" id="{DABC5B54-9FCB-40C3-9722-48EA5B9D3208}"/>
              </a:ext>
            </a:extLst>
          </p:cNvPr>
          <p:cNvSpPr>
            <a:spLocks/>
          </p:cNvSpPr>
          <p:nvPr/>
        </p:nvSpPr>
        <p:spPr>
          <a:xfrm>
            <a:off x="23298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0" name="data_7618">
            <a:extLst>
              <a:ext uri="{FF2B5EF4-FFF2-40B4-BE49-F238E27FC236}">
                <a16:creationId xmlns:a16="http://schemas.microsoft.com/office/drawing/2014/main" id="{5DDA67FC-80F4-48AE-87B7-2C64407A0805}"/>
              </a:ext>
            </a:extLst>
          </p:cNvPr>
          <p:cNvSpPr>
            <a:spLocks/>
          </p:cNvSpPr>
          <p:nvPr/>
        </p:nvSpPr>
        <p:spPr>
          <a:xfrm>
            <a:off x="2399786" y="28686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1" name="data_7619">
            <a:extLst>
              <a:ext uri="{FF2B5EF4-FFF2-40B4-BE49-F238E27FC236}">
                <a16:creationId xmlns:a16="http://schemas.microsoft.com/office/drawing/2014/main" id="{444FD884-89C0-45AB-A370-67A585925B1C}"/>
              </a:ext>
            </a:extLst>
          </p:cNvPr>
          <p:cNvSpPr>
            <a:spLocks/>
          </p:cNvSpPr>
          <p:nvPr/>
        </p:nvSpPr>
        <p:spPr>
          <a:xfrm>
            <a:off x="2416985" y="28762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2" name="data_7620">
            <a:extLst>
              <a:ext uri="{FF2B5EF4-FFF2-40B4-BE49-F238E27FC236}">
                <a16:creationId xmlns:a16="http://schemas.microsoft.com/office/drawing/2014/main" id="{9E018EB6-FEBD-4676-B532-711049E31D71}"/>
              </a:ext>
            </a:extLst>
          </p:cNvPr>
          <p:cNvSpPr>
            <a:spLocks/>
          </p:cNvSpPr>
          <p:nvPr/>
        </p:nvSpPr>
        <p:spPr>
          <a:xfrm>
            <a:off x="2327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3" name="data_7621">
            <a:extLst>
              <a:ext uri="{FF2B5EF4-FFF2-40B4-BE49-F238E27FC236}">
                <a16:creationId xmlns:a16="http://schemas.microsoft.com/office/drawing/2014/main" id="{C184F81B-FE08-4037-8AEC-6D4F768AA45B}"/>
              </a:ext>
            </a:extLst>
          </p:cNvPr>
          <p:cNvSpPr>
            <a:spLocks/>
          </p:cNvSpPr>
          <p:nvPr/>
        </p:nvSpPr>
        <p:spPr>
          <a:xfrm>
            <a:off x="24009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4" name="data_7622">
            <a:extLst>
              <a:ext uri="{FF2B5EF4-FFF2-40B4-BE49-F238E27FC236}">
                <a16:creationId xmlns:a16="http://schemas.microsoft.com/office/drawing/2014/main" id="{9A911E81-15A7-422C-8106-5E14C8C8DBB9}"/>
              </a:ext>
            </a:extLst>
          </p:cNvPr>
          <p:cNvSpPr>
            <a:spLocks/>
          </p:cNvSpPr>
          <p:nvPr/>
        </p:nvSpPr>
        <p:spPr>
          <a:xfrm>
            <a:off x="233424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5" name="data_7623">
            <a:extLst>
              <a:ext uri="{FF2B5EF4-FFF2-40B4-BE49-F238E27FC236}">
                <a16:creationId xmlns:a16="http://schemas.microsoft.com/office/drawing/2014/main" id="{304D62CA-8C09-47A7-BA7E-D002CA6BAAB4}"/>
              </a:ext>
            </a:extLst>
          </p:cNvPr>
          <p:cNvSpPr>
            <a:spLocks/>
          </p:cNvSpPr>
          <p:nvPr/>
        </p:nvSpPr>
        <p:spPr>
          <a:xfrm>
            <a:off x="233998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6" name="data_7624">
            <a:extLst>
              <a:ext uri="{FF2B5EF4-FFF2-40B4-BE49-F238E27FC236}">
                <a16:creationId xmlns:a16="http://schemas.microsoft.com/office/drawing/2014/main" id="{19916D77-4AD9-4728-80F7-FA7C68452686}"/>
              </a:ext>
            </a:extLst>
          </p:cNvPr>
          <p:cNvSpPr>
            <a:spLocks/>
          </p:cNvSpPr>
          <p:nvPr/>
        </p:nvSpPr>
        <p:spPr>
          <a:xfrm>
            <a:off x="23244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7" name="data_7625">
            <a:extLst>
              <a:ext uri="{FF2B5EF4-FFF2-40B4-BE49-F238E27FC236}">
                <a16:creationId xmlns:a16="http://schemas.microsoft.com/office/drawing/2014/main" id="{AA8F5ACF-3907-4E04-86CE-DF7473883532}"/>
              </a:ext>
            </a:extLst>
          </p:cNvPr>
          <p:cNvSpPr>
            <a:spLocks/>
          </p:cNvSpPr>
          <p:nvPr/>
        </p:nvSpPr>
        <p:spPr>
          <a:xfrm>
            <a:off x="2399525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8" name="data_7626">
            <a:extLst>
              <a:ext uri="{FF2B5EF4-FFF2-40B4-BE49-F238E27FC236}">
                <a16:creationId xmlns:a16="http://schemas.microsoft.com/office/drawing/2014/main" id="{A2EEFFD0-10F9-421F-B202-41D2BC115C06}"/>
              </a:ext>
            </a:extLst>
          </p:cNvPr>
          <p:cNvSpPr>
            <a:spLocks/>
          </p:cNvSpPr>
          <p:nvPr/>
        </p:nvSpPr>
        <p:spPr>
          <a:xfrm>
            <a:off x="24331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39" name="data_7627">
            <a:extLst>
              <a:ext uri="{FF2B5EF4-FFF2-40B4-BE49-F238E27FC236}">
                <a16:creationId xmlns:a16="http://schemas.microsoft.com/office/drawing/2014/main" id="{43D49C30-9C2B-4AA8-807B-CFF3891E0020}"/>
              </a:ext>
            </a:extLst>
          </p:cNvPr>
          <p:cNvSpPr>
            <a:spLocks/>
          </p:cNvSpPr>
          <p:nvPr/>
        </p:nvSpPr>
        <p:spPr>
          <a:xfrm>
            <a:off x="2438744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0" name="data_7628">
            <a:extLst>
              <a:ext uri="{FF2B5EF4-FFF2-40B4-BE49-F238E27FC236}">
                <a16:creationId xmlns:a16="http://schemas.microsoft.com/office/drawing/2014/main" id="{E1FD7525-A208-4612-A119-9D6AE4F9665C}"/>
              </a:ext>
            </a:extLst>
          </p:cNvPr>
          <p:cNvSpPr>
            <a:spLocks/>
          </p:cNvSpPr>
          <p:nvPr/>
        </p:nvSpPr>
        <p:spPr>
          <a:xfrm>
            <a:off x="235822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1" name="data_7629">
            <a:extLst>
              <a:ext uri="{FF2B5EF4-FFF2-40B4-BE49-F238E27FC236}">
                <a16:creationId xmlns:a16="http://schemas.microsoft.com/office/drawing/2014/main" id="{836AA9B0-B4F5-4ACD-8939-FCCCDB089E1D}"/>
              </a:ext>
            </a:extLst>
          </p:cNvPr>
          <p:cNvSpPr>
            <a:spLocks/>
          </p:cNvSpPr>
          <p:nvPr/>
        </p:nvSpPr>
        <p:spPr>
          <a:xfrm>
            <a:off x="24060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2" name="data_7630">
            <a:extLst>
              <a:ext uri="{FF2B5EF4-FFF2-40B4-BE49-F238E27FC236}">
                <a16:creationId xmlns:a16="http://schemas.microsoft.com/office/drawing/2014/main" id="{81205216-1730-4459-A07B-9C50BA07926C}"/>
              </a:ext>
            </a:extLst>
          </p:cNvPr>
          <p:cNvSpPr>
            <a:spLocks/>
          </p:cNvSpPr>
          <p:nvPr/>
        </p:nvSpPr>
        <p:spPr>
          <a:xfrm>
            <a:off x="24313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3" name="data_7631">
            <a:extLst>
              <a:ext uri="{FF2B5EF4-FFF2-40B4-BE49-F238E27FC236}">
                <a16:creationId xmlns:a16="http://schemas.microsoft.com/office/drawing/2014/main" id="{88B8DA2E-DE80-44FC-9016-43B73573020F}"/>
              </a:ext>
            </a:extLst>
          </p:cNvPr>
          <p:cNvSpPr>
            <a:spLocks/>
          </p:cNvSpPr>
          <p:nvPr/>
        </p:nvSpPr>
        <p:spPr>
          <a:xfrm>
            <a:off x="241594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4" name="data_7632">
            <a:extLst>
              <a:ext uri="{FF2B5EF4-FFF2-40B4-BE49-F238E27FC236}">
                <a16:creationId xmlns:a16="http://schemas.microsoft.com/office/drawing/2014/main" id="{D6A13838-AD4E-4C27-BAA0-D23F0F5002A1}"/>
              </a:ext>
            </a:extLst>
          </p:cNvPr>
          <p:cNvSpPr>
            <a:spLocks/>
          </p:cNvSpPr>
          <p:nvPr/>
        </p:nvSpPr>
        <p:spPr>
          <a:xfrm>
            <a:off x="24021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5" name="data_7633">
            <a:extLst>
              <a:ext uri="{FF2B5EF4-FFF2-40B4-BE49-F238E27FC236}">
                <a16:creationId xmlns:a16="http://schemas.microsoft.com/office/drawing/2014/main" id="{08983AE4-B071-43AC-9C2B-94F6E229CD78}"/>
              </a:ext>
            </a:extLst>
          </p:cNvPr>
          <p:cNvSpPr>
            <a:spLocks/>
          </p:cNvSpPr>
          <p:nvPr/>
        </p:nvSpPr>
        <p:spPr>
          <a:xfrm>
            <a:off x="23702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6" name="data_7634">
            <a:extLst>
              <a:ext uri="{FF2B5EF4-FFF2-40B4-BE49-F238E27FC236}">
                <a16:creationId xmlns:a16="http://schemas.microsoft.com/office/drawing/2014/main" id="{502F5F47-2096-4842-842A-5CECFFD2C677}"/>
              </a:ext>
            </a:extLst>
          </p:cNvPr>
          <p:cNvSpPr>
            <a:spLocks/>
          </p:cNvSpPr>
          <p:nvPr/>
        </p:nvSpPr>
        <p:spPr>
          <a:xfrm>
            <a:off x="2366300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7" name="data_7635">
            <a:extLst>
              <a:ext uri="{FF2B5EF4-FFF2-40B4-BE49-F238E27FC236}">
                <a16:creationId xmlns:a16="http://schemas.microsoft.com/office/drawing/2014/main" id="{3C071D70-9ED9-4DBC-B519-FC49192807D1}"/>
              </a:ext>
            </a:extLst>
          </p:cNvPr>
          <p:cNvSpPr>
            <a:spLocks/>
          </p:cNvSpPr>
          <p:nvPr/>
        </p:nvSpPr>
        <p:spPr>
          <a:xfrm>
            <a:off x="23229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8" name="data_7636">
            <a:extLst>
              <a:ext uri="{FF2B5EF4-FFF2-40B4-BE49-F238E27FC236}">
                <a16:creationId xmlns:a16="http://schemas.microsoft.com/office/drawing/2014/main" id="{850C8D6A-8FB1-4A58-9000-34230E87C3FD}"/>
              </a:ext>
            </a:extLst>
          </p:cNvPr>
          <p:cNvSpPr>
            <a:spLocks/>
          </p:cNvSpPr>
          <p:nvPr/>
        </p:nvSpPr>
        <p:spPr>
          <a:xfrm>
            <a:off x="24317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49" name="data_7637">
            <a:extLst>
              <a:ext uri="{FF2B5EF4-FFF2-40B4-BE49-F238E27FC236}">
                <a16:creationId xmlns:a16="http://schemas.microsoft.com/office/drawing/2014/main" id="{9E0BECD9-BD1A-43B7-B382-2C7458842D41}"/>
              </a:ext>
            </a:extLst>
          </p:cNvPr>
          <p:cNvSpPr>
            <a:spLocks/>
          </p:cNvSpPr>
          <p:nvPr/>
        </p:nvSpPr>
        <p:spPr>
          <a:xfrm>
            <a:off x="24178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0" name="data_7638">
            <a:extLst>
              <a:ext uri="{FF2B5EF4-FFF2-40B4-BE49-F238E27FC236}">
                <a16:creationId xmlns:a16="http://schemas.microsoft.com/office/drawing/2014/main" id="{8A4C3D52-BF90-4C5D-99AB-8B4C2014F23B}"/>
              </a:ext>
            </a:extLst>
          </p:cNvPr>
          <p:cNvSpPr>
            <a:spLocks/>
          </p:cNvSpPr>
          <p:nvPr/>
        </p:nvSpPr>
        <p:spPr>
          <a:xfrm>
            <a:off x="23982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1" name="data_7639">
            <a:extLst>
              <a:ext uri="{FF2B5EF4-FFF2-40B4-BE49-F238E27FC236}">
                <a16:creationId xmlns:a16="http://schemas.microsoft.com/office/drawing/2014/main" id="{91C7AE00-2879-44FA-B1E6-835894E49711}"/>
              </a:ext>
            </a:extLst>
          </p:cNvPr>
          <p:cNvSpPr>
            <a:spLocks/>
          </p:cNvSpPr>
          <p:nvPr/>
        </p:nvSpPr>
        <p:spPr>
          <a:xfrm>
            <a:off x="23183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2" name="data_7640">
            <a:extLst>
              <a:ext uri="{FF2B5EF4-FFF2-40B4-BE49-F238E27FC236}">
                <a16:creationId xmlns:a16="http://schemas.microsoft.com/office/drawing/2014/main" id="{6AB692A3-7DBD-4CF7-813F-C78AA441F0C6}"/>
              </a:ext>
            </a:extLst>
          </p:cNvPr>
          <p:cNvSpPr>
            <a:spLocks/>
          </p:cNvSpPr>
          <p:nvPr/>
        </p:nvSpPr>
        <p:spPr>
          <a:xfrm>
            <a:off x="2330989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3" name="data_7641">
            <a:extLst>
              <a:ext uri="{FF2B5EF4-FFF2-40B4-BE49-F238E27FC236}">
                <a16:creationId xmlns:a16="http://schemas.microsoft.com/office/drawing/2014/main" id="{4A1E85B7-8645-4850-A605-6660BDC62C7B}"/>
              </a:ext>
            </a:extLst>
          </p:cNvPr>
          <p:cNvSpPr>
            <a:spLocks/>
          </p:cNvSpPr>
          <p:nvPr/>
        </p:nvSpPr>
        <p:spPr>
          <a:xfrm>
            <a:off x="23436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4" name="data_7642">
            <a:extLst>
              <a:ext uri="{FF2B5EF4-FFF2-40B4-BE49-F238E27FC236}">
                <a16:creationId xmlns:a16="http://schemas.microsoft.com/office/drawing/2014/main" id="{CA1EA8D4-EAD1-489B-A6BB-313E76AD6676}"/>
              </a:ext>
            </a:extLst>
          </p:cNvPr>
          <p:cNvSpPr>
            <a:spLocks/>
          </p:cNvSpPr>
          <p:nvPr/>
        </p:nvSpPr>
        <p:spPr>
          <a:xfrm>
            <a:off x="23995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5" name="data_7643">
            <a:extLst>
              <a:ext uri="{FF2B5EF4-FFF2-40B4-BE49-F238E27FC236}">
                <a16:creationId xmlns:a16="http://schemas.microsoft.com/office/drawing/2014/main" id="{5A1B79BF-938C-45AA-89CE-BCA3BFC78E28}"/>
              </a:ext>
            </a:extLst>
          </p:cNvPr>
          <p:cNvSpPr>
            <a:spLocks/>
          </p:cNvSpPr>
          <p:nvPr/>
        </p:nvSpPr>
        <p:spPr>
          <a:xfrm>
            <a:off x="238636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6" name="data_7644">
            <a:extLst>
              <a:ext uri="{FF2B5EF4-FFF2-40B4-BE49-F238E27FC236}">
                <a16:creationId xmlns:a16="http://schemas.microsoft.com/office/drawing/2014/main" id="{B31F010E-47AD-42BE-87F7-8ECE62364F32}"/>
              </a:ext>
            </a:extLst>
          </p:cNvPr>
          <p:cNvSpPr>
            <a:spLocks/>
          </p:cNvSpPr>
          <p:nvPr/>
        </p:nvSpPr>
        <p:spPr>
          <a:xfrm>
            <a:off x="233646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7" name="data_7645">
            <a:extLst>
              <a:ext uri="{FF2B5EF4-FFF2-40B4-BE49-F238E27FC236}">
                <a16:creationId xmlns:a16="http://schemas.microsoft.com/office/drawing/2014/main" id="{24007E95-DA3F-4E0A-892F-2981B43E2465}"/>
              </a:ext>
            </a:extLst>
          </p:cNvPr>
          <p:cNvSpPr>
            <a:spLocks/>
          </p:cNvSpPr>
          <p:nvPr/>
        </p:nvSpPr>
        <p:spPr>
          <a:xfrm>
            <a:off x="23600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8" name="data_7646">
            <a:extLst>
              <a:ext uri="{FF2B5EF4-FFF2-40B4-BE49-F238E27FC236}">
                <a16:creationId xmlns:a16="http://schemas.microsoft.com/office/drawing/2014/main" id="{E7092E3B-4075-4CAA-9598-EE6DA918BC59}"/>
              </a:ext>
            </a:extLst>
          </p:cNvPr>
          <p:cNvSpPr>
            <a:spLocks/>
          </p:cNvSpPr>
          <p:nvPr/>
        </p:nvSpPr>
        <p:spPr>
          <a:xfrm>
            <a:off x="2313920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59" name="data_7647">
            <a:extLst>
              <a:ext uri="{FF2B5EF4-FFF2-40B4-BE49-F238E27FC236}">
                <a16:creationId xmlns:a16="http://schemas.microsoft.com/office/drawing/2014/main" id="{4FBC612A-0B4D-4E87-AE92-42A5FEDC66F3}"/>
              </a:ext>
            </a:extLst>
          </p:cNvPr>
          <p:cNvSpPr>
            <a:spLocks/>
          </p:cNvSpPr>
          <p:nvPr/>
        </p:nvSpPr>
        <p:spPr>
          <a:xfrm>
            <a:off x="302535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0" name="data_7648">
            <a:extLst>
              <a:ext uri="{FF2B5EF4-FFF2-40B4-BE49-F238E27FC236}">
                <a16:creationId xmlns:a16="http://schemas.microsoft.com/office/drawing/2014/main" id="{988B6ED4-56BB-4A05-A161-8B16B2660B64}"/>
              </a:ext>
            </a:extLst>
          </p:cNvPr>
          <p:cNvSpPr>
            <a:spLocks/>
          </p:cNvSpPr>
          <p:nvPr/>
        </p:nvSpPr>
        <p:spPr>
          <a:xfrm>
            <a:off x="3000336" y="255544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1" name="data_7649">
            <a:extLst>
              <a:ext uri="{FF2B5EF4-FFF2-40B4-BE49-F238E27FC236}">
                <a16:creationId xmlns:a16="http://schemas.microsoft.com/office/drawing/2014/main" id="{0B729FED-2062-41F3-8512-B1AB4AC02221}"/>
              </a:ext>
            </a:extLst>
          </p:cNvPr>
          <p:cNvSpPr>
            <a:spLocks/>
          </p:cNvSpPr>
          <p:nvPr/>
        </p:nvSpPr>
        <p:spPr>
          <a:xfrm>
            <a:off x="302066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2" name="data_7650">
            <a:extLst>
              <a:ext uri="{FF2B5EF4-FFF2-40B4-BE49-F238E27FC236}">
                <a16:creationId xmlns:a16="http://schemas.microsoft.com/office/drawing/2014/main" id="{B5222BF7-D5E2-4E5F-AA49-59E2EE362D17}"/>
              </a:ext>
            </a:extLst>
          </p:cNvPr>
          <p:cNvSpPr>
            <a:spLocks/>
          </p:cNvSpPr>
          <p:nvPr/>
        </p:nvSpPr>
        <p:spPr>
          <a:xfrm>
            <a:off x="3020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3" name="data_7651">
            <a:extLst>
              <a:ext uri="{FF2B5EF4-FFF2-40B4-BE49-F238E27FC236}">
                <a16:creationId xmlns:a16="http://schemas.microsoft.com/office/drawing/2014/main" id="{56841917-6C52-4418-B364-07C324FEE24E}"/>
              </a:ext>
            </a:extLst>
          </p:cNvPr>
          <p:cNvSpPr>
            <a:spLocks/>
          </p:cNvSpPr>
          <p:nvPr/>
        </p:nvSpPr>
        <p:spPr>
          <a:xfrm>
            <a:off x="30422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4" name="data_7652">
            <a:extLst>
              <a:ext uri="{FF2B5EF4-FFF2-40B4-BE49-F238E27FC236}">
                <a16:creationId xmlns:a16="http://schemas.microsoft.com/office/drawing/2014/main" id="{388955E5-DA9B-4657-95ED-96CD261D2998}"/>
              </a:ext>
            </a:extLst>
          </p:cNvPr>
          <p:cNvSpPr>
            <a:spLocks/>
          </p:cNvSpPr>
          <p:nvPr/>
        </p:nvSpPr>
        <p:spPr>
          <a:xfrm>
            <a:off x="308020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5" name="data_7653">
            <a:extLst>
              <a:ext uri="{FF2B5EF4-FFF2-40B4-BE49-F238E27FC236}">
                <a16:creationId xmlns:a16="http://schemas.microsoft.com/office/drawing/2014/main" id="{B10C1AB2-AA72-4433-B51D-ED06FB8CD790}"/>
              </a:ext>
            </a:extLst>
          </p:cNvPr>
          <p:cNvSpPr>
            <a:spLocks/>
          </p:cNvSpPr>
          <p:nvPr/>
        </p:nvSpPr>
        <p:spPr>
          <a:xfrm>
            <a:off x="31040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6" name="data_7654">
            <a:extLst>
              <a:ext uri="{FF2B5EF4-FFF2-40B4-BE49-F238E27FC236}">
                <a16:creationId xmlns:a16="http://schemas.microsoft.com/office/drawing/2014/main" id="{13448B06-92C6-4D2D-A91C-52D562A95940}"/>
              </a:ext>
            </a:extLst>
          </p:cNvPr>
          <p:cNvSpPr>
            <a:spLocks/>
          </p:cNvSpPr>
          <p:nvPr/>
        </p:nvSpPr>
        <p:spPr>
          <a:xfrm>
            <a:off x="300724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7" name="data_7655">
            <a:extLst>
              <a:ext uri="{FF2B5EF4-FFF2-40B4-BE49-F238E27FC236}">
                <a16:creationId xmlns:a16="http://schemas.microsoft.com/office/drawing/2014/main" id="{9D084A58-4B63-403D-A44D-71816A40E9D3}"/>
              </a:ext>
            </a:extLst>
          </p:cNvPr>
          <p:cNvSpPr>
            <a:spLocks/>
          </p:cNvSpPr>
          <p:nvPr/>
        </p:nvSpPr>
        <p:spPr>
          <a:xfrm>
            <a:off x="30667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8" name="data_7656">
            <a:extLst>
              <a:ext uri="{FF2B5EF4-FFF2-40B4-BE49-F238E27FC236}">
                <a16:creationId xmlns:a16="http://schemas.microsoft.com/office/drawing/2014/main" id="{E9F4BA66-035B-4B07-A459-98BE126D98CD}"/>
              </a:ext>
            </a:extLst>
          </p:cNvPr>
          <p:cNvSpPr>
            <a:spLocks/>
          </p:cNvSpPr>
          <p:nvPr/>
        </p:nvSpPr>
        <p:spPr>
          <a:xfrm>
            <a:off x="300763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69" name="data_7657">
            <a:extLst>
              <a:ext uri="{FF2B5EF4-FFF2-40B4-BE49-F238E27FC236}">
                <a16:creationId xmlns:a16="http://schemas.microsoft.com/office/drawing/2014/main" id="{129FEC57-EEAC-4F67-B826-08CA55F351BC}"/>
              </a:ext>
            </a:extLst>
          </p:cNvPr>
          <p:cNvSpPr>
            <a:spLocks/>
          </p:cNvSpPr>
          <p:nvPr/>
        </p:nvSpPr>
        <p:spPr>
          <a:xfrm>
            <a:off x="29933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0" name="data_7658">
            <a:extLst>
              <a:ext uri="{FF2B5EF4-FFF2-40B4-BE49-F238E27FC236}">
                <a16:creationId xmlns:a16="http://schemas.microsoft.com/office/drawing/2014/main" id="{451DB5FD-AB2D-47B0-BDF1-1B3F19970ACC}"/>
              </a:ext>
            </a:extLst>
          </p:cNvPr>
          <p:cNvSpPr>
            <a:spLocks/>
          </p:cNvSpPr>
          <p:nvPr/>
        </p:nvSpPr>
        <p:spPr>
          <a:xfrm>
            <a:off x="309362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1" name="data_7659">
            <a:extLst>
              <a:ext uri="{FF2B5EF4-FFF2-40B4-BE49-F238E27FC236}">
                <a16:creationId xmlns:a16="http://schemas.microsoft.com/office/drawing/2014/main" id="{B63ECB35-52A6-41C8-8140-410F5CF8E73D}"/>
              </a:ext>
            </a:extLst>
          </p:cNvPr>
          <p:cNvSpPr>
            <a:spLocks/>
          </p:cNvSpPr>
          <p:nvPr/>
        </p:nvSpPr>
        <p:spPr>
          <a:xfrm>
            <a:off x="312033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2" name="data_7660">
            <a:extLst>
              <a:ext uri="{FF2B5EF4-FFF2-40B4-BE49-F238E27FC236}">
                <a16:creationId xmlns:a16="http://schemas.microsoft.com/office/drawing/2014/main" id="{E375FDFF-34C1-4C19-88B4-FEF1C1D2518E}"/>
              </a:ext>
            </a:extLst>
          </p:cNvPr>
          <p:cNvSpPr>
            <a:spLocks/>
          </p:cNvSpPr>
          <p:nvPr/>
        </p:nvSpPr>
        <p:spPr>
          <a:xfrm>
            <a:off x="30419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3" name="data_7661">
            <a:extLst>
              <a:ext uri="{FF2B5EF4-FFF2-40B4-BE49-F238E27FC236}">
                <a16:creationId xmlns:a16="http://schemas.microsoft.com/office/drawing/2014/main" id="{ACF07B9D-981B-4CA7-8675-E3750AE74CCC}"/>
              </a:ext>
            </a:extLst>
          </p:cNvPr>
          <p:cNvSpPr>
            <a:spLocks/>
          </p:cNvSpPr>
          <p:nvPr/>
        </p:nvSpPr>
        <p:spPr>
          <a:xfrm>
            <a:off x="311330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4" name="data_7662">
            <a:extLst>
              <a:ext uri="{FF2B5EF4-FFF2-40B4-BE49-F238E27FC236}">
                <a16:creationId xmlns:a16="http://schemas.microsoft.com/office/drawing/2014/main" id="{4534EEC1-EBE8-4693-8B39-2C4E780D2C22}"/>
              </a:ext>
            </a:extLst>
          </p:cNvPr>
          <p:cNvSpPr>
            <a:spLocks/>
          </p:cNvSpPr>
          <p:nvPr/>
        </p:nvSpPr>
        <p:spPr>
          <a:xfrm>
            <a:off x="3020532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5" name="data_7663">
            <a:extLst>
              <a:ext uri="{FF2B5EF4-FFF2-40B4-BE49-F238E27FC236}">
                <a16:creationId xmlns:a16="http://schemas.microsoft.com/office/drawing/2014/main" id="{25BE2C6A-7567-4722-811A-C279FE2824A7}"/>
              </a:ext>
            </a:extLst>
          </p:cNvPr>
          <p:cNvSpPr>
            <a:spLocks/>
          </p:cNvSpPr>
          <p:nvPr/>
        </p:nvSpPr>
        <p:spPr>
          <a:xfrm>
            <a:off x="3045288" y="27337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6" name="data_7664">
            <a:extLst>
              <a:ext uri="{FF2B5EF4-FFF2-40B4-BE49-F238E27FC236}">
                <a16:creationId xmlns:a16="http://schemas.microsoft.com/office/drawing/2014/main" id="{17FFB8B2-F0BA-4B59-A6ED-30EAF18ACBDC}"/>
              </a:ext>
            </a:extLst>
          </p:cNvPr>
          <p:cNvSpPr>
            <a:spLocks/>
          </p:cNvSpPr>
          <p:nvPr/>
        </p:nvSpPr>
        <p:spPr>
          <a:xfrm>
            <a:off x="3084116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7" name="data_7665">
            <a:extLst>
              <a:ext uri="{FF2B5EF4-FFF2-40B4-BE49-F238E27FC236}">
                <a16:creationId xmlns:a16="http://schemas.microsoft.com/office/drawing/2014/main" id="{B0ABBCC6-302D-4609-B2E5-068426050C0A}"/>
              </a:ext>
            </a:extLst>
          </p:cNvPr>
          <p:cNvSpPr>
            <a:spLocks/>
          </p:cNvSpPr>
          <p:nvPr/>
        </p:nvSpPr>
        <p:spPr>
          <a:xfrm>
            <a:off x="31074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8" name="data_7666">
            <a:extLst>
              <a:ext uri="{FF2B5EF4-FFF2-40B4-BE49-F238E27FC236}">
                <a16:creationId xmlns:a16="http://schemas.microsoft.com/office/drawing/2014/main" id="{38C21BB1-A67A-44F7-8B67-19F5770A9CF1}"/>
              </a:ext>
            </a:extLst>
          </p:cNvPr>
          <p:cNvSpPr>
            <a:spLocks/>
          </p:cNvSpPr>
          <p:nvPr/>
        </p:nvSpPr>
        <p:spPr>
          <a:xfrm>
            <a:off x="3120078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79" name="data_7667">
            <a:extLst>
              <a:ext uri="{FF2B5EF4-FFF2-40B4-BE49-F238E27FC236}">
                <a16:creationId xmlns:a16="http://schemas.microsoft.com/office/drawing/2014/main" id="{8A60E47E-D57A-4668-BA31-690E2E07E81E}"/>
              </a:ext>
            </a:extLst>
          </p:cNvPr>
          <p:cNvSpPr>
            <a:spLocks/>
          </p:cNvSpPr>
          <p:nvPr/>
        </p:nvSpPr>
        <p:spPr>
          <a:xfrm>
            <a:off x="30751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0" name="data_7668">
            <a:extLst>
              <a:ext uri="{FF2B5EF4-FFF2-40B4-BE49-F238E27FC236}">
                <a16:creationId xmlns:a16="http://schemas.microsoft.com/office/drawing/2014/main" id="{E1DDAB98-0C28-4ACD-8E21-E4D5EEBECB33}"/>
              </a:ext>
            </a:extLst>
          </p:cNvPr>
          <p:cNvSpPr>
            <a:spLocks/>
          </p:cNvSpPr>
          <p:nvPr/>
        </p:nvSpPr>
        <p:spPr>
          <a:xfrm>
            <a:off x="2997860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1" name="data_7669">
            <a:extLst>
              <a:ext uri="{FF2B5EF4-FFF2-40B4-BE49-F238E27FC236}">
                <a16:creationId xmlns:a16="http://schemas.microsoft.com/office/drawing/2014/main" id="{30540633-66C8-4D24-934F-FDC68ACFCEFD}"/>
              </a:ext>
            </a:extLst>
          </p:cNvPr>
          <p:cNvSpPr>
            <a:spLocks/>
          </p:cNvSpPr>
          <p:nvPr/>
        </p:nvSpPr>
        <p:spPr>
          <a:xfrm>
            <a:off x="3017144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2" name="data_7670">
            <a:extLst>
              <a:ext uri="{FF2B5EF4-FFF2-40B4-BE49-F238E27FC236}">
                <a16:creationId xmlns:a16="http://schemas.microsoft.com/office/drawing/2014/main" id="{73E4F0E3-B2CE-4D12-B964-49CF7F9C75DA}"/>
              </a:ext>
            </a:extLst>
          </p:cNvPr>
          <p:cNvSpPr>
            <a:spLocks/>
          </p:cNvSpPr>
          <p:nvPr/>
        </p:nvSpPr>
        <p:spPr>
          <a:xfrm>
            <a:off x="30256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3" name="data_7671">
            <a:extLst>
              <a:ext uri="{FF2B5EF4-FFF2-40B4-BE49-F238E27FC236}">
                <a16:creationId xmlns:a16="http://schemas.microsoft.com/office/drawing/2014/main" id="{35724CD3-85A4-49B8-A8B9-C0B755DB712A}"/>
              </a:ext>
            </a:extLst>
          </p:cNvPr>
          <p:cNvSpPr>
            <a:spLocks/>
          </p:cNvSpPr>
          <p:nvPr/>
        </p:nvSpPr>
        <p:spPr>
          <a:xfrm>
            <a:off x="29976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4" name="data_7672">
            <a:extLst>
              <a:ext uri="{FF2B5EF4-FFF2-40B4-BE49-F238E27FC236}">
                <a16:creationId xmlns:a16="http://schemas.microsoft.com/office/drawing/2014/main" id="{0B1144B0-D64F-463B-8B99-3892CCEC9020}"/>
              </a:ext>
            </a:extLst>
          </p:cNvPr>
          <p:cNvSpPr>
            <a:spLocks/>
          </p:cNvSpPr>
          <p:nvPr/>
        </p:nvSpPr>
        <p:spPr>
          <a:xfrm>
            <a:off x="2996818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5" name="data_7673">
            <a:extLst>
              <a:ext uri="{FF2B5EF4-FFF2-40B4-BE49-F238E27FC236}">
                <a16:creationId xmlns:a16="http://schemas.microsoft.com/office/drawing/2014/main" id="{AE3E0FCF-BC7C-43F8-9CAA-E20B20A8D5F4}"/>
              </a:ext>
            </a:extLst>
          </p:cNvPr>
          <p:cNvSpPr>
            <a:spLocks/>
          </p:cNvSpPr>
          <p:nvPr/>
        </p:nvSpPr>
        <p:spPr>
          <a:xfrm>
            <a:off x="30220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6" name="data_7674">
            <a:extLst>
              <a:ext uri="{FF2B5EF4-FFF2-40B4-BE49-F238E27FC236}">
                <a16:creationId xmlns:a16="http://schemas.microsoft.com/office/drawing/2014/main" id="{07F4FFC7-099F-4090-9F72-DB1E0E5D0D90}"/>
              </a:ext>
            </a:extLst>
          </p:cNvPr>
          <p:cNvSpPr>
            <a:spLocks/>
          </p:cNvSpPr>
          <p:nvPr/>
        </p:nvSpPr>
        <p:spPr>
          <a:xfrm>
            <a:off x="30712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7" name="data_7675">
            <a:extLst>
              <a:ext uri="{FF2B5EF4-FFF2-40B4-BE49-F238E27FC236}">
                <a16:creationId xmlns:a16="http://schemas.microsoft.com/office/drawing/2014/main" id="{9AA4A09B-B33A-4DDA-BEE1-D6C599767472}"/>
              </a:ext>
            </a:extLst>
          </p:cNvPr>
          <p:cNvSpPr>
            <a:spLocks/>
          </p:cNvSpPr>
          <p:nvPr/>
        </p:nvSpPr>
        <p:spPr>
          <a:xfrm>
            <a:off x="301519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8" name="data_7676">
            <a:extLst>
              <a:ext uri="{FF2B5EF4-FFF2-40B4-BE49-F238E27FC236}">
                <a16:creationId xmlns:a16="http://schemas.microsoft.com/office/drawing/2014/main" id="{7058FB3A-1E26-42BA-A377-40712A09C7D1}"/>
              </a:ext>
            </a:extLst>
          </p:cNvPr>
          <p:cNvSpPr>
            <a:spLocks/>
          </p:cNvSpPr>
          <p:nvPr/>
        </p:nvSpPr>
        <p:spPr>
          <a:xfrm>
            <a:off x="30542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89" name="data_7677">
            <a:extLst>
              <a:ext uri="{FF2B5EF4-FFF2-40B4-BE49-F238E27FC236}">
                <a16:creationId xmlns:a16="http://schemas.microsoft.com/office/drawing/2014/main" id="{5D1EF946-96A0-4CA9-B463-B93B25ED0117}"/>
              </a:ext>
            </a:extLst>
          </p:cNvPr>
          <p:cNvSpPr>
            <a:spLocks/>
          </p:cNvSpPr>
          <p:nvPr/>
        </p:nvSpPr>
        <p:spPr>
          <a:xfrm>
            <a:off x="30404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0" name="data_7678">
            <a:extLst>
              <a:ext uri="{FF2B5EF4-FFF2-40B4-BE49-F238E27FC236}">
                <a16:creationId xmlns:a16="http://schemas.microsoft.com/office/drawing/2014/main" id="{C2393330-9270-42B0-BFB3-A331380673CA}"/>
              </a:ext>
            </a:extLst>
          </p:cNvPr>
          <p:cNvSpPr>
            <a:spLocks/>
          </p:cNvSpPr>
          <p:nvPr/>
        </p:nvSpPr>
        <p:spPr>
          <a:xfrm>
            <a:off x="31050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1" name="data_7679">
            <a:extLst>
              <a:ext uri="{FF2B5EF4-FFF2-40B4-BE49-F238E27FC236}">
                <a16:creationId xmlns:a16="http://schemas.microsoft.com/office/drawing/2014/main" id="{B7E1D9D9-C9C3-4BAE-A257-37DF39779406}"/>
              </a:ext>
            </a:extLst>
          </p:cNvPr>
          <p:cNvSpPr>
            <a:spLocks/>
          </p:cNvSpPr>
          <p:nvPr/>
        </p:nvSpPr>
        <p:spPr>
          <a:xfrm>
            <a:off x="3027568" y="389050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2" name="data_7680">
            <a:extLst>
              <a:ext uri="{FF2B5EF4-FFF2-40B4-BE49-F238E27FC236}">
                <a16:creationId xmlns:a16="http://schemas.microsoft.com/office/drawing/2014/main" id="{E3816E31-976A-4CB0-B851-FF0A4936BAE1}"/>
              </a:ext>
            </a:extLst>
          </p:cNvPr>
          <p:cNvSpPr>
            <a:spLocks/>
          </p:cNvSpPr>
          <p:nvPr/>
        </p:nvSpPr>
        <p:spPr>
          <a:xfrm>
            <a:off x="308112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3" name="data_7681">
            <a:extLst>
              <a:ext uri="{FF2B5EF4-FFF2-40B4-BE49-F238E27FC236}">
                <a16:creationId xmlns:a16="http://schemas.microsoft.com/office/drawing/2014/main" id="{8BD7BC99-D1C0-4336-9036-140FB77E304F}"/>
              </a:ext>
            </a:extLst>
          </p:cNvPr>
          <p:cNvSpPr>
            <a:spLocks/>
          </p:cNvSpPr>
          <p:nvPr/>
        </p:nvSpPr>
        <p:spPr>
          <a:xfrm>
            <a:off x="30843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4" name="data_7682">
            <a:extLst>
              <a:ext uri="{FF2B5EF4-FFF2-40B4-BE49-F238E27FC236}">
                <a16:creationId xmlns:a16="http://schemas.microsoft.com/office/drawing/2014/main" id="{B1A94173-5C9C-40E7-97B4-9B73898C755E}"/>
              </a:ext>
            </a:extLst>
          </p:cNvPr>
          <p:cNvSpPr>
            <a:spLocks/>
          </p:cNvSpPr>
          <p:nvPr/>
        </p:nvSpPr>
        <p:spPr>
          <a:xfrm>
            <a:off x="2997209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5" name="data_7683">
            <a:extLst>
              <a:ext uri="{FF2B5EF4-FFF2-40B4-BE49-F238E27FC236}">
                <a16:creationId xmlns:a16="http://schemas.microsoft.com/office/drawing/2014/main" id="{C00DB490-164C-4EB9-B07D-6F9D59DDBC25}"/>
              </a:ext>
            </a:extLst>
          </p:cNvPr>
          <p:cNvSpPr>
            <a:spLocks/>
          </p:cNvSpPr>
          <p:nvPr/>
        </p:nvSpPr>
        <p:spPr>
          <a:xfrm>
            <a:off x="31034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6" name="data_7684">
            <a:extLst>
              <a:ext uri="{FF2B5EF4-FFF2-40B4-BE49-F238E27FC236}">
                <a16:creationId xmlns:a16="http://schemas.microsoft.com/office/drawing/2014/main" id="{555AAFDF-29CB-48EF-9113-D516DC882F9B}"/>
              </a:ext>
            </a:extLst>
          </p:cNvPr>
          <p:cNvSpPr>
            <a:spLocks/>
          </p:cNvSpPr>
          <p:nvPr/>
        </p:nvSpPr>
        <p:spPr>
          <a:xfrm>
            <a:off x="29940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7" name="data_7685">
            <a:extLst>
              <a:ext uri="{FF2B5EF4-FFF2-40B4-BE49-F238E27FC236}">
                <a16:creationId xmlns:a16="http://schemas.microsoft.com/office/drawing/2014/main" id="{B5658877-3911-4939-B16A-30965C2639FC}"/>
              </a:ext>
            </a:extLst>
          </p:cNvPr>
          <p:cNvSpPr>
            <a:spLocks/>
          </p:cNvSpPr>
          <p:nvPr/>
        </p:nvSpPr>
        <p:spPr>
          <a:xfrm>
            <a:off x="31031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8" name="data_7686">
            <a:extLst>
              <a:ext uri="{FF2B5EF4-FFF2-40B4-BE49-F238E27FC236}">
                <a16:creationId xmlns:a16="http://schemas.microsoft.com/office/drawing/2014/main" id="{21697EF0-909F-470F-B9E2-FF2F58B1DD20}"/>
              </a:ext>
            </a:extLst>
          </p:cNvPr>
          <p:cNvSpPr>
            <a:spLocks/>
          </p:cNvSpPr>
          <p:nvPr/>
        </p:nvSpPr>
        <p:spPr>
          <a:xfrm>
            <a:off x="31157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599" name="data_7687">
            <a:extLst>
              <a:ext uri="{FF2B5EF4-FFF2-40B4-BE49-F238E27FC236}">
                <a16:creationId xmlns:a16="http://schemas.microsoft.com/office/drawing/2014/main" id="{287D3E8E-5B8F-44CB-AFBF-53608641C0AA}"/>
              </a:ext>
            </a:extLst>
          </p:cNvPr>
          <p:cNvSpPr>
            <a:spLocks/>
          </p:cNvSpPr>
          <p:nvPr/>
        </p:nvSpPr>
        <p:spPr>
          <a:xfrm>
            <a:off x="30719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0" name="data_7688">
            <a:extLst>
              <a:ext uri="{FF2B5EF4-FFF2-40B4-BE49-F238E27FC236}">
                <a16:creationId xmlns:a16="http://schemas.microsoft.com/office/drawing/2014/main" id="{8EE6F37C-DCBF-4561-AB25-03C044951CF0}"/>
              </a:ext>
            </a:extLst>
          </p:cNvPr>
          <p:cNvSpPr>
            <a:spLocks/>
          </p:cNvSpPr>
          <p:nvPr/>
        </p:nvSpPr>
        <p:spPr>
          <a:xfrm>
            <a:off x="30329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1" name="data_7689">
            <a:extLst>
              <a:ext uri="{FF2B5EF4-FFF2-40B4-BE49-F238E27FC236}">
                <a16:creationId xmlns:a16="http://schemas.microsoft.com/office/drawing/2014/main" id="{3F361927-DB5A-44B3-8616-A3B064CD0FF5}"/>
              </a:ext>
            </a:extLst>
          </p:cNvPr>
          <p:cNvSpPr>
            <a:spLocks/>
          </p:cNvSpPr>
          <p:nvPr/>
        </p:nvSpPr>
        <p:spPr>
          <a:xfrm>
            <a:off x="308750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2" name="data_7690">
            <a:extLst>
              <a:ext uri="{FF2B5EF4-FFF2-40B4-BE49-F238E27FC236}">
                <a16:creationId xmlns:a16="http://schemas.microsoft.com/office/drawing/2014/main" id="{B907AEEA-E1CC-461D-AE6E-E7B69B5D2E94}"/>
              </a:ext>
            </a:extLst>
          </p:cNvPr>
          <p:cNvSpPr>
            <a:spLocks/>
          </p:cNvSpPr>
          <p:nvPr/>
        </p:nvSpPr>
        <p:spPr>
          <a:xfrm>
            <a:off x="30211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3" name="data_7691">
            <a:extLst>
              <a:ext uri="{FF2B5EF4-FFF2-40B4-BE49-F238E27FC236}">
                <a16:creationId xmlns:a16="http://schemas.microsoft.com/office/drawing/2014/main" id="{93088FC7-1D34-4F1F-9BA9-479CD27C06DB}"/>
              </a:ext>
            </a:extLst>
          </p:cNvPr>
          <p:cNvSpPr>
            <a:spLocks/>
          </p:cNvSpPr>
          <p:nvPr/>
        </p:nvSpPr>
        <p:spPr>
          <a:xfrm>
            <a:off x="3054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4" name="data_7692">
            <a:extLst>
              <a:ext uri="{FF2B5EF4-FFF2-40B4-BE49-F238E27FC236}">
                <a16:creationId xmlns:a16="http://schemas.microsoft.com/office/drawing/2014/main" id="{74AEE8F1-65BB-4445-AE60-C22FB1823E8D}"/>
              </a:ext>
            </a:extLst>
          </p:cNvPr>
          <p:cNvSpPr>
            <a:spLocks/>
          </p:cNvSpPr>
          <p:nvPr/>
        </p:nvSpPr>
        <p:spPr>
          <a:xfrm>
            <a:off x="3054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5" name="data_7693">
            <a:extLst>
              <a:ext uri="{FF2B5EF4-FFF2-40B4-BE49-F238E27FC236}">
                <a16:creationId xmlns:a16="http://schemas.microsoft.com/office/drawing/2014/main" id="{F962AB88-1959-4CC6-90A9-D3B7CFB44519}"/>
              </a:ext>
            </a:extLst>
          </p:cNvPr>
          <p:cNvSpPr>
            <a:spLocks/>
          </p:cNvSpPr>
          <p:nvPr/>
        </p:nvSpPr>
        <p:spPr>
          <a:xfrm>
            <a:off x="30155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6" name="data_7694">
            <a:extLst>
              <a:ext uri="{FF2B5EF4-FFF2-40B4-BE49-F238E27FC236}">
                <a16:creationId xmlns:a16="http://schemas.microsoft.com/office/drawing/2014/main" id="{05CE205C-73BB-410E-9916-5F34BABADD81}"/>
              </a:ext>
            </a:extLst>
          </p:cNvPr>
          <p:cNvSpPr>
            <a:spLocks/>
          </p:cNvSpPr>
          <p:nvPr/>
        </p:nvSpPr>
        <p:spPr>
          <a:xfrm>
            <a:off x="31063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7" name="data_7695">
            <a:extLst>
              <a:ext uri="{FF2B5EF4-FFF2-40B4-BE49-F238E27FC236}">
                <a16:creationId xmlns:a16="http://schemas.microsoft.com/office/drawing/2014/main" id="{FE9D53F6-A51E-4A14-8ED8-6233732C15B0}"/>
              </a:ext>
            </a:extLst>
          </p:cNvPr>
          <p:cNvSpPr>
            <a:spLocks/>
          </p:cNvSpPr>
          <p:nvPr/>
        </p:nvSpPr>
        <p:spPr>
          <a:xfrm>
            <a:off x="303512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8" name="data_7696">
            <a:extLst>
              <a:ext uri="{FF2B5EF4-FFF2-40B4-BE49-F238E27FC236}">
                <a16:creationId xmlns:a16="http://schemas.microsoft.com/office/drawing/2014/main" id="{085D30AB-7F64-4E40-B64A-97C8A82AD2EC}"/>
              </a:ext>
            </a:extLst>
          </p:cNvPr>
          <p:cNvSpPr>
            <a:spLocks/>
          </p:cNvSpPr>
          <p:nvPr/>
        </p:nvSpPr>
        <p:spPr>
          <a:xfrm>
            <a:off x="304776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09" name="data_7697">
            <a:extLst>
              <a:ext uri="{FF2B5EF4-FFF2-40B4-BE49-F238E27FC236}">
                <a16:creationId xmlns:a16="http://schemas.microsoft.com/office/drawing/2014/main" id="{B56DEADC-172E-4A10-BDE8-7A8C0BB4081A}"/>
              </a:ext>
            </a:extLst>
          </p:cNvPr>
          <p:cNvSpPr>
            <a:spLocks/>
          </p:cNvSpPr>
          <p:nvPr/>
        </p:nvSpPr>
        <p:spPr>
          <a:xfrm>
            <a:off x="311890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0" name="data_7698">
            <a:extLst>
              <a:ext uri="{FF2B5EF4-FFF2-40B4-BE49-F238E27FC236}">
                <a16:creationId xmlns:a16="http://schemas.microsoft.com/office/drawing/2014/main" id="{61A44493-298C-4002-BFB6-3A293E5E20D0}"/>
              </a:ext>
            </a:extLst>
          </p:cNvPr>
          <p:cNvSpPr>
            <a:spLocks/>
          </p:cNvSpPr>
          <p:nvPr/>
        </p:nvSpPr>
        <p:spPr>
          <a:xfrm>
            <a:off x="307981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1" name="data_7699">
            <a:extLst>
              <a:ext uri="{FF2B5EF4-FFF2-40B4-BE49-F238E27FC236}">
                <a16:creationId xmlns:a16="http://schemas.microsoft.com/office/drawing/2014/main" id="{8872434C-F6EB-4577-9725-43093BD65EEA}"/>
              </a:ext>
            </a:extLst>
          </p:cNvPr>
          <p:cNvSpPr>
            <a:spLocks/>
          </p:cNvSpPr>
          <p:nvPr/>
        </p:nvSpPr>
        <p:spPr>
          <a:xfrm>
            <a:off x="311421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2" name="data_7700">
            <a:extLst>
              <a:ext uri="{FF2B5EF4-FFF2-40B4-BE49-F238E27FC236}">
                <a16:creationId xmlns:a16="http://schemas.microsoft.com/office/drawing/2014/main" id="{559EC721-8A67-490D-A81D-15AA3EC9962D}"/>
              </a:ext>
            </a:extLst>
          </p:cNvPr>
          <p:cNvSpPr>
            <a:spLocks/>
          </p:cNvSpPr>
          <p:nvPr/>
        </p:nvSpPr>
        <p:spPr>
          <a:xfrm>
            <a:off x="2999033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3" name="data_7701">
            <a:extLst>
              <a:ext uri="{FF2B5EF4-FFF2-40B4-BE49-F238E27FC236}">
                <a16:creationId xmlns:a16="http://schemas.microsoft.com/office/drawing/2014/main" id="{8FCB9749-9209-481B-BCB6-8E9B6448EFC8}"/>
              </a:ext>
            </a:extLst>
          </p:cNvPr>
          <p:cNvSpPr>
            <a:spLocks/>
          </p:cNvSpPr>
          <p:nvPr/>
        </p:nvSpPr>
        <p:spPr>
          <a:xfrm>
            <a:off x="31045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4" name="data_7702">
            <a:extLst>
              <a:ext uri="{FF2B5EF4-FFF2-40B4-BE49-F238E27FC236}">
                <a16:creationId xmlns:a16="http://schemas.microsoft.com/office/drawing/2014/main" id="{4D34BA21-E336-48D0-8C3C-BD78522AF849}"/>
              </a:ext>
            </a:extLst>
          </p:cNvPr>
          <p:cNvSpPr>
            <a:spLocks/>
          </p:cNvSpPr>
          <p:nvPr/>
        </p:nvSpPr>
        <p:spPr>
          <a:xfrm>
            <a:off x="308737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5" name="data_7703">
            <a:extLst>
              <a:ext uri="{FF2B5EF4-FFF2-40B4-BE49-F238E27FC236}">
                <a16:creationId xmlns:a16="http://schemas.microsoft.com/office/drawing/2014/main" id="{E4A740EC-47B7-4F60-9A8F-1CBFDD5A4D6D}"/>
              </a:ext>
            </a:extLst>
          </p:cNvPr>
          <p:cNvSpPr>
            <a:spLocks/>
          </p:cNvSpPr>
          <p:nvPr/>
        </p:nvSpPr>
        <p:spPr>
          <a:xfrm>
            <a:off x="30424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6" name="data_7704">
            <a:extLst>
              <a:ext uri="{FF2B5EF4-FFF2-40B4-BE49-F238E27FC236}">
                <a16:creationId xmlns:a16="http://schemas.microsoft.com/office/drawing/2014/main" id="{1C99D509-B051-4863-9211-C465FF92CE3F}"/>
              </a:ext>
            </a:extLst>
          </p:cNvPr>
          <p:cNvSpPr>
            <a:spLocks/>
          </p:cNvSpPr>
          <p:nvPr/>
        </p:nvSpPr>
        <p:spPr>
          <a:xfrm>
            <a:off x="309245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7" name="data_7705">
            <a:extLst>
              <a:ext uri="{FF2B5EF4-FFF2-40B4-BE49-F238E27FC236}">
                <a16:creationId xmlns:a16="http://schemas.microsoft.com/office/drawing/2014/main" id="{52A0C730-FE2F-471C-AB5A-54A66C33DCDB}"/>
              </a:ext>
            </a:extLst>
          </p:cNvPr>
          <p:cNvSpPr>
            <a:spLocks/>
          </p:cNvSpPr>
          <p:nvPr/>
        </p:nvSpPr>
        <p:spPr>
          <a:xfrm>
            <a:off x="311955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8" name="data_7706">
            <a:extLst>
              <a:ext uri="{FF2B5EF4-FFF2-40B4-BE49-F238E27FC236}">
                <a16:creationId xmlns:a16="http://schemas.microsoft.com/office/drawing/2014/main" id="{A8C35B17-C731-4BC3-8D92-764260E287AB}"/>
              </a:ext>
            </a:extLst>
          </p:cNvPr>
          <p:cNvSpPr>
            <a:spLocks/>
          </p:cNvSpPr>
          <p:nvPr/>
        </p:nvSpPr>
        <p:spPr>
          <a:xfrm>
            <a:off x="307877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19" name="data_7707">
            <a:extLst>
              <a:ext uri="{FF2B5EF4-FFF2-40B4-BE49-F238E27FC236}">
                <a16:creationId xmlns:a16="http://schemas.microsoft.com/office/drawing/2014/main" id="{0F9A9D9B-898D-45DA-B28F-4977434E60EF}"/>
              </a:ext>
            </a:extLst>
          </p:cNvPr>
          <p:cNvSpPr>
            <a:spLocks/>
          </p:cNvSpPr>
          <p:nvPr/>
        </p:nvSpPr>
        <p:spPr>
          <a:xfrm>
            <a:off x="30888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0" name="data_7708">
            <a:extLst>
              <a:ext uri="{FF2B5EF4-FFF2-40B4-BE49-F238E27FC236}">
                <a16:creationId xmlns:a16="http://schemas.microsoft.com/office/drawing/2014/main" id="{9B7A7CC4-ECCC-4DE4-9E6C-9202A5B7D88D}"/>
              </a:ext>
            </a:extLst>
          </p:cNvPr>
          <p:cNvSpPr>
            <a:spLocks/>
          </p:cNvSpPr>
          <p:nvPr/>
        </p:nvSpPr>
        <p:spPr>
          <a:xfrm>
            <a:off x="3087634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1" name="data_7709">
            <a:extLst>
              <a:ext uri="{FF2B5EF4-FFF2-40B4-BE49-F238E27FC236}">
                <a16:creationId xmlns:a16="http://schemas.microsoft.com/office/drawing/2014/main" id="{DDD6DDC9-C5F7-4BC7-A4CC-88825E15D220}"/>
              </a:ext>
            </a:extLst>
          </p:cNvPr>
          <p:cNvSpPr>
            <a:spLocks/>
          </p:cNvSpPr>
          <p:nvPr/>
        </p:nvSpPr>
        <p:spPr>
          <a:xfrm>
            <a:off x="30667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2" name="data_7710">
            <a:extLst>
              <a:ext uri="{FF2B5EF4-FFF2-40B4-BE49-F238E27FC236}">
                <a16:creationId xmlns:a16="http://schemas.microsoft.com/office/drawing/2014/main" id="{9306178F-138A-470C-B796-90EC82F5E403}"/>
              </a:ext>
            </a:extLst>
          </p:cNvPr>
          <p:cNvSpPr>
            <a:spLocks/>
          </p:cNvSpPr>
          <p:nvPr/>
        </p:nvSpPr>
        <p:spPr>
          <a:xfrm>
            <a:off x="3030434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3" name="data_7711">
            <a:extLst>
              <a:ext uri="{FF2B5EF4-FFF2-40B4-BE49-F238E27FC236}">
                <a16:creationId xmlns:a16="http://schemas.microsoft.com/office/drawing/2014/main" id="{FCDDF280-4F25-4E5A-9E8A-686ADEB34AD9}"/>
              </a:ext>
            </a:extLst>
          </p:cNvPr>
          <p:cNvSpPr>
            <a:spLocks/>
          </p:cNvSpPr>
          <p:nvPr/>
        </p:nvSpPr>
        <p:spPr>
          <a:xfrm>
            <a:off x="31104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4" name="data_7712">
            <a:extLst>
              <a:ext uri="{FF2B5EF4-FFF2-40B4-BE49-F238E27FC236}">
                <a16:creationId xmlns:a16="http://schemas.microsoft.com/office/drawing/2014/main" id="{0AF1324D-668F-4729-AA92-07EC68070169}"/>
              </a:ext>
            </a:extLst>
          </p:cNvPr>
          <p:cNvSpPr>
            <a:spLocks/>
          </p:cNvSpPr>
          <p:nvPr/>
        </p:nvSpPr>
        <p:spPr>
          <a:xfrm>
            <a:off x="301662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5" name="data_7713">
            <a:extLst>
              <a:ext uri="{FF2B5EF4-FFF2-40B4-BE49-F238E27FC236}">
                <a16:creationId xmlns:a16="http://schemas.microsoft.com/office/drawing/2014/main" id="{AAF0E8BC-1CFB-42FB-AFF1-62A07AC6C174}"/>
              </a:ext>
            </a:extLst>
          </p:cNvPr>
          <p:cNvSpPr>
            <a:spLocks/>
          </p:cNvSpPr>
          <p:nvPr/>
        </p:nvSpPr>
        <p:spPr>
          <a:xfrm>
            <a:off x="30155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6" name="data_7714">
            <a:extLst>
              <a:ext uri="{FF2B5EF4-FFF2-40B4-BE49-F238E27FC236}">
                <a16:creationId xmlns:a16="http://schemas.microsoft.com/office/drawing/2014/main" id="{1FFC9958-0EBD-4503-A572-064C007551E2}"/>
              </a:ext>
            </a:extLst>
          </p:cNvPr>
          <p:cNvSpPr>
            <a:spLocks/>
          </p:cNvSpPr>
          <p:nvPr/>
        </p:nvSpPr>
        <p:spPr>
          <a:xfrm>
            <a:off x="302144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7" name="data_7715">
            <a:extLst>
              <a:ext uri="{FF2B5EF4-FFF2-40B4-BE49-F238E27FC236}">
                <a16:creationId xmlns:a16="http://schemas.microsoft.com/office/drawing/2014/main" id="{EC4DB254-99E7-402E-989B-AC6DB87E7F7C}"/>
              </a:ext>
            </a:extLst>
          </p:cNvPr>
          <p:cNvSpPr>
            <a:spLocks/>
          </p:cNvSpPr>
          <p:nvPr/>
        </p:nvSpPr>
        <p:spPr>
          <a:xfrm>
            <a:off x="311226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8" name="data_7716">
            <a:extLst>
              <a:ext uri="{FF2B5EF4-FFF2-40B4-BE49-F238E27FC236}">
                <a16:creationId xmlns:a16="http://schemas.microsoft.com/office/drawing/2014/main" id="{5BA78566-0AD3-443C-8A4E-4FB942A8BC9F}"/>
              </a:ext>
            </a:extLst>
          </p:cNvPr>
          <p:cNvSpPr>
            <a:spLocks/>
          </p:cNvSpPr>
          <p:nvPr/>
        </p:nvSpPr>
        <p:spPr>
          <a:xfrm>
            <a:off x="3098449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29" name="data_7717">
            <a:extLst>
              <a:ext uri="{FF2B5EF4-FFF2-40B4-BE49-F238E27FC236}">
                <a16:creationId xmlns:a16="http://schemas.microsoft.com/office/drawing/2014/main" id="{B7C3D51D-FE2A-4414-B42B-9AB52B1685F6}"/>
              </a:ext>
            </a:extLst>
          </p:cNvPr>
          <p:cNvSpPr>
            <a:spLocks/>
          </p:cNvSpPr>
          <p:nvPr/>
        </p:nvSpPr>
        <p:spPr>
          <a:xfrm>
            <a:off x="31040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0" name="data_7718">
            <a:extLst>
              <a:ext uri="{FF2B5EF4-FFF2-40B4-BE49-F238E27FC236}">
                <a16:creationId xmlns:a16="http://schemas.microsoft.com/office/drawing/2014/main" id="{EC8697D4-8C10-471A-B39B-7EE5986DD098}"/>
              </a:ext>
            </a:extLst>
          </p:cNvPr>
          <p:cNvSpPr>
            <a:spLocks/>
          </p:cNvSpPr>
          <p:nvPr/>
        </p:nvSpPr>
        <p:spPr>
          <a:xfrm>
            <a:off x="30878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1" name="data_7719">
            <a:extLst>
              <a:ext uri="{FF2B5EF4-FFF2-40B4-BE49-F238E27FC236}">
                <a16:creationId xmlns:a16="http://schemas.microsoft.com/office/drawing/2014/main" id="{2785EEF9-3F8F-4516-8101-96955D55220C}"/>
              </a:ext>
            </a:extLst>
          </p:cNvPr>
          <p:cNvSpPr>
            <a:spLocks/>
          </p:cNvSpPr>
          <p:nvPr/>
        </p:nvSpPr>
        <p:spPr>
          <a:xfrm>
            <a:off x="30979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2" name="data_7720">
            <a:extLst>
              <a:ext uri="{FF2B5EF4-FFF2-40B4-BE49-F238E27FC236}">
                <a16:creationId xmlns:a16="http://schemas.microsoft.com/office/drawing/2014/main" id="{4D8BBCDF-5C97-4410-98E8-5E8FDCA1EA82}"/>
              </a:ext>
            </a:extLst>
          </p:cNvPr>
          <p:cNvSpPr>
            <a:spLocks/>
          </p:cNvSpPr>
          <p:nvPr/>
        </p:nvSpPr>
        <p:spPr>
          <a:xfrm>
            <a:off x="31091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3" name="data_7721">
            <a:extLst>
              <a:ext uri="{FF2B5EF4-FFF2-40B4-BE49-F238E27FC236}">
                <a16:creationId xmlns:a16="http://schemas.microsoft.com/office/drawing/2014/main" id="{10780964-8D7C-4DF1-ACDE-34CC491AC2ED}"/>
              </a:ext>
            </a:extLst>
          </p:cNvPr>
          <p:cNvSpPr>
            <a:spLocks/>
          </p:cNvSpPr>
          <p:nvPr/>
        </p:nvSpPr>
        <p:spPr>
          <a:xfrm>
            <a:off x="30134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4" name="data_7722">
            <a:extLst>
              <a:ext uri="{FF2B5EF4-FFF2-40B4-BE49-F238E27FC236}">
                <a16:creationId xmlns:a16="http://schemas.microsoft.com/office/drawing/2014/main" id="{EA065F0E-D964-471C-B4B9-97C254BF1425}"/>
              </a:ext>
            </a:extLst>
          </p:cNvPr>
          <p:cNvSpPr>
            <a:spLocks/>
          </p:cNvSpPr>
          <p:nvPr/>
        </p:nvSpPr>
        <p:spPr>
          <a:xfrm>
            <a:off x="302378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5" name="data_7723">
            <a:extLst>
              <a:ext uri="{FF2B5EF4-FFF2-40B4-BE49-F238E27FC236}">
                <a16:creationId xmlns:a16="http://schemas.microsoft.com/office/drawing/2014/main" id="{894623AD-9D5A-4374-AE84-E2644FFD43ED}"/>
              </a:ext>
            </a:extLst>
          </p:cNvPr>
          <p:cNvSpPr>
            <a:spLocks/>
          </p:cNvSpPr>
          <p:nvPr/>
        </p:nvSpPr>
        <p:spPr>
          <a:xfrm>
            <a:off x="308568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6" name="data_7724">
            <a:extLst>
              <a:ext uri="{FF2B5EF4-FFF2-40B4-BE49-F238E27FC236}">
                <a16:creationId xmlns:a16="http://schemas.microsoft.com/office/drawing/2014/main" id="{C8A3A0DD-7553-49B8-B00E-285BF0486A6D}"/>
              </a:ext>
            </a:extLst>
          </p:cNvPr>
          <p:cNvSpPr>
            <a:spLocks/>
          </p:cNvSpPr>
          <p:nvPr/>
        </p:nvSpPr>
        <p:spPr>
          <a:xfrm>
            <a:off x="3020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7" name="data_7725">
            <a:extLst>
              <a:ext uri="{FF2B5EF4-FFF2-40B4-BE49-F238E27FC236}">
                <a16:creationId xmlns:a16="http://schemas.microsoft.com/office/drawing/2014/main" id="{84AD75C0-384F-4E4D-B2DB-005BFF08BA87}"/>
              </a:ext>
            </a:extLst>
          </p:cNvPr>
          <p:cNvSpPr>
            <a:spLocks/>
          </p:cNvSpPr>
          <p:nvPr/>
        </p:nvSpPr>
        <p:spPr>
          <a:xfrm>
            <a:off x="3032780" y="25715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8" name="data_7726">
            <a:extLst>
              <a:ext uri="{FF2B5EF4-FFF2-40B4-BE49-F238E27FC236}">
                <a16:creationId xmlns:a16="http://schemas.microsoft.com/office/drawing/2014/main" id="{1C5C13CF-1993-41E7-BEB1-E37E34A847DC}"/>
              </a:ext>
            </a:extLst>
          </p:cNvPr>
          <p:cNvSpPr>
            <a:spLocks/>
          </p:cNvSpPr>
          <p:nvPr/>
        </p:nvSpPr>
        <p:spPr>
          <a:xfrm>
            <a:off x="30114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39" name="data_7727">
            <a:extLst>
              <a:ext uri="{FF2B5EF4-FFF2-40B4-BE49-F238E27FC236}">
                <a16:creationId xmlns:a16="http://schemas.microsoft.com/office/drawing/2014/main" id="{7B5A41AB-AE8E-42C1-8683-D299C1D49975}"/>
              </a:ext>
            </a:extLst>
          </p:cNvPr>
          <p:cNvSpPr>
            <a:spLocks/>
          </p:cNvSpPr>
          <p:nvPr/>
        </p:nvSpPr>
        <p:spPr>
          <a:xfrm>
            <a:off x="30252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0" name="data_7728">
            <a:extLst>
              <a:ext uri="{FF2B5EF4-FFF2-40B4-BE49-F238E27FC236}">
                <a16:creationId xmlns:a16="http://schemas.microsoft.com/office/drawing/2014/main" id="{96288573-5E02-4CC3-AC31-F8ED40A686BF}"/>
              </a:ext>
            </a:extLst>
          </p:cNvPr>
          <p:cNvSpPr>
            <a:spLocks/>
          </p:cNvSpPr>
          <p:nvPr/>
        </p:nvSpPr>
        <p:spPr>
          <a:xfrm>
            <a:off x="3030304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1" name="data_7729">
            <a:extLst>
              <a:ext uri="{FF2B5EF4-FFF2-40B4-BE49-F238E27FC236}">
                <a16:creationId xmlns:a16="http://schemas.microsoft.com/office/drawing/2014/main" id="{10CFFC11-1722-454B-88AD-7F52ED85A96E}"/>
              </a:ext>
            </a:extLst>
          </p:cNvPr>
          <p:cNvSpPr>
            <a:spLocks/>
          </p:cNvSpPr>
          <p:nvPr/>
        </p:nvSpPr>
        <p:spPr>
          <a:xfrm>
            <a:off x="311121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2" name="data_7730">
            <a:extLst>
              <a:ext uri="{FF2B5EF4-FFF2-40B4-BE49-F238E27FC236}">
                <a16:creationId xmlns:a16="http://schemas.microsoft.com/office/drawing/2014/main" id="{FD8D7794-30A9-4BBE-82C4-2AF360EA4D87}"/>
              </a:ext>
            </a:extLst>
          </p:cNvPr>
          <p:cNvSpPr>
            <a:spLocks/>
          </p:cNvSpPr>
          <p:nvPr/>
        </p:nvSpPr>
        <p:spPr>
          <a:xfrm>
            <a:off x="30559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3" name="data_7731">
            <a:extLst>
              <a:ext uri="{FF2B5EF4-FFF2-40B4-BE49-F238E27FC236}">
                <a16:creationId xmlns:a16="http://schemas.microsoft.com/office/drawing/2014/main" id="{EFECE179-D818-43BB-91C7-FF14D8F70FCF}"/>
              </a:ext>
            </a:extLst>
          </p:cNvPr>
          <p:cNvSpPr>
            <a:spLocks/>
          </p:cNvSpPr>
          <p:nvPr/>
        </p:nvSpPr>
        <p:spPr>
          <a:xfrm>
            <a:off x="301349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4" name="data_7732">
            <a:extLst>
              <a:ext uri="{FF2B5EF4-FFF2-40B4-BE49-F238E27FC236}">
                <a16:creationId xmlns:a16="http://schemas.microsoft.com/office/drawing/2014/main" id="{481679E9-D627-4B85-A79F-04DDC21D927B}"/>
              </a:ext>
            </a:extLst>
          </p:cNvPr>
          <p:cNvSpPr>
            <a:spLocks/>
          </p:cNvSpPr>
          <p:nvPr/>
        </p:nvSpPr>
        <p:spPr>
          <a:xfrm>
            <a:off x="303238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5" name="data_7733">
            <a:extLst>
              <a:ext uri="{FF2B5EF4-FFF2-40B4-BE49-F238E27FC236}">
                <a16:creationId xmlns:a16="http://schemas.microsoft.com/office/drawing/2014/main" id="{D9DFFD9A-0677-4E56-AC2D-7C18AFCB8C0E}"/>
              </a:ext>
            </a:extLst>
          </p:cNvPr>
          <p:cNvSpPr>
            <a:spLocks/>
          </p:cNvSpPr>
          <p:nvPr/>
        </p:nvSpPr>
        <p:spPr>
          <a:xfrm>
            <a:off x="3104443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6" name="data_7734">
            <a:extLst>
              <a:ext uri="{FF2B5EF4-FFF2-40B4-BE49-F238E27FC236}">
                <a16:creationId xmlns:a16="http://schemas.microsoft.com/office/drawing/2014/main" id="{4D624F6E-7630-492D-AB61-781315CF5CD2}"/>
              </a:ext>
            </a:extLst>
          </p:cNvPr>
          <p:cNvSpPr>
            <a:spLocks/>
          </p:cNvSpPr>
          <p:nvPr/>
        </p:nvSpPr>
        <p:spPr>
          <a:xfrm>
            <a:off x="3079817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7" name="data_7735">
            <a:extLst>
              <a:ext uri="{FF2B5EF4-FFF2-40B4-BE49-F238E27FC236}">
                <a16:creationId xmlns:a16="http://schemas.microsoft.com/office/drawing/2014/main" id="{C827970D-F905-42FB-8896-DB4F07DB95E1}"/>
              </a:ext>
            </a:extLst>
          </p:cNvPr>
          <p:cNvSpPr>
            <a:spLocks/>
          </p:cNvSpPr>
          <p:nvPr/>
        </p:nvSpPr>
        <p:spPr>
          <a:xfrm>
            <a:off x="3103921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8" name="data_7736">
            <a:extLst>
              <a:ext uri="{FF2B5EF4-FFF2-40B4-BE49-F238E27FC236}">
                <a16:creationId xmlns:a16="http://schemas.microsoft.com/office/drawing/2014/main" id="{C066E8FB-191D-466D-8632-A0B8CEB60322}"/>
              </a:ext>
            </a:extLst>
          </p:cNvPr>
          <p:cNvSpPr>
            <a:spLocks/>
          </p:cNvSpPr>
          <p:nvPr/>
        </p:nvSpPr>
        <p:spPr>
          <a:xfrm>
            <a:off x="3021444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49" name="data_7737">
            <a:extLst>
              <a:ext uri="{FF2B5EF4-FFF2-40B4-BE49-F238E27FC236}">
                <a16:creationId xmlns:a16="http://schemas.microsoft.com/office/drawing/2014/main" id="{A0F16D7B-39AD-455E-8F2A-592AD7150045}"/>
              </a:ext>
            </a:extLst>
          </p:cNvPr>
          <p:cNvSpPr>
            <a:spLocks/>
          </p:cNvSpPr>
          <p:nvPr/>
        </p:nvSpPr>
        <p:spPr>
          <a:xfrm>
            <a:off x="3045940" y="26141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0" name="data_7738">
            <a:extLst>
              <a:ext uri="{FF2B5EF4-FFF2-40B4-BE49-F238E27FC236}">
                <a16:creationId xmlns:a16="http://schemas.microsoft.com/office/drawing/2014/main" id="{B87BEE84-83DF-4216-8982-9D7861AD674F}"/>
              </a:ext>
            </a:extLst>
          </p:cNvPr>
          <p:cNvSpPr>
            <a:spLocks/>
          </p:cNvSpPr>
          <p:nvPr/>
        </p:nvSpPr>
        <p:spPr>
          <a:xfrm>
            <a:off x="3104834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1" name="data_7739">
            <a:extLst>
              <a:ext uri="{FF2B5EF4-FFF2-40B4-BE49-F238E27FC236}">
                <a16:creationId xmlns:a16="http://schemas.microsoft.com/office/drawing/2014/main" id="{B24B72F6-DBA1-4771-9673-1722F6445CCB}"/>
              </a:ext>
            </a:extLst>
          </p:cNvPr>
          <p:cNvSpPr>
            <a:spLocks/>
          </p:cNvSpPr>
          <p:nvPr/>
        </p:nvSpPr>
        <p:spPr>
          <a:xfrm>
            <a:off x="310496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2" name="data_7740">
            <a:extLst>
              <a:ext uri="{FF2B5EF4-FFF2-40B4-BE49-F238E27FC236}">
                <a16:creationId xmlns:a16="http://schemas.microsoft.com/office/drawing/2014/main" id="{C0F23E9E-E1D1-41F9-8FE6-629995E531F8}"/>
              </a:ext>
            </a:extLst>
          </p:cNvPr>
          <p:cNvSpPr>
            <a:spLocks/>
          </p:cNvSpPr>
          <p:nvPr/>
        </p:nvSpPr>
        <p:spPr>
          <a:xfrm>
            <a:off x="30968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3" name="data_7741">
            <a:extLst>
              <a:ext uri="{FF2B5EF4-FFF2-40B4-BE49-F238E27FC236}">
                <a16:creationId xmlns:a16="http://schemas.microsoft.com/office/drawing/2014/main" id="{475716C0-5DDB-4B5C-A94E-9D918CDB9D05}"/>
              </a:ext>
            </a:extLst>
          </p:cNvPr>
          <p:cNvSpPr>
            <a:spLocks/>
          </p:cNvSpPr>
          <p:nvPr/>
        </p:nvSpPr>
        <p:spPr>
          <a:xfrm>
            <a:off x="31083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4" name="data_7742">
            <a:extLst>
              <a:ext uri="{FF2B5EF4-FFF2-40B4-BE49-F238E27FC236}">
                <a16:creationId xmlns:a16="http://schemas.microsoft.com/office/drawing/2014/main" id="{16E59370-3E7B-41E0-9A3E-792A5D1F4110}"/>
              </a:ext>
            </a:extLst>
          </p:cNvPr>
          <p:cNvSpPr>
            <a:spLocks/>
          </p:cNvSpPr>
          <p:nvPr/>
        </p:nvSpPr>
        <p:spPr>
          <a:xfrm>
            <a:off x="303343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5" name="data_7743">
            <a:extLst>
              <a:ext uri="{FF2B5EF4-FFF2-40B4-BE49-F238E27FC236}">
                <a16:creationId xmlns:a16="http://schemas.microsoft.com/office/drawing/2014/main" id="{D2C1539B-758C-4984-90EC-FE5C1DFD8241}"/>
              </a:ext>
            </a:extLst>
          </p:cNvPr>
          <p:cNvSpPr>
            <a:spLocks/>
          </p:cNvSpPr>
          <p:nvPr/>
        </p:nvSpPr>
        <p:spPr>
          <a:xfrm>
            <a:off x="30137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6" name="data_7744">
            <a:extLst>
              <a:ext uri="{FF2B5EF4-FFF2-40B4-BE49-F238E27FC236}">
                <a16:creationId xmlns:a16="http://schemas.microsoft.com/office/drawing/2014/main" id="{33F9254B-DE89-4CAD-B268-9BEBB68777F1}"/>
              </a:ext>
            </a:extLst>
          </p:cNvPr>
          <p:cNvSpPr>
            <a:spLocks/>
          </p:cNvSpPr>
          <p:nvPr/>
        </p:nvSpPr>
        <p:spPr>
          <a:xfrm>
            <a:off x="308958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7" name="data_7745">
            <a:extLst>
              <a:ext uri="{FF2B5EF4-FFF2-40B4-BE49-F238E27FC236}">
                <a16:creationId xmlns:a16="http://schemas.microsoft.com/office/drawing/2014/main" id="{8D3ECCE0-DD89-4C19-AEF8-D922503C32F9}"/>
              </a:ext>
            </a:extLst>
          </p:cNvPr>
          <p:cNvSpPr>
            <a:spLocks/>
          </p:cNvSpPr>
          <p:nvPr/>
        </p:nvSpPr>
        <p:spPr>
          <a:xfrm>
            <a:off x="30076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8" name="data_7746">
            <a:extLst>
              <a:ext uri="{FF2B5EF4-FFF2-40B4-BE49-F238E27FC236}">
                <a16:creationId xmlns:a16="http://schemas.microsoft.com/office/drawing/2014/main" id="{87B3DAE4-FF3E-4358-A19E-FE0D0159C578}"/>
              </a:ext>
            </a:extLst>
          </p:cNvPr>
          <p:cNvSpPr>
            <a:spLocks/>
          </p:cNvSpPr>
          <p:nvPr/>
        </p:nvSpPr>
        <p:spPr>
          <a:xfrm>
            <a:off x="30158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59" name="data_7747">
            <a:extLst>
              <a:ext uri="{FF2B5EF4-FFF2-40B4-BE49-F238E27FC236}">
                <a16:creationId xmlns:a16="http://schemas.microsoft.com/office/drawing/2014/main" id="{97E99813-49E3-4BA6-80A3-5907302E4CB9}"/>
              </a:ext>
            </a:extLst>
          </p:cNvPr>
          <p:cNvSpPr>
            <a:spLocks/>
          </p:cNvSpPr>
          <p:nvPr/>
        </p:nvSpPr>
        <p:spPr>
          <a:xfrm>
            <a:off x="3092846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0" name="data_7748">
            <a:extLst>
              <a:ext uri="{FF2B5EF4-FFF2-40B4-BE49-F238E27FC236}">
                <a16:creationId xmlns:a16="http://schemas.microsoft.com/office/drawing/2014/main" id="{579709C3-528C-4802-B74C-E1DF6A3E87E2}"/>
              </a:ext>
            </a:extLst>
          </p:cNvPr>
          <p:cNvSpPr>
            <a:spLocks/>
          </p:cNvSpPr>
          <p:nvPr/>
        </p:nvSpPr>
        <p:spPr>
          <a:xfrm>
            <a:off x="30088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1" name="data_7749">
            <a:extLst>
              <a:ext uri="{FF2B5EF4-FFF2-40B4-BE49-F238E27FC236}">
                <a16:creationId xmlns:a16="http://schemas.microsoft.com/office/drawing/2014/main" id="{C21190F0-AB7E-443D-9D14-59639B14BEED}"/>
              </a:ext>
            </a:extLst>
          </p:cNvPr>
          <p:cNvSpPr>
            <a:spLocks/>
          </p:cNvSpPr>
          <p:nvPr/>
        </p:nvSpPr>
        <p:spPr>
          <a:xfrm>
            <a:off x="31178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2" name="data_7750">
            <a:extLst>
              <a:ext uri="{FF2B5EF4-FFF2-40B4-BE49-F238E27FC236}">
                <a16:creationId xmlns:a16="http://schemas.microsoft.com/office/drawing/2014/main" id="{BA82CF10-00FD-4FD5-997C-08E9450D2376}"/>
              </a:ext>
            </a:extLst>
          </p:cNvPr>
          <p:cNvSpPr>
            <a:spLocks/>
          </p:cNvSpPr>
          <p:nvPr/>
        </p:nvSpPr>
        <p:spPr>
          <a:xfrm>
            <a:off x="309792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3" name="data_7751">
            <a:extLst>
              <a:ext uri="{FF2B5EF4-FFF2-40B4-BE49-F238E27FC236}">
                <a16:creationId xmlns:a16="http://schemas.microsoft.com/office/drawing/2014/main" id="{3CA94EDB-D5E7-4106-A113-1555A08351FD}"/>
              </a:ext>
            </a:extLst>
          </p:cNvPr>
          <p:cNvSpPr>
            <a:spLocks/>
          </p:cNvSpPr>
          <p:nvPr/>
        </p:nvSpPr>
        <p:spPr>
          <a:xfrm>
            <a:off x="30507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4" name="data_7752">
            <a:extLst>
              <a:ext uri="{FF2B5EF4-FFF2-40B4-BE49-F238E27FC236}">
                <a16:creationId xmlns:a16="http://schemas.microsoft.com/office/drawing/2014/main" id="{70F04020-276E-4100-A95C-50708ADB60E4}"/>
              </a:ext>
            </a:extLst>
          </p:cNvPr>
          <p:cNvSpPr>
            <a:spLocks/>
          </p:cNvSpPr>
          <p:nvPr/>
        </p:nvSpPr>
        <p:spPr>
          <a:xfrm>
            <a:off x="30287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5" name="data_7753">
            <a:extLst>
              <a:ext uri="{FF2B5EF4-FFF2-40B4-BE49-F238E27FC236}">
                <a16:creationId xmlns:a16="http://schemas.microsoft.com/office/drawing/2014/main" id="{545D3838-4441-4F44-90FA-F17BF92DEFFA}"/>
              </a:ext>
            </a:extLst>
          </p:cNvPr>
          <p:cNvSpPr>
            <a:spLocks/>
          </p:cNvSpPr>
          <p:nvPr/>
        </p:nvSpPr>
        <p:spPr>
          <a:xfrm>
            <a:off x="3115909" y="25864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6" name="data_7754">
            <a:extLst>
              <a:ext uri="{FF2B5EF4-FFF2-40B4-BE49-F238E27FC236}">
                <a16:creationId xmlns:a16="http://schemas.microsoft.com/office/drawing/2014/main" id="{E40E8700-4DA7-4C95-A516-1E73C6F4E680}"/>
              </a:ext>
            </a:extLst>
          </p:cNvPr>
          <p:cNvSpPr>
            <a:spLocks/>
          </p:cNvSpPr>
          <p:nvPr/>
        </p:nvSpPr>
        <p:spPr>
          <a:xfrm>
            <a:off x="3121511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7" name="data_7755">
            <a:extLst>
              <a:ext uri="{FF2B5EF4-FFF2-40B4-BE49-F238E27FC236}">
                <a16:creationId xmlns:a16="http://schemas.microsoft.com/office/drawing/2014/main" id="{0FD8A13A-4930-4EB4-8C24-E724C81B68A7}"/>
              </a:ext>
            </a:extLst>
          </p:cNvPr>
          <p:cNvSpPr>
            <a:spLocks/>
          </p:cNvSpPr>
          <p:nvPr/>
        </p:nvSpPr>
        <p:spPr>
          <a:xfrm>
            <a:off x="30742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8" name="data_7756">
            <a:extLst>
              <a:ext uri="{FF2B5EF4-FFF2-40B4-BE49-F238E27FC236}">
                <a16:creationId xmlns:a16="http://schemas.microsoft.com/office/drawing/2014/main" id="{B3BDD34F-772B-4717-9FBE-CA5114B21554}"/>
              </a:ext>
            </a:extLst>
          </p:cNvPr>
          <p:cNvSpPr>
            <a:spLocks/>
          </p:cNvSpPr>
          <p:nvPr/>
        </p:nvSpPr>
        <p:spPr>
          <a:xfrm>
            <a:off x="31039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69" name="data_7757">
            <a:extLst>
              <a:ext uri="{FF2B5EF4-FFF2-40B4-BE49-F238E27FC236}">
                <a16:creationId xmlns:a16="http://schemas.microsoft.com/office/drawing/2014/main" id="{B471EFB7-2515-49A7-BBCA-2FC9011F9847}"/>
              </a:ext>
            </a:extLst>
          </p:cNvPr>
          <p:cNvSpPr>
            <a:spLocks/>
          </p:cNvSpPr>
          <p:nvPr/>
        </p:nvSpPr>
        <p:spPr>
          <a:xfrm>
            <a:off x="30125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0" name="data_7758">
            <a:extLst>
              <a:ext uri="{FF2B5EF4-FFF2-40B4-BE49-F238E27FC236}">
                <a16:creationId xmlns:a16="http://schemas.microsoft.com/office/drawing/2014/main" id="{4FBDBA75-A2A5-491D-B6C5-879635508E93}"/>
              </a:ext>
            </a:extLst>
          </p:cNvPr>
          <p:cNvSpPr>
            <a:spLocks/>
          </p:cNvSpPr>
          <p:nvPr/>
        </p:nvSpPr>
        <p:spPr>
          <a:xfrm>
            <a:off x="30493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1" name="data_7759">
            <a:extLst>
              <a:ext uri="{FF2B5EF4-FFF2-40B4-BE49-F238E27FC236}">
                <a16:creationId xmlns:a16="http://schemas.microsoft.com/office/drawing/2014/main" id="{DB8D68C6-B4E9-417E-BA65-9FFA67B4E7E3}"/>
              </a:ext>
            </a:extLst>
          </p:cNvPr>
          <p:cNvSpPr>
            <a:spLocks/>
          </p:cNvSpPr>
          <p:nvPr/>
        </p:nvSpPr>
        <p:spPr>
          <a:xfrm>
            <a:off x="3095843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2" name="data_7760">
            <a:extLst>
              <a:ext uri="{FF2B5EF4-FFF2-40B4-BE49-F238E27FC236}">
                <a16:creationId xmlns:a16="http://schemas.microsoft.com/office/drawing/2014/main" id="{04F2E287-B164-4F1B-B019-F5AB7B05000F}"/>
              </a:ext>
            </a:extLst>
          </p:cNvPr>
          <p:cNvSpPr>
            <a:spLocks/>
          </p:cNvSpPr>
          <p:nvPr/>
        </p:nvSpPr>
        <p:spPr>
          <a:xfrm>
            <a:off x="30046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3" name="data_7761">
            <a:extLst>
              <a:ext uri="{FF2B5EF4-FFF2-40B4-BE49-F238E27FC236}">
                <a16:creationId xmlns:a16="http://schemas.microsoft.com/office/drawing/2014/main" id="{6F7697F4-B894-4870-93C6-181C6E9035ED}"/>
              </a:ext>
            </a:extLst>
          </p:cNvPr>
          <p:cNvSpPr>
            <a:spLocks/>
          </p:cNvSpPr>
          <p:nvPr/>
        </p:nvSpPr>
        <p:spPr>
          <a:xfrm>
            <a:off x="29999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4" name="data_7762">
            <a:extLst>
              <a:ext uri="{FF2B5EF4-FFF2-40B4-BE49-F238E27FC236}">
                <a16:creationId xmlns:a16="http://schemas.microsoft.com/office/drawing/2014/main" id="{6E2B9356-A771-47FF-A2F5-954ACF5652B0}"/>
              </a:ext>
            </a:extLst>
          </p:cNvPr>
          <p:cNvSpPr>
            <a:spLocks/>
          </p:cNvSpPr>
          <p:nvPr/>
        </p:nvSpPr>
        <p:spPr>
          <a:xfrm>
            <a:off x="30769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5" name="data_7763">
            <a:extLst>
              <a:ext uri="{FF2B5EF4-FFF2-40B4-BE49-F238E27FC236}">
                <a16:creationId xmlns:a16="http://schemas.microsoft.com/office/drawing/2014/main" id="{22113516-A4A0-4E12-8405-376D0A6F35EF}"/>
              </a:ext>
            </a:extLst>
          </p:cNvPr>
          <p:cNvSpPr>
            <a:spLocks/>
          </p:cNvSpPr>
          <p:nvPr/>
        </p:nvSpPr>
        <p:spPr>
          <a:xfrm>
            <a:off x="31151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6" name="data_7764">
            <a:extLst>
              <a:ext uri="{FF2B5EF4-FFF2-40B4-BE49-F238E27FC236}">
                <a16:creationId xmlns:a16="http://schemas.microsoft.com/office/drawing/2014/main" id="{B6B7F131-3EE8-4ADA-828F-30AA2548EB87}"/>
              </a:ext>
            </a:extLst>
          </p:cNvPr>
          <p:cNvSpPr>
            <a:spLocks/>
          </p:cNvSpPr>
          <p:nvPr/>
        </p:nvSpPr>
        <p:spPr>
          <a:xfrm>
            <a:off x="29942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7" name="data_7765">
            <a:extLst>
              <a:ext uri="{FF2B5EF4-FFF2-40B4-BE49-F238E27FC236}">
                <a16:creationId xmlns:a16="http://schemas.microsoft.com/office/drawing/2014/main" id="{1F878E88-792F-4F4D-870D-71C9A467E8C6}"/>
              </a:ext>
            </a:extLst>
          </p:cNvPr>
          <p:cNvSpPr>
            <a:spLocks/>
          </p:cNvSpPr>
          <p:nvPr/>
        </p:nvSpPr>
        <p:spPr>
          <a:xfrm>
            <a:off x="30451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8" name="data_7766">
            <a:extLst>
              <a:ext uri="{FF2B5EF4-FFF2-40B4-BE49-F238E27FC236}">
                <a16:creationId xmlns:a16="http://schemas.microsoft.com/office/drawing/2014/main" id="{1345F4D9-3203-4C5E-8CBF-4E297ADB6B20}"/>
              </a:ext>
            </a:extLst>
          </p:cNvPr>
          <p:cNvSpPr>
            <a:spLocks/>
          </p:cNvSpPr>
          <p:nvPr/>
        </p:nvSpPr>
        <p:spPr>
          <a:xfrm>
            <a:off x="30869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79" name="data_7767">
            <a:extLst>
              <a:ext uri="{FF2B5EF4-FFF2-40B4-BE49-F238E27FC236}">
                <a16:creationId xmlns:a16="http://schemas.microsoft.com/office/drawing/2014/main" id="{70C32AEB-21E9-4DAF-9B70-47E3EDB2FD17}"/>
              </a:ext>
            </a:extLst>
          </p:cNvPr>
          <p:cNvSpPr>
            <a:spLocks/>
          </p:cNvSpPr>
          <p:nvPr/>
        </p:nvSpPr>
        <p:spPr>
          <a:xfrm>
            <a:off x="30478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0" name="data_7768">
            <a:extLst>
              <a:ext uri="{FF2B5EF4-FFF2-40B4-BE49-F238E27FC236}">
                <a16:creationId xmlns:a16="http://schemas.microsoft.com/office/drawing/2014/main" id="{BD678C37-D4A2-4C67-9AC2-77771F65C0F7}"/>
              </a:ext>
            </a:extLst>
          </p:cNvPr>
          <p:cNvSpPr>
            <a:spLocks/>
          </p:cNvSpPr>
          <p:nvPr/>
        </p:nvSpPr>
        <p:spPr>
          <a:xfrm>
            <a:off x="3025874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1" name="data_7769">
            <a:extLst>
              <a:ext uri="{FF2B5EF4-FFF2-40B4-BE49-F238E27FC236}">
                <a16:creationId xmlns:a16="http://schemas.microsoft.com/office/drawing/2014/main" id="{00E06A67-FEDE-48E0-B139-A6CE695E97FB}"/>
              </a:ext>
            </a:extLst>
          </p:cNvPr>
          <p:cNvSpPr>
            <a:spLocks/>
          </p:cNvSpPr>
          <p:nvPr/>
        </p:nvSpPr>
        <p:spPr>
          <a:xfrm>
            <a:off x="30764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2" name="data_7770">
            <a:extLst>
              <a:ext uri="{FF2B5EF4-FFF2-40B4-BE49-F238E27FC236}">
                <a16:creationId xmlns:a16="http://schemas.microsoft.com/office/drawing/2014/main" id="{A6032175-2F95-4714-88CC-783526E19EA1}"/>
              </a:ext>
            </a:extLst>
          </p:cNvPr>
          <p:cNvSpPr>
            <a:spLocks/>
          </p:cNvSpPr>
          <p:nvPr/>
        </p:nvSpPr>
        <p:spPr>
          <a:xfrm>
            <a:off x="307225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3" name="data_7771">
            <a:extLst>
              <a:ext uri="{FF2B5EF4-FFF2-40B4-BE49-F238E27FC236}">
                <a16:creationId xmlns:a16="http://schemas.microsoft.com/office/drawing/2014/main" id="{714A4307-3433-43B7-B3BE-CB29BCEF4F7E}"/>
              </a:ext>
            </a:extLst>
          </p:cNvPr>
          <p:cNvSpPr>
            <a:spLocks/>
          </p:cNvSpPr>
          <p:nvPr/>
        </p:nvSpPr>
        <p:spPr>
          <a:xfrm>
            <a:off x="305649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4" name="data_7772">
            <a:extLst>
              <a:ext uri="{FF2B5EF4-FFF2-40B4-BE49-F238E27FC236}">
                <a16:creationId xmlns:a16="http://schemas.microsoft.com/office/drawing/2014/main" id="{4AC5DCD9-EF6D-4C6E-8041-BA1751B6904B}"/>
              </a:ext>
            </a:extLst>
          </p:cNvPr>
          <p:cNvSpPr>
            <a:spLocks/>
          </p:cNvSpPr>
          <p:nvPr/>
        </p:nvSpPr>
        <p:spPr>
          <a:xfrm>
            <a:off x="30691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5" name="data_7773">
            <a:extLst>
              <a:ext uri="{FF2B5EF4-FFF2-40B4-BE49-F238E27FC236}">
                <a16:creationId xmlns:a16="http://schemas.microsoft.com/office/drawing/2014/main" id="{5E9E4CDE-BF6D-4AC5-95B1-946281763780}"/>
              </a:ext>
            </a:extLst>
          </p:cNvPr>
          <p:cNvSpPr>
            <a:spLocks/>
          </p:cNvSpPr>
          <p:nvPr/>
        </p:nvSpPr>
        <p:spPr>
          <a:xfrm>
            <a:off x="30317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6" name="data_7774">
            <a:extLst>
              <a:ext uri="{FF2B5EF4-FFF2-40B4-BE49-F238E27FC236}">
                <a16:creationId xmlns:a16="http://schemas.microsoft.com/office/drawing/2014/main" id="{06C56EC1-45FA-409C-BE61-17A30C2678C9}"/>
              </a:ext>
            </a:extLst>
          </p:cNvPr>
          <p:cNvSpPr>
            <a:spLocks/>
          </p:cNvSpPr>
          <p:nvPr/>
        </p:nvSpPr>
        <p:spPr>
          <a:xfrm>
            <a:off x="306092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7" name="data_7775">
            <a:extLst>
              <a:ext uri="{FF2B5EF4-FFF2-40B4-BE49-F238E27FC236}">
                <a16:creationId xmlns:a16="http://schemas.microsoft.com/office/drawing/2014/main" id="{5E9E1B28-968B-4EA1-8B7C-CF2707312D29}"/>
              </a:ext>
            </a:extLst>
          </p:cNvPr>
          <p:cNvSpPr>
            <a:spLocks/>
          </p:cNvSpPr>
          <p:nvPr/>
        </p:nvSpPr>
        <p:spPr>
          <a:xfrm>
            <a:off x="3033040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8" name="data_7776">
            <a:extLst>
              <a:ext uri="{FF2B5EF4-FFF2-40B4-BE49-F238E27FC236}">
                <a16:creationId xmlns:a16="http://schemas.microsoft.com/office/drawing/2014/main" id="{BC382143-F99D-4AD0-A0B0-712AD4A224BC}"/>
              </a:ext>
            </a:extLst>
          </p:cNvPr>
          <p:cNvSpPr>
            <a:spLocks/>
          </p:cNvSpPr>
          <p:nvPr/>
        </p:nvSpPr>
        <p:spPr>
          <a:xfrm>
            <a:off x="3044506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89" name="data_7777">
            <a:extLst>
              <a:ext uri="{FF2B5EF4-FFF2-40B4-BE49-F238E27FC236}">
                <a16:creationId xmlns:a16="http://schemas.microsoft.com/office/drawing/2014/main" id="{A3E3D547-4365-439E-8BF2-590C0525D3D3}"/>
              </a:ext>
            </a:extLst>
          </p:cNvPr>
          <p:cNvSpPr>
            <a:spLocks/>
          </p:cNvSpPr>
          <p:nvPr/>
        </p:nvSpPr>
        <p:spPr>
          <a:xfrm>
            <a:off x="3100794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0" name="data_7778">
            <a:extLst>
              <a:ext uri="{FF2B5EF4-FFF2-40B4-BE49-F238E27FC236}">
                <a16:creationId xmlns:a16="http://schemas.microsoft.com/office/drawing/2014/main" id="{91EFE864-9E8F-45BC-A0F1-790FF9716FD0}"/>
              </a:ext>
            </a:extLst>
          </p:cNvPr>
          <p:cNvSpPr>
            <a:spLocks/>
          </p:cNvSpPr>
          <p:nvPr/>
        </p:nvSpPr>
        <p:spPr>
          <a:xfrm>
            <a:off x="300854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1" name="data_7779">
            <a:extLst>
              <a:ext uri="{FF2B5EF4-FFF2-40B4-BE49-F238E27FC236}">
                <a16:creationId xmlns:a16="http://schemas.microsoft.com/office/drawing/2014/main" id="{475888A4-C81E-4219-AFDB-603215640306}"/>
              </a:ext>
            </a:extLst>
          </p:cNvPr>
          <p:cNvSpPr>
            <a:spLocks/>
          </p:cNvSpPr>
          <p:nvPr/>
        </p:nvSpPr>
        <p:spPr>
          <a:xfrm>
            <a:off x="30145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2" name="data_7780">
            <a:extLst>
              <a:ext uri="{FF2B5EF4-FFF2-40B4-BE49-F238E27FC236}">
                <a16:creationId xmlns:a16="http://schemas.microsoft.com/office/drawing/2014/main" id="{E6BA7C07-C0D8-4FB6-A04A-DCA9BED55067}"/>
              </a:ext>
            </a:extLst>
          </p:cNvPr>
          <p:cNvSpPr>
            <a:spLocks/>
          </p:cNvSpPr>
          <p:nvPr/>
        </p:nvSpPr>
        <p:spPr>
          <a:xfrm>
            <a:off x="30687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3" name="data_7781">
            <a:extLst>
              <a:ext uri="{FF2B5EF4-FFF2-40B4-BE49-F238E27FC236}">
                <a16:creationId xmlns:a16="http://schemas.microsoft.com/office/drawing/2014/main" id="{E5B00B3E-A5E6-4125-BDC5-EF38F099DB7A}"/>
              </a:ext>
            </a:extLst>
          </p:cNvPr>
          <p:cNvSpPr>
            <a:spLocks/>
          </p:cNvSpPr>
          <p:nvPr/>
        </p:nvSpPr>
        <p:spPr>
          <a:xfrm>
            <a:off x="306756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4" name="data_7782">
            <a:extLst>
              <a:ext uri="{FF2B5EF4-FFF2-40B4-BE49-F238E27FC236}">
                <a16:creationId xmlns:a16="http://schemas.microsoft.com/office/drawing/2014/main" id="{627A40AB-3815-4E31-B111-E34458F8A99C}"/>
              </a:ext>
            </a:extLst>
          </p:cNvPr>
          <p:cNvSpPr>
            <a:spLocks/>
          </p:cNvSpPr>
          <p:nvPr/>
        </p:nvSpPr>
        <p:spPr>
          <a:xfrm>
            <a:off x="31099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5" name="data_7783">
            <a:extLst>
              <a:ext uri="{FF2B5EF4-FFF2-40B4-BE49-F238E27FC236}">
                <a16:creationId xmlns:a16="http://schemas.microsoft.com/office/drawing/2014/main" id="{4E727FC1-883D-4972-8F04-82D25278D0BE}"/>
              </a:ext>
            </a:extLst>
          </p:cNvPr>
          <p:cNvSpPr>
            <a:spLocks/>
          </p:cNvSpPr>
          <p:nvPr/>
        </p:nvSpPr>
        <p:spPr>
          <a:xfrm>
            <a:off x="30902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6" name="data_7784">
            <a:extLst>
              <a:ext uri="{FF2B5EF4-FFF2-40B4-BE49-F238E27FC236}">
                <a16:creationId xmlns:a16="http://schemas.microsoft.com/office/drawing/2014/main" id="{ED6A9C4D-21BC-40C3-A6CD-75B0D388827A}"/>
              </a:ext>
            </a:extLst>
          </p:cNvPr>
          <p:cNvSpPr>
            <a:spLocks/>
          </p:cNvSpPr>
          <p:nvPr/>
        </p:nvSpPr>
        <p:spPr>
          <a:xfrm>
            <a:off x="30098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7" name="data_7785">
            <a:extLst>
              <a:ext uri="{FF2B5EF4-FFF2-40B4-BE49-F238E27FC236}">
                <a16:creationId xmlns:a16="http://schemas.microsoft.com/office/drawing/2014/main" id="{A2C16BC8-7EC1-4504-A678-2C3E3134931D}"/>
              </a:ext>
            </a:extLst>
          </p:cNvPr>
          <p:cNvSpPr>
            <a:spLocks/>
          </p:cNvSpPr>
          <p:nvPr/>
        </p:nvSpPr>
        <p:spPr>
          <a:xfrm>
            <a:off x="3028740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8" name="data_7786">
            <a:extLst>
              <a:ext uri="{FF2B5EF4-FFF2-40B4-BE49-F238E27FC236}">
                <a16:creationId xmlns:a16="http://schemas.microsoft.com/office/drawing/2014/main" id="{9F8B44DD-468D-4C62-9F69-4F00BDE13E95}"/>
              </a:ext>
            </a:extLst>
          </p:cNvPr>
          <p:cNvSpPr>
            <a:spLocks/>
          </p:cNvSpPr>
          <p:nvPr/>
        </p:nvSpPr>
        <p:spPr>
          <a:xfrm>
            <a:off x="3080468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699" name="data_7787">
            <a:extLst>
              <a:ext uri="{FF2B5EF4-FFF2-40B4-BE49-F238E27FC236}">
                <a16:creationId xmlns:a16="http://schemas.microsoft.com/office/drawing/2014/main" id="{2F358EAD-2132-420C-AA97-42365FA63886}"/>
              </a:ext>
            </a:extLst>
          </p:cNvPr>
          <p:cNvSpPr>
            <a:spLocks/>
          </p:cNvSpPr>
          <p:nvPr/>
        </p:nvSpPr>
        <p:spPr>
          <a:xfrm>
            <a:off x="30022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0" name="data_7788">
            <a:extLst>
              <a:ext uri="{FF2B5EF4-FFF2-40B4-BE49-F238E27FC236}">
                <a16:creationId xmlns:a16="http://schemas.microsoft.com/office/drawing/2014/main" id="{8430D79E-E099-4A53-8557-41BE0037F908}"/>
              </a:ext>
            </a:extLst>
          </p:cNvPr>
          <p:cNvSpPr>
            <a:spLocks/>
          </p:cNvSpPr>
          <p:nvPr/>
        </p:nvSpPr>
        <p:spPr>
          <a:xfrm>
            <a:off x="309284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1" name="data_7789">
            <a:extLst>
              <a:ext uri="{FF2B5EF4-FFF2-40B4-BE49-F238E27FC236}">
                <a16:creationId xmlns:a16="http://schemas.microsoft.com/office/drawing/2014/main" id="{98F2FD20-D986-47DF-A06D-90DFBE19766E}"/>
              </a:ext>
            </a:extLst>
          </p:cNvPr>
          <p:cNvSpPr>
            <a:spLocks/>
          </p:cNvSpPr>
          <p:nvPr/>
        </p:nvSpPr>
        <p:spPr>
          <a:xfrm>
            <a:off x="309727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2" name="data_7790">
            <a:extLst>
              <a:ext uri="{FF2B5EF4-FFF2-40B4-BE49-F238E27FC236}">
                <a16:creationId xmlns:a16="http://schemas.microsoft.com/office/drawing/2014/main" id="{6D7BF8CB-45D6-4C44-AC34-AFF2405E626C}"/>
              </a:ext>
            </a:extLst>
          </p:cNvPr>
          <p:cNvSpPr>
            <a:spLocks/>
          </p:cNvSpPr>
          <p:nvPr/>
        </p:nvSpPr>
        <p:spPr>
          <a:xfrm>
            <a:off x="30834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3" name="data_7791">
            <a:extLst>
              <a:ext uri="{FF2B5EF4-FFF2-40B4-BE49-F238E27FC236}">
                <a16:creationId xmlns:a16="http://schemas.microsoft.com/office/drawing/2014/main" id="{E4675C97-03C0-4DB8-80B3-12F171B88029}"/>
              </a:ext>
            </a:extLst>
          </p:cNvPr>
          <p:cNvSpPr>
            <a:spLocks/>
          </p:cNvSpPr>
          <p:nvPr/>
        </p:nvSpPr>
        <p:spPr>
          <a:xfrm>
            <a:off x="308229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4" name="data_7792">
            <a:extLst>
              <a:ext uri="{FF2B5EF4-FFF2-40B4-BE49-F238E27FC236}">
                <a16:creationId xmlns:a16="http://schemas.microsoft.com/office/drawing/2014/main" id="{47F611E7-8BA8-43E9-AB55-F2B5FC1FF539}"/>
              </a:ext>
            </a:extLst>
          </p:cNvPr>
          <p:cNvSpPr>
            <a:spLocks/>
          </p:cNvSpPr>
          <p:nvPr/>
        </p:nvSpPr>
        <p:spPr>
          <a:xfrm>
            <a:off x="30878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5" name="data_7793">
            <a:extLst>
              <a:ext uri="{FF2B5EF4-FFF2-40B4-BE49-F238E27FC236}">
                <a16:creationId xmlns:a16="http://schemas.microsoft.com/office/drawing/2014/main" id="{A66E6896-3E6D-41E5-8972-A1D8F4BDF4D8}"/>
              </a:ext>
            </a:extLst>
          </p:cNvPr>
          <p:cNvSpPr>
            <a:spLocks/>
          </p:cNvSpPr>
          <p:nvPr/>
        </p:nvSpPr>
        <p:spPr>
          <a:xfrm>
            <a:off x="30632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6" name="data_7794">
            <a:extLst>
              <a:ext uri="{FF2B5EF4-FFF2-40B4-BE49-F238E27FC236}">
                <a16:creationId xmlns:a16="http://schemas.microsoft.com/office/drawing/2014/main" id="{77312EC6-7FED-422E-9384-F098A7FF2DC2}"/>
              </a:ext>
            </a:extLst>
          </p:cNvPr>
          <p:cNvSpPr>
            <a:spLocks/>
          </p:cNvSpPr>
          <p:nvPr/>
        </p:nvSpPr>
        <p:spPr>
          <a:xfrm>
            <a:off x="29956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7" name="data_7795">
            <a:extLst>
              <a:ext uri="{FF2B5EF4-FFF2-40B4-BE49-F238E27FC236}">
                <a16:creationId xmlns:a16="http://schemas.microsoft.com/office/drawing/2014/main" id="{D2E9A915-3A45-4592-A5F8-948C3526F4EE}"/>
              </a:ext>
            </a:extLst>
          </p:cNvPr>
          <p:cNvSpPr>
            <a:spLocks/>
          </p:cNvSpPr>
          <p:nvPr/>
        </p:nvSpPr>
        <p:spPr>
          <a:xfrm>
            <a:off x="306300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8" name="data_7796">
            <a:extLst>
              <a:ext uri="{FF2B5EF4-FFF2-40B4-BE49-F238E27FC236}">
                <a16:creationId xmlns:a16="http://schemas.microsoft.com/office/drawing/2014/main" id="{3A4146C4-3508-4FE8-B0E4-CA8CC1780052}"/>
              </a:ext>
            </a:extLst>
          </p:cNvPr>
          <p:cNvSpPr>
            <a:spLocks/>
          </p:cNvSpPr>
          <p:nvPr/>
        </p:nvSpPr>
        <p:spPr>
          <a:xfrm>
            <a:off x="30128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09" name="data_7797">
            <a:extLst>
              <a:ext uri="{FF2B5EF4-FFF2-40B4-BE49-F238E27FC236}">
                <a16:creationId xmlns:a16="http://schemas.microsoft.com/office/drawing/2014/main" id="{B529C9BB-D46A-4BA7-A687-85FB56EDF814}"/>
              </a:ext>
            </a:extLst>
          </p:cNvPr>
          <p:cNvSpPr>
            <a:spLocks/>
          </p:cNvSpPr>
          <p:nvPr/>
        </p:nvSpPr>
        <p:spPr>
          <a:xfrm>
            <a:off x="3082813" y="28686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0" name="data_7798">
            <a:extLst>
              <a:ext uri="{FF2B5EF4-FFF2-40B4-BE49-F238E27FC236}">
                <a16:creationId xmlns:a16="http://schemas.microsoft.com/office/drawing/2014/main" id="{0494729E-1965-49C0-9AD3-4DACEB57A759}"/>
              </a:ext>
            </a:extLst>
          </p:cNvPr>
          <p:cNvSpPr>
            <a:spLocks/>
          </p:cNvSpPr>
          <p:nvPr/>
        </p:nvSpPr>
        <p:spPr>
          <a:xfrm>
            <a:off x="3100013" y="28762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1" name="data_7799">
            <a:extLst>
              <a:ext uri="{FF2B5EF4-FFF2-40B4-BE49-F238E27FC236}">
                <a16:creationId xmlns:a16="http://schemas.microsoft.com/office/drawing/2014/main" id="{A817D294-2FAF-4A88-8221-7E16F056D218}"/>
              </a:ext>
            </a:extLst>
          </p:cNvPr>
          <p:cNvSpPr>
            <a:spLocks/>
          </p:cNvSpPr>
          <p:nvPr/>
        </p:nvSpPr>
        <p:spPr>
          <a:xfrm>
            <a:off x="30107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2" name="data_7800">
            <a:extLst>
              <a:ext uri="{FF2B5EF4-FFF2-40B4-BE49-F238E27FC236}">
                <a16:creationId xmlns:a16="http://schemas.microsoft.com/office/drawing/2014/main" id="{7EB72D68-518D-492D-8DE5-EA7F09405FD2}"/>
              </a:ext>
            </a:extLst>
          </p:cNvPr>
          <p:cNvSpPr>
            <a:spLocks/>
          </p:cNvSpPr>
          <p:nvPr/>
        </p:nvSpPr>
        <p:spPr>
          <a:xfrm>
            <a:off x="30839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3" name="data_7801">
            <a:extLst>
              <a:ext uri="{FF2B5EF4-FFF2-40B4-BE49-F238E27FC236}">
                <a16:creationId xmlns:a16="http://schemas.microsoft.com/office/drawing/2014/main" id="{CAFB063E-1EFE-4DB4-AEFF-5EF7AE1F897C}"/>
              </a:ext>
            </a:extLst>
          </p:cNvPr>
          <p:cNvSpPr>
            <a:spLocks/>
          </p:cNvSpPr>
          <p:nvPr/>
        </p:nvSpPr>
        <p:spPr>
          <a:xfrm>
            <a:off x="301727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4" name="data_7802">
            <a:extLst>
              <a:ext uri="{FF2B5EF4-FFF2-40B4-BE49-F238E27FC236}">
                <a16:creationId xmlns:a16="http://schemas.microsoft.com/office/drawing/2014/main" id="{42299020-BCD6-4CB7-AC3B-A338A8E825AA}"/>
              </a:ext>
            </a:extLst>
          </p:cNvPr>
          <p:cNvSpPr>
            <a:spLocks/>
          </p:cNvSpPr>
          <p:nvPr/>
        </p:nvSpPr>
        <p:spPr>
          <a:xfrm>
            <a:off x="30230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5" name="data_7803">
            <a:extLst>
              <a:ext uri="{FF2B5EF4-FFF2-40B4-BE49-F238E27FC236}">
                <a16:creationId xmlns:a16="http://schemas.microsoft.com/office/drawing/2014/main" id="{BA5A81D9-139A-4B46-A373-FCFF7145D03F}"/>
              </a:ext>
            </a:extLst>
          </p:cNvPr>
          <p:cNvSpPr>
            <a:spLocks/>
          </p:cNvSpPr>
          <p:nvPr/>
        </p:nvSpPr>
        <p:spPr>
          <a:xfrm>
            <a:off x="30075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6" name="data_7804">
            <a:extLst>
              <a:ext uri="{FF2B5EF4-FFF2-40B4-BE49-F238E27FC236}">
                <a16:creationId xmlns:a16="http://schemas.microsoft.com/office/drawing/2014/main" id="{BAE5A6CE-A12B-4BFB-A56B-ABA6DA16CA7C}"/>
              </a:ext>
            </a:extLst>
          </p:cNvPr>
          <p:cNvSpPr>
            <a:spLocks/>
          </p:cNvSpPr>
          <p:nvPr/>
        </p:nvSpPr>
        <p:spPr>
          <a:xfrm>
            <a:off x="3082553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7" name="data_7805">
            <a:extLst>
              <a:ext uri="{FF2B5EF4-FFF2-40B4-BE49-F238E27FC236}">
                <a16:creationId xmlns:a16="http://schemas.microsoft.com/office/drawing/2014/main" id="{E8EFB78D-BF9F-4AC1-BC14-97AEDF501D58}"/>
              </a:ext>
            </a:extLst>
          </p:cNvPr>
          <p:cNvSpPr>
            <a:spLocks/>
          </p:cNvSpPr>
          <p:nvPr/>
        </p:nvSpPr>
        <p:spPr>
          <a:xfrm>
            <a:off x="31161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8" name="data_7806">
            <a:extLst>
              <a:ext uri="{FF2B5EF4-FFF2-40B4-BE49-F238E27FC236}">
                <a16:creationId xmlns:a16="http://schemas.microsoft.com/office/drawing/2014/main" id="{2AB3D9C3-6FE5-43E9-A8F8-79755C52E04D}"/>
              </a:ext>
            </a:extLst>
          </p:cNvPr>
          <p:cNvSpPr>
            <a:spLocks/>
          </p:cNvSpPr>
          <p:nvPr/>
        </p:nvSpPr>
        <p:spPr>
          <a:xfrm>
            <a:off x="312177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19" name="data_7807">
            <a:extLst>
              <a:ext uri="{FF2B5EF4-FFF2-40B4-BE49-F238E27FC236}">
                <a16:creationId xmlns:a16="http://schemas.microsoft.com/office/drawing/2014/main" id="{78512511-9B33-4931-B89E-83679E30499A}"/>
              </a:ext>
            </a:extLst>
          </p:cNvPr>
          <p:cNvSpPr>
            <a:spLocks/>
          </p:cNvSpPr>
          <p:nvPr/>
        </p:nvSpPr>
        <p:spPr>
          <a:xfrm>
            <a:off x="30412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0" name="data_7808">
            <a:extLst>
              <a:ext uri="{FF2B5EF4-FFF2-40B4-BE49-F238E27FC236}">
                <a16:creationId xmlns:a16="http://schemas.microsoft.com/office/drawing/2014/main" id="{8A3AD19C-E7B7-4760-A130-03BAB2B0CE16}"/>
              </a:ext>
            </a:extLst>
          </p:cNvPr>
          <p:cNvSpPr>
            <a:spLocks/>
          </p:cNvSpPr>
          <p:nvPr/>
        </p:nvSpPr>
        <p:spPr>
          <a:xfrm>
            <a:off x="308906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1" name="data_7809">
            <a:extLst>
              <a:ext uri="{FF2B5EF4-FFF2-40B4-BE49-F238E27FC236}">
                <a16:creationId xmlns:a16="http://schemas.microsoft.com/office/drawing/2014/main" id="{AE0070C5-A4AA-40E7-B4ED-1544AF79EEFD}"/>
              </a:ext>
            </a:extLst>
          </p:cNvPr>
          <p:cNvSpPr>
            <a:spLocks/>
          </p:cNvSpPr>
          <p:nvPr/>
        </p:nvSpPr>
        <p:spPr>
          <a:xfrm>
            <a:off x="31143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2" name="data_7810">
            <a:extLst>
              <a:ext uri="{FF2B5EF4-FFF2-40B4-BE49-F238E27FC236}">
                <a16:creationId xmlns:a16="http://schemas.microsoft.com/office/drawing/2014/main" id="{2FB5B3A3-F256-4B82-9CBA-3EF4D0CD835A}"/>
              </a:ext>
            </a:extLst>
          </p:cNvPr>
          <p:cNvSpPr>
            <a:spLocks/>
          </p:cNvSpPr>
          <p:nvPr/>
        </p:nvSpPr>
        <p:spPr>
          <a:xfrm>
            <a:off x="309897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3" name="data_7811">
            <a:extLst>
              <a:ext uri="{FF2B5EF4-FFF2-40B4-BE49-F238E27FC236}">
                <a16:creationId xmlns:a16="http://schemas.microsoft.com/office/drawing/2014/main" id="{06482C1B-312A-4D4B-8212-3BB856011C5A}"/>
              </a:ext>
            </a:extLst>
          </p:cNvPr>
          <p:cNvSpPr>
            <a:spLocks/>
          </p:cNvSpPr>
          <p:nvPr/>
        </p:nvSpPr>
        <p:spPr>
          <a:xfrm>
            <a:off x="30851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4" name="data_7812">
            <a:extLst>
              <a:ext uri="{FF2B5EF4-FFF2-40B4-BE49-F238E27FC236}">
                <a16:creationId xmlns:a16="http://schemas.microsoft.com/office/drawing/2014/main" id="{33B711AD-27B1-4EAC-94A4-E18FF10D07F0}"/>
              </a:ext>
            </a:extLst>
          </p:cNvPr>
          <p:cNvSpPr>
            <a:spLocks/>
          </p:cNvSpPr>
          <p:nvPr/>
        </p:nvSpPr>
        <p:spPr>
          <a:xfrm>
            <a:off x="30532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5" name="data_7813">
            <a:extLst>
              <a:ext uri="{FF2B5EF4-FFF2-40B4-BE49-F238E27FC236}">
                <a16:creationId xmlns:a16="http://schemas.microsoft.com/office/drawing/2014/main" id="{9E7E2FD7-406C-4480-AA1B-954BDC69806C}"/>
              </a:ext>
            </a:extLst>
          </p:cNvPr>
          <p:cNvSpPr>
            <a:spLocks/>
          </p:cNvSpPr>
          <p:nvPr/>
        </p:nvSpPr>
        <p:spPr>
          <a:xfrm>
            <a:off x="3049327" y="351600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6" name="data_7814">
            <a:extLst>
              <a:ext uri="{FF2B5EF4-FFF2-40B4-BE49-F238E27FC236}">
                <a16:creationId xmlns:a16="http://schemas.microsoft.com/office/drawing/2014/main" id="{9CB85065-8906-4F9C-9545-5F70BF16881A}"/>
              </a:ext>
            </a:extLst>
          </p:cNvPr>
          <p:cNvSpPr>
            <a:spLocks/>
          </p:cNvSpPr>
          <p:nvPr/>
        </p:nvSpPr>
        <p:spPr>
          <a:xfrm>
            <a:off x="300593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7" name="data_7815">
            <a:extLst>
              <a:ext uri="{FF2B5EF4-FFF2-40B4-BE49-F238E27FC236}">
                <a16:creationId xmlns:a16="http://schemas.microsoft.com/office/drawing/2014/main" id="{1CECB577-7CC9-4750-8306-3BBA3BD2207F}"/>
              </a:ext>
            </a:extLst>
          </p:cNvPr>
          <p:cNvSpPr>
            <a:spLocks/>
          </p:cNvSpPr>
          <p:nvPr/>
        </p:nvSpPr>
        <p:spPr>
          <a:xfrm>
            <a:off x="31147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8" name="data_7816">
            <a:extLst>
              <a:ext uri="{FF2B5EF4-FFF2-40B4-BE49-F238E27FC236}">
                <a16:creationId xmlns:a16="http://schemas.microsoft.com/office/drawing/2014/main" id="{4A48F4F1-7F27-4090-9979-89FEAB012C5F}"/>
              </a:ext>
            </a:extLst>
          </p:cNvPr>
          <p:cNvSpPr>
            <a:spLocks/>
          </p:cNvSpPr>
          <p:nvPr/>
        </p:nvSpPr>
        <p:spPr>
          <a:xfrm>
            <a:off x="31009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29" name="data_7817">
            <a:extLst>
              <a:ext uri="{FF2B5EF4-FFF2-40B4-BE49-F238E27FC236}">
                <a16:creationId xmlns:a16="http://schemas.microsoft.com/office/drawing/2014/main" id="{AD5DE71D-A6A0-43C6-92D9-A971DB29F9D8}"/>
              </a:ext>
            </a:extLst>
          </p:cNvPr>
          <p:cNvSpPr>
            <a:spLocks/>
          </p:cNvSpPr>
          <p:nvPr/>
        </p:nvSpPr>
        <p:spPr>
          <a:xfrm>
            <a:off x="30812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0" name="data_7818">
            <a:extLst>
              <a:ext uri="{FF2B5EF4-FFF2-40B4-BE49-F238E27FC236}">
                <a16:creationId xmlns:a16="http://schemas.microsoft.com/office/drawing/2014/main" id="{EAA00667-3124-44BC-BD19-494F6C8AF371}"/>
              </a:ext>
            </a:extLst>
          </p:cNvPr>
          <p:cNvSpPr>
            <a:spLocks/>
          </p:cNvSpPr>
          <p:nvPr/>
        </p:nvSpPr>
        <p:spPr>
          <a:xfrm>
            <a:off x="30013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1" name="data_7819">
            <a:extLst>
              <a:ext uri="{FF2B5EF4-FFF2-40B4-BE49-F238E27FC236}">
                <a16:creationId xmlns:a16="http://schemas.microsoft.com/office/drawing/2014/main" id="{58AC5E17-94A8-464D-BADE-CF8B679F781C}"/>
              </a:ext>
            </a:extLst>
          </p:cNvPr>
          <p:cNvSpPr>
            <a:spLocks/>
          </p:cNvSpPr>
          <p:nvPr/>
        </p:nvSpPr>
        <p:spPr>
          <a:xfrm>
            <a:off x="3014017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2" name="data_7820">
            <a:extLst>
              <a:ext uri="{FF2B5EF4-FFF2-40B4-BE49-F238E27FC236}">
                <a16:creationId xmlns:a16="http://schemas.microsoft.com/office/drawing/2014/main" id="{E6E4DD18-0B50-40DD-B525-2B8A6DB66D82}"/>
              </a:ext>
            </a:extLst>
          </p:cNvPr>
          <p:cNvSpPr>
            <a:spLocks/>
          </p:cNvSpPr>
          <p:nvPr/>
        </p:nvSpPr>
        <p:spPr>
          <a:xfrm>
            <a:off x="30266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3" name="data_7821">
            <a:extLst>
              <a:ext uri="{FF2B5EF4-FFF2-40B4-BE49-F238E27FC236}">
                <a16:creationId xmlns:a16="http://schemas.microsoft.com/office/drawing/2014/main" id="{A1D69799-8247-4003-BD5C-E5F540CBF2D6}"/>
              </a:ext>
            </a:extLst>
          </p:cNvPr>
          <p:cNvSpPr>
            <a:spLocks/>
          </p:cNvSpPr>
          <p:nvPr/>
        </p:nvSpPr>
        <p:spPr>
          <a:xfrm>
            <a:off x="308255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4" name="data_7822">
            <a:extLst>
              <a:ext uri="{FF2B5EF4-FFF2-40B4-BE49-F238E27FC236}">
                <a16:creationId xmlns:a16="http://schemas.microsoft.com/office/drawing/2014/main" id="{52EA49F0-851F-44A5-BE95-9826246305F3}"/>
              </a:ext>
            </a:extLst>
          </p:cNvPr>
          <p:cNvSpPr>
            <a:spLocks/>
          </p:cNvSpPr>
          <p:nvPr/>
        </p:nvSpPr>
        <p:spPr>
          <a:xfrm>
            <a:off x="30693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5" name="data_7823">
            <a:extLst>
              <a:ext uri="{FF2B5EF4-FFF2-40B4-BE49-F238E27FC236}">
                <a16:creationId xmlns:a16="http://schemas.microsoft.com/office/drawing/2014/main" id="{9FB92E47-BC85-4086-AF68-711BEB77A4A5}"/>
              </a:ext>
            </a:extLst>
          </p:cNvPr>
          <p:cNvSpPr>
            <a:spLocks/>
          </p:cNvSpPr>
          <p:nvPr/>
        </p:nvSpPr>
        <p:spPr>
          <a:xfrm>
            <a:off x="301948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6" name="data_7824">
            <a:extLst>
              <a:ext uri="{FF2B5EF4-FFF2-40B4-BE49-F238E27FC236}">
                <a16:creationId xmlns:a16="http://schemas.microsoft.com/office/drawing/2014/main" id="{A517DD0D-9C4C-4C4D-BD60-70B75CE31B22}"/>
              </a:ext>
            </a:extLst>
          </p:cNvPr>
          <p:cNvSpPr>
            <a:spLocks/>
          </p:cNvSpPr>
          <p:nvPr/>
        </p:nvSpPr>
        <p:spPr>
          <a:xfrm>
            <a:off x="304307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7" name="data_7825">
            <a:extLst>
              <a:ext uri="{FF2B5EF4-FFF2-40B4-BE49-F238E27FC236}">
                <a16:creationId xmlns:a16="http://schemas.microsoft.com/office/drawing/2014/main" id="{95B2166D-D2A1-4C78-8045-EC174D70B60C}"/>
              </a:ext>
            </a:extLst>
          </p:cNvPr>
          <p:cNvSpPr>
            <a:spLocks/>
          </p:cNvSpPr>
          <p:nvPr/>
        </p:nvSpPr>
        <p:spPr>
          <a:xfrm>
            <a:off x="2996948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38" name="data_7826">
            <a:extLst>
              <a:ext uri="{FF2B5EF4-FFF2-40B4-BE49-F238E27FC236}">
                <a16:creationId xmlns:a16="http://schemas.microsoft.com/office/drawing/2014/main" id="{F2958834-A063-4812-987F-47FC7FF0956D}"/>
              </a:ext>
            </a:extLst>
          </p:cNvPr>
          <p:cNvSpPr>
            <a:spLocks/>
          </p:cNvSpPr>
          <p:nvPr/>
        </p:nvSpPr>
        <p:spPr>
          <a:xfrm>
            <a:off x="1007269" y="2116243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739" name="data_7827">
            <a:extLst>
              <a:ext uri="{FF2B5EF4-FFF2-40B4-BE49-F238E27FC236}">
                <a16:creationId xmlns:a16="http://schemas.microsoft.com/office/drawing/2014/main" id="{7131338E-78B1-4EF3-8CD0-B5A3114EF110}"/>
              </a:ext>
            </a:extLst>
          </p:cNvPr>
          <p:cNvSpPr>
            <a:spLocks/>
          </p:cNvSpPr>
          <p:nvPr/>
        </p:nvSpPr>
        <p:spPr>
          <a:xfrm>
            <a:off x="1007269" y="407082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740" name="text_7828">
            <a:extLst>
              <a:ext uri="{FF2B5EF4-FFF2-40B4-BE49-F238E27FC236}">
                <a16:creationId xmlns:a16="http://schemas.microsoft.com/office/drawing/2014/main" id="{52603DF6-BE76-44A5-839C-C029537B0848}"/>
              </a:ext>
            </a:extLst>
          </p:cNvPr>
          <p:cNvSpPr>
            <a:spLocks/>
          </p:cNvSpPr>
          <p:nvPr/>
        </p:nvSpPr>
        <p:spPr>
          <a:xfrm>
            <a:off x="617111" y="1802843"/>
            <a:ext cx="96475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741" name="text_7829">
            <a:extLst>
              <a:ext uri="{FF2B5EF4-FFF2-40B4-BE49-F238E27FC236}">
                <a16:creationId xmlns:a16="http://schemas.microsoft.com/office/drawing/2014/main" id="{A181A6E2-A0D5-4865-89B7-BE20595B4AFC}"/>
              </a:ext>
            </a:extLst>
          </p:cNvPr>
          <p:cNvSpPr>
            <a:spLocks/>
          </p:cNvSpPr>
          <p:nvPr/>
        </p:nvSpPr>
        <p:spPr>
          <a:xfrm>
            <a:off x="1007269" y="1837547"/>
            <a:ext cx="869596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GT</a:t>
            </a:r>
          </a:p>
        </p:txBody>
      </p:sp>
      <p:sp>
        <p:nvSpPr>
          <p:cNvPr id="742" name="data_7830">
            <a:extLst>
              <a:ext uri="{FF2B5EF4-FFF2-40B4-BE49-F238E27FC236}">
                <a16:creationId xmlns:a16="http://schemas.microsoft.com/office/drawing/2014/main" id="{11202EA8-7ACA-451E-88FA-32B237BD1AC6}"/>
              </a:ext>
            </a:extLst>
          </p:cNvPr>
          <p:cNvSpPr>
            <a:spLocks/>
          </p:cNvSpPr>
          <p:nvPr/>
        </p:nvSpPr>
        <p:spPr>
          <a:xfrm>
            <a:off x="1027760" y="2707656"/>
            <a:ext cx="2049083" cy="1274320"/>
          </a:xfrm>
          <a:custGeom>
            <a:avLst/>
            <a:gdLst/>
            <a:ahLst/>
            <a:cxnLst/>
            <a:rect l="0" t="0" r="0" b="0"/>
            <a:pathLst>
              <a:path w="2049083" h="1274320">
                <a:moveTo>
                  <a:pt x="0" y="1274320"/>
                </a:moveTo>
                <a:lnTo>
                  <a:pt x="19303" y="1272369"/>
                </a:lnTo>
                <a:lnTo>
                  <a:pt x="20788" y="1272139"/>
                </a:lnTo>
                <a:lnTo>
                  <a:pt x="26270" y="1270550"/>
                </a:lnTo>
                <a:lnTo>
                  <a:pt x="28212" y="1268388"/>
                </a:lnTo>
                <a:lnTo>
                  <a:pt x="34151" y="1266919"/>
                </a:lnTo>
                <a:lnTo>
                  <a:pt x="35949" y="1264529"/>
                </a:lnTo>
                <a:lnTo>
                  <a:pt x="37946" y="1264401"/>
                </a:lnTo>
                <a:lnTo>
                  <a:pt x="39596" y="1261159"/>
                </a:lnTo>
                <a:lnTo>
                  <a:pt x="45535" y="1259309"/>
                </a:lnTo>
                <a:lnTo>
                  <a:pt x="47309" y="1257744"/>
                </a:lnTo>
                <a:lnTo>
                  <a:pt x="48788" y="1257723"/>
                </a:lnTo>
                <a:lnTo>
                  <a:pt x="50266" y="1253969"/>
                </a:lnTo>
                <a:lnTo>
                  <a:pt x="55986" y="1252100"/>
                </a:lnTo>
                <a:lnTo>
                  <a:pt x="56919" y="1246055"/>
                </a:lnTo>
                <a:lnTo>
                  <a:pt x="65333" y="1244086"/>
                </a:lnTo>
                <a:lnTo>
                  <a:pt x="67183" y="1243774"/>
                </a:lnTo>
                <a:lnTo>
                  <a:pt x="68303" y="1243731"/>
                </a:lnTo>
                <a:lnTo>
                  <a:pt x="70054" y="1241431"/>
                </a:lnTo>
                <a:lnTo>
                  <a:pt x="75892" y="1239578"/>
                </a:lnTo>
                <a:lnTo>
                  <a:pt x="77212" y="1234826"/>
                </a:lnTo>
                <a:lnTo>
                  <a:pt x="85378" y="1233184"/>
                </a:lnTo>
                <a:lnTo>
                  <a:pt x="85748" y="1219699"/>
                </a:lnTo>
                <a:lnTo>
                  <a:pt x="94211" y="1217934"/>
                </a:lnTo>
                <a:lnTo>
                  <a:pt x="94865" y="1217273"/>
                </a:lnTo>
                <a:lnTo>
                  <a:pt x="97575" y="1217125"/>
                </a:lnTo>
                <a:lnTo>
                  <a:pt x="99484" y="1209686"/>
                </a:lnTo>
                <a:lnTo>
                  <a:pt x="105081" y="1208129"/>
                </a:lnTo>
                <a:lnTo>
                  <a:pt x="106909" y="1206007"/>
                </a:lnTo>
                <a:lnTo>
                  <a:pt x="113838" y="1204899"/>
                </a:lnTo>
                <a:lnTo>
                  <a:pt x="115316" y="1178980"/>
                </a:lnTo>
                <a:lnTo>
                  <a:pt x="124187" y="1177592"/>
                </a:lnTo>
                <a:lnTo>
                  <a:pt x="125222" y="1176374"/>
                </a:lnTo>
                <a:lnTo>
                  <a:pt x="130666" y="1174409"/>
                </a:lnTo>
                <a:lnTo>
                  <a:pt x="132199" y="1172223"/>
                </a:lnTo>
                <a:lnTo>
                  <a:pt x="136606" y="1171677"/>
                </a:lnTo>
                <a:lnTo>
                  <a:pt x="138090" y="1159556"/>
                </a:lnTo>
                <a:lnTo>
                  <a:pt x="146363" y="1157864"/>
                </a:lnTo>
                <a:lnTo>
                  <a:pt x="147989" y="1154380"/>
                </a:lnTo>
                <a:lnTo>
                  <a:pt x="151784" y="1154044"/>
                </a:lnTo>
                <a:lnTo>
                  <a:pt x="152939" y="1149335"/>
                </a:lnTo>
                <a:lnTo>
                  <a:pt x="157622" y="1149099"/>
                </a:lnTo>
                <a:lnTo>
                  <a:pt x="159373" y="1146401"/>
                </a:lnTo>
                <a:lnTo>
                  <a:pt x="170757" y="1144865"/>
                </a:lnTo>
                <a:lnTo>
                  <a:pt x="172242" y="1083242"/>
                </a:lnTo>
                <a:lnTo>
                  <a:pt x="182141" y="1082126"/>
                </a:lnTo>
                <a:lnTo>
                  <a:pt x="183892" y="1078804"/>
                </a:lnTo>
                <a:lnTo>
                  <a:pt x="189730" y="1077307"/>
                </a:lnTo>
                <a:lnTo>
                  <a:pt x="191545" y="1074783"/>
                </a:lnTo>
                <a:lnTo>
                  <a:pt x="195151" y="1074447"/>
                </a:lnTo>
                <a:lnTo>
                  <a:pt x="195999" y="1067216"/>
                </a:lnTo>
                <a:lnTo>
                  <a:pt x="204908" y="1066317"/>
                </a:lnTo>
                <a:lnTo>
                  <a:pt x="206393" y="1063189"/>
                </a:lnTo>
                <a:lnTo>
                  <a:pt x="211974" y="1061389"/>
                </a:lnTo>
                <a:lnTo>
                  <a:pt x="213817" y="1059036"/>
                </a:lnTo>
                <a:lnTo>
                  <a:pt x="227676" y="1057840"/>
                </a:lnTo>
                <a:lnTo>
                  <a:pt x="228666" y="982242"/>
                </a:lnTo>
                <a:lnTo>
                  <a:pt x="236433" y="981685"/>
                </a:lnTo>
                <a:lnTo>
                  <a:pt x="237575" y="979505"/>
                </a:lnTo>
                <a:lnTo>
                  <a:pt x="243938" y="977679"/>
                </a:lnTo>
                <a:lnTo>
                  <a:pt x="245189" y="975424"/>
                </a:lnTo>
                <a:lnTo>
                  <a:pt x="256135" y="973701"/>
                </a:lnTo>
                <a:lnTo>
                  <a:pt x="257373" y="960400"/>
                </a:lnTo>
                <a:lnTo>
                  <a:pt x="262703" y="959520"/>
                </a:lnTo>
                <a:lnTo>
                  <a:pt x="264398" y="958097"/>
                </a:lnTo>
                <a:lnTo>
                  <a:pt x="265622" y="958097"/>
                </a:lnTo>
                <a:lnTo>
                  <a:pt x="267272" y="955704"/>
                </a:lnTo>
                <a:lnTo>
                  <a:pt x="273211" y="955427"/>
                </a:lnTo>
                <a:lnTo>
                  <a:pt x="274696" y="941321"/>
                </a:lnTo>
                <a:lnTo>
                  <a:pt x="284595" y="940472"/>
                </a:lnTo>
                <a:lnTo>
                  <a:pt x="286431" y="934801"/>
                </a:lnTo>
                <a:lnTo>
                  <a:pt x="288973" y="934091"/>
                </a:lnTo>
                <a:lnTo>
                  <a:pt x="289544" y="932415"/>
                </a:lnTo>
                <a:lnTo>
                  <a:pt x="292726" y="932372"/>
                </a:lnTo>
                <a:lnTo>
                  <a:pt x="293999" y="923972"/>
                </a:lnTo>
                <a:lnTo>
                  <a:pt x="303568" y="922123"/>
                </a:lnTo>
                <a:lnTo>
                  <a:pt x="303568" y="918262"/>
                </a:lnTo>
                <a:lnTo>
                  <a:pt x="310467" y="916309"/>
                </a:lnTo>
                <a:lnTo>
                  <a:pt x="311817" y="915385"/>
                </a:lnTo>
                <a:lnTo>
                  <a:pt x="319241" y="913415"/>
                </a:lnTo>
                <a:lnTo>
                  <a:pt x="320726" y="913372"/>
                </a:lnTo>
                <a:lnTo>
                  <a:pt x="338544" y="911407"/>
                </a:lnTo>
                <a:lnTo>
                  <a:pt x="338544" y="911386"/>
                </a:lnTo>
                <a:lnTo>
                  <a:pt x="341514" y="911386"/>
                </a:lnTo>
                <a:lnTo>
                  <a:pt x="342999" y="716385"/>
                </a:lnTo>
                <a:lnTo>
                  <a:pt x="359488" y="714476"/>
                </a:lnTo>
                <a:lnTo>
                  <a:pt x="360817" y="713825"/>
                </a:lnTo>
                <a:lnTo>
                  <a:pt x="367784" y="713344"/>
                </a:lnTo>
                <a:lnTo>
                  <a:pt x="369726" y="711265"/>
                </a:lnTo>
                <a:lnTo>
                  <a:pt x="376843" y="709341"/>
                </a:lnTo>
                <a:lnTo>
                  <a:pt x="378635" y="708955"/>
                </a:lnTo>
                <a:lnTo>
                  <a:pt x="379460" y="708955"/>
                </a:lnTo>
                <a:lnTo>
                  <a:pt x="380120" y="705073"/>
                </a:lnTo>
                <a:lnTo>
                  <a:pt x="390302" y="703695"/>
                </a:lnTo>
                <a:lnTo>
                  <a:pt x="391998" y="698925"/>
                </a:lnTo>
                <a:lnTo>
                  <a:pt x="395958" y="697086"/>
                </a:lnTo>
                <a:lnTo>
                  <a:pt x="396597" y="696814"/>
                </a:lnTo>
                <a:lnTo>
                  <a:pt x="398433" y="696793"/>
                </a:lnTo>
                <a:lnTo>
                  <a:pt x="399423" y="693297"/>
                </a:lnTo>
                <a:lnTo>
                  <a:pt x="409817" y="692811"/>
                </a:lnTo>
                <a:lnTo>
                  <a:pt x="411568" y="680974"/>
                </a:lnTo>
                <a:lnTo>
                  <a:pt x="420325" y="679048"/>
                </a:lnTo>
                <a:lnTo>
                  <a:pt x="421695" y="677371"/>
                </a:lnTo>
                <a:lnTo>
                  <a:pt x="426892" y="676263"/>
                </a:lnTo>
                <a:lnTo>
                  <a:pt x="427635" y="669623"/>
                </a:lnTo>
                <a:lnTo>
                  <a:pt x="439089" y="667899"/>
                </a:lnTo>
                <a:lnTo>
                  <a:pt x="440663" y="666353"/>
                </a:lnTo>
                <a:lnTo>
                  <a:pt x="455352" y="664460"/>
                </a:lnTo>
                <a:lnTo>
                  <a:pt x="455352" y="596576"/>
                </a:lnTo>
                <a:lnTo>
                  <a:pt x="472865" y="595454"/>
                </a:lnTo>
                <a:lnTo>
                  <a:pt x="473665" y="594160"/>
                </a:lnTo>
                <a:lnTo>
                  <a:pt x="483811" y="592516"/>
                </a:lnTo>
                <a:lnTo>
                  <a:pt x="485544" y="591808"/>
                </a:lnTo>
                <a:lnTo>
                  <a:pt x="487877" y="591808"/>
                </a:lnTo>
                <a:lnTo>
                  <a:pt x="489503" y="586894"/>
                </a:lnTo>
                <a:lnTo>
                  <a:pt x="494606" y="584984"/>
                </a:lnTo>
                <a:lnTo>
                  <a:pt x="495937" y="584477"/>
                </a:lnTo>
                <a:lnTo>
                  <a:pt x="499136" y="583553"/>
                </a:lnTo>
                <a:lnTo>
                  <a:pt x="500887" y="581986"/>
                </a:lnTo>
                <a:lnTo>
                  <a:pt x="512271" y="581544"/>
                </a:lnTo>
                <a:lnTo>
                  <a:pt x="514107" y="550849"/>
                </a:lnTo>
                <a:lnTo>
                  <a:pt x="531574" y="548880"/>
                </a:lnTo>
                <a:lnTo>
                  <a:pt x="533059" y="548836"/>
                </a:lnTo>
                <a:lnTo>
                  <a:pt x="536665" y="548250"/>
                </a:lnTo>
                <a:lnTo>
                  <a:pt x="537513" y="546810"/>
                </a:lnTo>
                <a:lnTo>
                  <a:pt x="546422" y="545954"/>
                </a:lnTo>
                <a:lnTo>
                  <a:pt x="547907" y="536811"/>
                </a:lnTo>
                <a:lnTo>
                  <a:pt x="558841" y="535562"/>
                </a:lnTo>
                <a:lnTo>
                  <a:pt x="560433" y="534532"/>
                </a:lnTo>
                <a:lnTo>
                  <a:pt x="569190" y="534025"/>
                </a:lnTo>
                <a:lnTo>
                  <a:pt x="570180" y="511403"/>
                </a:lnTo>
                <a:lnTo>
                  <a:pt x="585452" y="510721"/>
                </a:lnTo>
                <a:lnTo>
                  <a:pt x="586703" y="507736"/>
                </a:lnTo>
                <a:lnTo>
                  <a:pt x="597649" y="507079"/>
                </a:lnTo>
                <a:lnTo>
                  <a:pt x="598392" y="502922"/>
                </a:lnTo>
                <a:lnTo>
                  <a:pt x="607136" y="502348"/>
                </a:lnTo>
                <a:lnTo>
                  <a:pt x="607136" y="500693"/>
                </a:lnTo>
                <a:lnTo>
                  <a:pt x="626109" y="498985"/>
                </a:lnTo>
                <a:lnTo>
                  <a:pt x="626604" y="495489"/>
                </a:lnTo>
                <a:lnTo>
                  <a:pt x="634240" y="494577"/>
                </a:lnTo>
                <a:lnTo>
                  <a:pt x="634240" y="493159"/>
                </a:lnTo>
                <a:lnTo>
                  <a:pt x="683028" y="491316"/>
                </a:lnTo>
                <a:lnTo>
                  <a:pt x="683028" y="94451"/>
                </a:lnTo>
                <a:lnTo>
                  <a:pt x="739947" y="93053"/>
                </a:lnTo>
                <a:lnTo>
                  <a:pt x="739947" y="92226"/>
                </a:lnTo>
                <a:lnTo>
                  <a:pt x="768406" y="91234"/>
                </a:lnTo>
                <a:lnTo>
                  <a:pt x="768406" y="89579"/>
                </a:lnTo>
                <a:lnTo>
                  <a:pt x="796866" y="88161"/>
                </a:lnTo>
                <a:lnTo>
                  <a:pt x="796866" y="80992"/>
                </a:lnTo>
                <a:lnTo>
                  <a:pt x="819633" y="80992"/>
                </a:lnTo>
                <a:lnTo>
                  <a:pt x="819633" y="79006"/>
                </a:lnTo>
                <a:lnTo>
                  <a:pt x="853785" y="78041"/>
                </a:lnTo>
                <a:lnTo>
                  <a:pt x="853785" y="74939"/>
                </a:lnTo>
                <a:lnTo>
                  <a:pt x="878178" y="74939"/>
                </a:lnTo>
                <a:lnTo>
                  <a:pt x="878178" y="72103"/>
                </a:lnTo>
                <a:lnTo>
                  <a:pt x="910704" y="71482"/>
                </a:lnTo>
                <a:lnTo>
                  <a:pt x="910704" y="65968"/>
                </a:lnTo>
                <a:lnTo>
                  <a:pt x="948649" y="64106"/>
                </a:lnTo>
                <a:lnTo>
                  <a:pt x="948649" y="63555"/>
                </a:lnTo>
                <a:lnTo>
                  <a:pt x="1024541" y="62934"/>
                </a:lnTo>
                <a:lnTo>
                  <a:pt x="1024541" y="27570"/>
                </a:lnTo>
                <a:lnTo>
                  <a:pt x="1138379" y="26412"/>
                </a:lnTo>
                <a:lnTo>
                  <a:pt x="1138379" y="23103"/>
                </a:lnTo>
                <a:lnTo>
                  <a:pt x="1195298" y="22772"/>
                </a:lnTo>
                <a:lnTo>
                  <a:pt x="1195298" y="17809"/>
                </a:lnTo>
                <a:lnTo>
                  <a:pt x="1366055" y="17478"/>
                </a:lnTo>
                <a:lnTo>
                  <a:pt x="1366055" y="14240"/>
                </a:lnTo>
                <a:lnTo>
                  <a:pt x="1792948" y="12586"/>
                </a:lnTo>
                <a:lnTo>
                  <a:pt x="1792948" y="11345"/>
                </a:lnTo>
                <a:lnTo>
                  <a:pt x="2049083" y="9927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743" name="data_7831">
            <a:extLst>
              <a:ext uri="{FF2B5EF4-FFF2-40B4-BE49-F238E27FC236}">
                <a16:creationId xmlns:a16="http://schemas.microsoft.com/office/drawing/2014/main" id="{A87122D7-AD16-4D1F-BCB1-0AE2C3BCC872}"/>
              </a:ext>
            </a:extLst>
          </p:cNvPr>
          <p:cNvSpPr>
            <a:spLocks/>
          </p:cNvSpPr>
          <p:nvPr/>
        </p:nvSpPr>
        <p:spPr>
          <a:xfrm>
            <a:off x="1027760" y="2501236"/>
            <a:ext cx="2049083" cy="1480741"/>
          </a:xfrm>
          <a:custGeom>
            <a:avLst/>
            <a:gdLst/>
            <a:ahLst/>
            <a:cxnLst/>
            <a:rect l="0" t="0" r="0" b="0"/>
            <a:pathLst>
              <a:path w="2049083" h="1480741">
                <a:moveTo>
                  <a:pt x="0" y="1480741"/>
                </a:moveTo>
                <a:lnTo>
                  <a:pt x="170757" y="1480741"/>
                </a:lnTo>
                <a:lnTo>
                  <a:pt x="170757" y="1409092"/>
                </a:lnTo>
                <a:lnTo>
                  <a:pt x="172242" y="1409092"/>
                </a:lnTo>
                <a:lnTo>
                  <a:pt x="195151" y="1409092"/>
                </a:lnTo>
                <a:lnTo>
                  <a:pt x="195999" y="1290360"/>
                </a:lnTo>
                <a:lnTo>
                  <a:pt x="195999" y="1290360"/>
                </a:lnTo>
                <a:lnTo>
                  <a:pt x="227676" y="1290360"/>
                </a:lnTo>
                <a:lnTo>
                  <a:pt x="227676" y="1102060"/>
                </a:lnTo>
                <a:lnTo>
                  <a:pt x="228666" y="1102060"/>
                </a:lnTo>
                <a:lnTo>
                  <a:pt x="236433" y="1102060"/>
                </a:lnTo>
                <a:lnTo>
                  <a:pt x="236433" y="1085877"/>
                </a:lnTo>
                <a:lnTo>
                  <a:pt x="237575" y="1085877"/>
                </a:lnTo>
                <a:lnTo>
                  <a:pt x="256135" y="1085877"/>
                </a:lnTo>
                <a:lnTo>
                  <a:pt x="256135" y="1070690"/>
                </a:lnTo>
                <a:lnTo>
                  <a:pt x="257373" y="1070690"/>
                </a:lnTo>
                <a:lnTo>
                  <a:pt x="265622" y="1070690"/>
                </a:lnTo>
                <a:lnTo>
                  <a:pt x="265622" y="1036519"/>
                </a:lnTo>
                <a:lnTo>
                  <a:pt x="267272" y="1036519"/>
                </a:lnTo>
                <a:lnTo>
                  <a:pt x="341514" y="1036519"/>
                </a:lnTo>
                <a:lnTo>
                  <a:pt x="342999" y="789728"/>
                </a:lnTo>
                <a:lnTo>
                  <a:pt x="342999" y="789728"/>
                </a:lnTo>
                <a:lnTo>
                  <a:pt x="369973" y="789728"/>
                </a:lnTo>
                <a:lnTo>
                  <a:pt x="369973" y="769985"/>
                </a:lnTo>
                <a:lnTo>
                  <a:pt x="371211" y="769985"/>
                </a:lnTo>
                <a:lnTo>
                  <a:pt x="409817" y="769985"/>
                </a:lnTo>
                <a:lnTo>
                  <a:pt x="409817" y="728980"/>
                </a:lnTo>
                <a:lnTo>
                  <a:pt x="411568" y="728980"/>
                </a:lnTo>
                <a:lnTo>
                  <a:pt x="420325" y="728980"/>
                </a:lnTo>
                <a:lnTo>
                  <a:pt x="420325" y="719217"/>
                </a:lnTo>
                <a:lnTo>
                  <a:pt x="421695" y="719217"/>
                </a:lnTo>
                <a:lnTo>
                  <a:pt x="426892" y="719217"/>
                </a:lnTo>
                <a:lnTo>
                  <a:pt x="426892" y="681141"/>
                </a:lnTo>
                <a:lnTo>
                  <a:pt x="427635" y="681141"/>
                </a:lnTo>
                <a:lnTo>
                  <a:pt x="443968" y="681141"/>
                </a:lnTo>
                <a:lnTo>
                  <a:pt x="443968" y="666333"/>
                </a:lnTo>
                <a:lnTo>
                  <a:pt x="445453" y="666333"/>
                </a:lnTo>
                <a:lnTo>
                  <a:pt x="455352" y="666333"/>
                </a:lnTo>
                <a:lnTo>
                  <a:pt x="455352" y="592296"/>
                </a:lnTo>
                <a:lnTo>
                  <a:pt x="683028" y="592296"/>
                </a:lnTo>
                <a:lnTo>
                  <a:pt x="683028" y="296148"/>
                </a:lnTo>
                <a:lnTo>
                  <a:pt x="768406" y="296148"/>
                </a:lnTo>
                <a:lnTo>
                  <a:pt x="768406" y="259130"/>
                </a:lnTo>
                <a:lnTo>
                  <a:pt x="796866" y="259130"/>
                </a:lnTo>
                <a:lnTo>
                  <a:pt x="796866" y="252370"/>
                </a:lnTo>
                <a:lnTo>
                  <a:pt x="853785" y="252370"/>
                </a:lnTo>
                <a:lnTo>
                  <a:pt x="853785" y="211534"/>
                </a:lnTo>
                <a:lnTo>
                  <a:pt x="878178" y="211534"/>
                </a:lnTo>
                <a:lnTo>
                  <a:pt x="878178" y="148074"/>
                </a:lnTo>
                <a:lnTo>
                  <a:pt x="1024541" y="148074"/>
                </a:lnTo>
                <a:lnTo>
                  <a:pt x="1024541" y="105085"/>
                </a:lnTo>
                <a:lnTo>
                  <a:pt x="1195298" y="105085"/>
                </a:lnTo>
                <a:lnTo>
                  <a:pt x="1195298" y="74037"/>
                </a:lnTo>
                <a:lnTo>
                  <a:pt x="1707569" y="74037"/>
                </a:lnTo>
                <a:lnTo>
                  <a:pt x="1707569" y="59230"/>
                </a:lnTo>
                <a:lnTo>
                  <a:pt x="2049083" y="5923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744" name="data_7832">
            <a:extLst>
              <a:ext uri="{FF2B5EF4-FFF2-40B4-BE49-F238E27FC236}">
                <a16:creationId xmlns:a16="http://schemas.microsoft.com/office/drawing/2014/main" id="{914A2F8B-A565-4B57-B0B3-69A1F5FB9314}"/>
              </a:ext>
            </a:extLst>
          </p:cNvPr>
          <p:cNvSpPr>
            <a:spLocks/>
          </p:cNvSpPr>
          <p:nvPr/>
        </p:nvSpPr>
        <p:spPr>
          <a:xfrm>
            <a:off x="1339125" y="339391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5" name="data_7833">
            <a:extLst>
              <a:ext uri="{FF2B5EF4-FFF2-40B4-BE49-F238E27FC236}">
                <a16:creationId xmlns:a16="http://schemas.microsoft.com/office/drawing/2014/main" id="{0C74DEF1-E3DE-47CE-9674-161CCBE08499}"/>
              </a:ext>
            </a:extLst>
          </p:cNvPr>
          <p:cNvSpPr>
            <a:spLocks/>
          </p:cNvSpPr>
          <p:nvPr/>
        </p:nvSpPr>
        <p:spPr>
          <a:xfrm>
            <a:off x="1680639" y="2771959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6" name="data_7834">
            <a:extLst>
              <a:ext uri="{FF2B5EF4-FFF2-40B4-BE49-F238E27FC236}">
                <a16:creationId xmlns:a16="http://schemas.microsoft.com/office/drawing/2014/main" id="{ED5E17CE-C6E8-4AD3-BD03-BB6D4FD51D0E}"/>
              </a:ext>
            </a:extLst>
          </p:cNvPr>
          <p:cNvSpPr>
            <a:spLocks/>
          </p:cNvSpPr>
          <p:nvPr/>
        </p:nvSpPr>
        <p:spPr>
          <a:xfrm>
            <a:off x="2363666" y="2691748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7" name="data_7835">
            <a:extLst>
              <a:ext uri="{FF2B5EF4-FFF2-40B4-BE49-F238E27FC236}">
                <a16:creationId xmlns:a16="http://schemas.microsoft.com/office/drawing/2014/main" id="{4DCAF725-7259-4F83-9FB4-C04F4292588C}"/>
              </a:ext>
            </a:extLst>
          </p:cNvPr>
          <p:cNvSpPr>
            <a:spLocks/>
          </p:cNvSpPr>
          <p:nvPr/>
        </p:nvSpPr>
        <p:spPr>
          <a:xfrm>
            <a:off x="3046694" y="2677508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748" name="data_7836">
            <a:extLst>
              <a:ext uri="{FF2B5EF4-FFF2-40B4-BE49-F238E27FC236}">
                <a16:creationId xmlns:a16="http://schemas.microsoft.com/office/drawing/2014/main" id="{C9F7BEFD-6315-4736-8714-ECF8006FB72C}"/>
              </a:ext>
            </a:extLst>
          </p:cNvPr>
          <p:cNvSpPr>
            <a:spLocks/>
          </p:cNvSpPr>
          <p:nvPr/>
        </p:nvSpPr>
        <p:spPr>
          <a:xfrm>
            <a:off x="1319113" y="324080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49" name="data_7837">
            <a:extLst>
              <a:ext uri="{FF2B5EF4-FFF2-40B4-BE49-F238E27FC236}">
                <a16:creationId xmlns:a16="http://schemas.microsoft.com/office/drawing/2014/main" id="{2989C887-C021-4C91-B0FB-F4E25C867DBE}"/>
              </a:ext>
            </a:extLst>
          </p:cNvPr>
          <p:cNvSpPr>
            <a:spLocks/>
          </p:cNvSpPr>
          <p:nvPr/>
        </p:nvSpPr>
        <p:spPr>
          <a:xfrm>
            <a:off x="1660627" y="274722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50" name="data_7838">
            <a:extLst>
              <a:ext uri="{FF2B5EF4-FFF2-40B4-BE49-F238E27FC236}">
                <a16:creationId xmlns:a16="http://schemas.microsoft.com/office/drawing/2014/main" id="{B149FA5F-7EDD-4892-80A4-7F7B9210232D}"/>
              </a:ext>
            </a:extLst>
          </p:cNvPr>
          <p:cNvSpPr>
            <a:spLocks/>
          </p:cNvSpPr>
          <p:nvPr/>
        </p:nvSpPr>
        <p:spPr>
          <a:xfrm>
            <a:off x="2343654" y="252511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51" name="data_7839">
            <a:extLst>
              <a:ext uri="{FF2B5EF4-FFF2-40B4-BE49-F238E27FC236}">
                <a16:creationId xmlns:a16="http://schemas.microsoft.com/office/drawing/2014/main" id="{91558FDD-FB91-41A4-835B-FB57E7DBBDD5}"/>
              </a:ext>
            </a:extLst>
          </p:cNvPr>
          <p:cNvSpPr>
            <a:spLocks/>
          </p:cNvSpPr>
          <p:nvPr/>
        </p:nvSpPr>
        <p:spPr>
          <a:xfrm>
            <a:off x="3026682" y="245107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752" name="data_7840">
            <a:extLst>
              <a:ext uri="{FF2B5EF4-FFF2-40B4-BE49-F238E27FC236}">
                <a16:creationId xmlns:a16="http://schemas.microsoft.com/office/drawing/2014/main" id="{FE7EFADF-B2B0-41E9-9BA6-68A32A2E4294}"/>
              </a:ext>
            </a:extLst>
          </p:cNvPr>
          <p:cNvSpPr>
            <a:spLocks/>
          </p:cNvSpPr>
          <p:nvPr/>
        </p:nvSpPr>
        <p:spPr>
          <a:xfrm>
            <a:off x="3972701" y="2116243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53" name="data_7841">
            <a:extLst>
              <a:ext uri="{FF2B5EF4-FFF2-40B4-BE49-F238E27FC236}">
                <a16:creationId xmlns:a16="http://schemas.microsoft.com/office/drawing/2014/main" id="{EC3F1866-B015-4E52-8BC6-7B1E7D983AAA}"/>
              </a:ext>
            </a:extLst>
          </p:cNvPr>
          <p:cNvSpPr>
            <a:spLocks/>
          </p:cNvSpPr>
          <p:nvPr/>
        </p:nvSpPr>
        <p:spPr>
          <a:xfrm>
            <a:off x="4245913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2" y="1762082"/>
                </a:lnTo>
                <a:lnTo>
                  <a:pt x="3743" y="1747274"/>
                </a:lnTo>
                <a:lnTo>
                  <a:pt x="8183" y="1732467"/>
                </a:lnTo>
                <a:lnTo>
                  <a:pt x="13982" y="1717659"/>
                </a:lnTo>
                <a:lnTo>
                  <a:pt x="20776" y="1702852"/>
                </a:lnTo>
                <a:lnTo>
                  <a:pt x="28167" y="1688045"/>
                </a:lnTo>
                <a:lnTo>
                  <a:pt x="35759" y="1673237"/>
                </a:lnTo>
                <a:lnTo>
                  <a:pt x="43191" y="1658430"/>
                </a:lnTo>
                <a:lnTo>
                  <a:pt x="50165" y="1643622"/>
                </a:lnTo>
                <a:lnTo>
                  <a:pt x="56457" y="1628815"/>
                </a:lnTo>
                <a:lnTo>
                  <a:pt x="61926" y="1614007"/>
                </a:lnTo>
                <a:lnTo>
                  <a:pt x="66506" y="1599200"/>
                </a:lnTo>
                <a:lnTo>
                  <a:pt x="70198" y="1584393"/>
                </a:lnTo>
                <a:lnTo>
                  <a:pt x="73054" y="1569585"/>
                </a:lnTo>
                <a:lnTo>
                  <a:pt x="75160" y="1554778"/>
                </a:lnTo>
                <a:lnTo>
                  <a:pt x="76620" y="1539970"/>
                </a:lnTo>
                <a:lnTo>
                  <a:pt x="77540" y="1525163"/>
                </a:lnTo>
                <a:lnTo>
                  <a:pt x="78023" y="1510356"/>
                </a:lnTo>
                <a:lnTo>
                  <a:pt x="78159" y="1495548"/>
                </a:lnTo>
                <a:lnTo>
                  <a:pt x="78022" y="1480741"/>
                </a:lnTo>
                <a:lnTo>
                  <a:pt x="77672" y="1465933"/>
                </a:lnTo>
                <a:lnTo>
                  <a:pt x="77152" y="1451126"/>
                </a:lnTo>
                <a:lnTo>
                  <a:pt x="76494" y="1436319"/>
                </a:lnTo>
                <a:lnTo>
                  <a:pt x="75722" y="1421511"/>
                </a:lnTo>
                <a:lnTo>
                  <a:pt x="74852" y="1406704"/>
                </a:lnTo>
                <a:lnTo>
                  <a:pt x="73897" y="1391896"/>
                </a:lnTo>
                <a:lnTo>
                  <a:pt x="72867" y="1377089"/>
                </a:lnTo>
                <a:lnTo>
                  <a:pt x="71769" y="1362282"/>
                </a:lnTo>
                <a:lnTo>
                  <a:pt x="70614" y="1347474"/>
                </a:lnTo>
                <a:lnTo>
                  <a:pt x="69409" y="1332667"/>
                </a:lnTo>
                <a:lnTo>
                  <a:pt x="68167" y="1317859"/>
                </a:lnTo>
                <a:lnTo>
                  <a:pt x="66903" y="1303052"/>
                </a:lnTo>
                <a:lnTo>
                  <a:pt x="65634" y="1288245"/>
                </a:lnTo>
                <a:lnTo>
                  <a:pt x="64384" y="1273437"/>
                </a:lnTo>
                <a:lnTo>
                  <a:pt x="63177" y="1258630"/>
                </a:lnTo>
                <a:lnTo>
                  <a:pt x="62040" y="1243822"/>
                </a:lnTo>
                <a:lnTo>
                  <a:pt x="61000" y="1229015"/>
                </a:lnTo>
                <a:lnTo>
                  <a:pt x="60079" y="1214207"/>
                </a:lnTo>
                <a:lnTo>
                  <a:pt x="59288" y="1199400"/>
                </a:lnTo>
                <a:lnTo>
                  <a:pt x="58630" y="1184593"/>
                </a:lnTo>
                <a:lnTo>
                  <a:pt x="58092" y="1169785"/>
                </a:lnTo>
                <a:lnTo>
                  <a:pt x="57643" y="1154978"/>
                </a:lnTo>
                <a:lnTo>
                  <a:pt x="57239" y="1140170"/>
                </a:lnTo>
                <a:lnTo>
                  <a:pt x="56819" y="1125363"/>
                </a:lnTo>
                <a:lnTo>
                  <a:pt x="56314" y="1110556"/>
                </a:lnTo>
                <a:lnTo>
                  <a:pt x="55649" y="1095748"/>
                </a:lnTo>
                <a:lnTo>
                  <a:pt x="54754" y="1080941"/>
                </a:lnTo>
                <a:lnTo>
                  <a:pt x="53569" y="1066133"/>
                </a:lnTo>
                <a:lnTo>
                  <a:pt x="52053" y="1051326"/>
                </a:lnTo>
                <a:lnTo>
                  <a:pt x="50194" y="1036519"/>
                </a:lnTo>
                <a:lnTo>
                  <a:pt x="48017" y="1021711"/>
                </a:lnTo>
                <a:lnTo>
                  <a:pt x="45585" y="1006904"/>
                </a:lnTo>
                <a:lnTo>
                  <a:pt x="43002" y="992096"/>
                </a:lnTo>
                <a:lnTo>
                  <a:pt x="40411" y="977289"/>
                </a:lnTo>
                <a:lnTo>
                  <a:pt x="37984" y="962482"/>
                </a:lnTo>
                <a:lnTo>
                  <a:pt x="35909" y="947674"/>
                </a:lnTo>
                <a:lnTo>
                  <a:pt x="34374" y="932867"/>
                </a:lnTo>
                <a:lnTo>
                  <a:pt x="33547" y="918059"/>
                </a:lnTo>
                <a:lnTo>
                  <a:pt x="33560" y="903252"/>
                </a:lnTo>
                <a:lnTo>
                  <a:pt x="34491" y="888444"/>
                </a:lnTo>
                <a:lnTo>
                  <a:pt x="36355" y="873637"/>
                </a:lnTo>
                <a:lnTo>
                  <a:pt x="39104" y="858830"/>
                </a:lnTo>
                <a:lnTo>
                  <a:pt x="42625" y="844022"/>
                </a:lnTo>
                <a:lnTo>
                  <a:pt x="46759" y="829215"/>
                </a:lnTo>
                <a:lnTo>
                  <a:pt x="51309" y="814407"/>
                </a:lnTo>
                <a:lnTo>
                  <a:pt x="56066" y="799600"/>
                </a:lnTo>
                <a:lnTo>
                  <a:pt x="60828" y="784793"/>
                </a:lnTo>
                <a:lnTo>
                  <a:pt x="65410" y="769985"/>
                </a:lnTo>
                <a:lnTo>
                  <a:pt x="69667" y="755178"/>
                </a:lnTo>
                <a:lnTo>
                  <a:pt x="73490" y="740370"/>
                </a:lnTo>
                <a:lnTo>
                  <a:pt x="76819" y="725563"/>
                </a:lnTo>
                <a:lnTo>
                  <a:pt x="79632" y="710756"/>
                </a:lnTo>
                <a:lnTo>
                  <a:pt x="81939" y="695948"/>
                </a:lnTo>
                <a:lnTo>
                  <a:pt x="83780" y="681141"/>
                </a:lnTo>
                <a:lnTo>
                  <a:pt x="85208" y="666333"/>
                </a:lnTo>
                <a:lnTo>
                  <a:pt x="86287" y="651526"/>
                </a:lnTo>
                <a:lnTo>
                  <a:pt x="87080" y="636719"/>
                </a:lnTo>
                <a:lnTo>
                  <a:pt x="87649" y="621911"/>
                </a:lnTo>
                <a:lnTo>
                  <a:pt x="88046" y="607104"/>
                </a:lnTo>
                <a:lnTo>
                  <a:pt x="88317" y="592296"/>
                </a:lnTo>
                <a:lnTo>
                  <a:pt x="88496" y="577489"/>
                </a:lnTo>
                <a:lnTo>
                  <a:pt x="88612" y="562682"/>
                </a:lnTo>
                <a:lnTo>
                  <a:pt x="88685" y="547874"/>
                </a:lnTo>
                <a:lnTo>
                  <a:pt x="88731" y="533067"/>
                </a:lnTo>
                <a:lnTo>
                  <a:pt x="88758" y="518259"/>
                </a:lnTo>
                <a:lnTo>
                  <a:pt x="88774" y="503452"/>
                </a:lnTo>
                <a:lnTo>
                  <a:pt x="88783" y="488644"/>
                </a:lnTo>
                <a:lnTo>
                  <a:pt x="88788" y="473837"/>
                </a:lnTo>
                <a:lnTo>
                  <a:pt x="88791" y="459030"/>
                </a:lnTo>
                <a:lnTo>
                  <a:pt x="88792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7" y="459030"/>
                </a:lnTo>
                <a:lnTo>
                  <a:pt x="88799" y="473837"/>
                </a:lnTo>
                <a:lnTo>
                  <a:pt x="88804" y="488644"/>
                </a:lnTo>
                <a:lnTo>
                  <a:pt x="88814" y="503452"/>
                </a:lnTo>
                <a:lnTo>
                  <a:pt x="88829" y="518259"/>
                </a:lnTo>
                <a:lnTo>
                  <a:pt x="88857" y="533067"/>
                </a:lnTo>
                <a:lnTo>
                  <a:pt x="88902" y="547874"/>
                </a:lnTo>
                <a:lnTo>
                  <a:pt x="88975" y="562682"/>
                </a:lnTo>
                <a:lnTo>
                  <a:pt x="89091" y="577489"/>
                </a:lnTo>
                <a:lnTo>
                  <a:pt x="89271" y="592296"/>
                </a:lnTo>
                <a:lnTo>
                  <a:pt x="89541" y="607104"/>
                </a:lnTo>
                <a:lnTo>
                  <a:pt x="89938" y="621911"/>
                </a:lnTo>
                <a:lnTo>
                  <a:pt x="90507" y="636719"/>
                </a:lnTo>
                <a:lnTo>
                  <a:pt x="91300" y="651526"/>
                </a:lnTo>
                <a:lnTo>
                  <a:pt x="92379" y="666333"/>
                </a:lnTo>
                <a:lnTo>
                  <a:pt x="93808" y="681141"/>
                </a:lnTo>
                <a:lnTo>
                  <a:pt x="95648" y="695948"/>
                </a:lnTo>
                <a:lnTo>
                  <a:pt x="97956" y="710756"/>
                </a:lnTo>
                <a:lnTo>
                  <a:pt x="100768" y="725563"/>
                </a:lnTo>
                <a:lnTo>
                  <a:pt x="104097" y="740370"/>
                </a:lnTo>
                <a:lnTo>
                  <a:pt x="107921" y="755178"/>
                </a:lnTo>
                <a:lnTo>
                  <a:pt x="112177" y="769985"/>
                </a:lnTo>
                <a:lnTo>
                  <a:pt x="116760" y="784793"/>
                </a:lnTo>
                <a:lnTo>
                  <a:pt x="121521" y="799600"/>
                </a:lnTo>
                <a:lnTo>
                  <a:pt x="126279" y="814407"/>
                </a:lnTo>
                <a:lnTo>
                  <a:pt x="130829" y="829215"/>
                </a:lnTo>
                <a:lnTo>
                  <a:pt x="134962" y="844022"/>
                </a:lnTo>
                <a:lnTo>
                  <a:pt x="138483" y="858830"/>
                </a:lnTo>
                <a:lnTo>
                  <a:pt x="141232" y="873637"/>
                </a:lnTo>
                <a:lnTo>
                  <a:pt x="143097" y="888444"/>
                </a:lnTo>
                <a:lnTo>
                  <a:pt x="144027" y="903252"/>
                </a:lnTo>
                <a:lnTo>
                  <a:pt x="144040" y="918059"/>
                </a:lnTo>
                <a:lnTo>
                  <a:pt x="143213" y="932867"/>
                </a:lnTo>
                <a:lnTo>
                  <a:pt x="141678" y="947674"/>
                </a:lnTo>
                <a:lnTo>
                  <a:pt x="139603" y="962482"/>
                </a:lnTo>
                <a:lnTo>
                  <a:pt x="137176" y="977289"/>
                </a:lnTo>
                <a:lnTo>
                  <a:pt x="134585" y="992096"/>
                </a:lnTo>
                <a:lnTo>
                  <a:pt x="132002" y="1006904"/>
                </a:lnTo>
                <a:lnTo>
                  <a:pt x="129570" y="1021711"/>
                </a:lnTo>
                <a:lnTo>
                  <a:pt x="127393" y="1036519"/>
                </a:lnTo>
                <a:lnTo>
                  <a:pt x="125534" y="1051326"/>
                </a:lnTo>
                <a:lnTo>
                  <a:pt x="124018" y="1066133"/>
                </a:lnTo>
                <a:lnTo>
                  <a:pt x="122833" y="1080941"/>
                </a:lnTo>
                <a:lnTo>
                  <a:pt x="121938" y="1095748"/>
                </a:lnTo>
                <a:lnTo>
                  <a:pt x="121273" y="1110556"/>
                </a:lnTo>
                <a:lnTo>
                  <a:pt x="120768" y="1125363"/>
                </a:lnTo>
                <a:lnTo>
                  <a:pt x="120348" y="1140170"/>
                </a:lnTo>
                <a:lnTo>
                  <a:pt x="119944" y="1154978"/>
                </a:lnTo>
                <a:lnTo>
                  <a:pt x="119495" y="1169785"/>
                </a:lnTo>
                <a:lnTo>
                  <a:pt x="118957" y="1184593"/>
                </a:lnTo>
                <a:lnTo>
                  <a:pt x="118299" y="1199400"/>
                </a:lnTo>
                <a:lnTo>
                  <a:pt x="117509" y="1214207"/>
                </a:lnTo>
                <a:lnTo>
                  <a:pt x="116587" y="1229015"/>
                </a:lnTo>
                <a:lnTo>
                  <a:pt x="115547" y="1243822"/>
                </a:lnTo>
                <a:lnTo>
                  <a:pt x="114410" y="1258630"/>
                </a:lnTo>
                <a:lnTo>
                  <a:pt x="113203" y="1273437"/>
                </a:lnTo>
                <a:lnTo>
                  <a:pt x="111953" y="1288245"/>
                </a:lnTo>
                <a:lnTo>
                  <a:pt x="110684" y="1303052"/>
                </a:lnTo>
                <a:lnTo>
                  <a:pt x="109420" y="1317859"/>
                </a:lnTo>
                <a:lnTo>
                  <a:pt x="108178" y="1332667"/>
                </a:lnTo>
                <a:lnTo>
                  <a:pt x="106973" y="1347474"/>
                </a:lnTo>
                <a:lnTo>
                  <a:pt x="105818" y="1362282"/>
                </a:lnTo>
                <a:lnTo>
                  <a:pt x="104720" y="1377089"/>
                </a:lnTo>
                <a:lnTo>
                  <a:pt x="103690" y="1391896"/>
                </a:lnTo>
                <a:lnTo>
                  <a:pt x="102735" y="1406704"/>
                </a:lnTo>
                <a:lnTo>
                  <a:pt x="101865" y="1421511"/>
                </a:lnTo>
                <a:lnTo>
                  <a:pt x="101093" y="1436319"/>
                </a:lnTo>
                <a:lnTo>
                  <a:pt x="100436" y="1451126"/>
                </a:lnTo>
                <a:lnTo>
                  <a:pt x="99915" y="1465933"/>
                </a:lnTo>
                <a:lnTo>
                  <a:pt x="99565" y="1480741"/>
                </a:lnTo>
                <a:lnTo>
                  <a:pt x="99428" y="1495548"/>
                </a:lnTo>
                <a:lnTo>
                  <a:pt x="99564" y="1510356"/>
                </a:lnTo>
                <a:lnTo>
                  <a:pt x="100048" y="1525163"/>
                </a:lnTo>
                <a:lnTo>
                  <a:pt x="100968" y="1539970"/>
                </a:lnTo>
                <a:lnTo>
                  <a:pt x="102427" y="1554778"/>
                </a:lnTo>
                <a:lnTo>
                  <a:pt x="104533" y="1569585"/>
                </a:lnTo>
                <a:lnTo>
                  <a:pt x="107389" y="1584393"/>
                </a:lnTo>
                <a:lnTo>
                  <a:pt x="111081" y="1599200"/>
                </a:lnTo>
                <a:lnTo>
                  <a:pt x="115661" y="1614007"/>
                </a:lnTo>
                <a:lnTo>
                  <a:pt x="121130" y="1628815"/>
                </a:lnTo>
                <a:lnTo>
                  <a:pt x="127422" y="1643622"/>
                </a:lnTo>
                <a:lnTo>
                  <a:pt x="134396" y="1658430"/>
                </a:lnTo>
                <a:lnTo>
                  <a:pt x="141829" y="1673237"/>
                </a:lnTo>
                <a:lnTo>
                  <a:pt x="149420" y="1688045"/>
                </a:lnTo>
                <a:lnTo>
                  <a:pt x="156811" y="1702852"/>
                </a:lnTo>
                <a:lnTo>
                  <a:pt x="163605" y="1717659"/>
                </a:lnTo>
                <a:lnTo>
                  <a:pt x="169404" y="1732467"/>
                </a:lnTo>
                <a:lnTo>
                  <a:pt x="173844" y="1747274"/>
                </a:lnTo>
                <a:lnTo>
                  <a:pt x="176635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4" name="data_7842">
            <a:extLst>
              <a:ext uri="{FF2B5EF4-FFF2-40B4-BE49-F238E27FC236}">
                <a16:creationId xmlns:a16="http://schemas.microsoft.com/office/drawing/2014/main" id="{D8189EFA-267C-44C7-B6A0-34B512D2FB01}"/>
              </a:ext>
            </a:extLst>
          </p:cNvPr>
          <p:cNvSpPr>
            <a:spLocks/>
          </p:cNvSpPr>
          <p:nvPr/>
        </p:nvSpPr>
        <p:spPr>
          <a:xfrm>
            <a:off x="4587426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45975" y="1776889"/>
                </a:moveTo>
                <a:lnTo>
                  <a:pt x="31612" y="1776889"/>
                </a:lnTo>
                <a:lnTo>
                  <a:pt x="32213" y="1762082"/>
                </a:lnTo>
                <a:lnTo>
                  <a:pt x="33975" y="1747274"/>
                </a:lnTo>
                <a:lnTo>
                  <a:pt x="36781" y="1732467"/>
                </a:lnTo>
                <a:lnTo>
                  <a:pt x="40448" y="1717659"/>
                </a:lnTo>
                <a:lnTo>
                  <a:pt x="44749" y="1702852"/>
                </a:lnTo>
                <a:lnTo>
                  <a:pt x="49435" y="1688045"/>
                </a:lnTo>
                <a:lnTo>
                  <a:pt x="54258" y="1673237"/>
                </a:lnTo>
                <a:lnTo>
                  <a:pt x="58991" y="1658430"/>
                </a:lnTo>
                <a:lnTo>
                  <a:pt x="63444" y="1643622"/>
                </a:lnTo>
                <a:lnTo>
                  <a:pt x="67474" y="1628815"/>
                </a:lnTo>
                <a:lnTo>
                  <a:pt x="70989" y="1614007"/>
                </a:lnTo>
                <a:lnTo>
                  <a:pt x="73945" y="1599200"/>
                </a:lnTo>
                <a:lnTo>
                  <a:pt x="76337" y="1584393"/>
                </a:lnTo>
                <a:lnTo>
                  <a:pt x="78194" y="1569585"/>
                </a:lnTo>
                <a:lnTo>
                  <a:pt x="79563" y="1554778"/>
                </a:lnTo>
                <a:lnTo>
                  <a:pt x="80506" y="1539970"/>
                </a:lnTo>
                <a:lnTo>
                  <a:pt x="81085" y="1525163"/>
                </a:lnTo>
                <a:lnTo>
                  <a:pt x="81358" y="1510356"/>
                </a:lnTo>
                <a:lnTo>
                  <a:pt x="81381" y="1495548"/>
                </a:lnTo>
                <a:lnTo>
                  <a:pt x="81195" y="1480741"/>
                </a:lnTo>
                <a:lnTo>
                  <a:pt x="80838" y="1465933"/>
                </a:lnTo>
                <a:lnTo>
                  <a:pt x="80338" y="1451126"/>
                </a:lnTo>
                <a:lnTo>
                  <a:pt x="79719" y="1436319"/>
                </a:lnTo>
                <a:lnTo>
                  <a:pt x="78998" y="1421511"/>
                </a:lnTo>
                <a:lnTo>
                  <a:pt x="78194" y="1406704"/>
                </a:lnTo>
                <a:lnTo>
                  <a:pt x="77321" y="1391896"/>
                </a:lnTo>
                <a:lnTo>
                  <a:pt x="76395" y="1377089"/>
                </a:lnTo>
                <a:lnTo>
                  <a:pt x="75429" y="1362282"/>
                </a:lnTo>
                <a:lnTo>
                  <a:pt x="74438" y="1347474"/>
                </a:lnTo>
                <a:lnTo>
                  <a:pt x="73437" y="1332667"/>
                </a:lnTo>
                <a:lnTo>
                  <a:pt x="72442" y="1317859"/>
                </a:lnTo>
                <a:lnTo>
                  <a:pt x="71470" y="1303052"/>
                </a:lnTo>
                <a:lnTo>
                  <a:pt x="70542" y="1288245"/>
                </a:lnTo>
                <a:lnTo>
                  <a:pt x="69680" y="1273437"/>
                </a:lnTo>
                <a:lnTo>
                  <a:pt x="68907" y="1258630"/>
                </a:lnTo>
                <a:lnTo>
                  <a:pt x="68248" y="1243822"/>
                </a:lnTo>
                <a:lnTo>
                  <a:pt x="67723" y="1229015"/>
                </a:lnTo>
                <a:lnTo>
                  <a:pt x="67350" y="1214207"/>
                </a:lnTo>
                <a:lnTo>
                  <a:pt x="67135" y="1199400"/>
                </a:lnTo>
                <a:lnTo>
                  <a:pt x="67072" y="1184593"/>
                </a:lnTo>
                <a:lnTo>
                  <a:pt x="67144" y="1169785"/>
                </a:lnTo>
                <a:lnTo>
                  <a:pt x="67315" y="1154978"/>
                </a:lnTo>
                <a:lnTo>
                  <a:pt x="67535" y="1140170"/>
                </a:lnTo>
                <a:lnTo>
                  <a:pt x="67743" y="1125363"/>
                </a:lnTo>
                <a:lnTo>
                  <a:pt x="67868" y="1110556"/>
                </a:lnTo>
                <a:lnTo>
                  <a:pt x="67835" y="1095748"/>
                </a:lnTo>
                <a:lnTo>
                  <a:pt x="67574" y="1080941"/>
                </a:lnTo>
                <a:lnTo>
                  <a:pt x="67024" y="1066133"/>
                </a:lnTo>
                <a:lnTo>
                  <a:pt x="66142" y="1051326"/>
                </a:lnTo>
                <a:lnTo>
                  <a:pt x="64907" y="1036519"/>
                </a:lnTo>
                <a:lnTo>
                  <a:pt x="63328" y="1021711"/>
                </a:lnTo>
                <a:lnTo>
                  <a:pt x="61444" y="1006904"/>
                </a:lnTo>
                <a:lnTo>
                  <a:pt x="59327" y="992096"/>
                </a:lnTo>
                <a:lnTo>
                  <a:pt x="57079" y="977289"/>
                </a:lnTo>
                <a:lnTo>
                  <a:pt x="54823" y="962482"/>
                </a:lnTo>
                <a:lnTo>
                  <a:pt x="52699" y="947674"/>
                </a:lnTo>
                <a:lnTo>
                  <a:pt x="50845" y="932867"/>
                </a:lnTo>
                <a:lnTo>
                  <a:pt x="49391" y="918059"/>
                </a:lnTo>
                <a:lnTo>
                  <a:pt x="48440" y="903252"/>
                </a:lnTo>
                <a:lnTo>
                  <a:pt x="48060" y="888444"/>
                </a:lnTo>
                <a:lnTo>
                  <a:pt x="48275" y="873637"/>
                </a:lnTo>
                <a:lnTo>
                  <a:pt x="49063" y="858830"/>
                </a:lnTo>
                <a:lnTo>
                  <a:pt x="50355" y="844022"/>
                </a:lnTo>
                <a:lnTo>
                  <a:pt x="52045" y="829215"/>
                </a:lnTo>
                <a:lnTo>
                  <a:pt x="54000" y="814407"/>
                </a:lnTo>
                <a:lnTo>
                  <a:pt x="56071" y="799600"/>
                </a:lnTo>
                <a:lnTo>
                  <a:pt x="58109" y="784793"/>
                </a:lnTo>
                <a:lnTo>
                  <a:pt x="59981" y="769985"/>
                </a:lnTo>
                <a:lnTo>
                  <a:pt x="61573" y="755178"/>
                </a:lnTo>
                <a:lnTo>
                  <a:pt x="62807" y="740370"/>
                </a:lnTo>
                <a:lnTo>
                  <a:pt x="63642" y="725563"/>
                </a:lnTo>
                <a:lnTo>
                  <a:pt x="64073" y="710756"/>
                </a:lnTo>
                <a:lnTo>
                  <a:pt x="64132" y="695948"/>
                </a:lnTo>
                <a:lnTo>
                  <a:pt x="63881" y="681141"/>
                </a:lnTo>
                <a:lnTo>
                  <a:pt x="63403" y="666333"/>
                </a:lnTo>
                <a:lnTo>
                  <a:pt x="62796" y="651526"/>
                </a:lnTo>
                <a:lnTo>
                  <a:pt x="62160" y="636719"/>
                </a:lnTo>
                <a:lnTo>
                  <a:pt x="61588" y="621911"/>
                </a:lnTo>
                <a:lnTo>
                  <a:pt x="61160" y="607104"/>
                </a:lnTo>
                <a:lnTo>
                  <a:pt x="60934" y="592296"/>
                </a:lnTo>
                <a:lnTo>
                  <a:pt x="60944" y="577489"/>
                </a:lnTo>
                <a:lnTo>
                  <a:pt x="61198" y="562682"/>
                </a:lnTo>
                <a:lnTo>
                  <a:pt x="61683" y="547874"/>
                </a:lnTo>
                <a:lnTo>
                  <a:pt x="62370" y="533067"/>
                </a:lnTo>
                <a:lnTo>
                  <a:pt x="63218" y="518259"/>
                </a:lnTo>
                <a:lnTo>
                  <a:pt x="64179" y="503452"/>
                </a:lnTo>
                <a:lnTo>
                  <a:pt x="65210" y="488644"/>
                </a:lnTo>
                <a:lnTo>
                  <a:pt x="66273" y="473837"/>
                </a:lnTo>
                <a:lnTo>
                  <a:pt x="67337" y="459030"/>
                </a:lnTo>
                <a:lnTo>
                  <a:pt x="68381" y="444222"/>
                </a:lnTo>
                <a:lnTo>
                  <a:pt x="69393" y="429415"/>
                </a:lnTo>
                <a:lnTo>
                  <a:pt x="70367" y="414607"/>
                </a:lnTo>
                <a:lnTo>
                  <a:pt x="71301" y="399800"/>
                </a:lnTo>
                <a:lnTo>
                  <a:pt x="72193" y="384993"/>
                </a:lnTo>
                <a:lnTo>
                  <a:pt x="73040" y="370185"/>
                </a:lnTo>
                <a:lnTo>
                  <a:pt x="73836" y="355378"/>
                </a:lnTo>
                <a:lnTo>
                  <a:pt x="74568" y="340570"/>
                </a:lnTo>
                <a:lnTo>
                  <a:pt x="75216" y="325763"/>
                </a:lnTo>
                <a:lnTo>
                  <a:pt x="75752" y="310956"/>
                </a:lnTo>
                <a:lnTo>
                  <a:pt x="76137" y="296148"/>
                </a:lnTo>
                <a:lnTo>
                  <a:pt x="76322" y="281341"/>
                </a:lnTo>
                <a:lnTo>
                  <a:pt x="76241" y="266533"/>
                </a:lnTo>
                <a:lnTo>
                  <a:pt x="75817" y="251726"/>
                </a:lnTo>
                <a:lnTo>
                  <a:pt x="74960" y="236919"/>
                </a:lnTo>
                <a:lnTo>
                  <a:pt x="73568" y="222111"/>
                </a:lnTo>
                <a:lnTo>
                  <a:pt x="71536" y="207304"/>
                </a:lnTo>
                <a:lnTo>
                  <a:pt x="68764" y="192496"/>
                </a:lnTo>
                <a:lnTo>
                  <a:pt x="65170" y="177689"/>
                </a:lnTo>
                <a:lnTo>
                  <a:pt x="60704" y="162881"/>
                </a:lnTo>
                <a:lnTo>
                  <a:pt x="55365" y="148074"/>
                </a:lnTo>
                <a:lnTo>
                  <a:pt x="49214" y="133267"/>
                </a:lnTo>
                <a:lnTo>
                  <a:pt x="42391" y="118459"/>
                </a:lnTo>
                <a:lnTo>
                  <a:pt x="35112" y="103652"/>
                </a:lnTo>
                <a:lnTo>
                  <a:pt x="27670" y="88844"/>
                </a:lnTo>
                <a:lnTo>
                  <a:pt x="20418" y="74037"/>
                </a:lnTo>
                <a:lnTo>
                  <a:pt x="13747" y="59230"/>
                </a:lnTo>
                <a:lnTo>
                  <a:pt x="8048" y="44422"/>
                </a:lnTo>
                <a:lnTo>
                  <a:pt x="3682" y="29615"/>
                </a:lnTo>
                <a:lnTo>
                  <a:pt x="937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51" y="14807"/>
                </a:lnTo>
                <a:lnTo>
                  <a:pt x="173905" y="29615"/>
                </a:lnTo>
                <a:lnTo>
                  <a:pt x="169539" y="44422"/>
                </a:lnTo>
                <a:lnTo>
                  <a:pt x="163841" y="59230"/>
                </a:lnTo>
                <a:lnTo>
                  <a:pt x="157169" y="74037"/>
                </a:lnTo>
                <a:lnTo>
                  <a:pt x="149917" y="88844"/>
                </a:lnTo>
                <a:lnTo>
                  <a:pt x="142475" y="103652"/>
                </a:lnTo>
                <a:lnTo>
                  <a:pt x="135196" y="118459"/>
                </a:lnTo>
                <a:lnTo>
                  <a:pt x="128373" y="133267"/>
                </a:lnTo>
                <a:lnTo>
                  <a:pt x="122222" y="148074"/>
                </a:lnTo>
                <a:lnTo>
                  <a:pt x="116883" y="162881"/>
                </a:lnTo>
                <a:lnTo>
                  <a:pt x="112417" y="177689"/>
                </a:lnTo>
                <a:lnTo>
                  <a:pt x="108823" y="192496"/>
                </a:lnTo>
                <a:lnTo>
                  <a:pt x="106051" y="207304"/>
                </a:lnTo>
                <a:lnTo>
                  <a:pt x="104019" y="222111"/>
                </a:lnTo>
                <a:lnTo>
                  <a:pt x="102627" y="236919"/>
                </a:lnTo>
                <a:lnTo>
                  <a:pt x="101770" y="251726"/>
                </a:lnTo>
                <a:lnTo>
                  <a:pt x="101346" y="266533"/>
                </a:lnTo>
                <a:lnTo>
                  <a:pt x="101266" y="281341"/>
                </a:lnTo>
                <a:lnTo>
                  <a:pt x="101450" y="296148"/>
                </a:lnTo>
                <a:lnTo>
                  <a:pt x="101836" y="310956"/>
                </a:lnTo>
                <a:lnTo>
                  <a:pt x="102372" y="325763"/>
                </a:lnTo>
                <a:lnTo>
                  <a:pt x="103020" y="340570"/>
                </a:lnTo>
                <a:lnTo>
                  <a:pt x="103751" y="355378"/>
                </a:lnTo>
                <a:lnTo>
                  <a:pt x="104547" y="370185"/>
                </a:lnTo>
                <a:lnTo>
                  <a:pt x="105394" y="384993"/>
                </a:lnTo>
                <a:lnTo>
                  <a:pt x="106286" y="399800"/>
                </a:lnTo>
                <a:lnTo>
                  <a:pt x="107220" y="414607"/>
                </a:lnTo>
                <a:lnTo>
                  <a:pt x="108194" y="429415"/>
                </a:lnTo>
                <a:lnTo>
                  <a:pt x="109206" y="444222"/>
                </a:lnTo>
                <a:lnTo>
                  <a:pt x="110250" y="459030"/>
                </a:lnTo>
                <a:lnTo>
                  <a:pt x="111314" y="473837"/>
                </a:lnTo>
                <a:lnTo>
                  <a:pt x="112377" y="488644"/>
                </a:lnTo>
                <a:lnTo>
                  <a:pt x="113408" y="503452"/>
                </a:lnTo>
                <a:lnTo>
                  <a:pt x="114370" y="518259"/>
                </a:lnTo>
                <a:lnTo>
                  <a:pt x="115217" y="533067"/>
                </a:lnTo>
                <a:lnTo>
                  <a:pt x="115904" y="547874"/>
                </a:lnTo>
                <a:lnTo>
                  <a:pt x="116390" y="562682"/>
                </a:lnTo>
                <a:lnTo>
                  <a:pt x="116644" y="577489"/>
                </a:lnTo>
                <a:lnTo>
                  <a:pt x="116653" y="592296"/>
                </a:lnTo>
                <a:lnTo>
                  <a:pt x="116427" y="607104"/>
                </a:lnTo>
                <a:lnTo>
                  <a:pt x="115999" y="621911"/>
                </a:lnTo>
                <a:lnTo>
                  <a:pt x="115428" y="636719"/>
                </a:lnTo>
                <a:lnTo>
                  <a:pt x="114791" y="651526"/>
                </a:lnTo>
                <a:lnTo>
                  <a:pt x="114184" y="666333"/>
                </a:lnTo>
                <a:lnTo>
                  <a:pt x="113706" y="681141"/>
                </a:lnTo>
                <a:lnTo>
                  <a:pt x="113455" y="695948"/>
                </a:lnTo>
                <a:lnTo>
                  <a:pt x="113514" y="710756"/>
                </a:lnTo>
                <a:lnTo>
                  <a:pt x="113945" y="725563"/>
                </a:lnTo>
                <a:lnTo>
                  <a:pt x="114780" y="740370"/>
                </a:lnTo>
                <a:lnTo>
                  <a:pt x="116014" y="755178"/>
                </a:lnTo>
                <a:lnTo>
                  <a:pt x="117607" y="769985"/>
                </a:lnTo>
                <a:lnTo>
                  <a:pt x="119478" y="784793"/>
                </a:lnTo>
                <a:lnTo>
                  <a:pt x="121517" y="799600"/>
                </a:lnTo>
                <a:lnTo>
                  <a:pt x="123587" y="814407"/>
                </a:lnTo>
                <a:lnTo>
                  <a:pt x="125542" y="829215"/>
                </a:lnTo>
                <a:lnTo>
                  <a:pt x="127232" y="844022"/>
                </a:lnTo>
                <a:lnTo>
                  <a:pt x="128524" y="858830"/>
                </a:lnTo>
                <a:lnTo>
                  <a:pt x="129312" y="873637"/>
                </a:lnTo>
                <a:lnTo>
                  <a:pt x="129527" y="888444"/>
                </a:lnTo>
                <a:lnTo>
                  <a:pt x="129147" y="903252"/>
                </a:lnTo>
                <a:lnTo>
                  <a:pt x="128196" y="918059"/>
                </a:lnTo>
                <a:lnTo>
                  <a:pt x="126742" y="932867"/>
                </a:lnTo>
                <a:lnTo>
                  <a:pt x="124889" y="947674"/>
                </a:lnTo>
                <a:lnTo>
                  <a:pt x="122764" y="962482"/>
                </a:lnTo>
                <a:lnTo>
                  <a:pt x="120509" y="977289"/>
                </a:lnTo>
                <a:lnTo>
                  <a:pt x="118260" y="992096"/>
                </a:lnTo>
                <a:lnTo>
                  <a:pt x="116143" y="1006904"/>
                </a:lnTo>
                <a:lnTo>
                  <a:pt x="114259" y="1021711"/>
                </a:lnTo>
                <a:lnTo>
                  <a:pt x="112680" y="1036519"/>
                </a:lnTo>
                <a:lnTo>
                  <a:pt x="111445" y="1051326"/>
                </a:lnTo>
                <a:lnTo>
                  <a:pt x="110563" y="1066133"/>
                </a:lnTo>
                <a:lnTo>
                  <a:pt x="110013" y="1080941"/>
                </a:lnTo>
                <a:lnTo>
                  <a:pt x="109752" y="1095748"/>
                </a:lnTo>
                <a:lnTo>
                  <a:pt x="109719" y="1110556"/>
                </a:lnTo>
                <a:lnTo>
                  <a:pt x="109844" y="1125363"/>
                </a:lnTo>
                <a:lnTo>
                  <a:pt x="110052" y="1140170"/>
                </a:lnTo>
                <a:lnTo>
                  <a:pt x="110272" y="1154978"/>
                </a:lnTo>
                <a:lnTo>
                  <a:pt x="110443" y="1169785"/>
                </a:lnTo>
                <a:lnTo>
                  <a:pt x="110515" y="1184593"/>
                </a:lnTo>
                <a:lnTo>
                  <a:pt x="110453" y="1199400"/>
                </a:lnTo>
                <a:lnTo>
                  <a:pt x="110237" y="1214207"/>
                </a:lnTo>
                <a:lnTo>
                  <a:pt x="109864" y="1229015"/>
                </a:lnTo>
                <a:lnTo>
                  <a:pt x="109339" y="1243822"/>
                </a:lnTo>
                <a:lnTo>
                  <a:pt x="108680" y="1258630"/>
                </a:lnTo>
                <a:lnTo>
                  <a:pt x="107907" y="1273437"/>
                </a:lnTo>
                <a:lnTo>
                  <a:pt x="107045" y="1288245"/>
                </a:lnTo>
                <a:lnTo>
                  <a:pt x="106117" y="1303052"/>
                </a:lnTo>
                <a:lnTo>
                  <a:pt x="105145" y="1317859"/>
                </a:lnTo>
                <a:lnTo>
                  <a:pt x="104150" y="1332667"/>
                </a:lnTo>
                <a:lnTo>
                  <a:pt x="103149" y="1347474"/>
                </a:lnTo>
                <a:lnTo>
                  <a:pt x="102158" y="1362282"/>
                </a:lnTo>
                <a:lnTo>
                  <a:pt x="101193" y="1377089"/>
                </a:lnTo>
                <a:lnTo>
                  <a:pt x="100266" y="1391896"/>
                </a:lnTo>
                <a:lnTo>
                  <a:pt x="99393" y="1406704"/>
                </a:lnTo>
                <a:lnTo>
                  <a:pt x="98589" y="1421511"/>
                </a:lnTo>
                <a:lnTo>
                  <a:pt x="97869" y="1436319"/>
                </a:lnTo>
                <a:lnTo>
                  <a:pt x="97249" y="1451126"/>
                </a:lnTo>
                <a:lnTo>
                  <a:pt x="96749" y="1465933"/>
                </a:lnTo>
                <a:lnTo>
                  <a:pt x="96392" y="1480741"/>
                </a:lnTo>
                <a:lnTo>
                  <a:pt x="96207" y="1495548"/>
                </a:lnTo>
                <a:lnTo>
                  <a:pt x="96229" y="1510356"/>
                </a:lnTo>
                <a:lnTo>
                  <a:pt x="96503" y="1525163"/>
                </a:lnTo>
                <a:lnTo>
                  <a:pt x="97081" y="1539970"/>
                </a:lnTo>
                <a:lnTo>
                  <a:pt x="98024" y="1554778"/>
                </a:lnTo>
                <a:lnTo>
                  <a:pt x="99393" y="1569585"/>
                </a:lnTo>
                <a:lnTo>
                  <a:pt x="101250" y="1584393"/>
                </a:lnTo>
                <a:lnTo>
                  <a:pt x="103642" y="1599200"/>
                </a:lnTo>
                <a:lnTo>
                  <a:pt x="106598" y="1614007"/>
                </a:lnTo>
                <a:lnTo>
                  <a:pt x="110113" y="1628815"/>
                </a:lnTo>
                <a:lnTo>
                  <a:pt x="114144" y="1643622"/>
                </a:lnTo>
                <a:lnTo>
                  <a:pt x="118596" y="1658430"/>
                </a:lnTo>
                <a:lnTo>
                  <a:pt x="123329" y="1673237"/>
                </a:lnTo>
                <a:lnTo>
                  <a:pt x="128152" y="1688045"/>
                </a:lnTo>
                <a:lnTo>
                  <a:pt x="132838" y="1702852"/>
                </a:lnTo>
                <a:lnTo>
                  <a:pt x="137140" y="1717659"/>
                </a:lnTo>
                <a:lnTo>
                  <a:pt x="140806" y="1732467"/>
                </a:lnTo>
                <a:lnTo>
                  <a:pt x="143612" y="1747274"/>
                </a:lnTo>
                <a:lnTo>
                  <a:pt x="145374" y="1762082"/>
                </a:lnTo>
                <a:lnTo>
                  <a:pt x="145975" y="1776889"/>
                </a:lnTo>
                <a:lnTo>
                  <a:pt x="145975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5" name="data_7843">
            <a:extLst>
              <a:ext uri="{FF2B5EF4-FFF2-40B4-BE49-F238E27FC236}">
                <a16:creationId xmlns:a16="http://schemas.microsoft.com/office/drawing/2014/main" id="{896E6D3B-46A5-49AE-B322-C53E5F5FE12B}"/>
              </a:ext>
            </a:extLst>
          </p:cNvPr>
          <p:cNvSpPr>
            <a:spLocks/>
          </p:cNvSpPr>
          <p:nvPr/>
        </p:nvSpPr>
        <p:spPr>
          <a:xfrm>
            <a:off x="5270454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23036" y="1776889"/>
                </a:moveTo>
                <a:lnTo>
                  <a:pt x="54551" y="1776889"/>
                </a:lnTo>
                <a:lnTo>
                  <a:pt x="54907" y="1762082"/>
                </a:lnTo>
                <a:lnTo>
                  <a:pt x="55950" y="1747274"/>
                </a:lnTo>
                <a:lnTo>
                  <a:pt x="57612" y="1732467"/>
                </a:lnTo>
                <a:lnTo>
                  <a:pt x="59783" y="1717659"/>
                </a:lnTo>
                <a:lnTo>
                  <a:pt x="62331" y="1702852"/>
                </a:lnTo>
                <a:lnTo>
                  <a:pt x="65106" y="1688045"/>
                </a:lnTo>
                <a:lnTo>
                  <a:pt x="67962" y="1673237"/>
                </a:lnTo>
                <a:lnTo>
                  <a:pt x="70765" y="1658430"/>
                </a:lnTo>
                <a:lnTo>
                  <a:pt x="73402" y="1643622"/>
                </a:lnTo>
                <a:lnTo>
                  <a:pt x="75788" y="1628815"/>
                </a:lnTo>
                <a:lnTo>
                  <a:pt x="77868" y="1614007"/>
                </a:lnTo>
                <a:lnTo>
                  <a:pt x="79617" y="1599200"/>
                </a:lnTo>
                <a:lnTo>
                  <a:pt x="81033" y="1584393"/>
                </a:lnTo>
                <a:lnTo>
                  <a:pt x="82132" y="1569585"/>
                </a:lnTo>
                <a:lnTo>
                  <a:pt x="82944" y="1554778"/>
                </a:lnTo>
                <a:lnTo>
                  <a:pt x="83505" y="1539970"/>
                </a:lnTo>
                <a:lnTo>
                  <a:pt x="83854" y="1525163"/>
                </a:lnTo>
                <a:lnTo>
                  <a:pt x="84028" y="1510356"/>
                </a:lnTo>
                <a:lnTo>
                  <a:pt x="84057" y="1495548"/>
                </a:lnTo>
                <a:lnTo>
                  <a:pt x="83971" y="1480741"/>
                </a:lnTo>
                <a:lnTo>
                  <a:pt x="83791" y="1465933"/>
                </a:lnTo>
                <a:lnTo>
                  <a:pt x="83536" y="1451126"/>
                </a:lnTo>
                <a:lnTo>
                  <a:pt x="83221" y="1436319"/>
                </a:lnTo>
                <a:lnTo>
                  <a:pt x="82859" y="1421511"/>
                </a:lnTo>
                <a:lnTo>
                  <a:pt x="82462" y="1406704"/>
                </a:lnTo>
                <a:lnTo>
                  <a:pt x="82041" y="1391896"/>
                </a:lnTo>
                <a:lnTo>
                  <a:pt x="81607" y="1377089"/>
                </a:lnTo>
                <a:lnTo>
                  <a:pt x="81170" y="1362282"/>
                </a:lnTo>
                <a:lnTo>
                  <a:pt x="80739" y="1347474"/>
                </a:lnTo>
                <a:lnTo>
                  <a:pt x="80323" y="1332667"/>
                </a:lnTo>
                <a:lnTo>
                  <a:pt x="79930" y="1317859"/>
                </a:lnTo>
                <a:lnTo>
                  <a:pt x="79566" y="1303052"/>
                </a:lnTo>
                <a:lnTo>
                  <a:pt x="79238" y="1288245"/>
                </a:lnTo>
                <a:lnTo>
                  <a:pt x="78951" y="1273437"/>
                </a:lnTo>
                <a:lnTo>
                  <a:pt x="78709" y="1258630"/>
                </a:lnTo>
                <a:lnTo>
                  <a:pt x="78517" y="1243822"/>
                </a:lnTo>
                <a:lnTo>
                  <a:pt x="78376" y="1229015"/>
                </a:lnTo>
                <a:lnTo>
                  <a:pt x="78286" y="1214207"/>
                </a:lnTo>
                <a:lnTo>
                  <a:pt x="78244" y="1199400"/>
                </a:lnTo>
                <a:lnTo>
                  <a:pt x="78244" y="1184593"/>
                </a:lnTo>
                <a:lnTo>
                  <a:pt x="78273" y="1169785"/>
                </a:lnTo>
                <a:lnTo>
                  <a:pt x="78313" y="1154978"/>
                </a:lnTo>
                <a:lnTo>
                  <a:pt x="78344" y="1140170"/>
                </a:lnTo>
                <a:lnTo>
                  <a:pt x="78339" y="1125363"/>
                </a:lnTo>
                <a:lnTo>
                  <a:pt x="78268" y="1110556"/>
                </a:lnTo>
                <a:lnTo>
                  <a:pt x="78101" y="1095748"/>
                </a:lnTo>
                <a:lnTo>
                  <a:pt x="77808" y="1080941"/>
                </a:lnTo>
                <a:lnTo>
                  <a:pt x="77364" y="1066133"/>
                </a:lnTo>
                <a:lnTo>
                  <a:pt x="76753" y="1051326"/>
                </a:lnTo>
                <a:lnTo>
                  <a:pt x="75967" y="1036519"/>
                </a:lnTo>
                <a:lnTo>
                  <a:pt x="75012" y="1021711"/>
                </a:lnTo>
                <a:lnTo>
                  <a:pt x="73909" y="1006904"/>
                </a:lnTo>
                <a:lnTo>
                  <a:pt x="72697" y="992096"/>
                </a:lnTo>
                <a:lnTo>
                  <a:pt x="71426" y="977289"/>
                </a:lnTo>
                <a:lnTo>
                  <a:pt x="70161" y="962482"/>
                </a:lnTo>
                <a:lnTo>
                  <a:pt x="68972" y="947674"/>
                </a:lnTo>
                <a:lnTo>
                  <a:pt x="67931" y="932867"/>
                </a:lnTo>
                <a:lnTo>
                  <a:pt x="67104" y="918059"/>
                </a:lnTo>
                <a:lnTo>
                  <a:pt x="66542" y="903252"/>
                </a:lnTo>
                <a:lnTo>
                  <a:pt x="66278" y="888444"/>
                </a:lnTo>
                <a:lnTo>
                  <a:pt x="66321" y="873637"/>
                </a:lnTo>
                <a:lnTo>
                  <a:pt x="66655" y="858830"/>
                </a:lnTo>
                <a:lnTo>
                  <a:pt x="67240" y="844022"/>
                </a:lnTo>
                <a:lnTo>
                  <a:pt x="68015" y="829215"/>
                </a:lnTo>
                <a:lnTo>
                  <a:pt x="68906" y="814407"/>
                </a:lnTo>
                <a:lnTo>
                  <a:pt x="69830" y="799600"/>
                </a:lnTo>
                <a:lnTo>
                  <a:pt x="70707" y="784793"/>
                </a:lnTo>
                <a:lnTo>
                  <a:pt x="71465" y="769985"/>
                </a:lnTo>
                <a:lnTo>
                  <a:pt x="72047" y="755178"/>
                </a:lnTo>
                <a:lnTo>
                  <a:pt x="72416" y="740370"/>
                </a:lnTo>
                <a:lnTo>
                  <a:pt x="72557" y="725563"/>
                </a:lnTo>
                <a:lnTo>
                  <a:pt x="72477" y="710756"/>
                </a:lnTo>
                <a:lnTo>
                  <a:pt x="72205" y="695948"/>
                </a:lnTo>
                <a:lnTo>
                  <a:pt x="71790" y="681141"/>
                </a:lnTo>
                <a:lnTo>
                  <a:pt x="71290" y="666333"/>
                </a:lnTo>
                <a:lnTo>
                  <a:pt x="70774" y="651526"/>
                </a:lnTo>
                <a:lnTo>
                  <a:pt x="70310" y="636719"/>
                </a:lnTo>
                <a:lnTo>
                  <a:pt x="69961" y="621911"/>
                </a:lnTo>
                <a:lnTo>
                  <a:pt x="69778" y="607104"/>
                </a:lnTo>
                <a:lnTo>
                  <a:pt x="69796" y="592296"/>
                </a:lnTo>
                <a:lnTo>
                  <a:pt x="70034" y="577489"/>
                </a:lnTo>
                <a:lnTo>
                  <a:pt x="70489" y="562682"/>
                </a:lnTo>
                <a:lnTo>
                  <a:pt x="71144" y="547874"/>
                </a:lnTo>
                <a:lnTo>
                  <a:pt x="71966" y="533067"/>
                </a:lnTo>
                <a:lnTo>
                  <a:pt x="72914" y="518259"/>
                </a:lnTo>
                <a:lnTo>
                  <a:pt x="73942" y="503452"/>
                </a:lnTo>
                <a:lnTo>
                  <a:pt x="75004" y="488644"/>
                </a:lnTo>
                <a:lnTo>
                  <a:pt x="76058" y="473837"/>
                </a:lnTo>
                <a:lnTo>
                  <a:pt x="77068" y="459030"/>
                </a:lnTo>
                <a:lnTo>
                  <a:pt x="78008" y="444222"/>
                </a:lnTo>
                <a:lnTo>
                  <a:pt x="78857" y="429415"/>
                </a:lnTo>
                <a:lnTo>
                  <a:pt x="79605" y="414607"/>
                </a:lnTo>
                <a:lnTo>
                  <a:pt x="80245" y="399800"/>
                </a:lnTo>
                <a:lnTo>
                  <a:pt x="80776" y="384993"/>
                </a:lnTo>
                <a:lnTo>
                  <a:pt x="81198" y="370185"/>
                </a:lnTo>
                <a:lnTo>
                  <a:pt x="81511" y="355378"/>
                </a:lnTo>
                <a:lnTo>
                  <a:pt x="81713" y="340570"/>
                </a:lnTo>
                <a:lnTo>
                  <a:pt x="81799" y="325763"/>
                </a:lnTo>
                <a:lnTo>
                  <a:pt x="81755" y="310956"/>
                </a:lnTo>
                <a:lnTo>
                  <a:pt x="81559" y="296148"/>
                </a:lnTo>
                <a:lnTo>
                  <a:pt x="81173" y="281341"/>
                </a:lnTo>
                <a:lnTo>
                  <a:pt x="80549" y="266533"/>
                </a:lnTo>
                <a:lnTo>
                  <a:pt x="79617" y="251726"/>
                </a:lnTo>
                <a:lnTo>
                  <a:pt x="78294" y="236919"/>
                </a:lnTo>
                <a:lnTo>
                  <a:pt x="76482" y="222111"/>
                </a:lnTo>
                <a:lnTo>
                  <a:pt x="74074" y="207304"/>
                </a:lnTo>
                <a:lnTo>
                  <a:pt x="70969" y="192496"/>
                </a:lnTo>
                <a:lnTo>
                  <a:pt x="67077" y="177689"/>
                </a:lnTo>
                <a:lnTo>
                  <a:pt x="62342" y="162881"/>
                </a:lnTo>
                <a:lnTo>
                  <a:pt x="56758" y="148074"/>
                </a:lnTo>
                <a:lnTo>
                  <a:pt x="50382" y="133267"/>
                </a:lnTo>
                <a:lnTo>
                  <a:pt x="43349" y="118459"/>
                </a:lnTo>
                <a:lnTo>
                  <a:pt x="35874" y="103652"/>
                </a:lnTo>
                <a:lnTo>
                  <a:pt x="28251" y="88844"/>
                </a:lnTo>
                <a:lnTo>
                  <a:pt x="20836" y="74037"/>
                </a:lnTo>
                <a:lnTo>
                  <a:pt x="14022" y="59230"/>
                </a:lnTo>
                <a:lnTo>
                  <a:pt x="8207" y="44422"/>
                </a:lnTo>
                <a:lnTo>
                  <a:pt x="3754" y="29615"/>
                </a:lnTo>
                <a:lnTo>
                  <a:pt x="955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32" y="14807"/>
                </a:lnTo>
                <a:lnTo>
                  <a:pt x="173834" y="29615"/>
                </a:lnTo>
                <a:lnTo>
                  <a:pt x="169380" y="44422"/>
                </a:lnTo>
                <a:lnTo>
                  <a:pt x="163565" y="59230"/>
                </a:lnTo>
                <a:lnTo>
                  <a:pt x="156751" y="74037"/>
                </a:lnTo>
                <a:lnTo>
                  <a:pt x="149336" y="88844"/>
                </a:lnTo>
                <a:lnTo>
                  <a:pt x="141713" y="103652"/>
                </a:lnTo>
                <a:lnTo>
                  <a:pt x="134238" y="118459"/>
                </a:lnTo>
                <a:lnTo>
                  <a:pt x="127205" y="133267"/>
                </a:lnTo>
                <a:lnTo>
                  <a:pt x="120829" y="148074"/>
                </a:lnTo>
                <a:lnTo>
                  <a:pt x="115245" y="162881"/>
                </a:lnTo>
                <a:lnTo>
                  <a:pt x="110511" y="177689"/>
                </a:lnTo>
                <a:lnTo>
                  <a:pt x="106619" y="192496"/>
                </a:lnTo>
                <a:lnTo>
                  <a:pt x="103513" y="207304"/>
                </a:lnTo>
                <a:lnTo>
                  <a:pt x="101105" y="222111"/>
                </a:lnTo>
                <a:lnTo>
                  <a:pt x="99293" y="236919"/>
                </a:lnTo>
                <a:lnTo>
                  <a:pt x="97970" y="251726"/>
                </a:lnTo>
                <a:lnTo>
                  <a:pt x="97038" y="266533"/>
                </a:lnTo>
                <a:lnTo>
                  <a:pt x="96414" y="281341"/>
                </a:lnTo>
                <a:lnTo>
                  <a:pt x="96029" y="296148"/>
                </a:lnTo>
                <a:lnTo>
                  <a:pt x="95832" y="310956"/>
                </a:lnTo>
                <a:lnTo>
                  <a:pt x="95788" y="325763"/>
                </a:lnTo>
                <a:lnTo>
                  <a:pt x="95874" y="340570"/>
                </a:lnTo>
                <a:lnTo>
                  <a:pt x="96076" y="355378"/>
                </a:lnTo>
                <a:lnTo>
                  <a:pt x="96389" y="370185"/>
                </a:lnTo>
                <a:lnTo>
                  <a:pt x="96811" y="384993"/>
                </a:lnTo>
                <a:lnTo>
                  <a:pt x="97342" y="399800"/>
                </a:lnTo>
                <a:lnTo>
                  <a:pt x="97982" y="414607"/>
                </a:lnTo>
                <a:lnTo>
                  <a:pt x="98730" y="429415"/>
                </a:lnTo>
                <a:lnTo>
                  <a:pt x="99580" y="444222"/>
                </a:lnTo>
                <a:lnTo>
                  <a:pt x="100519" y="459030"/>
                </a:lnTo>
                <a:lnTo>
                  <a:pt x="101529" y="473837"/>
                </a:lnTo>
                <a:lnTo>
                  <a:pt x="102583" y="488644"/>
                </a:lnTo>
                <a:lnTo>
                  <a:pt x="103645" y="503452"/>
                </a:lnTo>
                <a:lnTo>
                  <a:pt x="104673" y="518259"/>
                </a:lnTo>
                <a:lnTo>
                  <a:pt x="105621" y="533067"/>
                </a:lnTo>
                <a:lnTo>
                  <a:pt x="106443" y="547874"/>
                </a:lnTo>
                <a:lnTo>
                  <a:pt x="107098" y="562682"/>
                </a:lnTo>
                <a:lnTo>
                  <a:pt x="107553" y="577489"/>
                </a:lnTo>
                <a:lnTo>
                  <a:pt x="107791" y="592296"/>
                </a:lnTo>
                <a:lnTo>
                  <a:pt x="107809" y="607104"/>
                </a:lnTo>
                <a:lnTo>
                  <a:pt x="107626" y="621911"/>
                </a:lnTo>
                <a:lnTo>
                  <a:pt x="107277" y="636719"/>
                </a:lnTo>
                <a:lnTo>
                  <a:pt x="106813" y="651526"/>
                </a:lnTo>
                <a:lnTo>
                  <a:pt x="106297" y="666333"/>
                </a:lnTo>
                <a:lnTo>
                  <a:pt x="105797" y="681141"/>
                </a:lnTo>
                <a:lnTo>
                  <a:pt x="105382" y="695948"/>
                </a:lnTo>
                <a:lnTo>
                  <a:pt x="105110" y="710756"/>
                </a:lnTo>
                <a:lnTo>
                  <a:pt x="105030" y="725563"/>
                </a:lnTo>
                <a:lnTo>
                  <a:pt x="105171" y="740370"/>
                </a:lnTo>
                <a:lnTo>
                  <a:pt x="105540" y="755178"/>
                </a:lnTo>
                <a:lnTo>
                  <a:pt x="106122" y="769985"/>
                </a:lnTo>
                <a:lnTo>
                  <a:pt x="106880" y="784793"/>
                </a:lnTo>
                <a:lnTo>
                  <a:pt x="107757" y="799600"/>
                </a:lnTo>
                <a:lnTo>
                  <a:pt x="108681" y="814407"/>
                </a:lnTo>
                <a:lnTo>
                  <a:pt x="109572" y="829215"/>
                </a:lnTo>
                <a:lnTo>
                  <a:pt x="110347" y="844022"/>
                </a:lnTo>
                <a:lnTo>
                  <a:pt x="110932" y="858830"/>
                </a:lnTo>
                <a:lnTo>
                  <a:pt x="111266" y="873637"/>
                </a:lnTo>
                <a:lnTo>
                  <a:pt x="111309" y="888444"/>
                </a:lnTo>
                <a:lnTo>
                  <a:pt x="111045" y="903252"/>
                </a:lnTo>
                <a:lnTo>
                  <a:pt x="110483" y="918059"/>
                </a:lnTo>
                <a:lnTo>
                  <a:pt x="109656" y="932867"/>
                </a:lnTo>
                <a:lnTo>
                  <a:pt x="108615" y="947674"/>
                </a:lnTo>
                <a:lnTo>
                  <a:pt x="107426" y="962482"/>
                </a:lnTo>
                <a:lnTo>
                  <a:pt x="106161" y="977289"/>
                </a:lnTo>
                <a:lnTo>
                  <a:pt x="104890" y="992096"/>
                </a:lnTo>
                <a:lnTo>
                  <a:pt x="103678" y="1006904"/>
                </a:lnTo>
                <a:lnTo>
                  <a:pt x="102576" y="1021711"/>
                </a:lnTo>
                <a:lnTo>
                  <a:pt x="101620" y="1036519"/>
                </a:lnTo>
                <a:lnTo>
                  <a:pt x="100834" y="1051326"/>
                </a:lnTo>
                <a:lnTo>
                  <a:pt x="100223" y="1066133"/>
                </a:lnTo>
                <a:lnTo>
                  <a:pt x="99780" y="1080941"/>
                </a:lnTo>
                <a:lnTo>
                  <a:pt x="99487" y="1095748"/>
                </a:lnTo>
                <a:lnTo>
                  <a:pt x="99319" y="1110556"/>
                </a:lnTo>
                <a:lnTo>
                  <a:pt x="99248" y="1125363"/>
                </a:lnTo>
                <a:lnTo>
                  <a:pt x="99243" y="1140170"/>
                </a:lnTo>
                <a:lnTo>
                  <a:pt x="99274" y="1154978"/>
                </a:lnTo>
                <a:lnTo>
                  <a:pt x="99315" y="1169785"/>
                </a:lnTo>
                <a:lnTo>
                  <a:pt x="99343" y="1184593"/>
                </a:lnTo>
                <a:lnTo>
                  <a:pt x="99343" y="1199400"/>
                </a:lnTo>
                <a:lnTo>
                  <a:pt x="99301" y="1214207"/>
                </a:lnTo>
                <a:lnTo>
                  <a:pt x="99211" y="1229015"/>
                </a:lnTo>
                <a:lnTo>
                  <a:pt x="99070" y="1243822"/>
                </a:lnTo>
                <a:lnTo>
                  <a:pt x="98878" y="1258630"/>
                </a:lnTo>
                <a:lnTo>
                  <a:pt x="98636" y="1273437"/>
                </a:lnTo>
                <a:lnTo>
                  <a:pt x="98349" y="1288245"/>
                </a:lnTo>
                <a:lnTo>
                  <a:pt x="98021" y="1303052"/>
                </a:lnTo>
                <a:lnTo>
                  <a:pt x="97657" y="1317859"/>
                </a:lnTo>
                <a:lnTo>
                  <a:pt x="97264" y="1332667"/>
                </a:lnTo>
                <a:lnTo>
                  <a:pt x="96848" y="1347474"/>
                </a:lnTo>
                <a:lnTo>
                  <a:pt x="96418" y="1362282"/>
                </a:lnTo>
                <a:lnTo>
                  <a:pt x="95981" y="1377089"/>
                </a:lnTo>
                <a:lnTo>
                  <a:pt x="95546" y="1391896"/>
                </a:lnTo>
                <a:lnTo>
                  <a:pt x="95126" y="1406704"/>
                </a:lnTo>
                <a:lnTo>
                  <a:pt x="94729" y="1421511"/>
                </a:lnTo>
                <a:lnTo>
                  <a:pt x="94367" y="1436319"/>
                </a:lnTo>
                <a:lnTo>
                  <a:pt x="94051" y="1451126"/>
                </a:lnTo>
                <a:lnTo>
                  <a:pt x="93796" y="1465933"/>
                </a:lnTo>
                <a:lnTo>
                  <a:pt x="93616" y="1480741"/>
                </a:lnTo>
                <a:lnTo>
                  <a:pt x="93530" y="1495548"/>
                </a:lnTo>
                <a:lnTo>
                  <a:pt x="93560" y="1510356"/>
                </a:lnTo>
                <a:lnTo>
                  <a:pt x="93733" y="1525163"/>
                </a:lnTo>
                <a:lnTo>
                  <a:pt x="94082" y="1539970"/>
                </a:lnTo>
                <a:lnTo>
                  <a:pt x="94643" y="1554778"/>
                </a:lnTo>
                <a:lnTo>
                  <a:pt x="95455" y="1569585"/>
                </a:lnTo>
                <a:lnTo>
                  <a:pt x="96554" y="1584393"/>
                </a:lnTo>
                <a:lnTo>
                  <a:pt x="97970" y="1599200"/>
                </a:lnTo>
                <a:lnTo>
                  <a:pt x="99719" y="1614007"/>
                </a:lnTo>
                <a:lnTo>
                  <a:pt x="101800" y="1628815"/>
                </a:lnTo>
                <a:lnTo>
                  <a:pt x="104186" y="1643622"/>
                </a:lnTo>
                <a:lnTo>
                  <a:pt x="106822" y="1658430"/>
                </a:lnTo>
                <a:lnTo>
                  <a:pt x="109625" y="1673237"/>
                </a:lnTo>
                <a:lnTo>
                  <a:pt x="112481" y="1688045"/>
                </a:lnTo>
                <a:lnTo>
                  <a:pt x="115257" y="1702852"/>
                </a:lnTo>
                <a:lnTo>
                  <a:pt x="117804" y="1717659"/>
                </a:lnTo>
                <a:lnTo>
                  <a:pt x="119975" y="1732467"/>
                </a:lnTo>
                <a:lnTo>
                  <a:pt x="121637" y="1747274"/>
                </a:lnTo>
                <a:lnTo>
                  <a:pt x="122680" y="1762082"/>
                </a:lnTo>
                <a:lnTo>
                  <a:pt x="123036" y="1776889"/>
                </a:lnTo>
                <a:lnTo>
                  <a:pt x="123036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6" name="data_7844">
            <a:extLst>
              <a:ext uri="{FF2B5EF4-FFF2-40B4-BE49-F238E27FC236}">
                <a16:creationId xmlns:a16="http://schemas.microsoft.com/office/drawing/2014/main" id="{7E3C77B2-4B98-4ED0-838F-E2C406E0D534}"/>
              </a:ext>
            </a:extLst>
          </p:cNvPr>
          <p:cNvSpPr>
            <a:spLocks/>
          </p:cNvSpPr>
          <p:nvPr/>
        </p:nvSpPr>
        <p:spPr>
          <a:xfrm>
            <a:off x="5953482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9676" y="1776889"/>
                </a:moveTo>
                <a:lnTo>
                  <a:pt x="57911" y="1776889"/>
                </a:lnTo>
                <a:lnTo>
                  <a:pt x="58230" y="1762082"/>
                </a:lnTo>
                <a:lnTo>
                  <a:pt x="59167" y="1747274"/>
                </a:lnTo>
                <a:lnTo>
                  <a:pt x="60659" y="1732467"/>
                </a:lnTo>
                <a:lnTo>
                  <a:pt x="62609" y="1717659"/>
                </a:lnTo>
                <a:lnTo>
                  <a:pt x="64896" y="1702852"/>
                </a:lnTo>
                <a:lnTo>
                  <a:pt x="67388" y="1688045"/>
                </a:lnTo>
                <a:lnTo>
                  <a:pt x="69952" y="1673237"/>
                </a:lnTo>
                <a:lnTo>
                  <a:pt x="72469" y="1658430"/>
                </a:lnTo>
                <a:lnTo>
                  <a:pt x="74835" y="1643622"/>
                </a:lnTo>
                <a:lnTo>
                  <a:pt x="76977" y="1628815"/>
                </a:lnTo>
                <a:lnTo>
                  <a:pt x="78843" y="1614007"/>
                </a:lnTo>
                <a:lnTo>
                  <a:pt x="80411" y="1599200"/>
                </a:lnTo>
                <a:lnTo>
                  <a:pt x="81679" y="1584393"/>
                </a:lnTo>
                <a:lnTo>
                  <a:pt x="82661" y="1569585"/>
                </a:lnTo>
                <a:lnTo>
                  <a:pt x="83385" y="1554778"/>
                </a:lnTo>
                <a:lnTo>
                  <a:pt x="83883" y="1539970"/>
                </a:lnTo>
                <a:lnTo>
                  <a:pt x="84188" y="1525163"/>
                </a:lnTo>
                <a:lnTo>
                  <a:pt x="84335" y="1510356"/>
                </a:lnTo>
                <a:lnTo>
                  <a:pt x="84351" y="1495548"/>
                </a:lnTo>
                <a:lnTo>
                  <a:pt x="84262" y="1480741"/>
                </a:lnTo>
                <a:lnTo>
                  <a:pt x="84087" y="1465933"/>
                </a:lnTo>
                <a:lnTo>
                  <a:pt x="83843" y="1451126"/>
                </a:lnTo>
                <a:lnTo>
                  <a:pt x="83544" y="1436319"/>
                </a:lnTo>
                <a:lnTo>
                  <a:pt x="83201" y="1421511"/>
                </a:lnTo>
                <a:lnTo>
                  <a:pt x="82826" y="1406704"/>
                </a:lnTo>
                <a:lnTo>
                  <a:pt x="82429" y="1391896"/>
                </a:lnTo>
                <a:lnTo>
                  <a:pt x="82019" y="1377089"/>
                </a:lnTo>
                <a:lnTo>
                  <a:pt x="81607" y="1362282"/>
                </a:lnTo>
                <a:lnTo>
                  <a:pt x="81201" y="1347474"/>
                </a:lnTo>
                <a:lnTo>
                  <a:pt x="80809" y="1332667"/>
                </a:lnTo>
                <a:lnTo>
                  <a:pt x="80439" y="1317859"/>
                </a:lnTo>
                <a:lnTo>
                  <a:pt x="80096" y="1303052"/>
                </a:lnTo>
                <a:lnTo>
                  <a:pt x="79787" y="1288245"/>
                </a:lnTo>
                <a:lnTo>
                  <a:pt x="79516" y="1273437"/>
                </a:lnTo>
                <a:lnTo>
                  <a:pt x="79289" y="1258630"/>
                </a:lnTo>
                <a:lnTo>
                  <a:pt x="79108" y="1243822"/>
                </a:lnTo>
                <a:lnTo>
                  <a:pt x="78977" y="1229015"/>
                </a:lnTo>
                <a:lnTo>
                  <a:pt x="78894" y="1214207"/>
                </a:lnTo>
                <a:lnTo>
                  <a:pt x="78859" y="1199400"/>
                </a:lnTo>
                <a:lnTo>
                  <a:pt x="78864" y="1184593"/>
                </a:lnTo>
                <a:lnTo>
                  <a:pt x="78899" y="1169785"/>
                </a:lnTo>
                <a:lnTo>
                  <a:pt x="78949" y="1154978"/>
                </a:lnTo>
                <a:lnTo>
                  <a:pt x="78995" y="1140170"/>
                </a:lnTo>
                <a:lnTo>
                  <a:pt x="79013" y="1125363"/>
                </a:lnTo>
                <a:lnTo>
                  <a:pt x="78978" y="1110556"/>
                </a:lnTo>
                <a:lnTo>
                  <a:pt x="78863" y="1095748"/>
                </a:lnTo>
                <a:lnTo>
                  <a:pt x="78642" y="1080941"/>
                </a:lnTo>
                <a:lnTo>
                  <a:pt x="78293" y="1066133"/>
                </a:lnTo>
                <a:lnTo>
                  <a:pt x="77800" y="1051326"/>
                </a:lnTo>
                <a:lnTo>
                  <a:pt x="77159" y="1036519"/>
                </a:lnTo>
                <a:lnTo>
                  <a:pt x="76373" y="1021711"/>
                </a:lnTo>
                <a:lnTo>
                  <a:pt x="75462" y="1006904"/>
                </a:lnTo>
                <a:lnTo>
                  <a:pt x="74458" y="992096"/>
                </a:lnTo>
                <a:lnTo>
                  <a:pt x="73407" y="977289"/>
                </a:lnTo>
                <a:lnTo>
                  <a:pt x="72362" y="962482"/>
                </a:lnTo>
                <a:lnTo>
                  <a:pt x="71385" y="947674"/>
                </a:lnTo>
                <a:lnTo>
                  <a:pt x="70538" y="932867"/>
                </a:lnTo>
                <a:lnTo>
                  <a:pt x="69877" y="918059"/>
                </a:lnTo>
                <a:lnTo>
                  <a:pt x="69445" y="903252"/>
                </a:lnTo>
                <a:lnTo>
                  <a:pt x="69271" y="888444"/>
                </a:lnTo>
                <a:lnTo>
                  <a:pt x="69361" y="873637"/>
                </a:lnTo>
                <a:lnTo>
                  <a:pt x="69698" y="858830"/>
                </a:lnTo>
                <a:lnTo>
                  <a:pt x="70247" y="844022"/>
                </a:lnTo>
                <a:lnTo>
                  <a:pt x="70951" y="829215"/>
                </a:lnTo>
                <a:lnTo>
                  <a:pt x="71744" y="814407"/>
                </a:lnTo>
                <a:lnTo>
                  <a:pt x="72553" y="799600"/>
                </a:lnTo>
                <a:lnTo>
                  <a:pt x="73305" y="784793"/>
                </a:lnTo>
                <a:lnTo>
                  <a:pt x="73938" y="769985"/>
                </a:lnTo>
                <a:lnTo>
                  <a:pt x="74400" y="755178"/>
                </a:lnTo>
                <a:lnTo>
                  <a:pt x="74660" y="740370"/>
                </a:lnTo>
                <a:lnTo>
                  <a:pt x="74705" y="725563"/>
                </a:lnTo>
                <a:lnTo>
                  <a:pt x="74543" y="710756"/>
                </a:lnTo>
                <a:lnTo>
                  <a:pt x="74203" y="695948"/>
                </a:lnTo>
                <a:lnTo>
                  <a:pt x="73726" y="681141"/>
                </a:lnTo>
                <a:lnTo>
                  <a:pt x="73170" y="666333"/>
                </a:lnTo>
                <a:lnTo>
                  <a:pt x="72596" y="651526"/>
                </a:lnTo>
                <a:lnTo>
                  <a:pt x="72066" y="636719"/>
                </a:lnTo>
                <a:lnTo>
                  <a:pt x="71638" y="621911"/>
                </a:lnTo>
                <a:lnTo>
                  <a:pt x="71361" y="607104"/>
                </a:lnTo>
                <a:lnTo>
                  <a:pt x="71267" y="592296"/>
                </a:lnTo>
                <a:lnTo>
                  <a:pt x="71376" y="577489"/>
                </a:lnTo>
                <a:lnTo>
                  <a:pt x="71687" y="562682"/>
                </a:lnTo>
                <a:lnTo>
                  <a:pt x="72187" y="547874"/>
                </a:lnTo>
                <a:lnTo>
                  <a:pt x="72848" y="533067"/>
                </a:lnTo>
                <a:lnTo>
                  <a:pt x="73636" y="518259"/>
                </a:lnTo>
                <a:lnTo>
                  <a:pt x="74508" y="503452"/>
                </a:lnTo>
                <a:lnTo>
                  <a:pt x="75423" y="488644"/>
                </a:lnTo>
                <a:lnTo>
                  <a:pt x="76343" y="473837"/>
                </a:lnTo>
                <a:lnTo>
                  <a:pt x="77233" y="459030"/>
                </a:lnTo>
                <a:lnTo>
                  <a:pt x="78068" y="444222"/>
                </a:lnTo>
                <a:lnTo>
                  <a:pt x="78826" y="429415"/>
                </a:lnTo>
                <a:lnTo>
                  <a:pt x="79495" y="414607"/>
                </a:lnTo>
                <a:lnTo>
                  <a:pt x="80069" y="399800"/>
                </a:lnTo>
                <a:lnTo>
                  <a:pt x="80545" y="384993"/>
                </a:lnTo>
                <a:lnTo>
                  <a:pt x="80924" y="370185"/>
                </a:lnTo>
                <a:lnTo>
                  <a:pt x="81207" y="355378"/>
                </a:lnTo>
                <a:lnTo>
                  <a:pt x="81394" y="340570"/>
                </a:lnTo>
                <a:lnTo>
                  <a:pt x="81481" y="325763"/>
                </a:lnTo>
                <a:lnTo>
                  <a:pt x="81457" y="310956"/>
                </a:lnTo>
                <a:lnTo>
                  <a:pt x="81300" y="296148"/>
                </a:lnTo>
                <a:lnTo>
                  <a:pt x="80975" y="281341"/>
                </a:lnTo>
                <a:lnTo>
                  <a:pt x="80430" y="266533"/>
                </a:lnTo>
                <a:lnTo>
                  <a:pt x="79594" y="251726"/>
                </a:lnTo>
                <a:lnTo>
                  <a:pt x="78379" y="236919"/>
                </a:lnTo>
                <a:lnTo>
                  <a:pt x="76681" y="222111"/>
                </a:lnTo>
                <a:lnTo>
                  <a:pt x="74388" y="207304"/>
                </a:lnTo>
                <a:lnTo>
                  <a:pt x="71387" y="192496"/>
                </a:lnTo>
                <a:lnTo>
                  <a:pt x="67584" y="177689"/>
                </a:lnTo>
                <a:lnTo>
                  <a:pt x="62914" y="162881"/>
                </a:lnTo>
                <a:lnTo>
                  <a:pt x="57366" y="148074"/>
                </a:lnTo>
                <a:lnTo>
                  <a:pt x="50994" y="133267"/>
                </a:lnTo>
                <a:lnTo>
                  <a:pt x="43931" y="118459"/>
                </a:lnTo>
                <a:lnTo>
                  <a:pt x="36397" y="103652"/>
                </a:lnTo>
                <a:lnTo>
                  <a:pt x="28691" y="88844"/>
                </a:lnTo>
                <a:lnTo>
                  <a:pt x="21178" y="74037"/>
                </a:lnTo>
                <a:lnTo>
                  <a:pt x="14262" y="59230"/>
                </a:lnTo>
                <a:lnTo>
                  <a:pt x="8352" y="44422"/>
                </a:lnTo>
                <a:lnTo>
                  <a:pt x="3821" y="29615"/>
                </a:lnTo>
                <a:lnTo>
                  <a:pt x="972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15" y="14807"/>
                </a:lnTo>
                <a:lnTo>
                  <a:pt x="173766" y="29615"/>
                </a:lnTo>
                <a:lnTo>
                  <a:pt x="169235" y="44422"/>
                </a:lnTo>
                <a:lnTo>
                  <a:pt x="163325" y="59230"/>
                </a:lnTo>
                <a:lnTo>
                  <a:pt x="156409" y="74037"/>
                </a:lnTo>
                <a:lnTo>
                  <a:pt x="148896" y="88844"/>
                </a:lnTo>
                <a:lnTo>
                  <a:pt x="141190" y="103652"/>
                </a:lnTo>
                <a:lnTo>
                  <a:pt x="133656" y="118459"/>
                </a:lnTo>
                <a:lnTo>
                  <a:pt x="126593" y="133267"/>
                </a:lnTo>
                <a:lnTo>
                  <a:pt x="120221" y="148074"/>
                </a:lnTo>
                <a:lnTo>
                  <a:pt x="114673" y="162881"/>
                </a:lnTo>
                <a:lnTo>
                  <a:pt x="110003" y="177689"/>
                </a:lnTo>
                <a:lnTo>
                  <a:pt x="106200" y="192496"/>
                </a:lnTo>
                <a:lnTo>
                  <a:pt x="103199" y="207304"/>
                </a:lnTo>
                <a:lnTo>
                  <a:pt x="100906" y="222111"/>
                </a:lnTo>
                <a:lnTo>
                  <a:pt x="99208" y="236919"/>
                </a:lnTo>
                <a:lnTo>
                  <a:pt x="97993" y="251726"/>
                </a:lnTo>
                <a:lnTo>
                  <a:pt x="97157" y="266533"/>
                </a:lnTo>
                <a:lnTo>
                  <a:pt x="96612" y="281341"/>
                </a:lnTo>
                <a:lnTo>
                  <a:pt x="96287" y="296148"/>
                </a:lnTo>
                <a:lnTo>
                  <a:pt x="96131" y="310956"/>
                </a:lnTo>
                <a:lnTo>
                  <a:pt x="96106" y="325763"/>
                </a:lnTo>
                <a:lnTo>
                  <a:pt x="96193" y="340570"/>
                </a:lnTo>
                <a:lnTo>
                  <a:pt x="96380" y="355378"/>
                </a:lnTo>
                <a:lnTo>
                  <a:pt x="96663" y="370185"/>
                </a:lnTo>
                <a:lnTo>
                  <a:pt x="97042" y="384993"/>
                </a:lnTo>
                <a:lnTo>
                  <a:pt x="97518" y="399800"/>
                </a:lnTo>
                <a:lnTo>
                  <a:pt x="98092" y="414607"/>
                </a:lnTo>
                <a:lnTo>
                  <a:pt x="98761" y="429415"/>
                </a:lnTo>
                <a:lnTo>
                  <a:pt x="99520" y="444222"/>
                </a:lnTo>
                <a:lnTo>
                  <a:pt x="100354" y="459030"/>
                </a:lnTo>
                <a:lnTo>
                  <a:pt x="101244" y="473837"/>
                </a:lnTo>
                <a:lnTo>
                  <a:pt x="102164" y="488644"/>
                </a:lnTo>
                <a:lnTo>
                  <a:pt x="103079" y="503452"/>
                </a:lnTo>
                <a:lnTo>
                  <a:pt x="103951" y="518259"/>
                </a:lnTo>
                <a:lnTo>
                  <a:pt x="104739" y="533067"/>
                </a:lnTo>
                <a:lnTo>
                  <a:pt x="105400" y="547874"/>
                </a:lnTo>
                <a:lnTo>
                  <a:pt x="105900" y="562682"/>
                </a:lnTo>
                <a:lnTo>
                  <a:pt x="106212" y="577489"/>
                </a:lnTo>
                <a:lnTo>
                  <a:pt x="106320" y="592296"/>
                </a:lnTo>
                <a:lnTo>
                  <a:pt x="106226" y="607104"/>
                </a:lnTo>
                <a:lnTo>
                  <a:pt x="105949" y="621911"/>
                </a:lnTo>
                <a:lnTo>
                  <a:pt x="105521" y="636719"/>
                </a:lnTo>
                <a:lnTo>
                  <a:pt x="104991" y="651526"/>
                </a:lnTo>
                <a:lnTo>
                  <a:pt x="104417" y="666333"/>
                </a:lnTo>
                <a:lnTo>
                  <a:pt x="103861" y="681141"/>
                </a:lnTo>
                <a:lnTo>
                  <a:pt x="103384" y="695948"/>
                </a:lnTo>
                <a:lnTo>
                  <a:pt x="103044" y="710756"/>
                </a:lnTo>
                <a:lnTo>
                  <a:pt x="102882" y="725563"/>
                </a:lnTo>
                <a:lnTo>
                  <a:pt x="102927" y="740370"/>
                </a:lnTo>
                <a:lnTo>
                  <a:pt x="103187" y="755178"/>
                </a:lnTo>
                <a:lnTo>
                  <a:pt x="103649" y="769985"/>
                </a:lnTo>
                <a:lnTo>
                  <a:pt x="104282" y="784793"/>
                </a:lnTo>
                <a:lnTo>
                  <a:pt x="105035" y="799600"/>
                </a:lnTo>
                <a:lnTo>
                  <a:pt x="105843" y="814407"/>
                </a:lnTo>
                <a:lnTo>
                  <a:pt x="106636" y="829215"/>
                </a:lnTo>
                <a:lnTo>
                  <a:pt x="107340" y="844022"/>
                </a:lnTo>
                <a:lnTo>
                  <a:pt x="107889" y="858830"/>
                </a:lnTo>
                <a:lnTo>
                  <a:pt x="108226" y="873637"/>
                </a:lnTo>
                <a:lnTo>
                  <a:pt x="108316" y="888444"/>
                </a:lnTo>
                <a:lnTo>
                  <a:pt x="108142" y="903252"/>
                </a:lnTo>
                <a:lnTo>
                  <a:pt x="107711" y="918059"/>
                </a:lnTo>
                <a:lnTo>
                  <a:pt x="107049" y="932867"/>
                </a:lnTo>
                <a:lnTo>
                  <a:pt x="106202" y="947674"/>
                </a:lnTo>
                <a:lnTo>
                  <a:pt x="105226" y="962482"/>
                </a:lnTo>
                <a:lnTo>
                  <a:pt x="104181" y="977289"/>
                </a:lnTo>
                <a:lnTo>
                  <a:pt x="103129" y="992096"/>
                </a:lnTo>
                <a:lnTo>
                  <a:pt x="102125" y="1006904"/>
                </a:lnTo>
                <a:lnTo>
                  <a:pt x="101214" y="1021711"/>
                </a:lnTo>
                <a:lnTo>
                  <a:pt x="100428" y="1036519"/>
                </a:lnTo>
                <a:lnTo>
                  <a:pt x="99787" y="1051326"/>
                </a:lnTo>
                <a:lnTo>
                  <a:pt x="99294" y="1066133"/>
                </a:lnTo>
                <a:lnTo>
                  <a:pt x="98945" y="1080941"/>
                </a:lnTo>
                <a:lnTo>
                  <a:pt x="98724" y="1095748"/>
                </a:lnTo>
                <a:lnTo>
                  <a:pt x="98609" y="1110556"/>
                </a:lnTo>
                <a:lnTo>
                  <a:pt x="98574" y="1125363"/>
                </a:lnTo>
                <a:lnTo>
                  <a:pt x="98592" y="1140170"/>
                </a:lnTo>
                <a:lnTo>
                  <a:pt x="98638" y="1154978"/>
                </a:lnTo>
                <a:lnTo>
                  <a:pt x="98689" y="1169785"/>
                </a:lnTo>
                <a:lnTo>
                  <a:pt x="98724" y="1184593"/>
                </a:lnTo>
                <a:lnTo>
                  <a:pt x="98728" y="1199400"/>
                </a:lnTo>
                <a:lnTo>
                  <a:pt x="98693" y="1214207"/>
                </a:lnTo>
                <a:lnTo>
                  <a:pt x="98610" y="1229015"/>
                </a:lnTo>
                <a:lnTo>
                  <a:pt x="98479" y="1243822"/>
                </a:lnTo>
                <a:lnTo>
                  <a:pt x="98298" y="1258630"/>
                </a:lnTo>
                <a:lnTo>
                  <a:pt x="98071" y="1273437"/>
                </a:lnTo>
                <a:lnTo>
                  <a:pt x="97800" y="1288245"/>
                </a:lnTo>
                <a:lnTo>
                  <a:pt x="97491" y="1303052"/>
                </a:lnTo>
                <a:lnTo>
                  <a:pt x="97149" y="1317859"/>
                </a:lnTo>
                <a:lnTo>
                  <a:pt x="96778" y="1332667"/>
                </a:lnTo>
                <a:lnTo>
                  <a:pt x="96386" y="1347474"/>
                </a:lnTo>
                <a:lnTo>
                  <a:pt x="95980" y="1362282"/>
                </a:lnTo>
                <a:lnTo>
                  <a:pt x="95568" y="1377089"/>
                </a:lnTo>
                <a:lnTo>
                  <a:pt x="95158" y="1391896"/>
                </a:lnTo>
                <a:lnTo>
                  <a:pt x="94761" y="1406704"/>
                </a:lnTo>
                <a:lnTo>
                  <a:pt x="94386" y="1421511"/>
                </a:lnTo>
                <a:lnTo>
                  <a:pt x="94044" y="1436319"/>
                </a:lnTo>
                <a:lnTo>
                  <a:pt x="93744" y="1451126"/>
                </a:lnTo>
                <a:lnTo>
                  <a:pt x="93500" y="1465933"/>
                </a:lnTo>
                <a:lnTo>
                  <a:pt x="93325" y="1480741"/>
                </a:lnTo>
                <a:lnTo>
                  <a:pt x="93236" y="1495548"/>
                </a:lnTo>
                <a:lnTo>
                  <a:pt x="93252" y="1510356"/>
                </a:lnTo>
                <a:lnTo>
                  <a:pt x="93399" y="1525163"/>
                </a:lnTo>
                <a:lnTo>
                  <a:pt x="93705" y="1539970"/>
                </a:lnTo>
                <a:lnTo>
                  <a:pt x="94202" y="1554778"/>
                </a:lnTo>
                <a:lnTo>
                  <a:pt x="94926" y="1569585"/>
                </a:lnTo>
                <a:lnTo>
                  <a:pt x="95908" y="1584393"/>
                </a:lnTo>
                <a:lnTo>
                  <a:pt x="97176" y="1599200"/>
                </a:lnTo>
                <a:lnTo>
                  <a:pt x="98744" y="1614007"/>
                </a:lnTo>
                <a:lnTo>
                  <a:pt x="100611" y="1628815"/>
                </a:lnTo>
                <a:lnTo>
                  <a:pt x="102752" y="1643622"/>
                </a:lnTo>
                <a:lnTo>
                  <a:pt x="105119" y="1658430"/>
                </a:lnTo>
                <a:lnTo>
                  <a:pt x="107635" y="1673237"/>
                </a:lnTo>
                <a:lnTo>
                  <a:pt x="110199" y="1688045"/>
                </a:lnTo>
                <a:lnTo>
                  <a:pt x="112691" y="1702852"/>
                </a:lnTo>
                <a:lnTo>
                  <a:pt x="114978" y="1717659"/>
                </a:lnTo>
                <a:lnTo>
                  <a:pt x="116928" y="1732467"/>
                </a:lnTo>
                <a:lnTo>
                  <a:pt x="118420" y="1747274"/>
                </a:lnTo>
                <a:lnTo>
                  <a:pt x="119357" y="1762082"/>
                </a:lnTo>
                <a:lnTo>
                  <a:pt x="119676" y="1776889"/>
                </a:lnTo>
                <a:lnTo>
                  <a:pt x="119676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757" name="data_7845">
            <a:extLst>
              <a:ext uri="{FF2B5EF4-FFF2-40B4-BE49-F238E27FC236}">
                <a16:creationId xmlns:a16="http://schemas.microsoft.com/office/drawing/2014/main" id="{811FF7EB-0264-4804-B83F-1A3B69DDCEA7}"/>
              </a:ext>
            </a:extLst>
          </p:cNvPr>
          <p:cNvSpPr>
            <a:spLocks/>
          </p:cNvSpPr>
          <p:nvPr/>
        </p:nvSpPr>
        <p:spPr>
          <a:xfrm>
            <a:off x="3993192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58" name="data_7846">
            <a:extLst>
              <a:ext uri="{FF2B5EF4-FFF2-40B4-BE49-F238E27FC236}">
                <a16:creationId xmlns:a16="http://schemas.microsoft.com/office/drawing/2014/main" id="{4C1DFAF7-D218-4DCF-BB8C-5AD3EA13604F}"/>
              </a:ext>
            </a:extLst>
          </p:cNvPr>
          <p:cNvSpPr>
            <a:spLocks/>
          </p:cNvSpPr>
          <p:nvPr/>
        </p:nvSpPr>
        <p:spPr>
          <a:xfrm>
            <a:off x="4334706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59" name="data_7847">
            <a:extLst>
              <a:ext uri="{FF2B5EF4-FFF2-40B4-BE49-F238E27FC236}">
                <a16:creationId xmlns:a16="http://schemas.microsoft.com/office/drawing/2014/main" id="{BD947B5C-455B-452C-8E6E-CF9DB6C8087B}"/>
              </a:ext>
            </a:extLst>
          </p:cNvPr>
          <p:cNvSpPr>
            <a:spLocks/>
          </p:cNvSpPr>
          <p:nvPr/>
        </p:nvSpPr>
        <p:spPr>
          <a:xfrm>
            <a:off x="4676220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0" name="data_7848">
            <a:extLst>
              <a:ext uri="{FF2B5EF4-FFF2-40B4-BE49-F238E27FC236}">
                <a16:creationId xmlns:a16="http://schemas.microsoft.com/office/drawing/2014/main" id="{81521589-9A3B-4840-8F29-569ABF9C03B7}"/>
              </a:ext>
            </a:extLst>
          </p:cNvPr>
          <p:cNvSpPr>
            <a:spLocks/>
          </p:cNvSpPr>
          <p:nvPr/>
        </p:nvSpPr>
        <p:spPr>
          <a:xfrm>
            <a:off x="5359248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1" name="data_7849">
            <a:extLst>
              <a:ext uri="{FF2B5EF4-FFF2-40B4-BE49-F238E27FC236}">
                <a16:creationId xmlns:a16="http://schemas.microsoft.com/office/drawing/2014/main" id="{33F67790-DAE0-439B-B475-A9461AD3FBC6}"/>
              </a:ext>
            </a:extLst>
          </p:cNvPr>
          <p:cNvSpPr>
            <a:spLocks/>
          </p:cNvSpPr>
          <p:nvPr/>
        </p:nvSpPr>
        <p:spPr>
          <a:xfrm>
            <a:off x="6042275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2" name="data_7850">
            <a:extLst>
              <a:ext uri="{FF2B5EF4-FFF2-40B4-BE49-F238E27FC236}">
                <a16:creationId xmlns:a16="http://schemas.microsoft.com/office/drawing/2014/main" id="{98E8AC06-065B-44BC-A1A3-2848344E6115}"/>
              </a:ext>
            </a:extLst>
          </p:cNvPr>
          <p:cNvSpPr>
            <a:spLocks/>
          </p:cNvSpPr>
          <p:nvPr/>
        </p:nvSpPr>
        <p:spPr>
          <a:xfrm>
            <a:off x="3972701" y="3981977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763" name="data_7851">
            <a:extLst>
              <a:ext uri="{FF2B5EF4-FFF2-40B4-BE49-F238E27FC236}">
                <a16:creationId xmlns:a16="http://schemas.microsoft.com/office/drawing/2014/main" id="{68D17D55-2625-4361-A5D8-B7E7C4B8BC80}"/>
              </a:ext>
            </a:extLst>
          </p:cNvPr>
          <p:cNvSpPr>
            <a:spLocks/>
          </p:cNvSpPr>
          <p:nvPr/>
        </p:nvSpPr>
        <p:spPr>
          <a:xfrm>
            <a:off x="3919498" y="3981977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4" name="text_7852">
            <a:extLst>
              <a:ext uri="{FF2B5EF4-FFF2-40B4-BE49-F238E27FC236}">
                <a16:creationId xmlns:a16="http://schemas.microsoft.com/office/drawing/2014/main" id="{72E9EB0C-B435-4651-B50F-4D60356F186B}"/>
              </a:ext>
            </a:extLst>
          </p:cNvPr>
          <p:cNvSpPr>
            <a:spLocks/>
          </p:cNvSpPr>
          <p:nvPr/>
        </p:nvSpPr>
        <p:spPr>
          <a:xfrm>
            <a:off x="3800658" y="3923729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765" name="data_7853">
            <a:extLst>
              <a:ext uri="{FF2B5EF4-FFF2-40B4-BE49-F238E27FC236}">
                <a16:creationId xmlns:a16="http://schemas.microsoft.com/office/drawing/2014/main" id="{7EFB03A6-9F75-47BB-AE48-F50BBCBF52C2}"/>
              </a:ext>
            </a:extLst>
          </p:cNvPr>
          <p:cNvSpPr>
            <a:spLocks/>
          </p:cNvSpPr>
          <p:nvPr/>
        </p:nvSpPr>
        <p:spPr>
          <a:xfrm>
            <a:off x="3972701" y="3093532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766" name="data_7854">
            <a:extLst>
              <a:ext uri="{FF2B5EF4-FFF2-40B4-BE49-F238E27FC236}">
                <a16:creationId xmlns:a16="http://schemas.microsoft.com/office/drawing/2014/main" id="{6D69D3AD-7B27-409C-A4E9-2389851492C2}"/>
              </a:ext>
            </a:extLst>
          </p:cNvPr>
          <p:cNvSpPr>
            <a:spLocks/>
          </p:cNvSpPr>
          <p:nvPr/>
        </p:nvSpPr>
        <p:spPr>
          <a:xfrm>
            <a:off x="3919498" y="3093532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67" name="text_7855">
            <a:extLst>
              <a:ext uri="{FF2B5EF4-FFF2-40B4-BE49-F238E27FC236}">
                <a16:creationId xmlns:a16="http://schemas.microsoft.com/office/drawing/2014/main" id="{AC9C1FA3-2798-4DB7-9B4D-FF73D556051D}"/>
              </a:ext>
            </a:extLst>
          </p:cNvPr>
          <p:cNvSpPr>
            <a:spLocks/>
          </p:cNvSpPr>
          <p:nvPr/>
        </p:nvSpPr>
        <p:spPr>
          <a:xfrm>
            <a:off x="3735021" y="3035285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768" name="data_7856">
            <a:extLst>
              <a:ext uri="{FF2B5EF4-FFF2-40B4-BE49-F238E27FC236}">
                <a16:creationId xmlns:a16="http://schemas.microsoft.com/office/drawing/2014/main" id="{CBCF3A91-1C27-44AC-8ECB-72ADA88E4960}"/>
              </a:ext>
            </a:extLst>
          </p:cNvPr>
          <p:cNvSpPr>
            <a:spLocks/>
          </p:cNvSpPr>
          <p:nvPr/>
        </p:nvSpPr>
        <p:spPr>
          <a:xfrm>
            <a:off x="3972701" y="2205088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769" name="data_7857">
            <a:extLst>
              <a:ext uri="{FF2B5EF4-FFF2-40B4-BE49-F238E27FC236}">
                <a16:creationId xmlns:a16="http://schemas.microsoft.com/office/drawing/2014/main" id="{6369AA46-80F8-4BCE-A62A-EE653B273531}"/>
              </a:ext>
            </a:extLst>
          </p:cNvPr>
          <p:cNvSpPr>
            <a:spLocks/>
          </p:cNvSpPr>
          <p:nvPr/>
        </p:nvSpPr>
        <p:spPr>
          <a:xfrm>
            <a:off x="3919498" y="2205088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770" name="text_7858">
            <a:extLst>
              <a:ext uri="{FF2B5EF4-FFF2-40B4-BE49-F238E27FC236}">
                <a16:creationId xmlns:a16="http://schemas.microsoft.com/office/drawing/2014/main" id="{55D71978-B647-4DC4-8640-EEE86D3E2A6F}"/>
              </a:ext>
            </a:extLst>
          </p:cNvPr>
          <p:cNvSpPr>
            <a:spLocks/>
          </p:cNvSpPr>
          <p:nvPr/>
        </p:nvSpPr>
        <p:spPr>
          <a:xfrm>
            <a:off x="3669384" y="2146840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771" name="data_7859">
            <a:extLst>
              <a:ext uri="{FF2B5EF4-FFF2-40B4-BE49-F238E27FC236}">
                <a16:creationId xmlns:a16="http://schemas.microsoft.com/office/drawing/2014/main" id="{D02B3807-9F5E-4471-A62E-DA1D857644EA}"/>
              </a:ext>
            </a:extLst>
          </p:cNvPr>
          <p:cNvSpPr>
            <a:spLocks/>
          </p:cNvSpPr>
          <p:nvPr/>
        </p:nvSpPr>
        <p:spPr>
          <a:xfrm>
            <a:off x="4283216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2" name="data_7860">
            <a:extLst>
              <a:ext uri="{FF2B5EF4-FFF2-40B4-BE49-F238E27FC236}">
                <a16:creationId xmlns:a16="http://schemas.microsoft.com/office/drawing/2014/main" id="{50AB48E0-5403-4984-8199-85C6662CCCA7}"/>
              </a:ext>
            </a:extLst>
          </p:cNvPr>
          <p:cNvSpPr>
            <a:spLocks/>
          </p:cNvSpPr>
          <p:nvPr/>
        </p:nvSpPr>
        <p:spPr>
          <a:xfrm>
            <a:off x="4258199" y="32217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3" name="data_7861">
            <a:extLst>
              <a:ext uri="{FF2B5EF4-FFF2-40B4-BE49-F238E27FC236}">
                <a16:creationId xmlns:a16="http://schemas.microsoft.com/office/drawing/2014/main" id="{AEA51A25-0DA0-4119-B4E9-043574194F60}"/>
              </a:ext>
            </a:extLst>
          </p:cNvPr>
          <p:cNvSpPr>
            <a:spLocks/>
          </p:cNvSpPr>
          <p:nvPr/>
        </p:nvSpPr>
        <p:spPr>
          <a:xfrm>
            <a:off x="427852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4" name="data_7862">
            <a:extLst>
              <a:ext uri="{FF2B5EF4-FFF2-40B4-BE49-F238E27FC236}">
                <a16:creationId xmlns:a16="http://schemas.microsoft.com/office/drawing/2014/main" id="{4B74DA34-A316-4DFC-82F6-6C19D1E43F9B}"/>
              </a:ext>
            </a:extLst>
          </p:cNvPr>
          <p:cNvSpPr>
            <a:spLocks/>
          </p:cNvSpPr>
          <p:nvPr/>
        </p:nvSpPr>
        <p:spPr>
          <a:xfrm>
            <a:off x="42780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5" name="data_7863">
            <a:extLst>
              <a:ext uri="{FF2B5EF4-FFF2-40B4-BE49-F238E27FC236}">
                <a16:creationId xmlns:a16="http://schemas.microsoft.com/office/drawing/2014/main" id="{C65D2CA3-25F3-4197-B9EA-73042EC6E588}"/>
              </a:ext>
            </a:extLst>
          </p:cNvPr>
          <p:cNvSpPr>
            <a:spLocks/>
          </p:cNvSpPr>
          <p:nvPr/>
        </p:nvSpPr>
        <p:spPr>
          <a:xfrm>
            <a:off x="43001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6" name="data_7864">
            <a:extLst>
              <a:ext uri="{FF2B5EF4-FFF2-40B4-BE49-F238E27FC236}">
                <a16:creationId xmlns:a16="http://schemas.microsoft.com/office/drawing/2014/main" id="{DAA59A7F-A27C-4547-968D-1DC1BD73D922}"/>
              </a:ext>
            </a:extLst>
          </p:cNvPr>
          <p:cNvSpPr>
            <a:spLocks/>
          </p:cNvSpPr>
          <p:nvPr/>
        </p:nvSpPr>
        <p:spPr>
          <a:xfrm>
            <a:off x="43380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7" name="data_7865">
            <a:extLst>
              <a:ext uri="{FF2B5EF4-FFF2-40B4-BE49-F238E27FC236}">
                <a16:creationId xmlns:a16="http://schemas.microsoft.com/office/drawing/2014/main" id="{6D4301BA-9158-4F74-B44C-80E6FDF5366E}"/>
              </a:ext>
            </a:extLst>
          </p:cNvPr>
          <p:cNvSpPr>
            <a:spLocks/>
          </p:cNvSpPr>
          <p:nvPr/>
        </p:nvSpPr>
        <p:spPr>
          <a:xfrm>
            <a:off x="43619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8" name="data_7866">
            <a:extLst>
              <a:ext uri="{FF2B5EF4-FFF2-40B4-BE49-F238E27FC236}">
                <a16:creationId xmlns:a16="http://schemas.microsoft.com/office/drawing/2014/main" id="{90865FA4-EE24-46CF-97E8-E4542EB77887}"/>
              </a:ext>
            </a:extLst>
          </p:cNvPr>
          <p:cNvSpPr>
            <a:spLocks/>
          </p:cNvSpPr>
          <p:nvPr/>
        </p:nvSpPr>
        <p:spPr>
          <a:xfrm>
            <a:off x="4265105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79" name="data_7867">
            <a:extLst>
              <a:ext uri="{FF2B5EF4-FFF2-40B4-BE49-F238E27FC236}">
                <a16:creationId xmlns:a16="http://schemas.microsoft.com/office/drawing/2014/main" id="{4C9F938C-4EDE-4530-919B-2088DFBEEB50}"/>
              </a:ext>
            </a:extLst>
          </p:cNvPr>
          <p:cNvSpPr>
            <a:spLocks/>
          </p:cNvSpPr>
          <p:nvPr/>
        </p:nvSpPr>
        <p:spPr>
          <a:xfrm>
            <a:off x="432465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0" name="data_7868">
            <a:extLst>
              <a:ext uri="{FF2B5EF4-FFF2-40B4-BE49-F238E27FC236}">
                <a16:creationId xmlns:a16="http://schemas.microsoft.com/office/drawing/2014/main" id="{804A6937-263D-42FF-9BE9-3842AECE40C7}"/>
              </a:ext>
            </a:extLst>
          </p:cNvPr>
          <p:cNvSpPr>
            <a:spLocks/>
          </p:cNvSpPr>
          <p:nvPr/>
        </p:nvSpPr>
        <p:spPr>
          <a:xfrm>
            <a:off x="42654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1" name="data_7869">
            <a:extLst>
              <a:ext uri="{FF2B5EF4-FFF2-40B4-BE49-F238E27FC236}">
                <a16:creationId xmlns:a16="http://schemas.microsoft.com/office/drawing/2014/main" id="{C103E51E-FE7E-4575-820B-F686AFC125D2}"/>
              </a:ext>
            </a:extLst>
          </p:cNvPr>
          <p:cNvSpPr>
            <a:spLocks/>
          </p:cNvSpPr>
          <p:nvPr/>
        </p:nvSpPr>
        <p:spPr>
          <a:xfrm>
            <a:off x="42511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2" name="data_7870">
            <a:extLst>
              <a:ext uri="{FF2B5EF4-FFF2-40B4-BE49-F238E27FC236}">
                <a16:creationId xmlns:a16="http://schemas.microsoft.com/office/drawing/2014/main" id="{E651CD41-E347-48AD-BD91-BB0D171A687D}"/>
              </a:ext>
            </a:extLst>
          </p:cNvPr>
          <p:cNvSpPr>
            <a:spLocks/>
          </p:cNvSpPr>
          <p:nvPr/>
        </p:nvSpPr>
        <p:spPr>
          <a:xfrm>
            <a:off x="4351492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3" name="data_7871">
            <a:extLst>
              <a:ext uri="{FF2B5EF4-FFF2-40B4-BE49-F238E27FC236}">
                <a16:creationId xmlns:a16="http://schemas.microsoft.com/office/drawing/2014/main" id="{6538F94C-101D-4CFF-818A-5F54D9DDDF15}"/>
              </a:ext>
            </a:extLst>
          </p:cNvPr>
          <p:cNvSpPr>
            <a:spLocks/>
          </p:cNvSpPr>
          <p:nvPr/>
        </p:nvSpPr>
        <p:spPr>
          <a:xfrm>
            <a:off x="43782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4" name="data_7872">
            <a:extLst>
              <a:ext uri="{FF2B5EF4-FFF2-40B4-BE49-F238E27FC236}">
                <a16:creationId xmlns:a16="http://schemas.microsoft.com/office/drawing/2014/main" id="{F9D1768C-2CEA-4B1F-8DC0-F07607520449}"/>
              </a:ext>
            </a:extLst>
          </p:cNvPr>
          <p:cNvSpPr>
            <a:spLocks/>
          </p:cNvSpPr>
          <p:nvPr/>
        </p:nvSpPr>
        <p:spPr>
          <a:xfrm>
            <a:off x="42997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5" name="data_7873">
            <a:extLst>
              <a:ext uri="{FF2B5EF4-FFF2-40B4-BE49-F238E27FC236}">
                <a16:creationId xmlns:a16="http://schemas.microsoft.com/office/drawing/2014/main" id="{33201120-722C-4258-AE95-25FC2A35E57A}"/>
              </a:ext>
            </a:extLst>
          </p:cNvPr>
          <p:cNvSpPr>
            <a:spLocks/>
          </p:cNvSpPr>
          <p:nvPr/>
        </p:nvSpPr>
        <p:spPr>
          <a:xfrm>
            <a:off x="43711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6" name="data_7874">
            <a:extLst>
              <a:ext uri="{FF2B5EF4-FFF2-40B4-BE49-F238E27FC236}">
                <a16:creationId xmlns:a16="http://schemas.microsoft.com/office/drawing/2014/main" id="{A7D7B312-D27D-4A7E-8351-2D9B42B1DD3D}"/>
              </a:ext>
            </a:extLst>
          </p:cNvPr>
          <p:cNvSpPr>
            <a:spLocks/>
          </p:cNvSpPr>
          <p:nvPr/>
        </p:nvSpPr>
        <p:spPr>
          <a:xfrm>
            <a:off x="427839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7" name="data_7875">
            <a:extLst>
              <a:ext uri="{FF2B5EF4-FFF2-40B4-BE49-F238E27FC236}">
                <a16:creationId xmlns:a16="http://schemas.microsoft.com/office/drawing/2014/main" id="{AA8955A2-F71E-4522-819B-29F18E9F31CE}"/>
              </a:ext>
            </a:extLst>
          </p:cNvPr>
          <p:cNvSpPr>
            <a:spLocks/>
          </p:cNvSpPr>
          <p:nvPr/>
        </p:nvSpPr>
        <p:spPr>
          <a:xfrm>
            <a:off x="4303152" y="322049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8" name="data_7876">
            <a:extLst>
              <a:ext uri="{FF2B5EF4-FFF2-40B4-BE49-F238E27FC236}">
                <a16:creationId xmlns:a16="http://schemas.microsoft.com/office/drawing/2014/main" id="{8221308A-6CCF-4232-980D-B811EA02F954}"/>
              </a:ext>
            </a:extLst>
          </p:cNvPr>
          <p:cNvSpPr>
            <a:spLocks/>
          </p:cNvSpPr>
          <p:nvPr/>
        </p:nvSpPr>
        <p:spPr>
          <a:xfrm>
            <a:off x="4341980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89" name="data_7877">
            <a:extLst>
              <a:ext uri="{FF2B5EF4-FFF2-40B4-BE49-F238E27FC236}">
                <a16:creationId xmlns:a16="http://schemas.microsoft.com/office/drawing/2014/main" id="{F1C817B7-C5BE-4C38-9AC9-81ECFFA0974E}"/>
              </a:ext>
            </a:extLst>
          </p:cNvPr>
          <p:cNvSpPr>
            <a:spLocks/>
          </p:cNvSpPr>
          <p:nvPr/>
        </p:nvSpPr>
        <p:spPr>
          <a:xfrm>
            <a:off x="43653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0" name="data_7878">
            <a:extLst>
              <a:ext uri="{FF2B5EF4-FFF2-40B4-BE49-F238E27FC236}">
                <a16:creationId xmlns:a16="http://schemas.microsoft.com/office/drawing/2014/main" id="{160B00EC-F815-4D2A-906B-56301122E935}"/>
              </a:ext>
            </a:extLst>
          </p:cNvPr>
          <p:cNvSpPr>
            <a:spLocks/>
          </p:cNvSpPr>
          <p:nvPr/>
        </p:nvSpPr>
        <p:spPr>
          <a:xfrm>
            <a:off x="43779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1" name="data_7879">
            <a:extLst>
              <a:ext uri="{FF2B5EF4-FFF2-40B4-BE49-F238E27FC236}">
                <a16:creationId xmlns:a16="http://schemas.microsoft.com/office/drawing/2014/main" id="{5C0AF40F-9FCF-4C7A-B7B9-5A461D7DB7D6}"/>
              </a:ext>
            </a:extLst>
          </p:cNvPr>
          <p:cNvSpPr>
            <a:spLocks/>
          </p:cNvSpPr>
          <p:nvPr/>
        </p:nvSpPr>
        <p:spPr>
          <a:xfrm>
            <a:off x="433299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2" name="data_7880">
            <a:extLst>
              <a:ext uri="{FF2B5EF4-FFF2-40B4-BE49-F238E27FC236}">
                <a16:creationId xmlns:a16="http://schemas.microsoft.com/office/drawing/2014/main" id="{10C44BDD-3777-47C6-919C-C69D440F69DD}"/>
              </a:ext>
            </a:extLst>
          </p:cNvPr>
          <p:cNvSpPr>
            <a:spLocks/>
          </p:cNvSpPr>
          <p:nvPr/>
        </p:nvSpPr>
        <p:spPr>
          <a:xfrm>
            <a:off x="4255724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3" name="data_7881">
            <a:extLst>
              <a:ext uri="{FF2B5EF4-FFF2-40B4-BE49-F238E27FC236}">
                <a16:creationId xmlns:a16="http://schemas.microsoft.com/office/drawing/2014/main" id="{A381C6D4-DD54-46AE-994E-AB36204C5AC0}"/>
              </a:ext>
            </a:extLst>
          </p:cNvPr>
          <p:cNvSpPr>
            <a:spLocks/>
          </p:cNvSpPr>
          <p:nvPr/>
        </p:nvSpPr>
        <p:spPr>
          <a:xfrm>
            <a:off x="42750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4" name="data_7882">
            <a:extLst>
              <a:ext uri="{FF2B5EF4-FFF2-40B4-BE49-F238E27FC236}">
                <a16:creationId xmlns:a16="http://schemas.microsoft.com/office/drawing/2014/main" id="{FD16772D-91E9-4204-ACD6-C5B27B2E728E}"/>
              </a:ext>
            </a:extLst>
          </p:cNvPr>
          <p:cNvSpPr>
            <a:spLocks/>
          </p:cNvSpPr>
          <p:nvPr/>
        </p:nvSpPr>
        <p:spPr>
          <a:xfrm>
            <a:off x="42834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5" name="data_7883">
            <a:extLst>
              <a:ext uri="{FF2B5EF4-FFF2-40B4-BE49-F238E27FC236}">
                <a16:creationId xmlns:a16="http://schemas.microsoft.com/office/drawing/2014/main" id="{AF8373EB-A609-4C38-A480-7535D0FB724B}"/>
              </a:ext>
            </a:extLst>
          </p:cNvPr>
          <p:cNvSpPr>
            <a:spLocks/>
          </p:cNvSpPr>
          <p:nvPr/>
        </p:nvSpPr>
        <p:spPr>
          <a:xfrm>
            <a:off x="425546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6" name="data_7884">
            <a:extLst>
              <a:ext uri="{FF2B5EF4-FFF2-40B4-BE49-F238E27FC236}">
                <a16:creationId xmlns:a16="http://schemas.microsoft.com/office/drawing/2014/main" id="{7DAA2EA0-E25D-403C-A38C-E11D50865CB2}"/>
              </a:ext>
            </a:extLst>
          </p:cNvPr>
          <p:cNvSpPr>
            <a:spLocks/>
          </p:cNvSpPr>
          <p:nvPr/>
        </p:nvSpPr>
        <p:spPr>
          <a:xfrm>
            <a:off x="425468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7" name="data_7885">
            <a:extLst>
              <a:ext uri="{FF2B5EF4-FFF2-40B4-BE49-F238E27FC236}">
                <a16:creationId xmlns:a16="http://schemas.microsoft.com/office/drawing/2014/main" id="{3093471A-7D6C-47C9-8C88-5E01E1D7D9B3}"/>
              </a:ext>
            </a:extLst>
          </p:cNvPr>
          <p:cNvSpPr>
            <a:spLocks/>
          </p:cNvSpPr>
          <p:nvPr/>
        </p:nvSpPr>
        <p:spPr>
          <a:xfrm>
            <a:off x="42799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8" name="data_7886">
            <a:extLst>
              <a:ext uri="{FF2B5EF4-FFF2-40B4-BE49-F238E27FC236}">
                <a16:creationId xmlns:a16="http://schemas.microsoft.com/office/drawing/2014/main" id="{5BEC46B2-0E7B-42CB-A177-ABA1BB724DB8}"/>
              </a:ext>
            </a:extLst>
          </p:cNvPr>
          <p:cNvSpPr>
            <a:spLocks/>
          </p:cNvSpPr>
          <p:nvPr/>
        </p:nvSpPr>
        <p:spPr>
          <a:xfrm>
            <a:off x="432908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799" name="data_7887">
            <a:extLst>
              <a:ext uri="{FF2B5EF4-FFF2-40B4-BE49-F238E27FC236}">
                <a16:creationId xmlns:a16="http://schemas.microsoft.com/office/drawing/2014/main" id="{0E771F27-46AF-4060-8B18-7A784549E06D}"/>
              </a:ext>
            </a:extLst>
          </p:cNvPr>
          <p:cNvSpPr>
            <a:spLocks/>
          </p:cNvSpPr>
          <p:nvPr/>
        </p:nvSpPr>
        <p:spPr>
          <a:xfrm>
            <a:off x="427305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0" name="data_7888">
            <a:extLst>
              <a:ext uri="{FF2B5EF4-FFF2-40B4-BE49-F238E27FC236}">
                <a16:creationId xmlns:a16="http://schemas.microsoft.com/office/drawing/2014/main" id="{0842946E-3CA4-4DB0-B680-D77A83D7A98A}"/>
              </a:ext>
            </a:extLst>
          </p:cNvPr>
          <p:cNvSpPr>
            <a:spLocks/>
          </p:cNvSpPr>
          <p:nvPr/>
        </p:nvSpPr>
        <p:spPr>
          <a:xfrm>
            <a:off x="43121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1" name="data_7889">
            <a:extLst>
              <a:ext uri="{FF2B5EF4-FFF2-40B4-BE49-F238E27FC236}">
                <a16:creationId xmlns:a16="http://schemas.microsoft.com/office/drawing/2014/main" id="{17031357-DA07-436C-8673-D1A65993746F}"/>
              </a:ext>
            </a:extLst>
          </p:cNvPr>
          <p:cNvSpPr>
            <a:spLocks/>
          </p:cNvSpPr>
          <p:nvPr/>
        </p:nvSpPr>
        <p:spPr>
          <a:xfrm>
            <a:off x="42983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2" name="data_7890">
            <a:extLst>
              <a:ext uri="{FF2B5EF4-FFF2-40B4-BE49-F238E27FC236}">
                <a16:creationId xmlns:a16="http://schemas.microsoft.com/office/drawing/2014/main" id="{273A83C9-D78E-4046-A254-8E4A4A386B36}"/>
              </a:ext>
            </a:extLst>
          </p:cNvPr>
          <p:cNvSpPr>
            <a:spLocks/>
          </p:cNvSpPr>
          <p:nvPr/>
        </p:nvSpPr>
        <p:spPr>
          <a:xfrm>
            <a:off x="43629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3" name="data_7891">
            <a:extLst>
              <a:ext uri="{FF2B5EF4-FFF2-40B4-BE49-F238E27FC236}">
                <a16:creationId xmlns:a16="http://schemas.microsoft.com/office/drawing/2014/main" id="{ACA35210-380E-4153-A8FD-A3FBE3B99255}"/>
              </a:ext>
            </a:extLst>
          </p:cNvPr>
          <p:cNvSpPr>
            <a:spLocks/>
          </p:cNvSpPr>
          <p:nvPr/>
        </p:nvSpPr>
        <p:spPr>
          <a:xfrm>
            <a:off x="4285431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4" name="data_7892">
            <a:extLst>
              <a:ext uri="{FF2B5EF4-FFF2-40B4-BE49-F238E27FC236}">
                <a16:creationId xmlns:a16="http://schemas.microsoft.com/office/drawing/2014/main" id="{A57F3EAE-584B-4634-924C-B5030D99CB8F}"/>
              </a:ext>
            </a:extLst>
          </p:cNvPr>
          <p:cNvSpPr>
            <a:spLocks/>
          </p:cNvSpPr>
          <p:nvPr/>
        </p:nvSpPr>
        <p:spPr>
          <a:xfrm>
            <a:off x="4338983" y="31160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5" name="data_7893">
            <a:extLst>
              <a:ext uri="{FF2B5EF4-FFF2-40B4-BE49-F238E27FC236}">
                <a16:creationId xmlns:a16="http://schemas.microsoft.com/office/drawing/2014/main" id="{F20822E2-A0CD-4FB6-AC1A-C23B6AB136F0}"/>
              </a:ext>
            </a:extLst>
          </p:cNvPr>
          <p:cNvSpPr>
            <a:spLocks/>
          </p:cNvSpPr>
          <p:nvPr/>
        </p:nvSpPr>
        <p:spPr>
          <a:xfrm>
            <a:off x="43422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6" name="data_7894">
            <a:extLst>
              <a:ext uri="{FF2B5EF4-FFF2-40B4-BE49-F238E27FC236}">
                <a16:creationId xmlns:a16="http://schemas.microsoft.com/office/drawing/2014/main" id="{BA8FF45E-A729-4230-BB2E-530264723462}"/>
              </a:ext>
            </a:extLst>
          </p:cNvPr>
          <p:cNvSpPr>
            <a:spLocks/>
          </p:cNvSpPr>
          <p:nvPr/>
        </p:nvSpPr>
        <p:spPr>
          <a:xfrm>
            <a:off x="425507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7" name="data_7895">
            <a:extLst>
              <a:ext uri="{FF2B5EF4-FFF2-40B4-BE49-F238E27FC236}">
                <a16:creationId xmlns:a16="http://schemas.microsoft.com/office/drawing/2014/main" id="{0826739E-BCE2-47DF-ACD5-D6142B810FB4}"/>
              </a:ext>
            </a:extLst>
          </p:cNvPr>
          <p:cNvSpPr>
            <a:spLocks/>
          </p:cNvSpPr>
          <p:nvPr/>
        </p:nvSpPr>
        <p:spPr>
          <a:xfrm>
            <a:off x="436126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8" name="data_7896">
            <a:extLst>
              <a:ext uri="{FF2B5EF4-FFF2-40B4-BE49-F238E27FC236}">
                <a16:creationId xmlns:a16="http://schemas.microsoft.com/office/drawing/2014/main" id="{E38D2BE4-B876-415A-A1D3-BE5184D4C8A3}"/>
              </a:ext>
            </a:extLst>
          </p:cNvPr>
          <p:cNvSpPr>
            <a:spLocks/>
          </p:cNvSpPr>
          <p:nvPr/>
        </p:nvSpPr>
        <p:spPr>
          <a:xfrm>
            <a:off x="42519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09" name="data_7897">
            <a:extLst>
              <a:ext uri="{FF2B5EF4-FFF2-40B4-BE49-F238E27FC236}">
                <a16:creationId xmlns:a16="http://schemas.microsoft.com/office/drawing/2014/main" id="{480D1129-5A97-41DF-B8D5-95FE93B43E84}"/>
              </a:ext>
            </a:extLst>
          </p:cNvPr>
          <p:cNvSpPr>
            <a:spLocks/>
          </p:cNvSpPr>
          <p:nvPr/>
        </p:nvSpPr>
        <p:spPr>
          <a:xfrm>
            <a:off x="436100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0" name="data_7898">
            <a:extLst>
              <a:ext uri="{FF2B5EF4-FFF2-40B4-BE49-F238E27FC236}">
                <a16:creationId xmlns:a16="http://schemas.microsoft.com/office/drawing/2014/main" id="{F32BEDBC-A02B-4E17-BE1D-BD5FDB97CB43}"/>
              </a:ext>
            </a:extLst>
          </p:cNvPr>
          <p:cNvSpPr>
            <a:spLocks/>
          </p:cNvSpPr>
          <p:nvPr/>
        </p:nvSpPr>
        <p:spPr>
          <a:xfrm>
            <a:off x="43736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1" name="data_7899">
            <a:extLst>
              <a:ext uri="{FF2B5EF4-FFF2-40B4-BE49-F238E27FC236}">
                <a16:creationId xmlns:a16="http://schemas.microsoft.com/office/drawing/2014/main" id="{0BA49A78-B79A-4F97-8158-444B3A874E84}"/>
              </a:ext>
            </a:extLst>
          </p:cNvPr>
          <p:cNvSpPr>
            <a:spLocks/>
          </p:cNvSpPr>
          <p:nvPr/>
        </p:nvSpPr>
        <p:spPr>
          <a:xfrm>
            <a:off x="43298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2" name="data_7900">
            <a:extLst>
              <a:ext uri="{FF2B5EF4-FFF2-40B4-BE49-F238E27FC236}">
                <a16:creationId xmlns:a16="http://schemas.microsoft.com/office/drawing/2014/main" id="{2BD3790E-8AF7-4717-A41B-6B684AE1EADC}"/>
              </a:ext>
            </a:extLst>
          </p:cNvPr>
          <p:cNvSpPr>
            <a:spLocks/>
          </p:cNvSpPr>
          <p:nvPr/>
        </p:nvSpPr>
        <p:spPr>
          <a:xfrm>
            <a:off x="42907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3" name="data_7901">
            <a:extLst>
              <a:ext uri="{FF2B5EF4-FFF2-40B4-BE49-F238E27FC236}">
                <a16:creationId xmlns:a16="http://schemas.microsoft.com/office/drawing/2014/main" id="{5F14D851-F445-42AC-A96F-8CFAD2B3E04E}"/>
              </a:ext>
            </a:extLst>
          </p:cNvPr>
          <p:cNvSpPr>
            <a:spLocks/>
          </p:cNvSpPr>
          <p:nvPr/>
        </p:nvSpPr>
        <p:spPr>
          <a:xfrm>
            <a:off x="434536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4" name="data_7902">
            <a:extLst>
              <a:ext uri="{FF2B5EF4-FFF2-40B4-BE49-F238E27FC236}">
                <a16:creationId xmlns:a16="http://schemas.microsoft.com/office/drawing/2014/main" id="{DC1DBBB8-F674-4502-832D-544DE7A388BB}"/>
              </a:ext>
            </a:extLst>
          </p:cNvPr>
          <p:cNvSpPr>
            <a:spLocks/>
          </p:cNvSpPr>
          <p:nvPr/>
        </p:nvSpPr>
        <p:spPr>
          <a:xfrm>
            <a:off x="42790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5" name="data_7903">
            <a:extLst>
              <a:ext uri="{FF2B5EF4-FFF2-40B4-BE49-F238E27FC236}">
                <a16:creationId xmlns:a16="http://schemas.microsoft.com/office/drawing/2014/main" id="{263D884E-9E4B-4E40-8096-C2D9E8EDE8DC}"/>
              </a:ext>
            </a:extLst>
          </p:cNvPr>
          <p:cNvSpPr>
            <a:spLocks/>
          </p:cNvSpPr>
          <p:nvPr/>
        </p:nvSpPr>
        <p:spPr>
          <a:xfrm>
            <a:off x="431253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6" name="data_7904">
            <a:extLst>
              <a:ext uri="{FF2B5EF4-FFF2-40B4-BE49-F238E27FC236}">
                <a16:creationId xmlns:a16="http://schemas.microsoft.com/office/drawing/2014/main" id="{5993ECC9-0FD2-43B9-9EDE-288795BDA510}"/>
              </a:ext>
            </a:extLst>
          </p:cNvPr>
          <p:cNvSpPr>
            <a:spLocks/>
          </p:cNvSpPr>
          <p:nvPr/>
        </p:nvSpPr>
        <p:spPr>
          <a:xfrm>
            <a:off x="43125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7" name="data_7905">
            <a:extLst>
              <a:ext uri="{FF2B5EF4-FFF2-40B4-BE49-F238E27FC236}">
                <a16:creationId xmlns:a16="http://schemas.microsoft.com/office/drawing/2014/main" id="{3AE07482-1BDF-474B-871D-C4E2EAF0AD55}"/>
              </a:ext>
            </a:extLst>
          </p:cNvPr>
          <p:cNvSpPr>
            <a:spLocks/>
          </p:cNvSpPr>
          <p:nvPr/>
        </p:nvSpPr>
        <p:spPr>
          <a:xfrm>
            <a:off x="4273444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8" name="data_7906">
            <a:extLst>
              <a:ext uri="{FF2B5EF4-FFF2-40B4-BE49-F238E27FC236}">
                <a16:creationId xmlns:a16="http://schemas.microsoft.com/office/drawing/2014/main" id="{47EB5E06-FF3A-4963-83C6-9DE345AB7EA7}"/>
              </a:ext>
            </a:extLst>
          </p:cNvPr>
          <p:cNvSpPr>
            <a:spLocks/>
          </p:cNvSpPr>
          <p:nvPr/>
        </p:nvSpPr>
        <p:spPr>
          <a:xfrm>
            <a:off x="436426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19" name="data_7907">
            <a:extLst>
              <a:ext uri="{FF2B5EF4-FFF2-40B4-BE49-F238E27FC236}">
                <a16:creationId xmlns:a16="http://schemas.microsoft.com/office/drawing/2014/main" id="{D89A5845-1C9C-465D-8787-9C5C71F7E03F}"/>
              </a:ext>
            </a:extLst>
          </p:cNvPr>
          <p:cNvSpPr>
            <a:spLocks/>
          </p:cNvSpPr>
          <p:nvPr/>
        </p:nvSpPr>
        <p:spPr>
          <a:xfrm>
            <a:off x="42929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0" name="data_7908">
            <a:extLst>
              <a:ext uri="{FF2B5EF4-FFF2-40B4-BE49-F238E27FC236}">
                <a16:creationId xmlns:a16="http://schemas.microsoft.com/office/drawing/2014/main" id="{56451B87-C32D-4D5A-8C03-C147DC50E402}"/>
              </a:ext>
            </a:extLst>
          </p:cNvPr>
          <p:cNvSpPr>
            <a:spLocks/>
          </p:cNvSpPr>
          <p:nvPr/>
        </p:nvSpPr>
        <p:spPr>
          <a:xfrm>
            <a:off x="43056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1" name="data_7909">
            <a:extLst>
              <a:ext uri="{FF2B5EF4-FFF2-40B4-BE49-F238E27FC236}">
                <a16:creationId xmlns:a16="http://schemas.microsoft.com/office/drawing/2014/main" id="{7DF7C4EE-F1A3-4CD5-A620-665F6DF74FCE}"/>
              </a:ext>
            </a:extLst>
          </p:cNvPr>
          <p:cNvSpPr>
            <a:spLocks/>
          </p:cNvSpPr>
          <p:nvPr/>
        </p:nvSpPr>
        <p:spPr>
          <a:xfrm>
            <a:off x="43767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2" name="data_7910">
            <a:extLst>
              <a:ext uri="{FF2B5EF4-FFF2-40B4-BE49-F238E27FC236}">
                <a16:creationId xmlns:a16="http://schemas.microsoft.com/office/drawing/2014/main" id="{4A2A5E3C-278B-45DC-AA76-9592D4AFFB14}"/>
              </a:ext>
            </a:extLst>
          </p:cNvPr>
          <p:cNvSpPr>
            <a:spLocks/>
          </p:cNvSpPr>
          <p:nvPr/>
        </p:nvSpPr>
        <p:spPr>
          <a:xfrm>
            <a:off x="43376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3" name="data_7911">
            <a:extLst>
              <a:ext uri="{FF2B5EF4-FFF2-40B4-BE49-F238E27FC236}">
                <a16:creationId xmlns:a16="http://schemas.microsoft.com/office/drawing/2014/main" id="{D7CA757E-E5DF-4E6B-8454-BA430A1D66A7}"/>
              </a:ext>
            </a:extLst>
          </p:cNvPr>
          <p:cNvSpPr>
            <a:spLocks/>
          </p:cNvSpPr>
          <p:nvPr/>
        </p:nvSpPr>
        <p:spPr>
          <a:xfrm>
            <a:off x="4372079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4" name="data_7912">
            <a:extLst>
              <a:ext uri="{FF2B5EF4-FFF2-40B4-BE49-F238E27FC236}">
                <a16:creationId xmlns:a16="http://schemas.microsoft.com/office/drawing/2014/main" id="{322AC287-48A9-4D4C-95E3-13CD8F78984D}"/>
              </a:ext>
            </a:extLst>
          </p:cNvPr>
          <p:cNvSpPr>
            <a:spLocks/>
          </p:cNvSpPr>
          <p:nvPr/>
        </p:nvSpPr>
        <p:spPr>
          <a:xfrm>
            <a:off x="42568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5" name="data_7913">
            <a:extLst>
              <a:ext uri="{FF2B5EF4-FFF2-40B4-BE49-F238E27FC236}">
                <a16:creationId xmlns:a16="http://schemas.microsoft.com/office/drawing/2014/main" id="{B0EB9E76-5155-4661-831E-7F3C0713806B}"/>
              </a:ext>
            </a:extLst>
          </p:cNvPr>
          <p:cNvSpPr>
            <a:spLocks/>
          </p:cNvSpPr>
          <p:nvPr/>
        </p:nvSpPr>
        <p:spPr>
          <a:xfrm>
            <a:off x="43624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6" name="data_7914">
            <a:extLst>
              <a:ext uri="{FF2B5EF4-FFF2-40B4-BE49-F238E27FC236}">
                <a16:creationId xmlns:a16="http://schemas.microsoft.com/office/drawing/2014/main" id="{4F6418F2-004B-431F-A3FA-8F47997093F8}"/>
              </a:ext>
            </a:extLst>
          </p:cNvPr>
          <p:cNvSpPr>
            <a:spLocks/>
          </p:cNvSpPr>
          <p:nvPr/>
        </p:nvSpPr>
        <p:spPr>
          <a:xfrm>
            <a:off x="434523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7" name="data_7915">
            <a:extLst>
              <a:ext uri="{FF2B5EF4-FFF2-40B4-BE49-F238E27FC236}">
                <a16:creationId xmlns:a16="http://schemas.microsoft.com/office/drawing/2014/main" id="{09A0277F-3D8A-43B4-9070-1CA0544C6775}"/>
              </a:ext>
            </a:extLst>
          </p:cNvPr>
          <p:cNvSpPr>
            <a:spLocks/>
          </p:cNvSpPr>
          <p:nvPr/>
        </p:nvSpPr>
        <p:spPr>
          <a:xfrm>
            <a:off x="43002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8" name="data_7916">
            <a:extLst>
              <a:ext uri="{FF2B5EF4-FFF2-40B4-BE49-F238E27FC236}">
                <a16:creationId xmlns:a16="http://schemas.microsoft.com/office/drawing/2014/main" id="{AF831E4C-44E0-4142-8B3D-8B3DF7AFF280}"/>
              </a:ext>
            </a:extLst>
          </p:cNvPr>
          <p:cNvSpPr>
            <a:spLocks/>
          </p:cNvSpPr>
          <p:nvPr/>
        </p:nvSpPr>
        <p:spPr>
          <a:xfrm>
            <a:off x="435031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29" name="data_7917">
            <a:extLst>
              <a:ext uri="{FF2B5EF4-FFF2-40B4-BE49-F238E27FC236}">
                <a16:creationId xmlns:a16="http://schemas.microsoft.com/office/drawing/2014/main" id="{6BE4527A-4F7B-443D-B491-7E3B0502F6ED}"/>
              </a:ext>
            </a:extLst>
          </p:cNvPr>
          <p:cNvSpPr>
            <a:spLocks/>
          </p:cNvSpPr>
          <p:nvPr/>
        </p:nvSpPr>
        <p:spPr>
          <a:xfrm>
            <a:off x="437742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0" name="data_7918">
            <a:extLst>
              <a:ext uri="{FF2B5EF4-FFF2-40B4-BE49-F238E27FC236}">
                <a16:creationId xmlns:a16="http://schemas.microsoft.com/office/drawing/2014/main" id="{BF3424C4-3D28-4926-B01F-0E4DCC3AF281}"/>
              </a:ext>
            </a:extLst>
          </p:cNvPr>
          <p:cNvSpPr>
            <a:spLocks/>
          </p:cNvSpPr>
          <p:nvPr/>
        </p:nvSpPr>
        <p:spPr>
          <a:xfrm>
            <a:off x="4336638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1" name="data_7919">
            <a:extLst>
              <a:ext uri="{FF2B5EF4-FFF2-40B4-BE49-F238E27FC236}">
                <a16:creationId xmlns:a16="http://schemas.microsoft.com/office/drawing/2014/main" id="{A80BB8E2-B9A4-4937-8769-1CC7B901CC49}"/>
              </a:ext>
            </a:extLst>
          </p:cNvPr>
          <p:cNvSpPr>
            <a:spLocks/>
          </p:cNvSpPr>
          <p:nvPr/>
        </p:nvSpPr>
        <p:spPr>
          <a:xfrm>
            <a:off x="43466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2" name="data_7920">
            <a:extLst>
              <a:ext uri="{FF2B5EF4-FFF2-40B4-BE49-F238E27FC236}">
                <a16:creationId xmlns:a16="http://schemas.microsoft.com/office/drawing/2014/main" id="{B9D00C4E-C61A-4A16-9E16-7E7283C68A7E}"/>
              </a:ext>
            </a:extLst>
          </p:cNvPr>
          <p:cNvSpPr>
            <a:spLocks/>
          </p:cNvSpPr>
          <p:nvPr/>
        </p:nvSpPr>
        <p:spPr>
          <a:xfrm>
            <a:off x="4345498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3" name="data_7921">
            <a:extLst>
              <a:ext uri="{FF2B5EF4-FFF2-40B4-BE49-F238E27FC236}">
                <a16:creationId xmlns:a16="http://schemas.microsoft.com/office/drawing/2014/main" id="{B624037A-70D9-40E9-8C42-60D4F9737327}"/>
              </a:ext>
            </a:extLst>
          </p:cNvPr>
          <p:cNvSpPr>
            <a:spLocks/>
          </p:cNvSpPr>
          <p:nvPr/>
        </p:nvSpPr>
        <p:spPr>
          <a:xfrm>
            <a:off x="432465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4" name="data_7922">
            <a:extLst>
              <a:ext uri="{FF2B5EF4-FFF2-40B4-BE49-F238E27FC236}">
                <a16:creationId xmlns:a16="http://schemas.microsoft.com/office/drawing/2014/main" id="{68034A1C-F2C8-474E-A04C-BD3C96EDDE37}"/>
              </a:ext>
            </a:extLst>
          </p:cNvPr>
          <p:cNvSpPr>
            <a:spLocks/>
          </p:cNvSpPr>
          <p:nvPr/>
        </p:nvSpPr>
        <p:spPr>
          <a:xfrm>
            <a:off x="4288298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5" name="data_7923">
            <a:extLst>
              <a:ext uri="{FF2B5EF4-FFF2-40B4-BE49-F238E27FC236}">
                <a16:creationId xmlns:a16="http://schemas.microsoft.com/office/drawing/2014/main" id="{D3877EEE-1A98-4144-B6A6-3ED80CE7DCF6}"/>
              </a:ext>
            </a:extLst>
          </p:cNvPr>
          <p:cNvSpPr>
            <a:spLocks/>
          </p:cNvSpPr>
          <p:nvPr/>
        </p:nvSpPr>
        <p:spPr>
          <a:xfrm>
            <a:off x="43683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6" name="data_7924">
            <a:extLst>
              <a:ext uri="{FF2B5EF4-FFF2-40B4-BE49-F238E27FC236}">
                <a16:creationId xmlns:a16="http://schemas.microsoft.com/office/drawing/2014/main" id="{20DED253-9DA3-4E3D-86E8-D8C5B49F73A8}"/>
              </a:ext>
            </a:extLst>
          </p:cNvPr>
          <p:cNvSpPr>
            <a:spLocks/>
          </p:cNvSpPr>
          <p:nvPr/>
        </p:nvSpPr>
        <p:spPr>
          <a:xfrm>
            <a:off x="427448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7" name="data_7925">
            <a:extLst>
              <a:ext uri="{FF2B5EF4-FFF2-40B4-BE49-F238E27FC236}">
                <a16:creationId xmlns:a16="http://schemas.microsoft.com/office/drawing/2014/main" id="{046C1171-3E03-4816-9F3D-C8D7D3FC559E}"/>
              </a:ext>
            </a:extLst>
          </p:cNvPr>
          <p:cNvSpPr>
            <a:spLocks/>
          </p:cNvSpPr>
          <p:nvPr/>
        </p:nvSpPr>
        <p:spPr>
          <a:xfrm>
            <a:off x="42734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8" name="data_7926">
            <a:extLst>
              <a:ext uri="{FF2B5EF4-FFF2-40B4-BE49-F238E27FC236}">
                <a16:creationId xmlns:a16="http://schemas.microsoft.com/office/drawing/2014/main" id="{A7B893D6-463D-4D74-8DF1-4035FDF7C04E}"/>
              </a:ext>
            </a:extLst>
          </p:cNvPr>
          <p:cNvSpPr>
            <a:spLocks/>
          </p:cNvSpPr>
          <p:nvPr/>
        </p:nvSpPr>
        <p:spPr>
          <a:xfrm>
            <a:off x="427930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39" name="data_7927">
            <a:extLst>
              <a:ext uri="{FF2B5EF4-FFF2-40B4-BE49-F238E27FC236}">
                <a16:creationId xmlns:a16="http://schemas.microsoft.com/office/drawing/2014/main" id="{C0CD41CE-DEAA-4AB1-B582-F8A3B19404A8}"/>
              </a:ext>
            </a:extLst>
          </p:cNvPr>
          <p:cNvSpPr>
            <a:spLocks/>
          </p:cNvSpPr>
          <p:nvPr/>
        </p:nvSpPr>
        <p:spPr>
          <a:xfrm>
            <a:off x="437012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0" name="data_7928">
            <a:extLst>
              <a:ext uri="{FF2B5EF4-FFF2-40B4-BE49-F238E27FC236}">
                <a16:creationId xmlns:a16="http://schemas.microsoft.com/office/drawing/2014/main" id="{AC1BA2D8-E381-4777-BC5C-272714CE4725}"/>
              </a:ext>
            </a:extLst>
          </p:cNvPr>
          <p:cNvSpPr>
            <a:spLocks/>
          </p:cNvSpPr>
          <p:nvPr/>
        </p:nvSpPr>
        <p:spPr>
          <a:xfrm>
            <a:off x="4356313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1" name="data_7929">
            <a:extLst>
              <a:ext uri="{FF2B5EF4-FFF2-40B4-BE49-F238E27FC236}">
                <a16:creationId xmlns:a16="http://schemas.microsoft.com/office/drawing/2014/main" id="{B4F8A1C5-9673-44EC-876F-697AA3122C5A}"/>
              </a:ext>
            </a:extLst>
          </p:cNvPr>
          <p:cNvSpPr>
            <a:spLocks/>
          </p:cNvSpPr>
          <p:nvPr/>
        </p:nvSpPr>
        <p:spPr>
          <a:xfrm>
            <a:off x="43619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2" name="data_7930">
            <a:extLst>
              <a:ext uri="{FF2B5EF4-FFF2-40B4-BE49-F238E27FC236}">
                <a16:creationId xmlns:a16="http://schemas.microsoft.com/office/drawing/2014/main" id="{98158CA0-A7B5-4A44-9EA8-1F351E630E8A}"/>
              </a:ext>
            </a:extLst>
          </p:cNvPr>
          <p:cNvSpPr>
            <a:spLocks/>
          </p:cNvSpPr>
          <p:nvPr/>
        </p:nvSpPr>
        <p:spPr>
          <a:xfrm>
            <a:off x="4345759" y="33160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3" name="data_7931">
            <a:extLst>
              <a:ext uri="{FF2B5EF4-FFF2-40B4-BE49-F238E27FC236}">
                <a16:creationId xmlns:a16="http://schemas.microsoft.com/office/drawing/2014/main" id="{78A938AE-DF64-4230-9AB1-33BB7C49565C}"/>
              </a:ext>
            </a:extLst>
          </p:cNvPr>
          <p:cNvSpPr>
            <a:spLocks/>
          </p:cNvSpPr>
          <p:nvPr/>
        </p:nvSpPr>
        <p:spPr>
          <a:xfrm>
            <a:off x="4355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4" name="data_7932">
            <a:extLst>
              <a:ext uri="{FF2B5EF4-FFF2-40B4-BE49-F238E27FC236}">
                <a16:creationId xmlns:a16="http://schemas.microsoft.com/office/drawing/2014/main" id="{56F85625-CE70-42CC-8B5C-C77896C6243C}"/>
              </a:ext>
            </a:extLst>
          </p:cNvPr>
          <p:cNvSpPr>
            <a:spLocks/>
          </p:cNvSpPr>
          <p:nvPr/>
        </p:nvSpPr>
        <p:spPr>
          <a:xfrm>
            <a:off x="43669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5" name="data_7933">
            <a:extLst>
              <a:ext uri="{FF2B5EF4-FFF2-40B4-BE49-F238E27FC236}">
                <a16:creationId xmlns:a16="http://schemas.microsoft.com/office/drawing/2014/main" id="{D7A38A42-635E-45E1-B9CD-E9808335A590}"/>
              </a:ext>
            </a:extLst>
          </p:cNvPr>
          <p:cNvSpPr>
            <a:spLocks/>
          </p:cNvSpPr>
          <p:nvPr/>
        </p:nvSpPr>
        <p:spPr>
          <a:xfrm>
            <a:off x="42713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6" name="data_7934">
            <a:extLst>
              <a:ext uri="{FF2B5EF4-FFF2-40B4-BE49-F238E27FC236}">
                <a16:creationId xmlns:a16="http://schemas.microsoft.com/office/drawing/2014/main" id="{B5F35723-10E3-4123-8ADE-3664FFF34B8B}"/>
              </a:ext>
            </a:extLst>
          </p:cNvPr>
          <p:cNvSpPr>
            <a:spLocks/>
          </p:cNvSpPr>
          <p:nvPr/>
        </p:nvSpPr>
        <p:spPr>
          <a:xfrm>
            <a:off x="42816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7" name="data_7935">
            <a:extLst>
              <a:ext uri="{FF2B5EF4-FFF2-40B4-BE49-F238E27FC236}">
                <a16:creationId xmlns:a16="http://schemas.microsoft.com/office/drawing/2014/main" id="{FCD38176-9DF0-4948-A97D-C98AFDCF3CDA}"/>
              </a:ext>
            </a:extLst>
          </p:cNvPr>
          <p:cNvSpPr>
            <a:spLocks/>
          </p:cNvSpPr>
          <p:nvPr/>
        </p:nvSpPr>
        <p:spPr>
          <a:xfrm>
            <a:off x="4343544" y="341541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8" name="data_7936">
            <a:extLst>
              <a:ext uri="{FF2B5EF4-FFF2-40B4-BE49-F238E27FC236}">
                <a16:creationId xmlns:a16="http://schemas.microsoft.com/office/drawing/2014/main" id="{730726D6-4275-4BF1-98EA-329EDBC991D8}"/>
              </a:ext>
            </a:extLst>
          </p:cNvPr>
          <p:cNvSpPr>
            <a:spLocks/>
          </p:cNvSpPr>
          <p:nvPr/>
        </p:nvSpPr>
        <p:spPr>
          <a:xfrm>
            <a:off x="427800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49" name="data_7937">
            <a:extLst>
              <a:ext uri="{FF2B5EF4-FFF2-40B4-BE49-F238E27FC236}">
                <a16:creationId xmlns:a16="http://schemas.microsoft.com/office/drawing/2014/main" id="{91BBE8B7-39B8-4DED-8476-5754547B9995}"/>
              </a:ext>
            </a:extLst>
          </p:cNvPr>
          <p:cNvSpPr>
            <a:spLocks/>
          </p:cNvSpPr>
          <p:nvPr/>
        </p:nvSpPr>
        <p:spPr>
          <a:xfrm>
            <a:off x="4290643" y="31638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0" name="data_7938">
            <a:extLst>
              <a:ext uri="{FF2B5EF4-FFF2-40B4-BE49-F238E27FC236}">
                <a16:creationId xmlns:a16="http://schemas.microsoft.com/office/drawing/2014/main" id="{52271731-302C-4BFB-A535-83B1A387621F}"/>
              </a:ext>
            </a:extLst>
          </p:cNvPr>
          <p:cNvSpPr>
            <a:spLocks/>
          </p:cNvSpPr>
          <p:nvPr/>
        </p:nvSpPr>
        <p:spPr>
          <a:xfrm>
            <a:off x="42692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1" name="data_7939">
            <a:extLst>
              <a:ext uri="{FF2B5EF4-FFF2-40B4-BE49-F238E27FC236}">
                <a16:creationId xmlns:a16="http://schemas.microsoft.com/office/drawing/2014/main" id="{0EE337AA-4B3B-4044-9A72-EA6809A013EE}"/>
              </a:ext>
            </a:extLst>
          </p:cNvPr>
          <p:cNvSpPr>
            <a:spLocks/>
          </p:cNvSpPr>
          <p:nvPr/>
        </p:nvSpPr>
        <p:spPr>
          <a:xfrm>
            <a:off x="4283086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2" name="data_7940">
            <a:extLst>
              <a:ext uri="{FF2B5EF4-FFF2-40B4-BE49-F238E27FC236}">
                <a16:creationId xmlns:a16="http://schemas.microsoft.com/office/drawing/2014/main" id="{4DDF9714-A24C-436D-A0CB-283748D648A4}"/>
              </a:ext>
            </a:extLst>
          </p:cNvPr>
          <p:cNvSpPr>
            <a:spLocks/>
          </p:cNvSpPr>
          <p:nvPr/>
        </p:nvSpPr>
        <p:spPr>
          <a:xfrm>
            <a:off x="4288168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3" name="data_7941">
            <a:extLst>
              <a:ext uri="{FF2B5EF4-FFF2-40B4-BE49-F238E27FC236}">
                <a16:creationId xmlns:a16="http://schemas.microsoft.com/office/drawing/2014/main" id="{FE629601-F197-4DD7-803D-DCC9F1E71641}"/>
              </a:ext>
            </a:extLst>
          </p:cNvPr>
          <p:cNvSpPr>
            <a:spLocks/>
          </p:cNvSpPr>
          <p:nvPr/>
        </p:nvSpPr>
        <p:spPr>
          <a:xfrm>
            <a:off x="4369082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4" name="data_7942">
            <a:extLst>
              <a:ext uri="{FF2B5EF4-FFF2-40B4-BE49-F238E27FC236}">
                <a16:creationId xmlns:a16="http://schemas.microsoft.com/office/drawing/2014/main" id="{460C80EB-1F52-4622-8243-03AC6887332D}"/>
              </a:ext>
            </a:extLst>
          </p:cNvPr>
          <p:cNvSpPr>
            <a:spLocks/>
          </p:cNvSpPr>
          <p:nvPr/>
        </p:nvSpPr>
        <p:spPr>
          <a:xfrm>
            <a:off x="431383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5" name="data_7943">
            <a:extLst>
              <a:ext uri="{FF2B5EF4-FFF2-40B4-BE49-F238E27FC236}">
                <a16:creationId xmlns:a16="http://schemas.microsoft.com/office/drawing/2014/main" id="{FD039980-2574-4EE9-833A-D3986F1AE97B}"/>
              </a:ext>
            </a:extLst>
          </p:cNvPr>
          <p:cNvSpPr>
            <a:spLocks/>
          </p:cNvSpPr>
          <p:nvPr/>
        </p:nvSpPr>
        <p:spPr>
          <a:xfrm>
            <a:off x="427135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6" name="data_7944">
            <a:extLst>
              <a:ext uri="{FF2B5EF4-FFF2-40B4-BE49-F238E27FC236}">
                <a16:creationId xmlns:a16="http://schemas.microsoft.com/office/drawing/2014/main" id="{A72C00A6-D90E-4941-8E1A-7BEB503423C9}"/>
              </a:ext>
            </a:extLst>
          </p:cNvPr>
          <p:cNvSpPr>
            <a:spLocks/>
          </p:cNvSpPr>
          <p:nvPr/>
        </p:nvSpPr>
        <p:spPr>
          <a:xfrm>
            <a:off x="42902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7" name="data_7945">
            <a:extLst>
              <a:ext uri="{FF2B5EF4-FFF2-40B4-BE49-F238E27FC236}">
                <a16:creationId xmlns:a16="http://schemas.microsoft.com/office/drawing/2014/main" id="{09B7256F-E34B-45A6-A1C0-AC18C6967D26}"/>
              </a:ext>
            </a:extLst>
          </p:cNvPr>
          <p:cNvSpPr>
            <a:spLocks/>
          </p:cNvSpPr>
          <p:nvPr/>
        </p:nvSpPr>
        <p:spPr>
          <a:xfrm>
            <a:off x="4362306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8" name="data_7946">
            <a:extLst>
              <a:ext uri="{FF2B5EF4-FFF2-40B4-BE49-F238E27FC236}">
                <a16:creationId xmlns:a16="http://schemas.microsoft.com/office/drawing/2014/main" id="{D6C74C6A-2EC0-4A5E-8252-F70750AA08A7}"/>
              </a:ext>
            </a:extLst>
          </p:cNvPr>
          <p:cNvSpPr>
            <a:spLocks/>
          </p:cNvSpPr>
          <p:nvPr/>
        </p:nvSpPr>
        <p:spPr>
          <a:xfrm>
            <a:off x="433768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59" name="data_7947">
            <a:extLst>
              <a:ext uri="{FF2B5EF4-FFF2-40B4-BE49-F238E27FC236}">
                <a16:creationId xmlns:a16="http://schemas.microsoft.com/office/drawing/2014/main" id="{E25AE87C-7B81-42C3-8314-4B9D4D213C0D}"/>
              </a:ext>
            </a:extLst>
          </p:cNvPr>
          <p:cNvSpPr>
            <a:spLocks/>
          </p:cNvSpPr>
          <p:nvPr/>
        </p:nvSpPr>
        <p:spPr>
          <a:xfrm>
            <a:off x="436178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0" name="data_7948">
            <a:extLst>
              <a:ext uri="{FF2B5EF4-FFF2-40B4-BE49-F238E27FC236}">
                <a16:creationId xmlns:a16="http://schemas.microsoft.com/office/drawing/2014/main" id="{DAF1EC1F-A7AC-4F4D-82C8-39B79260D15D}"/>
              </a:ext>
            </a:extLst>
          </p:cNvPr>
          <p:cNvSpPr>
            <a:spLocks/>
          </p:cNvSpPr>
          <p:nvPr/>
        </p:nvSpPr>
        <p:spPr>
          <a:xfrm>
            <a:off x="42793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1" name="data_7949">
            <a:extLst>
              <a:ext uri="{FF2B5EF4-FFF2-40B4-BE49-F238E27FC236}">
                <a16:creationId xmlns:a16="http://schemas.microsoft.com/office/drawing/2014/main" id="{7A19B2E5-F2BE-47E5-B71C-FF90CF5F540D}"/>
              </a:ext>
            </a:extLst>
          </p:cNvPr>
          <p:cNvSpPr>
            <a:spLocks/>
          </p:cNvSpPr>
          <p:nvPr/>
        </p:nvSpPr>
        <p:spPr>
          <a:xfrm>
            <a:off x="4303803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2" name="data_7950">
            <a:extLst>
              <a:ext uri="{FF2B5EF4-FFF2-40B4-BE49-F238E27FC236}">
                <a16:creationId xmlns:a16="http://schemas.microsoft.com/office/drawing/2014/main" id="{1004CF3D-BD80-436B-A77C-7D2443E801EA}"/>
              </a:ext>
            </a:extLst>
          </p:cNvPr>
          <p:cNvSpPr>
            <a:spLocks/>
          </p:cNvSpPr>
          <p:nvPr/>
        </p:nvSpPr>
        <p:spPr>
          <a:xfrm>
            <a:off x="4362697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3" name="data_7951">
            <a:extLst>
              <a:ext uri="{FF2B5EF4-FFF2-40B4-BE49-F238E27FC236}">
                <a16:creationId xmlns:a16="http://schemas.microsoft.com/office/drawing/2014/main" id="{1CEA22A3-8F7B-4B00-99F9-6320CA958509}"/>
              </a:ext>
            </a:extLst>
          </p:cNvPr>
          <p:cNvSpPr>
            <a:spLocks/>
          </p:cNvSpPr>
          <p:nvPr/>
        </p:nvSpPr>
        <p:spPr>
          <a:xfrm>
            <a:off x="436282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4" name="data_7952">
            <a:extLst>
              <a:ext uri="{FF2B5EF4-FFF2-40B4-BE49-F238E27FC236}">
                <a16:creationId xmlns:a16="http://schemas.microsoft.com/office/drawing/2014/main" id="{6E04F942-179B-45D3-996A-4C253D5EB99D}"/>
              </a:ext>
            </a:extLst>
          </p:cNvPr>
          <p:cNvSpPr>
            <a:spLocks/>
          </p:cNvSpPr>
          <p:nvPr/>
        </p:nvSpPr>
        <p:spPr>
          <a:xfrm>
            <a:off x="43547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5" name="data_7953">
            <a:extLst>
              <a:ext uri="{FF2B5EF4-FFF2-40B4-BE49-F238E27FC236}">
                <a16:creationId xmlns:a16="http://schemas.microsoft.com/office/drawing/2014/main" id="{E08DCFCC-711E-4F50-8C32-41F9D8E83C9E}"/>
              </a:ext>
            </a:extLst>
          </p:cNvPr>
          <p:cNvSpPr>
            <a:spLocks/>
          </p:cNvSpPr>
          <p:nvPr/>
        </p:nvSpPr>
        <p:spPr>
          <a:xfrm>
            <a:off x="436621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6" name="data_7954">
            <a:extLst>
              <a:ext uri="{FF2B5EF4-FFF2-40B4-BE49-F238E27FC236}">
                <a16:creationId xmlns:a16="http://schemas.microsoft.com/office/drawing/2014/main" id="{0A926BE4-5FF8-44BF-8A6E-CE37128008B9}"/>
              </a:ext>
            </a:extLst>
          </p:cNvPr>
          <p:cNvSpPr>
            <a:spLocks/>
          </p:cNvSpPr>
          <p:nvPr/>
        </p:nvSpPr>
        <p:spPr>
          <a:xfrm>
            <a:off x="429129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7" name="data_7955">
            <a:extLst>
              <a:ext uri="{FF2B5EF4-FFF2-40B4-BE49-F238E27FC236}">
                <a16:creationId xmlns:a16="http://schemas.microsoft.com/office/drawing/2014/main" id="{97E6CE6E-F433-40B0-90FC-BB4F19D81A00}"/>
              </a:ext>
            </a:extLst>
          </p:cNvPr>
          <p:cNvSpPr>
            <a:spLocks/>
          </p:cNvSpPr>
          <p:nvPr/>
        </p:nvSpPr>
        <p:spPr>
          <a:xfrm>
            <a:off x="42716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8" name="data_7956">
            <a:extLst>
              <a:ext uri="{FF2B5EF4-FFF2-40B4-BE49-F238E27FC236}">
                <a16:creationId xmlns:a16="http://schemas.microsoft.com/office/drawing/2014/main" id="{82443D2F-64FF-4613-8968-DBF3BC46B229}"/>
              </a:ext>
            </a:extLst>
          </p:cNvPr>
          <p:cNvSpPr>
            <a:spLocks/>
          </p:cNvSpPr>
          <p:nvPr/>
        </p:nvSpPr>
        <p:spPr>
          <a:xfrm>
            <a:off x="434745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69" name="data_7957">
            <a:extLst>
              <a:ext uri="{FF2B5EF4-FFF2-40B4-BE49-F238E27FC236}">
                <a16:creationId xmlns:a16="http://schemas.microsoft.com/office/drawing/2014/main" id="{A76AD012-C5C4-4746-872D-325F08208366}"/>
              </a:ext>
            </a:extLst>
          </p:cNvPr>
          <p:cNvSpPr>
            <a:spLocks/>
          </p:cNvSpPr>
          <p:nvPr/>
        </p:nvSpPr>
        <p:spPr>
          <a:xfrm>
            <a:off x="42654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0" name="data_7958">
            <a:extLst>
              <a:ext uri="{FF2B5EF4-FFF2-40B4-BE49-F238E27FC236}">
                <a16:creationId xmlns:a16="http://schemas.microsoft.com/office/drawing/2014/main" id="{A11320BB-B2AB-45FE-9EB9-16A72E74CFD1}"/>
              </a:ext>
            </a:extLst>
          </p:cNvPr>
          <p:cNvSpPr>
            <a:spLocks/>
          </p:cNvSpPr>
          <p:nvPr/>
        </p:nvSpPr>
        <p:spPr>
          <a:xfrm>
            <a:off x="42737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1" name="data_7959">
            <a:extLst>
              <a:ext uri="{FF2B5EF4-FFF2-40B4-BE49-F238E27FC236}">
                <a16:creationId xmlns:a16="http://schemas.microsoft.com/office/drawing/2014/main" id="{F9B8B52F-2DF5-4375-9361-3AC911E7842E}"/>
              </a:ext>
            </a:extLst>
          </p:cNvPr>
          <p:cNvSpPr>
            <a:spLocks/>
          </p:cNvSpPr>
          <p:nvPr/>
        </p:nvSpPr>
        <p:spPr>
          <a:xfrm>
            <a:off x="43507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2" name="data_7960">
            <a:extLst>
              <a:ext uri="{FF2B5EF4-FFF2-40B4-BE49-F238E27FC236}">
                <a16:creationId xmlns:a16="http://schemas.microsoft.com/office/drawing/2014/main" id="{0225CD26-A481-4DA9-96A5-F026628B7D94}"/>
              </a:ext>
            </a:extLst>
          </p:cNvPr>
          <p:cNvSpPr>
            <a:spLocks/>
          </p:cNvSpPr>
          <p:nvPr/>
        </p:nvSpPr>
        <p:spPr>
          <a:xfrm>
            <a:off x="42666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3" name="data_7961">
            <a:extLst>
              <a:ext uri="{FF2B5EF4-FFF2-40B4-BE49-F238E27FC236}">
                <a16:creationId xmlns:a16="http://schemas.microsoft.com/office/drawing/2014/main" id="{127F6FAC-6D95-4310-9CF8-22994F3CE392}"/>
              </a:ext>
            </a:extLst>
          </p:cNvPr>
          <p:cNvSpPr>
            <a:spLocks/>
          </p:cNvSpPr>
          <p:nvPr/>
        </p:nvSpPr>
        <p:spPr>
          <a:xfrm>
            <a:off x="43757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4" name="data_7962">
            <a:extLst>
              <a:ext uri="{FF2B5EF4-FFF2-40B4-BE49-F238E27FC236}">
                <a16:creationId xmlns:a16="http://schemas.microsoft.com/office/drawing/2014/main" id="{5F59B15E-8793-4EE5-A54F-9E923922E6B1}"/>
              </a:ext>
            </a:extLst>
          </p:cNvPr>
          <p:cNvSpPr>
            <a:spLocks/>
          </p:cNvSpPr>
          <p:nvPr/>
        </p:nvSpPr>
        <p:spPr>
          <a:xfrm>
            <a:off x="435579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5" name="data_7963">
            <a:extLst>
              <a:ext uri="{FF2B5EF4-FFF2-40B4-BE49-F238E27FC236}">
                <a16:creationId xmlns:a16="http://schemas.microsoft.com/office/drawing/2014/main" id="{B721EA1A-30E3-4022-B28E-97F4E7F8DDBE}"/>
              </a:ext>
            </a:extLst>
          </p:cNvPr>
          <p:cNvSpPr>
            <a:spLocks/>
          </p:cNvSpPr>
          <p:nvPr/>
        </p:nvSpPr>
        <p:spPr>
          <a:xfrm>
            <a:off x="430862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6" name="data_7964">
            <a:extLst>
              <a:ext uri="{FF2B5EF4-FFF2-40B4-BE49-F238E27FC236}">
                <a16:creationId xmlns:a16="http://schemas.microsoft.com/office/drawing/2014/main" id="{FBE22CA8-ACFA-4DA3-A5C4-4396FC0648D4}"/>
              </a:ext>
            </a:extLst>
          </p:cNvPr>
          <p:cNvSpPr>
            <a:spLocks/>
          </p:cNvSpPr>
          <p:nvPr/>
        </p:nvSpPr>
        <p:spPr>
          <a:xfrm>
            <a:off x="42866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7" name="data_7965">
            <a:extLst>
              <a:ext uri="{FF2B5EF4-FFF2-40B4-BE49-F238E27FC236}">
                <a16:creationId xmlns:a16="http://schemas.microsoft.com/office/drawing/2014/main" id="{61C6A5B0-19A0-4790-83B5-E4EC10B873E2}"/>
              </a:ext>
            </a:extLst>
          </p:cNvPr>
          <p:cNvSpPr>
            <a:spLocks/>
          </p:cNvSpPr>
          <p:nvPr/>
        </p:nvSpPr>
        <p:spPr>
          <a:xfrm>
            <a:off x="4373772" y="31787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8" name="data_7966">
            <a:extLst>
              <a:ext uri="{FF2B5EF4-FFF2-40B4-BE49-F238E27FC236}">
                <a16:creationId xmlns:a16="http://schemas.microsoft.com/office/drawing/2014/main" id="{D30D71D3-563F-4472-BA6B-8B9E983B68CC}"/>
              </a:ext>
            </a:extLst>
          </p:cNvPr>
          <p:cNvSpPr>
            <a:spLocks/>
          </p:cNvSpPr>
          <p:nvPr/>
        </p:nvSpPr>
        <p:spPr>
          <a:xfrm>
            <a:off x="4379375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79" name="data_7967">
            <a:extLst>
              <a:ext uri="{FF2B5EF4-FFF2-40B4-BE49-F238E27FC236}">
                <a16:creationId xmlns:a16="http://schemas.microsoft.com/office/drawing/2014/main" id="{F2A1CFC7-B11C-4A15-87F6-6EFA14805465}"/>
              </a:ext>
            </a:extLst>
          </p:cNvPr>
          <p:cNvSpPr>
            <a:spLocks/>
          </p:cNvSpPr>
          <p:nvPr/>
        </p:nvSpPr>
        <p:spPr>
          <a:xfrm>
            <a:off x="43320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0" name="data_7968">
            <a:extLst>
              <a:ext uri="{FF2B5EF4-FFF2-40B4-BE49-F238E27FC236}">
                <a16:creationId xmlns:a16="http://schemas.microsoft.com/office/drawing/2014/main" id="{70DFC44D-BB2B-484B-8E1D-464623CC1E19}"/>
              </a:ext>
            </a:extLst>
          </p:cNvPr>
          <p:cNvSpPr>
            <a:spLocks/>
          </p:cNvSpPr>
          <p:nvPr/>
        </p:nvSpPr>
        <p:spPr>
          <a:xfrm>
            <a:off x="436178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1" name="data_7969">
            <a:extLst>
              <a:ext uri="{FF2B5EF4-FFF2-40B4-BE49-F238E27FC236}">
                <a16:creationId xmlns:a16="http://schemas.microsoft.com/office/drawing/2014/main" id="{4AF24316-AEE0-4D7D-8B09-7ABD965A7877}"/>
              </a:ext>
            </a:extLst>
          </p:cNvPr>
          <p:cNvSpPr>
            <a:spLocks/>
          </p:cNvSpPr>
          <p:nvPr/>
        </p:nvSpPr>
        <p:spPr>
          <a:xfrm>
            <a:off x="427044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2" name="data_7970">
            <a:extLst>
              <a:ext uri="{FF2B5EF4-FFF2-40B4-BE49-F238E27FC236}">
                <a16:creationId xmlns:a16="http://schemas.microsoft.com/office/drawing/2014/main" id="{D74A845B-1E1C-4A4B-B831-F8DE6F61699C}"/>
              </a:ext>
            </a:extLst>
          </p:cNvPr>
          <p:cNvSpPr>
            <a:spLocks/>
          </p:cNvSpPr>
          <p:nvPr/>
        </p:nvSpPr>
        <p:spPr>
          <a:xfrm>
            <a:off x="43071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3" name="data_7971">
            <a:extLst>
              <a:ext uri="{FF2B5EF4-FFF2-40B4-BE49-F238E27FC236}">
                <a16:creationId xmlns:a16="http://schemas.microsoft.com/office/drawing/2014/main" id="{2B76C11F-26CD-4B32-A713-F3990F6350C3}"/>
              </a:ext>
            </a:extLst>
          </p:cNvPr>
          <p:cNvSpPr>
            <a:spLocks/>
          </p:cNvSpPr>
          <p:nvPr/>
        </p:nvSpPr>
        <p:spPr>
          <a:xfrm>
            <a:off x="4353707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4" name="data_7972">
            <a:extLst>
              <a:ext uri="{FF2B5EF4-FFF2-40B4-BE49-F238E27FC236}">
                <a16:creationId xmlns:a16="http://schemas.microsoft.com/office/drawing/2014/main" id="{55A8831D-BA5B-4670-85FC-0CAF29B82FEB}"/>
              </a:ext>
            </a:extLst>
          </p:cNvPr>
          <p:cNvSpPr>
            <a:spLocks/>
          </p:cNvSpPr>
          <p:nvPr/>
        </p:nvSpPr>
        <p:spPr>
          <a:xfrm>
            <a:off x="42624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5" name="data_7973">
            <a:extLst>
              <a:ext uri="{FF2B5EF4-FFF2-40B4-BE49-F238E27FC236}">
                <a16:creationId xmlns:a16="http://schemas.microsoft.com/office/drawing/2014/main" id="{B3330EF7-07D8-42F5-8B33-6929BAF707C0}"/>
              </a:ext>
            </a:extLst>
          </p:cNvPr>
          <p:cNvSpPr>
            <a:spLocks/>
          </p:cNvSpPr>
          <p:nvPr/>
        </p:nvSpPr>
        <p:spPr>
          <a:xfrm>
            <a:off x="42578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6" name="data_7974">
            <a:extLst>
              <a:ext uri="{FF2B5EF4-FFF2-40B4-BE49-F238E27FC236}">
                <a16:creationId xmlns:a16="http://schemas.microsoft.com/office/drawing/2014/main" id="{60C7E55D-9971-4F43-AAE7-9BEA53C9BB51}"/>
              </a:ext>
            </a:extLst>
          </p:cNvPr>
          <p:cNvSpPr>
            <a:spLocks/>
          </p:cNvSpPr>
          <p:nvPr/>
        </p:nvSpPr>
        <p:spPr>
          <a:xfrm>
            <a:off x="433481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7" name="data_7975">
            <a:extLst>
              <a:ext uri="{FF2B5EF4-FFF2-40B4-BE49-F238E27FC236}">
                <a16:creationId xmlns:a16="http://schemas.microsoft.com/office/drawing/2014/main" id="{F27FDD51-DD84-4DC5-BD2A-45A9D402539B}"/>
              </a:ext>
            </a:extLst>
          </p:cNvPr>
          <p:cNvSpPr>
            <a:spLocks/>
          </p:cNvSpPr>
          <p:nvPr/>
        </p:nvSpPr>
        <p:spPr>
          <a:xfrm>
            <a:off x="4372991" y="32810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8" name="data_7976">
            <a:extLst>
              <a:ext uri="{FF2B5EF4-FFF2-40B4-BE49-F238E27FC236}">
                <a16:creationId xmlns:a16="http://schemas.microsoft.com/office/drawing/2014/main" id="{14343B61-BB43-444D-A86F-59BB63FF122C}"/>
              </a:ext>
            </a:extLst>
          </p:cNvPr>
          <p:cNvSpPr>
            <a:spLocks/>
          </p:cNvSpPr>
          <p:nvPr/>
        </p:nvSpPr>
        <p:spPr>
          <a:xfrm>
            <a:off x="425207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89" name="data_7977">
            <a:extLst>
              <a:ext uri="{FF2B5EF4-FFF2-40B4-BE49-F238E27FC236}">
                <a16:creationId xmlns:a16="http://schemas.microsoft.com/office/drawing/2014/main" id="{35683424-12E8-4A96-94EA-B0222F027B28}"/>
              </a:ext>
            </a:extLst>
          </p:cNvPr>
          <p:cNvSpPr>
            <a:spLocks/>
          </p:cNvSpPr>
          <p:nvPr/>
        </p:nvSpPr>
        <p:spPr>
          <a:xfrm>
            <a:off x="43030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0" name="data_7978">
            <a:extLst>
              <a:ext uri="{FF2B5EF4-FFF2-40B4-BE49-F238E27FC236}">
                <a16:creationId xmlns:a16="http://schemas.microsoft.com/office/drawing/2014/main" id="{0097D523-E230-4FCC-B034-4572883D596F}"/>
              </a:ext>
            </a:extLst>
          </p:cNvPr>
          <p:cNvSpPr>
            <a:spLocks/>
          </p:cNvSpPr>
          <p:nvPr/>
        </p:nvSpPr>
        <p:spPr>
          <a:xfrm>
            <a:off x="43448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1" name="data_7979">
            <a:extLst>
              <a:ext uri="{FF2B5EF4-FFF2-40B4-BE49-F238E27FC236}">
                <a16:creationId xmlns:a16="http://schemas.microsoft.com/office/drawing/2014/main" id="{9CDA53E1-7874-43AF-811A-B0AC6E15A904}"/>
              </a:ext>
            </a:extLst>
          </p:cNvPr>
          <p:cNvSpPr>
            <a:spLocks/>
          </p:cNvSpPr>
          <p:nvPr/>
        </p:nvSpPr>
        <p:spPr>
          <a:xfrm>
            <a:off x="43057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2" name="data_7980">
            <a:extLst>
              <a:ext uri="{FF2B5EF4-FFF2-40B4-BE49-F238E27FC236}">
                <a16:creationId xmlns:a16="http://schemas.microsoft.com/office/drawing/2014/main" id="{CB0F30FC-DA63-4ED5-80B1-1BC8B063DA88}"/>
              </a:ext>
            </a:extLst>
          </p:cNvPr>
          <p:cNvSpPr>
            <a:spLocks/>
          </p:cNvSpPr>
          <p:nvPr/>
        </p:nvSpPr>
        <p:spPr>
          <a:xfrm>
            <a:off x="4283738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3" name="data_7981">
            <a:extLst>
              <a:ext uri="{FF2B5EF4-FFF2-40B4-BE49-F238E27FC236}">
                <a16:creationId xmlns:a16="http://schemas.microsoft.com/office/drawing/2014/main" id="{C64C0B9E-82D6-4F6C-80B3-B95CB5B931AE}"/>
              </a:ext>
            </a:extLst>
          </p:cNvPr>
          <p:cNvSpPr>
            <a:spLocks/>
          </p:cNvSpPr>
          <p:nvPr/>
        </p:nvSpPr>
        <p:spPr>
          <a:xfrm>
            <a:off x="4334293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4" name="data_7982">
            <a:extLst>
              <a:ext uri="{FF2B5EF4-FFF2-40B4-BE49-F238E27FC236}">
                <a16:creationId xmlns:a16="http://schemas.microsoft.com/office/drawing/2014/main" id="{899EF1FC-0FC9-4D1E-B269-171D732FE2D5}"/>
              </a:ext>
            </a:extLst>
          </p:cNvPr>
          <p:cNvSpPr>
            <a:spLocks/>
          </p:cNvSpPr>
          <p:nvPr/>
        </p:nvSpPr>
        <p:spPr>
          <a:xfrm>
            <a:off x="43301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5" name="data_7983">
            <a:extLst>
              <a:ext uri="{FF2B5EF4-FFF2-40B4-BE49-F238E27FC236}">
                <a16:creationId xmlns:a16="http://schemas.microsoft.com/office/drawing/2014/main" id="{D1F2E49A-ED91-4345-A58B-A935C3D5AC18}"/>
              </a:ext>
            </a:extLst>
          </p:cNvPr>
          <p:cNvSpPr>
            <a:spLocks/>
          </p:cNvSpPr>
          <p:nvPr/>
        </p:nvSpPr>
        <p:spPr>
          <a:xfrm>
            <a:off x="43143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6" name="data_7984">
            <a:extLst>
              <a:ext uri="{FF2B5EF4-FFF2-40B4-BE49-F238E27FC236}">
                <a16:creationId xmlns:a16="http://schemas.microsoft.com/office/drawing/2014/main" id="{4B482C20-6D93-4A2A-B232-45D2F4985197}"/>
              </a:ext>
            </a:extLst>
          </p:cNvPr>
          <p:cNvSpPr>
            <a:spLocks/>
          </p:cNvSpPr>
          <p:nvPr/>
        </p:nvSpPr>
        <p:spPr>
          <a:xfrm>
            <a:off x="43269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7" name="data_7985">
            <a:extLst>
              <a:ext uri="{FF2B5EF4-FFF2-40B4-BE49-F238E27FC236}">
                <a16:creationId xmlns:a16="http://schemas.microsoft.com/office/drawing/2014/main" id="{18B1B762-E56C-48B6-AFF4-8138CF88E05F}"/>
              </a:ext>
            </a:extLst>
          </p:cNvPr>
          <p:cNvSpPr>
            <a:spLocks/>
          </p:cNvSpPr>
          <p:nvPr/>
        </p:nvSpPr>
        <p:spPr>
          <a:xfrm>
            <a:off x="42896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8" name="data_7986">
            <a:extLst>
              <a:ext uri="{FF2B5EF4-FFF2-40B4-BE49-F238E27FC236}">
                <a16:creationId xmlns:a16="http://schemas.microsoft.com/office/drawing/2014/main" id="{621F53F2-B19C-4C1E-939F-ED82904B54DD}"/>
              </a:ext>
            </a:extLst>
          </p:cNvPr>
          <p:cNvSpPr>
            <a:spLocks/>
          </p:cNvSpPr>
          <p:nvPr/>
        </p:nvSpPr>
        <p:spPr>
          <a:xfrm>
            <a:off x="431878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899" name="data_7987">
            <a:extLst>
              <a:ext uri="{FF2B5EF4-FFF2-40B4-BE49-F238E27FC236}">
                <a16:creationId xmlns:a16="http://schemas.microsoft.com/office/drawing/2014/main" id="{C10A0765-BCA3-4A58-B742-63CA4057F07A}"/>
              </a:ext>
            </a:extLst>
          </p:cNvPr>
          <p:cNvSpPr>
            <a:spLocks/>
          </p:cNvSpPr>
          <p:nvPr/>
        </p:nvSpPr>
        <p:spPr>
          <a:xfrm>
            <a:off x="4290904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0" name="data_7988">
            <a:extLst>
              <a:ext uri="{FF2B5EF4-FFF2-40B4-BE49-F238E27FC236}">
                <a16:creationId xmlns:a16="http://schemas.microsoft.com/office/drawing/2014/main" id="{75056F15-68E7-4722-82EE-871C7EE11AE6}"/>
              </a:ext>
            </a:extLst>
          </p:cNvPr>
          <p:cNvSpPr>
            <a:spLocks/>
          </p:cNvSpPr>
          <p:nvPr/>
        </p:nvSpPr>
        <p:spPr>
          <a:xfrm>
            <a:off x="4302370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1" name="data_7989">
            <a:extLst>
              <a:ext uri="{FF2B5EF4-FFF2-40B4-BE49-F238E27FC236}">
                <a16:creationId xmlns:a16="http://schemas.microsoft.com/office/drawing/2014/main" id="{580F4728-39B6-42A4-8A2A-537C4103F11D}"/>
              </a:ext>
            </a:extLst>
          </p:cNvPr>
          <p:cNvSpPr>
            <a:spLocks/>
          </p:cNvSpPr>
          <p:nvPr/>
        </p:nvSpPr>
        <p:spPr>
          <a:xfrm>
            <a:off x="4358658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2" name="data_7990">
            <a:extLst>
              <a:ext uri="{FF2B5EF4-FFF2-40B4-BE49-F238E27FC236}">
                <a16:creationId xmlns:a16="http://schemas.microsoft.com/office/drawing/2014/main" id="{EA899E57-BE60-46EF-A251-A694D80F4B3C}"/>
              </a:ext>
            </a:extLst>
          </p:cNvPr>
          <p:cNvSpPr>
            <a:spLocks/>
          </p:cNvSpPr>
          <p:nvPr/>
        </p:nvSpPr>
        <p:spPr>
          <a:xfrm>
            <a:off x="42664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3" name="data_7991">
            <a:extLst>
              <a:ext uri="{FF2B5EF4-FFF2-40B4-BE49-F238E27FC236}">
                <a16:creationId xmlns:a16="http://schemas.microsoft.com/office/drawing/2014/main" id="{5D1D1C4B-F4F8-4075-B801-028BD99B7842}"/>
              </a:ext>
            </a:extLst>
          </p:cNvPr>
          <p:cNvSpPr>
            <a:spLocks/>
          </p:cNvSpPr>
          <p:nvPr/>
        </p:nvSpPr>
        <p:spPr>
          <a:xfrm>
            <a:off x="42724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4" name="data_7992">
            <a:extLst>
              <a:ext uri="{FF2B5EF4-FFF2-40B4-BE49-F238E27FC236}">
                <a16:creationId xmlns:a16="http://schemas.microsoft.com/office/drawing/2014/main" id="{FCAB9270-0EA0-4F3B-BB90-B0BE75EB7E54}"/>
              </a:ext>
            </a:extLst>
          </p:cNvPr>
          <p:cNvSpPr>
            <a:spLocks/>
          </p:cNvSpPr>
          <p:nvPr/>
        </p:nvSpPr>
        <p:spPr>
          <a:xfrm>
            <a:off x="43266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5" name="data_7993">
            <a:extLst>
              <a:ext uri="{FF2B5EF4-FFF2-40B4-BE49-F238E27FC236}">
                <a16:creationId xmlns:a16="http://schemas.microsoft.com/office/drawing/2014/main" id="{D53773A8-DC38-4F30-841C-A52547F0A638}"/>
              </a:ext>
            </a:extLst>
          </p:cNvPr>
          <p:cNvSpPr>
            <a:spLocks/>
          </p:cNvSpPr>
          <p:nvPr/>
        </p:nvSpPr>
        <p:spPr>
          <a:xfrm>
            <a:off x="432543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6" name="data_7994">
            <a:extLst>
              <a:ext uri="{FF2B5EF4-FFF2-40B4-BE49-F238E27FC236}">
                <a16:creationId xmlns:a16="http://schemas.microsoft.com/office/drawing/2014/main" id="{A4D2183E-9751-4629-A82C-699CA83A3806}"/>
              </a:ext>
            </a:extLst>
          </p:cNvPr>
          <p:cNvSpPr>
            <a:spLocks/>
          </p:cNvSpPr>
          <p:nvPr/>
        </p:nvSpPr>
        <p:spPr>
          <a:xfrm>
            <a:off x="436777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7" name="data_7995">
            <a:extLst>
              <a:ext uri="{FF2B5EF4-FFF2-40B4-BE49-F238E27FC236}">
                <a16:creationId xmlns:a16="http://schemas.microsoft.com/office/drawing/2014/main" id="{38581668-9813-4EC6-9197-0A2377B98EA4}"/>
              </a:ext>
            </a:extLst>
          </p:cNvPr>
          <p:cNvSpPr>
            <a:spLocks/>
          </p:cNvSpPr>
          <p:nvPr/>
        </p:nvSpPr>
        <p:spPr>
          <a:xfrm>
            <a:off x="43481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8" name="data_7996">
            <a:extLst>
              <a:ext uri="{FF2B5EF4-FFF2-40B4-BE49-F238E27FC236}">
                <a16:creationId xmlns:a16="http://schemas.microsoft.com/office/drawing/2014/main" id="{626B7188-5FBD-4051-BC4F-4461D036852C}"/>
              </a:ext>
            </a:extLst>
          </p:cNvPr>
          <p:cNvSpPr>
            <a:spLocks/>
          </p:cNvSpPr>
          <p:nvPr/>
        </p:nvSpPr>
        <p:spPr>
          <a:xfrm>
            <a:off x="42677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09" name="data_7997">
            <a:extLst>
              <a:ext uri="{FF2B5EF4-FFF2-40B4-BE49-F238E27FC236}">
                <a16:creationId xmlns:a16="http://schemas.microsoft.com/office/drawing/2014/main" id="{7C3EEBB8-C2BA-4B40-A75E-A43FDE81D036}"/>
              </a:ext>
            </a:extLst>
          </p:cNvPr>
          <p:cNvSpPr>
            <a:spLocks/>
          </p:cNvSpPr>
          <p:nvPr/>
        </p:nvSpPr>
        <p:spPr>
          <a:xfrm>
            <a:off x="4286604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0" name="data_7998">
            <a:extLst>
              <a:ext uri="{FF2B5EF4-FFF2-40B4-BE49-F238E27FC236}">
                <a16:creationId xmlns:a16="http://schemas.microsoft.com/office/drawing/2014/main" id="{3B79DC8D-E349-4D9E-83A8-17F0B21F3D54}"/>
              </a:ext>
            </a:extLst>
          </p:cNvPr>
          <p:cNvSpPr>
            <a:spLocks/>
          </p:cNvSpPr>
          <p:nvPr/>
        </p:nvSpPr>
        <p:spPr>
          <a:xfrm>
            <a:off x="4338332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1" name="data_7999">
            <a:extLst>
              <a:ext uri="{FF2B5EF4-FFF2-40B4-BE49-F238E27FC236}">
                <a16:creationId xmlns:a16="http://schemas.microsoft.com/office/drawing/2014/main" id="{4F4A6551-3FA8-431E-A753-196426BD1785}"/>
              </a:ext>
            </a:extLst>
          </p:cNvPr>
          <p:cNvSpPr>
            <a:spLocks/>
          </p:cNvSpPr>
          <p:nvPr/>
        </p:nvSpPr>
        <p:spPr>
          <a:xfrm>
            <a:off x="42601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2" name="data_8000">
            <a:extLst>
              <a:ext uri="{FF2B5EF4-FFF2-40B4-BE49-F238E27FC236}">
                <a16:creationId xmlns:a16="http://schemas.microsoft.com/office/drawing/2014/main" id="{BE2550DE-EF86-4D68-82F4-D30E5B409F91}"/>
              </a:ext>
            </a:extLst>
          </p:cNvPr>
          <p:cNvSpPr>
            <a:spLocks/>
          </p:cNvSpPr>
          <p:nvPr/>
        </p:nvSpPr>
        <p:spPr>
          <a:xfrm>
            <a:off x="4350710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3" name="data_8001">
            <a:extLst>
              <a:ext uri="{FF2B5EF4-FFF2-40B4-BE49-F238E27FC236}">
                <a16:creationId xmlns:a16="http://schemas.microsoft.com/office/drawing/2014/main" id="{1475814A-64A8-4137-AF37-DD6A1DE4CCB1}"/>
              </a:ext>
            </a:extLst>
          </p:cNvPr>
          <p:cNvSpPr>
            <a:spLocks/>
          </p:cNvSpPr>
          <p:nvPr/>
        </p:nvSpPr>
        <p:spPr>
          <a:xfrm>
            <a:off x="435514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4" name="data_8002">
            <a:extLst>
              <a:ext uri="{FF2B5EF4-FFF2-40B4-BE49-F238E27FC236}">
                <a16:creationId xmlns:a16="http://schemas.microsoft.com/office/drawing/2014/main" id="{584C6600-5867-4814-9883-C29151616AA7}"/>
              </a:ext>
            </a:extLst>
          </p:cNvPr>
          <p:cNvSpPr>
            <a:spLocks/>
          </p:cNvSpPr>
          <p:nvPr/>
        </p:nvSpPr>
        <p:spPr>
          <a:xfrm>
            <a:off x="43413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5" name="data_8003">
            <a:extLst>
              <a:ext uri="{FF2B5EF4-FFF2-40B4-BE49-F238E27FC236}">
                <a16:creationId xmlns:a16="http://schemas.microsoft.com/office/drawing/2014/main" id="{C8D06A36-8A8F-4D12-8370-940998931821}"/>
              </a:ext>
            </a:extLst>
          </p:cNvPr>
          <p:cNvSpPr>
            <a:spLocks/>
          </p:cNvSpPr>
          <p:nvPr/>
        </p:nvSpPr>
        <p:spPr>
          <a:xfrm>
            <a:off x="43401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6" name="data_8004">
            <a:extLst>
              <a:ext uri="{FF2B5EF4-FFF2-40B4-BE49-F238E27FC236}">
                <a16:creationId xmlns:a16="http://schemas.microsoft.com/office/drawing/2014/main" id="{E64764AA-46EE-47F1-8482-FEE549073AFE}"/>
              </a:ext>
            </a:extLst>
          </p:cNvPr>
          <p:cNvSpPr>
            <a:spLocks/>
          </p:cNvSpPr>
          <p:nvPr/>
        </p:nvSpPr>
        <p:spPr>
          <a:xfrm>
            <a:off x="4345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7" name="data_8005">
            <a:extLst>
              <a:ext uri="{FF2B5EF4-FFF2-40B4-BE49-F238E27FC236}">
                <a16:creationId xmlns:a16="http://schemas.microsoft.com/office/drawing/2014/main" id="{E3704FDA-2792-48D8-A039-A82C33AF2396}"/>
              </a:ext>
            </a:extLst>
          </p:cNvPr>
          <p:cNvSpPr>
            <a:spLocks/>
          </p:cNvSpPr>
          <p:nvPr/>
        </p:nvSpPr>
        <p:spPr>
          <a:xfrm>
            <a:off x="4321133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8" name="data_8006">
            <a:extLst>
              <a:ext uri="{FF2B5EF4-FFF2-40B4-BE49-F238E27FC236}">
                <a16:creationId xmlns:a16="http://schemas.microsoft.com/office/drawing/2014/main" id="{DD4F61B7-A96F-41B6-9016-2C11311ABB5A}"/>
              </a:ext>
            </a:extLst>
          </p:cNvPr>
          <p:cNvSpPr>
            <a:spLocks/>
          </p:cNvSpPr>
          <p:nvPr/>
        </p:nvSpPr>
        <p:spPr>
          <a:xfrm>
            <a:off x="425350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19" name="data_8007">
            <a:extLst>
              <a:ext uri="{FF2B5EF4-FFF2-40B4-BE49-F238E27FC236}">
                <a16:creationId xmlns:a16="http://schemas.microsoft.com/office/drawing/2014/main" id="{8696FD67-84BA-40DD-93B1-19F3A352D20C}"/>
              </a:ext>
            </a:extLst>
          </p:cNvPr>
          <p:cNvSpPr>
            <a:spLocks/>
          </p:cNvSpPr>
          <p:nvPr/>
        </p:nvSpPr>
        <p:spPr>
          <a:xfrm>
            <a:off x="432087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0" name="data_8008">
            <a:extLst>
              <a:ext uri="{FF2B5EF4-FFF2-40B4-BE49-F238E27FC236}">
                <a16:creationId xmlns:a16="http://schemas.microsoft.com/office/drawing/2014/main" id="{866C4B04-86A0-4EC2-A5CE-E342E79861FE}"/>
              </a:ext>
            </a:extLst>
          </p:cNvPr>
          <p:cNvSpPr>
            <a:spLocks/>
          </p:cNvSpPr>
          <p:nvPr/>
        </p:nvSpPr>
        <p:spPr>
          <a:xfrm>
            <a:off x="42707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1" name="data_8009">
            <a:extLst>
              <a:ext uri="{FF2B5EF4-FFF2-40B4-BE49-F238E27FC236}">
                <a16:creationId xmlns:a16="http://schemas.microsoft.com/office/drawing/2014/main" id="{7EE37A2C-E75D-46F5-9584-F98F3B64EF44}"/>
              </a:ext>
            </a:extLst>
          </p:cNvPr>
          <p:cNvSpPr>
            <a:spLocks/>
          </p:cNvSpPr>
          <p:nvPr/>
        </p:nvSpPr>
        <p:spPr>
          <a:xfrm>
            <a:off x="4340677" y="341541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2" name="data_8010">
            <a:extLst>
              <a:ext uri="{FF2B5EF4-FFF2-40B4-BE49-F238E27FC236}">
                <a16:creationId xmlns:a16="http://schemas.microsoft.com/office/drawing/2014/main" id="{E77BB2C4-5BDB-4815-B8B0-773515692A45}"/>
              </a:ext>
            </a:extLst>
          </p:cNvPr>
          <p:cNvSpPr>
            <a:spLocks/>
          </p:cNvSpPr>
          <p:nvPr/>
        </p:nvSpPr>
        <p:spPr>
          <a:xfrm>
            <a:off x="4357876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3" name="data_8011">
            <a:extLst>
              <a:ext uri="{FF2B5EF4-FFF2-40B4-BE49-F238E27FC236}">
                <a16:creationId xmlns:a16="http://schemas.microsoft.com/office/drawing/2014/main" id="{1F774B46-5E4C-463A-A151-27D9F53D4B77}"/>
              </a:ext>
            </a:extLst>
          </p:cNvPr>
          <p:cNvSpPr>
            <a:spLocks/>
          </p:cNvSpPr>
          <p:nvPr/>
        </p:nvSpPr>
        <p:spPr>
          <a:xfrm>
            <a:off x="426862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4" name="data_8012">
            <a:extLst>
              <a:ext uri="{FF2B5EF4-FFF2-40B4-BE49-F238E27FC236}">
                <a16:creationId xmlns:a16="http://schemas.microsoft.com/office/drawing/2014/main" id="{8BC5D9BE-E079-4C88-866C-7D6D13C1D1F3}"/>
              </a:ext>
            </a:extLst>
          </p:cNvPr>
          <p:cNvSpPr>
            <a:spLocks/>
          </p:cNvSpPr>
          <p:nvPr/>
        </p:nvSpPr>
        <p:spPr>
          <a:xfrm>
            <a:off x="4341850" y="314204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5" name="data_8013">
            <a:extLst>
              <a:ext uri="{FF2B5EF4-FFF2-40B4-BE49-F238E27FC236}">
                <a16:creationId xmlns:a16="http://schemas.microsoft.com/office/drawing/2014/main" id="{F8F05468-76AA-4ADB-85F1-78C1AD9E8929}"/>
              </a:ext>
            </a:extLst>
          </p:cNvPr>
          <p:cNvSpPr>
            <a:spLocks/>
          </p:cNvSpPr>
          <p:nvPr/>
        </p:nvSpPr>
        <p:spPr>
          <a:xfrm>
            <a:off x="42751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6" name="data_8014">
            <a:extLst>
              <a:ext uri="{FF2B5EF4-FFF2-40B4-BE49-F238E27FC236}">
                <a16:creationId xmlns:a16="http://schemas.microsoft.com/office/drawing/2014/main" id="{628AB759-3ED6-4175-ACF5-B0F4094C8C48}"/>
              </a:ext>
            </a:extLst>
          </p:cNvPr>
          <p:cNvSpPr>
            <a:spLocks/>
          </p:cNvSpPr>
          <p:nvPr/>
        </p:nvSpPr>
        <p:spPr>
          <a:xfrm>
            <a:off x="42808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7" name="data_8015">
            <a:extLst>
              <a:ext uri="{FF2B5EF4-FFF2-40B4-BE49-F238E27FC236}">
                <a16:creationId xmlns:a16="http://schemas.microsoft.com/office/drawing/2014/main" id="{FB611D5E-AAF6-4D32-A6D9-78E7D6CBADF5}"/>
              </a:ext>
            </a:extLst>
          </p:cNvPr>
          <p:cNvSpPr>
            <a:spLocks/>
          </p:cNvSpPr>
          <p:nvPr/>
        </p:nvSpPr>
        <p:spPr>
          <a:xfrm>
            <a:off x="426536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8" name="data_8016">
            <a:extLst>
              <a:ext uri="{FF2B5EF4-FFF2-40B4-BE49-F238E27FC236}">
                <a16:creationId xmlns:a16="http://schemas.microsoft.com/office/drawing/2014/main" id="{FF494B20-EC13-4630-84CC-06A18F11807E}"/>
              </a:ext>
            </a:extLst>
          </p:cNvPr>
          <p:cNvSpPr>
            <a:spLocks/>
          </p:cNvSpPr>
          <p:nvPr/>
        </p:nvSpPr>
        <p:spPr>
          <a:xfrm>
            <a:off x="43404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29" name="data_8017">
            <a:extLst>
              <a:ext uri="{FF2B5EF4-FFF2-40B4-BE49-F238E27FC236}">
                <a16:creationId xmlns:a16="http://schemas.microsoft.com/office/drawing/2014/main" id="{E98C7536-9660-4E94-8C94-9C1472482F71}"/>
              </a:ext>
            </a:extLst>
          </p:cNvPr>
          <p:cNvSpPr>
            <a:spLocks/>
          </p:cNvSpPr>
          <p:nvPr/>
        </p:nvSpPr>
        <p:spPr>
          <a:xfrm>
            <a:off x="43740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0" name="data_8018">
            <a:extLst>
              <a:ext uri="{FF2B5EF4-FFF2-40B4-BE49-F238E27FC236}">
                <a16:creationId xmlns:a16="http://schemas.microsoft.com/office/drawing/2014/main" id="{676CBFFF-309B-4E06-8803-D124F83CD5CB}"/>
              </a:ext>
            </a:extLst>
          </p:cNvPr>
          <p:cNvSpPr>
            <a:spLocks/>
          </p:cNvSpPr>
          <p:nvPr/>
        </p:nvSpPr>
        <p:spPr>
          <a:xfrm>
            <a:off x="4379636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1" name="data_8019">
            <a:extLst>
              <a:ext uri="{FF2B5EF4-FFF2-40B4-BE49-F238E27FC236}">
                <a16:creationId xmlns:a16="http://schemas.microsoft.com/office/drawing/2014/main" id="{9E712A2E-002E-4B71-9B5A-A6DB715B3147}"/>
              </a:ext>
            </a:extLst>
          </p:cNvPr>
          <p:cNvSpPr>
            <a:spLocks/>
          </p:cNvSpPr>
          <p:nvPr/>
        </p:nvSpPr>
        <p:spPr>
          <a:xfrm>
            <a:off x="42991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2" name="data_8020">
            <a:extLst>
              <a:ext uri="{FF2B5EF4-FFF2-40B4-BE49-F238E27FC236}">
                <a16:creationId xmlns:a16="http://schemas.microsoft.com/office/drawing/2014/main" id="{BC5DC507-D9FF-4594-B2A6-5FDCA51CAE68}"/>
              </a:ext>
            </a:extLst>
          </p:cNvPr>
          <p:cNvSpPr>
            <a:spLocks/>
          </p:cNvSpPr>
          <p:nvPr/>
        </p:nvSpPr>
        <p:spPr>
          <a:xfrm>
            <a:off x="43469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3" name="data_8021">
            <a:extLst>
              <a:ext uri="{FF2B5EF4-FFF2-40B4-BE49-F238E27FC236}">
                <a16:creationId xmlns:a16="http://schemas.microsoft.com/office/drawing/2014/main" id="{D3FA1FC2-5ACF-4605-8082-6BAAC9DEFB98}"/>
              </a:ext>
            </a:extLst>
          </p:cNvPr>
          <p:cNvSpPr>
            <a:spLocks/>
          </p:cNvSpPr>
          <p:nvPr/>
        </p:nvSpPr>
        <p:spPr>
          <a:xfrm>
            <a:off x="43722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4" name="data_8022">
            <a:extLst>
              <a:ext uri="{FF2B5EF4-FFF2-40B4-BE49-F238E27FC236}">
                <a16:creationId xmlns:a16="http://schemas.microsoft.com/office/drawing/2014/main" id="{075BA313-CEF7-4979-B87B-CBA4FCC76A17}"/>
              </a:ext>
            </a:extLst>
          </p:cNvPr>
          <p:cNvSpPr>
            <a:spLocks/>
          </p:cNvSpPr>
          <p:nvPr/>
        </p:nvSpPr>
        <p:spPr>
          <a:xfrm>
            <a:off x="435683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5" name="data_8023">
            <a:extLst>
              <a:ext uri="{FF2B5EF4-FFF2-40B4-BE49-F238E27FC236}">
                <a16:creationId xmlns:a16="http://schemas.microsoft.com/office/drawing/2014/main" id="{78FE42AF-D374-4567-BAB2-BB61E0129112}"/>
              </a:ext>
            </a:extLst>
          </p:cNvPr>
          <p:cNvSpPr>
            <a:spLocks/>
          </p:cNvSpPr>
          <p:nvPr/>
        </p:nvSpPr>
        <p:spPr>
          <a:xfrm>
            <a:off x="43430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6" name="data_8024">
            <a:extLst>
              <a:ext uri="{FF2B5EF4-FFF2-40B4-BE49-F238E27FC236}">
                <a16:creationId xmlns:a16="http://schemas.microsoft.com/office/drawing/2014/main" id="{806DBA33-08E8-4B47-BA02-0EE23BDC1AC6}"/>
              </a:ext>
            </a:extLst>
          </p:cNvPr>
          <p:cNvSpPr>
            <a:spLocks/>
          </p:cNvSpPr>
          <p:nvPr/>
        </p:nvSpPr>
        <p:spPr>
          <a:xfrm>
            <a:off x="43111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7" name="data_8025">
            <a:extLst>
              <a:ext uri="{FF2B5EF4-FFF2-40B4-BE49-F238E27FC236}">
                <a16:creationId xmlns:a16="http://schemas.microsoft.com/office/drawing/2014/main" id="{AFDFFD85-0767-4B42-AA1C-FF49FF218434}"/>
              </a:ext>
            </a:extLst>
          </p:cNvPr>
          <p:cNvSpPr>
            <a:spLocks/>
          </p:cNvSpPr>
          <p:nvPr/>
        </p:nvSpPr>
        <p:spPr>
          <a:xfrm>
            <a:off x="4307191" y="34006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8" name="data_8026">
            <a:extLst>
              <a:ext uri="{FF2B5EF4-FFF2-40B4-BE49-F238E27FC236}">
                <a16:creationId xmlns:a16="http://schemas.microsoft.com/office/drawing/2014/main" id="{0449C3E9-5CA9-4E8E-8E11-39EB41E5EF14}"/>
              </a:ext>
            </a:extLst>
          </p:cNvPr>
          <p:cNvSpPr>
            <a:spLocks/>
          </p:cNvSpPr>
          <p:nvPr/>
        </p:nvSpPr>
        <p:spPr>
          <a:xfrm>
            <a:off x="426380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39" name="data_8027">
            <a:extLst>
              <a:ext uri="{FF2B5EF4-FFF2-40B4-BE49-F238E27FC236}">
                <a16:creationId xmlns:a16="http://schemas.microsoft.com/office/drawing/2014/main" id="{BDADE880-997F-4B4C-9265-EF80F59DB4D1}"/>
              </a:ext>
            </a:extLst>
          </p:cNvPr>
          <p:cNvSpPr>
            <a:spLocks/>
          </p:cNvSpPr>
          <p:nvPr/>
        </p:nvSpPr>
        <p:spPr>
          <a:xfrm>
            <a:off x="43726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0" name="data_8028">
            <a:extLst>
              <a:ext uri="{FF2B5EF4-FFF2-40B4-BE49-F238E27FC236}">
                <a16:creationId xmlns:a16="http://schemas.microsoft.com/office/drawing/2014/main" id="{89F5B2F8-F80A-4C93-9D66-E41C21ACB15B}"/>
              </a:ext>
            </a:extLst>
          </p:cNvPr>
          <p:cNvSpPr>
            <a:spLocks/>
          </p:cNvSpPr>
          <p:nvPr/>
        </p:nvSpPr>
        <p:spPr>
          <a:xfrm>
            <a:off x="435878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1" name="data_8029">
            <a:extLst>
              <a:ext uri="{FF2B5EF4-FFF2-40B4-BE49-F238E27FC236}">
                <a16:creationId xmlns:a16="http://schemas.microsoft.com/office/drawing/2014/main" id="{E11EBA5F-DA5E-4ED9-8F68-90F8A8078310}"/>
              </a:ext>
            </a:extLst>
          </p:cNvPr>
          <p:cNvSpPr>
            <a:spLocks/>
          </p:cNvSpPr>
          <p:nvPr/>
        </p:nvSpPr>
        <p:spPr>
          <a:xfrm>
            <a:off x="43391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2" name="data_8030">
            <a:extLst>
              <a:ext uri="{FF2B5EF4-FFF2-40B4-BE49-F238E27FC236}">
                <a16:creationId xmlns:a16="http://schemas.microsoft.com/office/drawing/2014/main" id="{D77797FF-3716-45DB-A44B-E832D1A09FEB}"/>
              </a:ext>
            </a:extLst>
          </p:cNvPr>
          <p:cNvSpPr>
            <a:spLocks/>
          </p:cNvSpPr>
          <p:nvPr/>
        </p:nvSpPr>
        <p:spPr>
          <a:xfrm>
            <a:off x="425924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3" name="data_8031">
            <a:extLst>
              <a:ext uri="{FF2B5EF4-FFF2-40B4-BE49-F238E27FC236}">
                <a16:creationId xmlns:a16="http://schemas.microsoft.com/office/drawing/2014/main" id="{967F4C3A-FC1E-4757-9904-4655823A5787}"/>
              </a:ext>
            </a:extLst>
          </p:cNvPr>
          <p:cNvSpPr>
            <a:spLocks/>
          </p:cNvSpPr>
          <p:nvPr/>
        </p:nvSpPr>
        <p:spPr>
          <a:xfrm>
            <a:off x="4271881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4" name="data_8032">
            <a:extLst>
              <a:ext uri="{FF2B5EF4-FFF2-40B4-BE49-F238E27FC236}">
                <a16:creationId xmlns:a16="http://schemas.microsoft.com/office/drawing/2014/main" id="{2B4C3DC2-B982-415D-9750-96985A245321}"/>
              </a:ext>
            </a:extLst>
          </p:cNvPr>
          <p:cNvSpPr>
            <a:spLocks/>
          </p:cNvSpPr>
          <p:nvPr/>
        </p:nvSpPr>
        <p:spPr>
          <a:xfrm>
            <a:off x="428451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5" name="data_8033">
            <a:extLst>
              <a:ext uri="{FF2B5EF4-FFF2-40B4-BE49-F238E27FC236}">
                <a16:creationId xmlns:a16="http://schemas.microsoft.com/office/drawing/2014/main" id="{ABC067D0-FD16-494A-B6AD-9580696AD235}"/>
              </a:ext>
            </a:extLst>
          </p:cNvPr>
          <p:cNvSpPr>
            <a:spLocks/>
          </p:cNvSpPr>
          <p:nvPr/>
        </p:nvSpPr>
        <p:spPr>
          <a:xfrm>
            <a:off x="43404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6" name="data_8034">
            <a:extLst>
              <a:ext uri="{FF2B5EF4-FFF2-40B4-BE49-F238E27FC236}">
                <a16:creationId xmlns:a16="http://schemas.microsoft.com/office/drawing/2014/main" id="{73888676-69BC-4349-901C-E12191F0E85C}"/>
              </a:ext>
            </a:extLst>
          </p:cNvPr>
          <p:cNvSpPr>
            <a:spLocks/>
          </p:cNvSpPr>
          <p:nvPr/>
        </p:nvSpPr>
        <p:spPr>
          <a:xfrm>
            <a:off x="43272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7" name="data_8035">
            <a:extLst>
              <a:ext uri="{FF2B5EF4-FFF2-40B4-BE49-F238E27FC236}">
                <a16:creationId xmlns:a16="http://schemas.microsoft.com/office/drawing/2014/main" id="{038E1742-3133-4917-9AAF-25493F4536C1}"/>
              </a:ext>
            </a:extLst>
          </p:cNvPr>
          <p:cNvSpPr>
            <a:spLocks/>
          </p:cNvSpPr>
          <p:nvPr/>
        </p:nvSpPr>
        <p:spPr>
          <a:xfrm>
            <a:off x="427735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8" name="data_8036">
            <a:extLst>
              <a:ext uri="{FF2B5EF4-FFF2-40B4-BE49-F238E27FC236}">
                <a16:creationId xmlns:a16="http://schemas.microsoft.com/office/drawing/2014/main" id="{EA4F516D-EB81-4423-807C-6FE1F4F2ABC7}"/>
              </a:ext>
            </a:extLst>
          </p:cNvPr>
          <p:cNvSpPr>
            <a:spLocks/>
          </p:cNvSpPr>
          <p:nvPr/>
        </p:nvSpPr>
        <p:spPr>
          <a:xfrm>
            <a:off x="430093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49" name="data_8037">
            <a:extLst>
              <a:ext uri="{FF2B5EF4-FFF2-40B4-BE49-F238E27FC236}">
                <a16:creationId xmlns:a16="http://schemas.microsoft.com/office/drawing/2014/main" id="{E25799E9-0F94-487F-977A-C12A27931A5E}"/>
              </a:ext>
            </a:extLst>
          </p:cNvPr>
          <p:cNvSpPr>
            <a:spLocks/>
          </p:cNvSpPr>
          <p:nvPr/>
        </p:nvSpPr>
        <p:spPr>
          <a:xfrm>
            <a:off x="4254812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0" name="data_8038">
            <a:extLst>
              <a:ext uri="{FF2B5EF4-FFF2-40B4-BE49-F238E27FC236}">
                <a16:creationId xmlns:a16="http://schemas.microsoft.com/office/drawing/2014/main" id="{CB9CAA7D-EA52-4358-99A3-30C1E6A34E79}"/>
              </a:ext>
            </a:extLst>
          </p:cNvPr>
          <p:cNvSpPr>
            <a:spLocks/>
          </p:cNvSpPr>
          <p:nvPr/>
        </p:nvSpPr>
        <p:spPr>
          <a:xfrm>
            <a:off x="462473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1" name="data_8039">
            <a:extLst>
              <a:ext uri="{FF2B5EF4-FFF2-40B4-BE49-F238E27FC236}">
                <a16:creationId xmlns:a16="http://schemas.microsoft.com/office/drawing/2014/main" id="{26B1766F-2595-4354-85E1-1621EF3DE0A9}"/>
              </a:ext>
            </a:extLst>
          </p:cNvPr>
          <p:cNvSpPr>
            <a:spLocks/>
          </p:cNvSpPr>
          <p:nvPr/>
        </p:nvSpPr>
        <p:spPr>
          <a:xfrm>
            <a:off x="459971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2" name="data_8040">
            <a:extLst>
              <a:ext uri="{FF2B5EF4-FFF2-40B4-BE49-F238E27FC236}">
                <a16:creationId xmlns:a16="http://schemas.microsoft.com/office/drawing/2014/main" id="{175EA93C-5306-4E8B-9225-B01553FBAD33}"/>
              </a:ext>
            </a:extLst>
          </p:cNvPr>
          <p:cNvSpPr>
            <a:spLocks/>
          </p:cNvSpPr>
          <p:nvPr/>
        </p:nvSpPr>
        <p:spPr>
          <a:xfrm>
            <a:off x="46200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3" name="data_8041">
            <a:extLst>
              <a:ext uri="{FF2B5EF4-FFF2-40B4-BE49-F238E27FC236}">
                <a16:creationId xmlns:a16="http://schemas.microsoft.com/office/drawing/2014/main" id="{7D15802C-4946-489D-B53F-38CC693845AA}"/>
              </a:ext>
            </a:extLst>
          </p:cNvPr>
          <p:cNvSpPr>
            <a:spLocks/>
          </p:cNvSpPr>
          <p:nvPr/>
        </p:nvSpPr>
        <p:spPr>
          <a:xfrm>
            <a:off x="4619518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4" name="data_8042">
            <a:extLst>
              <a:ext uri="{FF2B5EF4-FFF2-40B4-BE49-F238E27FC236}">
                <a16:creationId xmlns:a16="http://schemas.microsoft.com/office/drawing/2014/main" id="{DF7E9AD4-61D5-4A9F-8C0A-4A82E6BFCE27}"/>
              </a:ext>
            </a:extLst>
          </p:cNvPr>
          <p:cNvSpPr>
            <a:spLocks/>
          </p:cNvSpPr>
          <p:nvPr/>
        </p:nvSpPr>
        <p:spPr>
          <a:xfrm>
            <a:off x="4641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5" name="data_8043">
            <a:extLst>
              <a:ext uri="{FF2B5EF4-FFF2-40B4-BE49-F238E27FC236}">
                <a16:creationId xmlns:a16="http://schemas.microsoft.com/office/drawing/2014/main" id="{36075746-314D-4600-9EC5-AED3C2348C0F}"/>
              </a:ext>
            </a:extLst>
          </p:cNvPr>
          <p:cNvSpPr>
            <a:spLocks/>
          </p:cNvSpPr>
          <p:nvPr/>
        </p:nvSpPr>
        <p:spPr>
          <a:xfrm>
            <a:off x="467958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6" name="data_8044">
            <a:extLst>
              <a:ext uri="{FF2B5EF4-FFF2-40B4-BE49-F238E27FC236}">
                <a16:creationId xmlns:a16="http://schemas.microsoft.com/office/drawing/2014/main" id="{CBB5E777-4DA2-47B4-A384-27FB24B452A0}"/>
              </a:ext>
            </a:extLst>
          </p:cNvPr>
          <p:cNvSpPr>
            <a:spLocks/>
          </p:cNvSpPr>
          <p:nvPr/>
        </p:nvSpPr>
        <p:spPr>
          <a:xfrm>
            <a:off x="470342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7" name="data_8045">
            <a:extLst>
              <a:ext uri="{FF2B5EF4-FFF2-40B4-BE49-F238E27FC236}">
                <a16:creationId xmlns:a16="http://schemas.microsoft.com/office/drawing/2014/main" id="{BC77568F-F99B-4651-89E1-FF1496376BB4}"/>
              </a:ext>
            </a:extLst>
          </p:cNvPr>
          <p:cNvSpPr>
            <a:spLocks/>
          </p:cNvSpPr>
          <p:nvPr/>
        </p:nvSpPr>
        <p:spPr>
          <a:xfrm>
            <a:off x="460661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8" name="data_8046">
            <a:extLst>
              <a:ext uri="{FF2B5EF4-FFF2-40B4-BE49-F238E27FC236}">
                <a16:creationId xmlns:a16="http://schemas.microsoft.com/office/drawing/2014/main" id="{CC8EB8CF-54D1-4847-9967-CE80D0A1225B}"/>
              </a:ext>
            </a:extLst>
          </p:cNvPr>
          <p:cNvSpPr>
            <a:spLocks/>
          </p:cNvSpPr>
          <p:nvPr/>
        </p:nvSpPr>
        <p:spPr>
          <a:xfrm>
            <a:off x="466616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59" name="data_8047">
            <a:extLst>
              <a:ext uri="{FF2B5EF4-FFF2-40B4-BE49-F238E27FC236}">
                <a16:creationId xmlns:a16="http://schemas.microsoft.com/office/drawing/2014/main" id="{368CBFCA-763F-46B4-AE6D-C5B7815836B8}"/>
              </a:ext>
            </a:extLst>
          </p:cNvPr>
          <p:cNvSpPr>
            <a:spLocks/>
          </p:cNvSpPr>
          <p:nvPr/>
        </p:nvSpPr>
        <p:spPr>
          <a:xfrm>
            <a:off x="46070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0" name="data_8048">
            <a:extLst>
              <a:ext uri="{FF2B5EF4-FFF2-40B4-BE49-F238E27FC236}">
                <a16:creationId xmlns:a16="http://schemas.microsoft.com/office/drawing/2014/main" id="{509B6E55-65C0-4A6D-BAD1-00B439A14C6C}"/>
              </a:ext>
            </a:extLst>
          </p:cNvPr>
          <p:cNvSpPr>
            <a:spLocks/>
          </p:cNvSpPr>
          <p:nvPr/>
        </p:nvSpPr>
        <p:spPr>
          <a:xfrm>
            <a:off x="45926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1" name="data_8049">
            <a:extLst>
              <a:ext uri="{FF2B5EF4-FFF2-40B4-BE49-F238E27FC236}">
                <a16:creationId xmlns:a16="http://schemas.microsoft.com/office/drawing/2014/main" id="{35353AC8-16FF-4068-9B10-4D8F777A1F58}"/>
              </a:ext>
            </a:extLst>
          </p:cNvPr>
          <p:cNvSpPr>
            <a:spLocks/>
          </p:cNvSpPr>
          <p:nvPr/>
        </p:nvSpPr>
        <p:spPr>
          <a:xfrm>
            <a:off x="469300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2" name="data_8050">
            <a:extLst>
              <a:ext uri="{FF2B5EF4-FFF2-40B4-BE49-F238E27FC236}">
                <a16:creationId xmlns:a16="http://schemas.microsoft.com/office/drawing/2014/main" id="{099F4F28-59EB-4544-A1DC-A79E5D309C5B}"/>
              </a:ext>
            </a:extLst>
          </p:cNvPr>
          <p:cNvSpPr>
            <a:spLocks/>
          </p:cNvSpPr>
          <p:nvPr/>
        </p:nvSpPr>
        <p:spPr>
          <a:xfrm>
            <a:off x="471971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3" name="data_8051">
            <a:extLst>
              <a:ext uri="{FF2B5EF4-FFF2-40B4-BE49-F238E27FC236}">
                <a16:creationId xmlns:a16="http://schemas.microsoft.com/office/drawing/2014/main" id="{00BDA6FA-29A5-4BD9-A611-CF149460DA45}"/>
              </a:ext>
            </a:extLst>
          </p:cNvPr>
          <p:cNvSpPr>
            <a:spLocks/>
          </p:cNvSpPr>
          <p:nvPr/>
        </p:nvSpPr>
        <p:spPr>
          <a:xfrm>
            <a:off x="46412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4" name="data_8052">
            <a:extLst>
              <a:ext uri="{FF2B5EF4-FFF2-40B4-BE49-F238E27FC236}">
                <a16:creationId xmlns:a16="http://schemas.microsoft.com/office/drawing/2014/main" id="{84E0F245-977A-464E-966D-D8756223A6F0}"/>
              </a:ext>
            </a:extLst>
          </p:cNvPr>
          <p:cNvSpPr>
            <a:spLocks/>
          </p:cNvSpPr>
          <p:nvPr/>
        </p:nvSpPr>
        <p:spPr>
          <a:xfrm>
            <a:off x="471268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5" name="data_8053">
            <a:extLst>
              <a:ext uri="{FF2B5EF4-FFF2-40B4-BE49-F238E27FC236}">
                <a16:creationId xmlns:a16="http://schemas.microsoft.com/office/drawing/2014/main" id="{85E9444A-C540-4C59-A6B7-65CF40D87BD5}"/>
              </a:ext>
            </a:extLst>
          </p:cNvPr>
          <p:cNvSpPr>
            <a:spLocks/>
          </p:cNvSpPr>
          <p:nvPr/>
        </p:nvSpPr>
        <p:spPr>
          <a:xfrm>
            <a:off x="4619909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6" name="data_8054">
            <a:extLst>
              <a:ext uri="{FF2B5EF4-FFF2-40B4-BE49-F238E27FC236}">
                <a16:creationId xmlns:a16="http://schemas.microsoft.com/office/drawing/2014/main" id="{20EAE7C3-3C0D-4629-9199-F024410D63CB}"/>
              </a:ext>
            </a:extLst>
          </p:cNvPr>
          <p:cNvSpPr>
            <a:spLocks/>
          </p:cNvSpPr>
          <p:nvPr/>
        </p:nvSpPr>
        <p:spPr>
          <a:xfrm>
            <a:off x="4644666" y="278013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7" name="data_8055">
            <a:extLst>
              <a:ext uri="{FF2B5EF4-FFF2-40B4-BE49-F238E27FC236}">
                <a16:creationId xmlns:a16="http://schemas.microsoft.com/office/drawing/2014/main" id="{DE5FEFF0-22E5-4F4D-AA9F-5E5A9F522FD4}"/>
              </a:ext>
            </a:extLst>
          </p:cNvPr>
          <p:cNvSpPr>
            <a:spLocks/>
          </p:cNvSpPr>
          <p:nvPr/>
        </p:nvSpPr>
        <p:spPr>
          <a:xfrm>
            <a:off x="4683494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8" name="data_8056">
            <a:extLst>
              <a:ext uri="{FF2B5EF4-FFF2-40B4-BE49-F238E27FC236}">
                <a16:creationId xmlns:a16="http://schemas.microsoft.com/office/drawing/2014/main" id="{F71452B0-375D-4F47-BCED-4FE34610D081}"/>
              </a:ext>
            </a:extLst>
          </p:cNvPr>
          <p:cNvSpPr>
            <a:spLocks/>
          </p:cNvSpPr>
          <p:nvPr/>
        </p:nvSpPr>
        <p:spPr>
          <a:xfrm>
            <a:off x="47068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69" name="data_8057">
            <a:extLst>
              <a:ext uri="{FF2B5EF4-FFF2-40B4-BE49-F238E27FC236}">
                <a16:creationId xmlns:a16="http://schemas.microsoft.com/office/drawing/2014/main" id="{71A6DA09-7378-49B9-B99E-3944AD2FC4E5}"/>
              </a:ext>
            </a:extLst>
          </p:cNvPr>
          <p:cNvSpPr>
            <a:spLocks/>
          </p:cNvSpPr>
          <p:nvPr/>
        </p:nvSpPr>
        <p:spPr>
          <a:xfrm>
            <a:off x="47194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0" name="data_8058">
            <a:extLst>
              <a:ext uri="{FF2B5EF4-FFF2-40B4-BE49-F238E27FC236}">
                <a16:creationId xmlns:a16="http://schemas.microsoft.com/office/drawing/2014/main" id="{D8B4F948-165F-436E-8DF3-C20B1D544EBD}"/>
              </a:ext>
            </a:extLst>
          </p:cNvPr>
          <p:cNvSpPr>
            <a:spLocks/>
          </p:cNvSpPr>
          <p:nvPr/>
        </p:nvSpPr>
        <p:spPr>
          <a:xfrm>
            <a:off x="4674503" y="29256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1" name="data_8059">
            <a:extLst>
              <a:ext uri="{FF2B5EF4-FFF2-40B4-BE49-F238E27FC236}">
                <a16:creationId xmlns:a16="http://schemas.microsoft.com/office/drawing/2014/main" id="{C35ECC66-0AC0-4DC3-8C0B-71025EBE8937}"/>
              </a:ext>
            </a:extLst>
          </p:cNvPr>
          <p:cNvSpPr>
            <a:spLocks/>
          </p:cNvSpPr>
          <p:nvPr/>
        </p:nvSpPr>
        <p:spPr>
          <a:xfrm>
            <a:off x="4597238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2" name="data_8060">
            <a:extLst>
              <a:ext uri="{FF2B5EF4-FFF2-40B4-BE49-F238E27FC236}">
                <a16:creationId xmlns:a16="http://schemas.microsoft.com/office/drawing/2014/main" id="{D008AA4C-AA05-4C8A-99E5-7953EAFE9DA6}"/>
              </a:ext>
            </a:extLst>
          </p:cNvPr>
          <p:cNvSpPr>
            <a:spLocks/>
          </p:cNvSpPr>
          <p:nvPr/>
        </p:nvSpPr>
        <p:spPr>
          <a:xfrm>
            <a:off x="461652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3" name="data_8061">
            <a:extLst>
              <a:ext uri="{FF2B5EF4-FFF2-40B4-BE49-F238E27FC236}">
                <a16:creationId xmlns:a16="http://schemas.microsoft.com/office/drawing/2014/main" id="{72DF8A25-ACC3-4B21-9767-4978CFFCC4D6}"/>
              </a:ext>
            </a:extLst>
          </p:cNvPr>
          <p:cNvSpPr>
            <a:spLocks/>
          </p:cNvSpPr>
          <p:nvPr/>
        </p:nvSpPr>
        <p:spPr>
          <a:xfrm>
            <a:off x="462499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4" name="data_8062">
            <a:extLst>
              <a:ext uri="{FF2B5EF4-FFF2-40B4-BE49-F238E27FC236}">
                <a16:creationId xmlns:a16="http://schemas.microsoft.com/office/drawing/2014/main" id="{C4CA2B7B-8ABD-4DEC-86CF-D5975A69377A}"/>
              </a:ext>
            </a:extLst>
          </p:cNvPr>
          <p:cNvSpPr>
            <a:spLocks/>
          </p:cNvSpPr>
          <p:nvPr/>
        </p:nvSpPr>
        <p:spPr>
          <a:xfrm>
            <a:off x="459697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5" name="data_8063">
            <a:extLst>
              <a:ext uri="{FF2B5EF4-FFF2-40B4-BE49-F238E27FC236}">
                <a16:creationId xmlns:a16="http://schemas.microsoft.com/office/drawing/2014/main" id="{0E21CFCB-D6BD-460C-B319-73E213FDAEA1}"/>
              </a:ext>
            </a:extLst>
          </p:cNvPr>
          <p:cNvSpPr>
            <a:spLocks/>
          </p:cNvSpPr>
          <p:nvPr/>
        </p:nvSpPr>
        <p:spPr>
          <a:xfrm>
            <a:off x="4596195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6" name="data_8064">
            <a:extLst>
              <a:ext uri="{FF2B5EF4-FFF2-40B4-BE49-F238E27FC236}">
                <a16:creationId xmlns:a16="http://schemas.microsoft.com/office/drawing/2014/main" id="{7DA3D6CB-F1F1-40C9-AEAD-D67ECF57027A}"/>
              </a:ext>
            </a:extLst>
          </p:cNvPr>
          <p:cNvSpPr>
            <a:spLocks/>
          </p:cNvSpPr>
          <p:nvPr/>
        </p:nvSpPr>
        <p:spPr>
          <a:xfrm>
            <a:off x="46214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7" name="data_8065">
            <a:extLst>
              <a:ext uri="{FF2B5EF4-FFF2-40B4-BE49-F238E27FC236}">
                <a16:creationId xmlns:a16="http://schemas.microsoft.com/office/drawing/2014/main" id="{955B25D6-A85F-47D5-A985-67928DD66385}"/>
              </a:ext>
            </a:extLst>
          </p:cNvPr>
          <p:cNvSpPr>
            <a:spLocks/>
          </p:cNvSpPr>
          <p:nvPr/>
        </p:nvSpPr>
        <p:spPr>
          <a:xfrm>
            <a:off x="467059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8" name="data_8066">
            <a:extLst>
              <a:ext uri="{FF2B5EF4-FFF2-40B4-BE49-F238E27FC236}">
                <a16:creationId xmlns:a16="http://schemas.microsoft.com/office/drawing/2014/main" id="{9DEF7283-78AF-4988-B11B-00ECBDCE6FEF}"/>
              </a:ext>
            </a:extLst>
          </p:cNvPr>
          <p:cNvSpPr>
            <a:spLocks/>
          </p:cNvSpPr>
          <p:nvPr/>
        </p:nvSpPr>
        <p:spPr>
          <a:xfrm>
            <a:off x="461456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79" name="data_8067">
            <a:extLst>
              <a:ext uri="{FF2B5EF4-FFF2-40B4-BE49-F238E27FC236}">
                <a16:creationId xmlns:a16="http://schemas.microsoft.com/office/drawing/2014/main" id="{4C7300B3-60EF-45B4-B0A4-6A57831E7781}"/>
              </a:ext>
            </a:extLst>
          </p:cNvPr>
          <p:cNvSpPr>
            <a:spLocks/>
          </p:cNvSpPr>
          <p:nvPr/>
        </p:nvSpPr>
        <p:spPr>
          <a:xfrm>
            <a:off x="46536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0" name="data_8068">
            <a:extLst>
              <a:ext uri="{FF2B5EF4-FFF2-40B4-BE49-F238E27FC236}">
                <a16:creationId xmlns:a16="http://schemas.microsoft.com/office/drawing/2014/main" id="{1F291610-3FB5-4C37-B080-6322587EEAD0}"/>
              </a:ext>
            </a:extLst>
          </p:cNvPr>
          <p:cNvSpPr>
            <a:spLocks/>
          </p:cNvSpPr>
          <p:nvPr/>
        </p:nvSpPr>
        <p:spPr>
          <a:xfrm>
            <a:off x="46398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1" name="data_8069">
            <a:extLst>
              <a:ext uri="{FF2B5EF4-FFF2-40B4-BE49-F238E27FC236}">
                <a16:creationId xmlns:a16="http://schemas.microsoft.com/office/drawing/2014/main" id="{C98B9170-FB6B-4866-8562-F519CB573001}"/>
              </a:ext>
            </a:extLst>
          </p:cNvPr>
          <p:cNvSpPr>
            <a:spLocks/>
          </p:cNvSpPr>
          <p:nvPr/>
        </p:nvSpPr>
        <p:spPr>
          <a:xfrm>
            <a:off x="47044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2" name="data_8070">
            <a:extLst>
              <a:ext uri="{FF2B5EF4-FFF2-40B4-BE49-F238E27FC236}">
                <a16:creationId xmlns:a16="http://schemas.microsoft.com/office/drawing/2014/main" id="{3F2FADDA-4B12-4B48-900F-EEC4A5A03C66}"/>
              </a:ext>
            </a:extLst>
          </p:cNvPr>
          <p:cNvSpPr>
            <a:spLocks/>
          </p:cNvSpPr>
          <p:nvPr/>
        </p:nvSpPr>
        <p:spPr>
          <a:xfrm>
            <a:off x="4626945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3" name="data_8071">
            <a:extLst>
              <a:ext uri="{FF2B5EF4-FFF2-40B4-BE49-F238E27FC236}">
                <a16:creationId xmlns:a16="http://schemas.microsoft.com/office/drawing/2014/main" id="{4FB8A8C9-2E2C-4D60-A03D-3FBB7D6B9964}"/>
              </a:ext>
            </a:extLst>
          </p:cNvPr>
          <p:cNvSpPr>
            <a:spLocks/>
          </p:cNvSpPr>
          <p:nvPr/>
        </p:nvSpPr>
        <p:spPr>
          <a:xfrm>
            <a:off x="468049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4" name="data_8072">
            <a:extLst>
              <a:ext uri="{FF2B5EF4-FFF2-40B4-BE49-F238E27FC236}">
                <a16:creationId xmlns:a16="http://schemas.microsoft.com/office/drawing/2014/main" id="{3FDF2833-4628-4802-BBFF-FEF514930604}"/>
              </a:ext>
            </a:extLst>
          </p:cNvPr>
          <p:cNvSpPr>
            <a:spLocks/>
          </p:cNvSpPr>
          <p:nvPr/>
        </p:nvSpPr>
        <p:spPr>
          <a:xfrm>
            <a:off x="46837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5" name="data_8073">
            <a:extLst>
              <a:ext uri="{FF2B5EF4-FFF2-40B4-BE49-F238E27FC236}">
                <a16:creationId xmlns:a16="http://schemas.microsoft.com/office/drawing/2014/main" id="{B9B4E9A0-8C87-47CC-99E1-C65996EC1987}"/>
              </a:ext>
            </a:extLst>
          </p:cNvPr>
          <p:cNvSpPr>
            <a:spLocks/>
          </p:cNvSpPr>
          <p:nvPr/>
        </p:nvSpPr>
        <p:spPr>
          <a:xfrm>
            <a:off x="4596586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6" name="data_8074">
            <a:extLst>
              <a:ext uri="{FF2B5EF4-FFF2-40B4-BE49-F238E27FC236}">
                <a16:creationId xmlns:a16="http://schemas.microsoft.com/office/drawing/2014/main" id="{01E6B5FF-6691-47A8-A820-D7C982370B6F}"/>
              </a:ext>
            </a:extLst>
          </p:cNvPr>
          <p:cNvSpPr>
            <a:spLocks/>
          </p:cNvSpPr>
          <p:nvPr/>
        </p:nvSpPr>
        <p:spPr>
          <a:xfrm>
            <a:off x="47027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7" name="data_8075">
            <a:extLst>
              <a:ext uri="{FF2B5EF4-FFF2-40B4-BE49-F238E27FC236}">
                <a16:creationId xmlns:a16="http://schemas.microsoft.com/office/drawing/2014/main" id="{8E589EE2-5B14-49CE-8399-3FC44D4A9E7C}"/>
              </a:ext>
            </a:extLst>
          </p:cNvPr>
          <p:cNvSpPr>
            <a:spLocks/>
          </p:cNvSpPr>
          <p:nvPr/>
        </p:nvSpPr>
        <p:spPr>
          <a:xfrm>
            <a:off x="45934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8" name="data_8076">
            <a:extLst>
              <a:ext uri="{FF2B5EF4-FFF2-40B4-BE49-F238E27FC236}">
                <a16:creationId xmlns:a16="http://schemas.microsoft.com/office/drawing/2014/main" id="{665ED115-3708-48A2-A5C5-B112C9119B02}"/>
              </a:ext>
            </a:extLst>
          </p:cNvPr>
          <p:cNvSpPr>
            <a:spLocks/>
          </p:cNvSpPr>
          <p:nvPr/>
        </p:nvSpPr>
        <p:spPr>
          <a:xfrm>
            <a:off x="470251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89" name="data_8077">
            <a:extLst>
              <a:ext uri="{FF2B5EF4-FFF2-40B4-BE49-F238E27FC236}">
                <a16:creationId xmlns:a16="http://schemas.microsoft.com/office/drawing/2014/main" id="{A5E1B9CE-2D07-4439-AB29-D50A74E541FF}"/>
              </a:ext>
            </a:extLst>
          </p:cNvPr>
          <p:cNvSpPr>
            <a:spLocks/>
          </p:cNvSpPr>
          <p:nvPr/>
        </p:nvSpPr>
        <p:spPr>
          <a:xfrm>
            <a:off x="47151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0" name="data_8078">
            <a:extLst>
              <a:ext uri="{FF2B5EF4-FFF2-40B4-BE49-F238E27FC236}">
                <a16:creationId xmlns:a16="http://schemas.microsoft.com/office/drawing/2014/main" id="{5C328D7C-3C8B-4DE1-AAA2-5FB35E7C9F75}"/>
              </a:ext>
            </a:extLst>
          </p:cNvPr>
          <p:cNvSpPr>
            <a:spLocks/>
          </p:cNvSpPr>
          <p:nvPr/>
        </p:nvSpPr>
        <p:spPr>
          <a:xfrm>
            <a:off x="467137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1" name="data_8079">
            <a:extLst>
              <a:ext uri="{FF2B5EF4-FFF2-40B4-BE49-F238E27FC236}">
                <a16:creationId xmlns:a16="http://schemas.microsoft.com/office/drawing/2014/main" id="{F18360DF-E924-46CE-8F3A-1FFB8A3D69EF}"/>
              </a:ext>
            </a:extLst>
          </p:cNvPr>
          <p:cNvSpPr>
            <a:spLocks/>
          </p:cNvSpPr>
          <p:nvPr/>
        </p:nvSpPr>
        <p:spPr>
          <a:xfrm>
            <a:off x="46322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2" name="data_8080">
            <a:extLst>
              <a:ext uri="{FF2B5EF4-FFF2-40B4-BE49-F238E27FC236}">
                <a16:creationId xmlns:a16="http://schemas.microsoft.com/office/drawing/2014/main" id="{C984A387-6DD9-4AC4-8F6D-FC115EFB5EA1}"/>
              </a:ext>
            </a:extLst>
          </p:cNvPr>
          <p:cNvSpPr>
            <a:spLocks/>
          </p:cNvSpPr>
          <p:nvPr/>
        </p:nvSpPr>
        <p:spPr>
          <a:xfrm>
            <a:off x="46868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3" name="data_8081">
            <a:extLst>
              <a:ext uri="{FF2B5EF4-FFF2-40B4-BE49-F238E27FC236}">
                <a16:creationId xmlns:a16="http://schemas.microsoft.com/office/drawing/2014/main" id="{BF6C4965-D8A4-451E-B5ED-D1C6C2150F20}"/>
              </a:ext>
            </a:extLst>
          </p:cNvPr>
          <p:cNvSpPr>
            <a:spLocks/>
          </p:cNvSpPr>
          <p:nvPr/>
        </p:nvSpPr>
        <p:spPr>
          <a:xfrm>
            <a:off x="46205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4" name="data_8082">
            <a:extLst>
              <a:ext uri="{FF2B5EF4-FFF2-40B4-BE49-F238E27FC236}">
                <a16:creationId xmlns:a16="http://schemas.microsoft.com/office/drawing/2014/main" id="{154C6B55-5E7A-4B84-B83C-F025491CF8D8}"/>
              </a:ext>
            </a:extLst>
          </p:cNvPr>
          <p:cNvSpPr>
            <a:spLocks/>
          </p:cNvSpPr>
          <p:nvPr/>
        </p:nvSpPr>
        <p:spPr>
          <a:xfrm>
            <a:off x="465404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5" name="data_8083">
            <a:extLst>
              <a:ext uri="{FF2B5EF4-FFF2-40B4-BE49-F238E27FC236}">
                <a16:creationId xmlns:a16="http://schemas.microsoft.com/office/drawing/2014/main" id="{0C1369C2-32E3-4016-8731-D6322777FAF1}"/>
              </a:ext>
            </a:extLst>
          </p:cNvPr>
          <p:cNvSpPr>
            <a:spLocks/>
          </p:cNvSpPr>
          <p:nvPr/>
        </p:nvSpPr>
        <p:spPr>
          <a:xfrm>
            <a:off x="465404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6" name="data_8084">
            <a:extLst>
              <a:ext uri="{FF2B5EF4-FFF2-40B4-BE49-F238E27FC236}">
                <a16:creationId xmlns:a16="http://schemas.microsoft.com/office/drawing/2014/main" id="{3E454CD3-9F07-4915-AF7A-1AD63B4C1482}"/>
              </a:ext>
            </a:extLst>
          </p:cNvPr>
          <p:cNvSpPr>
            <a:spLocks/>
          </p:cNvSpPr>
          <p:nvPr/>
        </p:nvSpPr>
        <p:spPr>
          <a:xfrm>
            <a:off x="4614958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7" name="data_8085">
            <a:extLst>
              <a:ext uri="{FF2B5EF4-FFF2-40B4-BE49-F238E27FC236}">
                <a16:creationId xmlns:a16="http://schemas.microsoft.com/office/drawing/2014/main" id="{D2839430-5C15-4384-B838-59D213963227}"/>
              </a:ext>
            </a:extLst>
          </p:cNvPr>
          <p:cNvSpPr>
            <a:spLocks/>
          </p:cNvSpPr>
          <p:nvPr/>
        </p:nvSpPr>
        <p:spPr>
          <a:xfrm>
            <a:off x="4705775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8" name="data_8086">
            <a:extLst>
              <a:ext uri="{FF2B5EF4-FFF2-40B4-BE49-F238E27FC236}">
                <a16:creationId xmlns:a16="http://schemas.microsoft.com/office/drawing/2014/main" id="{EF190060-9D11-4B54-8670-6BB8352D82A0}"/>
              </a:ext>
            </a:extLst>
          </p:cNvPr>
          <p:cNvSpPr>
            <a:spLocks/>
          </p:cNvSpPr>
          <p:nvPr/>
        </p:nvSpPr>
        <p:spPr>
          <a:xfrm>
            <a:off x="463450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999" name="data_8087">
            <a:extLst>
              <a:ext uri="{FF2B5EF4-FFF2-40B4-BE49-F238E27FC236}">
                <a16:creationId xmlns:a16="http://schemas.microsoft.com/office/drawing/2014/main" id="{3A935537-58D2-4A1E-9E46-CA812D22CD83}"/>
              </a:ext>
            </a:extLst>
          </p:cNvPr>
          <p:cNvSpPr>
            <a:spLocks/>
          </p:cNvSpPr>
          <p:nvPr/>
        </p:nvSpPr>
        <p:spPr>
          <a:xfrm>
            <a:off x="464714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0" name="data_8088">
            <a:extLst>
              <a:ext uri="{FF2B5EF4-FFF2-40B4-BE49-F238E27FC236}">
                <a16:creationId xmlns:a16="http://schemas.microsoft.com/office/drawing/2014/main" id="{1D5D4E2B-0B97-4D13-81B3-13457F05049B}"/>
              </a:ext>
            </a:extLst>
          </p:cNvPr>
          <p:cNvSpPr>
            <a:spLocks/>
          </p:cNvSpPr>
          <p:nvPr/>
        </p:nvSpPr>
        <p:spPr>
          <a:xfrm>
            <a:off x="47182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1" name="data_8089">
            <a:extLst>
              <a:ext uri="{FF2B5EF4-FFF2-40B4-BE49-F238E27FC236}">
                <a16:creationId xmlns:a16="http://schemas.microsoft.com/office/drawing/2014/main" id="{508A4430-AE06-4F1F-9F5C-EA553C78606E}"/>
              </a:ext>
            </a:extLst>
          </p:cNvPr>
          <p:cNvSpPr>
            <a:spLocks/>
          </p:cNvSpPr>
          <p:nvPr/>
        </p:nvSpPr>
        <p:spPr>
          <a:xfrm>
            <a:off x="46791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2" name="data_8090">
            <a:extLst>
              <a:ext uri="{FF2B5EF4-FFF2-40B4-BE49-F238E27FC236}">
                <a16:creationId xmlns:a16="http://schemas.microsoft.com/office/drawing/2014/main" id="{60BAACE1-02A3-41A4-9EC4-1809D6EA91D0}"/>
              </a:ext>
            </a:extLst>
          </p:cNvPr>
          <p:cNvSpPr>
            <a:spLocks/>
          </p:cNvSpPr>
          <p:nvPr/>
        </p:nvSpPr>
        <p:spPr>
          <a:xfrm>
            <a:off x="4713592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3" name="data_8091">
            <a:extLst>
              <a:ext uri="{FF2B5EF4-FFF2-40B4-BE49-F238E27FC236}">
                <a16:creationId xmlns:a16="http://schemas.microsoft.com/office/drawing/2014/main" id="{B1A677F7-7552-4DAB-AFE3-4A2E5F34BE44}"/>
              </a:ext>
            </a:extLst>
          </p:cNvPr>
          <p:cNvSpPr>
            <a:spLocks/>
          </p:cNvSpPr>
          <p:nvPr/>
        </p:nvSpPr>
        <p:spPr>
          <a:xfrm>
            <a:off x="45984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4" name="data_8092">
            <a:extLst>
              <a:ext uri="{FF2B5EF4-FFF2-40B4-BE49-F238E27FC236}">
                <a16:creationId xmlns:a16="http://schemas.microsoft.com/office/drawing/2014/main" id="{D36F39AA-5AB7-4587-BB51-130630527EA5}"/>
              </a:ext>
            </a:extLst>
          </p:cNvPr>
          <p:cNvSpPr>
            <a:spLocks/>
          </p:cNvSpPr>
          <p:nvPr/>
        </p:nvSpPr>
        <p:spPr>
          <a:xfrm>
            <a:off x="470395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5" name="data_8093">
            <a:extLst>
              <a:ext uri="{FF2B5EF4-FFF2-40B4-BE49-F238E27FC236}">
                <a16:creationId xmlns:a16="http://schemas.microsoft.com/office/drawing/2014/main" id="{D44FAC42-DFEF-4B58-BFF7-785085B60458}"/>
              </a:ext>
            </a:extLst>
          </p:cNvPr>
          <p:cNvSpPr>
            <a:spLocks/>
          </p:cNvSpPr>
          <p:nvPr/>
        </p:nvSpPr>
        <p:spPr>
          <a:xfrm>
            <a:off x="468675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6" name="data_8094">
            <a:extLst>
              <a:ext uri="{FF2B5EF4-FFF2-40B4-BE49-F238E27FC236}">
                <a16:creationId xmlns:a16="http://schemas.microsoft.com/office/drawing/2014/main" id="{DAEC3927-A174-4882-AFCF-9EE8A4C8B2D8}"/>
              </a:ext>
            </a:extLst>
          </p:cNvPr>
          <p:cNvSpPr>
            <a:spLocks/>
          </p:cNvSpPr>
          <p:nvPr/>
        </p:nvSpPr>
        <p:spPr>
          <a:xfrm>
            <a:off x="46417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7" name="data_8095">
            <a:extLst>
              <a:ext uri="{FF2B5EF4-FFF2-40B4-BE49-F238E27FC236}">
                <a16:creationId xmlns:a16="http://schemas.microsoft.com/office/drawing/2014/main" id="{D06F521C-4FCA-4578-A1F8-958F8342E384}"/>
              </a:ext>
            </a:extLst>
          </p:cNvPr>
          <p:cNvSpPr>
            <a:spLocks/>
          </p:cNvSpPr>
          <p:nvPr/>
        </p:nvSpPr>
        <p:spPr>
          <a:xfrm>
            <a:off x="469183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8" name="data_8096">
            <a:extLst>
              <a:ext uri="{FF2B5EF4-FFF2-40B4-BE49-F238E27FC236}">
                <a16:creationId xmlns:a16="http://schemas.microsoft.com/office/drawing/2014/main" id="{6BDC8BA2-A542-4825-9828-83259222439D}"/>
              </a:ext>
            </a:extLst>
          </p:cNvPr>
          <p:cNvSpPr>
            <a:spLocks/>
          </p:cNvSpPr>
          <p:nvPr/>
        </p:nvSpPr>
        <p:spPr>
          <a:xfrm>
            <a:off x="471893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09" name="data_8097">
            <a:extLst>
              <a:ext uri="{FF2B5EF4-FFF2-40B4-BE49-F238E27FC236}">
                <a16:creationId xmlns:a16="http://schemas.microsoft.com/office/drawing/2014/main" id="{0100DA24-1B7F-4264-8442-EA198AF9629B}"/>
              </a:ext>
            </a:extLst>
          </p:cNvPr>
          <p:cNvSpPr>
            <a:spLocks/>
          </p:cNvSpPr>
          <p:nvPr/>
        </p:nvSpPr>
        <p:spPr>
          <a:xfrm>
            <a:off x="46781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0" name="data_8098">
            <a:extLst>
              <a:ext uri="{FF2B5EF4-FFF2-40B4-BE49-F238E27FC236}">
                <a16:creationId xmlns:a16="http://schemas.microsoft.com/office/drawing/2014/main" id="{E8FD640D-C278-4AD6-B742-33AFC8977CC5}"/>
              </a:ext>
            </a:extLst>
          </p:cNvPr>
          <p:cNvSpPr>
            <a:spLocks/>
          </p:cNvSpPr>
          <p:nvPr/>
        </p:nvSpPr>
        <p:spPr>
          <a:xfrm>
            <a:off x="46881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1" name="data_8099">
            <a:extLst>
              <a:ext uri="{FF2B5EF4-FFF2-40B4-BE49-F238E27FC236}">
                <a16:creationId xmlns:a16="http://schemas.microsoft.com/office/drawing/2014/main" id="{C1A46313-A8A7-47AA-A7D9-D1C35D81202D}"/>
              </a:ext>
            </a:extLst>
          </p:cNvPr>
          <p:cNvSpPr>
            <a:spLocks/>
          </p:cNvSpPr>
          <p:nvPr/>
        </p:nvSpPr>
        <p:spPr>
          <a:xfrm>
            <a:off x="4687012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2" name="data_8100">
            <a:extLst>
              <a:ext uri="{FF2B5EF4-FFF2-40B4-BE49-F238E27FC236}">
                <a16:creationId xmlns:a16="http://schemas.microsoft.com/office/drawing/2014/main" id="{240E9300-9688-4006-BB48-B96B35FD5EF9}"/>
              </a:ext>
            </a:extLst>
          </p:cNvPr>
          <p:cNvSpPr>
            <a:spLocks/>
          </p:cNvSpPr>
          <p:nvPr/>
        </p:nvSpPr>
        <p:spPr>
          <a:xfrm>
            <a:off x="466616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3" name="data_8101">
            <a:extLst>
              <a:ext uri="{FF2B5EF4-FFF2-40B4-BE49-F238E27FC236}">
                <a16:creationId xmlns:a16="http://schemas.microsoft.com/office/drawing/2014/main" id="{C1BBC15A-6C40-41D2-A644-A2E59CAE0913}"/>
              </a:ext>
            </a:extLst>
          </p:cNvPr>
          <p:cNvSpPr>
            <a:spLocks/>
          </p:cNvSpPr>
          <p:nvPr/>
        </p:nvSpPr>
        <p:spPr>
          <a:xfrm>
            <a:off x="4629812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4" name="data_8102">
            <a:extLst>
              <a:ext uri="{FF2B5EF4-FFF2-40B4-BE49-F238E27FC236}">
                <a16:creationId xmlns:a16="http://schemas.microsoft.com/office/drawing/2014/main" id="{CFBBE896-B9E6-49F1-93C2-CF5F38C2EBD6}"/>
              </a:ext>
            </a:extLst>
          </p:cNvPr>
          <p:cNvSpPr>
            <a:spLocks/>
          </p:cNvSpPr>
          <p:nvPr/>
        </p:nvSpPr>
        <p:spPr>
          <a:xfrm>
            <a:off x="470981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5" name="data_8103">
            <a:extLst>
              <a:ext uri="{FF2B5EF4-FFF2-40B4-BE49-F238E27FC236}">
                <a16:creationId xmlns:a16="http://schemas.microsoft.com/office/drawing/2014/main" id="{145FC64E-D855-4C90-8264-F1451EB8C851}"/>
              </a:ext>
            </a:extLst>
          </p:cNvPr>
          <p:cNvSpPr>
            <a:spLocks/>
          </p:cNvSpPr>
          <p:nvPr/>
        </p:nvSpPr>
        <p:spPr>
          <a:xfrm>
            <a:off x="46160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6" name="data_8104">
            <a:extLst>
              <a:ext uri="{FF2B5EF4-FFF2-40B4-BE49-F238E27FC236}">
                <a16:creationId xmlns:a16="http://schemas.microsoft.com/office/drawing/2014/main" id="{353C699D-AB7F-4B38-A16E-FEA0D1566536}"/>
              </a:ext>
            </a:extLst>
          </p:cNvPr>
          <p:cNvSpPr>
            <a:spLocks/>
          </p:cNvSpPr>
          <p:nvPr/>
        </p:nvSpPr>
        <p:spPr>
          <a:xfrm>
            <a:off x="46149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7" name="data_8105">
            <a:extLst>
              <a:ext uri="{FF2B5EF4-FFF2-40B4-BE49-F238E27FC236}">
                <a16:creationId xmlns:a16="http://schemas.microsoft.com/office/drawing/2014/main" id="{AC29B47E-6D42-4AE0-86DA-58E2F7874B9D}"/>
              </a:ext>
            </a:extLst>
          </p:cNvPr>
          <p:cNvSpPr>
            <a:spLocks/>
          </p:cNvSpPr>
          <p:nvPr/>
        </p:nvSpPr>
        <p:spPr>
          <a:xfrm>
            <a:off x="46208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8" name="data_8106">
            <a:extLst>
              <a:ext uri="{FF2B5EF4-FFF2-40B4-BE49-F238E27FC236}">
                <a16:creationId xmlns:a16="http://schemas.microsoft.com/office/drawing/2014/main" id="{B0762D36-5FA2-4C1F-990F-F7F7F1FEABA8}"/>
              </a:ext>
            </a:extLst>
          </p:cNvPr>
          <p:cNvSpPr>
            <a:spLocks/>
          </p:cNvSpPr>
          <p:nvPr/>
        </p:nvSpPr>
        <p:spPr>
          <a:xfrm>
            <a:off x="47116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19" name="data_8107">
            <a:extLst>
              <a:ext uri="{FF2B5EF4-FFF2-40B4-BE49-F238E27FC236}">
                <a16:creationId xmlns:a16="http://schemas.microsoft.com/office/drawing/2014/main" id="{46A76AEF-286C-40C3-9093-FC3C1C7FB861}"/>
              </a:ext>
            </a:extLst>
          </p:cNvPr>
          <p:cNvSpPr>
            <a:spLocks/>
          </p:cNvSpPr>
          <p:nvPr/>
        </p:nvSpPr>
        <p:spPr>
          <a:xfrm>
            <a:off x="4697827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0" name="data_8108">
            <a:extLst>
              <a:ext uri="{FF2B5EF4-FFF2-40B4-BE49-F238E27FC236}">
                <a16:creationId xmlns:a16="http://schemas.microsoft.com/office/drawing/2014/main" id="{7F77E3DD-909E-414A-80F9-6702F6B7EF05}"/>
              </a:ext>
            </a:extLst>
          </p:cNvPr>
          <p:cNvSpPr>
            <a:spLocks/>
          </p:cNvSpPr>
          <p:nvPr/>
        </p:nvSpPr>
        <p:spPr>
          <a:xfrm>
            <a:off x="4703429" y="238269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1" name="data_8109">
            <a:extLst>
              <a:ext uri="{FF2B5EF4-FFF2-40B4-BE49-F238E27FC236}">
                <a16:creationId xmlns:a16="http://schemas.microsoft.com/office/drawing/2014/main" id="{4CE6F8D9-06F2-4211-AA86-1209F0F7FAA6}"/>
              </a:ext>
            </a:extLst>
          </p:cNvPr>
          <p:cNvSpPr>
            <a:spLocks/>
          </p:cNvSpPr>
          <p:nvPr/>
        </p:nvSpPr>
        <p:spPr>
          <a:xfrm>
            <a:off x="4687273" y="23467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2" name="data_8110">
            <a:extLst>
              <a:ext uri="{FF2B5EF4-FFF2-40B4-BE49-F238E27FC236}">
                <a16:creationId xmlns:a16="http://schemas.microsoft.com/office/drawing/2014/main" id="{6EA32B73-72D7-4D6F-A74E-A8C10C9C1402}"/>
              </a:ext>
            </a:extLst>
          </p:cNvPr>
          <p:cNvSpPr>
            <a:spLocks/>
          </p:cNvSpPr>
          <p:nvPr/>
        </p:nvSpPr>
        <p:spPr>
          <a:xfrm>
            <a:off x="4697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3" name="data_8111">
            <a:extLst>
              <a:ext uri="{FF2B5EF4-FFF2-40B4-BE49-F238E27FC236}">
                <a16:creationId xmlns:a16="http://schemas.microsoft.com/office/drawing/2014/main" id="{FDE9FAC5-2812-4B93-A885-C37406ABA31D}"/>
              </a:ext>
            </a:extLst>
          </p:cNvPr>
          <p:cNvSpPr>
            <a:spLocks/>
          </p:cNvSpPr>
          <p:nvPr/>
        </p:nvSpPr>
        <p:spPr>
          <a:xfrm>
            <a:off x="47085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4" name="data_8112">
            <a:extLst>
              <a:ext uri="{FF2B5EF4-FFF2-40B4-BE49-F238E27FC236}">
                <a16:creationId xmlns:a16="http://schemas.microsoft.com/office/drawing/2014/main" id="{332D8EEF-A115-48DC-BC7A-18BED65BDCE8}"/>
              </a:ext>
            </a:extLst>
          </p:cNvPr>
          <p:cNvSpPr>
            <a:spLocks/>
          </p:cNvSpPr>
          <p:nvPr/>
        </p:nvSpPr>
        <p:spPr>
          <a:xfrm>
            <a:off x="46128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5" name="data_8113">
            <a:extLst>
              <a:ext uri="{FF2B5EF4-FFF2-40B4-BE49-F238E27FC236}">
                <a16:creationId xmlns:a16="http://schemas.microsoft.com/office/drawing/2014/main" id="{A3B2DDF6-49B8-4F4C-A82A-2C70DB113C45}"/>
              </a:ext>
            </a:extLst>
          </p:cNvPr>
          <p:cNvSpPr>
            <a:spLocks/>
          </p:cNvSpPr>
          <p:nvPr/>
        </p:nvSpPr>
        <p:spPr>
          <a:xfrm>
            <a:off x="462316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6" name="data_8114">
            <a:extLst>
              <a:ext uri="{FF2B5EF4-FFF2-40B4-BE49-F238E27FC236}">
                <a16:creationId xmlns:a16="http://schemas.microsoft.com/office/drawing/2014/main" id="{63310364-356F-45E2-AABC-EF073940F299}"/>
              </a:ext>
            </a:extLst>
          </p:cNvPr>
          <p:cNvSpPr>
            <a:spLocks/>
          </p:cNvSpPr>
          <p:nvPr/>
        </p:nvSpPr>
        <p:spPr>
          <a:xfrm>
            <a:off x="4685057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7" name="data_8115">
            <a:extLst>
              <a:ext uri="{FF2B5EF4-FFF2-40B4-BE49-F238E27FC236}">
                <a16:creationId xmlns:a16="http://schemas.microsoft.com/office/drawing/2014/main" id="{5DFEB959-53DE-47F0-9204-E27E9C401F67}"/>
              </a:ext>
            </a:extLst>
          </p:cNvPr>
          <p:cNvSpPr>
            <a:spLocks/>
          </p:cNvSpPr>
          <p:nvPr/>
        </p:nvSpPr>
        <p:spPr>
          <a:xfrm>
            <a:off x="46195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8" name="data_8116">
            <a:extLst>
              <a:ext uri="{FF2B5EF4-FFF2-40B4-BE49-F238E27FC236}">
                <a16:creationId xmlns:a16="http://schemas.microsoft.com/office/drawing/2014/main" id="{A781C318-D058-4EA6-902B-F4664101E5B4}"/>
              </a:ext>
            </a:extLst>
          </p:cNvPr>
          <p:cNvSpPr>
            <a:spLocks/>
          </p:cNvSpPr>
          <p:nvPr/>
        </p:nvSpPr>
        <p:spPr>
          <a:xfrm>
            <a:off x="4632157" y="2829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29" name="data_8117">
            <a:extLst>
              <a:ext uri="{FF2B5EF4-FFF2-40B4-BE49-F238E27FC236}">
                <a16:creationId xmlns:a16="http://schemas.microsoft.com/office/drawing/2014/main" id="{F4D43346-1068-4F1B-8F19-ED897568AFEE}"/>
              </a:ext>
            </a:extLst>
          </p:cNvPr>
          <p:cNvSpPr>
            <a:spLocks/>
          </p:cNvSpPr>
          <p:nvPr/>
        </p:nvSpPr>
        <p:spPr>
          <a:xfrm>
            <a:off x="46107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0" name="data_8118">
            <a:extLst>
              <a:ext uri="{FF2B5EF4-FFF2-40B4-BE49-F238E27FC236}">
                <a16:creationId xmlns:a16="http://schemas.microsoft.com/office/drawing/2014/main" id="{FF40E1FD-B83C-4019-B43D-04A9AF44471E}"/>
              </a:ext>
            </a:extLst>
          </p:cNvPr>
          <p:cNvSpPr>
            <a:spLocks/>
          </p:cNvSpPr>
          <p:nvPr/>
        </p:nvSpPr>
        <p:spPr>
          <a:xfrm>
            <a:off x="4624600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1" name="data_8119">
            <a:extLst>
              <a:ext uri="{FF2B5EF4-FFF2-40B4-BE49-F238E27FC236}">
                <a16:creationId xmlns:a16="http://schemas.microsoft.com/office/drawing/2014/main" id="{4249223E-03C5-44AF-8530-BFFB3C20131B}"/>
              </a:ext>
            </a:extLst>
          </p:cNvPr>
          <p:cNvSpPr>
            <a:spLocks/>
          </p:cNvSpPr>
          <p:nvPr/>
        </p:nvSpPr>
        <p:spPr>
          <a:xfrm>
            <a:off x="4629681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2" name="data_8120">
            <a:extLst>
              <a:ext uri="{FF2B5EF4-FFF2-40B4-BE49-F238E27FC236}">
                <a16:creationId xmlns:a16="http://schemas.microsoft.com/office/drawing/2014/main" id="{C2ADFCDC-690B-4C89-90D5-768C0FA09EEB}"/>
              </a:ext>
            </a:extLst>
          </p:cNvPr>
          <p:cNvSpPr>
            <a:spLocks/>
          </p:cNvSpPr>
          <p:nvPr/>
        </p:nvSpPr>
        <p:spPr>
          <a:xfrm>
            <a:off x="4710596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3" name="data_8121">
            <a:extLst>
              <a:ext uri="{FF2B5EF4-FFF2-40B4-BE49-F238E27FC236}">
                <a16:creationId xmlns:a16="http://schemas.microsoft.com/office/drawing/2014/main" id="{87F5F6FE-E465-46EA-B460-965F54620C15}"/>
              </a:ext>
            </a:extLst>
          </p:cNvPr>
          <p:cNvSpPr>
            <a:spLocks/>
          </p:cNvSpPr>
          <p:nvPr/>
        </p:nvSpPr>
        <p:spPr>
          <a:xfrm>
            <a:off x="4655350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4" name="data_8122">
            <a:extLst>
              <a:ext uri="{FF2B5EF4-FFF2-40B4-BE49-F238E27FC236}">
                <a16:creationId xmlns:a16="http://schemas.microsoft.com/office/drawing/2014/main" id="{DCD2CEB7-F311-470D-836D-E4FA247B5D95}"/>
              </a:ext>
            </a:extLst>
          </p:cNvPr>
          <p:cNvSpPr>
            <a:spLocks/>
          </p:cNvSpPr>
          <p:nvPr/>
        </p:nvSpPr>
        <p:spPr>
          <a:xfrm>
            <a:off x="4612873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5" name="data_8123">
            <a:extLst>
              <a:ext uri="{FF2B5EF4-FFF2-40B4-BE49-F238E27FC236}">
                <a16:creationId xmlns:a16="http://schemas.microsoft.com/office/drawing/2014/main" id="{A288535B-AA47-4B86-9B99-14B045D575E2}"/>
              </a:ext>
            </a:extLst>
          </p:cNvPr>
          <p:cNvSpPr>
            <a:spLocks/>
          </p:cNvSpPr>
          <p:nvPr/>
        </p:nvSpPr>
        <p:spPr>
          <a:xfrm>
            <a:off x="463176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6" name="data_8124">
            <a:extLst>
              <a:ext uri="{FF2B5EF4-FFF2-40B4-BE49-F238E27FC236}">
                <a16:creationId xmlns:a16="http://schemas.microsoft.com/office/drawing/2014/main" id="{64AEDBF7-6286-4A82-9736-4FA3189EA9F2}"/>
              </a:ext>
            </a:extLst>
          </p:cNvPr>
          <p:cNvSpPr>
            <a:spLocks/>
          </p:cNvSpPr>
          <p:nvPr/>
        </p:nvSpPr>
        <p:spPr>
          <a:xfrm>
            <a:off x="4703820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7" name="data_8125">
            <a:extLst>
              <a:ext uri="{FF2B5EF4-FFF2-40B4-BE49-F238E27FC236}">
                <a16:creationId xmlns:a16="http://schemas.microsoft.com/office/drawing/2014/main" id="{B4B69F33-D5FE-4B59-A75D-A16028EFAB1D}"/>
              </a:ext>
            </a:extLst>
          </p:cNvPr>
          <p:cNvSpPr>
            <a:spLocks/>
          </p:cNvSpPr>
          <p:nvPr/>
        </p:nvSpPr>
        <p:spPr>
          <a:xfrm>
            <a:off x="467919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8" name="data_8126">
            <a:extLst>
              <a:ext uri="{FF2B5EF4-FFF2-40B4-BE49-F238E27FC236}">
                <a16:creationId xmlns:a16="http://schemas.microsoft.com/office/drawing/2014/main" id="{20CD59D0-1F52-46A9-995F-43F1180A744D}"/>
              </a:ext>
            </a:extLst>
          </p:cNvPr>
          <p:cNvSpPr>
            <a:spLocks/>
          </p:cNvSpPr>
          <p:nvPr/>
        </p:nvSpPr>
        <p:spPr>
          <a:xfrm>
            <a:off x="4703299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39" name="data_8127">
            <a:extLst>
              <a:ext uri="{FF2B5EF4-FFF2-40B4-BE49-F238E27FC236}">
                <a16:creationId xmlns:a16="http://schemas.microsoft.com/office/drawing/2014/main" id="{742E992A-F2CE-40D9-8028-61D6B9DC4C51}"/>
              </a:ext>
            </a:extLst>
          </p:cNvPr>
          <p:cNvSpPr>
            <a:spLocks/>
          </p:cNvSpPr>
          <p:nvPr/>
        </p:nvSpPr>
        <p:spPr>
          <a:xfrm>
            <a:off x="4620821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0" name="data_8128">
            <a:extLst>
              <a:ext uri="{FF2B5EF4-FFF2-40B4-BE49-F238E27FC236}">
                <a16:creationId xmlns:a16="http://schemas.microsoft.com/office/drawing/2014/main" id="{A9EC4E15-274B-4725-9FBA-9313AB07D39C}"/>
              </a:ext>
            </a:extLst>
          </p:cNvPr>
          <p:cNvSpPr>
            <a:spLocks/>
          </p:cNvSpPr>
          <p:nvPr/>
        </p:nvSpPr>
        <p:spPr>
          <a:xfrm>
            <a:off x="4645317" y="298179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1" name="data_8129">
            <a:extLst>
              <a:ext uri="{FF2B5EF4-FFF2-40B4-BE49-F238E27FC236}">
                <a16:creationId xmlns:a16="http://schemas.microsoft.com/office/drawing/2014/main" id="{98A15CB5-9C97-4930-B334-143D3EA9A598}"/>
              </a:ext>
            </a:extLst>
          </p:cNvPr>
          <p:cNvSpPr>
            <a:spLocks/>
          </p:cNvSpPr>
          <p:nvPr/>
        </p:nvSpPr>
        <p:spPr>
          <a:xfrm>
            <a:off x="4704211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2" name="data_8130">
            <a:extLst>
              <a:ext uri="{FF2B5EF4-FFF2-40B4-BE49-F238E27FC236}">
                <a16:creationId xmlns:a16="http://schemas.microsoft.com/office/drawing/2014/main" id="{924B1D39-0715-4987-9997-5AC2E890FC07}"/>
              </a:ext>
            </a:extLst>
          </p:cNvPr>
          <p:cNvSpPr>
            <a:spLocks/>
          </p:cNvSpPr>
          <p:nvPr/>
        </p:nvSpPr>
        <p:spPr>
          <a:xfrm>
            <a:off x="470434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3" name="data_8131">
            <a:extLst>
              <a:ext uri="{FF2B5EF4-FFF2-40B4-BE49-F238E27FC236}">
                <a16:creationId xmlns:a16="http://schemas.microsoft.com/office/drawing/2014/main" id="{A270255E-911B-4A9C-8C83-28327DC9204F}"/>
              </a:ext>
            </a:extLst>
          </p:cNvPr>
          <p:cNvSpPr>
            <a:spLocks/>
          </p:cNvSpPr>
          <p:nvPr/>
        </p:nvSpPr>
        <p:spPr>
          <a:xfrm>
            <a:off x="46962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4" name="data_8132">
            <a:extLst>
              <a:ext uri="{FF2B5EF4-FFF2-40B4-BE49-F238E27FC236}">
                <a16:creationId xmlns:a16="http://schemas.microsoft.com/office/drawing/2014/main" id="{082EDA0F-130F-4A70-9D3D-90FE6C30E2C2}"/>
              </a:ext>
            </a:extLst>
          </p:cNvPr>
          <p:cNvSpPr>
            <a:spLocks/>
          </p:cNvSpPr>
          <p:nvPr/>
        </p:nvSpPr>
        <p:spPr>
          <a:xfrm>
            <a:off x="47077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5" name="data_8133">
            <a:extLst>
              <a:ext uri="{FF2B5EF4-FFF2-40B4-BE49-F238E27FC236}">
                <a16:creationId xmlns:a16="http://schemas.microsoft.com/office/drawing/2014/main" id="{F310B10E-385B-4B7A-A168-3125EB6EFF83}"/>
              </a:ext>
            </a:extLst>
          </p:cNvPr>
          <p:cNvSpPr>
            <a:spLocks/>
          </p:cNvSpPr>
          <p:nvPr/>
        </p:nvSpPr>
        <p:spPr>
          <a:xfrm>
            <a:off x="4632809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6" name="data_8134">
            <a:extLst>
              <a:ext uri="{FF2B5EF4-FFF2-40B4-BE49-F238E27FC236}">
                <a16:creationId xmlns:a16="http://schemas.microsoft.com/office/drawing/2014/main" id="{530572B1-1B03-4033-8678-24F313F07B67}"/>
              </a:ext>
            </a:extLst>
          </p:cNvPr>
          <p:cNvSpPr>
            <a:spLocks/>
          </p:cNvSpPr>
          <p:nvPr/>
        </p:nvSpPr>
        <p:spPr>
          <a:xfrm>
            <a:off x="461313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7" name="data_8135">
            <a:extLst>
              <a:ext uri="{FF2B5EF4-FFF2-40B4-BE49-F238E27FC236}">
                <a16:creationId xmlns:a16="http://schemas.microsoft.com/office/drawing/2014/main" id="{3FC85107-5142-40BF-9207-112CFA0998AD}"/>
              </a:ext>
            </a:extLst>
          </p:cNvPr>
          <p:cNvSpPr>
            <a:spLocks/>
          </p:cNvSpPr>
          <p:nvPr/>
        </p:nvSpPr>
        <p:spPr>
          <a:xfrm>
            <a:off x="46889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8" name="data_8136">
            <a:extLst>
              <a:ext uri="{FF2B5EF4-FFF2-40B4-BE49-F238E27FC236}">
                <a16:creationId xmlns:a16="http://schemas.microsoft.com/office/drawing/2014/main" id="{8D81FACF-8297-4D1B-B574-F53A6CAC2682}"/>
              </a:ext>
            </a:extLst>
          </p:cNvPr>
          <p:cNvSpPr>
            <a:spLocks/>
          </p:cNvSpPr>
          <p:nvPr/>
        </p:nvSpPr>
        <p:spPr>
          <a:xfrm>
            <a:off x="46070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49" name="data_8137">
            <a:extLst>
              <a:ext uri="{FF2B5EF4-FFF2-40B4-BE49-F238E27FC236}">
                <a16:creationId xmlns:a16="http://schemas.microsoft.com/office/drawing/2014/main" id="{84D27FF7-47C5-434C-958C-7591C5E14463}"/>
              </a:ext>
            </a:extLst>
          </p:cNvPr>
          <p:cNvSpPr>
            <a:spLocks/>
          </p:cNvSpPr>
          <p:nvPr/>
        </p:nvSpPr>
        <p:spPr>
          <a:xfrm>
            <a:off x="46152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0" name="data_8138">
            <a:extLst>
              <a:ext uri="{FF2B5EF4-FFF2-40B4-BE49-F238E27FC236}">
                <a16:creationId xmlns:a16="http://schemas.microsoft.com/office/drawing/2014/main" id="{9049EB6F-B74C-44C1-BAD1-DADF212701D7}"/>
              </a:ext>
            </a:extLst>
          </p:cNvPr>
          <p:cNvSpPr>
            <a:spLocks/>
          </p:cNvSpPr>
          <p:nvPr/>
        </p:nvSpPr>
        <p:spPr>
          <a:xfrm>
            <a:off x="469222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1" name="data_8139">
            <a:extLst>
              <a:ext uri="{FF2B5EF4-FFF2-40B4-BE49-F238E27FC236}">
                <a16:creationId xmlns:a16="http://schemas.microsoft.com/office/drawing/2014/main" id="{B59FB6D6-4B75-43F3-BF6D-061F3C959785}"/>
              </a:ext>
            </a:extLst>
          </p:cNvPr>
          <p:cNvSpPr>
            <a:spLocks/>
          </p:cNvSpPr>
          <p:nvPr/>
        </p:nvSpPr>
        <p:spPr>
          <a:xfrm>
            <a:off x="46081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2" name="data_8140">
            <a:extLst>
              <a:ext uri="{FF2B5EF4-FFF2-40B4-BE49-F238E27FC236}">
                <a16:creationId xmlns:a16="http://schemas.microsoft.com/office/drawing/2014/main" id="{9183F994-9CE8-4519-9C3D-9C61BEC818B4}"/>
              </a:ext>
            </a:extLst>
          </p:cNvPr>
          <p:cNvSpPr>
            <a:spLocks/>
          </p:cNvSpPr>
          <p:nvPr/>
        </p:nvSpPr>
        <p:spPr>
          <a:xfrm>
            <a:off x="471724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3" name="data_8141">
            <a:extLst>
              <a:ext uri="{FF2B5EF4-FFF2-40B4-BE49-F238E27FC236}">
                <a16:creationId xmlns:a16="http://schemas.microsoft.com/office/drawing/2014/main" id="{DE606D24-8AF5-49DB-8F4B-9E06DD59D17E}"/>
              </a:ext>
            </a:extLst>
          </p:cNvPr>
          <p:cNvSpPr>
            <a:spLocks/>
          </p:cNvSpPr>
          <p:nvPr/>
        </p:nvSpPr>
        <p:spPr>
          <a:xfrm>
            <a:off x="46973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4" name="data_8142">
            <a:extLst>
              <a:ext uri="{FF2B5EF4-FFF2-40B4-BE49-F238E27FC236}">
                <a16:creationId xmlns:a16="http://schemas.microsoft.com/office/drawing/2014/main" id="{9DE39460-BB0B-4D63-81D2-851AECB0F24D}"/>
              </a:ext>
            </a:extLst>
          </p:cNvPr>
          <p:cNvSpPr>
            <a:spLocks/>
          </p:cNvSpPr>
          <p:nvPr/>
        </p:nvSpPr>
        <p:spPr>
          <a:xfrm>
            <a:off x="46501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5" name="data_8143">
            <a:extLst>
              <a:ext uri="{FF2B5EF4-FFF2-40B4-BE49-F238E27FC236}">
                <a16:creationId xmlns:a16="http://schemas.microsoft.com/office/drawing/2014/main" id="{9B9B3559-AC6D-4768-B9FD-1123C6A05E46}"/>
              </a:ext>
            </a:extLst>
          </p:cNvPr>
          <p:cNvSpPr>
            <a:spLocks/>
          </p:cNvSpPr>
          <p:nvPr/>
        </p:nvSpPr>
        <p:spPr>
          <a:xfrm>
            <a:off x="46281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6" name="data_8144">
            <a:extLst>
              <a:ext uri="{FF2B5EF4-FFF2-40B4-BE49-F238E27FC236}">
                <a16:creationId xmlns:a16="http://schemas.microsoft.com/office/drawing/2014/main" id="{5A1101E0-7212-41B9-82DD-DC8138914816}"/>
              </a:ext>
            </a:extLst>
          </p:cNvPr>
          <p:cNvSpPr>
            <a:spLocks/>
          </p:cNvSpPr>
          <p:nvPr/>
        </p:nvSpPr>
        <p:spPr>
          <a:xfrm>
            <a:off x="4715286" y="2624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7" name="data_8145">
            <a:extLst>
              <a:ext uri="{FF2B5EF4-FFF2-40B4-BE49-F238E27FC236}">
                <a16:creationId xmlns:a16="http://schemas.microsoft.com/office/drawing/2014/main" id="{2016D59B-F054-458D-B9EC-3A6674056D8A}"/>
              </a:ext>
            </a:extLst>
          </p:cNvPr>
          <p:cNvSpPr>
            <a:spLocks/>
          </p:cNvSpPr>
          <p:nvPr/>
        </p:nvSpPr>
        <p:spPr>
          <a:xfrm>
            <a:off x="4720889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8" name="data_8146">
            <a:extLst>
              <a:ext uri="{FF2B5EF4-FFF2-40B4-BE49-F238E27FC236}">
                <a16:creationId xmlns:a16="http://schemas.microsoft.com/office/drawing/2014/main" id="{349492D9-4D7D-44A8-AB36-B72603348CD9}"/>
              </a:ext>
            </a:extLst>
          </p:cNvPr>
          <p:cNvSpPr>
            <a:spLocks/>
          </p:cNvSpPr>
          <p:nvPr/>
        </p:nvSpPr>
        <p:spPr>
          <a:xfrm>
            <a:off x="46735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59" name="data_8147">
            <a:extLst>
              <a:ext uri="{FF2B5EF4-FFF2-40B4-BE49-F238E27FC236}">
                <a16:creationId xmlns:a16="http://schemas.microsoft.com/office/drawing/2014/main" id="{48AAACCA-7473-4DBF-A9C0-BD8C40C12AAC}"/>
              </a:ext>
            </a:extLst>
          </p:cNvPr>
          <p:cNvSpPr>
            <a:spLocks/>
          </p:cNvSpPr>
          <p:nvPr/>
        </p:nvSpPr>
        <p:spPr>
          <a:xfrm>
            <a:off x="47032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0" name="data_8148">
            <a:extLst>
              <a:ext uri="{FF2B5EF4-FFF2-40B4-BE49-F238E27FC236}">
                <a16:creationId xmlns:a16="http://schemas.microsoft.com/office/drawing/2014/main" id="{52EE7A72-356D-48DA-B068-EDA88043CF0D}"/>
              </a:ext>
            </a:extLst>
          </p:cNvPr>
          <p:cNvSpPr>
            <a:spLocks/>
          </p:cNvSpPr>
          <p:nvPr/>
        </p:nvSpPr>
        <p:spPr>
          <a:xfrm>
            <a:off x="4611961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1" name="data_8149">
            <a:extLst>
              <a:ext uri="{FF2B5EF4-FFF2-40B4-BE49-F238E27FC236}">
                <a16:creationId xmlns:a16="http://schemas.microsoft.com/office/drawing/2014/main" id="{F998F15D-AB55-4CA3-A483-3FC0B459C141}"/>
              </a:ext>
            </a:extLst>
          </p:cNvPr>
          <p:cNvSpPr>
            <a:spLocks/>
          </p:cNvSpPr>
          <p:nvPr/>
        </p:nvSpPr>
        <p:spPr>
          <a:xfrm>
            <a:off x="46487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2" name="data_8150">
            <a:extLst>
              <a:ext uri="{FF2B5EF4-FFF2-40B4-BE49-F238E27FC236}">
                <a16:creationId xmlns:a16="http://schemas.microsoft.com/office/drawing/2014/main" id="{EA286342-7819-4DD6-9D4C-275ECE404239}"/>
              </a:ext>
            </a:extLst>
          </p:cNvPr>
          <p:cNvSpPr>
            <a:spLocks/>
          </p:cNvSpPr>
          <p:nvPr/>
        </p:nvSpPr>
        <p:spPr>
          <a:xfrm>
            <a:off x="4695221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3" name="data_8151">
            <a:extLst>
              <a:ext uri="{FF2B5EF4-FFF2-40B4-BE49-F238E27FC236}">
                <a16:creationId xmlns:a16="http://schemas.microsoft.com/office/drawing/2014/main" id="{FC902469-BF4A-4492-AB90-3821E80E4504}"/>
              </a:ext>
            </a:extLst>
          </p:cNvPr>
          <p:cNvSpPr>
            <a:spLocks/>
          </p:cNvSpPr>
          <p:nvPr/>
        </p:nvSpPr>
        <p:spPr>
          <a:xfrm>
            <a:off x="46040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4" name="data_8152">
            <a:extLst>
              <a:ext uri="{FF2B5EF4-FFF2-40B4-BE49-F238E27FC236}">
                <a16:creationId xmlns:a16="http://schemas.microsoft.com/office/drawing/2014/main" id="{C5145718-4B37-4D5B-B86C-A51D00DB81F7}"/>
              </a:ext>
            </a:extLst>
          </p:cNvPr>
          <p:cNvSpPr>
            <a:spLocks/>
          </p:cNvSpPr>
          <p:nvPr/>
        </p:nvSpPr>
        <p:spPr>
          <a:xfrm>
            <a:off x="45993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5" name="data_8153">
            <a:extLst>
              <a:ext uri="{FF2B5EF4-FFF2-40B4-BE49-F238E27FC236}">
                <a16:creationId xmlns:a16="http://schemas.microsoft.com/office/drawing/2014/main" id="{6E676A50-1402-4B02-AB21-5F72C477E287}"/>
              </a:ext>
            </a:extLst>
          </p:cNvPr>
          <p:cNvSpPr>
            <a:spLocks/>
          </p:cNvSpPr>
          <p:nvPr/>
        </p:nvSpPr>
        <p:spPr>
          <a:xfrm>
            <a:off x="467632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6" name="data_8154">
            <a:extLst>
              <a:ext uri="{FF2B5EF4-FFF2-40B4-BE49-F238E27FC236}">
                <a16:creationId xmlns:a16="http://schemas.microsoft.com/office/drawing/2014/main" id="{4F96EE7F-BD83-4B79-9334-DE8611105B81}"/>
              </a:ext>
            </a:extLst>
          </p:cNvPr>
          <p:cNvSpPr>
            <a:spLocks/>
          </p:cNvSpPr>
          <p:nvPr/>
        </p:nvSpPr>
        <p:spPr>
          <a:xfrm>
            <a:off x="471450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7" name="data_8155">
            <a:extLst>
              <a:ext uri="{FF2B5EF4-FFF2-40B4-BE49-F238E27FC236}">
                <a16:creationId xmlns:a16="http://schemas.microsoft.com/office/drawing/2014/main" id="{E01D4DC2-C999-43EA-86CD-87D91823C5C9}"/>
              </a:ext>
            </a:extLst>
          </p:cNvPr>
          <p:cNvSpPr>
            <a:spLocks/>
          </p:cNvSpPr>
          <p:nvPr/>
        </p:nvSpPr>
        <p:spPr>
          <a:xfrm>
            <a:off x="45935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8" name="data_8156">
            <a:extLst>
              <a:ext uri="{FF2B5EF4-FFF2-40B4-BE49-F238E27FC236}">
                <a16:creationId xmlns:a16="http://schemas.microsoft.com/office/drawing/2014/main" id="{E90A758A-628F-4E39-B048-7CEE8F3745E0}"/>
              </a:ext>
            </a:extLst>
          </p:cNvPr>
          <p:cNvSpPr>
            <a:spLocks/>
          </p:cNvSpPr>
          <p:nvPr/>
        </p:nvSpPr>
        <p:spPr>
          <a:xfrm>
            <a:off x="464453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69" name="data_8157">
            <a:extLst>
              <a:ext uri="{FF2B5EF4-FFF2-40B4-BE49-F238E27FC236}">
                <a16:creationId xmlns:a16="http://schemas.microsoft.com/office/drawing/2014/main" id="{761C0F62-D2E6-4CB8-BC31-AC44FE415AB7}"/>
              </a:ext>
            </a:extLst>
          </p:cNvPr>
          <p:cNvSpPr>
            <a:spLocks/>
          </p:cNvSpPr>
          <p:nvPr/>
        </p:nvSpPr>
        <p:spPr>
          <a:xfrm>
            <a:off x="46863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0" name="data_8158">
            <a:extLst>
              <a:ext uri="{FF2B5EF4-FFF2-40B4-BE49-F238E27FC236}">
                <a16:creationId xmlns:a16="http://schemas.microsoft.com/office/drawing/2014/main" id="{63B77343-872D-4A6B-8C4E-AB8C7D622B2D}"/>
              </a:ext>
            </a:extLst>
          </p:cNvPr>
          <p:cNvSpPr>
            <a:spLocks/>
          </p:cNvSpPr>
          <p:nvPr/>
        </p:nvSpPr>
        <p:spPr>
          <a:xfrm>
            <a:off x="46472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1" name="data_8159">
            <a:extLst>
              <a:ext uri="{FF2B5EF4-FFF2-40B4-BE49-F238E27FC236}">
                <a16:creationId xmlns:a16="http://schemas.microsoft.com/office/drawing/2014/main" id="{6F214444-90BE-421C-ADDA-735F84DBF9C3}"/>
              </a:ext>
            </a:extLst>
          </p:cNvPr>
          <p:cNvSpPr>
            <a:spLocks/>
          </p:cNvSpPr>
          <p:nvPr/>
        </p:nvSpPr>
        <p:spPr>
          <a:xfrm>
            <a:off x="4625251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2" name="data_8160">
            <a:extLst>
              <a:ext uri="{FF2B5EF4-FFF2-40B4-BE49-F238E27FC236}">
                <a16:creationId xmlns:a16="http://schemas.microsoft.com/office/drawing/2014/main" id="{69A2BA95-0584-40AF-8ABD-82E261BE4FD3}"/>
              </a:ext>
            </a:extLst>
          </p:cNvPr>
          <p:cNvSpPr>
            <a:spLocks/>
          </p:cNvSpPr>
          <p:nvPr/>
        </p:nvSpPr>
        <p:spPr>
          <a:xfrm>
            <a:off x="467580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3" name="data_8161">
            <a:extLst>
              <a:ext uri="{FF2B5EF4-FFF2-40B4-BE49-F238E27FC236}">
                <a16:creationId xmlns:a16="http://schemas.microsoft.com/office/drawing/2014/main" id="{7CB7DECF-7862-45F7-ABF8-E6956659F305}"/>
              </a:ext>
            </a:extLst>
          </p:cNvPr>
          <p:cNvSpPr>
            <a:spLocks/>
          </p:cNvSpPr>
          <p:nvPr/>
        </p:nvSpPr>
        <p:spPr>
          <a:xfrm>
            <a:off x="467163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4" name="data_8162">
            <a:extLst>
              <a:ext uri="{FF2B5EF4-FFF2-40B4-BE49-F238E27FC236}">
                <a16:creationId xmlns:a16="http://schemas.microsoft.com/office/drawing/2014/main" id="{29A0FCAC-7E44-4F72-8AAE-E3084564F858}"/>
              </a:ext>
            </a:extLst>
          </p:cNvPr>
          <p:cNvSpPr>
            <a:spLocks/>
          </p:cNvSpPr>
          <p:nvPr/>
        </p:nvSpPr>
        <p:spPr>
          <a:xfrm>
            <a:off x="46558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5" name="data_8163">
            <a:extLst>
              <a:ext uri="{FF2B5EF4-FFF2-40B4-BE49-F238E27FC236}">
                <a16:creationId xmlns:a16="http://schemas.microsoft.com/office/drawing/2014/main" id="{609D602D-36B3-463C-B4A1-C3E2D7061902}"/>
              </a:ext>
            </a:extLst>
          </p:cNvPr>
          <p:cNvSpPr>
            <a:spLocks/>
          </p:cNvSpPr>
          <p:nvPr/>
        </p:nvSpPr>
        <p:spPr>
          <a:xfrm>
            <a:off x="46685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6" name="data_8164">
            <a:extLst>
              <a:ext uri="{FF2B5EF4-FFF2-40B4-BE49-F238E27FC236}">
                <a16:creationId xmlns:a16="http://schemas.microsoft.com/office/drawing/2014/main" id="{854D68AD-5A06-4882-9772-6C43F53F0DB4}"/>
              </a:ext>
            </a:extLst>
          </p:cNvPr>
          <p:cNvSpPr>
            <a:spLocks/>
          </p:cNvSpPr>
          <p:nvPr/>
        </p:nvSpPr>
        <p:spPr>
          <a:xfrm>
            <a:off x="463111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7" name="data_8165">
            <a:extLst>
              <a:ext uri="{FF2B5EF4-FFF2-40B4-BE49-F238E27FC236}">
                <a16:creationId xmlns:a16="http://schemas.microsoft.com/office/drawing/2014/main" id="{AB39A302-4AE9-4B1D-B7F0-220E32EBEE75}"/>
              </a:ext>
            </a:extLst>
          </p:cNvPr>
          <p:cNvSpPr>
            <a:spLocks/>
          </p:cNvSpPr>
          <p:nvPr/>
        </p:nvSpPr>
        <p:spPr>
          <a:xfrm>
            <a:off x="46603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8" name="data_8166">
            <a:extLst>
              <a:ext uri="{FF2B5EF4-FFF2-40B4-BE49-F238E27FC236}">
                <a16:creationId xmlns:a16="http://schemas.microsoft.com/office/drawing/2014/main" id="{6C3ED707-47EA-4D44-A5B7-0E9AE153B613}"/>
              </a:ext>
            </a:extLst>
          </p:cNvPr>
          <p:cNvSpPr>
            <a:spLocks/>
          </p:cNvSpPr>
          <p:nvPr/>
        </p:nvSpPr>
        <p:spPr>
          <a:xfrm>
            <a:off x="4632418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79" name="data_8167">
            <a:extLst>
              <a:ext uri="{FF2B5EF4-FFF2-40B4-BE49-F238E27FC236}">
                <a16:creationId xmlns:a16="http://schemas.microsoft.com/office/drawing/2014/main" id="{20F5177D-AB56-4639-B645-EFBBB0F7EA8D}"/>
              </a:ext>
            </a:extLst>
          </p:cNvPr>
          <p:cNvSpPr>
            <a:spLocks/>
          </p:cNvSpPr>
          <p:nvPr/>
        </p:nvSpPr>
        <p:spPr>
          <a:xfrm>
            <a:off x="464388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0" name="data_8168">
            <a:extLst>
              <a:ext uri="{FF2B5EF4-FFF2-40B4-BE49-F238E27FC236}">
                <a16:creationId xmlns:a16="http://schemas.microsoft.com/office/drawing/2014/main" id="{E8F443CB-EFCC-401E-BF35-8CD6345BCBAD}"/>
              </a:ext>
            </a:extLst>
          </p:cNvPr>
          <p:cNvSpPr>
            <a:spLocks/>
          </p:cNvSpPr>
          <p:nvPr/>
        </p:nvSpPr>
        <p:spPr>
          <a:xfrm>
            <a:off x="4700172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1" name="data_8169">
            <a:extLst>
              <a:ext uri="{FF2B5EF4-FFF2-40B4-BE49-F238E27FC236}">
                <a16:creationId xmlns:a16="http://schemas.microsoft.com/office/drawing/2014/main" id="{C45B1270-9D30-461D-8175-7D62CC0037AE}"/>
              </a:ext>
            </a:extLst>
          </p:cNvPr>
          <p:cNvSpPr>
            <a:spLocks/>
          </p:cNvSpPr>
          <p:nvPr/>
        </p:nvSpPr>
        <p:spPr>
          <a:xfrm>
            <a:off x="46079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2" name="data_8170">
            <a:extLst>
              <a:ext uri="{FF2B5EF4-FFF2-40B4-BE49-F238E27FC236}">
                <a16:creationId xmlns:a16="http://schemas.microsoft.com/office/drawing/2014/main" id="{2390054D-63DC-4FEC-B874-403E503BDE48}"/>
              </a:ext>
            </a:extLst>
          </p:cNvPr>
          <p:cNvSpPr>
            <a:spLocks/>
          </p:cNvSpPr>
          <p:nvPr/>
        </p:nvSpPr>
        <p:spPr>
          <a:xfrm>
            <a:off x="461391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3" name="data_8171">
            <a:extLst>
              <a:ext uri="{FF2B5EF4-FFF2-40B4-BE49-F238E27FC236}">
                <a16:creationId xmlns:a16="http://schemas.microsoft.com/office/drawing/2014/main" id="{395E52AD-1677-42F1-9BCF-28A726AAFAF6}"/>
              </a:ext>
            </a:extLst>
          </p:cNvPr>
          <p:cNvSpPr>
            <a:spLocks/>
          </p:cNvSpPr>
          <p:nvPr/>
        </p:nvSpPr>
        <p:spPr>
          <a:xfrm>
            <a:off x="466811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4" name="data_8172">
            <a:extLst>
              <a:ext uri="{FF2B5EF4-FFF2-40B4-BE49-F238E27FC236}">
                <a16:creationId xmlns:a16="http://schemas.microsoft.com/office/drawing/2014/main" id="{6EC48EA6-5DF2-4BA6-9148-669F1D54E927}"/>
              </a:ext>
            </a:extLst>
          </p:cNvPr>
          <p:cNvSpPr>
            <a:spLocks/>
          </p:cNvSpPr>
          <p:nvPr/>
        </p:nvSpPr>
        <p:spPr>
          <a:xfrm>
            <a:off x="466694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5" name="data_8173">
            <a:extLst>
              <a:ext uri="{FF2B5EF4-FFF2-40B4-BE49-F238E27FC236}">
                <a16:creationId xmlns:a16="http://schemas.microsoft.com/office/drawing/2014/main" id="{2A9CDC79-B10A-4A97-AFD7-0A346CF7A462}"/>
              </a:ext>
            </a:extLst>
          </p:cNvPr>
          <p:cNvSpPr>
            <a:spLocks/>
          </p:cNvSpPr>
          <p:nvPr/>
        </p:nvSpPr>
        <p:spPr>
          <a:xfrm>
            <a:off x="47092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6" name="data_8174">
            <a:extLst>
              <a:ext uri="{FF2B5EF4-FFF2-40B4-BE49-F238E27FC236}">
                <a16:creationId xmlns:a16="http://schemas.microsoft.com/office/drawing/2014/main" id="{6D2AE76D-15A8-4B19-8389-FE3E2CDEC4F5}"/>
              </a:ext>
            </a:extLst>
          </p:cNvPr>
          <p:cNvSpPr>
            <a:spLocks/>
          </p:cNvSpPr>
          <p:nvPr/>
        </p:nvSpPr>
        <p:spPr>
          <a:xfrm>
            <a:off x="46896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7" name="data_8175">
            <a:extLst>
              <a:ext uri="{FF2B5EF4-FFF2-40B4-BE49-F238E27FC236}">
                <a16:creationId xmlns:a16="http://schemas.microsoft.com/office/drawing/2014/main" id="{3E1C5293-B964-4F91-8501-1C7DEEB71236}"/>
              </a:ext>
            </a:extLst>
          </p:cNvPr>
          <p:cNvSpPr>
            <a:spLocks/>
          </p:cNvSpPr>
          <p:nvPr/>
        </p:nvSpPr>
        <p:spPr>
          <a:xfrm>
            <a:off x="46092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8" name="data_8176">
            <a:extLst>
              <a:ext uri="{FF2B5EF4-FFF2-40B4-BE49-F238E27FC236}">
                <a16:creationId xmlns:a16="http://schemas.microsoft.com/office/drawing/2014/main" id="{B15AC72F-CB2B-4EAD-9979-62AF54608CF4}"/>
              </a:ext>
            </a:extLst>
          </p:cNvPr>
          <p:cNvSpPr>
            <a:spLocks/>
          </p:cNvSpPr>
          <p:nvPr/>
        </p:nvSpPr>
        <p:spPr>
          <a:xfrm>
            <a:off x="462811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89" name="data_8177">
            <a:extLst>
              <a:ext uri="{FF2B5EF4-FFF2-40B4-BE49-F238E27FC236}">
                <a16:creationId xmlns:a16="http://schemas.microsoft.com/office/drawing/2014/main" id="{70954D7E-8A4C-411B-AAE6-730BFCFA8F6F}"/>
              </a:ext>
            </a:extLst>
          </p:cNvPr>
          <p:cNvSpPr>
            <a:spLocks/>
          </p:cNvSpPr>
          <p:nvPr/>
        </p:nvSpPr>
        <p:spPr>
          <a:xfrm>
            <a:off x="46798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0" name="data_8178">
            <a:extLst>
              <a:ext uri="{FF2B5EF4-FFF2-40B4-BE49-F238E27FC236}">
                <a16:creationId xmlns:a16="http://schemas.microsoft.com/office/drawing/2014/main" id="{2EB0246D-2488-41E3-BAE5-A82589047DC1}"/>
              </a:ext>
            </a:extLst>
          </p:cNvPr>
          <p:cNvSpPr>
            <a:spLocks/>
          </p:cNvSpPr>
          <p:nvPr/>
        </p:nvSpPr>
        <p:spPr>
          <a:xfrm>
            <a:off x="46016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1" name="data_8179">
            <a:extLst>
              <a:ext uri="{FF2B5EF4-FFF2-40B4-BE49-F238E27FC236}">
                <a16:creationId xmlns:a16="http://schemas.microsoft.com/office/drawing/2014/main" id="{79E75ED3-EFF8-407E-AC37-2AC2E6675D7A}"/>
              </a:ext>
            </a:extLst>
          </p:cNvPr>
          <p:cNvSpPr>
            <a:spLocks/>
          </p:cNvSpPr>
          <p:nvPr/>
        </p:nvSpPr>
        <p:spPr>
          <a:xfrm>
            <a:off x="469222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2" name="data_8180">
            <a:extLst>
              <a:ext uri="{FF2B5EF4-FFF2-40B4-BE49-F238E27FC236}">
                <a16:creationId xmlns:a16="http://schemas.microsoft.com/office/drawing/2014/main" id="{FCE8B01E-8C0A-4100-B13E-2CB8C9337DD9}"/>
              </a:ext>
            </a:extLst>
          </p:cNvPr>
          <p:cNvSpPr>
            <a:spLocks/>
          </p:cNvSpPr>
          <p:nvPr/>
        </p:nvSpPr>
        <p:spPr>
          <a:xfrm>
            <a:off x="46966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3" name="data_8181">
            <a:extLst>
              <a:ext uri="{FF2B5EF4-FFF2-40B4-BE49-F238E27FC236}">
                <a16:creationId xmlns:a16="http://schemas.microsoft.com/office/drawing/2014/main" id="{738B5CA1-34B5-4264-8792-19248B4876DB}"/>
              </a:ext>
            </a:extLst>
          </p:cNvPr>
          <p:cNvSpPr>
            <a:spLocks/>
          </p:cNvSpPr>
          <p:nvPr/>
        </p:nvSpPr>
        <p:spPr>
          <a:xfrm>
            <a:off x="4682842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4" name="data_8182">
            <a:extLst>
              <a:ext uri="{FF2B5EF4-FFF2-40B4-BE49-F238E27FC236}">
                <a16:creationId xmlns:a16="http://schemas.microsoft.com/office/drawing/2014/main" id="{39D39FDC-C46F-4186-B9B8-2E0A0482A882}"/>
              </a:ext>
            </a:extLst>
          </p:cNvPr>
          <p:cNvSpPr>
            <a:spLocks/>
          </p:cNvSpPr>
          <p:nvPr/>
        </p:nvSpPr>
        <p:spPr>
          <a:xfrm>
            <a:off x="468167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5" name="data_8183">
            <a:extLst>
              <a:ext uri="{FF2B5EF4-FFF2-40B4-BE49-F238E27FC236}">
                <a16:creationId xmlns:a16="http://schemas.microsoft.com/office/drawing/2014/main" id="{F5793D3F-EFFE-4F47-81BF-29865F0FFE0A}"/>
              </a:ext>
            </a:extLst>
          </p:cNvPr>
          <p:cNvSpPr>
            <a:spLocks/>
          </p:cNvSpPr>
          <p:nvPr/>
        </p:nvSpPr>
        <p:spPr>
          <a:xfrm>
            <a:off x="46872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6" name="data_8184">
            <a:extLst>
              <a:ext uri="{FF2B5EF4-FFF2-40B4-BE49-F238E27FC236}">
                <a16:creationId xmlns:a16="http://schemas.microsoft.com/office/drawing/2014/main" id="{59ADE4CA-8F30-433B-8008-D3E16EECFD1E}"/>
              </a:ext>
            </a:extLst>
          </p:cNvPr>
          <p:cNvSpPr>
            <a:spLocks/>
          </p:cNvSpPr>
          <p:nvPr/>
        </p:nvSpPr>
        <p:spPr>
          <a:xfrm>
            <a:off x="46626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7" name="data_8185">
            <a:extLst>
              <a:ext uri="{FF2B5EF4-FFF2-40B4-BE49-F238E27FC236}">
                <a16:creationId xmlns:a16="http://schemas.microsoft.com/office/drawing/2014/main" id="{D95C5260-9264-4C46-95D4-6187CECC8BEF}"/>
              </a:ext>
            </a:extLst>
          </p:cNvPr>
          <p:cNvSpPr>
            <a:spLocks/>
          </p:cNvSpPr>
          <p:nvPr/>
        </p:nvSpPr>
        <p:spPr>
          <a:xfrm>
            <a:off x="45950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8" name="data_8186">
            <a:extLst>
              <a:ext uri="{FF2B5EF4-FFF2-40B4-BE49-F238E27FC236}">
                <a16:creationId xmlns:a16="http://schemas.microsoft.com/office/drawing/2014/main" id="{5D73FCA2-A61B-4BA4-B4DB-0CB9CF04A480}"/>
              </a:ext>
            </a:extLst>
          </p:cNvPr>
          <p:cNvSpPr>
            <a:spLocks/>
          </p:cNvSpPr>
          <p:nvPr/>
        </p:nvSpPr>
        <p:spPr>
          <a:xfrm>
            <a:off x="466238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099" name="data_8187">
            <a:extLst>
              <a:ext uri="{FF2B5EF4-FFF2-40B4-BE49-F238E27FC236}">
                <a16:creationId xmlns:a16="http://schemas.microsoft.com/office/drawing/2014/main" id="{F4495DFE-8453-495D-A709-CC97982736B0}"/>
              </a:ext>
            </a:extLst>
          </p:cNvPr>
          <p:cNvSpPr>
            <a:spLocks/>
          </p:cNvSpPr>
          <p:nvPr/>
        </p:nvSpPr>
        <p:spPr>
          <a:xfrm>
            <a:off x="46122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0" name="data_8188">
            <a:extLst>
              <a:ext uri="{FF2B5EF4-FFF2-40B4-BE49-F238E27FC236}">
                <a16:creationId xmlns:a16="http://schemas.microsoft.com/office/drawing/2014/main" id="{BE99ED01-0779-4807-880E-CF49202E6B76}"/>
              </a:ext>
            </a:extLst>
          </p:cNvPr>
          <p:cNvSpPr>
            <a:spLocks/>
          </p:cNvSpPr>
          <p:nvPr/>
        </p:nvSpPr>
        <p:spPr>
          <a:xfrm>
            <a:off x="4682191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1" name="data_8189">
            <a:extLst>
              <a:ext uri="{FF2B5EF4-FFF2-40B4-BE49-F238E27FC236}">
                <a16:creationId xmlns:a16="http://schemas.microsoft.com/office/drawing/2014/main" id="{2E846D9D-E245-4C1B-85AF-12D5C8973268}"/>
              </a:ext>
            </a:extLst>
          </p:cNvPr>
          <p:cNvSpPr>
            <a:spLocks/>
          </p:cNvSpPr>
          <p:nvPr/>
        </p:nvSpPr>
        <p:spPr>
          <a:xfrm>
            <a:off x="46993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2" name="data_8190">
            <a:extLst>
              <a:ext uri="{FF2B5EF4-FFF2-40B4-BE49-F238E27FC236}">
                <a16:creationId xmlns:a16="http://schemas.microsoft.com/office/drawing/2014/main" id="{E88C25C1-61BB-4F56-9208-9762196563DC}"/>
              </a:ext>
            </a:extLst>
          </p:cNvPr>
          <p:cNvSpPr>
            <a:spLocks/>
          </p:cNvSpPr>
          <p:nvPr/>
        </p:nvSpPr>
        <p:spPr>
          <a:xfrm>
            <a:off x="46101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3" name="data_8191">
            <a:extLst>
              <a:ext uri="{FF2B5EF4-FFF2-40B4-BE49-F238E27FC236}">
                <a16:creationId xmlns:a16="http://schemas.microsoft.com/office/drawing/2014/main" id="{C8D91C58-EC7C-436F-8AD0-0124CBC1C2A0}"/>
              </a:ext>
            </a:extLst>
          </p:cNvPr>
          <p:cNvSpPr>
            <a:spLocks/>
          </p:cNvSpPr>
          <p:nvPr/>
        </p:nvSpPr>
        <p:spPr>
          <a:xfrm>
            <a:off x="4683364" y="22536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4" name="data_8192">
            <a:extLst>
              <a:ext uri="{FF2B5EF4-FFF2-40B4-BE49-F238E27FC236}">
                <a16:creationId xmlns:a16="http://schemas.microsoft.com/office/drawing/2014/main" id="{540B3E76-F9CB-488F-B488-F48740C6439F}"/>
              </a:ext>
            </a:extLst>
          </p:cNvPr>
          <p:cNvSpPr>
            <a:spLocks/>
          </p:cNvSpPr>
          <p:nvPr/>
        </p:nvSpPr>
        <p:spPr>
          <a:xfrm>
            <a:off x="461665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5" name="data_8193">
            <a:extLst>
              <a:ext uri="{FF2B5EF4-FFF2-40B4-BE49-F238E27FC236}">
                <a16:creationId xmlns:a16="http://schemas.microsoft.com/office/drawing/2014/main" id="{483C2F40-A82C-4B2C-8A9D-5B4D656D0E3E}"/>
              </a:ext>
            </a:extLst>
          </p:cNvPr>
          <p:cNvSpPr>
            <a:spLocks/>
          </p:cNvSpPr>
          <p:nvPr/>
        </p:nvSpPr>
        <p:spPr>
          <a:xfrm>
            <a:off x="462238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6" name="data_8194">
            <a:extLst>
              <a:ext uri="{FF2B5EF4-FFF2-40B4-BE49-F238E27FC236}">
                <a16:creationId xmlns:a16="http://schemas.microsoft.com/office/drawing/2014/main" id="{672F4DA6-95FF-4D29-BC48-345D124A2684}"/>
              </a:ext>
            </a:extLst>
          </p:cNvPr>
          <p:cNvSpPr>
            <a:spLocks/>
          </p:cNvSpPr>
          <p:nvPr/>
        </p:nvSpPr>
        <p:spPr>
          <a:xfrm>
            <a:off x="460688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7" name="data_8195">
            <a:extLst>
              <a:ext uri="{FF2B5EF4-FFF2-40B4-BE49-F238E27FC236}">
                <a16:creationId xmlns:a16="http://schemas.microsoft.com/office/drawing/2014/main" id="{994C0362-BE08-410B-AAFB-D623B1011810}"/>
              </a:ext>
            </a:extLst>
          </p:cNvPr>
          <p:cNvSpPr>
            <a:spLocks/>
          </p:cNvSpPr>
          <p:nvPr/>
        </p:nvSpPr>
        <p:spPr>
          <a:xfrm>
            <a:off x="4681930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8" name="data_8196">
            <a:extLst>
              <a:ext uri="{FF2B5EF4-FFF2-40B4-BE49-F238E27FC236}">
                <a16:creationId xmlns:a16="http://schemas.microsoft.com/office/drawing/2014/main" id="{1D0C2621-83EF-4059-B84D-710AB936FBF5}"/>
              </a:ext>
            </a:extLst>
          </p:cNvPr>
          <p:cNvSpPr>
            <a:spLocks/>
          </p:cNvSpPr>
          <p:nvPr/>
        </p:nvSpPr>
        <p:spPr>
          <a:xfrm>
            <a:off x="47155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09" name="data_8197">
            <a:extLst>
              <a:ext uri="{FF2B5EF4-FFF2-40B4-BE49-F238E27FC236}">
                <a16:creationId xmlns:a16="http://schemas.microsoft.com/office/drawing/2014/main" id="{DCE0BEF8-84BF-4176-B123-9429385F7E55}"/>
              </a:ext>
            </a:extLst>
          </p:cNvPr>
          <p:cNvSpPr>
            <a:spLocks/>
          </p:cNvSpPr>
          <p:nvPr/>
        </p:nvSpPr>
        <p:spPr>
          <a:xfrm>
            <a:off x="4721150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0" name="data_8198">
            <a:extLst>
              <a:ext uri="{FF2B5EF4-FFF2-40B4-BE49-F238E27FC236}">
                <a16:creationId xmlns:a16="http://schemas.microsoft.com/office/drawing/2014/main" id="{892BDDF6-56DC-4607-BC27-F6A24E3661C4}"/>
              </a:ext>
            </a:extLst>
          </p:cNvPr>
          <p:cNvSpPr>
            <a:spLocks/>
          </p:cNvSpPr>
          <p:nvPr/>
        </p:nvSpPr>
        <p:spPr>
          <a:xfrm>
            <a:off x="46406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1" name="data_8199">
            <a:extLst>
              <a:ext uri="{FF2B5EF4-FFF2-40B4-BE49-F238E27FC236}">
                <a16:creationId xmlns:a16="http://schemas.microsoft.com/office/drawing/2014/main" id="{2D6696BC-16E9-4B3F-B7C5-7C2ED8E50BC8}"/>
              </a:ext>
            </a:extLst>
          </p:cNvPr>
          <p:cNvSpPr>
            <a:spLocks/>
          </p:cNvSpPr>
          <p:nvPr/>
        </p:nvSpPr>
        <p:spPr>
          <a:xfrm>
            <a:off x="468844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2" name="data_8200">
            <a:extLst>
              <a:ext uri="{FF2B5EF4-FFF2-40B4-BE49-F238E27FC236}">
                <a16:creationId xmlns:a16="http://schemas.microsoft.com/office/drawing/2014/main" id="{F46E0B02-FE5B-4063-8122-A5BE9F540ED8}"/>
              </a:ext>
            </a:extLst>
          </p:cNvPr>
          <p:cNvSpPr>
            <a:spLocks/>
          </p:cNvSpPr>
          <p:nvPr/>
        </p:nvSpPr>
        <p:spPr>
          <a:xfrm>
            <a:off x="47137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3" name="data_8201">
            <a:extLst>
              <a:ext uri="{FF2B5EF4-FFF2-40B4-BE49-F238E27FC236}">
                <a16:creationId xmlns:a16="http://schemas.microsoft.com/office/drawing/2014/main" id="{22CCAFA3-A195-4014-8715-BDA6CB71DECF}"/>
              </a:ext>
            </a:extLst>
          </p:cNvPr>
          <p:cNvSpPr>
            <a:spLocks/>
          </p:cNvSpPr>
          <p:nvPr/>
        </p:nvSpPr>
        <p:spPr>
          <a:xfrm>
            <a:off x="4698348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4" name="data_8202">
            <a:extLst>
              <a:ext uri="{FF2B5EF4-FFF2-40B4-BE49-F238E27FC236}">
                <a16:creationId xmlns:a16="http://schemas.microsoft.com/office/drawing/2014/main" id="{37F6D9E8-726F-4ACF-BC5A-65CA8148985D}"/>
              </a:ext>
            </a:extLst>
          </p:cNvPr>
          <p:cNvSpPr>
            <a:spLocks/>
          </p:cNvSpPr>
          <p:nvPr/>
        </p:nvSpPr>
        <p:spPr>
          <a:xfrm>
            <a:off x="46845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5" name="data_8203">
            <a:extLst>
              <a:ext uri="{FF2B5EF4-FFF2-40B4-BE49-F238E27FC236}">
                <a16:creationId xmlns:a16="http://schemas.microsoft.com/office/drawing/2014/main" id="{186BC621-26D9-4715-A24F-FE0EBA9CB8EF}"/>
              </a:ext>
            </a:extLst>
          </p:cNvPr>
          <p:cNvSpPr>
            <a:spLocks/>
          </p:cNvSpPr>
          <p:nvPr/>
        </p:nvSpPr>
        <p:spPr>
          <a:xfrm>
            <a:off x="46526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6" name="data_8204">
            <a:extLst>
              <a:ext uri="{FF2B5EF4-FFF2-40B4-BE49-F238E27FC236}">
                <a16:creationId xmlns:a16="http://schemas.microsoft.com/office/drawing/2014/main" id="{7D9277CC-8B50-4940-9680-3BE1E203720D}"/>
              </a:ext>
            </a:extLst>
          </p:cNvPr>
          <p:cNvSpPr>
            <a:spLocks/>
          </p:cNvSpPr>
          <p:nvPr/>
        </p:nvSpPr>
        <p:spPr>
          <a:xfrm>
            <a:off x="4648705" y="29621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7" name="data_8205">
            <a:extLst>
              <a:ext uri="{FF2B5EF4-FFF2-40B4-BE49-F238E27FC236}">
                <a16:creationId xmlns:a16="http://schemas.microsoft.com/office/drawing/2014/main" id="{B38A6173-0E30-4999-A5D0-6805D4B8C9A7}"/>
              </a:ext>
            </a:extLst>
          </p:cNvPr>
          <p:cNvSpPr>
            <a:spLocks/>
          </p:cNvSpPr>
          <p:nvPr/>
        </p:nvSpPr>
        <p:spPr>
          <a:xfrm>
            <a:off x="460531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8" name="data_8206">
            <a:extLst>
              <a:ext uri="{FF2B5EF4-FFF2-40B4-BE49-F238E27FC236}">
                <a16:creationId xmlns:a16="http://schemas.microsoft.com/office/drawing/2014/main" id="{1CDA3BBC-1889-4DDC-A27F-85E8EB82650B}"/>
              </a:ext>
            </a:extLst>
          </p:cNvPr>
          <p:cNvSpPr>
            <a:spLocks/>
          </p:cNvSpPr>
          <p:nvPr/>
        </p:nvSpPr>
        <p:spPr>
          <a:xfrm>
            <a:off x="47141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19" name="data_8207">
            <a:extLst>
              <a:ext uri="{FF2B5EF4-FFF2-40B4-BE49-F238E27FC236}">
                <a16:creationId xmlns:a16="http://schemas.microsoft.com/office/drawing/2014/main" id="{F6725D91-902E-4314-B651-294FFE0012F7}"/>
              </a:ext>
            </a:extLst>
          </p:cNvPr>
          <p:cNvSpPr>
            <a:spLocks/>
          </p:cNvSpPr>
          <p:nvPr/>
        </p:nvSpPr>
        <p:spPr>
          <a:xfrm>
            <a:off x="47003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0" name="data_8208">
            <a:extLst>
              <a:ext uri="{FF2B5EF4-FFF2-40B4-BE49-F238E27FC236}">
                <a16:creationId xmlns:a16="http://schemas.microsoft.com/office/drawing/2014/main" id="{39066BB6-3AA7-4CC3-A351-5450BA224C0D}"/>
              </a:ext>
            </a:extLst>
          </p:cNvPr>
          <p:cNvSpPr>
            <a:spLocks/>
          </p:cNvSpPr>
          <p:nvPr/>
        </p:nvSpPr>
        <p:spPr>
          <a:xfrm>
            <a:off x="46806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1" name="data_8209">
            <a:extLst>
              <a:ext uri="{FF2B5EF4-FFF2-40B4-BE49-F238E27FC236}">
                <a16:creationId xmlns:a16="http://schemas.microsoft.com/office/drawing/2014/main" id="{1D7B679C-22FC-47D4-A25A-691C7DFB1AA7}"/>
              </a:ext>
            </a:extLst>
          </p:cNvPr>
          <p:cNvSpPr>
            <a:spLocks/>
          </p:cNvSpPr>
          <p:nvPr/>
        </p:nvSpPr>
        <p:spPr>
          <a:xfrm>
            <a:off x="460075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2" name="data_8210">
            <a:extLst>
              <a:ext uri="{FF2B5EF4-FFF2-40B4-BE49-F238E27FC236}">
                <a16:creationId xmlns:a16="http://schemas.microsoft.com/office/drawing/2014/main" id="{D0BC2C70-1C87-44A3-91E0-3765B7D04200}"/>
              </a:ext>
            </a:extLst>
          </p:cNvPr>
          <p:cNvSpPr>
            <a:spLocks/>
          </p:cNvSpPr>
          <p:nvPr/>
        </p:nvSpPr>
        <p:spPr>
          <a:xfrm>
            <a:off x="4613394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3" name="data_8211">
            <a:extLst>
              <a:ext uri="{FF2B5EF4-FFF2-40B4-BE49-F238E27FC236}">
                <a16:creationId xmlns:a16="http://schemas.microsoft.com/office/drawing/2014/main" id="{41F3D783-AB2D-48E3-85B9-DE11C4BB918C}"/>
              </a:ext>
            </a:extLst>
          </p:cNvPr>
          <p:cNvSpPr>
            <a:spLocks/>
          </p:cNvSpPr>
          <p:nvPr/>
        </p:nvSpPr>
        <p:spPr>
          <a:xfrm>
            <a:off x="462603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4" name="data_8212">
            <a:extLst>
              <a:ext uri="{FF2B5EF4-FFF2-40B4-BE49-F238E27FC236}">
                <a16:creationId xmlns:a16="http://schemas.microsoft.com/office/drawing/2014/main" id="{657299A7-E3CC-4B30-A913-44D76A32BAE5}"/>
              </a:ext>
            </a:extLst>
          </p:cNvPr>
          <p:cNvSpPr>
            <a:spLocks/>
          </p:cNvSpPr>
          <p:nvPr/>
        </p:nvSpPr>
        <p:spPr>
          <a:xfrm>
            <a:off x="46819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5" name="data_8213">
            <a:extLst>
              <a:ext uri="{FF2B5EF4-FFF2-40B4-BE49-F238E27FC236}">
                <a16:creationId xmlns:a16="http://schemas.microsoft.com/office/drawing/2014/main" id="{C03110D9-46A4-4E71-A905-A0CDD419299B}"/>
              </a:ext>
            </a:extLst>
          </p:cNvPr>
          <p:cNvSpPr>
            <a:spLocks/>
          </p:cNvSpPr>
          <p:nvPr/>
        </p:nvSpPr>
        <p:spPr>
          <a:xfrm>
            <a:off x="466877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6" name="data_8214">
            <a:extLst>
              <a:ext uri="{FF2B5EF4-FFF2-40B4-BE49-F238E27FC236}">
                <a16:creationId xmlns:a16="http://schemas.microsoft.com/office/drawing/2014/main" id="{6ECCA7A5-6DC0-4567-A1FF-B5DDAFB8B4C5}"/>
              </a:ext>
            </a:extLst>
          </p:cNvPr>
          <p:cNvSpPr>
            <a:spLocks/>
          </p:cNvSpPr>
          <p:nvPr/>
        </p:nvSpPr>
        <p:spPr>
          <a:xfrm>
            <a:off x="461886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7" name="data_8215">
            <a:extLst>
              <a:ext uri="{FF2B5EF4-FFF2-40B4-BE49-F238E27FC236}">
                <a16:creationId xmlns:a16="http://schemas.microsoft.com/office/drawing/2014/main" id="{CD25ECBA-DE8C-4164-9407-A48FA6E7CF3C}"/>
              </a:ext>
            </a:extLst>
          </p:cNvPr>
          <p:cNvSpPr>
            <a:spLocks/>
          </p:cNvSpPr>
          <p:nvPr/>
        </p:nvSpPr>
        <p:spPr>
          <a:xfrm>
            <a:off x="464245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8" name="data_8216">
            <a:extLst>
              <a:ext uri="{FF2B5EF4-FFF2-40B4-BE49-F238E27FC236}">
                <a16:creationId xmlns:a16="http://schemas.microsoft.com/office/drawing/2014/main" id="{DA4A4731-FE1E-4407-963D-6810E26216DE}"/>
              </a:ext>
            </a:extLst>
          </p:cNvPr>
          <p:cNvSpPr>
            <a:spLocks/>
          </p:cNvSpPr>
          <p:nvPr/>
        </p:nvSpPr>
        <p:spPr>
          <a:xfrm>
            <a:off x="4596326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29" name="data_8217">
            <a:extLst>
              <a:ext uri="{FF2B5EF4-FFF2-40B4-BE49-F238E27FC236}">
                <a16:creationId xmlns:a16="http://schemas.microsoft.com/office/drawing/2014/main" id="{E026F7AB-E4A9-4836-A386-BF2E9442B1DC}"/>
              </a:ext>
            </a:extLst>
          </p:cNvPr>
          <p:cNvSpPr>
            <a:spLocks/>
          </p:cNvSpPr>
          <p:nvPr/>
        </p:nvSpPr>
        <p:spPr>
          <a:xfrm>
            <a:off x="53077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0" name="data_8218">
            <a:extLst>
              <a:ext uri="{FF2B5EF4-FFF2-40B4-BE49-F238E27FC236}">
                <a16:creationId xmlns:a16="http://schemas.microsoft.com/office/drawing/2014/main" id="{78BF50F1-EA40-40DF-B0EE-5E3069BA6587}"/>
              </a:ext>
            </a:extLst>
          </p:cNvPr>
          <p:cNvSpPr>
            <a:spLocks/>
          </p:cNvSpPr>
          <p:nvPr/>
        </p:nvSpPr>
        <p:spPr>
          <a:xfrm>
            <a:off x="528274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1" name="data_8219">
            <a:extLst>
              <a:ext uri="{FF2B5EF4-FFF2-40B4-BE49-F238E27FC236}">
                <a16:creationId xmlns:a16="http://schemas.microsoft.com/office/drawing/2014/main" id="{C944773E-F3F6-46FC-8B57-59AE0888EFAC}"/>
              </a:ext>
            </a:extLst>
          </p:cNvPr>
          <p:cNvSpPr>
            <a:spLocks/>
          </p:cNvSpPr>
          <p:nvPr/>
        </p:nvSpPr>
        <p:spPr>
          <a:xfrm>
            <a:off x="530306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2" name="data_8220">
            <a:extLst>
              <a:ext uri="{FF2B5EF4-FFF2-40B4-BE49-F238E27FC236}">
                <a16:creationId xmlns:a16="http://schemas.microsoft.com/office/drawing/2014/main" id="{54A8A840-F708-4A0E-89DC-91F46FD3F95C}"/>
              </a:ext>
            </a:extLst>
          </p:cNvPr>
          <p:cNvSpPr>
            <a:spLocks/>
          </p:cNvSpPr>
          <p:nvPr/>
        </p:nvSpPr>
        <p:spPr>
          <a:xfrm>
            <a:off x="5302546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3" name="data_8221">
            <a:extLst>
              <a:ext uri="{FF2B5EF4-FFF2-40B4-BE49-F238E27FC236}">
                <a16:creationId xmlns:a16="http://schemas.microsoft.com/office/drawing/2014/main" id="{B8207560-2B22-4971-B084-A422F1C3E710}"/>
              </a:ext>
            </a:extLst>
          </p:cNvPr>
          <p:cNvSpPr>
            <a:spLocks/>
          </p:cNvSpPr>
          <p:nvPr/>
        </p:nvSpPr>
        <p:spPr>
          <a:xfrm>
            <a:off x="532469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4" name="data_8222">
            <a:extLst>
              <a:ext uri="{FF2B5EF4-FFF2-40B4-BE49-F238E27FC236}">
                <a16:creationId xmlns:a16="http://schemas.microsoft.com/office/drawing/2014/main" id="{9A46B4E3-C678-4BCA-97AD-4FDF3078A1B8}"/>
              </a:ext>
            </a:extLst>
          </p:cNvPr>
          <p:cNvSpPr>
            <a:spLocks/>
          </p:cNvSpPr>
          <p:nvPr/>
        </p:nvSpPr>
        <p:spPr>
          <a:xfrm>
            <a:off x="536261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5" name="data_8223">
            <a:extLst>
              <a:ext uri="{FF2B5EF4-FFF2-40B4-BE49-F238E27FC236}">
                <a16:creationId xmlns:a16="http://schemas.microsoft.com/office/drawing/2014/main" id="{54B9117A-98E9-4378-B409-CD5E52C4C07E}"/>
              </a:ext>
            </a:extLst>
          </p:cNvPr>
          <p:cNvSpPr>
            <a:spLocks/>
          </p:cNvSpPr>
          <p:nvPr/>
        </p:nvSpPr>
        <p:spPr>
          <a:xfrm>
            <a:off x="538645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6" name="data_8224">
            <a:extLst>
              <a:ext uri="{FF2B5EF4-FFF2-40B4-BE49-F238E27FC236}">
                <a16:creationId xmlns:a16="http://schemas.microsoft.com/office/drawing/2014/main" id="{2C0E9DE4-3D79-4BEA-9E08-AF43725E1A2D}"/>
              </a:ext>
            </a:extLst>
          </p:cNvPr>
          <p:cNvSpPr>
            <a:spLocks/>
          </p:cNvSpPr>
          <p:nvPr/>
        </p:nvSpPr>
        <p:spPr>
          <a:xfrm>
            <a:off x="52896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7" name="data_8225">
            <a:extLst>
              <a:ext uri="{FF2B5EF4-FFF2-40B4-BE49-F238E27FC236}">
                <a16:creationId xmlns:a16="http://schemas.microsoft.com/office/drawing/2014/main" id="{38B5727C-7C57-4519-BF9B-85E0B27C9F3C}"/>
              </a:ext>
            </a:extLst>
          </p:cNvPr>
          <p:cNvSpPr>
            <a:spLocks/>
          </p:cNvSpPr>
          <p:nvPr/>
        </p:nvSpPr>
        <p:spPr>
          <a:xfrm>
            <a:off x="534919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8" name="data_8226">
            <a:extLst>
              <a:ext uri="{FF2B5EF4-FFF2-40B4-BE49-F238E27FC236}">
                <a16:creationId xmlns:a16="http://schemas.microsoft.com/office/drawing/2014/main" id="{1BD9A0EA-9593-4518-924B-23B7CDA9570F}"/>
              </a:ext>
            </a:extLst>
          </p:cNvPr>
          <p:cNvSpPr>
            <a:spLocks/>
          </p:cNvSpPr>
          <p:nvPr/>
        </p:nvSpPr>
        <p:spPr>
          <a:xfrm>
            <a:off x="52900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39" name="data_8227">
            <a:extLst>
              <a:ext uri="{FF2B5EF4-FFF2-40B4-BE49-F238E27FC236}">
                <a16:creationId xmlns:a16="http://schemas.microsoft.com/office/drawing/2014/main" id="{167EF72B-D488-4F2C-80CC-F209E3D821D4}"/>
              </a:ext>
            </a:extLst>
          </p:cNvPr>
          <p:cNvSpPr>
            <a:spLocks/>
          </p:cNvSpPr>
          <p:nvPr/>
        </p:nvSpPr>
        <p:spPr>
          <a:xfrm>
            <a:off x="52757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0" name="data_8228">
            <a:extLst>
              <a:ext uri="{FF2B5EF4-FFF2-40B4-BE49-F238E27FC236}">
                <a16:creationId xmlns:a16="http://schemas.microsoft.com/office/drawing/2014/main" id="{8C59C9C0-DA59-4914-A3AB-7D646A6BDFFA}"/>
              </a:ext>
            </a:extLst>
          </p:cNvPr>
          <p:cNvSpPr>
            <a:spLocks/>
          </p:cNvSpPr>
          <p:nvPr/>
        </p:nvSpPr>
        <p:spPr>
          <a:xfrm>
            <a:off x="5376033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1" name="data_8229">
            <a:extLst>
              <a:ext uri="{FF2B5EF4-FFF2-40B4-BE49-F238E27FC236}">
                <a16:creationId xmlns:a16="http://schemas.microsoft.com/office/drawing/2014/main" id="{A3BE9D74-2EC2-4DDF-A489-C44952475D9E}"/>
              </a:ext>
            </a:extLst>
          </p:cNvPr>
          <p:cNvSpPr>
            <a:spLocks/>
          </p:cNvSpPr>
          <p:nvPr/>
        </p:nvSpPr>
        <p:spPr>
          <a:xfrm>
            <a:off x="540274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2" name="data_8230">
            <a:extLst>
              <a:ext uri="{FF2B5EF4-FFF2-40B4-BE49-F238E27FC236}">
                <a16:creationId xmlns:a16="http://schemas.microsoft.com/office/drawing/2014/main" id="{C65B2A1F-72F7-4258-96C2-BF17DD64100E}"/>
              </a:ext>
            </a:extLst>
          </p:cNvPr>
          <p:cNvSpPr>
            <a:spLocks/>
          </p:cNvSpPr>
          <p:nvPr/>
        </p:nvSpPr>
        <p:spPr>
          <a:xfrm>
            <a:off x="53243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3" name="data_8231">
            <a:extLst>
              <a:ext uri="{FF2B5EF4-FFF2-40B4-BE49-F238E27FC236}">
                <a16:creationId xmlns:a16="http://schemas.microsoft.com/office/drawing/2014/main" id="{EAA4C1F2-9DC8-4D81-8243-055031E81182}"/>
              </a:ext>
            </a:extLst>
          </p:cNvPr>
          <p:cNvSpPr>
            <a:spLocks/>
          </p:cNvSpPr>
          <p:nvPr/>
        </p:nvSpPr>
        <p:spPr>
          <a:xfrm>
            <a:off x="539570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4" name="data_8232">
            <a:extLst>
              <a:ext uri="{FF2B5EF4-FFF2-40B4-BE49-F238E27FC236}">
                <a16:creationId xmlns:a16="http://schemas.microsoft.com/office/drawing/2014/main" id="{6B1DB4B7-3E99-46B4-94A7-D3B61A8AEAEE}"/>
              </a:ext>
            </a:extLst>
          </p:cNvPr>
          <p:cNvSpPr>
            <a:spLocks/>
          </p:cNvSpPr>
          <p:nvPr/>
        </p:nvSpPr>
        <p:spPr>
          <a:xfrm>
            <a:off x="5302937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5" name="data_8233">
            <a:extLst>
              <a:ext uri="{FF2B5EF4-FFF2-40B4-BE49-F238E27FC236}">
                <a16:creationId xmlns:a16="http://schemas.microsoft.com/office/drawing/2014/main" id="{8EAB40D8-CF17-40DC-8BB2-60D17175379C}"/>
              </a:ext>
            </a:extLst>
          </p:cNvPr>
          <p:cNvSpPr>
            <a:spLocks/>
          </p:cNvSpPr>
          <p:nvPr/>
        </p:nvSpPr>
        <p:spPr>
          <a:xfrm>
            <a:off x="5327693" y="278013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6" name="data_8234">
            <a:extLst>
              <a:ext uri="{FF2B5EF4-FFF2-40B4-BE49-F238E27FC236}">
                <a16:creationId xmlns:a16="http://schemas.microsoft.com/office/drawing/2014/main" id="{4EE12836-EB4A-41BB-BBC7-BA1016F1E139}"/>
              </a:ext>
            </a:extLst>
          </p:cNvPr>
          <p:cNvSpPr>
            <a:spLocks/>
          </p:cNvSpPr>
          <p:nvPr/>
        </p:nvSpPr>
        <p:spPr>
          <a:xfrm>
            <a:off x="5366522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7" name="data_8235">
            <a:extLst>
              <a:ext uri="{FF2B5EF4-FFF2-40B4-BE49-F238E27FC236}">
                <a16:creationId xmlns:a16="http://schemas.microsoft.com/office/drawing/2014/main" id="{B4D62522-2A73-4B5B-856D-E1FECAD19679}"/>
              </a:ext>
            </a:extLst>
          </p:cNvPr>
          <p:cNvSpPr>
            <a:spLocks/>
          </p:cNvSpPr>
          <p:nvPr/>
        </p:nvSpPr>
        <p:spPr>
          <a:xfrm>
            <a:off x="538984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8" name="data_8236">
            <a:extLst>
              <a:ext uri="{FF2B5EF4-FFF2-40B4-BE49-F238E27FC236}">
                <a16:creationId xmlns:a16="http://schemas.microsoft.com/office/drawing/2014/main" id="{0DB35A0F-F0FE-4850-BC6A-BBB4708AD0F6}"/>
              </a:ext>
            </a:extLst>
          </p:cNvPr>
          <p:cNvSpPr>
            <a:spLocks/>
          </p:cNvSpPr>
          <p:nvPr/>
        </p:nvSpPr>
        <p:spPr>
          <a:xfrm>
            <a:off x="540248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49" name="data_8237">
            <a:extLst>
              <a:ext uri="{FF2B5EF4-FFF2-40B4-BE49-F238E27FC236}">
                <a16:creationId xmlns:a16="http://schemas.microsoft.com/office/drawing/2014/main" id="{C2621D49-32CA-4FEE-B3D8-366CFD7C14FE}"/>
              </a:ext>
            </a:extLst>
          </p:cNvPr>
          <p:cNvSpPr>
            <a:spLocks/>
          </p:cNvSpPr>
          <p:nvPr/>
        </p:nvSpPr>
        <p:spPr>
          <a:xfrm>
            <a:off x="535753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0" name="data_8238">
            <a:extLst>
              <a:ext uri="{FF2B5EF4-FFF2-40B4-BE49-F238E27FC236}">
                <a16:creationId xmlns:a16="http://schemas.microsoft.com/office/drawing/2014/main" id="{703664E6-A52C-48A1-8C31-B8E43DD5D934}"/>
              </a:ext>
            </a:extLst>
          </p:cNvPr>
          <p:cNvSpPr>
            <a:spLocks/>
          </p:cNvSpPr>
          <p:nvPr/>
        </p:nvSpPr>
        <p:spPr>
          <a:xfrm>
            <a:off x="5280265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1" name="data_8239">
            <a:extLst>
              <a:ext uri="{FF2B5EF4-FFF2-40B4-BE49-F238E27FC236}">
                <a16:creationId xmlns:a16="http://schemas.microsoft.com/office/drawing/2014/main" id="{02D2A49D-5EFF-4E9F-A3EA-D88726E59B7B}"/>
              </a:ext>
            </a:extLst>
          </p:cNvPr>
          <p:cNvSpPr>
            <a:spLocks/>
          </p:cNvSpPr>
          <p:nvPr/>
        </p:nvSpPr>
        <p:spPr>
          <a:xfrm>
            <a:off x="5299549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2" name="data_8240">
            <a:extLst>
              <a:ext uri="{FF2B5EF4-FFF2-40B4-BE49-F238E27FC236}">
                <a16:creationId xmlns:a16="http://schemas.microsoft.com/office/drawing/2014/main" id="{099A29AF-8200-4F29-90FC-2EE8BDE0EE9E}"/>
              </a:ext>
            </a:extLst>
          </p:cNvPr>
          <p:cNvSpPr>
            <a:spLocks/>
          </p:cNvSpPr>
          <p:nvPr/>
        </p:nvSpPr>
        <p:spPr>
          <a:xfrm>
            <a:off x="53080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3" name="data_8241">
            <a:extLst>
              <a:ext uri="{FF2B5EF4-FFF2-40B4-BE49-F238E27FC236}">
                <a16:creationId xmlns:a16="http://schemas.microsoft.com/office/drawing/2014/main" id="{C4CCAAF8-33E5-4FE4-8858-EA8D267EC6AC}"/>
              </a:ext>
            </a:extLst>
          </p:cNvPr>
          <p:cNvSpPr>
            <a:spLocks/>
          </p:cNvSpPr>
          <p:nvPr/>
        </p:nvSpPr>
        <p:spPr>
          <a:xfrm>
            <a:off x="528000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4" name="data_8242">
            <a:extLst>
              <a:ext uri="{FF2B5EF4-FFF2-40B4-BE49-F238E27FC236}">
                <a16:creationId xmlns:a16="http://schemas.microsoft.com/office/drawing/2014/main" id="{E0BD43BE-D5B9-42EE-9E6F-7F30EB702C67}"/>
              </a:ext>
            </a:extLst>
          </p:cNvPr>
          <p:cNvSpPr>
            <a:spLocks/>
          </p:cNvSpPr>
          <p:nvPr/>
        </p:nvSpPr>
        <p:spPr>
          <a:xfrm>
            <a:off x="527922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5" name="data_8243">
            <a:extLst>
              <a:ext uri="{FF2B5EF4-FFF2-40B4-BE49-F238E27FC236}">
                <a16:creationId xmlns:a16="http://schemas.microsoft.com/office/drawing/2014/main" id="{B63FC65E-A9BD-4F2F-8EC4-B20C8739A8A5}"/>
              </a:ext>
            </a:extLst>
          </p:cNvPr>
          <p:cNvSpPr>
            <a:spLocks/>
          </p:cNvSpPr>
          <p:nvPr/>
        </p:nvSpPr>
        <p:spPr>
          <a:xfrm>
            <a:off x="53045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6" name="data_8244">
            <a:extLst>
              <a:ext uri="{FF2B5EF4-FFF2-40B4-BE49-F238E27FC236}">
                <a16:creationId xmlns:a16="http://schemas.microsoft.com/office/drawing/2014/main" id="{D0AF3A45-7450-4273-9E2F-460B1C3AA0CC}"/>
              </a:ext>
            </a:extLst>
          </p:cNvPr>
          <p:cNvSpPr>
            <a:spLocks/>
          </p:cNvSpPr>
          <p:nvPr/>
        </p:nvSpPr>
        <p:spPr>
          <a:xfrm>
            <a:off x="53536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7" name="data_8245">
            <a:extLst>
              <a:ext uri="{FF2B5EF4-FFF2-40B4-BE49-F238E27FC236}">
                <a16:creationId xmlns:a16="http://schemas.microsoft.com/office/drawing/2014/main" id="{989AFC57-249B-43A1-88DD-C91D7FB317D9}"/>
              </a:ext>
            </a:extLst>
          </p:cNvPr>
          <p:cNvSpPr>
            <a:spLocks/>
          </p:cNvSpPr>
          <p:nvPr/>
        </p:nvSpPr>
        <p:spPr>
          <a:xfrm>
            <a:off x="529759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8" name="data_8246">
            <a:extLst>
              <a:ext uri="{FF2B5EF4-FFF2-40B4-BE49-F238E27FC236}">
                <a16:creationId xmlns:a16="http://schemas.microsoft.com/office/drawing/2014/main" id="{650A3790-8B0B-4246-9F00-9D274E3B23A6}"/>
              </a:ext>
            </a:extLst>
          </p:cNvPr>
          <p:cNvSpPr>
            <a:spLocks/>
          </p:cNvSpPr>
          <p:nvPr/>
        </p:nvSpPr>
        <p:spPr>
          <a:xfrm>
            <a:off x="53366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59" name="data_8247">
            <a:extLst>
              <a:ext uri="{FF2B5EF4-FFF2-40B4-BE49-F238E27FC236}">
                <a16:creationId xmlns:a16="http://schemas.microsoft.com/office/drawing/2014/main" id="{0566206F-55BF-4546-A68E-6D0E3FC3404A}"/>
              </a:ext>
            </a:extLst>
          </p:cNvPr>
          <p:cNvSpPr>
            <a:spLocks/>
          </p:cNvSpPr>
          <p:nvPr/>
        </p:nvSpPr>
        <p:spPr>
          <a:xfrm>
            <a:off x="53228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0" name="data_8248">
            <a:extLst>
              <a:ext uri="{FF2B5EF4-FFF2-40B4-BE49-F238E27FC236}">
                <a16:creationId xmlns:a16="http://schemas.microsoft.com/office/drawing/2014/main" id="{0EDFB288-C32E-4FF6-A2D2-F63A4860CD4C}"/>
              </a:ext>
            </a:extLst>
          </p:cNvPr>
          <p:cNvSpPr>
            <a:spLocks/>
          </p:cNvSpPr>
          <p:nvPr/>
        </p:nvSpPr>
        <p:spPr>
          <a:xfrm>
            <a:off x="53874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1" name="data_8249">
            <a:extLst>
              <a:ext uri="{FF2B5EF4-FFF2-40B4-BE49-F238E27FC236}">
                <a16:creationId xmlns:a16="http://schemas.microsoft.com/office/drawing/2014/main" id="{6AE1D5E7-8527-4E9A-B67A-28B37D09B9CE}"/>
              </a:ext>
            </a:extLst>
          </p:cNvPr>
          <p:cNvSpPr>
            <a:spLocks/>
          </p:cNvSpPr>
          <p:nvPr/>
        </p:nvSpPr>
        <p:spPr>
          <a:xfrm>
            <a:off x="5309973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2" name="data_8250">
            <a:extLst>
              <a:ext uri="{FF2B5EF4-FFF2-40B4-BE49-F238E27FC236}">
                <a16:creationId xmlns:a16="http://schemas.microsoft.com/office/drawing/2014/main" id="{79BEA340-1947-4595-AC52-4280DC843DE3}"/>
              </a:ext>
            </a:extLst>
          </p:cNvPr>
          <p:cNvSpPr>
            <a:spLocks/>
          </p:cNvSpPr>
          <p:nvPr/>
        </p:nvSpPr>
        <p:spPr>
          <a:xfrm>
            <a:off x="536352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3" name="data_8251">
            <a:extLst>
              <a:ext uri="{FF2B5EF4-FFF2-40B4-BE49-F238E27FC236}">
                <a16:creationId xmlns:a16="http://schemas.microsoft.com/office/drawing/2014/main" id="{22A57299-432F-4E12-B6F8-65901DB2F95F}"/>
              </a:ext>
            </a:extLst>
          </p:cNvPr>
          <p:cNvSpPr>
            <a:spLocks/>
          </p:cNvSpPr>
          <p:nvPr/>
        </p:nvSpPr>
        <p:spPr>
          <a:xfrm>
            <a:off x="53667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4" name="data_8252">
            <a:extLst>
              <a:ext uri="{FF2B5EF4-FFF2-40B4-BE49-F238E27FC236}">
                <a16:creationId xmlns:a16="http://schemas.microsoft.com/office/drawing/2014/main" id="{EC395B1E-491B-4549-ABC5-047F82CBDD3C}"/>
              </a:ext>
            </a:extLst>
          </p:cNvPr>
          <p:cNvSpPr>
            <a:spLocks/>
          </p:cNvSpPr>
          <p:nvPr/>
        </p:nvSpPr>
        <p:spPr>
          <a:xfrm>
            <a:off x="5279614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5" name="data_8253">
            <a:extLst>
              <a:ext uri="{FF2B5EF4-FFF2-40B4-BE49-F238E27FC236}">
                <a16:creationId xmlns:a16="http://schemas.microsoft.com/office/drawing/2014/main" id="{CFAE00A2-3D59-4012-A84D-8EDE125BDEBC}"/>
              </a:ext>
            </a:extLst>
          </p:cNvPr>
          <p:cNvSpPr>
            <a:spLocks/>
          </p:cNvSpPr>
          <p:nvPr/>
        </p:nvSpPr>
        <p:spPr>
          <a:xfrm>
            <a:off x="53858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6" name="data_8254">
            <a:extLst>
              <a:ext uri="{FF2B5EF4-FFF2-40B4-BE49-F238E27FC236}">
                <a16:creationId xmlns:a16="http://schemas.microsoft.com/office/drawing/2014/main" id="{E7EB926F-3BC9-4FE8-904B-B7F5891E0A3B}"/>
              </a:ext>
            </a:extLst>
          </p:cNvPr>
          <p:cNvSpPr>
            <a:spLocks/>
          </p:cNvSpPr>
          <p:nvPr/>
        </p:nvSpPr>
        <p:spPr>
          <a:xfrm>
            <a:off x="52764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7" name="data_8255">
            <a:extLst>
              <a:ext uri="{FF2B5EF4-FFF2-40B4-BE49-F238E27FC236}">
                <a16:creationId xmlns:a16="http://schemas.microsoft.com/office/drawing/2014/main" id="{BE788491-BA4F-477B-89CA-3152A3344BA0}"/>
              </a:ext>
            </a:extLst>
          </p:cNvPr>
          <p:cNvSpPr>
            <a:spLocks/>
          </p:cNvSpPr>
          <p:nvPr/>
        </p:nvSpPr>
        <p:spPr>
          <a:xfrm>
            <a:off x="538554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8" name="data_8256">
            <a:extLst>
              <a:ext uri="{FF2B5EF4-FFF2-40B4-BE49-F238E27FC236}">
                <a16:creationId xmlns:a16="http://schemas.microsoft.com/office/drawing/2014/main" id="{96B94D74-CFD3-4419-9C4F-DFF99942BD6B}"/>
              </a:ext>
            </a:extLst>
          </p:cNvPr>
          <p:cNvSpPr>
            <a:spLocks/>
          </p:cNvSpPr>
          <p:nvPr/>
        </p:nvSpPr>
        <p:spPr>
          <a:xfrm>
            <a:off x="539818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69" name="data_8257">
            <a:extLst>
              <a:ext uri="{FF2B5EF4-FFF2-40B4-BE49-F238E27FC236}">
                <a16:creationId xmlns:a16="http://schemas.microsoft.com/office/drawing/2014/main" id="{F793471B-F91A-4947-8068-0169FAA5F2C8}"/>
              </a:ext>
            </a:extLst>
          </p:cNvPr>
          <p:cNvSpPr>
            <a:spLocks/>
          </p:cNvSpPr>
          <p:nvPr/>
        </p:nvSpPr>
        <p:spPr>
          <a:xfrm>
            <a:off x="535440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0" name="data_8258">
            <a:extLst>
              <a:ext uri="{FF2B5EF4-FFF2-40B4-BE49-F238E27FC236}">
                <a16:creationId xmlns:a16="http://schemas.microsoft.com/office/drawing/2014/main" id="{B60DE4B7-9C6D-4C51-9618-6E37A7CB056A}"/>
              </a:ext>
            </a:extLst>
          </p:cNvPr>
          <p:cNvSpPr>
            <a:spLocks/>
          </p:cNvSpPr>
          <p:nvPr/>
        </p:nvSpPr>
        <p:spPr>
          <a:xfrm>
            <a:off x="53153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1" name="data_8259">
            <a:extLst>
              <a:ext uri="{FF2B5EF4-FFF2-40B4-BE49-F238E27FC236}">
                <a16:creationId xmlns:a16="http://schemas.microsoft.com/office/drawing/2014/main" id="{6466C17B-59A3-4841-880A-5B0579BD39F8}"/>
              </a:ext>
            </a:extLst>
          </p:cNvPr>
          <p:cNvSpPr>
            <a:spLocks/>
          </p:cNvSpPr>
          <p:nvPr/>
        </p:nvSpPr>
        <p:spPr>
          <a:xfrm>
            <a:off x="53699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2" name="data_8260">
            <a:extLst>
              <a:ext uri="{FF2B5EF4-FFF2-40B4-BE49-F238E27FC236}">
                <a16:creationId xmlns:a16="http://schemas.microsoft.com/office/drawing/2014/main" id="{68A5180E-2E79-496C-B2BE-76BC785321BD}"/>
              </a:ext>
            </a:extLst>
          </p:cNvPr>
          <p:cNvSpPr>
            <a:spLocks/>
          </p:cNvSpPr>
          <p:nvPr/>
        </p:nvSpPr>
        <p:spPr>
          <a:xfrm>
            <a:off x="53035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3" name="data_8261">
            <a:extLst>
              <a:ext uri="{FF2B5EF4-FFF2-40B4-BE49-F238E27FC236}">
                <a16:creationId xmlns:a16="http://schemas.microsoft.com/office/drawing/2014/main" id="{467880FA-1DF8-4DD8-AEA8-8C3AB01D7542}"/>
              </a:ext>
            </a:extLst>
          </p:cNvPr>
          <p:cNvSpPr>
            <a:spLocks/>
          </p:cNvSpPr>
          <p:nvPr/>
        </p:nvSpPr>
        <p:spPr>
          <a:xfrm>
            <a:off x="533707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4" name="data_8262">
            <a:extLst>
              <a:ext uri="{FF2B5EF4-FFF2-40B4-BE49-F238E27FC236}">
                <a16:creationId xmlns:a16="http://schemas.microsoft.com/office/drawing/2014/main" id="{43D801A3-FA9A-453B-B716-1B56C92D447E}"/>
              </a:ext>
            </a:extLst>
          </p:cNvPr>
          <p:cNvSpPr>
            <a:spLocks/>
          </p:cNvSpPr>
          <p:nvPr/>
        </p:nvSpPr>
        <p:spPr>
          <a:xfrm>
            <a:off x="53370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5" name="data_8263">
            <a:extLst>
              <a:ext uri="{FF2B5EF4-FFF2-40B4-BE49-F238E27FC236}">
                <a16:creationId xmlns:a16="http://schemas.microsoft.com/office/drawing/2014/main" id="{9DEC8B1F-1EE8-4C4F-95EF-82B74CE41958}"/>
              </a:ext>
            </a:extLst>
          </p:cNvPr>
          <p:cNvSpPr>
            <a:spLocks/>
          </p:cNvSpPr>
          <p:nvPr/>
        </p:nvSpPr>
        <p:spPr>
          <a:xfrm>
            <a:off x="5297986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6" name="data_8264">
            <a:extLst>
              <a:ext uri="{FF2B5EF4-FFF2-40B4-BE49-F238E27FC236}">
                <a16:creationId xmlns:a16="http://schemas.microsoft.com/office/drawing/2014/main" id="{F1126A17-B359-4D88-A33D-048584428F1E}"/>
              </a:ext>
            </a:extLst>
          </p:cNvPr>
          <p:cNvSpPr>
            <a:spLocks/>
          </p:cNvSpPr>
          <p:nvPr/>
        </p:nvSpPr>
        <p:spPr>
          <a:xfrm>
            <a:off x="53888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7" name="data_8265">
            <a:extLst>
              <a:ext uri="{FF2B5EF4-FFF2-40B4-BE49-F238E27FC236}">
                <a16:creationId xmlns:a16="http://schemas.microsoft.com/office/drawing/2014/main" id="{EFB27F86-0772-4821-B44C-7BC3808A8341}"/>
              </a:ext>
            </a:extLst>
          </p:cNvPr>
          <p:cNvSpPr>
            <a:spLocks/>
          </p:cNvSpPr>
          <p:nvPr/>
        </p:nvSpPr>
        <p:spPr>
          <a:xfrm>
            <a:off x="531753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8" name="data_8266">
            <a:extLst>
              <a:ext uri="{FF2B5EF4-FFF2-40B4-BE49-F238E27FC236}">
                <a16:creationId xmlns:a16="http://schemas.microsoft.com/office/drawing/2014/main" id="{230545D0-7D2B-4863-AE33-299B1FA234B7}"/>
              </a:ext>
            </a:extLst>
          </p:cNvPr>
          <p:cNvSpPr>
            <a:spLocks/>
          </p:cNvSpPr>
          <p:nvPr/>
        </p:nvSpPr>
        <p:spPr>
          <a:xfrm>
            <a:off x="533016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79" name="data_8267">
            <a:extLst>
              <a:ext uri="{FF2B5EF4-FFF2-40B4-BE49-F238E27FC236}">
                <a16:creationId xmlns:a16="http://schemas.microsoft.com/office/drawing/2014/main" id="{E566F4E5-AC07-4162-A892-12FB987D704F}"/>
              </a:ext>
            </a:extLst>
          </p:cNvPr>
          <p:cNvSpPr>
            <a:spLocks/>
          </p:cNvSpPr>
          <p:nvPr/>
        </p:nvSpPr>
        <p:spPr>
          <a:xfrm>
            <a:off x="54013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0" name="data_8268">
            <a:extLst>
              <a:ext uri="{FF2B5EF4-FFF2-40B4-BE49-F238E27FC236}">
                <a16:creationId xmlns:a16="http://schemas.microsoft.com/office/drawing/2014/main" id="{CFD3340B-E5B7-4DC6-9E3A-31AB47A72D2F}"/>
              </a:ext>
            </a:extLst>
          </p:cNvPr>
          <p:cNvSpPr>
            <a:spLocks/>
          </p:cNvSpPr>
          <p:nvPr/>
        </p:nvSpPr>
        <p:spPr>
          <a:xfrm>
            <a:off x="53622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1" name="data_8269">
            <a:extLst>
              <a:ext uri="{FF2B5EF4-FFF2-40B4-BE49-F238E27FC236}">
                <a16:creationId xmlns:a16="http://schemas.microsoft.com/office/drawing/2014/main" id="{B3A3DF37-45CF-4862-957F-3AC5A28BA94C}"/>
              </a:ext>
            </a:extLst>
          </p:cNvPr>
          <p:cNvSpPr>
            <a:spLocks/>
          </p:cNvSpPr>
          <p:nvPr/>
        </p:nvSpPr>
        <p:spPr>
          <a:xfrm>
            <a:off x="539662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2" name="data_8270">
            <a:extLst>
              <a:ext uri="{FF2B5EF4-FFF2-40B4-BE49-F238E27FC236}">
                <a16:creationId xmlns:a16="http://schemas.microsoft.com/office/drawing/2014/main" id="{1FEEFE0A-F5DC-40D4-AD0E-B70A3B0F3FEC}"/>
              </a:ext>
            </a:extLst>
          </p:cNvPr>
          <p:cNvSpPr>
            <a:spLocks/>
          </p:cNvSpPr>
          <p:nvPr/>
        </p:nvSpPr>
        <p:spPr>
          <a:xfrm>
            <a:off x="52814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3" name="data_8271">
            <a:extLst>
              <a:ext uri="{FF2B5EF4-FFF2-40B4-BE49-F238E27FC236}">
                <a16:creationId xmlns:a16="http://schemas.microsoft.com/office/drawing/2014/main" id="{95B947E5-14E4-4C53-9BC0-A7A514E9B02E}"/>
              </a:ext>
            </a:extLst>
          </p:cNvPr>
          <p:cNvSpPr>
            <a:spLocks/>
          </p:cNvSpPr>
          <p:nvPr/>
        </p:nvSpPr>
        <p:spPr>
          <a:xfrm>
            <a:off x="53869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4" name="data_8272">
            <a:extLst>
              <a:ext uri="{FF2B5EF4-FFF2-40B4-BE49-F238E27FC236}">
                <a16:creationId xmlns:a16="http://schemas.microsoft.com/office/drawing/2014/main" id="{AB85376C-2B6C-41A6-A5BF-2C632F7926DE}"/>
              </a:ext>
            </a:extLst>
          </p:cNvPr>
          <p:cNvSpPr>
            <a:spLocks/>
          </p:cNvSpPr>
          <p:nvPr/>
        </p:nvSpPr>
        <p:spPr>
          <a:xfrm>
            <a:off x="53697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5" name="data_8273">
            <a:extLst>
              <a:ext uri="{FF2B5EF4-FFF2-40B4-BE49-F238E27FC236}">
                <a16:creationId xmlns:a16="http://schemas.microsoft.com/office/drawing/2014/main" id="{56D1B6CC-534A-42B9-9663-F26BC59E5950}"/>
              </a:ext>
            </a:extLst>
          </p:cNvPr>
          <p:cNvSpPr>
            <a:spLocks/>
          </p:cNvSpPr>
          <p:nvPr/>
        </p:nvSpPr>
        <p:spPr>
          <a:xfrm>
            <a:off x="53248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6" name="data_8274">
            <a:extLst>
              <a:ext uri="{FF2B5EF4-FFF2-40B4-BE49-F238E27FC236}">
                <a16:creationId xmlns:a16="http://schemas.microsoft.com/office/drawing/2014/main" id="{70356DCA-02F9-4B41-9461-414465CBCF8B}"/>
              </a:ext>
            </a:extLst>
          </p:cNvPr>
          <p:cNvSpPr>
            <a:spLocks/>
          </p:cNvSpPr>
          <p:nvPr/>
        </p:nvSpPr>
        <p:spPr>
          <a:xfrm>
            <a:off x="537486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7" name="data_8275">
            <a:extLst>
              <a:ext uri="{FF2B5EF4-FFF2-40B4-BE49-F238E27FC236}">
                <a16:creationId xmlns:a16="http://schemas.microsoft.com/office/drawing/2014/main" id="{D85755A1-B4E7-4276-BA70-8F9AD5014B77}"/>
              </a:ext>
            </a:extLst>
          </p:cNvPr>
          <p:cNvSpPr>
            <a:spLocks/>
          </p:cNvSpPr>
          <p:nvPr/>
        </p:nvSpPr>
        <p:spPr>
          <a:xfrm>
            <a:off x="54019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8" name="data_8276">
            <a:extLst>
              <a:ext uri="{FF2B5EF4-FFF2-40B4-BE49-F238E27FC236}">
                <a16:creationId xmlns:a16="http://schemas.microsoft.com/office/drawing/2014/main" id="{3ADAF7CB-D1AF-4B61-8140-7C2EA1B613C6}"/>
              </a:ext>
            </a:extLst>
          </p:cNvPr>
          <p:cNvSpPr>
            <a:spLocks/>
          </p:cNvSpPr>
          <p:nvPr/>
        </p:nvSpPr>
        <p:spPr>
          <a:xfrm>
            <a:off x="53611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89" name="data_8277">
            <a:extLst>
              <a:ext uri="{FF2B5EF4-FFF2-40B4-BE49-F238E27FC236}">
                <a16:creationId xmlns:a16="http://schemas.microsoft.com/office/drawing/2014/main" id="{C41ADBED-DF6F-48BE-8AF3-82109CE76F94}"/>
              </a:ext>
            </a:extLst>
          </p:cNvPr>
          <p:cNvSpPr>
            <a:spLocks/>
          </p:cNvSpPr>
          <p:nvPr/>
        </p:nvSpPr>
        <p:spPr>
          <a:xfrm>
            <a:off x="537121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0" name="data_8278">
            <a:extLst>
              <a:ext uri="{FF2B5EF4-FFF2-40B4-BE49-F238E27FC236}">
                <a16:creationId xmlns:a16="http://schemas.microsoft.com/office/drawing/2014/main" id="{D637C4EA-13AB-49CB-8F02-8F739BE465A3}"/>
              </a:ext>
            </a:extLst>
          </p:cNvPr>
          <p:cNvSpPr>
            <a:spLocks/>
          </p:cNvSpPr>
          <p:nvPr/>
        </p:nvSpPr>
        <p:spPr>
          <a:xfrm>
            <a:off x="5370040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1" name="data_8279">
            <a:extLst>
              <a:ext uri="{FF2B5EF4-FFF2-40B4-BE49-F238E27FC236}">
                <a16:creationId xmlns:a16="http://schemas.microsoft.com/office/drawing/2014/main" id="{D6B26793-52F6-4905-BBC6-2E7EAAC76CC0}"/>
              </a:ext>
            </a:extLst>
          </p:cNvPr>
          <p:cNvSpPr>
            <a:spLocks/>
          </p:cNvSpPr>
          <p:nvPr/>
        </p:nvSpPr>
        <p:spPr>
          <a:xfrm>
            <a:off x="534919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2" name="data_8280">
            <a:extLst>
              <a:ext uri="{FF2B5EF4-FFF2-40B4-BE49-F238E27FC236}">
                <a16:creationId xmlns:a16="http://schemas.microsoft.com/office/drawing/2014/main" id="{707DDC99-5499-4DC7-A122-C853502C647F}"/>
              </a:ext>
            </a:extLst>
          </p:cNvPr>
          <p:cNvSpPr>
            <a:spLocks/>
          </p:cNvSpPr>
          <p:nvPr/>
        </p:nvSpPr>
        <p:spPr>
          <a:xfrm>
            <a:off x="5312839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3" name="data_8281">
            <a:extLst>
              <a:ext uri="{FF2B5EF4-FFF2-40B4-BE49-F238E27FC236}">
                <a16:creationId xmlns:a16="http://schemas.microsoft.com/office/drawing/2014/main" id="{7471FE5C-29AA-4609-BBFB-3219A8BE44B8}"/>
              </a:ext>
            </a:extLst>
          </p:cNvPr>
          <p:cNvSpPr>
            <a:spLocks/>
          </p:cNvSpPr>
          <p:nvPr/>
        </p:nvSpPr>
        <p:spPr>
          <a:xfrm>
            <a:off x="539284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4" name="data_8282">
            <a:extLst>
              <a:ext uri="{FF2B5EF4-FFF2-40B4-BE49-F238E27FC236}">
                <a16:creationId xmlns:a16="http://schemas.microsoft.com/office/drawing/2014/main" id="{8ED574EE-A3D3-4F93-A1E0-E2BF6AD812C7}"/>
              </a:ext>
            </a:extLst>
          </p:cNvPr>
          <p:cNvSpPr>
            <a:spLocks/>
          </p:cNvSpPr>
          <p:nvPr/>
        </p:nvSpPr>
        <p:spPr>
          <a:xfrm>
            <a:off x="529902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5" name="data_8283">
            <a:extLst>
              <a:ext uri="{FF2B5EF4-FFF2-40B4-BE49-F238E27FC236}">
                <a16:creationId xmlns:a16="http://schemas.microsoft.com/office/drawing/2014/main" id="{FA21E2AE-DB9E-411A-A86A-14A030CA08BC}"/>
              </a:ext>
            </a:extLst>
          </p:cNvPr>
          <p:cNvSpPr>
            <a:spLocks/>
          </p:cNvSpPr>
          <p:nvPr/>
        </p:nvSpPr>
        <p:spPr>
          <a:xfrm>
            <a:off x="52979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6" name="data_8284">
            <a:extLst>
              <a:ext uri="{FF2B5EF4-FFF2-40B4-BE49-F238E27FC236}">
                <a16:creationId xmlns:a16="http://schemas.microsoft.com/office/drawing/2014/main" id="{03938E82-477C-4DAE-9769-E7EAAEBB0178}"/>
              </a:ext>
            </a:extLst>
          </p:cNvPr>
          <p:cNvSpPr>
            <a:spLocks/>
          </p:cNvSpPr>
          <p:nvPr/>
        </p:nvSpPr>
        <p:spPr>
          <a:xfrm>
            <a:off x="53038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7" name="data_8285">
            <a:extLst>
              <a:ext uri="{FF2B5EF4-FFF2-40B4-BE49-F238E27FC236}">
                <a16:creationId xmlns:a16="http://schemas.microsoft.com/office/drawing/2014/main" id="{EC1AE58D-7F93-4B92-9093-AC80F844EA80}"/>
              </a:ext>
            </a:extLst>
          </p:cNvPr>
          <p:cNvSpPr>
            <a:spLocks/>
          </p:cNvSpPr>
          <p:nvPr/>
        </p:nvSpPr>
        <p:spPr>
          <a:xfrm>
            <a:off x="539466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8" name="data_8286">
            <a:extLst>
              <a:ext uri="{FF2B5EF4-FFF2-40B4-BE49-F238E27FC236}">
                <a16:creationId xmlns:a16="http://schemas.microsoft.com/office/drawing/2014/main" id="{A2C322BC-9EEB-43A8-8024-84CA2C2416F1}"/>
              </a:ext>
            </a:extLst>
          </p:cNvPr>
          <p:cNvSpPr>
            <a:spLocks/>
          </p:cNvSpPr>
          <p:nvPr/>
        </p:nvSpPr>
        <p:spPr>
          <a:xfrm>
            <a:off x="5380854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199" name="data_8287">
            <a:extLst>
              <a:ext uri="{FF2B5EF4-FFF2-40B4-BE49-F238E27FC236}">
                <a16:creationId xmlns:a16="http://schemas.microsoft.com/office/drawing/2014/main" id="{A20A4DD1-2998-475F-9F94-D0EED26474A3}"/>
              </a:ext>
            </a:extLst>
          </p:cNvPr>
          <p:cNvSpPr>
            <a:spLocks/>
          </p:cNvSpPr>
          <p:nvPr/>
        </p:nvSpPr>
        <p:spPr>
          <a:xfrm>
            <a:off x="5386457" y="238269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0" name="data_8288">
            <a:extLst>
              <a:ext uri="{FF2B5EF4-FFF2-40B4-BE49-F238E27FC236}">
                <a16:creationId xmlns:a16="http://schemas.microsoft.com/office/drawing/2014/main" id="{D8313EAB-B7D7-48F9-AD2F-508FE79592FA}"/>
              </a:ext>
            </a:extLst>
          </p:cNvPr>
          <p:cNvSpPr>
            <a:spLocks/>
          </p:cNvSpPr>
          <p:nvPr/>
        </p:nvSpPr>
        <p:spPr>
          <a:xfrm>
            <a:off x="53703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1" name="data_8289">
            <a:extLst>
              <a:ext uri="{FF2B5EF4-FFF2-40B4-BE49-F238E27FC236}">
                <a16:creationId xmlns:a16="http://schemas.microsoft.com/office/drawing/2014/main" id="{E2991CF4-8956-404F-A696-98B04E49FE92}"/>
              </a:ext>
            </a:extLst>
          </p:cNvPr>
          <p:cNvSpPr>
            <a:spLocks/>
          </p:cNvSpPr>
          <p:nvPr/>
        </p:nvSpPr>
        <p:spPr>
          <a:xfrm>
            <a:off x="53803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2" name="data_8290">
            <a:extLst>
              <a:ext uri="{FF2B5EF4-FFF2-40B4-BE49-F238E27FC236}">
                <a16:creationId xmlns:a16="http://schemas.microsoft.com/office/drawing/2014/main" id="{B350759E-9D52-4311-9CE6-986757A62574}"/>
              </a:ext>
            </a:extLst>
          </p:cNvPr>
          <p:cNvSpPr>
            <a:spLocks/>
          </p:cNvSpPr>
          <p:nvPr/>
        </p:nvSpPr>
        <p:spPr>
          <a:xfrm>
            <a:off x="53915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3" name="data_8291">
            <a:extLst>
              <a:ext uri="{FF2B5EF4-FFF2-40B4-BE49-F238E27FC236}">
                <a16:creationId xmlns:a16="http://schemas.microsoft.com/office/drawing/2014/main" id="{DF63F762-A14A-4D58-8952-08C663077519}"/>
              </a:ext>
            </a:extLst>
          </p:cNvPr>
          <p:cNvSpPr>
            <a:spLocks/>
          </p:cNvSpPr>
          <p:nvPr/>
        </p:nvSpPr>
        <p:spPr>
          <a:xfrm>
            <a:off x="52959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4" name="data_8292">
            <a:extLst>
              <a:ext uri="{FF2B5EF4-FFF2-40B4-BE49-F238E27FC236}">
                <a16:creationId xmlns:a16="http://schemas.microsoft.com/office/drawing/2014/main" id="{3861555B-BA97-4D56-A778-409248F9C1CE}"/>
              </a:ext>
            </a:extLst>
          </p:cNvPr>
          <p:cNvSpPr>
            <a:spLocks/>
          </p:cNvSpPr>
          <p:nvPr/>
        </p:nvSpPr>
        <p:spPr>
          <a:xfrm>
            <a:off x="530619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5" name="data_8293">
            <a:extLst>
              <a:ext uri="{FF2B5EF4-FFF2-40B4-BE49-F238E27FC236}">
                <a16:creationId xmlns:a16="http://schemas.microsoft.com/office/drawing/2014/main" id="{E5AB6B8C-6798-4AFD-ADAF-F6C5F2942524}"/>
              </a:ext>
            </a:extLst>
          </p:cNvPr>
          <p:cNvSpPr>
            <a:spLocks/>
          </p:cNvSpPr>
          <p:nvPr/>
        </p:nvSpPr>
        <p:spPr>
          <a:xfrm>
            <a:off x="5368085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6" name="data_8294">
            <a:extLst>
              <a:ext uri="{FF2B5EF4-FFF2-40B4-BE49-F238E27FC236}">
                <a16:creationId xmlns:a16="http://schemas.microsoft.com/office/drawing/2014/main" id="{0D25D3C3-4863-46F0-9D60-3B631A62D65D}"/>
              </a:ext>
            </a:extLst>
          </p:cNvPr>
          <p:cNvSpPr>
            <a:spLocks/>
          </p:cNvSpPr>
          <p:nvPr/>
        </p:nvSpPr>
        <p:spPr>
          <a:xfrm>
            <a:off x="530254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7" name="data_8295">
            <a:extLst>
              <a:ext uri="{FF2B5EF4-FFF2-40B4-BE49-F238E27FC236}">
                <a16:creationId xmlns:a16="http://schemas.microsoft.com/office/drawing/2014/main" id="{52D7A8DE-67AA-410F-B3CE-A2E9BBA3B282}"/>
              </a:ext>
            </a:extLst>
          </p:cNvPr>
          <p:cNvSpPr>
            <a:spLocks/>
          </p:cNvSpPr>
          <p:nvPr/>
        </p:nvSpPr>
        <p:spPr>
          <a:xfrm>
            <a:off x="5315185" y="2829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8" name="data_8296">
            <a:extLst>
              <a:ext uri="{FF2B5EF4-FFF2-40B4-BE49-F238E27FC236}">
                <a16:creationId xmlns:a16="http://schemas.microsoft.com/office/drawing/2014/main" id="{BA78AE30-6655-45F4-8F3F-093C775BB467}"/>
              </a:ext>
            </a:extLst>
          </p:cNvPr>
          <p:cNvSpPr>
            <a:spLocks/>
          </p:cNvSpPr>
          <p:nvPr/>
        </p:nvSpPr>
        <p:spPr>
          <a:xfrm>
            <a:off x="52938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09" name="data_8297">
            <a:extLst>
              <a:ext uri="{FF2B5EF4-FFF2-40B4-BE49-F238E27FC236}">
                <a16:creationId xmlns:a16="http://schemas.microsoft.com/office/drawing/2014/main" id="{2B8B5D74-1F85-4CD7-9D4F-ECD4B515471B}"/>
              </a:ext>
            </a:extLst>
          </p:cNvPr>
          <p:cNvSpPr>
            <a:spLocks/>
          </p:cNvSpPr>
          <p:nvPr/>
        </p:nvSpPr>
        <p:spPr>
          <a:xfrm>
            <a:off x="5307628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0" name="data_8298">
            <a:extLst>
              <a:ext uri="{FF2B5EF4-FFF2-40B4-BE49-F238E27FC236}">
                <a16:creationId xmlns:a16="http://schemas.microsoft.com/office/drawing/2014/main" id="{6B8F5B1C-C730-4282-A2A3-4783E212B5C2}"/>
              </a:ext>
            </a:extLst>
          </p:cNvPr>
          <p:cNvSpPr>
            <a:spLocks/>
          </p:cNvSpPr>
          <p:nvPr/>
        </p:nvSpPr>
        <p:spPr>
          <a:xfrm>
            <a:off x="5312709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1" name="data_8299">
            <a:extLst>
              <a:ext uri="{FF2B5EF4-FFF2-40B4-BE49-F238E27FC236}">
                <a16:creationId xmlns:a16="http://schemas.microsoft.com/office/drawing/2014/main" id="{795E4D35-1139-4E63-8C24-1029862BF457}"/>
              </a:ext>
            </a:extLst>
          </p:cNvPr>
          <p:cNvSpPr>
            <a:spLocks/>
          </p:cNvSpPr>
          <p:nvPr/>
        </p:nvSpPr>
        <p:spPr>
          <a:xfrm>
            <a:off x="5393623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2" name="data_8300">
            <a:extLst>
              <a:ext uri="{FF2B5EF4-FFF2-40B4-BE49-F238E27FC236}">
                <a16:creationId xmlns:a16="http://schemas.microsoft.com/office/drawing/2014/main" id="{4F077549-4446-4F17-AE5A-D44624398D07}"/>
              </a:ext>
            </a:extLst>
          </p:cNvPr>
          <p:cNvSpPr>
            <a:spLocks/>
          </p:cNvSpPr>
          <p:nvPr/>
        </p:nvSpPr>
        <p:spPr>
          <a:xfrm>
            <a:off x="53383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3" name="data_8301">
            <a:extLst>
              <a:ext uri="{FF2B5EF4-FFF2-40B4-BE49-F238E27FC236}">
                <a16:creationId xmlns:a16="http://schemas.microsoft.com/office/drawing/2014/main" id="{1ED95765-FF6B-4297-9A58-172BF7165341}"/>
              </a:ext>
            </a:extLst>
          </p:cNvPr>
          <p:cNvSpPr>
            <a:spLocks/>
          </p:cNvSpPr>
          <p:nvPr/>
        </p:nvSpPr>
        <p:spPr>
          <a:xfrm>
            <a:off x="529590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4" name="data_8302">
            <a:extLst>
              <a:ext uri="{FF2B5EF4-FFF2-40B4-BE49-F238E27FC236}">
                <a16:creationId xmlns:a16="http://schemas.microsoft.com/office/drawing/2014/main" id="{6C0E22B5-834E-4B68-933C-3CEFA6D2F8A4}"/>
              </a:ext>
            </a:extLst>
          </p:cNvPr>
          <p:cNvSpPr>
            <a:spLocks/>
          </p:cNvSpPr>
          <p:nvPr/>
        </p:nvSpPr>
        <p:spPr>
          <a:xfrm>
            <a:off x="5314794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5" name="data_8303">
            <a:extLst>
              <a:ext uri="{FF2B5EF4-FFF2-40B4-BE49-F238E27FC236}">
                <a16:creationId xmlns:a16="http://schemas.microsoft.com/office/drawing/2014/main" id="{87CE2DB0-943E-4B0E-AB08-5CD4A62CEDDE}"/>
              </a:ext>
            </a:extLst>
          </p:cNvPr>
          <p:cNvSpPr>
            <a:spLocks/>
          </p:cNvSpPr>
          <p:nvPr/>
        </p:nvSpPr>
        <p:spPr>
          <a:xfrm>
            <a:off x="5386848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6" name="data_8304">
            <a:extLst>
              <a:ext uri="{FF2B5EF4-FFF2-40B4-BE49-F238E27FC236}">
                <a16:creationId xmlns:a16="http://schemas.microsoft.com/office/drawing/2014/main" id="{2232C050-03B1-4F22-A3AD-AAD0FF30FCF9}"/>
              </a:ext>
            </a:extLst>
          </p:cNvPr>
          <p:cNvSpPr>
            <a:spLocks/>
          </p:cNvSpPr>
          <p:nvPr/>
        </p:nvSpPr>
        <p:spPr>
          <a:xfrm>
            <a:off x="536222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7" name="data_8305">
            <a:extLst>
              <a:ext uri="{FF2B5EF4-FFF2-40B4-BE49-F238E27FC236}">
                <a16:creationId xmlns:a16="http://schemas.microsoft.com/office/drawing/2014/main" id="{A75CBB08-FBDE-4081-8A1C-E83305CA24DB}"/>
              </a:ext>
            </a:extLst>
          </p:cNvPr>
          <p:cNvSpPr>
            <a:spLocks/>
          </p:cNvSpPr>
          <p:nvPr/>
        </p:nvSpPr>
        <p:spPr>
          <a:xfrm>
            <a:off x="5386327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8" name="data_8306">
            <a:extLst>
              <a:ext uri="{FF2B5EF4-FFF2-40B4-BE49-F238E27FC236}">
                <a16:creationId xmlns:a16="http://schemas.microsoft.com/office/drawing/2014/main" id="{891EFC20-8BDD-46D5-A3C4-E46CB9B364AB}"/>
              </a:ext>
            </a:extLst>
          </p:cNvPr>
          <p:cNvSpPr>
            <a:spLocks/>
          </p:cNvSpPr>
          <p:nvPr/>
        </p:nvSpPr>
        <p:spPr>
          <a:xfrm>
            <a:off x="5303849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19" name="data_8307">
            <a:extLst>
              <a:ext uri="{FF2B5EF4-FFF2-40B4-BE49-F238E27FC236}">
                <a16:creationId xmlns:a16="http://schemas.microsoft.com/office/drawing/2014/main" id="{98969794-B247-49B1-B794-E6702CFA4CAF}"/>
              </a:ext>
            </a:extLst>
          </p:cNvPr>
          <p:cNvSpPr>
            <a:spLocks/>
          </p:cNvSpPr>
          <p:nvPr/>
        </p:nvSpPr>
        <p:spPr>
          <a:xfrm>
            <a:off x="5328345" y="298179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0" name="data_8308">
            <a:extLst>
              <a:ext uri="{FF2B5EF4-FFF2-40B4-BE49-F238E27FC236}">
                <a16:creationId xmlns:a16="http://schemas.microsoft.com/office/drawing/2014/main" id="{C971C2FD-8A06-4C56-8064-1025DFF072D3}"/>
              </a:ext>
            </a:extLst>
          </p:cNvPr>
          <p:cNvSpPr>
            <a:spLocks/>
          </p:cNvSpPr>
          <p:nvPr/>
        </p:nvSpPr>
        <p:spPr>
          <a:xfrm>
            <a:off x="5387239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1" name="data_8309">
            <a:extLst>
              <a:ext uri="{FF2B5EF4-FFF2-40B4-BE49-F238E27FC236}">
                <a16:creationId xmlns:a16="http://schemas.microsoft.com/office/drawing/2014/main" id="{15D394A1-1DF1-43E0-8C31-162B3ABA7D9B}"/>
              </a:ext>
            </a:extLst>
          </p:cNvPr>
          <p:cNvSpPr>
            <a:spLocks/>
          </p:cNvSpPr>
          <p:nvPr/>
        </p:nvSpPr>
        <p:spPr>
          <a:xfrm>
            <a:off x="53873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2" name="data_8310">
            <a:extLst>
              <a:ext uri="{FF2B5EF4-FFF2-40B4-BE49-F238E27FC236}">
                <a16:creationId xmlns:a16="http://schemas.microsoft.com/office/drawing/2014/main" id="{16085F5B-C728-4503-871F-79918B4F6749}"/>
              </a:ext>
            </a:extLst>
          </p:cNvPr>
          <p:cNvSpPr>
            <a:spLocks/>
          </p:cNvSpPr>
          <p:nvPr/>
        </p:nvSpPr>
        <p:spPr>
          <a:xfrm>
            <a:off x="53792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3" name="data_8311">
            <a:extLst>
              <a:ext uri="{FF2B5EF4-FFF2-40B4-BE49-F238E27FC236}">
                <a16:creationId xmlns:a16="http://schemas.microsoft.com/office/drawing/2014/main" id="{850C3F77-F52B-443A-9A3A-F91DF582D02B}"/>
              </a:ext>
            </a:extLst>
          </p:cNvPr>
          <p:cNvSpPr>
            <a:spLocks/>
          </p:cNvSpPr>
          <p:nvPr/>
        </p:nvSpPr>
        <p:spPr>
          <a:xfrm>
            <a:off x="53907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4" name="data_8312">
            <a:extLst>
              <a:ext uri="{FF2B5EF4-FFF2-40B4-BE49-F238E27FC236}">
                <a16:creationId xmlns:a16="http://schemas.microsoft.com/office/drawing/2014/main" id="{C463DC1C-1477-4ADE-9916-4E9299B43CC6}"/>
              </a:ext>
            </a:extLst>
          </p:cNvPr>
          <p:cNvSpPr>
            <a:spLocks/>
          </p:cNvSpPr>
          <p:nvPr/>
        </p:nvSpPr>
        <p:spPr>
          <a:xfrm>
            <a:off x="5315836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5" name="data_8313">
            <a:extLst>
              <a:ext uri="{FF2B5EF4-FFF2-40B4-BE49-F238E27FC236}">
                <a16:creationId xmlns:a16="http://schemas.microsoft.com/office/drawing/2014/main" id="{3CB453DC-6DE0-4F4E-A0A5-AE3FB412EDC6}"/>
              </a:ext>
            </a:extLst>
          </p:cNvPr>
          <p:cNvSpPr>
            <a:spLocks/>
          </p:cNvSpPr>
          <p:nvPr/>
        </p:nvSpPr>
        <p:spPr>
          <a:xfrm>
            <a:off x="529616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6" name="data_8314">
            <a:extLst>
              <a:ext uri="{FF2B5EF4-FFF2-40B4-BE49-F238E27FC236}">
                <a16:creationId xmlns:a16="http://schemas.microsoft.com/office/drawing/2014/main" id="{6D3DD14A-8C0A-4E93-BD6A-FB4511E7772E}"/>
              </a:ext>
            </a:extLst>
          </p:cNvPr>
          <p:cNvSpPr>
            <a:spLocks/>
          </p:cNvSpPr>
          <p:nvPr/>
        </p:nvSpPr>
        <p:spPr>
          <a:xfrm>
            <a:off x="53719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7" name="data_8315">
            <a:extLst>
              <a:ext uri="{FF2B5EF4-FFF2-40B4-BE49-F238E27FC236}">
                <a16:creationId xmlns:a16="http://schemas.microsoft.com/office/drawing/2014/main" id="{50F59766-AF7B-4B7A-BA41-9771331B123E}"/>
              </a:ext>
            </a:extLst>
          </p:cNvPr>
          <p:cNvSpPr>
            <a:spLocks/>
          </p:cNvSpPr>
          <p:nvPr/>
        </p:nvSpPr>
        <p:spPr>
          <a:xfrm>
            <a:off x="52900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8" name="data_8316">
            <a:extLst>
              <a:ext uri="{FF2B5EF4-FFF2-40B4-BE49-F238E27FC236}">
                <a16:creationId xmlns:a16="http://schemas.microsoft.com/office/drawing/2014/main" id="{1A81105A-8806-4F66-81E2-C6464A646C82}"/>
              </a:ext>
            </a:extLst>
          </p:cNvPr>
          <p:cNvSpPr>
            <a:spLocks/>
          </p:cNvSpPr>
          <p:nvPr/>
        </p:nvSpPr>
        <p:spPr>
          <a:xfrm>
            <a:off x="52982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29" name="data_8317">
            <a:extLst>
              <a:ext uri="{FF2B5EF4-FFF2-40B4-BE49-F238E27FC236}">
                <a16:creationId xmlns:a16="http://schemas.microsoft.com/office/drawing/2014/main" id="{325A1173-FDBA-488C-AF1C-B430DBE560C4}"/>
              </a:ext>
            </a:extLst>
          </p:cNvPr>
          <p:cNvSpPr>
            <a:spLocks/>
          </p:cNvSpPr>
          <p:nvPr/>
        </p:nvSpPr>
        <p:spPr>
          <a:xfrm>
            <a:off x="5375251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0" name="data_8318">
            <a:extLst>
              <a:ext uri="{FF2B5EF4-FFF2-40B4-BE49-F238E27FC236}">
                <a16:creationId xmlns:a16="http://schemas.microsoft.com/office/drawing/2014/main" id="{FC48F33B-7B5B-4C17-A868-E5F62F0C1E18}"/>
              </a:ext>
            </a:extLst>
          </p:cNvPr>
          <p:cNvSpPr>
            <a:spLocks/>
          </p:cNvSpPr>
          <p:nvPr/>
        </p:nvSpPr>
        <p:spPr>
          <a:xfrm>
            <a:off x="52912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1" name="data_8319">
            <a:extLst>
              <a:ext uri="{FF2B5EF4-FFF2-40B4-BE49-F238E27FC236}">
                <a16:creationId xmlns:a16="http://schemas.microsoft.com/office/drawing/2014/main" id="{AD80AE17-23B7-46D1-A757-445B5966BDA5}"/>
              </a:ext>
            </a:extLst>
          </p:cNvPr>
          <p:cNvSpPr>
            <a:spLocks/>
          </p:cNvSpPr>
          <p:nvPr/>
        </p:nvSpPr>
        <p:spPr>
          <a:xfrm>
            <a:off x="540026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2" name="data_8320">
            <a:extLst>
              <a:ext uri="{FF2B5EF4-FFF2-40B4-BE49-F238E27FC236}">
                <a16:creationId xmlns:a16="http://schemas.microsoft.com/office/drawing/2014/main" id="{5B95DCAB-9634-4190-911F-90657C7C61D7}"/>
              </a:ext>
            </a:extLst>
          </p:cNvPr>
          <p:cNvSpPr>
            <a:spLocks/>
          </p:cNvSpPr>
          <p:nvPr/>
        </p:nvSpPr>
        <p:spPr>
          <a:xfrm>
            <a:off x="53803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3" name="data_8321">
            <a:extLst>
              <a:ext uri="{FF2B5EF4-FFF2-40B4-BE49-F238E27FC236}">
                <a16:creationId xmlns:a16="http://schemas.microsoft.com/office/drawing/2014/main" id="{C3F01C5E-E510-4CC9-9ADE-9755B63A2DA0}"/>
              </a:ext>
            </a:extLst>
          </p:cNvPr>
          <p:cNvSpPr>
            <a:spLocks/>
          </p:cNvSpPr>
          <p:nvPr/>
        </p:nvSpPr>
        <p:spPr>
          <a:xfrm>
            <a:off x="533316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4" name="data_8322">
            <a:extLst>
              <a:ext uri="{FF2B5EF4-FFF2-40B4-BE49-F238E27FC236}">
                <a16:creationId xmlns:a16="http://schemas.microsoft.com/office/drawing/2014/main" id="{A6DFA7C3-D7ED-4A96-9111-FD0C76D42573}"/>
              </a:ext>
            </a:extLst>
          </p:cNvPr>
          <p:cNvSpPr>
            <a:spLocks/>
          </p:cNvSpPr>
          <p:nvPr/>
        </p:nvSpPr>
        <p:spPr>
          <a:xfrm>
            <a:off x="531114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5" name="data_8323">
            <a:extLst>
              <a:ext uri="{FF2B5EF4-FFF2-40B4-BE49-F238E27FC236}">
                <a16:creationId xmlns:a16="http://schemas.microsoft.com/office/drawing/2014/main" id="{0DE79184-22E7-44AE-A2A6-21FE5108E9D0}"/>
              </a:ext>
            </a:extLst>
          </p:cNvPr>
          <p:cNvSpPr>
            <a:spLocks/>
          </p:cNvSpPr>
          <p:nvPr/>
        </p:nvSpPr>
        <p:spPr>
          <a:xfrm>
            <a:off x="5398314" y="2624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6" name="data_8324">
            <a:extLst>
              <a:ext uri="{FF2B5EF4-FFF2-40B4-BE49-F238E27FC236}">
                <a16:creationId xmlns:a16="http://schemas.microsoft.com/office/drawing/2014/main" id="{19FC0B12-2190-4A12-8E4E-30547D9EA108}"/>
              </a:ext>
            </a:extLst>
          </p:cNvPr>
          <p:cNvSpPr>
            <a:spLocks/>
          </p:cNvSpPr>
          <p:nvPr/>
        </p:nvSpPr>
        <p:spPr>
          <a:xfrm>
            <a:off x="5403917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7" name="data_8325">
            <a:extLst>
              <a:ext uri="{FF2B5EF4-FFF2-40B4-BE49-F238E27FC236}">
                <a16:creationId xmlns:a16="http://schemas.microsoft.com/office/drawing/2014/main" id="{0ADC5CB5-642B-449E-BA14-BE8EAA16D946}"/>
              </a:ext>
            </a:extLst>
          </p:cNvPr>
          <p:cNvSpPr>
            <a:spLocks/>
          </p:cNvSpPr>
          <p:nvPr/>
        </p:nvSpPr>
        <p:spPr>
          <a:xfrm>
            <a:off x="53566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8" name="data_8326">
            <a:extLst>
              <a:ext uri="{FF2B5EF4-FFF2-40B4-BE49-F238E27FC236}">
                <a16:creationId xmlns:a16="http://schemas.microsoft.com/office/drawing/2014/main" id="{F373A7ED-6361-4197-AC94-BB89FB87E16C}"/>
              </a:ext>
            </a:extLst>
          </p:cNvPr>
          <p:cNvSpPr>
            <a:spLocks/>
          </p:cNvSpPr>
          <p:nvPr/>
        </p:nvSpPr>
        <p:spPr>
          <a:xfrm>
            <a:off x="53863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39" name="data_8327">
            <a:extLst>
              <a:ext uri="{FF2B5EF4-FFF2-40B4-BE49-F238E27FC236}">
                <a16:creationId xmlns:a16="http://schemas.microsoft.com/office/drawing/2014/main" id="{6D72C627-6772-4447-B326-C4038A5C7EFC}"/>
              </a:ext>
            </a:extLst>
          </p:cNvPr>
          <p:cNvSpPr>
            <a:spLocks/>
          </p:cNvSpPr>
          <p:nvPr/>
        </p:nvSpPr>
        <p:spPr>
          <a:xfrm>
            <a:off x="529498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0" name="data_8328">
            <a:extLst>
              <a:ext uri="{FF2B5EF4-FFF2-40B4-BE49-F238E27FC236}">
                <a16:creationId xmlns:a16="http://schemas.microsoft.com/office/drawing/2014/main" id="{57E981BD-6C48-48DC-8C72-141256D7F300}"/>
              </a:ext>
            </a:extLst>
          </p:cNvPr>
          <p:cNvSpPr>
            <a:spLocks/>
          </p:cNvSpPr>
          <p:nvPr/>
        </p:nvSpPr>
        <p:spPr>
          <a:xfrm>
            <a:off x="53317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1" name="data_8329">
            <a:extLst>
              <a:ext uri="{FF2B5EF4-FFF2-40B4-BE49-F238E27FC236}">
                <a16:creationId xmlns:a16="http://schemas.microsoft.com/office/drawing/2014/main" id="{393BFB29-754B-41C6-B390-4FFEA177D599}"/>
              </a:ext>
            </a:extLst>
          </p:cNvPr>
          <p:cNvSpPr>
            <a:spLocks/>
          </p:cNvSpPr>
          <p:nvPr/>
        </p:nvSpPr>
        <p:spPr>
          <a:xfrm>
            <a:off x="537824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2" name="data_8330">
            <a:extLst>
              <a:ext uri="{FF2B5EF4-FFF2-40B4-BE49-F238E27FC236}">
                <a16:creationId xmlns:a16="http://schemas.microsoft.com/office/drawing/2014/main" id="{8104E8EC-450F-4235-B4B3-27E0F3B79486}"/>
              </a:ext>
            </a:extLst>
          </p:cNvPr>
          <p:cNvSpPr>
            <a:spLocks/>
          </p:cNvSpPr>
          <p:nvPr/>
        </p:nvSpPr>
        <p:spPr>
          <a:xfrm>
            <a:off x="52870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3" name="data_8331">
            <a:extLst>
              <a:ext uri="{FF2B5EF4-FFF2-40B4-BE49-F238E27FC236}">
                <a16:creationId xmlns:a16="http://schemas.microsoft.com/office/drawing/2014/main" id="{1E0CEBF7-02AF-441F-BF34-BB8F6F525DDE}"/>
              </a:ext>
            </a:extLst>
          </p:cNvPr>
          <p:cNvSpPr>
            <a:spLocks/>
          </p:cNvSpPr>
          <p:nvPr/>
        </p:nvSpPr>
        <p:spPr>
          <a:xfrm>
            <a:off x="52823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4" name="data_8332">
            <a:extLst>
              <a:ext uri="{FF2B5EF4-FFF2-40B4-BE49-F238E27FC236}">
                <a16:creationId xmlns:a16="http://schemas.microsoft.com/office/drawing/2014/main" id="{96BA3646-AB87-4540-8E33-591187C76208}"/>
              </a:ext>
            </a:extLst>
          </p:cNvPr>
          <p:cNvSpPr>
            <a:spLocks/>
          </p:cNvSpPr>
          <p:nvPr/>
        </p:nvSpPr>
        <p:spPr>
          <a:xfrm>
            <a:off x="535935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5" name="data_8333">
            <a:extLst>
              <a:ext uri="{FF2B5EF4-FFF2-40B4-BE49-F238E27FC236}">
                <a16:creationId xmlns:a16="http://schemas.microsoft.com/office/drawing/2014/main" id="{CDD0CCE6-8E23-45D9-B8DE-18B0D5F18816}"/>
              </a:ext>
            </a:extLst>
          </p:cNvPr>
          <p:cNvSpPr>
            <a:spLocks/>
          </p:cNvSpPr>
          <p:nvPr/>
        </p:nvSpPr>
        <p:spPr>
          <a:xfrm>
            <a:off x="5397532" y="224449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6" name="data_8334">
            <a:extLst>
              <a:ext uri="{FF2B5EF4-FFF2-40B4-BE49-F238E27FC236}">
                <a16:creationId xmlns:a16="http://schemas.microsoft.com/office/drawing/2014/main" id="{F283258B-445F-4A34-9039-A9F7C13BF4B1}"/>
              </a:ext>
            </a:extLst>
          </p:cNvPr>
          <p:cNvSpPr>
            <a:spLocks/>
          </p:cNvSpPr>
          <p:nvPr/>
        </p:nvSpPr>
        <p:spPr>
          <a:xfrm>
            <a:off x="52766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7" name="data_8335">
            <a:extLst>
              <a:ext uri="{FF2B5EF4-FFF2-40B4-BE49-F238E27FC236}">
                <a16:creationId xmlns:a16="http://schemas.microsoft.com/office/drawing/2014/main" id="{CCBA1B22-9852-4B9E-B6B4-F91B991105C2}"/>
              </a:ext>
            </a:extLst>
          </p:cNvPr>
          <p:cNvSpPr>
            <a:spLocks/>
          </p:cNvSpPr>
          <p:nvPr/>
        </p:nvSpPr>
        <p:spPr>
          <a:xfrm>
            <a:off x="53275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8" name="data_8336">
            <a:extLst>
              <a:ext uri="{FF2B5EF4-FFF2-40B4-BE49-F238E27FC236}">
                <a16:creationId xmlns:a16="http://schemas.microsoft.com/office/drawing/2014/main" id="{80FBD2E9-E5C6-4A66-B8FF-29FBAF844099}"/>
              </a:ext>
            </a:extLst>
          </p:cNvPr>
          <p:cNvSpPr>
            <a:spLocks/>
          </p:cNvSpPr>
          <p:nvPr/>
        </p:nvSpPr>
        <p:spPr>
          <a:xfrm>
            <a:off x="536938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49" name="data_8337">
            <a:extLst>
              <a:ext uri="{FF2B5EF4-FFF2-40B4-BE49-F238E27FC236}">
                <a16:creationId xmlns:a16="http://schemas.microsoft.com/office/drawing/2014/main" id="{6585BE98-6C93-4AB5-9F79-411BA9FCC126}"/>
              </a:ext>
            </a:extLst>
          </p:cNvPr>
          <p:cNvSpPr>
            <a:spLocks/>
          </p:cNvSpPr>
          <p:nvPr/>
        </p:nvSpPr>
        <p:spPr>
          <a:xfrm>
            <a:off x="53302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0" name="data_8338">
            <a:extLst>
              <a:ext uri="{FF2B5EF4-FFF2-40B4-BE49-F238E27FC236}">
                <a16:creationId xmlns:a16="http://schemas.microsoft.com/office/drawing/2014/main" id="{B3F6BD8E-A97A-4EC3-878B-DF76666935E1}"/>
              </a:ext>
            </a:extLst>
          </p:cNvPr>
          <p:cNvSpPr>
            <a:spLocks/>
          </p:cNvSpPr>
          <p:nvPr/>
        </p:nvSpPr>
        <p:spPr>
          <a:xfrm>
            <a:off x="5308279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1" name="data_8339">
            <a:extLst>
              <a:ext uri="{FF2B5EF4-FFF2-40B4-BE49-F238E27FC236}">
                <a16:creationId xmlns:a16="http://schemas.microsoft.com/office/drawing/2014/main" id="{86673CF3-7DF1-410A-AF1D-FD549399D1D6}"/>
              </a:ext>
            </a:extLst>
          </p:cNvPr>
          <p:cNvSpPr>
            <a:spLocks/>
          </p:cNvSpPr>
          <p:nvPr/>
        </p:nvSpPr>
        <p:spPr>
          <a:xfrm>
            <a:off x="5358834" y="29256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2" name="data_8340">
            <a:extLst>
              <a:ext uri="{FF2B5EF4-FFF2-40B4-BE49-F238E27FC236}">
                <a16:creationId xmlns:a16="http://schemas.microsoft.com/office/drawing/2014/main" id="{6F3015A0-755A-4B98-B7ED-FB314B2F5E70}"/>
              </a:ext>
            </a:extLst>
          </p:cNvPr>
          <p:cNvSpPr>
            <a:spLocks/>
          </p:cNvSpPr>
          <p:nvPr/>
        </p:nvSpPr>
        <p:spPr>
          <a:xfrm>
            <a:off x="535466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3" name="data_8341">
            <a:extLst>
              <a:ext uri="{FF2B5EF4-FFF2-40B4-BE49-F238E27FC236}">
                <a16:creationId xmlns:a16="http://schemas.microsoft.com/office/drawing/2014/main" id="{F9C9A1B3-3BB1-4FB7-9743-9D7660DD4636}"/>
              </a:ext>
            </a:extLst>
          </p:cNvPr>
          <p:cNvSpPr>
            <a:spLocks/>
          </p:cNvSpPr>
          <p:nvPr/>
        </p:nvSpPr>
        <p:spPr>
          <a:xfrm>
            <a:off x="53388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4" name="data_8342">
            <a:extLst>
              <a:ext uri="{FF2B5EF4-FFF2-40B4-BE49-F238E27FC236}">
                <a16:creationId xmlns:a16="http://schemas.microsoft.com/office/drawing/2014/main" id="{360E1F1A-054B-4CB3-ABE4-07F4DA7CAEBD}"/>
              </a:ext>
            </a:extLst>
          </p:cNvPr>
          <p:cNvSpPr>
            <a:spLocks/>
          </p:cNvSpPr>
          <p:nvPr/>
        </p:nvSpPr>
        <p:spPr>
          <a:xfrm>
            <a:off x="53515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5" name="data_8343">
            <a:extLst>
              <a:ext uri="{FF2B5EF4-FFF2-40B4-BE49-F238E27FC236}">
                <a16:creationId xmlns:a16="http://schemas.microsoft.com/office/drawing/2014/main" id="{92B783FF-D789-45FB-B4A2-07BDBCF09453}"/>
              </a:ext>
            </a:extLst>
          </p:cNvPr>
          <p:cNvSpPr>
            <a:spLocks/>
          </p:cNvSpPr>
          <p:nvPr/>
        </p:nvSpPr>
        <p:spPr>
          <a:xfrm>
            <a:off x="53141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6" name="data_8344">
            <a:extLst>
              <a:ext uri="{FF2B5EF4-FFF2-40B4-BE49-F238E27FC236}">
                <a16:creationId xmlns:a16="http://schemas.microsoft.com/office/drawing/2014/main" id="{70AFA9BD-CA77-4A4B-96EB-AE9F94D71291}"/>
              </a:ext>
            </a:extLst>
          </p:cNvPr>
          <p:cNvSpPr>
            <a:spLocks/>
          </p:cNvSpPr>
          <p:nvPr/>
        </p:nvSpPr>
        <p:spPr>
          <a:xfrm>
            <a:off x="53433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7" name="data_8345">
            <a:extLst>
              <a:ext uri="{FF2B5EF4-FFF2-40B4-BE49-F238E27FC236}">
                <a16:creationId xmlns:a16="http://schemas.microsoft.com/office/drawing/2014/main" id="{5C7335FF-990D-439C-8EF7-858CF342E250}"/>
              </a:ext>
            </a:extLst>
          </p:cNvPr>
          <p:cNvSpPr>
            <a:spLocks/>
          </p:cNvSpPr>
          <p:nvPr/>
        </p:nvSpPr>
        <p:spPr>
          <a:xfrm>
            <a:off x="5315445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8" name="data_8346">
            <a:extLst>
              <a:ext uri="{FF2B5EF4-FFF2-40B4-BE49-F238E27FC236}">
                <a16:creationId xmlns:a16="http://schemas.microsoft.com/office/drawing/2014/main" id="{F1E8541E-412F-4E89-A022-A4B243351A2A}"/>
              </a:ext>
            </a:extLst>
          </p:cNvPr>
          <p:cNvSpPr>
            <a:spLocks/>
          </p:cNvSpPr>
          <p:nvPr/>
        </p:nvSpPr>
        <p:spPr>
          <a:xfrm>
            <a:off x="532691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59" name="data_8347">
            <a:extLst>
              <a:ext uri="{FF2B5EF4-FFF2-40B4-BE49-F238E27FC236}">
                <a16:creationId xmlns:a16="http://schemas.microsoft.com/office/drawing/2014/main" id="{CD3DFAED-7C7A-4DE8-B093-52B5D3D259F1}"/>
              </a:ext>
            </a:extLst>
          </p:cNvPr>
          <p:cNvSpPr>
            <a:spLocks/>
          </p:cNvSpPr>
          <p:nvPr/>
        </p:nvSpPr>
        <p:spPr>
          <a:xfrm>
            <a:off x="5383199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0" name="data_8348">
            <a:extLst>
              <a:ext uri="{FF2B5EF4-FFF2-40B4-BE49-F238E27FC236}">
                <a16:creationId xmlns:a16="http://schemas.microsoft.com/office/drawing/2014/main" id="{C9735BDE-6FB3-48A3-A087-C09F5C9BF6A6}"/>
              </a:ext>
            </a:extLst>
          </p:cNvPr>
          <p:cNvSpPr>
            <a:spLocks/>
          </p:cNvSpPr>
          <p:nvPr/>
        </p:nvSpPr>
        <p:spPr>
          <a:xfrm>
            <a:off x="52909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1" name="data_8349">
            <a:extLst>
              <a:ext uri="{FF2B5EF4-FFF2-40B4-BE49-F238E27FC236}">
                <a16:creationId xmlns:a16="http://schemas.microsoft.com/office/drawing/2014/main" id="{8C5B9750-9AD7-4041-B41A-2786BC6E179C}"/>
              </a:ext>
            </a:extLst>
          </p:cNvPr>
          <p:cNvSpPr>
            <a:spLocks/>
          </p:cNvSpPr>
          <p:nvPr/>
        </p:nvSpPr>
        <p:spPr>
          <a:xfrm>
            <a:off x="529694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2" name="data_8350">
            <a:extLst>
              <a:ext uri="{FF2B5EF4-FFF2-40B4-BE49-F238E27FC236}">
                <a16:creationId xmlns:a16="http://schemas.microsoft.com/office/drawing/2014/main" id="{84936AF1-4F67-4D54-BB66-932C8A336FF8}"/>
              </a:ext>
            </a:extLst>
          </p:cNvPr>
          <p:cNvSpPr>
            <a:spLocks/>
          </p:cNvSpPr>
          <p:nvPr/>
        </p:nvSpPr>
        <p:spPr>
          <a:xfrm>
            <a:off x="53511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3" name="data_8351">
            <a:extLst>
              <a:ext uri="{FF2B5EF4-FFF2-40B4-BE49-F238E27FC236}">
                <a16:creationId xmlns:a16="http://schemas.microsoft.com/office/drawing/2014/main" id="{61D8F24A-7AF0-461D-BB20-AEF8A5EC2F20}"/>
              </a:ext>
            </a:extLst>
          </p:cNvPr>
          <p:cNvSpPr>
            <a:spLocks/>
          </p:cNvSpPr>
          <p:nvPr/>
        </p:nvSpPr>
        <p:spPr>
          <a:xfrm>
            <a:off x="534997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4" name="data_8352">
            <a:extLst>
              <a:ext uri="{FF2B5EF4-FFF2-40B4-BE49-F238E27FC236}">
                <a16:creationId xmlns:a16="http://schemas.microsoft.com/office/drawing/2014/main" id="{39055139-CDBD-491B-A984-82C1293EBA21}"/>
              </a:ext>
            </a:extLst>
          </p:cNvPr>
          <p:cNvSpPr>
            <a:spLocks/>
          </p:cNvSpPr>
          <p:nvPr/>
        </p:nvSpPr>
        <p:spPr>
          <a:xfrm>
            <a:off x="53923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5" name="data_8353">
            <a:extLst>
              <a:ext uri="{FF2B5EF4-FFF2-40B4-BE49-F238E27FC236}">
                <a16:creationId xmlns:a16="http://schemas.microsoft.com/office/drawing/2014/main" id="{1AFC3AD5-00E5-4CE7-8D3A-F37715F65BCD}"/>
              </a:ext>
            </a:extLst>
          </p:cNvPr>
          <p:cNvSpPr>
            <a:spLocks/>
          </p:cNvSpPr>
          <p:nvPr/>
        </p:nvSpPr>
        <p:spPr>
          <a:xfrm>
            <a:off x="53726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6" name="data_8354">
            <a:extLst>
              <a:ext uri="{FF2B5EF4-FFF2-40B4-BE49-F238E27FC236}">
                <a16:creationId xmlns:a16="http://schemas.microsoft.com/office/drawing/2014/main" id="{30B5E62E-9632-4465-8091-86750578A734}"/>
              </a:ext>
            </a:extLst>
          </p:cNvPr>
          <p:cNvSpPr>
            <a:spLocks/>
          </p:cNvSpPr>
          <p:nvPr/>
        </p:nvSpPr>
        <p:spPr>
          <a:xfrm>
            <a:off x="529225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7" name="data_8355">
            <a:extLst>
              <a:ext uri="{FF2B5EF4-FFF2-40B4-BE49-F238E27FC236}">
                <a16:creationId xmlns:a16="http://schemas.microsoft.com/office/drawing/2014/main" id="{09FEA984-8304-40FC-92D2-ED763B247895}"/>
              </a:ext>
            </a:extLst>
          </p:cNvPr>
          <p:cNvSpPr>
            <a:spLocks/>
          </p:cNvSpPr>
          <p:nvPr/>
        </p:nvSpPr>
        <p:spPr>
          <a:xfrm>
            <a:off x="5311146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8" name="data_8356">
            <a:extLst>
              <a:ext uri="{FF2B5EF4-FFF2-40B4-BE49-F238E27FC236}">
                <a16:creationId xmlns:a16="http://schemas.microsoft.com/office/drawing/2014/main" id="{A30E25DB-25E8-42AD-9493-1E73DDB57EF9}"/>
              </a:ext>
            </a:extLst>
          </p:cNvPr>
          <p:cNvSpPr>
            <a:spLocks/>
          </p:cNvSpPr>
          <p:nvPr/>
        </p:nvSpPr>
        <p:spPr>
          <a:xfrm>
            <a:off x="536287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69" name="data_8357">
            <a:extLst>
              <a:ext uri="{FF2B5EF4-FFF2-40B4-BE49-F238E27FC236}">
                <a16:creationId xmlns:a16="http://schemas.microsoft.com/office/drawing/2014/main" id="{876B1149-CC24-4049-8947-EB0191BB7588}"/>
              </a:ext>
            </a:extLst>
          </p:cNvPr>
          <p:cNvSpPr>
            <a:spLocks/>
          </p:cNvSpPr>
          <p:nvPr/>
        </p:nvSpPr>
        <p:spPr>
          <a:xfrm>
            <a:off x="52846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0" name="data_8358">
            <a:extLst>
              <a:ext uri="{FF2B5EF4-FFF2-40B4-BE49-F238E27FC236}">
                <a16:creationId xmlns:a16="http://schemas.microsoft.com/office/drawing/2014/main" id="{FECE7313-F330-4857-BFB1-42435A3BA746}"/>
              </a:ext>
            </a:extLst>
          </p:cNvPr>
          <p:cNvSpPr>
            <a:spLocks/>
          </p:cNvSpPr>
          <p:nvPr/>
        </p:nvSpPr>
        <p:spPr>
          <a:xfrm>
            <a:off x="537525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1" name="data_8359">
            <a:extLst>
              <a:ext uri="{FF2B5EF4-FFF2-40B4-BE49-F238E27FC236}">
                <a16:creationId xmlns:a16="http://schemas.microsoft.com/office/drawing/2014/main" id="{7E9EB43A-3D49-4BEA-9F43-62237132FA6F}"/>
              </a:ext>
            </a:extLst>
          </p:cNvPr>
          <p:cNvSpPr>
            <a:spLocks/>
          </p:cNvSpPr>
          <p:nvPr/>
        </p:nvSpPr>
        <p:spPr>
          <a:xfrm>
            <a:off x="537968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2" name="data_8360">
            <a:extLst>
              <a:ext uri="{FF2B5EF4-FFF2-40B4-BE49-F238E27FC236}">
                <a16:creationId xmlns:a16="http://schemas.microsoft.com/office/drawing/2014/main" id="{7B46EF1F-8127-4DA4-A748-8EF0025AF475}"/>
              </a:ext>
            </a:extLst>
          </p:cNvPr>
          <p:cNvSpPr>
            <a:spLocks/>
          </p:cNvSpPr>
          <p:nvPr/>
        </p:nvSpPr>
        <p:spPr>
          <a:xfrm>
            <a:off x="536587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3" name="data_8361">
            <a:extLst>
              <a:ext uri="{FF2B5EF4-FFF2-40B4-BE49-F238E27FC236}">
                <a16:creationId xmlns:a16="http://schemas.microsoft.com/office/drawing/2014/main" id="{06E2C899-86B1-4E5F-AF9E-CF0EC6EE520C}"/>
              </a:ext>
            </a:extLst>
          </p:cNvPr>
          <p:cNvSpPr>
            <a:spLocks/>
          </p:cNvSpPr>
          <p:nvPr/>
        </p:nvSpPr>
        <p:spPr>
          <a:xfrm>
            <a:off x="53646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4" name="data_8362">
            <a:extLst>
              <a:ext uri="{FF2B5EF4-FFF2-40B4-BE49-F238E27FC236}">
                <a16:creationId xmlns:a16="http://schemas.microsoft.com/office/drawing/2014/main" id="{A5E073EA-6559-4817-8BCD-34CB170F578B}"/>
              </a:ext>
            </a:extLst>
          </p:cNvPr>
          <p:cNvSpPr>
            <a:spLocks/>
          </p:cNvSpPr>
          <p:nvPr/>
        </p:nvSpPr>
        <p:spPr>
          <a:xfrm>
            <a:off x="53703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5" name="data_8363">
            <a:extLst>
              <a:ext uri="{FF2B5EF4-FFF2-40B4-BE49-F238E27FC236}">
                <a16:creationId xmlns:a16="http://schemas.microsoft.com/office/drawing/2014/main" id="{0094D014-7598-4EA3-89CD-D46CDDCE3233}"/>
              </a:ext>
            </a:extLst>
          </p:cNvPr>
          <p:cNvSpPr>
            <a:spLocks/>
          </p:cNvSpPr>
          <p:nvPr/>
        </p:nvSpPr>
        <p:spPr>
          <a:xfrm>
            <a:off x="5345674" y="22963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6" name="data_8364">
            <a:extLst>
              <a:ext uri="{FF2B5EF4-FFF2-40B4-BE49-F238E27FC236}">
                <a16:creationId xmlns:a16="http://schemas.microsoft.com/office/drawing/2014/main" id="{AE3E33F8-C443-44CD-AD5C-D0D0D9599DBE}"/>
              </a:ext>
            </a:extLst>
          </p:cNvPr>
          <p:cNvSpPr>
            <a:spLocks/>
          </p:cNvSpPr>
          <p:nvPr/>
        </p:nvSpPr>
        <p:spPr>
          <a:xfrm>
            <a:off x="52780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7" name="data_8365">
            <a:extLst>
              <a:ext uri="{FF2B5EF4-FFF2-40B4-BE49-F238E27FC236}">
                <a16:creationId xmlns:a16="http://schemas.microsoft.com/office/drawing/2014/main" id="{31B7A468-E51B-4696-BC39-26E56A81BE5F}"/>
              </a:ext>
            </a:extLst>
          </p:cNvPr>
          <p:cNvSpPr>
            <a:spLocks/>
          </p:cNvSpPr>
          <p:nvPr/>
        </p:nvSpPr>
        <p:spPr>
          <a:xfrm>
            <a:off x="534541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8" name="data_8366">
            <a:extLst>
              <a:ext uri="{FF2B5EF4-FFF2-40B4-BE49-F238E27FC236}">
                <a16:creationId xmlns:a16="http://schemas.microsoft.com/office/drawing/2014/main" id="{B2D57439-3E42-419A-8E1D-4A44256751CE}"/>
              </a:ext>
            </a:extLst>
          </p:cNvPr>
          <p:cNvSpPr>
            <a:spLocks/>
          </p:cNvSpPr>
          <p:nvPr/>
        </p:nvSpPr>
        <p:spPr>
          <a:xfrm>
            <a:off x="52952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79" name="data_8367">
            <a:extLst>
              <a:ext uri="{FF2B5EF4-FFF2-40B4-BE49-F238E27FC236}">
                <a16:creationId xmlns:a16="http://schemas.microsoft.com/office/drawing/2014/main" id="{BED6C560-663B-45D5-88D2-D15A125BEB5D}"/>
              </a:ext>
            </a:extLst>
          </p:cNvPr>
          <p:cNvSpPr>
            <a:spLocks/>
          </p:cNvSpPr>
          <p:nvPr/>
        </p:nvSpPr>
        <p:spPr>
          <a:xfrm>
            <a:off x="5365219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0" name="data_8368">
            <a:extLst>
              <a:ext uri="{FF2B5EF4-FFF2-40B4-BE49-F238E27FC236}">
                <a16:creationId xmlns:a16="http://schemas.microsoft.com/office/drawing/2014/main" id="{991D8E79-B838-48CA-8269-6FF34E1C58D5}"/>
              </a:ext>
            </a:extLst>
          </p:cNvPr>
          <p:cNvSpPr>
            <a:spLocks/>
          </p:cNvSpPr>
          <p:nvPr/>
        </p:nvSpPr>
        <p:spPr>
          <a:xfrm>
            <a:off x="53824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1" name="data_8369">
            <a:extLst>
              <a:ext uri="{FF2B5EF4-FFF2-40B4-BE49-F238E27FC236}">
                <a16:creationId xmlns:a16="http://schemas.microsoft.com/office/drawing/2014/main" id="{DF1120F2-3CC6-4015-8175-569180872C85}"/>
              </a:ext>
            </a:extLst>
          </p:cNvPr>
          <p:cNvSpPr>
            <a:spLocks/>
          </p:cNvSpPr>
          <p:nvPr/>
        </p:nvSpPr>
        <p:spPr>
          <a:xfrm>
            <a:off x="52931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2" name="data_8370">
            <a:extLst>
              <a:ext uri="{FF2B5EF4-FFF2-40B4-BE49-F238E27FC236}">
                <a16:creationId xmlns:a16="http://schemas.microsoft.com/office/drawing/2014/main" id="{4D5C21FE-6785-4AC1-9602-0D2ED240B865}"/>
              </a:ext>
            </a:extLst>
          </p:cNvPr>
          <p:cNvSpPr>
            <a:spLocks/>
          </p:cNvSpPr>
          <p:nvPr/>
        </p:nvSpPr>
        <p:spPr>
          <a:xfrm>
            <a:off x="53663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3" name="data_8371">
            <a:extLst>
              <a:ext uri="{FF2B5EF4-FFF2-40B4-BE49-F238E27FC236}">
                <a16:creationId xmlns:a16="http://schemas.microsoft.com/office/drawing/2014/main" id="{23F41888-5E16-4939-8550-1A92D6E87D43}"/>
              </a:ext>
            </a:extLst>
          </p:cNvPr>
          <p:cNvSpPr>
            <a:spLocks/>
          </p:cNvSpPr>
          <p:nvPr/>
        </p:nvSpPr>
        <p:spPr>
          <a:xfrm>
            <a:off x="529967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4" name="data_8372">
            <a:extLst>
              <a:ext uri="{FF2B5EF4-FFF2-40B4-BE49-F238E27FC236}">
                <a16:creationId xmlns:a16="http://schemas.microsoft.com/office/drawing/2014/main" id="{55E5F3BB-88C7-4D87-BE3D-E1BC5A466C44}"/>
              </a:ext>
            </a:extLst>
          </p:cNvPr>
          <p:cNvSpPr>
            <a:spLocks/>
          </p:cNvSpPr>
          <p:nvPr/>
        </p:nvSpPr>
        <p:spPr>
          <a:xfrm>
            <a:off x="530541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5" name="data_8373">
            <a:extLst>
              <a:ext uri="{FF2B5EF4-FFF2-40B4-BE49-F238E27FC236}">
                <a16:creationId xmlns:a16="http://schemas.microsoft.com/office/drawing/2014/main" id="{354A1217-64DD-42A8-A222-C4A7E60D6F9C}"/>
              </a:ext>
            </a:extLst>
          </p:cNvPr>
          <p:cNvSpPr>
            <a:spLocks/>
          </p:cNvSpPr>
          <p:nvPr/>
        </p:nvSpPr>
        <p:spPr>
          <a:xfrm>
            <a:off x="52899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6" name="data_8374">
            <a:extLst>
              <a:ext uri="{FF2B5EF4-FFF2-40B4-BE49-F238E27FC236}">
                <a16:creationId xmlns:a16="http://schemas.microsoft.com/office/drawing/2014/main" id="{287B1C7F-B243-43DA-999A-8DC97B02E369}"/>
              </a:ext>
            </a:extLst>
          </p:cNvPr>
          <p:cNvSpPr>
            <a:spLocks/>
          </p:cNvSpPr>
          <p:nvPr/>
        </p:nvSpPr>
        <p:spPr>
          <a:xfrm>
            <a:off x="536495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7" name="data_8375">
            <a:extLst>
              <a:ext uri="{FF2B5EF4-FFF2-40B4-BE49-F238E27FC236}">
                <a16:creationId xmlns:a16="http://schemas.microsoft.com/office/drawing/2014/main" id="{027C6C1D-40EC-46F8-ACB9-EDB4105259D4}"/>
              </a:ext>
            </a:extLst>
          </p:cNvPr>
          <p:cNvSpPr>
            <a:spLocks/>
          </p:cNvSpPr>
          <p:nvPr/>
        </p:nvSpPr>
        <p:spPr>
          <a:xfrm>
            <a:off x="53985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8" name="data_8376">
            <a:extLst>
              <a:ext uri="{FF2B5EF4-FFF2-40B4-BE49-F238E27FC236}">
                <a16:creationId xmlns:a16="http://schemas.microsoft.com/office/drawing/2014/main" id="{9D7C6E17-B691-4B51-AC83-DBE4F98398AF}"/>
              </a:ext>
            </a:extLst>
          </p:cNvPr>
          <p:cNvSpPr>
            <a:spLocks/>
          </p:cNvSpPr>
          <p:nvPr/>
        </p:nvSpPr>
        <p:spPr>
          <a:xfrm>
            <a:off x="5404177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89" name="data_8377">
            <a:extLst>
              <a:ext uri="{FF2B5EF4-FFF2-40B4-BE49-F238E27FC236}">
                <a16:creationId xmlns:a16="http://schemas.microsoft.com/office/drawing/2014/main" id="{807A1FC3-9F44-458F-AE1F-DC699A1404F0}"/>
              </a:ext>
            </a:extLst>
          </p:cNvPr>
          <p:cNvSpPr>
            <a:spLocks/>
          </p:cNvSpPr>
          <p:nvPr/>
        </p:nvSpPr>
        <p:spPr>
          <a:xfrm>
            <a:off x="53236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0" name="data_8378">
            <a:extLst>
              <a:ext uri="{FF2B5EF4-FFF2-40B4-BE49-F238E27FC236}">
                <a16:creationId xmlns:a16="http://schemas.microsoft.com/office/drawing/2014/main" id="{EEC0CC17-6971-4A46-A1CD-FAF527E3F536}"/>
              </a:ext>
            </a:extLst>
          </p:cNvPr>
          <p:cNvSpPr>
            <a:spLocks/>
          </p:cNvSpPr>
          <p:nvPr/>
        </p:nvSpPr>
        <p:spPr>
          <a:xfrm>
            <a:off x="537147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1" name="data_8379">
            <a:extLst>
              <a:ext uri="{FF2B5EF4-FFF2-40B4-BE49-F238E27FC236}">
                <a16:creationId xmlns:a16="http://schemas.microsoft.com/office/drawing/2014/main" id="{E44EF025-C7DF-4439-92F4-19DC30E3CFCE}"/>
              </a:ext>
            </a:extLst>
          </p:cNvPr>
          <p:cNvSpPr>
            <a:spLocks/>
          </p:cNvSpPr>
          <p:nvPr/>
        </p:nvSpPr>
        <p:spPr>
          <a:xfrm>
            <a:off x="539675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2" name="data_8380">
            <a:extLst>
              <a:ext uri="{FF2B5EF4-FFF2-40B4-BE49-F238E27FC236}">
                <a16:creationId xmlns:a16="http://schemas.microsoft.com/office/drawing/2014/main" id="{EE30CBC0-89CF-45D8-9389-94F3E0B03253}"/>
              </a:ext>
            </a:extLst>
          </p:cNvPr>
          <p:cNvSpPr>
            <a:spLocks/>
          </p:cNvSpPr>
          <p:nvPr/>
        </p:nvSpPr>
        <p:spPr>
          <a:xfrm>
            <a:off x="538137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3" name="data_8381">
            <a:extLst>
              <a:ext uri="{FF2B5EF4-FFF2-40B4-BE49-F238E27FC236}">
                <a16:creationId xmlns:a16="http://schemas.microsoft.com/office/drawing/2014/main" id="{245FC020-C3A8-4AB5-93C6-C87C876814A2}"/>
              </a:ext>
            </a:extLst>
          </p:cNvPr>
          <p:cNvSpPr>
            <a:spLocks/>
          </p:cNvSpPr>
          <p:nvPr/>
        </p:nvSpPr>
        <p:spPr>
          <a:xfrm>
            <a:off x="53675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4" name="data_8382">
            <a:extLst>
              <a:ext uri="{FF2B5EF4-FFF2-40B4-BE49-F238E27FC236}">
                <a16:creationId xmlns:a16="http://schemas.microsoft.com/office/drawing/2014/main" id="{147A1145-E6E1-409B-97CC-80CE777D6DA6}"/>
              </a:ext>
            </a:extLst>
          </p:cNvPr>
          <p:cNvSpPr>
            <a:spLocks/>
          </p:cNvSpPr>
          <p:nvPr/>
        </p:nvSpPr>
        <p:spPr>
          <a:xfrm>
            <a:off x="53356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5" name="data_8383">
            <a:extLst>
              <a:ext uri="{FF2B5EF4-FFF2-40B4-BE49-F238E27FC236}">
                <a16:creationId xmlns:a16="http://schemas.microsoft.com/office/drawing/2014/main" id="{CB8D06AB-CC0D-4C7F-B923-C1143129D07F}"/>
              </a:ext>
            </a:extLst>
          </p:cNvPr>
          <p:cNvSpPr>
            <a:spLocks/>
          </p:cNvSpPr>
          <p:nvPr/>
        </p:nvSpPr>
        <p:spPr>
          <a:xfrm>
            <a:off x="5331732" y="289293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6" name="data_8384">
            <a:extLst>
              <a:ext uri="{FF2B5EF4-FFF2-40B4-BE49-F238E27FC236}">
                <a16:creationId xmlns:a16="http://schemas.microsoft.com/office/drawing/2014/main" id="{FCA0705F-B50C-4BDE-997D-EFE7C5ADD9CC}"/>
              </a:ext>
            </a:extLst>
          </p:cNvPr>
          <p:cNvSpPr>
            <a:spLocks/>
          </p:cNvSpPr>
          <p:nvPr/>
        </p:nvSpPr>
        <p:spPr>
          <a:xfrm>
            <a:off x="52883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7" name="data_8385">
            <a:extLst>
              <a:ext uri="{FF2B5EF4-FFF2-40B4-BE49-F238E27FC236}">
                <a16:creationId xmlns:a16="http://schemas.microsoft.com/office/drawing/2014/main" id="{E8F495F7-5314-47DC-B177-A008A0DBCF47}"/>
              </a:ext>
            </a:extLst>
          </p:cNvPr>
          <p:cNvSpPr>
            <a:spLocks/>
          </p:cNvSpPr>
          <p:nvPr/>
        </p:nvSpPr>
        <p:spPr>
          <a:xfrm>
            <a:off x="5397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8" name="data_8386">
            <a:extLst>
              <a:ext uri="{FF2B5EF4-FFF2-40B4-BE49-F238E27FC236}">
                <a16:creationId xmlns:a16="http://schemas.microsoft.com/office/drawing/2014/main" id="{C0DDA1A7-1A3E-4796-931B-D06A446A977E}"/>
              </a:ext>
            </a:extLst>
          </p:cNvPr>
          <p:cNvSpPr>
            <a:spLocks/>
          </p:cNvSpPr>
          <p:nvPr/>
        </p:nvSpPr>
        <p:spPr>
          <a:xfrm>
            <a:off x="53833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299" name="data_8387">
            <a:extLst>
              <a:ext uri="{FF2B5EF4-FFF2-40B4-BE49-F238E27FC236}">
                <a16:creationId xmlns:a16="http://schemas.microsoft.com/office/drawing/2014/main" id="{EB3D806C-3EFB-40C0-BEF7-831C904BB4F5}"/>
              </a:ext>
            </a:extLst>
          </p:cNvPr>
          <p:cNvSpPr>
            <a:spLocks/>
          </p:cNvSpPr>
          <p:nvPr/>
        </p:nvSpPr>
        <p:spPr>
          <a:xfrm>
            <a:off x="53636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0" name="data_8388">
            <a:extLst>
              <a:ext uri="{FF2B5EF4-FFF2-40B4-BE49-F238E27FC236}">
                <a16:creationId xmlns:a16="http://schemas.microsoft.com/office/drawing/2014/main" id="{FFD4AA11-19AD-4CE9-AF6E-56FBDA165FDC}"/>
              </a:ext>
            </a:extLst>
          </p:cNvPr>
          <p:cNvSpPr>
            <a:spLocks/>
          </p:cNvSpPr>
          <p:nvPr/>
        </p:nvSpPr>
        <p:spPr>
          <a:xfrm>
            <a:off x="52837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1" name="data_8389">
            <a:extLst>
              <a:ext uri="{FF2B5EF4-FFF2-40B4-BE49-F238E27FC236}">
                <a16:creationId xmlns:a16="http://schemas.microsoft.com/office/drawing/2014/main" id="{46C37D9A-8F42-4AF4-BB20-5B5EE3460E11}"/>
              </a:ext>
            </a:extLst>
          </p:cNvPr>
          <p:cNvSpPr>
            <a:spLocks/>
          </p:cNvSpPr>
          <p:nvPr/>
        </p:nvSpPr>
        <p:spPr>
          <a:xfrm>
            <a:off x="5296422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2" name="data_8390">
            <a:extLst>
              <a:ext uri="{FF2B5EF4-FFF2-40B4-BE49-F238E27FC236}">
                <a16:creationId xmlns:a16="http://schemas.microsoft.com/office/drawing/2014/main" id="{B4BEA795-76C2-4673-82E4-1D7F81534FE8}"/>
              </a:ext>
            </a:extLst>
          </p:cNvPr>
          <p:cNvSpPr>
            <a:spLocks/>
          </p:cNvSpPr>
          <p:nvPr/>
        </p:nvSpPr>
        <p:spPr>
          <a:xfrm>
            <a:off x="53090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3" name="data_8391">
            <a:extLst>
              <a:ext uri="{FF2B5EF4-FFF2-40B4-BE49-F238E27FC236}">
                <a16:creationId xmlns:a16="http://schemas.microsoft.com/office/drawing/2014/main" id="{9FCC06C1-FC4F-43C1-BE1B-0996F41ECF2A}"/>
              </a:ext>
            </a:extLst>
          </p:cNvPr>
          <p:cNvSpPr>
            <a:spLocks/>
          </p:cNvSpPr>
          <p:nvPr/>
        </p:nvSpPr>
        <p:spPr>
          <a:xfrm>
            <a:off x="536495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4" name="data_8392">
            <a:extLst>
              <a:ext uri="{FF2B5EF4-FFF2-40B4-BE49-F238E27FC236}">
                <a16:creationId xmlns:a16="http://schemas.microsoft.com/office/drawing/2014/main" id="{91F7EE0C-4485-4CB5-A11D-899ED3443BA7}"/>
              </a:ext>
            </a:extLst>
          </p:cNvPr>
          <p:cNvSpPr>
            <a:spLocks/>
          </p:cNvSpPr>
          <p:nvPr/>
        </p:nvSpPr>
        <p:spPr>
          <a:xfrm>
            <a:off x="535179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5" name="data_8393">
            <a:extLst>
              <a:ext uri="{FF2B5EF4-FFF2-40B4-BE49-F238E27FC236}">
                <a16:creationId xmlns:a16="http://schemas.microsoft.com/office/drawing/2014/main" id="{7A08550C-D525-4A15-9B2B-8D6F69832F7E}"/>
              </a:ext>
            </a:extLst>
          </p:cNvPr>
          <p:cNvSpPr>
            <a:spLocks/>
          </p:cNvSpPr>
          <p:nvPr/>
        </p:nvSpPr>
        <p:spPr>
          <a:xfrm>
            <a:off x="5301895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6" name="data_8394">
            <a:extLst>
              <a:ext uri="{FF2B5EF4-FFF2-40B4-BE49-F238E27FC236}">
                <a16:creationId xmlns:a16="http://schemas.microsoft.com/office/drawing/2014/main" id="{8706E638-0089-41CD-9A99-22E758C32C85}"/>
              </a:ext>
            </a:extLst>
          </p:cNvPr>
          <p:cNvSpPr>
            <a:spLocks/>
          </p:cNvSpPr>
          <p:nvPr/>
        </p:nvSpPr>
        <p:spPr>
          <a:xfrm>
            <a:off x="532547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7" name="data_8395">
            <a:extLst>
              <a:ext uri="{FF2B5EF4-FFF2-40B4-BE49-F238E27FC236}">
                <a16:creationId xmlns:a16="http://schemas.microsoft.com/office/drawing/2014/main" id="{EA109679-CC73-45D3-AA96-4FD000709D4E}"/>
              </a:ext>
            </a:extLst>
          </p:cNvPr>
          <p:cNvSpPr>
            <a:spLocks/>
          </p:cNvSpPr>
          <p:nvPr/>
        </p:nvSpPr>
        <p:spPr>
          <a:xfrm>
            <a:off x="5279353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8" name="data_8396">
            <a:extLst>
              <a:ext uri="{FF2B5EF4-FFF2-40B4-BE49-F238E27FC236}">
                <a16:creationId xmlns:a16="http://schemas.microsoft.com/office/drawing/2014/main" id="{FA289FE5-3CA3-4499-9B4F-42CC269CE57D}"/>
              </a:ext>
            </a:extLst>
          </p:cNvPr>
          <p:cNvSpPr>
            <a:spLocks/>
          </p:cNvSpPr>
          <p:nvPr/>
        </p:nvSpPr>
        <p:spPr>
          <a:xfrm>
            <a:off x="59907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09" name="data_8397">
            <a:extLst>
              <a:ext uri="{FF2B5EF4-FFF2-40B4-BE49-F238E27FC236}">
                <a16:creationId xmlns:a16="http://schemas.microsoft.com/office/drawing/2014/main" id="{2A512A9B-0095-4CDD-9CEB-47EC6FBD58F0}"/>
              </a:ext>
            </a:extLst>
          </p:cNvPr>
          <p:cNvSpPr>
            <a:spLocks/>
          </p:cNvSpPr>
          <p:nvPr/>
        </p:nvSpPr>
        <p:spPr>
          <a:xfrm>
            <a:off x="59657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0" name="data_8398">
            <a:extLst>
              <a:ext uri="{FF2B5EF4-FFF2-40B4-BE49-F238E27FC236}">
                <a16:creationId xmlns:a16="http://schemas.microsoft.com/office/drawing/2014/main" id="{3585BD4D-7D85-41BC-9A59-D2841ABF6D66}"/>
              </a:ext>
            </a:extLst>
          </p:cNvPr>
          <p:cNvSpPr>
            <a:spLocks/>
          </p:cNvSpPr>
          <p:nvPr/>
        </p:nvSpPr>
        <p:spPr>
          <a:xfrm>
            <a:off x="598609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1" name="data_8399">
            <a:extLst>
              <a:ext uri="{FF2B5EF4-FFF2-40B4-BE49-F238E27FC236}">
                <a16:creationId xmlns:a16="http://schemas.microsoft.com/office/drawing/2014/main" id="{F9B3648E-F83D-4A0E-97BA-9571B7F27AE6}"/>
              </a:ext>
            </a:extLst>
          </p:cNvPr>
          <p:cNvSpPr>
            <a:spLocks/>
          </p:cNvSpPr>
          <p:nvPr/>
        </p:nvSpPr>
        <p:spPr>
          <a:xfrm>
            <a:off x="5985574" y="233333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2" name="data_8400">
            <a:extLst>
              <a:ext uri="{FF2B5EF4-FFF2-40B4-BE49-F238E27FC236}">
                <a16:creationId xmlns:a16="http://schemas.microsoft.com/office/drawing/2014/main" id="{08E9BB3E-E01F-4082-92F2-E63BA00B03A1}"/>
              </a:ext>
            </a:extLst>
          </p:cNvPr>
          <p:cNvSpPr>
            <a:spLocks/>
          </p:cNvSpPr>
          <p:nvPr/>
        </p:nvSpPr>
        <p:spPr>
          <a:xfrm>
            <a:off x="600772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3" name="data_8401">
            <a:extLst>
              <a:ext uri="{FF2B5EF4-FFF2-40B4-BE49-F238E27FC236}">
                <a16:creationId xmlns:a16="http://schemas.microsoft.com/office/drawing/2014/main" id="{D748A904-950C-4467-B9B0-7344A4544DED}"/>
              </a:ext>
            </a:extLst>
          </p:cNvPr>
          <p:cNvSpPr>
            <a:spLocks/>
          </p:cNvSpPr>
          <p:nvPr/>
        </p:nvSpPr>
        <p:spPr>
          <a:xfrm>
            <a:off x="60456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4" name="data_8402">
            <a:extLst>
              <a:ext uri="{FF2B5EF4-FFF2-40B4-BE49-F238E27FC236}">
                <a16:creationId xmlns:a16="http://schemas.microsoft.com/office/drawing/2014/main" id="{13CC0C0C-FB9A-4D3A-AB26-80550F759F91}"/>
              </a:ext>
            </a:extLst>
          </p:cNvPr>
          <p:cNvSpPr>
            <a:spLocks/>
          </p:cNvSpPr>
          <p:nvPr/>
        </p:nvSpPr>
        <p:spPr>
          <a:xfrm>
            <a:off x="606948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5" name="data_8403">
            <a:extLst>
              <a:ext uri="{FF2B5EF4-FFF2-40B4-BE49-F238E27FC236}">
                <a16:creationId xmlns:a16="http://schemas.microsoft.com/office/drawing/2014/main" id="{A73930E8-259F-40E5-B053-8BE736539F2A}"/>
              </a:ext>
            </a:extLst>
          </p:cNvPr>
          <p:cNvSpPr>
            <a:spLocks/>
          </p:cNvSpPr>
          <p:nvPr/>
        </p:nvSpPr>
        <p:spPr>
          <a:xfrm>
            <a:off x="59726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6" name="data_8404">
            <a:extLst>
              <a:ext uri="{FF2B5EF4-FFF2-40B4-BE49-F238E27FC236}">
                <a16:creationId xmlns:a16="http://schemas.microsoft.com/office/drawing/2014/main" id="{6B5D67CF-8145-4EBB-80F6-1EEF92C2C617}"/>
              </a:ext>
            </a:extLst>
          </p:cNvPr>
          <p:cNvSpPr>
            <a:spLocks/>
          </p:cNvSpPr>
          <p:nvPr/>
        </p:nvSpPr>
        <p:spPr>
          <a:xfrm>
            <a:off x="603222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7" name="data_8405">
            <a:extLst>
              <a:ext uri="{FF2B5EF4-FFF2-40B4-BE49-F238E27FC236}">
                <a16:creationId xmlns:a16="http://schemas.microsoft.com/office/drawing/2014/main" id="{34FA12B6-3424-4EAB-B432-D9E0BD831CAC}"/>
              </a:ext>
            </a:extLst>
          </p:cNvPr>
          <p:cNvSpPr>
            <a:spLocks/>
          </p:cNvSpPr>
          <p:nvPr/>
        </p:nvSpPr>
        <p:spPr>
          <a:xfrm>
            <a:off x="59730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8" name="data_8406">
            <a:extLst>
              <a:ext uri="{FF2B5EF4-FFF2-40B4-BE49-F238E27FC236}">
                <a16:creationId xmlns:a16="http://schemas.microsoft.com/office/drawing/2014/main" id="{CE97963D-51C0-43CC-8883-4D774B861314}"/>
              </a:ext>
            </a:extLst>
          </p:cNvPr>
          <p:cNvSpPr>
            <a:spLocks/>
          </p:cNvSpPr>
          <p:nvPr/>
        </p:nvSpPr>
        <p:spPr>
          <a:xfrm>
            <a:off x="59587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19" name="data_8407">
            <a:extLst>
              <a:ext uri="{FF2B5EF4-FFF2-40B4-BE49-F238E27FC236}">
                <a16:creationId xmlns:a16="http://schemas.microsoft.com/office/drawing/2014/main" id="{2B49425D-EF7B-41DF-8575-4D98D73544C5}"/>
              </a:ext>
            </a:extLst>
          </p:cNvPr>
          <p:cNvSpPr>
            <a:spLocks/>
          </p:cNvSpPr>
          <p:nvPr/>
        </p:nvSpPr>
        <p:spPr>
          <a:xfrm>
            <a:off x="6059061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0" name="data_8408">
            <a:extLst>
              <a:ext uri="{FF2B5EF4-FFF2-40B4-BE49-F238E27FC236}">
                <a16:creationId xmlns:a16="http://schemas.microsoft.com/office/drawing/2014/main" id="{FC5332D1-8A0D-41C2-B11D-394B5C0A65CD}"/>
              </a:ext>
            </a:extLst>
          </p:cNvPr>
          <p:cNvSpPr>
            <a:spLocks/>
          </p:cNvSpPr>
          <p:nvPr/>
        </p:nvSpPr>
        <p:spPr>
          <a:xfrm>
            <a:off x="608577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1" name="data_8409">
            <a:extLst>
              <a:ext uri="{FF2B5EF4-FFF2-40B4-BE49-F238E27FC236}">
                <a16:creationId xmlns:a16="http://schemas.microsoft.com/office/drawing/2014/main" id="{1A0C67BC-9103-40A8-8A90-59BE10563CF5}"/>
              </a:ext>
            </a:extLst>
          </p:cNvPr>
          <p:cNvSpPr>
            <a:spLocks/>
          </p:cNvSpPr>
          <p:nvPr/>
        </p:nvSpPr>
        <p:spPr>
          <a:xfrm>
            <a:off x="60073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2" name="data_8410">
            <a:extLst>
              <a:ext uri="{FF2B5EF4-FFF2-40B4-BE49-F238E27FC236}">
                <a16:creationId xmlns:a16="http://schemas.microsoft.com/office/drawing/2014/main" id="{93195E59-8019-414E-A70E-294588B7D968}"/>
              </a:ext>
            </a:extLst>
          </p:cNvPr>
          <p:cNvSpPr>
            <a:spLocks/>
          </p:cNvSpPr>
          <p:nvPr/>
        </p:nvSpPr>
        <p:spPr>
          <a:xfrm>
            <a:off x="607873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3" name="data_8411">
            <a:extLst>
              <a:ext uri="{FF2B5EF4-FFF2-40B4-BE49-F238E27FC236}">
                <a16:creationId xmlns:a16="http://schemas.microsoft.com/office/drawing/2014/main" id="{7863571C-19F0-4F9E-AF40-4740CB2BADD1}"/>
              </a:ext>
            </a:extLst>
          </p:cNvPr>
          <p:cNvSpPr>
            <a:spLocks/>
          </p:cNvSpPr>
          <p:nvPr/>
        </p:nvSpPr>
        <p:spPr>
          <a:xfrm>
            <a:off x="5985965" y="267884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4" name="data_8412">
            <a:extLst>
              <a:ext uri="{FF2B5EF4-FFF2-40B4-BE49-F238E27FC236}">
                <a16:creationId xmlns:a16="http://schemas.microsoft.com/office/drawing/2014/main" id="{D286B1BD-ABAC-4CBC-8EDA-01415AEE8498}"/>
              </a:ext>
            </a:extLst>
          </p:cNvPr>
          <p:cNvSpPr>
            <a:spLocks/>
          </p:cNvSpPr>
          <p:nvPr/>
        </p:nvSpPr>
        <p:spPr>
          <a:xfrm>
            <a:off x="6010721" y="278013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5" name="data_8413">
            <a:extLst>
              <a:ext uri="{FF2B5EF4-FFF2-40B4-BE49-F238E27FC236}">
                <a16:creationId xmlns:a16="http://schemas.microsoft.com/office/drawing/2014/main" id="{8858D407-619D-454B-935A-BB791E8F7460}"/>
              </a:ext>
            </a:extLst>
          </p:cNvPr>
          <p:cNvSpPr>
            <a:spLocks/>
          </p:cNvSpPr>
          <p:nvPr/>
        </p:nvSpPr>
        <p:spPr>
          <a:xfrm>
            <a:off x="6049549" y="29848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6" name="data_8414">
            <a:extLst>
              <a:ext uri="{FF2B5EF4-FFF2-40B4-BE49-F238E27FC236}">
                <a16:creationId xmlns:a16="http://schemas.microsoft.com/office/drawing/2014/main" id="{D9CC0733-7E4D-4FAB-BC81-22EAAA1D5ABC}"/>
              </a:ext>
            </a:extLst>
          </p:cNvPr>
          <p:cNvSpPr>
            <a:spLocks/>
          </p:cNvSpPr>
          <p:nvPr/>
        </p:nvSpPr>
        <p:spPr>
          <a:xfrm>
            <a:off x="607287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7" name="data_8415">
            <a:extLst>
              <a:ext uri="{FF2B5EF4-FFF2-40B4-BE49-F238E27FC236}">
                <a16:creationId xmlns:a16="http://schemas.microsoft.com/office/drawing/2014/main" id="{3170B99D-3C0F-4317-B729-EA7653C8EF45}"/>
              </a:ext>
            </a:extLst>
          </p:cNvPr>
          <p:cNvSpPr>
            <a:spLocks/>
          </p:cNvSpPr>
          <p:nvPr/>
        </p:nvSpPr>
        <p:spPr>
          <a:xfrm>
            <a:off x="608551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8" name="data_8416">
            <a:extLst>
              <a:ext uri="{FF2B5EF4-FFF2-40B4-BE49-F238E27FC236}">
                <a16:creationId xmlns:a16="http://schemas.microsoft.com/office/drawing/2014/main" id="{1458366C-5D90-44C7-9DAC-E78B8AA4C1EC}"/>
              </a:ext>
            </a:extLst>
          </p:cNvPr>
          <p:cNvSpPr>
            <a:spLocks/>
          </p:cNvSpPr>
          <p:nvPr/>
        </p:nvSpPr>
        <p:spPr>
          <a:xfrm>
            <a:off x="604055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29" name="data_8417">
            <a:extLst>
              <a:ext uri="{FF2B5EF4-FFF2-40B4-BE49-F238E27FC236}">
                <a16:creationId xmlns:a16="http://schemas.microsoft.com/office/drawing/2014/main" id="{812DAEA6-7C7D-4BA6-8A4F-E65B915E39B6}"/>
              </a:ext>
            </a:extLst>
          </p:cNvPr>
          <p:cNvSpPr>
            <a:spLocks/>
          </p:cNvSpPr>
          <p:nvPr/>
        </p:nvSpPr>
        <p:spPr>
          <a:xfrm>
            <a:off x="5963293" y="2933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0" name="data_8418">
            <a:extLst>
              <a:ext uri="{FF2B5EF4-FFF2-40B4-BE49-F238E27FC236}">
                <a16:creationId xmlns:a16="http://schemas.microsoft.com/office/drawing/2014/main" id="{BAEC025B-3A44-4E31-8DD6-6A8F09A55383}"/>
              </a:ext>
            </a:extLst>
          </p:cNvPr>
          <p:cNvSpPr>
            <a:spLocks/>
          </p:cNvSpPr>
          <p:nvPr/>
        </p:nvSpPr>
        <p:spPr>
          <a:xfrm>
            <a:off x="598257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1" name="data_8419">
            <a:extLst>
              <a:ext uri="{FF2B5EF4-FFF2-40B4-BE49-F238E27FC236}">
                <a16:creationId xmlns:a16="http://schemas.microsoft.com/office/drawing/2014/main" id="{4AE9E58E-1CF2-4891-BD9D-1752FA7599FE}"/>
              </a:ext>
            </a:extLst>
          </p:cNvPr>
          <p:cNvSpPr>
            <a:spLocks/>
          </p:cNvSpPr>
          <p:nvPr/>
        </p:nvSpPr>
        <p:spPr>
          <a:xfrm>
            <a:off x="599104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2" name="data_8420">
            <a:extLst>
              <a:ext uri="{FF2B5EF4-FFF2-40B4-BE49-F238E27FC236}">
                <a16:creationId xmlns:a16="http://schemas.microsoft.com/office/drawing/2014/main" id="{CA81B497-71B3-48F0-A73C-DE877719B747}"/>
              </a:ext>
            </a:extLst>
          </p:cNvPr>
          <p:cNvSpPr>
            <a:spLocks/>
          </p:cNvSpPr>
          <p:nvPr/>
        </p:nvSpPr>
        <p:spPr>
          <a:xfrm>
            <a:off x="596303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3" name="data_8421">
            <a:extLst>
              <a:ext uri="{FF2B5EF4-FFF2-40B4-BE49-F238E27FC236}">
                <a16:creationId xmlns:a16="http://schemas.microsoft.com/office/drawing/2014/main" id="{FFF86D63-AE80-41E7-8896-8B3D1F613F72}"/>
              </a:ext>
            </a:extLst>
          </p:cNvPr>
          <p:cNvSpPr>
            <a:spLocks/>
          </p:cNvSpPr>
          <p:nvPr/>
        </p:nvSpPr>
        <p:spPr>
          <a:xfrm>
            <a:off x="596225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4" name="data_8422">
            <a:extLst>
              <a:ext uri="{FF2B5EF4-FFF2-40B4-BE49-F238E27FC236}">
                <a16:creationId xmlns:a16="http://schemas.microsoft.com/office/drawing/2014/main" id="{7C67C7DC-8005-49F1-858F-717E539CEF00}"/>
              </a:ext>
            </a:extLst>
          </p:cNvPr>
          <p:cNvSpPr>
            <a:spLocks/>
          </p:cNvSpPr>
          <p:nvPr/>
        </p:nvSpPr>
        <p:spPr>
          <a:xfrm>
            <a:off x="59875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5" name="data_8423">
            <a:extLst>
              <a:ext uri="{FF2B5EF4-FFF2-40B4-BE49-F238E27FC236}">
                <a16:creationId xmlns:a16="http://schemas.microsoft.com/office/drawing/2014/main" id="{F834DF77-F526-4EB2-8413-02CA1295B987}"/>
              </a:ext>
            </a:extLst>
          </p:cNvPr>
          <p:cNvSpPr>
            <a:spLocks/>
          </p:cNvSpPr>
          <p:nvPr/>
        </p:nvSpPr>
        <p:spPr>
          <a:xfrm>
            <a:off x="60366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6" name="data_8424">
            <a:extLst>
              <a:ext uri="{FF2B5EF4-FFF2-40B4-BE49-F238E27FC236}">
                <a16:creationId xmlns:a16="http://schemas.microsoft.com/office/drawing/2014/main" id="{0B5E207C-D8D5-403C-B9AD-386A17FB8326}"/>
              </a:ext>
            </a:extLst>
          </p:cNvPr>
          <p:cNvSpPr>
            <a:spLocks/>
          </p:cNvSpPr>
          <p:nvPr/>
        </p:nvSpPr>
        <p:spPr>
          <a:xfrm>
            <a:off x="598062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7" name="data_8425">
            <a:extLst>
              <a:ext uri="{FF2B5EF4-FFF2-40B4-BE49-F238E27FC236}">
                <a16:creationId xmlns:a16="http://schemas.microsoft.com/office/drawing/2014/main" id="{850A8252-BB8A-41C8-9A70-DB448BB2F5D2}"/>
              </a:ext>
            </a:extLst>
          </p:cNvPr>
          <p:cNvSpPr>
            <a:spLocks/>
          </p:cNvSpPr>
          <p:nvPr/>
        </p:nvSpPr>
        <p:spPr>
          <a:xfrm>
            <a:off x="601971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8" name="data_8426">
            <a:extLst>
              <a:ext uri="{FF2B5EF4-FFF2-40B4-BE49-F238E27FC236}">
                <a16:creationId xmlns:a16="http://schemas.microsoft.com/office/drawing/2014/main" id="{D16240B8-5DE3-473C-A2E4-7311EC2694DD}"/>
              </a:ext>
            </a:extLst>
          </p:cNvPr>
          <p:cNvSpPr>
            <a:spLocks/>
          </p:cNvSpPr>
          <p:nvPr/>
        </p:nvSpPr>
        <p:spPr>
          <a:xfrm>
            <a:off x="600590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39" name="data_8427">
            <a:extLst>
              <a:ext uri="{FF2B5EF4-FFF2-40B4-BE49-F238E27FC236}">
                <a16:creationId xmlns:a16="http://schemas.microsoft.com/office/drawing/2014/main" id="{C3D5681B-378E-45B3-93EF-1F14D1512E93}"/>
              </a:ext>
            </a:extLst>
          </p:cNvPr>
          <p:cNvSpPr>
            <a:spLocks/>
          </p:cNvSpPr>
          <p:nvPr/>
        </p:nvSpPr>
        <p:spPr>
          <a:xfrm>
            <a:off x="60705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0" name="data_8428">
            <a:extLst>
              <a:ext uri="{FF2B5EF4-FFF2-40B4-BE49-F238E27FC236}">
                <a16:creationId xmlns:a16="http://schemas.microsoft.com/office/drawing/2014/main" id="{EB09D9D4-33C4-4DDA-9A04-4DF857AE6490}"/>
              </a:ext>
            </a:extLst>
          </p:cNvPr>
          <p:cNvSpPr>
            <a:spLocks/>
          </p:cNvSpPr>
          <p:nvPr/>
        </p:nvSpPr>
        <p:spPr>
          <a:xfrm>
            <a:off x="5993001" y="38976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1" name="data_8429">
            <a:extLst>
              <a:ext uri="{FF2B5EF4-FFF2-40B4-BE49-F238E27FC236}">
                <a16:creationId xmlns:a16="http://schemas.microsoft.com/office/drawing/2014/main" id="{92C20209-8321-4469-8146-62C38583F9EC}"/>
              </a:ext>
            </a:extLst>
          </p:cNvPr>
          <p:cNvSpPr>
            <a:spLocks/>
          </p:cNvSpPr>
          <p:nvPr/>
        </p:nvSpPr>
        <p:spPr>
          <a:xfrm>
            <a:off x="60465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2" name="data_8430">
            <a:extLst>
              <a:ext uri="{FF2B5EF4-FFF2-40B4-BE49-F238E27FC236}">
                <a16:creationId xmlns:a16="http://schemas.microsoft.com/office/drawing/2014/main" id="{BC2CF9E1-A351-438B-8078-2ACF4DBBDC11}"/>
              </a:ext>
            </a:extLst>
          </p:cNvPr>
          <p:cNvSpPr>
            <a:spLocks/>
          </p:cNvSpPr>
          <p:nvPr/>
        </p:nvSpPr>
        <p:spPr>
          <a:xfrm>
            <a:off x="604981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3" name="data_8431">
            <a:extLst>
              <a:ext uri="{FF2B5EF4-FFF2-40B4-BE49-F238E27FC236}">
                <a16:creationId xmlns:a16="http://schemas.microsoft.com/office/drawing/2014/main" id="{F0C6C7ED-46DC-4E52-833E-E11F314586CE}"/>
              </a:ext>
            </a:extLst>
          </p:cNvPr>
          <p:cNvSpPr>
            <a:spLocks/>
          </p:cNvSpPr>
          <p:nvPr/>
        </p:nvSpPr>
        <p:spPr>
          <a:xfrm>
            <a:off x="5962641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4" name="data_8432">
            <a:extLst>
              <a:ext uri="{FF2B5EF4-FFF2-40B4-BE49-F238E27FC236}">
                <a16:creationId xmlns:a16="http://schemas.microsoft.com/office/drawing/2014/main" id="{BFC4C38B-271B-45BB-98CC-0F025131770E}"/>
              </a:ext>
            </a:extLst>
          </p:cNvPr>
          <p:cNvSpPr>
            <a:spLocks/>
          </p:cNvSpPr>
          <p:nvPr/>
        </p:nvSpPr>
        <p:spPr>
          <a:xfrm>
            <a:off x="60688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5" name="data_8433">
            <a:extLst>
              <a:ext uri="{FF2B5EF4-FFF2-40B4-BE49-F238E27FC236}">
                <a16:creationId xmlns:a16="http://schemas.microsoft.com/office/drawing/2014/main" id="{F101F8A7-AE35-4B81-B320-4EB5AA9A2968}"/>
              </a:ext>
            </a:extLst>
          </p:cNvPr>
          <p:cNvSpPr>
            <a:spLocks/>
          </p:cNvSpPr>
          <p:nvPr/>
        </p:nvSpPr>
        <p:spPr>
          <a:xfrm>
            <a:off x="59595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6" name="data_8434">
            <a:extLst>
              <a:ext uri="{FF2B5EF4-FFF2-40B4-BE49-F238E27FC236}">
                <a16:creationId xmlns:a16="http://schemas.microsoft.com/office/drawing/2014/main" id="{9731A0A7-4B81-4A68-8546-CB675C58B52F}"/>
              </a:ext>
            </a:extLst>
          </p:cNvPr>
          <p:cNvSpPr>
            <a:spLocks/>
          </p:cNvSpPr>
          <p:nvPr/>
        </p:nvSpPr>
        <p:spPr>
          <a:xfrm>
            <a:off x="6068572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7" name="data_8435">
            <a:extLst>
              <a:ext uri="{FF2B5EF4-FFF2-40B4-BE49-F238E27FC236}">
                <a16:creationId xmlns:a16="http://schemas.microsoft.com/office/drawing/2014/main" id="{BFE5C7D2-DF7C-49E8-9021-8DE62B18EE15}"/>
              </a:ext>
            </a:extLst>
          </p:cNvPr>
          <p:cNvSpPr>
            <a:spLocks/>
          </p:cNvSpPr>
          <p:nvPr/>
        </p:nvSpPr>
        <p:spPr>
          <a:xfrm>
            <a:off x="60812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8" name="data_8436">
            <a:extLst>
              <a:ext uri="{FF2B5EF4-FFF2-40B4-BE49-F238E27FC236}">
                <a16:creationId xmlns:a16="http://schemas.microsoft.com/office/drawing/2014/main" id="{A72C52C3-E168-4443-9A95-3B9090DC3EC8}"/>
              </a:ext>
            </a:extLst>
          </p:cNvPr>
          <p:cNvSpPr>
            <a:spLocks/>
          </p:cNvSpPr>
          <p:nvPr/>
        </p:nvSpPr>
        <p:spPr>
          <a:xfrm>
            <a:off x="603743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49" name="data_8437">
            <a:extLst>
              <a:ext uri="{FF2B5EF4-FFF2-40B4-BE49-F238E27FC236}">
                <a16:creationId xmlns:a16="http://schemas.microsoft.com/office/drawing/2014/main" id="{D235D80C-9901-4282-AD44-C5B9CF74D3E5}"/>
              </a:ext>
            </a:extLst>
          </p:cNvPr>
          <p:cNvSpPr>
            <a:spLocks/>
          </p:cNvSpPr>
          <p:nvPr/>
        </p:nvSpPr>
        <p:spPr>
          <a:xfrm>
            <a:off x="599834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0" name="data_8438">
            <a:extLst>
              <a:ext uri="{FF2B5EF4-FFF2-40B4-BE49-F238E27FC236}">
                <a16:creationId xmlns:a16="http://schemas.microsoft.com/office/drawing/2014/main" id="{EFC65E4C-E13E-444A-AEE6-A677E6F79E4D}"/>
              </a:ext>
            </a:extLst>
          </p:cNvPr>
          <p:cNvSpPr>
            <a:spLocks/>
          </p:cNvSpPr>
          <p:nvPr/>
        </p:nvSpPr>
        <p:spPr>
          <a:xfrm>
            <a:off x="605293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1" name="data_8439">
            <a:extLst>
              <a:ext uri="{FF2B5EF4-FFF2-40B4-BE49-F238E27FC236}">
                <a16:creationId xmlns:a16="http://schemas.microsoft.com/office/drawing/2014/main" id="{84295E53-44D9-46C0-B6F1-77E4B26B6EF1}"/>
              </a:ext>
            </a:extLst>
          </p:cNvPr>
          <p:cNvSpPr>
            <a:spLocks/>
          </p:cNvSpPr>
          <p:nvPr/>
        </p:nvSpPr>
        <p:spPr>
          <a:xfrm>
            <a:off x="59866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2" name="data_8440">
            <a:extLst>
              <a:ext uri="{FF2B5EF4-FFF2-40B4-BE49-F238E27FC236}">
                <a16:creationId xmlns:a16="http://schemas.microsoft.com/office/drawing/2014/main" id="{FBED050F-4689-423A-B983-C125638A5C26}"/>
              </a:ext>
            </a:extLst>
          </p:cNvPr>
          <p:cNvSpPr>
            <a:spLocks/>
          </p:cNvSpPr>
          <p:nvPr/>
        </p:nvSpPr>
        <p:spPr>
          <a:xfrm>
            <a:off x="60201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3" name="data_8441">
            <a:extLst>
              <a:ext uri="{FF2B5EF4-FFF2-40B4-BE49-F238E27FC236}">
                <a16:creationId xmlns:a16="http://schemas.microsoft.com/office/drawing/2014/main" id="{129A9677-5A79-44EB-8323-BCA5E1B80C60}"/>
              </a:ext>
            </a:extLst>
          </p:cNvPr>
          <p:cNvSpPr>
            <a:spLocks/>
          </p:cNvSpPr>
          <p:nvPr/>
        </p:nvSpPr>
        <p:spPr>
          <a:xfrm>
            <a:off x="60201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4" name="data_8442">
            <a:extLst>
              <a:ext uri="{FF2B5EF4-FFF2-40B4-BE49-F238E27FC236}">
                <a16:creationId xmlns:a16="http://schemas.microsoft.com/office/drawing/2014/main" id="{EC7B20E8-E827-4138-8C21-DD4312B6F451}"/>
              </a:ext>
            </a:extLst>
          </p:cNvPr>
          <p:cNvSpPr>
            <a:spLocks/>
          </p:cNvSpPr>
          <p:nvPr/>
        </p:nvSpPr>
        <p:spPr>
          <a:xfrm>
            <a:off x="5981013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5" name="data_8443">
            <a:extLst>
              <a:ext uri="{FF2B5EF4-FFF2-40B4-BE49-F238E27FC236}">
                <a16:creationId xmlns:a16="http://schemas.microsoft.com/office/drawing/2014/main" id="{E4AF0BD6-EB79-4F46-9744-C575FDD9609E}"/>
              </a:ext>
            </a:extLst>
          </p:cNvPr>
          <p:cNvSpPr>
            <a:spLocks/>
          </p:cNvSpPr>
          <p:nvPr/>
        </p:nvSpPr>
        <p:spPr>
          <a:xfrm>
            <a:off x="607183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6" name="data_8444">
            <a:extLst>
              <a:ext uri="{FF2B5EF4-FFF2-40B4-BE49-F238E27FC236}">
                <a16:creationId xmlns:a16="http://schemas.microsoft.com/office/drawing/2014/main" id="{AB254B7C-9176-4DD7-92C7-12888FA9AF19}"/>
              </a:ext>
            </a:extLst>
          </p:cNvPr>
          <p:cNvSpPr>
            <a:spLocks/>
          </p:cNvSpPr>
          <p:nvPr/>
        </p:nvSpPr>
        <p:spPr>
          <a:xfrm>
            <a:off x="600055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7" name="data_8445">
            <a:extLst>
              <a:ext uri="{FF2B5EF4-FFF2-40B4-BE49-F238E27FC236}">
                <a16:creationId xmlns:a16="http://schemas.microsoft.com/office/drawing/2014/main" id="{CD50370D-CC7C-4113-9884-3D2B9D9BB488}"/>
              </a:ext>
            </a:extLst>
          </p:cNvPr>
          <p:cNvSpPr>
            <a:spLocks/>
          </p:cNvSpPr>
          <p:nvPr/>
        </p:nvSpPr>
        <p:spPr>
          <a:xfrm>
            <a:off x="6013196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8" name="data_8446">
            <a:extLst>
              <a:ext uri="{FF2B5EF4-FFF2-40B4-BE49-F238E27FC236}">
                <a16:creationId xmlns:a16="http://schemas.microsoft.com/office/drawing/2014/main" id="{FA434247-8E5F-40C5-B78A-693994F9EAC1}"/>
              </a:ext>
            </a:extLst>
          </p:cNvPr>
          <p:cNvSpPr>
            <a:spLocks/>
          </p:cNvSpPr>
          <p:nvPr/>
        </p:nvSpPr>
        <p:spPr>
          <a:xfrm>
            <a:off x="60843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59" name="data_8447">
            <a:extLst>
              <a:ext uri="{FF2B5EF4-FFF2-40B4-BE49-F238E27FC236}">
                <a16:creationId xmlns:a16="http://schemas.microsoft.com/office/drawing/2014/main" id="{BA74A99B-A140-4E4A-BC28-1649CD1A8FDC}"/>
              </a:ext>
            </a:extLst>
          </p:cNvPr>
          <p:cNvSpPr>
            <a:spLocks/>
          </p:cNvSpPr>
          <p:nvPr/>
        </p:nvSpPr>
        <p:spPr>
          <a:xfrm>
            <a:off x="60452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0" name="data_8448">
            <a:extLst>
              <a:ext uri="{FF2B5EF4-FFF2-40B4-BE49-F238E27FC236}">
                <a16:creationId xmlns:a16="http://schemas.microsoft.com/office/drawing/2014/main" id="{3BEB0D48-0984-4A3A-8B6A-4C95416190F3}"/>
              </a:ext>
            </a:extLst>
          </p:cNvPr>
          <p:cNvSpPr>
            <a:spLocks/>
          </p:cNvSpPr>
          <p:nvPr/>
        </p:nvSpPr>
        <p:spPr>
          <a:xfrm>
            <a:off x="6079648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1" name="data_8449">
            <a:extLst>
              <a:ext uri="{FF2B5EF4-FFF2-40B4-BE49-F238E27FC236}">
                <a16:creationId xmlns:a16="http://schemas.microsoft.com/office/drawing/2014/main" id="{E25A1F14-D553-4659-9638-48BFB1303FD2}"/>
              </a:ext>
            </a:extLst>
          </p:cNvPr>
          <p:cNvSpPr>
            <a:spLocks/>
          </p:cNvSpPr>
          <p:nvPr/>
        </p:nvSpPr>
        <p:spPr>
          <a:xfrm>
            <a:off x="59644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2" name="data_8450">
            <a:extLst>
              <a:ext uri="{FF2B5EF4-FFF2-40B4-BE49-F238E27FC236}">
                <a16:creationId xmlns:a16="http://schemas.microsoft.com/office/drawing/2014/main" id="{17368367-91EB-48C0-B709-B42DC1355717}"/>
              </a:ext>
            </a:extLst>
          </p:cNvPr>
          <p:cNvSpPr>
            <a:spLocks/>
          </p:cNvSpPr>
          <p:nvPr/>
        </p:nvSpPr>
        <p:spPr>
          <a:xfrm>
            <a:off x="60700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3" name="data_8451">
            <a:extLst>
              <a:ext uri="{FF2B5EF4-FFF2-40B4-BE49-F238E27FC236}">
                <a16:creationId xmlns:a16="http://schemas.microsoft.com/office/drawing/2014/main" id="{7013DE83-75C9-42EA-AFEE-E034AEFCF04F}"/>
              </a:ext>
            </a:extLst>
          </p:cNvPr>
          <p:cNvSpPr>
            <a:spLocks/>
          </p:cNvSpPr>
          <p:nvPr/>
        </p:nvSpPr>
        <p:spPr>
          <a:xfrm>
            <a:off x="60528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4" name="data_8452">
            <a:extLst>
              <a:ext uri="{FF2B5EF4-FFF2-40B4-BE49-F238E27FC236}">
                <a16:creationId xmlns:a16="http://schemas.microsoft.com/office/drawing/2014/main" id="{07F751D8-375B-4588-89FF-1CCD89E5E420}"/>
              </a:ext>
            </a:extLst>
          </p:cNvPr>
          <p:cNvSpPr>
            <a:spLocks/>
          </p:cNvSpPr>
          <p:nvPr/>
        </p:nvSpPr>
        <p:spPr>
          <a:xfrm>
            <a:off x="60078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5" name="data_8453">
            <a:extLst>
              <a:ext uri="{FF2B5EF4-FFF2-40B4-BE49-F238E27FC236}">
                <a16:creationId xmlns:a16="http://schemas.microsoft.com/office/drawing/2014/main" id="{A765E16A-D502-4C8B-88B0-9A756ADD23E1}"/>
              </a:ext>
            </a:extLst>
          </p:cNvPr>
          <p:cNvSpPr>
            <a:spLocks/>
          </p:cNvSpPr>
          <p:nvPr/>
        </p:nvSpPr>
        <p:spPr>
          <a:xfrm>
            <a:off x="605788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6" name="data_8454">
            <a:extLst>
              <a:ext uri="{FF2B5EF4-FFF2-40B4-BE49-F238E27FC236}">
                <a16:creationId xmlns:a16="http://schemas.microsoft.com/office/drawing/2014/main" id="{ED9D4353-5A13-4E3D-8AAC-5DEB89EA0E38}"/>
              </a:ext>
            </a:extLst>
          </p:cNvPr>
          <p:cNvSpPr>
            <a:spLocks/>
          </p:cNvSpPr>
          <p:nvPr/>
        </p:nvSpPr>
        <p:spPr>
          <a:xfrm>
            <a:off x="608499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7" name="data_8455">
            <a:extLst>
              <a:ext uri="{FF2B5EF4-FFF2-40B4-BE49-F238E27FC236}">
                <a16:creationId xmlns:a16="http://schemas.microsoft.com/office/drawing/2014/main" id="{8B40EA89-4374-4B3E-AD76-41369E206652}"/>
              </a:ext>
            </a:extLst>
          </p:cNvPr>
          <p:cNvSpPr>
            <a:spLocks/>
          </p:cNvSpPr>
          <p:nvPr/>
        </p:nvSpPr>
        <p:spPr>
          <a:xfrm>
            <a:off x="60442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8" name="data_8456">
            <a:extLst>
              <a:ext uri="{FF2B5EF4-FFF2-40B4-BE49-F238E27FC236}">
                <a16:creationId xmlns:a16="http://schemas.microsoft.com/office/drawing/2014/main" id="{8CB41875-4186-4BF2-A0FB-C2AFD947A03D}"/>
              </a:ext>
            </a:extLst>
          </p:cNvPr>
          <p:cNvSpPr>
            <a:spLocks/>
          </p:cNvSpPr>
          <p:nvPr/>
        </p:nvSpPr>
        <p:spPr>
          <a:xfrm>
            <a:off x="605424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69" name="data_8457">
            <a:extLst>
              <a:ext uri="{FF2B5EF4-FFF2-40B4-BE49-F238E27FC236}">
                <a16:creationId xmlns:a16="http://schemas.microsoft.com/office/drawing/2014/main" id="{F927B55D-7AE5-4DAC-A6CF-D3D8FF929B9F}"/>
              </a:ext>
            </a:extLst>
          </p:cNvPr>
          <p:cNvSpPr>
            <a:spLocks/>
          </p:cNvSpPr>
          <p:nvPr/>
        </p:nvSpPr>
        <p:spPr>
          <a:xfrm>
            <a:off x="6053067" y="35672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0" name="data_8458">
            <a:extLst>
              <a:ext uri="{FF2B5EF4-FFF2-40B4-BE49-F238E27FC236}">
                <a16:creationId xmlns:a16="http://schemas.microsoft.com/office/drawing/2014/main" id="{0D43B7DC-F37E-49CA-9998-3D1F8F4A07BA}"/>
              </a:ext>
            </a:extLst>
          </p:cNvPr>
          <p:cNvSpPr>
            <a:spLocks/>
          </p:cNvSpPr>
          <p:nvPr/>
        </p:nvSpPr>
        <p:spPr>
          <a:xfrm>
            <a:off x="603222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1" name="data_8459">
            <a:extLst>
              <a:ext uri="{FF2B5EF4-FFF2-40B4-BE49-F238E27FC236}">
                <a16:creationId xmlns:a16="http://schemas.microsoft.com/office/drawing/2014/main" id="{73708E9F-CD21-4D23-A17B-B6B61742B700}"/>
              </a:ext>
            </a:extLst>
          </p:cNvPr>
          <p:cNvSpPr>
            <a:spLocks/>
          </p:cNvSpPr>
          <p:nvPr/>
        </p:nvSpPr>
        <p:spPr>
          <a:xfrm>
            <a:off x="5995867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2" name="data_8460">
            <a:extLst>
              <a:ext uri="{FF2B5EF4-FFF2-40B4-BE49-F238E27FC236}">
                <a16:creationId xmlns:a16="http://schemas.microsoft.com/office/drawing/2014/main" id="{01C117AA-8213-4C3F-A31D-51FF6A73F43C}"/>
              </a:ext>
            </a:extLst>
          </p:cNvPr>
          <p:cNvSpPr>
            <a:spLocks/>
          </p:cNvSpPr>
          <p:nvPr/>
        </p:nvSpPr>
        <p:spPr>
          <a:xfrm>
            <a:off x="607586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3" name="data_8461">
            <a:extLst>
              <a:ext uri="{FF2B5EF4-FFF2-40B4-BE49-F238E27FC236}">
                <a16:creationId xmlns:a16="http://schemas.microsoft.com/office/drawing/2014/main" id="{B45BE173-4BFB-4130-915F-6C1BDF903996}"/>
              </a:ext>
            </a:extLst>
          </p:cNvPr>
          <p:cNvSpPr>
            <a:spLocks/>
          </p:cNvSpPr>
          <p:nvPr/>
        </p:nvSpPr>
        <p:spPr>
          <a:xfrm>
            <a:off x="59820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4" name="data_8462">
            <a:extLst>
              <a:ext uri="{FF2B5EF4-FFF2-40B4-BE49-F238E27FC236}">
                <a16:creationId xmlns:a16="http://schemas.microsoft.com/office/drawing/2014/main" id="{33AD8DB8-5754-4C08-918F-37B2F55D877F}"/>
              </a:ext>
            </a:extLst>
          </p:cNvPr>
          <p:cNvSpPr>
            <a:spLocks/>
          </p:cNvSpPr>
          <p:nvPr/>
        </p:nvSpPr>
        <p:spPr>
          <a:xfrm>
            <a:off x="59810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5" name="data_8463">
            <a:extLst>
              <a:ext uri="{FF2B5EF4-FFF2-40B4-BE49-F238E27FC236}">
                <a16:creationId xmlns:a16="http://schemas.microsoft.com/office/drawing/2014/main" id="{EAFED9D5-1454-40C9-A0EC-723D07B8C119}"/>
              </a:ext>
            </a:extLst>
          </p:cNvPr>
          <p:cNvSpPr>
            <a:spLocks/>
          </p:cNvSpPr>
          <p:nvPr/>
        </p:nvSpPr>
        <p:spPr>
          <a:xfrm>
            <a:off x="59868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6" name="data_8464">
            <a:extLst>
              <a:ext uri="{FF2B5EF4-FFF2-40B4-BE49-F238E27FC236}">
                <a16:creationId xmlns:a16="http://schemas.microsoft.com/office/drawing/2014/main" id="{66784A4C-6CF4-46EC-A3E2-987C26A59C69}"/>
              </a:ext>
            </a:extLst>
          </p:cNvPr>
          <p:cNvSpPr>
            <a:spLocks/>
          </p:cNvSpPr>
          <p:nvPr/>
        </p:nvSpPr>
        <p:spPr>
          <a:xfrm>
            <a:off x="607769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7" name="data_8465">
            <a:extLst>
              <a:ext uri="{FF2B5EF4-FFF2-40B4-BE49-F238E27FC236}">
                <a16:creationId xmlns:a16="http://schemas.microsoft.com/office/drawing/2014/main" id="{94E98BD3-B89B-4723-AA85-6DFCBFEE8508}"/>
              </a:ext>
            </a:extLst>
          </p:cNvPr>
          <p:cNvSpPr>
            <a:spLocks/>
          </p:cNvSpPr>
          <p:nvPr/>
        </p:nvSpPr>
        <p:spPr>
          <a:xfrm>
            <a:off x="6063882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8" name="data_8466">
            <a:extLst>
              <a:ext uri="{FF2B5EF4-FFF2-40B4-BE49-F238E27FC236}">
                <a16:creationId xmlns:a16="http://schemas.microsoft.com/office/drawing/2014/main" id="{DF6CC223-F569-4215-A1FC-9C137622C7B4}"/>
              </a:ext>
            </a:extLst>
          </p:cNvPr>
          <p:cNvSpPr>
            <a:spLocks/>
          </p:cNvSpPr>
          <p:nvPr/>
        </p:nvSpPr>
        <p:spPr>
          <a:xfrm>
            <a:off x="6069485" y="238269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79" name="data_8467">
            <a:extLst>
              <a:ext uri="{FF2B5EF4-FFF2-40B4-BE49-F238E27FC236}">
                <a16:creationId xmlns:a16="http://schemas.microsoft.com/office/drawing/2014/main" id="{85ED4B3A-B3B6-4555-AA06-92E306DA415D}"/>
              </a:ext>
            </a:extLst>
          </p:cNvPr>
          <p:cNvSpPr>
            <a:spLocks/>
          </p:cNvSpPr>
          <p:nvPr/>
        </p:nvSpPr>
        <p:spPr>
          <a:xfrm>
            <a:off x="605332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0" name="data_8468">
            <a:extLst>
              <a:ext uri="{FF2B5EF4-FFF2-40B4-BE49-F238E27FC236}">
                <a16:creationId xmlns:a16="http://schemas.microsoft.com/office/drawing/2014/main" id="{0AFEB97B-30DA-4EB6-BB8F-88A62E04B985}"/>
              </a:ext>
            </a:extLst>
          </p:cNvPr>
          <p:cNvSpPr>
            <a:spLocks/>
          </p:cNvSpPr>
          <p:nvPr/>
        </p:nvSpPr>
        <p:spPr>
          <a:xfrm>
            <a:off x="60633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1" name="data_8469">
            <a:extLst>
              <a:ext uri="{FF2B5EF4-FFF2-40B4-BE49-F238E27FC236}">
                <a16:creationId xmlns:a16="http://schemas.microsoft.com/office/drawing/2014/main" id="{8A8D55B2-1E91-4C0B-A033-EE8B8CE04596}"/>
              </a:ext>
            </a:extLst>
          </p:cNvPr>
          <p:cNvSpPr>
            <a:spLocks/>
          </p:cNvSpPr>
          <p:nvPr/>
        </p:nvSpPr>
        <p:spPr>
          <a:xfrm>
            <a:off x="60745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2" name="data_8470">
            <a:extLst>
              <a:ext uri="{FF2B5EF4-FFF2-40B4-BE49-F238E27FC236}">
                <a16:creationId xmlns:a16="http://schemas.microsoft.com/office/drawing/2014/main" id="{B739362D-7FC7-4AEC-8C09-2ADE2669DD4B}"/>
              </a:ext>
            </a:extLst>
          </p:cNvPr>
          <p:cNvSpPr>
            <a:spLocks/>
          </p:cNvSpPr>
          <p:nvPr/>
        </p:nvSpPr>
        <p:spPr>
          <a:xfrm>
            <a:off x="59789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3" name="data_8471">
            <a:extLst>
              <a:ext uri="{FF2B5EF4-FFF2-40B4-BE49-F238E27FC236}">
                <a16:creationId xmlns:a16="http://schemas.microsoft.com/office/drawing/2014/main" id="{53C206C8-BC8C-4D7E-94EF-35E6AFF3427C}"/>
              </a:ext>
            </a:extLst>
          </p:cNvPr>
          <p:cNvSpPr>
            <a:spLocks/>
          </p:cNvSpPr>
          <p:nvPr/>
        </p:nvSpPr>
        <p:spPr>
          <a:xfrm>
            <a:off x="59892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4" name="data_8472">
            <a:extLst>
              <a:ext uri="{FF2B5EF4-FFF2-40B4-BE49-F238E27FC236}">
                <a16:creationId xmlns:a16="http://schemas.microsoft.com/office/drawing/2014/main" id="{798ADB5E-9676-4279-8428-4D897B41559F}"/>
              </a:ext>
            </a:extLst>
          </p:cNvPr>
          <p:cNvSpPr>
            <a:spLocks/>
          </p:cNvSpPr>
          <p:nvPr/>
        </p:nvSpPr>
        <p:spPr>
          <a:xfrm>
            <a:off x="6051113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5" name="data_8473">
            <a:extLst>
              <a:ext uri="{FF2B5EF4-FFF2-40B4-BE49-F238E27FC236}">
                <a16:creationId xmlns:a16="http://schemas.microsoft.com/office/drawing/2014/main" id="{EE578C28-7C46-4FD5-9145-F045A47BFF67}"/>
              </a:ext>
            </a:extLst>
          </p:cNvPr>
          <p:cNvSpPr>
            <a:spLocks/>
          </p:cNvSpPr>
          <p:nvPr/>
        </p:nvSpPr>
        <p:spPr>
          <a:xfrm>
            <a:off x="59855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6" name="data_8474">
            <a:extLst>
              <a:ext uri="{FF2B5EF4-FFF2-40B4-BE49-F238E27FC236}">
                <a16:creationId xmlns:a16="http://schemas.microsoft.com/office/drawing/2014/main" id="{A4380566-1E0D-433A-A1EE-D3B0C44D39A0}"/>
              </a:ext>
            </a:extLst>
          </p:cNvPr>
          <p:cNvSpPr>
            <a:spLocks/>
          </p:cNvSpPr>
          <p:nvPr/>
        </p:nvSpPr>
        <p:spPr>
          <a:xfrm>
            <a:off x="5998212" y="2829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7" name="data_8475">
            <a:extLst>
              <a:ext uri="{FF2B5EF4-FFF2-40B4-BE49-F238E27FC236}">
                <a16:creationId xmlns:a16="http://schemas.microsoft.com/office/drawing/2014/main" id="{47E48C02-86B7-4CB1-8646-2D3E0CAFE130}"/>
              </a:ext>
            </a:extLst>
          </p:cNvPr>
          <p:cNvSpPr>
            <a:spLocks/>
          </p:cNvSpPr>
          <p:nvPr/>
        </p:nvSpPr>
        <p:spPr>
          <a:xfrm>
            <a:off x="59768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8" name="data_8476">
            <a:extLst>
              <a:ext uri="{FF2B5EF4-FFF2-40B4-BE49-F238E27FC236}">
                <a16:creationId xmlns:a16="http://schemas.microsoft.com/office/drawing/2014/main" id="{5DA99839-1ED4-409C-8985-DED1BB0F4355}"/>
              </a:ext>
            </a:extLst>
          </p:cNvPr>
          <p:cNvSpPr>
            <a:spLocks/>
          </p:cNvSpPr>
          <p:nvPr/>
        </p:nvSpPr>
        <p:spPr>
          <a:xfrm>
            <a:off x="5990655" y="34068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89" name="data_8477">
            <a:extLst>
              <a:ext uri="{FF2B5EF4-FFF2-40B4-BE49-F238E27FC236}">
                <a16:creationId xmlns:a16="http://schemas.microsoft.com/office/drawing/2014/main" id="{E35C582A-D6C8-409F-8A65-FD111267690F}"/>
              </a:ext>
            </a:extLst>
          </p:cNvPr>
          <p:cNvSpPr>
            <a:spLocks/>
          </p:cNvSpPr>
          <p:nvPr/>
        </p:nvSpPr>
        <p:spPr>
          <a:xfrm>
            <a:off x="5995737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0" name="data_8478">
            <a:extLst>
              <a:ext uri="{FF2B5EF4-FFF2-40B4-BE49-F238E27FC236}">
                <a16:creationId xmlns:a16="http://schemas.microsoft.com/office/drawing/2014/main" id="{F96BE4B2-DECA-4497-916F-A2DC0588F7DF}"/>
              </a:ext>
            </a:extLst>
          </p:cNvPr>
          <p:cNvSpPr>
            <a:spLocks/>
          </p:cNvSpPr>
          <p:nvPr/>
        </p:nvSpPr>
        <p:spPr>
          <a:xfrm>
            <a:off x="6076651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1" name="data_8479">
            <a:extLst>
              <a:ext uri="{FF2B5EF4-FFF2-40B4-BE49-F238E27FC236}">
                <a16:creationId xmlns:a16="http://schemas.microsoft.com/office/drawing/2014/main" id="{2169C8DC-FC24-4EF9-A824-2FA24091173E}"/>
              </a:ext>
            </a:extLst>
          </p:cNvPr>
          <p:cNvSpPr>
            <a:spLocks/>
          </p:cNvSpPr>
          <p:nvPr/>
        </p:nvSpPr>
        <p:spPr>
          <a:xfrm>
            <a:off x="602140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2" name="data_8480">
            <a:extLst>
              <a:ext uri="{FF2B5EF4-FFF2-40B4-BE49-F238E27FC236}">
                <a16:creationId xmlns:a16="http://schemas.microsoft.com/office/drawing/2014/main" id="{7B86A680-D7EE-4EBC-A838-9841F1ABF6C3}"/>
              </a:ext>
            </a:extLst>
          </p:cNvPr>
          <p:cNvSpPr>
            <a:spLocks/>
          </p:cNvSpPr>
          <p:nvPr/>
        </p:nvSpPr>
        <p:spPr>
          <a:xfrm>
            <a:off x="5978928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3" name="data_8481">
            <a:extLst>
              <a:ext uri="{FF2B5EF4-FFF2-40B4-BE49-F238E27FC236}">
                <a16:creationId xmlns:a16="http://schemas.microsoft.com/office/drawing/2014/main" id="{AC5133BB-9DA7-42B0-B93C-4108338BF41D}"/>
              </a:ext>
            </a:extLst>
          </p:cNvPr>
          <p:cNvSpPr>
            <a:spLocks/>
          </p:cNvSpPr>
          <p:nvPr/>
        </p:nvSpPr>
        <p:spPr>
          <a:xfrm>
            <a:off x="5997821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4" name="data_8482">
            <a:extLst>
              <a:ext uri="{FF2B5EF4-FFF2-40B4-BE49-F238E27FC236}">
                <a16:creationId xmlns:a16="http://schemas.microsoft.com/office/drawing/2014/main" id="{A307967B-460A-4F5B-8023-26865804C27B}"/>
              </a:ext>
            </a:extLst>
          </p:cNvPr>
          <p:cNvSpPr>
            <a:spLocks/>
          </p:cNvSpPr>
          <p:nvPr/>
        </p:nvSpPr>
        <p:spPr>
          <a:xfrm>
            <a:off x="6069875" y="34290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5" name="data_8483">
            <a:extLst>
              <a:ext uri="{FF2B5EF4-FFF2-40B4-BE49-F238E27FC236}">
                <a16:creationId xmlns:a16="http://schemas.microsoft.com/office/drawing/2014/main" id="{89E226A2-DDAA-4D9A-B7C2-3346D105ADE1}"/>
              </a:ext>
            </a:extLst>
          </p:cNvPr>
          <p:cNvSpPr>
            <a:spLocks/>
          </p:cNvSpPr>
          <p:nvPr/>
        </p:nvSpPr>
        <p:spPr>
          <a:xfrm>
            <a:off x="604524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6" name="data_8484">
            <a:extLst>
              <a:ext uri="{FF2B5EF4-FFF2-40B4-BE49-F238E27FC236}">
                <a16:creationId xmlns:a16="http://schemas.microsoft.com/office/drawing/2014/main" id="{12FD6E21-42D0-4D05-8C1B-25B3D7C98BE1}"/>
              </a:ext>
            </a:extLst>
          </p:cNvPr>
          <p:cNvSpPr>
            <a:spLocks/>
          </p:cNvSpPr>
          <p:nvPr/>
        </p:nvSpPr>
        <p:spPr>
          <a:xfrm>
            <a:off x="6069354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7" name="data_8485">
            <a:extLst>
              <a:ext uri="{FF2B5EF4-FFF2-40B4-BE49-F238E27FC236}">
                <a16:creationId xmlns:a16="http://schemas.microsoft.com/office/drawing/2014/main" id="{5E399689-6B43-4F94-BE03-1A89AE3B7EF2}"/>
              </a:ext>
            </a:extLst>
          </p:cNvPr>
          <p:cNvSpPr>
            <a:spLocks/>
          </p:cNvSpPr>
          <p:nvPr/>
        </p:nvSpPr>
        <p:spPr>
          <a:xfrm>
            <a:off x="5986877" y="25953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8" name="data_8486">
            <a:extLst>
              <a:ext uri="{FF2B5EF4-FFF2-40B4-BE49-F238E27FC236}">
                <a16:creationId xmlns:a16="http://schemas.microsoft.com/office/drawing/2014/main" id="{A5CBB8B5-0CA3-4C84-8533-9D46934BD48B}"/>
              </a:ext>
            </a:extLst>
          </p:cNvPr>
          <p:cNvSpPr>
            <a:spLocks/>
          </p:cNvSpPr>
          <p:nvPr/>
        </p:nvSpPr>
        <p:spPr>
          <a:xfrm>
            <a:off x="6011372" y="298179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399" name="data_8487">
            <a:extLst>
              <a:ext uri="{FF2B5EF4-FFF2-40B4-BE49-F238E27FC236}">
                <a16:creationId xmlns:a16="http://schemas.microsoft.com/office/drawing/2014/main" id="{D5B96952-20AE-43A4-9177-2C7E367D3D9B}"/>
              </a:ext>
            </a:extLst>
          </p:cNvPr>
          <p:cNvSpPr>
            <a:spLocks/>
          </p:cNvSpPr>
          <p:nvPr/>
        </p:nvSpPr>
        <p:spPr>
          <a:xfrm>
            <a:off x="6070266" y="35834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0" name="data_8488">
            <a:extLst>
              <a:ext uri="{FF2B5EF4-FFF2-40B4-BE49-F238E27FC236}">
                <a16:creationId xmlns:a16="http://schemas.microsoft.com/office/drawing/2014/main" id="{255F8FE2-882B-4FC3-B343-8EA9DFCE8538}"/>
              </a:ext>
            </a:extLst>
          </p:cNvPr>
          <p:cNvSpPr>
            <a:spLocks/>
          </p:cNvSpPr>
          <p:nvPr/>
        </p:nvSpPr>
        <p:spPr>
          <a:xfrm>
            <a:off x="607039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1" name="data_8489">
            <a:extLst>
              <a:ext uri="{FF2B5EF4-FFF2-40B4-BE49-F238E27FC236}">
                <a16:creationId xmlns:a16="http://schemas.microsoft.com/office/drawing/2014/main" id="{8FA5724A-A523-4636-A855-049A22E82D33}"/>
              </a:ext>
            </a:extLst>
          </p:cNvPr>
          <p:cNvSpPr>
            <a:spLocks/>
          </p:cNvSpPr>
          <p:nvPr/>
        </p:nvSpPr>
        <p:spPr>
          <a:xfrm>
            <a:off x="60623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2" name="data_8490">
            <a:extLst>
              <a:ext uri="{FF2B5EF4-FFF2-40B4-BE49-F238E27FC236}">
                <a16:creationId xmlns:a16="http://schemas.microsoft.com/office/drawing/2014/main" id="{D3971853-1A40-4C4E-8BE4-3065CE90F9D6}"/>
              </a:ext>
            </a:extLst>
          </p:cNvPr>
          <p:cNvSpPr>
            <a:spLocks/>
          </p:cNvSpPr>
          <p:nvPr/>
        </p:nvSpPr>
        <p:spPr>
          <a:xfrm>
            <a:off x="607378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3" name="data_8491">
            <a:extLst>
              <a:ext uri="{FF2B5EF4-FFF2-40B4-BE49-F238E27FC236}">
                <a16:creationId xmlns:a16="http://schemas.microsoft.com/office/drawing/2014/main" id="{1D006698-D1DA-4291-AEB0-272261717A33}"/>
              </a:ext>
            </a:extLst>
          </p:cNvPr>
          <p:cNvSpPr>
            <a:spLocks/>
          </p:cNvSpPr>
          <p:nvPr/>
        </p:nvSpPr>
        <p:spPr>
          <a:xfrm>
            <a:off x="5998864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4" name="data_8492">
            <a:extLst>
              <a:ext uri="{FF2B5EF4-FFF2-40B4-BE49-F238E27FC236}">
                <a16:creationId xmlns:a16="http://schemas.microsoft.com/office/drawing/2014/main" id="{F0FB1536-6B6C-445D-BC7E-6CE23852DA4C}"/>
              </a:ext>
            </a:extLst>
          </p:cNvPr>
          <p:cNvSpPr>
            <a:spLocks/>
          </p:cNvSpPr>
          <p:nvPr/>
        </p:nvSpPr>
        <p:spPr>
          <a:xfrm>
            <a:off x="59791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5" name="data_8493">
            <a:extLst>
              <a:ext uri="{FF2B5EF4-FFF2-40B4-BE49-F238E27FC236}">
                <a16:creationId xmlns:a16="http://schemas.microsoft.com/office/drawing/2014/main" id="{4AEBC695-A523-4FE5-9AC4-E91279644EE4}"/>
              </a:ext>
            </a:extLst>
          </p:cNvPr>
          <p:cNvSpPr>
            <a:spLocks/>
          </p:cNvSpPr>
          <p:nvPr/>
        </p:nvSpPr>
        <p:spPr>
          <a:xfrm>
            <a:off x="605502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6" name="data_8494">
            <a:extLst>
              <a:ext uri="{FF2B5EF4-FFF2-40B4-BE49-F238E27FC236}">
                <a16:creationId xmlns:a16="http://schemas.microsoft.com/office/drawing/2014/main" id="{68AF8057-0E16-405A-B409-3034C4AD4B22}"/>
              </a:ext>
            </a:extLst>
          </p:cNvPr>
          <p:cNvSpPr>
            <a:spLocks/>
          </p:cNvSpPr>
          <p:nvPr/>
        </p:nvSpPr>
        <p:spPr>
          <a:xfrm>
            <a:off x="59730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7" name="data_8495">
            <a:extLst>
              <a:ext uri="{FF2B5EF4-FFF2-40B4-BE49-F238E27FC236}">
                <a16:creationId xmlns:a16="http://schemas.microsoft.com/office/drawing/2014/main" id="{36623E82-7D51-443C-B4DA-679EE303009C}"/>
              </a:ext>
            </a:extLst>
          </p:cNvPr>
          <p:cNvSpPr>
            <a:spLocks/>
          </p:cNvSpPr>
          <p:nvPr/>
        </p:nvSpPr>
        <p:spPr>
          <a:xfrm>
            <a:off x="59812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8" name="data_8496">
            <a:extLst>
              <a:ext uri="{FF2B5EF4-FFF2-40B4-BE49-F238E27FC236}">
                <a16:creationId xmlns:a16="http://schemas.microsoft.com/office/drawing/2014/main" id="{3891CA0C-C514-48F0-AF67-FC834175390B}"/>
              </a:ext>
            </a:extLst>
          </p:cNvPr>
          <p:cNvSpPr>
            <a:spLocks/>
          </p:cNvSpPr>
          <p:nvPr/>
        </p:nvSpPr>
        <p:spPr>
          <a:xfrm>
            <a:off x="6058279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09" name="data_8497">
            <a:extLst>
              <a:ext uri="{FF2B5EF4-FFF2-40B4-BE49-F238E27FC236}">
                <a16:creationId xmlns:a16="http://schemas.microsoft.com/office/drawing/2014/main" id="{7D6D8620-5E73-4C89-862E-D6C920ABD712}"/>
              </a:ext>
            </a:extLst>
          </p:cNvPr>
          <p:cNvSpPr>
            <a:spLocks/>
          </p:cNvSpPr>
          <p:nvPr/>
        </p:nvSpPr>
        <p:spPr>
          <a:xfrm>
            <a:off x="597423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0" name="data_8498">
            <a:extLst>
              <a:ext uri="{FF2B5EF4-FFF2-40B4-BE49-F238E27FC236}">
                <a16:creationId xmlns:a16="http://schemas.microsoft.com/office/drawing/2014/main" id="{4FA60A1C-3476-4530-97F3-BF6F5FB4465E}"/>
              </a:ext>
            </a:extLst>
          </p:cNvPr>
          <p:cNvSpPr>
            <a:spLocks/>
          </p:cNvSpPr>
          <p:nvPr/>
        </p:nvSpPr>
        <p:spPr>
          <a:xfrm>
            <a:off x="608329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1" name="data_8499">
            <a:extLst>
              <a:ext uri="{FF2B5EF4-FFF2-40B4-BE49-F238E27FC236}">
                <a16:creationId xmlns:a16="http://schemas.microsoft.com/office/drawing/2014/main" id="{63602567-7850-4E82-84F5-0FA9AF7FE586}"/>
              </a:ext>
            </a:extLst>
          </p:cNvPr>
          <p:cNvSpPr>
            <a:spLocks/>
          </p:cNvSpPr>
          <p:nvPr/>
        </p:nvSpPr>
        <p:spPr>
          <a:xfrm>
            <a:off x="606336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2" name="data_8500">
            <a:extLst>
              <a:ext uri="{FF2B5EF4-FFF2-40B4-BE49-F238E27FC236}">
                <a16:creationId xmlns:a16="http://schemas.microsoft.com/office/drawing/2014/main" id="{92028CC2-6036-4947-B4C2-36BAFB964536}"/>
              </a:ext>
            </a:extLst>
          </p:cNvPr>
          <p:cNvSpPr>
            <a:spLocks/>
          </p:cNvSpPr>
          <p:nvPr/>
        </p:nvSpPr>
        <p:spPr>
          <a:xfrm>
            <a:off x="601619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3" name="data_8501">
            <a:extLst>
              <a:ext uri="{FF2B5EF4-FFF2-40B4-BE49-F238E27FC236}">
                <a16:creationId xmlns:a16="http://schemas.microsoft.com/office/drawing/2014/main" id="{EE2CB738-0351-4B46-BDE0-C11912890E00}"/>
              </a:ext>
            </a:extLst>
          </p:cNvPr>
          <p:cNvSpPr>
            <a:spLocks/>
          </p:cNvSpPr>
          <p:nvPr/>
        </p:nvSpPr>
        <p:spPr>
          <a:xfrm>
            <a:off x="59941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4" name="data_8502">
            <a:extLst>
              <a:ext uri="{FF2B5EF4-FFF2-40B4-BE49-F238E27FC236}">
                <a16:creationId xmlns:a16="http://schemas.microsoft.com/office/drawing/2014/main" id="{F08AE155-DD6C-497D-B0CA-CC183D792EA1}"/>
              </a:ext>
            </a:extLst>
          </p:cNvPr>
          <p:cNvSpPr>
            <a:spLocks/>
          </p:cNvSpPr>
          <p:nvPr/>
        </p:nvSpPr>
        <p:spPr>
          <a:xfrm>
            <a:off x="6081341" y="262470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5" name="data_8503">
            <a:extLst>
              <a:ext uri="{FF2B5EF4-FFF2-40B4-BE49-F238E27FC236}">
                <a16:creationId xmlns:a16="http://schemas.microsoft.com/office/drawing/2014/main" id="{ED942EF2-4BBA-4679-9155-5239469A4D99}"/>
              </a:ext>
            </a:extLst>
          </p:cNvPr>
          <p:cNvSpPr>
            <a:spLocks/>
          </p:cNvSpPr>
          <p:nvPr/>
        </p:nvSpPr>
        <p:spPr>
          <a:xfrm>
            <a:off x="6086944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6" name="data_8504">
            <a:extLst>
              <a:ext uri="{FF2B5EF4-FFF2-40B4-BE49-F238E27FC236}">
                <a16:creationId xmlns:a16="http://schemas.microsoft.com/office/drawing/2014/main" id="{C9464122-2280-439D-89E2-8C9415790E62}"/>
              </a:ext>
            </a:extLst>
          </p:cNvPr>
          <p:cNvSpPr>
            <a:spLocks/>
          </p:cNvSpPr>
          <p:nvPr/>
        </p:nvSpPr>
        <p:spPr>
          <a:xfrm>
            <a:off x="603964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7" name="data_8505">
            <a:extLst>
              <a:ext uri="{FF2B5EF4-FFF2-40B4-BE49-F238E27FC236}">
                <a16:creationId xmlns:a16="http://schemas.microsoft.com/office/drawing/2014/main" id="{2668BB6F-BD4E-4682-BDF8-57A436B3F1D1}"/>
              </a:ext>
            </a:extLst>
          </p:cNvPr>
          <p:cNvSpPr>
            <a:spLocks/>
          </p:cNvSpPr>
          <p:nvPr/>
        </p:nvSpPr>
        <p:spPr>
          <a:xfrm>
            <a:off x="60693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8" name="data_8506">
            <a:extLst>
              <a:ext uri="{FF2B5EF4-FFF2-40B4-BE49-F238E27FC236}">
                <a16:creationId xmlns:a16="http://schemas.microsoft.com/office/drawing/2014/main" id="{5AF9B9F2-1716-4A5B-B680-5E1B54132D27}"/>
              </a:ext>
            </a:extLst>
          </p:cNvPr>
          <p:cNvSpPr>
            <a:spLocks/>
          </p:cNvSpPr>
          <p:nvPr/>
        </p:nvSpPr>
        <p:spPr>
          <a:xfrm>
            <a:off x="59780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19" name="data_8507">
            <a:extLst>
              <a:ext uri="{FF2B5EF4-FFF2-40B4-BE49-F238E27FC236}">
                <a16:creationId xmlns:a16="http://schemas.microsoft.com/office/drawing/2014/main" id="{4A0BBB31-9B5A-4F98-A628-D92CC7E3272F}"/>
              </a:ext>
            </a:extLst>
          </p:cNvPr>
          <p:cNvSpPr>
            <a:spLocks/>
          </p:cNvSpPr>
          <p:nvPr/>
        </p:nvSpPr>
        <p:spPr>
          <a:xfrm>
            <a:off x="60147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0" name="data_8508">
            <a:extLst>
              <a:ext uri="{FF2B5EF4-FFF2-40B4-BE49-F238E27FC236}">
                <a16:creationId xmlns:a16="http://schemas.microsoft.com/office/drawing/2014/main" id="{7D2CCAC4-B717-43DD-A6E3-6F68C47952EF}"/>
              </a:ext>
            </a:extLst>
          </p:cNvPr>
          <p:cNvSpPr>
            <a:spLocks/>
          </p:cNvSpPr>
          <p:nvPr/>
        </p:nvSpPr>
        <p:spPr>
          <a:xfrm>
            <a:off x="6061276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1" name="data_8509">
            <a:extLst>
              <a:ext uri="{FF2B5EF4-FFF2-40B4-BE49-F238E27FC236}">
                <a16:creationId xmlns:a16="http://schemas.microsoft.com/office/drawing/2014/main" id="{D7340A65-AC0C-4BC6-BDA9-83893FBA7C3E}"/>
              </a:ext>
            </a:extLst>
          </p:cNvPr>
          <p:cNvSpPr>
            <a:spLocks/>
          </p:cNvSpPr>
          <p:nvPr/>
        </p:nvSpPr>
        <p:spPr>
          <a:xfrm>
            <a:off x="59700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2" name="data_8510">
            <a:extLst>
              <a:ext uri="{FF2B5EF4-FFF2-40B4-BE49-F238E27FC236}">
                <a16:creationId xmlns:a16="http://schemas.microsoft.com/office/drawing/2014/main" id="{55E6B609-2355-4826-9D4A-0993D048AD63}"/>
              </a:ext>
            </a:extLst>
          </p:cNvPr>
          <p:cNvSpPr>
            <a:spLocks/>
          </p:cNvSpPr>
          <p:nvPr/>
        </p:nvSpPr>
        <p:spPr>
          <a:xfrm>
            <a:off x="59653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3" name="data_8511">
            <a:extLst>
              <a:ext uri="{FF2B5EF4-FFF2-40B4-BE49-F238E27FC236}">
                <a16:creationId xmlns:a16="http://schemas.microsoft.com/office/drawing/2014/main" id="{03EB912F-995C-44EE-8311-C7F6AA066E08}"/>
              </a:ext>
            </a:extLst>
          </p:cNvPr>
          <p:cNvSpPr>
            <a:spLocks/>
          </p:cNvSpPr>
          <p:nvPr/>
        </p:nvSpPr>
        <p:spPr>
          <a:xfrm>
            <a:off x="6042383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4" name="data_8512">
            <a:extLst>
              <a:ext uri="{FF2B5EF4-FFF2-40B4-BE49-F238E27FC236}">
                <a16:creationId xmlns:a16="http://schemas.microsoft.com/office/drawing/2014/main" id="{24480A54-8055-41A3-8DDC-1758CE37EC02}"/>
              </a:ext>
            </a:extLst>
          </p:cNvPr>
          <p:cNvSpPr>
            <a:spLocks/>
          </p:cNvSpPr>
          <p:nvPr/>
        </p:nvSpPr>
        <p:spPr>
          <a:xfrm>
            <a:off x="60805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5" name="data_8513">
            <a:extLst>
              <a:ext uri="{FF2B5EF4-FFF2-40B4-BE49-F238E27FC236}">
                <a16:creationId xmlns:a16="http://schemas.microsoft.com/office/drawing/2014/main" id="{838ABDD9-914C-4025-8078-2E064A66CD0B}"/>
              </a:ext>
            </a:extLst>
          </p:cNvPr>
          <p:cNvSpPr>
            <a:spLocks/>
          </p:cNvSpPr>
          <p:nvPr/>
        </p:nvSpPr>
        <p:spPr>
          <a:xfrm>
            <a:off x="59596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6" name="data_8514">
            <a:extLst>
              <a:ext uri="{FF2B5EF4-FFF2-40B4-BE49-F238E27FC236}">
                <a16:creationId xmlns:a16="http://schemas.microsoft.com/office/drawing/2014/main" id="{B13B44F2-278A-4CB5-BD7F-67151FF86336}"/>
              </a:ext>
            </a:extLst>
          </p:cNvPr>
          <p:cNvSpPr>
            <a:spLocks/>
          </p:cNvSpPr>
          <p:nvPr/>
        </p:nvSpPr>
        <p:spPr>
          <a:xfrm>
            <a:off x="60105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7" name="data_8515">
            <a:extLst>
              <a:ext uri="{FF2B5EF4-FFF2-40B4-BE49-F238E27FC236}">
                <a16:creationId xmlns:a16="http://schemas.microsoft.com/office/drawing/2014/main" id="{CE15A6E1-D1E3-4666-BC6D-E0491EF6E19F}"/>
              </a:ext>
            </a:extLst>
          </p:cNvPr>
          <p:cNvSpPr>
            <a:spLocks/>
          </p:cNvSpPr>
          <p:nvPr/>
        </p:nvSpPr>
        <p:spPr>
          <a:xfrm>
            <a:off x="60524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8" name="data_8516">
            <a:extLst>
              <a:ext uri="{FF2B5EF4-FFF2-40B4-BE49-F238E27FC236}">
                <a16:creationId xmlns:a16="http://schemas.microsoft.com/office/drawing/2014/main" id="{1E565FB6-55F0-4251-B90E-0B6F7B702243}"/>
              </a:ext>
            </a:extLst>
          </p:cNvPr>
          <p:cNvSpPr>
            <a:spLocks/>
          </p:cNvSpPr>
          <p:nvPr/>
        </p:nvSpPr>
        <p:spPr>
          <a:xfrm>
            <a:off x="60133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29" name="data_8517">
            <a:extLst>
              <a:ext uri="{FF2B5EF4-FFF2-40B4-BE49-F238E27FC236}">
                <a16:creationId xmlns:a16="http://schemas.microsoft.com/office/drawing/2014/main" id="{1406870F-A71B-4FFB-AB2F-672BC8A25149}"/>
              </a:ext>
            </a:extLst>
          </p:cNvPr>
          <p:cNvSpPr>
            <a:spLocks/>
          </p:cNvSpPr>
          <p:nvPr/>
        </p:nvSpPr>
        <p:spPr>
          <a:xfrm>
            <a:off x="5991307" y="348831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0" name="data_8518">
            <a:extLst>
              <a:ext uri="{FF2B5EF4-FFF2-40B4-BE49-F238E27FC236}">
                <a16:creationId xmlns:a16="http://schemas.microsoft.com/office/drawing/2014/main" id="{CFC7C483-75CF-421F-AF95-C1E8AE0D949C}"/>
              </a:ext>
            </a:extLst>
          </p:cNvPr>
          <p:cNvSpPr>
            <a:spLocks/>
          </p:cNvSpPr>
          <p:nvPr/>
        </p:nvSpPr>
        <p:spPr>
          <a:xfrm>
            <a:off x="6041862" y="29256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1" name="data_8519">
            <a:extLst>
              <a:ext uri="{FF2B5EF4-FFF2-40B4-BE49-F238E27FC236}">
                <a16:creationId xmlns:a16="http://schemas.microsoft.com/office/drawing/2014/main" id="{2B0F1B79-090E-49FE-8237-9448F3FDC05E}"/>
              </a:ext>
            </a:extLst>
          </p:cNvPr>
          <p:cNvSpPr>
            <a:spLocks/>
          </p:cNvSpPr>
          <p:nvPr/>
        </p:nvSpPr>
        <p:spPr>
          <a:xfrm>
            <a:off x="603769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2" name="data_8520">
            <a:extLst>
              <a:ext uri="{FF2B5EF4-FFF2-40B4-BE49-F238E27FC236}">
                <a16:creationId xmlns:a16="http://schemas.microsoft.com/office/drawing/2014/main" id="{60A20AE1-AE38-4E96-882C-B081175C77CD}"/>
              </a:ext>
            </a:extLst>
          </p:cNvPr>
          <p:cNvSpPr>
            <a:spLocks/>
          </p:cNvSpPr>
          <p:nvPr/>
        </p:nvSpPr>
        <p:spPr>
          <a:xfrm>
            <a:off x="602192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3" name="data_8521">
            <a:extLst>
              <a:ext uri="{FF2B5EF4-FFF2-40B4-BE49-F238E27FC236}">
                <a16:creationId xmlns:a16="http://schemas.microsoft.com/office/drawing/2014/main" id="{DBF2A61D-2ED8-4313-8089-87393C227210}"/>
              </a:ext>
            </a:extLst>
          </p:cNvPr>
          <p:cNvSpPr>
            <a:spLocks/>
          </p:cNvSpPr>
          <p:nvPr/>
        </p:nvSpPr>
        <p:spPr>
          <a:xfrm>
            <a:off x="603456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4" name="data_8522">
            <a:extLst>
              <a:ext uri="{FF2B5EF4-FFF2-40B4-BE49-F238E27FC236}">
                <a16:creationId xmlns:a16="http://schemas.microsoft.com/office/drawing/2014/main" id="{7A0137C1-9074-4AE5-988D-0350E2B2B208}"/>
              </a:ext>
            </a:extLst>
          </p:cNvPr>
          <p:cNvSpPr>
            <a:spLocks/>
          </p:cNvSpPr>
          <p:nvPr/>
        </p:nvSpPr>
        <p:spPr>
          <a:xfrm>
            <a:off x="59971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5" name="data_8523">
            <a:extLst>
              <a:ext uri="{FF2B5EF4-FFF2-40B4-BE49-F238E27FC236}">
                <a16:creationId xmlns:a16="http://schemas.microsoft.com/office/drawing/2014/main" id="{28E6948C-8A33-4703-985C-EDED2BD147AB}"/>
              </a:ext>
            </a:extLst>
          </p:cNvPr>
          <p:cNvSpPr>
            <a:spLocks/>
          </p:cNvSpPr>
          <p:nvPr/>
        </p:nvSpPr>
        <p:spPr>
          <a:xfrm>
            <a:off x="602635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6" name="data_8524">
            <a:extLst>
              <a:ext uri="{FF2B5EF4-FFF2-40B4-BE49-F238E27FC236}">
                <a16:creationId xmlns:a16="http://schemas.microsoft.com/office/drawing/2014/main" id="{9CEFA16B-B533-429D-BF2A-AD61040EB0C2}"/>
              </a:ext>
            </a:extLst>
          </p:cNvPr>
          <p:cNvSpPr>
            <a:spLocks/>
          </p:cNvSpPr>
          <p:nvPr/>
        </p:nvSpPr>
        <p:spPr>
          <a:xfrm>
            <a:off x="5998473" y="25406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7" name="data_8525">
            <a:extLst>
              <a:ext uri="{FF2B5EF4-FFF2-40B4-BE49-F238E27FC236}">
                <a16:creationId xmlns:a16="http://schemas.microsoft.com/office/drawing/2014/main" id="{79F5CC93-9B1B-4EFA-AF43-4173FB8E1EAB}"/>
              </a:ext>
            </a:extLst>
          </p:cNvPr>
          <p:cNvSpPr>
            <a:spLocks/>
          </p:cNvSpPr>
          <p:nvPr/>
        </p:nvSpPr>
        <p:spPr>
          <a:xfrm>
            <a:off x="600993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8" name="data_8526">
            <a:extLst>
              <a:ext uri="{FF2B5EF4-FFF2-40B4-BE49-F238E27FC236}">
                <a16:creationId xmlns:a16="http://schemas.microsoft.com/office/drawing/2014/main" id="{3A31D378-FD18-4D86-87C4-79C0B4F11FCF}"/>
              </a:ext>
            </a:extLst>
          </p:cNvPr>
          <p:cNvSpPr>
            <a:spLocks/>
          </p:cNvSpPr>
          <p:nvPr/>
        </p:nvSpPr>
        <p:spPr>
          <a:xfrm>
            <a:off x="6066227" y="383522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39" name="data_8527">
            <a:extLst>
              <a:ext uri="{FF2B5EF4-FFF2-40B4-BE49-F238E27FC236}">
                <a16:creationId xmlns:a16="http://schemas.microsoft.com/office/drawing/2014/main" id="{EC6D66B9-B20E-4A61-9FF1-3A017A165249}"/>
              </a:ext>
            </a:extLst>
          </p:cNvPr>
          <p:cNvSpPr>
            <a:spLocks/>
          </p:cNvSpPr>
          <p:nvPr/>
        </p:nvSpPr>
        <p:spPr>
          <a:xfrm>
            <a:off x="59739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0" name="data_8528">
            <a:extLst>
              <a:ext uri="{FF2B5EF4-FFF2-40B4-BE49-F238E27FC236}">
                <a16:creationId xmlns:a16="http://schemas.microsoft.com/office/drawing/2014/main" id="{AB4C8A57-BC20-4755-AD2F-E269E25AF98B}"/>
              </a:ext>
            </a:extLst>
          </p:cNvPr>
          <p:cNvSpPr>
            <a:spLocks/>
          </p:cNvSpPr>
          <p:nvPr/>
        </p:nvSpPr>
        <p:spPr>
          <a:xfrm>
            <a:off x="59799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1" name="data_8529">
            <a:extLst>
              <a:ext uri="{FF2B5EF4-FFF2-40B4-BE49-F238E27FC236}">
                <a16:creationId xmlns:a16="http://schemas.microsoft.com/office/drawing/2014/main" id="{4D79E224-B6C4-4E35-9521-3811B7F9A318}"/>
              </a:ext>
            </a:extLst>
          </p:cNvPr>
          <p:cNvSpPr>
            <a:spLocks/>
          </p:cNvSpPr>
          <p:nvPr/>
        </p:nvSpPr>
        <p:spPr>
          <a:xfrm>
            <a:off x="60341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2" name="data_8530">
            <a:extLst>
              <a:ext uri="{FF2B5EF4-FFF2-40B4-BE49-F238E27FC236}">
                <a16:creationId xmlns:a16="http://schemas.microsoft.com/office/drawing/2014/main" id="{EBEE0018-0E9D-492B-A0A6-091C6BA76F9F}"/>
              </a:ext>
            </a:extLst>
          </p:cNvPr>
          <p:cNvSpPr>
            <a:spLocks/>
          </p:cNvSpPr>
          <p:nvPr/>
        </p:nvSpPr>
        <p:spPr>
          <a:xfrm>
            <a:off x="603300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3" name="data_8531">
            <a:extLst>
              <a:ext uri="{FF2B5EF4-FFF2-40B4-BE49-F238E27FC236}">
                <a16:creationId xmlns:a16="http://schemas.microsoft.com/office/drawing/2014/main" id="{B1E3F506-F608-463D-AA5F-63836DF1D6FF}"/>
              </a:ext>
            </a:extLst>
          </p:cNvPr>
          <p:cNvSpPr>
            <a:spLocks/>
          </p:cNvSpPr>
          <p:nvPr/>
        </p:nvSpPr>
        <p:spPr>
          <a:xfrm>
            <a:off x="60753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4" name="data_8532">
            <a:extLst>
              <a:ext uri="{FF2B5EF4-FFF2-40B4-BE49-F238E27FC236}">
                <a16:creationId xmlns:a16="http://schemas.microsoft.com/office/drawing/2014/main" id="{F0654DF4-63AA-42E9-A864-422C8A0AC95C}"/>
              </a:ext>
            </a:extLst>
          </p:cNvPr>
          <p:cNvSpPr>
            <a:spLocks/>
          </p:cNvSpPr>
          <p:nvPr/>
        </p:nvSpPr>
        <p:spPr>
          <a:xfrm>
            <a:off x="605567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5" name="data_8533">
            <a:extLst>
              <a:ext uri="{FF2B5EF4-FFF2-40B4-BE49-F238E27FC236}">
                <a16:creationId xmlns:a16="http://schemas.microsoft.com/office/drawing/2014/main" id="{C71E1F14-A095-41A4-BF07-324A1560F37A}"/>
              </a:ext>
            </a:extLst>
          </p:cNvPr>
          <p:cNvSpPr>
            <a:spLocks/>
          </p:cNvSpPr>
          <p:nvPr/>
        </p:nvSpPr>
        <p:spPr>
          <a:xfrm>
            <a:off x="59752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6" name="data_8534">
            <a:extLst>
              <a:ext uri="{FF2B5EF4-FFF2-40B4-BE49-F238E27FC236}">
                <a16:creationId xmlns:a16="http://schemas.microsoft.com/office/drawing/2014/main" id="{A4BD8960-13FD-4904-A48E-AE6F41FA7B19}"/>
              </a:ext>
            </a:extLst>
          </p:cNvPr>
          <p:cNvSpPr>
            <a:spLocks/>
          </p:cNvSpPr>
          <p:nvPr/>
        </p:nvSpPr>
        <p:spPr>
          <a:xfrm>
            <a:off x="5994173" y="26929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7" name="data_8535">
            <a:extLst>
              <a:ext uri="{FF2B5EF4-FFF2-40B4-BE49-F238E27FC236}">
                <a16:creationId xmlns:a16="http://schemas.microsoft.com/office/drawing/2014/main" id="{9CA68604-6903-4F3A-9964-B279F029B26C}"/>
              </a:ext>
            </a:extLst>
          </p:cNvPr>
          <p:cNvSpPr>
            <a:spLocks/>
          </p:cNvSpPr>
          <p:nvPr/>
        </p:nvSpPr>
        <p:spPr>
          <a:xfrm>
            <a:off x="604590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8" name="data_8536">
            <a:extLst>
              <a:ext uri="{FF2B5EF4-FFF2-40B4-BE49-F238E27FC236}">
                <a16:creationId xmlns:a16="http://schemas.microsoft.com/office/drawing/2014/main" id="{50510A6F-0619-4646-8313-55380FF23A98}"/>
              </a:ext>
            </a:extLst>
          </p:cNvPr>
          <p:cNvSpPr>
            <a:spLocks/>
          </p:cNvSpPr>
          <p:nvPr/>
        </p:nvSpPr>
        <p:spPr>
          <a:xfrm>
            <a:off x="59677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49" name="data_8537">
            <a:extLst>
              <a:ext uri="{FF2B5EF4-FFF2-40B4-BE49-F238E27FC236}">
                <a16:creationId xmlns:a16="http://schemas.microsoft.com/office/drawing/2014/main" id="{D8FB41A3-9B3F-40EA-B503-2EB0513FE5B8}"/>
              </a:ext>
            </a:extLst>
          </p:cNvPr>
          <p:cNvSpPr>
            <a:spLocks/>
          </p:cNvSpPr>
          <p:nvPr/>
        </p:nvSpPr>
        <p:spPr>
          <a:xfrm>
            <a:off x="60582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0" name="data_8538">
            <a:extLst>
              <a:ext uri="{FF2B5EF4-FFF2-40B4-BE49-F238E27FC236}">
                <a16:creationId xmlns:a16="http://schemas.microsoft.com/office/drawing/2014/main" id="{4665AAD8-0CFA-4325-A8A2-A87876EB98A9}"/>
              </a:ext>
            </a:extLst>
          </p:cNvPr>
          <p:cNvSpPr>
            <a:spLocks/>
          </p:cNvSpPr>
          <p:nvPr/>
        </p:nvSpPr>
        <p:spPr>
          <a:xfrm>
            <a:off x="606270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1" name="data_8539">
            <a:extLst>
              <a:ext uri="{FF2B5EF4-FFF2-40B4-BE49-F238E27FC236}">
                <a16:creationId xmlns:a16="http://schemas.microsoft.com/office/drawing/2014/main" id="{B9A3D1E4-C434-430A-A316-359DB68118F6}"/>
              </a:ext>
            </a:extLst>
          </p:cNvPr>
          <p:cNvSpPr>
            <a:spLocks/>
          </p:cNvSpPr>
          <p:nvPr/>
        </p:nvSpPr>
        <p:spPr>
          <a:xfrm>
            <a:off x="604889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2" name="data_8540">
            <a:extLst>
              <a:ext uri="{FF2B5EF4-FFF2-40B4-BE49-F238E27FC236}">
                <a16:creationId xmlns:a16="http://schemas.microsoft.com/office/drawing/2014/main" id="{2BC320F3-9FD8-464B-9A76-0B9D4900FC78}"/>
              </a:ext>
            </a:extLst>
          </p:cNvPr>
          <p:cNvSpPr>
            <a:spLocks/>
          </p:cNvSpPr>
          <p:nvPr/>
        </p:nvSpPr>
        <p:spPr>
          <a:xfrm>
            <a:off x="60477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3" name="data_8541">
            <a:extLst>
              <a:ext uri="{FF2B5EF4-FFF2-40B4-BE49-F238E27FC236}">
                <a16:creationId xmlns:a16="http://schemas.microsoft.com/office/drawing/2014/main" id="{1FE2BB10-4FFB-4B61-B7B9-FE45C6274B4D}"/>
              </a:ext>
            </a:extLst>
          </p:cNvPr>
          <p:cNvSpPr>
            <a:spLocks/>
          </p:cNvSpPr>
          <p:nvPr/>
        </p:nvSpPr>
        <p:spPr>
          <a:xfrm>
            <a:off x="60533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4" name="data_8542">
            <a:extLst>
              <a:ext uri="{FF2B5EF4-FFF2-40B4-BE49-F238E27FC236}">
                <a16:creationId xmlns:a16="http://schemas.microsoft.com/office/drawing/2014/main" id="{05BACC31-F9AE-4687-B0FC-E403E9252744}"/>
              </a:ext>
            </a:extLst>
          </p:cNvPr>
          <p:cNvSpPr>
            <a:spLocks/>
          </p:cNvSpPr>
          <p:nvPr/>
        </p:nvSpPr>
        <p:spPr>
          <a:xfrm>
            <a:off x="60287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5" name="data_8543">
            <a:extLst>
              <a:ext uri="{FF2B5EF4-FFF2-40B4-BE49-F238E27FC236}">
                <a16:creationId xmlns:a16="http://schemas.microsoft.com/office/drawing/2014/main" id="{F79784EA-3406-4C5A-BF4C-C79164CC9031}"/>
              </a:ext>
            </a:extLst>
          </p:cNvPr>
          <p:cNvSpPr>
            <a:spLocks/>
          </p:cNvSpPr>
          <p:nvPr/>
        </p:nvSpPr>
        <p:spPr>
          <a:xfrm>
            <a:off x="596107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6" name="data_8544">
            <a:extLst>
              <a:ext uri="{FF2B5EF4-FFF2-40B4-BE49-F238E27FC236}">
                <a16:creationId xmlns:a16="http://schemas.microsoft.com/office/drawing/2014/main" id="{E1F959FD-A3B5-45CB-A9EC-DB5419D65842}"/>
              </a:ext>
            </a:extLst>
          </p:cNvPr>
          <p:cNvSpPr>
            <a:spLocks/>
          </p:cNvSpPr>
          <p:nvPr/>
        </p:nvSpPr>
        <p:spPr>
          <a:xfrm>
            <a:off x="6028441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7" name="data_8545">
            <a:extLst>
              <a:ext uri="{FF2B5EF4-FFF2-40B4-BE49-F238E27FC236}">
                <a16:creationId xmlns:a16="http://schemas.microsoft.com/office/drawing/2014/main" id="{7B3AA2C0-1EA8-4835-9E14-7F9ABE6DF528}"/>
              </a:ext>
            </a:extLst>
          </p:cNvPr>
          <p:cNvSpPr>
            <a:spLocks/>
          </p:cNvSpPr>
          <p:nvPr/>
        </p:nvSpPr>
        <p:spPr>
          <a:xfrm>
            <a:off x="597827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8" name="data_8546">
            <a:extLst>
              <a:ext uri="{FF2B5EF4-FFF2-40B4-BE49-F238E27FC236}">
                <a16:creationId xmlns:a16="http://schemas.microsoft.com/office/drawing/2014/main" id="{2B7348B4-B781-4F1E-9BAB-6D8FF159694E}"/>
              </a:ext>
            </a:extLst>
          </p:cNvPr>
          <p:cNvSpPr>
            <a:spLocks/>
          </p:cNvSpPr>
          <p:nvPr/>
        </p:nvSpPr>
        <p:spPr>
          <a:xfrm>
            <a:off x="6048246" y="3278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59" name="data_8547">
            <a:extLst>
              <a:ext uri="{FF2B5EF4-FFF2-40B4-BE49-F238E27FC236}">
                <a16:creationId xmlns:a16="http://schemas.microsoft.com/office/drawing/2014/main" id="{9C47849F-F2CB-4E99-BF77-77502242D426}"/>
              </a:ext>
            </a:extLst>
          </p:cNvPr>
          <p:cNvSpPr>
            <a:spLocks/>
          </p:cNvSpPr>
          <p:nvPr/>
        </p:nvSpPr>
        <p:spPr>
          <a:xfrm>
            <a:off x="60654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0" name="data_8548">
            <a:extLst>
              <a:ext uri="{FF2B5EF4-FFF2-40B4-BE49-F238E27FC236}">
                <a16:creationId xmlns:a16="http://schemas.microsoft.com/office/drawing/2014/main" id="{9968B94D-5542-4D51-B182-74B848CFCCE8}"/>
              </a:ext>
            </a:extLst>
          </p:cNvPr>
          <p:cNvSpPr>
            <a:spLocks/>
          </p:cNvSpPr>
          <p:nvPr/>
        </p:nvSpPr>
        <p:spPr>
          <a:xfrm>
            <a:off x="597619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1" name="data_8549">
            <a:extLst>
              <a:ext uri="{FF2B5EF4-FFF2-40B4-BE49-F238E27FC236}">
                <a16:creationId xmlns:a16="http://schemas.microsoft.com/office/drawing/2014/main" id="{EBAD889D-C737-420E-B335-7F30B7C6F188}"/>
              </a:ext>
            </a:extLst>
          </p:cNvPr>
          <p:cNvSpPr>
            <a:spLocks/>
          </p:cNvSpPr>
          <p:nvPr/>
        </p:nvSpPr>
        <p:spPr>
          <a:xfrm>
            <a:off x="604941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2" name="data_8550">
            <a:extLst>
              <a:ext uri="{FF2B5EF4-FFF2-40B4-BE49-F238E27FC236}">
                <a16:creationId xmlns:a16="http://schemas.microsoft.com/office/drawing/2014/main" id="{BB7820B7-7D50-4958-B5F9-FA8C85B4863A}"/>
              </a:ext>
            </a:extLst>
          </p:cNvPr>
          <p:cNvSpPr>
            <a:spLocks/>
          </p:cNvSpPr>
          <p:nvPr/>
        </p:nvSpPr>
        <p:spPr>
          <a:xfrm>
            <a:off x="598270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3" name="data_8551">
            <a:extLst>
              <a:ext uri="{FF2B5EF4-FFF2-40B4-BE49-F238E27FC236}">
                <a16:creationId xmlns:a16="http://schemas.microsoft.com/office/drawing/2014/main" id="{745F9774-ED63-4808-A193-005302D4C08E}"/>
              </a:ext>
            </a:extLst>
          </p:cNvPr>
          <p:cNvSpPr>
            <a:spLocks/>
          </p:cNvSpPr>
          <p:nvPr/>
        </p:nvSpPr>
        <p:spPr>
          <a:xfrm>
            <a:off x="59884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4" name="data_8552">
            <a:extLst>
              <a:ext uri="{FF2B5EF4-FFF2-40B4-BE49-F238E27FC236}">
                <a16:creationId xmlns:a16="http://schemas.microsoft.com/office/drawing/2014/main" id="{1C966627-A479-4C95-936A-EDD260FAB183}"/>
              </a:ext>
            </a:extLst>
          </p:cNvPr>
          <p:cNvSpPr>
            <a:spLocks/>
          </p:cNvSpPr>
          <p:nvPr/>
        </p:nvSpPr>
        <p:spPr>
          <a:xfrm>
            <a:off x="597293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5" name="data_8553">
            <a:extLst>
              <a:ext uri="{FF2B5EF4-FFF2-40B4-BE49-F238E27FC236}">
                <a16:creationId xmlns:a16="http://schemas.microsoft.com/office/drawing/2014/main" id="{91F4D830-CD14-4E6F-8781-AAE50B84651E}"/>
              </a:ext>
            </a:extLst>
          </p:cNvPr>
          <p:cNvSpPr>
            <a:spLocks/>
          </p:cNvSpPr>
          <p:nvPr/>
        </p:nvSpPr>
        <p:spPr>
          <a:xfrm>
            <a:off x="6047986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6" name="data_8554">
            <a:extLst>
              <a:ext uri="{FF2B5EF4-FFF2-40B4-BE49-F238E27FC236}">
                <a16:creationId xmlns:a16="http://schemas.microsoft.com/office/drawing/2014/main" id="{2350FE06-ED21-4E88-9980-450DCA902DF8}"/>
              </a:ext>
            </a:extLst>
          </p:cNvPr>
          <p:cNvSpPr>
            <a:spLocks/>
          </p:cNvSpPr>
          <p:nvPr/>
        </p:nvSpPr>
        <p:spPr>
          <a:xfrm>
            <a:off x="60816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7" name="data_8555">
            <a:extLst>
              <a:ext uri="{FF2B5EF4-FFF2-40B4-BE49-F238E27FC236}">
                <a16:creationId xmlns:a16="http://schemas.microsoft.com/office/drawing/2014/main" id="{38024E99-756E-4900-B5CD-91B930172F30}"/>
              </a:ext>
            </a:extLst>
          </p:cNvPr>
          <p:cNvSpPr>
            <a:spLocks/>
          </p:cNvSpPr>
          <p:nvPr/>
        </p:nvSpPr>
        <p:spPr>
          <a:xfrm>
            <a:off x="6087205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8" name="data_8556">
            <a:extLst>
              <a:ext uri="{FF2B5EF4-FFF2-40B4-BE49-F238E27FC236}">
                <a16:creationId xmlns:a16="http://schemas.microsoft.com/office/drawing/2014/main" id="{109CA1CB-D866-405C-9E2C-06ED5B491B6E}"/>
              </a:ext>
            </a:extLst>
          </p:cNvPr>
          <p:cNvSpPr>
            <a:spLocks/>
          </p:cNvSpPr>
          <p:nvPr/>
        </p:nvSpPr>
        <p:spPr>
          <a:xfrm>
            <a:off x="600668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69" name="data_8557">
            <a:extLst>
              <a:ext uri="{FF2B5EF4-FFF2-40B4-BE49-F238E27FC236}">
                <a16:creationId xmlns:a16="http://schemas.microsoft.com/office/drawing/2014/main" id="{ADAB905B-1991-4234-B84E-85551075A4FE}"/>
              </a:ext>
            </a:extLst>
          </p:cNvPr>
          <p:cNvSpPr>
            <a:spLocks/>
          </p:cNvSpPr>
          <p:nvPr/>
        </p:nvSpPr>
        <p:spPr>
          <a:xfrm>
            <a:off x="605450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0" name="data_8558">
            <a:extLst>
              <a:ext uri="{FF2B5EF4-FFF2-40B4-BE49-F238E27FC236}">
                <a16:creationId xmlns:a16="http://schemas.microsoft.com/office/drawing/2014/main" id="{A18035DA-F834-4166-830F-66F1EDF31CE6}"/>
              </a:ext>
            </a:extLst>
          </p:cNvPr>
          <p:cNvSpPr>
            <a:spLocks/>
          </p:cNvSpPr>
          <p:nvPr/>
        </p:nvSpPr>
        <p:spPr>
          <a:xfrm>
            <a:off x="60797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1" name="data_8559">
            <a:extLst>
              <a:ext uri="{FF2B5EF4-FFF2-40B4-BE49-F238E27FC236}">
                <a16:creationId xmlns:a16="http://schemas.microsoft.com/office/drawing/2014/main" id="{54857F8B-A203-45E4-AA62-AEF0B73FCA5C}"/>
              </a:ext>
            </a:extLst>
          </p:cNvPr>
          <p:cNvSpPr>
            <a:spLocks/>
          </p:cNvSpPr>
          <p:nvPr/>
        </p:nvSpPr>
        <p:spPr>
          <a:xfrm>
            <a:off x="6064403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2" name="data_8560">
            <a:extLst>
              <a:ext uri="{FF2B5EF4-FFF2-40B4-BE49-F238E27FC236}">
                <a16:creationId xmlns:a16="http://schemas.microsoft.com/office/drawing/2014/main" id="{81B6FCBC-6F76-4BF1-A67E-0518E8B6563D}"/>
              </a:ext>
            </a:extLst>
          </p:cNvPr>
          <p:cNvSpPr>
            <a:spLocks/>
          </p:cNvSpPr>
          <p:nvPr/>
        </p:nvSpPr>
        <p:spPr>
          <a:xfrm>
            <a:off x="60505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3" name="data_8561">
            <a:extLst>
              <a:ext uri="{FF2B5EF4-FFF2-40B4-BE49-F238E27FC236}">
                <a16:creationId xmlns:a16="http://schemas.microsoft.com/office/drawing/2014/main" id="{367D5F20-FFC4-442D-B494-427F0767CA23}"/>
              </a:ext>
            </a:extLst>
          </p:cNvPr>
          <p:cNvSpPr>
            <a:spLocks/>
          </p:cNvSpPr>
          <p:nvPr/>
        </p:nvSpPr>
        <p:spPr>
          <a:xfrm>
            <a:off x="60186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4" name="data_8562">
            <a:extLst>
              <a:ext uri="{FF2B5EF4-FFF2-40B4-BE49-F238E27FC236}">
                <a16:creationId xmlns:a16="http://schemas.microsoft.com/office/drawing/2014/main" id="{CCF93148-EE8C-42B1-8CA0-7BD7F956660F}"/>
              </a:ext>
            </a:extLst>
          </p:cNvPr>
          <p:cNvSpPr>
            <a:spLocks/>
          </p:cNvSpPr>
          <p:nvPr/>
        </p:nvSpPr>
        <p:spPr>
          <a:xfrm>
            <a:off x="6014760" y="289293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5" name="data_8563">
            <a:extLst>
              <a:ext uri="{FF2B5EF4-FFF2-40B4-BE49-F238E27FC236}">
                <a16:creationId xmlns:a16="http://schemas.microsoft.com/office/drawing/2014/main" id="{81501555-AB83-4DD6-897F-13BA4DA50FF2}"/>
              </a:ext>
            </a:extLst>
          </p:cNvPr>
          <p:cNvSpPr>
            <a:spLocks/>
          </p:cNvSpPr>
          <p:nvPr/>
        </p:nvSpPr>
        <p:spPr>
          <a:xfrm>
            <a:off x="597137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6" name="data_8564">
            <a:extLst>
              <a:ext uri="{FF2B5EF4-FFF2-40B4-BE49-F238E27FC236}">
                <a16:creationId xmlns:a16="http://schemas.microsoft.com/office/drawing/2014/main" id="{6647521B-347D-43D6-9C80-5045AE893092}"/>
              </a:ext>
            </a:extLst>
          </p:cNvPr>
          <p:cNvSpPr>
            <a:spLocks/>
          </p:cNvSpPr>
          <p:nvPr/>
        </p:nvSpPr>
        <p:spPr>
          <a:xfrm>
            <a:off x="608016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7" name="data_8565">
            <a:extLst>
              <a:ext uri="{FF2B5EF4-FFF2-40B4-BE49-F238E27FC236}">
                <a16:creationId xmlns:a16="http://schemas.microsoft.com/office/drawing/2014/main" id="{DDCC0A24-D875-484F-9849-7BB71F0AE9B8}"/>
              </a:ext>
            </a:extLst>
          </p:cNvPr>
          <p:cNvSpPr>
            <a:spLocks/>
          </p:cNvSpPr>
          <p:nvPr/>
        </p:nvSpPr>
        <p:spPr>
          <a:xfrm>
            <a:off x="606635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8" name="data_8566">
            <a:extLst>
              <a:ext uri="{FF2B5EF4-FFF2-40B4-BE49-F238E27FC236}">
                <a16:creationId xmlns:a16="http://schemas.microsoft.com/office/drawing/2014/main" id="{079C5B10-3EA5-4624-9E05-7AC1BFF362D7}"/>
              </a:ext>
            </a:extLst>
          </p:cNvPr>
          <p:cNvSpPr>
            <a:spLocks/>
          </p:cNvSpPr>
          <p:nvPr/>
        </p:nvSpPr>
        <p:spPr>
          <a:xfrm>
            <a:off x="604668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79" name="data_8567">
            <a:extLst>
              <a:ext uri="{FF2B5EF4-FFF2-40B4-BE49-F238E27FC236}">
                <a16:creationId xmlns:a16="http://schemas.microsoft.com/office/drawing/2014/main" id="{21C8D74E-AAC6-4F1A-9CCF-AE1175541115}"/>
              </a:ext>
            </a:extLst>
          </p:cNvPr>
          <p:cNvSpPr>
            <a:spLocks/>
          </p:cNvSpPr>
          <p:nvPr/>
        </p:nvSpPr>
        <p:spPr>
          <a:xfrm>
            <a:off x="596681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0" name="data_8568">
            <a:extLst>
              <a:ext uri="{FF2B5EF4-FFF2-40B4-BE49-F238E27FC236}">
                <a16:creationId xmlns:a16="http://schemas.microsoft.com/office/drawing/2014/main" id="{02E5DB88-870E-4C6C-83D9-BD3F258C385F}"/>
              </a:ext>
            </a:extLst>
          </p:cNvPr>
          <p:cNvSpPr>
            <a:spLocks/>
          </p:cNvSpPr>
          <p:nvPr/>
        </p:nvSpPr>
        <p:spPr>
          <a:xfrm>
            <a:off x="5979450" y="3725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1" name="data_8569">
            <a:extLst>
              <a:ext uri="{FF2B5EF4-FFF2-40B4-BE49-F238E27FC236}">
                <a16:creationId xmlns:a16="http://schemas.microsoft.com/office/drawing/2014/main" id="{6F7A6D91-953D-4E20-B5A8-CA2E68796E59}"/>
              </a:ext>
            </a:extLst>
          </p:cNvPr>
          <p:cNvSpPr>
            <a:spLocks/>
          </p:cNvSpPr>
          <p:nvPr/>
        </p:nvSpPr>
        <p:spPr>
          <a:xfrm>
            <a:off x="59920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2" name="data_8570">
            <a:extLst>
              <a:ext uri="{FF2B5EF4-FFF2-40B4-BE49-F238E27FC236}">
                <a16:creationId xmlns:a16="http://schemas.microsoft.com/office/drawing/2014/main" id="{DC765BD1-03E6-4A85-8D5A-1C639C5AF26E}"/>
              </a:ext>
            </a:extLst>
          </p:cNvPr>
          <p:cNvSpPr>
            <a:spLocks/>
          </p:cNvSpPr>
          <p:nvPr/>
        </p:nvSpPr>
        <p:spPr>
          <a:xfrm>
            <a:off x="604798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3" name="data_8571">
            <a:extLst>
              <a:ext uri="{FF2B5EF4-FFF2-40B4-BE49-F238E27FC236}">
                <a16:creationId xmlns:a16="http://schemas.microsoft.com/office/drawing/2014/main" id="{E904B1AD-E16A-4A81-BE68-FC679784F052}"/>
              </a:ext>
            </a:extLst>
          </p:cNvPr>
          <p:cNvSpPr>
            <a:spLocks/>
          </p:cNvSpPr>
          <p:nvPr/>
        </p:nvSpPr>
        <p:spPr>
          <a:xfrm>
            <a:off x="603482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4" name="data_8572">
            <a:extLst>
              <a:ext uri="{FF2B5EF4-FFF2-40B4-BE49-F238E27FC236}">
                <a16:creationId xmlns:a16="http://schemas.microsoft.com/office/drawing/2014/main" id="{CE405E84-0275-42FE-8539-5BEDC1B0F10B}"/>
              </a:ext>
            </a:extLst>
          </p:cNvPr>
          <p:cNvSpPr>
            <a:spLocks/>
          </p:cNvSpPr>
          <p:nvPr/>
        </p:nvSpPr>
        <p:spPr>
          <a:xfrm>
            <a:off x="598492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5" name="data_8573">
            <a:extLst>
              <a:ext uri="{FF2B5EF4-FFF2-40B4-BE49-F238E27FC236}">
                <a16:creationId xmlns:a16="http://schemas.microsoft.com/office/drawing/2014/main" id="{35EC133A-681F-4E24-A4DF-8B7AB0B35E33}"/>
              </a:ext>
            </a:extLst>
          </p:cNvPr>
          <p:cNvSpPr>
            <a:spLocks/>
          </p:cNvSpPr>
          <p:nvPr/>
        </p:nvSpPr>
        <p:spPr>
          <a:xfrm>
            <a:off x="600850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6" name="data_8574">
            <a:extLst>
              <a:ext uri="{FF2B5EF4-FFF2-40B4-BE49-F238E27FC236}">
                <a16:creationId xmlns:a16="http://schemas.microsoft.com/office/drawing/2014/main" id="{9E170B54-6084-48C2-A0CF-19EA4DA8D1F6}"/>
              </a:ext>
            </a:extLst>
          </p:cNvPr>
          <p:cNvSpPr>
            <a:spLocks/>
          </p:cNvSpPr>
          <p:nvPr/>
        </p:nvSpPr>
        <p:spPr>
          <a:xfrm>
            <a:off x="5962381" y="3898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487" name="data_8575">
            <a:extLst>
              <a:ext uri="{FF2B5EF4-FFF2-40B4-BE49-F238E27FC236}">
                <a16:creationId xmlns:a16="http://schemas.microsoft.com/office/drawing/2014/main" id="{4E6913FC-5F41-4743-9951-066D93AC8C6F}"/>
              </a:ext>
            </a:extLst>
          </p:cNvPr>
          <p:cNvSpPr>
            <a:spLocks/>
          </p:cNvSpPr>
          <p:nvPr/>
        </p:nvSpPr>
        <p:spPr>
          <a:xfrm>
            <a:off x="3972701" y="2116243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488" name="data_8576">
            <a:extLst>
              <a:ext uri="{FF2B5EF4-FFF2-40B4-BE49-F238E27FC236}">
                <a16:creationId xmlns:a16="http://schemas.microsoft.com/office/drawing/2014/main" id="{195D1B9C-6471-43ED-9EB8-B5B1ED138F6A}"/>
              </a:ext>
            </a:extLst>
          </p:cNvPr>
          <p:cNvSpPr>
            <a:spLocks/>
          </p:cNvSpPr>
          <p:nvPr/>
        </p:nvSpPr>
        <p:spPr>
          <a:xfrm>
            <a:off x="3972701" y="407082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1489" name="text_8577">
            <a:extLst>
              <a:ext uri="{FF2B5EF4-FFF2-40B4-BE49-F238E27FC236}">
                <a16:creationId xmlns:a16="http://schemas.microsoft.com/office/drawing/2014/main" id="{2E51D5D6-B485-424E-B067-56846B7EDF82}"/>
              </a:ext>
            </a:extLst>
          </p:cNvPr>
          <p:cNvSpPr>
            <a:spLocks/>
          </p:cNvSpPr>
          <p:nvPr/>
        </p:nvSpPr>
        <p:spPr>
          <a:xfrm>
            <a:off x="3582544" y="1802843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1490" name="text_8578">
            <a:extLst>
              <a:ext uri="{FF2B5EF4-FFF2-40B4-BE49-F238E27FC236}">
                <a16:creationId xmlns:a16="http://schemas.microsoft.com/office/drawing/2014/main" id="{55316DCD-8B4E-4C77-9E59-7D17EB92AE24}"/>
              </a:ext>
            </a:extLst>
          </p:cNvPr>
          <p:cNvSpPr>
            <a:spLocks/>
          </p:cNvSpPr>
          <p:nvPr/>
        </p:nvSpPr>
        <p:spPr>
          <a:xfrm>
            <a:off x="3972701" y="1837547"/>
            <a:ext cx="945130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CA2</a:t>
            </a:r>
          </a:p>
        </p:txBody>
      </p:sp>
      <p:sp>
        <p:nvSpPr>
          <p:cNvPr id="1491" name="data_8579">
            <a:extLst>
              <a:ext uri="{FF2B5EF4-FFF2-40B4-BE49-F238E27FC236}">
                <a16:creationId xmlns:a16="http://schemas.microsoft.com/office/drawing/2014/main" id="{B6F11D6A-6C4C-4650-A4C2-1D450DBC48C6}"/>
              </a:ext>
            </a:extLst>
          </p:cNvPr>
          <p:cNvSpPr>
            <a:spLocks/>
          </p:cNvSpPr>
          <p:nvPr/>
        </p:nvSpPr>
        <p:spPr>
          <a:xfrm>
            <a:off x="3993192" y="2857347"/>
            <a:ext cx="2049083" cy="1124630"/>
          </a:xfrm>
          <a:custGeom>
            <a:avLst/>
            <a:gdLst/>
            <a:ahLst/>
            <a:cxnLst/>
            <a:rect l="0" t="0" r="0" b="0"/>
            <a:pathLst>
              <a:path w="2049083" h="1124630">
                <a:moveTo>
                  <a:pt x="0" y="1124630"/>
                </a:moveTo>
                <a:lnTo>
                  <a:pt x="19798" y="1122700"/>
                </a:lnTo>
                <a:lnTo>
                  <a:pt x="20788" y="1122491"/>
                </a:lnTo>
                <a:lnTo>
                  <a:pt x="26270" y="1121377"/>
                </a:lnTo>
                <a:lnTo>
                  <a:pt x="28212" y="1119255"/>
                </a:lnTo>
                <a:lnTo>
                  <a:pt x="34151" y="1117829"/>
                </a:lnTo>
                <a:lnTo>
                  <a:pt x="35949" y="1115935"/>
                </a:lnTo>
                <a:lnTo>
                  <a:pt x="37946" y="1115807"/>
                </a:lnTo>
                <a:lnTo>
                  <a:pt x="39596" y="1112525"/>
                </a:lnTo>
                <a:lnTo>
                  <a:pt x="43784" y="1110556"/>
                </a:lnTo>
                <a:lnTo>
                  <a:pt x="45535" y="1108937"/>
                </a:lnTo>
                <a:lnTo>
                  <a:pt x="48788" y="1108894"/>
                </a:lnTo>
                <a:lnTo>
                  <a:pt x="50485" y="1105473"/>
                </a:lnTo>
                <a:lnTo>
                  <a:pt x="55986" y="1103604"/>
                </a:lnTo>
                <a:lnTo>
                  <a:pt x="57909" y="1096774"/>
                </a:lnTo>
                <a:lnTo>
                  <a:pt x="66099" y="1094827"/>
                </a:lnTo>
                <a:lnTo>
                  <a:pt x="67183" y="1094536"/>
                </a:lnTo>
                <a:lnTo>
                  <a:pt x="68303" y="1094536"/>
                </a:lnTo>
                <a:lnTo>
                  <a:pt x="70054" y="1092258"/>
                </a:lnTo>
                <a:lnTo>
                  <a:pt x="75892" y="1090825"/>
                </a:lnTo>
                <a:lnTo>
                  <a:pt x="77212" y="1086115"/>
                </a:lnTo>
                <a:lnTo>
                  <a:pt x="85378" y="1084855"/>
                </a:lnTo>
                <a:lnTo>
                  <a:pt x="86121" y="1071348"/>
                </a:lnTo>
                <a:lnTo>
                  <a:pt x="94211" y="1069499"/>
                </a:lnTo>
                <a:lnTo>
                  <a:pt x="95030" y="1068859"/>
                </a:lnTo>
                <a:lnTo>
                  <a:pt x="97575" y="1068710"/>
                </a:lnTo>
                <a:lnTo>
                  <a:pt x="99484" y="1059853"/>
                </a:lnTo>
                <a:lnTo>
                  <a:pt x="105081" y="1057907"/>
                </a:lnTo>
                <a:lnTo>
                  <a:pt x="106909" y="1055828"/>
                </a:lnTo>
                <a:lnTo>
                  <a:pt x="113838" y="1054869"/>
                </a:lnTo>
                <a:lnTo>
                  <a:pt x="114333" y="1028773"/>
                </a:lnTo>
                <a:lnTo>
                  <a:pt x="124187" y="1027529"/>
                </a:lnTo>
                <a:lnTo>
                  <a:pt x="125222" y="1026289"/>
                </a:lnTo>
                <a:lnTo>
                  <a:pt x="131351" y="1024923"/>
                </a:lnTo>
                <a:lnTo>
                  <a:pt x="132811" y="1023246"/>
                </a:lnTo>
                <a:lnTo>
                  <a:pt x="136606" y="1022997"/>
                </a:lnTo>
                <a:lnTo>
                  <a:pt x="138090" y="1008561"/>
                </a:lnTo>
                <a:lnTo>
                  <a:pt x="146363" y="1006698"/>
                </a:lnTo>
                <a:lnTo>
                  <a:pt x="147989" y="1003568"/>
                </a:lnTo>
                <a:lnTo>
                  <a:pt x="151784" y="1003253"/>
                </a:lnTo>
                <a:lnTo>
                  <a:pt x="151784" y="998566"/>
                </a:lnTo>
                <a:lnTo>
                  <a:pt x="157622" y="998351"/>
                </a:lnTo>
                <a:lnTo>
                  <a:pt x="158878" y="996150"/>
                </a:lnTo>
                <a:lnTo>
                  <a:pt x="170757" y="994998"/>
                </a:lnTo>
                <a:lnTo>
                  <a:pt x="172242" y="945517"/>
                </a:lnTo>
                <a:lnTo>
                  <a:pt x="183610" y="943553"/>
                </a:lnTo>
                <a:lnTo>
                  <a:pt x="183892" y="941410"/>
                </a:lnTo>
                <a:lnTo>
                  <a:pt x="189730" y="940014"/>
                </a:lnTo>
                <a:lnTo>
                  <a:pt x="191545" y="937404"/>
                </a:lnTo>
                <a:lnTo>
                  <a:pt x="195151" y="937025"/>
                </a:lnTo>
                <a:lnTo>
                  <a:pt x="195999" y="928334"/>
                </a:lnTo>
                <a:lnTo>
                  <a:pt x="204908" y="927349"/>
                </a:lnTo>
                <a:lnTo>
                  <a:pt x="206393" y="926041"/>
                </a:lnTo>
                <a:lnTo>
                  <a:pt x="210162" y="925679"/>
                </a:lnTo>
                <a:lnTo>
                  <a:pt x="211974" y="923660"/>
                </a:lnTo>
                <a:lnTo>
                  <a:pt x="213446" y="923489"/>
                </a:lnTo>
                <a:lnTo>
                  <a:pt x="215302" y="921585"/>
                </a:lnTo>
                <a:lnTo>
                  <a:pt x="227676" y="920404"/>
                </a:lnTo>
                <a:lnTo>
                  <a:pt x="228666" y="867389"/>
                </a:lnTo>
                <a:lnTo>
                  <a:pt x="236433" y="866789"/>
                </a:lnTo>
                <a:lnTo>
                  <a:pt x="237575" y="864927"/>
                </a:lnTo>
                <a:lnTo>
                  <a:pt x="243938" y="863554"/>
                </a:lnTo>
                <a:lnTo>
                  <a:pt x="245189" y="861278"/>
                </a:lnTo>
                <a:lnTo>
                  <a:pt x="256135" y="860162"/>
                </a:lnTo>
                <a:lnTo>
                  <a:pt x="257373" y="848266"/>
                </a:lnTo>
                <a:lnTo>
                  <a:pt x="262703" y="847178"/>
                </a:lnTo>
                <a:lnTo>
                  <a:pt x="264302" y="845883"/>
                </a:lnTo>
                <a:lnTo>
                  <a:pt x="273211" y="844209"/>
                </a:lnTo>
                <a:lnTo>
                  <a:pt x="274985" y="829564"/>
                </a:lnTo>
                <a:lnTo>
                  <a:pt x="284595" y="828628"/>
                </a:lnTo>
                <a:lnTo>
                  <a:pt x="286431" y="822709"/>
                </a:lnTo>
                <a:lnTo>
                  <a:pt x="288973" y="821978"/>
                </a:lnTo>
                <a:lnTo>
                  <a:pt x="289769" y="819899"/>
                </a:lnTo>
                <a:lnTo>
                  <a:pt x="292726" y="819877"/>
                </a:lnTo>
                <a:lnTo>
                  <a:pt x="293999" y="812895"/>
                </a:lnTo>
                <a:lnTo>
                  <a:pt x="303568" y="812244"/>
                </a:lnTo>
                <a:lnTo>
                  <a:pt x="303568" y="808935"/>
                </a:lnTo>
                <a:lnTo>
                  <a:pt x="310332" y="806971"/>
                </a:lnTo>
                <a:lnTo>
                  <a:pt x="311817" y="806025"/>
                </a:lnTo>
                <a:lnTo>
                  <a:pt x="316766" y="804167"/>
                </a:lnTo>
                <a:lnTo>
                  <a:pt x="316766" y="804023"/>
                </a:lnTo>
                <a:lnTo>
                  <a:pt x="329737" y="802226"/>
                </a:lnTo>
                <a:lnTo>
                  <a:pt x="331165" y="801547"/>
                </a:lnTo>
                <a:lnTo>
                  <a:pt x="341514" y="801018"/>
                </a:lnTo>
                <a:lnTo>
                  <a:pt x="342999" y="622360"/>
                </a:lnTo>
                <a:lnTo>
                  <a:pt x="357847" y="620407"/>
                </a:lnTo>
                <a:lnTo>
                  <a:pt x="359488" y="619714"/>
                </a:lnTo>
                <a:lnTo>
                  <a:pt x="367784" y="619041"/>
                </a:lnTo>
                <a:lnTo>
                  <a:pt x="369726" y="616961"/>
                </a:lnTo>
                <a:lnTo>
                  <a:pt x="375665" y="615495"/>
                </a:lnTo>
                <a:lnTo>
                  <a:pt x="376843" y="613867"/>
                </a:lnTo>
                <a:lnTo>
                  <a:pt x="379460" y="613846"/>
                </a:lnTo>
                <a:lnTo>
                  <a:pt x="379460" y="609986"/>
                </a:lnTo>
                <a:lnTo>
                  <a:pt x="390302" y="608794"/>
                </a:lnTo>
                <a:lnTo>
                  <a:pt x="391998" y="605442"/>
                </a:lnTo>
                <a:lnTo>
                  <a:pt x="398433" y="603811"/>
                </a:lnTo>
                <a:lnTo>
                  <a:pt x="400396" y="598854"/>
                </a:lnTo>
                <a:lnTo>
                  <a:pt x="409817" y="598261"/>
                </a:lnTo>
                <a:lnTo>
                  <a:pt x="411568" y="590086"/>
                </a:lnTo>
                <a:lnTo>
                  <a:pt x="417406" y="589770"/>
                </a:lnTo>
                <a:lnTo>
                  <a:pt x="418726" y="587987"/>
                </a:lnTo>
                <a:lnTo>
                  <a:pt x="426892" y="586078"/>
                </a:lnTo>
                <a:lnTo>
                  <a:pt x="428740" y="579809"/>
                </a:lnTo>
                <a:lnTo>
                  <a:pt x="439089" y="578064"/>
                </a:lnTo>
                <a:lnTo>
                  <a:pt x="440998" y="576453"/>
                </a:lnTo>
                <a:lnTo>
                  <a:pt x="447501" y="574814"/>
                </a:lnTo>
                <a:lnTo>
                  <a:pt x="449438" y="574322"/>
                </a:lnTo>
                <a:lnTo>
                  <a:pt x="455352" y="574215"/>
                </a:lnTo>
                <a:lnTo>
                  <a:pt x="455352" y="513660"/>
                </a:lnTo>
                <a:lnTo>
                  <a:pt x="472865" y="512272"/>
                </a:lnTo>
                <a:lnTo>
                  <a:pt x="473665" y="511360"/>
                </a:lnTo>
                <a:lnTo>
                  <a:pt x="487877" y="510559"/>
                </a:lnTo>
                <a:lnTo>
                  <a:pt x="489503" y="504184"/>
                </a:lnTo>
                <a:lnTo>
                  <a:pt x="496747" y="502617"/>
                </a:lnTo>
                <a:lnTo>
                  <a:pt x="497422" y="501650"/>
                </a:lnTo>
                <a:lnTo>
                  <a:pt x="512271" y="500483"/>
                </a:lnTo>
                <a:lnTo>
                  <a:pt x="514107" y="476613"/>
                </a:lnTo>
                <a:lnTo>
                  <a:pt x="531244" y="475145"/>
                </a:lnTo>
                <a:lnTo>
                  <a:pt x="533059" y="473998"/>
                </a:lnTo>
                <a:lnTo>
                  <a:pt x="542919" y="472030"/>
                </a:lnTo>
                <a:lnTo>
                  <a:pt x="544057" y="471732"/>
                </a:lnTo>
                <a:lnTo>
                  <a:pt x="546422" y="471732"/>
                </a:lnTo>
                <a:lnTo>
                  <a:pt x="547907" y="464078"/>
                </a:lnTo>
                <a:lnTo>
                  <a:pt x="558841" y="462951"/>
                </a:lnTo>
                <a:lnTo>
                  <a:pt x="560433" y="461921"/>
                </a:lnTo>
                <a:lnTo>
                  <a:pt x="569190" y="461750"/>
                </a:lnTo>
                <a:lnTo>
                  <a:pt x="570668" y="446965"/>
                </a:lnTo>
                <a:lnTo>
                  <a:pt x="585452" y="445176"/>
                </a:lnTo>
                <a:lnTo>
                  <a:pt x="586703" y="443630"/>
                </a:lnTo>
                <a:lnTo>
                  <a:pt x="597649" y="443273"/>
                </a:lnTo>
                <a:lnTo>
                  <a:pt x="597649" y="440791"/>
                </a:lnTo>
                <a:lnTo>
                  <a:pt x="620934" y="439558"/>
                </a:lnTo>
                <a:lnTo>
                  <a:pt x="621730" y="438485"/>
                </a:lnTo>
                <a:lnTo>
                  <a:pt x="626109" y="438485"/>
                </a:lnTo>
                <a:lnTo>
                  <a:pt x="626848" y="434968"/>
                </a:lnTo>
                <a:lnTo>
                  <a:pt x="634240" y="434373"/>
                </a:lnTo>
                <a:lnTo>
                  <a:pt x="635718" y="432911"/>
                </a:lnTo>
                <a:lnTo>
                  <a:pt x="656757" y="431174"/>
                </a:lnTo>
                <a:lnTo>
                  <a:pt x="656757" y="430665"/>
                </a:lnTo>
                <a:lnTo>
                  <a:pt x="683028" y="430238"/>
                </a:lnTo>
                <a:lnTo>
                  <a:pt x="683028" y="137467"/>
                </a:lnTo>
                <a:lnTo>
                  <a:pt x="739947" y="136078"/>
                </a:lnTo>
                <a:lnTo>
                  <a:pt x="739947" y="135250"/>
                </a:lnTo>
                <a:lnTo>
                  <a:pt x="796866" y="133728"/>
                </a:lnTo>
                <a:lnTo>
                  <a:pt x="796866" y="121981"/>
                </a:lnTo>
                <a:lnTo>
                  <a:pt x="819633" y="121195"/>
                </a:lnTo>
                <a:lnTo>
                  <a:pt x="819633" y="117059"/>
                </a:lnTo>
                <a:lnTo>
                  <a:pt x="853785" y="116893"/>
                </a:lnTo>
                <a:lnTo>
                  <a:pt x="853785" y="107173"/>
                </a:lnTo>
                <a:lnTo>
                  <a:pt x="910704" y="106057"/>
                </a:lnTo>
                <a:lnTo>
                  <a:pt x="910704" y="93483"/>
                </a:lnTo>
                <a:lnTo>
                  <a:pt x="956239" y="91622"/>
                </a:lnTo>
                <a:lnTo>
                  <a:pt x="956239" y="91456"/>
                </a:lnTo>
                <a:lnTo>
                  <a:pt x="975754" y="90629"/>
                </a:lnTo>
                <a:lnTo>
                  <a:pt x="975754" y="89211"/>
                </a:lnTo>
                <a:lnTo>
                  <a:pt x="1024541" y="88425"/>
                </a:lnTo>
                <a:lnTo>
                  <a:pt x="1024541" y="54509"/>
                </a:lnTo>
                <a:lnTo>
                  <a:pt x="1073329" y="54343"/>
                </a:lnTo>
                <a:lnTo>
                  <a:pt x="1073329" y="51507"/>
                </a:lnTo>
                <a:lnTo>
                  <a:pt x="1195298" y="50845"/>
                </a:lnTo>
                <a:lnTo>
                  <a:pt x="1195298" y="47536"/>
                </a:lnTo>
                <a:lnTo>
                  <a:pt x="1309136" y="45716"/>
                </a:lnTo>
                <a:lnTo>
                  <a:pt x="1309136" y="45551"/>
                </a:lnTo>
                <a:lnTo>
                  <a:pt x="1366055" y="45385"/>
                </a:lnTo>
                <a:lnTo>
                  <a:pt x="1366055" y="23877"/>
                </a:lnTo>
                <a:lnTo>
                  <a:pt x="1479893" y="22128"/>
                </a:lnTo>
                <a:lnTo>
                  <a:pt x="1479893" y="20474"/>
                </a:lnTo>
                <a:lnTo>
                  <a:pt x="1536812" y="20474"/>
                </a:lnTo>
                <a:lnTo>
                  <a:pt x="1536812" y="17992"/>
                </a:lnTo>
                <a:lnTo>
                  <a:pt x="2049083" y="17372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1492" name="data_8580">
            <a:extLst>
              <a:ext uri="{FF2B5EF4-FFF2-40B4-BE49-F238E27FC236}">
                <a16:creationId xmlns:a16="http://schemas.microsoft.com/office/drawing/2014/main" id="{C004715F-AA2C-4B04-9B4E-BA9973427725}"/>
              </a:ext>
            </a:extLst>
          </p:cNvPr>
          <p:cNvSpPr>
            <a:spLocks/>
          </p:cNvSpPr>
          <p:nvPr/>
        </p:nvSpPr>
        <p:spPr>
          <a:xfrm>
            <a:off x="3993192" y="2797384"/>
            <a:ext cx="2049083" cy="1184593"/>
          </a:xfrm>
          <a:custGeom>
            <a:avLst/>
            <a:gdLst/>
            <a:ahLst/>
            <a:cxnLst/>
            <a:rect l="0" t="0" r="0" b="0"/>
            <a:pathLst>
              <a:path w="2049083" h="1184593">
                <a:moveTo>
                  <a:pt x="0" y="1184593"/>
                </a:moveTo>
                <a:lnTo>
                  <a:pt x="195151" y="1184593"/>
                </a:lnTo>
                <a:lnTo>
                  <a:pt x="195151" y="1121132"/>
                </a:lnTo>
                <a:lnTo>
                  <a:pt x="195999" y="1121132"/>
                </a:lnTo>
                <a:lnTo>
                  <a:pt x="227676" y="1121132"/>
                </a:lnTo>
                <a:lnTo>
                  <a:pt x="227676" y="888444"/>
                </a:lnTo>
                <a:lnTo>
                  <a:pt x="228666" y="888444"/>
                </a:lnTo>
                <a:lnTo>
                  <a:pt x="341514" y="888444"/>
                </a:lnTo>
                <a:lnTo>
                  <a:pt x="341514" y="592296"/>
                </a:lnTo>
                <a:lnTo>
                  <a:pt x="342999" y="592296"/>
                </a:lnTo>
                <a:lnTo>
                  <a:pt x="455352" y="592296"/>
                </a:lnTo>
                <a:lnTo>
                  <a:pt x="455352" y="423069"/>
                </a:lnTo>
                <a:lnTo>
                  <a:pt x="512271" y="423069"/>
                </a:lnTo>
                <a:lnTo>
                  <a:pt x="512271" y="376916"/>
                </a:lnTo>
                <a:lnTo>
                  <a:pt x="514107" y="376916"/>
                </a:lnTo>
                <a:lnTo>
                  <a:pt x="517445" y="376916"/>
                </a:lnTo>
                <a:lnTo>
                  <a:pt x="517445" y="369224"/>
                </a:lnTo>
                <a:lnTo>
                  <a:pt x="526316" y="369224"/>
                </a:lnTo>
                <a:lnTo>
                  <a:pt x="526316" y="361532"/>
                </a:lnTo>
                <a:lnTo>
                  <a:pt x="535186" y="361532"/>
                </a:lnTo>
                <a:lnTo>
                  <a:pt x="536140" y="353839"/>
                </a:lnTo>
                <a:lnTo>
                  <a:pt x="536665" y="353839"/>
                </a:lnTo>
                <a:lnTo>
                  <a:pt x="538143" y="353839"/>
                </a:lnTo>
                <a:lnTo>
                  <a:pt x="538143" y="346147"/>
                </a:lnTo>
                <a:lnTo>
                  <a:pt x="538998" y="346147"/>
                </a:lnTo>
                <a:lnTo>
                  <a:pt x="544057" y="346147"/>
                </a:lnTo>
                <a:lnTo>
                  <a:pt x="544057" y="338455"/>
                </a:lnTo>
                <a:lnTo>
                  <a:pt x="546422" y="338455"/>
                </a:lnTo>
                <a:lnTo>
                  <a:pt x="546422" y="296148"/>
                </a:lnTo>
                <a:lnTo>
                  <a:pt x="547907" y="296148"/>
                </a:lnTo>
                <a:lnTo>
                  <a:pt x="910704" y="296148"/>
                </a:lnTo>
                <a:lnTo>
                  <a:pt x="910704" y="204240"/>
                </a:lnTo>
                <a:lnTo>
                  <a:pt x="1024541" y="204240"/>
                </a:lnTo>
                <a:lnTo>
                  <a:pt x="1024541" y="2575"/>
                </a:lnTo>
                <a:lnTo>
                  <a:pt x="1252217" y="2575"/>
                </a:lnTo>
                <a:lnTo>
                  <a:pt x="1252217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1493" name="data_8581">
            <a:extLst>
              <a:ext uri="{FF2B5EF4-FFF2-40B4-BE49-F238E27FC236}">
                <a16:creationId xmlns:a16="http://schemas.microsoft.com/office/drawing/2014/main" id="{3C2D17F5-F32D-491C-9956-4BEE7A1715A0}"/>
              </a:ext>
            </a:extLst>
          </p:cNvPr>
          <p:cNvSpPr>
            <a:spLocks/>
          </p:cNvSpPr>
          <p:nvPr/>
        </p:nvSpPr>
        <p:spPr>
          <a:xfrm>
            <a:off x="4304558" y="3449581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4" name="data_8582">
            <a:extLst>
              <a:ext uri="{FF2B5EF4-FFF2-40B4-BE49-F238E27FC236}">
                <a16:creationId xmlns:a16="http://schemas.microsoft.com/office/drawing/2014/main" id="{935FD1B5-D790-4EFD-8556-26DB6E68DF81}"/>
              </a:ext>
            </a:extLst>
          </p:cNvPr>
          <p:cNvSpPr>
            <a:spLocks/>
          </p:cNvSpPr>
          <p:nvPr/>
        </p:nvSpPr>
        <p:spPr>
          <a:xfrm>
            <a:off x="4646071" y="2964665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5" name="data_8583">
            <a:extLst>
              <a:ext uri="{FF2B5EF4-FFF2-40B4-BE49-F238E27FC236}">
                <a16:creationId xmlns:a16="http://schemas.microsoft.com/office/drawing/2014/main" id="{4D2DD916-4E68-4D82-9655-95E2727DBA4F}"/>
              </a:ext>
            </a:extLst>
          </p:cNvPr>
          <p:cNvSpPr>
            <a:spLocks/>
          </p:cNvSpPr>
          <p:nvPr/>
        </p:nvSpPr>
        <p:spPr>
          <a:xfrm>
            <a:off x="5329099" y="285107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6" name="data_8584">
            <a:extLst>
              <a:ext uri="{FF2B5EF4-FFF2-40B4-BE49-F238E27FC236}">
                <a16:creationId xmlns:a16="http://schemas.microsoft.com/office/drawing/2014/main" id="{7DA375BF-E45C-44CF-B6E9-932A20E1228A}"/>
              </a:ext>
            </a:extLst>
          </p:cNvPr>
          <p:cNvSpPr>
            <a:spLocks/>
          </p:cNvSpPr>
          <p:nvPr/>
        </p:nvSpPr>
        <p:spPr>
          <a:xfrm>
            <a:off x="6012127" y="2827199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1497" name="data_8585">
            <a:extLst>
              <a:ext uri="{FF2B5EF4-FFF2-40B4-BE49-F238E27FC236}">
                <a16:creationId xmlns:a16="http://schemas.microsoft.com/office/drawing/2014/main" id="{00EE9D15-CFF1-4E44-8CE4-06E3648BE98D}"/>
              </a:ext>
            </a:extLst>
          </p:cNvPr>
          <p:cNvSpPr>
            <a:spLocks/>
          </p:cNvSpPr>
          <p:nvPr/>
        </p:nvSpPr>
        <p:spPr>
          <a:xfrm>
            <a:off x="4284546" y="3339520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498" name="data_8586">
            <a:extLst>
              <a:ext uri="{FF2B5EF4-FFF2-40B4-BE49-F238E27FC236}">
                <a16:creationId xmlns:a16="http://schemas.microsoft.com/office/drawing/2014/main" id="{69C2D325-8B49-4659-9CEC-DF23A3A590CD}"/>
              </a:ext>
            </a:extLst>
          </p:cNvPr>
          <p:cNvSpPr>
            <a:spLocks/>
          </p:cNvSpPr>
          <p:nvPr/>
        </p:nvSpPr>
        <p:spPr>
          <a:xfrm>
            <a:off x="4626059" y="304337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499" name="data_8587">
            <a:extLst>
              <a:ext uri="{FF2B5EF4-FFF2-40B4-BE49-F238E27FC236}">
                <a16:creationId xmlns:a16="http://schemas.microsoft.com/office/drawing/2014/main" id="{9A5356AE-13F2-42A1-9B7E-AA96AD603605}"/>
              </a:ext>
            </a:extLst>
          </p:cNvPr>
          <p:cNvSpPr>
            <a:spLocks/>
          </p:cNvSpPr>
          <p:nvPr/>
        </p:nvSpPr>
        <p:spPr>
          <a:xfrm>
            <a:off x="5309087" y="274722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500" name="data_8588">
            <a:extLst>
              <a:ext uri="{FF2B5EF4-FFF2-40B4-BE49-F238E27FC236}">
                <a16:creationId xmlns:a16="http://schemas.microsoft.com/office/drawing/2014/main" id="{427B44F4-BACB-41BC-96A7-5AB074AEA167}"/>
              </a:ext>
            </a:extLst>
          </p:cNvPr>
          <p:cNvSpPr>
            <a:spLocks/>
          </p:cNvSpPr>
          <p:nvPr/>
        </p:nvSpPr>
        <p:spPr>
          <a:xfrm>
            <a:off x="5992115" y="2747224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1501" name="data_8589">
            <a:extLst>
              <a:ext uri="{FF2B5EF4-FFF2-40B4-BE49-F238E27FC236}">
                <a16:creationId xmlns:a16="http://schemas.microsoft.com/office/drawing/2014/main" id="{5AB3DA0A-D885-49A3-B9C8-5D548238201C}"/>
              </a:ext>
            </a:extLst>
          </p:cNvPr>
          <p:cNvSpPr>
            <a:spLocks/>
          </p:cNvSpPr>
          <p:nvPr/>
        </p:nvSpPr>
        <p:spPr>
          <a:xfrm>
            <a:off x="6938134" y="2116243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502" name="data_8590">
            <a:extLst>
              <a:ext uri="{FF2B5EF4-FFF2-40B4-BE49-F238E27FC236}">
                <a16:creationId xmlns:a16="http://schemas.microsoft.com/office/drawing/2014/main" id="{11650D1B-91EC-463E-919E-0187228ADDCC}"/>
              </a:ext>
            </a:extLst>
          </p:cNvPr>
          <p:cNvSpPr>
            <a:spLocks/>
          </p:cNvSpPr>
          <p:nvPr/>
        </p:nvSpPr>
        <p:spPr>
          <a:xfrm>
            <a:off x="7211345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3" y="1762082"/>
                </a:lnTo>
                <a:lnTo>
                  <a:pt x="3746" y="1747274"/>
                </a:lnTo>
                <a:lnTo>
                  <a:pt x="8192" y="1732467"/>
                </a:lnTo>
                <a:lnTo>
                  <a:pt x="14002" y="1717659"/>
                </a:lnTo>
                <a:lnTo>
                  <a:pt x="20814" y="1702852"/>
                </a:lnTo>
                <a:lnTo>
                  <a:pt x="28234" y="1688045"/>
                </a:lnTo>
                <a:lnTo>
                  <a:pt x="35870" y="1673237"/>
                </a:lnTo>
                <a:lnTo>
                  <a:pt x="43364" y="1658430"/>
                </a:lnTo>
                <a:lnTo>
                  <a:pt x="50421" y="1643622"/>
                </a:lnTo>
                <a:lnTo>
                  <a:pt x="56820" y="1628815"/>
                </a:lnTo>
                <a:lnTo>
                  <a:pt x="62421" y="1614007"/>
                </a:lnTo>
                <a:lnTo>
                  <a:pt x="67160" y="1599200"/>
                </a:lnTo>
                <a:lnTo>
                  <a:pt x="71039" y="1584393"/>
                </a:lnTo>
                <a:lnTo>
                  <a:pt x="74110" y="1569585"/>
                </a:lnTo>
                <a:lnTo>
                  <a:pt x="76459" y="1554778"/>
                </a:lnTo>
                <a:lnTo>
                  <a:pt x="78191" y="1539970"/>
                </a:lnTo>
                <a:lnTo>
                  <a:pt x="79415" y="1525163"/>
                </a:lnTo>
                <a:lnTo>
                  <a:pt x="80237" y="1510356"/>
                </a:lnTo>
                <a:lnTo>
                  <a:pt x="80753" y="1495548"/>
                </a:lnTo>
                <a:lnTo>
                  <a:pt x="81042" y="1480741"/>
                </a:lnTo>
                <a:lnTo>
                  <a:pt x="81168" y="1465933"/>
                </a:lnTo>
                <a:lnTo>
                  <a:pt x="81182" y="1451126"/>
                </a:lnTo>
                <a:lnTo>
                  <a:pt x="81119" y="1436319"/>
                </a:lnTo>
                <a:lnTo>
                  <a:pt x="81005" y="1421511"/>
                </a:lnTo>
                <a:lnTo>
                  <a:pt x="80855" y="1406704"/>
                </a:lnTo>
                <a:lnTo>
                  <a:pt x="80679" y="1391896"/>
                </a:lnTo>
                <a:lnTo>
                  <a:pt x="80482" y="1377089"/>
                </a:lnTo>
                <a:lnTo>
                  <a:pt x="80265" y="1362282"/>
                </a:lnTo>
                <a:lnTo>
                  <a:pt x="80026" y="1347474"/>
                </a:lnTo>
                <a:lnTo>
                  <a:pt x="79766" y="1332667"/>
                </a:lnTo>
                <a:lnTo>
                  <a:pt x="79481" y="1317859"/>
                </a:lnTo>
                <a:lnTo>
                  <a:pt x="79175" y="1303052"/>
                </a:lnTo>
                <a:lnTo>
                  <a:pt x="78850" y="1288245"/>
                </a:lnTo>
                <a:lnTo>
                  <a:pt x="78511" y="1273437"/>
                </a:lnTo>
                <a:lnTo>
                  <a:pt x="78169" y="1258630"/>
                </a:lnTo>
                <a:lnTo>
                  <a:pt x="77834" y="1243822"/>
                </a:lnTo>
                <a:lnTo>
                  <a:pt x="77521" y="1229015"/>
                </a:lnTo>
                <a:lnTo>
                  <a:pt x="77244" y="1214207"/>
                </a:lnTo>
                <a:lnTo>
                  <a:pt x="77014" y="1199400"/>
                </a:lnTo>
                <a:lnTo>
                  <a:pt x="76841" y="1184593"/>
                </a:lnTo>
                <a:lnTo>
                  <a:pt x="76730" y="1169785"/>
                </a:lnTo>
                <a:lnTo>
                  <a:pt x="76679" y="1154978"/>
                </a:lnTo>
                <a:lnTo>
                  <a:pt x="76680" y="1140170"/>
                </a:lnTo>
                <a:lnTo>
                  <a:pt x="76717" y="1125363"/>
                </a:lnTo>
                <a:lnTo>
                  <a:pt x="76772" y="1110556"/>
                </a:lnTo>
                <a:lnTo>
                  <a:pt x="76818" y="1095748"/>
                </a:lnTo>
                <a:lnTo>
                  <a:pt x="76831" y="1080941"/>
                </a:lnTo>
                <a:lnTo>
                  <a:pt x="76786" y="1066133"/>
                </a:lnTo>
                <a:lnTo>
                  <a:pt x="76663" y="1051326"/>
                </a:lnTo>
                <a:lnTo>
                  <a:pt x="76449" y="1036519"/>
                </a:lnTo>
                <a:lnTo>
                  <a:pt x="76144" y="1021711"/>
                </a:lnTo>
                <a:lnTo>
                  <a:pt x="75756" y="1006904"/>
                </a:lnTo>
                <a:lnTo>
                  <a:pt x="75308" y="992096"/>
                </a:lnTo>
                <a:lnTo>
                  <a:pt x="74835" y="977289"/>
                </a:lnTo>
                <a:lnTo>
                  <a:pt x="74380" y="962482"/>
                </a:lnTo>
                <a:lnTo>
                  <a:pt x="73993" y="947674"/>
                </a:lnTo>
                <a:lnTo>
                  <a:pt x="73725" y="932867"/>
                </a:lnTo>
                <a:lnTo>
                  <a:pt x="73623" y="918059"/>
                </a:lnTo>
                <a:lnTo>
                  <a:pt x="73723" y="903252"/>
                </a:lnTo>
                <a:lnTo>
                  <a:pt x="74050" y="888444"/>
                </a:lnTo>
                <a:lnTo>
                  <a:pt x="74609" y="873637"/>
                </a:lnTo>
                <a:lnTo>
                  <a:pt x="75391" y="858830"/>
                </a:lnTo>
                <a:lnTo>
                  <a:pt x="76368" y="844022"/>
                </a:lnTo>
                <a:lnTo>
                  <a:pt x="77499" y="829215"/>
                </a:lnTo>
                <a:lnTo>
                  <a:pt x="78735" y="814407"/>
                </a:lnTo>
                <a:lnTo>
                  <a:pt x="80020" y="799600"/>
                </a:lnTo>
                <a:lnTo>
                  <a:pt x="81302" y="784793"/>
                </a:lnTo>
                <a:lnTo>
                  <a:pt x="82533" y="769985"/>
                </a:lnTo>
                <a:lnTo>
                  <a:pt x="83675" y="755178"/>
                </a:lnTo>
                <a:lnTo>
                  <a:pt x="84699" y="740370"/>
                </a:lnTo>
                <a:lnTo>
                  <a:pt x="85591" y="725563"/>
                </a:lnTo>
                <a:lnTo>
                  <a:pt x="86343" y="710756"/>
                </a:lnTo>
                <a:lnTo>
                  <a:pt x="86961" y="695948"/>
                </a:lnTo>
                <a:lnTo>
                  <a:pt x="87453" y="681141"/>
                </a:lnTo>
                <a:lnTo>
                  <a:pt x="87835" y="666333"/>
                </a:lnTo>
                <a:lnTo>
                  <a:pt x="88123" y="651526"/>
                </a:lnTo>
                <a:lnTo>
                  <a:pt x="88336" y="636719"/>
                </a:lnTo>
                <a:lnTo>
                  <a:pt x="88488" y="621911"/>
                </a:lnTo>
                <a:lnTo>
                  <a:pt x="88594" y="607104"/>
                </a:lnTo>
                <a:lnTo>
                  <a:pt x="88666" y="592296"/>
                </a:lnTo>
                <a:lnTo>
                  <a:pt x="88714" y="577489"/>
                </a:lnTo>
                <a:lnTo>
                  <a:pt x="88745" y="562682"/>
                </a:lnTo>
                <a:lnTo>
                  <a:pt x="88765" y="547874"/>
                </a:lnTo>
                <a:lnTo>
                  <a:pt x="88777" y="533067"/>
                </a:lnTo>
                <a:lnTo>
                  <a:pt x="88784" y="518259"/>
                </a:lnTo>
                <a:lnTo>
                  <a:pt x="88788" y="503452"/>
                </a:lnTo>
                <a:lnTo>
                  <a:pt x="88791" y="488644"/>
                </a:lnTo>
                <a:lnTo>
                  <a:pt x="88792" y="473837"/>
                </a:lnTo>
                <a:lnTo>
                  <a:pt x="88793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4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4" y="444222"/>
                </a:lnTo>
                <a:lnTo>
                  <a:pt x="88794" y="459030"/>
                </a:lnTo>
                <a:lnTo>
                  <a:pt x="88795" y="473837"/>
                </a:lnTo>
                <a:lnTo>
                  <a:pt x="88797" y="488644"/>
                </a:lnTo>
                <a:lnTo>
                  <a:pt x="88799" y="503452"/>
                </a:lnTo>
                <a:lnTo>
                  <a:pt x="88803" y="518259"/>
                </a:lnTo>
                <a:lnTo>
                  <a:pt x="88810" y="533067"/>
                </a:lnTo>
                <a:lnTo>
                  <a:pt x="88823" y="547874"/>
                </a:lnTo>
                <a:lnTo>
                  <a:pt x="88842" y="562682"/>
                </a:lnTo>
                <a:lnTo>
                  <a:pt x="88873" y="577489"/>
                </a:lnTo>
                <a:lnTo>
                  <a:pt x="88921" y="592296"/>
                </a:lnTo>
                <a:lnTo>
                  <a:pt x="88993" y="607104"/>
                </a:lnTo>
                <a:lnTo>
                  <a:pt x="89100" y="621911"/>
                </a:lnTo>
                <a:lnTo>
                  <a:pt x="89252" y="636719"/>
                </a:lnTo>
                <a:lnTo>
                  <a:pt x="89464" y="651526"/>
                </a:lnTo>
                <a:lnTo>
                  <a:pt x="89752" y="666333"/>
                </a:lnTo>
                <a:lnTo>
                  <a:pt x="90134" y="681141"/>
                </a:lnTo>
                <a:lnTo>
                  <a:pt x="90627" y="695948"/>
                </a:lnTo>
                <a:lnTo>
                  <a:pt x="91244" y="710756"/>
                </a:lnTo>
                <a:lnTo>
                  <a:pt x="91996" y="725563"/>
                </a:lnTo>
                <a:lnTo>
                  <a:pt x="92888" y="740370"/>
                </a:lnTo>
                <a:lnTo>
                  <a:pt x="93913" y="755178"/>
                </a:lnTo>
                <a:lnTo>
                  <a:pt x="95054" y="769985"/>
                </a:lnTo>
                <a:lnTo>
                  <a:pt x="96285" y="784793"/>
                </a:lnTo>
                <a:lnTo>
                  <a:pt x="97567" y="799600"/>
                </a:lnTo>
                <a:lnTo>
                  <a:pt x="98853" y="814407"/>
                </a:lnTo>
                <a:lnTo>
                  <a:pt x="100088" y="829215"/>
                </a:lnTo>
                <a:lnTo>
                  <a:pt x="101219" y="844022"/>
                </a:lnTo>
                <a:lnTo>
                  <a:pt x="102196" y="858830"/>
                </a:lnTo>
                <a:lnTo>
                  <a:pt x="102978" y="873637"/>
                </a:lnTo>
                <a:lnTo>
                  <a:pt x="103537" y="888444"/>
                </a:lnTo>
                <a:lnTo>
                  <a:pt x="103864" y="903252"/>
                </a:lnTo>
                <a:lnTo>
                  <a:pt x="103964" y="918059"/>
                </a:lnTo>
                <a:lnTo>
                  <a:pt x="103862" y="932867"/>
                </a:lnTo>
                <a:lnTo>
                  <a:pt x="103594" y="947674"/>
                </a:lnTo>
                <a:lnTo>
                  <a:pt x="103207" y="962482"/>
                </a:lnTo>
                <a:lnTo>
                  <a:pt x="102752" y="977289"/>
                </a:lnTo>
                <a:lnTo>
                  <a:pt x="102279" y="992096"/>
                </a:lnTo>
                <a:lnTo>
                  <a:pt x="101831" y="1006904"/>
                </a:lnTo>
                <a:lnTo>
                  <a:pt x="101443" y="1021711"/>
                </a:lnTo>
                <a:lnTo>
                  <a:pt x="101138" y="1036519"/>
                </a:lnTo>
                <a:lnTo>
                  <a:pt x="100924" y="1051326"/>
                </a:lnTo>
                <a:lnTo>
                  <a:pt x="100801" y="1066133"/>
                </a:lnTo>
                <a:lnTo>
                  <a:pt x="100756" y="1080941"/>
                </a:lnTo>
                <a:lnTo>
                  <a:pt x="100769" y="1095748"/>
                </a:lnTo>
                <a:lnTo>
                  <a:pt x="100815" y="1110556"/>
                </a:lnTo>
                <a:lnTo>
                  <a:pt x="100870" y="1125363"/>
                </a:lnTo>
                <a:lnTo>
                  <a:pt x="100908" y="1140170"/>
                </a:lnTo>
                <a:lnTo>
                  <a:pt x="100908" y="1154978"/>
                </a:lnTo>
                <a:lnTo>
                  <a:pt x="100857" y="1169785"/>
                </a:lnTo>
                <a:lnTo>
                  <a:pt x="100746" y="1184593"/>
                </a:lnTo>
                <a:lnTo>
                  <a:pt x="100573" y="1199400"/>
                </a:lnTo>
                <a:lnTo>
                  <a:pt x="100343" y="1214207"/>
                </a:lnTo>
                <a:lnTo>
                  <a:pt x="100066" y="1229015"/>
                </a:lnTo>
                <a:lnTo>
                  <a:pt x="99753" y="1243822"/>
                </a:lnTo>
                <a:lnTo>
                  <a:pt x="99419" y="1258630"/>
                </a:lnTo>
                <a:lnTo>
                  <a:pt x="99076" y="1273437"/>
                </a:lnTo>
                <a:lnTo>
                  <a:pt x="98738" y="1288245"/>
                </a:lnTo>
                <a:lnTo>
                  <a:pt x="98412" y="1303052"/>
                </a:lnTo>
                <a:lnTo>
                  <a:pt x="98106" y="1317859"/>
                </a:lnTo>
                <a:lnTo>
                  <a:pt x="97822" y="1332667"/>
                </a:lnTo>
                <a:lnTo>
                  <a:pt x="97561" y="1347474"/>
                </a:lnTo>
                <a:lnTo>
                  <a:pt x="97322" y="1362282"/>
                </a:lnTo>
                <a:lnTo>
                  <a:pt x="97105" y="1377089"/>
                </a:lnTo>
                <a:lnTo>
                  <a:pt x="96908" y="1391896"/>
                </a:lnTo>
                <a:lnTo>
                  <a:pt x="96732" y="1406704"/>
                </a:lnTo>
                <a:lnTo>
                  <a:pt x="96583" y="1421511"/>
                </a:lnTo>
                <a:lnTo>
                  <a:pt x="96468" y="1436319"/>
                </a:lnTo>
                <a:lnTo>
                  <a:pt x="96405" y="1451126"/>
                </a:lnTo>
                <a:lnTo>
                  <a:pt x="96419" y="1465933"/>
                </a:lnTo>
                <a:lnTo>
                  <a:pt x="96545" y="1480741"/>
                </a:lnTo>
                <a:lnTo>
                  <a:pt x="96834" y="1495548"/>
                </a:lnTo>
                <a:lnTo>
                  <a:pt x="97350" y="1510356"/>
                </a:lnTo>
                <a:lnTo>
                  <a:pt x="98172" y="1525163"/>
                </a:lnTo>
                <a:lnTo>
                  <a:pt x="99397" y="1539970"/>
                </a:lnTo>
                <a:lnTo>
                  <a:pt x="101128" y="1554778"/>
                </a:lnTo>
                <a:lnTo>
                  <a:pt x="103477" y="1569585"/>
                </a:lnTo>
                <a:lnTo>
                  <a:pt x="106548" y="1584393"/>
                </a:lnTo>
                <a:lnTo>
                  <a:pt x="110427" y="1599200"/>
                </a:lnTo>
                <a:lnTo>
                  <a:pt x="115166" y="1614007"/>
                </a:lnTo>
                <a:lnTo>
                  <a:pt x="120767" y="1628815"/>
                </a:lnTo>
                <a:lnTo>
                  <a:pt x="127166" y="1643622"/>
                </a:lnTo>
                <a:lnTo>
                  <a:pt x="134223" y="1658430"/>
                </a:lnTo>
                <a:lnTo>
                  <a:pt x="141717" y="1673237"/>
                </a:lnTo>
                <a:lnTo>
                  <a:pt x="149353" y="1688045"/>
                </a:lnTo>
                <a:lnTo>
                  <a:pt x="156773" y="1702852"/>
                </a:lnTo>
                <a:lnTo>
                  <a:pt x="163585" y="1717659"/>
                </a:lnTo>
                <a:lnTo>
                  <a:pt x="169395" y="1732467"/>
                </a:lnTo>
                <a:lnTo>
                  <a:pt x="173841" y="1747274"/>
                </a:lnTo>
                <a:lnTo>
                  <a:pt x="176634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3" name="data_8591">
            <a:extLst>
              <a:ext uri="{FF2B5EF4-FFF2-40B4-BE49-F238E27FC236}">
                <a16:creationId xmlns:a16="http://schemas.microsoft.com/office/drawing/2014/main" id="{4362EC00-A780-4CDE-88FB-ED94BFEBCF6B}"/>
              </a:ext>
            </a:extLst>
          </p:cNvPr>
          <p:cNvSpPr>
            <a:spLocks/>
          </p:cNvSpPr>
          <p:nvPr/>
        </p:nvSpPr>
        <p:spPr>
          <a:xfrm>
            <a:off x="7552859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33" y="1762082"/>
                </a:lnTo>
                <a:lnTo>
                  <a:pt x="3668" y="1747274"/>
                </a:lnTo>
                <a:lnTo>
                  <a:pt x="8022" y="1732467"/>
                </a:lnTo>
                <a:lnTo>
                  <a:pt x="13714" y="1717659"/>
                </a:lnTo>
                <a:lnTo>
                  <a:pt x="20394" y="1702852"/>
                </a:lnTo>
                <a:lnTo>
                  <a:pt x="27677" y="1688045"/>
                </a:lnTo>
                <a:lnTo>
                  <a:pt x="35184" y="1673237"/>
                </a:lnTo>
                <a:lnTo>
                  <a:pt x="42568" y="1658430"/>
                </a:lnTo>
                <a:lnTo>
                  <a:pt x="49544" y="1643622"/>
                </a:lnTo>
                <a:lnTo>
                  <a:pt x="55901" y="1628815"/>
                </a:lnTo>
                <a:lnTo>
                  <a:pt x="61504" y="1614007"/>
                </a:lnTo>
                <a:lnTo>
                  <a:pt x="66295" y="1599200"/>
                </a:lnTo>
                <a:lnTo>
                  <a:pt x="70277" y="1584393"/>
                </a:lnTo>
                <a:lnTo>
                  <a:pt x="73503" y="1569585"/>
                </a:lnTo>
                <a:lnTo>
                  <a:pt x="76056" y="1554778"/>
                </a:lnTo>
                <a:lnTo>
                  <a:pt x="78036" y="1539970"/>
                </a:lnTo>
                <a:lnTo>
                  <a:pt x="79548" y="1525163"/>
                </a:lnTo>
                <a:lnTo>
                  <a:pt x="80687" y="1510356"/>
                </a:lnTo>
                <a:lnTo>
                  <a:pt x="81539" y="1495548"/>
                </a:lnTo>
                <a:lnTo>
                  <a:pt x="82172" y="1480741"/>
                </a:lnTo>
                <a:lnTo>
                  <a:pt x="82640" y="1465933"/>
                </a:lnTo>
                <a:lnTo>
                  <a:pt x="82981" y="1451126"/>
                </a:lnTo>
                <a:lnTo>
                  <a:pt x="83220" y="1436319"/>
                </a:lnTo>
                <a:lnTo>
                  <a:pt x="83374" y="1421511"/>
                </a:lnTo>
                <a:lnTo>
                  <a:pt x="83454" y="1406704"/>
                </a:lnTo>
                <a:lnTo>
                  <a:pt x="83464" y="1391896"/>
                </a:lnTo>
                <a:lnTo>
                  <a:pt x="83411" y="1377089"/>
                </a:lnTo>
                <a:lnTo>
                  <a:pt x="83298" y="1362282"/>
                </a:lnTo>
                <a:lnTo>
                  <a:pt x="83129" y="1347474"/>
                </a:lnTo>
                <a:lnTo>
                  <a:pt x="82913" y="1332667"/>
                </a:lnTo>
                <a:lnTo>
                  <a:pt x="82656" y="1317859"/>
                </a:lnTo>
                <a:lnTo>
                  <a:pt x="82369" y="1303052"/>
                </a:lnTo>
                <a:lnTo>
                  <a:pt x="82064" y="1288245"/>
                </a:lnTo>
                <a:lnTo>
                  <a:pt x="81753" y="1273437"/>
                </a:lnTo>
                <a:lnTo>
                  <a:pt x="81450" y="1258630"/>
                </a:lnTo>
                <a:lnTo>
                  <a:pt x="81167" y="1243822"/>
                </a:lnTo>
                <a:lnTo>
                  <a:pt x="80915" y="1229015"/>
                </a:lnTo>
                <a:lnTo>
                  <a:pt x="80703" y="1214207"/>
                </a:lnTo>
                <a:lnTo>
                  <a:pt x="80538" y="1199400"/>
                </a:lnTo>
                <a:lnTo>
                  <a:pt x="80421" y="1184593"/>
                </a:lnTo>
                <a:lnTo>
                  <a:pt x="80351" y="1169785"/>
                </a:lnTo>
                <a:lnTo>
                  <a:pt x="80318" y="1154978"/>
                </a:lnTo>
                <a:lnTo>
                  <a:pt x="80313" y="1140170"/>
                </a:lnTo>
                <a:lnTo>
                  <a:pt x="80318" y="1125363"/>
                </a:lnTo>
                <a:lnTo>
                  <a:pt x="80315" y="1110556"/>
                </a:lnTo>
                <a:lnTo>
                  <a:pt x="80283" y="1095748"/>
                </a:lnTo>
                <a:lnTo>
                  <a:pt x="80200" y="1080941"/>
                </a:lnTo>
                <a:lnTo>
                  <a:pt x="80047" y="1066133"/>
                </a:lnTo>
                <a:lnTo>
                  <a:pt x="79809" y="1051326"/>
                </a:lnTo>
                <a:lnTo>
                  <a:pt x="79476" y="1036519"/>
                </a:lnTo>
                <a:lnTo>
                  <a:pt x="79046" y="1021711"/>
                </a:lnTo>
                <a:lnTo>
                  <a:pt x="78526" y="1006904"/>
                </a:lnTo>
                <a:lnTo>
                  <a:pt x="77935" y="992096"/>
                </a:lnTo>
                <a:lnTo>
                  <a:pt x="77299" y="977289"/>
                </a:lnTo>
                <a:lnTo>
                  <a:pt x="76655" y="962482"/>
                </a:lnTo>
                <a:lnTo>
                  <a:pt x="76044" y="947674"/>
                </a:lnTo>
                <a:lnTo>
                  <a:pt x="75509" y="932867"/>
                </a:lnTo>
                <a:lnTo>
                  <a:pt x="75093" y="918059"/>
                </a:lnTo>
                <a:lnTo>
                  <a:pt x="74831" y="903252"/>
                </a:lnTo>
                <a:lnTo>
                  <a:pt x="74747" y="888444"/>
                </a:lnTo>
                <a:lnTo>
                  <a:pt x="74853" y="873637"/>
                </a:lnTo>
                <a:lnTo>
                  <a:pt x="75148" y="858830"/>
                </a:lnTo>
                <a:lnTo>
                  <a:pt x="75613" y="844022"/>
                </a:lnTo>
                <a:lnTo>
                  <a:pt x="76220" y="829215"/>
                </a:lnTo>
                <a:lnTo>
                  <a:pt x="76932" y="814407"/>
                </a:lnTo>
                <a:lnTo>
                  <a:pt x="77707" y="799600"/>
                </a:lnTo>
                <a:lnTo>
                  <a:pt x="78503" y="784793"/>
                </a:lnTo>
                <a:lnTo>
                  <a:pt x="79282" y="769985"/>
                </a:lnTo>
                <a:lnTo>
                  <a:pt x="80012" y="755178"/>
                </a:lnTo>
                <a:lnTo>
                  <a:pt x="80670" y="740370"/>
                </a:lnTo>
                <a:lnTo>
                  <a:pt x="81241" y="725563"/>
                </a:lnTo>
                <a:lnTo>
                  <a:pt x="81720" y="710756"/>
                </a:lnTo>
                <a:lnTo>
                  <a:pt x="82110" y="695948"/>
                </a:lnTo>
                <a:lnTo>
                  <a:pt x="82418" y="681141"/>
                </a:lnTo>
                <a:lnTo>
                  <a:pt x="82656" y="666333"/>
                </a:lnTo>
                <a:lnTo>
                  <a:pt x="82840" y="651526"/>
                </a:lnTo>
                <a:lnTo>
                  <a:pt x="82982" y="636719"/>
                </a:lnTo>
                <a:lnTo>
                  <a:pt x="83098" y="621911"/>
                </a:lnTo>
                <a:lnTo>
                  <a:pt x="83198" y="607104"/>
                </a:lnTo>
                <a:lnTo>
                  <a:pt x="83292" y="592296"/>
                </a:lnTo>
                <a:lnTo>
                  <a:pt x="83387" y="577489"/>
                </a:lnTo>
                <a:lnTo>
                  <a:pt x="83486" y="562682"/>
                </a:lnTo>
                <a:lnTo>
                  <a:pt x="83593" y="547874"/>
                </a:lnTo>
                <a:lnTo>
                  <a:pt x="83706" y="533067"/>
                </a:lnTo>
                <a:lnTo>
                  <a:pt x="83826" y="518259"/>
                </a:lnTo>
                <a:lnTo>
                  <a:pt x="83950" y="503452"/>
                </a:lnTo>
                <a:lnTo>
                  <a:pt x="84076" y="488644"/>
                </a:lnTo>
                <a:lnTo>
                  <a:pt x="84204" y="473837"/>
                </a:lnTo>
                <a:lnTo>
                  <a:pt x="84329" y="459030"/>
                </a:lnTo>
                <a:lnTo>
                  <a:pt x="84452" y="444222"/>
                </a:lnTo>
                <a:lnTo>
                  <a:pt x="84572" y="429415"/>
                </a:lnTo>
                <a:lnTo>
                  <a:pt x="84686" y="414607"/>
                </a:lnTo>
                <a:lnTo>
                  <a:pt x="84794" y="399800"/>
                </a:lnTo>
                <a:lnTo>
                  <a:pt x="84896" y="384993"/>
                </a:lnTo>
                <a:lnTo>
                  <a:pt x="84991" y="370185"/>
                </a:lnTo>
                <a:lnTo>
                  <a:pt x="85078" y="355378"/>
                </a:lnTo>
                <a:lnTo>
                  <a:pt x="85159" y="340570"/>
                </a:lnTo>
                <a:lnTo>
                  <a:pt x="85233" y="325763"/>
                </a:lnTo>
                <a:lnTo>
                  <a:pt x="85298" y="310956"/>
                </a:lnTo>
                <a:lnTo>
                  <a:pt x="85351" y="296148"/>
                </a:lnTo>
                <a:lnTo>
                  <a:pt x="85388" y="281341"/>
                </a:lnTo>
                <a:lnTo>
                  <a:pt x="85401" y="266533"/>
                </a:lnTo>
                <a:lnTo>
                  <a:pt x="85378" y="251726"/>
                </a:lnTo>
                <a:lnTo>
                  <a:pt x="85304" y="236919"/>
                </a:lnTo>
                <a:lnTo>
                  <a:pt x="85159" y="222111"/>
                </a:lnTo>
                <a:lnTo>
                  <a:pt x="84923" y="207304"/>
                </a:lnTo>
                <a:lnTo>
                  <a:pt x="84573" y="192496"/>
                </a:lnTo>
                <a:lnTo>
                  <a:pt x="84091" y="177689"/>
                </a:lnTo>
                <a:lnTo>
                  <a:pt x="83460" y="162881"/>
                </a:lnTo>
                <a:lnTo>
                  <a:pt x="82676" y="148074"/>
                </a:lnTo>
                <a:lnTo>
                  <a:pt x="81744" y="133267"/>
                </a:lnTo>
                <a:lnTo>
                  <a:pt x="80683" y="118459"/>
                </a:lnTo>
                <a:lnTo>
                  <a:pt x="79528" y="103652"/>
                </a:lnTo>
                <a:lnTo>
                  <a:pt x="78328" y="88844"/>
                </a:lnTo>
                <a:lnTo>
                  <a:pt x="77144" y="74037"/>
                </a:lnTo>
                <a:lnTo>
                  <a:pt x="76045" y="59230"/>
                </a:lnTo>
                <a:lnTo>
                  <a:pt x="75099" y="44422"/>
                </a:lnTo>
                <a:lnTo>
                  <a:pt x="74371" y="29615"/>
                </a:lnTo>
                <a:lnTo>
                  <a:pt x="73912" y="14807"/>
                </a:lnTo>
                <a:lnTo>
                  <a:pt x="73755" y="0"/>
                </a:lnTo>
                <a:lnTo>
                  <a:pt x="103833" y="0"/>
                </a:lnTo>
                <a:lnTo>
                  <a:pt x="103833" y="0"/>
                </a:lnTo>
                <a:lnTo>
                  <a:pt x="103676" y="14807"/>
                </a:lnTo>
                <a:lnTo>
                  <a:pt x="103216" y="29615"/>
                </a:lnTo>
                <a:lnTo>
                  <a:pt x="102488" y="44422"/>
                </a:lnTo>
                <a:lnTo>
                  <a:pt x="101542" y="59230"/>
                </a:lnTo>
                <a:lnTo>
                  <a:pt x="100443" y="74037"/>
                </a:lnTo>
                <a:lnTo>
                  <a:pt x="99259" y="88844"/>
                </a:lnTo>
                <a:lnTo>
                  <a:pt x="98059" y="103652"/>
                </a:lnTo>
                <a:lnTo>
                  <a:pt x="96904" y="118459"/>
                </a:lnTo>
                <a:lnTo>
                  <a:pt x="95843" y="133267"/>
                </a:lnTo>
                <a:lnTo>
                  <a:pt x="94911" y="148074"/>
                </a:lnTo>
                <a:lnTo>
                  <a:pt x="94127" y="162881"/>
                </a:lnTo>
                <a:lnTo>
                  <a:pt x="93496" y="177689"/>
                </a:lnTo>
                <a:lnTo>
                  <a:pt x="93014" y="192496"/>
                </a:lnTo>
                <a:lnTo>
                  <a:pt x="92664" y="207304"/>
                </a:lnTo>
                <a:lnTo>
                  <a:pt x="92428" y="222111"/>
                </a:lnTo>
                <a:lnTo>
                  <a:pt x="92284" y="236919"/>
                </a:lnTo>
                <a:lnTo>
                  <a:pt x="92209" y="251726"/>
                </a:lnTo>
                <a:lnTo>
                  <a:pt x="92186" y="266533"/>
                </a:lnTo>
                <a:lnTo>
                  <a:pt x="92199" y="281341"/>
                </a:lnTo>
                <a:lnTo>
                  <a:pt x="92236" y="296148"/>
                </a:lnTo>
                <a:lnTo>
                  <a:pt x="92290" y="310956"/>
                </a:lnTo>
                <a:lnTo>
                  <a:pt x="92354" y="325763"/>
                </a:lnTo>
                <a:lnTo>
                  <a:pt x="92428" y="340570"/>
                </a:lnTo>
                <a:lnTo>
                  <a:pt x="92509" y="355378"/>
                </a:lnTo>
                <a:lnTo>
                  <a:pt x="92597" y="370185"/>
                </a:lnTo>
                <a:lnTo>
                  <a:pt x="92692" y="384993"/>
                </a:lnTo>
                <a:lnTo>
                  <a:pt x="92793" y="399800"/>
                </a:lnTo>
                <a:lnTo>
                  <a:pt x="92901" y="414607"/>
                </a:lnTo>
                <a:lnTo>
                  <a:pt x="93016" y="429415"/>
                </a:lnTo>
                <a:lnTo>
                  <a:pt x="93135" y="444222"/>
                </a:lnTo>
                <a:lnTo>
                  <a:pt x="93258" y="459030"/>
                </a:lnTo>
                <a:lnTo>
                  <a:pt x="93384" y="473837"/>
                </a:lnTo>
                <a:lnTo>
                  <a:pt x="93511" y="488644"/>
                </a:lnTo>
                <a:lnTo>
                  <a:pt x="93637" y="503452"/>
                </a:lnTo>
                <a:lnTo>
                  <a:pt x="93761" y="518259"/>
                </a:lnTo>
                <a:lnTo>
                  <a:pt x="93881" y="533067"/>
                </a:lnTo>
                <a:lnTo>
                  <a:pt x="93994" y="547874"/>
                </a:lnTo>
                <a:lnTo>
                  <a:pt x="94101" y="562682"/>
                </a:lnTo>
                <a:lnTo>
                  <a:pt x="94200" y="577489"/>
                </a:lnTo>
                <a:lnTo>
                  <a:pt x="94295" y="592296"/>
                </a:lnTo>
                <a:lnTo>
                  <a:pt x="94389" y="607104"/>
                </a:lnTo>
                <a:lnTo>
                  <a:pt x="94489" y="621911"/>
                </a:lnTo>
                <a:lnTo>
                  <a:pt x="94605" y="636719"/>
                </a:lnTo>
                <a:lnTo>
                  <a:pt x="94747" y="651526"/>
                </a:lnTo>
                <a:lnTo>
                  <a:pt x="94931" y="666333"/>
                </a:lnTo>
                <a:lnTo>
                  <a:pt x="95169" y="681141"/>
                </a:lnTo>
                <a:lnTo>
                  <a:pt x="95477" y="695948"/>
                </a:lnTo>
                <a:lnTo>
                  <a:pt x="95867" y="710756"/>
                </a:lnTo>
                <a:lnTo>
                  <a:pt x="96346" y="725563"/>
                </a:lnTo>
                <a:lnTo>
                  <a:pt x="96917" y="740370"/>
                </a:lnTo>
                <a:lnTo>
                  <a:pt x="97575" y="755178"/>
                </a:lnTo>
                <a:lnTo>
                  <a:pt x="98305" y="769985"/>
                </a:lnTo>
                <a:lnTo>
                  <a:pt x="99084" y="784793"/>
                </a:lnTo>
                <a:lnTo>
                  <a:pt x="99880" y="799600"/>
                </a:lnTo>
                <a:lnTo>
                  <a:pt x="100655" y="814407"/>
                </a:lnTo>
                <a:lnTo>
                  <a:pt x="101367" y="829215"/>
                </a:lnTo>
                <a:lnTo>
                  <a:pt x="101975" y="844022"/>
                </a:lnTo>
                <a:lnTo>
                  <a:pt x="102440" y="858830"/>
                </a:lnTo>
                <a:lnTo>
                  <a:pt x="102734" y="873637"/>
                </a:lnTo>
                <a:lnTo>
                  <a:pt x="102840" y="888444"/>
                </a:lnTo>
                <a:lnTo>
                  <a:pt x="102756" y="903252"/>
                </a:lnTo>
                <a:lnTo>
                  <a:pt x="102494" y="918059"/>
                </a:lnTo>
                <a:lnTo>
                  <a:pt x="102078" y="932867"/>
                </a:lnTo>
                <a:lnTo>
                  <a:pt x="101544" y="947674"/>
                </a:lnTo>
                <a:lnTo>
                  <a:pt x="100932" y="962482"/>
                </a:lnTo>
                <a:lnTo>
                  <a:pt x="100288" y="977289"/>
                </a:lnTo>
                <a:lnTo>
                  <a:pt x="99652" y="992096"/>
                </a:lnTo>
                <a:lnTo>
                  <a:pt x="99061" y="1006904"/>
                </a:lnTo>
                <a:lnTo>
                  <a:pt x="98541" y="1021711"/>
                </a:lnTo>
                <a:lnTo>
                  <a:pt x="98111" y="1036519"/>
                </a:lnTo>
                <a:lnTo>
                  <a:pt x="97778" y="1051326"/>
                </a:lnTo>
                <a:lnTo>
                  <a:pt x="97540" y="1066133"/>
                </a:lnTo>
                <a:lnTo>
                  <a:pt x="97387" y="1080941"/>
                </a:lnTo>
                <a:lnTo>
                  <a:pt x="97305" y="1095748"/>
                </a:lnTo>
                <a:lnTo>
                  <a:pt x="97272" y="1110556"/>
                </a:lnTo>
                <a:lnTo>
                  <a:pt x="97269" y="1125363"/>
                </a:lnTo>
                <a:lnTo>
                  <a:pt x="97274" y="1140170"/>
                </a:lnTo>
                <a:lnTo>
                  <a:pt x="97269" y="1154978"/>
                </a:lnTo>
                <a:lnTo>
                  <a:pt x="97237" y="1169785"/>
                </a:lnTo>
                <a:lnTo>
                  <a:pt x="97166" y="1184593"/>
                </a:lnTo>
                <a:lnTo>
                  <a:pt x="97049" y="1199400"/>
                </a:lnTo>
                <a:lnTo>
                  <a:pt x="96884" y="1214207"/>
                </a:lnTo>
                <a:lnTo>
                  <a:pt x="96672" y="1229015"/>
                </a:lnTo>
                <a:lnTo>
                  <a:pt x="96420" y="1243822"/>
                </a:lnTo>
                <a:lnTo>
                  <a:pt x="96137" y="1258630"/>
                </a:lnTo>
                <a:lnTo>
                  <a:pt x="95834" y="1273437"/>
                </a:lnTo>
                <a:lnTo>
                  <a:pt x="95523" y="1288245"/>
                </a:lnTo>
                <a:lnTo>
                  <a:pt x="95218" y="1303052"/>
                </a:lnTo>
                <a:lnTo>
                  <a:pt x="94931" y="1317859"/>
                </a:lnTo>
                <a:lnTo>
                  <a:pt x="94675" y="1332667"/>
                </a:lnTo>
                <a:lnTo>
                  <a:pt x="94458" y="1347474"/>
                </a:lnTo>
                <a:lnTo>
                  <a:pt x="94290" y="1362282"/>
                </a:lnTo>
                <a:lnTo>
                  <a:pt x="94176" y="1377089"/>
                </a:lnTo>
                <a:lnTo>
                  <a:pt x="94123" y="1391896"/>
                </a:lnTo>
                <a:lnTo>
                  <a:pt x="94134" y="1406704"/>
                </a:lnTo>
                <a:lnTo>
                  <a:pt x="94213" y="1421511"/>
                </a:lnTo>
                <a:lnTo>
                  <a:pt x="94367" y="1436319"/>
                </a:lnTo>
                <a:lnTo>
                  <a:pt x="94606" y="1451126"/>
                </a:lnTo>
                <a:lnTo>
                  <a:pt x="94947" y="1465933"/>
                </a:lnTo>
                <a:lnTo>
                  <a:pt x="95415" y="1480741"/>
                </a:lnTo>
                <a:lnTo>
                  <a:pt x="96048" y="1495548"/>
                </a:lnTo>
                <a:lnTo>
                  <a:pt x="96900" y="1510356"/>
                </a:lnTo>
                <a:lnTo>
                  <a:pt x="98039" y="1525163"/>
                </a:lnTo>
                <a:lnTo>
                  <a:pt x="99551" y="1539970"/>
                </a:lnTo>
                <a:lnTo>
                  <a:pt x="101531" y="1554778"/>
                </a:lnTo>
                <a:lnTo>
                  <a:pt x="104084" y="1569585"/>
                </a:lnTo>
                <a:lnTo>
                  <a:pt x="107310" y="1584393"/>
                </a:lnTo>
                <a:lnTo>
                  <a:pt x="111293" y="1599200"/>
                </a:lnTo>
                <a:lnTo>
                  <a:pt x="116083" y="1614007"/>
                </a:lnTo>
                <a:lnTo>
                  <a:pt x="121686" y="1628815"/>
                </a:lnTo>
                <a:lnTo>
                  <a:pt x="128043" y="1643622"/>
                </a:lnTo>
                <a:lnTo>
                  <a:pt x="135019" y="1658430"/>
                </a:lnTo>
                <a:lnTo>
                  <a:pt x="142403" y="1673237"/>
                </a:lnTo>
                <a:lnTo>
                  <a:pt x="149910" y="1688045"/>
                </a:lnTo>
                <a:lnTo>
                  <a:pt x="157193" y="1702852"/>
                </a:lnTo>
                <a:lnTo>
                  <a:pt x="163873" y="1717659"/>
                </a:lnTo>
                <a:lnTo>
                  <a:pt x="169565" y="1732467"/>
                </a:lnTo>
                <a:lnTo>
                  <a:pt x="173920" y="1747274"/>
                </a:lnTo>
                <a:lnTo>
                  <a:pt x="176654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4" name="data_8592">
            <a:extLst>
              <a:ext uri="{FF2B5EF4-FFF2-40B4-BE49-F238E27FC236}">
                <a16:creationId xmlns:a16="http://schemas.microsoft.com/office/drawing/2014/main" id="{46A238AC-CE79-4054-BA01-6FBDE9E10068}"/>
              </a:ext>
            </a:extLst>
          </p:cNvPr>
          <p:cNvSpPr>
            <a:spLocks/>
          </p:cNvSpPr>
          <p:nvPr/>
        </p:nvSpPr>
        <p:spPr>
          <a:xfrm>
            <a:off x="8235887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25" y="1762082"/>
                </a:lnTo>
                <a:lnTo>
                  <a:pt x="3637" y="1747274"/>
                </a:lnTo>
                <a:lnTo>
                  <a:pt x="7955" y="1732467"/>
                </a:lnTo>
                <a:lnTo>
                  <a:pt x="13600" y="1717659"/>
                </a:lnTo>
                <a:lnTo>
                  <a:pt x="20223" y="1702852"/>
                </a:lnTo>
                <a:lnTo>
                  <a:pt x="27446" y="1688045"/>
                </a:lnTo>
                <a:lnTo>
                  <a:pt x="34890" y="1673237"/>
                </a:lnTo>
                <a:lnTo>
                  <a:pt x="42216" y="1658430"/>
                </a:lnTo>
                <a:lnTo>
                  <a:pt x="49141" y="1643622"/>
                </a:lnTo>
                <a:lnTo>
                  <a:pt x="55457" y="1628815"/>
                </a:lnTo>
                <a:lnTo>
                  <a:pt x="61035" y="1614007"/>
                </a:lnTo>
                <a:lnTo>
                  <a:pt x="65818" y="1599200"/>
                </a:lnTo>
                <a:lnTo>
                  <a:pt x="69811" y="1584393"/>
                </a:lnTo>
                <a:lnTo>
                  <a:pt x="73067" y="1569585"/>
                </a:lnTo>
                <a:lnTo>
                  <a:pt x="75668" y="1554778"/>
                </a:lnTo>
                <a:lnTo>
                  <a:pt x="77714" y="1539970"/>
                </a:lnTo>
                <a:lnTo>
                  <a:pt x="79303" y="1525163"/>
                </a:lnTo>
                <a:lnTo>
                  <a:pt x="80530" y="1510356"/>
                </a:lnTo>
                <a:lnTo>
                  <a:pt x="81474" y="1495548"/>
                </a:lnTo>
                <a:lnTo>
                  <a:pt x="82201" y="1480741"/>
                </a:lnTo>
                <a:lnTo>
                  <a:pt x="82757" y="1465933"/>
                </a:lnTo>
                <a:lnTo>
                  <a:pt x="83179" y="1451126"/>
                </a:lnTo>
                <a:lnTo>
                  <a:pt x="83486" y="1436319"/>
                </a:lnTo>
                <a:lnTo>
                  <a:pt x="83694" y="1421511"/>
                </a:lnTo>
                <a:lnTo>
                  <a:pt x="83809" y="1406704"/>
                </a:lnTo>
                <a:lnTo>
                  <a:pt x="83837" y="1391896"/>
                </a:lnTo>
                <a:lnTo>
                  <a:pt x="83779" y="1377089"/>
                </a:lnTo>
                <a:lnTo>
                  <a:pt x="83639" y="1362282"/>
                </a:lnTo>
                <a:lnTo>
                  <a:pt x="83424" y="1347474"/>
                </a:lnTo>
                <a:lnTo>
                  <a:pt x="83140" y="1332667"/>
                </a:lnTo>
                <a:lnTo>
                  <a:pt x="82799" y="1317859"/>
                </a:lnTo>
                <a:lnTo>
                  <a:pt x="82413" y="1303052"/>
                </a:lnTo>
                <a:lnTo>
                  <a:pt x="81999" y="1288245"/>
                </a:lnTo>
                <a:lnTo>
                  <a:pt x="81574" y="1273437"/>
                </a:lnTo>
                <a:lnTo>
                  <a:pt x="81158" y="1258630"/>
                </a:lnTo>
                <a:lnTo>
                  <a:pt x="80769" y="1243822"/>
                </a:lnTo>
                <a:lnTo>
                  <a:pt x="80426" y="1229015"/>
                </a:lnTo>
                <a:lnTo>
                  <a:pt x="80142" y="1214207"/>
                </a:lnTo>
                <a:lnTo>
                  <a:pt x="79928" y="1199400"/>
                </a:lnTo>
                <a:lnTo>
                  <a:pt x="79789" y="1184593"/>
                </a:lnTo>
                <a:lnTo>
                  <a:pt x="79723" y="1169785"/>
                </a:lnTo>
                <a:lnTo>
                  <a:pt x="79723" y="1154978"/>
                </a:lnTo>
                <a:lnTo>
                  <a:pt x="79774" y="1140170"/>
                </a:lnTo>
                <a:lnTo>
                  <a:pt x="79857" y="1125363"/>
                </a:lnTo>
                <a:lnTo>
                  <a:pt x="79945" y="1110556"/>
                </a:lnTo>
                <a:lnTo>
                  <a:pt x="80014" y="1095748"/>
                </a:lnTo>
                <a:lnTo>
                  <a:pt x="80034" y="1080941"/>
                </a:lnTo>
                <a:lnTo>
                  <a:pt x="79980" y="1066133"/>
                </a:lnTo>
                <a:lnTo>
                  <a:pt x="79833" y="1051326"/>
                </a:lnTo>
                <a:lnTo>
                  <a:pt x="79577" y="1036519"/>
                </a:lnTo>
                <a:lnTo>
                  <a:pt x="79208" y="1021711"/>
                </a:lnTo>
                <a:lnTo>
                  <a:pt x="78732" y="1006904"/>
                </a:lnTo>
                <a:lnTo>
                  <a:pt x="78166" y="992096"/>
                </a:lnTo>
                <a:lnTo>
                  <a:pt x="77537" y="977289"/>
                </a:lnTo>
                <a:lnTo>
                  <a:pt x="76885" y="962482"/>
                </a:lnTo>
                <a:lnTo>
                  <a:pt x="76251" y="947674"/>
                </a:lnTo>
                <a:lnTo>
                  <a:pt x="75683" y="932867"/>
                </a:lnTo>
                <a:lnTo>
                  <a:pt x="75224" y="918059"/>
                </a:lnTo>
                <a:lnTo>
                  <a:pt x="74912" y="903252"/>
                </a:lnTo>
                <a:lnTo>
                  <a:pt x="74772" y="888444"/>
                </a:lnTo>
                <a:lnTo>
                  <a:pt x="74818" y="873637"/>
                </a:lnTo>
                <a:lnTo>
                  <a:pt x="75048" y="858830"/>
                </a:lnTo>
                <a:lnTo>
                  <a:pt x="75446" y="844022"/>
                </a:lnTo>
                <a:lnTo>
                  <a:pt x="75984" y="829215"/>
                </a:lnTo>
                <a:lnTo>
                  <a:pt x="76626" y="814407"/>
                </a:lnTo>
                <a:lnTo>
                  <a:pt x="77329" y="799600"/>
                </a:lnTo>
                <a:lnTo>
                  <a:pt x="78054" y="784793"/>
                </a:lnTo>
                <a:lnTo>
                  <a:pt x="78762" y="769985"/>
                </a:lnTo>
                <a:lnTo>
                  <a:pt x="79425" y="755178"/>
                </a:lnTo>
                <a:lnTo>
                  <a:pt x="80021" y="740370"/>
                </a:lnTo>
                <a:lnTo>
                  <a:pt x="80537" y="725563"/>
                </a:lnTo>
                <a:lnTo>
                  <a:pt x="80971" y="710756"/>
                </a:lnTo>
                <a:lnTo>
                  <a:pt x="81327" y="695948"/>
                </a:lnTo>
                <a:lnTo>
                  <a:pt x="81613" y="681141"/>
                </a:lnTo>
                <a:lnTo>
                  <a:pt x="81844" y="666333"/>
                </a:lnTo>
                <a:lnTo>
                  <a:pt x="82032" y="651526"/>
                </a:lnTo>
                <a:lnTo>
                  <a:pt x="82192" y="636719"/>
                </a:lnTo>
                <a:lnTo>
                  <a:pt x="82337" y="621911"/>
                </a:lnTo>
                <a:lnTo>
                  <a:pt x="82477" y="607104"/>
                </a:lnTo>
                <a:lnTo>
                  <a:pt x="82618" y="592296"/>
                </a:lnTo>
                <a:lnTo>
                  <a:pt x="82766" y="577489"/>
                </a:lnTo>
                <a:lnTo>
                  <a:pt x="82924" y="562682"/>
                </a:lnTo>
                <a:lnTo>
                  <a:pt x="83091" y="547874"/>
                </a:lnTo>
                <a:lnTo>
                  <a:pt x="83268" y="533067"/>
                </a:lnTo>
                <a:lnTo>
                  <a:pt x="83453" y="518259"/>
                </a:lnTo>
                <a:lnTo>
                  <a:pt x="83644" y="503452"/>
                </a:lnTo>
                <a:lnTo>
                  <a:pt x="83842" y="488644"/>
                </a:lnTo>
                <a:lnTo>
                  <a:pt x="84044" y="473837"/>
                </a:lnTo>
                <a:lnTo>
                  <a:pt x="84248" y="459030"/>
                </a:lnTo>
                <a:lnTo>
                  <a:pt x="84454" y="444222"/>
                </a:lnTo>
                <a:lnTo>
                  <a:pt x="84659" y="429415"/>
                </a:lnTo>
                <a:lnTo>
                  <a:pt x="84859" y="414607"/>
                </a:lnTo>
                <a:lnTo>
                  <a:pt x="85052" y="399800"/>
                </a:lnTo>
                <a:lnTo>
                  <a:pt x="85233" y="384993"/>
                </a:lnTo>
                <a:lnTo>
                  <a:pt x="85397" y="370185"/>
                </a:lnTo>
                <a:lnTo>
                  <a:pt x="85541" y="355378"/>
                </a:lnTo>
                <a:lnTo>
                  <a:pt x="85659" y="340570"/>
                </a:lnTo>
                <a:lnTo>
                  <a:pt x="85748" y="325763"/>
                </a:lnTo>
                <a:lnTo>
                  <a:pt x="85801" y="310956"/>
                </a:lnTo>
                <a:lnTo>
                  <a:pt x="85814" y="296148"/>
                </a:lnTo>
                <a:lnTo>
                  <a:pt x="85777" y="281341"/>
                </a:lnTo>
                <a:lnTo>
                  <a:pt x="85681" y="266533"/>
                </a:lnTo>
                <a:lnTo>
                  <a:pt x="85508" y="251726"/>
                </a:lnTo>
                <a:lnTo>
                  <a:pt x="85241" y="236919"/>
                </a:lnTo>
                <a:lnTo>
                  <a:pt x="84855" y="222111"/>
                </a:lnTo>
                <a:lnTo>
                  <a:pt x="84324" y="207304"/>
                </a:lnTo>
                <a:lnTo>
                  <a:pt x="83621" y="192496"/>
                </a:lnTo>
                <a:lnTo>
                  <a:pt x="82721" y="177689"/>
                </a:lnTo>
                <a:lnTo>
                  <a:pt x="81609" y="162881"/>
                </a:lnTo>
                <a:lnTo>
                  <a:pt x="80279" y="148074"/>
                </a:lnTo>
                <a:lnTo>
                  <a:pt x="78743" y="133267"/>
                </a:lnTo>
                <a:lnTo>
                  <a:pt x="77032" y="118459"/>
                </a:lnTo>
                <a:lnTo>
                  <a:pt x="75199" y="103652"/>
                </a:lnTo>
                <a:lnTo>
                  <a:pt x="73317" y="88844"/>
                </a:lnTo>
                <a:lnTo>
                  <a:pt x="71476" y="74037"/>
                </a:lnTo>
                <a:lnTo>
                  <a:pt x="69778" y="59230"/>
                </a:lnTo>
                <a:lnTo>
                  <a:pt x="68324" y="44422"/>
                </a:lnTo>
                <a:lnTo>
                  <a:pt x="67208" y="29615"/>
                </a:lnTo>
                <a:lnTo>
                  <a:pt x="66505" y="14807"/>
                </a:lnTo>
                <a:lnTo>
                  <a:pt x="66265" y="0"/>
                </a:lnTo>
                <a:lnTo>
                  <a:pt x="111322" y="0"/>
                </a:lnTo>
                <a:lnTo>
                  <a:pt x="111322" y="0"/>
                </a:lnTo>
                <a:lnTo>
                  <a:pt x="111082" y="14807"/>
                </a:lnTo>
                <a:lnTo>
                  <a:pt x="110380" y="29615"/>
                </a:lnTo>
                <a:lnTo>
                  <a:pt x="109263" y="44422"/>
                </a:lnTo>
                <a:lnTo>
                  <a:pt x="107809" y="59230"/>
                </a:lnTo>
                <a:lnTo>
                  <a:pt x="106111" y="74037"/>
                </a:lnTo>
                <a:lnTo>
                  <a:pt x="104270" y="88844"/>
                </a:lnTo>
                <a:lnTo>
                  <a:pt x="102388" y="103652"/>
                </a:lnTo>
                <a:lnTo>
                  <a:pt x="100555" y="118459"/>
                </a:lnTo>
                <a:lnTo>
                  <a:pt x="98844" y="133267"/>
                </a:lnTo>
                <a:lnTo>
                  <a:pt x="97308" y="148074"/>
                </a:lnTo>
                <a:lnTo>
                  <a:pt x="95978" y="162881"/>
                </a:lnTo>
                <a:lnTo>
                  <a:pt x="94866" y="177689"/>
                </a:lnTo>
                <a:lnTo>
                  <a:pt x="93966" y="192496"/>
                </a:lnTo>
                <a:lnTo>
                  <a:pt x="93263" y="207304"/>
                </a:lnTo>
                <a:lnTo>
                  <a:pt x="92732" y="222111"/>
                </a:lnTo>
                <a:lnTo>
                  <a:pt x="92346" y="236919"/>
                </a:lnTo>
                <a:lnTo>
                  <a:pt x="92079" y="251726"/>
                </a:lnTo>
                <a:lnTo>
                  <a:pt x="91907" y="266533"/>
                </a:lnTo>
                <a:lnTo>
                  <a:pt x="91810" y="281341"/>
                </a:lnTo>
                <a:lnTo>
                  <a:pt x="91773" y="296148"/>
                </a:lnTo>
                <a:lnTo>
                  <a:pt x="91786" y="310956"/>
                </a:lnTo>
                <a:lnTo>
                  <a:pt x="91840" y="325763"/>
                </a:lnTo>
                <a:lnTo>
                  <a:pt x="91928" y="340570"/>
                </a:lnTo>
                <a:lnTo>
                  <a:pt x="92046" y="355378"/>
                </a:lnTo>
                <a:lnTo>
                  <a:pt x="92190" y="370185"/>
                </a:lnTo>
                <a:lnTo>
                  <a:pt x="92355" y="384993"/>
                </a:lnTo>
                <a:lnTo>
                  <a:pt x="92535" y="399800"/>
                </a:lnTo>
                <a:lnTo>
                  <a:pt x="92728" y="414607"/>
                </a:lnTo>
                <a:lnTo>
                  <a:pt x="92928" y="429415"/>
                </a:lnTo>
                <a:lnTo>
                  <a:pt x="93133" y="444222"/>
                </a:lnTo>
                <a:lnTo>
                  <a:pt x="93339" y="459030"/>
                </a:lnTo>
                <a:lnTo>
                  <a:pt x="93543" y="473837"/>
                </a:lnTo>
                <a:lnTo>
                  <a:pt x="93745" y="488644"/>
                </a:lnTo>
                <a:lnTo>
                  <a:pt x="93943" y="503452"/>
                </a:lnTo>
                <a:lnTo>
                  <a:pt x="94135" y="518259"/>
                </a:lnTo>
                <a:lnTo>
                  <a:pt x="94320" y="533067"/>
                </a:lnTo>
                <a:lnTo>
                  <a:pt x="94496" y="547874"/>
                </a:lnTo>
                <a:lnTo>
                  <a:pt x="94664" y="562682"/>
                </a:lnTo>
                <a:lnTo>
                  <a:pt x="94821" y="577489"/>
                </a:lnTo>
                <a:lnTo>
                  <a:pt x="94969" y="592296"/>
                </a:lnTo>
                <a:lnTo>
                  <a:pt x="95110" y="607104"/>
                </a:lnTo>
                <a:lnTo>
                  <a:pt x="95250" y="621911"/>
                </a:lnTo>
                <a:lnTo>
                  <a:pt x="95395" y="636719"/>
                </a:lnTo>
                <a:lnTo>
                  <a:pt x="95555" y="651526"/>
                </a:lnTo>
                <a:lnTo>
                  <a:pt x="95744" y="666333"/>
                </a:lnTo>
                <a:lnTo>
                  <a:pt x="95974" y="681141"/>
                </a:lnTo>
                <a:lnTo>
                  <a:pt x="96260" y="695948"/>
                </a:lnTo>
                <a:lnTo>
                  <a:pt x="96616" y="710756"/>
                </a:lnTo>
                <a:lnTo>
                  <a:pt x="97050" y="725563"/>
                </a:lnTo>
                <a:lnTo>
                  <a:pt x="97566" y="740370"/>
                </a:lnTo>
                <a:lnTo>
                  <a:pt x="98162" y="755178"/>
                </a:lnTo>
                <a:lnTo>
                  <a:pt x="98825" y="769985"/>
                </a:lnTo>
                <a:lnTo>
                  <a:pt x="99534" y="784793"/>
                </a:lnTo>
                <a:lnTo>
                  <a:pt x="100258" y="799600"/>
                </a:lnTo>
                <a:lnTo>
                  <a:pt x="100961" y="814407"/>
                </a:lnTo>
                <a:lnTo>
                  <a:pt x="101603" y="829215"/>
                </a:lnTo>
                <a:lnTo>
                  <a:pt x="102141" y="844022"/>
                </a:lnTo>
                <a:lnTo>
                  <a:pt x="102539" y="858830"/>
                </a:lnTo>
                <a:lnTo>
                  <a:pt x="102769" y="873637"/>
                </a:lnTo>
                <a:lnTo>
                  <a:pt x="102815" y="888444"/>
                </a:lnTo>
                <a:lnTo>
                  <a:pt x="102676" y="903252"/>
                </a:lnTo>
                <a:lnTo>
                  <a:pt x="102363" y="918059"/>
                </a:lnTo>
                <a:lnTo>
                  <a:pt x="101904" y="932867"/>
                </a:lnTo>
                <a:lnTo>
                  <a:pt x="101336" y="947674"/>
                </a:lnTo>
                <a:lnTo>
                  <a:pt x="100702" y="962482"/>
                </a:lnTo>
                <a:lnTo>
                  <a:pt x="100050" y="977289"/>
                </a:lnTo>
                <a:lnTo>
                  <a:pt x="99422" y="992096"/>
                </a:lnTo>
                <a:lnTo>
                  <a:pt x="98855" y="1006904"/>
                </a:lnTo>
                <a:lnTo>
                  <a:pt x="98379" y="1021711"/>
                </a:lnTo>
                <a:lnTo>
                  <a:pt x="98010" y="1036519"/>
                </a:lnTo>
                <a:lnTo>
                  <a:pt x="97754" y="1051326"/>
                </a:lnTo>
                <a:lnTo>
                  <a:pt x="97607" y="1066133"/>
                </a:lnTo>
                <a:lnTo>
                  <a:pt x="97553" y="1080941"/>
                </a:lnTo>
                <a:lnTo>
                  <a:pt x="97574" y="1095748"/>
                </a:lnTo>
                <a:lnTo>
                  <a:pt x="97642" y="1110556"/>
                </a:lnTo>
                <a:lnTo>
                  <a:pt x="97731" y="1125363"/>
                </a:lnTo>
                <a:lnTo>
                  <a:pt x="97813" y="1140170"/>
                </a:lnTo>
                <a:lnTo>
                  <a:pt x="97864" y="1154978"/>
                </a:lnTo>
                <a:lnTo>
                  <a:pt x="97864" y="1169785"/>
                </a:lnTo>
                <a:lnTo>
                  <a:pt x="97798" y="1184593"/>
                </a:lnTo>
                <a:lnTo>
                  <a:pt x="97659" y="1199400"/>
                </a:lnTo>
                <a:lnTo>
                  <a:pt x="97445" y="1214207"/>
                </a:lnTo>
                <a:lnTo>
                  <a:pt x="97161" y="1229015"/>
                </a:lnTo>
                <a:lnTo>
                  <a:pt x="96818" y="1243822"/>
                </a:lnTo>
                <a:lnTo>
                  <a:pt x="96429" y="1258630"/>
                </a:lnTo>
                <a:lnTo>
                  <a:pt x="96013" y="1273437"/>
                </a:lnTo>
                <a:lnTo>
                  <a:pt x="95589" y="1288245"/>
                </a:lnTo>
                <a:lnTo>
                  <a:pt x="95174" y="1303052"/>
                </a:lnTo>
                <a:lnTo>
                  <a:pt x="94788" y="1317859"/>
                </a:lnTo>
                <a:lnTo>
                  <a:pt x="94447" y="1332667"/>
                </a:lnTo>
                <a:lnTo>
                  <a:pt x="94163" y="1347474"/>
                </a:lnTo>
                <a:lnTo>
                  <a:pt x="93948" y="1362282"/>
                </a:lnTo>
                <a:lnTo>
                  <a:pt x="93809" y="1377089"/>
                </a:lnTo>
                <a:lnTo>
                  <a:pt x="93751" y="1391896"/>
                </a:lnTo>
                <a:lnTo>
                  <a:pt x="93778" y="1406704"/>
                </a:lnTo>
                <a:lnTo>
                  <a:pt x="93893" y="1421511"/>
                </a:lnTo>
                <a:lnTo>
                  <a:pt x="94101" y="1436319"/>
                </a:lnTo>
                <a:lnTo>
                  <a:pt x="94409" y="1451126"/>
                </a:lnTo>
                <a:lnTo>
                  <a:pt x="94830" y="1465933"/>
                </a:lnTo>
                <a:lnTo>
                  <a:pt x="95387" y="1480741"/>
                </a:lnTo>
                <a:lnTo>
                  <a:pt x="96113" y="1495548"/>
                </a:lnTo>
                <a:lnTo>
                  <a:pt x="97057" y="1510356"/>
                </a:lnTo>
                <a:lnTo>
                  <a:pt x="98284" y="1525163"/>
                </a:lnTo>
                <a:lnTo>
                  <a:pt x="99874" y="1539970"/>
                </a:lnTo>
                <a:lnTo>
                  <a:pt x="101919" y="1554778"/>
                </a:lnTo>
                <a:lnTo>
                  <a:pt x="104521" y="1569585"/>
                </a:lnTo>
                <a:lnTo>
                  <a:pt x="107776" y="1584393"/>
                </a:lnTo>
                <a:lnTo>
                  <a:pt x="111770" y="1599200"/>
                </a:lnTo>
                <a:lnTo>
                  <a:pt x="116552" y="1614007"/>
                </a:lnTo>
                <a:lnTo>
                  <a:pt x="122130" y="1628815"/>
                </a:lnTo>
                <a:lnTo>
                  <a:pt x="128447" y="1643622"/>
                </a:lnTo>
                <a:lnTo>
                  <a:pt x="135372" y="1658430"/>
                </a:lnTo>
                <a:lnTo>
                  <a:pt x="142697" y="1673237"/>
                </a:lnTo>
                <a:lnTo>
                  <a:pt x="150142" y="1688045"/>
                </a:lnTo>
                <a:lnTo>
                  <a:pt x="157364" y="1702852"/>
                </a:lnTo>
                <a:lnTo>
                  <a:pt x="163987" y="1717659"/>
                </a:lnTo>
                <a:lnTo>
                  <a:pt x="169632" y="1732467"/>
                </a:lnTo>
                <a:lnTo>
                  <a:pt x="173950" y="1747274"/>
                </a:lnTo>
                <a:lnTo>
                  <a:pt x="176662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5" name="data_8593">
            <a:extLst>
              <a:ext uri="{FF2B5EF4-FFF2-40B4-BE49-F238E27FC236}">
                <a16:creationId xmlns:a16="http://schemas.microsoft.com/office/drawing/2014/main" id="{4B1879C2-0BA6-4F41-A32A-63AFDCF68719}"/>
              </a:ext>
            </a:extLst>
          </p:cNvPr>
          <p:cNvSpPr>
            <a:spLocks/>
          </p:cNvSpPr>
          <p:nvPr/>
        </p:nvSpPr>
        <p:spPr>
          <a:xfrm>
            <a:off x="8918914" y="2205088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25" y="1762082"/>
                </a:lnTo>
                <a:lnTo>
                  <a:pt x="3637" y="1747274"/>
                </a:lnTo>
                <a:lnTo>
                  <a:pt x="7955" y="1732467"/>
                </a:lnTo>
                <a:lnTo>
                  <a:pt x="13600" y="1717659"/>
                </a:lnTo>
                <a:lnTo>
                  <a:pt x="20223" y="1702852"/>
                </a:lnTo>
                <a:lnTo>
                  <a:pt x="27446" y="1688045"/>
                </a:lnTo>
                <a:lnTo>
                  <a:pt x="34890" y="1673237"/>
                </a:lnTo>
                <a:lnTo>
                  <a:pt x="42216" y="1658430"/>
                </a:lnTo>
                <a:lnTo>
                  <a:pt x="49141" y="1643622"/>
                </a:lnTo>
                <a:lnTo>
                  <a:pt x="55457" y="1628815"/>
                </a:lnTo>
                <a:lnTo>
                  <a:pt x="61035" y="1614007"/>
                </a:lnTo>
                <a:lnTo>
                  <a:pt x="65818" y="1599200"/>
                </a:lnTo>
                <a:lnTo>
                  <a:pt x="69811" y="1584393"/>
                </a:lnTo>
                <a:lnTo>
                  <a:pt x="73067" y="1569585"/>
                </a:lnTo>
                <a:lnTo>
                  <a:pt x="75668" y="1554778"/>
                </a:lnTo>
                <a:lnTo>
                  <a:pt x="77714" y="1539970"/>
                </a:lnTo>
                <a:lnTo>
                  <a:pt x="79303" y="1525163"/>
                </a:lnTo>
                <a:lnTo>
                  <a:pt x="80530" y="1510356"/>
                </a:lnTo>
                <a:lnTo>
                  <a:pt x="81474" y="1495548"/>
                </a:lnTo>
                <a:lnTo>
                  <a:pt x="82201" y="1480741"/>
                </a:lnTo>
                <a:lnTo>
                  <a:pt x="82757" y="1465933"/>
                </a:lnTo>
                <a:lnTo>
                  <a:pt x="83179" y="1451126"/>
                </a:lnTo>
                <a:lnTo>
                  <a:pt x="83486" y="1436319"/>
                </a:lnTo>
                <a:lnTo>
                  <a:pt x="83694" y="1421511"/>
                </a:lnTo>
                <a:lnTo>
                  <a:pt x="83809" y="1406704"/>
                </a:lnTo>
                <a:lnTo>
                  <a:pt x="83837" y="1391896"/>
                </a:lnTo>
                <a:lnTo>
                  <a:pt x="83779" y="1377089"/>
                </a:lnTo>
                <a:lnTo>
                  <a:pt x="83639" y="1362282"/>
                </a:lnTo>
                <a:lnTo>
                  <a:pt x="83424" y="1347474"/>
                </a:lnTo>
                <a:lnTo>
                  <a:pt x="83140" y="1332667"/>
                </a:lnTo>
                <a:lnTo>
                  <a:pt x="82799" y="1317859"/>
                </a:lnTo>
                <a:lnTo>
                  <a:pt x="82413" y="1303052"/>
                </a:lnTo>
                <a:lnTo>
                  <a:pt x="81999" y="1288245"/>
                </a:lnTo>
                <a:lnTo>
                  <a:pt x="81574" y="1273437"/>
                </a:lnTo>
                <a:lnTo>
                  <a:pt x="81158" y="1258630"/>
                </a:lnTo>
                <a:lnTo>
                  <a:pt x="80769" y="1243822"/>
                </a:lnTo>
                <a:lnTo>
                  <a:pt x="80426" y="1229015"/>
                </a:lnTo>
                <a:lnTo>
                  <a:pt x="80142" y="1214207"/>
                </a:lnTo>
                <a:lnTo>
                  <a:pt x="79928" y="1199400"/>
                </a:lnTo>
                <a:lnTo>
                  <a:pt x="79789" y="1184593"/>
                </a:lnTo>
                <a:lnTo>
                  <a:pt x="79723" y="1169785"/>
                </a:lnTo>
                <a:lnTo>
                  <a:pt x="79723" y="1154978"/>
                </a:lnTo>
                <a:lnTo>
                  <a:pt x="79774" y="1140170"/>
                </a:lnTo>
                <a:lnTo>
                  <a:pt x="79857" y="1125363"/>
                </a:lnTo>
                <a:lnTo>
                  <a:pt x="79945" y="1110556"/>
                </a:lnTo>
                <a:lnTo>
                  <a:pt x="80013" y="1095748"/>
                </a:lnTo>
                <a:lnTo>
                  <a:pt x="80034" y="1080941"/>
                </a:lnTo>
                <a:lnTo>
                  <a:pt x="79980" y="1066133"/>
                </a:lnTo>
                <a:lnTo>
                  <a:pt x="79833" y="1051326"/>
                </a:lnTo>
                <a:lnTo>
                  <a:pt x="79577" y="1036519"/>
                </a:lnTo>
                <a:lnTo>
                  <a:pt x="79208" y="1021711"/>
                </a:lnTo>
                <a:lnTo>
                  <a:pt x="78732" y="1006904"/>
                </a:lnTo>
                <a:lnTo>
                  <a:pt x="78166" y="992096"/>
                </a:lnTo>
                <a:lnTo>
                  <a:pt x="77538" y="977289"/>
                </a:lnTo>
                <a:lnTo>
                  <a:pt x="76885" y="962482"/>
                </a:lnTo>
                <a:lnTo>
                  <a:pt x="76252" y="947674"/>
                </a:lnTo>
                <a:lnTo>
                  <a:pt x="75685" y="932867"/>
                </a:lnTo>
                <a:lnTo>
                  <a:pt x="75226" y="918059"/>
                </a:lnTo>
                <a:lnTo>
                  <a:pt x="74915" y="903252"/>
                </a:lnTo>
                <a:lnTo>
                  <a:pt x="74778" y="888444"/>
                </a:lnTo>
                <a:lnTo>
                  <a:pt x="74827" y="873637"/>
                </a:lnTo>
                <a:lnTo>
                  <a:pt x="75062" y="858830"/>
                </a:lnTo>
                <a:lnTo>
                  <a:pt x="75467" y="844022"/>
                </a:lnTo>
                <a:lnTo>
                  <a:pt x="76014" y="829215"/>
                </a:lnTo>
                <a:lnTo>
                  <a:pt x="76668" y="814407"/>
                </a:lnTo>
                <a:lnTo>
                  <a:pt x="77388" y="799600"/>
                </a:lnTo>
                <a:lnTo>
                  <a:pt x="78133" y="784793"/>
                </a:lnTo>
                <a:lnTo>
                  <a:pt x="78869" y="769985"/>
                </a:lnTo>
                <a:lnTo>
                  <a:pt x="79563" y="755178"/>
                </a:lnTo>
                <a:lnTo>
                  <a:pt x="80197" y="740370"/>
                </a:lnTo>
                <a:lnTo>
                  <a:pt x="80756" y="725563"/>
                </a:lnTo>
                <a:lnTo>
                  <a:pt x="81237" y="710756"/>
                </a:lnTo>
                <a:lnTo>
                  <a:pt x="81643" y="695948"/>
                </a:lnTo>
                <a:lnTo>
                  <a:pt x="81980" y="681141"/>
                </a:lnTo>
                <a:lnTo>
                  <a:pt x="82259" y="666333"/>
                </a:lnTo>
                <a:lnTo>
                  <a:pt x="82493" y="651526"/>
                </a:lnTo>
                <a:lnTo>
                  <a:pt x="82691" y="636719"/>
                </a:lnTo>
                <a:lnTo>
                  <a:pt x="82865" y="621911"/>
                </a:lnTo>
                <a:lnTo>
                  <a:pt x="83021" y="607104"/>
                </a:lnTo>
                <a:lnTo>
                  <a:pt x="83167" y="592296"/>
                </a:lnTo>
                <a:lnTo>
                  <a:pt x="83306" y="577489"/>
                </a:lnTo>
                <a:lnTo>
                  <a:pt x="83440" y="562682"/>
                </a:lnTo>
                <a:lnTo>
                  <a:pt x="83571" y="547874"/>
                </a:lnTo>
                <a:lnTo>
                  <a:pt x="83700" y="533067"/>
                </a:lnTo>
                <a:lnTo>
                  <a:pt x="83827" y="518259"/>
                </a:lnTo>
                <a:lnTo>
                  <a:pt x="83953" y="503452"/>
                </a:lnTo>
                <a:lnTo>
                  <a:pt x="84078" y="488644"/>
                </a:lnTo>
                <a:lnTo>
                  <a:pt x="84204" y="473837"/>
                </a:lnTo>
                <a:lnTo>
                  <a:pt x="84329" y="459030"/>
                </a:lnTo>
                <a:lnTo>
                  <a:pt x="84454" y="444222"/>
                </a:lnTo>
                <a:lnTo>
                  <a:pt x="84578" y="429415"/>
                </a:lnTo>
                <a:lnTo>
                  <a:pt x="84699" y="414607"/>
                </a:lnTo>
                <a:lnTo>
                  <a:pt x="84816" y="399800"/>
                </a:lnTo>
                <a:lnTo>
                  <a:pt x="84924" y="384993"/>
                </a:lnTo>
                <a:lnTo>
                  <a:pt x="85023" y="370185"/>
                </a:lnTo>
                <a:lnTo>
                  <a:pt x="85109" y="355378"/>
                </a:lnTo>
                <a:lnTo>
                  <a:pt x="85179" y="340570"/>
                </a:lnTo>
                <a:lnTo>
                  <a:pt x="85231" y="325763"/>
                </a:lnTo>
                <a:lnTo>
                  <a:pt x="85262" y="310956"/>
                </a:lnTo>
                <a:lnTo>
                  <a:pt x="85265" y="296148"/>
                </a:lnTo>
                <a:lnTo>
                  <a:pt x="85233" y="281341"/>
                </a:lnTo>
                <a:lnTo>
                  <a:pt x="85153" y="266533"/>
                </a:lnTo>
                <a:lnTo>
                  <a:pt x="85009" y="251726"/>
                </a:lnTo>
                <a:lnTo>
                  <a:pt x="84780" y="236919"/>
                </a:lnTo>
                <a:lnTo>
                  <a:pt x="84439" y="222111"/>
                </a:lnTo>
                <a:lnTo>
                  <a:pt x="83957" y="207304"/>
                </a:lnTo>
                <a:lnTo>
                  <a:pt x="83305" y="192496"/>
                </a:lnTo>
                <a:lnTo>
                  <a:pt x="82456" y="177689"/>
                </a:lnTo>
                <a:lnTo>
                  <a:pt x="81390" y="162881"/>
                </a:lnTo>
                <a:lnTo>
                  <a:pt x="80103" y="148074"/>
                </a:lnTo>
                <a:lnTo>
                  <a:pt x="78605" y="133267"/>
                </a:lnTo>
                <a:lnTo>
                  <a:pt x="76926" y="118459"/>
                </a:lnTo>
                <a:lnTo>
                  <a:pt x="75119" y="103652"/>
                </a:lnTo>
                <a:lnTo>
                  <a:pt x="73258" y="88844"/>
                </a:lnTo>
                <a:lnTo>
                  <a:pt x="71434" y="74037"/>
                </a:lnTo>
                <a:lnTo>
                  <a:pt x="69748" y="59230"/>
                </a:lnTo>
                <a:lnTo>
                  <a:pt x="68302" y="44422"/>
                </a:lnTo>
                <a:lnTo>
                  <a:pt x="67192" y="29615"/>
                </a:lnTo>
                <a:lnTo>
                  <a:pt x="66493" y="14807"/>
                </a:lnTo>
                <a:lnTo>
                  <a:pt x="66254" y="0"/>
                </a:lnTo>
                <a:lnTo>
                  <a:pt x="111333" y="0"/>
                </a:lnTo>
                <a:lnTo>
                  <a:pt x="111333" y="0"/>
                </a:lnTo>
                <a:lnTo>
                  <a:pt x="111095" y="14807"/>
                </a:lnTo>
                <a:lnTo>
                  <a:pt x="110395" y="29615"/>
                </a:lnTo>
                <a:lnTo>
                  <a:pt x="109285" y="44422"/>
                </a:lnTo>
                <a:lnTo>
                  <a:pt x="107839" y="59230"/>
                </a:lnTo>
                <a:lnTo>
                  <a:pt x="106153" y="74037"/>
                </a:lnTo>
                <a:lnTo>
                  <a:pt x="104329" y="88844"/>
                </a:lnTo>
                <a:lnTo>
                  <a:pt x="102468" y="103652"/>
                </a:lnTo>
                <a:lnTo>
                  <a:pt x="100661" y="118459"/>
                </a:lnTo>
                <a:lnTo>
                  <a:pt x="98982" y="133267"/>
                </a:lnTo>
                <a:lnTo>
                  <a:pt x="97484" y="148074"/>
                </a:lnTo>
                <a:lnTo>
                  <a:pt x="96197" y="162881"/>
                </a:lnTo>
                <a:lnTo>
                  <a:pt x="95132" y="177689"/>
                </a:lnTo>
                <a:lnTo>
                  <a:pt x="94282" y="192496"/>
                </a:lnTo>
                <a:lnTo>
                  <a:pt x="93630" y="207304"/>
                </a:lnTo>
                <a:lnTo>
                  <a:pt x="93148" y="222111"/>
                </a:lnTo>
                <a:lnTo>
                  <a:pt x="92807" y="236919"/>
                </a:lnTo>
                <a:lnTo>
                  <a:pt x="92578" y="251726"/>
                </a:lnTo>
                <a:lnTo>
                  <a:pt x="92434" y="266533"/>
                </a:lnTo>
                <a:lnTo>
                  <a:pt x="92355" y="281341"/>
                </a:lnTo>
                <a:lnTo>
                  <a:pt x="92322" y="296148"/>
                </a:lnTo>
                <a:lnTo>
                  <a:pt x="92325" y="310956"/>
                </a:lnTo>
                <a:lnTo>
                  <a:pt x="92356" y="325763"/>
                </a:lnTo>
                <a:lnTo>
                  <a:pt x="92408" y="340570"/>
                </a:lnTo>
                <a:lnTo>
                  <a:pt x="92478" y="355378"/>
                </a:lnTo>
                <a:lnTo>
                  <a:pt x="92564" y="370185"/>
                </a:lnTo>
                <a:lnTo>
                  <a:pt x="92663" y="384993"/>
                </a:lnTo>
                <a:lnTo>
                  <a:pt x="92772" y="399800"/>
                </a:lnTo>
                <a:lnTo>
                  <a:pt x="92888" y="414607"/>
                </a:lnTo>
                <a:lnTo>
                  <a:pt x="93009" y="429415"/>
                </a:lnTo>
                <a:lnTo>
                  <a:pt x="93133" y="444222"/>
                </a:lnTo>
                <a:lnTo>
                  <a:pt x="93258" y="459030"/>
                </a:lnTo>
                <a:lnTo>
                  <a:pt x="93384" y="473837"/>
                </a:lnTo>
                <a:lnTo>
                  <a:pt x="93509" y="488644"/>
                </a:lnTo>
                <a:lnTo>
                  <a:pt x="93634" y="503452"/>
                </a:lnTo>
                <a:lnTo>
                  <a:pt x="93760" y="518259"/>
                </a:lnTo>
                <a:lnTo>
                  <a:pt x="93887" y="533067"/>
                </a:lnTo>
                <a:lnTo>
                  <a:pt x="94016" y="547874"/>
                </a:lnTo>
                <a:lnTo>
                  <a:pt x="94147" y="562682"/>
                </a:lnTo>
                <a:lnTo>
                  <a:pt x="94281" y="577489"/>
                </a:lnTo>
                <a:lnTo>
                  <a:pt x="94420" y="592296"/>
                </a:lnTo>
                <a:lnTo>
                  <a:pt x="94566" y="607104"/>
                </a:lnTo>
                <a:lnTo>
                  <a:pt x="94722" y="621911"/>
                </a:lnTo>
                <a:lnTo>
                  <a:pt x="94896" y="636719"/>
                </a:lnTo>
                <a:lnTo>
                  <a:pt x="95094" y="651526"/>
                </a:lnTo>
                <a:lnTo>
                  <a:pt x="95328" y="666333"/>
                </a:lnTo>
                <a:lnTo>
                  <a:pt x="95607" y="681141"/>
                </a:lnTo>
                <a:lnTo>
                  <a:pt x="95944" y="695948"/>
                </a:lnTo>
                <a:lnTo>
                  <a:pt x="96350" y="710756"/>
                </a:lnTo>
                <a:lnTo>
                  <a:pt x="96831" y="725563"/>
                </a:lnTo>
                <a:lnTo>
                  <a:pt x="97390" y="740370"/>
                </a:lnTo>
                <a:lnTo>
                  <a:pt x="98024" y="755178"/>
                </a:lnTo>
                <a:lnTo>
                  <a:pt x="98719" y="769985"/>
                </a:lnTo>
                <a:lnTo>
                  <a:pt x="99454" y="784793"/>
                </a:lnTo>
                <a:lnTo>
                  <a:pt x="100200" y="799600"/>
                </a:lnTo>
                <a:lnTo>
                  <a:pt x="100920" y="814407"/>
                </a:lnTo>
                <a:lnTo>
                  <a:pt x="101573" y="829215"/>
                </a:lnTo>
                <a:lnTo>
                  <a:pt x="102121" y="844022"/>
                </a:lnTo>
                <a:lnTo>
                  <a:pt x="102525" y="858830"/>
                </a:lnTo>
                <a:lnTo>
                  <a:pt x="102760" y="873637"/>
                </a:lnTo>
                <a:lnTo>
                  <a:pt x="102810" y="888444"/>
                </a:lnTo>
                <a:lnTo>
                  <a:pt x="102672" y="903252"/>
                </a:lnTo>
                <a:lnTo>
                  <a:pt x="102361" y="918059"/>
                </a:lnTo>
                <a:lnTo>
                  <a:pt x="101903" y="932867"/>
                </a:lnTo>
                <a:lnTo>
                  <a:pt x="101335" y="947674"/>
                </a:lnTo>
                <a:lnTo>
                  <a:pt x="100702" y="962482"/>
                </a:lnTo>
                <a:lnTo>
                  <a:pt x="100049" y="977289"/>
                </a:lnTo>
                <a:lnTo>
                  <a:pt x="99422" y="992096"/>
                </a:lnTo>
                <a:lnTo>
                  <a:pt x="98855" y="1006904"/>
                </a:lnTo>
                <a:lnTo>
                  <a:pt x="98379" y="1021711"/>
                </a:lnTo>
                <a:lnTo>
                  <a:pt x="98010" y="1036519"/>
                </a:lnTo>
                <a:lnTo>
                  <a:pt x="97754" y="1051326"/>
                </a:lnTo>
                <a:lnTo>
                  <a:pt x="97607" y="1066133"/>
                </a:lnTo>
                <a:lnTo>
                  <a:pt x="97553" y="1080941"/>
                </a:lnTo>
                <a:lnTo>
                  <a:pt x="97574" y="1095748"/>
                </a:lnTo>
                <a:lnTo>
                  <a:pt x="97642" y="1110556"/>
                </a:lnTo>
                <a:lnTo>
                  <a:pt x="97731" y="1125363"/>
                </a:lnTo>
                <a:lnTo>
                  <a:pt x="97813" y="1140170"/>
                </a:lnTo>
                <a:lnTo>
                  <a:pt x="97864" y="1154978"/>
                </a:lnTo>
                <a:lnTo>
                  <a:pt x="97864" y="1169785"/>
                </a:lnTo>
                <a:lnTo>
                  <a:pt x="97798" y="1184593"/>
                </a:lnTo>
                <a:lnTo>
                  <a:pt x="97659" y="1199400"/>
                </a:lnTo>
                <a:lnTo>
                  <a:pt x="97445" y="1214207"/>
                </a:lnTo>
                <a:lnTo>
                  <a:pt x="97161" y="1229015"/>
                </a:lnTo>
                <a:lnTo>
                  <a:pt x="96818" y="1243822"/>
                </a:lnTo>
                <a:lnTo>
                  <a:pt x="96429" y="1258630"/>
                </a:lnTo>
                <a:lnTo>
                  <a:pt x="96013" y="1273437"/>
                </a:lnTo>
                <a:lnTo>
                  <a:pt x="95588" y="1288245"/>
                </a:lnTo>
                <a:lnTo>
                  <a:pt x="95174" y="1303052"/>
                </a:lnTo>
                <a:lnTo>
                  <a:pt x="94788" y="1317859"/>
                </a:lnTo>
                <a:lnTo>
                  <a:pt x="94447" y="1332667"/>
                </a:lnTo>
                <a:lnTo>
                  <a:pt x="94163" y="1347474"/>
                </a:lnTo>
                <a:lnTo>
                  <a:pt x="93948" y="1362282"/>
                </a:lnTo>
                <a:lnTo>
                  <a:pt x="93809" y="1377089"/>
                </a:lnTo>
                <a:lnTo>
                  <a:pt x="93751" y="1391896"/>
                </a:lnTo>
                <a:lnTo>
                  <a:pt x="93778" y="1406704"/>
                </a:lnTo>
                <a:lnTo>
                  <a:pt x="93893" y="1421511"/>
                </a:lnTo>
                <a:lnTo>
                  <a:pt x="94101" y="1436319"/>
                </a:lnTo>
                <a:lnTo>
                  <a:pt x="94409" y="1451126"/>
                </a:lnTo>
                <a:lnTo>
                  <a:pt x="94830" y="1465933"/>
                </a:lnTo>
                <a:lnTo>
                  <a:pt x="95386" y="1480741"/>
                </a:lnTo>
                <a:lnTo>
                  <a:pt x="96113" y="1495548"/>
                </a:lnTo>
                <a:lnTo>
                  <a:pt x="97057" y="1510356"/>
                </a:lnTo>
                <a:lnTo>
                  <a:pt x="98284" y="1525163"/>
                </a:lnTo>
                <a:lnTo>
                  <a:pt x="99874" y="1539970"/>
                </a:lnTo>
                <a:lnTo>
                  <a:pt x="101919" y="1554778"/>
                </a:lnTo>
                <a:lnTo>
                  <a:pt x="104521" y="1569585"/>
                </a:lnTo>
                <a:lnTo>
                  <a:pt x="107776" y="1584393"/>
                </a:lnTo>
                <a:lnTo>
                  <a:pt x="111770" y="1599200"/>
                </a:lnTo>
                <a:lnTo>
                  <a:pt x="116552" y="1614007"/>
                </a:lnTo>
                <a:lnTo>
                  <a:pt x="122130" y="1628815"/>
                </a:lnTo>
                <a:lnTo>
                  <a:pt x="128447" y="1643622"/>
                </a:lnTo>
                <a:lnTo>
                  <a:pt x="135372" y="1658430"/>
                </a:lnTo>
                <a:lnTo>
                  <a:pt x="142697" y="1673237"/>
                </a:lnTo>
                <a:lnTo>
                  <a:pt x="150142" y="1688045"/>
                </a:lnTo>
                <a:lnTo>
                  <a:pt x="157364" y="1702852"/>
                </a:lnTo>
                <a:lnTo>
                  <a:pt x="163987" y="1717659"/>
                </a:lnTo>
                <a:lnTo>
                  <a:pt x="169632" y="1732467"/>
                </a:lnTo>
                <a:lnTo>
                  <a:pt x="173950" y="1747274"/>
                </a:lnTo>
                <a:lnTo>
                  <a:pt x="176662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1506" name="data_8594">
            <a:extLst>
              <a:ext uri="{FF2B5EF4-FFF2-40B4-BE49-F238E27FC236}">
                <a16:creationId xmlns:a16="http://schemas.microsoft.com/office/drawing/2014/main" id="{7186EB7D-72E2-4974-97B5-6855141EAFBC}"/>
              </a:ext>
            </a:extLst>
          </p:cNvPr>
          <p:cNvSpPr>
            <a:spLocks/>
          </p:cNvSpPr>
          <p:nvPr/>
        </p:nvSpPr>
        <p:spPr>
          <a:xfrm>
            <a:off x="6958625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07" name="data_8595">
            <a:extLst>
              <a:ext uri="{FF2B5EF4-FFF2-40B4-BE49-F238E27FC236}">
                <a16:creationId xmlns:a16="http://schemas.microsoft.com/office/drawing/2014/main" id="{EB466408-4F49-4C45-9834-AF50EE3586D8}"/>
              </a:ext>
            </a:extLst>
          </p:cNvPr>
          <p:cNvSpPr>
            <a:spLocks/>
          </p:cNvSpPr>
          <p:nvPr/>
        </p:nvSpPr>
        <p:spPr>
          <a:xfrm>
            <a:off x="7300139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08" name="data_8596">
            <a:extLst>
              <a:ext uri="{FF2B5EF4-FFF2-40B4-BE49-F238E27FC236}">
                <a16:creationId xmlns:a16="http://schemas.microsoft.com/office/drawing/2014/main" id="{0F22814E-8F77-4738-9932-475AB1D3F84C}"/>
              </a:ext>
            </a:extLst>
          </p:cNvPr>
          <p:cNvSpPr>
            <a:spLocks/>
          </p:cNvSpPr>
          <p:nvPr/>
        </p:nvSpPr>
        <p:spPr>
          <a:xfrm>
            <a:off x="7641653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09" name="data_8597">
            <a:extLst>
              <a:ext uri="{FF2B5EF4-FFF2-40B4-BE49-F238E27FC236}">
                <a16:creationId xmlns:a16="http://schemas.microsoft.com/office/drawing/2014/main" id="{7ED348A5-A5CF-43CD-ABDB-1432F310020C}"/>
              </a:ext>
            </a:extLst>
          </p:cNvPr>
          <p:cNvSpPr>
            <a:spLocks/>
          </p:cNvSpPr>
          <p:nvPr/>
        </p:nvSpPr>
        <p:spPr>
          <a:xfrm>
            <a:off x="8324680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0" name="data_8598">
            <a:extLst>
              <a:ext uri="{FF2B5EF4-FFF2-40B4-BE49-F238E27FC236}">
                <a16:creationId xmlns:a16="http://schemas.microsoft.com/office/drawing/2014/main" id="{4156AF85-0D9A-471A-9350-43455548BC87}"/>
              </a:ext>
            </a:extLst>
          </p:cNvPr>
          <p:cNvSpPr>
            <a:spLocks/>
          </p:cNvSpPr>
          <p:nvPr/>
        </p:nvSpPr>
        <p:spPr>
          <a:xfrm>
            <a:off x="9007708" y="4070821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1" name="data_8599">
            <a:extLst>
              <a:ext uri="{FF2B5EF4-FFF2-40B4-BE49-F238E27FC236}">
                <a16:creationId xmlns:a16="http://schemas.microsoft.com/office/drawing/2014/main" id="{CA852772-84EC-4F05-80A3-F14E038C07DD}"/>
              </a:ext>
            </a:extLst>
          </p:cNvPr>
          <p:cNvSpPr>
            <a:spLocks/>
          </p:cNvSpPr>
          <p:nvPr/>
        </p:nvSpPr>
        <p:spPr>
          <a:xfrm>
            <a:off x="6938134" y="3981977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512" name="data_8600">
            <a:extLst>
              <a:ext uri="{FF2B5EF4-FFF2-40B4-BE49-F238E27FC236}">
                <a16:creationId xmlns:a16="http://schemas.microsoft.com/office/drawing/2014/main" id="{14BE8B9E-F688-4724-BFA6-C8612E1CBE0D}"/>
              </a:ext>
            </a:extLst>
          </p:cNvPr>
          <p:cNvSpPr>
            <a:spLocks/>
          </p:cNvSpPr>
          <p:nvPr/>
        </p:nvSpPr>
        <p:spPr>
          <a:xfrm>
            <a:off x="6884931" y="3981977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3" name="text_8601">
            <a:extLst>
              <a:ext uri="{FF2B5EF4-FFF2-40B4-BE49-F238E27FC236}">
                <a16:creationId xmlns:a16="http://schemas.microsoft.com/office/drawing/2014/main" id="{778540CF-C59D-429F-80F6-9EB6DA8E961D}"/>
              </a:ext>
            </a:extLst>
          </p:cNvPr>
          <p:cNvSpPr>
            <a:spLocks/>
          </p:cNvSpPr>
          <p:nvPr/>
        </p:nvSpPr>
        <p:spPr>
          <a:xfrm>
            <a:off x="6766091" y="3923729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1514" name="data_8602">
            <a:extLst>
              <a:ext uri="{FF2B5EF4-FFF2-40B4-BE49-F238E27FC236}">
                <a16:creationId xmlns:a16="http://schemas.microsoft.com/office/drawing/2014/main" id="{39093A9E-EE88-482C-A9E0-281BFDE44C55}"/>
              </a:ext>
            </a:extLst>
          </p:cNvPr>
          <p:cNvSpPr>
            <a:spLocks/>
          </p:cNvSpPr>
          <p:nvPr/>
        </p:nvSpPr>
        <p:spPr>
          <a:xfrm>
            <a:off x="6938134" y="3093532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515" name="data_8603">
            <a:extLst>
              <a:ext uri="{FF2B5EF4-FFF2-40B4-BE49-F238E27FC236}">
                <a16:creationId xmlns:a16="http://schemas.microsoft.com/office/drawing/2014/main" id="{761E7A82-9A44-491D-A379-FD2FEDD4B65C}"/>
              </a:ext>
            </a:extLst>
          </p:cNvPr>
          <p:cNvSpPr>
            <a:spLocks/>
          </p:cNvSpPr>
          <p:nvPr/>
        </p:nvSpPr>
        <p:spPr>
          <a:xfrm>
            <a:off x="6884931" y="3093532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6" name="text_8604">
            <a:extLst>
              <a:ext uri="{FF2B5EF4-FFF2-40B4-BE49-F238E27FC236}">
                <a16:creationId xmlns:a16="http://schemas.microsoft.com/office/drawing/2014/main" id="{2351F18C-9241-471A-BEBE-FEE4932B124F}"/>
              </a:ext>
            </a:extLst>
          </p:cNvPr>
          <p:cNvSpPr>
            <a:spLocks/>
          </p:cNvSpPr>
          <p:nvPr/>
        </p:nvSpPr>
        <p:spPr>
          <a:xfrm>
            <a:off x="6700454" y="3035285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517" name="data_8605">
            <a:extLst>
              <a:ext uri="{FF2B5EF4-FFF2-40B4-BE49-F238E27FC236}">
                <a16:creationId xmlns:a16="http://schemas.microsoft.com/office/drawing/2014/main" id="{7E97D036-55C6-46B9-AB19-40341F3F4876}"/>
              </a:ext>
            </a:extLst>
          </p:cNvPr>
          <p:cNvSpPr>
            <a:spLocks/>
          </p:cNvSpPr>
          <p:nvPr/>
        </p:nvSpPr>
        <p:spPr>
          <a:xfrm>
            <a:off x="6938134" y="2205088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1518" name="data_8606">
            <a:extLst>
              <a:ext uri="{FF2B5EF4-FFF2-40B4-BE49-F238E27FC236}">
                <a16:creationId xmlns:a16="http://schemas.microsoft.com/office/drawing/2014/main" id="{5E3A76B3-D421-4317-807F-BB108CFD54DE}"/>
              </a:ext>
            </a:extLst>
          </p:cNvPr>
          <p:cNvSpPr>
            <a:spLocks/>
          </p:cNvSpPr>
          <p:nvPr/>
        </p:nvSpPr>
        <p:spPr>
          <a:xfrm>
            <a:off x="6884931" y="2205088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1519" name="text_8607">
            <a:extLst>
              <a:ext uri="{FF2B5EF4-FFF2-40B4-BE49-F238E27FC236}">
                <a16:creationId xmlns:a16="http://schemas.microsoft.com/office/drawing/2014/main" id="{2216F827-68A9-4505-A284-9572BE297E0D}"/>
              </a:ext>
            </a:extLst>
          </p:cNvPr>
          <p:cNvSpPr>
            <a:spLocks/>
          </p:cNvSpPr>
          <p:nvPr/>
        </p:nvSpPr>
        <p:spPr>
          <a:xfrm>
            <a:off x="6634817" y="2146840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1520" name="data_8608">
            <a:extLst>
              <a:ext uri="{FF2B5EF4-FFF2-40B4-BE49-F238E27FC236}">
                <a16:creationId xmlns:a16="http://schemas.microsoft.com/office/drawing/2014/main" id="{F84304B9-EDCA-4592-8062-AB22C2F9B375}"/>
              </a:ext>
            </a:extLst>
          </p:cNvPr>
          <p:cNvSpPr>
            <a:spLocks/>
          </p:cNvSpPr>
          <p:nvPr/>
        </p:nvSpPr>
        <p:spPr>
          <a:xfrm>
            <a:off x="724864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1" name="data_8609">
            <a:extLst>
              <a:ext uri="{FF2B5EF4-FFF2-40B4-BE49-F238E27FC236}">
                <a16:creationId xmlns:a16="http://schemas.microsoft.com/office/drawing/2014/main" id="{89CA28D5-C23D-4905-8E08-1B8F63F24790}"/>
              </a:ext>
            </a:extLst>
          </p:cNvPr>
          <p:cNvSpPr>
            <a:spLocks/>
          </p:cNvSpPr>
          <p:nvPr/>
        </p:nvSpPr>
        <p:spPr>
          <a:xfrm>
            <a:off x="7223632" y="359196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2" name="data_8610">
            <a:extLst>
              <a:ext uri="{FF2B5EF4-FFF2-40B4-BE49-F238E27FC236}">
                <a16:creationId xmlns:a16="http://schemas.microsoft.com/office/drawing/2014/main" id="{2D5CF364-2DED-4FA7-8105-A499062527CE}"/>
              </a:ext>
            </a:extLst>
          </p:cNvPr>
          <p:cNvSpPr>
            <a:spLocks/>
          </p:cNvSpPr>
          <p:nvPr/>
        </p:nvSpPr>
        <p:spPr>
          <a:xfrm>
            <a:off x="72439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3" name="data_8611">
            <a:extLst>
              <a:ext uri="{FF2B5EF4-FFF2-40B4-BE49-F238E27FC236}">
                <a16:creationId xmlns:a16="http://schemas.microsoft.com/office/drawing/2014/main" id="{0AD1074E-222E-40DB-847D-C0E88E21AA9B}"/>
              </a:ext>
            </a:extLst>
          </p:cNvPr>
          <p:cNvSpPr>
            <a:spLocks/>
          </p:cNvSpPr>
          <p:nvPr/>
        </p:nvSpPr>
        <p:spPr>
          <a:xfrm>
            <a:off x="724343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4" name="data_8612">
            <a:extLst>
              <a:ext uri="{FF2B5EF4-FFF2-40B4-BE49-F238E27FC236}">
                <a16:creationId xmlns:a16="http://schemas.microsoft.com/office/drawing/2014/main" id="{83A16C95-11E4-4441-A222-B897A2D911BA}"/>
              </a:ext>
            </a:extLst>
          </p:cNvPr>
          <p:cNvSpPr>
            <a:spLocks/>
          </p:cNvSpPr>
          <p:nvPr/>
        </p:nvSpPr>
        <p:spPr>
          <a:xfrm>
            <a:off x="726558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5" name="data_8613">
            <a:extLst>
              <a:ext uri="{FF2B5EF4-FFF2-40B4-BE49-F238E27FC236}">
                <a16:creationId xmlns:a16="http://schemas.microsoft.com/office/drawing/2014/main" id="{33141113-3805-46CF-9761-B13EC4C7B802}"/>
              </a:ext>
            </a:extLst>
          </p:cNvPr>
          <p:cNvSpPr>
            <a:spLocks/>
          </p:cNvSpPr>
          <p:nvPr/>
        </p:nvSpPr>
        <p:spPr>
          <a:xfrm>
            <a:off x="73035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6" name="data_8614">
            <a:extLst>
              <a:ext uri="{FF2B5EF4-FFF2-40B4-BE49-F238E27FC236}">
                <a16:creationId xmlns:a16="http://schemas.microsoft.com/office/drawing/2014/main" id="{D0ECAE26-9AC7-4EF1-B700-A86DE038F7C3}"/>
              </a:ext>
            </a:extLst>
          </p:cNvPr>
          <p:cNvSpPr>
            <a:spLocks/>
          </p:cNvSpPr>
          <p:nvPr/>
        </p:nvSpPr>
        <p:spPr>
          <a:xfrm>
            <a:off x="73273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7" name="data_8615">
            <a:extLst>
              <a:ext uri="{FF2B5EF4-FFF2-40B4-BE49-F238E27FC236}">
                <a16:creationId xmlns:a16="http://schemas.microsoft.com/office/drawing/2014/main" id="{E88FC692-508D-4FFF-8FD6-14B3E5E2B3DA}"/>
              </a:ext>
            </a:extLst>
          </p:cNvPr>
          <p:cNvSpPr>
            <a:spLocks/>
          </p:cNvSpPr>
          <p:nvPr/>
        </p:nvSpPr>
        <p:spPr>
          <a:xfrm>
            <a:off x="72305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8" name="data_8616">
            <a:extLst>
              <a:ext uri="{FF2B5EF4-FFF2-40B4-BE49-F238E27FC236}">
                <a16:creationId xmlns:a16="http://schemas.microsoft.com/office/drawing/2014/main" id="{753E5755-3C1C-46D5-9136-D281C0FCD103}"/>
              </a:ext>
            </a:extLst>
          </p:cNvPr>
          <p:cNvSpPr>
            <a:spLocks/>
          </p:cNvSpPr>
          <p:nvPr/>
        </p:nvSpPr>
        <p:spPr>
          <a:xfrm>
            <a:off x="72900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29" name="data_8617">
            <a:extLst>
              <a:ext uri="{FF2B5EF4-FFF2-40B4-BE49-F238E27FC236}">
                <a16:creationId xmlns:a16="http://schemas.microsoft.com/office/drawing/2014/main" id="{D527DFB4-3853-4B28-A7ED-77EB20ADC525}"/>
              </a:ext>
            </a:extLst>
          </p:cNvPr>
          <p:cNvSpPr>
            <a:spLocks/>
          </p:cNvSpPr>
          <p:nvPr/>
        </p:nvSpPr>
        <p:spPr>
          <a:xfrm>
            <a:off x="72309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0" name="data_8618">
            <a:extLst>
              <a:ext uri="{FF2B5EF4-FFF2-40B4-BE49-F238E27FC236}">
                <a16:creationId xmlns:a16="http://schemas.microsoft.com/office/drawing/2014/main" id="{E9DE5F61-83E2-4839-8946-B55B50ACF734}"/>
              </a:ext>
            </a:extLst>
          </p:cNvPr>
          <p:cNvSpPr>
            <a:spLocks/>
          </p:cNvSpPr>
          <p:nvPr/>
        </p:nvSpPr>
        <p:spPr>
          <a:xfrm>
            <a:off x="72165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1" name="data_8619">
            <a:extLst>
              <a:ext uri="{FF2B5EF4-FFF2-40B4-BE49-F238E27FC236}">
                <a16:creationId xmlns:a16="http://schemas.microsoft.com/office/drawing/2014/main" id="{47254789-0DC3-43E7-A1BB-690699932A1B}"/>
              </a:ext>
            </a:extLst>
          </p:cNvPr>
          <p:cNvSpPr>
            <a:spLocks/>
          </p:cNvSpPr>
          <p:nvPr/>
        </p:nvSpPr>
        <p:spPr>
          <a:xfrm>
            <a:off x="7316924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2" name="data_8620">
            <a:extLst>
              <a:ext uri="{FF2B5EF4-FFF2-40B4-BE49-F238E27FC236}">
                <a16:creationId xmlns:a16="http://schemas.microsoft.com/office/drawing/2014/main" id="{E2D819FE-943A-4980-80A5-3A6578CFE983}"/>
              </a:ext>
            </a:extLst>
          </p:cNvPr>
          <p:cNvSpPr>
            <a:spLocks/>
          </p:cNvSpPr>
          <p:nvPr/>
        </p:nvSpPr>
        <p:spPr>
          <a:xfrm>
            <a:off x="73436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3" name="data_8621">
            <a:extLst>
              <a:ext uri="{FF2B5EF4-FFF2-40B4-BE49-F238E27FC236}">
                <a16:creationId xmlns:a16="http://schemas.microsoft.com/office/drawing/2014/main" id="{086D313D-CF68-465E-BC0E-B39A81187A0D}"/>
              </a:ext>
            </a:extLst>
          </p:cNvPr>
          <p:cNvSpPr>
            <a:spLocks/>
          </p:cNvSpPr>
          <p:nvPr/>
        </p:nvSpPr>
        <p:spPr>
          <a:xfrm>
            <a:off x="72651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4" name="data_8622">
            <a:extLst>
              <a:ext uri="{FF2B5EF4-FFF2-40B4-BE49-F238E27FC236}">
                <a16:creationId xmlns:a16="http://schemas.microsoft.com/office/drawing/2014/main" id="{90B158F5-A3F2-4D0F-AEB0-58D6B099E4D0}"/>
              </a:ext>
            </a:extLst>
          </p:cNvPr>
          <p:cNvSpPr>
            <a:spLocks/>
          </p:cNvSpPr>
          <p:nvPr/>
        </p:nvSpPr>
        <p:spPr>
          <a:xfrm>
            <a:off x="73365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5" name="data_8623">
            <a:extLst>
              <a:ext uri="{FF2B5EF4-FFF2-40B4-BE49-F238E27FC236}">
                <a16:creationId xmlns:a16="http://schemas.microsoft.com/office/drawing/2014/main" id="{3A5F0647-D2A1-4345-889B-140AAD721E6E}"/>
              </a:ext>
            </a:extLst>
          </p:cNvPr>
          <p:cNvSpPr>
            <a:spLocks/>
          </p:cNvSpPr>
          <p:nvPr/>
        </p:nvSpPr>
        <p:spPr>
          <a:xfrm>
            <a:off x="724382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6" name="data_8624">
            <a:extLst>
              <a:ext uri="{FF2B5EF4-FFF2-40B4-BE49-F238E27FC236}">
                <a16:creationId xmlns:a16="http://schemas.microsoft.com/office/drawing/2014/main" id="{FA509E24-1675-424A-962D-115A82FD0201}"/>
              </a:ext>
            </a:extLst>
          </p:cNvPr>
          <p:cNvSpPr>
            <a:spLocks/>
          </p:cNvSpPr>
          <p:nvPr/>
        </p:nvSpPr>
        <p:spPr>
          <a:xfrm>
            <a:off x="72685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7" name="data_8625">
            <a:extLst>
              <a:ext uri="{FF2B5EF4-FFF2-40B4-BE49-F238E27FC236}">
                <a16:creationId xmlns:a16="http://schemas.microsoft.com/office/drawing/2014/main" id="{5A979CB0-827F-444D-A789-1D3B0C1D1F75}"/>
              </a:ext>
            </a:extLst>
          </p:cNvPr>
          <p:cNvSpPr>
            <a:spLocks/>
          </p:cNvSpPr>
          <p:nvPr/>
        </p:nvSpPr>
        <p:spPr>
          <a:xfrm>
            <a:off x="7307413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8" name="data_8626">
            <a:extLst>
              <a:ext uri="{FF2B5EF4-FFF2-40B4-BE49-F238E27FC236}">
                <a16:creationId xmlns:a16="http://schemas.microsoft.com/office/drawing/2014/main" id="{A52751A3-57B8-44E0-A5D2-3400231B3869}"/>
              </a:ext>
            </a:extLst>
          </p:cNvPr>
          <p:cNvSpPr>
            <a:spLocks/>
          </p:cNvSpPr>
          <p:nvPr/>
        </p:nvSpPr>
        <p:spPr>
          <a:xfrm>
            <a:off x="73307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39" name="data_8627">
            <a:extLst>
              <a:ext uri="{FF2B5EF4-FFF2-40B4-BE49-F238E27FC236}">
                <a16:creationId xmlns:a16="http://schemas.microsoft.com/office/drawing/2014/main" id="{93EFF8E3-BF89-491A-AB29-AAC960D18326}"/>
              </a:ext>
            </a:extLst>
          </p:cNvPr>
          <p:cNvSpPr>
            <a:spLocks/>
          </p:cNvSpPr>
          <p:nvPr/>
        </p:nvSpPr>
        <p:spPr>
          <a:xfrm>
            <a:off x="7343375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0" name="data_8628">
            <a:extLst>
              <a:ext uri="{FF2B5EF4-FFF2-40B4-BE49-F238E27FC236}">
                <a16:creationId xmlns:a16="http://schemas.microsoft.com/office/drawing/2014/main" id="{AADD2FE4-BD59-4B4A-9172-022FC8A7BCA6}"/>
              </a:ext>
            </a:extLst>
          </p:cNvPr>
          <p:cNvSpPr>
            <a:spLocks/>
          </p:cNvSpPr>
          <p:nvPr/>
        </p:nvSpPr>
        <p:spPr>
          <a:xfrm>
            <a:off x="7298422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1" name="data_8629">
            <a:extLst>
              <a:ext uri="{FF2B5EF4-FFF2-40B4-BE49-F238E27FC236}">
                <a16:creationId xmlns:a16="http://schemas.microsoft.com/office/drawing/2014/main" id="{AA4E07CD-EF2D-4AC3-9ACB-7AE9E9FF9115}"/>
              </a:ext>
            </a:extLst>
          </p:cNvPr>
          <p:cNvSpPr>
            <a:spLocks/>
          </p:cNvSpPr>
          <p:nvPr/>
        </p:nvSpPr>
        <p:spPr>
          <a:xfrm>
            <a:off x="7221157" y="3120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2" name="data_8630">
            <a:extLst>
              <a:ext uri="{FF2B5EF4-FFF2-40B4-BE49-F238E27FC236}">
                <a16:creationId xmlns:a16="http://schemas.microsoft.com/office/drawing/2014/main" id="{834180F4-A4D0-48CC-93C4-FA14083BAFD3}"/>
              </a:ext>
            </a:extLst>
          </p:cNvPr>
          <p:cNvSpPr>
            <a:spLocks/>
          </p:cNvSpPr>
          <p:nvPr/>
        </p:nvSpPr>
        <p:spPr>
          <a:xfrm>
            <a:off x="72404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3" name="data_8631">
            <a:extLst>
              <a:ext uri="{FF2B5EF4-FFF2-40B4-BE49-F238E27FC236}">
                <a16:creationId xmlns:a16="http://schemas.microsoft.com/office/drawing/2014/main" id="{2660C758-6A76-4624-9FAB-1F50EECA909E}"/>
              </a:ext>
            </a:extLst>
          </p:cNvPr>
          <p:cNvSpPr>
            <a:spLocks/>
          </p:cNvSpPr>
          <p:nvPr/>
        </p:nvSpPr>
        <p:spPr>
          <a:xfrm>
            <a:off x="72489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4" name="data_8632">
            <a:extLst>
              <a:ext uri="{FF2B5EF4-FFF2-40B4-BE49-F238E27FC236}">
                <a16:creationId xmlns:a16="http://schemas.microsoft.com/office/drawing/2014/main" id="{26EB833A-1EA6-4EFA-8D80-5AC5ACA1D12C}"/>
              </a:ext>
            </a:extLst>
          </p:cNvPr>
          <p:cNvSpPr>
            <a:spLocks/>
          </p:cNvSpPr>
          <p:nvPr/>
        </p:nvSpPr>
        <p:spPr>
          <a:xfrm>
            <a:off x="72208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5" name="data_8633">
            <a:extLst>
              <a:ext uri="{FF2B5EF4-FFF2-40B4-BE49-F238E27FC236}">
                <a16:creationId xmlns:a16="http://schemas.microsoft.com/office/drawing/2014/main" id="{EDDF355A-6141-44F2-9260-87738CAF46F3}"/>
              </a:ext>
            </a:extLst>
          </p:cNvPr>
          <p:cNvSpPr>
            <a:spLocks/>
          </p:cNvSpPr>
          <p:nvPr/>
        </p:nvSpPr>
        <p:spPr>
          <a:xfrm>
            <a:off x="7220114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6" name="data_8634">
            <a:extLst>
              <a:ext uri="{FF2B5EF4-FFF2-40B4-BE49-F238E27FC236}">
                <a16:creationId xmlns:a16="http://schemas.microsoft.com/office/drawing/2014/main" id="{3359D715-49B4-4D3E-935F-3599D1F5E386}"/>
              </a:ext>
            </a:extLst>
          </p:cNvPr>
          <p:cNvSpPr>
            <a:spLocks/>
          </p:cNvSpPr>
          <p:nvPr/>
        </p:nvSpPr>
        <p:spPr>
          <a:xfrm>
            <a:off x="72453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7" name="data_8635">
            <a:extLst>
              <a:ext uri="{FF2B5EF4-FFF2-40B4-BE49-F238E27FC236}">
                <a16:creationId xmlns:a16="http://schemas.microsoft.com/office/drawing/2014/main" id="{5A8D4187-84F7-4A8C-AF2F-EA62BE312078}"/>
              </a:ext>
            </a:extLst>
          </p:cNvPr>
          <p:cNvSpPr>
            <a:spLocks/>
          </p:cNvSpPr>
          <p:nvPr/>
        </p:nvSpPr>
        <p:spPr>
          <a:xfrm>
            <a:off x="72945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8" name="data_8636">
            <a:extLst>
              <a:ext uri="{FF2B5EF4-FFF2-40B4-BE49-F238E27FC236}">
                <a16:creationId xmlns:a16="http://schemas.microsoft.com/office/drawing/2014/main" id="{79364E7A-DF13-4474-8B41-9DD87B85237D}"/>
              </a:ext>
            </a:extLst>
          </p:cNvPr>
          <p:cNvSpPr>
            <a:spLocks/>
          </p:cNvSpPr>
          <p:nvPr/>
        </p:nvSpPr>
        <p:spPr>
          <a:xfrm>
            <a:off x="723848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49" name="data_8637">
            <a:extLst>
              <a:ext uri="{FF2B5EF4-FFF2-40B4-BE49-F238E27FC236}">
                <a16:creationId xmlns:a16="http://schemas.microsoft.com/office/drawing/2014/main" id="{35ECF52C-FA1F-4648-8C69-12D9AFDC6DC1}"/>
              </a:ext>
            </a:extLst>
          </p:cNvPr>
          <p:cNvSpPr>
            <a:spLocks/>
          </p:cNvSpPr>
          <p:nvPr/>
        </p:nvSpPr>
        <p:spPr>
          <a:xfrm>
            <a:off x="72775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0" name="data_8638">
            <a:extLst>
              <a:ext uri="{FF2B5EF4-FFF2-40B4-BE49-F238E27FC236}">
                <a16:creationId xmlns:a16="http://schemas.microsoft.com/office/drawing/2014/main" id="{15783A33-07EB-49A8-86CC-7CDA866D6E74}"/>
              </a:ext>
            </a:extLst>
          </p:cNvPr>
          <p:cNvSpPr>
            <a:spLocks/>
          </p:cNvSpPr>
          <p:nvPr/>
        </p:nvSpPr>
        <p:spPr>
          <a:xfrm>
            <a:off x="72637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1" name="data_8639">
            <a:extLst>
              <a:ext uri="{FF2B5EF4-FFF2-40B4-BE49-F238E27FC236}">
                <a16:creationId xmlns:a16="http://schemas.microsoft.com/office/drawing/2014/main" id="{A381E428-5F3F-4ECF-ADA8-552E87CBCACD}"/>
              </a:ext>
            </a:extLst>
          </p:cNvPr>
          <p:cNvSpPr>
            <a:spLocks/>
          </p:cNvSpPr>
          <p:nvPr/>
        </p:nvSpPr>
        <p:spPr>
          <a:xfrm>
            <a:off x="73283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2" name="data_8640">
            <a:extLst>
              <a:ext uri="{FF2B5EF4-FFF2-40B4-BE49-F238E27FC236}">
                <a16:creationId xmlns:a16="http://schemas.microsoft.com/office/drawing/2014/main" id="{8A8289E7-D20C-4516-8B7E-0C8E158BF815}"/>
              </a:ext>
            </a:extLst>
          </p:cNvPr>
          <p:cNvSpPr>
            <a:spLocks/>
          </p:cNvSpPr>
          <p:nvPr/>
        </p:nvSpPr>
        <p:spPr>
          <a:xfrm>
            <a:off x="7250864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3" name="data_8641">
            <a:extLst>
              <a:ext uri="{FF2B5EF4-FFF2-40B4-BE49-F238E27FC236}">
                <a16:creationId xmlns:a16="http://schemas.microsoft.com/office/drawing/2014/main" id="{D27C2F3D-20A2-4DC4-A666-1E428F199950}"/>
              </a:ext>
            </a:extLst>
          </p:cNvPr>
          <p:cNvSpPr>
            <a:spLocks/>
          </p:cNvSpPr>
          <p:nvPr/>
        </p:nvSpPr>
        <p:spPr>
          <a:xfrm>
            <a:off x="7304416" y="387753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4" name="data_8642">
            <a:extLst>
              <a:ext uri="{FF2B5EF4-FFF2-40B4-BE49-F238E27FC236}">
                <a16:creationId xmlns:a16="http://schemas.microsoft.com/office/drawing/2014/main" id="{F98B60D8-E64C-4510-93E7-9F5DB78796C8}"/>
              </a:ext>
            </a:extLst>
          </p:cNvPr>
          <p:cNvSpPr>
            <a:spLocks/>
          </p:cNvSpPr>
          <p:nvPr/>
        </p:nvSpPr>
        <p:spPr>
          <a:xfrm>
            <a:off x="73076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5" name="data_8643">
            <a:extLst>
              <a:ext uri="{FF2B5EF4-FFF2-40B4-BE49-F238E27FC236}">
                <a16:creationId xmlns:a16="http://schemas.microsoft.com/office/drawing/2014/main" id="{5F86D6CB-7A45-4F38-9A83-C7D1D73E1ECB}"/>
              </a:ext>
            </a:extLst>
          </p:cNvPr>
          <p:cNvSpPr>
            <a:spLocks/>
          </p:cNvSpPr>
          <p:nvPr/>
        </p:nvSpPr>
        <p:spPr>
          <a:xfrm>
            <a:off x="722050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6" name="data_8644">
            <a:extLst>
              <a:ext uri="{FF2B5EF4-FFF2-40B4-BE49-F238E27FC236}">
                <a16:creationId xmlns:a16="http://schemas.microsoft.com/office/drawing/2014/main" id="{E14E4E7C-6D0F-425F-94E7-3B4757E7E725}"/>
              </a:ext>
            </a:extLst>
          </p:cNvPr>
          <p:cNvSpPr>
            <a:spLocks/>
          </p:cNvSpPr>
          <p:nvPr/>
        </p:nvSpPr>
        <p:spPr>
          <a:xfrm>
            <a:off x="73266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7" name="data_8645">
            <a:extLst>
              <a:ext uri="{FF2B5EF4-FFF2-40B4-BE49-F238E27FC236}">
                <a16:creationId xmlns:a16="http://schemas.microsoft.com/office/drawing/2014/main" id="{C739C284-D9CF-43F6-97E9-62351DD00396}"/>
              </a:ext>
            </a:extLst>
          </p:cNvPr>
          <p:cNvSpPr>
            <a:spLocks/>
          </p:cNvSpPr>
          <p:nvPr/>
        </p:nvSpPr>
        <p:spPr>
          <a:xfrm>
            <a:off x="72173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8" name="data_8646">
            <a:extLst>
              <a:ext uri="{FF2B5EF4-FFF2-40B4-BE49-F238E27FC236}">
                <a16:creationId xmlns:a16="http://schemas.microsoft.com/office/drawing/2014/main" id="{E36CA084-0941-4DFC-AF3D-F7D6C553556A}"/>
              </a:ext>
            </a:extLst>
          </p:cNvPr>
          <p:cNvSpPr>
            <a:spLocks/>
          </p:cNvSpPr>
          <p:nvPr/>
        </p:nvSpPr>
        <p:spPr>
          <a:xfrm>
            <a:off x="732643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59" name="data_8647">
            <a:extLst>
              <a:ext uri="{FF2B5EF4-FFF2-40B4-BE49-F238E27FC236}">
                <a16:creationId xmlns:a16="http://schemas.microsoft.com/office/drawing/2014/main" id="{DCFA1047-6C3B-4BD9-945A-44A8931CD65E}"/>
              </a:ext>
            </a:extLst>
          </p:cNvPr>
          <p:cNvSpPr>
            <a:spLocks/>
          </p:cNvSpPr>
          <p:nvPr/>
        </p:nvSpPr>
        <p:spPr>
          <a:xfrm>
            <a:off x="73390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0" name="data_8648">
            <a:extLst>
              <a:ext uri="{FF2B5EF4-FFF2-40B4-BE49-F238E27FC236}">
                <a16:creationId xmlns:a16="http://schemas.microsoft.com/office/drawing/2014/main" id="{5DC2BD41-0F10-4CC2-AD3E-421A98DFCCFA}"/>
              </a:ext>
            </a:extLst>
          </p:cNvPr>
          <p:cNvSpPr>
            <a:spLocks/>
          </p:cNvSpPr>
          <p:nvPr/>
        </p:nvSpPr>
        <p:spPr>
          <a:xfrm>
            <a:off x="729529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1" name="data_8649">
            <a:extLst>
              <a:ext uri="{FF2B5EF4-FFF2-40B4-BE49-F238E27FC236}">
                <a16:creationId xmlns:a16="http://schemas.microsoft.com/office/drawing/2014/main" id="{97A6277C-3449-4AEA-A686-0B02BA100683}"/>
              </a:ext>
            </a:extLst>
          </p:cNvPr>
          <p:cNvSpPr>
            <a:spLocks/>
          </p:cNvSpPr>
          <p:nvPr/>
        </p:nvSpPr>
        <p:spPr>
          <a:xfrm>
            <a:off x="72562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2" name="data_8650">
            <a:extLst>
              <a:ext uri="{FF2B5EF4-FFF2-40B4-BE49-F238E27FC236}">
                <a16:creationId xmlns:a16="http://schemas.microsoft.com/office/drawing/2014/main" id="{9BD3B66F-6445-4014-88A3-28CDE824F7D5}"/>
              </a:ext>
            </a:extLst>
          </p:cNvPr>
          <p:cNvSpPr>
            <a:spLocks/>
          </p:cNvSpPr>
          <p:nvPr/>
        </p:nvSpPr>
        <p:spPr>
          <a:xfrm>
            <a:off x="73108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3" name="data_8651">
            <a:extLst>
              <a:ext uri="{FF2B5EF4-FFF2-40B4-BE49-F238E27FC236}">
                <a16:creationId xmlns:a16="http://schemas.microsoft.com/office/drawing/2014/main" id="{28180F80-1DAC-4416-8449-C2CDD58A50AC}"/>
              </a:ext>
            </a:extLst>
          </p:cNvPr>
          <p:cNvSpPr>
            <a:spLocks/>
          </p:cNvSpPr>
          <p:nvPr/>
        </p:nvSpPr>
        <p:spPr>
          <a:xfrm>
            <a:off x="72444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4" name="data_8652">
            <a:extLst>
              <a:ext uri="{FF2B5EF4-FFF2-40B4-BE49-F238E27FC236}">
                <a16:creationId xmlns:a16="http://schemas.microsoft.com/office/drawing/2014/main" id="{A4F253A6-DC6B-4D71-A024-DA264A9F1FFC}"/>
              </a:ext>
            </a:extLst>
          </p:cNvPr>
          <p:cNvSpPr>
            <a:spLocks/>
          </p:cNvSpPr>
          <p:nvPr/>
        </p:nvSpPr>
        <p:spPr>
          <a:xfrm>
            <a:off x="72779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5" name="data_8653">
            <a:extLst>
              <a:ext uri="{FF2B5EF4-FFF2-40B4-BE49-F238E27FC236}">
                <a16:creationId xmlns:a16="http://schemas.microsoft.com/office/drawing/2014/main" id="{75D8935C-980A-4C1A-B22E-D79F4957315E}"/>
              </a:ext>
            </a:extLst>
          </p:cNvPr>
          <p:cNvSpPr>
            <a:spLocks/>
          </p:cNvSpPr>
          <p:nvPr/>
        </p:nvSpPr>
        <p:spPr>
          <a:xfrm>
            <a:off x="72779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6" name="data_8654">
            <a:extLst>
              <a:ext uri="{FF2B5EF4-FFF2-40B4-BE49-F238E27FC236}">
                <a16:creationId xmlns:a16="http://schemas.microsoft.com/office/drawing/2014/main" id="{DD91A0C0-67BC-4092-B811-A9726CDC5093}"/>
              </a:ext>
            </a:extLst>
          </p:cNvPr>
          <p:cNvSpPr>
            <a:spLocks/>
          </p:cNvSpPr>
          <p:nvPr/>
        </p:nvSpPr>
        <p:spPr>
          <a:xfrm>
            <a:off x="72388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7" name="data_8655">
            <a:extLst>
              <a:ext uri="{FF2B5EF4-FFF2-40B4-BE49-F238E27FC236}">
                <a16:creationId xmlns:a16="http://schemas.microsoft.com/office/drawing/2014/main" id="{48DC7EBC-14D9-4C3F-A7E3-5A7F926DED0C}"/>
              </a:ext>
            </a:extLst>
          </p:cNvPr>
          <p:cNvSpPr>
            <a:spLocks/>
          </p:cNvSpPr>
          <p:nvPr/>
        </p:nvSpPr>
        <p:spPr>
          <a:xfrm>
            <a:off x="73296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8" name="data_8656">
            <a:extLst>
              <a:ext uri="{FF2B5EF4-FFF2-40B4-BE49-F238E27FC236}">
                <a16:creationId xmlns:a16="http://schemas.microsoft.com/office/drawing/2014/main" id="{F11EDCED-D3CF-40D7-B346-F9BC4A58A925}"/>
              </a:ext>
            </a:extLst>
          </p:cNvPr>
          <p:cNvSpPr>
            <a:spLocks/>
          </p:cNvSpPr>
          <p:nvPr/>
        </p:nvSpPr>
        <p:spPr>
          <a:xfrm>
            <a:off x="72584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69" name="data_8657">
            <a:extLst>
              <a:ext uri="{FF2B5EF4-FFF2-40B4-BE49-F238E27FC236}">
                <a16:creationId xmlns:a16="http://schemas.microsoft.com/office/drawing/2014/main" id="{EE5B1F62-ECBA-4EB2-884D-201471071087}"/>
              </a:ext>
            </a:extLst>
          </p:cNvPr>
          <p:cNvSpPr>
            <a:spLocks/>
          </p:cNvSpPr>
          <p:nvPr/>
        </p:nvSpPr>
        <p:spPr>
          <a:xfrm>
            <a:off x="72710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0" name="data_8658">
            <a:extLst>
              <a:ext uri="{FF2B5EF4-FFF2-40B4-BE49-F238E27FC236}">
                <a16:creationId xmlns:a16="http://schemas.microsoft.com/office/drawing/2014/main" id="{59378EF8-2618-4786-BB0B-8FE968CD47F7}"/>
              </a:ext>
            </a:extLst>
          </p:cNvPr>
          <p:cNvSpPr>
            <a:spLocks/>
          </p:cNvSpPr>
          <p:nvPr/>
        </p:nvSpPr>
        <p:spPr>
          <a:xfrm>
            <a:off x="73422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1" name="data_8659">
            <a:extLst>
              <a:ext uri="{FF2B5EF4-FFF2-40B4-BE49-F238E27FC236}">
                <a16:creationId xmlns:a16="http://schemas.microsoft.com/office/drawing/2014/main" id="{F5BE0105-85C5-4930-B4C1-2FFDF34D2A45}"/>
              </a:ext>
            </a:extLst>
          </p:cNvPr>
          <p:cNvSpPr>
            <a:spLocks/>
          </p:cNvSpPr>
          <p:nvPr/>
        </p:nvSpPr>
        <p:spPr>
          <a:xfrm>
            <a:off x="73031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2" name="data_8660">
            <a:extLst>
              <a:ext uri="{FF2B5EF4-FFF2-40B4-BE49-F238E27FC236}">
                <a16:creationId xmlns:a16="http://schemas.microsoft.com/office/drawing/2014/main" id="{80057DC3-F417-44F9-A579-BC520EBAA7FE}"/>
              </a:ext>
            </a:extLst>
          </p:cNvPr>
          <p:cNvSpPr>
            <a:spLocks/>
          </p:cNvSpPr>
          <p:nvPr/>
        </p:nvSpPr>
        <p:spPr>
          <a:xfrm>
            <a:off x="7337511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3" name="data_8661">
            <a:extLst>
              <a:ext uri="{FF2B5EF4-FFF2-40B4-BE49-F238E27FC236}">
                <a16:creationId xmlns:a16="http://schemas.microsoft.com/office/drawing/2014/main" id="{20314432-70A6-4443-807B-EB0FF656ACDD}"/>
              </a:ext>
            </a:extLst>
          </p:cNvPr>
          <p:cNvSpPr>
            <a:spLocks/>
          </p:cNvSpPr>
          <p:nvPr/>
        </p:nvSpPr>
        <p:spPr>
          <a:xfrm>
            <a:off x="72223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4" name="data_8662">
            <a:extLst>
              <a:ext uri="{FF2B5EF4-FFF2-40B4-BE49-F238E27FC236}">
                <a16:creationId xmlns:a16="http://schemas.microsoft.com/office/drawing/2014/main" id="{E534248A-257B-4CA3-BE36-8E0C2DDE9CE4}"/>
              </a:ext>
            </a:extLst>
          </p:cNvPr>
          <p:cNvSpPr>
            <a:spLocks/>
          </p:cNvSpPr>
          <p:nvPr/>
        </p:nvSpPr>
        <p:spPr>
          <a:xfrm>
            <a:off x="732786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5" name="data_8663">
            <a:extLst>
              <a:ext uri="{FF2B5EF4-FFF2-40B4-BE49-F238E27FC236}">
                <a16:creationId xmlns:a16="http://schemas.microsoft.com/office/drawing/2014/main" id="{1078CB4F-4E45-4C42-AA7E-FE0A0820D41F}"/>
              </a:ext>
            </a:extLst>
          </p:cNvPr>
          <p:cNvSpPr>
            <a:spLocks/>
          </p:cNvSpPr>
          <p:nvPr/>
        </p:nvSpPr>
        <p:spPr>
          <a:xfrm>
            <a:off x="731067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6" name="data_8664">
            <a:extLst>
              <a:ext uri="{FF2B5EF4-FFF2-40B4-BE49-F238E27FC236}">
                <a16:creationId xmlns:a16="http://schemas.microsoft.com/office/drawing/2014/main" id="{76349BDB-5DA9-42C9-A0E1-B6DBAA2F37E8}"/>
              </a:ext>
            </a:extLst>
          </p:cNvPr>
          <p:cNvSpPr>
            <a:spLocks/>
          </p:cNvSpPr>
          <p:nvPr/>
        </p:nvSpPr>
        <p:spPr>
          <a:xfrm>
            <a:off x="72657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7" name="data_8665">
            <a:extLst>
              <a:ext uri="{FF2B5EF4-FFF2-40B4-BE49-F238E27FC236}">
                <a16:creationId xmlns:a16="http://schemas.microsoft.com/office/drawing/2014/main" id="{280FC604-4EE5-416A-A00D-CA156AC51437}"/>
              </a:ext>
            </a:extLst>
          </p:cNvPr>
          <p:cNvSpPr>
            <a:spLocks/>
          </p:cNvSpPr>
          <p:nvPr/>
        </p:nvSpPr>
        <p:spPr>
          <a:xfrm>
            <a:off x="73157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8" name="data_8666">
            <a:extLst>
              <a:ext uri="{FF2B5EF4-FFF2-40B4-BE49-F238E27FC236}">
                <a16:creationId xmlns:a16="http://schemas.microsoft.com/office/drawing/2014/main" id="{A05FAA3C-3772-4F5C-810C-82AA79120703}"/>
              </a:ext>
            </a:extLst>
          </p:cNvPr>
          <p:cNvSpPr>
            <a:spLocks/>
          </p:cNvSpPr>
          <p:nvPr/>
        </p:nvSpPr>
        <p:spPr>
          <a:xfrm>
            <a:off x="73428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79" name="data_8667">
            <a:extLst>
              <a:ext uri="{FF2B5EF4-FFF2-40B4-BE49-F238E27FC236}">
                <a16:creationId xmlns:a16="http://schemas.microsoft.com/office/drawing/2014/main" id="{8A0D93DE-AF9F-4F31-988B-3F9DA228BDDA}"/>
              </a:ext>
            </a:extLst>
          </p:cNvPr>
          <p:cNvSpPr>
            <a:spLocks/>
          </p:cNvSpPr>
          <p:nvPr/>
        </p:nvSpPr>
        <p:spPr>
          <a:xfrm>
            <a:off x="73020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0" name="data_8668">
            <a:extLst>
              <a:ext uri="{FF2B5EF4-FFF2-40B4-BE49-F238E27FC236}">
                <a16:creationId xmlns:a16="http://schemas.microsoft.com/office/drawing/2014/main" id="{05464CFF-A021-4AC6-88F1-8A5A40E0BF07}"/>
              </a:ext>
            </a:extLst>
          </p:cNvPr>
          <p:cNvSpPr>
            <a:spLocks/>
          </p:cNvSpPr>
          <p:nvPr/>
        </p:nvSpPr>
        <p:spPr>
          <a:xfrm>
            <a:off x="73121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1" name="data_8669">
            <a:extLst>
              <a:ext uri="{FF2B5EF4-FFF2-40B4-BE49-F238E27FC236}">
                <a16:creationId xmlns:a16="http://schemas.microsoft.com/office/drawing/2014/main" id="{3B65E9C4-F227-4BA7-906F-3C3D39B1078B}"/>
              </a:ext>
            </a:extLst>
          </p:cNvPr>
          <p:cNvSpPr>
            <a:spLocks/>
          </p:cNvSpPr>
          <p:nvPr/>
        </p:nvSpPr>
        <p:spPr>
          <a:xfrm>
            <a:off x="7310931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2" name="data_8670">
            <a:extLst>
              <a:ext uri="{FF2B5EF4-FFF2-40B4-BE49-F238E27FC236}">
                <a16:creationId xmlns:a16="http://schemas.microsoft.com/office/drawing/2014/main" id="{8B0BBFAA-0CBB-45F4-AABA-FBEA8D343F61}"/>
              </a:ext>
            </a:extLst>
          </p:cNvPr>
          <p:cNvSpPr>
            <a:spLocks/>
          </p:cNvSpPr>
          <p:nvPr/>
        </p:nvSpPr>
        <p:spPr>
          <a:xfrm>
            <a:off x="72900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3" name="data_8671">
            <a:extLst>
              <a:ext uri="{FF2B5EF4-FFF2-40B4-BE49-F238E27FC236}">
                <a16:creationId xmlns:a16="http://schemas.microsoft.com/office/drawing/2014/main" id="{EFFA508C-0885-4F79-A33D-B019B9D069C7}"/>
              </a:ext>
            </a:extLst>
          </p:cNvPr>
          <p:cNvSpPr>
            <a:spLocks/>
          </p:cNvSpPr>
          <p:nvPr/>
        </p:nvSpPr>
        <p:spPr>
          <a:xfrm>
            <a:off x="7253731" y="36956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4" name="data_8672">
            <a:extLst>
              <a:ext uri="{FF2B5EF4-FFF2-40B4-BE49-F238E27FC236}">
                <a16:creationId xmlns:a16="http://schemas.microsoft.com/office/drawing/2014/main" id="{041D3EFE-C6F9-4449-AC0B-10F34B39C1DF}"/>
              </a:ext>
            </a:extLst>
          </p:cNvPr>
          <p:cNvSpPr>
            <a:spLocks/>
          </p:cNvSpPr>
          <p:nvPr/>
        </p:nvSpPr>
        <p:spPr>
          <a:xfrm>
            <a:off x="73337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5" name="data_8673">
            <a:extLst>
              <a:ext uri="{FF2B5EF4-FFF2-40B4-BE49-F238E27FC236}">
                <a16:creationId xmlns:a16="http://schemas.microsoft.com/office/drawing/2014/main" id="{0534ADF3-C1E9-4E1F-9F61-914EC93A62FA}"/>
              </a:ext>
            </a:extLst>
          </p:cNvPr>
          <p:cNvSpPr>
            <a:spLocks/>
          </p:cNvSpPr>
          <p:nvPr/>
        </p:nvSpPr>
        <p:spPr>
          <a:xfrm>
            <a:off x="723991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6" name="data_8674">
            <a:extLst>
              <a:ext uri="{FF2B5EF4-FFF2-40B4-BE49-F238E27FC236}">
                <a16:creationId xmlns:a16="http://schemas.microsoft.com/office/drawing/2014/main" id="{80A0A4DA-CF87-4382-ACAA-B8700A5C6704}"/>
              </a:ext>
            </a:extLst>
          </p:cNvPr>
          <p:cNvSpPr>
            <a:spLocks/>
          </p:cNvSpPr>
          <p:nvPr/>
        </p:nvSpPr>
        <p:spPr>
          <a:xfrm>
            <a:off x="72388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7" name="data_8675">
            <a:extLst>
              <a:ext uri="{FF2B5EF4-FFF2-40B4-BE49-F238E27FC236}">
                <a16:creationId xmlns:a16="http://schemas.microsoft.com/office/drawing/2014/main" id="{0567F78D-A73F-450B-B9CF-517EB2212154}"/>
              </a:ext>
            </a:extLst>
          </p:cNvPr>
          <p:cNvSpPr>
            <a:spLocks/>
          </p:cNvSpPr>
          <p:nvPr/>
        </p:nvSpPr>
        <p:spPr>
          <a:xfrm>
            <a:off x="72447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8" name="data_8676">
            <a:extLst>
              <a:ext uri="{FF2B5EF4-FFF2-40B4-BE49-F238E27FC236}">
                <a16:creationId xmlns:a16="http://schemas.microsoft.com/office/drawing/2014/main" id="{62898262-DD67-48C2-9F9F-62532E03BF25}"/>
              </a:ext>
            </a:extLst>
          </p:cNvPr>
          <p:cNvSpPr>
            <a:spLocks/>
          </p:cNvSpPr>
          <p:nvPr/>
        </p:nvSpPr>
        <p:spPr>
          <a:xfrm>
            <a:off x="733555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89" name="data_8677">
            <a:extLst>
              <a:ext uri="{FF2B5EF4-FFF2-40B4-BE49-F238E27FC236}">
                <a16:creationId xmlns:a16="http://schemas.microsoft.com/office/drawing/2014/main" id="{CC92F865-9244-4FF6-8945-80004F4BAEB4}"/>
              </a:ext>
            </a:extLst>
          </p:cNvPr>
          <p:cNvSpPr>
            <a:spLocks/>
          </p:cNvSpPr>
          <p:nvPr/>
        </p:nvSpPr>
        <p:spPr>
          <a:xfrm>
            <a:off x="73217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0" name="data_8678">
            <a:extLst>
              <a:ext uri="{FF2B5EF4-FFF2-40B4-BE49-F238E27FC236}">
                <a16:creationId xmlns:a16="http://schemas.microsoft.com/office/drawing/2014/main" id="{2A5EF43D-1F89-4A4E-8C8D-8B3ACC177731}"/>
              </a:ext>
            </a:extLst>
          </p:cNvPr>
          <p:cNvSpPr>
            <a:spLocks/>
          </p:cNvSpPr>
          <p:nvPr/>
        </p:nvSpPr>
        <p:spPr>
          <a:xfrm>
            <a:off x="73273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1" name="data_8679">
            <a:extLst>
              <a:ext uri="{FF2B5EF4-FFF2-40B4-BE49-F238E27FC236}">
                <a16:creationId xmlns:a16="http://schemas.microsoft.com/office/drawing/2014/main" id="{2695671E-D141-47A0-BBAB-6DB8DCABF1BD}"/>
              </a:ext>
            </a:extLst>
          </p:cNvPr>
          <p:cNvSpPr>
            <a:spLocks/>
          </p:cNvSpPr>
          <p:nvPr/>
        </p:nvSpPr>
        <p:spPr>
          <a:xfrm>
            <a:off x="7311191" y="33160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2" name="data_8680">
            <a:extLst>
              <a:ext uri="{FF2B5EF4-FFF2-40B4-BE49-F238E27FC236}">
                <a16:creationId xmlns:a16="http://schemas.microsoft.com/office/drawing/2014/main" id="{9A9034FA-04C7-4E81-A893-01FF541FEAD3}"/>
              </a:ext>
            </a:extLst>
          </p:cNvPr>
          <p:cNvSpPr>
            <a:spLocks/>
          </p:cNvSpPr>
          <p:nvPr/>
        </p:nvSpPr>
        <p:spPr>
          <a:xfrm>
            <a:off x="73212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3" name="data_8681">
            <a:extLst>
              <a:ext uri="{FF2B5EF4-FFF2-40B4-BE49-F238E27FC236}">
                <a16:creationId xmlns:a16="http://schemas.microsoft.com/office/drawing/2014/main" id="{FFC28C33-7F07-4DE6-8887-9ED57D36186D}"/>
              </a:ext>
            </a:extLst>
          </p:cNvPr>
          <p:cNvSpPr>
            <a:spLocks/>
          </p:cNvSpPr>
          <p:nvPr/>
        </p:nvSpPr>
        <p:spPr>
          <a:xfrm>
            <a:off x="733243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4" name="data_8682">
            <a:extLst>
              <a:ext uri="{FF2B5EF4-FFF2-40B4-BE49-F238E27FC236}">
                <a16:creationId xmlns:a16="http://schemas.microsoft.com/office/drawing/2014/main" id="{E77F18B6-B1C6-4369-BC12-5BAA73C005BF}"/>
              </a:ext>
            </a:extLst>
          </p:cNvPr>
          <p:cNvSpPr>
            <a:spLocks/>
          </p:cNvSpPr>
          <p:nvPr/>
        </p:nvSpPr>
        <p:spPr>
          <a:xfrm>
            <a:off x="7236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5" name="data_8683">
            <a:extLst>
              <a:ext uri="{FF2B5EF4-FFF2-40B4-BE49-F238E27FC236}">
                <a16:creationId xmlns:a16="http://schemas.microsoft.com/office/drawing/2014/main" id="{7568ED89-AA44-41CD-88B7-52C516C90B1E}"/>
              </a:ext>
            </a:extLst>
          </p:cNvPr>
          <p:cNvSpPr>
            <a:spLocks/>
          </p:cNvSpPr>
          <p:nvPr/>
        </p:nvSpPr>
        <p:spPr>
          <a:xfrm>
            <a:off x="724708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6" name="data_8684">
            <a:extLst>
              <a:ext uri="{FF2B5EF4-FFF2-40B4-BE49-F238E27FC236}">
                <a16:creationId xmlns:a16="http://schemas.microsoft.com/office/drawing/2014/main" id="{DF165C3C-DE54-4C11-A7CD-4D836B3B4D9F}"/>
              </a:ext>
            </a:extLst>
          </p:cNvPr>
          <p:cNvSpPr>
            <a:spLocks/>
          </p:cNvSpPr>
          <p:nvPr/>
        </p:nvSpPr>
        <p:spPr>
          <a:xfrm>
            <a:off x="7308976" y="355209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7" name="data_8685">
            <a:extLst>
              <a:ext uri="{FF2B5EF4-FFF2-40B4-BE49-F238E27FC236}">
                <a16:creationId xmlns:a16="http://schemas.microsoft.com/office/drawing/2014/main" id="{152A5A23-CF47-4273-BE99-C4EC2D90820F}"/>
              </a:ext>
            </a:extLst>
          </p:cNvPr>
          <p:cNvSpPr>
            <a:spLocks/>
          </p:cNvSpPr>
          <p:nvPr/>
        </p:nvSpPr>
        <p:spPr>
          <a:xfrm>
            <a:off x="7243437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8" name="data_8686">
            <a:extLst>
              <a:ext uri="{FF2B5EF4-FFF2-40B4-BE49-F238E27FC236}">
                <a16:creationId xmlns:a16="http://schemas.microsoft.com/office/drawing/2014/main" id="{9BA1F132-1E3B-4DC4-A6AB-9B7E6F43B7F7}"/>
              </a:ext>
            </a:extLst>
          </p:cNvPr>
          <p:cNvSpPr>
            <a:spLocks/>
          </p:cNvSpPr>
          <p:nvPr/>
        </p:nvSpPr>
        <p:spPr>
          <a:xfrm>
            <a:off x="7256076" y="31638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599" name="data_8687">
            <a:extLst>
              <a:ext uri="{FF2B5EF4-FFF2-40B4-BE49-F238E27FC236}">
                <a16:creationId xmlns:a16="http://schemas.microsoft.com/office/drawing/2014/main" id="{8F1EF0B9-AE0F-4A8D-AE85-37B603584040}"/>
              </a:ext>
            </a:extLst>
          </p:cNvPr>
          <p:cNvSpPr>
            <a:spLocks/>
          </p:cNvSpPr>
          <p:nvPr/>
        </p:nvSpPr>
        <p:spPr>
          <a:xfrm>
            <a:off x="72347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0" name="data_8688">
            <a:extLst>
              <a:ext uri="{FF2B5EF4-FFF2-40B4-BE49-F238E27FC236}">
                <a16:creationId xmlns:a16="http://schemas.microsoft.com/office/drawing/2014/main" id="{C2B63D88-B908-44A9-B194-E21B9141606E}"/>
              </a:ext>
            </a:extLst>
          </p:cNvPr>
          <p:cNvSpPr>
            <a:spLocks/>
          </p:cNvSpPr>
          <p:nvPr/>
        </p:nvSpPr>
        <p:spPr>
          <a:xfrm>
            <a:off x="7248519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1" name="data_8689">
            <a:extLst>
              <a:ext uri="{FF2B5EF4-FFF2-40B4-BE49-F238E27FC236}">
                <a16:creationId xmlns:a16="http://schemas.microsoft.com/office/drawing/2014/main" id="{4B69C361-F264-4B51-BEC5-319433FB85B8}"/>
              </a:ext>
            </a:extLst>
          </p:cNvPr>
          <p:cNvSpPr>
            <a:spLocks/>
          </p:cNvSpPr>
          <p:nvPr/>
        </p:nvSpPr>
        <p:spPr>
          <a:xfrm>
            <a:off x="7253600" y="3581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2" name="data_8690">
            <a:extLst>
              <a:ext uri="{FF2B5EF4-FFF2-40B4-BE49-F238E27FC236}">
                <a16:creationId xmlns:a16="http://schemas.microsoft.com/office/drawing/2014/main" id="{202F1704-87ED-4FC0-9E40-A66DF6BF8998}"/>
              </a:ext>
            </a:extLst>
          </p:cNvPr>
          <p:cNvSpPr>
            <a:spLocks/>
          </p:cNvSpPr>
          <p:nvPr/>
        </p:nvSpPr>
        <p:spPr>
          <a:xfrm>
            <a:off x="733451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3" name="data_8691">
            <a:extLst>
              <a:ext uri="{FF2B5EF4-FFF2-40B4-BE49-F238E27FC236}">
                <a16:creationId xmlns:a16="http://schemas.microsoft.com/office/drawing/2014/main" id="{91432151-F7CE-4A3D-96D0-A3D1CFA12EC6}"/>
              </a:ext>
            </a:extLst>
          </p:cNvPr>
          <p:cNvSpPr>
            <a:spLocks/>
          </p:cNvSpPr>
          <p:nvPr/>
        </p:nvSpPr>
        <p:spPr>
          <a:xfrm>
            <a:off x="727926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4" name="data_8692">
            <a:extLst>
              <a:ext uri="{FF2B5EF4-FFF2-40B4-BE49-F238E27FC236}">
                <a16:creationId xmlns:a16="http://schemas.microsoft.com/office/drawing/2014/main" id="{D2531B2D-0325-4C33-8A3D-2E986266B5EF}"/>
              </a:ext>
            </a:extLst>
          </p:cNvPr>
          <p:cNvSpPr>
            <a:spLocks/>
          </p:cNvSpPr>
          <p:nvPr/>
        </p:nvSpPr>
        <p:spPr>
          <a:xfrm>
            <a:off x="72367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5" name="data_8693">
            <a:extLst>
              <a:ext uri="{FF2B5EF4-FFF2-40B4-BE49-F238E27FC236}">
                <a16:creationId xmlns:a16="http://schemas.microsoft.com/office/drawing/2014/main" id="{E74B4690-A434-495C-A866-763F5E41F446}"/>
              </a:ext>
            </a:extLst>
          </p:cNvPr>
          <p:cNvSpPr>
            <a:spLocks/>
          </p:cNvSpPr>
          <p:nvPr/>
        </p:nvSpPr>
        <p:spPr>
          <a:xfrm>
            <a:off x="7255685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6" name="data_8694">
            <a:extLst>
              <a:ext uri="{FF2B5EF4-FFF2-40B4-BE49-F238E27FC236}">
                <a16:creationId xmlns:a16="http://schemas.microsoft.com/office/drawing/2014/main" id="{776C4428-51D0-4D5A-B2B1-435709577BBC}"/>
              </a:ext>
            </a:extLst>
          </p:cNvPr>
          <p:cNvSpPr>
            <a:spLocks/>
          </p:cNvSpPr>
          <p:nvPr/>
        </p:nvSpPr>
        <p:spPr>
          <a:xfrm>
            <a:off x="7327739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7" name="data_8695">
            <a:extLst>
              <a:ext uri="{FF2B5EF4-FFF2-40B4-BE49-F238E27FC236}">
                <a16:creationId xmlns:a16="http://schemas.microsoft.com/office/drawing/2014/main" id="{C017239C-BADE-4BAF-B53A-2E189D96568A}"/>
              </a:ext>
            </a:extLst>
          </p:cNvPr>
          <p:cNvSpPr>
            <a:spLocks/>
          </p:cNvSpPr>
          <p:nvPr/>
        </p:nvSpPr>
        <p:spPr>
          <a:xfrm>
            <a:off x="730311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8" name="data_8696">
            <a:extLst>
              <a:ext uri="{FF2B5EF4-FFF2-40B4-BE49-F238E27FC236}">
                <a16:creationId xmlns:a16="http://schemas.microsoft.com/office/drawing/2014/main" id="{9592AE65-027C-45BE-8FDD-19ED7F87CD99}"/>
              </a:ext>
            </a:extLst>
          </p:cNvPr>
          <p:cNvSpPr>
            <a:spLocks/>
          </p:cNvSpPr>
          <p:nvPr/>
        </p:nvSpPr>
        <p:spPr>
          <a:xfrm>
            <a:off x="7327218" y="38634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09" name="data_8697">
            <a:extLst>
              <a:ext uri="{FF2B5EF4-FFF2-40B4-BE49-F238E27FC236}">
                <a16:creationId xmlns:a16="http://schemas.microsoft.com/office/drawing/2014/main" id="{E162346A-D6E6-4AAE-80D5-0455E2796047}"/>
              </a:ext>
            </a:extLst>
          </p:cNvPr>
          <p:cNvSpPr>
            <a:spLocks/>
          </p:cNvSpPr>
          <p:nvPr/>
        </p:nvSpPr>
        <p:spPr>
          <a:xfrm>
            <a:off x="724474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0" name="data_8698">
            <a:extLst>
              <a:ext uri="{FF2B5EF4-FFF2-40B4-BE49-F238E27FC236}">
                <a16:creationId xmlns:a16="http://schemas.microsoft.com/office/drawing/2014/main" id="{306B0877-BE83-4218-AF01-12B2CFE84EF8}"/>
              </a:ext>
            </a:extLst>
          </p:cNvPr>
          <p:cNvSpPr>
            <a:spLocks/>
          </p:cNvSpPr>
          <p:nvPr/>
        </p:nvSpPr>
        <p:spPr>
          <a:xfrm>
            <a:off x="7269236" y="34107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1" name="data_8699">
            <a:extLst>
              <a:ext uri="{FF2B5EF4-FFF2-40B4-BE49-F238E27FC236}">
                <a16:creationId xmlns:a16="http://schemas.microsoft.com/office/drawing/2014/main" id="{CFB6F800-B31E-4F21-AA63-C1358912A80B}"/>
              </a:ext>
            </a:extLst>
          </p:cNvPr>
          <p:cNvSpPr>
            <a:spLocks/>
          </p:cNvSpPr>
          <p:nvPr/>
        </p:nvSpPr>
        <p:spPr>
          <a:xfrm>
            <a:off x="7328130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2" name="data_8700">
            <a:extLst>
              <a:ext uri="{FF2B5EF4-FFF2-40B4-BE49-F238E27FC236}">
                <a16:creationId xmlns:a16="http://schemas.microsoft.com/office/drawing/2014/main" id="{34D0F850-2059-4407-854E-ACE146BE7C85}"/>
              </a:ext>
            </a:extLst>
          </p:cNvPr>
          <p:cNvSpPr>
            <a:spLocks/>
          </p:cNvSpPr>
          <p:nvPr/>
        </p:nvSpPr>
        <p:spPr>
          <a:xfrm>
            <a:off x="732826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3" name="data_8701">
            <a:extLst>
              <a:ext uri="{FF2B5EF4-FFF2-40B4-BE49-F238E27FC236}">
                <a16:creationId xmlns:a16="http://schemas.microsoft.com/office/drawing/2014/main" id="{53227A01-A9C1-424D-B211-838666C5195A}"/>
              </a:ext>
            </a:extLst>
          </p:cNvPr>
          <p:cNvSpPr>
            <a:spLocks/>
          </p:cNvSpPr>
          <p:nvPr/>
        </p:nvSpPr>
        <p:spPr>
          <a:xfrm>
            <a:off x="73201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4" name="data_8702">
            <a:extLst>
              <a:ext uri="{FF2B5EF4-FFF2-40B4-BE49-F238E27FC236}">
                <a16:creationId xmlns:a16="http://schemas.microsoft.com/office/drawing/2014/main" id="{D804C9A0-9E95-43CC-BAFD-39591DF03490}"/>
              </a:ext>
            </a:extLst>
          </p:cNvPr>
          <p:cNvSpPr>
            <a:spLocks/>
          </p:cNvSpPr>
          <p:nvPr/>
        </p:nvSpPr>
        <p:spPr>
          <a:xfrm>
            <a:off x="733164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5" name="data_8703">
            <a:extLst>
              <a:ext uri="{FF2B5EF4-FFF2-40B4-BE49-F238E27FC236}">
                <a16:creationId xmlns:a16="http://schemas.microsoft.com/office/drawing/2014/main" id="{03C7D32E-BDA1-4894-A64C-49B4A938CDA1}"/>
              </a:ext>
            </a:extLst>
          </p:cNvPr>
          <p:cNvSpPr>
            <a:spLocks/>
          </p:cNvSpPr>
          <p:nvPr/>
        </p:nvSpPr>
        <p:spPr>
          <a:xfrm>
            <a:off x="7256728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6" name="data_8704">
            <a:extLst>
              <a:ext uri="{FF2B5EF4-FFF2-40B4-BE49-F238E27FC236}">
                <a16:creationId xmlns:a16="http://schemas.microsoft.com/office/drawing/2014/main" id="{92B39BB5-80E0-4879-9F50-AB645E0234C9}"/>
              </a:ext>
            </a:extLst>
          </p:cNvPr>
          <p:cNvSpPr>
            <a:spLocks/>
          </p:cNvSpPr>
          <p:nvPr/>
        </p:nvSpPr>
        <p:spPr>
          <a:xfrm>
            <a:off x="7237053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7" name="data_8705">
            <a:extLst>
              <a:ext uri="{FF2B5EF4-FFF2-40B4-BE49-F238E27FC236}">
                <a16:creationId xmlns:a16="http://schemas.microsoft.com/office/drawing/2014/main" id="{BF66262B-08CD-4F51-9C08-4020C9B2CE54}"/>
              </a:ext>
            </a:extLst>
          </p:cNvPr>
          <p:cNvSpPr>
            <a:spLocks/>
          </p:cNvSpPr>
          <p:nvPr/>
        </p:nvSpPr>
        <p:spPr>
          <a:xfrm>
            <a:off x="73128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8" name="data_8706">
            <a:extLst>
              <a:ext uri="{FF2B5EF4-FFF2-40B4-BE49-F238E27FC236}">
                <a16:creationId xmlns:a16="http://schemas.microsoft.com/office/drawing/2014/main" id="{ED092B07-1BF9-40CD-988A-79069321AB49}"/>
              </a:ext>
            </a:extLst>
          </p:cNvPr>
          <p:cNvSpPr>
            <a:spLocks/>
          </p:cNvSpPr>
          <p:nvPr/>
        </p:nvSpPr>
        <p:spPr>
          <a:xfrm>
            <a:off x="72309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19" name="data_8707">
            <a:extLst>
              <a:ext uri="{FF2B5EF4-FFF2-40B4-BE49-F238E27FC236}">
                <a16:creationId xmlns:a16="http://schemas.microsoft.com/office/drawing/2014/main" id="{23D80908-CB2E-4FAD-A161-1F9CBEF7F1CE}"/>
              </a:ext>
            </a:extLst>
          </p:cNvPr>
          <p:cNvSpPr>
            <a:spLocks/>
          </p:cNvSpPr>
          <p:nvPr/>
        </p:nvSpPr>
        <p:spPr>
          <a:xfrm>
            <a:off x="72391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0" name="data_8708">
            <a:extLst>
              <a:ext uri="{FF2B5EF4-FFF2-40B4-BE49-F238E27FC236}">
                <a16:creationId xmlns:a16="http://schemas.microsoft.com/office/drawing/2014/main" id="{DEF2C4A4-5958-4E57-9809-818A0C6F0A77}"/>
              </a:ext>
            </a:extLst>
          </p:cNvPr>
          <p:cNvSpPr>
            <a:spLocks/>
          </p:cNvSpPr>
          <p:nvPr/>
        </p:nvSpPr>
        <p:spPr>
          <a:xfrm>
            <a:off x="731614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1" name="data_8709">
            <a:extLst>
              <a:ext uri="{FF2B5EF4-FFF2-40B4-BE49-F238E27FC236}">
                <a16:creationId xmlns:a16="http://schemas.microsoft.com/office/drawing/2014/main" id="{E80E9E38-DA0E-4D6B-8703-5D3CE37FEAB5}"/>
              </a:ext>
            </a:extLst>
          </p:cNvPr>
          <p:cNvSpPr>
            <a:spLocks/>
          </p:cNvSpPr>
          <p:nvPr/>
        </p:nvSpPr>
        <p:spPr>
          <a:xfrm>
            <a:off x="723210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2" name="data_8710">
            <a:extLst>
              <a:ext uri="{FF2B5EF4-FFF2-40B4-BE49-F238E27FC236}">
                <a16:creationId xmlns:a16="http://schemas.microsoft.com/office/drawing/2014/main" id="{E5BA85FA-E210-4763-AA16-9FB2FD4BD336}"/>
              </a:ext>
            </a:extLst>
          </p:cNvPr>
          <p:cNvSpPr>
            <a:spLocks/>
          </p:cNvSpPr>
          <p:nvPr/>
        </p:nvSpPr>
        <p:spPr>
          <a:xfrm>
            <a:off x="734116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3" name="data_8711">
            <a:extLst>
              <a:ext uri="{FF2B5EF4-FFF2-40B4-BE49-F238E27FC236}">
                <a16:creationId xmlns:a16="http://schemas.microsoft.com/office/drawing/2014/main" id="{6C4B41E2-5C0A-4DDC-A5AA-716AA5CFEFDF}"/>
              </a:ext>
            </a:extLst>
          </p:cNvPr>
          <p:cNvSpPr>
            <a:spLocks/>
          </p:cNvSpPr>
          <p:nvPr/>
        </p:nvSpPr>
        <p:spPr>
          <a:xfrm>
            <a:off x="732122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4" name="data_8712">
            <a:extLst>
              <a:ext uri="{FF2B5EF4-FFF2-40B4-BE49-F238E27FC236}">
                <a16:creationId xmlns:a16="http://schemas.microsoft.com/office/drawing/2014/main" id="{82A82C8D-5AF2-4D2B-878A-F513EDAA6AC6}"/>
              </a:ext>
            </a:extLst>
          </p:cNvPr>
          <p:cNvSpPr>
            <a:spLocks/>
          </p:cNvSpPr>
          <p:nvPr/>
        </p:nvSpPr>
        <p:spPr>
          <a:xfrm>
            <a:off x="727405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5" name="data_8713">
            <a:extLst>
              <a:ext uri="{FF2B5EF4-FFF2-40B4-BE49-F238E27FC236}">
                <a16:creationId xmlns:a16="http://schemas.microsoft.com/office/drawing/2014/main" id="{F8D1F224-7661-47E3-85F9-A6B4CCF3CCE3}"/>
              </a:ext>
            </a:extLst>
          </p:cNvPr>
          <p:cNvSpPr>
            <a:spLocks/>
          </p:cNvSpPr>
          <p:nvPr/>
        </p:nvSpPr>
        <p:spPr>
          <a:xfrm>
            <a:off x="72520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6" name="data_8714">
            <a:extLst>
              <a:ext uri="{FF2B5EF4-FFF2-40B4-BE49-F238E27FC236}">
                <a16:creationId xmlns:a16="http://schemas.microsoft.com/office/drawing/2014/main" id="{8EE47E66-542C-488B-A8DF-20FBA285B7F6}"/>
              </a:ext>
            </a:extLst>
          </p:cNvPr>
          <p:cNvSpPr>
            <a:spLocks/>
          </p:cNvSpPr>
          <p:nvPr/>
        </p:nvSpPr>
        <p:spPr>
          <a:xfrm>
            <a:off x="7339205" y="32361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7" name="data_8715">
            <a:extLst>
              <a:ext uri="{FF2B5EF4-FFF2-40B4-BE49-F238E27FC236}">
                <a16:creationId xmlns:a16="http://schemas.microsoft.com/office/drawing/2014/main" id="{8C8405CE-6348-4164-8FEB-9E00BD135A76}"/>
              </a:ext>
            </a:extLst>
          </p:cNvPr>
          <p:cNvSpPr>
            <a:spLocks/>
          </p:cNvSpPr>
          <p:nvPr/>
        </p:nvSpPr>
        <p:spPr>
          <a:xfrm>
            <a:off x="734480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8" name="data_8716">
            <a:extLst>
              <a:ext uri="{FF2B5EF4-FFF2-40B4-BE49-F238E27FC236}">
                <a16:creationId xmlns:a16="http://schemas.microsoft.com/office/drawing/2014/main" id="{205D6EE5-1F61-423D-964E-B5C55B623EB9}"/>
              </a:ext>
            </a:extLst>
          </p:cNvPr>
          <p:cNvSpPr>
            <a:spLocks/>
          </p:cNvSpPr>
          <p:nvPr/>
        </p:nvSpPr>
        <p:spPr>
          <a:xfrm>
            <a:off x="72975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29" name="data_8717">
            <a:extLst>
              <a:ext uri="{FF2B5EF4-FFF2-40B4-BE49-F238E27FC236}">
                <a16:creationId xmlns:a16="http://schemas.microsoft.com/office/drawing/2014/main" id="{5108FDD6-031A-4A5A-ACA9-B2378FB7268D}"/>
              </a:ext>
            </a:extLst>
          </p:cNvPr>
          <p:cNvSpPr>
            <a:spLocks/>
          </p:cNvSpPr>
          <p:nvPr/>
        </p:nvSpPr>
        <p:spPr>
          <a:xfrm>
            <a:off x="73272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0" name="data_8718">
            <a:extLst>
              <a:ext uri="{FF2B5EF4-FFF2-40B4-BE49-F238E27FC236}">
                <a16:creationId xmlns:a16="http://schemas.microsoft.com/office/drawing/2014/main" id="{CB49DBDF-273E-48B5-AE8D-416132432BAC}"/>
              </a:ext>
            </a:extLst>
          </p:cNvPr>
          <p:cNvSpPr>
            <a:spLocks/>
          </p:cNvSpPr>
          <p:nvPr/>
        </p:nvSpPr>
        <p:spPr>
          <a:xfrm>
            <a:off x="7235880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1" name="data_8719">
            <a:extLst>
              <a:ext uri="{FF2B5EF4-FFF2-40B4-BE49-F238E27FC236}">
                <a16:creationId xmlns:a16="http://schemas.microsoft.com/office/drawing/2014/main" id="{4DD75BB9-F352-4932-9D8F-96B3828C5450}"/>
              </a:ext>
            </a:extLst>
          </p:cNvPr>
          <p:cNvSpPr>
            <a:spLocks/>
          </p:cNvSpPr>
          <p:nvPr/>
        </p:nvSpPr>
        <p:spPr>
          <a:xfrm>
            <a:off x="72726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2" name="data_8720">
            <a:extLst>
              <a:ext uri="{FF2B5EF4-FFF2-40B4-BE49-F238E27FC236}">
                <a16:creationId xmlns:a16="http://schemas.microsoft.com/office/drawing/2014/main" id="{53548265-496A-4B81-85FF-5EF048AED860}"/>
              </a:ext>
            </a:extLst>
          </p:cNvPr>
          <p:cNvSpPr>
            <a:spLocks/>
          </p:cNvSpPr>
          <p:nvPr/>
        </p:nvSpPr>
        <p:spPr>
          <a:xfrm>
            <a:off x="731914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3" name="data_8721">
            <a:extLst>
              <a:ext uri="{FF2B5EF4-FFF2-40B4-BE49-F238E27FC236}">
                <a16:creationId xmlns:a16="http://schemas.microsoft.com/office/drawing/2014/main" id="{797C150A-7DE1-4F5C-8E84-0B34CA975B8A}"/>
              </a:ext>
            </a:extLst>
          </p:cNvPr>
          <p:cNvSpPr>
            <a:spLocks/>
          </p:cNvSpPr>
          <p:nvPr/>
        </p:nvSpPr>
        <p:spPr>
          <a:xfrm>
            <a:off x="722793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4" name="data_8722">
            <a:extLst>
              <a:ext uri="{FF2B5EF4-FFF2-40B4-BE49-F238E27FC236}">
                <a16:creationId xmlns:a16="http://schemas.microsoft.com/office/drawing/2014/main" id="{3E22F0BF-39BF-4CEC-B7D6-0949D6630FC5}"/>
              </a:ext>
            </a:extLst>
          </p:cNvPr>
          <p:cNvSpPr>
            <a:spLocks/>
          </p:cNvSpPr>
          <p:nvPr/>
        </p:nvSpPr>
        <p:spPr>
          <a:xfrm>
            <a:off x="72232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5" name="data_8723">
            <a:extLst>
              <a:ext uri="{FF2B5EF4-FFF2-40B4-BE49-F238E27FC236}">
                <a16:creationId xmlns:a16="http://schemas.microsoft.com/office/drawing/2014/main" id="{63106F96-F46B-48F9-83B5-4FA5E35238F4}"/>
              </a:ext>
            </a:extLst>
          </p:cNvPr>
          <p:cNvSpPr>
            <a:spLocks/>
          </p:cNvSpPr>
          <p:nvPr/>
        </p:nvSpPr>
        <p:spPr>
          <a:xfrm>
            <a:off x="7300247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6" name="data_8724">
            <a:extLst>
              <a:ext uri="{FF2B5EF4-FFF2-40B4-BE49-F238E27FC236}">
                <a16:creationId xmlns:a16="http://schemas.microsoft.com/office/drawing/2014/main" id="{2BF3E659-44FE-4356-9E57-80481767135B}"/>
              </a:ext>
            </a:extLst>
          </p:cNvPr>
          <p:cNvSpPr>
            <a:spLocks/>
          </p:cNvSpPr>
          <p:nvPr/>
        </p:nvSpPr>
        <p:spPr>
          <a:xfrm>
            <a:off x="733842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7" name="data_8725">
            <a:extLst>
              <a:ext uri="{FF2B5EF4-FFF2-40B4-BE49-F238E27FC236}">
                <a16:creationId xmlns:a16="http://schemas.microsoft.com/office/drawing/2014/main" id="{495FE650-BC0C-4B20-B93C-0098F97598FA}"/>
              </a:ext>
            </a:extLst>
          </p:cNvPr>
          <p:cNvSpPr>
            <a:spLocks/>
          </p:cNvSpPr>
          <p:nvPr/>
        </p:nvSpPr>
        <p:spPr>
          <a:xfrm>
            <a:off x="721750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8" name="data_8726">
            <a:extLst>
              <a:ext uri="{FF2B5EF4-FFF2-40B4-BE49-F238E27FC236}">
                <a16:creationId xmlns:a16="http://schemas.microsoft.com/office/drawing/2014/main" id="{17ABA6F3-E3FF-4A78-B2F1-49089C95B536}"/>
              </a:ext>
            </a:extLst>
          </p:cNvPr>
          <p:cNvSpPr>
            <a:spLocks/>
          </p:cNvSpPr>
          <p:nvPr/>
        </p:nvSpPr>
        <p:spPr>
          <a:xfrm>
            <a:off x="726845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39" name="data_8727">
            <a:extLst>
              <a:ext uri="{FF2B5EF4-FFF2-40B4-BE49-F238E27FC236}">
                <a16:creationId xmlns:a16="http://schemas.microsoft.com/office/drawing/2014/main" id="{0F684C63-5992-4310-B80A-72273229D8DE}"/>
              </a:ext>
            </a:extLst>
          </p:cNvPr>
          <p:cNvSpPr>
            <a:spLocks/>
          </p:cNvSpPr>
          <p:nvPr/>
        </p:nvSpPr>
        <p:spPr>
          <a:xfrm>
            <a:off x="73102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0" name="data_8728">
            <a:extLst>
              <a:ext uri="{FF2B5EF4-FFF2-40B4-BE49-F238E27FC236}">
                <a16:creationId xmlns:a16="http://schemas.microsoft.com/office/drawing/2014/main" id="{0C6D276C-285A-4E1E-AB6E-D4BA234929A1}"/>
              </a:ext>
            </a:extLst>
          </p:cNvPr>
          <p:cNvSpPr>
            <a:spLocks/>
          </p:cNvSpPr>
          <p:nvPr/>
        </p:nvSpPr>
        <p:spPr>
          <a:xfrm>
            <a:off x="72711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1" name="data_8729">
            <a:extLst>
              <a:ext uri="{FF2B5EF4-FFF2-40B4-BE49-F238E27FC236}">
                <a16:creationId xmlns:a16="http://schemas.microsoft.com/office/drawing/2014/main" id="{3B8469C3-0A95-44C3-88D8-053426C8EE78}"/>
              </a:ext>
            </a:extLst>
          </p:cNvPr>
          <p:cNvSpPr>
            <a:spLocks/>
          </p:cNvSpPr>
          <p:nvPr/>
        </p:nvSpPr>
        <p:spPr>
          <a:xfrm>
            <a:off x="72491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2" name="data_8730">
            <a:extLst>
              <a:ext uri="{FF2B5EF4-FFF2-40B4-BE49-F238E27FC236}">
                <a16:creationId xmlns:a16="http://schemas.microsoft.com/office/drawing/2014/main" id="{A5AD4F32-633D-4DB8-A2BB-201BF3B50AC8}"/>
              </a:ext>
            </a:extLst>
          </p:cNvPr>
          <p:cNvSpPr>
            <a:spLocks/>
          </p:cNvSpPr>
          <p:nvPr/>
        </p:nvSpPr>
        <p:spPr>
          <a:xfrm>
            <a:off x="72997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3" name="data_8731">
            <a:extLst>
              <a:ext uri="{FF2B5EF4-FFF2-40B4-BE49-F238E27FC236}">
                <a16:creationId xmlns:a16="http://schemas.microsoft.com/office/drawing/2014/main" id="{0C318E74-E851-44B3-9D52-F5DA1C3B9086}"/>
              </a:ext>
            </a:extLst>
          </p:cNvPr>
          <p:cNvSpPr>
            <a:spLocks/>
          </p:cNvSpPr>
          <p:nvPr/>
        </p:nvSpPr>
        <p:spPr>
          <a:xfrm>
            <a:off x="72955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4" name="data_8732">
            <a:extLst>
              <a:ext uri="{FF2B5EF4-FFF2-40B4-BE49-F238E27FC236}">
                <a16:creationId xmlns:a16="http://schemas.microsoft.com/office/drawing/2014/main" id="{5EF06057-9B5E-4CE8-B080-BB3F489C558A}"/>
              </a:ext>
            </a:extLst>
          </p:cNvPr>
          <p:cNvSpPr>
            <a:spLocks/>
          </p:cNvSpPr>
          <p:nvPr/>
        </p:nvSpPr>
        <p:spPr>
          <a:xfrm>
            <a:off x="72797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5" name="data_8733">
            <a:extLst>
              <a:ext uri="{FF2B5EF4-FFF2-40B4-BE49-F238E27FC236}">
                <a16:creationId xmlns:a16="http://schemas.microsoft.com/office/drawing/2014/main" id="{3FD8158D-F857-440D-AA26-BD3CF0CDE0BA}"/>
              </a:ext>
            </a:extLst>
          </p:cNvPr>
          <p:cNvSpPr>
            <a:spLocks/>
          </p:cNvSpPr>
          <p:nvPr/>
        </p:nvSpPr>
        <p:spPr>
          <a:xfrm>
            <a:off x="72924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6" name="data_8734">
            <a:extLst>
              <a:ext uri="{FF2B5EF4-FFF2-40B4-BE49-F238E27FC236}">
                <a16:creationId xmlns:a16="http://schemas.microsoft.com/office/drawing/2014/main" id="{490B32E4-FE37-4712-BC2E-4EB770734DAE}"/>
              </a:ext>
            </a:extLst>
          </p:cNvPr>
          <p:cNvSpPr>
            <a:spLocks/>
          </p:cNvSpPr>
          <p:nvPr/>
        </p:nvSpPr>
        <p:spPr>
          <a:xfrm>
            <a:off x="72550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7" name="data_8735">
            <a:extLst>
              <a:ext uri="{FF2B5EF4-FFF2-40B4-BE49-F238E27FC236}">
                <a16:creationId xmlns:a16="http://schemas.microsoft.com/office/drawing/2014/main" id="{733A1440-08A7-4536-B82A-507C04DA76F6}"/>
              </a:ext>
            </a:extLst>
          </p:cNvPr>
          <p:cNvSpPr>
            <a:spLocks/>
          </p:cNvSpPr>
          <p:nvPr/>
        </p:nvSpPr>
        <p:spPr>
          <a:xfrm>
            <a:off x="728422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8" name="data_8736">
            <a:extLst>
              <a:ext uri="{FF2B5EF4-FFF2-40B4-BE49-F238E27FC236}">
                <a16:creationId xmlns:a16="http://schemas.microsoft.com/office/drawing/2014/main" id="{563153DF-661D-4C41-8AEF-02621B858767}"/>
              </a:ext>
            </a:extLst>
          </p:cNvPr>
          <p:cNvSpPr>
            <a:spLocks/>
          </p:cNvSpPr>
          <p:nvPr/>
        </p:nvSpPr>
        <p:spPr>
          <a:xfrm>
            <a:off x="7256337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49" name="data_8737">
            <a:extLst>
              <a:ext uri="{FF2B5EF4-FFF2-40B4-BE49-F238E27FC236}">
                <a16:creationId xmlns:a16="http://schemas.microsoft.com/office/drawing/2014/main" id="{10C0AA84-99D9-4B4B-8791-3F41121994DB}"/>
              </a:ext>
            </a:extLst>
          </p:cNvPr>
          <p:cNvSpPr>
            <a:spLocks/>
          </p:cNvSpPr>
          <p:nvPr/>
        </p:nvSpPr>
        <p:spPr>
          <a:xfrm>
            <a:off x="7267803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0" name="data_8738">
            <a:extLst>
              <a:ext uri="{FF2B5EF4-FFF2-40B4-BE49-F238E27FC236}">
                <a16:creationId xmlns:a16="http://schemas.microsoft.com/office/drawing/2014/main" id="{CF0A4424-F72C-49CC-A572-FFD6D3DF38B6}"/>
              </a:ext>
            </a:extLst>
          </p:cNvPr>
          <p:cNvSpPr>
            <a:spLocks/>
          </p:cNvSpPr>
          <p:nvPr/>
        </p:nvSpPr>
        <p:spPr>
          <a:xfrm>
            <a:off x="7324091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1" name="data_8739">
            <a:extLst>
              <a:ext uri="{FF2B5EF4-FFF2-40B4-BE49-F238E27FC236}">
                <a16:creationId xmlns:a16="http://schemas.microsoft.com/office/drawing/2014/main" id="{0C615E87-B0F2-4B32-AEEE-704D5396D025}"/>
              </a:ext>
            </a:extLst>
          </p:cNvPr>
          <p:cNvSpPr>
            <a:spLocks/>
          </p:cNvSpPr>
          <p:nvPr/>
        </p:nvSpPr>
        <p:spPr>
          <a:xfrm>
            <a:off x="723184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2" name="data_8740">
            <a:extLst>
              <a:ext uri="{FF2B5EF4-FFF2-40B4-BE49-F238E27FC236}">
                <a16:creationId xmlns:a16="http://schemas.microsoft.com/office/drawing/2014/main" id="{307C2EBD-3B82-4F92-984F-5413D78B2E73}"/>
              </a:ext>
            </a:extLst>
          </p:cNvPr>
          <p:cNvSpPr>
            <a:spLocks/>
          </p:cNvSpPr>
          <p:nvPr/>
        </p:nvSpPr>
        <p:spPr>
          <a:xfrm>
            <a:off x="72378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3" name="data_8741">
            <a:extLst>
              <a:ext uri="{FF2B5EF4-FFF2-40B4-BE49-F238E27FC236}">
                <a16:creationId xmlns:a16="http://schemas.microsoft.com/office/drawing/2014/main" id="{62A2BE72-980A-451D-8902-21AABB72552A}"/>
              </a:ext>
            </a:extLst>
          </p:cNvPr>
          <p:cNvSpPr>
            <a:spLocks/>
          </p:cNvSpPr>
          <p:nvPr/>
        </p:nvSpPr>
        <p:spPr>
          <a:xfrm>
            <a:off x="72920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4" name="data_8742">
            <a:extLst>
              <a:ext uri="{FF2B5EF4-FFF2-40B4-BE49-F238E27FC236}">
                <a16:creationId xmlns:a16="http://schemas.microsoft.com/office/drawing/2014/main" id="{279A1850-0BC7-4457-9CAB-9126F5FEBBB0}"/>
              </a:ext>
            </a:extLst>
          </p:cNvPr>
          <p:cNvSpPr>
            <a:spLocks/>
          </p:cNvSpPr>
          <p:nvPr/>
        </p:nvSpPr>
        <p:spPr>
          <a:xfrm>
            <a:off x="729086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5" name="data_8743">
            <a:extLst>
              <a:ext uri="{FF2B5EF4-FFF2-40B4-BE49-F238E27FC236}">
                <a16:creationId xmlns:a16="http://schemas.microsoft.com/office/drawing/2014/main" id="{28D543CA-9118-4FE7-863F-8EF4CEEB9DCB}"/>
              </a:ext>
            </a:extLst>
          </p:cNvPr>
          <p:cNvSpPr>
            <a:spLocks/>
          </p:cNvSpPr>
          <p:nvPr/>
        </p:nvSpPr>
        <p:spPr>
          <a:xfrm>
            <a:off x="733321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6" name="data_8744">
            <a:extLst>
              <a:ext uri="{FF2B5EF4-FFF2-40B4-BE49-F238E27FC236}">
                <a16:creationId xmlns:a16="http://schemas.microsoft.com/office/drawing/2014/main" id="{699244EC-87B4-4CE5-89B6-84B3E84DA3EB}"/>
              </a:ext>
            </a:extLst>
          </p:cNvPr>
          <p:cNvSpPr>
            <a:spLocks/>
          </p:cNvSpPr>
          <p:nvPr/>
        </p:nvSpPr>
        <p:spPr>
          <a:xfrm>
            <a:off x="731353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7" name="data_8745">
            <a:extLst>
              <a:ext uri="{FF2B5EF4-FFF2-40B4-BE49-F238E27FC236}">
                <a16:creationId xmlns:a16="http://schemas.microsoft.com/office/drawing/2014/main" id="{598862AC-5B2F-48B9-8AA6-2B046593EBC2}"/>
              </a:ext>
            </a:extLst>
          </p:cNvPr>
          <p:cNvSpPr>
            <a:spLocks/>
          </p:cNvSpPr>
          <p:nvPr/>
        </p:nvSpPr>
        <p:spPr>
          <a:xfrm>
            <a:off x="72331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8" name="data_8746">
            <a:extLst>
              <a:ext uri="{FF2B5EF4-FFF2-40B4-BE49-F238E27FC236}">
                <a16:creationId xmlns:a16="http://schemas.microsoft.com/office/drawing/2014/main" id="{0FA871FE-EF8B-4A69-AFEB-13A630C2D415}"/>
              </a:ext>
            </a:extLst>
          </p:cNvPr>
          <p:cNvSpPr>
            <a:spLocks/>
          </p:cNvSpPr>
          <p:nvPr/>
        </p:nvSpPr>
        <p:spPr>
          <a:xfrm>
            <a:off x="72520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59" name="data_8747">
            <a:extLst>
              <a:ext uri="{FF2B5EF4-FFF2-40B4-BE49-F238E27FC236}">
                <a16:creationId xmlns:a16="http://schemas.microsoft.com/office/drawing/2014/main" id="{3DDDF757-E5CB-4B73-BA05-264B09A01C1D}"/>
              </a:ext>
            </a:extLst>
          </p:cNvPr>
          <p:cNvSpPr>
            <a:spLocks/>
          </p:cNvSpPr>
          <p:nvPr/>
        </p:nvSpPr>
        <p:spPr>
          <a:xfrm>
            <a:off x="73037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0" name="data_8748">
            <a:extLst>
              <a:ext uri="{FF2B5EF4-FFF2-40B4-BE49-F238E27FC236}">
                <a16:creationId xmlns:a16="http://schemas.microsoft.com/office/drawing/2014/main" id="{D1889399-88B3-4296-A44F-A5B9F3E06B80}"/>
              </a:ext>
            </a:extLst>
          </p:cNvPr>
          <p:cNvSpPr>
            <a:spLocks/>
          </p:cNvSpPr>
          <p:nvPr/>
        </p:nvSpPr>
        <p:spPr>
          <a:xfrm>
            <a:off x="72255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1" name="data_8749">
            <a:extLst>
              <a:ext uri="{FF2B5EF4-FFF2-40B4-BE49-F238E27FC236}">
                <a16:creationId xmlns:a16="http://schemas.microsoft.com/office/drawing/2014/main" id="{5DF32639-687B-421F-8AE1-8657A61B65EE}"/>
              </a:ext>
            </a:extLst>
          </p:cNvPr>
          <p:cNvSpPr>
            <a:spLocks/>
          </p:cNvSpPr>
          <p:nvPr/>
        </p:nvSpPr>
        <p:spPr>
          <a:xfrm>
            <a:off x="7316143" y="31724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2" name="data_8750">
            <a:extLst>
              <a:ext uri="{FF2B5EF4-FFF2-40B4-BE49-F238E27FC236}">
                <a16:creationId xmlns:a16="http://schemas.microsoft.com/office/drawing/2014/main" id="{66730ABE-B2AD-4280-9C4B-131885B7366A}"/>
              </a:ext>
            </a:extLst>
          </p:cNvPr>
          <p:cNvSpPr>
            <a:spLocks/>
          </p:cNvSpPr>
          <p:nvPr/>
        </p:nvSpPr>
        <p:spPr>
          <a:xfrm>
            <a:off x="73205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3" name="data_8751">
            <a:extLst>
              <a:ext uri="{FF2B5EF4-FFF2-40B4-BE49-F238E27FC236}">
                <a16:creationId xmlns:a16="http://schemas.microsoft.com/office/drawing/2014/main" id="{2C85BE20-D9E8-4E83-B304-9700E19DB309}"/>
              </a:ext>
            </a:extLst>
          </p:cNvPr>
          <p:cNvSpPr>
            <a:spLocks/>
          </p:cNvSpPr>
          <p:nvPr/>
        </p:nvSpPr>
        <p:spPr>
          <a:xfrm>
            <a:off x="7306761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4" name="data_8752">
            <a:extLst>
              <a:ext uri="{FF2B5EF4-FFF2-40B4-BE49-F238E27FC236}">
                <a16:creationId xmlns:a16="http://schemas.microsoft.com/office/drawing/2014/main" id="{4589A6EB-BA40-4F4B-88C8-93BBC3B39B63}"/>
              </a:ext>
            </a:extLst>
          </p:cNvPr>
          <p:cNvSpPr>
            <a:spLocks/>
          </p:cNvSpPr>
          <p:nvPr/>
        </p:nvSpPr>
        <p:spPr>
          <a:xfrm>
            <a:off x="730558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5" name="data_8753">
            <a:extLst>
              <a:ext uri="{FF2B5EF4-FFF2-40B4-BE49-F238E27FC236}">
                <a16:creationId xmlns:a16="http://schemas.microsoft.com/office/drawing/2014/main" id="{FF4FFA4B-7346-4920-97D0-21862D6B50F2}"/>
              </a:ext>
            </a:extLst>
          </p:cNvPr>
          <p:cNvSpPr>
            <a:spLocks/>
          </p:cNvSpPr>
          <p:nvPr/>
        </p:nvSpPr>
        <p:spPr>
          <a:xfrm>
            <a:off x="73111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6" name="data_8754">
            <a:extLst>
              <a:ext uri="{FF2B5EF4-FFF2-40B4-BE49-F238E27FC236}">
                <a16:creationId xmlns:a16="http://schemas.microsoft.com/office/drawing/2014/main" id="{0760AEF8-EB13-4027-8EED-341995B8F219}"/>
              </a:ext>
            </a:extLst>
          </p:cNvPr>
          <p:cNvSpPr>
            <a:spLocks/>
          </p:cNvSpPr>
          <p:nvPr/>
        </p:nvSpPr>
        <p:spPr>
          <a:xfrm>
            <a:off x="72865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7" name="data_8755">
            <a:extLst>
              <a:ext uri="{FF2B5EF4-FFF2-40B4-BE49-F238E27FC236}">
                <a16:creationId xmlns:a16="http://schemas.microsoft.com/office/drawing/2014/main" id="{7464D7F7-C97E-473A-B4F0-67F373653D29}"/>
              </a:ext>
            </a:extLst>
          </p:cNvPr>
          <p:cNvSpPr>
            <a:spLocks/>
          </p:cNvSpPr>
          <p:nvPr/>
        </p:nvSpPr>
        <p:spPr>
          <a:xfrm>
            <a:off x="721894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8" name="data_8756">
            <a:extLst>
              <a:ext uri="{FF2B5EF4-FFF2-40B4-BE49-F238E27FC236}">
                <a16:creationId xmlns:a16="http://schemas.microsoft.com/office/drawing/2014/main" id="{1074D151-A7B7-496F-8CAE-D80734BF96A1}"/>
              </a:ext>
            </a:extLst>
          </p:cNvPr>
          <p:cNvSpPr>
            <a:spLocks/>
          </p:cNvSpPr>
          <p:nvPr/>
        </p:nvSpPr>
        <p:spPr>
          <a:xfrm>
            <a:off x="7286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69" name="data_8757">
            <a:extLst>
              <a:ext uri="{FF2B5EF4-FFF2-40B4-BE49-F238E27FC236}">
                <a16:creationId xmlns:a16="http://schemas.microsoft.com/office/drawing/2014/main" id="{64F5FA69-C93C-4FCE-98A6-CBA092C56D18}"/>
              </a:ext>
            </a:extLst>
          </p:cNvPr>
          <p:cNvSpPr>
            <a:spLocks/>
          </p:cNvSpPr>
          <p:nvPr/>
        </p:nvSpPr>
        <p:spPr>
          <a:xfrm>
            <a:off x="723614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0" name="data_8758">
            <a:extLst>
              <a:ext uri="{FF2B5EF4-FFF2-40B4-BE49-F238E27FC236}">
                <a16:creationId xmlns:a16="http://schemas.microsoft.com/office/drawing/2014/main" id="{BFF85A24-998C-4BF5-847C-78F8EB5545A6}"/>
              </a:ext>
            </a:extLst>
          </p:cNvPr>
          <p:cNvSpPr>
            <a:spLocks/>
          </p:cNvSpPr>
          <p:nvPr/>
        </p:nvSpPr>
        <p:spPr>
          <a:xfrm>
            <a:off x="7306110" y="3825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1" name="data_8759">
            <a:extLst>
              <a:ext uri="{FF2B5EF4-FFF2-40B4-BE49-F238E27FC236}">
                <a16:creationId xmlns:a16="http://schemas.microsoft.com/office/drawing/2014/main" id="{EBD68125-F694-49AE-B086-544AEB509FCC}"/>
              </a:ext>
            </a:extLst>
          </p:cNvPr>
          <p:cNvSpPr>
            <a:spLocks/>
          </p:cNvSpPr>
          <p:nvPr/>
        </p:nvSpPr>
        <p:spPr>
          <a:xfrm>
            <a:off x="7323309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2" name="data_8760">
            <a:extLst>
              <a:ext uri="{FF2B5EF4-FFF2-40B4-BE49-F238E27FC236}">
                <a16:creationId xmlns:a16="http://schemas.microsoft.com/office/drawing/2014/main" id="{1D074C69-2E1D-41BB-ADAB-68E2390AC55C}"/>
              </a:ext>
            </a:extLst>
          </p:cNvPr>
          <p:cNvSpPr>
            <a:spLocks/>
          </p:cNvSpPr>
          <p:nvPr/>
        </p:nvSpPr>
        <p:spPr>
          <a:xfrm>
            <a:off x="72340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3" name="data_8761">
            <a:extLst>
              <a:ext uri="{FF2B5EF4-FFF2-40B4-BE49-F238E27FC236}">
                <a16:creationId xmlns:a16="http://schemas.microsoft.com/office/drawing/2014/main" id="{9DD5D232-533A-4C58-A9F5-9E2371D20CAD}"/>
              </a:ext>
            </a:extLst>
          </p:cNvPr>
          <p:cNvSpPr>
            <a:spLocks/>
          </p:cNvSpPr>
          <p:nvPr/>
        </p:nvSpPr>
        <p:spPr>
          <a:xfrm>
            <a:off x="7307283" y="33470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4" name="data_8762">
            <a:extLst>
              <a:ext uri="{FF2B5EF4-FFF2-40B4-BE49-F238E27FC236}">
                <a16:creationId xmlns:a16="http://schemas.microsoft.com/office/drawing/2014/main" id="{C7FEB7DB-188D-4E46-BBE4-30F1737894C5}"/>
              </a:ext>
            </a:extLst>
          </p:cNvPr>
          <p:cNvSpPr>
            <a:spLocks/>
          </p:cNvSpPr>
          <p:nvPr/>
        </p:nvSpPr>
        <p:spPr>
          <a:xfrm>
            <a:off x="724057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5" name="data_8763">
            <a:extLst>
              <a:ext uri="{FF2B5EF4-FFF2-40B4-BE49-F238E27FC236}">
                <a16:creationId xmlns:a16="http://schemas.microsoft.com/office/drawing/2014/main" id="{2348F670-A85F-4ED2-BAD3-A1A5C99186BE}"/>
              </a:ext>
            </a:extLst>
          </p:cNvPr>
          <p:cNvSpPr>
            <a:spLocks/>
          </p:cNvSpPr>
          <p:nvPr/>
        </p:nvSpPr>
        <p:spPr>
          <a:xfrm>
            <a:off x="72463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6" name="data_8764">
            <a:extLst>
              <a:ext uri="{FF2B5EF4-FFF2-40B4-BE49-F238E27FC236}">
                <a16:creationId xmlns:a16="http://schemas.microsoft.com/office/drawing/2014/main" id="{4B91AB26-CD11-4933-911F-CABD5CC203B2}"/>
              </a:ext>
            </a:extLst>
          </p:cNvPr>
          <p:cNvSpPr>
            <a:spLocks/>
          </p:cNvSpPr>
          <p:nvPr/>
        </p:nvSpPr>
        <p:spPr>
          <a:xfrm>
            <a:off x="7230799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7" name="data_8765">
            <a:extLst>
              <a:ext uri="{FF2B5EF4-FFF2-40B4-BE49-F238E27FC236}">
                <a16:creationId xmlns:a16="http://schemas.microsoft.com/office/drawing/2014/main" id="{EF916FBB-7D37-4F47-B03A-1B017F5F5510}"/>
              </a:ext>
            </a:extLst>
          </p:cNvPr>
          <p:cNvSpPr>
            <a:spLocks/>
          </p:cNvSpPr>
          <p:nvPr/>
        </p:nvSpPr>
        <p:spPr>
          <a:xfrm>
            <a:off x="730584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8" name="data_8766">
            <a:extLst>
              <a:ext uri="{FF2B5EF4-FFF2-40B4-BE49-F238E27FC236}">
                <a16:creationId xmlns:a16="http://schemas.microsoft.com/office/drawing/2014/main" id="{AD9EDD94-CABF-4BB3-8989-C153F868A891}"/>
              </a:ext>
            </a:extLst>
          </p:cNvPr>
          <p:cNvSpPr>
            <a:spLocks/>
          </p:cNvSpPr>
          <p:nvPr/>
        </p:nvSpPr>
        <p:spPr>
          <a:xfrm>
            <a:off x="7339466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79" name="data_8767">
            <a:extLst>
              <a:ext uri="{FF2B5EF4-FFF2-40B4-BE49-F238E27FC236}">
                <a16:creationId xmlns:a16="http://schemas.microsoft.com/office/drawing/2014/main" id="{019038AC-B587-4E9E-AAAF-8738A1F1B7C7}"/>
              </a:ext>
            </a:extLst>
          </p:cNvPr>
          <p:cNvSpPr>
            <a:spLocks/>
          </p:cNvSpPr>
          <p:nvPr/>
        </p:nvSpPr>
        <p:spPr>
          <a:xfrm>
            <a:off x="7345069" y="332754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0" name="data_8768">
            <a:extLst>
              <a:ext uri="{FF2B5EF4-FFF2-40B4-BE49-F238E27FC236}">
                <a16:creationId xmlns:a16="http://schemas.microsoft.com/office/drawing/2014/main" id="{48E72171-570C-4279-A1F2-04801EBF1FF9}"/>
              </a:ext>
            </a:extLst>
          </p:cNvPr>
          <p:cNvSpPr>
            <a:spLocks/>
          </p:cNvSpPr>
          <p:nvPr/>
        </p:nvSpPr>
        <p:spPr>
          <a:xfrm>
            <a:off x="726454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1" name="data_8769">
            <a:extLst>
              <a:ext uri="{FF2B5EF4-FFF2-40B4-BE49-F238E27FC236}">
                <a16:creationId xmlns:a16="http://schemas.microsoft.com/office/drawing/2014/main" id="{937B6D9D-3DE9-4212-916E-CF1E03AF5947}"/>
              </a:ext>
            </a:extLst>
          </p:cNvPr>
          <p:cNvSpPr>
            <a:spLocks/>
          </p:cNvSpPr>
          <p:nvPr/>
        </p:nvSpPr>
        <p:spPr>
          <a:xfrm>
            <a:off x="73123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2" name="data_8770">
            <a:extLst>
              <a:ext uri="{FF2B5EF4-FFF2-40B4-BE49-F238E27FC236}">
                <a16:creationId xmlns:a16="http://schemas.microsoft.com/office/drawing/2014/main" id="{A3D7FC7F-3AC1-47CD-9E03-D7235B5FA54C}"/>
              </a:ext>
            </a:extLst>
          </p:cNvPr>
          <p:cNvSpPr>
            <a:spLocks/>
          </p:cNvSpPr>
          <p:nvPr/>
        </p:nvSpPr>
        <p:spPr>
          <a:xfrm>
            <a:off x="73376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3" name="data_8771">
            <a:extLst>
              <a:ext uri="{FF2B5EF4-FFF2-40B4-BE49-F238E27FC236}">
                <a16:creationId xmlns:a16="http://schemas.microsoft.com/office/drawing/2014/main" id="{32EC7803-4C25-47D3-9142-74EC7F7B7801}"/>
              </a:ext>
            </a:extLst>
          </p:cNvPr>
          <p:cNvSpPr>
            <a:spLocks/>
          </p:cNvSpPr>
          <p:nvPr/>
        </p:nvSpPr>
        <p:spPr>
          <a:xfrm>
            <a:off x="732226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4" name="data_8772">
            <a:extLst>
              <a:ext uri="{FF2B5EF4-FFF2-40B4-BE49-F238E27FC236}">
                <a16:creationId xmlns:a16="http://schemas.microsoft.com/office/drawing/2014/main" id="{2E8B32E2-F53A-4ED0-A28B-EEB35853AEF8}"/>
              </a:ext>
            </a:extLst>
          </p:cNvPr>
          <p:cNvSpPr>
            <a:spLocks/>
          </p:cNvSpPr>
          <p:nvPr/>
        </p:nvSpPr>
        <p:spPr>
          <a:xfrm>
            <a:off x="73084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5" name="data_8773">
            <a:extLst>
              <a:ext uri="{FF2B5EF4-FFF2-40B4-BE49-F238E27FC236}">
                <a16:creationId xmlns:a16="http://schemas.microsoft.com/office/drawing/2014/main" id="{6811ADA4-D3D5-49D8-8445-384CB900BFD1}"/>
              </a:ext>
            </a:extLst>
          </p:cNvPr>
          <p:cNvSpPr>
            <a:spLocks/>
          </p:cNvSpPr>
          <p:nvPr/>
        </p:nvSpPr>
        <p:spPr>
          <a:xfrm>
            <a:off x="72765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6" name="data_8774">
            <a:extLst>
              <a:ext uri="{FF2B5EF4-FFF2-40B4-BE49-F238E27FC236}">
                <a16:creationId xmlns:a16="http://schemas.microsoft.com/office/drawing/2014/main" id="{8F9E4C97-CEAE-42E7-B260-FD1727D4EE53}"/>
              </a:ext>
            </a:extLst>
          </p:cNvPr>
          <p:cNvSpPr>
            <a:spLocks/>
          </p:cNvSpPr>
          <p:nvPr/>
        </p:nvSpPr>
        <p:spPr>
          <a:xfrm>
            <a:off x="7272624" y="346985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7" name="data_8775">
            <a:extLst>
              <a:ext uri="{FF2B5EF4-FFF2-40B4-BE49-F238E27FC236}">
                <a16:creationId xmlns:a16="http://schemas.microsoft.com/office/drawing/2014/main" id="{D43E0FCC-04F7-45FC-BFC4-F6BBBC6682EE}"/>
              </a:ext>
            </a:extLst>
          </p:cNvPr>
          <p:cNvSpPr>
            <a:spLocks/>
          </p:cNvSpPr>
          <p:nvPr/>
        </p:nvSpPr>
        <p:spPr>
          <a:xfrm>
            <a:off x="72292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8" name="data_8776">
            <a:extLst>
              <a:ext uri="{FF2B5EF4-FFF2-40B4-BE49-F238E27FC236}">
                <a16:creationId xmlns:a16="http://schemas.microsoft.com/office/drawing/2014/main" id="{52EB3D28-AA09-4466-B01D-D46FD3CD9BBD}"/>
              </a:ext>
            </a:extLst>
          </p:cNvPr>
          <p:cNvSpPr>
            <a:spLocks/>
          </p:cNvSpPr>
          <p:nvPr/>
        </p:nvSpPr>
        <p:spPr>
          <a:xfrm>
            <a:off x="73380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89" name="data_8777">
            <a:extLst>
              <a:ext uri="{FF2B5EF4-FFF2-40B4-BE49-F238E27FC236}">
                <a16:creationId xmlns:a16="http://schemas.microsoft.com/office/drawing/2014/main" id="{FEF8F04E-9EC2-406D-B5F4-A690A83BC4C5}"/>
              </a:ext>
            </a:extLst>
          </p:cNvPr>
          <p:cNvSpPr>
            <a:spLocks/>
          </p:cNvSpPr>
          <p:nvPr/>
        </p:nvSpPr>
        <p:spPr>
          <a:xfrm>
            <a:off x="73242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0" name="data_8778">
            <a:extLst>
              <a:ext uri="{FF2B5EF4-FFF2-40B4-BE49-F238E27FC236}">
                <a16:creationId xmlns:a16="http://schemas.microsoft.com/office/drawing/2014/main" id="{6C6A8EF2-7289-4EC4-B260-579315E2CAEB}"/>
              </a:ext>
            </a:extLst>
          </p:cNvPr>
          <p:cNvSpPr>
            <a:spLocks/>
          </p:cNvSpPr>
          <p:nvPr/>
        </p:nvSpPr>
        <p:spPr>
          <a:xfrm>
            <a:off x="73045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1" name="data_8779">
            <a:extLst>
              <a:ext uri="{FF2B5EF4-FFF2-40B4-BE49-F238E27FC236}">
                <a16:creationId xmlns:a16="http://schemas.microsoft.com/office/drawing/2014/main" id="{5F4E2E0F-6301-447D-9E3C-505C8B53B6CA}"/>
              </a:ext>
            </a:extLst>
          </p:cNvPr>
          <p:cNvSpPr>
            <a:spLocks/>
          </p:cNvSpPr>
          <p:nvPr/>
        </p:nvSpPr>
        <p:spPr>
          <a:xfrm>
            <a:off x="72246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2" name="data_8780">
            <a:extLst>
              <a:ext uri="{FF2B5EF4-FFF2-40B4-BE49-F238E27FC236}">
                <a16:creationId xmlns:a16="http://schemas.microsoft.com/office/drawing/2014/main" id="{5F54DCAE-A977-4568-A8A4-A01AB4EE3B1A}"/>
              </a:ext>
            </a:extLst>
          </p:cNvPr>
          <p:cNvSpPr>
            <a:spLocks/>
          </p:cNvSpPr>
          <p:nvPr/>
        </p:nvSpPr>
        <p:spPr>
          <a:xfrm>
            <a:off x="7237313" y="39029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3" name="data_8781">
            <a:extLst>
              <a:ext uri="{FF2B5EF4-FFF2-40B4-BE49-F238E27FC236}">
                <a16:creationId xmlns:a16="http://schemas.microsoft.com/office/drawing/2014/main" id="{8C15CBAF-2773-42F8-A8E8-FC4222BCF35D}"/>
              </a:ext>
            </a:extLst>
          </p:cNvPr>
          <p:cNvSpPr>
            <a:spLocks/>
          </p:cNvSpPr>
          <p:nvPr/>
        </p:nvSpPr>
        <p:spPr>
          <a:xfrm>
            <a:off x="72499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4" name="data_8782">
            <a:extLst>
              <a:ext uri="{FF2B5EF4-FFF2-40B4-BE49-F238E27FC236}">
                <a16:creationId xmlns:a16="http://schemas.microsoft.com/office/drawing/2014/main" id="{1379129F-31CF-4FBF-BFAA-4049CAFF90CB}"/>
              </a:ext>
            </a:extLst>
          </p:cNvPr>
          <p:cNvSpPr>
            <a:spLocks/>
          </p:cNvSpPr>
          <p:nvPr/>
        </p:nvSpPr>
        <p:spPr>
          <a:xfrm>
            <a:off x="730584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5" name="data_8783">
            <a:extLst>
              <a:ext uri="{FF2B5EF4-FFF2-40B4-BE49-F238E27FC236}">
                <a16:creationId xmlns:a16="http://schemas.microsoft.com/office/drawing/2014/main" id="{41D14F87-DD67-4E51-A42D-77D06A544FD7}"/>
              </a:ext>
            </a:extLst>
          </p:cNvPr>
          <p:cNvSpPr>
            <a:spLocks/>
          </p:cNvSpPr>
          <p:nvPr/>
        </p:nvSpPr>
        <p:spPr>
          <a:xfrm>
            <a:off x="72926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6" name="data_8784">
            <a:extLst>
              <a:ext uri="{FF2B5EF4-FFF2-40B4-BE49-F238E27FC236}">
                <a16:creationId xmlns:a16="http://schemas.microsoft.com/office/drawing/2014/main" id="{9E5C1F3D-8E78-4618-BFC4-BFDF68703BF9}"/>
              </a:ext>
            </a:extLst>
          </p:cNvPr>
          <p:cNvSpPr>
            <a:spLocks/>
          </p:cNvSpPr>
          <p:nvPr/>
        </p:nvSpPr>
        <p:spPr>
          <a:xfrm>
            <a:off x="724278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7" name="data_8785">
            <a:extLst>
              <a:ext uri="{FF2B5EF4-FFF2-40B4-BE49-F238E27FC236}">
                <a16:creationId xmlns:a16="http://schemas.microsoft.com/office/drawing/2014/main" id="{E481F9F3-21F8-4B81-9B94-3BB581102368}"/>
              </a:ext>
            </a:extLst>
          </p:cNvPr>
          <p:cNvSpPr>
            <a:spLocks/>
          </p:cNvSpPr>
          <p:nvPr/>
        </p:nvSpPr>
        <p:spPr>
          <a:xfrm>
            <a:off x="726636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8" name="data_8786">
            <a:extLst>
              <a:ext uri="{FF2B5EF4-FFF2-40B4-BE49-F238E27FC236}">
                <a16:creationId xmlns:a16="http://schemas.microsoft.com/office/drawing/2014/main" id="{837682D3-ABC7-4856-BF4D-866AABCC463A}"/>
              </a:ext>
            </a:extLst>
          </p:cNvPr>
          <p:cNvSpPr>
            <a:spLocks/>
          </p:cNvSpPr>
          <p:nvPr/>
        </p:nvSpPr>
        <p:spPr>
          <a:xfrm>
            <a:off x="7220245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699" name="data_8787">
            <a:extLst>
              <a:ext uri="{FF2B5EF4-FFF2-40B4-BE49-F238E27FC236}">
                <a16:creationId xmlns:a16="http://schemas.microsoft.com/office/drawing/2014/main" id="{14AABF6F-0B6D-4609-90F8-785F6E12B8F4}"/>
              </a:ext>
            </a:extLst>
          </p:cNvPr>
          <p:cNvSpPr>
            <a:spLocks/>
          </p:cNvSpPr>
          <p:nvPr/>
        </p:nvSpPr>
        <p:spPr>
          <a:xfrm>
            <a:off x="759016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0" name="data_8788">
            <a:extLst>
              <a:ext uri="{FF2B5EF4-FFF2-40B4-BE49-F238E27FC236}">
                <a16:creationId xmlns:a16="http://schemas.microsoft.com/office/drawing/2014/main" id="{2A392BF0-2893-465D-B26A-075369CB36FB}"/>
              </a:ext>
            </a:extLst>
          </p:cNvPr>
          <p:cNvSpPr>
            <a:spLocks/>
          </p:cNvSpPr>
          <p:nvPr/>
        </p:nvSpPr>
        <p:spPr>
          <a:xfrm>
            <a:off x="7565146" y="344389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1" name="data_8789">
            <a:extLst>
              <a:ext uri="{FF2B5EF4-FFF2-40B4-BE49-F238E27FC236}">
                <a16:creationId xmlns:a16="http://schemas.microsoft.com/office/drawing/2014/main" id="{59265A95-D34F-4074-9CE9-1F2509844986}"/>
              </a:ext>
            </a:extLst>
          </p:cNvPr>
          <p:cNvSpPr>
            <a:spLocks/>
          </p:cNvSpPr>
          <p:nvPr/>
        </p:nvSpPr>
        <p:spPr>
          <a:xfrm>
            <a:off x="758547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2" name="data_8790">
            <a:extLst>
              <a:ext uri="{FF2B5EF4-FFF2-40B4-BE49-F238E27FC236}">
                <a16:creationId xmlns:a16="http://schemas.microsoft.com/office/drawing/2014/main" id="{4526BFEE-CC85-4D2D-9A01-AFA2E4CC0F06}"/>
              </a:ext>
            </a:extLst>
          </p:cNvPr>
          <p:cNvSpPr>
            <a:spLocks/>
          </p:cNvSpPr>
          <p:nvPr/>
        </p:nvSpPr>
        <p:spPr>
          <a:xfrm>
            <a:off x="758495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3" name="data_8791">
            <a:extLst>
              <a:ext uri="{FF2B5EF4-FFF2-40B4-BE49-F238E27FC236}">
                <a16:creationId xmlns:a16="http://schemas.microsoft.com/office/drawing/2014/main" id="{BAA09CFD-CE7D-4D1D-95CE-FC966F04611F}"/>
              </a:ext>
            </a:extLst>
          </p:cNvPr>
          <p:cNvSpPr>
            <a:spLocks/>
          </p:cNvSpPr>
          <p:nvPr/>
        </p:nvSpPr>
        <p:spPr>
          <a:xfrm>
            <a:off x="76071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4" name="data_8792">
            <a:extLst>
              <a:ext uri="{FF2B5EF4-FFF2-40B4-BE49-F238E27FC236}">
                <a16:creationId xmlns:a16="http://schemas.microsoft.com/office/drawing/2014/main" id="{8BFAE8BC-22AF-4EB1-A314-087F6954B938}"/>
              </a:ext>
            </a:extLst>
          </p:cNvPr>
          <p:cNvSpPr>
            <a:spLocks/>
          </p:cNvSpPr>
          <p:nvPr/>
        </p:nvSpPr>
        <p:spPr>
          <a:xfrm>
            <a:off x="76450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5" name="data_8793">
            <a:extLst>
              <a:ext uri="{FF2B5EF4-FFF2-40B4-BE49-F238E27FC236}">
                <a16:creationId xmlns:a16="http://schemas.microsoft.com/office/drawing/2014/main" id="{D74C82D6-077B-4E9A-B4DF-FF6BFFA4A51E}"/>
              </a:ext>
            </a:extLst>
          </p:cNvPr>
          <p:cNvSpPr>
            <a:spLocks/>
          </p:cNvSpPr>
          <p:nvPr/>
        </p:nvSpPr>
        <p:spPr>
          <a:xfrm>
            <a:off x="7668862" y="239028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6" name="data_8794">
            <a:extLst>
              <a:ext uri="{FF2B5EF4-FFF2-40B4-BE49-F238E27FC236}">
                <a16:creationId xmlns:a16="http://schemas.microsoft.com/office/drawing/2014/main" id="{3C316055-9269-4EC5-B7C6-A26B9891BD26}"/>
              </a:ext>
            </a:extLst>
          </p:cNvPr>
          <p:cNvSpPr>
            <a:spLocks/>
          </p:cNvSpPr>
          <p:nvPr/>
        </p:nvSpPr>
        <p:spPr>
          <a:xfrm>
            <a:off x="757205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7" name="data_8795">
            <a:extLst>
              <a:ext uri="{FF2B5EF4-FFF2-40B4-BE49-F238E27FC236}">
                <a16:creationId xmlns:a16="http://schemas.microsoft.com/office/drawing/2014/main" id="{D6AECFE7-8E70-47EC-B8C4-541E2E5C8830}"/>
              </a:ext>
            </a:extLst>
          </p:cNvPr>
          <p:cNvSpPr>
            <a:spLocks/>
          </p:cNvSpPr>
          <p:nvPr/>
        </p:nvSpPr>
        <p:spPr>
          <a:xfrm>
            <a:off x="763159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8" name="data_8796">
            <a:extLst>
              <a:ext uri="{FF2B5EF4-FFF2-40B4-BE49-F238E27FC236}">
                <a16:creationId xmlns:a16="http://schemas.microsoft.com/office/drawing/2014/main" id="{FB42A4A1-7692-4777-A53B-DFD6801825C6}"/>
              </a:ext>
            </a:extLst>
          </p:cNvPr>
          <p:cNvSpPr>
            <a:spLocks/>
          </p:cNvSpPr>
          <p:nvPr/>
        </p:nvSpPr>
        <p:spPr>
          <a:xfrm>
            <a:off x="75724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09" name="data_8797">
            <a:extLst>
              <a:ext uri="{FF2B5EF4-FFF2-40B4-BE49-F238E27FC236}">
                <a16:creationId xmlns:a16="http://schemas.microsoft.com/office/drawing/2014/main" id="{AD82182D-5FC2-4D04-970D-3F06280429E1}"/>
              </a:ext>
            </a:extLst>
          </p:cNvPr>
          <p:cNvSpPr>
            <a:spLocks/>
          </p:cNvSpPr>
          <p:nvPr/>
        </p:nvSpPr>
        <p:spPr>
          <a:xfrm>
            <a:off x="75581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0" name="data_8798">
            <a:extLst>
              <a:ext uri="{FF2B5EF4-FFF2-40B4-BE49-F238E27FC236}">
                <a16:creationId xmlns:a16="http://schemas.microsoft.com/office/drawing/2014/main" id="{FCA75414-401A-4BD7-A3AD-71CBFC31BACA}"/>
              </a:ext>
            </a:extLst>
          </p:cNvPr>
          <p:cNvSpPr>
            <a:spLocks/>
          </p:cNvSpPr>
          <p:nvPr/>
        </p:nvSpPr>
        <p:spPr>
          <a:xfrm>
            <a:off x="765843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1" name="data_8799">
            <a:extLst>
              <a:ext uri="{FF2B5EF4-FFF2-40B4-BE49-F238E27FC236}">
                <a16:creationId xmlns:a16="http://schemas.microsoft.com/office/drawing/2014/main" id="{AF20EE52-9546-4A7C-9F35-979520F66EE4}"/>
              </a:ext>
            </a:extLst>
          </p:cNvPr>
          <p:cNvSpPr>
            <a:spLocks/>
          </p:cNvSpPr>
          <p:nvPr/>
        </p:nvSpPr>
        <p:spPr>
          <a:xfrm>
            <a:off x="76851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2" name="data_8800">
            <a:extLst>
              <a:ext uri="{FF2B5EF4-FFF2-40B4-BE49-F238E27FC236}">
                <a16:creationId xmlns:a16="http://schemas.microsoft.com/office/drawing/2014/main" id="{5D54577B-D5C6-4C49-9A36-EB1BCCC18840}"/>
              </a:ext>
            </a:extLst>
          </p:cNvPr>
          <p:cNvSpPr>
            <a:spLocks/>
          </p:cNvSpPr>
          <p:nvPr/>
        </p:nvSpPr>
        <p:spPr>
          <a:xfrm>
            <a:off x="76067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3" name="data_8801">
            <a:extLst>
              <a:ext uri="{FF2B5EF4-FFF2-40B4-BE49-F238E27FC236}">
                <a16:creationId xmlns:a16="http://schemas.microsoft.com/office/drawing/2014/main" id="{BD49539D-6851-4D0F-A3EB-5CAA99EEF2A6}"/>
              </a:ext>
            </a:extLst>
          </p:cNvPr>
          <p:cNvSpPr>
            <a:spLocks/>
          </p:cNvSpPr>
          <p:nvPr/>
        </p:nvSpPr>
        <p:spPr>
          <a:xfrm>
            <a:off x="767811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4" name="data_8802">
            <a:extLst>
              <a:ext uri="{FF2B5EF4-FFF2-40B4-BE49-F238E27FC236}">
                <a16:creationId xmlns:a16="http://schemas.microsoft.com/office/drawing/2014/main" id="{7F3B8443-76DC-467D-B6D7-56B25AC2EA0F}"/>
              </a:ext>
            </a:extLst>
          </p:cNvPr>
          <p:cNvSpPr>
            <a:spLocks/>
          </p:cNvSpPr>
          <p:nvPr/>
        </p:nvSpPr>
        <p:spPr>
          <a:xfrm>
            <a:off x="758534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5" name="data_8803">
            <a:extLst>
              <a:ext uri="{FF2B5EF4-FFF2-40B4-BE49-F238E27FC236}">
                <a16:creationId xmlns:a16="http://schemas.microsoft.com/office/drawing/2014/main" id="{4CF096A9-64E2-4F4D-A4AF-58037FD3C3C5}"/>
              </a:ext>
            </a:extLst>
          </p:cNvPr>
          <p:cNvSpPr>
            <a:spLocks/>
          </p:cNvSpPr>
          <p:nvPr/>
        </p:nvSpPr>
        <p:spPr>
          <a:xfrm>
            <a:off x="76100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6" name="data_8804">
            <a:extLst>
              <a:ext uri="{FF2B5EF4-FFF2-40B4-BE49-F238E27FC236}">
                <a16:creationId xmlns:a16="http://schemas.microsoft.com/office/drawing/2014/main" id="{4ECDCB50-44D3-4DAB-8FA1-AC7CAC9D2959}"/>
              </a:ext>
            </a:extLst>
          </p:cNvPr>
          <p:cNvSpPr>
            <a:spLocks/>
          </p:cNvSpPr>
          <p:nvPr/>
        </p:nvSpPr>
        <p:spPr>
          <a:xfrm>
            <a:off x="7648927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7" name="data_8805">
            <a:extLst>
              <a:ext uri="{FF2B5EF4-FFF2-40B4-BE49-F238E27FC236}">
                <a16:creationId xmlns:a16="http://schemas.microsoft.com/office/drawing/2014/main" id="{6FF5FFA7-C3D2-45E6-B2BE-3D6D774195C1}"/>
              </a:ext>
            </a:extLst>
          </p:cNvPr>
          <p:cNvSpPr>
            <a:spLocks/>
          </p:cNvSpPr>
          <p:nvPr/>
        </p:nvSpPr>
        <p:spPr>
          <a:xfrm>
            <a:off x="767225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8" name="data_8806">
            <a:extLst>
              <a:ext uri="{FF2B5EF4-FFF2-40B4-BE49-F238E27FC236}">
                <a16:creationId xmlns:a16="http://schemas.microsoft.com/office/drawing/2014/main" id="{85BBAE77-3D65-416E-9ADF-39A7B4983C96}"/>
              </a:ext>
            </a:extLst>
          </p:cNvPr>
          <p:cNvSpPr>
            <a:spLocks/>
          </p:cNvSpPr>
          <p:nvPr/>
        </p:nvSpPr>
        <p:spPr>
          <a:xfrm>
            <a:off x="7684888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19" name="data_8807">
            <a:extLst>
              <a:ext uri="{FF2B5EF4-FFF2-40B4-BE49-F238E27FC236}">
                <a16:creationId xmlns:a16="http://schemas.microsoft.com/office/drawing/2014/main" id="{8E4F9B6C-402C-42A2-9926-372FE13E3F74}"/>
              </a:ext>
            </a:extLst>
          </p:cNvPr>
          <p:cNvSpPr>
            <a:spLocks/>
          </p:cNvSpPr>
          <p:nvPr/>
        </p:nvSpPr>
        <p:spPr>
          <a:xfrm>
            <a:off x="7639936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0" name="data_8808">
            <a:extLst>
              <a:ext uri="{FF2B5EF4-FFF2-40B4-BE49-F238E27FC236}">
                <a16:creationId xmlns:a16="http://schemas.microsoft.com/office/drawing/2014/main" id="{B37B9341-841C-452E-AA09-0F9EC966325B}"/>
              </a:ext>
            </a:extLst>
          </p:cNvPr>
          <p:cNvSpPr>
            <a:spLocks/>
          </p:cNvSpPr>
          <p:nvPr/>
        </p:nvSpPr>
        <p:spPr>
          <a:xfrm>
            <a:off x="7562670" y="302694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1" name="data_8809">
            <a:extLst>
              <a:ext uri="{FF2B5EF4-FFF2-40B4-BE49-F238E27FC236}">
                <a16:creationId xmlns:a16="http://schemas.microsoft.com/office/drawing/2014/main" id="{E6F6B358-9789-4E22-AF33-DD0D7F3BE327}"/>
              </a:ext>
            </a:extLst>
          </p:cNvPr>
          <p:cNvSpPr>
            <a:spLocks/>
          </p:cNvSpPr>
          <p:nvPr/>
        </p:nvSpPr>
        <p:spPr>
          <a:xfrm>
            <a:off x="75819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2" name="data_8810">
            <a:extLst>
              <a:ext uri="{FF2B5EF4-FFF2-40B4-BE49-F238E27FC236}">
                <a16:creationId xmlns:a16="http://schemas.microsoft.com/office/drawing/2014/main" id="{2C42DCD0-BE67-455D-8036-73D08C1290A3}"/>
              </a:ext>
            </a:extLst>
          </p:cNvPr>
          <p:cNvSpPr>
            <a:spLocks/>
          </p:cNvSpPr>
          <p:nvPr/>
        </p:nvSpPr>
        <p:spPr>
          <a:xfrm>
            <a:off x="75904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3" name="data_8811">
            <a:extLst>
              <a:ext uri="{FF2B5EF4-FFF2-40B4-BE49-F238E27FC236}">
                <a16:creationId xmlns:a16="http://schemas.microsoft.com/office/drawing/2014/main" id="{48F3EDC6-2B70-45AB-878D-5C281B71B1D1}"/>
              </a:ext>
            </a:extLst>
          </p:cNvPr>
          <p:cNvSpPr>
            <a:spLocks/>
          </p:cNvSpPr>
          <p:nvPr/>
        </p:nvSpPr>
        <p:spPr>
          <a:xfrm>
            <a:off x="75624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4" name="data_8812">
            <a:extLst>
              <a:ext uri="{FF2B5EF4-FFF2-40B4-BE49-F238E27FC236}">
                <a16:creationId xmlns:a16="http://schemas.microsoft.com/office/drawing/2014/main" id="{5FC5B7B1-BEB2-4C74-8AA8-0E926AF4665E}"/>
              </a:ext>
            </a:extLst>
          </p:cNvPr>
          <p:cNvSpPr>
            <a:spLocks/>
          </p:cNvSpPr>
          <p:nvPr/>
        </p:nvSpPr>
        <p:spPr>
          <a:xfrm>
            <a:off x="756162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5" name="data_8813">
            <a:extLst>
              <a:ext uri="{FF2B5EF4-FFF2-40B4-BE49-F238E27FC236}">
                <a16:creationId xmlns:a16="http://schemas.microsoft.com/office/drawing/2014/main" id="{76FF3ED2-B2F7-4722-9C70-BE86B516AF37}"/>
              </a:ext>
            </a:extLst>
          </p:cNvPr>
          <p:cNvSpPr>
            <a:spLocks/>
          </p:cNvSpPr>
          <p:nvPr/>
        </p:nvSpPr>
        <p:spPr>
          <a:xfrm>
            <a:off x="758690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6" name="data_8814">
            <a:extLst>
              <a:ext uri="{FF2B5EF4-FFF2-40B4-BE49-F238E27FC236}">
                <a16:creationId xmlns:a16="http://schemas.microsoft.com/office/drawing/2014/main" id="{CA3FB448-71C9-45CC-AB12-E79534407EA5}"/>
              </a:ext>
            </a:extLst>
          </p:cNvPr>
          <p:cNvSpPr>
            <a:spLocks/>
          </p:cNvSpPr>
          <p:nvPr/>
        </p:nvSpPr>
        <p:spPr>
          <a:xfrm>
            <a:off x="763602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7" name="data_8815">
            <a:extLst>
              <a:ext uri="{FF2B5EF4-FFF2-40B4-BE49-F238E27FC236}">
                <a16:creationId xmlns:a16="http://schemas.microsoft.com/office/drawing/2014/main" id="{5E134DFB-1F42-4B91-8700-EA1534DCE8F3}"/>
              </a:ext>
            </a:extLst>
          </p:cNvPr>
          <p:cNvSpPr>
            <a:spLocks/>
          </p:cNvSpPr>
          <p:nvPr/>
        </p:nvSpPr>
        <p:spPr>
          <a:xfrm>
            <a:off x="75800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8" name="data_8816">
            <a:extLst>
              <a:ext uri="{FF2B5EF4-FFF2-40B4-BE49-F238E27FC236}">
                <a16:creationId xmlns:a16="http://schemas.microsoft.com/office/drawing/2014/main" id="{A66C625F-10C3-47FE-BC4B-0AA3006EE8F6}"/>
              </a:ext>
            </a:extLst>
          </p:cNvPr>
          <p:cNvSpPr>
            <a:spLocks/>
          </p:cNvSpPr>
          <p:nvPr/>
        </p:nvSpPr>
        <p:spPr>
          <a:xfrm>
            <a:off x="76190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29" name="data_8817">
            <a:extLst>
              <a:ext uri="{FF2B5EF4-FFF2-40B4-BE49-F238E27FC236}">
                <a16:creationId xmlns:a16="http://schemas.microsoft.com/office/drawing/2014/main" id="{BEB37C62-03E6-4944-B1A0-62E83A41FBF6}"/>
              </a:ext>
            </a:extLst>
          </p:cNvPr>
          <p:cNvSpPr>
            <a:spLocks/>
          </p:cNvSpPr>
          <p:nvPr/>
        </p:nvSpPr>
        <p:spPr>
          <a:xfrm>
            <a:off x="76052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0" name="data_8818">
            <a:extLst>
              <a:ext uri="{FF2B5EF4-FFF2-40B4-BE49-F238E27FC236}">
                <a16:creationId xmlns:a16="http://schemas.microsoft.com/office/drawing/2014/main" id="{5CA3244D-E9AF-468B-9BB0-21FEE6691F53}"/>
              </a:ext>
            </a:extLst>
          </p:cNvPr>
          <p:cNvSpPr>
            <a:spLocks/>
          </p:cNvSpPr>
          <p:nvPr/>
        </p:nvSpPr>
        <p:spPr>
          <a:xfrm>
            <a:off x="76699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1" name="data_8819">
            <a:extLst>
              <a:ext uri="{FF2B5EF4-FFF2-40B4-BE49-F238E27FC236}">
                <a16:creationId xmlns:a16="http://schemas.microsoft.com/office/drawing/2014/main" id="{330CB044-670E-490B-99E3-4B1577DEB0DA}"/>
              </a:ext>
            </a:extLst>
          </p:cNvPr>
          <p:cNvSpPr>
            <a:spLocks/>
          </p:cNvSpPr>
          <p:nvPr/>
        </p:nvSpPr>
        <p:spPr>
          <a:xfrm>
            <a:off x="7592378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2" name="data_8820">
            <a:extLst>
              <a:ext uri="{FF2B5EF4-FFF2-40B4-BE49-F238E27FC236}">
                <a16:creationId xmlns:a16="http://schemas.microsoft.com/office/drawing/2014/main" id="{28FD7A05-BBBD-4D42-8F6B-F44A2377B369}"/>
              </a:ext>
            </a:extLst>
          </p:cNvPr>
          <p:cNvSpPr>
            <a:spLocks/>
          </p:cNvSpPr>
          <p:nvPr/>
        </p:nvSpPr>
        <p:spPr>
          <a:xfrm>
            <a:off x="7645930" y="387753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3" name="data_8821">
            <a:extLst>
              <a:ext uri="{FF2B5EF4-FFF2-40B4-BE49-F238E27FC236}">
                <a16:creationId xmlns:a16="http://schemas.microsoft.com/office/drawing/2014/main" id="{544023F1-AA53-40B0-87F1-CA93FC5D45DC}"/>
              </a:ext>
            </a:extLst>
          </p:cNvPr>
          <p:cNvSpPr>
            <a:spLocks/>
          </p:cNvSpPr>
          <p:nvPr/>
        </p:nvSpPr>
        <p:spPr>
          <a:xfrm>
            <a:off x="76491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4" name="data_8822">
            <a:extLst>
              <a:ext uri="{FF2B5EF4-FFF2-40B4-BE49-F238E27FC236}">
                <a16:creationId xmlns:a16="http://schemas.microsoft.com/office/drawing/2014/main" id="{47A6D35F-C2A7-4E70-AE73-95D4CD570DCA}"/>
              </a:ext>
            </a:extLst>
          </p:cNvPr>
          <p:cNvSpPr>
            <a:spLocks/>
          </p:cNvSpPr>
          <p:nvPr/>
        </p:nvSpPr>
        <p:spPr>
          <a:xfrm>
            <a:off x="756201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5" name="data_8823">
            <a:extLst>
              <a:ext uri="{FF2B5EF4-FFF2-40B4-BE49-F238E27FC236}">
                <a16:creationId xmlns:a16="http://schemas.microsoft.com/office/drawing/2014/main" id="{82C4F169-D2DD-4D14-B56B-730A475B61DC}"/>
              </a:ext>
            </a:extLst>
          </p:cNvPr>
          <p:cNvSpPr>
            <a:spLocks/>
          </p:cNvSpPr>
          <p:nvPr/>
        </p:nvSpPr>
        <p:spPr>
          <a:xfrm>
            <a:off x="76682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6" name="data_8824">
            <a:extLst>
              <a:ext uri="{FF2B5EF4-FFF2-40B4-BE49-F238E27FC236}">
                <a16:creationId xmlns:a16="http://schemas.microsoft.com/office/drawing/2014/main" id="{DA1D8C5B-3903-4F87-BECD-C0FD2AFC3F78}"/>
              </a:ext>
            </a:extLst>
          </p:cNvPr>
          <p:cNvSpPr>
            <a:spLocks/>
          </p:cNvSpPr>
          <p:nvPr/>
        </p:nvSpPr>
        <p:spPr>
          <a:xfrm>
            <a:off x="755889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7" name="data_8825">
            <a:extLst>
              <a:ext uri="{FF2B5EF4-FFF2-40B4-BE49-F238E27FC236}">
                <a16:creationId xmlns:a16="http://schemas.microsoft.com/office/drawing/2014/main" id="{C890B1BF-3116-40E9-868C-AEF858BFFA71}"/>
              </a:ext>
            </a:extLst>
          </p:cNvPr>
          <p:cNvSpPr>
            <a:spLocks/>
          </p:cNvSpPr>
          <p:nvPr/>
        </p:nvSpPr>
        <p:spPr>
          <a:xfrm>
            <a:off x="766795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8" name="data_8826">
            <a:extLst>
              <a:ext uri="{FF2B5EF4-FFF2-40B4-BE49-F238E27FC236}">
                <a16:creationId xmlns:a16="http://schemas.microsoft.com/office/drawing/2014/main" id="{FEAA2D6B-1E61-4048-A37F-34E30E7CD94F}"/>
              </a:ext>
            </a:extLst>
          </p:cNvPr>
          <p:cNvSpPr>
            <a:spLocks/>
          </p:cNvSpPr>
          <p:nvPr/>
        </p:nvSpPr>
        <p:spPr>
          <a:xfrm>
            <a:off x="768058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39" name="data_8827">
            <a:extLst>
              <a:ext uri="{FF2B5EF4-FFF2-40B4-BE49-F238E27FC236}">
                <a16:creationId xmlns:a16="http://schemas.microsoft.com/office/drawing/2014/main" id="{57C30DA6-89C7-42C3-AC84-D63CA00951F2}"/>
              </a:ext>
            </a:extLst>
          </p:cNvPr>
          <p:cNvSpPr>
            <a:spLocks/>
          </p:cNvSpPr>
          <p:nvPr/>
        </p:nvSpPr>
        <p:spPr>
          <a:xfrm>
            <a:off x="76368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0" name="data_8828">
            <a:extLst>
              <a:ext uri="{FF2B5EF4-FFF2-40B4-BE49-F238E27FC236}">
                <a16:creationId xmlns:a16="http://schemas.microsoft.com/office/drawing/2014/main" id="{F5A111B1-DE65-4B93-82C3-4560505724E1}"/>
              </a:ext>
            </a:extLst>
          </p:cNvPr>
          <p:cNvSpPr>
            <a:spLocks/>
          </p:cNvSpPr>
          <p:nvPr/>
        </p:nvSpPr>
        <p:spPr>
          <a:xfrm>
            <a:off x="759772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1" name="data_8829">
            <a:extLst>
              <a:ext uri="{FF2B5EF4-FFF2-40B4-BE49-F238E27FC236}">
                <a16:creationId xmlns:a16="http://schemas.microsoft.com/office/drawing/2014/main" id="{82EFF76C-8A37-4EA3-9B92-FF6F88C5574F}"/>
              </a:ext>
            </a:extLst>
          </p:cNvPr>
          <p:cNvSpPr>
            <a:spLocks/>
          </p:cNvSpPr>
          <p:nvPr/>
        </p:nvSpPr>
        <p:spPr>
          <a:xfrm>
            <a:off x="76523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2" name="data_8830">
            <a:extLst>
              <a:ext uri="{FF2B5EF4-FFF2-40B4-BE49-F238E27FC236}">
                <a16:creationId xmlns:a16="http://schemas.microsoft.com/office/drawing/2014/main" id="{F9FBE966-7BB9-4554-8C72-9B2156C4C0D8}"/>
              </a:ext>
            </a:extLst>
          </p:cNvPr>
          <p:cNvSpPr>
            <a:spLocks/>
          </p:cNvSpPr>
          <p:nvPr/>
        </p:nvSpPr>
        <p:spPr>
          <a:xfrm>
            <a:off x="75859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3" name="data_8831">
            <a:extLst>
              <a:ext uri="{FF2B5EF4-FFF2-40B4-BE49-F238E27FC236}">
                <a16:creationId xmlns:a16="http://schemas.microsoft.com/office/drawing/2014/main" id="{6EDB3E40-3776-4EB9-9B87-2DF4809E5804}"/>
              </a:ext>
            </a:extLst>
          </p:cNvPr>
          <p:cNvSpPr>
            <a:spLocks/>
          </p:cNvSpPr>
          <p:nvPr/>
        </p:nvSpPr>
        <p:spPr>
          <a:xfrm>
            <a:off x="76194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4" name="data_8832">
            <a:extLst>
              <a:ext uri="{FF2B5EF4-FFF2-40B4-BE49-F238E27FC236}">
                <a16:creationId xmlns:a16="http://schemas.microsoft.com/office/drawing/2014/main" id="{FBADC22F-D630-4D10-A392-9D7613B00F0F}"/>
              </a:ext>
            </a:extLst>
          </p:cNvPr>
          <p:cNvSpPr>
            <a:spLocks/>
          </p:cNvSpPr>
          <p:nvPr/>
        </p:nvSpPr>
        <p:spPr>
          <a:xfrm>
            <a:off x="761948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5" name="data_8833">
            <a:extLst>
              <a:ext uri="{FF2B5EF4-FFF2-40B4-BE49-F238E27FC236}">
                <a16:creationId xmlns:a16="http://schemas.microsoft.com/office/drawing/2014/main" id="{2EC0082F-106C-4D35-85ED-D2419F72D50A}"/>
              </a:ext>
            </a:extLst>
          </p:cNvPr>
          <p:cNvSpPr>
            <a:spLocks/>
          </p:cNvSpPr>
          <p:nvPr/>
        </p:nvSpPr>
        <p:spPr>
          <a:xfrm>
            <a:off x="75803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6" name="data_8834">
            <a:extLst>
              <a:ext uri="{FF2B5EF4-FFF2-40B4-BE49-F238E27FC236}">
                <a16:creationId xmlns:a16="http://schemas.microsoft.com/office/drawing/2014/main" id="{41727AB9-B417-471B-AA52-A14603D820BD}"/>
              </a:ext>
            </a:extLst>
          </p:cNvPr>
          <p:cNvSpPr>
            <a:spLocks/>
          </p:cNvSpPr>
          <p:nvPr/>
        </p:nvSpPr>
        <p:spPr>
          <a:xfrm>
            <a:off x="76712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7" name="data_8835">
            <a:extLst>
              <a:ext uri="{FF2B5EF4-FFF2-40B4-BE49-F238E27FC236}">
                <a16:creationId xmlns:a16="http://schemas.microsoft.com/office/drawing/2014/main" id="{44203190-D991-4768-94A8-D96AA263AC5B}"/>
              </a:ext>
            </a:extLst>
          </p:cNvPr>
          <p:cNvSpPr>
            <a:spLocks/>
          </p:cNvSpPr>
          <p:nvPr/>
        </p:nvSpPr>
        <p:spPr>
          <a:xfrm>
            <a:off x="75999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8" name="data_8836">
            <a:extLst>
              <a:ext uri="{FF2B5EF4-FFF2-40B4-BE49-F238E27FC236}">
                <a16:creationId xmlns:a16="http://schemas.microsoft.com/office/drawing/2014/main" id="{2F6138B9-4F93-4729-8D3A-06A29495F1E7}"/>
              </a:ext>
            </a:extLst>
          </p:cNvPr>
          <p:cNvSpPr>
            <a:spLocks/>
          </p:cNvSpPr>
          <p:nvPr/>
        </p:nvSpPr>
        <p:spPr>
          <a:xfrm>
            <a:off x="76125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49" name="data_8837">
            <a:extLst>
              <a:ext uri="{FF2B5EF4-FFF2-40B4-BE49-F238E27FC236}">
                <a16:creationId xmlns:a16="http://schemas.microsoft.com/office/drawing/2014/main" id="{BAD1A58E-BB2B-49F1-954B-A4A793A2515C}"/>
              </a:ext>
            </a:extLst>
          </p:cNvPr>
          <p:cNvSpPr>
            <a:spLocks/>
          </p:cNvSpPr>
          <p:nvPr/>
        </p:nvSpPr>
        <p:spPr>
          <a:xfrm>
            <a:off x="76837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0" name="data_8838">
            <a:extLst>
              <a:ext uri="{FF2B5EF4-FFF2-40B4-BE49-F238E27FC236}">
                <a16:creationId xmlns:a16="http://schemas.microsoft.com/office/drawing/2014/main" id="{77EBA4DE-9335-4E1E-BC35-EBCB9E4F04E0}"/>
              </a:ext>
            </a:extLst>
          </p:cNvPr>
          <p:cNvSpPr>
            <a:spLocks/>
          </p:cNvSpPr>
          <p:nvPr/>
        </p:nvSpPr>
        <p:spPr>
          <a:xfrm>
            <a:off x="76446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1" name="data_8839">
            <a:extLst>
              <a:ext uri="{FF2B5EF4-FFF2-40B4-BE49-F238E27FC236}">
                <a16:creationId xmlns:a16="http://schemas.microsoft.com/office/drawing/2014/main" id="{7F0710F6-F7E1-4F99-90FB-F9D7F91A91CC}"/>
              </a:ext>
            </a:extLst>
          </p:cNvPr>
          <p:cNvSpPr>
            <a:spLocks/>
          </p:cNvSpPr>
          <p:nvPr/>
        </p:nvSpPr>
        <p:spPr>
          <a:xfrm>
            <a:off x="7679025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2" name="data_8840">
            <a:extLst>
              <a:ext uri="{FF2B5EF4-FFF2-40B4-BE49-F238E27FC236}">
                <a16:creationId xmlns:a16="http://schemas.microsoft.com/office/drawing/2014/main" id="{91BCD5D9-2D67-44B9-97C4-4CA98518C51D}"/>
              </a:ext>
            </a:extLst>
          </p:cNvPr>
          <p:cNvSpPr>
            <a:spLocks/>
          </p:cNvSpPr>
          <p:nvPr/>
        </p:nvSpPr>
        <p:spPr>
          <a:xfrm>
            <a:off x="75638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3" name="data_8841">
            <a:extLst>
              <a:ext uri="{FF2B5EF4-FFF2-40B4-BE49-F238E27FC236}">
                <a16:creationId xmlns:a16="http://schemas.microsoft.com/office/drawing/2014/main" id="{79E7B309-F60A-46DE-9259-72EC79A379F6}"/>
              </a:ext>
            </a:extLst>
          </p:cNvPr>
          <p:cNvSpPr>
            <a:spLocks/>
          </p:cNvSpPr>
          <p:nvPr/>
        </p:nvSpPr>
        <p:spPr>
          <a:xfrm>
            <a:off x="76693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4" name="data_8842">
            <a:extLst>
              <a:ext uri="{FF2B5EF4-FFF2-40B4-BE49-F238E27FC236}">
                <a16:creationId xmlns:a16="http://schemas.microsoft.com/office/drawing/2014/main" id="{831CB012-876E-4982-A4FF-9EAF80ECF8B7}"/>
              </a:ext>
            </a:extLst>
          </p:cNvPr>
          <p:cNvSpPr>
            <a:spLocks/>
          </p:cNvSpPr>
          <p:nvPr/>
        </p:nvSpPr>
        <p:spPr>
          <a:xfrm>
            <a:off x="7652184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5" name="data_8843">
            <a:extLst>
              <a:ext uri="{FF2B5EF4-FFF2-40B4-BE49-F238E27FC236}">
                <a16:creationId xmlns:a16="http://schemas.microsoft.com/office/drawing/2014/main" id="{1C36C49C-A72A-4D4C-9A42-1D569FFE22FE}"/>
              </a:ext>
            </a:extLst>
          </p:cNvPr>
          <p:cNvSpPr>
            <a:spLocks/>
          </p:cNvSpPr>
          <p:nvPr/>
        </p:nvSpPr>
        <p:spPr>
          <a:xfrm>
            <a:off x="76072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6" name="data_8844">
            <a:extLst>
              <a:ext uri="{FF2B5EF4-FFF2-40B4-BE49-F238E27FC236}">
                <a16:creationId xmlns:a16="http://schemas.microsoft.com/office/drawing/2014/main" id="{967BCF63-5813-47F9-B692-CAC18D224EA1}"/>
              </a:ext>
            </a:extLst>
          </p:cNvPr>
          <p:cNvSpPr>
            <a:spLocks/>
          </p:cNvSpPr>
          <p:nvPr/>
        </p:nvSpPr>
        <p:spPr>
          <a:xfrm>
            <a:off x="76572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7" name="data_8845">
            <a:extLst>
              <a:ext uri="{FF2B5EF4-FFF2-40B4-BE49-F238E27FC236}">
                <a16:creationId xmlns:a16="http://schemas.microsoft.com/office/drawing/2014/main" id="{0D45A392-FD54-46E0-82DB-D222AE0AD370}"/>
              </a:ext>
            </a:extLst>
          </p:cNvPr>
          <p:cNvSpPr>
            <a:spLocks/>
          </p:cNvSpPr>
          <p:nvPr/>
        </p:nvSpPr>
        <p:spPr>
          <a:xfrm>
            <a:off x="7684367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8" name="data_8846">
            <a:extLst>
              <a:ext uri="{FF2B5EF4-FFF2-40B4-BE49-F238E27FC236}">
                <a16:creationId xmlns:a16="http://schemas.microsoft.com/office/drawing/2014/main" id="{D56743F0-B81E-404A-A340-14D3A2110DFE}"/>
              </a:ext>
            </a:extLst>
          </p:cNvPr>
          <p:cNvSpPr>
            <a:spLocks/>
          </p:cNvSpPr>
          <p:nvPr/>
        </p:nvSpPr>
        <p:spPr>
          <a:xfrm>
            <a:off x="764358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59" name="data_8847">
            <a:extLst>
              <a:ext uri="{FF2B5EF4-FFF2-40B4-BE49-F238E27FC236}">
                <a16:creationId xmlns:a16="http://schemas.microsoft.com/office/drawing/2014/main" id="{F0919438-A5EC-4837-A7DF-4FAA28A65620}"/>
              </a:ext>
            </a:extLst>
          </p:cNvPr>
          <p:cNvSpPr>
            <a:spLocks/>
          </p:cNvSpPr>
          <p:nvPr/>
        </p:nvSpPr>
        <p:spPr>
          <a:xfrm>
            <a:off x="765361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0" name="data_8848">
            <a:extLst>
              <a:ext uri="{FF2B5EF4-FFF2-40B4-BE49-F238E27FC236}">
                <a16:creationId xmlns:a16="http://schemas.microsoft.com/office/drawing/2014/main" id="{908CA103-3DCE-48F9-9E0B-C06DAA9D8AF5}"/>
              </a:ext>
            </a:extLst>
          </p:cNvPr>
          <p:cNvSpPr>
            <a:spLocks/>
          </p:cNvSpPr>
          <p:nvPr/>
        </p:nvSpPr>
        <p:spPr>
          <a:xfrm>
            <a:off x="7652445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1" name="data_8849">
            <a:extLst>
              <a:ext uri="{FF2B5EF4-FFF2-40B4-BE49-F238E27FC236}">
                <a16:creationId xmlns:a16="http://schemas.microsoft.com/office/drawing/2014/main" id="{5763A5C4-FB29-411C-BBD4-437C1358CC21}"/>
              </a:ext>
            </a:extLst>
          </p:cNvPr>
          <p:cNvSpPr>
            <a:spLocks/>
          </p:cNvSpPr>
          <p:nvPr/>
        </p:nvSpPr>
        <p:spPr>
          <a:xfrm>
            <a:off x="76315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2" name="data_8850">
            <a:extLst>
              <a:ext uri="{FF2B5EF4-FFF2-40B4-BE49-F238E27FC236}">
                <a16:creationId xmlns:a16="http://schemas.microsoft.com/office/drawing/2014/main" id="{1A9908F3-F5AF-4EFF-AFBF-6F8101D67C52}"/>
              </a:ext>
            </a:extLst>
          </p:cNvPr>
          <p:cNvSpPr>
            <a:spLocks/>
          </p:cNvSpPr>
          <p:nvPr/>
        </p:nvSpPr>
        <p:spPr>
          <a:xfrm>
            <a:off x="7595245" y="36956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3" name="data_8851">
            <a:extLst>
              <a:ext uri="{FF2B5EF4-FFF2-40B4-BE49-F238E27FC236}">
                <a16:creationId xmlns:a16="http://schemas.microsoft.com/office/drawing/2014/main" id="{6E58D987-A96C-4A4F-B58F-3D381FBD5CDB}"/>
              </a:ext>
            </a:extLst>
          </p:cNvPr>
          <p:cNvSpPr>
            <a:spLocks/>
          </p:cNvSpPr>
          <p:nvPr/>
        </p:nvSpPr>
        <p:spPr>
          <a:xfrm>
            <a:off x="76752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4" name="data_8852">
            <a:extLst>
              <a:ext uri="{FF2B5EF4-FFF2-40B4-BE49-F238E27FC236}">
                <a16:creationId xmlns:a16="http://schemas.microsoft.com/office/drawing/2014/main" id="{836BE17F-22E5-4EDF-93D2-E4EE2F4B2A3E}"/>
              </a:ext>
            </a:extLst>
          </p:cNvPr>
          <p:cNvSpPr>
            <a:spLocks/>
          </p:cNvSpPr>
          <p:nvPr/>
        </p:nvSpPr>
        <p:spPr>
          <a:xfrm>
            <a:off x="758143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5" name="data_8853">
            <a:extLst>
              <a:ext uri="{FF2B5EF4-FFF2-40B4-BE49-F238E27FC236}">
                <a16:creationId xmlns:a16="http://schemas.microsoft.com/office/drawing/2014/main" id="{FF7D1364-114F-4FD1-874C-15E3B612F12D}"/>
              </a:ext>
            </a:extLst>
          </p:cNvPr>
          <p:cNvSpPr>
            <a:spLocks/>
          </p:cNvSpPr>
          <p:nvPr/>
        </p:nvSpPr>
        <p:spPr>
          <a:xfrm>
            <a:off x="758039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6" name="data_8854">
            <a:extLst>
              <a:ext uri="{FF2B5EF4-FFF2-40B4-BE49-F238E27FC236}">
                <a16:creationId xmlns:a16="http://schemas.microsoft.com/office/drawing/2014/main" id="{A2142D35-4897-4044-875F-29123B96F68B}"/>
              </a:ext>
            </a:extLst>
          </p:cNvPr>
          <p:cNvSpPr>
            <a:spLocks/>
          </p:cNvSpPr>
          <p:nvPr/>
        </p:nvSpPr>
        <p:spPr>
          <a:xfrm>
            <a:off x="75862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7" name="data_8855">
            <a:extLst>
              <a:ext uri="{FF2B5EF4-FFF2-40B4-BE49-F238E27FC236}">
                <a16:creationId xmlns:a16="http://schemas.microsoft.com/office/drawing/2014/main" id="{2EA68A31-D301-4522-84E2-90DDFA014850}"/>
              </a:ext>
            </a:extLst>
          </p:cNvPr>
          <p:cNvSpPr>
            <a:spLocks/>
          </p:cNvSpPr>
          <p:nvPr/>
        </p:nvSpPr>
        <p:spPr>
          <a:xfrm>
            <a:off x="7677071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8" name="data_8856">
            <a:extLst>
              <a:ext uri="{FF2B5EF4-FFF2-40B4-BE49-F238E27FC236}">
                <a16:creationId xmlns:a16="http://schemas.microsoft.com/office/drawing/2014/main" id="{40876667-B194-4FC8-A8FE-B46AF70479C9}"/>
              </a:ext>
            </a:extLst>
          </p:cNvPr>
          <p:cNvSpPr>
            <a:spLocks/>
          </p:cNvSpPr>
          <p:nvPr/>
        </p:nvSpPr>
        <p:spPr>
          <a:xfrm>
            <a:off x="76632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69" name="data_8857">
            <a:extLst>
              <a:ext uri="{FF2B5EF4-FFF2-40B4-BE49-F238E27FC236}">
                <a16:creationId xmlns:a16="http://schemas.microsoft.com/office/drawing/2014/main" id="{FBB8BE97-B676-4A38-A35A-4E49AF97AE21}"/>
              </a:ext>
            </a:extLst>
          </p:cNvPr>
          <p:cNvSpPr>
            <a:spLocks/>
          </p:cNvSpPr>
          <p:nvPr/>
        </p:nvSpPr>
        <p:spPr>
          <a:xfrm>
            <a:off x="766886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0" name="data_8858">
            <a:extLst>
              <a:ext uri="{FF2B5EF4-FFF2-40B4-BE49-F238E27FC236}">
                <a16:creationId xmlns:a16="http://schemas.microsoft.com/office/drawing/2014/main" id="{37E22FC0-FCA5-4711-BB1D-6FE2F56E9AD0}"/>
              </a:ext>
            </a:extLst>
          </p:cNvPr>
          <p:cNvSpPr>
            <a:spLocks/>
          </p:cNvSpPr>
          <p:nvPr/>
        </p:nvSpPr>
        <p:spPr>
          <a:xfrm>
            <a:off x="7652705" y="25083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1" name="data_8859">
            <a:extLst>
              <a:ext uri="{FF2B5EF4-FFF2-40B4-BE49-F238E27FC236}">
                <a16:creationId xmlns:a16="http://schemas.microsoft.com/office/drawing/2014/main" id="{F0F6F507-0C52-4C3F-8EF5-2456DB6F0023}"/>
              </a:ext>
            </a:extLst>
          </p:cNvPr>
          <p:cNvSpPr>
            <a:spLocks/>
          </p:cNvSpPr>
          <p:nvPr/>
        </p:nvSpPr>
        <p:spPr>
          <a:xfrm>
            <a:off x="76627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2" name="data_8860">
            <a:extLst>
              <a:ext uri="{FF2B5EF4-FFF2-40B4-BE49-F238E27FC236}">
                <a16:creationId xmlns:a16="http://schemas.microsoft.com/office/drawing/2014/main" id="{C4580B51-2EF5-4652-AFD0-08C61A7F5E47}"/>
              </a:ext>
            </a:extLst>
          </p:cNvPr>
          <p:cNvSpPr>
            <a:spLocks/>
          </p:cNvSpPr>
          <p:nvPr/>
        </p:nvSpPr>
        <p:spPr>
          <a:xfrm>
            <a:off x="76739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3" name="data_8861">
            <a:extLst>
              <a:ext uri="{FF2B5EF4-FFF2-40B4-BE49-F238E27FC236}">
                <a16:creationId xmlns:a16="http://schemas.microsoft.com/office/drawing/2014/main" id="{85FC409F-8617-4CAE-911B-659CDA8D8181}"/>
              </a:ext>
            </a:extLst>
          </p:cNvPr>
          <p:cNvSpPr>
            <a:spLocks/>
          </p:cNvSpPr>
          <p:nvPr/>
        </p:nvSpPr>
        <p:spPr>
          <a:xfrm>
            <a:off x="75783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4" name="data_8862">
            <a:extLst>
              <a:ext uri="{FF2B5EF4-FFF2-40B4-BE49-F238E27FC236}">
                <a16:creationId xmlns:a16="http://schemas.microsoft.com/office/drawing/2014/main" id="{623E9E88-D5DE-407A-B8BF-9CB99CEC3E48}"/>
              </a:ext>
            </a:extLst>
          </p:cNvPr>
          <p:cNvSpPr>
            <a:spLocks/>
          </p:cNvSpPr>
          <p:nvPr/>
        </p:nvSpPr>
        <p:spPr>
          <a:xfrm>
            <a:off x="758859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5" name="data_8863">
            <a:extLst>
              <a:ext uri="{FF2B5EF4-FFF2-40B4-BE49-F238E27FC236}">
                <a16:creationId xmlns:a16="http://schemas.microsoft.com/office/drawing/2014/main" id="{CEB5FC7A-D94D-4293-BF82-FA75E57EACD1}"/>
              </a:ext>
            </a:extLst>
          </p:cNvPr>
          <p:cNvSpPr>
            <a:spLocks/>
          </p:cNvSpPr>
          <p:nvPr/>
        </p:nvSpPr>
        <p:spPr>
          <a:xfrm>
            <a:off x="7650490" y="34837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6" name="data_8864">
            <a:extLst>
              <a:ext uri="{FF2B5EF4-FFF2-40B4-BE49-F238E27FC236}">
                <a16:creationId xmlns:a16="http://schemas.microsoft.com/office/drawing/2014/main" id="{9779803B-ED3A-4D92-9B1D-72E08F5BE418}"/>
              </a:ext>
            </a:extLst>
          </p:cNvPr>
          <p:cNvSpPr>
            <a:spLocks/>
          </p:cNvSpPr>
          <p:nvPr/>
        </p:nvSpPr>
        <p:spPr>
          <a:xfrm>
            <a:off x="7584951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7" name="data_8865">
            <a:extLst>
              <a:ext uri="{FF2B5EF4-FFF2-40B4-BE49-F238E27FC236}">
                <a16:creationId xmlns:a16="http://schemas.microsoft.com/office/drawing/2014/main" id="{D656086C-21EE-4816-BE7F-5291A5FE00E5}"/>
              </a:ext>
            </a:extLst>
          </p:cNvPr>
          <p:cNvSpPr>
            <a:spLocks/>
          </p:cNvSpPr>
          <p:nvPr/>
        </p:nvSpPr>
        <p:spPr>
          <a:xfrm>
            <a:off x="7597590" y="27260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8" name="data_8866">
            <a:extLst>
              <a:ext uri="{FF2B5EF4-FFF2-40B4-BE49-F238E27FC236}">
                <a16:creationId xmlns:a16="http://schemas.microsoft.com/office/drawing/2014/main" id="{32992B85-67ED-497A-BEB3-C1E67745AF5B}"/>
              </a:ext>
            </a:extLst>
          </p:cNvPr>
          <p:cNvSpPr>
            <a:spLocks/>
          </p:cNvSpPr>
          <p:nvPr/>
        </p:nvSpPr>
        <p:spPr>
          <a:xfrm>
            <a:off x="75762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79" name="data_8867">
            <a:extLst>
              <a:ext uri="{FF2B5EF4-FFF2-40B4-BE49-F238E27FC236}">
                <a16:creationId xmlns:a16="http://schemas.microsoft.com/office/drawing/2014/main" id="{536EA672-14CC-4BC7-96B1-41B95F88FC55}"/>
              </a:ext>
            </a:extLst>
          </p:cNvPr>
          <p:cNvSpPr>
            <a:spLocks/>
          </p:cNvSpPr>
          <p:nvPr/>
        </p:nvSpPr>
        <p:spPr>
          <a:xfrm>
            <a:off x="7590033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0" name="data_8868">
            <a:extLst>
              <a:ext uri="{FF2B5EF4-FFF2-40B4-BE49-F238E27FC236}">
                <a16:creationId xmlns:a16="http://schemas.microsoft.com/office/drawing/2014/main" id="{1B1435AE-D62C-4D1E-8513-6D3D8C69B753}"/>
              </a:ext>
            </a:extLst>
          </p:cNvPr>
          <p:cNvSpPr>
            <a:spLocks/>
          </p:cNvSpPr>
          <p:nvPr/>
        </p:nvSpPr>
        <p:spPr>
          <a:xfrm>
            <a:off x="7595114" y="3581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1" name="data_8869">
            <a:extLst>
              <a:ext uri="{FF2B5EF4-FFF2-40B4-BE49-F238E27FC236}">
                <a16:creationId xmlns:a16="http://schemas.microsoft.com/office/drawing/2014/main" id="{099AE18B-161E-42BC-AC6B-8DA59A0C130A}"/>
              </a:ext>
            </a:extLst>
          </p:cNvPr>
          <p:cNvSpPr>
            <a:spLocks/>
          </p:cNvSpPr>
          <p:nvPr/>
        </p:nvSpPr>
        <p:spPr>
          <a:xfrm>
            <a:off x="767602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2" name="data_8870">
            <a:extLst>
              <a:ext uri="{FF2B5EF4-FFF2-40B4-BE49-F238E27FC236}">
                <a16:creationId xmlns:a16="http://schemas.microsoft.com/office/drawing/2014/main" id="{776B9920-6FC7-4152-AD49-E0341C9E31E1}"/>
              </a:ext>
            </a:extLst>
          </p:cNvPr>
          <p:cNvSpPr>
            <a:spLocks/>
          </p:cNvSpPr>
          <p:nvPr/>
        </p:nvSpPr>
        <p:spPr>
          <a:xfrm>
            <a:off x="76207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3" name="data_8871">
            <a:extLst>
              <a:ext uri="{FF2B5EF4-FFF2-40B4-BE49-F238E27FC236}">
                <a16:creationId xmlns:a16="http://schemas.microsoft.com/office/drawing/2014/main" id="{42F4877F-092C-4F8C-8679-EDA3985590D2}"/>
              </a:ext>
            </a:extLst>
          </p:cNvPr>
          <p:cNvSpPr>
            <a:spLocks/>
          </p:cNvSpPr>
          <p:nvPr/>
        </p:nvSpPr>
        <p:spPr>
          <a:xfrm>
            <a:off x="75783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4" name="data_8872">
            <a:extLst>
              <a:ext uri="{FF2B5EF4-FFF2-40B4-BE49-F238E27FC236}">
                <a16:creationId xmlns:a16="http://schemas.microsoft.com/office/drawing/2014/main" id="{DBD0088C-7579-4053-AEA3-02B8728B405B}"/>
              </a:ext>
            </a:extLst>
          </p:cNvPr>
          <p:cNvSpPr>
            <a:spLocks/>
          </p:cNvSpPr>
          <p:nvPr/>
        </p:nvSpPr>
        <p:spPr>
          <a:xfrm>
            <a:off x="7597199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5" name="data_8873">
            <a:extLst>
              <a:ext uri="{FF2B5EF4-FFF2-40B4-BE49-F238E27FC236}">
                <a16:creationId xmlns:a16="http://schemas.microsoft.com/office/drawing/2014/main" id="{E293CF3F-B79E-465B-BD76-98B11F4B9796}"/>
              </a:ext>
            </a:extLst>
          </p:cNvPr>
          <p:cNvSpPr>
            <a:spLocks/>
          </p:cNvSpPr>
          <p:nvPr/>
        </p:nvSpPr>
        <p:spPr>
          <a:xfrm>
            <a:off x="766925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6" name="data_8874">
            <a:extLst>
              <a:ext uri="{FF2B5EF4-FFF2-40B4-BE49-F238E27FC236}">
                <a16:creationId xmlns:a16="http://schemas.microsoft.com/office/drawing/2014/main" id="{B97F5307-6069-43A7-82CC-2CAD21B4A861}"/>
              </a:ext>
            </a:extLst>
          </p:cNvPr>
          <p:cNvSpPr>
            <a:spLocks/>
          </p:cNvSpPr>
          <p:nvPr/>
        </p:nvSpPr>
        <p:spPr>
          <a:xfrm>
            <a:off x="764462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7" name="data_8875">
            <a:extLst>
              <a:ext uri="{FF2B5EF4-FFF2-40B4-BE49-F238E27FC236}">
                <a16:creationId xmlns:a16="http://schemas.microsoft.com/office/drawing/2014/main" id="{D148FAAB-4F89-4E87-9232-41AF5BA40A9A}"/>
              </a:ext>
            </a:extLst>
          </p:cNvPr>
          <p:cNvSpPr>
            <a:spLocks/>
          </p:cNvSpPr>
          <p:nvPr/>
        </p:nvSpPr>
        <p:spPr>
          <a:xfrm>
            <a:off x="7668732" y="38634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8" name="data_8876">
            <a:extLst>
              <a:ext uri="{FF2B5EF4-FFF2-40B4-BE49-F238E27FC236}">
                <a16:creationId xmlns:a16="http://schemas.microsoft.com/office/drawing/2014/main" id="{8CBE5B72-6557-45B8-A59E-2E98D91B2716}"/>
              </a:ext>
            </a:extLst>
          </p:cNvPr>
          <p:cNvSpPr>
            <a:spLocks/>
          </p:cNvSpPr>
          <p:nvPr/>
        </p:nvSpPr>
        <p:spPr>
          <a:xfrm>
            <a:off x="75862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89" name="data_8877">
            <a:extLst>
              <a:ext uri="{FF2B5EF4-FFF2-40B4-BE49-F238E27FC236}">
                <a16:creationId xmlns:a16="http://schemas.microsoft.com/office/drawing/2014/main" id="{15703A72-27F3-4601-B113-4CD49C34AF50}"/>
              </a:ext>
            </a:extLst>
          </p:cNvPr>
          <p:cNvSpPr>
            <a:spLocks/>
          </p:cNvSpPr>
          <p:nvPr/>
        </p:nvSpPr>
        <p:spPr>
          <a:xfrm>
            <a:off x="7610750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0" name="data_8878">
            <a:extLst>
              <a:ext uri="{FF2B5EF4-FFF2-40B4-BE49-F238E27FC236}">
                <a16:creationId xmlns:a16="http://schemas.microsoft.com/office/drawing/2014/main" id="{555F149C-AC97-4E32-BD5E-643029BB445A}"/>
              </a:ext>
            </a:extLst>
          </p:cNvPr>
          <p:cNvSpPr>
            <a:spLocks/>
          </p:cNvSpPr>
          <p:nvPr/>
        </p:nvSpPr>
        <p:spPr>
          <a:xfrm>
            <a:off x="7669644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1" name="data_8879">
            <a:extLst>
              <a:ext uri="{FF2B5EF4-FFF2-40B4-BE49-F238E27FC236}">
                <a16:creationId xmlns:a16="http://schemas.microsoft.com/office/drawing/2014/main" id="{03F74C33-9AC0-4273-8508-D5CA93D70F2F}"/>
              </a:ext>
            </a:extLst>
          </p:cNvPr>
          <p:cNvSpPr>
            <a:spLocks/>
          </p:cNvSpPr>
          <p:nvPr/>
        </p:nvSpPr>
        <p:spPr>
          <a:xfrm>
            <a:off x="766977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2" name="data_8880">
            <a:extLst>
              <a:ext uri="{FF2B5EF4-FFF2-40B4-BE49-F238E27FC236}">
                <a16:creationId xmlns:a16="http://schemas.microsoft.com/office/drawing/2014/main" id="{482ECE65-71B5-4D4F-BC43-ADD9954C0BBF}"/>
              </a:ext>
            </a:extLst>
          </p:cNvPr>
          <p:cNvSpPr>
            <a:spLocks/>
          </p:cNvSpPr>
          <p:nvPr/>
        </p:nvSpPr>
        <p:spPr>
          <a:xfrm>
            <a:off x="766169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3" name="data_8881">
            <a:extLst>
              <a:ext uri="{FF2B5EF4-FFF2-40B4-BE49-F238E27FC236}">
                <a16:creationId xmlns:a16="http://schemas.microsoft.com/office/drawing/2014/main" id="{ACF3F55C-F824-4E02-849B-8EB0BC4EE657}"/>
              </a:ext>
            </a:extLst>
          </p:cNvPr>
          <p:cNvSpPr>
            <a:spLocks/>
          </p:cNvSpPr>
          <p:nvPr/>
        </p:nvSpPr>
        <p:spPr>
          <a:xfrm>
            <a:off x="76731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4" name="data_8882">
            <a:extLst>
              <a:ext uri="{FF2B5EF4-FFF2-40B4-BE49-F238E27FC236}">
                <a16:creationId xmlns:a16="http://schemas.microsoft.com/office/drawing/2014/main" id="{F7738AA1-5820-4FE8-B057-ED65E75F18BB}"/>
              </a:ext>
            </a:extLst>
          </p:cNvPr>
          <p:cNvSpPr>
            <a:spLocks/>
          </p:cNvSpPr>
          <p:nvPr/>
        </p:nvSpPr>
        <p:spPr>
          <a:xfrm>
            <a:off x="7598241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5" name="data_8883">
            <a:extLst>
              <a:ext uri="{FF2B5EF4-FFF2-40B4-BE49-F238E27FC236}">
                <a16:creationId xmlns:a16="http://schemas.microsoft.com/office/drawing/2014/main" id="{207FA8E6-CBB8-4D98-BC61-1A0D466BD8AB}"/>
              </a:ext>
            </a:extLst>
          </p:cNvPr>
          <p:cNvSpPr>
            <a:spLocks/>
          </p:cNvSpPr>
          <p:nvPr/>
        </p:nvSpPr>
        <p:spPr>
          <a:xfrm>
            <a:off x="7578567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6" name="data_8884">
            <a:extLst>
              <a:ext uri="{FF2B5EF4-FFF2-40B4-BE49-F238E27FC236}">
                <a16:creationId xmlns:a16="http://schemas.microsoft.com/office/drawing/2014/main" id="{72A4418F-CB21-4561-9A48-98F949D47B4E}"/>
              </a:ext>
            </a:extLst>
          </p:cNvPr>
          <p:cNvSpPr>
            <a:spLocks/>
          </p:cNvSpPr>
          <p:nvPr/>
        </p:nvSpPr>
        <p:spPr>
          <a:xfrm>
            <a:off x="765439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7" name="data_8885">
            <a:extLst>
              <a:ext uri="{FF2B5EF4-FFF2-40B4-BE49-F238E27FC236}">
                <a16:creationId xmlns:a16="http://schemas.microsoft.com/office/drawing/2014/main" id="{302C6851-41E1-44B8-9E45-A798F08C3596}"/>
              </a:ext>
            </a:extLst>
          </p:cNvPr>
          <p:cNvSpPr>
            <a:spLocks/>
          </p:cNvSpPr>
          <p:nvPr/>
        </p:nvSpPr>
        <p:spPr>
          <a:xfrm>
            <a:off x="75724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8" name="data_8886">
            <a:extLst>
              <a:ext uri="{FF2B5EF4-FFF2-40B4-BE49-F238E27FC236}">
                <a16:creationId xmlns:a16="http://schemas.microsoft.com/office/drawing/2014/main" id="{C0EBD795-8805-459D-A0BF-3C297257530B}"/>
              </a:ext>
            </a:extLst>
          </p:cNvPr>
          <p:cNvSpPr>
            <a:spLocks/>
          </p:cNvSpPr>
          <p:nvPr/>
        </p:nvSpPr>
        <p:spPr>
          <a:xfrm>
            <a:off x="75806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799" name="data_8887">
            <a:extLst>
              <a:ext uri="{FF2B5EF4-FFF2-40B4-BE49-F238E27FC236}">
                <a16:creationId xmlns:a16="http://schemas.microsoft.com/office/drawing/2014/main" id="{29015F5D-2797-4480-9829-1C963CF399E7}"/>
              </a:ext>
            </a:extLst>
          </p:cNvPr>
          <p:cNvSpPr>
            <a:spLocks/>
          </p:cNvSpPr>
          <p:nvPr/>
        </p:nvSpPr>
        <p:spPr>
          <a:xfrm>
            <a:off x="7657657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0" name="data_8888">
            <a:extLst>
              <a:ext uri="{FF2B5EF4-FFF2-40B4-BE49-F238E27FC236}">
                <a16:creationId xmlns:a16="http://schemas.microsoft.com/office/drawing/2014/main" id="{3155EEDF-A722-400D-8CAB-95784D5B378A}"/>
              </a:ext>
            </a:extLst>
          </p:cNvPr>
          <p:cNvSpPr>
            <a:spLocks/>
          </p:cNvSpPr>
          <p:nvPr/>
        </p:nvSpPr>
        <p:spPr>
          <a:xfrm>
            <a:off x="757361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1" name="data_8889">
            <a:extLst>
              <a:ext uri="{FF2B5EF4-FFF2-40B4-BE49-F238E27FC236}">
                <a16:creationId xmlns:a16="http://schemas.microsoft.com/office/drawing/2014/main" id="{2E41417E-77B8-4115-98A4-7DC2677E53BF}"/>
              </a:ext>
            </a:extLst>
          </p:cNvPr>
          <p:cNvSpPr>
            <a:spLocks/>
          </p:cNvSpPr>
          <p:nvPr/>
        </p:nvSpPr>
        <p:spPr>
          <a:xfrm>
            <a:off x="768267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2" name="data_8890">
            <a:extLst>
              <a:ext uri="{FF2B5EF4-FFF2-40B4-BE49-F238E27FC236}">
                <a16:creationId xmlns:a16="http://schemas.microsoft.com/office/drawing/2014/main" id="{9D404A76-20FC-49B2-B82E-E84D6EB7E580}"/>
              </a:ext>
            </a:extLst>
          </p:cNvPr>
          <p:cNvSpPr>
            <a:spLocks/>
          </p:cNvSpPr>
          <p:nvPr/>
        </p:nvSpPr>
        <p:spPr>
          <a:xfrm>
            <a:off x="766273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3" name="data_8891">
            <a:extLst>
              <a:ext uri="{FF2B5EF4-FFF2-40B4-BE49-F238E27FC236}">
                <a16:creationId xmlns:a16="http://schemas.microsoft.com/office/drawing/2014/main" id="{267F1153-C15E-4927-B880-14825094EC93}"/>
              </a:ext>
            </a:extLst>
          </p:cNvPr>
          <p:cNvSpPr>
            <a:spLocks/>
          </p:cNvSpPr>
          <p:nvPr/>
        </p:nvSpPr>
        <p:spPr>
          <a:xfrm>
            <a:off x="761557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4" name="data_8892">
            <a:extLst>
              <a:ext uri="{FF2B5EF4-FFF2-40B4-BE49-F238E27FC236}">
                <a16:creationId xmlns:a16="http://schemas.microsoft.com/office/drawing/2014/main" id="{9D616ED6-6F62-4D6D-90A0-5B8AEAADEED6}"/>
              </a:ext>
            </a:extLst>
          </p:cNvPr>
          <p:cNvSpPr>
            <a:spLocks/>
          </p:cNvSpPr>
          <p:nvPr/>
        </p:nvSpPr>
        <p:spPr>
          <a:xfrm>
            <a:off x="759355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5" name="data_8893">
            <a:extLst>
              <a:ext uri="{FF2B5EF4-FFF2-40B4-BE49-F238E27FC236}">
                <a16:creationId xmlns:a16="http://schemas.microsoft.com/office/drawing/2014/main" id="{0A56A7B6-6A8F-4291-B5E6-F8813A3DBAC5}"/>
              </a:ext>
            </a:extLst>
          </p:cNvPr>
          <p:cNvSpPr>
            <a:spLocks/>
          </p:cNvSpPr>
          <p:nvPr/>
        </p:nvSpPr>
        <p:spPr>
          <a:xfrm>
            <a:off x="7680719" y="26629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6" name="data_8894">
            <a:extLst>
              <a:ext uri="{FF2B5EF4-FFF2-40B4-BE49-F238E27FC236}">
                <a16:creationId xmlns:a16="http://schemas.microsoft.com/office/drawing/2014/main" id="{884BFEF8-7995-42B0-89FD-9CD9C94993F5}"/>
              </a:ext>
            </a:extLst>
          </p:cNvPr>
          <p:cNvSpPr>
            <a:spLocks/>
          </p:cNvSpPr>
          <p:nvPr/>
        </p:nvSpPr>
        <p:spPr>
          <a:xfrm>
            <a:off x="7686322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7" name="data_8895">
            <a:extLst>
              <a:ext uri="{FF2B5EF4-FFF2-40B4-BE49-F238E27FC236}">
                <a16:creationId xmlns:a16="http://schemas.microsoft.com/office/drawing/2014/main" id="{41168937-FAEA-4D52-AF15-ADB0B2034A30}"/>
              </a:ext>
            </a:extLst>
          </p:cNvPr>
          <p:cNvSpPr>
            <a:spLocks/>
          </p:cNvSpPr>
          <p:nvPr/>
        </p:nvSpPr>
        <p:spPr>
          <a:xfrm>
            <a:off x="76390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8" name="data_8896">
            <a:extLst>
              <a:ext uri="{FF2B5EF4-FFF2-40B4-BE49-F238E27FC236}">
                <a16:creationId xmlns:a16="http://schemas.microsoft.com/office/drawing/2014/main" id="{CA6F1D40-13FC-4CA3-800E-02A10353674D}"/>
              </a:ext>
            </a:extLst>
          </p:cNvPr>
          <p:cNvSpPr>
            <a:spLocks/>
          </p:cNvSpPr>
          <p:nvPr/>
        </p:nvSpPr>
        <p:spPr>
          <a:xfrm>
            <a:off x="76687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09" name="data_8897">
            <a:extLst>
              <a:ext uri="{FF2B5EF4-FFF2-40B4-BE49-F238E27FC236}">
                <a16:creationId xmlns:a16="http://schemas.microsoft.com/office/drawing/2014/main" id="{B8F51260-1DC3-4FE3-AA92-B65D3074F3C3}"/>
              </a:ext>
            </a:extLst>
          </p:cNvPr>
          <p:cNvSpPr>
            <a:spLocks/>
          </p:cNvSpPr>
          <p:nvPr/>
        </p:nvSpPr>
        <p:spPr>
          <a:xfrm>
            <a:off x="7577394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0" name="data_8898">
            <a:extLst>
              <a:ext uri="{FF2B5EF4-FFF2-40B4-BE49-F238E27FC236}">
                <a16:creationId xmlns:a16="http://schemas.microsoft.com/office/drawing/2014/main" id="{BBB58E9E-43AA-4935-B219-4D22FDF70A28}"/>
              </a:ext>
            </a:extLst>
          </p:cNvPr>
          <p:cNvSpPr>
            <a:spLocks/>
          </p:cNvSpPr>
          <p:nvPr/>
        </p:nvSpPr>
        <p:spPr>
          <a:xfrm>
            <a:off x="76141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1" name="data_8899">
            <a:extLst>
              <a:ext uri="{FF2B5EF4-FFF2-40B4-BE49-F238E27FC236}">
                <a16:creationId xmlns:a16="http://schemas.microsoft.com/office/drawing/2014/main" id="{BAFD237A-CC76-40ED-8BD4-99DF5923E854}"/>
              </a:ext>
            </a:extLst>
          </p:cNvPr>
          <p:cNvSpPr>
            <a:spLocks/>
          </p:cNvSpPr>
          <p:nvPr/>
        </p:nvSpPr>
        <p:spPr>
          <a:xfrm>
            <a:off x="7660653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2" name="data_8900">
            <a:extLst>
              <a:ext uri="{FF2B5EF4-FFF2-40B4-BE49-F238E27FC236}">
                <a16:creationId xmlns:a16="http://schemas.microsoft.com/office/drawing/2014/main" id="{EF3E85E9-FE44-4D00-8B45-A868EE871CC1}"/>
              </a:ext>
            </a:extLst>
          </p:cNvPr>
          <p:cNvSpPr>
            <a:spLocks/>
          </p:cNvSpPr>
          <p:nvPr/>
        </p:nvSpPr>
        <p:spPr>
          <a:xfrm>
            <a:off x="7569446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3" name="data_8901">
            <a:extLst>
              <a:ext uri="{FF2B5EF4-FFF2-40B4-BE49-F238E27FC236}">
                <a16:creationId xmlns:a16="http://schemas.microsoft.com/office/drawing/2014/main" id="{C08D542A-BCFF-4364-A2A5-0A47C7E65491}"/>
              </a:ext>
            </a:extLst>
          </p:cNvPr>
          <p:cNvSpPr>
            <a:spLocks/>
          </p:cNvSpPr>
          <p:nvPr/>
        </p:nvSpPr>
        <p:spPr>
          <a:xfrm>
            <a:off x="75647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4" name="data_8902">
            <a:extLst>
              <a:ext uri="{FF2B5EF4-FFF2-40B4-BE49-F238E27FC236}">
                <a16:creationId xmlns:a16="http://schemas.microsoft.com/office/drawing/2014/main" id="{E8BB83A0-84DF-496E-9520-C8ECBFD3D561}"/>
              </a:ext>
            </a:extLst>
          </p:cNvPr>
          <p:cNvSpPr>
            <a:spLocks/>
          </p:cNvSpPr>
          <p:nvPr/>
        </p:nvSpPr>
        <p:spPr>
          <a:xfrm>
            <a:off x="7641760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5" name="data_8903">
            <a:extLst>
              <a:ext uri="{FF2B5EF4-FFF2-40B4-BE49-F238E27FC236}">
                <a16:creationId xmlns:a16="http://schemas.microsoft.com/office/drawing/2014/main" id="{E2F5EAB2-E0D2-4DD5-8E2C-013E6F6C5749}"/>
              </a:ext>
            </a:extLst>
          </p:cNvPr>
          <p:cNvSpPr>
            <a:spLocks/>
          </p:cNvSpPr>
          <p:nvPr/>
        </p:nvSpPr>
        <p:spPr>
          <a:xfrm>
            <a:off x="7679937" y="24517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6" name="data_8904">
            <a:extLst>
              <a:ext uri="{FF2B5EF4-FFF2-40B4-BE49-F238E27FC236}">
                <a16:creationId xmlns:a16="http://schemas.microsoft.com/office/drawing/2014/main" id="{5D833891-A7B8-4556-AB6D-623985D9ED5F}"/>
              </a:ext>
            </a:extLst>
          </p:cNvPr>
          <p:cNvSpPr>
            <a:spLocks/>
          </p:cNvSpPr>
          <p:nvPr/>
        </p:nvSpPr>
        <p:spPr>
          <a:xfrm>
            <a:off x="755902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7" name="data_8905">
            <a:extLst>
              <a:ext uri="{FF2B5EF4-FFF2-40B4-BE49-F238E27FC236}">
                <a16:creationId xmlns:a16="http://schemas.microsoft.com/office/drawing/2014/main" id="{DCA48E69-0247-42EA-9767-38EF9A6BB81A}"/>
              </a:ext>
            </a:extLst>
          </p:cNvPr>
          <p:cNvSpPr>
            <a:spLocks/>
          </p:cNvSpPr>
          <p:nvPr/>
        </p:nvSpPr>
        <p:spPr>
          <a:xfrm>
            <a:off x="76099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8" name="data_8906">
            <a:extLst>
              <a:ext uri="{FF2B5EF4-FFF2-40B4-BE49-F238E27FC236}">
                <a16:creationId xmlns:a16="http://schemas.microsoft.com/office/drawing/2014/main" id="{C8D981DE-A7C7-4985-AF81-1562C7F2AB6C}"/>
              </a:ext>
            </a:extLst>
          </p:cNvPr>
          <p:cNvSpPr>
            <a:spLocks/>
          </p:cNvSpPr>
          <p:nvPr/>
        </p:nvSpPr>
        <p:spPr>
          <a:xfrm>
            <a:off x="76517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19" name="data_8907">
            <a:extLst>
              <a:ext uri="{FF2B5EF4-FFF2-40B4-BE49-F238E27FC236}">
                <a16:creationId xmlns:a16="http://schemas.microsoft.com/office/drawing/2014/main" id="{0F2F358C-C10D-472C-B559-947751DFD257}"/>
              </a:ext>
            </a:extLst>
          </p:cNvPr>
          <p:cNvSpPr>
            <a:spLocks/>
          </p:cNvSpPr>
          <p:nvPr/>
        </p:nvSpPr>
        <p:spPr>
          <a:xfrm>
            <a:off x="76127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0" name="data_8908">
            <a:extLst>
              <a:ext uri="{FF2B5EF4-FFF2-40B4-BE49-F238E27FC236}">
                <a16:creationId xmlns:a16="http://schemas.microsoft.com/office/drawing/2014/main" id="{3EA739FE-1A76-4BE8-81FB-B7A7E5F1C500}"/>
              </a:ext>
            </a:extLst>
          </p:cNvPr>
          <p:cNvSpPr>
            <a:spLocks/>
          </p:cNvSpPr>
          <p:nvPr/>
        </p:nvSpPr>
        <p:spPr>
          <a:xfrm>
            <a:off x="759068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1" name="data_8909">
            <a:extLst>
              <a:ext uri="{FF2B5EF4-FFF2-40B4-BE49-F238E27FC236}">
                <a16:creationId xmlns:a16="http://schemas.microsoft.com/office/drawing/2014/main" id="{B9987278-AB24-4FE7-9BD2-18B713C126E9}"/>
              </a:ext>
            </a:extLst>
          </p:cNvPr>
          <p:cNvSpPr>
            <a:spLocks/>
          </p:cNvSpPr>
          <p:nvPr/>
        </p:nvSpPr>
        <p:spPr>
          <a:xfrm>
            <a:off x="764123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2" name="data_8910">
            <a:extLst>
              <a:ext uri="{FF2B5EF4-FFF2-40B4-BE49-F238E27FC236}">
                <a16:creationId xmlns:a16="http://schemas.microsoft.com/office/drawing/2014/main" id="{65AAFC00-434E-4392-9065-77EA1AA67A06}"/>
              </a:ext>
            </a:extLst>
          </p:cNvPr>
          <p:cNvSpPr>
            <a:spLocks/>
          </p:cNvSpPr>
          <p:nvPr/>
        </p:nvSpPr>
        <p:spPr>
          <a:xfrm>
            <a:off x="76370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3" name="data_8911">
            <a:extLst>
              <a:ext uri="{FF2B5EF4-FFF2-40B4-BE49-F238E27FC236}">
                <a16:creationId xmlns:a16="http://schemas.microsoft.com/office/drawing/2014/main" id="{FE136A7F-78D7-4F8A-9F55-735F06D28A2F}"/>
              </a:ext>
            </a:extLst>
          </p:cNvPr>
          <p:cNvSpPr>
            <a:spLocks/>
          </p:cNvSpPr>
          <p:nvPr/>
        </p:nvSpPr>
        <p:spPr>
          <a:xfrm>
            <a:off x="76213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4" name="data_8912">
            <a:extLst>
              <a:ext uri="{FF2B5EF4-FFF2-40B4-BE49-F238E27FC236}">
                <a16:creationId xmlns:a16="http://schemas.microsoft.com/office/drawing/2014/main" id="{CBA68B8A-E1F3-42AB-87EF-3B10BB00FF59}"/>
              </a:ext>
            </a:extLst>
          </p:cNvPr>
          <p:cNvSpPr>
            <a:spLocks/>
          </p:cNvSpPr>
          <p:nvPr/>
        </p:nvSpPr>
        <p:spPr>
          <a:xfrm>
            <a:off x="76339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5" name="data_8913">
            <a:extLst>
              <a:ext uri="{FF2B5EF4-FFF2-40B4-BE49-F238E27FC236}">
                <a16:creationId xmlns:a16="http://schemas.microsoft.com/office/drawing/2014/main" id="{00C017FC-FD57-4AD1-AA96-77D80EC92993}"/>
              </a:ext>
            </a:extLst>
          </p:cNvPr>
          <p:cNvSpPr>
            <a:spLocks/>
          </p:cNvSpPr>
          <p:nvPr/>
        </p:nvSpPr>
        <p:spPr>
          <a:xfrm>
            <a:off x="7596547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6" name="data_8914">
            <a:extLst>
              <a:ext uri="{FF2B5EF4-FFF2-40B4-BE49-F238E27FC236}">
                <a16:creationId xmlns:a16="http://schemas.microsoft.com/office/drawing/2014/main" id="{89176383-AFEF-4EAA-91AC-083B0A1B1625}"/>
              </a:ext>
            </a:extLst>
          </p:cNvPr>
          <p:cNvSpPr>
            <a:spLocks/>
          </p:cNvSpPr>
          <p:nvPr/>
        </p:nvSpPr>
        <p:spPr>
          <a:xfrm>
            <a:off x="762573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7" name="data_8915">
            <a:extLst>
              <a:ext uri="{FF2B5EF4-FFF2-40B4-BE49-F238E27FC236}">
                <a16:creationId xmlns:a16="http://schemas.microsoft.com/office/drawing/2014/main" id="{F12BC383-6723-4DD5-99C5-5FEF3E06079D}"/>
              </a:ext>
            </a:extLst>
          </p:cNvPr>
          <p:cNvSpPr>
            <a:spLocks/>
          </p:cNvSpPr>
          <p:nvPr/>
        </p:nvSpPr>
        <p:spPr>
          <a:xfrm>
            <a:off x="7597850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8" name="data_8916">
            <a:extLst>
              <a:ext uri="{FF2B5EF4-FFF2-40B4-BE49-F238E27FC236}">
                <a16:creationId xmlns:a16="http://schemas.microsoft.com/office/drawing/2014/main" id="{0F4AD170-501F-4DC5-BD83-918C550C5F37}"/>
              </a:ext>
            </a:extLst>
          </p:cNvPr>
          <p:cNvSpPr>
            <a:spLocks/>
          </p:cNvSpPr>
          <p:nvPr/>
        </p:nvSpPr>
        <p:spPr>
          <a:xfrm>
            <a:off x="7609317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29" name="data_8917">
            <a:extLst>
              <a:ext uri="{FF2B5EF4-FFF2-40B4-BE49-F238E27FC236}">
                <a16:creationId xmlns:a16="http://schemas.microsoft.com/office/drawing/2014/main" id="{F79C7FDC-3495-407C-8573-D97C061C82ED}"/>
              </a:ext>
            </a:extLst>
          </p:cNvPr>
          <p:cNvSpPr>
            <a:spLocks/>
          </p:cNvSpPr>
          <p:nvPr/>
        </p:nvSpPr>
        <p:spPr>
          <a:xfrm>
            <a:off x="7665605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0" name="data_8918">
            <a:extLst>
              <a:ext uri="{FF2B5EF4-FFF2-40B4-BE49-F238E27FC236}">
                <a16:creationId xmlns:a16="http://schemas.microsoft.com/office/drawing/2014/main" id="{2CAD7473-3021-4BD4-98CC-0D535FA2659E}"/>
              </a:ext>
            </a:extLst>
          </p:cNvPr>
          <p:cNvSpPr>
            <a:spLocks/>
          </p:cNvSpPr>
          <p:nvPr/>
        </p:nvSpPr>
        <p:spPr>
          <a:xfrm>
            <a:off x="75733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1" name="data_8919">
            <a:extLst>
              <a:ext uri="{FF2B5EF4-FFF2-40B4-BE49-F238E27FC236}">
                <a16:creationId xmlns:a16="http://schemas.microsoft.com/office/drawing/2014/main" id="{3CC64E32-421F-4D8A-8681-581DFBEE87B3}"/>
              </a:ext>
            </a:extLst>
          </p:cNvPr>
          <p:cNvSpPr>
            <a:spLocks/>
          </p:cNvSpPr>
          <p:nvPr/>
        </p:nvSpPr>
        <p:spPr>
          <a:xfrm>
            <a:off x="75793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2" name="data_8920">
            <a:extLst>
              <a:ext uri="{FF2B5EF4-FFF2-40B4-BE49-F238E27FC236}">
                <a16:creationId xmlns:a16="http://schemas.microsoft.com/office/drawing/2014/main" id="{0BB20F5B-8234-4162-B621-AD785085C546}"/>
              </a:ext>
            </a:extLst>
          </p:cNvPr>
          <p:cNvSpPr>
            <a:spLocks/>
          </p:cNvSpPr>
          <p:nvPr/>
        </p:nvSpPr>
        <p:spPr>
          <a:xfrm>
            <a:off x="76335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3" name="data_8921">
            <a:extLst>
              <a:ext uri="{FF2B5EF4-FFF2-40B4-BE49-F238E27FC236}">
                <a16:creationId xmlns:a16="http://schemas.microsoft.com/office/drawing/2014/main" id="{50820A57-B5B0-45DB-9B75-98E168F4E23B}"/>
              </a:ext>
            </a:extLst>
          </p:cNvPr>
          <p:cNvSpPr>
            <a:spLocks/>
          </p:cNvSpPr>
          <p:nvPr/>
        </p:nvSpPr>
        <p:spPr>
          <a:xfrm>
            <a:off x="76323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4" name="data_8922">
            <a:extLst>
              <a:ext uri="{FF2B5EF4-FFF2-40B4-BE49-F238E27FC236}">
                <a16:creationId xmlns:a16="http://schemas.microsoft.com/office/drawing/2014/main" id="{7E1191B2-E705-4E57-B4AD-6E271CFFB5AB}"/>
              </a:ext>
            </a:extLst>
          </p:cNvPr>
          <p:cNvSpPr>
            <a:spLocks/>
          </p:cNvSpPr>
          <p:nvPr/>
        </p:nvSpPr>
        <p:spPr>
          <a:xfrm>
            <a:off x="767472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5" name="data_8923">
            <a:extLst>
              <a:ext uri="{FF2B5EF4-FFF2-40B4-BE49-F238E27FC236}">
                <a16:creationId xmlns:a16="http://schemas.microsoft.com/office/drawing/2014/main" id="{982E2017-D215-48FA-980E-C2F287D5D078}"/>
              </a:ext>
            </a:extLst>
          </p:cNvPr>
          <p:cNvSpPr>
            <a:spLocks/>
          </p:cNvSpPr>
          <p:nvPr/>
        </p:nvSpPr>
        <p:spPr>
          <a:xfrm>
            <a:off x="7655051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6" name="data_8924">
            <a:extLst>
              <a:ext uri="{FF2B5EF4-FFF2-40B4-BE49-F238E27FC236}">
                <a16:creationId xmlns:a16="http://schemas.microsoft.com/office/drawing/2014/main" id="{35072611-64F1-4082-BFBB-BD8C9C490451}"/>
              </a:ext>
            </a:extLst>
          </p:cNvPr>
          <p:cNvSpPr>
            <a:spLocks/>
          </p:cNvSpPr>
          <p:nvPr/>
        </p:nvSpPr>
        <p:spPr>
          <a:xfrm>
            <a:off x="757465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7" name="data_8925">
            <a:extLst>
              <a:ext uri="{FF2B5EF4-FFF2-40B4-BE49-F238E27FC236}">
                <a16:creationId xmlns:a16="http://schemas.microsoft.com/office/drawing/2014/main" id="{2538C1E7-260E-405D-8D49-FAD5C9CCCEEA}"/>
              </a:ext>
            </a:extLst>
          </p:cNvPr>
          <p:cNvSpPr>
            <a:spLocks/>
          </p:cNvSpPr>
          <p:nvPr/>
        </p:nvSpPr>
        <p:spPr>
          <a:xfrm>
            <a:off x="75935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8" name="data_8926">
            <a:extLst>
              <a:ext uri="{FF2B5EF4-FFF2-40B4-BE49-F238E27FC236}">
                <a16:creationId xmlns:a16="http://schemas.microsoft.com/office/drawing/2014/main" id="{E11C7AF5-E04B-4B8D-BF49-90F5B2EA0E50}"/>
              </a:ext>
            </a:extLst>
          </p:cNvPr>
          <p:cNvSpPr>
            <a:spLocks/>
          </p:cNvSpPr>
          <p:nvPr/>
        </p:nvSpPr>
        <p:spPr>
          <a:xfrm>
            <a:off x="76452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39" name="data_8927">
            <a:extLst>
              <a:ext uri="{FF2B5EF4-FFF2-40B4-BE49-F238E27FC236}">
                <a16:creationId xmlns:a16="http://schemas.microsoft.com/office/drawing/2014/main" id="{CD89BA61-0633-4BF3-A8C8-07F922D32ED9}"/>
              </a:ext>
            </a:extLst>
          </p:cNvPr>
          <p:cNvSpPr>
            <a:spLocks/>
          </p:cNvSpPr>
          <p:nvPr/>
        </p:nvSpPr>
        <p:spPr>
          <a:xfrm>
            <a:off x="756710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0" name="data_8928">
            <a:extLst>
              <a:ext uri="{FF2B5EF4-FFF2-40B4-BE49-F238E27FC236}">
                <a16:creationId xmlns:a16="http://schemas.microsoft.com/office/drawing/2014/main" id="{85B50FBE-6920-425A-9718-69636C33E32B}"/>
              </a:ext>
            </a:extLst>
          </p:cNvPr>
          <p:cNvSpPr>
            <a:spLocks/>
          </p:cNvSpPr>
          <p:nvPr/>
        </p:nvSpPr>
        <p:spPr>
          <a:xfrm>
            <a:off x="765765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1" name="data_8929">
            <a:extLst>
              <a:ext uri="{FF2B5EF4-FFF2-40B4-BE49-F238E27FC236}">
                <a16:creationId xmlns:a16="http://schemas.microsoft.com/office/drawing/2014/main" id="{F52CC8A9-BC90-47E8-BBBB-C7AAD1EE64F1}"/>
              </a:ext>
            </a:extLst>
          </p:cNvPr>
          <p:cNvSpPr>
            <a:spLocks/>
          </p:cNvSpPr>
          <p:nvPr/>
        </p:nvSpPr>
        <p:spPr>
          <a:xfrm>
            <a:off x="76620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2" name="data_8930">
            <a:extLst>
              <a:ext uri="{FF2B5EF4-FFF2-40B4-BE49-F238E27FC236}">
                <a16:creationId xmlns:a16="http://schemas.microsoft.com/office/drawing/2014/main" id="{5FE8B926-020F-403D-BEAF-B3586BA49DA4}"/>
              </a:ext>
            </a:extLst>
          </p:cNvPr>
          <p:cNvSpPr>
            <a:spLocks/>
          </p:cNvSpPr>
          <p:nvPr/>
        </p:nvSpPr>
        <p:spPr>
          <a:xfrm>
            <a:off x="764827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3" name="data_8931">
            <a:extLst>
              <a:ext uri="{FF2B5EF4-FFF2-40B4-BE49-F238E27FC236}">
                <a16:creationId xmlns:a16="http://schemas.microsoft.com/office/drawing/2014/main" id="{834E96CB-C42E-4A42-B587-CD28160151F9}"/>
              </a:ext>
            </a:extLst>
          </p:cNvPr>
          <p:cNvSpPr>
            <a:spLocks/>
          </p:cNvSpPr>
          <p:nvPr/>
        </p:nvSpPr>
        <p:spPr>
          <a:xfrm>
            <a:off x="7647103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4" name="data_8932">
            <a:extLst>
              <a:ext uri="{FF2B5EF4-FFF2-40B4-BE49-F238E27FC236}">
                <a16:creationId xmlns:a16="http://schemas.microsoft.com/office/drawing/2014/main" id="{074A2B8A-717C-4EAD-9382-770E35D9B4EE}"/>
              </a:ext>
            </a:extLst>
          </p:cNvPr>
          <p:cNvSpPr>
            <a:spLocks/>
          </p:cNvSpPr>
          <p:nvPr/>
        </p:nvSpPr>
        <p:spPr>
          <a:xfrm>
            <a:off x="76527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5" name="data_8933">
            <a:extLst>
              <a:ext uri="{FF2B5EF4-FFF2-40B4-BE49-F238E27FC236}">
                <a16:creationId xmlns:a16="http://schemas.microsoft.com/office/drawing/2014/main" id="{40347079-4E6A-4B17-8E3C-26F1CA113877}"/>
              </a:ext>
            </a:extLst>
          </p:cNvPr>
          <p:cNvSpPr>
            <a:spLocks/>
          </p:cNvSpPr>
          <p:nvPr/>
        </p:nvSpPr>
        <p:spPr>
          <a:xfrm>
            <a:off x="7628079" y="385109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6" name="data_8934">
            <a:extLst>
              <a:ext uri="{FF2B5EF4-FFF2-40B4-BE49-F238E27FC236}">
                <a16:creationId xmlns:a16="http://schemas.microsoft.com/office/drawing/2014/main" id="{9E24B5FF-C677-4DA3-9392-0DCCAFB62BF8}"/>
              </a:ext>
            </a:extLst>
          </p:cNvPr>
          <p:cNvSpPr>
            <a:spLocks/>
          </p:cNvSpPr>
          <p:nvPr/>
        </p:nvSpPr>
        <p:spPr>
          <a:xfrm>
            <a:off x="75604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7" name="data_8935">
            <a:extLst>
              <a:ext uri="{FF2B5EF4-FFF2-40B4-BE49-F238E27FC236}">
                <a16:creationId xmlns:a16="http://schemas.microsoft.com/office/drawing/2014/main" id="{5A2FE62B-B4C8-48DD-99D3-9B3F94973D43}"/>
              </a:ext>
            </a:extLst>
          </p:cNvPr>
          <p:cNvSpPr>
            <a:spLocks/>
          </p:cNvSpPr>
          <p:nvPr/>
        </p:nvSpPr>
        <p:spPr>
          <a:xfrm>
            <a:off x="76278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8" name="data_8936">
            <a:extLst>
              <a:ext uri="{FF2B5EF4-FFF2-40B4-BE49-F238E27FC236}">
                <a16:creationId xmlns:a16="http://schemas.microsoft.com/office/drawing/2014/main" id="{92A18AF7-8D21-4C98-A16D-0A58785A54EF}"/>
              </a:ext>
            </a:extLst>
          </p:cNvPr>
          <p:cNvSpPr>
            <a:spLocks/>
          </p:cNvSpPr>
          <p:nvPr/>
        </p:nvSpPr>
        <p:spPr>
          <a:xfrm>
            <a:off x="75776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49" name="data_8937">
            <a:extLst>
              <a:ext uri="{FF2B5EF4-FFF2-40B4-BE49-F238E27FC236}">
                <a16:creationId xmlns:a16="http://schemas.microsoft.com/office/drawing/2014/main" id="{B085133D-9CB1-4EAF-9A56-2ECCE74C7E40}"/>
              </a:ext>
            </a:extLst>
          </p:cNvPr>
          <p:cNvSpPr>
            <a:spLocks/>
          </p:cNvSpPr>
          <p:nvPr/>
        </p:nvSpPr>
        <p:spPr>
          <a:xfrm>
            <a:off x="7647624" y="3825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0" name="data_8938">
            <a:extLst>
              <a:ext uri="{FF2B5EF4-FFF2-40B4-BE49-F238E27FC236}">
                <a16:creationId xmlns:a16="http://schemas.microsoft.com/office/drawing/2014/main" id="{4BCE9CFF-B3AA-49E7-B394-AF769CA259BE}"/>
              </a:ext>
            </a:extLst>
          </p:cNvPr>
          <p:cNvSpPr>
            <a:spLocks/>
          </p:cNvSpPr>
          <p:nvPr/>
        </p:nvSpPr>
        <p:spPr>
          <a:xfrm>
            <a:off x="7664823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1" name="data_8939">
            <a:extLst>
              <a:ext uri="{FF2B5EF4-FFF2-40B4-BE49-F238E27FC236}">
                <a16:creationId xmlns:a16="http://schemas.microsoft.com/office/drawing/2014/main" id="{B164478B-2696-48FF-B1F1-6EEC080C487E}"/>
              </a:ext>
            </a:extLst>
          </p:cNvPr>
          <p:cNvSpPr>
            <a:spLocks/>
          </p:cNvSpPr>
          <p:nvPr/>
        </p:nvSpPr>
        <p:spPr>
          <a:xfrm>
            <a:off x="75755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2" name="data_8940">
            <a:extLst>
              <a:ext uri="{FF2B5EF4-FFF2-40B4-BE49-F238E27FC236}">
                <a16:creationId xmlns:a16="http://schemas.microsoft.com/office/drawing/2014/main" id="{017BB1FF-0689-44C6-9D5E-58336ACE8366}"/>
              </a:ext>
            </a:extLst>
          </p:cNvPr>
          <p:cNvSpPr>
            <a:spLocks/>
          </p:cNvSpPr>
          <p:nvPr/>
        </p:nvSpPr>
        <p:spPr>
          <a:xfrm>
            <a:off x="7648796" y="321038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3" name="data_8941">
            <a:extLst>
              <a:ext uri="{FF2B5EF4-FFF2-40B4-BE49-F238E27FC236}">
                <a16:creationId xmlns:a16="http://schemas.microsoft.com/office/drawing/2014/main" id="{BC03F867-9CFF-4DFF-82E1-AD11A365BAF2}"/>
              </a:ext>
            </a:extLst>
          </p:cNvPr>
          <p:cNvSpPr>
            <a:spLocks/>
          </p:cNvSpPr>
          <p:nvPr/>
        </p:nvSpPr>
        <p:spPr>
          <a:xfrm>
            <a:off x="758208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4" name="data_8942">
            <a:extLst>
              <a:ext uri="{FF2B5EF4-FFF2-40B4-BE49-F238E27FC236}">
                <a16:creationId xmlns:a16="http://schemas.microsoft.com/office/drawing/2014/main" id="{8C3BC45F-0055-447D-ABD1-D6BAFB9735E9}"/>
              </a:ext>
            </a:extLst>
          </p:cNvPr>
          <p:cNvSpPr>
            <a:spLocks/>
          </p:cNvSpPr>
          <p:nvPr/>
        </p:nvSpPr>
        <p:spPr>
          <a:xfrm>
            <a:off x="75878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5" name="data_8943">
            <a:extLst>
              <a:ext uri="{FF2B5EF4-FFF2-40B4-BE49-F238E27FC236}">
                <a16:creationId xmlns:a16="http://schemas.microsoft.com/office/drawing/2014/main" id="{D8A86993-3A34-4BE7-8AD4-1592587A6CB1}"/>
              </a:ext>
            </a:extLst>
          </p:cNvPr>
          <p:cNvSpPr>
            <a:spLocks/>
          </p:cNvSpPr>
          <p:nvPr/>
        </p:nvSpPr>
        <p:spPr>
          <a:xfrm>
            <a:off x="75723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6" name="data_8944">
            <a:extLst>
              <a:ext uri="{FF2B5EF4-FFF2-40B4-BE49-F238E27FC236}">
                <a16:creationId xmlns:a16="http://schemas.microsoft.com/office/drawing/2014/main" id="{F6B38603-8BFA-46E3-95AE-7F1BE8F1BCF3}"/>
              </a:ext>
            </a:extLst>
          </p:cNvPr>
          <p:cNvSpPr>
            <a:spLocks/>
          </p:cNvSpPr>
          <p:nvPr/>
        </p:nvSpPr>
        <p:spPr>
          <a:xfrm>
            <a:off x="7647363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7" name="data_8945">
            <a:extLst>
              <a:ext uri="{FF2B5EF4-FFF2-40B4-BE49-F238E27FC236}">
                <a16:creationId xmlns:a16="http://schemas.microsoft.com/office/drawing/2014/main" id="{0010945C-ED08-4407-8ABF-C3FEC4DF1FCC}"/>
              </a:ext>
            </a:extLst>
          </p:cNvPr>
          <p:cNvSpPr>
            <a:spLocks/>
          </p:cNvSpPr>
          <p:nvPr/>
        </p:nvSpPr>
        <p:spPr>
          <a:xfrm>
            <a:off x="7680980" y="256602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8" name="data_8946">
            <a:extLst>
              <a:ext uri="{FF2B5EF4-FFF2-40B4-BE49-F238E27FC236}">
                <a16:creationId xmlns:a16="http://schemas.microsoft.com/office/drawing/2014/main" id="{6CAA056E-4706-4824-9F8D-B14B2C2C19F3}"/>
              </a:ext>
            </a:extLst>
          </p:cNvPr>
          <p:cNvSpPr>
            <a:spLocks/>
          </p:cNvSpPr>
          <p:nvPr/>
        </p:nvSpPr>
        <p:spPr>
          <a:xfrm>
            <a:off x="7686582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59" name="data_8947">
            <a:extLst>
              <a:ext uri="{FF2B5EF4-FFF2-40B4-BE49-F238E27FC236}">
                <a16:creationId xmlns:a16="http://schemas.microsoft.com/office/drawing/2014/main" id="{A810B4AA-1B45-4488-B1B3-077FE24E5286}"/>
              </a:ext>
            </a:extLst>
          </p:cNvPr>
          <p:cNvSpPr>
            <a:spLocks/>
          </p:cNvSpPr>
          <p:nvPr/>
        </p:nvSpPr>
        <p:spPr>
          <a:xfrm>
            <a:off x="760605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0" name="data_8948">
            <a:extLst>
              <a:ext uri="{FF2B5EF4-FFF2-40B4-BE49-F238E27FC236}">
                <a16:creationId xmlns:a16="http://schemas.microsoft.com/office/drawing/2014/main" id="{D2898DCC-29C3-4032-83DE-E59B9AF8F3EC}"/>
              </a:ext>
            </a:extLst>
          </p:cNvPr>
          <p:cNvSpPr>
            <a:spLocks/>
          </p:cNvSpPr>
          <p:nvPr/>
        </p:nvSpPr>
        <p:spPr>
          <a:xfrm>
            <a:off x="765387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1" name="data_8949">
            <a:extLst>
              <a:ext uri="{FF2B5EF4-FFF2-40B4-BE49-F238E27FC236}">
                <a16:creationId xmlns:a16="http://schemas.microsoft.com/office/drawing/2014/main" id="{243726EA-49DB-478C-9E1A-7FB46ABD3E74}"/>
              </a:ext>
            </a:extLst>
          </p:cNvPr>
          <p:cNvSpPr>
            <a:spLocks/>
          </p:cNvSpPr>
          <p:nvPr/>
        </p:nvSpPr>
        <p:spPr>
          <a:xfrm>
            <a:off x="76791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2" name="data_8950">
            <a:extLst>
              <a:ext uri="{FF2B5EF4-FFF2-40B4-BE49-F238E27FC236}">
                <a16:creationId xmlns:a16="http://schemas.microsoft.com/office/drawing/2014/main" id="{F268BAA0-20A8-4FA5-B06D-6B3049B06EDB}"/>
              </a:ext>
            </a:extLst>
          </p:cNvPr>
          <p:cNvSpPr>
            <a:spLocks/>
          </p:cNvSpPr>
          <p:nvPr/>
        </p:nvSpPr>
        <p:spPr>
          <a:xfrm>
            <a:off x="766378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3" name="data_8951">
            <a:extLst>
              <a:ext uri="{FF2B5EF4-FFF2-40B4-BE49-F238E27FC236}">
                <a16:creationId xmlns:a16="http://schemas.microsoft.com/office/drawing/2014/main" id="{C7CDAF8D-D161-4AB9-A357-DE562A3923E0}"/>
              </a:ext>
            </a:extLst>
          </p:cNvPr>
          <p:cNvSpPr>
            <a:spLocks/>
          </p:cNvSpPr>
          <p:nvPr/>
        </p:nvSpPr>
        <p:spPr>
          <a:xfrm>
            <a:off x="764996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4" name="data_8952">
            <a:extLst>
              <a:ext uri="{FF2B5EF4-FFF2-40B4-BE49-F238E27FC236}">
                <a16:creationId xmlns:a16="http://schemas.microsoft.com/office/drawing/2014/main" id="{7B5BC788-8B0F-4080-A323-D2A2B5DBB79A}"/>
              </a:ext>
            </a:extLst>
          </p:cNvPr>
          <p:cNvSpPr>
            <a:spLocks/>
          </p:cNvSpPr>
          <p:nvPr/>
        </p:nvSpPr>
        <p:spPr>
          <a:xfrm>
            <a:off x="76180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5" name="data_8953">
            <a:extLst>
              <a:ext uri="{FF2B5EF4-FFF2-40B4-BE49-F238E27FC236}">
                <a16:creationId xmlns:a16="http://schemas.microsoft.com/office/drawing/2014/main" id="{70FF142C-D92D-4B68-8F10-49E71AC09726}"/>
              </a:ext>
            </a:extLst>
          </p:cNvPr>
          <p:cNvSpPr>
            <a:spLocks/>
          </p:cNvSpPr>
          <p:nvPr/>
        </p:nvSpPr>
        <p:spPr>
          <a:xfrm>
            <a:off x="7614137" y="300832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6" name="data_8954">
            <a:extLst>
              <a:ext uri="{FF2B5EF4-FFF2-40B4-BE49-F238E27FC236}">
                <a16:creationId xmlns:a16="http://schemas.microsoft.com/office/drawing/2014/main" id="{0C78E6B7-2E46-427C-A8A6-22EA3B3DE168}"/>
              </a:ext>
            </a:extLst>
          </p:cNvPr>
          <p:cNvSpPr>
            <a:spLocks/>
          </p:cNvSpPr>
          <p:nvPr/>
        </p:nvSpPr>
        <p:spPr>
          <a:xfrm>
            <a:off x="75707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7" name="data_8955">
            <a:extLst>
              <a:ext uri="{FF2B5EF4-FFF2-40B4-BE49-F238E27FC236}">
                <a16:creationId xmlns:a16="http://schemas.microsoft.com/office/drawing/2014/main" id="{A763D729-102D-4ACC-BCB8-3C7ECF2CCF5E}"/>
              </a:ext>
            </a:extLst>
          </p:cNvPr>
          <p:cNvSpPr>
            <a:spLocks/>
          </p:cNvSpPr>
          <p:nvPr/>
        </p:nvSpPr>
        <p:spPr>
          <a:xfrm>
            <a:off x="767954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8" name="data_8956">
            <a:extLst>
              <a:ext uri="{FF2B5EF4-FFF2-40B4-BE49-F238E27FC236}">
                <a16:creationId xmlns:a16="http://schemas.microsoft.com/office/drawing/2014/main" id="{8F6BDA55-74F9-4C0F-9060-A2A421F13D1E}"/>
              </a:ext>
            </a:extLst>
          </p:cNvPr>
          <p:cNvSpPr>
            <a:spLocks/>
          </p:cNvSpPr>
          <p:nvPr/>
        </p:nvSpPr>
        <p:spPr>
          <a:xfrm>
            <a:off x="766573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69" name="data_8957">
            <a:extLst>
              <a:ext uri="{FF2B5EF4-FFF2-40B4-BE49-F238E27FC236}">
                <a16:creationId xmlns:a16="http://schemas.microsoft.com/office/drawing/2014/main" id="{47F42992-8BDE-4BCF-8A73-039D818B43FA}"/>
              </a:ext>
            </a:extLst>
          </p:cNvPr>
          <p:cNvSpPr>
            <a:spLocks/>
          </p:cNvSpPr>
          <p:nvPr/>
        </p:nvSpPr>
        <p:spPr>
          <a:xfrm>
            <a:off x="76460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0" name="data_8958">
            <a:extLst>
              <a:ext uri="{FF2B5EF4-FFF2-40B4-BE49-F238E27FC236}">
                <a16:creationId xmlns:a16="http://schemas.microsoft.com/office/drawing/2014/main" id="{1C10D174-AC7E-49A7-80D3-E28C4B580B40}"/>
              </a:ext>
            </a:extLst>
          </p:cNvPr>
          <p:cNvSpPr>
            <a:spLocks/>
          </p:cNvSpPr>
          <p:nvPr/>
        </p:nvSpPr>
        <p:spPr>
          <a:xfrm>
            <a:off x="75661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1" name="data_8959">
            <a:extLst>
              <a:ext uri="{FF2B5EF4-FFF2-40B4-BE49-F238E27FC236}">
                <a16:creationId xmlns:a16="http://schemas.microsoft.com/office/drawing/2014/main" id="{E65549C7-BC00-499D-8CFA-8C439E553E75}"/>
              </a:ext>
            </a:extLst>
          </p:cNvPr>
          <p:cNvSpPr>
            <a:spLocks/>
          </p:cNvSpPr>
          <p:nvPr/>
        </p:nvSpPr>
        <p:spPr>
          <a:xfrm>
            <a:off x="7578827" y="39029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2" name="data_8960">
            <a:extLst>
              <a:ext uri="{FF2B5EF4-FFF2-40B4-BE49-F238E27FC236}">
                <a16:creationId xmlns:a16="http://schemas.microsoft.com/office/drawing/2014/main" id="{EB184FD3-C557-4068-A9A5-41757DCEFBE3}"/>
              </a:ext>
            </a:extLst>
          </p:cNvPr>
          <p:cNvSpPr>
            <a:spLocks/>
          </p:cNvSpPr>
          <p:nvPr/>
        </p:nvSpPr>
        <p:spPr>
          <a:xfrm>
            <a:off x="75914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3" name="data_8961">
            <a:extLst>
              <a:ext uri="{FF2B5EF4-FFF2-40B4-BE49-F238E27FC236}">
                <a16:creationId xmlns:a16="http://schemas.microsoft.com/office/drawing/2014/main" id="{64BEE364-5D18-471A-86BA-DE7B3AFD591A}"/>
              </a:ext>
            </a:extLst>
          </p:cNvPr>
          <p:cNvSpPr>
            <a:spLocks/>
          </p:cNvSpPr>
          <p:nvPr/>
        </p:nvSpPr>
        <p:spPr>
          <a:xfrm>
            <a:off x="76473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4" name="data_8962">
            <a:extLst>
              <a:ext uri="{FF2B5EF4-FFF2-40B4-BE49-F238E27FC236}">
                <a16:creationId xmlns:a16="http://schemas.microsoft.com/office/drawing/2014/main" id="{0EC5DBAC-9B62-48F6-9A36-D6976D64E522}"/>
              </a:ext>
            </a:extLst>
          </p:cNvPr>
          <p:cNvSpPr>
            <a:spLocks/>
          </p:cNvSpPr>
          <p:nvPr/>
        </p:nvSpPr>
        <p:spPr>
          <a:xfrm>
            <a:off x="763420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5" name="data_8963">
            <a:extLst>
              <a:ext uri="{FF2B5EF4-FFF2-40B4-BE49-F238E27FC236}">
                <a16:creationId xmlns:a16="http://schemas.microsoft.com/office/drawing/2014/main" id="{304B9F07-B90A-46BE-9D7D-C8E78A6F8E0F}"/>
              </a:ext>
            </a:extLst>
          </p:cNvPr>
          <p:cNvSpPr>
            <a:spLocks/>
          </p:cNvSpPr>
          <p:nvPr/>
        </p:nvSpPr>
        <p:spPr>
          <a:xfrm>
            <a:off x="758430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6" name="data_8964">
            <a:extLst>
              <a:ext uri="{FF2B5EF4-FFF2-40B4-BE49-F238E27FC236}">
                <a16:creationId xmlns:a16="http://schemas.microsoft.com/office/drawing/2014/main" id="{D7D5AAF2-FC9A-410E-B540-358F0A0745AE}"/>
              </a:ext>
            </a:extLst>
          </p:cNvPr>
          <p:cNvSpPr>
            <a:spLocks/>
          </p:cNvSpPr>
          <p:nvPr/>
        </p:nvSpPr>
        <p:spPr>
          <a:xfrm>
            <a:off x="76078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7" name="data_8965">
            <a:extLst>
              <a:ext uri="{FF2B5EF4-FFF2-40B4-BE49-F238E27FC236}">
                <a16:creationId xmlns:a16="http://schemas.microsoft.com/office/drawing/2014/main" id="{AE46ABCB-62D1-4F7E-BFA0-8527E71C0DDF}"/>
              </a:ext>
            </a:extLst>
          </p:cNvPr>
          <p:cNvSpPr>
            <a:spLocks/>
          </p:cNvSpPr>
          <p:nvPr/>
        </p:nvSpPr>
        <p:spPr>
          <a:xfrm>
            <a:off x="7561758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8" name="data_8966">
            <a:extLst>
              <a:ext uri="{FF2B5EF4-FFF2-40B4-BE49-F238E27FC236}">
                <a16:creationId xmlns:a16="http://schemas.microsoft.com/office/drawing/2014/main" id="{13818C71-A58E-476D-8FDD-74AEDB041E03}"/>
              </a:ext>
            </a:extLst>
          </p:cNvPr>
          <p:cNvSpPr>
            <a:spLocks/>
          </p:cNvSpPr>
          <p:nvPr/>
        </p:nvSpPr>
        <p:spPr>
          <a:xfrm>
            <a:off x="827319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79" name="data_8967">
            <a:extLst>
              <a:ext uri="{FF2B5EF4-FFF2-40B4-BE49-F238E27FC236}">
                <a16:creationId xmlns:a16="http://schemas.microsoft.com/office/drawing/2014/main" id="{D8D63D22-0E10-4B7C-9DF0-D629C535EAAE}"/>
              </a:ext>
            </a:extLst>
          </p:cNvPr>
          <p:cNvSpPr>
            <a:spLocks/>
          </p:cNvSpPr>
          <p:nvPr/>
        </p:nvSpPr>
        <p:spPr>
          <a:xfrm>
            <a:off x="8248174" y="344389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0" name="data_8968">
            <a:extLst>
              <a:ext uri="{FF2B5EF4-FFF2-40B4-BE49-F238E27FC236}">
                <a16:creationId xmlns:a16="http://schemas.microsoft.com/office/drawing/2014/main" id="{6E20DFB6-9AE8-4A3D-9722-3D09BB943086}"/>
              </a:ext>
            </a:extLst>
          </p:cNvPr>
          <p:cNvSpPr>
            <a:spLocks/>
          </p:cNvSpPr>
          <p:nvPr/>
        </p:nvSpPr>
        <p:spPr>
          <a:xfrm>
            <a:off x="826850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1" name="data_8969">
            <a:extLst>
              <a:ext uri="{FF2B5EF4-FFF2-40B4-BE49-F238E27FC236}">
                <a16:creationId xmlns:a16="http://schemas.microsoft.com/office/drawing/2014/main" id="{57174D91-0028-4E3F-BE95-9370A5597D1B}"/>
              </a:ext>
            </a:extLst>
          </p:cNvPr>
          <p:cNvSpPr>
            <a:spLocks/>
          </p:cNvSpPr>
          <p:nvPr/>
        </p:nvSpPr>
        <p:spPr>
          <a:xfrm>
            <a:off x="8267979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2" name="data_8970">
            <a:extLst>
              <a:ext uri="{FF2B5EF4-FFF2-40B4-BE49-F238E27FC236}">
                <a16:creationId xmlns:a16="http://schemas.microsoft.com/office/drawing/2014/main" id="{7858BDC9-286B-4987-A0DD-0179BA7F18C7}"/>
              </a:ext>
            </a:extLst>
          </p:cNvPr>
          <p:cNvSpPr>
            <a:spLocks/>
          </p:cNvSpPr>
          <p:nvPr/>
        </p:nvSpPr>
        <p:spPr>
          <a:xfrm>
            <a:off x="829012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3" name="data_8971">
            <a:extLst>
              <a:ext uri="{FF2B5EF4-FFF2-40B4-BE49-F238E27FC236}">
                <a16:creationId xmlns:a16="http://schemas.microsoft.com/office/drawing/2014/main" id="{331BDD0C-6BE0-41F7-BAEB-146196C33B8A}"/>
              </a:ext>
            </a:extLst>
          </p:cNvPr>
          <p:cNvSpPr>
            <a:spLocks/>
          </p:cNvSpPr>
          <p:nvPr/>
        </p:nvSpPr>
        <p:spPr>
          <a:xfrm>
            <a:off x="83280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4" name="data_8972">
            <a:extLst>
              <a:ext uri="{FF2B5EF4-FFF2-40B4-BE49-F238E27FC236}">
                <a16:creationId xmlns:a16="http://schemas.microsoft.com/office/drawing/2014/main" id="{D66520DF-F1D2-4C55-80AD-687BE49EA7C0}"/>
              </a:ext>
            </a:extLst>
          </p:cNvPr>
          <p:cNvSpPr>
            <a:spLocks/>
          </p:cNvSpPr>
          <p:nvPr/>
        </p:nvSpPr>
        <p:spPr>
          <a:xfrm>
            <a:off x="83518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5" name="data_8973">
            <a:extLst>
              <a:ext uri="{FF2B5EF4-FFF2-40B4-BE49-F238E27FC236}">
                <a16:creationId xmlns:a16="http://schemas.microsoft.com/office/drawing/2014/main" id="{7AEA3938-6CCC-4BDD-9B52-9E293B648C9D}"/>
              </a:ext>
            </a:extLst>
          </p:cNvPr>
          <p:cNvSpPr>
            <a:spLocks/>
          </p:cNvSpPr>
          <p:nvPr/>
        </p:nvSpPr>
        <p:spPr>
          <a:xfrm>
            <a:off x="8255079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6" name="data_8974">
            <a:extLst>
              <a:ext uri="{FF2B5EF4-FFF2-40B4-BE49-F238E27FC236}">
                <a16:creationId xmlns:a16="http://schemas.microsoft.com/office/drawing/2014/main" id="{81F04006-0A55-4888-8B0F-147AFA13EE26}"/>
              </a:ext>
            </a:extLst>
          </p:cNvPr>
          <p:cNvSpPr>
            <a:spLocks/>
          </p:cNvSpPr>
          <p:nvPr/>
        </p:nvSpPr>
        <p:spPr>
          <a:xfrm>
            <a:off x="831462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7" name="data_8975">
            <a:extLst>
              <a:ext uri="{FF2B5EF4-FFF2-40B4-BE49-F238E27FC236}">
                <a16:creationId xmlns:a16="http://schemas.microsoft.com/office/drawing/2014/main" id="{5D8536E8-23D8-4308-ADEB-8F6951EE2AFF}"/>
              </a:ext>
            </a:extLst>
          </p:cNvPr>
          <p:cNvSpPr>
            <a:spLocks/>
          </p:cNvSpPr>
          <p:nvPr/>
        </p:nvSpPr>
        <p:spPr>
          <a:xfrm>
            <a:off x="82554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8" name="data_8976">
            <a:extLst>
              <a:ext uri="{FF2B5EF4-FFF2-40B4-BE49-F238E27FC236}">
                <a16:creationId xmlns:a16="http://schemas.microsoft.com/office/drawing/2014/main" id="{18D3683E-CB59-486F-AA18-124D2C2B2CA6}"/>
              </a:ext>
            </a:extLst>
          </p:cNvPr>
          <p:cNvSpPr>
            <a:spLocks/>
          </p:cNvSpPr>
          <p:nvPr/>
        </p:nvSpPr>
        <p:spPr>
          <a:xfrm>
            <a:off x="824113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89" name="data_8977">
            <a:extLst>
              <a:ext uri="{FF2B5EF4-FFF2-40B4-BE49-F238E27FC236}">
                <a16:creationId xmlns:a16="http://schemas.microsoft.com/office/drawing/2014/main" id="{DD5F5989-1B04-4E79-92C9-17A4E9F2E01C}"/>
              </a:ext>
            </a:extLst>
          </p:cNvPr>
          <p:cNvSpPr>
            <a:spLocks/>
          </p:cNvSpPr>
          <p:nvPr/>
        </p:nvSpPr>
        <p:spPr>
          <a:xfrm>
            <a:off x="8341466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0" name="data_8978">
            <a:extLst>
              <a:ext uri="{FF2B5EF4-FFF2-40B4-BE49-F238E27FC236}">
                <a16:creationId xmlns:a16="http://schemas.microsoft.com/office/drawing/2014/main" id="{F77ACBC6-3E13-411C-8F50-99C9B4AD09B4}"/>
              </a:ext>
            </a:extLst>
          </p:cNvPr>
          <p:cNvSpPr>
            <a:spLocks/>
          </p:cNvSpPr>
          <p:nvPr/>
        </p:nvSpPr>
        <p:spPr>
          <a:xfrm>
            <a:off x="83681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1" name="data_8979">
            <a:extLst>
              <a:ext uri="{FF2B5EF4-FFF2-40B4-BE49-F238E27FC236}">
                <a16:creationId xmlns:a16="http://schemas.microsoft.com/office/drawing/2014/main" id="{A01DE697-836B-41A7-98A4-232102AE501D}"/>
              </a:ext>
            </a:extLst>
          </p:cNvPr>
          <p:cNvSpPr>
            <a:spLocks/>
          </p:cNvSpPr>
          <p:nvPr/>
        </p:nvSpPr>
        <p:spPr>
          <a:xfrm>
            <a:off x="82897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2" name="data_8980">
            <a:extLst>
              <a:ext uri="{FF2B5EF4-FFF2-40B4-BE49-F238E27FC236}">
                <a16:creationId xmlns:a16="http://schemas.microsoft.com/office/drawing/2014/main" id="{FC4F76F8-E093-4E9C-8ECB-CF9E2C528EC3}"/>
              </a:ext>
            </a:extLst>
          </p:cNvPr>
          <p:cNvSpPr>
            <a:spLocks/>
          </p:cNvSpPr>
          <p:nvPr/>
        </p:nvSpPr>
        <p:spPr>
          <a:xfrm>
            <a:off x="836114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3" name="data_8981">
            <a:extLst>
              <a:ext uri="{FF2B5EF4-FFF2-40B4-BE49-F238E27FC236}">
                <a16:creationId xmlns:a16="http://schemas.microsoft.com/office/drawing/2014/main" id="{05BAC113-977E-468A-BC72-5003650784C6}"/>
              </a:ext>
            </a:extLst>
          </p:cNvPr>
          <p:cNvSpPr>
            <a:spLocks/>
          </p:cNvSpPr>
          <p:nvPr/>
        </p:nvSpPr>
        <p:spPr>
          <a:xfrm>
            <a:off x="8268370" y="25801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4" name="data_8982">
            <a:extLst>
              <a:ext uri="{FF2B5EF4-FFF2-40B4-BE49-F238E27FC236}">
                <a16:creationId xmlns:a16="http://schemas.microsoft.com/office/drawing/2014/main" id="{80B2CE7F-3A63-4473-8514-598E40E4E19D}"/>
              </a:ext>
            </a:extLst>
          </p:cNvPr>
          <p:cNvSpPr>
            <a:spLocks/>
          </p:cNvSpPr>
          <p:nvPr/>
        </p:nvSpPr>
        <p:spPr>
          <a:xfrm>
            <a:off x="829312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5" name="data_8983">
            <a:extLst>
              <a:ext uri="{FF2B5EF4-FFF2-40B4-BE49-F238E27FC236}">
                <a16:creationId xmlns:a16="http://schemas.microsoft.com/office/drawing/2014/main" id="{1FBC7EAF-D070-4D84-8C04-FBFA57AF49DE}"/>
              </a:ext>
            </a:extLst>
          </p:cNvPr>
          <p:cNvSpPr>
            <a:spLocks/>
          </p:cNvSpPr>
          <p:nvPr/>
        </p:nvSpPr>
        <p:spPr>
          <a:xfrm>
            <a:off x="8331954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6" name="data_8984">
            <a:extLst>
              <a:ext uri="{FF2B5EF4-FFF2-40B4-BE49-F238E27FC236}">
                <a16:creationId xmlns:a16="http://schemas.microsoft.com/office/drawing/2014/main" id="{6ECC0EB7-58C9-4C6D-9CE3-D500880FF50F}"/>
              </a:ext>
            </a:extLst>
          </p:cNvPr>
          <p:cNvSpPr>
            <a:spLocks/>
          </p:cNvSpPr>
          <p:nvPr/>
        </p:nvSpPr>
        <p:spPr>
          <a:xfrm>
            <a:off x="835527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7" name="data_8985">
            <a:extLst>
              <a:ext uri="{FF2B5EF4-FFF2-40B4-BE49-F238E27FC236}">
                <a16:creationId xmlns:a16="http://schemas.microsoft.com/office/drawing/2014/main" id="{8A64393C-5C97-443F-99E1-F5192BA61B46}"/>
              </a:ext>
            </a:extLst>
          </p:cNvPr>
          <p:cNvSpPr>
            <a:spLocks/>
          </p:cNvSpPr>
          <p:nvPr/>
        </p:nvSpPr>
        <p:spPr>
          <a:xfrm>
            <a:off x="8367916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8" name="data_8986">
            <a:extLst>
              <a:ext uri="{FF2B5EF4-FFF2-40B4-BE49-F238E27FC236}">
                <a16:creationId xmlns:a16="http://schemas.microsoft.com/office/drawing/2014/main" id="{10F462DC-EB57-48E7-93D0-44237D23ED4A}"/>
              </a:ext>
            </a:extLst>
          </p:cNvPr>
          <p:cNvSpPr>
            <a:spLocks/>
          </p:cNvSpPr>
          <p:nvPr/>
        </p:nvSpPr>
        <p:spPr>
          <a:xfrm>
            <a:off x="8322964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899" name="data_8987">
            <a:extLst>
              <a:ext uri="{FF2B5EF4-FFF2-40B4-BE49-F238E27FC236}">
                <a16:creationId xmlns:a16="http://schemas.microsoft.com/office/drawing/2014/main" id="{5F25B25B-95C0-47DB-AA1E-8CB129E3D7D5}"/>
              </a:ext>
            </a:extLst>
          </p:cNvPr>
          <p:cNvSpPr>
            <a:spLocks/>
          </p:cNvSpPr>
          <p:nvPr/>
        </p:nvSpPr>
        <p:spPr>
          <a:xfrm>
            <a:off x="8245698" y="302694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0" name="data_8988">
            <a:extLst>
              <a:ext uri="{FF2B5EF4-FFF2-40B4-BE49-F238E27FC236}">
                <a16:creationId xmlns:a16="http://schemas.microsoft.com/office/drawing/2014/main" id="{CF290036-6382-4D2A-8CC0-306C0F764C53}"/>
              </a:ext>
            </a:extLst>
          </p:cNvPr>
          <p:cNvSpPr>
            <a:spLocks/>
          </p:cNvSpPr>
          <p:nvPr/>
        </p:nvSpPr>
        <p:spPr>
          <a:xfrm>
            <a:off x="8264982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1" name="data_8989">
            <a:extLst>
              <a:ext uri="{FF2B5EF4-FFF2-40B4-BE49-F238E27FC236}">
                <a16:creationId xmlns:a16="http://schemas.microsoft.com/office/drawing/2014/main" id="{7EAF4EA1-65BA-4729-AB6D-F99E2C95849B}"/>
              </a:ext>
            </a:extLst>
          </p:cNvPr>
          <p:cNvSpPr>
            <a:spLocks/>
          </p:cNvSpPr>
          <p:nvPr/>
        </p:nvSpPr>
        <p:spPr>
          <a:xfrm>
            <a:off x="82734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2" name="data_8990">
            <a:extLst>
              <a:ext uri="{FF2B5EF4-FFF2-40B4-BE49-F238E27FC236}">
                <a16:creationId xmlns:a16="http://schemas.microsoft.com/office/drawing/2014/main" id="{C29D9410-DF58-425F-9675-507DEE799DA2}"/>
              </a:ext>
            </a:extLst>
          </p:cNvPr>
          <p:cNvSpPr>
            <a:spLocks/>
          </p:cNvSpPr>
          <p:nvPr/>
        </p:nvSpPr>
        <p:spPr>
          <a:xfrm>
            <a:off x="82454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3" name="data_8991">
            <a:extLst>
              <a:ext uri="{FF2B5EF4-FFF2-40B4-BE49-F238E27FC236}">
                <a16:creationId xmlns:a16="http://schemas.microsoft.com/office/drawing/2014/main" id="{F40A7DE7-9333-4256-B03B-4BE8C8F70B1D}"/>
              </a:ext>
            </a:extLst>
          </p:cNvPr>
          <p:cNvSpPr>
            <a:spLocks/>
          </p:cNvSpPr>
          <p:nvPr/>
        </p:nvSpPr>
        <p:spPr>
          <a:xfrm>
            <a:off x="8244656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4" name="data_8992">
            <a:extLst>
              <a:ext uri="{FF2B5EF4-FFF2-40B4-BE49-F238E27FC236}">
                <a16:creationId xmlns:a16="http://schemas.microsoft.com/office/drawing/2014/main" id="{19BF4116-8862-4984-8ACF-CF402BBE7551}"/>
              </a:ext>
            </a:extLst>
          </p:cNvPr>
          <p:cNvSpPr>
            <a:spLocks/>
          </p:cNvSpPr>
          <p:nvPr/>
        </p:nvSpPr>
        <p:spPr>
          <a:xfrm>
            <a:off x="82699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5" name="data_8993">
            <a:extLst>
              <a:ext uri="{FF2B5EF4-FFF2-40B4-BE49-F238E27FC236}">
                <a16:creationId xmlns:a16="http://schemas.microsoft.com/office/drawing/2014/main" id="{B3D3CB78-4C2B-4F37-AE13-18DD54703E59}"/>
              </a:ext>
            </a:extLst>
          </p:cNvPr>
          <p:cNvSpPr>
            <a:spLocks/>
          </p:cNvSpPr>
          <p:nvPr/>
        </p:nvSpPr>
        <p:spPr>
          <a:xfrm>
            <a:off x="831905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6" name="data_8994">
            <a:extLst>
              <a:ext uri="{FF2B5EF4-FFF2-40B4-BE49-F238E27FC236}">
                <a16:creationId xmlns:a16="http://schemas.microsoft.com/office/drawing/2014/main" id="{F1315F48-5172-48EE-826E-425853405D96}"/>
              </a:ext>
            </a:extLst>
          </p:cNvPr>
          <p:cNvSpPr>
            <a:spLocks/>
          </p:cNvSpPr>
          <p:nvPr/>
        </p:nvSpPr>
        <p:spPr>
          <a:xfrm>
            <a:off x="826302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7" name="data_8995">
            <a:extLst>
              <a:ext uri="{FF2B5EF4-FFF2-40B4-BE49-F238E27FC236}">
                <a16:creationId xmlns:a16="http://schemas.microsoft.com/office/drawing/2014/main" id="{AC69FC92-E6CF-4057-B120-A3CC520BD068}"/>
              </a:ext>
            </a:extLst>
          </p:cNvPr>
          <p:cNvSpPr>
            <a:spLocks/>
          </p:cNvSpPr>
          <p:nvPr/>
        </p:nvSpPr>
        <p:spPr>
          <a:xfrm>
            <a:off x="83021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8" name="data_8996">
            <a:extLst>
              <a:ext uri="{FF2B5EF4-FFF2-40B4-BE49-F238E27FC236}">
                <a16:creationId xmlns:a16="http://schemas.microsoft.com/office/drawing/2014/main" id="{E9AAD03C-4FB0-4349-B990-4D3CBD75EB1A}"/>
              </a:ext>
            </a:extLst>
          </p:cNvPr>
          <p:cNvSpPr>
            <a:spLocks/>
          </p:cNvSpPr>
          <p:nvPr/>
        </p:nvSpPr>
        <p:spPr>
          <a:xfrm>
            <a:off x="8288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09" name="data_8997">
            <a:extLst>
              <a:ext uri="{FF2B5EF4-FFF2-40B4-BE49-F238E27FC236}">
                <a16:creationId xmlns:a16="http://schemas.microsoft.com/office/drawing/2014/main" id="{100E7D65-396C-4A78-B311-2C3B6C9E8681}"/>
              </a:ext>
            </a:extLst>
          </p:cNvPr>
          <p:cNvSpPr>
            <a:spLocks/>
          </p:cNvSpPr>
          <p:nvPr/>
        </p:nvSpPr>
        <p:spPr>
          <a:xfrm>
            <a:off x="83529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0" name="data_8998">
            <a:extLst>
              <a:ext uri="{FF2B5EF4-FFF2-40B4-BE49-F238E27FC236}">
                <a16:creationId xmlns:a16="http://schemas.microsoft.com/office/drawing/2014/main" id="{F5CD50C2-63E9-480C-9F52-3B5004D3C50B}"/>
              </a:ext>
            </a:extLst>
          </p:cNvPr>
          <p:cNvSpPr>
            <a:spLocks/>
          </p:cNvSpPr>
          <p:nvPr/>
        </p:nvSpPr>
        <p:spPr>
          <a:xfrm>
            <a:off x="8275406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1" name="data_8999">
            <a:extLst>
              <a:ext uri="{FF2B5EF4-FFF2-40B4-BE49-F238E27FC236}">
                <a16:creationId xmlns:a16="http://schemas.microsoft.com/office/drawing/2014/main" id="{E73F1C59-FAF7-47A6-A5E9-EA596FF85019}"/>
              </a:ext>
            </a:extLst>
          </p:cNvPr>
          <p:cNvSpPr>
            <a:spLocks/>
          </p:cNvSpPr>
          <p:nvPr/>
        </p:nvSpPr>
        <p:spPr>
          <a:xfrm>
            <a:off x="8328957" y="387753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2" name="data_9000">
            <a:extLst>
              <a:ext uri="{FF2B5EF4-FFF2-40B4-BE49-F238E27FC236}">
                <a16:creationId xmlns:a16="http://schemas.microsoft.com/office/drawing/2014/main" id="{756BE186-763E-4320-8267-2CFE5950B5FF}"/>
              </a:ext>
            </a:extLst>
          </p:cNvPr>
          <p:cNvSpPr>
            <a:spLocks/>
          </p:cNvSpPr>
          <p:nvPr/>
        </p:nvSpPr>
        <p:spPr>
          <a:xfrm>
            <a:off x="83322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3" name="data_9001">
            <a:extLst>
              <a:ext uri="{FF2B5EF4-FFF2-40B4-BE49-F238E27FC236}">
                <a16:creationId xmlns:a16="http://schemas.microsoft.com/office/drawing/2014/main" id="{09BE3DC9-9851-4DA1-82C4-6F4343BD69CE}"/>
              </a:ext>
            </a:extLst>
          </p:cNvPr>
          <p:cNvSpPr>
            <a:spLocks/>
          </p:cNvSpPr>
          <p:nvPr/>
        </p:nvSpPr>
        <p:spPr>
          <a:xfrm>
            <a:off x="824504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4" name="data_9002">
            <a:extLst>
              <a:ext uri="{FF2B5EF4-FFF2-40B4-BE49-F238E27FC236}">
                <a16:creationId xmlns:a16="http://schemas.microsoft.com/office/drawing/2014/main" id="{5FCE1A03-BA4A-484C-B9DD-698F9818A82E}"/>
              </a:ext>
            </a:extLst>
          </p:cNvPr>
          <p:cNvSpPr>
            <a:spLocks/>
          </p:cNvSpPr>
          <p:nvPr/>
        </p:nvSpPr>
        <p:spPr>
          <a:xfrm>
            <a:off x="83512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5" name="data_9003">
            <a:extLst>
              <a:ext uri="{FF2B5EF4-FFF2-40B4-BE49-F238E27FC236}">
                <a16:creationId xmlns:a16="http://schemas.microsoft.com/office/drawing/2014/main" id="{9F7A67C5-CED1-467A-834C-A42A3A33A2B0}"/>
              </a:ext>
            </a:extLst>
          </p:cNvPr>
          <p:cNvSpPr>
            <a:spLocks/>
          </p:cNvSpPr>
          <p:nvPr/>
        </p:nvSpPr>
        <p:spPr>
          <a:xfrm>
            <a:off x="824191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6" name="data_9004">
            <a:extLst>
              <a:ext uri="{FF2B5EF4-FFF2-40B4-BE49-F238E27FC236}">
                <a16:creationId xmlns:a16="http://schemas.microsoft.com/office/drawing/2014/main" id="{AA56528B-8AE2-4D1F-A8D8-53F5D631308A}"/>
              </a:ext>
            </a:extLst>
          </p:cNvPr>
          <p:cNvSpPr>
            <a:spLocks/>
          </p:cNvSpPr>
          <p:nvPr/>
        </p:nvSpPr>
        <p:spPr>
          <a:xfrm>
            <a:off x="83509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7" name="data_9005">
            <a:extLst>
              <a:ext uri="{FF2B5EF4-FFF2-40B4-BE49-F238E27FC236}">
                <a16:creationId xmlns:a16="http://schemas.microsoft.com/office/drawing/2014/main" id="{3687DEC5-86C9-4438-8799-BBE5E5825A7D}"/>
              </a:ext>
            </a:extLst>
          </p:cNvPr>
          <p:cNvSpPr>
            <a:spLocks/>
          </p:cNvSpPr>
          <p:nvPr/>
        </p:nvSpPr>
        <p:spPr>
          <a:xfrm>
            <a:off x="836361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8" name="data_9006">
            <a:extLst>
              <a:ext uri="{FF2B5EF4-FFF2-40B4-BE49-F238E27FC236}">
                <a16:creationId xmlns:a16="http://schemas.microsoft.com/office/drawing/2014/main" id="{763BD5AD-141F-4F3C-8183-7174FD630BF7}"/>
              </a:ext>
            </a:extLst>
          </p:cNvPr>
          <p:cNvSpPr>
            <a:spLocks/>
          </p:cNvSpPr>
          <p:nvPr/>
        </p:nvSpPr>
        <p:spPr>
          <a:xfrm>
            <a:off x="831983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19" name="data_9007">
            <a:extLst>
              <a:ext uri="{FF2B5EF4-FFF2-40B4-BE49-F238E27FC236}">
                <a16:creationId xmlns:a16="http://schemas.microsoft.com/office/drawing/2014/main" id="{A8A758EB-8AA6-4713-9390-46BC5FCFADA7}"/>
              </a:ext>
            </a:extLst>
          </p:cNvPr>
          <p:cNvSpPr>
            <a:spLocks/>
          </p:cNvSpPr>
          <p:nvPr/>
        </p:nvSpPr>
        <p:spPr>
          <a:xfrm>
            <a:off x="82807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0" name="data_9008">
            <a:extLst>
              <a:ext uri="{FF2B5EF4-FFF2-40B4-BE49-F238E27FC236}">
                <a16:creationId xmlns:a16="http://schemas.microsoft.com/office/drawing/2014/main" id="{5D00F7F5-9BC8-4CB5-8698-CF71C077E5EC}"/>
              </a:ext>
            </a:extLst>
          </p:cNvPr>
          <p:cNvSpPr>
            <a:spLocks/>
          </p:cNvSpPr>
          <p:nvPr/>
        </p:nvSpPr>
        <p:spPr>
          <a:xfrm>
            <a:off x="83353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1" name="data_9009">
            <a:extLst>
              <a:ext uri="{FF2B5EF4-FFF2-40B4-BE49-F238E27FC236}">
                <a16:creationId xmlns:a16="http://schemas.microsoft.com/office/drawing/2014/main" id="{9BF37145-0F01-4E4A-97AE-C5B09852412F}"/>
              </a:ext>
            </a:extLst>
          </p:cNvPr>
          <p:cNvSpPr>
            <a:spLocks/>
          </p:cNvSpPr>
          <p:nvPr/>
        </p:nvSpPr>
        <p:spPr>
          <a:xfrm>
            <a:off x="82690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2" name="data_9010">
            <a:extLst>
              <a:ext uri="{FF2B5EF4-FFF2-40B4-BE49-F238E27FC236}">
                <a16:creationId xmlns:a16="http://schemas.microsoft.com/office/drawing/2014/main" id="{F05ED227-4106-459A-A4BA-0577FE3BF0A2}"/>
              </a:ext>
            </a:extLst>
          </p:cNvPr>
          <p:cNvSpPr>
            <a:spLocks/>
          </p:cNvSpPr>
          <p:nvPr/>
        </p:nvSpPr>
        <p:spPr>
          <a:xfrm>
            <a:off x="83025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3" name="data_9011">
            <a:extLst>
              <a:ext uri="{FF2B5EF4-FFF2-40B4-BE49-F238E27FC236}">
                <a16:creationId xmlns:a16="http://schemas.microsoft.com/office/drawing/2014/main" id="{0C55AA50-DEBD-45CF-9C0D-F239209C2166}"/>
              </a:ext>
            </a:extLst>
          </p:cNvPr>
          <p:cNvSpPr>
            <a:spLocks/>
          </p:cNvSpPr>
          <p:nvPr/>
        </p:nvSpPr>
        <p:spPr>
          <a:xfrm>
            <a:off x="83025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4" name="data_9012">
            <a:extLst>
              <a:ext uri="{FF2B5EF4-FFF2-40B4-BE49-F238E27FC236}">
                <a16:creationId xmlns:a16="http://schemas.microsoft.com/office/drawing/2014/main" id="{66BB083D-E4F6-4D80-BE15-D3BAAE5BA895}"/>
              </a:ext>
            </a:extLst>
          </p:cNvPr>
          <p:cNvSpPr>
            <a:spLocks/>
          </p:cNvSpPr>
          <p:nvPr/>
        </p:nvSpPr>
        <p:spPr>
          <a:xfrm>
            <a:off x="82634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5" name="data_9013">
            <a:extLst>
              <a:ext uri="{FF2B5EF4-FFF2-40B4-BE49-F238E27FC236}">
                <a16:creationId xmlns:a16="http://schemas.microsoft.com/office/drawing/2014/main" id="{9F3C6478-1A1F-4538-A1D5-2C1205096BDA}"/>
              </a:ext>
            </a:extLst>
          </p:cNvPr>
          <p:cNvSpPr>
            <a:spLocks/>
          </p:cNvSpPr>
          <p:nvPr/>
        </p:nvSpPr>
        <p:spPr>
          <a:xfrm>
            <a:off x="83542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6" name="data_9014">
            <a:extLst>
              <a:ext uri="{FF2B5EF4-FFF2-40B4-BE49-F238E27FC236}">
                <a16:creationId xmlns:a16="http://schemas.microsoft.com/office/drawing/2014/main" id="{B2707694-D03A-4E91-A20B-CC3236FCB9EB}"/>
              </a:ext>
            </a:extLst>
          </p:cNvPr>
          <p:cNvSpPr>
            <a:spLocks/>
          </p:cNvSpPr>
          <p:nvPr/>
        </p:nvSpPr>
        <p:spPr>
          <a:xfrm>
            <a:off x="82829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7" name="data_9015">
            <a:extLst>
              <a:ext uri="{FF2B5EF4-FFF2-40B4-BE49-F238E27FC236}">
                <a16:creationId xmlns:a16="http://schemas.microsoft.com/office/drawing/2014/main" id="{4B2CBC81-E4AD-4785-9B3E-82BE71EE9647}"/>
              </a:ext>
            </a:extLst>
          </p:cNvPr>
          <p:cNvSpPr>
            <a:spLocks/>
          </p:cNvSpPr>
          <p:nvPr/>
        </p:nvSpPr>
        <p:spPr>
          <a:xfrm>
            <a:off x="82956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8" name="data_9016">
            <a:extLst>
              <a:ext uri="{FF2B5EF4-FFF2-40B4-BE49-F238E27FC236}">
                <a16:creationId xmlns:a16="http://schemas.microsoft.com/office/drawing/2014/main" id="{D0BFC4D8-AB3C-4E83-B00A-300A0F50937F}"/>
              </a:ext>
            </a:extLst>
          </p:cNvPr>
          <p:cNvSpPr>
            <a:spLocks/>
          </p:cNvSpPr>
          <p:nvPr/>
        </p:nvSpPr>
        <p:spPr>
          <a:xfrm>
            <a:off x="83667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29" name="data_9017">
            <a:extLst>
              <a:ext uri="{FF2B5EF4-FFF2-40B4-BE49-F238E27FC236}">
                <a16:creationId xmlns:a16="http://schemas.microsoft.com/office/drawing/2014/main" id="{CBCA5438-82D8-4362-B215-4047B668D9EC}"/>
              </a:ext>
            </a:extLst>
          </p:cNvPr>
          <p:cNvSpPr>
            <a:spLocks/>
          </p:cNvSpPr>
          <p:nvPr/>
        </p:nvSpPr>
        <p:spPr>
          <a:xfrm>
            <a:off x="83276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0" name="data_9018">
            <a:extLst>
              <a:ext uri="{FF2B5EF4-FFF2-40B4-BE49-F238E27FC236}">
                <a16:creationId xmlns:a16="http://schemas.microsoft.com/office/drawing/2014/main" id="{A13A2431-A164-43B9-B23F-BFE7E0D15A7B}"/>
              </a:ext>
            </a:extLst>
          </p:cNvPr>
          <p:cNvSpPr>
            <a:spLocks/>
          </p:cNvSpPr>
          <p:nvPr/>
        </p:nvSpPr>
        <p:spPr>
          <a:xfrm>
            <a:off x="8362053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1" name="data_9019">
            <a:extLst>
              <a:ext uri="{FF2B5EF4-FFF2-40B4-BE49-F238E27FC236}">
                <a16:creationId xmlns:a16="http://schemas.microsoft.com/office/drawing/2014/main" id="{B02F5067-BEDF-4601-A2CE-DEB566390956}"/>
              </a:ext>
            </a:extLst>
          </p:cNvPr>
          <p:cNvSpPr>
            <a:spLocks/>
          </p:cNvSpPr>
          <p:nvPr/>
        </p:nvSpPr>
        <p:spPr>
          <a:xfrm>
            <a:off x="82468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2" name="data_9020">
            <a:extLst>
              <a:ext uri="{FF2B5EF4-FFF2-40B4-BE49-F238E27FC236}">
                <a16:creationId xmlns:a16="http://schemas.microsoft.com/office/drawing/2014/main" id="{2212CE2C-A234-47F5-88EB-A6A7B498C55B}"/>
              </a:ext>
            </a:extLst>
          </p:cNvPr>
          <p:cNvSpPr>
            <a:spLocks/>
          </p:cNvSpPr>
          <p:nvPr/>
        </p:nvSpPr>
        <p:spPr>
          <a:xfrm>
            <a:off x="83524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3" name="data_9021">
            <a:extLst>
              <a:ext uri="{FF2B5EF4-FFF2-40B4-BE49-F238E27FC236}">
                <a16:creationId xmlns:a16="http://schemas.microsoft.com/office/drawing/2014/main" id="{38B8783C-B76D-4A5A-BFA8-0543B53D3DB3}"/>
              </a:ext>
            </a:extLst>
          </p:cNvPr>
          <p:cNvSpPr>
            <a:spLocks/>
          </p:cNvSpPr>
          <p:nvPr/>
        </p:nvSpPr>
        <p:spPr>
          <a:xfrm>
            <a:off x="8335212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4" name="data_9022">
            <a:extLst>
              <a:ext uri="{FF2B5EF4-FFF2-40B4-BE49-F238E27FC236}">
                <a16:creationId xmlns:a16="http://schemas.microsoft.com/office/drawing/2014/main" id="{F5382272-8922-4A87-A1A4-F3F85C446829}"/>
              </a:ext>
            </a:extLst>
          </p:cNvPr>
          <p:cNvSpPr>
            <a:spLocks/>
          </p:cNvSpPr>
          <p:nvPr/>
        </p:nvSpPr>
        <p:spPr>
          <a:xfrm>
            <a:off x="82902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5" name="data_9023">
            <a:extLst>
              <a:ext uri="{FF2B5EF4-FFF2-40B4-BE49-F238E27FC236}">
                <a16:creationId xmlns:a16="http://schemas.microsoft.com/office/drawing/2014/main" id="{AA13C63A-8BF7-48A2-AE5D-7D8A87169890}"/>
              </a:ext>
            </a:extLst>
          </p:cNvPr>
          <p:cNvSpPr>
            <a:spLocks/>
          </p:cNvSpPr>
          <p:nvPr/>
        </p:nvSpPr>
        <p:spPr>
          <a:xfrm>
            <a:off x="83402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6" name="data_9024">
            <a:extLst>
              <a:ext uri="{FF2B5EF4-FFF2-40B4-BE49-F238E27FC236}">
                <a16:creationId xmlns:a16="http://schemas.microsoft.com/office/drawing/2014/main" id="{FCD27E50-C22B-4363-85CC-7A5E8C6934B8}"/>
              </a:ext>
            </a:extLst>
          </p:cNvPr>
          <p:cNvSpPr>
            <a:spLocks/>
          </p:cNvSpPr>
          <p:nvPr/>
        </p:nvSpPr>
        <p:spPr>
          <a:xfrm>
            <a:off x="8367395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7" name="data_9025">
            <a:extLst>
              <a:ext uri="{FF2B5EF4-FFF2-40B4-BE49-F238E27FC236}">
                <a16:creationId xmlns:a16="http://schemas.microsoft.com/office/drawing/2014/main" id="{23792A9D-B28F-43FB-8FDD-C5CE7D545FCB}"/>
              </a:ext>
            </a:extLst>
          </p:cNvPr>
          <p:cNvSpPr>
            <a:spLocks/>
          </p:cNvSpPr>
          <p:nvPr/>
        </p:nvSpPr>
        <p:spPr>
          <a:xfrm>
            <a:off x="8326612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8" name="data_9026">
            <a:extLst>
              <a:ext uri="{FF2B5EF4-FFF2-40B4-BE49-F238E27FC236}">
                <a16:creationId xmlns:a16="http://schemas.microsoft.com/office/drawing/2014/main" id="{2E10BC60-5607-4EE9-805E-EAFE81AD525E}"/>
              </a:ext>
            </a:extLst>
          </p:cNvPr>
          <p:cNvSpPr>
            <a:spLocks/>
          </p:cNvSpPr>
          <p:nvPr/>
        </p:nvSpPr>
        <p:spPr>
          <a:xfrm>
            <a:off x="83366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39" name="data_9027">
            <a:extLst>
              <a:ext uri="{FF2B5EF4-FFF2-40B4-BE49-F238E27FC236}">
                <a16:creationId xmlns:a16="http://schemas.microsoft.com/office/drawing/2014/main" id="{E705EB2B-62EE-43A6-A365-704D86C2E5C5}"/>
              </a:ext>
            </a:extLst>
          </p:cNvPr>
          <p:cNvSpPr>
            <a:spLocks/>
          </p:cNvSpPr>
          <p:nvPr/>
        </p:nvSpPr>
        <p:spPr>
          <a:xfrm>
            <a:off x="8335472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0" name="data_9028">
            <a:extLst>
              <a:ext uri="{FF2B5EF4-FFF2-40B4-BE49-F238E27FC236}">
                <a16:creationId xmlns:a16="http://schemas.microsoft.com/office/drawing/2014/main" id="{793C239E-BA15-4306-AC33-A5B5D7BD2CFD}"/>
              </a:ext>
            </a:extLst>
          </p:cNvPr>
          <p:cNvSpPr>
            <a:spLocks/>
          </p:cNvSpPr>
          <p:nvPr/>
        </p:nvSpPr>
        <p:spPr>
          <a:xfrm>
            <a:off x="83146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1" name="data_9029">
            <a:extLst>
              <a:ext uri="{FF2B5EF4-FFF2-40B4-BE49-F238E27FC236}">
                <a16:creationId xmlns:a16="http://schemas.microsoft.com/office/drawing/2014/main" id="{A89B1EF3-548F-4843-8A6E-E5D67541EC78}"/>
              </a:ext>
            </a:extLst>
          </p:cNvPr>
          <p:cNvSpPr>
            <a:spLocks/>
          </p:cNvSpPr>
          <p:nvPr/>
        </p:nvSpPr>
        <p:spPr>
          <a:xfrm>
            <a:off x="8278272" y="36956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2" name="data_9030">
            <a:extLst>
              <a:ext uri="{FF2B5EF4-FFF2-40B4-BE49-F238E27FC236}">
                <a16:creationId xmlns:a16="http://schemas.microsoft.com/office/drawing/2014/main" id="{576BBFD1-EE7E-4288-87E1-0ACE3E762677}"/>
              </a:ext>
            </a:extLst>
          </p:cNvPr>
          <p:cNvSpPr>
            <a:spLocks/>
          </p:cNvSpPr>
          <p:nvPr/>
        </p:nvSpPr>
        <p:spPr>
          <a:xfrm>
            <a:off x="83582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3" name="data_9031">
            <a:extLst>
              <a:ext uri="{FF2B5EF4-FFF2-40B4-BE49-F238E27FC236}">
                <a16:creationId xmlns:a16="http://schemas.microsoft.com/office/drawing/2014/main" id="{413AE3D2-A81C-4B39-9380-67570791C8BF}"/>
              </a:ext>
            </a:extLst>
          </p:cNvPr>
          <p:cNvSpPr>
            <a:spLocks/>
          </p:cNvSpPr>
          <p:nvPr/>
        </p:nvSpPr>
        <p:spPr>
          <a:xfrm>
            <a:off x="826446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4" name="data_9032">
            <a:extLst>
              <a:ext uri="{FF2B5EF4-FFF2-40B4-BE49-F238E27FC236}">
                <a16:creationId xmlns:a16="http://schemas.microsoft.com/office/drawing/2014/main" id="{8985EB78-2FE9-4ADA-B23F-091CCE2C11C2}"/>
              </a:ext>
            </a:extLst>
          </p:cNvPr>
          <p:cNvSpPr>
            <a:spLocks/>
          </p:cNvSpPr>
          <p:nvPr/>
        </p:nvSpPr>
        <p:spPr>
          <a:xfrm>
            <a:off x="826341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5" name="data_9033">
            <a:extLst>
              <a:ext uri="{FF2B5EF4-FFF2-40B4-BE49-F238E27FC236}">
                <a16:creationId xmlns:a16="http://schemas.microsoft.com/office/drawing/2014/main" id="{D216E1E4-FE04-4CC9-B569-322CD457F320}"/>
              </a:ext>
            </a:extLst>
          </p:cNvPr>
          <p:cNvSpPr>
            <a:spLocks/>
          </p:cNvSpPr>
          <p:nvPr/>
        </p:nvSpPr>
        <p:spPr>
          <a:xfrm>
            <a:off x="82692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6" name="data_9034">
            <a:extLst>
              <a:ext uri="{FF2B5EF4-FFF2-40B4-BE49-F238E27FC236}">
                <a16:creationId xmlns:a16="http://schemas.microsoft.com/office/drawing/2014/main" id="{AA22C76D-679F-48E7-ABAB-2D7150EFD1A3}"/>
              </a:ext>
            </a:extLst>
          </p:cNvPr>
          <p:cNvSpPr>
            <a:spLocks/>
          </p:cNvSpPr>
          <p:nvPr/>
        </p:nvSpPr>
        <p:spPr>
          <a:xfrm>
            <a:off x="836009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7" name="data_9035">
            <a:extLst>
              <a:ext uri="{FF2B5EF4-FFF2-40B4-BE49-F238E27FC236}">
                <a16:creationId xmlns:a16="http://schemas.microsoft.com/office/drawing/2014/main" id="{4F3760B1-3790-4539-9DBD-B04E0800E6B6}"/>
              </a:ext>
            </a:extLst>
          </p:cNvPr>
          <p:cNvSpPr>
            <a:spLocks/>
          </p:cNvSpPr>
          <p:nvPr/>
        </p:nvSpPr>
        <p:spPr>
          <a:xfrm>
            <a:off x="83462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8" name="data_9036">
            <a:extLst>
              <a:ext uri="{FF2B5EF4-FFF2-40B4-BE49-F238E27FC236}">
                <a16:creationId xmlns:a16="http://schemas.microsoft.com/office/drawing/2014/main" id="{6E428589-3672-4C4B-996C-AD3B524A61F0}"/>
              </a:ext>
            </a:extLst>
          </p:cNvPr>
          <p:cNvSpPr>
            <a:spLocks/>
          </p:cNvSpPr>
          <p:nvPr/>
        </p:nvSpPr>
        <p:spPr>
          <a:xfrm>
            <a:off x="83518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49" name="data_9037">
            <a:extLst>
              <a:ext uri="{FF2B5EF4-FFF2-40B4-BE49-F238E27FC236}">
                <a16:creationId xmlns:a16="http://schemas.microsoft.com/office/drawing/2014/main" id="{A7F28606-D009-4A6B-A143-4F0D203A561F}"/>
              </a:ext>
            </a:extLst>
          </p:cNvPr>
          <p:cNvSpPr>
            <a:spLocks/>
          </p:cNvSpPr>
          <p:nvPr/>
        </p:nvSpPr>
        <p:spPr>
          <a:xfrm>
            <a:off x="833573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0" name="data_9038">
            <a:extLst>
              <a:ext uri="{FF2B5EF4-FFF2-40B4-BE49-F238E27FC236}">
                <a16:creationId xmlns:a16="http://schemas.microsoft.com/office/drawing/2014/main" id="{2303BF9F-9485-4089-9FD6-DF3B0CD82435}"/>
              </a:ext>
            </a:extLst>
          </p:cNvPr>
          <p:cNvSpPr>
            <a:spLocks/>
          </p:cNvSpPr>
          <p:nvPr/>
        </p:nvSpPr>
        <p:spPr>
          <a:xfrm>
            <a:off x="83457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1" name="data_9039">
            <a:extLst>
              <a:ext uri="{FF2B5EF4-FFF2-40B4-BE49-F238E27FC236}">
                <a16:creationId xmlns:a16="http://schemas.microsoft.com/office/drawing/2014/main" id="{9A1535CB-2149-4451-8F3A-B524673CF245}"/>
              </a:ext>
            </a:extLst>
          </p:cNvPr>
          <p:cNvSpPr>
            <a:spLocks/>
          </p:cNvSpPr>
          <p:nvPr/>
        </p:nvSpPr>
        <p:spPr>
          <a:xfrm>
            <a:off x="83569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2" name="data_9040">
            <a:extLst>
              <a:ext uri="{FF2B5EF4-FFF2-40B4-BE49-F238E27FC236}">
                <a16:creationId xmlns:a16="http://schemas.microsoft.com/office/drawing/2014/main" id="{40FC680E-97F7-4CDD-9F7C-1213536B0B81}"/>
              </a:ext>
            </a:extLst>
          </p:cNvPr>
          <p:cNvSpPr>
            <a:spLocks/>
          </p:cNvSpPr>
          <p:nvPr/>
        </p:nvSpPr>
        <p:spPr>
          <a:xfrm>
            <a:off x="82613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3" name="data_9041">
            <a:extLst>
              <a:ext uri="{FF2B5EF4-FFF2-40B4-BE49-F238E27FC236}">
                <a16:creationId xmlns:a16="http://schemas.microsoft.com/office/drawing/2014/main" id="{C4336FD0-A3CF-4387-B0A9-36746CF83253}"/>
              </a:ext>
            </a:extLst>
          </p:cNvPr>
          <p:cNvSpPr>
            <a:spLocks/>
          </p:cNvSpPr>
          <p:nvPr/>
        </p:nvSpPr>
        <p:spPr>
          <a:xfrm>
            <a:off x="82716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4" name="data_9042">
            <a:extLst>
              <a:ext uri="{FF2B5EF4-FFF2-40B4-BE49-F238E27FC236}">
                <a16:creationId xmlns:a16="http://schemas.microsoft.com/office/drawing/2014/main" id="{D1880DA1-17D1-4A0D-9B9D-44B53CE3D263}"/>
              </a:ext>
            </a:extLst>
          </p:cNvPr>
          <p:cNvSpPr>
            <a:spLocks/>
          </p:cNvSpPr>
          <p:nvPr/>
        </p:nvSpPr>
        <p:spPr>
          <a:xfrm>
            <a:off x="8333518" y="34837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5" name="data_9043">
            <a:extLst>
              <a:ext uri="{FF2B5EF4-FFF2-40B4-BE49-F238E27FC236}">
                <a16:creationId xmlns:a16="http://schemas.microsoft.com/office/drawing/2014/main" id="{068199BF-6F26-4720-BD46-0EC66F95558D}"/>
              </a:ext>
            </a:extLst>
          </p:cNvPr>
          <p:cNvSpPr>
            <a:spLocks/>
          </p:cNvSpPr>
          <p:nvPr/>
        </p:nvSpPr>
        <p:spPr>
          <a:xfrm>
            <a:off x="8267979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6" name="data_9044">
            <a:extLst>
              <a:ext uri="{FF2B5EF4-FFF2-40B4-BE49-F238E27FC236}">
                <a16:creationId xmlns:a16="http://schemas.microsoft.com/office/drawing/2014/main" id="{02298EE4-5945-4E0D-9FAD-C60A5D9A4C90}"/>
              </a:ext>
            </a:extLst>
          </p:cNvPr>
          <p:cNvSpPr>
            <a:spLocks/>
          </p:cNvSpPr>
          <p:nvPr/>
        </p:nvSpPr>
        <p:spPr>
          <a:xfrm>
            <a:off x="8280617" y="27260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7" name="data_9045">
            <a:extLst>
              <a:ext uri="{FF2B5EF4-FFF2-40B4-BE49-F238E27FC236}">
                <a16:creationId xmlns:a16="http://schemas.microsoft.com/office/drawing/2014/main" id="{B0E64915-2E93-45CB-BC35-B8A69D6374F4}"/>
              </a:ext>
            </a:extLst>
          </p:cNvPr>
          <p:cNvSpPr>
            <a:spLocks/>
          </p:cNvSpPr>
          <p:nvPr/>
        </p:nvSpPr>
        <p:spPr>
          <a:xfrm>
            <a:off x="82592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8" name="data_9046">
            <a:extLst>
              <a:ext uri="{FF2B5EF4-FFF2-40B4-BE49-F238E27FC236}">
                <a16:creationId xmlns:a16="http://schemas.microsoft.com/office/drawing/2014/main" id="{6D47D14D-C210-4687-B62C-6CCE2DE7BC33}"/>
              </a:ext>
            </a:extLst>
          </p:cNvPr>
          <p:cNvSpPr>
            <a:spLocks/>
          </p:cNvSpPr>
          <p:nvPr/>
        </p:nvSpPr>
        <p:spPr>
          <a:xfrm>
            <a:off x="8273060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59" name="data_9047">
            <a:extLst>
              <a:ext uri="{FF2B5EF4-FFF2-40B4-BE49-F238E27FC236}">
                <a16:creationId xmlns:a16="http://schemas.microsoft.com/office/drawing/2014/main" id="{5F520F67-BB7A-4C8D-A00D-31EE71E070A0}"/>
              </a:ext>
            </a:extLst>
          </p:cNvPr>
          <p:cNvSpPr>
            <a:spLocks/>
          </p:cNvSpPr>
          <p:nvPr/>
        </p:nvSpPr>
        <p:spPr>
          <a:xfrm>
            <a:off x="8278142" y="3581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0" name="data_9048">
            <a:extLst>
              <a:ext uri="{FF2B5EF4-FFF2-40B4-BE49-F238E27FC236}">
                <a16:creationId xmlns:a16="http://schemas.microsoft.com/office/drawing/2014/main" id="{C07B5253-AA2C-40B8-BEA6-E66C238B4C62}"/>
              </a:ext>
            </a:extLst>
          </p:cNvPr>
          <p:cNvSpPr>
            <a:spLocks/>
          </p:cNvSpPr>
          <p:nvPr/>
        </p:nvSpPr>
        <p:spPr>
          <a:xfrm>
            <a:off x="835905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1" name="data_9049">
            <a:extLst>
              <a:ext uri="{FF2B5EF4-FFF2-40B4-BE49-F238E27FC236}">
                <a16:creationId xmlns:a16="http://schemas.microsoft.com/office/drawing/2014/main" id="{9647CE68-E5F7-4C88-ACFD-4AC655B3A067}"/>
              </a:ext>
            </a:extLst>
          </p:cNvPr>
          <p:cNvSpPr>
            <a:spLocks/>
          </p:cNvSpPr>
          <p:nvPr/>
        </p:nvSpPr>
        <p:spPr>
          <a:xfrm>
            <a:off x="83038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2" name="data_9050">
            <a:extLst>
              <a:ext uri="{FF2B5EF4-FFF2-40B4-BE49-F238E27FC236}">
                <a16:creationId xmlns:a16="http://schemas.microsoft.com/office/drawing/2014/main" id="{C8D3F3F7-39B1-48AE-B647-D2C2590D40C0}"/>
              </a:ext>
            </a:extLst>
          </p:cNvPr>
          <p:cNvSpPr>
            <a:spLocks/>
          </p:cNvSpPr>
          <p:nvPr/>
        </p:nvSpPr>
        <p:spPr>
          <a:xfrm>
            <a:off x="82613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3" name="data_9051">
            <a:extLst>
              <a:ext uri="{FF2B5EF4-FFF2-40B4-BE49-F238E27FC236}">
                <a16:creationId xmlns:a16="http://schemas.microsoft.com/office/drawing/2014/main" id="{20500D9B-1C42-4FA0-B896-8D4CAA6DC7CD}"/>
              </a:ext>
            </a:extLst>
          </p:cNvPr>
          <p:cNvSpPr>
            <a:spLocks/>
          </p:cNvSpPr>
          <p:nvPr/>
        </p:nvSpPr>
        <p:spPr>
          <a:xfrm>
            <a:off x="8280227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4" name="data_9052">
            <a:extLst>
              <a:ext uri="{FF2B5EF4-FFF2-40B4-BE49-F238E27FC236}">
                <a16:creationId xmlns:a16="http://schemas.microsoft.com/office/drawing/2014/main" id="{740B6F9E-63BE-4ECA-AF88-06A77F01B4A1}"/>
              </a:ext>
            </a:extLst>
          </p:cNvPr>
          <p:cNvSpPr>
            <a:spLocks/>
          </p:cNvSpPr>
          <p:nvPr/>
        </p:nvSpPr>
        <p:spPr>
          <a:xfrm>
            <a:off x="8352281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5" name="data_9053">
            <a:extLst>
              <a:ext uri="{FF2B5EF4-FFF2-40B4-BE49-F238E27FC236}">
                <a16:creationId xmlns:a16="http://schemas.microsoft.com/office/drawing/2014/main" id="{EFC7367D-CC82-41F0-AC44-E32C823D305A}"/>
              </a:ext>
            </a:extLst>
          </p:cNvPr>
          <p:cNvSpPr>
            <a:spLocks/>
          </p:cNvSpPr>
          <p:nvPr/>
        </p:nvSpPr>
        <p:spPr>
          <a:xfrm>
            <a:off x="832765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6" name="data_9054">
            <a:extLst>
              <a:ext uri="{FF2B5EF4-FFF2-40B4-BE49-F238E27FC236}">
                <a16:creationId xmlns:a16="http://schemas.microsoft.com/office/drawing/2014/main" id="{921C643C-76B9-409E-974F-21009E9DD2BC}"/>
              </a:ext>
            </a:extLst>
          </p:cNvPr>
          <p:cNvSpPr>
            <a:spLocks/>
          </p:cNvSpPr>
          <p:nvPr/>
        </p:nvSpPr>
        <p:spPr>
          <a:xfrm>
            <a:off x="8351759" y="38634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7" name="data_9055">
            <a:extLst>
              <a:ext uri="{FF2B5EF4-FFF2-40B4-BE49-F238E27FC236}">
                <a16:creationId xmlns:a16="http://schemas.microsoft.com/office/drawing/2014/main" id="{F12EC5F1-A263-4A32-A48A-B4780D5CDC4B}"/>
              </a:ext>
            </a:extLst>
          </p:cNvPr>
          <p:cNvSpPr>
            <a:spLocks/>
          </p:cNvSpPr>
          <p:nvPr/>
        </p:nvSpPr>
        <p:spPr>
          <a:xfrm>
            <a:off x="82692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8" name="data_9056">
            <a:extLst>
              <a:ext uri="{FF2B5EF4-FFF2-40B4-BE49-F238E27FC236}">
                <a16:creationId xmlns:a16="http://schemas.microsoft.com/office/drawing/2014/main" id="{5C550B46-76AF-47E0-90E3-93FD19B41699}"/>
              </a:ext>
            </a:extLst>
          </p:cNvPr>
          <p:cNvSpPr>
            <a:spLocks/>
          </p:cNvSpPr>
          <p:nvPr/>
        </p:nvSpPr>
        <p:spPr>
          <a:xfrm>
            <a:off x="8293777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69" name="data_9057">
            <a:extLst>
              <a:ext uri="{FF2B5EF4-FFF2-40B4-BE49-F238E27FC236}">
                <a16:creationId xmlns:a16="http://schemas.microsoft.com/office/drawing/2014/main" id="{59D6CB33-C268-483B-BE61-8A9A0CE8143F}"/>
              </a:ext>
            </a:extLst>
          </p:cNvPr>
          <p:cNvSpPr>
            <a:spLocks/>
          </p:cNvSpPr>
          <p:nvPr/>
        </p:nvSpPr>
        <p:spPr>
          <a:xfrm>
            <a:off x="8352671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0" name="data_9058">
            <a:extLst>
              <a:ext uri="{FF2B5EF4-FFF2-40B4-BE49-F238E27FC236}">
                <a16:creationId xmlns:a16="http://schemas.microsoft.com/office/drawing/2014/main" id="{B2128112-C4EA-4E7F-96A1-540334AB1DB8}"/>
              </a:ext>
            </a:extLst>
          </p:cNvPr>
          <p:cNvSpPr>
            <a:spLocks/>
          </p:cNvSpPr>
          <p:nvPr/>
        </p:nvSpPr>
        <p:spPr>
          <a:xfrm>
            <a:off x="835280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1" name="data_9059">
            <a:extLst>
              <a:ext uri="{FF2B5EF4-FFF2-40B4-BE49-F238E27FC236}">
                <a16:creationId xmlns:a16="http://schemas.microsoft.com/office/drawing/2014/main" id="{60BE554C-9E69-4489-B940-9166C5A6E238}"/>
              </a:ext>
            </a:extLst>
          </p:cNvPr>
          <p:cNvSpPr>
            <a:spLocks/>
          </p:cNvSpPr>
          <p:nvPr/>
        </p:nvSpPr>
        <p:spPr>
          <a:xfrm>
            <a:off x="834472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2" name="data_9060">
            <a:extLst>
              <a:ext uri="{FF2B5EF4-FFF2-40B4-BE49-F238E27FC236}">
                <a16:creationId xmlns:a16="http://schemas.microsoft.com/office/drawing/2014/main" id="{006B6EF2-753D-488E-B26D-07A803E1ACF7}"/>
              </a:ext>
            </a:extLst>
          </p:cNvPr>
          <p:cNvSpPr>
            <a:spLocks/>
          </p:cNvSpPr>
          <p:nvPr/>
        </p:nvSpPr>
        <p:spPr>
          <a:xfrm>
            <a:off x="83561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3" name="data_9061">
            <a:extLst>
              <a:ext uri="{FF2B5EF4-FFF2-40B4-BE49-F238E27FC236}">
                <a16:creationId xmlns:a16="http://schemas.microsoft.com/office/drawing/2014/main" id="{4FFF3999-F850-4E6F-A519-6D3B11659402}"/>
              </a:ext>
            </a:extLst>
          </p:cNvPr>
          <p:cNvSpPr>
            <a:spLocks/>
          </p:cNvSpPr>
          <p:nvPr/>
        </p:nvSpPr>
        <p:spPr>
          <a:xfrm>
            <a:off x="8281269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4" name="data_9062">
            <a:extLst>
              <a:ext uri="{FF2B5EF4-FFF2-40B4-BE49-F238E27FC236}">
                <a16:creationId xmlns:a16="http://schemas.microsoft.com/office/drawing/2014/main" id="{AB0CDEE1-5475-40A1-B105-79F79142BBD5}"/>
              </a:ext>
            </a:extLst>
          </p:cNvPr>
          <p:cNvSpPr>
            <a:spLocks/>
          </p:cNvSpPr>
          <p:nvPr/>
        </p:nvSpPr>
        <p:spPr>
          <a:xfrm>
            <a:off x="8261594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5" name="data_9063">
            <a:extLst>
              <a:ext uri="{FF2B5EF4-FFF2-40B4-BE49-F238E27FC236}">
                <a16:creationId xmlns:a16="http://schemas.microsoft.com/office/drawing/2014/main" id="{3B393830-BAF4-43BC-A43B-DE383BC54FFA}"/>
              </a:ext>
            </a:extLst>
          </p:cNvPr>
          <p:cNvSpPr>
            <a:spLocks/>
          </p:cNvSpPr>
          <p:nvPr/>
        </p:nvSpPr>
        <p:spPr>
          <a:xfrm>
            <a:off x="833742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6" name="data_9064">
            <a:extLst>
              <a:ext uri="{FF2B5EF4-FFF2-40B4-BE49-F238E27FC236}">
                <a16:creationId xmlns:a16="http://schemas.microsoft.com/office/drawing/2014/main" id="{DB8E99AA-DBF6-4DDC-A94E-22F66A06BFBF}"/>
              </a:ext>
            </a:extLst>
          </p:cNvPr>
          <p:cNvSpPr>
            <a:spLocks/>
          </p:cNvSpPr>
          <p:nvPr/>
        </p:nvSpPr>
        <p:spPr>
          <a:xfrm>
            <a:off x="82554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7" name="data_9065">
            <a:extLst>
              <a:ext uri="{FF2B5EF4-FFF2-40B4-BE49-F238E27FC236}">
                <a16:creationId xmlns:a16="http://schemas.microsoft.com/office/drawing/2014/main" id="{D96222CE-E2EA-42DC-BF4C-1B2BE928E46D}"/>
              </a:ext>
            </a:extLst>
          </p:cNvPr>
          <p:cNvSpPr>
            <a:spLocks/>
          </p:cNvSpPr>
          <p:nvPr/>
        </p:nvSpPr>
        <p:spPr>
          <a:xfrm>
            <a:off x="82636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8" name="data_9066">
            <a:extLst>
              <a:ext uri="{FF2B5EF4-FFF2-40B4-BE49-F238E27FC236}">
                <a16:creationId xmlns:a16="http://schemas.microsoft.com/office/drawing/2014/main" id="{F7BD0FCE-7488-438E-B6F1-0385CCACAFF7}"/>
              </a:ext>
            </a:extLst>
          </p:cNvPr>
          <p:cNvSpPr>
            <a:spLocks/>
          </p:cNvSpPr>
          <p:nvPr/>
        </p:nvSpPr>
        <p:spPr>
          <a:xfrm>
            <a:off x="8340684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79" name="data_9067">
            <a:extLst>
              <a:ext uri="{FF2B5EF4-FFF2-40B4-BE49-F238E27FC236}">
                <a16:creationId xmlns:a16="http://schemas.microsoft.com/office/drawing/2014/main" id="{10515FBD-27B1-4F30-9432-FB4E86551CF7}"/>
              </a:ext>
            </a:extLst>
          </p:cNvPr>
          <p:cNvSpPr>
            <a:spLocks/>
          </p:cNvSpPr>
          <p:nvPr/>
        </p:nvSpPr>
        <p:spPr>
          <a:xfrm>
            <a:off x="825664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0" name="data_9068">
            <a:extLst>
              <a:ext uri="{FF2B5EF4-FFF2-40B4-BE49-F238E27FC236}">
                <a16:creationId xmlns:a16="http://schemas.microsoft.com/office/drawing/2014/main" id="{EC0781B6-7582-442D-AB32-B2F3ACD7E2DE}"/>
              </a:ext>
            </a:extLst>
          </p:cNvPr>
          <p:cNvSpPr>
            <a:spLocks/>
          </p:cNvSpPr>
          <p:nvPr/>
        </p:nvSpPr>
        <p:spPr>
          <a:xfrm>
            <a:off x="836570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1" name="data_9069">
            <a:extLst>
              <a:ext uri="{FF2B5EF4-FFF2-40B4-BE49-F238E27FC236}">
                <a16:creationId xmlns:a16="http://schemas.microsoft.com/office/drawing/2014/main" id="{5E126510-7F63-4999-8518-3EAC4B3DFA02}"/>
              </a:ext>
            </a:extLst>
          </p:cNvPr>
          <p:cNvSpPr>
            <a:spLocks/>
          </p:cNvSpPr>
          <p:nvPr/>
        </p:nvSpPr>
        <p:spPr>
          <a:xfrm>
            <a:off x="834576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2" name="data_9070">
            <a:extLst>
              <a:ext uri="{FF2B5EF4-FFF2-40B4-BE49-F238E27FC236}">
                <a16:creationId xmlns:a16="http://schemas.microsoft.com/office/drawing/2014/main" id="{6E8136EB-C4BA-46B2-A388-AB4E50351240}"/>
              </a:ext>
            </a:extLst>
          </p:cNvPr>
          <p:cNvSpPr>
            <a:spLocks/>
          </p:cNvSpPr>
          <p:nvPr/>
        </p:nvSpPr>
        <p:spPr>
          <a:xfrm>
            <a:off x="829859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3" name="data_9071">
            <a:extLst>
              <a:ext uri="{FF2B5EF4-FFF2-40B4-BE49-F238E27FC236}">
                <a16:creationId xmlns:a16="http://schemas.microsoft.com/office/drawing/2014/main" id="{D29788CD-78F0-47CA-B217-57B19E282FCD}"/>
              </a:ext>
            </a:extLst>
          </p:cNvPr>
          <p:cNvSpPr>
            <a:spLocks/>
          </p:cNvSpPr>
          <p:nvPr/>
        </p:nvSpPr>
        <p:spPr>
          <a:xfrm>
            <a:off x="827657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4" name="data_9072">
            <a:extLst>
              <a:ext uri="{FF2B5EF4-FFF2-40B4-BE49-F238E27FC236}">
                <a16:creationId xmlns:a16="http://schemas.microsoft.com/office/drawing/2014/main" id="{5EA7F50E-D1AF-4EC6-B72E-82946923DD32}"/>
              </a:ext>
            </a:extLst>
          </p:cNvPr>
          <p:cNvSpPr>
            <a:spLocks/>
          </p:cNvSpPr>
          <p:nvPr/>
        </p:nvSpPr>
        <p:spPr>
          <a:xfrm>
            <a:off x="8363747" y="26629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5" name="data_9073">
            <a:extLst>
              <a:ext uri="{FF2B5EF4-FFF2-40B4-BE49-F238E27FC236}">
                <a16:creationId xmlns:a16="http://schemas.microsoft.com/office/drawing/2014/main" id="{111AF420-2169-4B85-8CA0-310A77E7918F}"/>
              </a:ext>
            </a:extLst>
          </p:cNvPr>
          <p:cNvSpPr>
            <a:spLocks/>
          </p:cNvSpPr>
          <p:nvPr/>
        </p:nvSpPr>
        <p:spPr>
          <a:xfrm>
            <a:off x="8369349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6" name="data_9074">
            <a:extLst>
              <a:ext uri="{FF2B5EF4-FFF2-40B4-BE49-F238E27FC236}">
                <a16:creationId xmlns:a16="http://schemas.microsoft.com/office/drawing/2014/main" id="{E4F0D11F-5784-491B-BFD3-AE7CDFE6B7FC}"/>
              </a:ext>
            </a:extLst>
          </p:cNvPr>
          <p:cNvSpPr>
            <a:spLocks/>
          </p:cNvSpPr>
          <p:nvPr/>
        </p:nvSpPr>
        <p:spPr>
          <a:xfrm>
            <a:off x="83220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7" name="data_9075">
            <a:extLst>
              <a:ext uri="{FF2B5EF4-FFF2-40B4-BE49-F238E27FC236}">
                <a16:creationId xmlns:a16="http://schemas.microsoft.com/office/drawing/2014/main" id="{A3B27D06-19A1-4E81-A03B-F733016ABF03}"/>
              </a:ext>
            </a:extLst>
          </p:cNvPr>
          <p:cNvSpPr>
            <a:spLocks/>
          </p:cNvSpPr>
          <p:nvPr/>
        </p:nvSpPr>
        <p:spPr>
          <a:xfrm>
            <a:off x="8351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8" name="data_9076">
            <a:extLst>
              <a:ext uri="{FF2B5EF4-FFF2-40B4-BE49-F238E27FC236}">
                <a16:creationId xmlns:a16="http://schemas.microsoft.com/office/drawing/2014/main" id="{01D983AC-1872-44A0-BDB1-73E5A3E9C375}"/>
              </a:ext>
            </a:extLst>
          </p:cNvPr>
          <p:cNvSpPr>
            <a:spLocks/>
          </p:cNvSpPr>
          <p:nvPr/>
        </p:nvSpPr>
        <p:spPr>
          <a:xfrm>
            <a:off x="826042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89" name="data_9077">
            <a:extLst>
              <a:ext uri="{FF2B5EF4-FFF2-40B4-BE49-F238E27FC236}">
                <a16:creationId xmlns:a16="http://schemas.microsoft.com/office/drawing/2014/main" id="{6C0053B5-FA65-4FFF-820C-4D0C14AA2221}"/>
              </a:ext>
            </a:extLst>
          </p:cNvPr>
          <p:cNvSpPr>
            <a:spLocks/>
          </p:cNvSpPr>
          <p:nvPr/>
        </p:nvSpPr>
        <p:spPr>
          <a:xfrm>
            <a:off x="82971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0" name="data_9078">
            <a:extLst>
              <a:ext uri="{FF2B5EF4-FFF2-40B4-BE49-F238E27FC236}">
                <a16:creationId xmlns:a16="http://schemas.microsoft.com/office/drawing/2014/main" id="{A162759A-AF4B-45C7-AB5F-740C1AD2DA7F}"/>
              </a:ext>
            </a:extLst>
          </p:cNvPr>
          <p:cNvSpPr>
            <a:spLocks/>
          </p:cNvSpPr>
          <p:nvPr/>
        </p:nvSpPr>
        <p:spPr>
          <a:xfrm>
            <a:off x="8343681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1" name="data_9079">
            <a:extLst>
              <a:ext uri="{FF2B5EF4-FFF2-40B4-BE49-F238E27FC236}">
                <a16:creationId xmlns:a16="http://schemas.microsoft.com/office/drawing/2014/main" id="{8F82A33A-6F75-4E5B-83CC-DAD1E5756FB1}"/>
              </a:ext>
            </a:extLst>
          </p:cNvPr>
          <p:cNvSpPr>
            <a:spLocks/>
          </p:cNvSpPr>
          <p:nvPr/>
        </p:nvSpPr>
        <p:spPr>
          <a:xfrm>
            <a:off x="8252473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2" name="data_9080">
            <a:extLst>
              <a:ext uri="{FF2B5EF4-FFF2-40B4-BE49-F238E27FC236}">
                <a16:creationId xmlns:a16="http://schemas.microsoft.com/office/drawing/2014/main" id="{5D6FE0E1-F6C3-4F17-B055-6A46BEA08BF1}"/>
              </a:ext>
            </a:extLst>
          </p:cNvPr>
          <p:cNvSpPr>
            <a:spLocks/>
          </p:cNvSpPr>
          <p:nvPr/>
        </p:nvSpPr>
        <p:spPr>
          <a:xfrm>
            <a:off x="82477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3" name="data_9081">
            <a:extLst>
              <a:ext uri="{FF2B5EF4-FFF2-40B4-BE49-F238E27FC236}">
                <a16:creationId xmlns:a16="http://schemas.microsoft.com/office/drawing/2014/main" id="{0F57E677-D186-456D-9CDA-304B158C4ED0}"/>
              </a:ext>
            </a:extLst>
          </p:cNvPr>
          <p:cNvSpPr>
            <a:spLocks/>
          </p:cNvSpPr>
          <p:nvPr/>
        </p:nvSpPr>
        <p:spPr>
          <a:xfrm>
            <a:off x="832478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4" name="data_9082">
            <a:extLst>
              <a:ext uri="{FF2B5EF4-FFF2-40B4-BE49-F238E27FC236}">
                <a16:creationId xmlns:a16="http://schemas.microsoft.com/office/drawing/2014/main" id="{7AFB7C9E-1253-44BB-9B6F-499E2CDEAAC8}"/>
              </a:ext>
            </a:extLst>
          </p:cNvPr>
          <p:cNvSpPr>
            <a:spLocks/>
          </p:cNvSpPr>
          <p:nvPr/>
        </p:nvSpPr>
        <p:spPr>
          <a:xfrm>
            <a:off x="8362965" y="23629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5" name="data_9083">
            <a:extLst>
              <a:ext uri="{FF2B5EF4-FFF2-40B4-BE49-F238E27FC236}">
                <a16:creationId xmlns:a16="http://schemas.microsoft.com/office/drawing/2014/main" id="{14B2FA72-73E3-4751-B8AA-085405F16582}"/>
              </a:ext>
            </a:extLst>
          </p:cNvPr>
          <p:cNvSpPr>
            <a:spLocks/>
          </p:cNvSpPr>
          <p:nvPr/>
        </p:nvSpPr>
        <p:spPr>
          <a:xfrm>
            <a:off x="824205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6" name="data_9084">
            <a:extLst>
              <a:ext uri="{FF2B5EF4-FFF2-40B4-BE49-F238E27FC236}">
                <a16:creationId xmlns:a16="http://schemas.microsoft.com/office/drawing/2014/main" id="{E797556C-523E-4423-A431-B905664CCDD7}"/>
              </a:ext>
            </a:extLst>
          </p:cNvPr>
          <p:cNvSpPr>
            <a:spLocks/>
          </p:cNvSpPr>
          <p:nvPr/>
        </p:nvSpPr>
        <p:spPr>
          <a:xfrm>
            <a:off x="829299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7" name="data_9085">
            <a:extLst>
              <a:ext uri="{FF2B5EF4-FFF2-40B4-BE49-F238E27FC236}">
                <a16:creationId xmlns:a16="http://schemas.microsoft.com/office/drawing/2014/main" id="{A03692CE-8C0E-4BF4-A474-D838BE3204BB}"/>
              </a:ext>
            </a:extLst>
          </p:cNvPr>
          <p:cNvSpPr>
            <a:spLocks/>
          </p:cNvSpPr>
          <p:nvPr/>
        </p:nvSpPr>
        <p:spPr>
          <a:xfrm>
            <a:off x="83348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8" name="data_9086">
            <a:extLst>
              <a:ext uri="{FF2B5EF4-FFF2-40B4-BE49-F238E27FC236}">
                <a16:creationId xmlns:a16="http://schemas.microsoft.com/office/drawing/2014/main" id="{7B6F7727-4B0E-4A65-847B-D630863DA7B0}"/>
              </a:ext>
            </a:extLst>
          </p:cNvPr>
          <p:cNvSpPr>
            <a:spLocks/>
          </p:cNvSpPr>
          <p:nvPr/>
        </p:nvSpPr>
        <p:spPr>
          <a:xfrm>
            <a:off x="829573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1999" name="data_9087">
            <a:extLst>
              <a:ext uri="{FF2B5EF4-FFF2-40B4-BE49-F238E27FC236}">
                <a16:creationId xmlns:a16="http://schemas.microsoft.com/office/drawing/2014/main" id="{1D1289F2-E5C8-443B-852C-FF064FF5232E}"/>
              </a:ext>
            </a:extLst>
          </p:cNvPr>
          <p:cNvSpPr>
            <a:spLocks/>
          </p:cNvSpPr>
          <p:nvPr/>
        </p:nvSpPr>
        <p:spPr>
          <a:xfrm>
            <a:off x="827371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0" name="data_9088">
            <a:extLst>
              <a:ext uri="{FF2B5EF4-FFF2-40B4-BE49-F238E27FC236}">
                <a16:creationId xmlns:a16="http://schemas.microsoft.com/office/drawing/2014/main" id="{8D85CA47-CFCE-4C9E-8B75-5B2F00121971}"/>
              </a:ext>
            </a:extLst>
          </p:cNvPr>
          <p:cNvSpPr>
            <a:spLocks/>
          </p:cNvSpPr>
          <p:nvPr/>
        </p:nvSpPr>
        <p:spPr>
          <a:xfrm>
            <a:off x="832426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1" name="data_9089">
            <a:extLst>
              <a:ext uri="{FF2B5EF4-FFF2-40B4-BE49-F238E27FC236}">
                <a16:creationId xmlns:a16="http://schemas.microsoft.com/office/drawing/2014/main" id="{82838750-5038-4E75-97B2-EEA6B25EB062}"/>
              </a:ext>
            </a:extLst>
          </p:cNvPr>
          <p:cNvSpPr>
            <a:spLocks/>
          </p:cNvSpPr>
          <p:nvPr/>
        </p:nvSpPr>
        <p:spPr>
          <a:xfrm>
            <a:off x="83200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2" name="data_9090">
            <a:extLst>
              <a:ext uri="{FF2B5EF4-FFF2-40B4-BE49-F238E27FC236}">
                <a16:creationId xmlns:a16="http://schemas.microsoft.com/office/drawing/2014/main" id="{FE22CD03-AFEA-49AD-9C81-4ED64CF0F8A7}"/>
              </a:ext>
            </a:extLst>
          </p:cNvPr>
          <p:cNvSpPr>
            <a:spLocks/>
          </p:cNvSpPr>
          <p:nvPr/>
        </p:nvSpPr>
        <p:spPr>
          <a:xfrm>
            <a:off x="830433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3" name="data_9091">
            <a:extLst>
              <a:ext uri="{FF2B5EF4-FFF2-40B4-BE49-F238E27FC236}">
                <a16:creationId xmlns:a16="http://schemas.microsoft.com/office/drawing/2014/main" id="{0C3B465A-DEA9-4C78-9BD4-023A7DC71FEA}"/>
              </a:ext>
            </a:extLst>
          </p:cNvPr>
          <p:cNvSpPr>
            <a:spLocks/>
          </p:cNvSpPr>
          <p:nvPr/>
        </p:nvSpPr>
        <p:spPr>
          <a:xfrm>
            <a:off x="83169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4" name="data_9092">
            <a:extLst>
              <a:ext uri="{FF2B5EF4-FFF2-40B4-BE49-F238E27FC236}">
                <a16:creationId xmlns:a16="http://schemas.microsoft.com/office/drawing/2014/main" id="{470A8098-4DC2-48E8-9508-C099B4EB8F8E}"/>
              </a:ext>
            </a:extLst>
          </p:cNvPr>
          <p:cNvSpPr>
            <a:spLocks/>
          </p:cNvSpPr>
          <p:nvPr/>
        </p:nvSpPr>
        <p:spPr>
          <a:xfrm>
            <a:off x="8279575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5" name="data_9093">
            <a:extLst>
              <a:ext uri="{FF2B5EF4-FFF2-40B4-BE49-F238E27FC236}">
                <a16:creationId xmlns:a16="http://schemas.microsoft.com/office/drawing/2014/main" id="{8B706DE8-2DAB-4B0B-B470-A319FD844FB4}"/>
              </a:ext>
            </a:extLst>
          </p:cNvPr>
          <p:cNvSpPr>
            <a:spLocks/>
          </p:cNvSpPr>
          <p:nvPr/>
        </p:nvSpPr>
        <p:spPr>
          <a:xfrm>
            <a:off x="830876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6" name="data_9094">
            <a:extLst>
              <a:ext uri="{FF2B5EF4-FFF2-40B4-BE49-F238E27FC236}">
                <a16:creationId xmlns:a16="http://schemas.microsoft.com/office/drawing/2014/main" id="{D3F738B3-9433-4A4B-B5ED-9058453347FF}"/>
              </a:ext>
            </a:extLst>
          </p:cNvPr>
          <p:cNvSpPr>
            <a:spLocks/>
          </p:cNvSpPr>
          <p:nvPr/>
        </p:nvSpPr>
        <p:spPr>
          <a:xfrm>
            <a:off x="8280878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7" name="data_9095">
            <a:extLst>
              <a:ext uri="{FF2B5EF4-FFF2-40B4-BE49-F238E27FC236}">
                <a16:creationId xmlns:a16="http://schemas.microsoft.com/office/drawing/2014/main" id="{BA95A98F-AE1C-4D0A-8427-71A64E07E485}"/>
              </a:ext>
            </a:extLst>
          </p:cNvPr>
          <p:cNvSpPr>
            <a:spLocks/>
          </p:cNvSpPr>
          <p:nvPr/>
        </p:nvSpPr>
        <p:spPr>
          <a:xfrm>
            <a:off x="8292344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8" name="data_9096">
            <a:extLst>
              <a:ext uri="{FF2B5EF4-FFF2-40B4-BE49-F238E27FC236}">
                <a16:creationId xmlns:a16="http://schemas.microsoft.com/office/drawing/2014/main" id="{81985197-9859-4B2D-BD73-3235FBC0DFB0}"/>
              </a:ext>
            </a:extLst>
          </p:cNvPr>
          <p:cNvSpPr>
            <a:spLocks/>
          </p:cNvSpPr>
          <p:nvPr/>
        </p:nvSpPr>
        <p:spPr>
          <a:xfrm>
            <a:off x="8348632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09" name="data_9097">
            <a:extLst>
              <a:ext uri="{FF2B5EF4-FFF2-40B4-BE49-F238E27FC236}">
                <a16:creationId xmlns:a16="http://schemas.microsoft.com/office/drawing/2014/main" id="{ECC7E71E-22FB-49B8-9E91-46B0C2C0F875}"/>
              </a:ext>
            </a:extLst>
          </p:cNvPr>
          <p:cNvSpPr>
            <a:spLocks/>
          </p:cNvSpPr>
          <p:nvPr/>
        </p:nvSpPr>
        <p:spPr>
          <a:xfrm>
            <a:off x="825638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0" name="data_9098">
            <a:extLst>
              <a:ext uri="{FF2B5EF4-FFF2-40B4-BE49-F238E27FC236}">
                <a16:creationId xmlns:a16="http://schemas.microsoft.com/office/drawing/2014/main" id="{CC585B09-BB88-4BD4-AC8A-B36CDE0FC8CE}"/>
              </a:ext>
            </a:extLst>
          </p:cNvPr>
          <p:cNvSpPr>
            <a:spLocks/>
          </p:cNvSpPr>
          <p:nvPr/>
        </p:nvSpPr>
        <p:spPr>
          <a:xfrm>
            <a:off x="82623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1" name="data_9099">
            <a:extLst>
              <a:ext uri="{FF2B5EF4-FFF2-40B4-BE49-F238E27FC236}">
                <a16:creationId xmlns:a16="http://schemas.microsoft.com/office/drawing/2014/main" id="{D7F704E9-A9F5-4A4F-9636-1E2E6A07C243}"/>
              </a:ext>
            </a:extLst>
          </p:cNvPr>
          <p:cNvSpPr>
            <a:spLocks/>
          </p:cNvSpPr>
          <p:nvPr/>
        </p:nvSpPr>
        <p:spPr>
          <a:xfrm>
            <a:off x="83165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2" name="data_9100">
            <a:extLst>
              <a:ext uri="{FF2B5EF4-FFF2-40B4-BE49-F238E27FC236}">
                <a16:creationId xmlns:a16="http://schemas.microsoft.com/office/drawing/2014/main" id="{DEB672C4-3370-49CB-B0D8-969F56EE9168}"/>
              </a:ext>
            </a:extLst>
          </p:cNvPr>
          <p:cNvSpPr>
            <a:spLocks/>
          </p:cNvSpPr>
          <p:nvPr/>
        </p:nvSpPr>
        <p:spPr>
          <a:xfrm>
            <a:off x="83154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3" name="data_9101">
            <a:extLst>
              <a:ext uri="{FF2B5EF4-FFF2-40B4-BE49-F238E27FC236}">
                <a16:creationId xmlns:a16="http://schemas.microsoft.com/office/drawing/2014/main" id="{B9DD2D5C-2AAA-4940-9B08-034C499ED6F6}"/>
              </a:ext>
            </a:extLst>
          </p:cNvPr>
          <p:cNvSpPr>
            <a:spLocks/>
          </p:cNvSpPr>
          <p:nvPr/>
        </p:nvSpPr>
        <p:spPr>
          <a:xfrm>
            <a:off x="835775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4" name="data_9102">
            <a:extLst>
              <a:ext uri="{FF2B5EF4-FFF2-40B4-BE49-F238E27FC236}">
                <a16:creationId xmlns:a16="http://schemas.microsoft.com/office/drawing/2014/main" id="{59320548-EB52-4B1E-A243-49053CB13C26}"/>
              </a:ext>
            </a:extLst>
          </p:cNvPr>
          <p:cNvSpPr>
            <a:spLocks/>
          </p:cNvSpPr>
          <p:nvPr/>
        </p:nvSpPr>
        <p:spPr>
          <a:xfrm>
            <a:off x="833807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5" name="data_9103">
            <a:extLst>
              <a:ext uri="{FF2B5EF4-FFF2-40B4-BE49-F238E27FC236}">
                <a16:creationId xmlns:a16="http://schemas.microsoft.com/office/drawing/2014/main" id="{BA6A3435-96A5-4099-A8CD-0ED676820481}"/>
              </a:ext>
            </a:extLst>
          </p:cNvPr>
          <p:cNvSpPr>
            <a:spLocks/>
          </p:cNvSpPr>
          <p:nvPr/>
        </p:nvSpPr>
        <p:spPr>
          <a:xfrm>
            <a:off x="825768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6" name="data_9104">
            <a:extLst>
              <a:ext uri="{FF2B5EF4-FFF2-40B4-BE49-F238E27FC236}">
                <a16:creationId xmlns:a16="http://schemas.microsoft.com/office/drawing/2014/main" id="{56B93122-DEDF-49A8-98A3-5FC37B284A28}"/>
              </a:ext>
            </a:extLst>
          </p:cNvPr>
          <p:cNvSpPr>
            <a:spLocks/>
          </p:cNvSpPr>
          <p:nvPr/>
        </p:nvSpPr>
        <p:spPr>
          <a:xfrm>
            <a:off x="827657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7" name="data_9105">
            <a:extLst>
              <a:ext uri="{FF2B5EF4-FFF2-40B4-BE49-F238E27FC236}">
                <a16:creationId xmlns:a16="http://schemas.microsoft.com/office/drawing/2014/main" id="{111F8FA9-C2C5-412B-B883-AD1566ECFEE5}"/>
              </a:ext>
            </a:extLst>
          </p:cNvPr>
          <p:cNvSpPr>
            <a:spLocks/>
          </p:cNvSpPr>
          <p:nvPr/>
        </p:nvSpPr>
        <p:spPr>
          <a:xfrm>
            <a:off x="83283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8" name="data_9106">
            <a:extLst>
              <a:ext uri="{FF2B5EF4-FFF2-40B4-BE49-F238E27FC236}">
                <a16:creationId xmlns:a16="http://schemas.microsoft.com/office/drawing/2014/main" id="{8372DE19-92FC-45E4-A6BB-46C92CE4A9AA}"/>
              </a:ext>
            </a:extLst>
          </p:cNvPr>
          <p:cNvSpPr>
            <a:spLocks/>
          </p:cNvSpPr>
          <p:nvPr/>
        </p:nvSpPr>
        <p:spPr>
          <a:xfrm>
            <a:off x="825012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19" name="data_9107">
            <a:extLst>
              <a:ext uri="{FF2B5EF4-FFF2-40B4-BE49-F238E27FC236}">
                <a16:creationId xmlns:a16="http://schemas.microsoft.com/office/drawing/2014/main" id="{D7BA9A4F-8791-40CD-BF7B-26E6874D83DB}"/>
              </a:ext>
            </a:extLst>
          </p:cNvPr>
          <p:cNvSpPr>
            <a:spLocks/>
          </p:cNvSpPr>
          <p:nvPr/>
        </p:nvSpPr>
        <p:spPr>
          <a:xfrm>
            <a:off x="834068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0" name="data_9108">
            <a:extLst>
              <a:ext uri="{FF2B5EF4-FFF2-40B4-BE49-F238E27FC236}">
                <a16:creationId xmlns:a16="http://schemas.microsoft.com/office/drawing/2014/main" id="{F2447753-A298-4584-AF2F-45427207EC37}"/>
              </a:ext>
            </a:extLst>
          </p:cNvPr>
          <p:cNvSpPr>
            <a:spLocks/>
          </p:cNvSpPr>
          <p:nvPr/>
        </p:nvSpPr>
        <p:spPr>
          <a:xfrm>
            <a:off x="834511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1" name="data_9109">
            <a:extLst>
              <a:ext uri="{FF2B5EF4-FFF2-40B4-BE49-F238E27FC236}">
                <a16:creationId xmlns:a16="http://schemas.microsoft.com/office/drawing/2014/main" id="{19A6B33E-A6F1-4E89-B70D-F67E660CC40D}"/>
              </a:ext>
            </a:extLst>
          </p:cNvPr>
          <p:cNvSpPr>
            <a:spLocks/>
          </p:cNvSpPr>
          <p:nvPr/>
        </p:nvSpPr>
        <p:spPr>
          <a:xfrm>
            <a:off x="8331303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2" name="data_9110">
            <a:extLst>
              <a:ext uri="{FF2B5EF4-FFF2-40B4-BE49-F238E27FC236}">
                <a16:creationId xmlns:a16="http://schemas.microsoft.com/office/drawing/2014/main" id="{E3A998D0-CB43-443D-BA85-808AC3533A00}"/>
              </a:ext>
            </a:extLst>
          </p:cNvPr>
          <p:cNvSpPr>
            <a:spLocks/>
          </p:cNvSpPr>
          <p:nvPr/>
        </p:nvSpPr>
        <p:spPr>
          <a:xfrm>
            <a:off x="8330130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3" name="data_9111">
            <a:extLst>
              <a:ext uri="{FF2B5EF4-FFF2-40B4-BE49-F238E27FC236}">
                <a16:creationId xmlns:a16="http://schemas.microsoft.com/office/drawing/2014/main" id="{16AB9B57-C74F-453B-B7E6-1B375BE14B49}"/>
              </a:ext>
            </a:extLst>
          </p:cNvPr>
          <p:cNvSpPr>
            <a:spLocks/>
          </p:cNvSpPr>
          <p:nvPr/>
        </p:nvSpPr>
        <p:spPr>
          <a:xfrm>
            <a:off x="83357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4" name="data_9112">
            <a:extLst>
              <a:ext uri="{FF2B5EF4-FFF2-40B4-BE49-F238E27FC236}">
                <a16:creationId xmlns:a16="http://schemas.microsoft.com/office/drawing/2014/main" id="{F1E2D0A5-FF4A-4917-BDB8-D3643BFE8875}"/>
              </a:ext>
            </a:extLst>
          </p:cNvPr>
          <p:cNvSpPr>
            <a:spLocks/>
          </p:cNvSpPr>
          <p:nvPr/>
        </p:nvSpPr>
        <p:spPr>
          <a:xfrm>
            <a:off x="8311107" y="385109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5" name="data_9113">
            <a:extLst>
              <a:ext uri="{FF2B5EF4-FFF2-40B4-BE49-F238E27FC236}">
                <a16:creationId xmlns:a16="http://schemas.microsoft.com/office/drawing/2014/main" id="{E34652BE-384A-494E-ADC2-0109254977D9}"/>
              </a:ext>
            </a:extLst>
          </p:cNvPr>
          <p:cNvSpPr>
            <a:spLocks/>
          </p:cNvSpPr>
          <p:nvPr/>
        </p:nvSpPr>
        <p:spPr>
          <a:xfrm>
            <a:off x="82434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6" name="data_9114">
            <a:extLst>
              <a:ext uri="{FF2B5EF4-FFF2-40B4-BE49-F238E27FC236}">
                <a16:creationId xmlns:a16="http://schemas.microsoft.com/office/drawing/2014/main" id="{FDF964F1-2EA3-4E8D-9988-CE711DCAF174}"/>
              </a:ext>
            </a:extLst>
          </p:cNvPr>
          <p:cNvSpPr>
            <a:spLocks/>
          </p:cNvSpPr>
          <p:nvPr/>
        </p:nvSpPr>
        <p:spPr>
          <a:xfrm>
            <a:off x="83108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7" name="data_9115">
            <a:extLst>
              <a:ext uri="{FF2B5EF4-FFF2-40B4-BE49-F238E27FC236}">
                <a16:creationId xmlns:a16="http://schemas.microsoft.com/office/drawing/2014/main" id="{515E5BC0-E83B-4663-9B23-DF9BC374B5C3}"/>
              </a:ext>
            </a:extLst>
          </p:cNvPr>
          <p:cNvSpPr>
            <a:spLocks/>
          </p:cNvSpPr>
          <p:nvPr/>
        </p:nvSpPr>
        <p:spPr>
          <a:xfrm>
            <a:off x="82606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8" name="data_9116">
            <a:extLst>
              <a:ext uri="{FF2B5EF4-FFF2-40B4-BE49-F238E27FC236}">
                <a16:creationId xmlns:a16="http://schemas.microsoft.com/office/drawing/2014/main" id="{FC78B79C-0DB1-4C1C-BDC0-492752C7EE9B}"/>
              </a:ext>
            </a:extLst>
          </p:cNvPr>
          <p:cNvSpPr>
            <a:spLocks/>
          </p:cNvSpPr>
          <p:nvPr/>
        </p:nvSpPr>
        <p:spPr>
          <a:xfrm>
            <a:off x="8330651" y="3825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29" name="data_9117">
            <a:extLst>
              <a:ext uri="{FF2B5EF4-FFF2-40B4-BE49-F238E27FC236}">
                <a16:creationId xmlns:a16="http://schemas.microsoft.com/office/drawing/2014/main" id="{0E0E27A8-3E19-4195-B982-BEC4138EC9C9}"/>
              </a:ext>
            </a:extLst>
          </p:cNvPr>
          <p:cNvSpPr>
            <a:spLocks/>
          </p:cNvSpPr>
          <p:nvPr/>
        </p:nvSpPr>
        <p:spPr>
          <a:xfrm>
            <a:off x="8347850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0" name="data_9118">
            <a:extLst>
              <a:ext uri="{FF2B5EF4-FFF2-40B4-BE49-F238E27FC236}">
                <a16:creationId xmlns:a16="http://schemas.microsoft.com/office/drawing/2014/main" id="{15EC9067-AF73-4B0A-8B7E-B86DA705C7F3}"/>
              </a:ext>
            </a:extLst>
          </p:cNvPr>
          <p:cNvSpPr>
            <a:spLocks/>
          </p:cNvSpPr>
          <p:nvPr/>
        </p:nvSpPr>
        <p:spPr>
          <a:xfrm>
            <a:off x="82585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1" name="data_9119">
            <a:extLst>
              <a:ext uri="{FF2B5EF4-FFF2-40B4-BE49-F238E27FC236}">
                <a16:creationId xmlns:a16="http://schemas.microsoft.com/office/drawing/2014/main" id="{18A6D1CA-0E20-4F6C-9B47-ABE6080194BF}"/>
              </a:ext>
            </a:extLst>
          </p:cNvPr>
          <p:cNvSpPr>
            <a:spLocks/>
          </p:cNvSpPr>
          <p:nvPr/>
        </p:nvSpPr>
        <p:spPr>
          <a:xfrm>
            <a:off x="8331824" y="30053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2" name="data_9120">
            <a:extLst>
              <a:ext uri="{FF2B5EF4-FFF2-40B4-BE49-F238E27FC236}">
                <a16:creationId xmlns:a16="http://schemas.microsoft.com/office/drawing/2014/main" id="{9386FE08-4672-465B-B98D-F2B4A1995A5E}"/>
              </a:ext>
            </a:extLst>
          </p:cNvPr>
          <p:cNvSpPr>
            <a:spLocks/>
          </p:cNvSpPr>
          <p:nvPr/>
        </p:nvSpPr>
        <p:spPr>
          <a:xfrm>
            <a:off x="8265112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3" name="data_9121">
            <a:extLst>
              <a:ext uri="{FF2B5EF4-FFF2-40B4-BE49-F238E27FC236}">
                <a16:creationId xmlns:a16="http://schemas.microsoft.com/office/drawing/2014/main" id="{A0F0C9BC-1BDA-45EE-A5D6-564E1BFCFF1E}"/>
              </a:ext>
            </a:extLst>
          </p:cNvPr>
          <p:cNvSpPr>
            <a:spLocks/>
          </p:cNvSpPr>
          <p:nvPr/>
        </p:nvSpPr>
        <p:spPr>
          <a:xfrm>
            <a:off x="827084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4" name="data_9122">
            <a:extLst>
              <a:ext uri="{FF2B5EF4-FFF2-40B4-BE49-F238E27FC236}">
                <a16:creationId xmlns:a16="http://schemas.microsoft.com/office/drawing/2014/main" id="{5DBAC0B9-06D1-4EDA-904E-2D9D92D02001}"/>
              </a:ext>
            </a:extLst>
          </p:cNvPr>
          <p:cNvSpPr>
            <a:spLocks/>
          </p:cNvSpPr>
          <p:nvPr/>
        </p:nvSpPr>
        <p:spPr>
          <a:xfrm>
            <a:off x="8255340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5" name="data_9123">
            <a:extLst>
              <a:ext uri="{FF2B5EF4-FFF2-40B4-BE49-F238E27FC236}">
                <a16:creationId xmlns:a16="http://schemas.microsoft.com/office/drawing/2014/main" id="{E43D814F-64B3-4C8E-B441-CBD6F0548C8E}"/>
              </a:ext>
            </a:extLst>
          </p:cNvPr>
          <p:cNvSpPr>
            <a:spLocks/>
          </p:cNvSpPr>
          <p:nvPr/>
        </p:nvSpPr>
        <p:spPr>
          <a:xfrm>
            <a:off x="8330391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6" name="data_9124">
            <a:extLst>
              <a:ext uri="{FF2B5EF4-FFF2-40B4-BE49-F238E27FC236}">
                <a16:creationId xmlns:a16="http://schemas.microsoft.com/office/drawing/2014/main" id="{18F63B3F-CDA7-4807-A4D7-C5F8B234DA9D}"/>
              </a:ext>
            </a:extLst>
          </p:cNvPr>
          <p:cNvSpPr>
            <a:spLocks/>
          </p:cNvSpPr>
          <p:nvPr/>
        </p:nvSpPr>
        <p:spPr>
          <a:xfrm>
            <a:off x="8364007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7" name="data_9125">
            <a:extLst>
              <a:ext uri="{FF2B5EF4-FFF2-40B4-BE49-F238E27FC236}">
                <a16:creationId xmlns:a16="http://schemas.microsoft.com/office/drawing/2014/main" id="{00157258-3E27-4FC2-89AF-4BBC43B0B239}"/>
              </a:ext>
            </a:extLst>
          </p:cNvPr>
          <p:cNvSpPr>
            <a:spLocks/>
          </p:cNvSpPr>
          <p:nvPr/>
        </p:nvSpPr>
        <p:spPr>
          <a:xfrm>
            <a:off x="8369610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8" name="data_9126">
            <a:extLst>
              <a:ext uri="{FF2B5EF4-FFF2-40B4-BE49-F238E27FC236}">
                <a16:creationId xmlns:a16="http://schemas.microsoft.com/office/drawing/2014/main" id="{49880461-A95F-4FBF-BDA1-85EF79622B43}"/>
              </a:ext>
            </a:extLst>
          </p:cNvPr>
          <p:cNvSpPr>
            <a:spLocks/>
          </p:cNvSpPr>
          <p:nvPr/>
        </p:nvSpPr>
        <p:spPr>
          <a:xfrm>
            <a:off x="828908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39" name="data_9127">
            <a:extLst>
              <a:ext uri="{FF2B5EF4-FFF2-40B4-BE49-F238E27FC236}">
                <a16:creationId xmlns:a16="http://schemas.microsoft.com/office/drawing/2014/main" id="{9E1B6626-DE9E-4561-AB76-4E36F5C405FD}"/>
              </a:ext>
            </a:extLst>
          </p:cNvPr>
          <p:cNvSpPr>
            <a:spLocks/>
          </p:cNvSpPr>
          <p:nvPr/>
        </p:nvSpPr>
        <p:spPr>
          <a:xfrm>
            <a:off x="833690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0" name="data_9128">
            <a:extLst>
              <a:ext uri="{FF2B5EF4-FFF2-40B4-BE49-F238E27FC236}">
                <a16:creationId xmlns:a16="http://schemas.microsoft.com/office/drawing/2014/main" id="{F88F35F3-0567-4B5F-B0D2-36FB946C61A4}"/>
              </a:ext>
            </a:extLst>
          </p:cNvPr>
          <p:cNvSpPr>
            <a:spLocks/>
          </p:cNvSpPr>
          <p:nvPr/>
        </p:nvSpPr>
        <p:spPr>
          <a:xfrm>
            <a:off x="836218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1" name="data_9129">
            <a:extLst>
              <a:ext uri="{FF2B5EF4-FFF2-40B4-BE49-F238E27FC236}">
                <a16:creationId xmlns:a16="http://schemas.microsoft.com/office/drawing/2014/main" id="{86F8CBE7-00DD-4B2A-BEA8-3BFFD1513D5B}"/>
              </a:ext>
            </a:extLst>
          </p:cNvPr>
          <p:cNvSpPr>
            <a:spLocks/>
          </p:cNvSpPr>
          <p:nvPr/>
        </p:nvSpPr>
        <p:spPr>
          <a:xfrm>
            <a:off x="8346808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2" name="data_9130">
            <a:extLst>
              <a:ext uri="{FF2B5EF4-FFF2-40B4-BE49-F238E27FC236}">
                <a16:creationId xmlns:a16="http://schemas.microsoft.com/office/drawing/2014/main" id="{1924D36D-E153-4176-BCEB-23FDF8815454}"/>
              </a:ext>
            </a:extLst>
          </p:cNvPr>
          <p:cNvSpPr>
            <a:spLocks/>
          </p:cNvSpPr>
          <p:nvPr/>
        </p:nvSpPr>
        <p:spPr>
          <a:xfrm>
            <a:off x="833299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3" name="data_9131">
            <a:extLst>
              <a:ext uri="{FF2B5EF4-FFF2-40B4-BE49-F238E27FC236}">
                <a16:creationId xmlns:a16="http://schemas.microsoft.com/office/drawing/2014/main" id="{9D661B9F-F0E9-40EA-B1B0-C6F0E0D96105}"/>
              </a:ext>
            </a:extLst>
          </p:cNvPr>
          <p:cNvSpPr>
            <a:spLocks/>
          </p:cNvSpPr>
          <p:nvPr/>
        </p:nvSpPr>
        <p:spPr>
          <a:xfrm>
            <a:off x="83010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4" name="data_9132">
            <a:extLst>
              <a:ext uri="{FF2B5EF4-FFF2-40B4-BE49-F238E27FC236}">
                <a16:creationId xmlns:a16="http://schemas.microsoft.com/office/drawing/2014/main" id="{247BB22E-D4CB-4F8C-A3F8-E38BA9F3F511}"/>
              </a:ext>
            </a:extLst>
          </p:cNvPr>
          <p:cNvSpPr>
            <a:spLocks/>
          </p:cNvSpPr>
          <p:nvPr/>
        </p:nvSpPr>
        <p:spPr>
          <a:xfrm>
            <a:off x="8297165" y="29006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5" name="data_9133">
            <a:extLst>
              <a:ext uri="{FF2B5EF4-FFF2-40B4-BE49-F238E27FC236}">
                <a16:creationId xmlns:a16="http://schemas.microsoft.com/office/drawing/2014/main" id="{3C078BCA-2576-4881-A25D-D8A23C630647}"/>
              </a:ext>
            </a:extLst>
          </p:cNvPr>
          <p:cNvSpPr>
            <a:spLocks/>
          </p:cNvSpPr>
          <p:nvPr/>
        </p:nvSpPr>
        <p:spPr>
          <a:xfrm>
            <a:off x="82537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6" name="data_9134">
            <a:extLst>
              <a:ext uri="{FF2B5EF4-FFF2-40B4-BE49-F238E27FC236}">
                <a16:creationId xmlns:a16="http://schemas.microsoft.com/office/drawing/2014/main" id="{C8DA1A50-18E3-483C-8853-0091974F24E2}"/>
              </a:ext>
            </a:extLst>
          </p:cNvPr>
          <p:cNvSpPr>
            <a:spLocks/>
          </p:cNvSpPr>
          <p:nvPr/>
        </p:nvSpPr>
        <p:spPr>
          <a:xfrm>
            <a:off x="836257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7" name="data_9135">
            <a:extLst>
              <a:ext uri="{FF2B5EF4-FFF2-40B4-BE49-F238E27FC236}">
                <a16:creationId xmlns:a16="http://schemas.microsoft.com/office/drawing/2014/main" id="{DE6DE1B4-2673-4DE4-8AFC-4C034CF3699A}"/>
              </a:ext>
            </a:extLst>
          </p:cNvPr>
          <p:cNvSpPr>
            <a:spLocks/>
          </p:cNvSpPr>
          <p:nvPr/>
        </p:nvSpPr>
        <p:spPr>
          <a:xfrm>
            <a:off x="834876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8" name="data_9136">
            <a:extLst>
              <a:ext uri="{FF2B5EF4-FFF2-40B4-BE49-F238E27FC236}">
                <a16:creationId xmlns:a16="http://schemas.microsoft.com/office/drawing/2014/main" id="{362741EE-00DA-4546-B052-772E9BCA6E11}"/>
              </a:ext>
            </a:extLst>
          </p:cNvPr>
          <p:cNvSpPr>
            <a:spLocks/>
          </p:cNvSpPr>
          <p:nvPr/>
        </p:nvSpPr>
        <p:spPr>
          <a:xfrm>
            <a:off x="832908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49" name="data_9137">
            <a:extLst>
              <a:ext uri="{FF2B5EF4-FFF2-40B4-BE49-F238E27FC236}">
                <a16:creationId xmlns:a16="http://schemas.microsoft.com/office/drawing/2014/main" id="{F024FDF8-DF6F-4BCB-BECD-03E27D721C2D}"/>
              </a:ext>
            </a:extLst>
          </p:cNvPr>
          <p:cNvSpPr>
            <a:spLocks/>
          </p:cNvSpPr>
          <p:nvPr/>
        </p:nvSpPr>
        <p:spPr>
          <a:xfrm>
            <a:off x="824921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0" name="data_9138">
            <a:extLst>
              <a:ext uri="{FF2B5EF4-FFF2-40B4-BE49-F238E27FC236}">
                <a16:creationId xmlns:a16="http://schemas.microsoft.com/office/drawing/2014/main" id="{932A9804-27EB-4598-B6AB-B0D519C3D8AA}"/>
              </a:ext>
            </a:extLst>
          </p:cNvPr>
          <p:cNvSpPr>
            <a:spLocks/>
          </p:cNvSpPr>
          <p:nvPr/>
        </p:nvSpPr>
        <p:spPr>
          <a:xfrm>
            <a:off x="8261855" y="39029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1" name="data_9139">
            <a:extLst>
              <a:ext uri="{FF2B5EF4-FFF2-40B4-BE49-F238E27FC236}">
                <a16:creationId xmlns:a16="http://schemas.microsoft.com/office/drawing/2014/main" id="{1DB0BDA3-BEEE-4E51-81A9-F669637F6EA5}"/>
              </a:ext>
            </a:extLst>
          </p:cNvPr>
          <p:cNvSpPr>
            <a:spLocks/>
          </p:cNvSpPr>
          <p:nvPr/>
        </p:nvSpPr>
        <p:spPr>
          <a:xfrm>
            <a:off x="82744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2" name="data_9140">
            <a:extLst>
              <a:ext uri="{FF2B5EF4-FFF2-40B4-BE49-F238E27FC236}">
                <a16:creationId xmlns:a16="http://schemas.microsoft.com/office/drawing/2014/main" id="{0D4CEC46-C8E0-41D3-AC5D-764F5D71D370}"/>
              </a:ext>
            </a:extLst>
          </p:cNvPr>
          <p:cNvSpPr>
            <a:spLocks/>
          </p:cNvSpPr>
          <p:nvPr/>
        </p:nvSpPr>
        <p:spPr>
          <a:xfrm>
            <a:off x="833039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3" name="data_9141">
            <a:extLst>
              <a:ext uri="{FF2B5EF4-FFF2-40B4-BE49-F238E27FC236}">
                <a16:creationId xmlns:a16="http://schemas.microsoft.com/office/drawing/2014/main" id="{995E0D36-1BFA-4532-B42F-EF4533B9A89B}"/>
              </a:ext>
            </a:extLst>
          </p:cNvPr>
          <p:cNvSpPr>
            <a:spLocks/>
          </p:cNvSpPr>
          <p:nvPr/>
        </p:nvSpPr>
        <p:spPr>
          <a:xfrm>
            <a:off x="831723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4" name="data_9142">
            <a:extLst>
              <a:ext uri="{FF2B5EF4-FFF2-40B4-BE49-F238E27FC236}">
                <a16:creationId xmlns:a16="http://schemas.microsoft.com/office/drawing/2014/main" id="{6BA5E692-6B0F-4191-95B0-561A34D2C210}"/>
              </a:ext>
            </a:extLst>
          </p:cNvPr>
          <p:cNvSpPr>
            <a:spLocks/>
          </p:cNvSpPr>
          <p:nvPr/>
        </p:nvSpPr>
        <p:spPr>
          <a:xfrm>
            <a:off x="8267327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5" name="data_9143">
            <a:extLst>
              <a:ext uri="{FF2B5EF4-FFF2-40B4-BE49-F238E27FC236}">
                <a16:creationId xmlns:a16="http://schemas.microsoft.com/office/drawing/2014/main" id="{7588B843-63FE-4C7C-B645-1B3E433E1328}"/>
              </a:ext>
            </a:extLst>
          </p:cNvPr>
          <p:cNvSpPr>
            <a:spLocks/>
          </p:cNvSpPr>
          <p:nvPr/>
        </p:nvSpPr>
        <p:spPr>
          <a:xfrm>
            <a:off x="829091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6" name="data_9144">
            <a:extLst>
              <a:ext uri="{FF2B5EF4-FFF2-40B4-BE49-F238E27FC236}">
                <a16:creationId xmlns:a16="http://schemas.microsoft.com/office/drawing/2014/main" id="{D4BEB1FA-B727-4F4C-92B1-028B48481D94}"/>
              </a:ext>
            </a:extLst>
          </p:cNvPr>
          <p:cNvSpPr>
            <a:spLocks/>
          </p:cNvSpPr>
          <p:nvPr/>
        </p:nvSpPr>
        <p:spPr>
          <a:xfrm>
            <a:off x="8244786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7" name="data_9145">
            <a:extLst>
              <a:ext uri="{FF2B5EF4-FFF2-40B4-BE49-F238E27FC236}">
                <a16:creationId xmlns:a16="http://schemas.microsoft.com/office/drawing/2014/main" id="{48CD5325-F4D3-4B88-8E39-E255530FE580}"/>
              </a:ext>
            </a:extLst>
          </p:cNvPr>
          <p:cNvSpPr>
            <a:spLocks/>
          </p:cNvSpPr>
          <p:nvPr/>
        </p:nvSpPr>
        <p:spPr>
          <a:xfrm>
            <a:off x="895621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8" name="data_9146">
            <a:extLst>
              <a:ext uri="{FF2B5EF4-FFF2-40B4-BE49-F238E27FC236}">
                <a16:creationId xmlns:a16="http://schemas.microsoft.com/office/drawing/2014/main" id="{03B64A8A-ABED-4195-98B9-6CF6619401D1}"/>
              </a:ext>
            </a:extLst>
          </p:cNvPr>
          <p:cNvSpPr>
            <a:spLocks/>
          </p:cNvSpPr>
          <p:nvPr/>
        </p:nvSpPr>
        <p:spPr>
          <a:xfrm>
            <a:off x="8931201" y="344389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59" name="data_9147">
            <a:extLst>
              <a:ext uri="{FF2B5EF4-FFF2-40B4-BE49-F238E27FC236}">
                <a16:creationId xmlns:a16="http://schemas.microsoft.com/office/drawing/2014/main" id="{740CF1BF-71E2-40D1-88D7-C2A6FC999BA1}"/>
              </a:ext>
            </a:extLst>
          </p:cNvPr>
          <p:cNvSpPr>
            <a:spLocks/>
          </p:cNvSpPr>
          <p:nvPr/>
        </p:nvSpPr>
        <p:spPr>
          <a:xfrm>
            <a:off x="895152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0" name="data_9148">
            <a:extLst>
              <a:ext uri="{FF2B5EF4-FFF2-40B4-BE49-F238E27FC236}">
                <a16:creationId xmlns:a16="http://schemas.microsoft.com/office/drawing/2014/main" id="{7448CAFF-4A29-4670-A43C-0C09F4789551}"/>
              </a:ext>
            </a:extLst>
          </p:cNvPr>
          <p:cNvSpPr>
            <a:spLocks/>
          </p:cNvSpPr>
          <p:nvPr/>
        </p:nvSpPr>
        <p:spPr>
          <a:xfrm>
            <a:off x="895100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1" name="data_9149">
            <a:extLst>
              <a:ext uri="{FF2B5EF4-FFF2-40B4-BE49-F238E27FC236}">
                <a16:creationId xmlns:a16="http://schemas.microsoft.com/office/drawing/2014/main" id="{93D305EF-6E53-43A0-B779-D7E12FE03663}"/>
              </a:ext>
            </a:extLst>
          </p:cNvPr>
          <p:cNvSpPr>
            <a:spLocks/>
          </p:cNvSpPr>
          <p:nvPr/>
        </p:nvSpPr>
        <p:spPr>
          <a:xfrm>
            <a:off x="897315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2" name="data_9150">
            <a:extLst>
              <a:ext uri="{FF2B5EF4-FFF2-40B4-BE49-F238E27FC236}">
                <a16:creationId xmlns:a16="http://schemas.microsoft.com/office/drawing/2014/main" id="{C336239D-99FC-4258-AD2B-3842E588F151}"/>
              </a:ext>
            </a:extLst>
          </p:cNvPr>
          <p:cNvSpPr>
            <a:spLocks/>
          </p:cNvSpPr>
          <p:nvPr/>
        </p:nvSpPr>
        <p:spPr>
          <a:xfrm>
            <a:off x="90110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3" name="data_9151">
            <a:extLst>
              <a:ext uri="{FF2B5EF4-FFF2-40B4-BE49-F238E27FC236}">
                <a16:creationId xmlns:a16="http://schemas.microsoft.com/office/drawing/2014/main" id="{641E71CE-59C9-4220-8F09-D2B6B2FAEEA4}"/>
              </a:ext>
            </a:extLst>
          </p:cNvPr>
          <p:cNvSpPr>
            <a:spLocks/>
          </p:cNvSpPr>
          <p:nvPr/>
        </p:nvSpPr>
        <p:spPr>
          <a:xfrm>
            <a:off x="903491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4" name="data_9152">
            <a:extLst>
              <a:ext uri="{FF2B5EF4-FFF2-40B4-BE49-F238E27FC236}">
                <a16:creationId xmlns:a16="http://schemas.microsoft.com/office/drawing/2014/main" id="{F03B7B44-C482-445F-B193-F3CF92D710B5}"/>
              </a:ext>
            </a:extLst>
          </p:cNvPr>
          <p:cNvSpPr>
            <a:spLocks/>
          </p:cNvSpPr>
          <p:nvPr/>
        </p:nvSpPr>
        <p:spPr>
          <a:xfrm>
            <a:off x="8938107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5" name="data_9153">
            <a:extLst>
              <a:ext uri="{FF2B5EF4-FFF2-40B4-BE49-F238E27FC236}">
                <a16:creationId xmlns:a16="http://schemas.microsoft.com/office/drawing/2014/main" id="{C9F12660-C57B-4916-A7EF-370F0462C2DB}"/>
              </a:ext>
            </a:extLst>
          </p:cNvPr>
          <p:cNvSpPr>
            <a:spLocks/>
          </p:cNvSpPr>
          <p:nvPr/>
        </p:nvSpPr>
        <p:spPr>
          <a:xfrm>
            <a:off x="899765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6" name="data_9154">
            <a:extLst>
              <a:ext uri="{FF2B5EF4-FFF2-40B4-BE49-F238E27FC236}">
                <a16:creationId xmlns:a16="http://schemas.microsoft.com/office/drawing/2014/main" id="{9D4924A6-DDD9-4406-8657-E1159779B3FC}"/>
              </a:ext>
            </a:extLst>
          </p:cNvPr>
          <p:cNvSpPr>
            <a:spLocks/>
          </p:cNvSpPr>
          <p:nvPr/>
        </p:nvSpPr>
        <p:spPr>
          <a:xfrm>
            <a:off x="89384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7" name="data_9155">
            <a:extLst>
              <a:ext uri="{FF2B5EF4-FFF2-40B4-BE49-F238E27FC236}">
                <a16:creationId xmlns:a16="http://schemas.microsoft.com/office/drawing/2014/main" id="{934EF829-FC30-4010-B6DB-3F5E3240897C}"/>
              </a:ext>
            </a:extLst>
          </p:cNvPr>
          <p:cNvSpPr>
            <a:spLocks/>
          </p:cNvSpPr>
          <p:nvPr/>
        </p:nvSpPr>
        <p:spPr>
          <a:xfrm>
            <a:off x="8924165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8" name="data_9156">
            <a:extLst>
              <a:ext uri="{FF2B5EF4-FFF2-40B4-BE49-F238E27FC236}">
                <a16:creationId xmlns:a16="http://schemas.microsoft.com/office/drawing/2014/main" id="{8CA5EB4C-4F9E-44A4-BB9A-6BE6BCC2C46F}"/>
              </a:ext>
            </a:extLst>
          </p:cNvPr>
          <p:cNvSpPr>
            <a:spLocks/>
          </p:cNvSpPr>
          <p:nvPr/>
        </p:nvSpPr>
        <p:spPr>
          <a:xfrm>
            <a:off x="9024494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69" name="data_9157">
            <a:extLst>
              <a:ext uri="{FF2B5EF4-FFF2-40B4-BE49-F238E27FC236}">
                <a16:creationId xmlns:a16="http://schemas.microsoft.com/office/drawing/2014/main" id="{403C6C7C-A022-42AF-AC88-2692152BAA10}"/>
              </a:ext>
            </a:extLst>
          </p:cNvPr>
          <p:cNvSpPr>
            <a:spLocks/>
          </p:cNvSpPr>
          <p:nvPr/>
        </p:nvSpPr>
        <p:spPr>
          <a:xfrm>
            <a:off x="90512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0" name="data_9158">
            <a:extLst>
              <a:ext uri="{FF2B5EF4-FFF2-40B4-BE49-F238E27FC236}">
                <a16:creationId xmlns:a16="http://schemas.microsoft.com/office/drawing/2014/main" id="{F06A3FD0-1ECE-4CF1-9A28-EBBBD56EAE21}"/>
              </a:ext>
            </a:extLst>
          </p:cNvPr>
          <p:cNvSpPr>
            <a:spLocks/>
          </p:cNvSpPr>
          <p:nvPr/>
        </p:nvSpPr>
        <p:spPr>
          <a:xfrm>
            <a:off x="89727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1" name="data_9159">
            <a:extLst>
              <a:ext uri="{FF2B5EF4-FFF2-40B4-BE49-F238E27FC236}">
                <a16:creationId xmlns:a16="http://schemas.microsoft.com/office/drawing/2014/main" id="{3A161690-041A-4D01-8B02-A44BB3489185}"/>
              </a:ext>
            </a:extLst>
          </p:cNvPr>
          <p:cNvSpPr>
            <a:spLocks/>
          </p:cNvSpPr>
          <p:nvPr/>
        </p:nvSpPr>
        <p:spPr>
          <a:xfrm>
            <a:off x="904416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2" name="data_9160">
            <a:extLst>
              <a:ext uri="{FF2B5EF4-FFF2-40B4-BE49-F238E27FC236}">
                <a16:creationId xmlns:a16="http://schemas.microsoft.com/office/drawing/2014/main" id="{B6E4AE7E-974E-4B33-B997-F02CDF26EE66}"/>
              </a:ext>
            </a:extLst>
          </p:cNvPr>
          <p:cNvSpPr>
            <a:spLocks/>
          </p:cNvSpPr>
          <p:nvPr/>
        </p:nvSpPr>
        <p:spPr>
          <a:xfrm>
            <a:off x="8951397" y="25801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3" name="data_9161">
            <a:extLst>
              <a:ext uri="{FF2B5EF4-FFF2-40B4-BE49-F238E27FC236}">
                <a16:creationId xmlns:a16="http://schemas.microsoft.com/office/drawing/2014/main" id="{DECB659E-45E4-41DF-A4D3-78E2D23D1319}"/>
              </a:ext>
            </a:extLst>
          </p:cNvPr>
          <p:cNvSpPr>
            <a:spLocks/>
          </p:cNvSpPr>
          <p:nvPr/>
        </p:nvSpPr>
        <p:spPr>
          <a:xfrm>
            <a:off x="897615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4" name="data_9162">
            <a:extLst>
              <a:ext uri="{FF2B5EF4-FFF2-40B4-BE49-F238E27FC236}">
                <a16:creationId xmlns:a16="http://schemas.microsoft.com/office/drawing/2014/main" id="{B3FA5949-AC8D-42B3-9B7D-6467F6D3C1C7}"/>
              </a:ext>
            </a:extLst>
          </p:cNvPr>
          <p:cNvSpPr>
            <a:spLocks/>
          </p:cNvSpPr>
          <p:nvPr/>
        </p:nvSpPr>
        <p:spPr>
          <a:xfrm>
            <a:off x="9014982" y="33402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5" name="data_9163">
            <a:extLst>
              <a:ext uri="{FF2B5EF4-FFF2-40B4-BE49-F238E27FC236}">
                <a16:creationId xmlns:a16="http://schemas.microsoft.com/office/drawing/2014/main" id="{2D5AEDFC-6891-4F6C-BE3E-DD47391479CE}"/>
              </a:ext>
            </a:extLst>
          </p:cNvPr>
          <p:cNvSpPr>
            <a:spLocks/>
          </p:cNvSpPr>
          <p:nvPr/>
        </p:nvSpPr>
        <p:spPr>
          <a:xfrm>
            <a:off x="90383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6" name="data_9164">
            <a:extLst>
              <a:ext uri="{FF2B5EF4-FFF2-40B4-BE49-F238E27FC236}">
                <a16:creationId xmlns:a16="http://schemas.microsoft.com/office/drawing/2014/main" id="{57A7B7CB-AE0A-4485-AFBF-5AD5E41DBA9C}"/>
              </a:ext>
            </a:extLst>
          </p:cNvPr>
          <p:cNvSpPr>
            <a:spLocks/>
          </p:cNvSpPr>
          <p:nvPr/>
        </p:nvSpPr>
        <p:spPr>
          <a:xfrm>
            <a:off x="9050944" y="36660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7" name="data_9165">
            <a:extLst>
              <a:ext uri="{FF2B5EF4-FFF2-40B4-BE49-F238E27FC236}">
                <a16:creationId xmlns:a16="http://schemas.microsoft.com/office/drawing/2014/main" id="{0D9C79A5-D4D3-4124-B9B4-6F196C371CF3}"/>
              </a:ext>
            </a:extLst>
          </p:cNvPr>
          <p:cNvSpPr>
            <a:spLocks/>
          </p:cNvSpPr>
          <p:nvPr/>
        </p:nvSpPr>
        <p:spPr>
          <a:xfrm>
            <a:off x="9005991" y="381407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8" name="data_9166">
            <a:extLst>
              <a:ext uri="{FF2B5EF4-FFF2-40B4-BE49-F238E27FC236}">
                <a16:creationId xmlns:a16="http://schemas.microsoft.com/office/drawing/2014/main" id="{3F64AF67-E553-4F5F-8AE5-8A5E756BF6EA}"/>
              </a:ext>
            </a:extLst>
          </p:cNvPr>
          <p:cNvSpPr>
            <a:spLocks/>
          </p:cNvSpPr>
          <p:nvPr/>
        </p:nvSpPr>
        <p:spPr>
          <a:xfrm>
            <a:off x="8928726" y="302694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79" name="data_9167">
            <a:extLst>
              <a:ext uri="{FF2B5EF4-FFF2-40B4-BE49-F238E27FC236}">
                <a16:creationId xmlns:a16="http://schemas.microsoft.com/office/drawing/2014/main" id="{F55FC148-5BCF-48A5-9310-BAED2B19422C}"/>
              </a:ext>
            </a:extLst>
          </p:cNvPr>
          <p:cNvSpPr>
            <a:spLocks/>
          </p:cNvSpPr>
          <p:nvPr/>
        </p:nvSpPr>
        <p:spPr>
          <a:xfrm>
            <a:off x="8948010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0" name="data_9168">
            <a:extLst>
              <a:ext uri="{FF2B5EF4-FFF2-40B4-BE49-F238E27FC236}">
                <a16:creationId xmlns:a16="http://schemas.microsoft.com/office/drawing/2014/main" id="{A8856D4B-05A8-4014-A681-81A4EFFBBEC9}"/>
              </a:ext>
            </a:extLst>
          </p:cNvPr>
          <p:cNvSpPr>
            <a:spLocks/>
          </p:cNvSpPr>
          <p:nvPr/>
        </p:nvSpPr>
        <p:spPr>
          <a:xfrm>
            <a:off x="895647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1" name="data_9169">
            <a:extLst>
              <a:ext uri="{FF2B5EF4-FFF2-40B4-BE49-F238E27FC236}">
                <a16:creationId xmlns:a16="http://schemas.microsoft.com/office/drawing/2014/main" id="{C37979FD-0083-46D0-A16F-85D6813BB69A}"/>
              </a:ext>
            </a:extLst>
          </p:cNvPr>
          <p:cNvSpPr>
            <a:spLocks/>
          </p:cNvSpPr>
          <p:nvPr/>
        </p:nvSpPr>
        <p:spPr>
          <a:xfrm>
            <a:off x="892846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2" name="data_9170">
            <a:extLst>
              <a:ext uri="{FF2B5EF4-FFF2-40B4-BE49-F238E27FC236}">
                <a16:creationId xmlns:a16="http://schemas.microsoft.com/office/drawing/2014/main" id="{03FA6AF4-0A1A-4A81-80F7-03EEE37E2C27}"/>
              </a:ext>
            </a:extLst>
          </p:cNvPr>
          <p:cNvSpPr>
            <a:spLocks/>
          </p:cNvSpPr>
          <p:nvPr/>
        </p:nvSpPr>
        <p:spPr>
          <a:xfrm>
            <a:off x="8927683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3" name="data_9171">
            <a:extLst>
              <a:ext uri="{FF2B5EF4-FFF2-40B4-BE49-F238E27FC236}">
                <a16:creationId xmlns:a16="http://schemas.microsoft.com/office/drawing/2014/main" id="{B64B65F8-8B04-4312-A051-B819C295F974}"/>
              </a:ext>
            </a:extLst>
          </p:cNvPr>
          <p:cNvSpPr>
            <a:spLocks/>
          </p:cNvSpPr>
          <p:nvPr/>
        </p:nvSpPr>
        <p:spPr>
          <a:xfrm>
            <a:off x="8952961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4" name="data_9172">
            <a:extLst>
              <a:ext uri="{FF2B5EF4-FFF2-40B4-BE49-F238E27FC236}">
                <a16:creationId xmlns:a16="http://schemas.microsoft.com/office/drawing/2014/main" id="{0E276CD6-0ABC-4D49-81B7-5B16C7D329F0}"/>
              </a:ext>
            </a:extLst>
          </p:cNvPr>
          <p:cNvSpPr>
            <a:spLocks/>
          </p:cNvSpPr>
          <p:nvPr/>
        </p:nvSpPr>
        <p:spPr>
          <a:xfrm>
            <a:off x="9002083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5" name="data_9173">
            <a:extLst>
              <a:ext uri="{FF2B5EF4-FFF2-40B4-BE49-F238E27FC236}">
                <a16:creationId xmlns:a16="http://schemas.microsoft.com/office/drawing/2014/main" id="{9B2989C9-9DE2-4671-80E4-01667B258F75}"/>
              </a:ext>
            </a:extLst>
          </p:cNvPr>
          <p:cNvSpPr>
            <a:spLocks/>
          </p:cNvSpPr>
          <p:nvPr/>
        </p:nvSpPr>
        <p:spPr>
          <a:xfrm>
            <a:off x="894605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6" name="data_9174">
            <a:extLst>
              <a:ext uri="{FF2B5EF4-FFF2-40B4-BE49-F238E27FC236}">
                <a16:creationId xmlns:a16="http://schemas.microsoft.com/office/drawing/2014/main" id="{AE241E81-2DA3-41F9-9522-33253FD1D59A}"/>
              </a:ext>
            </a:extLst>
          </p:cNvPr>
          <p:cNvSpPr>
            <a:spLocks/>
          </p:cNvSpPr>
          <p:nvPr/>
        </p:nvSpPr>
        <p:spPr>
          <a:xfrm>
            <a:off x="89851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7" name="data_9175">
            <a:extLst>
              <a:ext uri="{FF2B5EF4-FFF2-40B4-BE49-F238E27FC236}">
                <a16:creationId xmlns:a16="http://schemas.microsoft.com/office/drawing/2014/main" id="{11E8C5CF-C309-4985-A3AD-2AB8AA7568BB}"/>
              </a:ext>
            </a:extLst>
          </p:cNvPr>
          <p:cNvSpPr>
            <a:spLocks/>
          </p:cNvSpPr>
          <p:nvPr/>
        </p:nvSpPr>
        <p:spPr>
          <a:xfrm>
            <a:off x="897133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8" name="data_9176">
            <a:extLst>
              <a:ext uri="{FF2B5EF4-FFF2-40B4-BE49-F238E27FC236}">
                <a16:creationId xmlns:a16="http://schemas.microsoft.com/office/drawing/2014/main" id="{1001A143-BDEE-4118-8E9E-0B4525626713}"/>
              </a:ext>
            </a:extLst>
          </p:cNvPr>
          <p:cNvSpPr>
            <a:spLocks/>
          </p:cNvSpPr>
          <p:nvPr/>
        </p:nvSpPr>
        <p:spPr>
          <a:xfrm>
            <a:off x="90359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89" name="data_9177">
            <a:extLst>
              <a:ext uri="{FF2B5EF4-FFF2-40B4-BE49-F238E27FC236}">
                <a16:creationId xmlns:a16="http://schemas.microsoft.com/office/drawing/2014/main" id="{2BB21E11-4838-4C15-B88F-2D3B5BF22E73}"/>
              </a:ext>
            </a:extLst>
          </p:cNvPr>
          <p:cNvSpPr>
            <a:spLocks/>
          </p:cNvSpPr>
          <p:nvPr/>
        </p:nvSpPr>
        <p:spPr>
          <a:xfrm>
            <a:off x="8958433" y="39191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0" name="data_9178">
            <a:extLst>
              <a:ext uri="{FF2B5EF4-FFF2-40B4-BE49-F238E27FC236}">
                <a16:creationId xmlns:a16="http://schemas.microsoft.com/office/drawing/2014/main" id="{7EB96EA1-586D-4C4B-B55F-CAAA3254A96E}"/>
              </a:ext>
            </a:extLst>
          </p:cNvPr>
          <p:cNvSpPr>
            <a:spLocks/>
          </p:cNvSpPr>
          <p:nvPr/>
        </p:nvSpPr>
        <p:spPr>
          <a:xfrm>
            <a:off x="9011985" y="387753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1" name="data_9179">
            <a:extLst>
              <a:ext uri="{FF2B5EF4-FFF2-40B4-BE49-F238E27FC236}">
                <a16:creationId xmlns:a16="http://schemas.microsoft.com/office/drawing/2014/main" id="{72295C54-FF84-4446-B04D-2BF7BF862C51}"/>
              </a:ext>
            </a:extLst>
          </p:cNvPr>
          <p:cNvSpPr>
            <a:spLocks/>
          </p:cNvSpPr>
          <p:nvPr/>
        </p:nvSpPr>
        <p:spPr>
          <a:xfrm>
            <a:off x="901524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2" name="data_9180">
            <a:extLst>
              <a:ext uri="{FF2B5EF4-FFF2-40B4-BE49-F238E27FC236}">
                <a16:creationId xmlns:a16="http://schemas.microsoft.com/office/drawing/2014/main" id="{69D76DC3-76C2-4F0A-B0D9-9EDC45A89262}"/>
              </a:ext>
            </a:extLst>
          </p:cNvPr>
          <p:cNvSpPr>
            <a:spLocks/>
          </p:cNvSpPr>
          <p:nvPr/>
        </p:nvSpPr>
        <p:spPr>
          <a:xfrm>
            <a:off x="8928074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3" name="data_9181">
            <a:extLst>
              <a:ext uri="{FF2B5EF4-FFF2-40B4-BE49-F238E27FC236}">
                <a16:creationId xmlns:a16="http://schemas.microsoft.com/office/drawing/2014/main" id="{78A99F42-96F9-4A0B-B012-E9989CDE44B4}"/>
              </a:ext>
            </a:extLst>
          </p:cNvPr>
          <p:cNvSpPr>
            <a:spLocks/>
          </p:cNvSpPr>
          <p:nvPr/>
        </p:nvSpPr>
        <p:spPr>
          <a:xfrm>
            <a:off x="903426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4" name="data_9182">
            <a:extLst>
              <a:ext uri="{FF2B5EF4-FFF2-40B4-BE49-F238E27FC236}">
                <a16:creationId xmlns:a16="http://schemas.microsoft.com/office/drawing/2014/main" id="{B9AE4C75-FA8D-4F77-88D7-A85372EAC012}"/>
              </a:ext>
            </a:extLst>
          </p:cNvPr>
          <p:cNvSpPr>
            <a:spLocks/>
          </p:cNvSpPr>
          <p:nvPr/>
        </p:nvSpPr>
        <p:spPr>
          <a:xfrm>
            <a:off x="892494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5" name="data_9183">
            <a:extLst>
              <a:ext uri="{FF2B5EF4-FFF2-40B4-BE49-F238E27FC236}">
                <a16:creationId xmlns:a16="http://schemas.microsoft.com/office/drawing/2014/main" id="{67B958AC-21E4-49EB-91B8-D324C4FBE43C}"/>
              </a:ext>
            </a:extLst>
          </p:cNvPr>
          <p:cNvSpPr>
            <a:spLocks/>
          </p:cNvSpPr>
          <p:nvPr/>
        </p:nvSpPr>
        <p:spPr>
          <a:xfrm>
            <a:off x="903400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6" name="data_9184">
            <a:extLst>
              <a:ext uri="{FF2B5EF4-FFF2-40B4-BE49-F238E27FC236}">
                <a16:creationId xmlns:a16="http://schemas.microsoft.com/office/drawing/2014/main" id="{12FC6FF0-05B4-47E5-B1DE-466401EFF63C}"/>
              </a:ext>
            </a:extLst>
          </p:cNvPr>
          <p:cNvSpPr>
            <a:spLocks/>
          </p:cNvSpPr>
          <p:nvPr/>
        </p:nvSpPr>
        <p:spPr>
          <a:xfrm>
            <a:off x="904664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7" name="data_9185">
            <a:extLst>
              <a:ext uri="{FF2B5EF4-FFF2-40B4-BE49-F238E27FC236}">
                <a16:creationId xmlns:a16="http://schemas.microsoft.com/office/drawing/2014/main" id="{D7A49053-8475-484F-A7F9-00598FC855D5}"/>
              </a:ext>
            </a:extLst>
          </p:cNvPr>
          <p:cNvSpPr>
            <a:spLocks/>
          </p:cNvSpPr>
          <p:nvPr/>
        </p:nvSpPr>
        <p:spPr>
          <a:xfrm>
            <a:off x="900286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8" name="data_9186">
            <a:extLst>
              <a:ext uri="{FF2B5EF4-FFF2-40B4-BE49-F238E27FC236}">
                <a16:creationId xmlns:a16="http://schemas.microsoft.com/office/drawing/2014/main" id="{72DF0D07-571B-4BBF-9AA4-B4D1692CD822}"/>
              </a:ext>
            </a:extLst>
          </p:cNvPr>
          <p:cNvSpPr>
            <a:spLocks/>
          </p:cNvSpPr>
          <p:nvPr/>
        </p:nvSpPr>
        <p:spPr>
          <a:xfrm>
            <a:off x="896377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099" name="data_9187">
            <a:extLst>
              <a:ext uri="{FF2B5EF4-FFF2-40B4-BE49-F238E27FC236}">
                <a16:creationId xmlns:a16="http://schemas.microsoft.com/office/drawing/2014/main" id="{F3F16B1F-4A65-424D-B564-0C83211DF1C8}"/>
              </a:ext>
            </a:extLst>
          </p:cNvPr>
          <p:cNvSpPr>
            <a:spLocks/>
          </p:cNvSpPr>
          <p:nvPr/>
        </p:nvSpPr>
        <p:spPr>
          <a:xfrm>
            <a:off x="901837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0" name="data_9188">
            <a:extLst>
              <a:ext uri="{FF2B5EF4-FFF2-40B4-BE49-F238E27FC236}">
                <a16:creationId xmlns:a16="http://schemas.microsoft.com/office/drawing/2014/main" id="{3080B85C-1C74-4961-9DC9-FDECDDDC56B1}"/>
              </a:ext>
            </a:extLst>
          </p:cNvPr>
          <p:cNvSpPr>
            <a:spLocks/>
          </p:cNvSpPr>
          <p:nvPr/>
        </p:nvSpPr>
        <p:spPr>
          <a:xfrm>
            <a:off x="895204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1" name="data_9189">
            <a:extLst>
              <a:ext uri="{FF2B5EF4-FFF2-40B4-BE49-F238E27FC236}">
                <a16:creationId xmlns:a16="http://schemas.microsoft.com/office/drawing/2014/main" id="{0DC0D375-1558-4621-A481-A4CDC55959A5}"/>
              </a:ext>
            </a:extLst>
          </p:cNvPr>
          <p:cNvSpPr>
            <a:spLocks/>
          </p:cNvSpPr>
          <p:nvPr/>
        </p:nvSpPr>
        <p:spPr>
          <a:xfrm>
            <a:off x="89855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2" name="data_9190">
            <a:extLst>
              <a:ext uri="{FF2B5EF4-FFF2-40B4-BE49-F238E27FC236}">
                <a16:creationId xmlns:a16="http://schemas.microsoft.com/office/drawing/2014/main" id="{65FD25B7-8A6E-4B51-9D97-4A8F082DDA8D}"/>
              </a:ext>
            </a:extLst>
          </p:cNvPr>
          <p:cNvSpPr>
            <a:spLocks/>
          </p:cNvSpPr>
          <p:nvPr/>
        </p:nvSpPr>
        <p:spPr>
          <a:xfrm>
            <a:off x="898553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3" name="data_9191">
            <a:extLst>
              <a:ext uri="{FF2B5EF4-FFF2-40B4-BE49-F238E27FC236}">
                <a16:creationId xmlns:a16="http://schemas.microsoft.com/office/drawing/2014/main" id="{792E8448-068D-4A5A-ACD8-81447186F9DE}"/>
              </a:ext>
            </a:extLst>
          </p:cNvPr>
          <p:cNvSpPr>
            <a:spLocks/>
          </p:cNvSpPr>
          <p:nvPr/>
        </p:nvSpPr>
        <p:spPr>
          <a:xfrm>
            <a:off x="89464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4" name="data_9192">
            <a:extLst>
              <a:ext uri="{FF2B5EF4-FFF2-40B4-BE49-F238E27FC236}">
                <a16:creationId xmlns:a16="http://schemas.microsoft.com/office/drawing/2014/main" id="{1AF2007A-EAF0-44FA-881E-8EA3D08AD359}"/>
              </a:ext>
            </a:extLst>
          </p:cNvPr>
          <p:cNvSpPr>
            <a:spLocks/>
          </p:cNvSpPr>
          <p:nvPr/>
        </p:nvSpPr>
        <p:spPr>
          <a:xfrm>
            <a:off x="903726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5" name="data_9193">
            <a:extLst>
              <a:ext uri="{FF2B5EF4-FFF2-40B4-BE49-F238E27FC236}">
                <a16:creationId xmlns:a16="http://schemas.microsoft.com/office/drawing/2014/main" id="{52091CD6-9AC1-4A1A-8B67-C106E202A18D}"/>
              </a:ext>
            </a:extLst>
          </p:cNvPr>
          <p:cNvSpPr>
            <a:spLocks/>
          </p:cNvSpPr>
          <p:nvPr/>
        </p:nvSpPr>
        <p:spPr>
          <a:xfrm>
            <a:off x="896599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6" name="data_9194">
            <a:extLst>
              <a:ext uri="{FF2B5EF4-FFF2-40B4-BE49-F238E27FC236}">
                <a16:creationId xmlns:a16="http://schemas.microsoft.com/office/drawing/2014/main" id="{74180211-700E-4DEB-9896-23D71CDFF9E9}"/>
              </a:ext>
            </a:extLst>
          </p:cNvPr>
          <p:cNvSpPr>
            <a:spLocks/>
          </p:cNvSpPr>
          <p:nvPr/>
        </p:nvSpPr>
        <p:spPr>
          <a:xfrm>
            <a:off x="897862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7" name="data_9195">
            <a:extLst>
              <a:ext uri="{FF2B5EF4-FFF2-40B4-BE49-F238E27FC236}">
                <a16:creationId xmlns:a16="http://schemas.microsoft.com/office/drawing/2014/main" id="{4C99FE1E-C92B-421E-8C0C-7E043CC8F3CD}"/>
              </a:ext>
            </a:extLst>
          </p:cNvPr>
          <p:cNvSpPr>
            <a:spLocks/>
          </p:cNvSpPr>
          <p:nvPr/>
        </p:nvSpPr>
        <p:spPr>
          <a:xfrm>
            <a:off x="90497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8" name="data_9196">
            <a:extLst>
              <a:ext uri="{FF2B5EF4-FFF2-40B4-BE49-F238E27FC236}">
                <a16:creationId xmlns:a16="http://schemas.microsoft.com/office/drawing/2014/main" id="{6EF614F3-679D-45F8-AD30-F171BF720F72}"/>
              </a:ext>
            </a:extLst>
          </p:cNvPr>
          <p:cNvSpPr>
            <a:spLocks/>
          </p:cNvSpPr>
          <p:nvPr/>
        </p:nvSpPr>
        <p:spPr>
          <a:xfrm>
            <a:off x="901068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09" name="data_9197">
            <a:extLst>
              <a:ext uri="{FF2B5EF4-FFF2-40B4-BE49-F238E27FC236}">
                <a16:creationId xmlns:a16="http://schemas.microsoft.com/office/drawing/2014/main" id="{DB732EAB-F7C3-4332-8E5C-6EAE29FF8557}"/>
              </a:ext>
            </a:extLst>
          </p:cNvPr>
          <p:cNvSpPr>
            <a:spLocks/>
          </p:cNvSpPr>
          <p:nvPr/>
        </p:nvSpPr>
        <p:spPr>
          <a:xfrm>
            <a:off x="9045080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0" name="data_9198">
            <a:extLst>
              <a:ext uri="{FF2B5EF4-FFF2-40B4-BE49-F238E27FC236}">
                <a16:creationId xmlns:a16="http://schemas.microsoft.com/office/drawing/2014/main" id="{FAD39F3F-8A14-4DEC-B4A2-9F77B158D7AF}"/>
              </a:ext>
            </a:extLst>
          </p:cNvPr>
          <p:cNvSpPr>
            <a:spLocks/>
          </p:cNvSpPr>
          <p:nvPr/>
        </p:nvSpPr>
        <p:spPr>
          <a:xfrm>
            <a:off x="89298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1" name="data_9199">
            <a:extLst>
              <a:ext uri="{FF2B5EF4-FFF2-40B4-BE49-F238E27FC236}">
                <a16:creationId xmlns:a16="http://schemas.microsoft.com/office/drawing/2014/main" id="{8C828A42-CC29-4561-A1CD-93602BDE2466}"/>
              </a:ext>
            </a:extLst>
          </p:cNvPr>
          <p:cNvSpPr>
            <a:spLocks/>
          </p:cNvSpPr>
          <p:nvPr/>
        </p:nvSpPr>
        <p:spPr>
          <a:xfrm>
            <a:off x="90354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2" name="data_9200">
            <a:extLst>
              <a:ext uri="{FF2B5EF4-FFF2-40B4-BE49-F238E27FC236}">
                <a16:creationId xmlns:a16="http://schemas.microsoft.com/office/drawing/2014/main" id="{6807F0E4-2621-4FAF-B3D6-DA9378EA5C12}"/>
              </a:ext>
            </a:extLst>
          </p:cNvPr>
          <p:cNvSpPr>
            <a:spLocks/>
          </p:cNvSpPr>
          <p:nvPr/>
        </p:nvSpPr>
        <p:spPr>
          <a:xfrm>
            <a:off x="9018239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3" name="data_9201">
            <a:extLst>
              <a:ext uri="{FF2B5EF4-FFF2-40B4-BE49-F238E27FC236}">
                <a16:creationId xmlns:a16="http://schemas.microsoft.com/office/drawing/2014/main" id="{97702567-8A5C-40F5-9DED-C2E7E87F838C}"/>
              </a:ext>
            </a:extLst>
          </p:cNvPr>
          <p:cNvSpPr>
            <a:spLocks/>
          </p:cNvSpPr>
          <p:nvPr/>
        </p:nvSpPr>
        <p:spPr>
          <a:xfrm>
            <a:off x="89732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4" name="data_9202">
            <a:extLst>
              <a:ext uri="{FF2B5EF4-FFF2-40B4-BE49-F238E27FC236}">
                <a16:creationId xmlns:a16="http://schemas.microsoft.com/office/drawing/2014/main" id="{754FC08B-4380-4034-BAAC-71107A41A228}"/>
              </a:ext>
            </a:extLst>
          </p:cNvPr>
          <p:cNvSpPr>
            <a:spLocks/>
          </p:cNvSpPr>
          <p:nvPr/>
        </p:nvSpPr>
        <p:spPr>
          <a:xfrm>
            <a:off x="90233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5" name="data_9203">
            <a:extLst>
              <a:ext uri="{FF2B5EF4-FFF2-40B4-BE49-F238E27FC236}">
                <a16:creationId xmlns:a16="http://schemas.microsoft.com/office/drawing/2014/main" id="{821595C0-FA7E-44B0-9922-F0D503BC75D5}"/>
              </a:ext>
            </a:extLst>
          </p:cNvPr>
          <p:cNvSpPr>
            <a:spLocks/>
          </p:cNvSpPr>
          <p:nvPr/>
        </p:nvSpPr>
        <p:spPr>
          <a:xfrm>
            <a:off x="9050423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6" name="data_9204">
            <a:extLst>
              <a:ext uri="{FF2B5EF4-FFF2-40B4-BE49-F238E27FC236}">
                <a16:creationId xmlns:a16="http://schemas.microsoft.com/office/drawing/2014/main" id="{AE593BF2-3B51-4CFE-8B05-B7C54B67A565}"/>
              </a:ext>
            </a:extLst>
          </p:cNvPr>
          <p:cNvSpPr>
            <a:spLocks/>
          </p:cNvSpPr>
          <p:nvPr/>
        </p:nvSpPr>
        <p:spPr>
          <a:xfrm>
            <a:off x="9009640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7" name="data_9205">
            <a:extLst>
              <a:ext uri="{FF2B5EF4-FFF2-40B4-BE49-F238E27FC236}">
                <a16:creationId xmlns:a16="http://schemas.microsoft.com/office/drawing/2014/main" id="{EEF41A4D-62A4-4D04-8E84-0FEBCF5C1A3F}"/>
              </a:ext>
            </a:extLst>
          </p:cNvPr>
          <p:cNvSpPr>
            <a:spLocks/>
          </p:cNvSpPr>
          <p:nvPr/>
        </p:nvSpPr>
        <p:spPr>
          <a:xfrm>
            <a:off x="90196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8" name="data_9206">
            <a:extLst>
              <a:ext uri="{FF2B5EF4-FFF2-40B4-BE49-F238E27FC236}">
                <a16:creationId xmlns:a16="http://schemas.microsoft.com/office/drawing/2014/main" id="{60B6ABC7-5BBC-4159-AE80-B763FAB1BE24}"/>
              </a:ext>
            </a:extLst>
          </p:cNvPr>
          <p:cNvSpPr>
            <a:spLocks/>
          </p:cNvSpPr>
          <p:nvPr/>
        </p:nvSpPr>
        <p:spPr>
          <a:xfrm>
            <a:off x="9018500" y="346856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19" name="data_9207">
            <a:extLst>
              <a:ext uri="{FF2B5EF4-FFF2-40B4-BE49-F238E27FC236}">
                <a16:creationId xmlns:a16="http://schemas.microsoft.com/office/drawing/2014/main" id="{61C2D489-6315-435B-AA3F-FC851B623A84}"/>
              </a:ext>
            </a:extLst>
          </p:cNvPr>
          <p:cNvSpPr>
            <a:spLocks/>
          </p:cNvSpPr>
          <p:nvPr/>
        </p:nvSpPr>
        <p:spPr>
          <a:xfrm>
            <a:off x="899765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0" name="data_9208">
            <a:extLst>
              <a:ext uri="{FF2B5EF4-FFF2-40B4-BE49-F238E27FC236}">
                <a16:creationId xmlns:a16="http://schemas.microsoft.com/office/drawing/2014/main" id="{5BF5B88E-33DB-4B7C-82A5-8144137C98F8}"/>
              </a:ext>
            </a:extLst>
          </p:cNvPr>
          <p:cNvSpPr>
            <a:spLocks/>
          </p:cNvSpPr>
          <p:nvPr/>
        </p:nvSpPr>
        <p:spPr>
          <a:xfrm>
            <a:off x="8961300" y="36956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1" name="data_9209">
            <a:extLst>
              <a:ext uri="{FF2B5EF4-FFF2-40B4-BE49-F238E27FC236}">
                <a16:creationId xmlns:a16="http://schemas.microsoft.com/office/drawing/2014/main" id="{F4FF1314-A993-49F8-88E0-E77C94EE3E8E}"/>
              </a:ext>
            </a:extLst>
          </p:cNvPr>
          <p:cNvSpPr>
            <a:spLocks/>
          </p:cNvSpPr>
          <p:nvPr/>
        </p:nvSpPr>
        <p:spPr>
          <a:xfrm>
            <a:off x="90413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2" name="data_9210">
            <a:extLst>
              <a:ext uri="{FF2B5EF4-FFF2-40B4-BE49-F238E27FC236}">
                <a16:creationId xmlns:a16="http://schemas.microsoft.com/office/drawing/2014/main" id="{F88C4E4B-193E-4C0D-8FC9-1315477ACAFD}"/>
              </a:ext>
            </a:extLst>
          </p:cNvPr>
          <p:cNvSpPr>
            <a:spLocks/>
          </p:cNvSpPr>
          <p:nvPr/>
        </p:nvSpPr>
        <p:spPr>
          <a:xfrm>
            <a:off x="894748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3" name="data_9211">
            <a:extLst>
              <a:ext uri="{FF2B5EF4-FFF2-40B4-BE49-F238E27FC236}">
                <a16:creationId xmlns:a16="http://schemas.microsoft.com/office/drawing/2014/main" id="{AB48E851-0F17-407B-AC41-1ED4A98A49BB}"/>
              </a:ext>
            </a:extLst>
          </p:cNvPr>
          <p:cNvSpPr>
            <a:spLocks/>
          </p:cNvSpPr>
          <p:nvPr/>
        </p:nvSpPr>
        <p:spPr>
          <a:xfrm>
            <a:off x="894644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4" name="data_9212">
            <a:extLst>
              <a:ext uri="{FF2B5EF4-FFF2-40B4-BE49-F238E27FC236}">
                <a16:creationId xmlns:a16="http://schemas.microsoft.com/office/drawing/2014/main" id="{7209C4F7-5F22-45EE-8579-7BEF4BE55AB1}"/>
              </a:ext>
            </a:extLst>
          </p:cNvPr>
          <p:cNvSpPr>
            <a:spLocks/>
          </p:cNvSpPr>
          <p:nvPr/>
        </p:nvSpPr>
        <p:spPr>
          <a:xfrm>
            <a:off x="89523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5" name="data_9213">
            <a:extLst>
              <a:ext uri="{FF2B5EF4-FFF2-40B4-BE49-F238E27FC236}">
                <a16:creationId xmlns:a16="http://schemas.microsoft.com/office/drawing/2014/main" id="{62A72627-B984-476E-B2C2-1DDBA276F3DB}"/>
              </a:ext>
            </a:extLst>
          </p:cNvPr>
          <p:cNvSpPr>
            <a:spLocks/>
          </p:cNvSpPr>
          <p:nvPr/>
        </p:nvSpPr>
        <p:spPr>
          <a:xfrm>
            <a:off x="904312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6" name="data_9214">
            <a:extLst>
              <a:ext uri="{FF2B5EF4-FFF2-40B4-BE49-F238E27FC236}">
                <a16:creationId xmlns:a16="http://schemas.microsoft.com/office/drawing/2014/main" id="{074012D6-CD0B-472E-A31D-E9D7A85F1D8F}"/>
              </a:ext>
            </a:extLst>
          </p:cNvPr>
          <p:cNvSpPr>
            <a:spLocks/>
          </p:cNvSpPr>
          <p:nvPr/>
        </p:nvSpPr>
        <p:spPr>
          <a:xfrm>
            <a:off x="902931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7" name="data_9215">
            <a:extLst>
              <a:ext uri="{FF2B5EF4-FFF2-40B4-BE49-F238E27FC236}">
                <a16:creationId xmlns:a16="http://schemas.microsoft.com/office/drawing/2014/main" id="{F21F4524-1906-4694-8CAD-A43661261CED}"/>
              </a:ext>
            </a:extLst>
          </p:cNvPr>
          <p:cNvSpPr>
            <a:spLocks/>
          </p:cNvSpPr>
          <p:nvPr/>
        </p:nvSpPr>
        <p:spPr>
          <a:xfrm>
            <a:off x="903491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8" name="data_9216">
            <a:extLst>
              <a:ext uri="{FF2B5EF4-FFF2-40B4-BE49-F238E27FC236}">
                <a16:creationId xmlns:a16="http://schemas.microsoft.com/office/drawing/2014/main" id="{0F539C24-C569-4639-8F3A-3331962C118D}"/>
              </a:ext>
            </a:extLst>
          </p:cNvPr>
          <p:cNvSpPr>
            <a:spLocks/>
          </p:cNvSpPr>
          <p:nvPr/>
        </p:nvSpPr>
        <p:spPr>
          <a:xfrm>
            <a:off x="901876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29" name="data_9217">
            <a:extLst>
              <a:ext uri="{FF2B5EF4-FFF2-40B4-BE49-F238E27FC236}">
                <a16:creationId xmlns:a16="http://schemas.microsoft.com/office/drawing/2014/main" id="{E57A8028-43BC-4848-B62F-34537B69E144}"/>
              </a:ext>
            </a:extLst>
          </p:cNvPr>
          <p:cNvSpPr>
            <a:spLocks/>
          </p:cNvSpPr>
          <p:nvPr/>
        </p:nvSpPr>
        <p:spPr>
          <a:xfrm>
            <a:off x="90287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0" name="data_9218">
            <a:extLst>
              <a:ext uri="{FF2B5EF4-FFF2-40B4-BE49-F238E27FC236}">
                <a16:creationId xmlns:a16="http://schemas.microsoft.com/office/drawing/2014/main" id="{AD5F37EB-4246-4496-871E-EE4C312E5879}"/>
              </a:ext>
            </a:extLst>
          </p:cNvPr>
          <p:cNvSpPr>
            <a:spLocks/>
          </p:cNvSpPr>
          <p:nvPr/>
        </p:nvSpPr>
        <p:spPr>
          <a:xfrm>
            <a:off x="903999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1" name="data_9219">
            <a:extLst>
              <a:ext uri="{FF2B5EF4-FFF2-40B4-BE49-F238E27FC236}">
                <a16:creationId xmlns:a16="http://schemas.microsoft.com/office/drawing/2014/main" id="{288847C8-5994-4A63-AF9D-5FEBE8C24B14}"/>
              </a:ext>
            </a:extLst>
          </p:cNvPr>
          <p:cNvSpPr>
            <a:spLocks/>
          </p:cNvSpPr>
          <p:nvPr/>
        </p:nvSpPr>
        <p:spPr>
          <a:xfrm>
            <a:off x="89443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2" name="data_9220">
            <a:extLst>
              <a:ext uri="{FF2B5EF4-FFF2-40B4-BE49-F238E27FC236}">
                <a16:creationId xmlns:a16="http://schemas.microsoft.com/office/drawing/2014/main" id="{C5FAB645-CDEC-4BE1-B47C-02FFB51FDA09}"/>
              </a:ext>
            </a:extLst>
          </p:cNvPr>
          <p:cNvSpPr>
            <a:spLocks/>
          </p:cNvSpPr>
          <p:nvPr/>
        </p:nvSpPr>
        <p:spPr>
          <a:xfrm>
            <a:off x="895465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3" name="data_9221">
            <a:extLst>
              <a:ext uri="{FF2B5EF4-FFF2-40B4-BE49-F238E27FC236}">
                <a16:creationId xmlns:a16="http://schemas.microsoft.com/office/drawing/2014/main" id="{98C6B4A7-17FD-42F9-BDA3-EC1F00331BFF}"/>
              </a:ext>
            </a:extLst>
          </p:cNvPr>
          <p:cNvSpPr>
            <a:spLocks/>
          </p:cNvSpPr>
          <p:nvPr/>
        </p:nvSpPr>
        <p:spPr>
          <a:xfrm>
            <a:off x="9016545" y="34837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4" name="data_9222">
            <a:extLst>
              <a:ext uri="{FF2B5EF4-FFF2-40B4-BE49-F238E27FC236}">
                <a16:creationId xmlns:a16="http://schemas.microsoft.com/office/drawing/2014/main" id="{292CCD07-E51F-41C0-9CDC-AE54DA887725}"/>
              </a:ext>
            </a:extLst>
          </p:cNvPr>
          <p:cNvSpPr>
            <a:spLocks/>
          </p:cNvSpPr>
          <p:nvPr/>
        </p:nvSpPr>
        <p:spPr>
          <a:xfrm>
            <a:off x="8951006" y="36067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5" name="data_9223">
            <a:extLst>
              <a:ext uri="{FF2B5EF4-FFF2-40B4-BE49-F238E27FC236}">
                <a16:creationId xmlns:a16="http://schemas.microsoft.com/office/drawing/2014/main" id="{C122BF97-CAD8-49FB-A629-3B3D2E67558D}"/>
              </a:ext>
            </a:extLst>
          </p:cNvPr>
          <p:cNvSpPr>
            <a:spLocks/>
          </p:cNvSpPr>
          <p:nvPr/>
        </p:nvSpPr>
        <p:spPr>
          <a:xfrm>
            <a:off x="8963645" y="27260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6" name="data_9224">
            <a:extLst>
              <a:ext uri="{FF2B5EF4-FFF2-40B4-BE49-F238E27FC236}">
                <a16:creationId xmlns:a16="http://schemas.microsoft.com/office/drawing/2014/main" id="{B1E5472A-AAA0-4849-97C4-6B7E99FD387C}"/>
              </a:ext>
            </a:extLst>
          </p:cNvPr>
          <p:cNvSpPr>
            <a:spLocks/>
          </p:cNvSpPr>
          <p:nvPr/>
        </p:nvSpPr>
        <p:spPr>
          <a:xfrm>
            <a:off x="894227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7" name="data_9225">
            <a:extLst>
              <a:ext uri="{FF2B5EF4-FFF2-40B4-BE49-F238E27FC236}">
                <a16:creationId xmlns:a16="http://schemas.microsoft.com/office/drawing/2014/main" id="{B78A8619-1193-4152-B39E-AF5A2CB454C4}"/>
              </a:ext>
            </a:extLst>
          </p:cNvPr>
          <p:cNvSpPr>
            <a:spLocks/>
          </p:cNvSpPr>
          <p:nvPr/>
        </p:nvSpPr>
        <p:spPr>
          <a:xfrm>
            <a:off x="8956088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8" name="data_9226">
            <a:extLst>
              <a:ext uri="{FF2B5EF4-FFF2-40B4-BE49-F238E27FC236}">
                <a16:creationId xmlns:a16="http://schemas.microsoft.com/office/drawing/2014/main" id="{3CB115CE-B8B8-4759-BF78-D84474F0AAAA}"/>
              </a:ext>
            </a:extLst>
          </p:cNvPr>
          <p:cNvSpPr>
            <a:spLocks/>
          </p:cNvSpPr>
          <p:nvPr/>
        </p:nvSpPr>
        <p:spPr>
          <a:xfrm>
            <a:off x="8961169" y="35813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39" name="data_9227">
            <a:extLst>
              <a:ext uri="{FF2B5EF4-FFF2-40B4-BE49-F238E27FC236}">
                <a16:creationId xmlns:a16="http://schemas.microsoft.com/office/drawing/2014/main" id="{48F9A133-9760-497C-8896-056C15D616DD}"/>
              </a:ext>
            </a:extLst>
          </p:cNvPr>
          <p:cNvSpPr>
            <a:spLocks/>
          </p:cNvSpPr>
          <p:nvPr/>
        </p:nvSpPr>
        <p:spPr>
          <a:xfrm>
            <a:off x="9042084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0" name="data_9228">
            <a:extLst>
              <a:ext uri="{FF2B5EF4-FFF2-40B4-BE49-F238E27FC236}">
                <a16:creationId xmlns:a16="http://schemas.microsoft.com/office/drawing/2014/main" id="{916366D3-0DDF-43D9-A82A-4F861FB7151D}"/>
              </a:ext>
            </a:extLst>
          </p:cNvPr>
          <p:cNvSpPr>
            <a:spLocks/>
          </p:cNvSpPr>
          <p:nvPr/>
        </p:nvSpPr>
        <p:spPr>
          <a:xfrm>
            <a:off x="898683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1" name="data_9229">
            <a:extLst>
              <a:ext uri="{FF2B5EF4-FFF2-40B4-BE49-F238E27FC236}">
                <a16:creationId xmlns:a16="http://schemas.microsoft.com/office/drawing/2014/main" id="{A6A17CA5-8600-495E-B3F1-727BF0DA68E2}"/>
              </a:ext>
            </a:extLst>
          </p:cNvPr>
          <p:cNvSpPr>
            <a:spLocks/>
          </p:cNvSpPr>
          <p:nvPr/>
        </p:nvSpPr>
        <p:spPr>
          <a:xfrm>
            <a:off x="894436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2" name="data_9230">
            <a:extLst>
              <a:ext uri="{FF2B5EF4-FFF2-40B4-BE49-F238E27FC236}">
                <a16:creationId xmlns:a16="http://schemas.microsoft.com/office/drawing/2014/main" id="{4BB0C5A6-DEFA-4E07-B942-3C134DDDEFCD}"/>
              </a:ext>
            </a:extLst>
          </p:cNvPr>
          <p:cNvSpPr>
            <a:spLocks/>
          </p:cNvSpPr>
          <p:nvPr/>
        </p:nvSpPr>
        <p:spPr>
          <a:xfrm>
            <a:off x="8963254" y="35179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3" name="data_9231">
            <a:extLst>
              <a:ext uri="{FF2B5EF4-FFF2-40B4-BE49-F238E27FC236}">
                <a16:creationId xmlns:a16="http://schemas.microsoft.com/office/drawing/2014/main" id="{B211172A-5A46-4E54-A3B2-CD6965B231E6}"/>
              </a:ext>
            </a:extLst>
          </p:cNvPr>
          <p:cNvSpPr>
            <a:spLocks/>
          </p:cNvSpPr>
          <p:nvPr/>
        </p:nvSpPr>
        <p:spPr>
          <a:xfrm>
            <a:off x="9035308" y="32513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4" name="data_9232">
            <a:extLst>
              <a:ext uri="{FF2B5EF4-FFF2-40B4-BE49-F238E27FC236}">
                <a16:creationId xmlns:a16="http://schemas.microsoft.com/office/drawing/2014/main" id="{7CD959D9-51DF-460D-801E-E4EF2E5CF284}"/>
              </a:ext>
            </a:extLst>
          </p:cNvPr>
          <p:cNvSpPr>
            <a:spLocks/>
          </p:cNvSpPr>
          <p:nvPr/>
        </p:nvSpPr>
        <p:spPr>
          <a:xfrm>
            <a:off x="901068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5" name="data_9233">
            <a:extLst>
              <a:ext uri="{FF2B5EF4-FFF2-40B4-BE49-F238E27FC236}">
                <a16:creationId xmlns:a16="http://schemas.microsoft.com/office/drawing/2014/main" id="{FA396D01-8358-45D9-BAD3-8F0841AAD315}"/>
              </a:ext>
            </a:extLst>
          </p:cNvPr>
          <p:cNvSpPr>
            <a:spLocks/>
          </p:cNvSpPr>
          <p:nvPr/>
        </p:nvSpPr>
        <p:spPr>
          <a:xfrm>
            <a:off x="9034787" y="38634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6" name="data_9234">
            <a:extLst>
              <a:ext uri="{FF2B5EF4-FFF2-40B4-BE49-F238E27FC236}">
                <a16:creationId xmlns:a16="http://schemas.microsoft.com/office/drawing/2014/main" id="{329A7210-6E2B-44F2-84CD-1E3CA8CCC908}"/>
              </a:ext>
            </a:extLst>
          </p:cNvPr>
          <p:cNvSpPr>
            <a:spLocks/>
          </p:cNvSpPr>
          <p:nvPr/>
        </p:nvSpPr>
        <p:spPr>
          <a:xfrm>
            <a:off x="895230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7" name="data_9235">
            <a:extLst>
              <a:ext uri="{FF2B5EF4-FFF2-40B4-BE49-F238E27FC236}">
                <a16:creationId xmlns:a16="http://schemas.microsoft.com/office/drawing/2014/main" id="{7FD86C60-E765-4E00-A5AC-7331E59694A6}"/>
              </a:ext>
            </a:extLst>
          </p:cNvPr>
          <p:cNvSpPr>
            <a:spLocks/>
          </p:cNvSpPr>
          <p:nvPr/>
        </p:nvSpPr>
        <p:spPr>
          <a:xfrm>
            <a:off x="8976805" y="3226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8" name="data_9236">
            <a:extLst>
              <a:ext uri="{FF2B5EF4-FFF2-40B4-BE49-F238E27FC236}">
                <a16:creationId xmlns:a16="http://schemas.microsoft.com/office/drawing/2014/main" id="{3C0E8A5E-0328-454D-8960-83CA935FB6B5}"/>
              </a:ext>
            </a:extLst>
          </p:cNvPr>
          <p:cNvSpPr>
            <a:spLocks/>
          </p:cNvSpPr>
          <p:nvPr/>
        </p:nvSpPr>
        <p:spPr>
          <a:xfrm>
            <a:off x="9035699" y="381650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49" name="data_9237">
            <a:extLst>
              <a:ext uri="{FF2B5EF4-FFF2-40B4-BE49-F238E27FC236}">
                <a16:creationId xmlns:a16="http://schemas.microsoft.com/office/drawing/2014/main" id="{23CA04D3-111A-494F-B991-1C7D946943CC}"/>
              </a:ext>
            </a:extLst>
          </p:cNvPr>
          <p:cNvSpPr>
            <a:spLocks/>
          </p:cNvSpPr>
          <p:nvPr/>
        </p:nvSpPr>
        <p:spPr>
          <a:xfrm>
            <a:off x="90358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0" name="data_9238">
            <a:extLst>
              <a:ext uri="{FF2B5EF4-FFF2-40B4-BE49-F238E27FC236}">
                <a16:creationId xmlns:a16="http://schemas.microsoft.com/office/drawing/2014/main" id="{71359E60-750A-45F6-A372-DE7C5804C3DF}"/>
              </a:ext>
            </a:extLst>
          </p:cNvPr>
          <p:cNvSpPr>
            <a:spLocks/>
          </p:cNvSpPr>
          <p:nvPr/>
        </p:nvSpPr>
        <p:spPr>
          <a:xfrm>
            <a:off x="902775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1" name="data_9239">
            <a:extLst>
              <a:ext uri="{FF2B5EF4-FFF2-40B4-BE49-F238E27FC236}">
                <a16:creationId xmlns:a16="http://schemas.microsoft.com/office/drawing/2014/main" id="{6DCF8601-EECF-436F-B181-62E7EAA43332}"/>
              </a:ext>
            </a:extLst>
          </p:cNvPr>
          <p:cNvSpPr>
            <a:spLocks/>
          </p:cNvSpPr>
          <p:nvPr/>
        </p:nvSpPr>
        <p:spPr>
          <a:xfrm>
            <a:off x="903921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2" name="data_9240">
            <a:extLst>
              <a:ext uri="{FF2B5EF4-FFF2-40B4-BE49-F238E27FC236}">
                <a16:creationId xmlns:a16="http://schemas.microsoft.com/office/drawing/2014/main" id="{CBA532D2-0BC0-4D22-9806-A996A6DC4E32}"/>
              </a:ext>
            </a:extLst>
          </p:cNvPr>
          <p:cNvSpPr>
            <a:spLocks/>
          </p:cNvSpPr>
          <p:nvPr/>
        </p:nvSpPr>
        <p:spPr>
          <a:xfrm>
            <a:off x="8964297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3" name="data_9241">
            <a:extLst>
              <a:ext uri="{FF2B5EF4-FFF2-40B4-BE49-F238E27FC236}">
                <a16:creationId xmlns:a16="http://schemas.microsoft.com/office/drawing/2014/main" id="{3B538D7A-1626-43B2-8C33-A7B4A2B98114}"/>
              </a:ext>
            </a:extLst>
          </p:cNvPr>
          <p:cNvSpPr>
            <a:spLocks/>
          </p:cNvSpPr>
          <p:nvPr/>
        </p:nvSpPr>
        <p:spPr>
          <a:xfrm>
            <a:off x="8944622" y="32958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4" name="data_9242">
            <a:extLst>
              <a:ext uri="{FF2B5EF4-FFF2-40B4-BE49-F238E27FC236}">
                <a16:creationId xmlns:a16="http://schemas.microsoft.com/office/drawing/2014/main" id="{D61F4E3E-DBAF-49F3-A5B0-AC21F35739C4}"/>
              </a:ext>
            </a:extLst>
          </p:cNvPr>
          <p:cNvSpPr>
            <a:spLocks/>
          </p:cNvSpPr>
          <p:nvPr/>
        </p:nvSpPr>
        <p:spPr>
          <a:xfrm>
            <a:off x="902045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5" name="data_9243">
            <a:extLst>
              <a:ext uri="{FF2B5EF4-FFF2-40B4-BE49-F238E27FC236}">
                <a16:creationId xmlns:a16="http://schemas.microsoft.com/office/drawing/2014/main" id="{9DF97ACE-3157-41E4-9000-B2DE56D580C1}"/>
              </a:ext>
            </a:extLst>
          </p:cNvPr>
          <p:cNvSpPr>
            <a:spLocks/>
          </p:cNvSpPr>
          <p:nvPr/>
        </p:nvSpPr>
        <p:spPr>
          <a:xfrm>
            <a:off x="89384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6" name="data_9244">
            <a:extLst>
              <a:ext uri="{FF2B5EF4-FFF2-40B4-BE49-F238E27FC236}">
                <a16:creationId xmlns:a16="http://schemas.microsoft.com/office/drawing/2014/main" id="{077CA7A6-BC5F-4A5B-82C9-7EDCDC348D24}"/>
              </a:ext>
            </a:extLst>
          </p:cNvPr>
          <p:cNvSpPr>
            <a:spLocks/>
          </p:cNvSpPr>
          <p:nvPr/>
        </p:nvSpPr>
        <p:spPr>
          <a:xfrm>
            <a:off x="894670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7" name="data_9245">
            <a:extLst>
              <a:ext uri="{FF2B5EF4-FFF2-40B4-BE49-F238E27FC236}">
                <a16:creationId xmlns:a16="http://schemas.microsoft.com/office/drawing/2014/main" id="{3226BEF9-DCA3-4C9F-9FA8-5AC008D9BEDA}"/>
              </a:ext>
            </a:extLst>
          </p:cNvPr>
          <p:cNvSpPr>
            <a:spLocks/>
          </p:cNvSpPr>
          <p:nvPr/>
        </p:nvSpPr>
        <p:spPr>
          <a:xfrm>
            <a:off x="9023712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8" name="data_9246">
            <a:extLst>
              <a:ext uri="{FF2B5EF4-FFF2-40B4-BE49-F238E27FC236}">
                <a16:creationId xmlns:a16="http://schemas.microsoft.com/office/drawing/2014/main" id="{61B611F0-C765-4AF3-9781-13C4F1D4FD55}"/>
              </a:ext>
            </a:extLst>
          </p:cNvPr>
          <p:cNvSpPr>
            <a:spLocks/>
          </p:cNvSpPr>
          <p:nvPr/>
        </p:nvSpPr>
        <p:spPr>
          <a:xfrm>
            <a:off x="893967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59" name="data_9247">
            <a:extLst>
              <a:ext uri="{FF2B5EF4-FFF2-40B4-BE49-F238E27FC236}">
                <a16:creationId xmlns:a16="http://schemas.microsoft.com/office/drawing/2014/main" id="{3D8A8BD9-E95C-4109-9DB9-276FBABA44DE}"/>
              </a:ext>
            </a:extLst>
          </p:cNvPr>
          <p:cNvSpPr>
            <a:spLocks/>
          </p:cNvSpPr>
          <p:nvPr/>
        </p:nvSpPr>
        <p:spPr>
          <a:xfrm>
            <a:off x="904872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0" name="data_9248">
            <a:extLst>
              <a:ext uri="{FF2B5EF4-FFF2-40B4-BE49-F238E27FC236}">
                <a16:creationId xmlns:a16="http://schemas.microsoft.com/office/drawing/2014/main" id="{B03B3561-8461-4525-B902-EFE31F958CDD}"/>
              </a:ext>
            </a:extLst>
          </p:cNvPr>
          <p:cNvSpPr>
            <a:spLocks/>
          </p:cNvSpPr>
          <p:nvPr/>
        </p:nvSpPr>
        <p:spPr>
          <a:xfrm>
            <a:off x="902879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1" name="data_9249">
            <a:extLst>
              <a:ext uri="{FF2B5EF4-FFF2-40B4-BE49-F238E27FC236}">
                <a16:creationId xmlns:a16="http://schemas.microsoft.com/office/drawing/2014/main" id="{B870A554-48D3-4271-A238-7EF672164183}"/>
              </a:ext>
            </a:extLst>
          </p:cNvPr>
          <p:cNvSpPr>
            <a:spLocks/>
          </p:cNvSpPr>
          <p:nvPr/>
        </p:nvSpPr>
        <p:spPr>
          <a:xfrm>
            <a:off x="898162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2" name="data_9250">
            <a:extLst>
              <a:ext uri="{FF2B5EF4-FFF2-40B4-BE49-F238E27FC236}">
                <a16:creationId xmlns:a16="http://schemas.microsoft.com/office/drawing/2014/main" id="{745B341C-4AE2-4F12-A161-61ADE552BC92}"/>
              </a:ext>
            </a:extLst>
          </p:cNvPr>
          <p:cNvSpPr>
            <a:spLocks/>
          </p:cNvSpPr>
          <p:nvPr/>
        </p:nvSpPr>
        <p:spPr>
          <a:xfrm>
            <a:off x="8959606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3" name="data_9251">
            <a:extLst>
              <a:ext uri="{FF2B5EF4-FFF2-40B4-BE49-F238E27FC236}">
                <a16:creationId xmlns:a16="http://schemas.microsoft.com/office/drawing/2014/main" id="{35D99084-FAF3-48B5-9CBB-081CAE01F1EA}"/>
              </a:ext>
            </a:extLst>
          </p:cNvPr>
          <p:cNvSpPr>
            <a:spLocks/>
          </p:cNvSpPr>
          <p:nvPr/>
        </p:nvSpPr>
        <p:spPr>
          <a:xfrm>
            <a:off x="9046774" y="26629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4" name="data_9252">
            <a:extLst>
              <a:ext uri="{FF2B5EF4-FFF2-40B4-BE49-F238E27FC236}">
                <a16:creationId xmlns:a16="http://schemas.microsoft.com/office/drawing/2014/main" id="{520D2D32-A77B-4610-B0A4-232FC4AA4C22}"/>
              </a:ext>
            </a:extLst>
          </p:cNvPr>
          <p:cNvSpPr>
            <a:spLocks/>
          </p:cNvSpPr>
          <p:nvPr/>
        </p:nvSpPr>
        <p:spPr>
          <a:xfrm>
            <a:off x="9052377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5" name="data_9253">
            <a:extLst>
              <a:ext uri="{FF2B5EF4-FFF2-40B4-BE49-F238E27FC236}">
                <a16:creationId xmlns:a16="http://schemas.microsoft.com/office/drawing/2014/main" id="{CF7D70DF-1222-4508-80EF-9AC1C63AAFC7}"/>
              </a:ext>
            </a:extLst>
          </p:cNvPr>
          <p:cNvSpPr>
            <a:spLocks/>
          </p:cNvSpPr>
          <p:nvPr/>
        </p:nvSpPr>
        <p:spPr>
          <a:xfrm>
            <a:off x="900507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6" name="data_9254">
            <a:extLst>
              <a:ext uri="{FF2B5EF4-FFF2-40B4-BE49-F238E27FC236}">
                <a16:creationId xmlns:a16="http://schemas.microsoft.com/office/drawing/2014/main" id="{AAE49B0D-2C8C-4E42-858C-55D152634C8F}"/>
              </a:ext>
            </a:extLst>
          </p:cNvPr>
          <p:cNvSpPr>
            <a:spLocks/>
          </p:cNvSpPr>
          <p:nvPr/>
        </p:nvSpPr>
        <p:spPr>
          <a:xfrm>
            <a:off x="9034787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7" name="data_9255">
            <a:extLst>
              <a:ext uri="{FF2B5EF4-FFF2-40B4-BE49-F238E27FC236}">
                <a16:creationId xmlns:a16="http://schemas.microsoft.com/office/drawing/2014/main" id="{339228B2-709E-4D1E-9ACD-4525AFD45D75}"/>
              </a:ext>
            </a:extLst>
          </p:cNvPr>
          <p:cNvSpPr>
            <a:spLocks/>
          </p:cNvSpPr>
          <p:nvPr/>
        </p:nvSpPr>
        <p:spPr>
          <a:xfrm>
            <a:off x="8943449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8" name="data_9256">
            <a:extLst>
              <a:ext uri="{FF2B5EF4-FFF2-40B4-BE49-F238E27FC236}">
                <a16:creationId xmlns:a16="http://schemas.microsoft.com/office/drawing/2014/main" id="{E8ADF279-E190-41C9-B592-238C4BEB010D}"/>
              </a:ext>
            </a:extLst>
          </p:cNvPr>
          <p:cNvSpPr>
            <a:spLocks/>
          </p:cNvSpPr>
          <p:nvPr/>
        </p:nvSpPr>
        <p:spPr>
          <a:xfrm>
            <a:off x="898019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69" name="data_9257">
            <a:extLst>
              <a:ext uri="{FF2B5EF4-FFF2-40B4-BE49-F238E27FC236}">
                <a16:creationId xmlns:a16="http://schemas.microsoft.com/office/drawing/2014/main" id="{D6E58DEB-483C-4013-BF9F-44060724CB72}"/>
              </a:ext>
            </a:extLst>
          </p:cNvPr>
          <p:cNvSpPr>
            <a:spLocks/>
          </p:cNvSpPr>
          <p:nvPr/>
        </p:nvSpPr>
        <p:spPr>
          <a:xfrm>
            <a:off x="9026709" y="37083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0" name="data_9258">
            <a:extLst>
              <a:ext uri="{FF2B5EF4-FFF2-40B4-BE49-F238E27FC236}">
                <a16:creationId xmlns:a16="http://schemas.microsoft.com/office/drawing/2014/main" id="{CCD8EF30-AB7F-4CCF-8C3D-16E6D86196AF}"/>
              </a:ext>
            </a:extLst>
          </p:cNvPr>
          <p:cNvSpPr>
            <a:spLocks/>
          </p:cNvSpPr>
          <p:nvPr/>
        </p:nvSpPr>
        <p:spPr>
          <a:xfrm>
            <a:off x="8935501" y="29467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1" name="data_9259">
            <a:extLst>
              <a:ext uri="{FF2B5EF4-FFF2-40B4-BE49-F238E27FC236}">
                <a16:creationId xmlns:a16="http://schemas.microsoft.com/office/drawing/2014/main" id="{0F4CBBF7-A77E-4C4D-8656-FED631C9A84A}"/>
              </a:ext>
            </a:extLst>
          </p:cNvPr>
          <p:cNvSpPr>
            <a:spLocks/>
          </p:cNvSpPr>
          <p:nvPr/>
        </p:nvSpPr>
        <p:spPr>
          <a:xfrm>
            <a:off x="89308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2" name="data_9260">
            <a:extLst>
              <a:ext uri="{FF2B5EF4-FFF2-40B4-BE49-F238E27FC236}">
                <a16:creationId xmlns:a16="http://schemas.microsoft.com/office/drawing/2014/main" id="{38FA3CE1-6A29-4FF7-A6C2-9B54847222F4}"/>
              </a:ext>
            </a:extLst>
          </p:cNvPr>
          <p:cNvSpPr>
            <a:spLocks/>
          </p:cNvSpPr>
          <p:nvPr/>
        </p:nvSpPr>
        <p:spPr>
          <a:xfrm>
            <a:off x="900781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3" name="data_9261">
            <a:extLst>
              <a:ext uri="{FF2B5EF4-FFF2-40B4-BE49-F238E27FC236}">
                <a16:creationId xmlns:a16="http://schemas.microsoft.com/office/drawing/2014/main" id="{27EB8D4F-ED62-4CEB-A0D3-2097AACDF597}"/>
              </a:ext>
            </a:extLst>
          </p:cNvPr>
          <p:cNvSpPr>
            <a:spLocks/>
          </p:cNvSpPr>
          <p:nvPr/>
        </p:nvSpPr>
        <p:spPr>
          <a:xfrm>
            <a:off x="9045992" y="23629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4" name="data_9262">
            <a:extLst>
              <a:ext uri="{FF2B5EF4-FFF2-40B4-BE49-F238E27FC236}">
                <a16:creationId xmlns:a16="http://schemas.microsoft.com/office/drawing/2014/main" id="{3A17EE2A-E172-4DFD-9604-786ACA11B54F}"/>
              </a:ext>
            </a:extLst>
          </p:cNvPr>
          <p:cNvSpPr>
            <a:spLocks/>
          </p:cNvSpPr>
          <p:nvPr/>
        </p:nvSpPr>
        <p:spPr>
          <a:xfrm>
            <a:off x="8925077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5" name="data_9263">
            <a:extLst>
              <a:ext uri="{FF2B5EF4-FFF2-40B4-BE49-F238E27FC236}">
                <a16:creationId xmlns:a16="http://schemas.microsoft.com/office/drawing/2014/main" id="{9E972713-EC83-4A08-AA36-775D4D90854E}"/>
              </a:ext>
            </a:extLst>
          </p:cNvPr>
          <p:cNvSpPr>
            <a:spLocks/>
          </p:cNvSpPr>
          <p:nvPr/>
        </p:nvSpPr>
        <p:spPr>
          <a:xfrm>
            <a:off x="8976023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6" name="data_9264">
            <a:extLst>
              <a:ext uri="{FF2B5EF4-FFF2-40B4-BE49-F238E27FC236}">
                <a16:creationId xmlns:a16="http://schemas.microsoft.com/office/drawing/2014/main" id="{CA5409D5-B4D7-41DC-B38B-1D1398248175}"/>
              </a:ext>
            </a:extLst>
          </p:cNvPr>
          <p:cNvSpPr>
            <a:spLocks/>
          </p:cNvSpPr>
          <p:nvPr/>
        </p:nvSpPr>
        <p:spPr>
          <a:xfrm>
            <a:off x="901784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7" name="data_9265">
            <a:extLst>
              <a:ext uri="{FF2B5EF4-FFF2-40B4-BE49-F238E27FC236}">
                <a16:creationId xmlns:a16="http://schemas.microsoft.com/office/drawing/2014/main" id="{DE4D0AA8-C78F-4ACD-A109-57C7ADFD23BF}"/>
              </a:ext>
            </a:extLst>
          </p:cNvPr>
          <p:cNvSpPr>
            <a:spLocks/>
          </p:cNvSpPr>
          <p:nvPr/>
        </p:nvSpPr>
        <p:spPr>
          <a:xfrm>
            <a:off x="89787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8" name="data_9266">
            <a:extLst>
              <a:ext uri="{FF2B5EF4-FFF2-40B4-BE49-F238E27FC236}">
                <a16:creationId xmlns:a16="http://schemas.microsoft.com/office/drawing/2014/main" id="{ADE8E546-7253-4029-B403-E396F40A04D9}"/>
              </a:ext>
            </a:extLst>
          </p:cNvPr>
          <p:cNvSpPr>
            <a:spLocks/>
          </p:cNvSpPr>
          <p:nvPr/>
        </p:nvSpPr>
        <p:spPr>
          <a:xfrm>
            <a:off x="895673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79" name="data_9267">
            <a:extLst>
              <a:ext uri="{FF2B5EF4-FFF2-40B4-BE49-F238E27FC236}">
                <a16:creationId xmlns:a16="http://schemas.microsoft.com/office/drawing/2014/main" id="{D847BE46-02FE-4168-8665-0532BA21EE86}"/>
              </a:ext>
            </a:extLst>
          </p:cNvPr>
          <p:cNvSpPr>
            <a:spLocks/>
          </p:cNvSpPr>
          <p:nvPr/>
        </p:nvSpPr>
        <p:spPr>
          <a:xfrm>
            <a:off x="900729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0" name="data_9268">
            <a:extLst>
              <a:ext uri="{FF2B5EF4-FFF2-40B4-BE49-F238E27FC236}">
                <a16:creationId xmlns:a16="http://schemas.microsoft.com/office/drawing/2014/main" id="{9089C81D-4FAA-4673-912D-AFEFB267ADF0}"/>
              </a:ext>
            </a:extLst>
          </p:cNvPr>
          <p:cNvSpPr>
            <a:spLocks/>
          </p:cNvSpPr>
          <p:nvPr/>
        </p:nvSpPr>
        <p:spPr>
          <a:xfrm>
            <a:off x="90031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1" name="data_9269">
            <a:extLst>
              <a:ext uri="{FF2B5EF4-FFF2-40B4-BE49-F238E27FC236}">
                <a16:creationId xmlns:a16="http://schemas.microsoft.com/office/drawing/2014/main" id="{B0A286A3-3F2F-4382-8767-0A6577149904}"/>
              </a:ext>
            </a:extLst>
          </p:cNvPr>
          <p:cNvSpPr>
            <a:spLocks/>
          </p:cNvSpPr>
          <p:nvPr/>
        </p:nvSpPr>
        <p:spPr>
          <a:xfrm>
            <a:off x="8987359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2" name="data_9270">
            <a:extLst>
              <a:ext uri="{FF2B5EF4-FFF2-40B4-BE49-F238E27FC236}">
                <a16:creationId xmlns:a16="http://schemas.microsoft.com/office/drawing/2014/main" id="{DEAAA4E3-6B44-4BAF-AB45-6F78BA533D36}"/>
              </a:ext>
            </a:extLst>
          </p:cNvPr>
          <p:cNvSpPr>
            <a:spLocks/>
          </p:cNvSpPr>
          <p:nvPr/>
        </p:nvSpPr>
        <p:spPr>
          <a:xfrm>
            <a:off x="8999998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3" name="data_9271">
            <a:extLst>
              <a:ext uri="{FF2B5EF4-FFF2-40B4-BE49-F238E27FC236}">
                <a16:creationId xmlns:a16="http://schemas.microsoft.com/office/drawing/2014/main" id="{6C82E2F7-EB26-4F93-B127-59611C585F91}"/>
              </a:ext>
            </a:extLst>
          </p:cNvPr>
          <p:cNvSpPr>
            <a:spLocks/>
          </p:cNvSpPr>
          <p:nvPr/>
        </p:nvSpPr>
        <p:spPr>
          <a:xfrm>
            <a:off x="8962603" y="374003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4" name="data_9272">
            <a:extLst>
              <a:ext uri="{FF2B5EF4-FFF2-40B4-BE49-F238E27FC236}">
                <a16:creationId xmlns:a16="http://schemas.microsoft.com/office/drawing/2014/main" id="{F8BCF60D-F57E-4912-84AD-08B25E2539A5}"/>
              </a:ext>
            </a:extLst>
          </p:cNvPr>
          <p:cNvSpPr>
            <a:spLocks/>
          </p:cNvSpPr>
          <p:nvPr/>
        </p:nvSpPr>
        <p:spPr>
          <a:xfrm>
            <a:off x="899178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5" name="data_9273">
            <a:extLst>
              <a:ext uri="{FF2B5EF4-FFF2-40B4-BE49-F238E27FC236}">
                <a16:creationId xmlns:a16="http://schemas.microsoft.com/office/drawing/2014/main" id="{2091FA2C-4371-44A5-9355-95865916F421}"/>
              </a:ext>
            </a:extLst>
          </p:cNvPr>
          <p:cNvSpPr>
            <a:spLocks/>
          </p:cNvSpPr>
          <p:nvPr/>
        </p:nvSpPr>
        <p:spPr>
          <a:xfrm>
            <a:off x="8963906" y="289601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6" name="data_9274">
            <a:extLst>
              <a:ext uri="{FF2B5EF4-FFF2-40B4-BE49-F238E27FC236}">
                <a16:creationId xmlns:a16="http://schemas.microsoft.com/office/drawing/2014/main" id="{107E1725-73FD-4BC6-81B4-81D21A29F44C}"/>
              </a:ext>
            </a:extLst>
          </p:cNvPr>
          <p:cNvSpPr>
            <a:spLocks/>
          </p:cNvSpPr>
          <p:nvPr/>
        </p:nvSpPr>
        <p:spPr>
          <a:xfrm>
            <a:off x="8975372" y="31847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7" name="data_9275">
            <a:extLst>
              <a:ext uri="{FF2B5EF4-FFF2-40B4-BE49-F238E27FC236}">
                <a16:creationId xmlns:a16="http://schemas.microsoft.com/office/drawing/2014/main" id="{9ACF2CD7-68D5-4FF0-B754-393F3A4DBB4C}"/>
              </a:ext>
            </a:extLst>
          </p:cNvPr>
          <p:cNvSpPr>
            <a:spLocks/>
          </p:cNvSpPr>
          <p:nvPr/>
        </p:nvSpPr>
        <p:spPr>
          <a:xfrm>
            <a:off x="9031660" y="34544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8" name="data_9276">
            <a:extLst>
              <a:ext uri="{FF2B5EF4-FFF2-40B4-BE49-F238E27FC236}">
                <a16:creationId xmlns:a16="http://schemas.microsoft.com/office/drawing/2014/main" id="{8D2C20AA-8A14-418E-9E21-7D451459607D}"/>
              </a:ext>
            </a:extLst>
          </p:cNvPr>
          <p:cNvSpPr>
            <a:spLocks/>
          </p:cNvSpPr>
          <p:nvPr/>
        </p:nvSpPr>
        <p:spPr>
          <a:xfrm>
            <a:off x="893941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89" name="data_9277">
            <a:extLst>
              <a:ext uri="{FF2B5EF4-FFF2-40B4-BE49-F238E27FC236}">
                <a16:creationId xmlns:a16="http://schemas.microsoft.com/office/drawing/2014/main" id="{4F580C63-BDEE-4C85-83F3-8AA10FACE033}"/>
              </a:ext>
            </a:extLst>
          </p:cNvPr>
          <p:cNvSpPr>
            <a:spLocks/>
          </p:cNvSpPr>
          <p:nvPr/>
        </p:nvSpPr>
        <p:spPr>
          <a:xfrm>
            <a:off x="89454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0" name="data_9278">
            <a:extLst>
              <a:ext uri="{FF2B5EF4-FFF2-40B4-BE49-F238E27FC236}">
                <a16:creationId xmlns:a16="http://schemas.microsoft.com/office/drawing/2014/main" id="{4EC46986-E693-45F2-ABF4-81CD1981C128}"/>
              </a:ext>
            </a:extLst>
          </p:cNvPr>
          <p:cNvSpPr>
            <a:spLocks/>
          </p:cNvSpPr>
          <p:nvPr/>
        </p:nvSpPr>
        <p:spPr>
          <a:xfrm>
            <a:off x="8999607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1" name="data_9279">
            <a:extLst>
              <a:ext uri="{FF2B5EF4-FFF2-40B4-BE49-F238E27FC236}">
                <a16:creationId xmlns:a16="http://schemas.microsoft.com/office/drawing/2014/main" id="{D9CCA05F-3938-4A45-A352-9E53971E1FDA}"/>
              </a:ext>
            </a:extLst>
          </p:cNvPr>
          <p:cNvSpPr>
            <a:spLocks/>
          </p:cNvSpPr>
          <p:nvPr/>
        </p:nvSpPr>
        <p:spPr>
          <a:xfrm>
            <a:off x="8998434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2" name="data_9280">
            <a:extLst>
              <a:ext uri="{FF2B5EF4-FFF2-40B4-BE49-F238E27FC236}">
                <a16:creationId xmlns:a16="http://schemas.microsoft.com/office/drawing/2014/main" id="{6407DEDD-F870-4D2D-ADB8-F3C07FF64645}"/>
              </a:ext>
            </a:extLst>
          </p:cNvPr>
          <p:cNvSpPr>
            <a:spLocks/>
          </p:cNvSpPr>
          <p:nvPr/>
        </p:nvSpPr>
        <p:spPr>
          <a:xfrm>
            <a:off x="904078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3" name="data_9281">
            <a:extLst>
              <a:ext uri="{FF2B5EF4-FFF2-40B4-BE49-F238E27FC236}">
                <a16:creationId xmlns:a16="http://schemas.microsoft.com/office/drawing/2014/main" id="{860DFE75-D44F-4CA6-BBAC-DF00EC3241DE}"/>
              </a:ext>
            </a:extLst>
          </p:cNvPr>
          <p:cNvSpPr>
            <a:spLocks/>
          </p:cNvSpPr>
          <p:nvPr/>
        </p:nvSpPr>
        <p:spPr>
          <a:xfrm>
            <a:off x="9021106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4" name="data_9282">
            <a:extLst>
              <a:ext uri="{FF2B5EF4-FFF2-40B4-BE49-F238E27FC236}">
                <a16:creationId xmlns:a16="http://schemas.microsoft.com/office/drawing/2014/main" id="{2DCE642C-1AC4-4801-BDD2-0C61879F62DE}"/>
              </a:ext>
            </a:extLst>
          </p:cNvPr>
          <p:cNvSpPr>
            <a:spLocks/>
          </p:cNvSpPr>
          <p:nvPr/>
        </p:nvSpPr>
        <p:spPr>
          <a:xfrm>
            <a:off x="894071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5" name="data_9283">
            <a:extLst>
              <a:ext uri="{FF2B5EF4-FFF2-40B4-BE49-F238E27FC236}">
                <a16:creationId xmlns:a16="http://schemas.microsoft.com/office/drawing/2014/main" id="{4BEFD7DE-A5D9-49F5-9DA7-977A3B56053A}"/>
              </a:ext>
            </a:extLst>
          </p:cNvPr>
          <p:cNvSpPr>
            <a:spLocks/>
          </p:cNvSpPr>
          <p:nvPr/>
        </p:nvSpPr>
        <p:spPr>
          <a:xfrm>
            <a:off x="895960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6" name="data_9284">
            <a:extLst>
              <a:ext uri="{FF2B5EF4-FFF2-40B4-BE49-F238E27FC236}">
                <a16:creationId xmlns:a16="http://schemas.microsoft.com/office/drawing/2014/main" id="{E7745EDC-5188-4769-909D-34622E7E9A16}"/>
              </a:ext>
            </a:extLst>
          </p:cNvPr>
          <p:cNvSpPr>
            <a:spLocks/>
          </p:cNvSpPr>
          <p:nvPr/>
        </p:nvSpPr>
        <p:spPr>
          <a:xfrm>
            <a:off x="901133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7" name="data_9285">
            <a:extLst>
              <a:ext uri="{FF2B5EF4-FFF2-40B4-BE49-F238E27FC236}">
                <a16:creationId xmlns:a16="http://schemas.microsoft.com/office/drawing/2014/main" id="{80FAE6DE-8244-410F-9166-BCCDE141EE97}"/>
              </a:ext>
            </a:extLst>
          </p:cNvPr>
          <p:cNvSpPr>
            <a:spLocks/>
          </p:cNvSpPr>
          <p:nvPr/>
        </p:nvSpPr>
        <p:spPr>
          <a:xfrm>
            <a:off x="8933156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8" name="data_9286">
            <a:extLst>
              <a:ext uri="{FF2B5EF4-FFF2-40B4-BE49-F238E27FC236}">
                <a16:creationId xmlns:a16="http://schemas.microsoft.com/office/drawing/2014/main" id="{373224A5-322E-49F9-A878-05F20B86590E}"/>
              </a:ext>
            </a:extLst>
          </p:cNvPr>
          <p:cNvSpPr>
            <a:spLocks/>
          </p:cNvSpPr>
          <p:nvPr/>
        </p:nvSpPr>
        <p:spPr>
          <a:xfrm>
            <a:off x="9023712" y="277755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199" name="data_9287">
            <a:extLst>
              <a:ext uri="{FF2B5EF4-FFF2-40B4-BE49-F238E27FC236}">
                <a16:creationId xmlns:a16="http://schemas.microsoft.com/office/drawing/2014/main" id="{5DEB065F-B89C-4D8F-B765-95A229A7E9F0}"/>
              </a:ext>
            </a:extLst>
          </p:cNvPr>
          <p:cNvSpPr>
            <a:spLocks/>
          </p:cNvSpPr>
          <p:nvPr/>
        </p:nvSpPr>
        <p:spPr>
          <a:xfrm>
            <a:off x="902814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0" name="data_9288">
            <a:extLst>
              <a:ext uri="{FF2B5EF4-FFF2-40B4-BE49-F238E27FC236}">
                <a16:creationId xmlns:a16="http://schemas.microsoft.com/office/drawing/2014/main" id="{C11DEA29-D605-4203-921A-CF810EA82F59}"/>
              </a:ext>
            </a:extLst>
          </p:cNvPr>
          <p:cNvSpPr>
            <a:spLocks/>
          </p:cNvSpPr>
          <p:nvPr/>
        </p:nvSpPr>
        <p:spPr>
          <a:xfrm>
            <a:off x="9014330" y="285159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1" name="data_9289">
            <a:extLst>
              <a:ext uri="{FF2B5EF4-FFF2-40B4-BE49-F238E27FC236}">
                <a16:creationId xmlns:a16="http://schemas.microsoft.com/office/drawing/2014/main" id="{42CE218D-8E16-47C6-8EF8-B3731F7E9666}"/>
              </a:ext>
            </a:extLst>
          </p:cNvPr>
          <p:cNvSpPr>
            <a:spLocks/>
          </p:cNvSpPr>
          <p:nvPr/>
        </p:nvSpPr>
        <p:spPr>
          <a:xfrm>
            <a:off x="9013158" y="262948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2" name="data_9290">
            <a:extLst>
              <a:ext uri="{FF2B5EF4-FFF2-40B4-BE49-F238E27FC236}">
                <a16:creationId xmlns:a16="http://schemas.microsoft.com/office/drawing/2014/main" id="{B76DA1EA-3967-4518-AEE3-B7D73FD2AB56}"/>
              </a:ext>
            </a:extLst>
          </p:cNvPr>
          <p:cNvSpPr>
            <a:spLocks/>
          </p:cNvSpPr>
          <p:nvPr/>
        </p:nvSpPr>
        <p:spPr>
          <a:xfrm>
            <a:off x="901876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3" name="data_9291">
            <a:extLst>
              <a:ext uri="{FF2B5EF4-FFF2-40B4-BE49-F238E27FC236}">
                <a16:creationId xmlns:a16="http://schemas.microsoft.com/office/drawing/2014/main" id="{8E2EB23E-1C25-4DBB-AE48-6D54874C013E}"/>
              </a:ext>
            </a:extLst>
          </p:cNvPr>
          <p:cNvSpPr>
            <a:spLocks/>
          </p:cNvSpPr>
          <p:nvPr/>
        </p:nvSpPr>
        <p:spPr>
          <a:xfrm>
            <a:off x="8994134" y="385109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4" name="data_9292">
            <a:extLst>
              <a:ext uri="{FF2B5EF4-FFF2-40B4-BE49-F238E27FC236}">
                <a16:creationId xmlns:a16="http://schemas.microsoft.com/office/drawing/2014/main" id="{06DEABDE-71BE-4403-A5BE-DE43C98082B9}"/>
              </a:ext>
            </a:extLst>
          </p:cNvPr>
          <p:cNvSpPr>
            <a:spLocks/>
          </p:cNvSpPr>
          <p:nvPr/>
        </p:nvSpPr>
        <p:spPr>
          <a:xfrm>
            <a:off x="8926511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5" name="data_9293">
            <a:extLst>
              <a:ext uri="{FF2B5EF4-FFF2-40B4-BE49-F238E27FC236}">
                <a16:creationId xmlns:a16="http://schemas.microsoft.com/office/drawing/2014/main" id="{1AB61D16-F230-49F9-8AC1-B306F60DEBF8}"/>
              </a:ext>
            </a:extLst>
          </p:cNvPr>
          <p:cNvSpPr>
            <a:spLocks/>
          </p:cNvSpPr>
          <p:nvPr/>
        </p:nvSpPr>
        <p:spPr>
          <a:xfrm>
            <a:off x="899387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6" name="data_9294">
            <a:extLst>
              <a:ext uri="{FF2B5EF4-FFF2-40B4-BE49-F238E27FC236}">
                <a16:creationId xmlns:a16="http://schemas.microsoft.com/office/drawing/2014/main" id="{0A3D22EB-C2E1-4470-9E09-1B81BD10B024}"/>
              </a:ext>
            </a:extLst>
          </p:cNvPr>
          <p:cNvSpPr>
            <a:spLocks/>
          </p:cNvSpPr>
          <p:nvPr/>
        </p:nvSpPr>
        <p:spPr>
          <a:xfrm>
            <a:off x="8943710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7" name="data_9295">
            <a:extLst>
              <a:ext uri="{FF2B5EF4-FFF2-40B4-BE49-F238E27FC236}">
                <a16:creationId xmlns:a16="http://schemas.microsoft.com/office/drawing/2014/main" id="{2529B890-980E-465E-BF09-563ACE92A9B4}"/>
              </a:ext>
            </a:extLst>
          </p:cNvPr>
          <p:cNvSpPr>
            <a:spLocks/>
          </p:cNvSpPr>
          <p:nvPr/>
        </p:nvSpPr>
        <p:spPr>
          <a:xfrm>
            <a:off x="9013679" y="382546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8" name="data_9296">
            <a:extLst>
              <a:ext uri="{FF2B5EF4-FFF2-40B4-BE49-F238E27FC236}">
                <a16:creationId xmlns:a16="http://schemas.microsoft.com/office/drawing/2014/main" id="{A9E2A440-CCE3-4ECA-B25B-9BF50D1CEA48}"/>
              </a:ext>
            </a:extLst>
          </p:cNvPr>
          <p:cNvSpPr>
            <a:spLocks/>
          </p:cNvSpPr>
          <p:nvPr/>
        </p:nvSpPr>
        <p:spPr>
          <a:xfrm>
            <a:off x="9030878" y="32711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09" name="data_9297">
            <a:extLst>
              <a:ext uri="{FF2B5EF4-FFF2-40B4-BE49-F238E27FC236}">
                <a16:creationId xmlns:a16="http://schemas.microsoft.com/office/drawing/2014/main" id="{90CB9550-1DD6-4F05-8A70-050D997BFA99}"/>
              </a:ext>
            </a:extLst>
          </p:cNvPr>
          <p:cNvSpPr>
            <a:spLocks/>
          </p:cNvSpPr>
          <p:nvPr/>
        </p:nvSpPr>
        <p:spPr>
          <a:xfrm>
            <a:off x="8941625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0" name="data_9298">
            <a:extLst>
              <a:ext uri="{FF2B5EF4-FFF2-40B4-BE49-F238E27FC236}">
                <a16:creationId xmlns:a16="http://schemas.microsoft.com/office/drawing/2014/main" id="{4E24E92C-5C11-4597-834B-66815F0CF75F}"/>
              </a:ext>
            </a:extLst>
          </p:cNvPr>
          <p:cNvSpPr>
            <a:spLocks/>
          </p:cNvSpPr>
          <p:nvPr/>
        </p:nvSpPr>
        <p:spPr>
          <a:xfrm>
            <a:off x="9014852" y="30053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1" name="data_9299">
            <a:extLst>
              <a:ext uri="{FF2B5EF4-FFF2-40B4-BE49-F238E27FC236}">
                <a16:creationId xmlns:a16="http://schemas.microsoft.com/office/drawing/2014/main" id="{6D16DA40-8CB6-4FC7-849F-2192C796BC4D}"/>
              </a:ext>
            </a:extLst>
          </p:cNvPr>
          <p:cNvSpPr>
            <a:spLocks/>
          </p:cNvSpPr>
          <p:nvPr/>
        </p:nvSpPr>
        <p:spPr>
          <a:xfrm>
            <a:off x="8948140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2" name="data_9300">
            <a:extLst>
              <a:ext uri="{FF2B5EF4-FFF2-40B4-BE49-F238E27FC236}">
                <a16:creationId xmlns:a16="http://schemas.microsoft.com/office/drawing/2014/main" id="{61BFDF34-4602-4DBA-9801-CBCB6EC7E753}"/>
              </a:ext>
            </a:extLst>
          </p:cNvPr>
          <p:cNvSpPr>
            <a:spLocks/>
          </p:cNvSpPr>
          <p:nvPr/>
        </p:nvSpPr>
        <p:spPr>
          <a:xfrm>
            <a:off x="8953873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3" name="data_9301">
            <a:extLst>
              <a:ext uri="{FF2B5EF4-FFF2-40B4-BE49-F238E27FC236}">
                <a16:creationId xmlns:a16="http://schemas.microsoft.com/office/drawing/2014/main" id="{FE67582C-A6F8-4410-8420-C2D23CB31497}"/>
              </a:ext>
            </a:extLst>
          </p:cNvPr>
          <p:cNvSpPr>
            <a:spLocks/>
          </p:cNvSpPr>
          <p:nvPr/>
        </p:nvSpPr>
        <p:spPr>
          <a:xfrm>
            <a:off x="8938368" y="248140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4" name="data_9302">
            <a:extLst>
              <a:ext uri="{FF2B5EF4-FFF2-40B4-BE49-F238E27FC236}">
                <a16:creationId xmlns:a16="http://schemas.microsoft.com/office/drawing/2014/main" id="{3BFE9608-0379-4B89-A575-37B04470426F}"/>
              </a:ext>
            </a:extLst>
          </p:cNvPr>
          <p:cNvSpPr>
            <a:spLocks/>
          </p:cNvSpPr>
          <p:nvPr/>
        </p:nvSpPr>
        <p:spPr>
          <a:xfrm>
            <a:off x="9013418" y="240737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5" name="data_9303">
            <a:extLst>
              <a:ext uri="{FF2B5EF4-FFF2-40B4-BE49-F238E27FC236}">
                <a16:creationId xmlns:a16="http://schemas.microsoft.com/office/drawing/2014/main" id="{4A83B45B-D6B7-4A2E-AD46-86959C4B068B}"/>
              </a:ext>
            </a:extLst>
          </p:cNvPr>
          <p:cNvSpPr>
            <a:spLocks/>
          </p:cNvSpPr>
          <p:nvPr/>
        </p:nvSpPr>
        <p:spPr>
          <a:xfrm>
            <a:off x="9047035" y="24391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6" name="data_9304">
            <a:extLst>
              <a:ext uri="{FF2B5EF4-FFF2-40B4-BE49-F238E27FC236}">
                <a16:creationId xmlns:a16="http://schemas.microsoft.com/office/drawing/2014/main" id="{4F34B9EF-7687-4294-9F6D-5B54B15EEF17}"/>
              </a:ext>
            </a:extLst>
          </p:cNvPr>
          <p:cNvSpPr>
            <a:spLocks/>
          </p:cNvSpPr>
          <p:nvPr/>
        </p:nvSpPr>
        <p:spPr>
          <a:xfrm>
            <a:off x="9052638" y="32006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7" name="data_9305">
            <a:extLst>
              <a:ext uri="{FF2B5EF4-FFF2-40B4-BE49-F238E27FC236}">
                <a16:creationId xmlns:a16="http://schemas.microsoft.com/office/drawing/2014/main" id="{30F549EC-6BC0-4065-906C-4DFC66D7C7A9}"/>
              </a:ext>
            </a:extLst>
          </p:cNvPr>
          <p:cNvSpPr>
            <a:spLocks/>
          </p:cNvSpPr>
          <p:nvPr/>
        </p:nvSpPr>
        <p:spPr>
          <a:xfrm>
            <a:off x="897211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8" name="data_9306">
            <a:extLst>
              <a:ext uri="{FF2B5EF4-FFF2-40B4-BE49-F238E27FC236}">
                <a16:creationId xmlns:a16="http://schemas.microsoft.com/office/drawing/2014/main" id="{FCE2B963-8B31-4853-8285-768E9B129842}"/>
              </a:ext>
            </a:extLst>
          </p:cNvPr>
          <p:cNvSpPr>
            <a:spLocks/>
          </p:cNvSpPr>
          <p:nvPr/>
        </p:nvSpPr>
        <p:spPr>
          <a:xfrm>
            <a:off x="9019933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19" name="data_9307">
            <a:extLst>
              <a:ext uri="{FF2B5EF4-FFF2-40B4-BE49-F238E27FC236}">
                <a16:creationId xmlns:a16="http://schemas.microsoft.com/office/drawing/2014/main" id="{B71E653A-E676-43C9-996D-23EFB198F25D}"/>
              </a:ext>
            </a:extLst>
          </p:cNvPr>
          <p:cNvSpPr>
            <a:spLocks/>
          </p:cNvSpPr>
          <p:nvPr/>
        </p:nvSpPr>
        <p:spPr>
          <a:xfrm>
            <a:off x="904521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0" name="data_9308">
            <a:extLst>
              <a:ext uri="{FF2B5EF4-FFF2-40B4-BE49-F238E27FC236}">
                <a16:creationId xmlns:a16="http://schemas.microsoft.com/office/drawing/2014/main" id="{B07FA066-E05F-4AE3-BEFF-1667FF478D8A}"/>
              </a:ext>
            </a:extLst>
          </p:cNvPr>
          <p:cNvSpPr>
            <a:spLocks/>
          </p:cNvSpPr>
          <p:nvPr/>
        </p:nvSpPr>
        <p:spPr>
          <a:xfrm>
            <a:off x="9029836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1" name="data_9309">
            <a:extLst>
              <a:ext uri="{FF2B5EF4-FFF2-40B4-BE49-F238E27FC236}">
                <a16:creationId xmlns:a16="http://schemas.microsoft.com/office/drawing/2014/main" id="{96BA5359-AFEF-4477-ADBF-7B4AE85DF6CE}"/>
              </a:ext>
            </a:extLst>
          </p:cNvPr>
          <p:cNvSpPr>
            <a:spLocks/>
          </p:cNvSpPr>
          <p:nvPr/>
        </p:nvSpPr>
        <p:spPr>
          <a:xfrm>
            <a:off x="901602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2" name="data_9310">
            <a:extLst>
              <a:ext uri="{FF2B5EF4-FFF2-40B4-BE49-F238E27FC236}">
                <a16:creationId xmlns:a16="http://schemas.microsoft.com/office/drawing/2014/main" id="{EDFF644A-AFAE-42D7-BF4D-E2EDC965A908}"/>
              </a:ext>
            </a:extLst>
          </p:cNvPr>
          <p:cNvSpPr>
            <a:spLocks/>
          </p:cNvSpPr>
          <p:nvPr/>
        </p:nvSpPr>
        <p:spPr>
          <a:xfrm>
            <a:off x="8984102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3" name="data_9311">
            <a:extLst>
              <a:ext uri="{FF2B5EF4-FFF2-40B4-BE49-F238E27FC236}">
                <a16:creationId xmlns:a16="http://schemas.microsoft.com/office/drawing/2014/main" id="{A6382B57-227C-436C-993A-24A5FE839722}"/>
              </a:ext>
            </a:extLst>
          </p:cNvPr>
          <p:cNvSpPr>
            <a:spLocks/>
          </p:cNvSpPr>
          <p:nvPr/>
        </p:nvSpPr>
        <p:spPr>
          <a:xfrm>
            <a:off x="8980193" y="29006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4" name="data_9312">
            <a:extLst>
              <a:ext uri="{FF2B5EF4-FFF2-40B4-BE49-F238E27FC236}">
                <a16:creationId xmlns:a16="http://schemas.microsoft.com/office/drawing/2014/main" id="{DB246119-1DE0-4046-93E7-803D52A73C8D}"/>
              </a:ext>
            </a:extLst>
          </p:cNvPr>
          <p:cNvSpPr>
            <a:spLocks/>
          </p:cNvSpPr>
          <p:nvPr/>
        </p:nvSpPr>
        <p:spPr>
          <a:xfrm>
            <a:off x="8936804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5" name="data_9313">
            <a:extLst>
              <a:ext uri="{FF2B5EF4-FFF2-40B4-BE49-F238E27FC236}">
                <a16:creationId xmlns:a16="http://schemas.microsoft.com/office/drawing/2014/main" id="{8C8989A6-800C-4DEA-95C5-60740E658C64}"/>
              </a:ext>
            </a:extLst>
          </p:cNvPr>
          <p:cNvSpPr>
            <a:spLocks/>
          </p:cNvSpPr>
          <p:nvPr/>
        </p:nvSpPr>
        <p:spPr>
          <a:xfrm>
            <a:off x="9045602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6" name="data_9314">
            <a:extLst>
              <a:ext uri="{FF2B5EF4-FFF2-40B4-BE49-F238E27FC236}">
                <a16:creationId xmlns:a16="http://schemas.microsoft.com/office/drawing/2014/main" id="{6EAF8031-1A84-4A60-9E82-D4CC928D5B60}"/>
              </a:ext>
            </a:extLst>
          </p:cNvPr>
          <p:cNvSpPr>
            <a:spLocks/>
          </p:cNvSpPr>
          <p:nvPr/>
        </p:nvSpPr>
        <p:spPr>
          <a:xfrm>
            <a:off x="9031790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7" name="data_9315">
            <a:extLst>
              <a:ext uri="{FF2B5EF4-FFF2-40B4-BE49-F238E27FC236}">
                <a16:creationId xmlns:a16="http://schemas.microsoft.com/office/drawing/2014/main" id="{99707F7D-418A-4595-8E96-750EC09E6D82}"/>
              </a:ext>
            </a:extLst>
          </p:cNvPr>
          <p:cNvSpPr>
            <a:spLocks/>
          </p:cNvSpPr>
          <p:nvPr/>
        </p:nvSpPr>
        <p:spPr>
          <a:xfrm>
            <a:off x="9012115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8" name="data_9316">
            <a:extLst>
              <a:ext uri="{FF2B5EF4-FFF2-40B4-BE49-F238E27FC236}">
                <a16:creationId xmlns:a16="http://schemas.microsoft.com/office/drawing/2014/main" id="{5D5EA423-FD2D-4E5E-BC0A-B93589817227}"/>
              </a:ext>
            </a:extLst>
          </p:cNvPr>
          <p:cNvSpPr>
            <a:spLocks/>
          </p:cNvSpPr>
          <p:nvPr/>
        </p:nvSpPr>
        <p:spPr>
          <a:xfrm>
            <a:off x="8932244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29" name="data_9317">
            <a:extLst>
              <a:ext uri="{FF2B5EF4-FFF2-40B4-BE49-F238E27FC236}">
                <a16:creationId xmlns:a16="http://schemas.microsoft.com/office/drawing/2014/main" id="{33E9C10C-6CE4-4DDD-B5F2-D0D7E704FDA7}"/>
              </a:ext>
            </a:extLst>
          </p:cNvPr>
          <p:cNvSpPr>
            <a:spLocks/>
          </p:cNvSpPr>
          <p:nvPr/>
        </p:nvSpPr>
        <p:spPr>
          <a:xfrm>
            <a:off x="8944882" y="39029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0" name="data_9318">
            <a:extLst>
              <a:ext uri="{FF2B5EF4-FFF2-40B4-BE49-F238E27FC236}">
                <a16:creationId xmlns:a16="http://schemas.microsoft.com/office/drawing/2014/main" id="{B17F8D43-6BB1-4844-8F73-9E7138915541}"/>
              </a:ext>
            </a:extLst>
          </p:cNvPr>
          <p:cNvSpPr>
            <a:spLocks/>
          </p:cNvSpPr>
          <p:nvPr/>
        </p:nvSpPr>
        <p:spPr>
          <a:xfrm>
            <a:off x="8957521" y="396214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1" name="data_9319">
            <a:extLst>
              <a:ext uri="{FF2B5EF4-FFF2-40B4-BE49-F238E27FC236}">
                <a16:creationId xmlns:a16="http://schemas.microsoft.com/office/drawing/2014/main" id="{C4A13BBE-B910-445B-9D17-493EB5949E7C}"/>
              </a:ext>
            </a:extLst>
          </p:cNvPr>
          <p:cNvSpPr>
            <a:spLocks/>
          </p:cNvSpPr>
          <p:nvPr/>
        </p:nvSpPr>
        <p:spPr>
          <a:xfrm>
            <a:off x="9013418" y="21852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2" name="data_9320">
            <a:extLst>
              <a:ext uri="{FF2B5EF4-FFF2-40B4-BE49-F238E27FC236}">
                <a16:creationId xmlns:a16="http://schemas.microsoft.com/office/drawing/2014/main" id="{32D071D3-A9F6-4BCC-842F-24E194B700C7}"/>
              </a:ext>
            </a:extLst>
          </p:cNvPr>
          <p:cNvSpPr>
            <a:spLocks/>
          </p:cNvSpPr>
          <p:nvPr/>
        </p:nvSpPr>
        <p:spPr>
          <a:xfrm>
            <a:off x="9000258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3" name="data_9321">
            <a:extLst>
              <a:ext uri="{FF2B5EF4-FFF2-40B4-BE49-F238E27FC236}">
                <a16:creationId xmlns:a16="http://schemas.microsoft.com/office/drawing/2014/main" id="{33F4F257-8101-4DA1-9167-3E2B7C0C2E8E}"/>
              </a:ext>
            </a:extLst>
          </p:cNvPr>
          <p:cNvSpPr>
            <a:spLocks/>
          </p:cNvSpPr>
          <p:nvPr/>
        </p:nvSpPr>
        <p:spPr>
          <a:xfrm>
            <a:off x="8950355" y="336985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4" name="data_9322">
            <a:extLst>
              <a:ext uri="{FF2B5EF4-FFF2-40B4-BE49-F238E27FC236}">
                <a16:creationId xmlns:a16="http://schemas.microsoft.com/office/drawing/2014/main" id="{DCA3C1C5-37F5-470A-8FA7-D9EE4257EAA3}"/>
              </a:ext>
            </a:extLst>
          </p:cNvPr>
          <p:cNvSpPr>
            <a:spLocks/>
          </p:cNvSpPr>
          <p:nvPr/>
        </p:nvSpPr>
        <p:spPr>
          <a:xfrm>
            <a:off x="8973939" y="307370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5" name="data_9323">
            <a:extLst>
              <a:ext uri="{FF2B5EF4-FFF2-40B4-BE49-F238E27FC236}">
                <a16:creationId xmlns:a16="http://schemas.microsoft.com/office/drawing/2014/main" id="{194DDF61-DB18-4BFE-ADD2-4E99DF4FBA58}"/>
              </a:ext>
            </a:extLst>
          </p:cNvPr>
          <p:cNvSpPr>
            <a:spLocks/>
          </p:cNvSpPr>
          <p:nvPr/>
        </p:nvSpPr>
        <p:spPr>
          <a:xfrm>
            <a:off x="8927814" y="377176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36" name="data_9324">
            <a:extLst>
              <a:ext uri="{FF2B5EF4-FFF2-40B4-BE49-F238E27FC236}">
                <a16:creationId xmlns:a16="http://schemas.microsoft.com/office/drawing/2014/main" id="{4142B8B6-41EA-4E31-B131-A1F4437A2C2D}"/>
              </a:ext>
            </a:extLst>
          </p:cNvPr>
          <p:cNvSpPr>
            <a:spLocks/>
          </p:cNvSpPr>
          <p:nvPr/>
        </p:nvSpPr>
        <p:spPr>
          <a:xfrm>
            <a:off x="6938134" y="2116243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237" name="data_9325">
            <a:extLst>
              <a:ext uri="{FF2B5EF4-FFF2-40B4-BE49-F238E27FC236}">
                <a16:creationId xmlns:a16="http://schemas.microsoft.com/office/drawing/2014/main" id="{519B17D0-0FD6-4E10-A4C9-5B77052DDFF7}"/>
              </a:ext>
            </a:extLst>
          </p:cNvPr>
          <p:cNvSpPr>
            <a:spLocks/>
          </p:cNvSpPr>
          <p:nvPr/>
        </p:nvSpPr>
        <p:spPr>
          <a:xfrm>
            <a:off x="6938134" y="407082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238" name="text_9326">
            <a:extLst>
              <a:ext uri="{FF2B5EF4-FFF2-40B4-BE49-F238E27FC236}">
                <a16:creationId xmlns:a16="http://schemas.microsoft.com/office/drawing/2014/main" id="{28AE2972-6D5C-40F8-B527-A9D91A10E48D}"/>
              </a:ext>
            </a:extLst>
          </p:cNvPr>
          <p:cNvSpPr>
            <a:spLocks/>
          </p:cNvSpPr>
          <p:nvPr/>
        </p:nvSpPr>
        <p:spPr>
          <a:xfrm>
            <a:off x="6547977" y="1802843"/>
            <a:ext cx="82997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2239" name="text_9327">
            <a:extLst>
              <a:ext uri="{FF2B5EF4-FFF2-40B4-BE49-F238E27FC236}">
                <a16:creationId xmlns:a16="http://schemas.microsoft.com/office/drawing/2014/main" id="{83C0DA68-30FF-4766-9B69-8C89EF046A39}"/>
              </a:ext>
            </a:extLst>
          </p:cNvPr>
          <p:cNvSpPr>
            <a:spLocks/>
          </p:cNvSpPr>
          <p:nvPr/>
        </p:nvSpPr>
        <p:spPr>
          <a:xfrm>
            <a:off x="6938134" y="1837547"/>
            <a:ext cx="1263197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All ligands, Emap2lig</a:t>
            </a:r>
          </a:p>
        </p:txBody>
      </p:sp>
      <p:sp>
        <p:nvSpPr>
          <p:cNvPr id="2240" name="data_9328">
            <a:extLst>
              <a:ext uri="{FF2B5EF4-FFF2-40B4-BE49-F238E27FC236}">
                <a16:creationId xmlns:a16="http://schemas.microsoft.com/office/drawing/2014/main" id="{BCD1FFB9-D344-449E-9D78-139297F98315}"/>
              </a:ext>
            </a:extLst>
          </p:cNvPr>
          <p:cNvSpPr>
            <a:spLocks/>
          </p:cNvSpPr>
          <p:nvPr/>
        </p:nvSpPr>
        <p:spPr>
          <a:xfrm>
            <a:off x="6958625" y="3424019"/>
            <a:ext cx="2049083" cy="557958"/>
          </a:xfrm>
          <a:custGeom>
            <a:avLst/>
            <a:gdLst/>
            <a:ahLst/>
            <a:cxnLst/>
            <a:rect l="0" t="0" r="0" b="0"/>
            <a:pathLst>
              <a:path w="2049083" h="557958">
                <a:moveTo>
                  <a:pt x="0" y="557958"/>
                </a:moveTo>
                <a:lnTo>
                  <a:pt x="24394" y="556251"/>
                </a:lnTo>
                <a:lnTo>
                  <a:pt x="26270" y="555005"/>
                </a:lnTo>
                <a:lnTo>
                  <a:pt x="34151" y="553537"/>
                </a:lnTo>
                <a:lnTo>
                  <a:pt x="35949" y="551190"/>
                </a:lnTo>
                <a:lnTo>
                  <a:pt x="43784" y="549316"/>
                </a:lnTo>
                <a:lnTo>
                  <a:pt x="45535" y="548981"/>
                </a:lnTo>
                <a:lnTo>
                  <a:pt x="48788" y="548596"/>
                </a:lnTo>
                <a:lnTo>
                  <a:pt x="50266" y="544863"/>
                </a:lnTo>
                <a:lnTo>
                  <a:pt x="56919" y="543591"/>
                </a:lnTo>
                <a:lnTo>
                  <a:pt x="56919" y="539703"/>
                </a:lnTo>
                <a:lnTo>
                  <a:pt x="68303" y="539282"/>
                </a:lnTo>
                <a:lnTo>
                  <a:pt x="70054" y="536364"/>
                </a:lnTo>
                <a:lnTo>
                  <a:pt x="75892" y="534995"/>
                </a:lnTo>
                <a:lnTo>
                  <a:pt x="76878" y="531091"/>
                </a:lnTo>
                <a:lnTo>
                  <a:pt x="85378" y="530024"/>
                </a:lnTo>
                <a:lnTo>
                  <a:pt x="85748" y="519641"/>
                </a:lnTo>
                <a:lnTo>
                  <a:pt x="97575" y="518416"/>
                </a:lnTo>
                <a:lnTo>
                  <a:pt x="97575" y="512701"/>
                </a:lnTo>
                <a:lnTo>
                  <a:pt x="105081" y="510897"/>
                </a:lnTo>
                <a:lnTo>
                  <a:pt x="105081" y="510006"/>
                </a:lnTo>
                <a:lnTo>
                  <a:pt x="113838" y="509190"/>
                </a:lnTo>
                <a:lnTo>
                  <a:pt x="113838" y="492491"/>
                </a:lnTo>
                <a:lnTo>
                  <a:pt x="124187" y="491330"/>
                </a:lnTo>
                <a:lnTo>
                  <a:pt x="125222" y="490112"/>
                </a:lnTo>
                <a:lnTo>
                  <a:pt x="136606" y="488885"/>
                </a:lnTo>
                <a:lnTo>
                  <a:pt x="136606" y="481771"/>
                </a:lnTo>
                <a:lnTo>
                  <a:pt x="146363" y="480208"/>
                </a:lnTo>
                <a:lnTo>
                  <a:pt x="147989" y="478120"/>
                </a:lnTo>
                <a:lnTo>
                  <a:pt x="151784" y="477806"/>
                </a:lnTo>
                <a:lnTo>
                  <a:pt x="151784" y="473946"/>
                </a:lnTo>
                <a:lnTo>
                  <a:pt x="168282" y="471988"/>
                </a:lnTo>
                <a:lnTo>
                  <a:pt x="168921" y="471737"/>
                </a:lnTo>
                <a:lnTo>
                  <a:pt x="170757" y="471737"/>
                </a:lnTo>
                <a:lnTo>
                  <a:pt x="171496" y="439864"/>
                </a:lnTo>
                <a:lnTo>
                  <a:pt x="186280" y="438521"/>
                </a:lnTo>
                <a:lnTo>
                  <a:pt x="188080" y="437475"/>
                </a:lnTo>
                <a:lnTo>
                  <a:pt x="189730" y="437090"/>
                </a:lnTo>
                <a:lnTo>
                  <a:pt x="190954" y="435328"/>
                </a:lnTo>
                <a:lnTo>
                  <a:pt x="195151" y="434993"/>
                </a:lnTo>
                <a:lnTo>
                  <a:pt x="195151" y="430695"/>
                </a:lnTo>
                <a:lnTo>
                  <a:pt x="210162" y="428866"/>
                </a:lnTo>
                <a:lnTo>
                  <a:pt x="211974" y="428014"/>
                </a:lnTo>
                <a:lnTo>
                  <a:pt x="216292" y="426101"/>
                </a:lnTo>
                <a:lnTo>
                  <a:pt x="217777" y="425792"/>
                </a:lnTo>
                <a:lnTo>
                  <a:pt x="227676" y="425429"/>
                </a:lnTo>
                <a:lnTo>
                  <a:pt x="227676" y="398139"/>
                </a:lnTo>
                <a:lnTo>
                  <a:pt x="242365" y="396178"/>
                </a:lnTo>
                <a:lnTo>
                  <a:pt x="243938" y="393944"/>
                </a:lnTo>
                <a:lnTo>
                  <a:pt x="253946" y="392083"/>
                </a:lnTo>
                <a:lnTo>
                  <a:pt x="253946" y="391955"/>
                </a:lnTo>
                <a:lnTo>
                  <a:pt x="256135" y="391955"/>
                </a:lnTo>
                <a:lnTo>
                  <a:pt x="257373" y="384837"/>
                </a:lnTo>
                <a:lnTo>
                  <a:pt x="267272" y="382867"/>
                </a:lnTo>
                <a:lnTo>
                  <a:pt x="267272" y="382723"/>
                </a:lnTo>
                <a:lnTo>
                  <a:pt x="273211" y="382489"/>
                </a:lnTo>
                <a:lnTo>
                  <a:pt x="273211" y="371404"/>
                </a:lnTo>
                <a:lnTo>
                  <a:pt x="284595" y="370598"/>
                </a:lnTo>
                <a:lnTo>
                  <a:pt x="286431" y="366190"/>
                </a:lnTo>
                <a:lnTo>
                  <a:pt x="292726" y="364928"/>
                </a:lnTo>
                <a:lnTo>
                  <a:pt x="293775" y="359858"/>
                </a:lnTo>
                <a:lnTo>
                  <a:pt x="303568" y="358758"/>
                </a:lnTo>
                <a:lnTo>
                  <a:pt x="303568" y="357104"/>
                </a:lnTo>
                <a:lnTo>
                  <a:pt x="310467" y="355722"/>
                </a:lnTo>
                <a:lnTo>
                  <a:pt x="310467" y="354776"/>
                </a:lnTo>
                <a:lnTo>
                  <a:pt x="326665" y="352923"/>
                </a:lnTo>
                <a:lnTo>
                  <a:pt x="328208" y="352736"/>
                </a:lnTo>
                <a:lnTo>
                  <a:pt x="341514" y="351722"/>
                </a:lnTo>
                <a:lnTo>
                  <a:pt x="342992" y="261283"/>
                </a:lnTo>
                <a:lnTo>
                  <a:pt x="367219" y="259346"/>
                </a:lnTo>
                <a:lnTo>
                  <a:pt x="367784" y="258730"/>
                </a:lnTo>
                <a:lnTo>
                  <a:pt x="375665" y="257221"/>
                </a:lnTo>
                <a:lnTo>
                  <a:pt x="376843" y="255946"/>
                </a:lnTo>
                <a:lnTo>
                  <a:pt x="385298" y="254099"/>
                </a:lnTo>
                <a:lnTo>
                  <a:pt x="387049" y="253662"/>
                </a:lnTo>
                <a:lnTo>
                  <a:pt x="390302" y="253555"/>
                </a:lnTo>
                <a:lnTo>
                  <a:pt x="390302" y="251428"/>
                </a:lnTo>
                <a:lnTo>
                  <a:pt x="398433" y="251007"/>
                </a:lnTo>
                <a:lnTo>
                  <a:pt x="399172" y="248317"/>
                </a:lnTo>
                <a:lnTo>
                  <a:pt x="409817" y="248024"/>
                </a:lnTo>
                <a:lnTo>
                  <a:pt x="411568" y="243114"/>
                </a:lnTo>
                <a:lnTo>
                  <a:pt x="425783" y="241152"/>
                </a:lnTo>
                <a:lnTo>
                  <a:pt x="426892" y="234178"/>
                </a:lnTo>
                <a:lnTo>
                  <a:pt x="446595" y="232326"/>
                </a:lnTo>
                <a:lnTo>
                  <a:pt x="447501" y="231857"/>
                </a:lnTo>
                <a:lnTo>
                  <a:pt x="455352" y="231771"/>
                </a:lnTo>
                <a:lnTo>
                  <a:pt x="455352" y="215318"/>
                </a:lnTo>
                <a:lnTo>
                  <a:pt x="478119" y="213930"/>
                </a:lnTo>
                <a:lnTo>
                  <a:pt x="478119" y="212771"/>
                </a:lnTo>
                <a:lnTo>
                  <a:pt x="492074" y="210831"/>
                </a:lnTo>
                <a:lnTo>
                  <a:pt x="493791" y="210130"/>
                </a:lnTo>
                <a:lnTo>
                  <a:pt x="503284" y="208446"/>
                </a:lnTo>
                <a:lnTo>
                  <a:pt x="503284" y="207923"/>
                </a:lnTo>
                <a:lnTo>
                  <a:pt x="512271" y="207604"/>
                </a:lnTo>
                <a:lnTo>
                  <a:pt x="514107" y="190787"/>
                </a:lnTo>
                <a:lnTo>
                  <a:pt x="536665" y="189324"/>
                </a:lnTo>
                <a:lnTo>
                  <a:pt x="536665" y="188615"/>
                </a:lnTo>
                <a:lnTo>
                  <a:pt x="546422" y="187781"/>
                </a:lnTo>
                <a:lnTo>
                  <a:pt x="546422" y="182652"/>
                </a:lnTo>
                <a:lnTo>
                  <a:pt x="569190" y="180948"/>
                </a:lnTo>
                <a:lnTo>
                  <a:pt x="569190" y="174038"/>
                </a:lnTo>
                <a:lnTo>
                  <a:pt x="597649" y="172501"/>
                </a:lnTo>
                <a:lnTo>
                  <a:pt x="597649" y="171260"/>
                </a:lnTo>
                <a:lnTo>
                  <a:pt x="620934" y="169395"/>
                </a:lnTo>
                <a:lnTo>
                  <a:pt x="621730" y="168322"/>
                </a:lnTo>
                <a:lnTo>
                  <a:pt x="648876" y="166445"/>
                </a:lnTo>
                <a:lnTo>
                  <a:pt x="648876" y="166280"/>
                </a:lnTo>
                <a:lnTo>
                  <a:pt x="683028" y="165981"/>
                </a:lnTo>
                <a:lnTo>
                  <a:pt x="683028" y="50683"/>
                </a:lnTo>
                <a:lnTo>
                  <a:pt x="788109" y="48737"/>
                </a:lnTo>
                <a:lnTo>
                  <a:pt x="788109" y="48609"/>
                </a:lnTo>
                <a:lnTo>
                  <a:pt x="796866" y="48609"/>
                </a:lnTo>
                <a:lnTo>
                  <a:pt x="796866" y="45173"/>
                </a:lnTo>
                <a:lnTo>
                  <a:pt x="819633" y="43846"/>
                </a:lnTo>
                <a:lnTo>
                  <a:pt x="819633" y="41695"/>
                </a:lnTo>
                <a:lnTo>
                  <a:pt x="853785" y="41652"/>
                </a:lnTo>
                <a:lnTo>
                  <a:pt x="853785" y="36689"/>
                </a:lnTo>
                <a:lnTo>
                  <a:pt x="993495" y="35413"/>
                </a:lnTo>
                <a:lnTo>
                  <a:pt x="993495" y="34511"/>
                </a:lnTo>
                <a:lnTo>
                  <a:pt x="1024541" y="34511"/>
                </a:lnTo>
                <a:lnTo>
                  <a:pt x="1024541" y="24584"/>
                </a:lnTo>
                <a:lnTo>
                  <a:pt x="1229450" y="23493"/>
                </a:lnTo>
                <a:lnTo>
                  <a:pt x="1229450" y="21508"/>
                </a:lnTo>
                <a:lnTo>
                  <a:pt x="1366055" y="21508"/>
                </a:lnTo>
                <a:lnTo>
                  <a:pt x="1366055" y="1654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2241" name="data_9329">
            <a:extLst>
              <a:ext uri="{FF2B5EF4-FFF2-40B4-BE49-F238E27FC236}">
                <a16:creationId xmlns:a16="http://schemas.microsoft.com/office/drawing/2014/main" id="{58D22295-EBF3-463B-9068-6FC0D75CE91F}"/>
              </a:ext>
            </a:extLst>
          </p:cNvPr>
          <p:cNvSpPr>
            <a:spLocks/>
          </p:cNvSpPr>
          <p:nvPr/>
        </p:nvSpPr>
        <p:spPr>
          <a:xfrm>
            <a:off x="6958625" y="3715443"/>
            <a:ext cx="2049083" cy="266533"/>
          </a:xfrm>
          <a:custGeom>
            <a:avLst/>
            <a:gdLst/>
            <a:ahLst/>
            <a:cxnLst/>
            <a:rect l="0" t="0" r="0" b="0"/>
            <a:pathLst>
              <a:path w="2049083" h="266533">
                <a:moveTo>
                  <a:pt x="0" y="266533"/>
                </a:moveTo>
                <a:lnTo>
                  <a:pt x="455352" y="266533"/>
                </a:lnTo>
                <a:lnTo>
                  <a:pt x="455352" y="223544"/>
                </a:lnTo>
                <a:lnTo>
                  <a:pt x="512271" y="223544"/>
                </a:lnTo>
                <a:lnTo>
                  <a:pt x="514107" y="207304"/>
                </a:lnTo>
                <a:lnTo>
                  <a:pt x="514107" y="207304"/>
                </a:lnTo>
                <a:lnTo>
                  <a:pt x="683028" y="207304"/>
                </a:lnTo>
                <a:lnTo>
                  <a:pt x="683028" y="44422"/>
                </a:lnTo>
                <a:lnTo>
                  <a:pt x="1024541" y="44422"/>
                </a:lnTo>
                <a:lnTo>
                  <a:pt x="1024541" y="12692"/>
                </a:lnTo>
                <a:lnTo>
                  <a:pt x="1366055" y="12692"/>
                </a:lnTo>
                <a:lnTo>
                  <a:pt x="1366055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2242" name="data_9330">
            <a:extLst>
              <a:ext uri="{FF2B5EF4-FFF2-40B4-BE49-F238E27FC236}">
                <a16:creationId xmlns:a16="http://schemas.microsoft.com/office/drawing/2014/main" id="{BC74BB5F-EB6E-4388-8BEF-AE416F59FCC5}"/>
              </a:ext>
            </a:extLst>
          </p:cNvPr>
          <p:cNvSpPr>
            <a:spLocks/>
          </p:cNvSpPr>
          <p:nvPr/>
        </p:nvSpPr>
        <p:spPr>
          <a:xfrm>
            <a:off x="7269990" y="365519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3" name="data_9331">
            <a:extLst>
              <a:ext uri="{FF2B5EF4-FFF2-40B4-BE49-F238E27FC236}">
                <a16:creationId xmlns:a16="http://schemas.microsoft.com/office/drawing/2014/main" id="{10774EDF-D4DB-4761-B589-60EE9E05D34D}"/>
              </a:ext>
            </a:extLst>
          </p:cNvPr>
          <p:cNvSpPr>
            <a:spLocks/>
          </p:cNvSpPr>
          <p:nvPr/>
        </p:nvSpPr>
        <p:spPr>
          <a:xfrm>
            <a:off x="7611504" y="344455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4" name="data_9332">
            <a:extLst>
              <a:ext uri="{FF2B5EF4-FFF2-40B4-BE49-F238E27FC236}">
                <a16:creationId xmlns:a16="http://schemas.microsoft.com/office/drawing/2014/main" id="{14B6F723-5968-4636-81C5-BFCFBB743A21}"/>
              </a:ext>
            </a:extLst>
          </p:cNvPr>
          <p:cNvSpPr>
            <a:spLocks/>
          </p:cNvSpPr>
          <p:nvPr/>
        </p:nvSpPr>
        <p:spPr>
          <a:xfrm>
            <a:off x="8294532" y="3395525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5" name="data_9333">
            <a:extLst>
              <a:ext uri="{FF2B5EF4-FFF2-40B4-BE49-F238E27FC236}">
                <a16:creationId xmlns:a16="http://schemas.microsoft.com/office/drawing/2014/main" id="{E431F647-2E2D-4B45-81F7-0CE160CAE5D2}"/>
              </a:ext>
            </a:extLst>
          </p:cNvPr>
          <p:cNvSpPr>
            <a:spLocks/>
          </p:cNvSpPr>
          <p:nvPr/>
        </p:nvSpPr>
        <p:spPr>
          <a:xfrm>
            <a:off x="8977559" y="3393870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246" name="data_9334">
            <a:extLst>
              <a:ext uri="{FF2B5EF4-FFF2-40B4-BE49-F238E27FC236}">
                <a16:creationId xmlns:a16="http://schemas.microsoft.com/office/drawing/2014/main" id="{BD6C5DEE-5454-49BE-B7F4-0485A6237890}"/>
              </a:ext>
            </a:extLst>
          </p:cNvPr>
          <p:cNvSpPr>
            <a:spLocks/>
          </p:cNvSpPr>
          <p:nvPr/>
        </p:nvSpPr>
        <p:spPr>
          <a:xfrm>
            <a:off x="7249978" y="393181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47" name="data_9335">
            <a:extLst>
              <a:ext uri="{FF2B5EF4-FFF2-40B4-BE49-F238E27FC236}">
                <a16:creationId xmlns:a16="http://schemas.microsoft.com/office/drawing/2014/main" id="{FEB05742-741E-4045-9583-30B91A5910A4}"/>
              </a:ext>
            </a:extLst>
          </p:cNvPr>
          <p:cNvSpPr>
            <a:spLocks/>
          </p:cNvSpPr>
          <p:nvPr/>
        </p:nvSpPr>
        <p:spPr>
          <a:xfrm>
            <a:off x="7591492" y="370970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48" name="data_9336">
            <a:extLst>
              <a:ext uri="{FF2B5EF4-FFF2-40B4-BE49-F238E27FC236}">
                <a16:creationId xmlns:a16="http://schemas.microsoft.com/office/drawing/2014/main" id="{FD0AABEE-3D64-45ED-92EC-3D5ED04C4493}"/>
              </a:ext>
            </a:extLst>
          </p:cNvPr>
          <p:cNvSpPr>
            <a:spLocks/>
          </p:cNvSpPr>
          <p:nvPr/>
        </p:nvSpPr>
        <p:spPr>
          <a:xfrm>
            <a:off x="8274520" y="3665283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49" name="data_9337">
            <a:extLst>
              <a:ext uri="{FF2B5EF4-FFF2-40B4-BE49-F238E27FC236}">
                <a16:creationId xmlns:a16="http://schemas.microsoft.com/office/drawing/2014/main" id="{60948D47-7320-43BE-96D9-75D1AECF0C8A}"/>
              </a:ext>
            </a:extLst>
          </p:cNvPr>
          <p:cNvSpPr>
            <a:spLocks/>
          </p:cNvSpPr>
          <p:nvPr/>
        </p:nvSpPr>
        <p:spPr>
          <a:xfrm>
            <a:off x="8957547" y="3665283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250" name="data_9338">
            <a:extLst>
              <a:ext uri="{FF2B5EF4-FFF2-40B4-BE49-F238E27FC236}">
                <a16:creationId xmlns:a16="http://schemas.microsoft.com/office/drawing/2014/main" id="{B9793A68-51F5-4D90-A33C-EBBA9BA08E06}"/>
              </a:ext>
            </a:extLst>
          </p:cNvPr>
          <p:cNvSpPr>
            <a:spLocks/>
          </p:cNvSpPr>
          <p:nvPr/>
        </p:nvSpPr>
        <p:spPr>
          <a:xfrm>
            <a:off x="1007269" y="5087202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51" name="data_9339">
            <a:extLst>
              <a:ext uri="{FF2B5EF4-FFF2-40B4-BE49-F238E27FC236}">
                <a16:creationId xmlns:a16="http://schemas.microsoft.com/office/drawing/2014/main" id="{D127EAB1-C915-4F7B-99E6-419900F2C0ED}"/>
              </a:ext>
            </a:extLst>
          </p:cNvPr>
          <p:cNvSpPr>
            <a:spLocks/>
          </p:cNvSpPr>
          <p:nvPr/>
        </p:nvSpPr>
        <p:spPr>
          <a:xfrm>
            <a:off x="1280480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54" y="1762082"/>
                </a:lnTo>
                <a:lnTo>
                  <a:pt x="3751" y="1747274"/>
                </a:lnTo>
                <a:lnTo>
                  <a:pt x="8201" y="1732467"/>
                </a:lnTo>
                <a:lnTo>
                  <a:pt x="14013" y="1717659"/>
                </a:lnTo>
                <a:lnTo>
                  <a:pt x="20825" y="1702852"/>
                </a:lnTo>
                <a:lnTo>
                  <a:pt x="28241" y="1688045"/>
                </a:lnTo>
                <a:lnTo>
                  <a:pt x="35867" y="1673237"/>
                </a:lnTo>
                <a:lnTo>
                  <a:pt x="43350" y="1658430"/>
                </a:lnTo>
                <a:lnTo>
                  <a:pt x="50397" y="1643622"/>
                </a:lnTo>
                <a:lnTo>
                  <a:pt x="56791" y="1628815"/>
                </a:lnTo>
                <a:lnTo>
                  <a:pt x="62398" y="1614007"/>
                </a:lnTo>
                <a:lnTo>
                  <a:pt x="67159" y="1599200"/>
                </a:lnTo>
                <a:lnTo>
                  <a:pt x="71081" y="1584393"/>
                </a:lnTo>
                <a:lnTo>
                  <a:pt x="74219" y="1569585"/>
                </a:lnTo>
                <a:lnTo>
                  <a:pt x="76658" y="1554778"/>
                </a:lnTo>
                <a:lnTo>
                  <a:pt x="78501" y="1539970"/>
                </a:lnTo>
                <a:lnTo>
                  <a:pt x="79855" y="1525163"/>
                </a:lnTo>
                <a:lnTo>
                  <a:pt x="80817" y="1510356"/>
                </a:lnTo>
                <a:lnTo>
                  <a:pt x="81476" y="1495548"/>
                </a:lnTo>
                <a:lnTo>
                  <a:pt x="81903" y="1480741"/>
                </a:lnTo>
                <a:lnTo>
                  <a:pt x="82156" y="1465933"/>
                </a:lnTo>
                <a:lnTo>
                  <a:pt x="82279" y="1451126"/>
                </a:lnTo>
                <a:lnTo>
                  <a:pt x="82303" y="1436319"/>
                </a:lnTo>
                <a:lnTo>
                  <a:pt x="82251" y="1421511"/>
                </a:lnTo>
                <a:lnTo>
                  <a:pt x="82138" y="1406704"/>
                </a:lnTo>
                <a:lnTo>
                  <a:pt x="81973" y="1391896"/>
                </a:lnTo>
                <a:lnTo>
                  <a:pt x="81761" y="1377089"/>
                </a:lnTo>
                <a:lnTo>
                  <a:pt x="81502" y="1362282"/>
                </a:lnTo>
                <a:lnTo>
                  <a:pt x="81197" y="1347474"/>
                </a:lnTo>
                <a:lnTo>
                  <a:pt x="80843" y="1332667"/>
                </a:lnTo>
                <a:lnTo>
                  <a:pt x="80438" y="1317859"/>
                </a:lnTo>
                <a:lnTo>
                  <a:pt x="79981" y="1303052"/>
                </a:lnTo>
                <a:lnTo>
                  <a:pt x="79473" y="1288245"/>
                </a:lnTo>
                <a:lnTo>
                  <a:pt x="78919" y="1273437"/>
                </a:lnTo>
                <a:lnTo>
                  <a:pt x="78324" y="1258630"/>
                </a:lnTo>
                <a:lnTo>
                  <a:pt x="77695" y="1243822"/>
                </a:lnTo>
                <a:lnTo>
                  <a:pt x="77043" y="1229015"/>
                </a:lnTo>
                <a:lnTo>
                  <a:pt x="76373" y="1214207"/>
                </a:lnTo>
                <a:lnTo>
                  <a:pt x="75691" y="1199400"/>
                </a:lnTo>
                <a:lnTo>
                  <a:pt x="74996" y="1184593"/>
                </a:lnTo>
                <a:lnTo>
                  <a:pt x="74278" y="1169785"/>
                </a:lnTo>
                <a:lnTo>
                  <a:pt x="73522" y="1154978"/>
                </a:lnTo>
                <a:lnTo>
                  <a:pt x="72702" y="1140170"/>
                </a:lnTo>
                <a:lnTo>
                  <a:pt x="71786" y="1125363"/>
                </a:lnTo>
                <a:lnTo>
                  <a:pt x="70735" y="1110556"/>
                </a:lnTo>
                <a:lnTo>
                  <a:pt x="69505" y="1095748"/>
                </a:lnTo>
                <a:lnTo>
                  <a:pt x="68058" y="1080941"/>
                </a:lnTo>
                <a:lnTo>
                  <a:pt x="66360" y="1066133"/>
                </a:lnTo>
                <a:lnTo>
                  <a:pt x="64390" y="1051326"/>
                </a:lnTo>
                <a:lnTo>
                  <a:pt x="62150" y="1036519"/>
                </a:lnTo>
                <a:lnTo>
                  <a:pt x="59666" y="1021711"/>
                </a:lnTo>
                <a:lnTo>
                  <a:pt x="56996" y="1006904"/>
                </a:lnTo>
                <a:lnTo>
                  <a:pt x="54230" y="992096"/>
                </a:lnTo>
                <a:lnTo>
                  <a:pt x="51490" y="977289"/>
                </a:lnTo>
                <a:lnTo>
                  <a:pt x="48922" y="962482"/>
                </a:lnTo>
                <a:lnTo>
                  <a:pt x="46685" y="947674"/>
                </a:lnTo>
                <a:lnTo>
                  <a:pt x="44940" y="932867"/>
                </a:lnTo>
                <a:lnTo>
                  <a:pt x="43830" y="918059"/>
                </a:lnTo>
                <a:lnTo>
                  <a:pt x="43471" y="903252"/>
                </a:lnTo>
                <a:lnTo>
                  <a:pt x="43930" y="888444"/>
                </a:lnTo>
                <a:lnTo>
                  <a:pt x="45222" y="873637"/>
                </a:lnTo>
                <a:lnTo>
                  <a:pt x="47307" y="858830"/>
                </a:lnTo>
                <a:lnTo>
                  <a:pt x="50089" y="844022"/>
                </a:lnTo>
                <a:lnTo>
                  <a:pt x="53431" y="829215"/>
                </a:lnTo>
                <a:lnTo>
                  <a:pt x="57164" y="814407"/>
                </a:lnTo>
                <a:lnTo>
                  <a:pt x="61106" y="799600"/>
                </a:lnTo>
                <a:lnTo>
                  <a:pt x="65080" y="784793"/>
                </a:lnTo>
                <a:lnTo>
                  <a:pt x="68926" y="769985"/>
                </a:lnTo>
                <a:lnTo>
                  <a:pt x="72514" y="755178"/>
                </a:lnTo>
                <a:lnTo>
                  <a:pt x="75748" y="740370"/>
                </a:lnTo>
                <a:lnTo>
                  <a:pt x="78571" y="725563"/>
                </a:lnTo>
                <a:lnTo>
                  <a:pt x="80962" y="710756"/>
                </a:lnTo>
                <a:lnTo>
                  <a:pt x="82928" y="695948"/>
                </a:lnTo>
                <a:lnTo>
                  <a:pt x="84498" y="681141"/>
                </a:lnTo>
                <a:lnTo>
                  <a:pt x="85719" y="666333"/>
                </a:lnTo>
                <a:lnTo>
                  <a:pt x="86642" y="651526"/>
                </a:lnTo>
                <a:lnTo>
                  <a:pt x="87322" y="636719"/>
                </a:lnTo>
                <a:lnTo>
                  <a:pt x="87810" y="621911"/>
                </a:lnTo>
                <a:lnTo>
                  <a:pt x="88151" y="607104"/>
                </a:lnTo>
                <a:lnTo>
                  <a:pt x="88383" y="592296"/>
                </a:lnTo>
                <a:lnTo>
                  <a:pt x="88537" y="577489"/>
                </a:lnTo>
                <a:lnTo>
                  <a:pt x="88637" y="562682"/>
                </a:lnTo>
                <a:lnTo>
                  <a:pt x="88700" y="547874"/>
                </a:lnTo>
                <a:lnTo>
                  <a:pt x="88739" y="533067"/>
                </a:lnTo>
                <a:lnTo>
                  <a:pt x="88763" y="518259"/>
                </a:lnTo>
                <a:lnTo>
                  <a:pt x="88776" y="503452"/>
                </a:lnTo>
                <a:lnTo>
                  <a:pt x="88784" y="488644"/>
                </a:lnTo>
                <a:lnTo>
                  <a:pt x="88789" y="473837"/>
                </a:lnTo>
                <a:lnTo>
                  <a:pt x="88791" y="459030"/>
                </a:lnTo>
                <a:lnTo>
                  <a:pt x="88792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6" y="459030"/>
                </a:lnTo>
                <a:lnTo>
                  <a:pt x="88799" y="473837"/>
                </a:lnTo>
                <a:lnTo>
                  <a:pt x="88803" y="488644"/>
                </a:lnTo>
                <a:lnTo>
                  <a:pt x="88811" y="503452"/>
                </a:lnTo>
                <a:lnTo>
                  <a:pt x="88825" y="518259"/>
                </a:lnTo>
                <a:lnTo>
                  <a:pt x="88848" y="533067"/>
                </a:lnTo>
                <a:lnTo>
                  <a:pt x="88887" y="547874"/>
                </a:lnTo>
                <a:lnTo>
                  <a:pt x="88950" y="562682"/>
                </a:lnTo>
                <a:lnTo>
                  <a:pt x="89050" y="577489"/>
                </a:lnTo>
                <a:lnTo>
                  <a:pt x="89204" y="592296"/>
                </a:lnTo>
                <a:lnTo>
                  <a:pt x="89436" y="607104"/>
                </a:lnTo>
                <a:lnTo>
                  <a:pt x="89777" y="621911"/>
                </a:lnTo>
                <a:lnTo>
                  <a:pt x="90265" y="636719"/>
                </a:lnTo>
                <a:lnTo>
                  <a:pt x="90945" y="651526"/>
                </a:lnTo>
                <a:lnTo>
                  <a:pt x="91868" y="666333"/>
                </a:lnTo>
                <a:lnTo>
                  <a:pt x="93089" y="681141"/>
                </a:lnTo>
                <a:lnTo>
                  <a:pt x="94660" y="695948"/>
                </a:lnTo>
                <a:lnTo>
                  <a:pt x="96625" y="710756"/>
                </a:lnTo>
                <a:lnTo>
                  <a:pt x="99016" y="725563"/>
                </a:lnTo>
                <a:lnTo>
                  <a:pt x="101839" y="740370"/>
                </a:lnTo>
                <a:lnTo>
                  <a:pt x="105074" y="755178"/>
                </a:lnTo>
                <a:lnTo>
                  <a:pt x="108661" y="769985"/>
                </a:lnTo>
                <a:lnTo>
                  <a:pt x="112507" y="784793"/>
                </a:lnTo>
                <a:lnTo>
                  <a:pt x="116481" y="799600"/>
                </a:lnTo>
                <a:lnTo>
                  <a:pt x="120424" y="814407"/>
                </a:lnTo>
                <a:lnTo>
                  <a:pt x="124156" y="829215"/>
                </a:lnTo>
                <a:lnTo>
                  <a:pt x="127498" y="844022"/>
                </a:lnTo>
                <a:lnTo>
                  <a:pt x="130280" y="858830"/>
                </a:lnTo>
                <a:lnTo>
                  <a:pt x="132365" y="873637"/>
                </a:lnTo>
                <a:lnTo>
                  <a:pt x="133657" y="888444"/>
                </a:lnTo>
                <a:lnTo>
                  <a:pt x="134116" y="903252"/>
                </a:lnTo>
                <a:lnTo>
                  <a:pt x="133757" y="918059"/>
                </a:lnTo>
                <a:lnTo>
                  <a:pt x="132648" y="932867"/>
                </a:lnTo>
                <a:lnTo>
                  <a:pt x="130902" y="947674"/>
                </a:lnTo>
                <a:lnTo>
                  <a:pt x="128665" y="962482"/>
                </a:lnTo>
                <a:lnTo>
                  <a:pt x="126097" y="977289"/>
                </a:lnTo>
                <a:lnTo>
                  <a:pt x="123357" y="992096"/>
                </a:lnTo>
                <a:lnTo>
                  <a:pt x="120592" y="1006904"/>
                </a:lnTo>
                <a:lnTo>
                  <a:pt x="117922" y="1021711"/>
                </a:lnTo>
                <a:lnTo>
                  <a:pt x="115437" y="1036519"/>
                </a:lnTo>
                <a:lnTo>
                  <a:pt x="113197" y="1051326"/>
                </a:lnTo>
                <a:lnTo>
                  <a:pt x="111227" y="1066133"/>
                </a:lnTo>
                <a:lnTo>
                  <a:pt x="109529" y="1080941"/>
                </a:lnTo>
                <a:lnTo>
                  <a:pt x="108082" y="1095748"/>
                </a:lnTo>
                <a:lnTo>
                  <a:pt x="106853" y="1110556"/>
                </a:lnTo>
                <a:lnTo>
                  <a:pt x="105801" y="1125363"/>
                </a:lnTo>
                <a:lnTo>
                  <a:pt x="104885" y="1140170"/>
                </a:lnTo>
                <a:lnTo>
                  <a:pt x="104065" y="1154978"/>
                </a:lnTo>
                <a:lnTo>
                  <a:pt x="103309" y="1169785"/>
                </a:lnTo>
                <a:lnTo>
                  <a:pt x="102592" y="1184593"/>
                </a:lnTo>
                <a:lnTo>
                  <a:pt x="101896" y="1199400"/>
                </a:lnTo>
                <a:lnTo>
                  <a:pt x="101214" y="1214207"/>
                </a:lnTo>
                <a:lnTo>
                  <a:pt x="100544" y="1229015"/>
                </a:lnTo>
                <a:lnTo>
                  <a:pt x="99892" y="1243822"/>
                </a:lnTo>
                <a:lnTo>
                  <a:pt x="99264" y="1258630"/>
                </a:lnTo>
                <a:lnTo>
                  <a:pt x="98668" y="1273437"/>
                </a:lnTo>
                <a:lnTo>
                  <a:pt x="98114" y="1288245"/>
                </a:lnTo>
                <a:lnTo>
                  <a:pt x="97606" y="1303052"/>
                </a:lnTo>
                <a:lnTo>
                  <a:pt x="97150" y="1317859"/>
                </a:lnTo>
                <a:lnTo>
                  <a:pt x="96745" y="1332667"/>
                </a:lnTo>
                <a:lnTo>
                  <a:pt x="96390" y="1347474"/>
                </a:lnTo>
                <a:lnTo>
                  <a:pt x="96085" y="1362282"/>
                </a:lnTo>
                <a:lnTo>
                  <a:pt x="95827" y="1377089"/>
                </a:lnTo>
                <a:lnTo>
                  <a:pt x="95614" y="1391896"/>
                </a:lnTo>
                <a:lnTo>
                  <a:pt x="95449" y="1406704"/>
                </a:lnTo>
                <a:lnTo>
                  <a:pt x="95336" y="1421511"/>
                </a:lnTo>
                <a:lnTo>
                  <a:pt x="95284" y="1436319"/>
                </a:lnTo>
                <a:lnTo>
                  <a:pt x="95308" y="1451126"/>
                </a:lnTo>
                <a:lnTo>
                  <a:pt x="95431" y="1465933"/>
                </a:lnTo>
                <a:lnTo>
                  <a:pt x="95684" y="1480741"/>
                </a:lnTo>
                <a:lnTo>
                  <a:pt x="96112" y="1495548"/>
                </a:lnTo>
                <a:lnTo>
                  <a:pt x="96770" y="1510356"/>
                </a:lnTo>
                <a:lnTo>
                  <a:pt x="97732" y="1525163"/>
                </a:lnTo>
                <a:lnTo>
                  <a:pt x="99086" y="1539970"/>
                </a:lnTo>
                <a:lnTo>
                  <a:pt x="100929" y="1554778"/>
                </a:lnTo>
                <a:lnTo>
                  <a:pt x="103368" y="1569585"/>
                </a:lnTo>
                <a:lnTo>
                  <a:pt x="106506" y="1584393"/>
                </a:lnTo>
                <a:lnTo>
                  <a:pt x="110428" y="1599200"/>
                </a:lnTo>
                <a:lnTo>
                  <a:pt x="115189" y="1614007"/>
                </a:lnTo>
                <a:lnTo>
                  <a:pt x="120796" y="1628815"/>
                </a:lnTo>
                <a:lnTo>
                  <a:pt x="127191" y="1643622"/>
                </a:lnTo>
                <a:lnTo>
                  <a:pt x="134237" y="1658430"/>
                </a:lnTo>
                <a:lnTo>
                  <a:pt x="141720" y="1673237"/>
                </a:lnTo>
                <a:lnTo>
                  <a:pt x="149347" y="1688045"/>
                </a:lnTo>
                <a:lnTo>
                  <a:pt x="156762" y="1702852"/>
                </a:lnTo>
                <a:lnTo>
                  <a:pt x="163574" y="1717659"/>
                </a:lnTo>
                <a:lnTo>
                  <a:pt x="169386" y="1732467"/>
                </a:lnTo>
                <a:lnTo>
                  <a:pt x="173836" y="1747274"/>
                </a:lnTo>
                <a:lnTo>
                  <a:pt x="176633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2" name="data_9340">
            <a:extLst>
              <a:ext uri="{FF2B5EF4-FFF2-40B4-BE49-F238E27FC236}">
                <a16:creationId xmlns:a16="http://schemas.microsoft.com/office/drawing/2014/main" id="{26C75A91-6D70-45CD-91B6-9C8957C60C8A}"/>
              </a:ext>
            </a:extLst>
          </p:cNvPr>
          <p:cNvSpPr>
            <a:spLocks/>
          </p:cNvSpPr>
          <p:nvPr/>
        </p:nvSpPr>
        <p:spPr>
          <a:xfrm>
            <a:off x="1621994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3255" y="1776889"/>
                </a:moveTo>
                <a:lnTo>
                  <a:pt x="64332" y="1776889"/>
                </a:lnTo>
                <a:lnTo>
                  <a:pt x="64571" y="1762082"/>
                </a:lnTo>
                <a:lnTo>
                  <a:pt x="65268" y="1747274"/>
                </a:lnTo>
                <a:lnTo>
                  <a:pt x="66378" y="1732467"/>
                </a:lnTo>
                <a:lnTo>
                  <a:pt x="67826" y="1717659"/>
                </a:lnTo>
                <a:lnTo>
                  <a:pt x="69522" y="1702852"/>
                </a:lnTo>
                <a:lnTo>
                  <a:pt x="71366" y="1688045"/>
                </a:lnTo>
                <a:lnTo>
                  <a:pt x="73260" y="1673237"/>
                </a:lnTo>
                <a:lnTo>
                  <a:pt x="75118" y="1658430"/>
                </a:lnTo>
                <a:lnTo>
                  <a:pt x="76868" y="1643622"/>
                </a:lnTo>
                <a:lnTo>
                  <a:pt x="78458" y="1628815"/>
                </a:lnTo>
                <a:lnTo>
                  <a:pt x="79860" y="1614007"/>
                </a:lnTo>
                <a:lnTo>
                  <a:pt x="81061" y="1599200"/>
                </a:lnTo>
                <a:lnTo>
                  <a:pt x="82067" y="1584393"/>
                </a:lnTo>
                <a:lnTo>
                  <a:pt x="82893" y="1569585"/>
                </a:lnTo>
                <a:lnTo>
                  <a:pt x="83563" y="1554778"/>
                </a:lnTo>
                <a:lnTo>
                  <a:pt x="84101" y="1539970"/>
                </a:lnTo>
                <a:lnTo>
                  <a:pt x="84533" y="1525163"/>
                </a:lnTo>
                <a:lnTo>
                  <a:pt x="84882" y="1510356"/>
                </a:lnTo>
                <a:lnTo>
                  <a:pt x="85163" y="1495548"/>
                </a:lnTo>
                <a:lnTo>
                  <a:pt x="85392" y="1480741"/>
                </a:lnTo>
                <a:lnTo>
                  <a:pt x="85579" y="1465933"/>
                </a:lnTo>
                <a:lnTo>
                  <a:pt x="85731" y="1451126"/>
                </a:lnTo>
                <a:lnTo>
                  <a:pt x="85853" y="1436319"/>
                </a:lnTo>
                <a:lnTo>
                  <a:pt x="85951" y="1421511"/>
                </a:lnTo>
                <a:lnTo>
                  <a:pt x="86029" y="1406704"/>
                </a:lnTo>
                <a:lnTo>
                  <a:pt x="86092" y="1391896"/>
                </a:lnTo>
                <a:lnTo>
                  <a:pt x="86146" y="1377089"/>
                </a:lnTo>
                <a:lnTo>
                  <a:pt x="86196" y="1362282"/>
                </a:lnTo>
                <a:lnTo>
                  <a:pt x="86246" y="1347474"/>
                </a:lnTo>
                <a:lnTo>
                  <a:pt x="86301" y="1332667"/>
                </a:lnTo>
                <a:lnTo>
                  <a:pt x="86363" y="1317859"/>
                </a:lnTo>
                <a:lnTo>
                  <a:pt x="86432" y="1303052"/>
                </a:lnTo>
                <a:lnTo>
                  <a:pt x="86509" y="1288245"/>
                </a:lnTo>
                <a:lnTo>
                  <a:pt x="86590" y="1273437"/>
                </a:lnTo>
                <a:lnTo>
                  <a:pt x="86671" y="1258630"/>
                </a:lnTo>
                <a:lnTo>
                  <a:pt x="86746" y="1243822"/>
                </a:lnTo>
                <a:lnTo>
                  <a:pt x="86810" y="1229015"/>
                </a:lnTo>
                <a:lnTo>
                  <a:pt x="86855" y="1214207"/>
                </a:lnTo>
                <a:lnTo>
                  <a:pt x="86875" y="1199400"/>
                </a:lnTo>
                <a:lnTo>
                  <a:pt x="86865" y="1184593"/>
                </a:lnTo>
                <a:lnTo>
                  <a:pt x="86819" y="1169785"/>
                </a:lnTo>
                <a:lnTo>
                  <a:pt x="86736" y="1154978"/>
                </a:lnTo>
                <a:lnTo>
                  <a:pt x="86614" y="1140170"/>
                </a:lnTo>
                <a:lnTo>
                  <a:pt x="86454" y="1125363"/>
                </a:lnTo>
                <a:lnTo>
                  <a:pt x="86259" y="1110556"/>
                </a:lnTo>
                <a:lnTo>
                  <a:pt x="86033" y="1095748"/>
                </a:lnTo>
                <a:lnTo>
                  <a:pt x="85780" y="1080941"/>
                </a:lnTo>
                <a:lnTo>
                  <a:pt x="85506" y="1066133"/>
                </a:lnTo>
                <a:lnTo>
                  <a:pt x="85217" y="1051326"/>
                </a:lnTo>
                <a:lnTo>
                  <a:pt x="84920" y="1036519"/>
                </a:lnTo>
                <a:lnTo>
                  <a:pt x="84623" y="1021711"/>
                </a:lnTo>
                <a:lnTo>
                  <a:pt x="84332" y="1006904"/>
                </a:lnTo>
                <a:lnTo>
                  <a:pt x="84057" y="992096"/>
                </a:lnTo>
                <a:lnTo>
                  <a:pt x="83808" y="977289"/>
                </a:lnTo>
                <a:lnTo>
                  <a:pt x="83593" y="962482"/>
                </a:lnTo>
                <a:lnTo>
                  <a:pt x="83425" y="947674"/>
                </a:lnTo>
                <a:lnTo>
                  <a:pt x="83310" y="932867"/>
                </a:lnTo>
                <a:lnTo>
                  <a:pt x="83257" y="918059"/>
                </a:lnTo>
                <a:lnTo>
                  <a:pt x="83268" y="903252"/>
                </a:lnTo>
                <a:lnTo>
                  <a:pt x="83344" y="888444"/>
                </a:lnTo>
                <a:lnTo>
                  <a:pt x="83477" y="873637"/>
                </a:lnTo>
                <a:lnTo>
                  <a:pt x="83659" y="858830"/>
                </a:lnTo>
                <a:lnTo>
                  <a:pt x="83872" y="844022"/>
                </a:lnTo>
                <a:lnTo>
                  <a:pt x="84100" y="829215"/>
                </a:lnTo>
                <a:lnTo>
                  <a:pt x="84322" y="814407"/>
                </a:lnTo>
                <a:lnTo>
                  <a:pt x="84518" y="799600"/>
                </a:lnTo>
                <a:lnTo>
                  <a:pt x="84671" y="784793"/>
                </a:lnTo>
                <a:lnTo>
                  <a:pt x="84766" y="769985"/>
                </a:lnTo>
                <a:lnTo>
                  <a:pt x="84795" y="755178"/>
                </a:lnTo>
                <a:lnTo>
                  <a:pt x="84754" y="740370"/>
                </a:lnTo>
                <a:lnTo>
                  <a:pt x="84646" y="725563"/>
                </a:lnTo>
                <a:lnTo>
                  <a:pt x="84476" y="710756"/>
                </a:lnTo>
                <a:lnTo>
                  <a:pt x="84258" y="695948"/>
                </a:lnTo>
                <a:lnTo>
                  <a:pt x="84002" y="681141"/>
                </a:lnTo>
                <a:lnTo>
                  <a:pt x="83725" y="666333"/>
                </a:lnTo>
                <a:lnTo>
                  <a:pt x="83440" y="651526"/>
                </a:lnTo>
                <a:lnTo>
                  <a:pt x="83160" y="636719"/>
                </a:lnTo>
                <a:lnTo>
                  <a:pt x="82895" y="621911"/>
                </a:lnTo>
                <a:lnTo>
                  <a:pt x="82655" y="607104"/>
                </a:lnTo>
                <a:lnTo>
                  <a:pt x="82444" y="592296"/>
                </a:lnTo>
                <a:lnTo>
                  <a:pt x="82267" y="577489"/>
                </a:lnTo>
                <a:lnTo>
                  <a:pt x="82126" y="562682"/>
                </a:lnTo>
                <a:lnTo>
                  <a:pt x="82024" y="547874"/>
                </a:lnTo>
                <a:lnTo>
                  <a:pt x="81963" y="533067"/>
                </a:lnTo>
                <a:lnTo>
                  <a:pt x="81946" y="518259"/>
                </a:lnTo>
                <a:lnTo>
                  <a:pt x="81977" y="503452"/>
                </a:lnTo>
                <a:lnTo>
                  <a:pt x="82060" y="488644"/>
                </a:lnTo>
                <a:lnTo>
                  <a:pt x="82198" y="473837"/>
                </a:lnTo>
                <a:lnTo>
                  <a:pt x="82396" y="459030"/>
                </a:lnTo>
                <a:lnTo>
                  <a:pt x="82651" y="444222"/>
                </a:lnTo>
                <a:lnTo>
                  <a:pt x="82962" y="429415"/>
                </a:lnTo>
                <a:lnTo>
                  <a:pt x="83321" y="414607"/>
                </a:lnTo>
                <a:lnTo>
                  <a:pt x="83715" y="399800"/>
                </a:lnTo>
                <a:lnTo>
                  <a:pt x="84129" y="384993"/>
                </a:lnTo>
                <a:lnTo>
                  <a:pt x="84543" y="370185"/>
                </a:lnTo>
                <a:lnTo>
                  <a:pt x="84933" y="355378"/>
                </a:lnTo>
                <a:lnTo>
                  <a:pt x="85273" y="340570"/>
                </a:lnTo>
                <a:lnTo>
                  <a:pt x="85530" y="325763"/>
                </a:lnTo>
                <a:lnTo>
                  <a:pt x="85669" y="310956"/>
                </a:lnTo>
                <a:lnTo>
                  <a:pt x="85647" y="296148"/>
                </a:lnTo>
                <a:lnTo>
                  <a:pt x="85411" y="281341"/>
                </a:lnTo>
                <a:lnTo>
                  <a:pt x="84896" y="266533"/>
                </a:lnTo>
                <a:lnTo>
                  <a:pt x="84027" y="251726"/>
                </a:lnTo>
                <a:lnTo>
                  <a:pt x="82711" y="236919"/>
                </a:lnTo>
                <a:lnTo>
                  <a:pt x="80846" y="222111"/>
                </a:lnTo>
                <a:lnTo>
                  <a:pt x="78324" y="207304"/>
                </a:lnTo>
                <a:lnTo>
                  <a:pt x="75042" y="192496"/>
                </a:lnTo>
                <a:lnTo>
                  <a:pt x="70915" y="177689"/>
                </a:lnTo>
                <a:lnTo>
                  <a:pt x="65888" y="162881"/>
                </a:lnTo>
                <a:lnTo>
                  <a:pt x="59962" y="148074"/>
                </a:lnTo>
                <a:lnTo>
                  <a:pt x="53201" y="133267"/>
                </a:lnTo>
                <a:lnTo>
                  <a:pt x="45752" y="118459"/>
                </a:lnTo>
                <a:lnTo>
                  <a:pt x="37846" y="103652"/>
                </a:lnTo>
                <a:lnTo>
                  <a:pt x="29791" y="88844"/>
                </a:lnTo>
                <a:lnTo>
                  <a:pt x="21964" y="74037"/>
                </a:lnTo>
                <a:lnTo>
                  <a:pt x="14776" y="59230"/>
                </a:lnTo>
                <a:lnTo>
                  <a:pt x="8646" y="44422"/>
                </a:lnTo>
                <a:lnTo>
                  <a:pt x="3954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2" y="14807"/>
                </a:lnTo>
                <a:lnTo>
                  <a:pt x="173633" y="29615"/>
                </a:lnTo>
                <a:lnTo>
                  <a:pt x="168941" y="44422"/>
                </a:lnTo>
                <a:lnTo>
                  <a:pt x="162811" y="59230"/>
                </a:lnTo>
                <a:lnTo>
                  <a:pt x="155624" y="74037"/>
                </a:lnTo>
                <a:lnTo>
                  <a:pt x="147796" y="88844"/>
                </a:lnTo>
                <a:lnTo>
                  <a:pt x="139742" y="103652"/>
                </a:lnTo>
                <a:lnTo>
                  <a:pt x="131835" y="118459"/>
                </a:lnTo>
                <a:lnTo>
                  <a:pt x="124386" y="133267"/>
                </a:lnTo>
                <a:lnTo>
                  <a:pt x="117625" y="148074"/>
                </a:lnTo>
                <a:lnTo>
                  <a:pt x="111699" y="162881"/>
                </a:lnTo>
                <a:lnTo>
                  <a:pt x="106673" y="177689"/>
                </a:lnTo>
                <a:lnTo>
                  <a:pt x="102545" y="192496"/>
                </a:lnTo>
                <a:lnTo>
                  <a:pt x="99263" y="207304"/>
                </a:lnTo>
                <a:lnTo>
                  <a:pt x="96742" y="222111"/>
                </a:lnTo>
                <a:lnTo>
                  <a:pt x="94877" y="236919"/>
                </a:lnTo>
                <a:lnTo>
                  <a:pt x="93560" y="251726"/>
                </a:lnTo>
                <a:lnTo>
                  <a:pt x="92691" y="266533"/>
                </a:lnTo>
                <a:lnTo>
                  <a:pt x="92177" y="281341"/>
                </a:lnTo>
                <a:lnTo>
                  <a:pt x="91941" y="296148"/>
                </a:lnTo>
                <a:lnTo>
                  <a:pt x="91918" y="310956"/>
                </a:lnTo>
                <a:lnTo>
                  <a:pt x="92057" y="325763"/>
                </a:lnTo>
                <a:lnTo>
                  <a:pt x="92314" y="340570"/>
                </a:lnTo>
                <a:lnTo>
                  <a:pt x="92654" y="355378"/>
                </a:lnTo>
                <a:lnTo>
                  <a:pt x="93044" y="370185"/>
                </a:lnTo>
                <a:lnTo>
                  <a:pt x="93458" y="384993"/>
                </a:lnTo>
                <a:lnTo>
                  <a:pt x="93872" y="399800"/>
                </a:lnTo>
                <a:lnTo>
                  <a:pt x="94267" y="414607"/>
                </a:lnTo>
                <a:lnTo>
                  <a:pt x="94625" y="429415"/>
                </a:lnTo>
                <a:lnTo>
                  <a:pt x="94936" y="444222"/>
                </a:lnTo>
                <a:lnTo>
                  <a:pt x="95192" y="459030"/>
                </a:lnTo>
                <a:lnTo>
                  <a:pt x="95389" y="473837"/>
                </a:lnTo>
                <a:lnTo>
                  <a:pt x="95528" y="488644"/>
                </a:lnTo>
                <a:lnTo>
                  <a:pt x="95610" y="503452"/>
                </a:lnTo>
                <a:lnTo>
                  <a:pt x="95641" y="518259"/>
                </a:lnTo>
                <a:lnTo>
                  <a:pt x="95624" y="533067"/>
                </a:lnTo>
                <a:lnTo>
                  <a:pt x="95563" y="547874"/>
                </a:lnTo>
                <a:lnTo>
                  <a:pt x="95461" y="562682"/>
                </a:lnTo>
                <a:lnTo>
                  <a:pt x="95320" y="577489"/>
                </a:lnTo>
                <a:lnTo>
                  <a:pt x="95143" y="592296"/>
                </a:lnTo>
                <a:lnTo>
                  <a:pt x="94933" y="607104"/>
                </a:lnTo>
                <a:lnTo>
                  <a:pt x="94692" y="621911"/>
                </a:lnTo>
                <a:lnTo>
                  <a:pt x="94428" y="636719"/>
                </a:lnTo>
                <a:lnTo>
                  <a:pt x="94147" y="651526"/>
                </a:lnTo>
                <a:lnTo>
                  <a:pt x="93862" y="666333"/>
                </a:lnTo>
                <a:lnTo>
                  <a:pt x="93585" y="681141"/>
                </a:lnTo>
                <a:lnTo>
                  <a:pt x="93330" y="695948"/>
                </a:lnTo>
                <a:lnTo>
                  <a:pt x="93111" y="710756"/>
                </a:lnTo>
                <a:lnTo>
                  <a:pt x="92942" y="725563"/>
                </a:lnTo>
                <a:lnTo>
                  <a:pt x="92833" y="740370"/>
                </a:lnTo>
                <a:lnTo>
                  <a:pt x="92793" y="755178"/>
                </a:lnTo>
                <a:lnTo>
                  <a:pt x="92821" y="769985"/>
                </a:lnTo>
                <a:lnTo>
                  <a:pt x="92917" y="784793"/>
                </a:lnTo>
                <a:lnTo>
                  <a:pt x="93069" y="799600"/>
                </a:lnTo>
                <a:lnTo>
                  <a:pt x="93265" y="814407"/>
                </a:lnTo>
                <a:lnTo>
                  <a:pt x="93487" y="829215"/>
                </a:lnTo>
                <a:lnTo>
                  <a:pt x="93715" y="844022"/>
                </a:lnTo>
                <a:lnTo>
                  <a:pt x="93928" y="858830"/>
                </a:lnTo>
                <a:lnTo>
                  <a:pt x="94110" y="873637"/>
                </a:lnTo>
                <a:lnTo>
                  <a:pt x="94243" y="888444"/>
                </a:lnTo>
                <a:lnTo>
                  <a:pt x="94319" y="903252"/>
                </a:lnTo>
                <a:lnTo>
                  <a:pt x="94330" y="918059"/>
                </a:lnTo>
                <a:lnTo>
                  <a:pt x="94277" y="932867"/>
                </a:lnTo>
                <a:lnTo>
                  <a:pt x="94163" y="947674"/>
                </a:lnTo>
                <a:lnTo>
                  <a:pt x="93994" y="962482"/>
                </a:lnTo>
                <a:lnTo>
                  <a:pt x="93780" y="977289"/>
                </a:lnTo>
                <a:lnTo>
                  <a:pt x="93530" y="992096"/>
                </a:lnTo>
                <a:lnTo>
                  <a:pt x="93255" y="1006904"/>
                </a:lnTo>
                <a:lnTo>
                  <a:pt x="92964" y="1021711"/>
                </a:lnTo>
                <a:lnTo>
                  <a:pt x="92667" y="1036519"/>
                </a:lnTo>
                <a:lnTo>
                  <a:pt x="92370" y="1051326"/>
                </a:lnTo>
                <a:lnTo>
                  <a:pt x="92081" y="1066133"/>
                </a:lnTo>
                <a:lnTo>
                  <a:pt x="91807" y="1080941"/>
                </a:lnTo>
                <a:lnTo>
                  <a:pt x="91554" y="1095748"/>
                </a:lnTo>
                <a:lnTo>
                  <a:pt x="91328" y="1110556"/>
                </a:lnTo>
                <a:lnTo>
                  <a:pt x="91133" y="1125363"/>
                </a:lnTo>
                <a:lnTo>
                  <a:pt x="90973" y="1140170"/>
                </a:lnTo>
                <a:lnTo>
                  <a:pt x="90851" y="1154978"/>
                </a:lnTo>
                <a:lnTo>
                  <a:pt x="90768" y="1169785"/>
                </a:lnTo>
                <a:lnTo>
                  <a:pt x="90722" y="1184593"/>
                </a:lnTo>
                <a:lnTo>
                  <a:pt x="90712" y="1199400"/>
                </a:lnTo>
                <a:lnTo>
                  <a:pt x="90732" y="1214207"/>
                </a:lnTo>
                <a:lnTo>
                  <a:pt x="90777" y="1229015"/>
                </a:lnTo>
                <a:lnTo>
                  <a:pt x="90841" y="1243822"/>
                </a:lnTo>
                <a:lnTo>
                  <a:pt x="90916" y="1258630"/>
                </a:lnTo>
                <a:lnTo>
                  <a:pt x="90997" y="1273437"/>
                </a:lnTo>
                <a:lnTo>
                  <a:pt x="91078" y="1288245"/>
                </a:lnTo>
                <a:lnTo>
                  <a:pt x="91155" y="1303052"/>
                </a:lnTo>
                <a:lnTo>
                  <a:pt x="91225" y="1317859"/>
                </a:lnTo>
                <a:lnTo>
                  <a:pt x="91286" y="1332667"/>
                </a:lnTo>
                <a:lnTo>
                  <a:pt x="91341" y="1347474"/>
                </a:lnTo>
                <a:lnTo>
                  <a:pt x="91391" y="1362282"/>
                </a:lnTo>
                <a:lnTo>
                  <a:pt x="91441" y="1377089"/>
                </a:lnTo>
                <a:lnTo>
                  <a:pt x="91495" y="1391896"/>
                </a:lnTo>
                <a:lnTo>
                  <a:pt x="91559" y="1406704"/>
                </a:lnTo>
                <a:lnTo>
                  <a:pt x="91637" y="1421511"/>
                </a:lnTo>
                <a:lnTo>
                  <a:pt x="91734" y="1436319"/>
                </a:lnTo>
                <a:lnTo>
                  <a:pt x="91857" y="1451126"/>
                </a:lnTo>
                <a:lnTo>
                  <a:pt x="92008" y="1465933"/>
                </a:lnTo>
                <a:lnTo>
                  <a:pt x="92195" y="1480741"/>
                </a:lnTo>
                <a:lnTo>
                  <a:pt x="92424" y="1495548"/>
                </a:lnTo>
                <a:lnTo>
                  <a:pt x="92706" y="1510356"/>
                </a:lnTo>
                <a:lnTo>
                  <a:pt x="93054" y="1525163"/>
                </a:lnTo>
                <a:lnTo>
                  <a:pt x="93486" y="1539970"/>
                </a:lnTo>
                <a:lnTo>
                  <a:pt x="94025" y="1554778"/>
                </a:lnTo>
                <a:lnTo>
                  <a:pt x="94694" y="1569585"/>
                </a:lnTo>
                <a:lnTo>
                  <a:pt x="95520" y="1584393"/>
                </a:lnTo>
                <a:lnTo>
                  <a:pt x="96526" y="1599200"/>
                </a:lnTo>
                <a:lnTo>
                  <a:pt x="97727" y="1614007"/>
                </a:lnTo>
                <a:lnTo>
                  <a:pt x="99129" y="1628815"/>
                </a:lnTo>
                <a:lnTo>
                  <a:pt x="100720" y="1643622"/>
                </a:lnTo>
                <a:lnTo>
                  <a:pt x="102469" y="1658430"/>
                </a:lnTo>
                <a:lnTo>
                  <a:pt x="104327" y="1673237"/>
                </a:lnTo>
                <a:lnTo>
                  <a:pt x="106221" y="1688045"/>
                </a:lnTo>
                <a:lnTo>
                  <a:pt x="108065" y="1702852"/>
                </a:lnTo>
                <a:lnTo>
                  <a:pt x="109761" y="1717659"/>
                </a:lnTo>
                <a:lnTo>
                  <a:pt x="111209" y="1732467"/>
                </a:lnTo>
                <a:lnTo>
                  <a:pt x="112319" y="1747274"/>
                </a:lnTo>
                <a:lnTo>
                  <a:pt x="113017" y="1762082"/>
                </a:lnTo>
                <a:lnTo>
                  <a:pt x="113255" y="1776889"/>
                </a:lnTo>
                <a:lnTo>
                  <a:pt x="113255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3" name="data_9341">
            <a:extLst>
              <a:ext uri="{FF2B5EF4-FFF2-40B4-BE49-F238E27FC236}">
                <a16:creationId xmlns:a16="http://schemas.microsoft.com/office/drawing/2014/main" id="{212B991A-6503-441D-998F-E019585911FD}"/>
              </a:ext>
            </a:extLst>
          </p:cNvPr>
          <p:cNvSpPr>
            <a:spLocks/>
          </p:cNvSpPr>
          <p:nvPr/>
        </p:nvSpPr>
        <p:spPr>
          <a:xfrm>
            <a:off x="2305021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1510" y="1776889"/>
                </a:moveTo>
                <a:lnTo>
                  <a:pt x="66077" y="1776889"/>
                </a:lnTo>
                <a:lnTo>
                  <a:pt x="66298" y="1762082"/>
                </a:lnTo>
                <a:lnTo>
                  <a:pt x="66946" y="1747274"/>
                </a:lnTo>
                <a:lnTo>
                  <a:pt x="67977" y="1732467"/>
                </a:lnTo>
                <a:lnTo>
                  <a:pt x="69322" y="1717659"/>
                </a:lnTo>
                <a:lnTo>
                  <a:pt x="70897" y="1702852"/>
                </a:lnTo>
                <a:lnTo>
                  <a:pt x="72609" y="1688045"/>
                </a:lnTo>
                <a:lnTo>
                  <a:pt x="74368" y="1673237"/>
                </a:lnTo>
                <a:lnTo>
                  <a:pt x="76093" y="1658430"/>
                </a:lnTo>
                <a:lnTo>
                  <a:pt x="77718" y="1643622"/>
                </a:lnTo>
                <a:lnTo>
                  <a:pt x="79196" y="1628815"/>
                </a:lnTo>
                <a:lnTo>
                  <a:pt x="80497" y="1614007"/>
                </a:lnTo>
                <a:lnTo>
                  <a:pt x="81613" y="1599200"/>
                </a:lnTo>
                <a:lnTo>
                  <a:pt x="82547" y="1584393"/>
                </a:lnTo>
                <a:lnTo>
                  <a:pt x="83314" y="1569585"/>
                </a:lnTo>
                <a:lnTo>
                  <a:pt x="83936" y="1554778"/>
                </a:lnTo>
                <a:lnTo>
                  <a:pt x="84436" y="1539970"/>
                </a:lnTo>
                <a:lnTo>
                  <a:pt x="84837" y="1525163"/>
                </a:lnTo>
                <a:lnTo>
                  <a:pt x="85161" y="1510356"/>
                </a:lnTo>
                <a:lnTo>
                  <a:pt x="85422" y="1495548"/>
                </a:lnTo>
                <a:lnTo>
                  <a:pt x="85635" y="1480741"/>
                </a:lnTo>
                <a:lnTo>
                  <a:pt x="85808" y="1465933"/>
                </a:lnTo>
                <a:lnTo>
                  <a:pt x="85949" y="1451126"/>
                </a:lnTo>
                <a:lnTo>
                  <a:pt x="86063" y="1436319"/>
                </a:lnTo>
                <a:lnTo>
                  <a:pt x="86153" y="1421511"/>
                </a:lnTo>
                <a:lnTo>
                  <a:pt x="86226" y="1406704"/>
                </a:lnTo>
                <a:lnTo>
                  <a:pt x="86285" y="1391896"/>
                </a:lnTo>
                <a:lnTo>
                  <a:pt x="86335" y="1377089"/>
                </a:lnTo>
                <a:lnTo>
                  <a:pt x="86381" y="1362282"/>
                </a:lnTo>
                <a:lnTo>
                  <a:pt x="86428" y="1347474"/>
                </a:lnTo>
                <a:lnTo>
                  <a:pt x="86479" y="1332667"/>
                </a:lnTo>
                <a:lnTo>
                  <a:pt x="86536" y="1317859"/>
                </a:lnTo>
                <a:lnTo>
                  <a:pt x="86601" y="1303052"/>
                </a:lnTo>
                <a:lnTo>
                  <a:pt x="86672" y="1288245"/>
                </a:lnTo>
                <a:lnTo>
                  <a:pt x="86748" y="1273437"/>
                </a:lnTo>
                <a:lnTo>
                  <a:pt x="86824" y="1258630"/>
                </a:lnTo>
                <a:lnTo>
                  <a:pt x="86895" y="1243822"/>
                </a:lnTo>
                <a:lnTo>
                  <a:pt x="86955" y="1229015"/>
                </a:lnTo>
                <a:lnTo>
                  <a:pt x="87000" y="1214207"/>
                </a:lnTo>
                <a:lnTo>
                  <a:pt x="87022" y="1199400"/>
                </a:lnTo>
                <a:lnTo>
                  <a:pt x="87018" y="1184593"/>
                </a:lnTo>
                <a:lnTo>
                  <a:pt x="86985" y="1169785"/>
                </a:lnTo>
                <a:lnTo>
                  <a:pt x="86921" y="1154978"/>
                </a:lnTo>
                <a:lnTo>
                  <a:pt x="86827" y="1140170"/>
                </a:lnTo>
                <a:lnTo>
                  <a:pt x="86705" y="1125363"/>
                </a:lnTo>
                <a:lnTo>
                  <a:pt x="86560" y="1110556"/>
                </a:lnTo>
                <a:lnTo>
                  <a:pt x="86397" y="1095748"/>
                </a:lnTo>
                <a:lnTo>
                  <a:pt x="86222" y="1080941"/>
                </a:lnTo>
                <a:lnTo>
                  <a:pt x="86044" y="1066133"/>
                </a:lnTo>
                <a:lnTo>
                  <a:pt x="85867" y="1051326"/>
                </a:lnTo>
                <a:lnTo>
                  <a:pt x="85699" y="1036519"/>
                </a:lnTo>
                <a:lnTo>
                  <a:pt x="85545" y="1021711"/>
                </a:lnTo>
                <a:lnTo>
                  <a:pt x="85410" y="1006904"/>
                </a:lnTo>
                <a:lnTo>
                  <a:pt x="85297" y="992096"/>
                </a:lnTo>
                <a:lnTo>
                  <a:pt x="85211" y="977289"/>
                </a:lnTo>
                <a:lnTo>
                  <a:pt x="85153" y="962482"/>
                </a:lnTo>
                <a:lnTo>
                  <a:pt x="85125" y="947674"/>
                </a:lnTo>
                <a:lnTo>
                  <a:pt x="85129" y="932867"/>
                </a:lnTo>
                <a:lnTo>
                  <a:pt x="85164" y="918059"/>
                </a:lnTo>
                <a:lnTo>
                  <a:pt x="85228" y="903252"/>
                </a:lnTo>
                <a:lnTo>
                  <a:pt x="85316" y="888444"/>
                </a:lnTo>
                <a:lnTo>
                  <a:pt x="85422" y="873637"/>
                </a:lnTo>
                <a:lnTo>
                  <a:pt x="85538" y="858830"/>
                </a:lnTo>
                <a:lnTo>
                  <a:pt x="85652" y="844022"/>
                </a:lnTo>
                <a:lnTo>
                  <a:pt x="85753" y="829215"/>
                </a:lnTo>
                <a:lnTo>
                  <a:pt x="85830" y="814407"/>
                </a:lnTo>
                <a:lnTo>
                  <a:pt x="85872" y="799600"/>
                </a:lnTo>
                <a:lnTo>
                  <a:pt x="85869" y="784793"/>
                </a:lnTo>
                <a:lnTo>
                  <a:pt x="85817" y="769985"/>
                </a:lnTo>
                <a:lnTo>
                  <a:pt x="85712" y="755178"/>
                </a:lnTo>
                <a:lnTo>
                  <a:pt x="85556" y="740370"/>
                </a:lnTo>
                <a:lnTo>
                  <a:pt x="85354" y="725563"/>
                </a:lnTo>
                <a:lnTo>
                  <a:pt x="85115" y="710756"/>
                </a:lnTo>
                <a:lnTo>
                  <a:pt x="84850" y="695948"/>
                </a:lnTo>
                <a:lnTo>
                  <a:pt x="84572" y="681141"/>
                </a:lnTo>
                <a:lnTo>
                  <a:pt x="84295" y="666333"/>
                </a:lnTo>
                <a:lnTo>
                  <a:pt x="84031" y="651526"/>
                </a:lnTo>
                <a:lnTo>
                  <a:pt x="83792" y="636719"/>
                </a:lnTo>
                <a:lnTo>
                  <a:pt x="83589" y="621911"/>
                </a:lnTo>
                <a:lnTo>
                  <a:pt x="83429" y="607104"/>
                </a:lnTo>
                <a:lnTo>
                  <a:pt x="83316" y="592296"/>
                </a:lnTo>
                <a:lnTo>
                  <a:pt x="83252" y="577489"/>
                </a:lnTo>
                <a:lnTo>
                  <a:pt x="83239" y="562682"/>
                </a:lnTo>
                <a:lnTo>
                  <a:pt x="83274" y="547874"/>
                </a:lnTo>
                <a:lnTo>
                  <a:pt x="83356" y="533067"/>
                </a:lnTo>
                <a:lnTo>
                  <a:pt x="83481" y="518259"/>
                </a:lnTo>
                <a:lnTo>
                  <a:pt x="83646" y="503452"/>
                </a:lnTo>
                <a:lnTo>
                  <a:pt x="83849" y="488644"/>
                </a:lnTo>
                <a:lnTo>
                  <a:pt x="84084" y="473837"/>
                </a:lnTo>
                <a:lnTo>
                  <a:pt x="84349" y="459030"/>
                </a:lnTo>
                <a:lnTo>
                  <a:pt x="84637" y="444222"/>
                </a:lnTo>
                <a:lnTo>
                  <a:pt x="84943" y="429415"/>
                </a:lnTo>
                <a:lnTo>
                  <a:pt x="85258" y="414607"/>
                </a:lnTo>
                <a:lnTo>
                  <a:pt x="85573" y="399800"/>
                </a:lnTo>
                <a:lnTo>
                  <a:pt x="85874" y="384993"/>
                </a:lnTo>
                <a:lnTo>
                  <a:pt x="86150" y="370185"/>
                </a:lnTo>
                <a:lnTo>
                  <a:pt x="86383" y="355378"/>
                </a:lnTo>
                <a:lnTo>
                  <a:pt x="86555" y="340570"/>
                </a:lnTo>
                <a:lnTo>
                  <a:pt x="86642" y="325763"/>
                </a:lnTo>
                <a:lnTo>
                  <a:pt x="86615" y="310956"/>
                </a:lnTo>
                <a:lnTo>
                  <a:pt x="86438" y="296148"/>
                </a:lnTo>
                <a:lnTo>
                  <a:pt x="86061" y="281341"/>
                </a:lnTo>
                <a:lnTo>
                  <a:pt x="85424" y="266533"/>
                </a:lnTo>
                <a:lnTo>
                  <a:pt x="84448" y="251726"/>
                </a:lnTo>
                <a:lnTo>
                  <a:pt x="83044" y="236919"/>
                </a:lnTo>
                <a:lnTo>
                  <a:pt x="81107" y="222111"/>
                </a:lnTo>
                <a:lnTo>
                  <a:pt x="78528" y="207304"/>
                </a:lnTo>
                <a:lnTo>
                  <a:pt x="75201" y="192496"/>
                </a:lnTo>
                <a:lnTo>
                  <a:pt x="71038" y="177689"/>
                </a:lnTo>
                <a:lnTo>
                  <a:pt x="65984" y="162881"/>
                </a:lnTo>
                <a:lnTo>
                  <a:pt x="60036" y="148074"/>
                </a:lnTo>
                <a:lnTo>
                  <a:pt x="53258" y="133267"/>
                </a:lnTo>
                <a:lnTo>
                  <a:pt x="45795" y="118459"/>
                </a:lnTo>
                <a:lnTo>
                  <a:pt x="37877" y="103652"/>
                </a:lnTo>
                <a:lnTo>
                  <a:pt x="29814" y="88844"/>
                </a:lnTo>
                <a:lnTo>
                  <a:pt x="21979" y="74037"/>
                </a:lnTo>
                <a:lnTo>
                  <a:pt x="14786" y="59230"/>
                </a:lnTo>
                <a:lnTo>
                  <a:pt x="8652" y="44422"/>
                </a:lnTo>
                <a:lnTo>
                  <a:pt x="3956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1" y="29615"/>
                </a:lnTo>
                <a:lnTo>
                  <a:pt x="168936" y="44422"/>
                </a:lnTo>
                <a:lnTo>
                  <a:pt x="162801" y="59230"/>
                </a:lnTo>
                <a:lnTo>
                  <a:pt x="155608" y="74037"/>
                </a:lnTo>
                <a:lnTo>
                  <a:pt x="147773" y="88844"/>
                </a:lnTo>
                <a:lnTo>
                  <a:pt x="139710" y="103652"/>
                </a:lnTo>
                <a:lnTo>
                  <a:pt x="131792" y="118459"/>
                </a:lnTo>
                <a:lnTo>
                  <a:pt x="124329" y="133267"/>
                </a:lnTo>
                <a:lnTo>
                  <a:pt x="117552" y="148074"/>
                </a:lnTo>
                <a:lnTo>
                  <a:pt x="111603" y="162881"/>
                </a:lnTo>
                <a:lnTo>
                  <a:pt x="106549" y="177689"/>
                </a:lnTo>
                <a:lnTo>
                  <a:pt x="102386" y="192496"/>
                </a:lnTo>
                <a:lnTo>
                  <a:pt x="99059" y="207304"/>
                </a:lnTo>
                <a:lnTo>
                  <a:pt x="96480" y="222111"/>
                </a:lnTo>
                <a:lnTo>
                  <a:pt x="94543" y="236919"/>
                </a:lnTo>
                <a:lnTo>
                  <a:pt x="93139" y="251726"/>
                </a:lnTo>
                <a:lnTo>
                  <a:pt x="92164" y="266533"/>
                </a:lnTo>
                <a:lnTo>
                  <a:pt x="91526" y="281341"/>
                </a:lnTo>
                <a:lnTo>
                  <a:pt x="91149" y="296148"/>
                </a:lnTo>
                <a:lnTo>
                  <a:pt x="90972" y="310956"/>
                </a:lnTo>
                <a:lnTo>
                  <a:pt x="90945" y="325763"/>
                </a:lnTo>
                <a:lnTo>
                  <a:pt x="91033" y="340570"/>
                </a:lnTo>
                <a:lnTo>
                  <a:pt x="91204" y="355378"/>
                </a:lnTo>
                <a:lnTo>
                  <a:pt x="91437" y="370185"/>
                </a:lnTo>
                <a:lnTo>
                  <a:pt x="91713" y="384993"/>
                </a:lnTo>
                <a:lnTo>
                  <a:pt x="92015" y="399800"/>
                </a:lnTo>
                <a:lnTo>
                  <a:pt x="92329" y="414607"/>
                </a:lnTo>
                <a:lnTo>
                  <a:pt x="92644" y="429415"/>
                </a:lnTo>
                <a:lnTo>
                  <a:pt x="92950" y="444222"/>
                </a:lnTo>
                <a:lnTo>
                  <a:pt x="93239" y="459030"/>
                </a:lnTo>
                <a:lnTo>
                  <a:pt x="93503" y="473837"/>
                </a:lnTo>
                <a:lnTo>
                  <a:pt x="93739" y="488644"/>
                </a:lnTo>
                <a:lnTo>
                  <a:pt x="93941" y="503452"/>
                </a:lnTo>
                <a:lnTo>
                  <a:pt x="94106" y="518259"/>
                </a:lnTo>
                <a:lnTo>
                  <a:pt x="94231" y="533067"/>
                </a:lnTo>
                <a:lnTo>
                  <a:pt x="94313" y="547874"/>
                </a:lnTo>
                <a:lnTo>
                  <a:pt x="94348" y="562682"/>
                </a:lnTo>
                <a:lnTo>
                  <a:pt x="94335" y="577489"/>
                </a:lnTo>
                <a:lnTo>
                  <a:pt x="94271" y="592296"/>
                </a:lnTo>
                <a:lnTo>
                  <a:pt x="94158" y="607104"/>
                </a:lnTo>
                <a:lnTo>
                  <a:pt x="93998" y="621911"/>
                </a:lnTo>
                <a:lnTo>
                  <a:pt x="93795" y="636719"/>
                </a:lnTo>
                <a:lnTo>
                  <a:pt x="93556" y="651526"/>
                </a:lnTo>
                <a:lnTo>
                  <a:pt x="93293" y="666333"/>
                </a:lnTo>
                <a:lnTo>
                  <a:pt x="93015" y="681141"/>
                </a:lnTo>
                <a:lnTo>
                  <a:pt x="92737" y="695948"/>
                </a:lnTo>
                <a:lnTo>
                  <a:pt x="92472" y="710756"/>
                </a:lnTo>
                <a:lnTo>
                  <a:pt x="92233" y="725563"/>
                </a:lnTo>
                <a:lnTo>
                  <a:pt x="92032" y="740370"/>
                </a:lnTo>
                <a:lnTo>
                  <a:pt x="91875" y="755178"/>
                </a:lnTo>
                <a:lnTo>
                  <a:pt x="91770" y="769985"/>
                </a:lnTo>
                <a:lnTo>
                  <a:pt x="91718" y="784793"/>
                </a:lnTo>
                <a:lnTo>
                  <a:pt x="91715" y="799600"/>
                </a:lnTo>
                <a:lnTo>
                  <a:pt x="91757" y="814407"/>
                </a:lnTo>
                <a:lnTo>
                  <a:pt x="91834" y="829215"/>
                </a:lnTo>
                <a:lnTo>
                  <a:pt x="91935" y="844022"/>
                </a:lnTo>
                <a:lnTo>
                  <a:pt x="92050" y="858830"/>
                </a:lnTo>
                <a:lnTo>
                  <a:pt x="92165" y="873637"/>
                </a:lnTo>
                <a:lnTo>
                  <a:pt x="92271" y="888444"/>
                </a:lnTo>
                <a:lnTo>
                  <a:pt x="92359" y="903252"/>
                </a:lnTo>
                <a:lnTo>
                  <a:pt x="92423" y="918059"/>
                </a:lnTo>
                <a:lnTo>
                  <a:pt x="92458" y="932867"/>
                </a:lnTo>
                <a:lnTo>
                  <a:pt x="92462" y="947674"/>
                </a:lnTo>
                <a:lnTo>
                  <a:pt x="92434" y="962482"/>
                </a:lnTo>
                <a:lnTo>
                  <a:pt x="92376" y="977289"/>
                </a:lnTo>
                <a:lnTo>
                  <a:pt x="92290" y="992096"/>
                </a:lnTo>
                <a:lnTo>
                  <a:pt x="92177" y="1006904"/>
                </a:lnTo>
                <a:lnTo>
                  <a:pt x="92042" y="1021711"/>
                </a:lnTo>
                <a:lnTo>
                  <a:pt x="91888" y="1036519"/>
                </a:lnTo>
                <a:lnTo>
                  <a:pt x="91720" y="1051326"/>
                </a:lnTo>
                <a:lnTo>
                  <a:pt x="91544" y="1066133"/>
                </a:lnTo>
                <a:lnTo>
                  <a:pt x="91365" y="1080941"/>
                </a:lnTo>
                <a:lnTo>
                  <a:pt x="91191" y="1095748"/>
                </a:lnTo>
                <a:lnTo>
                  <a:pt x="91027" y="1110556"/>
                </a:lnTo>
                <a:lnTo>
                  <a:pt x="90882" y="1125363"/>
                </a:lnTo>
                <a:lnTo>
                  <a:pt x="90760" y="1140170"/>
                </a:lnTo>
                <a:lnTo>
                  <a:pt x="90666" y="1154978"/>
                </a:lnTo>
                <a:lnTo>
                  <a:pt x="90602" y="1169785"/>
                </a:lnTo>
                <a:lnTo>
                  <a:pt x="90569" y="1184593"/>
                </a:lnTo>
                <a:lnTo>
                  <a:pt x="90565" y="1199400"/>
                </a:lnTo>
                <a:lnTo>
                  <a:pt x="90588" y="1214207"/>
                </a:lnTo>
                <a:lnTo>
                  <a:pt x="90632" y="1229015"/>
                </a:lnTo>
                <a:lnTo>
                  <a:pt x="90693" y="1243822"/>
                </a:lnTo>
                <a:lnTo>
                  <a:pt x="90764" y="1258630"/>
                </a:lnTo>
                <a:lnTo>
                  <a:pt x="90839" y="1273437"/>
                </a:lnTo>
                <a:lnTo>
                  <a:pt x="90915" y="1288245"/>
                </a:lnTo>
                <a:lnTo>
                  <a:pt x="90986" y="1303052"/>
                </a:lnTo>
                <a:lnTo>
                  <a:pt x="91051" y="1317859"/>
                </a:lnTo>
                <a:lnTo>
                  <a:pt x="91109" y="1332667"/>
                </a:lnTo>
                <a:lnTo>
                  <a:pt x="91159" y="1347474"/>
                </a:lnTo>
                <a:lnTo>
                  <a:pt x="91206" y="1362282"/>
                </a:lnTo>
                <a:lnTo>
                  <a:pt x="91252" y="1377089"/>
                </a:lnTo>
                <a:lnTo>
                  <a:pt x="91302" y="1391896"/>
                </a:lnTo>
                <a:lnTo>
                  <a:pt x="91361" y="1406704"/>
                </a:lnTo>
                <a:lnTo>
                  <a:pt x="91434" y="1421511"/>
                </a:lnTo>
                <a:lnTo>
                  <a:pt x="91525" y="1436319"/>
                </a:lnTo>
                <a:lnTo>
                  <a:pt x="91638" y="1451126"/>
                </a:lnTo>
                <a:lnTo>
                  <a:pt x="91779" y="1465933"/>
                </a:lnTo>
                <a:lnTo>
                  <a:pt x="91952" y="1480741"/>
                </a:lnTo>
                <a:lnTo>
                  <a:pt x="92165" y="1495548"/>
                </a:lnTo>
                <a:lnTo>
                  <a:pt x="92427" y="1510356"/>
                </a:lnTo>
                <a:lnTo>
                  <a:pt x="92750" y="1525163"/>
                </a:lnTo>
                <a:lnTo>
                  <a:pt x="93151" y="1539970"/>
                </a:lnTo>
                <a:lnTo>
                  <a:pt x="93651" y="1554778"/>
                </a:lnTo>
                <a:lnTo>
                  <a:pt x="94273" y="1569585"/>
                </a:lnTo>
                <a:lnTo>
                  <a:pt x="95040" y="1584393"/>
                </a:lnTo>
                <a:lnTo>
                  <a:pt x="95974" y="1599200"/>
                </a:lnTo>
                <a:lnTo>
                  <a:pt x="97090" y="1614007"/>
                </a:lnTo>
                <a:lnTo>
                  <a:pt x="98392" y="1628815"/>
                </a:lnTo>
                <a:lnTo>
                  <a:pt x="99869" y="1643622"/>
                </a:lnTo>
                <a:lnTo>
                  <a:pt x="101494" y="1658430"/>
                </a:lnTo>
                <a:lnTo>
                  <a:pt x="103219" y="1673237"/>
                </a:lnTo>
                <a:lnTo>
                  <a:pt x="104978" y="1688045"/>
                </a:lnTo>
                <a:lnTo>
                  <a:pt x="106690" y="1702852"/>
                </a:lnTo>
                <a:lnTo>
                  <a:pt x="108265" y="1717659"/>
                </a:lnTo>
                <a:lnTo>
                  <a:pt x="109610" y="1732467"/>
                </a:lnTo>
                <a:lnTo>
                  <a:pt x="110641" y="1747274"/>
                </a:lnTo>
                <a:lnTo>
                  <a:pt x="111289" y="1762082"/>
                </a:lnTo>
                <a:lnTo>
                  <a:pt x="111510" y="1776889"/>
                </a:lnTo>
                <a:lnTo>
                  <a:pt x="111510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4" name="data_9342">
            <a:extLst>
              <a:ext uri="{FF2B5EF4-FFF2-40B4-BE49-F238E27FC236}">
                <a16:creationId xmlns:a16="http://schemas.microsoft.com/office/drawing/2014/main" id="{3C9EC1C4-9E55-44DA-8CAF-4C95763793BB}"/>
              </a:ext>
            </a:extLst>
          </p:cNvPr>
          <p:cNvSpPr>
            <a:spLocks/>
          </p:cNvSpPr>
          <p:nvPr/>
        </p:nvSpPr>
        <p:spPr>
          <a:xfrm>
            <a:off x="2988049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08118" y="1776889"/>
                </a:moveTo>
                <a:lnTo>
                  <a:pt x="69469" y="1776889"/>
                </a:lnTo>
                <a:lnTo>
                  <a:pt x="69645" y="1762082"/>
                </a:lnTo>
                <a:lnTo>
                  <a:pt x="70161" y="1747274"/>
                </a:lnTo>
                <a:lnTo>
                  <a:pt x="70980" y="1732467"/>
                </a:lnTo>
                <a:lnTo>
                  <a:pt x="72046" y="1717659"/>
                </a:lnTo>
                <a:lnTo>
                  <a:pt x="73291" y="1702852"/>
                </a:lnTo>
                <a:lnTo>
                  <a:pt x="74639" y="1688045"/>
                </a:lnTo>
                <a:lnTo>
                  <a:pt x="76018" y="1673237"/>
                </a:lnTo>
                <a:lnTo>
                  <a:pt x="77363" y="1658430"/>
                </a:lnTo>
                <a:lnTo>
                  <a:pt x="78625" y="1643622"/>
                </a:lnTo>
                <a:lnTo>
                  <a:pt x="79767" y="1628815"/>
                </a:lnTo>
                <a:lnTo>
                  <a:pt x="80771" y="1614007"/>
                </a:lnTo>
                <a:lnTo>
                  <a:pt x="81633" y="1599200"/>
                </a:lnTo>
                <a:lnTo>
                  <a:pt x="82360" y="1584393"/>
                </a:lnTo>
                <a:lnTo>
                  <a:pt x="82969" y="1569585"/>
                </a:lnTo>
                <a:lnTo>
                  <a:pt x="83478" y="1554778"/>
                </a:lnTo>
                <a:lnTo>
                  <a:pt x="83908" y="1539970"/>
                </a:lnTo>
                <a:lnTo>
                  <a:pt x="84277" y="1525163"/>
                </a:lnTo>
                <a:lnTo>
                  <a:pt x="84598" y="1510356"/>
                </a:lnTo>
                <a:lnTo>
                  <a:pt x="84883" y="1495548"/>
                </a:lnTo>
                <a:lnTo>
                  <a:pt x="85138" y="1480741"/>
                </a:lnTo>
                <a:lnTo>
                  <a:pt x="85366" y="1465933"/>
                </a:lnTo>
                <a:lnTo>
                  <a:pt x="85568" y="1451126"/>
                </a:lnTo>
                <a:lnTo>
                  <a:pt x="85744" y="1436319"/>
                </a:lnTo>
                <a:lnTo>
                  <a:pt x="85897" y="1421511"/>
                </a:lnTo>
                <a:lnTo>
                  <a:pt x="86026" y="1406704"/>
                </a:lnTo>
                <a:lnTo>
                  <a:pt x="86136" y="1391896"/>
                </a:lnTo>
                <a:lnTo>
                  <a:pt x="86230" y="1377089"/>
                </a:lnTo>
                <a:lnTo>
                  <a:pt x="86312" y="1362282"/>
                </a:lnTo>
                <a:lnTo>
                  <a:pt x="86387" y="1347474"/>
                </a:lnTo>
                <a:lnTo>
                  <a:pt x="86461" y="1332667"/>
                </a:lnTo>
                <a:lnTo>
                  <a:pt x="86534" y="1317859"/>
                </a:lnTo>
                <a:lnTo>
                  <a:pt x="86611" y="1303052"/>
                </a:lnTo>
                <a:lnTo>
                  <a:pt x="86690" y="1288245"/>
                </a:lnTo>
                <a:lnTo>
                  <a:pt x="86771" y="1273437"/>
                </a:lnTo>
                <a:lnTo>
                  <a:pt x="86850" y="1258630"/>
                </a:lnTo>
                <a:lnTo>
                  <a:pt x="86923" y="1243822"/>
                </a:lnTo>
                <a:lnTo>
                  <a:pt x="86984" y="1229015"/>
                </a:lnTo>
                <a:lnTo>
                  <a:pt x="87029" y="1214207"/>
                </a:lnTo>
                <a:lnTo>
                  <a:pt x="87052" y="1199400"/>
                </a:lnTo>
                <a:lnTo>
                  <a:pt x="87049" y="1184593"/>
                </a:lnTo>
                <a:lnTo>
                  <a:pt x="87017" y="1169785"/>
                </a:lnTo>
                <a:lnTo>
                  <a:pt x="86954" y="1154978"/>
                </a:lnTo>
                <a:lnTo>
                  <a:pt x="86861" y="1140170"/>
                </a:lnTo>
                <a:lnTo>
                  <a:pt x="86742" y="1125363"/>
                </a:lnTo>
                <a:lnTo>
                  <a:pt x="86599" y="1110556"/>
                </a:lnTo>
                <a:lnTo>
                  <a:pt x="86439" y="1095748"/>
                </a:lnTo>
                <a:lnTo>
                  <a:pt x="86267" y="1080941"/>
                </a:lnTo>
                <a:lnTo>
                  <a:pt x="86092" y="1066133"/>
                </a:lnTo>
                <a:lnTo>
                  <a:pt x="85918" y="1051326"/>
                </a:lnTo>
                <a:lnTo>
                  <a:pt x="85753" y="1036519"/>
                </a:lnTo>
                <a:lnTo>
                  <a:pt x="85602" y="1021711"/>
                </a:lnTo>
                <a:lnTo>
                  <a:pt x="85469" y="1006904"/>
                </a:lnTo>
                <a:lnTo>
                  <a:pt x="85359" y="992096"/>
                </a:lnTo>
                <a:lnTo>
                  <a:pt x="85274" y="977289"/>
                </a:lnTo>
                <a:lnTo>
                  <a:pt x="85217" y="962482"/>
                </a:lnTo>
                <a:lnTo>
                  <a:pt x="85190" y="947674"/>
                </a:lnTo>
                <a:lnTo>
                  <a:pt x="85194" y="932867"/>
                </a:lnTo>
                <a:lnTo>
                  <a:pt x="85228" y="918059"/>
                </a:lnTo>
                <a:lnTo>
                  <a:pt x="85290" y="903252"/>
                </a:lnTo>
                <a:lnTo>
                  <a:pt x="85377" y="888444"/>
                </a:lnTo>
                <a:lnTo>
                  <a:pt x="85481" y="873637"/>
                </a:lnTo>
                <a:lnTo>
                  <a:pt x="85595" y="858830"/>
                </a:lnTo>
                <a:lnTo>
                  <a:pt x="85707" y="844022"/>
                </a:lnTo>
                <a:lnTo>
                  <a:pt x="85807" y="829215"/>
                </a:lnTo>
                <a:lnTo>
                  <a:pt x="85882" y="814407"/>
                </a:lnTo>
                <a:lnTo>
                  <a:pt x="85923" y="799600"/>
                </a:lnTo>
                <a:lnTo>
                  <a:pt x="85921" y="784793"/>
                </a:lnTo>
                <a:lnTo>
                  <a:pt x="85869" y="769985"/>
                </a:lnTo>
                <a:lnTo>
                  <a:pt x="85766" y="755178"/>
                </a:lnTo>
                <a:lnTo>
                  <a:pt x="85612" y="740370"/>
                </a:lnTo>
                <a:lnTo>
                  <a:pt x="85414" y="725563"/>
                </a:lnTo>
                <a:lnTo>
                  <a:pt x="85179" y="710756"/>
                </a:lnTo>
                <a:lnTo>
                  <a:pt x="84919" y="695948"/>
                </a:lnTo>
                <a:lnTo>
                  <a:pt x="84646" y="681141"/>
                </a:lnTo>
                <a:lnTo>
                  <a:pt x="84373" y="666333"/>
                </a:lnTo>
                <a:lnTo>
                  <a:pt x="84114" y="651526"/>
                </a:lnTo>
                <a:lnTo>
                  <a:pt x="83880" y="636719"/>
                </a:lnTo>
                <a:lnTo>
                  <a:pt x="83681" y="621911"/>
                </a:lnTo>
                <a:lnTo>
                  <a:pt x="83523" y="607104"/>
                </a:lnTo>
                <a:lnTo>
                  <a:pt x="83412" y="592296"/>
                </a:lnTo>
                <a:lnTo>
                  <a:pt x="83350" y="577489"/>
                </a:lnTo>
                <a:lnTo>
                  <a:pt x="83336" y="562682"/>
                </a:lnTo>
                <a:lnTo>
                  <a:pt x="83371" y="547874"/>
                </a:lnTo>
                <a:lnTo>
                  <a:pt x="83451" y="533067"/>
                </a:lnTo>
                <a:lnTo>
                  <a:pt x="83574" y="518259"/>
                </a:lnTo>
                <a:lnTo>
                  <a:pt x="83737" y="503452"/>
                </a:lnTo>
                <a:lnTo>
                  <a:pt x="83935" y="488644"/>
                </a:lnTo>
                <a:lnTo>
                  <a:pt x="84167" y="473837"/>
                </a:lnTo>
                <a:lnTo>
                  <a:pt x="84427" y="459030"/>
                </a:lnTo>
                <a:lnTo>
                  <a:pt x="84710" y="444222"/>
                </a:lnTo>
                <a:lnTo>
                  <a:pt x="85010" y="429415"/>
                </a:lnTo>
                <a:lnTo>
                  <a:pt x="85320" y="414607"/>
                </a:lnTo>
                <a:lnTo>
                  <a:pt x="85629" y="399800"/>
                </a:lnTo>
                <a:lnTo>
                  <a:pt x="85925" y="384993"/>
                </a:lnTo>
                <a:lnTo>
                  <a:pt x="86195" y="370185"/>
                </a:lnTo>
                <a:lnTo>
                  <a:pt x="86423" y="355378"/>
                </a:lnTo>
                <a:lnTo>
                  <a:pt x="86590" y="340570"/>
                </a:lnTo>
                <a:lnTo>
                  <a:pt x="86673" y="325763"/>
                </a:lnTo>
                <a:lnTo>
                  <a:pt x="86644" y="310956"/>
                </a:lnTo>
                <a:lnTo>
                  <a:pt x="86463" y="296148"/>
                </a:lnTo>
                <a:lnTo>
                  <a:pt x="86084" y="281341"/>
                </a:lnTo>
                <a:lnTo>
                  <a:pt x="85445" y="266533"/>
                </a:lnTo>
                <a:lnTo>
                  <a:pt x="84468" y="251726"/>
                </a:lnTo>
                <a:lnTo>
                  <a:pt x="83063" y="236919"/>
                </a:lnTo>
                <a:lnTo>
                  <a:pt x="81124" y="222111"/>
                </a:lnTo>
                <a:lnTo>
                  <a:pt x="78544" y="207304"/>
                </a:lnTo>
                <a:lnTo>
                  <a:pt x="75216" y="192496"/>
                </a:lnTo>
                <a:lnTo>
                  <a:pt x="71051" y="177689"/>
                </a:lnTo>
                <a:lnTo>
                  <a:pt x="65996" y="162881"/>
                </a:lnTo>
                <a:lnTo>
                  <a:pt x="60046" y="148074"/>
                </a:lnTo>
                <a:lnTo>
                  <a:pt x="53267" y="133267"/>
                </a:lnTo>
                <a:lnTo>
                  <a:pt x="45802" y="118459"/>
                </a:lnTo>
                <a:lnTo>
                  <a:pt x="37883" y="103652"/>
                </a:lnTo>
                <a:lnTo>
                  <a:pt x="29818" y="88844"/>
                </a:lnTo>
                <a:lnTo>
                  <a:pt x="21982" y="74037"/>
                </a:lnTo>
                <a:lnTo>
                  <a:pt x="14788" y="59230"/>
                </a:lnTo>
                <a:lnTo>
                  <a:pt x="8653" y="44422"/>
                </a:lnTo>
                <a:lnTo>
                  <a:pt x="3957" y="29615"/>
                </a:lnTo>
                <a:lnTo>
                  <a:pt x="1006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1" y="14807"/>
                </a:lnTo>
                <a:lnTo>
                  <a:pt x="173630" y="29615"/>
                </a:lnTo>
                <a:lnTo>
                  <a:pt x="168934" y="44422"/>
                </a:lnTo>
                <a:lnTo>
                  <a:pt x="162799" y="59230"/>
                </a:lnTo>
                <a:lnTo>
                  <a:pt x="155605" y="74037"/>
                </a:lnTo>
                <a:lnTo>
                  <a:pt x="147769" y="88844"/>
                </a:lnTo>
                <a:lnTo>
                  <a:pt x="139704" y="103652"/>
                </a:lnTo>
                <a:lnTo>
                  <a:pt x="131785" y="118459"/>
                </a:lnTo>
                <a:lnTo>
                  <a:pt x="124321" y="133267"/>
                </a:lnTo>
                <a:lnTo>
                  <a:pt x="117541" y="148074"/>
                </a:lnTo>
                <a:lnTo>
                  <a:pt x="111592" y="162881"/>
                </a:lnTo>
                <a:lnTo>
                  <a:pt x="106536" y="177689"/>
                </a:lnTo>
                <a:lnTo>
                  <a:pt x="102371" y="192496"/>
                </a:lnTo>
                <a:lnTo>
                  <a:pt x="99043" y="207304"/>
                </a:lnTo>
                <a:lnTo>
                  <a:pt x="96463" y="222111"/>
                </a:lnTo>
                <a:lnTo>
                  <a:pt x="94525" y="236919"/>
                </a:lnTo>
                <a:lnTo>
                  <a:pt x="93119" y="251726"/>
                </a:lnTo>
                <a:lnTo>
                  <a:pt x="92142" y="266533"/>
                </a:lnTo>
                <a:lnTo>
                  <a:pt x="91503" y="281341"/>
                </a:lnTo>
                <a:lnTo>
                  <a:pt x="91124" y="296148"/>
                </a:lnTo>
                <a:lnTo>
                  <a:pt x="90944" y="310956"/>
                </a:lnTo>
                <a:lnTo>
                  <a:pt x="90914" y="325763"/>
                </a:lnTo>
                <a:lnTo>
                  <a:pt x="90997" y="340570"/>
                </a:lnTo>
                <a:lnTo>
                  <a:pt x="91164" y="355378"/>
                </a:lnTo>
                <a:lnTo>
                  <a:pt x="91392" y="370185"/>
                </a:lnTo>
                <a:lnTo>
                  <a:pt x="91662" y="384993"/>
                </a:lnTo>
                <a:lnTo>
                  <a:pt x="91959" y="399800"/>
                </a:lnTo>
                <a:lnTo>
                  <a:pt x="92267" y="414607"/>
                </a:lnTo>
                <a:lnTo>
                  <a:pt x="92577" y="429415"/>
                </a:lnTo>
                <a:lnTo>
                  <a:pt x="92877" y="444222"/>
                </a:lnTo>
                <a:lnTo>
                  <a:pt x="93161" y="459030"/>
                </a:lnTo>
                <a:lnTo>
                  <a:pt x="93421" y="473837"/>
                </a:lnTo>
                <a:lnTo>
                  <a:pt x="93652" y="488644"/>
                </a:lnTo>
                <a:lnTo>
                  <a:pt x="93851" y="503452"/>
                </a:lnTo>
                <a:lnTo>
                  <a:pt x="94013" y="518259"/>
                </a:lnTo>
                <a:lnTo>
                  <a:pt x="94136" y="533067"/>
                </a:lnTo>
                <a:lnTo>
                  <a:pt x="94216" y="547874"/>
                </a:lnTo>
                <a:lnTo>
                  <a:pt x="94251" y="562682"/>
                </a:lnTo>
                <a:lnTo>
                  <a:pt x="94238" y="577489"/>
                </a:lnTo>
                <a:lnTo>
                  <a:pt x="94175" y="592296"/>
                </a:lnTo>
                <a:lnTo>
                  <a:pt x="94064" y="607104"/>
                </a:lnTo>
                <a:lnTo>
                  <a:pt x="93907" y="621911"/>
                </a:lnTo>
                <a:lnTo>
                  <a:pt x="93707" y="636719"/>
                </a:lnTo>
                <a:lnTo>
                  <a:pt x="93473" y="651526"/>
                </a:lnTo>
                <a:lnTo>
                  <a:pt x="93214" y="666333"/>
                </a:lnTo>
                <a:lnTo>
                  <a:pt x="92941" y="681141"/>
                </a:lnTo>
                <a:lnTo>
                  <a:pt x="92668" y="695948"/>
                </a:lnTo>
                <a:lnTo>
                  <a:pt x="92408" y="710756"/>
                </a:lnTo>
                <a:lnTo>
                  <a:pt x="92173" y="725563"/>
                </a:lnTo>
                <a:lnTo>
                  <a:pt x="91975" y="740370"/>
                </a:lnTo>
                <a:lnTo>
                  <a:pt x="91822" y="755178"/>
                </a:lnTo>
                <a:lnTo>
                  <a:pt x="91718" y="769985"/>
                </a:lnTo>
                <a:lnTo>
                  <a:pt x="91667" y="784793"/>
                </a:lnTo>
                <a:lnTo>
                  <a:pt x="91664" y="799600"/>
                </a:lnTo>
                <a:lnTo>
                  <a:pt x="91705" y="814407"/>
                </a:lnTo>
                <a:lnTo>
                  <a:pt x="91781" y="829215"/>
                </a:lnTo>
                <a:lnTo>
                  <a:pt x="91880" y="844022"/>
                </a:lnTo>
                <a:lnTo>
                  <a:pt x="91993" y="858830"/>
                </a:lnTo>
                <a:lnTo>
                  <a:pt x="92106" y="873637"/>
                </a:lnTo>
                <a:lnTo>
                  <a:pt x="92210" y="888444"/>
                </a:lnTo>
                <a:lnTo>
                  <a:pt x="92297" y="903252"/>
                </a:lnTo>
                <a:lnTo>
                  <a:pt x="92359" y="918059"/>
                </a:lnTo>
                <a:lnTo>
                  <a:pt x="92394" y="932867"/>
                </a:lnTo>
                <a:lnTo>
                  <a:pt x="92398" y="947674"/>
                </a:lnTo>
                <a:lnTo>
                  <a:pt x="92371" y="962482"/>
                </a:lnTo>
                <a:lnTo>
                  <a:pt x="92314" y="977289"/>
                </a:lnTo>
                <a:lnTo>
                  <a:pt x="92229" y="992096"/>
                </a:lnTo>
                <a:lnTo>
                  <a:pt x="92118" y="1006904"/>
                </a:lnTo>
                <a:lnTo>
                  <a:pt x="91985" y="1021711"/>
                </a:lnTo>
                <a:lnTo>
                  <a:pt x="91834" y="1036519"/>
                </a:lnTo>
                <a:lnTo>
                  <a:pt x="91669" y="1051326"/>
                </a:lnTo>
                <a:lnTo>
                  <a:pt x="91495" y="1066133"/>
                </a:lnTo>
                <a:lnTo>
                  <a:pt x="91320" y="1080941"/>
                </a:lnTo>
                <a:lnTo>
                  <a:pt x="91149" y="1095748"/>
                </a:lnTo>
                <a:lnTo>
                  <a:pt x="90988" y="1110556"/>
                </a:lnTo>
                <a:lnTo>
                  <a:pt x="90846" y="1125363"/>
                </a:lnTo>
                <a:lnTo>
                  <a:pt x="90726" y="1140170"/>
                </a:lnTo>
                <a:lnTo>
                  <a:pt x="90633" y="1154978"/>
                </a:lnTo>
                <a:lnTo>
                  <a:pt x="90571" y="1169785"/>
                </a:lnTo>
                <a:lnTo>
                  <a:pt x="90538" y="1184593"/>
                </a:lnTo>
                <a:lnTo>
                  <a:pt x="90535" y="1199400"/>
                </a:lnTo>
                <a:lnTo>
                  <a:pt x="90558" y="1214207"/>
                </a:lnTo>
                <a:lnTo>
                  <a:pt x="90603" y="1229015"/>
                </a:lnTo>
                <a:lnTo>
                  <a:pt x="90664" y="1243822"/>
                </a:lnTo>
                <a:lnTo>
                  <a:pt x="90737" y="1258630"/>
                </a:lnTo>
                <a:lnTo>
                  <a:pt x="90816" y="1273437"/>
                </a:lnTo>
                <a:lnTo>
                  <a:pt x="90897" y="1288245"/>
                </a:lnTo>
                <a:lnTo>
                  <a:pt x="90976" y="1303052"/>
                </a:lnTo>
                <a:lnTo>
                  <a:pt x="91053" y="1317859"/>
                </a:lnTo>
                <a:lnTo>
                  <a:pt x="91127" y="1332667"/>
                </a:lnTo>
                <a:lnTo>
                  <a:pt x="91200" y="1347474"/>
                </a:lnTo>
                <a:lnTo>
                  <a:pt x="91275" y="1362282"/>
                </a:lnTo>
                <a:lnTo>
                  <a:pt x="91357" y="1377089"/>
                </a:lnTo>
                <a:lnTo>
                  <a:pt x="91451" y="1391896"/>
                </a:lnTo>
                <a:lnTo>
                  <a:pt x="91561" y="1406704"/>
                </a:lnTo>
                <a:lnTo>
                  <a:pt x="91690" y="1421511"/>
                </a:lnTo>
                <a:lnTo>
                  <a:pt x="91843" y="1436319"/>
                </a:lnTo>
                <a:lnTo>
                  <a:pt x="92019" y="1451126"/>
                </a:lnTo>
                <a:lnTo>
                  <a:pt x="92221" y="1465933"/>
                </a:lnTo>
                <a:lnTo>
                  <a:pt x="92449" y="1480741"/>
                </a:lnTo>
                <a:lnTo>
                  <a:pt x="92704" y="1495548"/>
                </a:lnTo>
                <a:lnTo>
                  <a:pt x="92989" y="1510356"/>
                </a:lnTo>
                <a:lnTo>
                  <a:pt x="93311" y="1525163"/>
                </a:lnTo>
                <a:lnTo>
                  <a:pt x="93679" y="1539970"/>
                </a:lnTo>
                <a:lnTo>
                  <a:pt x="94109" y="1554778"/>
                </a:lnTo>
                <a:lnTo>
                  <a:pt x="94618" y="1569585"/>
                </a:lnTo>
                <a:lnTo>
                  <a:pt x="95227" y="1584393"/>
                </a:lnTo>
                <a:lnTo>
                  <a:pt x="95954" y="1599200"/>
                </a:lnTo>
                <a:lnTo>
                  <a:pt x="96816" y="1614007"/>
                </a:lnTo>
                <a:lnTo>
                  <a:pt x="97820" y="1628815"/>
                </a:lnTo>
                <a:lnTo>
                  <a:pt x="98963" y="1643622"/>
                </a:lnTo>
                <a:lnTo>
                  <a:pt x="100224" y="1658430"/>
                </a:lnTo>
                <a:lnTo>
                  <a:pt x="101569" y="1673237"/>
                </a:lnTo>
                <a:lnTo>
                  <a:pt x="102948" y="1688045"/>
                </a:lnTo>
                <a:lnTo>
                  <a:pt x="104296" y="1702852"/>
                </a:lnTo>
                <a:lnTo>
                  <a:pt x="105541" y="1717659"/>
                </a:lnTo>
                <a:lnTo>
                  <a:pt x="106607" y="1732467"/>
                </a:lnTo>
                <a:lnTo>
                  <a:pt x="107426" y="1747274"/>
                </a:lnTo>
                <a:lnTo>
                  <a:pt x="107942" y="1762082"/>
                </a:lnTo>
                <a:lnTo>
                  <a:pt x="108118" y="1776889"/>
                </a:lnTo>
                <a:lnTo>
                  <a:pt x="108118" y="1776889"/>
                </a:lnTo>
                <a:close/>
              </a:path>
            </a:pathLst>
          </a:custGeom>
          <a:solidFill>
            <a:srgbClr val="138B8D">
              <a:alpha val="12000"/>
            </a:srgbClr>
          </a:solidFill>
          <a:ln w="9754">
            <a:solidFill>
              <a:srgbClr val="138B8D">
                <a:alpha val="12000"/>
              </a:srgbClr>
            </a:solidFill>
            <a:prstDash val="solid"/>
          </a:ln>
        </p:spPr>
      </p:sp>
      <p:sp>
        <p:nvSpPr>
          <p:cNvPr id="2255" name="data_9343">
            <a:extLst>
              <a:ext uri="{FF2B5EF4-FFF2-40B4-BE49-F238E27FC236}">
                <a16:creationId xmlns:a16="http://schemas.microsoft.com/office/drawing/2014/main" id="{7A203EB4-740E-467C-992E-28D848E2D53A}"/>
              </a:ext>
            </a:extLst>
          </p:cNvPr>
          <p:cNvSpPr>
            <a:spLocks/>
          </p:cNvSpPr>
          <p:nvPr/>
        </p:nvSpPr>
        <p:spPr>
          <a:xfrm>
            <a:off x="1027760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56" name="text_9344">
            <a:extLst>
              <a:ext uri="{FF2B5EF4-FFF2-40B4-BE49-F238E27FC236}">
                <a16:creationId xmlns:a16="http://schemas.microsoft.com/office/drawing/2014/main" id="{92498217-ECC8-41B3-9EC6-CD92D0762CF5}"/>
              </a:ext>
            </a:extLst>
          </p:cNvPr>
          <p:cNvSpPr>
            <a:spLocks/>
          </p:cNvSpPr>
          <p:nvPr/>
        </p:nvSpPr>
        <p:spPr>
          <a:xfrm>
            <a:off x="994941" y="7133966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257" name="data_9345">
            <a:extLst>
              <a:ext uri="{FF2B5EF4-FFF2-40B4-BE49-F238E27FC236}">
                <a16:creationId xmlns:a16="http://schemas.microsoft.com/office/drawing/2014/main" id="{08786471-B75B-49F6-AEA9-C0EF6B5A652D}"/>
              </a:ext>
            </a:extLst>
          </p:cNvPr>
          <p:cNvSpPr>
            <a:spLocks/>
          </p:cNvSpPr>
          <p:nvPr/>
        </p:nvSpPr>
        <p:spPr>
          <a:xfrm>
            <a:off x="1369273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58" name="text_9346">
            <a:extLst>
              <a:ext uri="{FF2B5EF4-FFF2-40B4-BE49-F238E27FC236}">
                <a16:creationId xmlns:a16="http://schemas.microsoft.com/office/drawing/2014/main" id="{0B3AAC64-6880-446D-B884-C9B20F9CE65B}"/>
              </a:ext>
            </a:extLst>
          </p:cNvPr>
          <p:cNvSpPr>
            <a:spLocks/>
          </p:cNvSpPr>
          <p:nvPr/>
        </p:nvSpPr>
        <p:spPr>
          <a:xfrm>
            <a:off x="1303636" y="7133966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259" name="data_9347">
            <a:extLst>
              <a:ext uri="{FF2B5EF4-FFF2-40B4-BE49-F238E27FC236}">
                <a16:creationId xmlns:a16="http://schemas.microsoft.com/office/drawing/2014/main" id="{26C4EC20-BB9F-4D1E-8416-52001F3110FE}"/>
              </a:ext>
            </a:extLst>
          </p:cNvPr>
          <p:cNvSpPr>
            <a:spLocks/>
          </p:cNvSpPr>
          <p:nvPr/>
        </p:nvSpPr>
        <p:spPr>
          <a:xfrm>
            <a:off x="1710787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0" name="text_9348">
            <a:extLst>
              <a:ext uri="{FF2B5EF4-FFF2-40B4-BE49-F238E27FC236}">
                <a16:creationId xmlns:a16="http://schemas.microsoft.com/office/drawing/2014/main" id="{49F4EDB3-A98C-42AB-9377-2DCFE6076A16}"/>
              </a:ext>
            </a:extLst>
          </p:cNvPr>
          <p:cNvSpPr>
            <a:spLocks/>
          </p:cNvSpPr>
          <p:nvPr/>
        </p:nvSpPr>
        <p:spPr>
          <a:xfrm>
            <a:off x="1612332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261" name="data_9349">
            <a:extLst>
              <a:ext uri="{FF2B5EF4-FFF2-40B4-BE49-F238E27FC236}">
                <a16:creationId xmlns:a16="http://schemas.microsoft.com/office/drawing/2014/main" id="{22B53B58-EB36-4310-A16E-AE7577C9C2C6}"/>
              </a:ext>
            </a:extLst>
          </p:cNvPr>
          <p:cNvSpPr>
            <a:spLocks/>
          </p:cNvSpPr>
          <p:nvPr/>
        </p:nvSpPr>
        <p:spPr>
          <a:xfrm>
            <a:off x="2393815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2" name="text_9350">
            <a:extLst>
              <a:ext uri="{FF2B5EF4-FFF2-40B4-BE49-F238E27FC236}">
                <a16:creationId xmlns:a16="http://schemas.microsoft.com/office/drawing/2014/main" id="{5E6A3D3C-BEAA-470E-9351-9875C4622C53}"/>
              </a:ext>
            </a:extLst>
          </p:cNvPr>
          <p:cNvSpPr>
            <a:spLocks/>
          </p:cNvSpPr>
          <p:nvPr/>
        </p:nvSpPr>
        <p:spPr>
          <a:xfrm>
            <a:off x="2295359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2263" name="data_9351">
            <a:extLst>
              <a:ext uri="{FF2B5EF4-FFF2-40B4-BE49-F238E27FC236}">
                <a16:creationId xmlns:a16="http://schemas.microsoft.com/office/drawing/2014/main" id="{2B630FF8-B67F-44E3-AE0D-BAE8D5F4A3B9}"/>
              </a:ext>
            </a:extLst>
          </p:cNvPr>
          <p:cNvSpPr>
            <a:spLocks/>
          </p:cNvSpPr>
          <p:nvPr/>
        </p:nvSpPr>
        <p:spPr>
          <a:xfrm>
            <a:off x="3076842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4" name="text_9352">
            <a:extLst>
              <a:ext uri="{FF2B5EF4-FFF2-40B4-BE49-F238E27FC236}">
                <a16:creationId xmlns:a16="http://schemas.microsoft.com/office/drawing/2014/main" id="{D6082B57-DEA8-4E70-9576-26F0745D21CF}"/>
              </a:ext>
            </a:extLst>
          </p:cNvPr>
          <p:cNvSpPr>
            <a:spLocks/>
          </p:cNvSpPr>
          <p:nvPr/>
        </p:nvSpPr>
        <p:spPr>
          <a:xfrm>
            <a:off x="2978387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2265" name="text_9353">
            <a:extLst>
              <a:ext uri="{FF2B5EF4-FFF2-40B4-BE49-F238E27FC236}">
                <a16:creationId xmlns:a16="http://schemas.microsoft.com/office/drawing/2014/main" id="{96522165-4325-4270-8F6A-9408F71250D0}"/>
              </a:ext>
            </a:extLst>
          </p:cNvPr>
          <p:cNvSpPr>
            <a:spLocks/>
          </p:cNvSpPr>
          <p:nvPr/>
        </p:nvSpPr>
        <p:spPr>
          <a:xfrm>
            <a:off x="1372034" y="7316591"/>
            <a:ext cx="14923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2266" name="data_9354">
            <a:extLst>
              <a:ext uri="{FF2B5EF4-FFF2-40B4-BE49-F238E27FC236}">
                <a16:creationId xmlns:a16="http://schemas.microsoft.com/office/drawing/2014/main" id="{DEB9728C-FC95-45E4-A8DE-168D870D2253}"/>
              </a:ext>
            </a:extLst>
          </p:cNvPr>
          <p:cNvSpPr>
            <a:spLocks/>
          </p:cNvSpPr>
          <p:nvPr/>
        </p:nvSpPr>
        <p:spPr>
          <a:xfrm>
            <a:off x="1007269" y="6952935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267" name="data_9355">
            <a:extLst>
              <a:ext uri="{FF2B5EF4-FFF2-40B4-BE49-F238E27FC236}">
                <a16:creationId xmlns:a16="http://schemas.microsoft.com/office/drawing/2014/main" id="{6F566321-2C94-4339-9107-7F7D8AA3A22B}"/>
              </a:ext>
            </a:extLst>
          </p:cNvPr>
          <p:cNvSpPr>
            <a:spLocks/>
          </p:cNvSpPr>
          <p:nvPr/>
        </p:nvSpPr>
        <p:spPr>
          <a:xfrm>
            <a:off x="954065" y="6952935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68" name="text_9356">
            <a:extLst>
              <a:ext uri="{FF2B5EF4-FFF2-40B4-BE49-F238E27FC236}">
                <a16:creationId xmlns:a16="http://schemas.microsoft.com/office/drawing/2014/main" id="{0807AEFB-9410-4FFB-A4DC-53D035420EC9}"/>
              </a:ext>
            </a:extLst>
          </p:cNvPr>
          <p:cNvSpPr>
            <a:spLocks/>
          </p:cNvSpPr>
          <p:nvPr/>
        </p:nvSpPr>
        <p:spPr>
          <a:xfrm>
            <a:off x="835225" y="6894688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269" name="data_9357">
            <a:extLst>
              <a:ext uri="{FF2B5EF4-FFF2-40B4-BE49-F238E27FC236}">
                <a16:creationId xmlns:a16="http://schemas.microsoft.com/office/drawing/2014/main" id="{2B1D4ACC-27BF-493F-9BCE-E0C3ED2F2B2A}"/>
              </a:ext>
            </a:extLst>
          </p:cNvPr>
          <p:cNvSpPr>
            <a:spLocks/>
          </p:cNvSpPr>
          <p:nvPr/>
        </p:nvSpPr>
        <p:spPr>
          <a:xfrm>
            <a:off x="1007269" y="606449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270" name="data_9358">
            <a:extLst>
              <a:ext uri="{FF2B5EF4-FFF2-40B4-BE49-F238E27FC236}">
                <a16:creationId xmlns:a16="http://schemas.microsoft.com/office/drawing/2014/main" id="{D02C69A5-D873-4F2C-9FC2-9488F0FF00FC}"/>
              </a:ext>
            </a:extLst>
          </p:cNvPr>
          <p:cNvSpPr>
            <a:spLocks/>
          </p:cNvSpPr>
          <p:nvPr/>
        </p:nvSpPr>
        <p:spPr>
          <a:xfrm>
            <a:off x="954065" y="6064491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71" name="text_9359">
            <a:extLst>
              <a:ext uri="{FF2B5EF4-FFF2-40B4-BE49-F238E27FC236}">
                <a16:creationId xmlns:a16="http://schemas.microsoft.com/office/drawing/2014/main" id="{33174340-7EBE-4F01-A3F0-F472AC0B9D8A}"/>
              </a:ext>
            </a:extLst>
          </p:cNvPr>
          <p:cNvSpPr>
            <a:spLocks/>
          </p:cNvSpPr>
          <p:nvPr/>
        </p:nvSpPr>
        <p:spPr>
          <a:xfrm>
            <a:off x="769588" y="6006243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272" name="data_9360">
            <a:extLst>
              <a:ext uri="{FF2B5EF4-FFF2-40B4-BE49-F238E27FC236}">
                <a16:creationId xmlns:a16="http://schemas.microsoft.com/office/drawing/2014/main" id="{AFEC6CB4-E390-4D54-8EF4-C352F90BEA1E}"/>
              </a:ext>
            </a:extLst>
          </p:cNvPr>
          <p:cNvSpPr>
            <a:spLocks/>
          </p:cNvSpPr>
          <p:nvPr/>
        </p:nvSpPr>
        <p:spPr>
          <a:xfrm>
            <a:off x="1007269" y="5176046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273" name="data_9361">
            <a:extLst>
              <a:ext uri="{FF2B5EF4-FFF2-40B4-BE49-F238E27FC236}">
                <a16:creationId xmlns:a16="http://schemas.microsoft.com/office/drawing/2014/main" id="{FEBDD6A0-F0F2-467F-BFFF-1E84FAEBDF21}"/>
              </a:ext>
            </a:extLst>
          </p:cNvPr>
          <p:cNvSpPr>
            <a:spLocks/>
          </p:cNvSpPr>
          <p:nvPr/>
        </p:nvSpPr>
        <p:spPr>
          <a:xfrm>
            <a:off x="954065" y="5176046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274" name="text_9362">
            <a:extLst>
              <a:ext uri="{FF2B5EF4-FFF2-40B4-BE49-F238E27FC236}">
                <a16:creationId xmlns:a16="http://schemas.microsoft.com/office/drawing/2014/main" id="{AD9D4A54-E69F-4FDC-87E1-D9B97E8E1696}"/>
              </a:ext>
            </a:extLst>
          </p:cNvPr>
          <p:cNvSpPr>
            <a:spLocks/>
          </p:cNvSpPr>
          <p:nvPr/>
        </p:nvSpPr>
        <p:spPr>
          <a:xfrm>
            <a:off x="703951" y="5117799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275" name="text_9363">
            <a:extLst>
              <a:ext uri="{FF2B5EF4-FFF2-40B4-BE49-F238E27FC236}">
                <a16:creationId xmlns:a16="http://schemas.microsoft.com/office/drawing/2014/main" id="{012F08FC-29B8-454F-8BCC-826CF1988345}"/>
              </a:ext>
            </a:extLst>
          </p:cNvPr>
          <p:cNvSpPr>
            <a:spLocks/>
          </p:cNvSpPr>
          <p:nvPr/>
        </p:nvSpPr>
        <p:spPr>
          <a:xfrm rot="-5400000">
            <a:off x="-39675" y="5980252"/>
            <a:ext cx="1261933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Detected instances (%)</a:t>
            </a:r>
          </a:p>
        </p:txBody>
      </p:sp>
      <p:sp>
        <p:nvSpPr>
          <p:cNvPr id="2276" name="data_9364">
            <a:extLst>
              <a:ext uri="{FF2B5EF4-FFF2-40B4-BE49-F238E27FC236}">
                <a16:creationId xmlns:a16="http://schemas.microsoft.com/office/drawing/2014/main" id="{5F56C57A-B660-4048-B423-58E510D0861E}"/>
              </a:ext>
            </a:extLst>
          </p:cNvPr>
          <p:cNvSpPr>
            <a:spLocks/>
          </p:cNvSpPr>
          <p:nvPr/>
        </p:nvSpPr>
        <p:spPr>
          <a:xfrm>
            <a:off x="131309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7" name="data_9365">
            <a:extLst>
              <a:ext uri="{FF2B5EF4-FFF2-40B4-BE49-F238E27FC236}">
                <a16:creationId xmlns:a16="http://schemas.microsoft.com/office/drawing/2014/main" id="{728FD797-D092-4A54-A210-10682ED2CEC1}"/>
              </a:ext>
            </a:extLst>
          </p:cNvPr>
          <p:cNvSpPr>
            <a:spLocks/>
          </p:cNvSpPr>
          <p:nvPr/>
        </p:nvSpPr>
        <p:spPr>
          <a:xfrm>
            <a:off x="139648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8" name="data_9366">
            <a:extLst>
              <a:ext uri="{FF2B5EF4-FFF2-40B4-BE49-F238E27FC236}">
                <a16:creationId xmlns:a16="http://schemas.microsoft.com/office/drawing/2014/main" id="{1325C2FF-D25B-47BD-B104-DC69D3EF368D}"/>
              </a:ext>
            </a:extLst>
          </p:cNvPr>
          <p:cNvSpPr>
            <a:spLocks/>
          </p:cNvSpPr>
          <p:nvPr/>
        </p:nvSpPr>
        <p:spPr>
          <a:xfrm>
            <a:off x="128573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79" name="data_9367">
            <a:extLst>
              <a:ext uri="{FF2B5EF4-FFF2-40B4-BE49-F238E27FC236}">
                <a16:creationId xmlns:a16="http://schemas.microsoft.com/office/drawing/2014/main" id="{42DD8691-6A88-4D35-B3BE-4BA3AD75DD29}"/>
              </a:ext>
            </a:extLst>
          </p:cNvPr>
          <p:cNvSpPr>
            <a:spLocks/>
          </p:cNvSpPr>
          <p:nvPr/>
        </p:nvSpPr>
        <p:spPr>
          <a:xfrm>
            <a:off x="13860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0" name="data_9368">
            <a:extLst>
              <a:ext uri="{FF2B5EF4-FFF2-40B4-BE49-F238E27FC236}">
                <a16:creationId xmlns:a16="http://schemas.microsoft.com/office/drawing/2014/main" id="{A5B8F643-51EC-4B95-AEA2-4B271FC68E56}"/>
              </a:ext>
            </a:extLst>
          </p:cNvPr>
          <p:cNvSpPr>
            <a:spLocks/>
          </p:cNvSpPr>
          <p:nvPr/>
        </p:nvSpPr>
        <p:spPr>
          <a:xfrm>
            <a:off x="13343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1" name="data_9369">
            <a:extLst>
              <a:ext uri="{FF2B5EF4-FFF2-40B4-BE49-F238E27FC236}">
                <a16:creationId xmlns:a16="http://schemas.microsoft.com/office/drawing/2014/main" id="{8830F277-4356-42B7-9736-6C50F005974C}"/>
              </a:ext>
            </a:extLst>
          </p:cNvPr>
          <p:cNvSpPr>
            <a:spLocks/>
          </p:cNvSpPr>
          <p:nvPr/>
        </p:nvSpPr>
        <p:spPr>
          <a:xfrm>
            <a:off x="140573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2" name="data_9370">
            <a:extLst>
              <a:ext uri="{FF2B5EF4-FFF2-40B4-BE49-F238E27FC236}">
                <a16:creationId xmlns:a16="http://schemas.microsoft.com/office/drawing/2014/main" id="{3B0ACE02-37F7-4EFE-BD2D-9CD77761B424}"/>
              </a:ext>
            </a:extLst>
          </p:cNvPr>
          <p:cNvSpPr>
            <a:spLocks/>
          </p:cNvSpPr>
          <p:nvPr/>
        </p:nvSpPr>
        <p:spPr>
          <a:xfrm>
            <a:off x="131296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3" name="data_9371">
            <a:extLst>
              <a:ext uri="{FF2B5EF4-FFF2-40B4-BE49-F238E27FC236}">
                <a16:creationId xmlns:a16="http://schemas.microsoft.com/office/drawing/2014/main" id="{D4A0A9A3-C2F9-4ED9-8DD5-65FE01702607}"/>
              </a:ext>
            </a:extLst>
          </p:cNvPr>
          <p:cNvSpPr>
            <a:spLocks/>
          </p:cNvSpPr>
          <p:nvPr/>
        </p:nvSpPr>
        <p:spPr>
          <a:xfrm>
            <a:off x="1376547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4" name="data_9372">
            <a:extLst>
              <a:ext uri="{FF2B5EF4-FFF2-40B4-BE49-F238E27FC236}">
                <a16:creationId xmlns:a16="http://schemas.microsoft.com/office/drawing/2014/main" id="{D050EED5-AF2A-4F2C-A72E-DEBE01613898}"/>
              </a:ext>
            </a:extLst>
          </p:cNvPr>
          <p:cNvSpPr>
            <a:spLocks/>
          </p:cNvSpPr>
          <p:nvPr/>
        </p:nvSpPr>
        <p:spPr>
          <a:xfrm>
            <a:off x="1290291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5" name="data_9373">
            <a:extLst>
              <a:ext uri="{FF2B5EF4-FFF2-40B4-BE49-F238E27FC236}">
                <a16:creationId xmlns:a16="http://schemas.microsoft.com/office/drawing/2014/main" id="{BDDC17DC-3B92-473F-8008-7E0A0DBF641C}"/>
              </a:ext>
            </a:extLst>
          </p:cNvPr>
          <p:cNvSpPr>
            <a:spLocks/>
          </p:cNvSpPr>
          <p:nvPr/>
        </p:nvSpPr>
        <p:spPr>
          <a:xfrm>
            <a:off x="131804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6" name="data_9374">
            <a:extLst>
              <a:ext uri="{FF2B5EF4-FFF2-40B4-BE49-F238E27FC236}">
                <a16:creationId xmlns:a16="http://schemas.microsoft.com/office/drawing/2014/main" id="{0CF35D94-46BD-4EFD-88EA-D2F9BC6E32C7}"/>
              </a:ext>
            </a:extLst>
          </p:cNvPr>
          <p:cNvSpPr>
            <a:spLocks/>
          </p:cNvSpPr>
          <p:nvPr/>
        </p:nvSpPr>
        <p:spPr>
          <a:xfrm>
            <a:off x="1290031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7" name="data_9375">
            <a:extLst>
              <a:ext uri="{FF2B5EF4-FFF2-40B4-BE49-F238E27FC236}">
                <a16:creationId xmlns:a16="http://schemas.microsoft.com/office/drawing/2014/main" id="{BF2A9346-B584-4C93-939A-5B5E9008E973}"/>
              </a:ext>
            </a:extLst>
          </p:cNvPr>
          <p:cNvSpPr>
            <a:spLocks/>
          </p:cNvSpPr>
          <p:nvPr/>
        </p:nvSpPr>
        <p:spPr>
          <a:xfrm>
            <a:off x="136364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8" name="data_9376">
            <a:extLst>
              <a:ext uri="{FF2B5EF4-FFF2-40B4-BE49-F238E27FC236}">
                <a16:creationId xmlns:a16="http://schemas.microsoft.com/office/drawing/2014/main" id="{2E3C9E55-72C9-4636-A9D9-B9FACDE52532}"/>
              </a:ext>
            </a:extLst>
          </p:cNvPr>
          <p:cNvSpPr>
            <a:spLocks/>
          </p:cNvSpPr>
          <p:nvPr/>
        </p:nvSpPr>
        <p:spPr>
          <a:xfrm>
            <a:off x="130762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89" name="data_9377">
            <a:extLst>
              <a:ext uri="{FF2B5EF4-FFF2-40B4-BE49-F238E27FC236}">
                <a16:creationId xmlns:a16="http://schemas.microsoft.com/office/drawing/2014/main" id="{99F42030-F174-4AAA-83ED-A11179506307}"/>
              </a:ext>
            </a:extLst>
          </p:cNvPr>
          <p:cNvSpPr>
            <a:spLocks/>
          </p:cNvSpPr>
          <p:nvPr/>
        </p:nvSpPr>
        <p:spPr>
          <a:xfrm>
            <a:off x="134670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0" name="data_9378">
            <a:extLst>
              <a:ext uri="{FF2B5EF4-FFF2-40B4-BE49-F238E27FC236}">
                <a16:creationId xmlns:a16="http://schemas.microsoft.com/office/drawing/2014/main" id="{D43A7C8D-3C64-4204-B1A9-EE3BEA89ADDF}"/>
              </a:ext>
            </a:extLst>
          </p:cNvPr>
          <p:cNvSpPr>
            <a:spLocks/>
          </p:cNvSpPr>
          <p:nvPr/>
        </p:nvSpPr>
        <p:spPr>
          <a:xfrm>
            <a:off x="133289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1" name="data_9379">
            <a:extLst>
              <a:ext uri="{FF2B5EF4-FFF2-40B4-BE49-F238E27FC236}">
                <a16:creationId xmlns:a16="http://schemas.microsoft.com/office/drawing/2014/main" id="{EFE66A5B-E573-4E74-9A48-4EFEA3DA4549}"/>
              </a:ext>
            </a:extLst>
          </p:cNvPr>
          <p:cNvSpPr>
            <a:spLocks/>
          </p:cNvSpPr>
          <p:nvPr/>
        </p:nvSpPr>
        <p:spPr>
          <a:xfrm>
            <a:off x="1319999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2" name="data_9380">
            <a:extLst>
              <a:ext uri="{FF2B5EF4-FFF2-40B4-BE49-F238E27FC236}">
                <a16:creationId xmlns:a16="http://schemas.microsoft.com/office/drawing/2014/main" id="{BA009F01-587B-467D-BA07-BC11049F6C56}"/>
              </a:ext>
            </a:extLst>
          </p:cNvPr>
          <p:cNvSpPr>
            <a:spLocks/>
          </p:cNvSpPr>
          <p:nvPr/>
        </p:nvSpPr>
        <p:spPr>
          <a:xfrm>
            <a:off x="128964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3" name="data_9381">
            <a:extLst>
              <a:ext uri="{FF2B5EF4-FFF2-40B4-BE49-F238E27FC236}">
                <a16:creationId xmlns:a16="http://schemas.microsoft.com/office/drawing/2014/main" id="{C351BAFD-27EE-41F6-8507-F1772D9DFD76}"/>
              </a:ext>
            </a:extLst>
          </p:cNvPr>
          <p:cNvSpPr>
            <a:spLocks/>
          </p:cNvSpPr>
          <p:nvPr/>
        </p:nvSpPr>
        <p:spPr>
          <a:xfrm>
            <a:off x="1406646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4" name="data_9382">
            <a:extLst>
              <a:ext uri="{FF2B5EF4-FFF2-40B4-BE49-F238E27FC236}">
                <a16:creationId xmlns:a16="http://schemas.microsoft.com/office/drawing/2014/main" id="{314F5892-A976-4B53-837A-963546B7AE9F}"/>
              </a:ext>
            </a:extLst>
          </p:cNvPr>
          <p:cNvSpPr>
            <a:spLocks/>
          </p:cNvSpPr>
          <p:nvPr/>
        </p:nvSpPr>
        <p:spPr>
          <a:xfrm>
            <a:off x="12914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5" name="data_9383">
            <a:extLst>
              <a:ext uri="{FF2B5EF4-FFF2-40B4-BE49-F238E27FC236}">
                <a16:creationId xmlns:a16="http://schemas.microsoft.com/office/drawing/2014/main" id="{F2894067-97D2-4591-87FF-191B11645E3B}"/>
              </a:ext>
            </a:extLst>
          </p:cNvPr>
          <p:cNvSpPr>
            <a:spLocks/>
          </p:cNvSpPr>
          <p:nvPr/>
        </p:nvSpPr>
        <p:spPr>
          <a:xfrm>
            <a:off x="13970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6" name="data_9384">
            <a:extLst>
              <a:ext uri="{FF2B5EF4-FFF2-40B4-BE49-F238E27FC236}">
                <a16:creationId xmlns:a16="http://schemas.microsoft.com/office/drawing/2014/main" id="{DBA7F376-A35C-4C52-9E1C-F23E04E2D8DE}"/>
              </a:ext>
            </a:extLst>
          </p:cNvPr>
          <p:cNvSpPr>
            <a:spLocks/>
          </p:cNvSpPr>
          <p:nvPr/>
        </p:nvSpPr>
        <p:spPr>
          <a:xfrm>
            <a:off x="133485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7" name="data_9385">
            <a:extLst>
              <a:ext uri="{FF2B5EF4-FFF2-40B4-BE49-F238E27FC236}">
                <a16:creationId xmlns:a16="http://schemas.microsoft.com/office/drawing/2014/main" id="{CEB89C29-6AFE-40B8-ADBC-D6BBFC7A7301}"/>
              </a:ext>
            </a:extLst>
          </p:cNvPr>
          <p:cNvSpPr>
            <a:spLocks/>
          </p:cNvSpPr>
          <p:nvPr/>
        </p:nvSpPr>
        <p:spPr>
          <a:xfrm>
            <a:off x="141198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8" name="data_9386">
            <a:extLst>
              <a:ext uri="{FF2B5EF4-FFF2-40B4-BE49-F238E27FC236}">
                <a16:creationId xmlns:a16="http://schemas.microsoft.com/office/drawing/2014/main" id="{78739D1B-73A6-4DC2-9E0A-904E352DD228}"/>
              </a:ext>
            </a:extLst>
          </p:cNvPr>
          <p:cNvSpPr>
            <a:spLocks/>
          </p:cNvSpPr>
          <p:nvPr/>
        </p:nvSpPr>
        <p:spPr>
          <a:xfrm>
            <a:off x="137120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299" name="data_9387">
            <a:extLst>
              <a:ext uri="{FF2B5EF4-FFF2-40B4-BE49-F238E27FC236}">
                <a16:creationId xmlns:a16="http://schemas.microsoft.com/office/drawing/2014/main" id="{19139DDD-B882-4B5A-861D-04376E0DE584}"/>
              </a:ext>
            </a:extLst>
          </p:cNvPr>
          <p:cNvSpPr>
            <a:spLocks/>
          </p:cNvSpPr>
          <p:nvPr/>
        </p:nvSpPr>
        <p:spPr>
          <a:xfrm>
            <a:off x="1380065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0" name="data_9388">
            <a:extLst>
              <a:ext uri="{FF2B5EF4-FFF2-40B4-BE49-F238E27FC236}">
                <a16:creationId xmlns:a16="http://schemas.microsoft.com/office/drawing/2014/main" id="{B99074B0-BE37-432C-9825-AFDF6F574DB2}"/>
              </a:ext>
            </a:extLst>
          </p:cNvPr>
          <p:cNvSpPr>
            <a:spLocks/>
          </p:cNvSpPr>
          <p:nvPr/>
        </p:nvSpPr>
        <p:spPr>
          <a:xfrm>
            <a:off x="1322865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1" name="data_9389">
            <a:extLst>
              <a:ext uri="{FF2B5EF4-FFF2-40B4-BE49-F238E27FC236}">
                <a16:creationId xmlns:a16="http://schemas.microsoft.com/office/drawing/2014/main" id="{695C7A33-14C0-4544-AEAB-55C291B5EDC3}"/>
              </a:ext>
            </a:extLst>
          </p:cNvPr>
          <p:cNvSpPr>
            <a:spLocks/>
          </p:cNvSpPr>
          <p:nvPr/>
        </p:nvSpPr>
        <p:spPr>
          <a:xfrm>
            <a:off x="1404691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2" name="data_9390">
            <a:extLst>
              <a:ext uri="{FF2B5EF4-FFF2-40B4-BE49-F238E27FC236}">
                <a16:creationId xmlns:a16="http://schemas.microsoft.com/office/drawing/2014/main" id="{7BB419B6-01EE-4585-8DDF-A422AA55160C}"/>
              </a:ext>
            </a:extLst>
          </p:cNvPr>
          <p:cNvSpPr>
            <a:spLocks/>
          </p:cNvSpPr>
          <p:nvPr/>
        </p:nvSpPr>
        <p:spPr>
          <a:xfrm>
            <a:off x="1380326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3" name="data_9391">
            <a:extLst>
              <a:ext uri="{FF2B5EF4-FFF2-40B4-BE49-F238E27FC236}">
                <a16:creationId xmlns:a16="http://schemas.microsoft.com/office/drawing/2014/main" id="{C5DE743C-DB6B-464B-B437-A3923DFC68A8}"/>
              </a:ext>
            </a:extLst>
          </p:cNvPr>
          <p:cNvSpPr>
            <a:spLocks/>
          </p:cNvSpPr>
          <p:nvPr/>
        </p:nvSpPr>
        <p:spPr>
          <a:xfrm>
            <a:off x="13059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4" name="data_9392">
            <a:extLst>
              <a:ext uri="{FF2B5EF4-FFF2-40B4-BE49-F238E27FC236}">
                <a16:creationId xmlns:a16="http://schemas.microsoft.com/office/drawing/2014/main" id="{18B5FC20-7766-4048-9847-8326D06CDEB5}"/>
              </a:ext>
            </a:extLst>
          </p:cNvPr>
          <p:cNvSpPr>
            <a:spLocks/>
          </p:cNvSpPr>
          <p:nvPr/>
        </p:nvSpPr>
        <p:spPr>
          <a:xfrm>
            <a:off x="1378111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5" name="data_9393">
            <a:extLst>
              <a:ext uri="{FF2B5EF4-FFF2-40B4-BE49-F238E27FC236}">
                <a16:creationId xmlns:a16="http://schemas.microsoft.com/office/drawing/2014/main" id="{C8381304-1312-43FB-A981-85C04BE8105F}"/>
              </a:ext>
            </a:extLst>
          </p:cNvPr>
          <p:cNvSpPr>
            <a:spLocks/>
          </p:cNvSpPr>
          <p:nvPr/>
        </p:nvSpPr>
        <p:spPr>
          <a:xfrm>
            <a:off x="1312572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6" name="data_9394">
            <a:extLst>
              <a:ext uri="{FF2B5EF4-FFF2-40B4-BE49-F238E27FC236}">
                <a16:creationId xmlns:a16="http://schemas.microsoft.com/office/drawing/2014/main" id="{A0CF7643-8175-413C-9AAD-FC4832418DA6}"/>
              </a:ext>
            </a:extLst>
          </p:cNvPr>
          <p:cNvSpPr>
            <a:spLocks/>
          </p:cNvSpPr>
          <p:nvPr/>
        </p:nvSpPr>
        <p:spPr>
          <a:xfrm>
            <a:off x="132273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7" name="data_9395">
            <a:extLst>
              <a:ext uri="{FF2B5EF4-FFF2-40B4-BE49-F238E27FC236}">
                <a16:creationId xmlns:a16="http://schemas.microsoft.com/office/drawing/2014/main" id="{78C93EA8-DD21-42C8-BA92-14545628BB9B}"/>
              </a:ext>
            </a:extLst>
          </p:cNvPr>
          <p:cNvSpPr>
            <a:spLocks/>
          </p:cNvSpPr>
          <p:nvPr/>
        </p:nvSpPr>
        <p:spPr>
          <a:xfrm>
            <a:off x="140364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8" name="data_9396">
            <a:extLst>
              <a:ext uri="{FF2B5EF4-FFF2-40B4-BE49-F238E27FC236}">
                <a16:creationId xmlns:a16="http://schemas.microsoft.com/office/drawing/2014/main" id="{DB3E65B2-5C89-4D55-A66E-B4021285A251}"/>
              </a:ext>
            </a:extLst>
          </p:cNvPr>
          <p:cNvSpPr>
            <a:spLocks/>
          </p:cNvSpPr>
          <p:nvPr/>
        </p:nvSpPr>
        <p:spPr>
          <a:xfrm>
            <a:off x="132482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09" name="data_9397">
            <a:extLst>
              <a:ext uri="{FF2B5EF4-FFF2-40B4-BE49-F238E27FC236}">
                <a16:creationId xmlns:a16="http://schemas.microsoft.com/office/drawing/2014/main" id="{65DAA1E8-F611-49E2-97F2-D23E84C9FE9D}"/>
              </a:ext>
            </a:extLst>
          </p:cNvPr>
          <p:cNvSpPr>
            <a:spLocks/>
          </p:cNvSpPr>
          <p:nvPr/>
        </p:nvSpPr>
        <p:spPr>
          <a:xfrm>
            <a:off x="1396352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0" name="data_9398">
            <a:extLst>
              <a:ext uri="{FF2B5EF4-FFF2-40B4-BE49-F238E27FC236}">
                <a16:creationId xmlns:a16="http://schemas.microsoft.com/office/drawing/2014/main" id="{ADFD8F96-60F4-461E-B912-515973F36C41}"/>
              </a:ext>
            </a:extLst>
          </p:cNvPr>
          <p:cNvSpPr>
            <a:spLocks/>
          </p:cNvSpPr>
          <p:nvPr/>
        </p:nvSpPr>
        <p:spPr>
          <a:xfrm>
            <a:off x="139739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1" name="data_9399">
            <a:extLst>
              <a:ext uri="{FF2B5EF4-FFF2-40B4-BE49-F238E27FC236}">
                <a16:creationId xmlns:a16="http://schemas.microsoft.com/office/drawing/2014/main" id="{8A89A23D-1F48-49FE-9745-F7889A91EA69}"/>
              </a:ext>
            </a:extLst>
          </p:cNvPr>
          <p:cNvSpPr>
            <a:spLocks/>
          </p:cNvSpPr>
          <p:nvPr/>
        </p:nvSpPr>
        <p:spPr>
          <a:xfrm>
            <a:off x="1400782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2" name="data_9400">
            <a:extLst>
              <a:ext uri="{FF2B5EF4-FFF2-40B4-BE49-F238E27FC236}">
                <a16:creationId xmlns:a16="http://schemas.microsoft.com/office/drawing/2014/main" id="{7FB170F8-E9D1-4990-B180-E03B0E2AA1F3}"/>
              </a:ext>
            </a:extLst>
          </p:cNvPr>
          <p:cNvSpPr>
            <a:spLocks/>
          </p:cNvSpPr>
          <p:nvPr/>
        </p:nvSpPr>
        <p:spPr>
          <a:xfrm>
            <a:off x="1325862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3" name="data_9401">
            <a:extLst>
              <a:ext uri="{FF2B5EF4-FFF2-40B4-BE49-F238E27FC236}">
                <a16:creationId xmlns:a16="http://schemas.microsoft.com/office/drawing/2014/main" id="{26014C18-07EE-4F8D-8F4F-8FC7A91F702F}"/>
              </a:ext>
            </a:extLst>
          </p:cNvPr>
          <p:cNvSpPr>
            <a:spLocks/>
          </p:cNvSpPr>
          <p:nvPr/>
        </p:nvSpPr>
        <p:spPr>
          <a:xfrm>
            <a:off x="130618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4" name="data_9402">
            <a:extLst>
              <a:ext uri="{FF2B5EF4-FFF2-40B4-BE49-F238E27FC236}">
                <a16:creationId xmlns:a16="http://schemas.microsoft.com/office/drawing/2014/main" id="{481FED14-4697-4749-92FE-37BA6181943A}"/>
              </a:ext>
            </a:extLst>
          </p:cNvPr>
          <p:cNvSpPr>
            <a:spLocks/>
          </p:cNvSpPr>
          <p:nvPr/>
        </p:nvSpPr>
        <p:spPr>
          <a:xfrm>
            <a:off x="138202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5" name="data_9403">
            <a:extLst>
              <a:ext uri="{FF2B5EF4-FFF2-40B4-BE49-F238E27FC236}">
                <a16:creationId xmlns:a16="http://schemas.microsoft.com/office/drawing/2014/main" id="{8F876AEC-2F21-4912-A9F4-C178EAA20EF7}"/>
              </a:ext>
            </a:extLst>
          </p:cNvPr>
          <p:cNvSpPr>
            <a:spLocks/>
          </p:cNvSpPr>
          <p:nvPr/>
        </p:nvSpPr>
        <p:spPr>
          <a:xfrm>
            <a:off x="130006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6" name="data_9404">
            <a:extLst>
              <a:ext uri="{FF2B5EF4-FFF2-40B4-BE49-F238E27FC236}">
                <a16:creationId xmlns:a16="http://schemas.microsoft.com/office/drawing/2014/main" id="{DD3B4073-86D6-491C-B3CD-B2F3E0D673AD}"/>
              </a:ext>
            </a:extLst>
          </p:cNvPr>
          <p:cNvSpPr>
            <a:spLocks/>
          </p:cNvSpPr>
          <p:nvPr/>
        </p:nvSpPr>
        <p:spPr>
          <a:xfrm>
            <a:off x="130827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7" name="data_9405">
            <a:extLst>
              <a:ext uri="{FF2B5EF4-FFF2-40B4-BE49-F238E27FC236}">
                <a16:creationId xmlns:a16="http://schemas.microsoft.com/office/drawing/2014/main" id="{263DD0D6-44FD-4A5F-8126-30C2C52F34A6}"/>
              </a:ext>
            </a:extLst>
          </p:cNvPr>
          <p:cNvSpPr>
            <a:spLocks/>
          </p:cNvSpPr>
          <p:nvPr/>
        </p:nvSpPr>
        <p:spPr>
          <a:xfrm>
            <a:off x="1385277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8" name="data_9406">
            <a:extLst>
              <a:ext uri="{FF2B5EF4-FFF2-40B4-BE49-F238E27FC236}">
                <a16:creationId xmlns:a16="http://schemas.microsoft.com/office/drawing/2014/main" id="{3E7F285A-9704-4944-B18C-A2E57F28C3A6}"/>
              </a:ext>
            </a:extLst>
          </p:cNvPr>
          <p:cNvSpPr>
            <a:spLocks/>
          </p:cNvSpPr>
          <p:nvPr/>
        </p:nvSpPr>
        <p:spPr>
          <a:xfrm>
            <a:off x="130123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19" name="data_9407">
            <a:extLst>
              <a:ext uri="{FF2B5EF4-FFF2-40B4-BE49-F238E27FC236}">
                <a16:creationId xmlns:a16="http://schemas.microsoft.com/office/drawing/2014/main" id="{D1FA24B8-E032-48DA-A1F6-E74A411038E6}"/>
              </a:ext>
            </a:extLst>
          </p:cNvPr>
          <p:cNvSpPr>
            <a:spLocks/>
          </p:cNvSpPr>
          <p:nvPr/>
        </p:nvSpPr>
        <p:spPr>
          <a:xfrm>
            <a:off x="14102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0" name="data_9408">
            <a:extLst>
              <a:ext uri="{FF2B5EF4-FFF2-40B4-BE49-F238E27FC236}">
                <a16:creationId xmlns:a16="http://schemas.microsoft.com/office/drawing/2014/main" id="{E2502120-88AE-4E77-A2EC-4C87DA9FBE3F}"/>
              </a:ext>
            </a:extLst>
          </p:cNvPr>
          <p:cNvSpPr>
            <a:spLocks/>
          </p:cNvSpPr>
          <p:nvPr/>
        </p:nvSpPr>
        <p:spPr>
          <a:xfrm>
            <a:off x="13903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1" name="data_9409">
            <a:extLst>
              <a:ext uri="{FF2B5EF4-FFF2-40B4-BE49-F238E27FC236}">
                <a16:creationId xmlns:a16="http://schemas.microsoft.com/office/drawing/2014/main" id="{4B7307ED-9950-4AD5-ACC3-F2CADD0B6B72}"/>
              </a:ext>
            </a:extLst>
          </p:cNvPr>
          <p:cNvSpPr>
            <a:spLocks/>
          </p:cNvSpPr>
          <p:nvPr/>
        </p:nvSpPr>
        <p:spPr>
          <a:xfrm>
            <a:off x="134319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2" name="data_9410">
            <a:extLst>
              <a:ext uri="{FF2B5EF4-FFF2-40B4-BE49-F238E27FC236}">
                <a16:creationId xmlns:a16="http://schemas.microsoft.com/office/drawing/2014/main" id="{B6778433-FB1C-4253-86C0-CA4196C893D8}"/>
              </a:ext>
            </a:extLst>
          </p:cNvPr>
          <p:cNvSpPr>
            <a:spLocks/>
          </p:cNvSpPr>
          <p:nvPr/>
        </p:nvSpPr>
        <p:spPr>
          <a:xfrm>
            <a:off x="13211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3" name="data_9411">
            <a:extLst>
              <a:ext uri="{FF2B5EF4-FFF2-40B4-BE49-F238E27FC236}">
                <a16:creationId xmlns:a16="http://schemas.microsoft.com/office/drawing/2014/main" id="{F5DBD1C0-750C-439D-BAB2-9093A116F494}"/>
              </a:ext>
            </a:extLst>
          </p:cNvPr>
          <p:cNvSpPr>
            <a:spLocks/>
          </p:cNvSpPr>
          <p:nvPr/>
        </p:nvSpPr>
        <p:spPr>
          <a:xfrm>
            <a:off x="1413942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4" name="data_9412">
            <a:extLst>
              <a:ext uri="{FF2B5EF4-FFF2-40B4-BE49-F238E27FC236}">
                <a16:creationId xmlns:a16="http://schemas.microsoft.com/office/drawing/2014/main" id="{1D275882-E80F-4AC6-AD57-76913041A306}"/>
              </a:ext>
            </a:extLst>
          </p:cNvPr>
          <p:cNvSpPr>
            <a:spLocks/>
          </p:cNvSpPr>
          <p:nvPr/>
        </p:nvSpPr>
        <p:spPr>
          <a:xfrm>
            <a:off x="136664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5" name="data_9413">
            <a:extLst>
              <a:ext uri="{FF2B5EF4-FFF2-40B4-BE49-F238E27FC236}">
                <a16:creationId xmlns:a16="http://schemas.microsoft.com/office/drawing/2014/main" id="{87D963DC-2313-4DB2-9BE2-6A4F48C4FEE5}"/>
              </a:ext>
            </a:extLst>
          </p:cNvPr>
          <p:cNvSpPr>
            <a:spLocks/>
          </p:cNvSpPr>
          <p:nvPr/>
        </p:nvSpPr>
        <p:spPr>
          <a:xfrm>
            <a:off x="139635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6" name="data_9414">
            <a:extLst>
              <a:ext uri="{FF2B5EF4-FFF2-40B4-BE49-F238E27FC236}">
                <a16:creationId xmlns:a16="http://schemas.microsoft.com/office/drawing/2014/main" id="{BC9C864D-9617-49C2-88EF-2A963A004AC7}"/>
              </a:ext>
            </a:extLst>
          </p:cNvPr>
          <p:cNvSpPr>
            <a:spLocks/>
          </p:cNvSpPr>
          <p:nvPr/>
        </p:nvSpPr>
        <p:spPr>
          <a:xfrm>
            <a:off x="1305015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7" name="data_9415">
            <a:extLst>
              <a:ext uri="{FF2B5EF4-FFF2-40B4-BE49-F238E27FC236}">
                <a16:creationId xmlns:a16="http://schemas.microsoft.com/office/drawing/2014/main" id="{09861CB9-021A-49D6-AAA7-2BD1377E4A6F}"/>
              </a:ext>
            </a:extLst>
          </p:cNvPr>
          <p:cNvSpPr>
            <a:spLocks/>
          </p:cNvSpPr>
          <p:nvPr/>
        </p:nvSpPr>
        <p:spPr>
          <a:xfrm>
            <a:off x="13417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8" name="data_9416">
            <a:extLst>
              <a:ext uri="{FF2B5EF4-FFF2-40B4-BE49-F238E27FC236}">
                <a16:creationId xmlns:a16="http://schemas.microsoft.com/office/drawing/2014/main" id="{61E53651-0A15-4324-B391-E3DA2EEDD93A}"/>
              </a:ext>
            </a:extLst>
          </p:cNvPr>
          <p:cNvSpPr>
            <a:spLocks/>
          </p:cNvSpPr>
          <p:nvPr/>
        </p:nvSpPr>
        <p:spPr>
          <a:xfrm>
            <a:off x="138827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29" name="data_9417">
            <a:extLst>
              <a:ext uri="{FF2B5EF4-FFF2-40B4-BE49-F238E27FC236}">
                <a16:creationId xmlns:a16="http://schemas.microsoft.com/office/drawing/2014/main" id="{73C5A8FD-E277-4977-B2FC-DC56209DF766}"/>
              </a:ext>
            </a:extLst>
          </p:cNvPr>
          <p:cNvSpPr>
            <a:spLocks/>
          </p:cNvSpPr>
          <p:nvPr/>
        </p:nvSpPr>
        <p:spPr>
          <a:xfrm>
            <a:off x="136938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0" name="data_9418">
            <a:extLst>
              <a:ext uri="{FF2B5EF4-FFF2-40B4-BE49-F238E27FC236}">
                <a16:creationId xmlns:a16="http://schemas.microsoft.com/office/drawing/2014/main" id="{45553CAD-CA72-4CD0-B418-2515E6EF378D}"/>
              </a:ext>
            </a:extLst>
          </p:cNvPr>
          <p:cNvSpPr>
            <a:spLocks/>
          </p:cNvSpPr>
          <p:nvPr/>
        </p:nvSpPr>
        <p:spPr>
          <a:xfrm>
            <a:off x="1407558" y="616312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1" name="data_9419">
            <a:extLst>
              <a:ext uri="{FF2B5EF4-FFF2-40B4-BE49-F238E27FC236}">
                <a16:creationId xmlns:a16="http://schemas.microsoft.com/office/drawing/2014/main" id="{07AE736D-83A1-4783-8D53-F7FAAFA0FF44}"/>
              </a:ext>
            </a:extLst>
          </p:cNvPr>
          <p:cNvSpPr>
            <a:spLocks/>
          </p:cNvSpPr>
          <p:nvPr/>
        </p:nvSpPr>
        <p:spPr>
          <a:xfrm>
            <a:off x="128664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2" name="data_9420">
            <a:extLst>
              <a:ext uri="{FF2B5EF4-FFF2-40B4-BE49-F238E27FC236}">
                <a16:creationId xmlns:a16="http://schemas.microsoft.com/office/drawing/2014/main" id="{C975DE0C-21A6-4579-948E-DAD7F1DA33E6}"/>
              </a:ext>
            </a:extLst>
          </p:cNvPr>
          <p:cNvSpPr>
            <a:spLocks/>
          </p:cNvSpPr>
          <p:nvPr/>
        </p:nvSpPr>
        <p:spPr>
          <a:xfrm>
            <a:off x="134032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3" name="data_9421">
            <a:extLst>
              <a:ext uri="{FF2B5EF4-FFF2-40B4-BE49-F238E27FC236}">
                <a16:creationId xmlns:a16="http://schemas.microsoft.com/office/drawing/2014/main" id="{AB84DAAD-350C-46B8-8481-1A0275C2608A}"/>
              </a:ext>
            </a:extLst>
          </p:cNvPr>
          <p:cNvSpPr>
            <a:spLocks/>
          </p:cNvSpPr>
          <p:nvPr/>
        </p:nvSpPr>
        <p:spPr>
          <a:xfrm>
            <a:off x="136469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4" name="data_9422">
            <a:extLst>
              <a:ext uri="{FF2B5EF4-FFF2-40B4-BE49-F238E27FC236}">
                <a16:creationId xmlns:a16="http://schemas.microsoft.com/office/drawing/2014/main" id="{37A3C227-6731-48BD-A7C7-F90480A56CAC}"/>
              </a:ext>
            </a:extLst>
          </p:cNvPr>
          <p:cNvSpPr>
            <a:spLocks/>
          </p:cNvSpPr>
          <p:nvPr/>
        </p:nvSpPr>
        <p:spPr>
          <a:xfrm>
            <a:off x="132416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5" name="data_9423">
            <a:extLst>
              <a:ext uri="{FF2B5EF4-FFF2-40B4-BE49-F238E27FC236}">
                <a16:creationId xmlns:a16="http://schemas.microsoft.com/office/drawing/2014/main" id="{F7369768-B3D7-4A1D-9CE2-56B2AD60EA5F}"/>
              </a:ext>
            </a:extLst>
          </p:cNvPr>
          <p:cNvSpPr>
            <a:spLocks/>
          </p:cNvSpPr>
          <p:nvPr/>
        </p:nvSpPr>
        <p:spPr>
          <a:xfrm>
            <a:off x="135335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6" name="data_9424">
            <a:extLst>
              <a:ext uri="{FF2B5EF4-FFF2-40B4-BE49-F238E27FC236}">
                <a16:creationId xmlns:a16="http://schemas.microsoft.com/office/drawing/2014/main" id="{984556BD-BCB9-49D8-811E-6C9A2043E660}"/>
              </a:ext>
            </a:extLst>
          </p:cNvPr>
          <p:cNvSpPr>
            <a:spLocks/>
          </p:cNvSpPr>
          <p:nvPr/>
        </p:nvSpPr>
        <p:spPr>
          <a:xfrm>
            <a:off x="1336937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7" name="data_9425">
            <a:extLst>
              <a:ext uri="{FF2B5EF4-FFF2-40B4-BE49-F238E27FC236}">
                <a16:creationId xmlns:a16="http://schemas.microsoft.com/office/drawing/2014/main" id="{EBC23CD6-C101-43B5-AB6B-747B4E451436}"/>
              </a:ext>
            </a:extLst>
          </p:cNvPr>
          <p:cNvSpPr>
            <a:spLocks/>
          </p:cNvSpPr>
          <p:nvPr/>
        </p:nvSpPr>
        <p:spPr>
          <a:xfrm>
            <a:off x="1393225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8" name="data_9426">
            <a:extLst>
              <a:ext uri="{FF2B5EF4-FFF2-40B4-BE49-F238E27FC236}">
                <a16:creationId xmlns:a16="http://schemas.microsoft.com/office/drawing/2014/main" id="{B0260AF8-0B2F-4B67-89C3-528EE6676576}"/>
              </a:ext>
            </a:extLst>
          </p:cNvPr>
          <p:cNvSpPr>
            <a:spLocks/>
          </p:cNvSpPr>
          <p:nvPr/>
        </p:nvSpPr>
        <p:spPr>
          <a:xfrm>
            <a:off x="130097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39" name="data_9427">
            <a:extLst>
              <a:ext uri="{FF2B5EF4-FFF2-40B4-BE49-F238E27FC236}">
                <a16:creationId xmlns:a16="http://schemas.microsoft.com/office/drawing/2014/main" id="{EA5EC1B8-46CA-4C6C-B020-16359EC8D689}"/>
              </a:ext>
            </a:extLst>
          </p:cNvPr>
          <p:cNvSpPr>
            <a:spLocks/>
          </p:cNvSpPr>
          <p:nvPr/>
        </p:nvSpPr>
        <p:spPr>
          <a:xfrm>
            <a:off x="130696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0" name="data_9428">
            <a:extLst>
              <a:ext uri="{FF2B5EF4-FFF2-40B4-BE49-F238E27FC236}">
                <a16:creationId xmlns:a16="http://schemas.microsoft.com/office/drawing/2014/main" id="{275A2799-5184-457C-B8B1-AC5F82CA2F9C}"/>
              </a:ext>
            </a:extLst>
          </p:cNvPr>
          <p:cNvSpPr>
            <a:spLocks/>
          </p:cNvSpPr>
          <p:nvPr/>
        </p:nvSpPr>
        <p:spPr>
          <a:xfrm>
            <a:off x="136117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1" name="data_9429">
            <a:extLst>
              <a:ext uri="{FF2B5EF4-FFF2-40B4-BE49-F238E27FC236}">
                <a16:creationId xmlns:a16="http://schemas.microsoft.com/office/drawing/2014/main" id="{CAE037A2-62FB-48F2-B659-12F3082E69FD}"/>
              </a:ext>
            </a:extLst>
          </p:cNvPr>
          <p:cNvSpPr>
            <a:spLocks/>
          </p:cNvSpPr>
          <p:nvPr/>
        </p:nvSpPr>
        <p:spPr>
          <a:xfrm>
            <a:off x="136000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2" name="data_9430">
            <a:extLst>
              <a:ext uri="{FF2B5EF4-FFF2-40B4-BE49-F238E27FC236}">
                <a16:creationId xmlns:a16="http://schemas.microsoft.com/office/drawing/2014/main" id="{37F56C00-5BFE-409E-ACD5-AB3E24D2B2EA}"/>
              </a:ext>
            </a:extLst>
          </p:cNvPr>
          <p:cNvSpPr>
            <a:spLocks/>
          </p:cNvSpPr>
          <p:nvPr/>
        </p:nvSpPr>
        <p:spPr>
          <a:xfrm>
            <a:off x="14023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3" name="data_9431">
            <a:extLst>
              <a:ext uri="{FF2B5EF4-FFF2-40B4-BE49-F238E27FC236}">
                <a16:creationId xmlns:a16="http://schemas.microsoft.com/office/drawing/2014/main" id="{BAF14342-B509-4BE4-8B04-0361BFCD8D00}"/>
              </a:ext>
            </a:extLst>
          </p:cNvPr>
          <p:cNvSpPr>
            <a:spLocks/>
          </p:cNvSpPr>
          <p:nvPr/>
        </p:nvSpPr>
        <p:spPr>
          <a:xfrm>
            <a:off x="1382671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4" name="data_9432">
            <a:extLst>
              <a:ext uri="{FF2B5EF4-FFF2-40B4-BE49-F238E27FC236}">
                <a16:creationId xmlns:a16="http://schemas.microsoft.com/office/drawing/2014/main" id="{C7A87913-6391-425B-82B5-8F647BDA301E}"/>
              </a:ext>
            </a:extLst>
          </p:cNvPr>
          <p:cNvSpPr>
            <a:spLocks/>
          </p:cNvSpPr>
          <p:nvPr/>
        </p:nvSpPr>
        <p:spPr>
          <a:xfrm>
            <a:off x="13211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5" name="data_9433">
            <a:extLst>
              <a:ext uri="{FF2B5EF4-FFF2-40B4-BE49-F238E27FC236}">
                <a16:creationId xmlns:a16="http://schemas.microsoft.com/office/drawing/2014/main" id="{B03A31BD-A20C-4485-84C9-40BA891FB68C}"/>
              </a:ext>
            </a:extLst>
          </p:cNvPr>
          <p:cNvSpPr>
            <a:spLocks/>
          </p:cNvSpPr>
          <p:nvPr/>
        </p:nvSpPr>
        <p:spPr>
          <a:xfrm>
            <a:off x="138527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6" name="data_9434">
            <a:extLst>
              <a:ext uri="{FF2B5EF4-FFF2-40B4-BE49-F238E27FC236}">
                <a16:creationId xmlns:a16="http://schemas.microsoft.com/office/drawing/2014/main" id="{6FF142FB-4957-4134-89CA-079FC0D4CA03}"/>
              </a:ext>
            </a:extLst>
          </p:cNvPr>
          <p:cNvSpPr>
            <a:spLocks/>
          </p:cNvSpPr>
          <p:nvPr/>
        </p:nvSpPr>
        <p:spPr>
          <a:xfrm>
            <a:off x="1374723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7" name="data_9435">
            <a:extLst>
              <a:ext uri="{FF2B5EF4-FFF2-40B4-BE49-F238E27FC236}">
                <a16:creationId xmlns:a16="http://schemas.microsoft.com/office/drawing/2014/main" id="{1F93DA54-CB89-425C-890C-80035A27385A}"/>
              </a:ext>
            </a:extLst>
          </p:cNvPr>
          <p:cNvSpPr>
            <a:spLocks/>
          </p:cNvSpPr>
          <p:nvPr/>
        </p:nvSpPr>
        <p:spPr>
          <a:xfrm>
            <a:off x="138032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8" name="data_9436">
            <a:extLst>
              <a:ext uri="{FF2B5EF4-FFF2-40B4-BE49-F238E27FC236}">
                <a16:creationId xmlns:a16="http://schemas.microsoft.com/office/drawing/2014/main" id="{5B5CC7E7-58AF-4CA2-9D9C-B4EE8FBE7BC6}"/>
              </a:ext>
            </a:extLst>
          </p:cNvPr>
          <p:cNvSpPr>
            <a:spLocks/>
          </p:cNvSpPr>
          <p:nvPr/>
        </p:nvSpPr>
        <p:spPr>
          <a:xfrm>
            <a:off x="13557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49" name="data_9437">
            <a:extLst>
              <a:ext uri="{FF2B5EF4-FFF2-40B4-BE49-F238E27FC236}">
                <a16:creationId xmlns:a16="http://schemas.microsoft.com/office/drawing/2014/main" id="{D757B1A4-889F-4F2B-AB7D-85418EC909E6}"/>
              </a:ext>
            </a:extLst>
          </p:cNvPr>
          <p:cNvSpPr>
            <a:spLocks/>
          </p:cNvSpPr>
          <p:nvPr/>
        </p:nvSpPr>
        <p:spPr>
          <a:xfrm>
            <a:off x="128807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0" name="data_9438">
            <a:extLst>
              <a:ext uri="{FF2B5EF4-FFF2-40B4-BE49-F238E27FC236}">
                <a16:creationId xmlns:a16="http://schemas.microsoft.com/office/drawing/2014/main" id="{504C9CFB-76B8-495E-B4F5-5D1B32C47AA1}"/>
              </a:ext>
            </a:extLst>
          </p:cNvPr>
          <p:cNvSpPr>
            <a:spLocks/>
          </p:cNvSpPr>
          <p:nvPr/>
        </p:nvSpPr>
        <p:spPr>
          <a:xfrm>
            <a:off x="1375244" y="63180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1" name="data_9439">
            <a:extLst>
              <a:ext uri="{FF2B5EF4-FFF2-40B4-BE49-F238E27FC236}">
                <a16:creationId xmlns:a16="http://schemas.microsoft.com/office/drawing/2014/main" id="{35ED5A29-5F43-4093-9241-A79C9465CD0C}"/>
              </a:ext>
            </a:extLst>
          </p:cNvPr>
          <p:cNvSpPr>
            <a:spLocks/>
          </p:cNvSpPr>
          <p:nvPr/>
        </p:nvSpPr>
        <p:spPr>
          <a:xfrm>
            <a:off x="139244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2" name="data_9440">
            <a:extLst>
              <a:ext uri="{FF2B5EF4-FFF2-40B4-BE49-F238E27FC236}">
                <a16:creationId xmlns:a16="http://schemas.microsoft.com/office/drawing/2014/main" id="{A4DFE796-1632-4A45-B830-239D478849E6}"/>
              </a:ext>
            </a:extLst>
          </p:cNvPr>
          <p:cNvSpPr>
            <a:spLocks/>
          </p:cNvSpPr>
          <p:nvPr/>
        </p:nvSpPr>
        <p:spPr>
          <a:xfrm>
            <a:off x="130970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3" name="data_9441">
            <a:extLst>
              <a:ext uri="{FF2B5EF4-FFF2-40B4-BE49-F238E27FC236}">
                <a16:creationId xmlns:a16="http://schemas.microsoft.com/office/drawing/2014/main" id="{543A65B9-C351-4EAA-ACEA-ECB1D5A54EC4}"/>
              </a:ext>
            </a:extLst>
          </p:cNvPr>
          <p:cNvSpPr>
            <a:spLocks/>
          </p:cNvSpPr>
          <p:nvPr/>
        </p:nvSpPr>
        <p:spPr>
          <a:xfrm>
            <a:off x="129993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4" name="data_9442">
            <a:extLst>
              <a:ext uri="{FF2B5EF4-FFF2-40B4-BE49-F238E27FC236}">
                <a16:creationId xmlns:a16="http://schemas.microsoft.com/office/drawing/2014/main" id="{6289B606-0601-4EFE-BF61-A755739061F6}"/>
              </a:ext>
            </a:extLst>
          </p:cNvPr>
          <p:cNvSpPr>
            <a:spLocks/>
          </p:cNvSpPr>
          <p:nvPr/>
        </p:nvSpPr>
        <p:spPr>
          <a:xfrm>
            <a:off x="137498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5" name="data_9443">
            <a:extLst>
              <a:ext uri="{FF2B5EF4-FFF2-40B4-BE49-F238E27FC236}">
                <a16:creationId xmlns:a16="http://schemas.microsoft.com/office/drawing/2014/main" id="{B1B68773-E67A-4516-A9D3-DF6288513CEF}"/>
              </a:ext>
            </a:extLst>
          </p:cNvPr>
          <p:cNvSpPr>
            <a:spLocks/>
          </p:cNvSpPr>
          <p:nvPr/>
        </p:nvSpPr>
        <p:spPr>
          <a:xfrm>
            <a:off x="140860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6" name="data_9444">
            <a:extLst>
              <a:ext uri="{FF2B5EF4-FFF2-40B4-BE49-F238E27FC236}">
                <a16:creationId xmlns:a16="http://schemas.microsoft.com/office/drawing/2014/main" id="{6642A368-EB77-4330-B761-272EF40F7D63}"/>
              </a:ext>
            </a:extLst>
          </p:cNvPr>
          <p:cNvSpPr>
            <a:spLocks/>
          </p:cNvSpPr>
          <p:nvPr/>
        </p:nvSpPr>
        <p:spPr>
          <a:xfrm>
            <a:off x="141420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7" name="data_9445">
            <a:extLst>
              <a:ext uri="{FF2B5EF4-FFF2-40B4-BE49-F238E27FC236}">
                <a16:creationId xmlns:a16="http://schemas.microsoft.com/office/drawing/2014/main" id="{F2DB2F82-6566-4C0B-866E-801AE293D301}"/>
              </a:ext>
            </a:extLst>
          </p:cNvPr>
          <p:cNvSpPr>
            <a:spLocks/>
          </p:cNvSpPr>
          <p:nvPr/>
        </p:nvSpPr>
        <p:spPr>
          <a:xfrm>
            <a:off x="133368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8" name="data_9446">
            <a:extLst>
              <a:ext uri="{FF2B5EF4-FFF2-40B4-BE49-F238E27FC236}">
                <a16:creationId xmlns:a16="http://schemas.microsoft.com/office/drawing/2014/main" id="{40C7F650-1928-437C-9BE6-9C4412562929}"/>
              </a:ext>
            </a:extLst>
          </p:cNvPr>
          <p:cNvSpPr>
            <a:spLocks/>
          </p:cNvSpPr>
          <p:nvPr/>
        </p:nvSpPr>
        <p:spPr>
          <a:xfrm>
            <a:off x="13814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59" name="data_9447">
            <a:extLst>
              <a:ext uri="{FF2B5EF4-FFF2-40B4-BE49-F238E27FC236}">
                <a16:creationId xmlns:a16="http://schemas.microsoft.com/office/drawing/2014/main" id="{E438B922-1C79-4E13-A006-2FF200833641}"/>
              </a:ext>
            </a:extLst>
          </p:cNvPr>
          <p:cNvSpPr>
            <a:spLocks/>
          </p:cNvSpPr>
          <p:nvPr/>
        </p:nvSpPr>
        <p:spPr>
          <a:xfrm>
            <a:off x="13914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0" name="data_9448">
            <a:extLst>
              <a:ext uri="{FF2B5EF4-FFF2-40B4-BE49-F238E27FC236}">
                <a16:creationId xmlns:a16="http://schemas.microsoft.com/office/drawing/2014/main" id="{49208329-12F6-4515-BE47-9AF03E038F30}"/>
              </a:ext>
            </a:extLst>
          </p:cNvPr>
          <p:cNvSpPr>
            <a:spLocks/>
          </p:cNvSpPr>
          <p:nvPr/>
        </p:nvSpPr>
        <p:spPr>
          <a:xfrm>
            <a:off x="140716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1" name="data_9449">
            <a:extLst>
              <a:ext uri="{FF2B5EF4-FFF2-40B4-BE49-F238E27FC236}">
                <a16:creationId xmlns:a16="http://schemas.microsoft.com/office/drawing/2014/main" id="{B16C43B4-5EAF-4C09-BC1E-941588753CB9}"/>
              </a:ext>
            </a:extLst>
          </p:cNvPr>
          <p:cNvSpPr>
            <a:spLocks/>
          </p:cNvSpPr>
          <p:nvPr/>
        </p:nvSpPr>
        <p:spPr>
          <a:xfrm>
            <a:off x="139335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2" name="data_9450">
            <a:extLst>
              <a:ext uri="{FF2B5EF4-FFF2-40B4-BE49-F238E27FC236}">
                <a16:creationId xmlns:a16="http://schemas.microsoft.com/office/drawing/2014/main" id="{87422F9E-2E6B-46C4-B9F4-CDD6EA1B0F38}"/>
              </a:ext>
            </a:extLst>
          </p:cNvPr>
          <p:cNvSpPr>
            <a:spLocks/>
          </p:cNvSpPr>
          <p:nvPr/>
        </p:nvSpPr>
        <p:spPr>
          <a:xfrm>
            <a:off x="137368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3" name="data_9451">
            <a:extLst>
              <a:ext uri="{FF2B5EF4-FFF2-40B4-BE49-F238E27FC236}">
                <a16:creationId xmlns:a16="http://schemas.microsoft.com/office/drawing/2014/main" id="{509B968D-7BA8-49E7-A567-687513E67E26}"/>
              </a:ext>
            </a:extLst>
          </p:cNvPr>
          <p:cNvSpPr>
            <a:spLocks/>
          </p:cNvSpPr>
          <p:nvPr/>
        </p:nvSpPr>
        <p:spPr>
          <a:xfrm>
            <a:off x="129380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4" name="data_9452">
            <a:extLst>
              <a:ext uri="{FF2B5EF4-FFF2-40B4-BE49-F238E27FC236}">
                <a16:creationId xmlns:a16="http://schemas.microsoft.com/office/drawing/2014/main" id="{FE0EA945-96EA-4249-92AA-7B83321AD957}"/>
              </a:ext>
            </a:extLst>
          </p:cNvPr>
          <p:cNvSpPr>
            <a:spLocks/>
          </p:cNvSpPr>
          <p:nvPr/>
        </p:nvSpPr>
        <p:spPr>
          <a:xfrm>
            <a:off x="1306448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5" name="data_9453">
            <a:extLst>
              <a:ext uri="{FF2B5EF4-FFF2-40B4-BE49-F238E27FC236}">
                <a16:creationId xmlns:a16="http://schemas.microsoft.com/office/drawing/2014/main" id="{AF1CF598-5050-4B71-A78F-299CCD4E4237}"/>
              </a:ext>
            </a:extLst>
          </p:cNvPr>
          <p:cNvSpPr>
            <a:spLocks/>
          </p:cNvSpPr>
          <p:nvPr/>
        </p:nvSpPr>
        <p:spPr>
          <a:xfrm>
            <a:off x="137498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6" name="data_9454">
            <a:extLst>
              <a:ext uri="{FF2B5EF4-FFF2-40B4-BE49-F238E27FC236}">
                <a16:creationId xmlns:a16="http://schemas.microsoft.com/office/drawing/2014/main" id="{2EAD5482-7AA0-4FF8-A15E-42DEC1342E9B}"/>
              </a:ext>
            </a:extLst>
          </p:cNvPr>
          <p:cNvSpPr>
            <a:spLocks/>
          </p:cNvSpPr>
          <p:nvPr/>
        </p:nvSpPr>
        <p:spPr>
          <a:xfrm>
            <a:off x="136182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7" name="data_9455">
            <a:extLst>
              <a:ext uri="{FF2B5EF4-FFF2-40B4-BE49-F238E27FC236}">
                <a16:creationId xmlns:a16="http://schemas.microsoft.com/office/drawing/2014/main" id="{17CDB066-497F-424C-A4BC-23C7B02CDA0D}"/>
              </a:ext>
            </a:extLst>
          </p:cNvPr>
          <p:cNvSpPr>
            <a:spLocks/>
          </p:cNvSpPr>
          <p:nvPr/>
        </p:nvSpPr>
        <p:spPr>
          <a:xfrm>
            <a:off x="131192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8" name="data_9456">
            <a:extLst>
              <a:ext uri="{FF2B5EF4-FFF2-40B4-BE49-F238E27FC236}">
                <a16:creationId xmlns:a16="http://schemas.microsoft.com/office/drawing/2014/main" id="{F4C7182C-551A-4E1F-AB21-7DDCC0F3B492}"/>
              </a:ext>
            </a:extLst>
          </p:cNvPr>
          <p:cNvSpPr>
            <a:spLocks/>
          </p:cNvSpPr>
          <p:nvPr/>
        </p:nvSpPr>
        <p:spPr>
          <a:xfrm>
            <a:off x="13355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69" name="data_9457">
            <a:extLst>
              <a:ext uri="{FF2B5EF4-FFF2-40B4-BE49-F238E27FC236}">
                <a16:creationId xmlns:a16="http://schemas.microsoft.com/office/drawing/2014/main" id="{A0A9BC19-4E84-4DE6-9BF8-F8E5C6174B5B}"/>
              </a:ext>
            </a:extLst>
          </p:cNvPr>
          <p:cNvSpPr>
            <a:spLocks/>
          </p:cNvSpPr>
          <p:nvPr/>
        </p:nvSpPr>
        <p:spPr>
          <a:xfrm>
            <a:off x="1289379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0" name="data_9458">
            <a:extLst>
              <a:ext uri="{FF2B5EF4-FFF2-40B4-BE49-F238E27FC236}">
                <a16:creationId xmlns:a16="http://schemas.microsoft.com/office/drawing/2014/main" id="{30A93E89-88A8-4020-B97A-21D50F0FE5C5}"/>
              </a:ext>
            </a:extLst>
          </p:cNvPr>
          <p:cNvSpPr>
            <a:spLocks/>
          </p:cNvSpPr>
          <p:nvPr/>
        </p:nvSpPr>
        <p:spPr>
          <a:xfrm>
            <a:off x="16546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1" name="data_9459">
            <a:extLst>
              <a:ext uri="{FF2B5EF4-FFF2-40B4-BE49-F238E27FC236}">
                <a16:creationId xmlns:a16="http://schemas.microsoft.com/office/drawing/2014/main" id="{96B68701-2840-4F64-9BF0-011B9C8E64F7}"/>
              </a:ext>
            </a:extLst>
          </p:cNvPr>
          <p:cNvSpPr>
            <a:spLocks/>
          </p:cNvSpPr>
          <p:nvPr/>
        </p:nvSpPr>
        <p:spPr>
          <a:xfrm>
            <a:off x="17379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2" name="data_9460">
            <a:extLst>
              <a:ext uri="{FF2B5EF4-FFF2-40B4-BE49-F238E27FC236}">
                <a16:creationId xmlns:a16="http://schemas.microsoft.com/office/drawing/2014/main" id="{ECB754B3-2212-47B3-88DA-8765225BA81C}"/>
              </a:ext>
            </a:extLst>
          </p:cNvPr>
          <p:cNvSpPr>
            <a:spLocks/>
          </p:cNvSpPr>
          <p:nvPr/>
        </p:nvSpPr>
        <p:spPr>
          <a:xfrm>
            <a:off x="16272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3" name="data_9461">
            <a:extLst>
              <a:ext uri="{FF2B5EF4-FFF2-40B4-BE49-F238E27FC236}">
                <a16:creationId xmlns:a16="http://schemas.microsoft.com/office/drawing/2014/main" id="{0EB0E202-A707-4608-A633-58598A3A7A67}"/>
              </a:ext>
            </a:extLst>
          </p:cNvPr>
          <p:cNvSpPr>
            <a:spLocks/>
          </p:cNvSpPr>
          <p:nvPr/>
        </p:nvSpPr>
        <p:spPr>
          <a:xfrm>
            <a:off x="17275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4" name="data_9462">
            <a:extLst>
              <a:ext uri="{FF2B5EF4-FFF2-40B4-BE49-F238E27FC236}">
                <a16:creationId xmlns:a16="http://schemas.microsoft.com/office/drawing/2014/main" id="{67BFD2F1-3F8E-4794-B3E6-C503DEABB6A8}"/>
              </a:ext>
            </a:extLst>
          </p:cNvPr>
          <p:cNvSpPr>
            <a:spLocks/>
          </p:cNvSpPr>
          <p:nvPr/>
        </p:nvSpPr>
        <p:spPr>
          <a:xfrm>
            <a:off x="16758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5" name="data_9463">
            <a:extLst>
              <a:ext uri="{FF2B5EF4-FFF2-40B4-BE49-F238E27FC236}">
                <a16:creationId xmlns:a16="http://schemas.microsoft.com/office/drawing/2014/main" id="{A19ABD06-F952-4F84-86B3-90029DABF724}"/>
              </a:ext>
            </a:extLst>
          </p:cNvPr>
          <p:cNvSpPr>
            <a:spLocks/>
          </p:cNvSpPr>
          <p:nvPr/>
        </p:nvSpPr>
        <p:spPr>
          <a:xfrm>
            <a:off x="174724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6" name="data_9464">
            <a:extLst>
              <a:ext uri="{FF2B5EF4-FFF2-40B4-BE49-F238E27FC236}">
                <a16:creationId xmlns:a16="http://schemas.microsoft.com/office/drawing/2014/main" id="{0DD496E4-EDAF-4839-A8EE-823C54B429BB}"/>
              </a:ext>
            </a:extLst>
          </p:cNvPr>
          <p:cNvSpPr>
            <a:spLocks/>
          </p:cNvSpPr>
          <p:nvPr/>
        </p:nvSpPr>
        <p:spPr>
          <a:xfrm>
            <a:off x="16544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7" name="data_9465">
            <a:extLst>
              <a:ext uri="{FF2B5EF4-FFF2-40B4-BE49-F238E27FC236}">
                <a16:creationId xmlns:a16="http://schemas.microsoft.com/office/drawing/2014/main" id="{6F9A9BC3-F2FB-40F7-9A76-BFFFC769CFF2}"/>
              </a:ext>
            </a:extLst>
          </p:cNvPr>
          <p:cNvSpPr>
            <a:spLocks/>
          </p:cNvSpPr>
          <p:nvPr/>
        </p:nvSpPr>
        <p:spPr>
          <a:xfrm>
            <a:off x="17180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8" name="data_9466">
            <a:extLst>
              <a:ext uri="{FF2B5EF4-FFF2-40B4-BE49-F238E27FC236}">
                <a16:creationId xmlns:a16="http://schemas.microsoft.com/office/drawing/2014/main" id="{0298D83A-283A-409B-9AB6-728C76A0BDA6}"/>
              </a:ext>
            </a:extLst>
          </p:cNvPr>
          <p:cNvSpPr>
            <a:spLocks/>
          </p:cNvSpPr>
          <p:nvPr/>
        </p:nvSpPr>
        <p:spPr>
          <a:xfrm>
            <a:off x="16318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79" name="data_9467">
            <a:extLst>
              <a:ext uri="{FF2B5EF4-FFF2-40B4-BE49-F238E27FC236}">
                <a16:creationId xmlns:a16="http://schemas.microsoft.com/office/drawing/2014/main" id="{98C1FD59-7A0A-4E4C-9146-4EEDDD3DF357}"/>
              </a:ext>
            </a:extLst>
          </p:cNvPr>
          <p:cNvSpPr>
            <a:spLocks/>
          </p:cNvSpPr>
          <p:nvPr/>
        </p:nvSpPr>
        <p:spPr>
          <a:xfrm>
            <a:off x="165955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0" name="data_9468">
            <a:extLst>
              <a:ext uri="{FF2B5EF4-FFF2-40B4-BE49-F238E27FC236}">
                <a16:creationId xmlns:a16="http://schemas.microsoft.com/office/drawing/2014/main" id="{580A90F5-A369-4201-AAB2-4D972149DF19}"/>
              </a:ext>
            </a:extLst>
          </p:cNvPr>
          <p:cNvSpPr>
            <a:spLocks/>
          </p:cNvSpPr>
          <p:nvPr/>
        </p:nvSpPr>
        <p:spPr>
          <a:xfrm>
            <a:off x="1631544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1" name="data_9469">
            <a:extLst>
              <a:ext uri="{FF2B5EF4-FFF2-40B4-BE49-F238E27FC236}">
                <a16:creationId xmlns:a16="http://schemas.microsoft.com/office/drawing/2014/main" id="{2DE951E0-84A6-4322-BE09-6ABEF49CE823}"/>
              </a:ext>
            </a:extLst>
          </p:cNvPr>
          <p:cNvSpPr>
            <a:spLocks/>
          </p:cNvSpPr>
          <p:nvPr/>
        </p:nvSpPr>
        <p:spPr>
          <a:xfrm>
            <a:off x="17051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2" name="data_9470">
            <a:extLst>
              <a:ext uri="{FF2B5EF4-FFF2-40B4-BE49-F238E27FC236}">
                <a16:creationId xmlns:a16="http://schemas.microsoft.com/office/drawing/2014/main" id="{555B574F-50BA-4C2C-89CC-E3919E958C7E}"/>
              </a:ext>
            </a:extLst>
          </p:cNvPr>
          <p:cNvSpPr>
            <a:spLocks/>
          </p:cNvSpPr>
          <p:nvPr/>
        </p:nvSpPr>
        <p:spPr>
          <a:xfrm>
            <a:off x="16491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3" name="data_9471">
            <a:extLst>
              <a:ext uri="{FF2B5EF4-FFF2-40B4-BE49-F238E27FC236}">
                <a16:creationId xmlns:a16="http://schemas.microsoft.com/office/drawing/2014/main" id="{7E59F76D-BAFA-4D5B-9504-2AF762AE9A8E}"/>
              </a:ext>
            </a:extLst>
          </p:cNvPr>
          <p:cNvSpPr>
            <a:spLocks/>
          </p:cNvSpPr>
          <p:nvPr/>
        </p:nvSpPr>
        <p:spPr>
          <a:xfrm>
            <a:off x="168822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4" name="data_9472">
            <a:extLst>
              <a:ext uri="{FF2B5EF4-FFF2-40B4-BE49-F238E27FC236}">
                <a16:creationId xmlns:a16="http://schemas.microsoft.com/office/drawing/2014/main" id="{653168AE-A42C-493C-A913-A039958A37CE}"/>
              </a:ext>
            </a:extLst>
          </p:cNvPr>
          <p:cNvSpPr>
            <a:spLocks/>
          </p:cNvSpPr>
          <p:nvPr/>
        </p:nvSpPr>
        <p:spPr>
          <a:xfrm>
            <a:off x="16744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5" name="data_9473">
            <a:extLst>
              <a:ext uri="{FF2B5EF4-FFF2-40B4-BE49-F238E27FC236}">
                <a16:creationId xmlns:a16="http://schemas.microsoft.com/office/drawing/2014/main" id="{63EB4843-019B-47B6-A523-91A8D6E1BB2A}"/>
              </a:ext>
            </a:extLst>
          </p:cNvPr>
          <p:cNvSpPr>
            <a:spLocks/>
          </p:cNvSpPr>
          <p:nvPr/>
        </p:nvSpPr>
        <p:spPr>
          <a:xfrm>
            <a:off x="1661513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6" name="data_9474">
            <a:extLst>
              <a:ext uri="{FF2B5EF4-FFF2-40B4-BE49-F238E27FC236}">
                <a16:creationId xmlns:a16="http://schemas.microsoft.com/office/drawing/2014/main" id="{D95A03B7-E509-491F-B1A2-021F0FE9C336}"/>
              </a:ext>
            </a:extLst>
          </p:cNvPr>
          <p:cNvSpPr>
            <a:spLocks/>
          </p:cNvSpPr>
          <p:nvPr/>
        </p:nvSpPr>
        <p:spPr>
          <a:xfrm>
            <a:off x="1631153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7" name="data_9475">
            <a:extLst>
              <a:ext uri="{FF2B5EF4-FFF2-40B4-BE49-F238E27FC236}">
                <a16:creationId xmlns:a16="http://schemas.microsoft.com/office/drawing/2014/main" id="{ED9A6C6B-BC4D-4A58-88E5-4EB64CF3F38B}"/>
              </a:ext>
            </a:extLst>
          </p:cNvPr>
          <p:cNvSpPr>
            <a:spLocks/>
          </p:cNvSpPr>
          <p:nvPr/>
        </p:nvSpPr>
        <p:spPr>
          <a:xfrm>
            <a:off x="1748160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8" name="data_9476">
            <a:extLst>
              <a:ext uri="{FF2B5EF4-FFF2-40B4-BE49-F238E27FC236}">
                <a16:creationId xmlns:a16="http://schemas.microsoft.com/office/drawing/2014/main" id="{1C1701F6-1A3B-45C2-A228-70921370A46C}"/>
              </a:ext>
            </a:extLst>
          </p:cNvPr>
          <p:cNvSpPr>
            <a:spLocks/>
          </p:cNvSpPr>
          <p:nvPr/>
        </p:nvSpPr>
        <p:spPr>
          <a:xfrm>
            <a:off x="16329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89" name="data_9477">
            <a:extLst>
              <a:ext uri="{FF2B5EF4-FFF2-40B4-BE49-F238E27FC236}">
                <a16:creationId xmlns:a16="http://schemas.microsoft.com/office/drawing/2014/main" id="{94A64EF3-ABA0-4DD6-85E7-C7BD216901F1}"/>
              </a:ext>
            </a:extLst>
          </p:cNvPr>
          <p:cNvSpPr>
            <a:spLocks/>
          </p:cNvSpPr>
          <p:nvPr/>
        </p:nvSpPr>
        <p:spPr>
          <a:xfrm>
            <a:off x="17385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0" name="data_9478">
            <a:extLst>
              <a:ext uri="{FF2B5EF4-FFF2-40B4-BE49-F238E27FC236}">
                <a16:creationId xmlns:a16="http://schemas.microsoft.com/office/drawing/2014/main" id="{CD43056E-186C-4DD8-BDB1-0DCAD2771F6A}"/>
              </a:ext>
            </a:extLst>
          </p:cNvPr>
          <p:cNvSpPr>
            <a:spLocks/>
          </p:cNvSpPr>
          <p:nvPr/>
        </p:nvSpPr>
        <p:spPr>
          <a:xfrm>
            <a:off x="16763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1" name="data_9479">
            <a:extLst>
              <a:ext uri="{FF2B5EF4-FFF2-40B4-BE49-F238E27FC236}">
                <a16:creationId xmlns:a16="http://schemas.microsoft.com/office/drawing/2014/main" id="{B1F8D225-761B-4E82-9DFF-F2EF86E68126}"/>
              </a:ext>
            </a:extLst>
          </p:cNvPr>
          <p:cNvSpPr>
            <a:spLocks/>
          </p:cNvSpPr>
          <p:nvPr/>
        </p:nvSpPr>
        <p:spPr>
          <a:xfrm>
            <a:off x="1753502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2" name="data_9480">
            <a:extLst>
              <a:ext uri="{FF2B5EF4-FFF2-40B4-BE49-F238E27FC236}">
                <a16:creationId xmlns:a16="http://schemas.microsoft.com/office/drawing/2014/main" id="{40AB3C79-A5A9-4E4C-BE37-C12D72B10509}"/>
              </a:ext>
            </a:extLst>
          </p:cNvPr>
          <p:cNvSpPr>
            <a:spLocks/>
          </p:cNvSpPr>
          <p:nvPr/>
        </p:nvSpPr>
        <p:spPr>
          <a:xfrm>
            <a:off x="17127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3" name="data_9481">
            <a:extLst>
              <a:ext uri="{FF2B5EF4-FFF2-40B4-BE49-F238E27FC236}">
                <a16:creationId xmlns:a16="http://schemas.microsoft.com/office/drawing/2014/main" id="{3C327065-EFD8-4A8A-998B-4337962D8A8C}"/>
              </a:ext>
            </a:extLst>
          </p:cNvPr>
          <p:cNvSpPr>
            <a:spLocks/>
          </p:cNvSpPr>
          <p:nvPr/>
        </p:nvSpPr>
        <p:spPr>
          <a:xfrm>
            <a:off x="1721579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4" name="data_9482">
            <a:extLst>
              <a:ext uri="{FF2B5EF4-FFF2-40B4-BE49-F238E27FC236}">
                <a16:creationId xmlns:a16="http://schemas.microsoft.com/office/drawing/2014/main" id="{F37CEE61-64D7-4189-A101-305807B8E7F8}"/>
              </a:ext>
            </a:extLst>
          </p:cNvPr>
          <p:cNvSpPr>
            <a:spLocks/>
          </p:cNvSpPr>
          <p:nvPr/>
        </p:nvSpPr>
        <p:spPr>
          <a:xfrm>
            <a:off x="1664379" y="61433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5" name="data_9483">
            <a:extLst>
              <a:ext uri="{FF2B5EF4-FFF2-40B4-BE49-F238E27FC236}">
                <a16:creationId xmlns:a16="http://schemas.microsoft.com/office/drawing/2014/main" id="{98122EA7-9454-47A1-8FD6-9A5ACE456277}"/>
              </a:ext>
            </a:extLst>
          </p:cNvPr>
          <p:cNvSpPr>
            <a:spLocks/>
          </p:cNvSpPr>
          <p:nvPr/>
        </p:nvSpPr>
        <p:spPr>
          <a:xfrm>
            <a:off x="1746205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6" name="data_9484">
            <a:extLst>
              <a:ext uri="{FF2B5EF4-FFF2-40B4-BE49-F238E27FC236}">
                <a16:creationId xmlns:a16="http://schemas.microsoft.com/office/drawing/2014/main" id="{EA780FE0-982C-4DA6-A459-7EE076DC0316}"/>
              </a:ext>
            </a:extLst>
          </p:cNvPr>
          <p:cNvSpPr>
            <a:spLocks/>
          </p:cNvSpPr>
          <p:nvPr/>
        </p:nvSpPr>
        <p:spPr>
          <a:xfrm>
            <a:off x="17218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7" name="data_9485">
            <a:extLst>
              <a:ext uri="{FF2B5EF4-FFF2-40B4-BE49-F238E27FC236}">
                <a16:creationId xmlns:a16="http://schemas.microsoft.com/office/drawing/2014/main" id="{DF49BEDB-B4E3-47E4-99C7-C9DAB1DB455B}"/>
              </a:ext>
            </a:extLst>
          </p:cNvPr>
          <p:cNvSpPr>
            <a:spLocks/>
          </p:cNvSpPr>
          <p:nvPr/>
        </p:nvSpPr>
        <p:spPr>
          <a:xfrm>
            <a:off x="164744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8" name="data_9486">
            <a:extLst>
              <a:ext uri="{FF2B5EF4-FFF2-40B4-BE49-F238E27FC236}">
                <a16:creationId xmlns:a16="http://schemas.microsoft.com/office/drawing/2014/main" id="{BC16E26F-1F0E-4C2E-B7DF-C31FFF43E257}"/>
              </a:ext>
            </a:extLst>
          </p:cNvPr>
          <p:cNvSpPr>
            <a:spLocks/>
          </p:cNvSpPr>
          <p:nvPr/>
        </p:nvSpPr>
        <p:spPr>
          <a:xfrm>
            <a:off x="171962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399" name="data_9487">
            <a:extLst>
              <a:ext uri="{FF2B5EF4-FFF2-40B4-BE49-F238E27FC236}">
                <a16:creationId xmlns:a16="http://schemas.microsoft.com/office/drawing/2014/main" id="{649F9F40-56E1-494A-BE05-A1F9894B4CDC}"/>
              </a:ext>
            </a:extLst>
          </p:cNvPr>
          <p:cNvSpPr>
            <a:spLocks/>
          </p:cNvSpPr>
          <p:nvPr/>
        </p:nvSpPr>
        <p:spPr>
          <a:xfrm>
            <a:off x="16540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0" name="data_9488">
            <a:extLst>
              <a:ext uri="{FF2B5EF4-FFF2-40B4-BE49-F238E27FC236}">
                <a16:creationId xmlns:a16="http://schemas.microsoft.com/office/drawing/2014/main" id="{C3D2C358-ECD4-4878-885D-6253E1B8F3FD}"/>
              </a:ext>
            </a:extLst>
          </p:cNvPr>
          <p:cNvSpPr>
            <a:spLocks/>
          </p:cNvSpPr>
          <p:nvPr/>
        </p:nvSpPr>
        <p:spPr>
          <a:xfrm>
            <a:off x="166424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1" name="data_9489">
            <a:extLst>
              <a:ext uri="{FF2B5EF4-FFF2-40B4-BE49-F238E27FC236}">
                <a16:creationId xmlns:a16="http://schemas.microsoft.com/office/drawing/2014/main" id="{24F8C79E-3499-476B-ADA4-C06565DC1D8A}"/>
              </a:ext>
            </a:extLst>
          </p:cNvPr>
          <p:cNvSpPr>
            <a:spLocks/>
          </p:cNvSpPr>
          <p:nvPr/>
        </p:nvSpPr>
        <p:spPr>
          <a:xfrm>
            <a:off x="17451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2" name="data_9490">
            <a:extLst>
              <a:ext uri="{FF2B5EF4-FFF2-40B4-BE49-F238E27FC236}">
                <a16:creationId xmlns:a16="http://schemas.microsoft.com/office/drawing/2014/main" id="{63A2E191-9C1F-4311-91CE-F228E6C4F8BB}"/>
              </a:ext>
            </a:extLst>
          </p:cNvPr>
          <p:cNvSpPr>
            <a:spLocks/>
          </p:cNvSpPr>
          <p:nvPr/>
        </p:nvSpPr>
        <p:spPr>
          <a:xfrm>
            <a:off x="16663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3" name="data_9491">
            <a:extLst>
              <a:ext uri="{FF2B5EF4-FFF2-40B4-BE49-F238E27FC236}">
                <a16:creationId xmlns:a16="http://schemas.microsoft.com/office/drawing/2014/main" id="{F5460A28-6CCF-45A7-98A4-6A66615AB259}"/>
              </a:ext>
            </a:extLst>
          </p:cNvPr>
          <p:cNvSpPr>
            <a:spLocks/>
          </p:cNvSpPr>
          <p:nvPr/>
        </p:nvSpPr>
        <p:spPr>
          <a:xfrm>
            <a:off x="1737866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4" name="data_9492">
            <a:extLst>
              <a:ext uri="{FF2B5EF4-FFF2-40B4-BE49-F238E27FC236}">
                <a16:creationId xmlns:a16="http://schemas.microsoft.com/office/drawing/2014/main" id="{9D7E641C-9678-48F7-B776-66125BA8D133}"/>
              </a:ext>
            </a:extLst>
          </p:cNvPr>
          <p:cNvSpPr>
            <a:spLocks/>
          </p:cNvSpPr>
          <p:nvPr/>
        </p:nvSpPr>
        <p:spPr>
          <a:xfrm>
            <a:off x="173890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5" name="data_9493">
            <a:extLst>
              <a:ext uri="{FF2B5EF4-FFF2-40B4-BE49-F238E27FC236}">
                <a16:creationId xmlns:a16="http://schemas.microsoft.com/office/drawing/2014/main" id="{FBE8A0A7-86C6-45C1-B690-ECD1BB35C376}"/>
              </a:ext>
            </a:extLst>
          </p:cNvPr>
          <p:cNvSpPr>
            <a:spLocks/>
          </p:cNvSpPr>
          <p:nvPr/>
        </p:nvSpPr>
        <p:spPr>
          <a:xfrm>
            <a:off x="174229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6" name="data_9494">
            <a:extLst>
              <a:ext uri="{FF2B5EF4-FFF2-40B4-BE49-F238E27FC236}">
                <a16:creationId xmlns:a16="http://schemas.microsoft.com/office/drawing/2014/main" id="{959EF22A-5018-475D-AA1D-D88AF4D2854A}"/>
              </a:ext>
            </a:extLst>
          </p:cNvPr>
          <p:cNvSpPr>
            <a:spLocks/>
          </p:cNvSpPr>
          <p:nvPr/>
        </p:nvSpPr>
        <p:spPr>
          <a:xfrm>
            <a:off x="1667376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7" name="data_9495">
            <a:extLst>
              <a:ext uri="{FF2B5EF4-FFF2-40B4-BE49-F238E27FC236}">
                <a16:creationId xmlns:a16="http://schemas.microsoft.com/office/drawing/2014/main" id="{EDAE1E49-97E3-4286-8FB4-72E4346E99E4}"/>
              </a:ext>
            </a:extLst>
          </p:cNvPr>
          <p:cNvSpPr>
            <a:spLocks/>
          </p:cNvSpPr>
          <p:nvPr/>
        </p:nvSpPr>
        <p:spPr>
          <a:xfrm>
            <a:off x="164770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8" name="data_9496">
            <a:extLst>
              <a:ext uri="{FF2B5EF4-FFF2-40B4-BE49-F238E27FC236}">
                <a16:creationId xmlns:a16="http://schemas.microsoft.com/office/drawing/2014/main" id="{21BFCC1D-74AA-49B4-8BEE-3209DACFDBA4}"/>
              </a:ext>
            </a:extLst>
          </p:cNvPr>
          <p:cNvSpPr>
            <a:spLocks/>
          </p:cNvSpPr>
          <p:nvPr/>
        </p:nvSpPr>
        <p:spPr>
          <a:xfrm>
            <a:off x="17235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09" name="data_9497">
            <a:extLst>
              <a:ext uri="{FF2B5EF4-FFF2-40B4-BE49-F238E27FC236}">
                <a16:creationId xmlns:a16="http://schemas.microsoft.com/office/drawing/2014/main" id="{5E1FC6EE-99B6-4BBE-806A-F0C1FAEC3B08}"/>
              </a:ext>
            </a:extLst>
          </p:cNvPr>
          <p:cNvSpPr>
            <a:spLocks/>
          </p:cNvSpPr>
          <p:nvPr/>
        </p:nvSpPr>
        <p:spPr>
          <a:xfrm>
            <a:off x="16415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0" name="data_9498">
            <a:extLst>
              <a:ext uri="{FF2B5EF4-FFF2-40B4-BE49-F238E27FC236}">
                <a16:creationId xmlns:a16="http://schemas.microsoft.com/office/drawing/2014/main" id="{5244403C-78B3-45BD-A2C2-6A3453B7A1D1}"/>
              </a:ext>
            </a:extLst>
          </p:cNvPr>
          <p:cNvSpPr>
            <a:spLocks/>
          </p:cNvSpPr>
          <p:nvPr/>
        </p:nvSpPr>
        <p:spPr>
          <a:xfrm>
            <a:off x="16497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1" name="data_9499">
            <a:extLst>
              <a:ext uri="{FF2B5EF4-FFF2-40B4-BE49-F238E27FC236}">
                <a16:creationId xmlns:a16="http://schemas.microsoft.com/office/drawing/2014/main" id="{D4E1A1A2-78B5-46B6-812C-9D52B2E398ED}"/>
              </a:ext>
            </a:extLst>
          </p:cNvPr>
          <p:cNvSpPr>
            <a:spLocks/>
          </p:cNvSpPr>
          <p:nvPr/>
        </p:nvSpPr>
        <p:spPr>
          <a:xfrm>
            <a:off x="172679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2" name="data_9500">
            <a:extLst>
              <a:ext uri="{FF2B5EF4-FFF2-40B4-BE49-F238E27FC236}">
                <a16:creationId xmlns:a16="http://schemas.microsoft.com/office/drawing/2014/main" id="{C3FE8984-FCF5-4D2D-B3FD-281D6B90756A}"/>
              </a:ext>
            </a:extLst>
          </p:cNvPr>
          <p:cNvSpPr>
            <a:spLocks/>
          </p:cNvSpPr>
          <p:nvPr/>
        </p:nvSpPr>
        <p:spPr>
          <a:xfrm>
            <a:off x="16427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3" name="data_9501">
            <a:extLst>
              <a:ext uri="{FF2B5EF4-FFF2-40B4-BE49-F238E27FC236}">
                <a16:creationId xmlns:a16="http://schemas.microsoft.com/office/drawing/2014/main" id="{9F57D35C-8AF8-462C-8319-B1ED6F94096E}"/>
              </a:ext>
            </a:extLst>
          </p:cNvPr>
          <p:cNvSpPr>
            <a:spLocks/>
          </p:cNvSpPr>
          <p:nvPr/>
        </p:nvSpPr>
        <p:spPr>
          <a:xfrm>
            <a:off x="17518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4" name="data_9502">
            <a:extLst>
              <a:ext uri="{FF2B5EF4-FFF2-40B4-BE49-F238E27FC236}">
                <a16:creationId xmlns:a16="http://schemas.microsoft.com/office/drawing/2014/main" id="{DCB08019-8FF5-47E0-8780-87E691AAA65E}"/>
              </a:ext>
            </a:extLst>
          </p:cNvPr>
          <p:cNvSpPr>
            <a:spLocks/>
          </p:cNvSpPr>
          <p:nvPr/>
        </p:nvSpPr>
        <p:spPr>
          <a:xfrm>
            <a:off x="17318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5" name="data_9503">
            <a:extLst>
              <a:ext uri="{FF2B5EF4-FFF2-40B4-BE49-F238E27FC236}">
                <a16:creationId xmlns:a16="http://schemas.microsoft.com/office/drawing/2014/main" id="{9D51D654-1A92-4436-949F-EBB23F030372}"/>
              </a:ext>
            </a:extLst>
          </p:cNvPr>
          <p:cNvSpPr>
            <a:spLocks/>
          </p:cNvSpPr>
          <p:nvPr/>
        </p:nvSpPr>
        <p:spPr>
          <a:xfrm>
            <a:off x="16847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6" name="data_9504">
            <a:extLst>
              <a:ext uri="{FF2B5EF4-FFF2-40B4-BE49-F238E27FC236}">
                <a16:creationId xmlns:a16="http://schemas.microsoft.com/office/drawing/2014/main" id="{0609D5C2-B2CE-4640-AF58-AC688E6988ED}"/>
              </a:ext>
            </a:extLst>
          </p:cNvPr>
          <p:cNvSpPr>
            <a:spLocks/>
          </p:cNvSpPr>
          <p:nvPr/>
        </p:nvSpPr>
        <p:spPr>
          <a:xfrm>
            <a:off x="166268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7" name="data_9505">
            <a:extLst>
              <a:ext uri="{FF2B5EF4-FFF2-40B4-BE49-F238E27FC236}">
                <a16:creationId xmlns:a16="http://schemas.microsoft.com/office/drawing/2014/main" id="{0DB2ADB9-8BD3-46FD-8C0B-D81C7ABA1734}"/>
              </a:ext>
            </a:extLst>
          </p:cNvPr>
          <p:cNvSpPr>
            <a:spLocks/>
          </p:cNvSpPr>
          <p:nvPr/>
        </p:nvSpPr>
        <p:spPr>
          <a:xfrm>
            <a:off x="1755456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8" name="data_9506">
            <a:extLst>
              <a:ext uri="{FF2B5EF4-FFF2-40B4-BE49-F238E27FC236}">
                <a16:creationId xmlns:a16="http://schemas.microsoft.com/office/drawing/2014/main" id="{2F99B4B4-685F-4729-8AA4-35B39899DE84}"/>
              </a:ext>
            </a:extLst>
          </p:cNvPr>
          <p:cNvSpPr>
            <a:spLocks/>
          </p:cNvSpPr>
          <p:nvPr/>
        </p:nvSpPr>
        <p:spPr>
          <a:xfrm>
            <a:off x="17081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19" name="data_9507">
            <a:extLst>
              <a:ext uri="{FF2B5EF4-FFF2-40B4-BE49-F238E27FC236}">
                <a16:creationId xmlns:a16="http://schemas.microsoft.com/office/drawing/2014/main" id="{D14195D9-6674-4193-942B-84EC90C3C12A}"/>
              </a:ext>
            </a:extLst>
          </p:cNvPr>
          <p:cNvSpPr>
            <a:spLocks/>
          </p:cNvSpPr>
          <p:nvPr/>
        </p:nvSpPr>
        <p:spPr>
          <a:xfrm>
            <a:off x="17378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0" name="data_9508">
            <a:extLst>
              <a:ext uri="{FF2B5EF4-FFF2-40B4-BE49-F238E27FC236}">
                <a16:creationId xmlns:a16="http://schemas.microsoft.com/office/drawing/2014/main" id="{70EBFCAF-C4A1-44A5-91B3-9BD583ED2652}"/>
              </a:ext>
            </a:extLst>
          </p:cNvPr>
          <p:cNvSpPr>
            <a:spLocks/>
          </p:cNvSpPr>
          <p:nvPr/>
        </p:nvSpPr>
        <p:spPr>
          <a:xfrm>
            <a:off x="16465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1" name="data_9509">
            <a:extLst>
              <a:ext uri="{FF2B5EF4-FFF2-40B4-BE49-F238E27FC236}">
                <a16:creationId xmlns:a16="http://schemas.microsoft.com/office/drawing/2014/main" id="{FD4902E9-CD8B-4E72-8C53-5081EA7EB48D}"/>
              </a:ext>
            </a:extLst>
          </p:cNvPr>
          <p:cNvSpPr>
            <a:spLocks/>
          </p:cNvSpPr>
          <p:nvPr/>
        </p:nvSpPr>
        <p:spPr>
          <a:xfrm>
            <a:off x="16832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2" name="data_9510">
            <a:extLst>
              <a:ext uri="{FF2B5EF4-FFF2-40B4-BE49-F238E27FC236}">
                <a16:creationId xmlns:a16="http://schemas.microsoft.com/office/drawing/2014/main" id="{4A178FAE-4E6A-4493-89F4-CB379A18BAA4}"/>
              </a:ext>
            </a:extLst>
          </p:cNvPr>
          <p:cNvSpPr>
            <a:spLocks/>
          </p:cNvSpPr>
          <p:nvPr/>
        </p:nvSpPr>
        <p:spPr>
          <a:xfrm>
            <a:off x="172978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3" name="data_9511">
            <a:extLst>
              <a:ext uri="{FF2B5EF4-FFF2-40B4-BE49-F238E27FC236}">
                <a16:creationId xmlns:a16="http://schemas.microsoft.com/office/drawing/2014/main" id="{C2415B95-A898-42AC-89B1-9429634B403A}"/>
              </a:ext>
            </a:extLst>
          </p:cNvPr>
          <p:cNvSpPr>
            <a:spLocks/>
          </p:cNvSpPr>
          <p:nvPr/>
        </p:nvSpPr>
        <p:spPr>
          <a:xfrm>
            <a:off x="1710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4" name="data_9512">
            <a:extLst>
              <a:ext uri="{FF2B5EF4-FFF2-40B4-BE49-F238E27FC236}">
                <a16:creationId xmlns:a16="http://schemas.microsoft.com/office/drawing/2014/main" id="{C9404D86-C5BB-40E6-BF2B-EA304F807A1E}"/>
              </a:ext>
            </a:extLst>
          </p:cNvPr>
          <p:cNvSpPr>
            <a:spLocks/>
          </p:cNvSpPr>
          <p:nvPr/>
        </p:nvSpPr>
        <p:spPr>
          <a:xfrm>
            <a:off x="1749072" y="55708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5" name="data_9513">
            <a:extLst>
              <a:ext uri="{FF2B5EF4-FFF2-40B4-BE49-F238E27FC236}">
                <a16:creationId xmlns:a16="http://schemas.microsoft.com/office/drawing/2014/main" id="{FA6BD221-F2CA-4653-B169-D1FCC2F91DFE}"/>
              </a:ext>
            </a:extLst>
          </p:cNvPr>
          <p:cNvSpPr>
            <a:spLocks/>
          </p:cNvSpPr>
          <p:nvPr/>
        </p:nvSpPr>
        <p:spPr>
          <a:xfrm>
            <a:off x="16281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6" name="data_9514">
            <a:extLst>
              <a:ext uri="{FF2B5EF4-FFF2-40B4-BE49-F238E27FC236}">
                <a16:creationId xmlns:a16="http://schemas.microsoft.com/office/drawing/2014/main" id="{1FF2B7E4-19B6-478D-8CD6-F11D070497EA}"/>
              </a:ext>
            </a:extLst>
          </p:cNvPr>
          <p:cNvSpPr>
            <a:spLocks/>
          </p:cNvSpPr>
          <p:nvPr/>
        </p:nvSpPr>
        <p:spPr>
          <a:xfrm>
            <a:off x="168183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7" name="data_9515">
            <a:extLst>
              <a:ext uri="{FF2B5EF4-FFF2-40B4-BE49-F238E27FC236}">
                <a16:creationId xmlns:a16="http://schemas.microsoft.com/office/drawing/2014/main" id="{A7E4A40D-B552-42CC-874E-9E818849FE73}"/>
              </a:ext>
            </a:extLst>
          </p:cNvPr>
          <p:cNvSpPr>
            <a:spLocks/>
          </p:cNvSpPr>
          <p:nvPr/>
        </p:nvSpPr>
        <p:spPr>
          <a:xfrm>
            <a:off x="17062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8" name="data_9516">
            <a:extLst>
              <a:ext uri="{FF2B5EF4-FFF2-40B4-BE49-F238E27FC236}">
                <a16:creationId xmlns:a16="http://schemas.microsoft.com/office/drawing/2014/main" id="{A9F9AB9E-E993-4F93-B6CE-8C6D8ACF68DE}"/>
              </a:ext>
            </a:extLst>
          </p:cNvPr>
          <p:cNvSpPr>
            <a:spLocks/>
          </p:cNvSpPr>
          <p:nvPr/>
        </p:nvSpPr>
        <p:spPr>
          <a:xfrm>
            <a:off x="166568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29" name="data_9517">
            <a:extLst>
              <a:ext uri="{FF2B5EF4-FFF2-40B4-BE49-F238E27FC236}">
                <a16:creationId xmlns:a16="http://schemas.microsoft.com/office/drawing/2014/main" id="{6259EC4B-1F68-401E-B629-BC8C7FF0F868}"/>
              </a:ext>
            </a:extLst>
          </p:cNvPr>
          <p:cNvSpPr>
            <a:spLocks/>
          </p:cNvSpPr>
          <p:nvPr/>
        </p:nvSpPr>
        <p:spPr>
          <a:xfrm>
            <a:off x="169486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0" name="data_9518">
            <a:extLst>
              <a:ext uri="{FF2B5EF4-FFF2-40B4-BE49-F238E27FC236}">
                <a16:creationId xmlns:a16="http://schemas.microsoft.com/office/drawing/2014/main" id="{816BFD83-2F62-4FE9-8CE2-849110C18E06}"/>
              </a:ext>
            </a:extLst>
          </p:cNvPr>
          <p:cNvSpPr>
            <a:spLocks/>
          </p:cNvSpPr>
          <p:nvPr/>
        </p:nvSpPr>
        <p:spPr>
          <a:xfrm>
            <a:off x="1678451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1" name="data_9519">
            <a:extLst>
              <a:ext uri="{FF2B5EF4-FFF2-40B4-BE49-F238E27FC236}">
                <a16:creationId xmlns:a16="http://schemas.microsoft.com/office/drawing/2014/main" id="{03B42BEC-E9B1-4E3B-95BE-4D299B036310}"/>
              </a:ext>
            </a:extLst>
          </p:cNvPr>
          <p:cNvSpPr>
            <a:spLocks/>
          </p:cNvSpPr>
          <p:nvPr/>
        </p:nvSpPr>
        <p:spPr>
          <a:xfrm>
            <a:off x="1734739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2" name="data_9520">
            <a:extLst>
              <a:ext uri="{FF2B5EF4-FFF2-40B4-BE49-F238E27FC236}">
                <a16:creationId xmlns:a16="http://schemas.microsoft.com/office/drawing/2014/main" id="{86A08B7A-1907-4CB1-8851-F9991182283E}"/>
              </a:ext>
            </a:extLst>
          </p:cNvPr>
          <p:cNvSpPr>
            <a:spLocks/>
          </p:cNvSpPr>
          <p:nvPr/>
        </p:nvSpPr>
        <p:spPr>
          <a:xfrm>
            <a:off x="16424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3" name="data_9521">
            <a:extLst>
              <a:ext uri="{FF2B5EF4-FFF2-40B4-BE49-F238E27FC236}">
                <a16:creationId xmlns:a16="http://schemas.microsoft.com/office/drawing/2014/main" id="{A585F4D0-F770-4DCF-98A3-C253DA892DB4}"/>
              </a:ext>
            </a:extLst>
          </p:cNvPr>
          <p:cNvSpPr>
            <a:spLocks/>
          </p:cNvSpPr>
          <p:nvPr/>
        </p:nvSpPr>
        <p:spPr>
          <a:xfrm>
            <a:off x="16484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4" name="data_9522">
            <a:extLst>
              <a:ext uri="{FF2B5EF4-FFF2-40B4-BE49-F238E27FC236}">
                <a16:creationId xmlns:a16="http://schemas.microsoft.com/office/drawing/2014/main" id="{8DCD52AD-2779-4908-BF63-2E317D0BB0E1}"/>
              </a:ext>
            </a:extLst>
          </p:cNvPr>
          <p:cNvSpPr>
            <a:spLocks/>
          </p:cNvSpPr>
          <p:nvPr/>
        </p:nvSpPr>
        <p:spPr>
          <a:xfrm>
            <a:off x="17026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5" name="data_9523">
            <a:extLst>
              <a:ext uri="{FF2B5EF4-FFF2-40B4-BE49-F238E27FC236}">
                <a16:creationId xmlns:a16="http://schemas.microsoft.com/office/drawing/2014/main" id="{ECF67ED7-EF4D-400B-A5A5-64992D6B396A}"/>
              </a:ext>
            </a:extLst>
          </p:cNvPr>
          <p:cNvSpPr>
            <a:spLocks/>
          </p:cNvSpPr>
          <p:nvPr/>
        </p:nvSpPr>
        <p:spPr>
          <a:xfrm>
            <a:off x="17015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6" name="data_9524">
            <a:extLst>
              <a:ext uri="{FF2B5EF4-FFF2-40B4-BE49-F238E27FC236}">
                <a16:creationId xmlns:a16="http://schemas.microsoft.com/office/drawing/2014/main" id="{7F882C10-B104-476B-9DCB-0584BC7B377D}"/>
              </a:ext>
            </a:extLst>
          </p:cNvPr>
          <p:cNvSpPr>
            <a:spLocks/>
          </p:cNvSpPr>
          <p:nvPr/>
        </p:nvSpPr>
        <p:spPr>
          <a:xfrm>
            <a:off x="17438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7" name="data_9525">
            <a:extLst>
              <a:ext uri="{FF2B5EF4-FFF2-40B4-BE49-F238E27FC236}">
                <a16:creationId xmlns:a16="http://schemas.microsoft.com/office/drawing/2014/main" id="{A5672FC1-2282-4DFA-AA4D-40DF58C6A376}"/>
              </a:ext>
            </a:extLst>
          </p:cNvPr>
          <p:cNvSpPr>
            <a:spLocks/>
          </p:cNvSpPr>
          <p:nvPr/>
        </p:nvSpPr>
        <p:spPr>
          <a:xfrm>
            <a:off x="1724185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8" name="data_9526">
            <a:extLst>
              <a:ext uri="{FF2B5EF4-FFF2-40B4-BE49-F238E27FC236}">
                <a16:creationId xmlns:a16="http://schemas.microsoft.com/office/drawing/2014/main" id="{93ED8E45-973E-4B00-A716-E55F56311C08}"/>
              </a:ext>
            </a:extLst>
          </p:cNvPr>
          <p:cNvSpPr>
            <a:spLocks/>
          </p:cNvSpPr>
          <p:nvPr/>
        </p:nvSpPr>
        <p:spPr>
          <a:xfrm>
            <a:off x="16626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39" name="data_9527">
            <a:extLst>
              <a:ext uri="{FF2B5EF4-FFF2-40B4-BE49-F238E27FC236}">
                <a16:creationId xmlns:a16="http://schemas.microsoft.com/office/drawing/2014/main" id="{540BF446-D2A3-45C2-BE8E-C8A625FEB110}"/>
              </a:ext>
            </a:extLst>
          </p:cNvPr>
          <p:cNvSpPr>
            <a:spLocks/>
          </p:cNvSpPr>
          <p:nvPr/>
        </p:nvSpPr>
        <p:spPr>
          <a:xfrm>
            <a:off x="172679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0" name="data_9528">
            <a:extLst>
              <a:ext uri="{FF2B5EF4-FFF2-40B4-BE49-F238E27FC236}">
                <a16:creationId xmlns:a16="http://schemas.microsoft.com/office/drawing/2014/main" id="{68AF753C-A008-48FF-AA11-CF6E4F3194B4}"/>
              </a:ext>
            </a:extLst>
          </p:cNvPr>
          <p:cNvSpPr>
            <a:spLocks/>
          </p:cNvSpPr>
          <p:nvPr/>
        </p:nvSpPr>
        <p:spPr>
          <a:xfrm>
            <a:off x="171623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1" name="data_9529">
            <a:extLst>
              <a:ext uri="{FF2B5EF4-FFF2-40B4-BE49-F238E27FC236}">
                <a16:creationId xmlns:a16="http://schemas.microsoft.com/office/drawing/2014/main" id="{EF228F8F-2EB4-4C0B-AA42-AB321743141E}"/>
              </a:ext>
            </a:extLst>
          </p:cNvPr>
          <p:cNvSpPr>
            <a:spLocks/>
          </p:cNvSpPr>
          <p:nvPr/>
        </p:nvSpPr>
        <p:spPr>
          <a:xfrm>
            <a:off x="17218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2" name="data_9530">
            <a:extLst>
              <a:ext uri="{FF2B5EF4-FFF2-40B4-BE49-F238E27FC236}">
                <a16:creationId xmlns:a16="http://schemas.microsoft.com/office/drawing/2014/main" id="{7CA950A4-5F05-4056-A556-02647C9A7B8D}"/>
              </a:ext>
            </a:extLst>
          </p:cNvPr>
          <p:cNvSpPr>
            <a:spLocks/>
          </p:cNvSpPr>
          <p:nvPr/>
        </p:nvSpPr>
        <p:spPr>
          <a:xfrm>
            <a:off x="16972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3" name="data_9531">
            <a:extLst>
              <a:ext uri="{FF2B5EF4-FFF2-40B4-BE49-F238E27FC236}">
                <a16:creationId xmlns:a16="http://schemas.microsoft.com/office/drawing/2014/main" id="{4014E2C1-3B6F-42FC-913A-23DB539D911C}"/>
              </a:ext>
            </a:extLst>
          </p:cNvPr>
          <p:cNvSpPr>
            <a:spLocks/>
          </p:cNvSpPr>
          <p:nvPr/>
        </p:nvSpPr>
        <p:spPr>
          <a:xfrm>
            <a:off x="162959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4" name="data_9532">
            <a:extLst>
              <a:ext uri="{FF2B5EF4-FFF2-40B4-BE49-F238E27FC236}">
                <a16:creationId xmlns:a16="http://schemas.microsoft.com/office/drawing/2014/main" id="{E574474D-22A4-4EC4-A710-BDE47DD8A5AB}"/>
              </a:ext>
            </a:extLst>
          </p:cNvPr>
          <p:cNvSpPr>
            <a:spLocks/>
          </p:cNvSpPr>
          <p:nvPr/>
        </p:nvSpPr>
        <p:spPr>
          <a:xfrm>
            <a:off x="1716758" y="58396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5" name="data_9533">
            <a:extLst>
              <a:ext uri="{FF2B5EF4-FFF2-40B4-BE49-F238E27FC236}">
                <a16:creationId xmlns:a16="http://schemas.microsoft.com/office/drawing/2014/main" id="{A55BF9F2-2476-439C-9417-9F8E36975C27}"/>
              </a:ext>
            </a:extLst>
          </p:cNvPr>
          <p:cNvSpPr>
            <a:spLocks/>
          </p:cNvSpPr>
          <p:nvPr/>
        </p:nvSpPr>
        <p:spPr>
          <a:xfrm>
            <a:off x="1733957" y="5847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6" name="data_9534">
            <a:extLst>
              <a:ext uri="{FF2B5EF4-FFF2-40B4-BE49-F238E27FC236}">
                <a16:creationId xmlns:a16="http://schemas.microsoft.com/office/drawing/2014/main" id="{23A8693C-97C4-4C22-BDC7-8D125FE9F077}"/>
              </a:ext>
            </a:extLst>
          </p:cNvPr>
          <p:cNvSpPr>
            <a:spLocks/>
          </p:cNvSpPr>
          <p:nvPr/>
        </p:nvSpPr>
        <p:spPr>
          <a:xfrm>
            <a:off x="16512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7" name="data_9535">
            <a:extLst>
              <a:ext uri="{FF2B5EF4-FFF2-40B4-BE49-F238E27FC236}">
                <a16:creationId xmlns:a16="http://schemas.microsoft.com/office/drawing/2014/main" id="{A261552C-9A95-4596-A143-1FEFBCD59183}"/>
              </a:ext>
            </a:extLst>
          </p:cNvPr>
          <p:cNvSpPr>
            <a:spLocks/>
          </p:cNvSpPr>
          <p:nvPr/>
        </p:nvSpPr>
        <p:spPr>
          <a:xfrm>
            <a:off x="16414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8" name="data_9536">
            <a:extLst>
              <a:ext uri="{FF2B5EF4-FFF2-40B4-BE49-F238E27FC236}">
                <a16:creationId xmlns:a16="http://schemas.microsoft.com/office/drawing/2014/main" id="{C6311F2D-9B1B-44DD-9055-1F754DDE9DF7}"/>
              </a:ext>
            </a:extLst>
          </p:cNvPr>
          <p:cNvSpPr>
            <a:spLocks/>
          </p:cNvSpPr>
          <p:nvPr/>
        </p:nvSpPr>
        <p:spPr>
          <a:xfrm>
            <a:off x="1716498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49" name="data_9537">
            <a:extLst>
              <a:ext uri="{FF2B5EF4-FFF2-40B4-BE49-F238E27FC236}">
                <a16:creationId xmlns:a16="http://schemas.microsoft.com/office/drawing/2014/main" id="{35CFCD54-EE58-453D-9864-C63D0B74C053}"/>
              </a:ext>
            </a:extLst>
          </p:cNvPr>
          <p:cNvSpPr>
            <a:spLocks/>
          </p:cNvSpPr>
          <p:nvPr/>
        </p:nvSpPr>
        <p:spPr>
          <a:xfrm>
            <a:off x="17501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0" name="data_9538">
            <a:extLst>
              <a:ext uri="{FF2B5EF4-FFF2-40B4-BE49-F238E27FC236}">
                <a16:creationId xmlns:a16="http://schemas.microsoft.com/office/drawing/2014/main" id="{197228DE-0E9F-4940-951C-C7A76A38DAA7}"/>
              </a:ext>
            </a:extLst>
          </p:cNvPr>
          <p:cNvSpPr>
            <a:spLocks/>
          </p:cNvSpPr>
          <p:nvPr/>
        </p:nvSpPr>
        <p:spPr>
          <a:xfrm>
            <a:off x="17557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1" name="data_9539">
            <a:extLst>
              <a:ext uri="{FF2B5EF4-FFF2-40B4-BE49-F238E27FC236}">
                <a16:creationId xmlns:a16="http://schemas.microsoft.com/office/drawing/2014/main" id="{C8A0A636-B5B5-46BD-A396-0A14E7B9531C}"/>
              </a:ext>
            </a:extLst>
          </p:cNvPr>
          <p:cNvSpPr>
            <a:spLocks/>
          </p:cNvSpPr>
          <p:nvPr/>
        </p:nvSpPr>
        <p:spPr>
          <a:xfrm>
            <a:off x="167519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2" name="data_9540">
            <a:extLst>
              <a:ext uri="{FF2B5EF4-FFF2-40B4-BE49-F238E27FC236}">
                <a16:creationId xmlns:a16="http://schemas.microsoft.com/office/drawing/2014/main" id="{3A4E65C7-9446-4D31-94DC-AC38CAC8AF58}"/>
              </a:ext>
            </a:extLst>
          </p:cNvPr>
          <p:cNvSpPr>
            <a:spLocks/>
          </p:cNvSpPr>
          <p:nvPr/>
        </p:nvSpPr>
        <p:spPr>
          <a:xfrm>
            <a:off x="172301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3" name="data_9541">
            <a:extLst>
              <a:ext uri="{FF2B5EF4-FFF2-40B4-BE49-F238E27FC236}">
                <a16:creationId xmlns:a16="http://schemas.microsoft.com/office/drawing/2014/main" id="{D21ABE95-86BF-49B7-B757-72DC18EC095B}"/>
              </a:ext>
            </a:extLst>
          </p:cNvPr>
          <p:cNvSpPr>
            <a:spLocks/>
          </p:cNvSpPr>
          <p:nvPr/>
        </p:nvSpPr>
        <p:spPr>
          <a:xfrm>
            <a:off x="17329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4" name="data_9542">
            <a:extLst>
              <a:ext uri="{FF2B5EF4-FFF2-40B4-BE49-F238E27FC236}">
                <a16:creationId xmlns:a16="http://schemas.microsoft.com/office/drawing/2014/main" id="{6857CDCF-0628-4FFA-9488-818EE1A44A6E}"/>
              </a:ext>
            </a:extLst>
          </p:cNvPr>
          <p:cNvSpPr>
            <a:spLocks/>
          </p:cNvSpPr>
          <p:nvPr/>
        </p:nvSpPr>
        <p:spPr>
          <a:xfrm>
            <a:off x="174868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5" name="data_9543">
            <a:extLst>
              <a:ext uri="{FF2B5EF4-FFF2-40B4-BE49-F238E27FC236}">
                <a16:creationId xmlns:a16="http://schemas.microsoft.com/office/drawing/2014/main" id="{5F6DCBB7-85C9-44EB-B75B-BBD4731B5D00}"/>
              </a:ext>
            </a:extLst>
          </p:cNvPr>
          <p:cNvSpPr>
            <a:spLocks/>
          </p:cNvSpPr>
          <p:nvPr/>
        </p:nvSpPr>
        <p:spPr>
          <a:xfrm>
            <a:off x="17348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6" name="data_9544">
            <a:extLst>
              <a:ext uri="{FF2B5EF4-FFF2-40B4-BE49-F238E27FC236}">
                <a16:creationId xmlns:a16="http://schemas.microsoft.com/office/drawing/2014/main" id="{80D9CCE2-9CDC-47AD-BF39-DF2C9438554C}"/>
              </a:ext>
            </a:extLst>
          </p:cNvPr>
          <p:cNvSpPr>
            <a:spLocks/>
          </p:cNvSpPr>
          <p:nvPr/>
        </p:nvSpPr>
        <p:spPr>
          <a:xfrm>
            <a:off x="17151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7" name="data_9545">
            <a:extLst>
              <a:ext uri="{FF2B5EF4-FFF2-40B4-BE49-F238E27FC236}">
                <a16:creationId xmlns:a16="http://schemas.microsoft.com/office/drawing/2014/main" id="{2CF20A02-F9D0-4D0F-B594-7126F025924E}"/>
              </a:ext>
            </a:extLst>
          </p:cNvPr>
          <p:cNvSpPr>
            <a:spLocks/>
          </p:cNvSpPr>
          <p:nvPr/>
        </p:nvSpPr>
        <p:spPr>
          <a:xfrm>
            <a:off x="163532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8" name="data_9546">
            <a:extLst>
              <a:ext uri="{FF2B5EF4-FFF2-40B4-BE49-F238E27FC236}">
                <a16:creationId xmlns:a16="http://schemas.microsoft.com/office/drawing/2014/main" id="{35ED38BB-9B47-42F3-8EA1-6AEB0A669E8F}"/>
              </a:ext>
            </a:extLst>
          </p:cNvPr>
          <p:cNvSpPr>
            <a:spLocks/>
          </p:cNvSpPr>
          <p:nvPr/>
        </p:nvSpPr>
        <p:spPr>
          <a:xfrm>
            <a:off x="1647962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59" name="data_9547">
            <a:extLst>
              <a:ext uri="{FF2B5EF4-FFF2-40B4-BE49-F238E27FC236}">
                <a16:creationId xmlns:a16="http://schemas.microsoft.com/office/drawing/2014/main" id="{38F65455-FF14-4D85-A59A-7E0C7086E3E3}"/>
              </a:ext>
            </a:extLst>
          </p:cNvPr>
          <p:cNvSpPr>
            <a:spLocks/>
          </p:cNvSpPr>
          <p:nvPr/>
        </p:nvSpPr>
        <p:spPr>
          <a:xfrm>
            <a:off x="171649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0" name="data_9548">
            <a:extLst>
              <a:ext uri="{FF2B5EF4-FFF2-40B4-BE49-F238E27FC236}">
                <a16:creationId xmlns:a16="http://schemas.microsoft.com/office/drawing/2014/main" id="{2209CDA8-B4B9-4353-8A86-0106D2B3A71F}"/>
              </a:ext>
            </a:extLst>
          </p:cNvPr>
          <p:cNvSpPr>
            <a:spLocks/>
          </p:cNvSpPr>
          <p:nvPr/>
        </p:nvSpPr>
        <p:spPr>
          <a:xfrm>
            <a:off x="17033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1" name="data_9549">
            <a:extLst>
              <a:ext uri="{FF2B5EF4-FFF2-40B4-BE49-F238E27FC236}">
                <a16:creationId xmlns:a16="http://schemas.microsoft.com/office/drawing/2014/main" id="{711D505E-CDBA-40A7-A2D3-77D003F4FBC5}"/>
              </a:ext>
            </a:extLst>
          </p:cNvPr>
          <p:cNvSpPr>
            <a:spLocks/>
          </p:cNvSpPr>
          <p:nvPr/>
        </p:nvSpPr>
        <p:spPr>
          <a:xfrm>
            <a:off x="16534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2" name="data_9550">
            <a:extLst>
              <a:ext uri="{FF2B5EF4-FFF2-40B4-BE49-F238E27FC236}">
                <a16:creationId xmlns:a16="http://schemas.microsoft.com/office/drawing/2014/main" id="{4601AB5D-2AC1-4E6D-BF80-CFC72A6A8432}"/>
              </a:ext>
            </a:extLst>
          </p:cNvPr>
          <p:cNvSpPr>
            <a:spLocks/>
          </p:cNvSpPr>
          <p:nvPr/>
        </p:nvSpPr>
        <p:spPr>
          <a:xfrm>
            <a:off x="16770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3" name="data_9551">
            <a:extLst>
              <a:ext uri="{FF2B5EF4-FFF2-40B4-BE49-F238E27FC236}">
                <a16:creationId xmlns:a16="http://schemas.microsoft.com/office/drawing/2014/main" id="{E72CB444-0C1C-4E5F-AA6C-52DD6BE3A7CF}"/>
              </a:ext>
            </a:extLst>
          </p:cNvPr>
          <p:cNvSpPr>
            <a:spLocks/>
          </p:cNvSpPr>
          <p:nvPr/>
        </p:nvSpPr>
        <p:spPr>
          <a:xfrm>
            <a:off x="1630893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4" name="data_9552">
            <a:extLst>
              <a:ext uri="{FF2B5EF4-FFF2-40B4-BE49-F238E27FC236}">
                <a16:creationId xmlns:a16="http://schemas.microsoft.com/office/drawing/2014/main" id="{0C6F270D-DAFA-40A8-9DFE-80A3C4A3988B}"/>
              </a:ext>
            </a:extLst>
          </p:cNvPr>
          <p:cNvSpPr>
            <a:spLocks/>
          </p:cNvSpPr>
          <p:nvPr/>
        </p:nvSpPr>
        <p:spPr>
          <a:xfrm>
            <a:off x="23376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5" name="data_9553">
            <a:extLst>
              <a:ext uri="{FF2B5EF4-FFF2-40B4-BE49-F238E27FC236}">
                <a16:creationId xmlns:a16="http://schemas.microsoft.com/office/drawing/2014/main" id="{86D04CC8-A031-4193-B828-B9CE6939B074}"/>
              </a:ext>
            </a:extLst>
          </p:cNvPr>
          <p:cNvSpPr>
            <a:spLocks/>
          </p:cNvSpPr>
          <p:nvPr/>
        </p:nvSpPr>
        <p:spPr>
          <a:xfrm>
            <a:off x="242102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6" name="data_9554">
            <a:extLst>
              <a:ext uri="{FF2B5EF4-FFF2-40B4-BE49-F238E27FC236}">
                <a16:creationId xmlns:a16="http://schemas.microsoft.com/office/drawing/2014/main" id="{8858C253-D267-4423-9FF5-1C89E4B29632}"/>
              </a:ext>
            </a:extLst>
          </p:cNvPr>
          <p:cNvSpPr>
            <a:spLocks/>
          </p:cNvSpPr>
          <p:nvPr/>
        </p:nvSpPr>
        <p:spPr>
          <a:xfrm>
            <a:off x="23102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7" name="data_9555">
            <a:extLst>
              <a:ext uri="{FF2B5EF4-FFF2-40B4-BE49-F238E27FC236}">
                <a16:creationId xmlns:a16="http://schemas.microsoft.com/office/drawing/2014/main" id="{3BD3E9A7-56C3-4A73-97A0-B9692D7C1A2B}"/>
              </a:ext>
            </a:extLst>
          </p:cNvPr>
          <p:cNvSpPr>
            <a:spLocks/>
          </p:cNvSpPr>
          <p:nvPr/>
        </p:nvSpPr>
        <p:spPr>
          <a:xfrm>
            <a:off x="24106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8" name="data_9556">
            <a:extLst>
              <a:ext uri="{FF2B5EF4-FFF2-40B4-BE49-F238E27FC236}">
                <a16:creationId xmlns:a16="http://schemas.microsoft.com/office/drawing/2014/main" id="{2A549371-EDCF-4F5F-9425-1220E4AEAE5E}"/>
              </a:ext>
            </a:extLst>
          </p:cNvPr>
          <p:cNvSpPr>
            <a:spLocks/>
          </p:cNvSpPr>
          <p:nvPr/>
        </p:nvSpPr>
        <p:spPr>
          <a:xfrm>
            <a:off x="23588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69" name="data_9557">
            <a:extLst>
              <a:ext uri="{FF2B5EF4-FFF2-40B4-BE49-F238E27FC236}">
                <a16:creationId xmlns:a16="http://schemas.microsoft.com/office/drawing/2014/main" id="{72CD7AE5-1AAC-4D14-913A-4740E11B3986}"/>
              </a:ext>
            </a:extLst>
          </p:cNvPr>
          <p:cNvSpPr>
            <a:spLocks/>
          </p:cNvSpPr>
          <p:nvPr/>
        </p:nvSpPr>
        <p:spPr>
          <a:xfrm>
            <a:off x="243027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0" name="data_9558">
            <a:extLst>
              <a:ext uri="{FF2B5EF4-FFF2-40B4-BE49-F238E27FC236}">
                <a16:creationId xmlns:a16="http://schemas.microsoft.com/office/drawing/2014/main" id="{815D0BE4-0A18-48B4-8F17-FA700CACF12D}"/>
              </a:ext>
            </a:extLst>
          </p:cNvPr>
          <p:cNvSpPr>
            <a:spLocks/>
          </p:cNvSpPr>
          <p:nvPr/>
        </p:nvSpPr>
        <p:spPr>
          <a:xfrm>
            <a:off x="23375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1" name="data_9559">
            <a:extLst>
              <a:ext uri="{FF2B5EF4-FFF2-40B4-BE49-F238E27FC236}">
                <a16:creationId xmlns:a16="http://schemas.microsoft.com/office/drawing/2014/main" id="{2763A513-8204-412E-8835-632D56D06C82}"/>
              </a:ext>
            </a:extLst>
          </p:cNvPr>
          <p:cNvSpPr>
            <a:spLocks/>
          </p:cNvSpPr>
          <p:nvPr/>
        </p:nvSpPr>
        <p:spPr>
          <a:xfrm>
            <a:off x="24010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2" name="data_9560">
            <a:extLst>
              <a:ext uri="{FF2B5EF4-FFF2-40B4-BE49-F238E27FC236}">
                <a16:creationId xmlns:a16="http://schemas.microsoft.com/office/drawing/2014/main" id="{0012AAF2-4D6D-4BD0-8D31-9B6B7F166FB0}"/>
              </a:ext>
            </a:extLst>
          </p:cNvPr>
          <p:cNvSpPr>
            <a:spLocks/>
          </p:cNvSpPr>
          <p:nvPr/>
        </p:nvSpPr>
        <p:spPr>
          <a:xfrm>
            <a:off x="23148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3" name="data_9561">
            <a:extLst>
              <a:ext uri="{FF2B5EF4-FFF2-40B4-BE49-F238E27FC236}">
                <a16:creationId xmlns:a16="http://schemas.microsoft.com/office/drawing/2014/main" id="{0E641A3E-EE9C-4C33-A382-33D3FA01FF34}"/>
              </a:ext>
            </a:extLst>
          </p:cNvPr>
          <p:cNvSpPr>
            <a:spLocks/>
          </p:cNvSpPr>
          <p:nvPr/>
        </p:nvSpPr>
        <p:spPr>
          <a:xfrm>
            <a:off x="23425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4" name="data_9562">
            <a:extLst>
              <a:ext uri="{FF2B5EF4-FFF2-40B4-BE49-F238E27FC236}">
                <a16:creationId xmlns:a16="http://schemas.microsoft.com/office/drawing/2014/main" id="{81E0F6EA-5872-41BD-9E25-5A780FAEA71C}"/>
              </a:ext>
            </a:extLst>
          </p:cNvPr>
          <p:cNvSpPr>
            <a:spLocks/>
          </p:cNvSpPr>
          <p:nvPr/>
        </p:nvSpPr>
        <p:spPr>
          <a:xfrm>
            <a:off x="2314572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5" name="data_9563">
            <a:extLst>
              <a:ext uri="{FF2B5EF4-FFF2-40B4-BE49-F238E27FC236}">
                <a16:creationId xmlns:a16="http://schemas.microsoft.com/office/drawing/2014/main" id="{F8D06852-7D8B-44AB-870B-80B43B927110}"/>
              </a:ext>
            </a:extLst>
          </p:cNvPr>
          <p:cNvSpPr>
            <a:spLocks/>
          </p:cNvSpPr>
          <p:nvPr/>
        </p:nvSpPr>
        <p:spPr>
          <a:xfrm>
            <a:off x="23881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6" name="data_9564">
            <a:extLst>
              <a:ext uri="{FF2B5EF4-FFF2-40B4-BE49-F238E27FC236}">
                <a16:creationId xmlns:a16="http://schemas.microsoft.com/office/drawing/2014/main" id="{A4EF4980-DFFF-4F05-B205-84A739577A7D}"/>
              </a:ext>
            </a:extLst>
          </p:cNvPr>
          <p:cNvSpPr>
            <a:spLocks/>
          </p:cNvSpPr>
          <p:nvPr/>
        </p:nvSpPr>
        <p:spPr>
          <a:xfrm>
            <a:off x="233216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7" name="data_9565">
            <a:extLst>
              <a:ext uri="{FF2B5EF4-FFF2-40B4-BE49-F238E27FC236}">
                <a16:creationId xmlns:a16="http://schemas.microsoft.com/office/drawing/2014/main" id="{05E284BA-9D11-47F5-9C70-2D72F1B18C95}"/>
              </a:ext>
            </a:extLst>
          </p:cNvPr>
          <p:cNvSpPr>
            <a:spLocks/>
          </p:cNvSpPr>
          <p:nvPr/>
        </p:nvSpPr>
        <p:spPr>
          <a:xfrm>
            <a:off x="23712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8" name="data_9566">
            <a:extLst>
              <a:ext uri="{FF2B5EF4-FFF2-40B4-BE49-F238E27FC236}">
                <a16:creationId xmlns:a16="http://schemas.microsoft.com/office/drawing/2014/main" id="{C22F6FCC-C2FE-4461-B388-BF338F3D5F51}"/>
              </a:ext>
            </a:extLst>
          </p:cNvPr>
          <p:cNvSpPr>
            <a:spLocks/>
          </p:cNvSpPr>
          <p:nvPr/>
        </p:nvSpPr>
        <p:spPr>
          <a:xfrm>
            <a:off x="235743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79" name="data_9567">
            <a:extLst>
              <a:ext uri="{FF2B5EF4-FFF2-40B4-BE49-F238E27FC236}">
                <a16:creationId xmlns:a16="http://schemas.microsoft.com/office/drawing/2014/main" id="{EFC7FD95-A41D-44F0-B077-97F7BEC2A976}"/>
              </a:ext>
            </a:extLst>
          </p:cNvPr>
          <p:cNvSpPr>
            <a:spLocks/>
          </p:cNvSpPr>
          <p:nvPr/>
        </p:nvSpPr>
        <p:spPr>
          <a:xfrm>
            <a:off x="2344540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0" name="data_9568">
            <a:extLst>
              <a:ext uri="{FF2B5EF4-FFF2-40B4-BE49-F238E27FC236}">
                <a16:creationId xmlns:a16="http://schemas.microsoft.com/office/drawing/2014/main" id="{91026958-E549-4548-82BF-27FE7F21B6D0}"/>
              </a:ext>
            </a:extLst>
          </p:cNvPr>
          <p:cNvSpPr>
            <a:spLocks/>
          </p:cNvSpPr>
          <p:nvPr/>
        </p:nvSpPr>
        <p:spPr>
          <a:xfrm>
            <a:off x="231418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1" name="data_9569">
            <a:extLst>
              <a:ext uri="{FF2B5EF4-FFF2-40B4-BE49-F238E27FC236}">
                <a16:creationId xmlns:a16="http://schemas.microsoft.com/office/drawing/2014/main" id="{D53C8F62-589C-4975-A047-828EA862E110}"/>
              </a:ext>
            </a:extLst>
          </p:cNvPr>
          <p:cNvSpPr>
            <a:spLocks/>
          </p:cNvSpPr>
          <p:nvPr/>
        </p:nvSpPr>
        <p:spPr>
          <a:xfrm>
            <a:off x="2431187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2" name="data_9570">
            <a:extLst>
              <a:ext uri="{FF2B5EF4-FFF2-40B4-BE49-F238E27FC236}">
                <a16:creationId xmlns:a16="http://schemas.microsoft.com/office/drawing/2014/main" id="{D5EE61FF-C3B6-401A-855D-2DA5BF0EBDFD}"/>
              </a:ext>
            </a:extLst>
          </p:cNvPr>
          <p:cNvSpPr>
            <a:spLocks/>
          </p:cNvSpPr>
          <p:nvPr/>
        </p:nvSpPr>
        <p:spPr>
          <a:xfrm>
            <a:off x="23160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3" name="data_9571">
            <a:extLst>
              <a:ext uri="{FF2B5EF4-FFF2-40B4-BE49-F238E27FC236}">
                <a16:creationId xmlns:a16="http://schemas.microsoft.com/office/drawing/2014/main" id="{5FC57774-BEA1-4D3F-B026-5355D4472342}"/>
              </a:ext>
            </a:extLst>
          </p:cNvPr>
          <p:cNvSpPr>
            <a:spLocks/>
          </p:cNvSpPr>
          <p:nvPr/>
        </p:nvSpPr>
        <p:spPr>
          <a:xfrm>
            <a:off x="242154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4" name="data_9572">
            <a:extLst>
              <a:ext uri="{FF2B5EF4-FFF2-40B4-BE49-F238E27FC236}">
                <a16:creationId xmlns:a16="http://schemas.microsoft.com/office/drawing/2014/main" id="{94941950-9028-4B78-A90A-BBE436B235E5}"/>
              </a:ext>
            </a:extLst>
          </p:cNvPr>
          <p:cNvSpPr>
            <a:spLocks/>
          </p:cNvSpPr>
          <p:nvPr/>
        </p:nvSpPr>
        <p:spPr>
          <a:xfrm>
            <a:off x="235939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5" name="data_9573">
            <a:extLst>
              <a:ext uri="{FF2B5EF4-FFF2-40B4-BE49-F238E27FC236}">
                <a16:creationId xmlns:a16="http://schemas.microsoft.com/office/drawing/2014/main" id="{64EDC204-43AD-4A79-8A5D-C34D84488E51}"/>
              </a:ext>
            </a:extLst>
          </p:cNvPr>
          <p:cNvSpPr>
            <a:spLocks/>
          </p:cNvSpPr>
          <p:nvPr/>
        </p:nvSpPr>
        <p:spPr>
          <a:xfrm>
            <a:off x="243652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6" name="data_9574">
            <a:extLst>
              <a:ext uri="{FF2B5EF4-FFF2-40B4-BE49-F238E27FC236}">
                <a16:creationId xmlns:a16="http://schemas.microsoft.com/office/drawing/2014/main" id="{D6A92CEB-54FC-4C89-928C-A27856D449D7}"/>
              </a:ext>
            </a:extLst>
          </p:cNvPr>
          <p:cNvSpPr>
            <a:spLocks/>
          </p:cNvSpPr>
          <p:nvPr/>
        </p:nvSpPr>
        <p:spPr>
          <a:xfrm>
            <a:off x="23957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7" name="data_9575">
            <a:extLst>
              <a:ext uri="{FF2B5EF4-FFF2-40B4-BE49-F238E27FC236}">
                <a16:creationId xmlns:a16="http://schemas.microsoft.com/office/drawing/2014/main" id="{C5A38C7E-11BD-4FAF-B46D-546AB93B0F8A}"/>
              </a:ext>
            </a:extLst>
          </p:cNvPr>
          <p:cNvSpPr>
            <a:spLocks/>
          </p:cNvSpPr>
          <p:nvPr/>
        </p:nvSpPr>
        <p:spPr>
          <a:xfrm>
            <a:off x="2404607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8" name="data_9576">
            <a:extLst>
              <a:ext uri="{FF2B5EF4-FFF2-40B4-BE49-F238E27FC236}">
                <a16:creationId xmlns:a16="http://schemas.microsoft.com/office/drawing/2014/main" id="{BB4BB355-D1C1-417C-8A52-13279415AB00}"/>
              </a:ext>
            </a:extLst>
          </p:cNvPr>
          <p:cNvSpPr>
            <a:spLocks/>
          </p:cNvSpPr>
          <p:nvPr/>
        </p:nvSpPr>
        <p:spPr>
          <a:xfrm>
            <a:off x="2347407" y="61433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89" name="data_9577">
            <a:extLst>
              <a:ext uri="{FF2B5EF4-FFF2-40B4-BE49-F238E27FC236}">
                <a16:creationId xmlns:a16="http://schemas.microsoft.com/office/drawing/2014/main" id="{DF30D798-60B4-4F0A-A7A3-586D4752B1E5}"/>
              </a:ext>
            </a:extLst>
          </p:cNvPr>
          <p:cNvSpPr>
            <a:spLocks/>
          </p:cNvSpPr>
          <p:nvPr/>
        </p:nvSpPr>
        <p:spPr>
          <a:xfrm>
            <a:off x="242923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0" name="data_9578">
            <a:extLst>
              <a:ext uri="{FF2B5EF4-FFF2-40B4-BE49-F238E27FC236}">
                <a16:creationId xmlns:a16="http://schemas.microsoft.com/office/drawing/2014/main" id="{E4BE4DFC-F6E9-4A0D-B0C1-295DBCE211DC}"/>
              </a:ext>
            </a:extLst>
          </p:cNvPr>
          <p:cNvSpPr>
            <a:spLocks/>
          </p:cNvSpPr>
          <p:nvPr/>
        </p:nvSpPr>
        <p:spPr>
          <a:xfrm>
            <a:off x="24048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1" name="data_9579">
            <a:extLst>
              <a:ext uri="{FF2B5EF4-FFF2-40B4-BE49-F238E27FC236}">
                <a16:creationId xmlns:a16="http://schemas.microsoft.com/office/drawing/2014/main" id="{57018327-F849-43CC-917E-F853473B7C6B}"/>
              </a:ext>
            </a:extLst>
          </p:cNvPr>
          <p:cNvSpPr>
            <a:spLocks/>
          </p:cNvSpPr>
          <p:nvPr/>
        </p:nvSpPr>
        <p:spPr>
          <a:xfrm>
            <a:off x="233046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2" name="data_9580">
            <a:extLst>
              <a:ext uri="{FF2B5EF4-FFF2-40B4-BE49-F238E27FC236}">
                <a16:creationId xmlns:a16="http://schemas.microsoft.com/office/drawing/2014/main" id="{AE8D45CE-C9E6-4310-ADA6-C333877282F0}"/>
              </a:ext>
            </a:extLst>
          </p:cNvPr>
          <p:cNvSpPr>
            <a:spLocks/>
          </p:cNvSpPr>
          <p:nvPr/>
        </p:nvSpPr>
        <p:spPr>
          <a:xfrm>
            <a:off x="240265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3" name="data_9581">
            <a:extLst>
              <a:ext uri="{FF2B5EF4-FFF2-40B4-BE49-F238E27FC236}">
                <a16:creationId xmlns:a16="http://schemas.microsoft.com/office/drawing/2014/main" id="{20FEA1ED-9AFD-4819-A660-B897AC28979B}"/>
              </a:ext>
            </a:extLst>
          </p:cNvPr>
          <p:cNvSpPr>
            <a:spLocks/>
          </p:cNvSpPr>
          <p:nvPr/>
        </p:nvSpPr>
        <p:spPr>
          <a:xfrm>
            <a:off x="23371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4" name="data_9582">
            <a:extLst>
              <a:ext uri="{FF2B5EF4-FFF2-40B4-BE49-F238E27FC236}">
                <a16:creationId xmlns:a16="http://schemas.microsoft.com/office/drawing/2014/main" id="{76566DA5-4F01-4FAA-9A0A-261C7C9FD5D5}"/>
              </a:ext>
            </a:extLst>
          </p:cNvPr>
          <p:cNvSpPr>
            <a:spLocks/>
          </p:cNvSpPr>
          <p:nvPr/>
        </p:nvSpPr>
        <p:spPr>
          <a:xfrm>
            <a:off x="234727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5" name="data_9583">
            <a:extLst>
              <a:ext uri="{FF2B5EF4-FFF2-40B4-BE49-F238E27FC236}">
                <a16:creationId xmlns:a16="http://schemas.microsoft.com/office/drawing/2014/main" id="{7B4D1CA8-8023-4528-908B-907C5CF92CF9}"/>
              </a:ext>
            </a:extLst>
          </p:cNvPr>
          <p:cNvSpPr>
            <a:spLocks/>
          </p:cNvSpPr>
          <p:nvPr/>
        </p:nvSpPr>
        <p:spPr>
          <a:xfrm>
            <a:off x="242819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6" name="data_9584">
            <a:extLst>
              <a:ext uri="{FF2B5EF4-FFF2-40B4-BE49-F238E27FC236}">
                <a16:creationId xmlns:a16="http://schemas.microsoft.com/office/drawing/2014/main" id="{0852777E-04D9-4F71-A937-65A2FDC52B15}"/>
              </a:ext>
            </a:extLst>
          </p:cNvPr>
          <p:cNvSpPr>
            <a:spLocks/>
          </p:cNvSpPr>
          <p:nvPr/>
        </p:nvSpPr>
        <p:spPr>
          <a:xfrm>
            <a:off x="23493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7" name="data_9585">
            <a:extLst>
              <a:ext uri="{FF2B5EF4-FFF2-40B4-BE49-F238E27FC236}">
                <a16:creationId xmlns:a16="http://schemas.microsoft.com/office/drawing/2014/main" id="{CFE289BE-BAE8-48FA-8252-F146EEECCB7E}"/>
              </a:ext>
            </a:extLst>
          </p:cNvPr>
          <p:cNvSpPr>
            <a:spLocks/>
          </p:cNvSpPr>
          <p:nvPr/>
        </p:nvSpPr>
        <p:spPr>
          <a:xfrm>
            <a:off x="2420894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8" name="data_9586">
            <a:extLst>
              <a:ext uri="{FF2B5EF4-FFF2-40B4-BE49-F238E27FC236}">
                <a16:creationId xmlns:a16="http://schemas.microsoft.com/office/drawing/2014/main" id="{30A70BA0-B2CF-493B-8DE5-A196CD7CAB96}"/>
              </a:ext>
            </a:extLst>
          </p:cNvPr>
          <p:cNvSpPr>
            <a:spLocks/>
          </p:cNvSpPr>
          <p:nvPr/>
        </p:nvSpPr>
        <p:spPr>
          <a:xfrm>
            <a:off x="24219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499" name="data_9587">
            <a:extLst>
              <a:ext uri="{FF2B5EF4-FFF2-40B4-BE49-F238E27FC236}">
                <a16:creationId xmlns:a16="http://schemas.microsoft.com/office/drawing/2014/main" id="{CA661133-3F36-43B5-9E07-44B68BF826C5}"/>
              </a:ext>
            </a:extLst>
          </p:cNvPr>
          <p:cNvSpPr>
            <a:spLocks/>
          </p:cNvSpPr>
          <p:nvPr/>
        </p:nvSpPr>
        <p:spPr>
          <a:xfrm>
            <a:off x="242532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0" name="data_9588">
            <a:extLst>
              <a:ext uri="{FF2B5EF4-FFF2-40B4-BE49-F238E27FC236}">
                <a16:creationId xmlns:a16="http://schemas.microsoft.com/office/drawing/2014/main" id="{2163816F-64E9-4E07-B500-C4FDEE4EC003}"/>
              </a:ext>
            </a:extLst>
          </p:cNvPr>
          <p:cNvSpPr>
            <a:spLocks/>
          </p:cNvSpPr>
          <p:nvPr/>
        </p:nvSpPr>
        <p:spPr>
          <a:xfrm>
            <a:off x="2350403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1" name="data_9589">
            <a:extLst>
              <a:ext uri="{FF2B5EF4-FFF2-40B4-BE49-F238E27FC236}">
                <a16:creationId xmlns:a16="http://schemas.microsoft.com/office/drawing/2014/main" id="{3A7B8BA9-E7C1-419E-B329-26A2825C570E}"/>
              </a:ext>
            </a:extLst>
          </p:cNvPr>
          <p:cNvSpPr>
            <a:spLocks/>
          </p:cNvSpPr>
          <p:nvPr/>
        </p:nvSpPr>
        <p:spPr>
          <a:xfrm>
            <a:off x="233072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2" name="data_9590">
            <a:extLst>
              <a:ext uri="{FF2B5EF4-FFF2-40B4-BE49-F238E27FC236}">
                <a16:creationId xmlns:a16="http://schemas.microsoft.com/office/drawing/2014/main" id="{E003AF2E-BB88-4B4D-904B-C2F11FDAE8E4}"/>
              </a:ext>
            </a:extLst>
          </p:cNvPr>
          <p:cNvSpPr>
            <a:spLocks/>
          </p:cNvSpPr>
          <p:nvPr/>
        </p:nvSpPr>
        <p:spPr>
          <a:xfrm>
            <a:off x="24065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3" name="data_9591">
            <a:extLst>
              <a:ext uri="{FF2B5EF4-FFF2-40B4-BE49-F238E27FC236}">
                <a16:creationId xmlns:a16="http://schemas.microsoft.com/office/drawing/2014/main" id="{F887CB2D-B4D6-4C38-B532-54579AD58E10}"/>
              </a:ext>
            </a:extLst>
          </p:cNvPr>
          <p:cNvSpPr>
            <a:spLocks/>
          </p:cNvSpPr>
          <p:nvPr/>
        </p:nvSpPr>
        <p:spPr>
          <a:xfrm>
            <a:off x="23246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4" name="data_9592">
            <a:extLst>
              <a:ext uri="{FF2B5EF4-FFF2-40B4-BE49-F238E27FC236}">
                <a16:creationId xmlns:a16="http://schemas.microsoft.com/office/drawing/2014/main" id="{5A28A72C-CD84-48F3-8C2B-232731A34E09}"/>
              </a:ext>
            </a:extLst>
          </p:cNvPr>
          <p:cNvSpPr>
            <a:spLocks/>
          </p:cNvSpPr>
          <p:nvPr/>
        </p:nvSpPr>
        <p:spPr>
          <a:xfrm>
            <a:off x="233281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5" name="data_9593">
            <a:extLst>
              <a:ext uri="{FF2B5EF4-FFF2-40B4-BE49-F238E27FC236}">
                <a16:creationId xmlns:a16="http://schemas.microsoft.com/office/drawing/2014/main" id="{6E114713-FA49-422A-9A9C-5AB2DD33FC8A}"/>
              </a:ext>
            </a:extLst>
          </p:cNvPr>
          <p:cNvSpPr>
            <a:spLocks/>
          </p:cNvSpPr>
          <p:nvPr/>
        </p:nvSpPr>
        <p:spPr>
          <a:xfrm>
            <a:off x="24098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6" name="data_9594">
            <a:extLst>
              <a:ext uri="{FF2B5EF4-FFF2-40B4-BE49-F238E27FC236}">
                <a16:creationId xmlns:a16="http://schemas.microsoft.com/office/drawing/2014/main" id="{A02B6B05-F8F6-4B81-99E9-C6440243BCB5}"/>
              </a:ext>
            </a:extLst>
          </p:cNvPr>
          <p:cNvSpPr>
            <a:spLocks/>
          </p:cNvSpPr>
          <p:nvPr/>
        </p:nvSpPr>
        <p:spPr>
          <a:xfrm>
            <a:off x="23257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7" name="data_9595">
            <a:extLst>
              <a:ext uri="{FF2B5EF4-FFF2-40B4-BE49-F238E27FC236}">
                <a16:creationId xmlns:a16="http://schemas.microsoft.com/office/drawing/2014/main" id="{F3A93FC0-EC75-4076-BFC2-42CCC429865D}"/>
              </a:ext>
            </a:extLst>
          </p:cNvPr>
          <p:cNvSpPr>
            <a:spLocks/>
          </p:cNvSpPr>
          <p:nvPr/>
        </p:nvSpPr>
        <p:spPr>
          <a:xfrm>
            <a:off x="24348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8" name="data_9596">
            <a:extLst>
              <a:ext uri="{FF2B5EF4-FFF2-40B4-BE49-F238E27FC236}">
                <a16:creationId xmlns:a16="http://schemas.microsoft.com/office/drawing/2014/main" id="{7C1241A3-F1C2-4F00-9BBB-3BA55DE384D4}"/>
              </a:ext>
            </a:extLst>
          </p:cNvPr>
          <p:cNvSpPr>
            <a:spLocks/>
          </p:cNvSpPr>
          <p:nvPr/>
        </p:nvSpPr>
        <p:spPr>
          <a:xfrm>
            <a:off x="24149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09" name="data_9597">
            <a:extLst>
              <a:ext uri="{FF2B5EF4-FFF2-40B4-BE49-F238E27FC236}">
                <a16:creationId xmlns:a16="http://schemas.microsoft.com/office/drawing/2014/main" id="{FFD3BE0D-D641-4E0C-BF3C-8A4823AB139E}"/>
              </a:ext>
            </a:extLst>
          </p:cNvPr>
          <p:cNvSpPr>
            <a:spLocks/>
          </p:cNvSpPr>
          <p:nvPr/>
        </p:nvSpPr>
        <p:spPr>
          <a:xfrm>
            <a:off x="23677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0" name="data_9598">
            <a:extLst>
              <a:ext uri="{FF2B5EF4-FFF2-40B4-BE49-F238E27FC236}">
                <a16:creationId xmlns:a16="http://schemas.microsoft.com/office/drawing/2014/main" id="{A8B7D7C2-7D75-4A81-B3EC-20324E533FE6}"/>
              </a:ext>
            </a:extLst>
          </p:cNvPr>
          <p:cNvSpPr>
            <a:spLocks/>
          </p:cNvSpPr>
          <p:nvPr/>
        </p:nvSpPr>
        <p:spPr>
          <a:xfrm>
            <a:off x="23457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1" name="data_9599">
            <a:extLst>
              <a:ext uri="{FF2B5EF4-FFF2-40B4-BE49-F238E27FC236}">
                <a16:creationId xmlns:a16="http://schemas.microsoft.com/office/drawing/2014/main" id="{26E0300E-9FE0-4B1A-8E03-496B1A6EC55B}"/>
              </a:ext>
            </a:extLst>
          </p:cNvPr>
          <p:cNvSpPr>
            <a:spLocks/>
          </p:cNvSpPr>
          <p:nvPr/>
        </p:nvSpPr>
        <p:spPr>
          <a:xfrm>
            <a:off x="2438484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2" name="data_9600">
            <a:extLst>
              <a:ext uri="{FF2B5EF4-FFF2-40B4-BE49-F238E27FC236}">
                <a16:creationId xmlns:a16="http://schemas.microsoft.com/office/drawing/2014/main" id="{EF4C5C1C-CCFA-48D1-86B7-7568D421D9AC}"/>
              </a:ext>
            </a:extLst>
          </p:cNvPr>
          <p:cNvSpPr>
            <a:spLocks/>
          </p:cNvSpPr>
          <p:nvPr/>
        </p:nvSpPr>
        <p:spPr>
          <a:xfrm>
            <a:off x="23911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3" name="data_9601">
            <a:extLst>
              <a:ext uri="{FF2B5EF4-FFF2-40B4-BE49-F238E27FC236}">
                <a16:creationId xmlns:a16="http://schemas.microsoft.com/office/drawing/2014/main" id="{0A7B7797-5827-40BE-9860-8FFEC87E8EFC}"/>
              </a:ext>
            </a:extLst>
          </p:cNvPr>
          <p:cNvSpPr>
            <a:spLocks/>
          </p:cNvSpPr>
          <p:nvPr/>
        </p:nvSpPr>
        <p:spPr>
          <a:xfrm>
            <a:off x="24208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4" name="data_9602">
            <a:extLst>
              <a:ext uri="{FF2B5EF4-FFF2-40B4-BE49-F238E27FC236}">
                <a16:creationId xmlns:a16="http://schemas.microsoft.com/office/drawing/2014/main" id="{4D3FD766-1C48-43D2-A3BA-F640764F0081}"/>
              </a:ext>
            </a:extLst>
          </p:cNvPr>
          <p:cNvSpPr>
            <a:spLocks/>
          </p:cNvSpPr>
          <p:nvPr/>
        </p:nvSpPr>
        <p:spPr>
          <a:xfrm>
            <a:off x="23295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5" name="data_9603">
            <a:extLst>
              <a:ext uri="{FF2B5EF4-FFF2-40B4-BE49-F238E27FC236}">
                <a16:creationId xmlns:a16="http://schemas.microsoft.com/office/drawing/2014/main" id="{0DEE4170-EC19-4ACC-8D4B-D71B936B416D}"/>
              </a:ext>
            </a:extLst>
          </p:cNvPr>
          <p:cNvSpPr>
            <a:spLocks/>
          </p:cNvSpPr>
          <p:nvPr/>
        </p:nvSpPr>
        <p:spPr>
          <a:xfrm>
            <a:off x="2366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6" name="data_9604">
            <a:extLst>
              <a:ext uri="{FF2B5EF4-FFF2-40B4-BE49-F238E27FC236}">
                <a16:creationId xmlns:a16="http://schemas.microsoft.com/office/drawing/2014/main" id="{018BD9C0-F0C9-41AF-AA12-8DDD4165D1B1}"/>
              </a:ext>
            </a:extLst>
          </p:cNvPr>
          <p:cNvSpPr>
            <a:spLocks/>
          </p:cNvSpPr>
          <p:nvPr/>
        </p:nvSpPr>
        <p:spPr>
          <a:xfrm>
            <a:off x="241281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7" name="data_9605">
            <a:extLst>
              <a:ext uri="{FF2B5EF4-FFF2-40B4-BE49-F238E27FC236}">
                <a16:creationId xmlns:a16="http://schemas.microsoft.com/office/drawing/2014/main" id="{1339BCFC-58E9-4F22-9DE0-BCDDBE5C9B2C}"/>
              </a:ext>
            </a:extLst>
          </p:cNvPr>
          <p:cNvSpPr>
            <a:spLocks/>
          </p:cNvSpPr>
          <p:nvPr/>
        </p:nvSpPr>
        <p:spPr>
          <a:xfrm>
            <a:off x="23939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8" name="data_9606">
            <a:extLst>
              <a:ext uri="{FF2B5EF4-FFF2-40B4-BE49-F238E27FC236}">
                <a16:creationId xmlns:a16="http://schemas.microsoft.com/office/drawing/2014/main" id="{9E3BC24F-1042-493C-B3A0-B80CF35E2ABC}"/>
              </a:ext>
            </a:extLst>
          </p:cNvPr>
          <p:cNvSpPr>
            <a:spLocks/>
          </p:cNvSpPr>
          <p:nvPr/>
        </p:nvSpPr>
        <p:spPr>
          <a:xfrm>
            <a:off x="24320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19" name="data_9607">
            <a:extLst>
              <a:ext uri="{FF2B5EF4-FFF2-40B4-BE49-F238E27FC236}">
                <a16:creationId xmlns:a16="http://schemas.microsoft.com/office/drawing/2014/main" id="{0A99643D-77E5-4448-9C1A-2F0ED5E32E05}"/>
              </a:ext>
            </a:extLst>
          </p:cNvPr>
          <p:cNvSpPr>
            <a:spLocks/>
          </p:cNvSpPr>
          <p:nvPr/>
        </p:nvSpPr>
        <p:spPr>
          <a:xfrm>
            <a:off x="23111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0" name="data_9608">
            <a:extLst>
              <a:ext uri="{FF2B5EF4-FFF2-40B4-BE49-F238E27FC236}">
                <a16:creationId xmlns:a16="http://schemas.microsoft.com/office/drawing/2014/main" id="{C5DFE5D9-8FC6-4CF4-854D-2A3976D75080}"/>
              </a:ext>
            </a:extLst>
          </p:cNvPr>
          <p:cNvSpPr>
            <a:spLocks/>
          </p:cNvSpPr>
          <p:nvPr/>
        </p:nvSpPr>
        <p:spPr>
          <a:xfrm>
            <a:off x="23648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1" name="data_9609">
            <a:extLst>
              <a:ext uri="{FF2B5EF4-FFF2-40B4-BE49-F238E27FC236}">
                <a16:creationId xmlns:a16="http://schemas.microsoft.com/office/drawing/2014/main" id="{9440093C-D95D-4620-8770-B74171695B8C}"/>
              </a:ext>
            </a:extLst>
          </p:cNvPr>
          <p:cNvSpPr>
            <a:spLocks/>
          </p:cNvSpPr>
          <p:nvPr/>
        </p:nvSpPr>
        <p:spPr>
          <a:xfrm>
            <a:off x="23892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2" name="data_9610">
            <a:extLst>
              <a:ext uri="{FF2B5EF4-FFF2-40B4-BE49-F238E27FC236}">
                <a16:creationId xmlns:a16="http://schemas.microsoft.com/office/drawing/2014/main" id="{A6571578-3521-4D23-915E-96FAFB2E7323}"/>
              </a:ext>
            </a:extLst>
          </p:cNvPr>
          <p:cNvSpPr>
            <a:spLocks/>
          </p:cNvSpPr>
          <p:nvPr/>
        </p:nvSpPr>
        <p:spPr>
          <a:xfrm>
            <a:off x="23487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3" name="data_9611">
            <a:extLst>
              <a:ext uri="{FF2B5EF4-FFF2-40B4-BE49-F238E27FC236}">
                <a16:creationId xmlns:a16="http://schemas.microsoft.com/office/drawing/2014/main" id="{A42E77D0-D575-455F-B4A3-D3610E737899}"/>
              </a:ext>
            </a:extLst>
          </p:cNvPr>
          <p:cNvSpPr>
            <a:spLocks/>
          </p:cNvSpPr>
          <p:nvPr/>
        </p:nvSpPr>
        <p:spPr>
          <a:xfrm>
            <a:off x="237789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4" name="data_9612">
            <a:extLst>
              <a:ext uri="{FF2B5EF4-FFF2-40B4-BE49-F238E27FC236}">
                <a16:creationId xmlns:a16="http://schemas.microsoft.com/office/drawing/2014/main" id="{287EEA6B-A2FD-400E-875D-66BE4FFA0537}"/>
              </a:ext>
            </a:extLst>
          </p:cNvPr>
          <p:cNvSpPr>
            <a:spLocks/>
          </p:cNvSpPr>
          <p:nvPr/>
        </p:nvSpPr>
        <p:spPr>
          <a:xfrm>
            <a:off x="2361479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5" name="data_9613">
            <a:extLst>
              <a:ext uri="{FF2B5EF4-FFF2-40B4-BE49-F238E27FC236}">
                <a16:creationId xmlns:a16="http://schemas.microsoft.com/office/drawing/2014/main" id="{D6E0C80C-3527-4ED9-9D66-C79DFB10985B}"/>
              </a:ext>
            </a:extLst>
          </p:cNvPr>
          <p:cNvSpPr>
            <a:spLocks/>
          </p:cNvSpPr>
          <p:nvPr/>
        </p:nvSpPr>
        <p:spPr>
          <a:xfrm>
            <a:off x="2417767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6" name="data_9614">
            <a:extLst>
              <a:ext uri="{FF2B5EF4-FFF2-40B4-BE49-F238E27FC236}">
                <a16:creationId xmlns:a16="http://schemas.microsoft.com/office/drawing/2014/main" id="{A3DC0AFD-D1A1-4A95-A102-0062DBAFE34D}"/>
              </a:ext>
            </a:extLst>
          </p:cNvPr>
          <p:cNvSpPr>
            <a:spLocks/>
          </p:cNvSpPr>
          <p:nvPr/>
        </p:nvSpPr>
        <p:spPr>
          <a:xfrm>
            <a:off x="23255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7" name="data_9615">
            <a:extLst>
              <a:ext uri="{FF2B5EF4-FFF2-40B4-BE49-F238E27FC236}">
                <a16:creationId xmlns:a16="http://schemas.microsoft.com/office/drawing/2014/main" id="{9D905912-96DE-4705-84C3-0C2F15B9DC3C}"/>
              </a:ext>
            </a:extLst>
          </p:cNvPr>
          <p:cNvSpPr>
            <a:spLocks/>
          </p:cNvSpPr>
          <p:nvPr/>
        </p:nvSpPr>
        <p:spPr>
          <a:xfrm>
            <a:off x="23315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8" name="data_9616">
            <a:extLst>
              <a:ext uri="{FF2B5EF4-FFF2-40B4-BE49-F238E27FC236}">
                <a16:creationId xmlns:a16="http://schemas.microsoft.com/office/drawing/2014/main" id="{410102EB-E5B2-46E2-AE08-C616F2B618F4}"/>
              </a:ext>
            </a:extLst>
          </p:cNvPr>
          <p:cNvSpPr>
            <a:spLocks/>
          </p:cNvSpPr>
          <p:nvPr/>
        </p:nvSpPr>
        <p:spPr>
          <a:xfrm>
            <a:off x="23857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29" name="data_9617">
            <a:extLst>
              <a:ext uri="{FF2B5EF4-FFF2-40B4-BE49-F238E27FC236}">
                <a16:creationId xmlns:a16="http://schemas.microsoft.com/office/drawing/2014/main" id="{9BE339FB-67C2-493D-9517-280BAD9EF1F4}"/>
              </a:ext>
            </a:extLst>
          </p:cNvPr>
          <p:cNvSpPr>
            <a:spLocks/>
          </p:cNvSpPr>
          <p:nvPr/>
        </p:nvSpPr>
        <p:spPr>
          <a:xfrm>
            <a:off x="23845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0" name="data_9618">
            <a:extLst>
              <a:ext uri="{FF2B5EF4-FFF2-40B4-BE49-F238E27FC236}">
                <a16:creationId xmlns:a16="http://schemas.microsoft.com/office/drawing/2014/main" id="{6B0B7276-7DA1-434E-B28C-01C84938E2C4}"/>
              </a:ext>
            </a:extLst>
          </p:cNvPr>
          <p:cNvSpPr>
            <a:spLocks/>
          </p:cNvSpPr>
          <p:nvPr/>
        </p:nvSpPr>
        <p:spPr>
          <a:xfrm>
            <a:off x="242688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1" name="data_9619">
            <a:extLst>
              <a:ext uri="{FF2B5EF4-FFF2-40B4-BE49-F238E27FC236}">
                <a16:creationId xmlns:a16="http://schemas.microsoft.com/office/drawing/2014/main" id="{12121B49-C0D3-4184-AD2C-5922F3DF5F8B}"/>
              </a:ext>
            </a:extLst>
          </p:cNvPr>
          <p:cNvSpPr>
            <a:spLocks/>
          </p:cNvSpPr>
          <p:nvPr/>
        </p:nvSpPr>
        <p:spPr>
          <a:xfrm>
            <a:off x="24072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2" name="data_9620">
            <a:extLst>
              <a:ext uri="{FF2B5EF4-FFF2-40B4-BE49-F238E27FC236}">
                <a16:creationId xmlns:a16="http://schemas.microsoft.com/office/drawing/2014/main" id="{0B118022-8D75-4E64-A3F3-7921E935CF8F}"/>
              </a:ext>
            </a:extLst>
          </p:cNvPr>
          <p:cNvSpPr>
            <a:spLocks/>
          </p:cNvSpPr>
          <p:nvPr/>
        </p:nvSpPr>
        <p:spPr>
          <a:xfrm>
            <a:off x="234571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3" name="data_9621">
            <a:extLst>
              <a:ext uri="{FF2B5EF4-FFF2-40B4-BE49-F238E27FC236}">
                <a16:creationId xmlns:a16="http://schemas.microsoft.com/office/drawing/2014/main" id="{402E87BC-390D-4CEC-8493-29AD554B50BC}"/>
              </a:ext>
            </a:extLst>
          </p:cNvPr>
          <p:cNvSpPr>
            <a:spLocks/>
          </p:cNvSpPr>
          <p:nvPr/>
        </p:nvSpPr>
        <p:spPr>
          <a:xfrm>
            <a:off x="240981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4" name="data_9622">
            <a:extLst>
              <a:ext uri="{FF2B5EF4-FFF2-40B4-BE49-F238E27FC236}">
                <a16:creationId xmlns:a16="http://schemas.microsoft.com/office/drawing/2014/main" id="{179387F2-C7D9-4801-A9B8-DDB14C94299F}"/>
              </a:ext>
            </a:extLst>
          </p:cNvPr>
          <p:cNvSpPr>
            <a:spLocks/>
          </p:cNvSpPr>
          <p:nvPr/>
        </p:nvSpPr>
        <p:spPr>
          <a:xfrm>
            <a:off x="23992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5" name="data_9623">
            <a:extLst>
              <a:ext uri="{FF2B5EF4-FFF2-40B4-BE49-F238E27FC236}">
                <a16:creationId xmlns:a16="http://schemas.microsoft.com/office/drawing/2014/main" id="{45D28E0E-B50D-4EE4-B6F7-A61570BCDE4D}"/>
              </a:ext>
            </a:extLst>
          </p:cNvPr>
          <p:cNvSpPr>
            <a:spLocks/>
          </p:cNvSpPr>
          <p:nvPr/>
        </p:nvSpPr>
        <p:spPr>
          <a:xfrm>
            <a:off x="24048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6" name="data_9624">
            <a:extLst>
              <a:ext uri="{FF2B5EF4-FFF2-40B4-BE49-F238E27FC236}">
                <a16:creationId xmlns:a16="http://schemas.microsoft.com/office/drawing/2014/main" id="{A6E6CEC4-E79F-4628-AFD1-A8E50D8B1EB6}"/>
              </a:ext>
            </a:extLst>
          </p:cNvPr>
          <p:cNvSpPr>
            <a:spLocks/>
          </p:cNvSpPr>
          <p:nvPr/>
        </p:nvSpPr>
        <p:spPr>
          <a:xfrm>
            <a:off x="238024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7" name="data_9625">
            <a:extLst>
              <a:ext uri="{FF2B5EF4-FFF2-40B4-BE49-F238E27FC236}">
                <a16:creationId xmlns:a16="http://schemas.microsoft.com/office/drawing/2014/main" id="{3A9081E7-7302-4681-8247-21C900BAFF7A}"/>
              </a:ext>
            </a:extLst>
          </p:cNvPr>
          <p:cNvSpPr>
            <a:spLocks/>
          </p:cNvSpPr>
          <p:nvPr/>
        </p:nvSpPr>
        <p:spPr>
          <a:xfrm>
            <a:off x="23126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8" name="data_9626">
            <a:extLst>
              <a:ext uri="{FF2B5EF4-FFF2-40B4-BE49-F238E27FC236}">
                <a16:creationId xmlns:a16="http://schemas.microsoft.com/office/drawing/2014/main" id="{13824551-00E1-4843-AEBE-72C800125769}"/>
              </a:ext>
            </a:extLst>
          </p:cNvPr>
          <p:cNvSpPr>
            <a:spLocks/>
          </p:cNvSpPr>
          <p:nvPr/>
        </p:nvSpPr>
        <p:spPr>
          <a:xfrm>
            <a:off x="2399786" y="58396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39" name="data_9627">
            <a:extLst>
              <a:ext uri="{FF2B5EF4-FFF2-40B4-BE49-F238E27FC236}">
                <a16:creationId xmlns:a16="http://schemas.microsoft.com/office/drawing/2014/main" id="{586CA425-6015-46BF-A9AF-0B7927306E69}"/>
              </a:ext>
            </a:extLst>
          </p:cNvPr>
          <p:cNvSpPr>
            <a:spLocks/>
          </p:cNvSpPr>
          <p:nvPr/>
        </p:nvSpPr>
        <p:spPr>
          <a:xfrm>
            <a:off x="2416985" y="5847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0" name="data_9628">
            <a:extLst>
              <a:ext uri="{FF2B5EF4-FFF2-40B4-BE49-F238E27FC236}">
                <a16:creationId xmlns:a16="http://schemas.microsoft.com/office/drawing/2014/main" id="{C16CB1FA-7B98-4083-B7B5-9F241E8EE0E4}"/>
              </a:ext>
            </a:extLst>
          </p:cNvPr>
          <p:cNvSpPr>
            <a:spLocks/>
          </p:cNvSpPr>
          <p:nvPr/>
        </p:nvSpPr>
        <p:spPr>
          <a:xfrm>
            <a:off x="23342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1" name="data_9629">
            <a:extLst>
              <a:ext uri="{FF2B5EF4-FFF2-40B4-BE49-F238E27FC236}">
                <a16:creationId xmlns:a16="http://schemas.microsoft.com/office/drawing/2014/main" id="{5BDE6C3C-2EC2-48AE-B1A2-9CCF6B559E75}"/>
              </a:ext>
            </a:extLst>
          </p:cNvPr>
          <p:cNvSpPr>
            <a:spLocks/>
          </p:cNvSpPr>
          <p:nvPr/>
        </p:nvSpPr>
        <p:spPr>
          <a:xfrm>
            <a:off x="23244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2" name="data_9630">
            <a:extLst>
              <a:ext uri="{FF2B5EF4-FFF2-40B4-BE49-F238E27FC236}">
                <a16:creationId xmlns:a16="http://schemas.microsoft.com/office/drawing/2014/main" id="{FC5B1C5B-00A1-4086-B666-3697ECB281E0}"/>
              </a:ext>
            </a:extLst>
          </p:cNvPr>
          <p:cNvSpPr>
            <a:spLocks/>
          </p:cNvSpPr>
          <p:nvPr/>
        </p:nvSpPr>
        <p:spPr>
          <a:xfrm>
            <a:off x="2399525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3" name="data_9631">
            <a:extLst>
              <a:ext uri="{FF2B5EF4-FFF2-40B4-BE49-F238E27FC236}">
                <a16:creationId xmlns:a16="http://schemas.microsoft.com/office/drawing/2014/main" id="{A2ADF3E5-5C44-4022-B7A6-3E0B9E99918E}"/>
              </a:ext>
            </a:extLst>
          </p:cNvPr>
          <p:cNvSpPr>
            <a:spLocks/>
          </p:cNvSpPr>
          <p:nvPr/>
        </p:nvSpPr>
        <p:spPr>
          <a:xfrm>
            <a:off x="243314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4" name="data_9632">
            <a:extLst>
              <a:ext uri="{FF2B5EF4-FFF2-40B4-BE49-F238E27FC236}">
                <a16:creationId xmlns:a16="http://schemas.microsoft.com/office/drawing/2014/main" id="{7FF2CF2E-F8FD-4957-A99C-C59107F45F81}"/>
              </a:ext>
            </a:extLst>
          </p:cNvPr>
          <p:cNvSpPr>
            <a:spLocks/>
          </p:cNvSpPr>
          <p:nvPr/>
        </p:nvSpPr>
        <p:spPr>
          <a:xfrm>
            <a:off x="243874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5" name="data_9633">
            <a:extLst>
              <a:ext uri="{FF2B5EF4-FFF2-40B4-BE49-F238E27FC236}">
                <a16:creationId xmlns:a16="http://schemas.microsoft.com/office/drawing/2014/main" id="{0EF756E4-2CE3-4411-A1E1-BA184EA1E487}"/>
              </a:ext>
            </a:extLst>
          </p:cNvPr>
          <p:cNvSpPr>
            <a:spLocks/>
          </p:cNvSpPr>
          <p:nvPr/>
        </p:nvSpPr>
        <p:spPr>
          <a:xfrm>
            <a:off x="235822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6" name="data_9634">
            <a:extLst>
              <a:ext uri="{FF2B5EF4-FFF2-40B4-BE49-F238E27FC236}">
                <a16:creationId xmlns:a16="http://schemas.microsoft.com/office/drawing/2014/main" id="{A760C430-47FB-4E3A-A25A-18F97E18B4E4}"/>
              </a:ext>
            </a:extLst>
          </p:cNvPr>
          <p:cNvSpPr>
            <a:spLocks/>
          </p:cNvSpPr>
          <p:nvPr/>
        </p:nvSpPr>
        <p:spPr>
          <a:xfrm>
            <a:off x="240604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7" name="data_9635">
            <a:extLst>
              <a:ext uri="{FF2B5EF4-FFF2-40B4-BE49-F238E27FC236}">
                <a16:creationId xmlns:a16="http://schemas.microsoft.com/office/drawing/2014/main" id="{140DA3FF-2306-4FEC-BDDA-F288AE1F7223}"/>
              </a:ext>
            </a:extLst>
          </p:cNvPr>
          <p:cNvSpPr>
            <a:spLocks/>
          </p:cNvSpPr>
          <p:nvPr/>
        </p:nvSpPr>
        <p:spPr>
          <a:xfrm>
            <a:off x="241594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8" name="data_9636">
            <a:extLst>
              <a:ext uri="{FF2B5EF4-FFF2-40B4-BE49-F238E27FC236}">
                <a16:creationId xmlns:a16="http://schemas.microsoft.com/office/drawing/2014/main" id="{B1E28C98-D3B7-49E4-AB6B-D772074DE480}"/>
              </a:ext>
            </a:extLst>
          </p:cNvPr>
          <p:cNvSpPr>
            <a:spLocks/>
          </p:cNvSpPr>
          <p:nvPr/>
        </p:nvSpPr>
        <p:spPr>
          <a:xfrm>
            <a:off x="24317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49" name="data_9637">
            <a:extLst>
              <a:ext uri="{FF2B5EF4-FFF2-40B4-BE49-F238E27FC236}">
                <a16:creationId xmlns:a16="http://schemas.microsoft.com/office/drawing/2014/main" id="{87234DC4-E9F9-42F5-A3B8-F0AF6C8E9DEC}"/>
              </a:ext>
            </a:extLst>
          </p:cNvPr>
          <p:cNvSpPr>
            <a:spLocks/>
          </p:cNvSpPr>
          <p:nvPr/>
        </p:nvSpPr>
        <p:spPr>
          <a:xfrm>
            <a:off x="24178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0" name="data_9638">
            <a:extLst>
              <a:ext uri="{FF2B5EF4-FFF2-40B4-BE49-F238E27FC236}">
                <a16:creationId xmlns:a16="http://schemas.microsoft.com/office/drawing/2014/main" id="{3D71E213-4EB9-474C-9989-6975378D3A9D}"/>
              </a:ext>
            </a:extLst>
          </p:cNvPr>
          <p:cNvSpPr>
            <a:spLocks/>
          </p:cNvSpPr>
          <p:nvPr/>
        </p:nvSpPr>
        <p:spPr>
          <a:xfrm>
            <a:off x="23982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1" name="data_9639">
            <a:extLst>
              <a:ext uri="{FF2B5EF4-FFF2-40B4-BE49-F238E27FC236}">
                <a16:creationId xmlns:a16="http://schemas.microsoft.com/office/drawing/2014/main" id="{221A76A6-C229-4518-A93E-9349F39D2DCD}"/>
              </a:ext>
            </a:extLst>
          </p:cNvPr>
          <p:cNvSpPr>
            <a:spLocks/>
          </p:cNvSpPr>
          <p:nvPr/>
        </p:nvSpPr>
        <p:spPr>
          <a:xfrm>
            <a:off x="23183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2" name="data_9640">
            <a:extLst>
              <a:ext uri="{FF2B5EF4-FFF2-40B4-BE49-F238E27FC236}">
                <a16:creationId xmlns:a16="http://schemas.microsoft.com/office/drawing/2014/main" id="{E0707C08-595A-4FCD-B087-DFB73AADC0A1}"/>
              </a:ext>
            </a:extLst>
          </p:cNvPr>
          <p:cNvSpPr>
            <a:spLocks/>
          </p:cNvSpPr>
          <p:nvPr/>
        </p:nvSpPr>
        <p:spPr>
          <a:xfrm>
            <a:off x="2330989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3" name="data_9641">
            <a:extLst>
              <a:ext uri="{FF2B5EF4-FFF2-40B4-BE49-F238E27FC236}">
                <a16:creationId xmlns:a16="http://schemas.microsoft.com/office/drawing/2014/main" id="{5E3E3213-8FDF-4DD2-B343-845A147196F3}"/>
              </a:ext>
            </a:extLst>
          </p:cNvPr>
          <p:cNvSpPr>
            <a:spLocks/>
          </p:cNvSpPr>
          <p:nvPr/>
        </p:nvSpPr>
        <p:spPr>
          <a:xfrm>
            <a:off x="23995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4" name="data_9642">
            <a:extLst>
              <a:ext uri="{FF2B5EF4-FFF2-40B4-BE49-F238E27FC236}">
                <a16:creationId xmlns:a16="http://schemas.microsoft.com/office/drawing/2014/main" id="{9D0F90BB-8691-4BF3-910C-355C2859E3E2}"/>
              </a:ext>
            </a:extLst>
          </p:cNvPr>
          <p:cNvSpPr>
            <a:spLocks/>
          </p:cNvSpPr>
          <p:nvPr/>
        </p:nvSpPr>
        <p:spPr>
          <a:xfrm>
            <a:off x="23863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5" name="data_9643">
            <a:extLst>
              <a:ext uri="{FF2B5EF4-FFF2-40B4-BE49-F238E27FC236}">
                <a16:creationId xmlns:a16="http://schemas.microsoft.com/office/drawing/2014/main" id="{2C105FA4-D359-41AC-B193-308FC50FB4BE}"/>
              </a:ext>
            </a:extLst>
          </p:cNvPr>
          <p:cNvSpPr>
            <a:spLocks/>
          </p:cNvSpPr>
          <p:nvPr/>
        </p:nvSpPr>
        <p:spPr>
          <a:xfrm>
            <a:off x="23364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6" name="data_9644">
            <a:extLst>
              <a:ext uri="{FF2B5EF4-FFF2-40B4-BE49-F238E27FC236}">
                <a16:creationId xmlns:a16="http://schemas.microsoft.com/office/drawing/2014/main" id="{1A468E26-D451-4B8C-842F-F385288CC729}"/>
              </a:ext>
            </a:extLst>
          </p:cNvPr>
          <p:cNvSpPr>
            <a:spLocks/>
          </p:cNvSpPr>
          <p:nvPr/>
        </p:nvSpPr>
        <p:spPr>
          <a:xfrm>
            <a:off x="23600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7" name="data_9645">
            <a:extLst>
              <a:ext uri="{FF2B5EF4-FFF2-40B4-BE49-F238E27FC236}">
                <a16:creationId xmlns:a16="http://schemas.microsoft.com/office/drawing/2014/main" id="{A83C844B-B511-4684-B34D-CCCB6C30FE8D}"/>
              </a:ext>
            </a:extLst>
          </p:cNvPr>
          <p:cNvSpPr>
            <a:spLocks/>
          </p:cNvSpPr>
          <p:nvPr/>
        </p:nvSpPr>
        <p:spPr>
          <a:xfrm>
            <a:off x="2313920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8" name="data_9646">
            <a:extLst>
              <a:ext uri="{FF2B5EF4-FFF2-40B4-BE49-F238E27FC236}">
                <a16:creationId xmlns:a16="http://schemas.microsoft.com/office/drawing/2014/main" id="{4FFDF7BB-AB73-43ED-9329-215A4E37C389}"/>
              </a:ext>
            </a:extLst>
          </p:cNvPr>
          <p:cNvSpPr>
            <a:spLocks/>
          </p:cNvSpPr>
          <p:nvPr/>
        </p:nvSpPr>
        <p:spPr>
          <a:xfrm>
            <a:off x="30206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59" name="data_9647">
            <a:extLst>
              <a:ext uri="{FF2B5EF4-FFF2-40B4-BE49-F238E27FC236}">
                <a16:creationId xmlns:a16="http://schemas.microsoft.com/office/drawing/2014/main" id="{FB4F81C0-2CDB-4F5C-9836-70AD08115E12}"/>
              </a:ext>
            </a:extLst>
          </p:cNvPr>
          <p:cNvSpPr>
            <a:spLocks/>
          </p:cNvSpPr>
          <p:nvPr/>
        </p:nvSpPr>
        <p:spPr>
          <a:xfrm>
            <a:off x="31040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0" name="data_9648">
            <a:extLst>
              <a:ext uri="{FF2B5EF4-FFF2-40B4-BE49-F238E27FC236}">
                <a16:creationId xmlns:a16="http://schemas.microsoft.com/office/drawing/2014/main" id="{689E9295-374E-481C-84EE-42C46B8E3D1C}"/>
              </a:ext>
            </a:extLst>
          </p:cNvPr>
          <p:cNvSpPr>
            <a:spLocks/>
          </p:cNvSpPr>
          <p:nvPr/>
        </p:nvSpPr>
        <p:spPr>
          <a:xfrm>
            <a:off x="2993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1" name="data_9649">
            <a:extLst>
              <a:ext uri="{FF2B5EF4-FFF2-40B4-BE49-F238E27FC236}">
                <a16:creationId xmlns:a16="http://schemas.microsoft.com/office/drawing/2014/main" id="{8B029F9F-EC3C-4D72-9FCE-FED77C46E731}"/>
              </a:ext>
            </a:extLst>
          </p:cNvPr>
          <p:cNvSpPr>
            <a:spLocks/>
          </p:cNvSpPr>
          <p:nvPr/>
        </p:nvSpPr>
        <p:spPr>
          <a:xfrm>
            <a:off x="30936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2" name="data_9650">
            <a:extLst>
              <a:ext uri="{FF2B5EF4-FFF2-40B4-BE49-F238E27FC236}">
                <a16:creationId xmlns:a16="http://schemas.microsoft.com/office/drawing/2014/main" id="{3D0E8AE3-C744-4997-B28C-775EDD93D10E}"/>
              </a:ext>
            </a:extLst>
          </p:cNvPr>
          <p:cNvSpPr>
            <a:spLocks/>
          </p:cNvSpPr>
          <p:nvPr/>
        </p:nvSpPr>
        <p:spPr>
          <a:xfrm>
            <a:off x="30419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3" name="data_9651">
            <a:extLst>
              <a:ext uri="{FF2B5EF4-FFF2-40B4-BE49-F238E27FC236}">
                <a16:creationId xmlns:a16="http://schemas.microsoft.com/office/drawing/2014/main" id="{243D8029-EF76-4804-9F25-EFD4BDA1C815}"/>
              </a:ext>
            </a:extLst>
          </p:cNvPr>
          <p:cNvSpPr>
            <a:spLocks/>
          </p:cNvSpPr>
          <p:nvPr/>
        </p:nvSpPr>
        <p:spPr>
          <a:xfrm>
            <a:off x="311330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4" name="data_9652">
            <a:extLst>
              <a:ext uri="{FF2B5EF4-FFF2-40B4-BE49-F238E27FC236}">
                <a16:creationId xmlns:a16="http://schemas.microsoft.com/office/drawing/2014/main" id="{2B1E4DE9-7ADF-467F-9BD3-0797A6F1D7D6}"/>
              </a:ext>
            </a:extLst>
          </p:cNvPr>
          <p:cNvSpPr>
            <a:spLocks/>
          </p:cNvSpPr>
          <p:nvPr/>
        </p:nvSpPr>
        <p:spPr>
          <a:xfrm>
            <a:off x="30205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5" name="data_9653">
            <a:extLst>
              <a:ext uri="{FF2B5EF4-FFF2-40B4-BE49-F238E27FC236}">
                <a16:creationId xmlns:a16="http://schemas.microsoft.com/office/drawing/2014/main" id="{5C59CA59-B220-4F6D-B826-F93F32FE6DDB}"/>
              </a:ext>
            </a:extLst>
          </p:cNvPr>
          <p:cNvSpPr>
            <a:spLocks/>
          </p:cNvSpPr>
          <p:nvPr/>
        </p:nvSpPr>
        <p:spPr>
          <a:xfrm>
            <a:off x="308411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6" name="data_9654">
            <a:extLst>
              <a:ext uri="{FF2B5EF4-FFF2-40B4-BE49-F238E27FC236}">
                <a16:creationId xmlns:a16="http://schemas.microsoft.com/office/drawing/2014/main" id="{195B12E2-597C-41E1-A0D4-BCE4C79E7C51}"/>
              </a:ext>
            </a:extLst>
          </p:cNvPr>
          <p:cNvSpPr>
            <a:spLocks/>
          </p:cNvSpPr>
          <p:nvPr/>
        </p:nvSpPr>
        <p:spPr>
          <a:xfrm>
            <a:off x="29978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7" name="data_9655">
            <a:extLst>
              <a:ext uri="{FF2B5EF4-FFF2-40B4-BE49-F238E27FC236}">
                <a16:creationId xmlns:a16="http://schemas.microsoft.com/office/drawing/2014/main" id="{AC45A4CF-FE30-491B-99E0-2EC05C010ED9}"/>
              </a:ext>
            </a:extLst>
          </p:cNvPr>
          <p:cNvSpPr>
            <a:spLocks/>
          </p:cNvSpPr>
          <p:nvPr/>
        </p:nvSpPr>
        <p:spPr>
          <a:xfrm>
            <a:off x="30256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8" name="data_9656">
            <a:extLst>
              <a:ext uri="{FF2B5EF4-FFF2-40B4-BE49-F238E27FC236}">
                <a16:creationId xmlns:a16="http://schemas.microsoft.com/office/drawing/2014/main" id="{F07749D9-2730-44D1-9B67-F49873B67EF2}"/>
              </a:ext>
            </a:extLst>
          </p:cNvPr>
          <p:cNvSpPr>
            <a:spLocks/>
          </p:cNvSpPr>
          <p:nvPr/>
        </p:nvSpPr>
        <p:spPr>
          <a:xfrm>
            <a:off x="2997600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69" name="data_9657">
            <a:extLst>
              <a:ext uri="{FF2B5EF4-FFF2-40B4-BE49-F238E27FC236}">
                <a16:creationId xmlns:a16="http://schemas.microsoft.com/office/drawing/2014/main" id="{4B995E97-1645-4C41-BDC5-966383641552}"/>
              </a:ext>
            </a:extLst>
          </p:cNvPr>
          <p:cNvSpPr>
            <a:spLocks/>
          </p:cNvSpPr>
          <p:nvPr/>
        </p:nvSpPr>
        <p:spPr>
          <a:xfrm>
            <a:off x="30712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0" name="data_9658">
            <a:extLst>
              <a:ext uri="{FF2B5EF4-FFF2-40B4-BE49-F238E27FC236}">
                <a16:creationId xmlns:a16="http://schemas.microsoft.com/office/drawing/2014/main" id="{0B7D58A9-8470-4CF4-BEC5-A6F135A12B80}"/>
              </a:ext>
            </a:extLst>
          </p:cNvPr>
          <p:cNvSpPr>
            <a:spLocks/>
          </p:cNvSpPr>
          <p:nvPr/>
        </p:nvSpPr>
        <p:spPr>
          <a:xfrm>
            <a:off x="301519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1" name="data_9659">
            <a:extLst>
              <a:ext uri="{FF2B5EF4-FFF2-40B4-BE49-F238E27FC236}">
                <a16:creationId xmlns:a16="http://schemas.microsoft.com/office/drawing/2014/main" id="{2D7C9352-9139-4296-A132-0FC6DF307636}"/>
              </a:ext>
            </a:extLst>
          </p:cNvPr>
          <p:cNvSpPr>
            <a:spLocks/>
          </p:cNvSpPr>
          <p:nvPr/>
        </p:nvSpPr>
        <p:spPr>
          <a:xfrm>
            <a:off x="30542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2" name="data_9660">
            <a:extLst>
              <a:ext uri="{FF2B5EF4-FFF2-40B4-BE49-F238E27FC236}">
                <a16:creationId xmlns:a16="http://schemas.microsoft.com/office/drawing/2014/main" id="{C4FE495B-DDC3-4247-91D7-DE478DE5CF2D}"/>
              </a:ext>
            </a:extLst>
          </p:cNvPr>
          <p:cNvSpPr>
            <a:spLocks/>
          </p:cNvSpPr>
          <p:nvPr/>
        </p:nvSpPr>
        <p:spPr>
          <a:xfrm>
            <a:off x="30404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3" name="data_9661">
            <a:extLst>
              <a:ext uri="{FF2B5EF4-FFF2-40B4-BE49-F238E27FC236}">
                <a16:creationId xmlns:a16="http://schemas.microsoft.com/office/drawing/2014/main" id="{C3955239-04D4-42B3-89E4-58C2B1A8EFBA}"/>
              </a:ext>
            </a:extLst>
          </p:cNvPr>
          <p:cNvSpPr>
            <a:spLocks/>
          </p:cNvSpPr>
          <p:nvPr/>
        </p:nvSpPr>
        <p:spPr>
          <a:xfrm>
            <a:off x="3027568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4" name="data_9662">
            <a:extLst>
              <a:ext uri="{FF2B5EF4-FFF2-40B4-BE49-F238E27FC236}">
                <a16:creationId xmlns:a16="http://schemas.microsoft.com/office/drawing/2014/main" id="{240BFF4A-EA44-4A2F-A880-320D3B6D7443}"/>
              </a:ext>
            </a:extLst>
          </p:cNvPr>
          <p:cNvSpPr>
            <a:spLocks/>
          </p:cNvSpPr>
          <p:nvPr/>
        </p:nvSpPr>
        <p:spPr>
          <a:xfrm>
            <a:off x="299720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5" name="data_9663">
            <a:extLst>
              <a:ext uri="{FF2B5EF4-FFF2-40B4-BE49-F238E27FC236}">
                <a16:creationId xmlns:a16="http://schemas.microsoft.com/office/drawing/2014/main" id="{1164F48B-BCE2-4F6C-9B82-C056D2BDF5B2}"/>
              </a:ext>
            </a:extLst>
          </p:cNvPr>
          <p:cNvSpPr>
            <a:spLocks/>
          </p:cNvSpPr>
          <p:nvPr/>
        </p:nvSpPr>
        <p:spPr>
          <a:xfrm>
            <a:off x="3114215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6" name="data_9664">
            <a:extLst>
              <a:ext uri="{FF2B5EF4-FFF2-40B4-BE49-F238E27FC236}">
                <a16:creationId xmlns:a16="http://schemas.microsoft.com/office/drawing/2014/main" id="{6463C2BC-FA29-47FA-9F0C-04A9EE5CFD71}"/>
              </a:ext>
            </a:extLst>
          </p:cNvPr>
          <p:cNvSpPr>
            <a:spLocks/>
          </p:cNvSpPr>
          <p:nvPr/>
        </p:nvSpPr>
        <p:spPr>
          <a:xfrm>
            <a:off x="2999033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7" name="data_9665">
            <a:extLst>
              <a:ext uri="{FF2B5EF4-FFF2-40B4-BE49-F238E27FC236}">
                <a16:creationId xmlns:a16="http://schemas.microsoft.com/office/drawing/2014/main" id="{402AE5B8-A43F-4257-9C7F-D94033BD7BAE}"/>
              </a:ext>
            </a:extLst>
          </p:cNvPr>
          <p:cNvSpPr>
            <a:spLocks/>
          </p:cNvSpPr>
          <p:nvPr/>
        </p:nvSpPr>
        <p:spPr>
          <a:xfrm>
            <a:off x="31045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8" name="data_9666">
            <a:extLst>
              <a:ext uri="{FF2B5EF4-FFF2-40B4-BE49-F238E27FC236}">
                <a16:creationId xmlns:a16="http://schemas.microsoft.com/office/drawing/2014/main" id="{7C933B40-F367-4D78-B382-8D5C2FC68882}"/>
              </a:ext>
            </a:extLst>
          </p:cNvPr>
          <p:cNvSpPr>
            <a:spLocks/>
          </p:cNvSpPr>
          <p:nvPr/>
        </p:nvSpPr>
        <p:spPr>
          <a:xfrm>
            <a:off x="30424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79" name="data_9667">
            <a:extLst>
              <a:ext uri="{FF2B5EF4-FFF2-40B4-BE49-F238E27FC236}">
                <a16:creationId xmlns:a16="http://schemas.microsoft.com/office/drawing/2014/main" id="{0D0AC324-7A5A-4CD2-82AC-40FA92FF459E}"/>
              </a:ext>
            </a:extLst>
          </p:cNvPr>
          <p:cNvSpPr>
            <a:spLocks/>
          </p:cNvSpPr>
          <p:nvPr/>
        </p:nvSpPr>
        <p:spPr>
          <a:xfrm>
            <a:off x="311955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0" name="data_9668">
            <a:extLst>
              <a:ext uri="{FF2B5EF4-FFF2-40B4-BE49-F238E27FC236}">
                <a16:creationId xmlns:a16="http://schemas.microsoft.com/office/drawing/2014/main" id="{80AF435E-AE1B-416A-9A18-F3443993C005}"/>
              </a:ext>
            </a:extLst>
          </p:cNvPr>
          <p:cNvSpPr>
            <a:spLocks/>
          </p:cNvSpPr>
          <p:nvPr/>
        </p:nvSpPr>
        <p:spPr>
          <a:xfrm>
            <a:off x="30787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1" name="data_9669">
            <a:extLst>
              <a:ext uri="{FF2B5EF4-FFF2-40B4-BE49-F238E27FC236}">
                <a16:creationId xmlns:a16="http://schemas.microsoft.com/office/drawing/2014/main" id="{00B96A26-1C39-4995-B0B3-697411E2157D}"/>
              </a:ext>
            </a:extLst>
          </p:cNvPr>
          <p:cNvSpPr>
            <a:spLocks/>
          </p:cNvSpPr>
          <p:nvPr/>
        </p:nvSpPr>
        <p:spPr>
          <a:xfrm>
            <a:off x="3087634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2" name="data_9670">
            <a:extLst>
              <a:ext uri="{FF2B5EF4-FFF2-40B4-BE49-F238E27FC236}">
                <a16:creationId xmlns:a16="http://schemas.microsoft.com/office/drawing/2014/main" id="{432A8C11-A938-429C-8A5E-292E0D12DA98}"/>
              </a:ext>
            </a:extLst>
          </p:cNvPr>
          <p:cNvSpPr>
            <a:spLocks/>
          </p:cNvSpPr>
          <p:nvPr/>
        </p:nvSpPr>
        <p:spPr>
          <a:xfrm>
            <a:off x="3030434" y="614337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3" name="data_9671">
            <a:extLst>
              <a:ext uri="{FF2B5EF4-FFF2-40B4-BE49-F238E27FC236}">
                <a16:creationId xmlns:a16="http://schemas.microsoft.com/office/drawing/2014/main" id="{CC90BFF5-39AD-4696-BFE1-D48D70400DD2}"/>
              </a:ext>
            </a:extLst>
          </p:cNvPr>
          <p:cNvSpPr>
            <a:spLocks/>
          </p:cNvSpPr>
          <p:nvPr/>
        </p:nvSpPr>
        <p:spPr>
          <a:xfrm>
            <a:off x="311226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4" name="data_9672">
            <a:extLst>
              <a:ext uri="{FF2B5EF4-FFF2-40B4-BE49-F238E27FC236}">
                <a16:creationId xmlns:a16="http://schemas.microsoft.com/office/drawing/2014/main" id="{78245B34-6843-4835-A97F-5D9BC634B592}"/>
              </a:ext>
            </a:extLst>
          </p:cNvPr>
          <p:cNvSpPr>
            <a:spLocks/>
          </p:cNvSpPr>
          <p:nvPr/>
        </p:nvSpPr>
        <p:spPr>
          <a:xfrm>
            <a:off x="3087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5" name="data_9673">
            <a:extLst>
              <a:ext uri="{FF2B5EF4-FFF2-40B4-BE49-F238E27FC236}">
                <a16:creationId xmlns:a16="http://schemas.microsoft.com/office/drawing/2014/main" id="{4EA802DC-97F8-4581-80F0-27FCE944A112}"/>
              </a:ext>
            </a:extLst>
          </p:cNvPr>
          <p:cNvSpPr>
            <a:spLocks/>
          </p:cNvSpPr>
          <p:nvPr/>
        </p:nvSpPr>
        <p:spPr>
          <a:xfrm>
            <a:off x="30134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6" name="data_9674">
            <a:extLst>
              <a:ext uri="{FF2B5EF4-FFF2-40B4-BE49-F238E27FC236}">
                <a16:creationId xmlns:a16="http://schemas.microsoft.com/office/drawing/2014/main" id="{15BCDA23-2284-40E2-8A49-D5E07D21AB0F}"/>
              </a:ext>
            </a:extLst>
          </p:cNvPr>
          <p:cNvSpPr>
            <a:spLocks/>
          </p:cNvSpPr>
          <p:nvPr/>
        </p:nvSpPr>
        <p:spPr>
          <a:xfrm>
            <a:off x="308568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7" name="data_9675">
            <a:extLst>
              <a:ext uri="{FF2B5EF4-FFF2-40B4-BE49-F238E27FC236}">
                <a16:creationId xmlns:a16="http://schemas.microsoft.com/office/drawing/2014/main" id="{B96372DE-5D2F-4382-8A60-BA2B6DBB1679}"/>
              </a:ext>
            </a:extLst>
          </p:cNvPr>
          <p:cNvSpPr>
            <a:spLocks/>
          </p:cNvSpPr>
          <p:nvPr/>
        </p:nvSpPr>
        <p:spPr>
          <a:xfrm>
            <a:off x="30201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8" name="data_9676">
            <a:extLst>
              <a:ext uri="{FF2B5EF4-FFF2-40B4-BE49-F238E27FC236}">
                <a16:creationId xmlns:a16="http://schemas.microsoft.com/office/drawing/2014/main" id="{487F2F0E-4E3D-45A1-8D75-07231F81D9BD}"/>
              </a:ext>
            </a:extLst>
          </p:cNvPr>
          <p:cNvSpPr>
            <a:spLocks/>
          </p:cNvSpPr>
          <p:nvPr/>
        </p:nvSpPr>
        <p:spPr>
          <a:xfrm>
            <a:off x="303030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89" name="data_9677">
            <a:extLst>
              <a:ext uri="{FF2B5EF4-FFF2-40B4-BE49-F238E27FC236}">
                <a16:creationId xmlns:a16="http://schemas.microsoft.com/office/drawing/2014/main" id="{1BD44BFB-1231-46E9-90E8-F7E2F71F7425}"/>
              </a:ext>
            </a:extLst>
          </p:cNvPr>
          <p:cNvSpPr>
            <a:spLocks/>
          </p:cNvSpPr>
          <p:nvPr/>
        </p:nvSpPr>
        <p:spPr>
          <a:xfrm>
            <a:off x="31112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0" name="data_9678">
            <a:extLst>
              <a:ext uri="{FF2B5EF4-FFF2-40B4-BE49-F238E27FC236}">
                <a16:creationId xmlns:a16="http://schemas.microsoft.com/office/drawing/2014/main" id="{3B92D28C-CD58-4880-BC36-FD8A0D8B0D2F}"/>
              </a:ext>
            </a:extLst>
          </p:cNvPr>
          <p:cNvSpPr>
            <a:spLocks/>
          </p:cNvSpPr>
          <p:nvPr/>
        </p:nvSpPr>
        <p:spPr>
          <a:xfrm>
            <a:off x="30323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1" name="data_9679">
            <a:extLst>
              <a:ext uri="{FF2B5EF4-FFF2-40B4-BE49-F238E27FC236}">
                <a16:creationId xmlns:a16="http://schemas.microsoft.com/office/drawing/2014/main" id="{C6BA7C4B-02BD-425A-AAB8-46B77018D0A6}"/>
              </a:ext>
            </a:extLst>
          </p:cNvPr>
          <p:cNvSpPr>
            <a:spLocks/>
          </p:cNvSpPr>
          <p:nvPr/>
        </p:nvSpPr>
        <p:spPr>
          <a:xfrm>
            <a:off x="3103921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2" name="data_9680">
            <a:extLst>
              <a:ext uri="{FF2B5EF4-FFF2-40B4-BE49-F238E27FC236}">
                <a16:creationId xmlns:a16="http://schemas.microsoft.com/office/drawing/2014/main" id="{1215091B-ADBC-4745-9D1B-102C3C5CA6E0}"/>
              </a:ext>
            </a:extLst>
          </p:cNvPr>
          <p:cNvSpPr>
            <a:spLocks/>
          </p:cNvSpPr>
          <p:nvPr/>
        </p:nvSpPr>
        <p:spPr>
          <a:xfrm>
            <a:off x="310496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3" name="data_9681">
            <a:extLst>
              <a:ext uri="{FF2B5EF4-FFF2-40B4-BE49-F238E27FC236}">
                <a16:creationId xmlns:a16="http://schemas.microsoft.com/office/drawing/2014/main" id="{2F2A0F61-AFE3-4C9B-87E0-BB119F46F8A8}"/>
              </a:ext>
            </a:extLst>
          </p:cNvPr>
          <p:cNvSpPr>
            <a:spLocks/>
          </p:cNvSpPr>
          <p:nvPr/>
        </p:nvSpPr>
        <p:spPr>
          <a:xfrm>
            <a:off x="310835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4" name="data_9682">
            <a:extLst>
              <a:ext uri="{FF2B5EF4-FFF2-40B4-BE49-F238E27FC236}">
                <a16:creationId xmlns:a16="http://schemas.microsoft.com/office/drawing/2014/main" id="{5E445B9A-BBDF-47FA-8528-44DD57AECA55}"/>
              </a:ext>
            </a:extLst>
          </p:cNvPr>
          <p:cNvSpPr>
            <a:spLocks/>
          </p:cNvSpPr>
          <p:nvPr/>
        </p:nvSpPr>
        <p:spPr>
          <a:xfrm>
            <a:off x="3033431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5" name="data_9683">
            <a:extLst>
              <a:ext uri="{FF2B5EF4-FFF2-40B4-BE49-F238E27FC236}">
                <a16:creationId xmlns:a16="http://schemas.microsoft.com/office/drawing/2014/main" id="{26E72E9C-BAF3-4A8C-AAC2-9E07D4EBA613}"/>
              </a:ext>
            </a:extLst>
          </p:cNvPr>
          <p:cNvSpPr>
            <a:spLocks/>
          </p:cNvSpPr>
          <p:nvPr/>
        </p:nvSpPr>
        <p:spPr>
          <a:xfrm>
            <a:off x="301375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6" name="data_9684">
            <a:extLst>
              <a:ext uri="{FF2B5EF4-FFF2-40B4-BE49-F238E27FC236}">
                <a16:creationId xmlns:a16="http://schemas.microsoft.com/office/drawing/2014/main" id="{DAB34757-1AEC-4D09-877A-86BB2E79282C}"/>
              </a:ext>
            </a:extLst>
          </p:cNvPr>
          <p:cNvSpPr>
            <a:spLocks/>
          </p:cNvSpPr>
          <p:nvPr/>
        </p:nvSpPr>
        <p:spPr>
          <a:xfrm>
            <a:off x="30895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7" name="data_9685">
            <a:extLst>
              <a:ext uri="{FF2B5EF4-FFF2-40B4-BE49-F238E27FC236}">
                <a16:creationId xmlns:a16="http://schemas.microsoft.com/office/drawing/2014/main" id="{9C9B850F-DE2D-4053-8C96-C2001ABA524E}"/>
              </a:ext>
            </a:extLst>
          </p:cNvPr>
          <p:cNvSpPr>
            <a:spLocks/>
          </p:cNvSpPr>
          <p:nvPr/>
        </p:nvSpPr>
        <p:spPr>
          <a:xfrm>
            <a:off x="300763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8" name="data_9686">
            <a:extLst>
              <a:ext uri="{FF2B5EF4-FFF2-40B4-BE49-F238E27FC236}">
                <a16:creationId xmlns:a16="http://schemas.microsoft.com/office/drawing/2014/main" id="{3415B540-B376-4FFD-8443-C3D431299578}"/>
              </a:ext>
            </a:extLst>
          </p:cNvPr>
          <p:cNvSpPr>
            <a:spLocks/>
          </p:cNvSpPr>
          <p:nvPr/>
        </p:nvSpPr>
        <p:spPr>
          <a:xfrm>
            <a:off x="301584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599" name="data_9687">
            <a:extLst>
              <a:ext uri="{FF2B5EF4-FFF2-40B4-BE49-F238E27FC236}">
                <a16:creationId xmlns:a16="http://schemas.microsoft.com/office/drawing/2014/main" id="{4D8BCB18-7820-4140-957C-61C4BCED4ED9}"/>
              </a:ext>
            </a:extLst>
          </p:cNvPr>
          <p:cNvSpPr>
            <a:spLocks/>
          </p:cNvSpPr>
          <p:nvPr/>
        </p:nvSpPr>
        <p:spPr>
          <a:xfrm>
            <a:off x="30928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0" name="data_9688">
            <a:extLst>
              <a:ext uri="{FF2B5EF4-FFF2-40B4-BE49-F238E27FC236}">
                <a16:creationId xmlns:a16="http://schemas.microsoft.com/office/drawing/2014/main" id="{4BAD5596-7F58-4EA9-863F-77458FCA003C}"/>
              </a:ext>
            </a:extLst>
          </p:cNvPr>
          <p:cNvSpPr>
            <a:spLocks/>
          </p:cNvSpPr>
          <p:nvPr/>
        </p:nvSpPr>
        <p:spPr>
          <a:xfrm>
            <a:off x="30088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1" name="data_9689">
            <a:extLst>
              <a:ext uri="{FF2B5EF4-FFF2-40B4-BE49-F238E27FC236}">
                <a16:creationId xmlns:a16="http://schemas.microsoft.com/office/drawing/2014/main" id="{ADF7F444-7A35-44BC-82D5-8C2D8B946B0F}"/>
              </a:ext>
            </a:extLst>
          </p:cNvPr>
          <p:cNvSpPr>
            <a:spLocks/>
          </p:cNvSpPr>
          <p:nvPr/>
        </p:nvSpPr>
        <p:spPr>
          <a:xfrm>
            <a:off x="31178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2" name="data_9690">
            <a:extLst>
              <a:ext uri="{FF2B5EF4-FFF2-40B4-BE49-F238E27FC236}">
                <a16:creationId xmlns:a16="http://schemas.microsoft.com/office/drawing/2014/main" id="{59CF6A45-3D38-450B-AA55-9BCD88A91F28}"/>
              </a:ext>
            </a:extLst>
          </p:cNvPr>
          <p:cNvSpPr>
            <a:spLocks/>
          </p:cNvSpPr>
          <p:nvPr/>
        </p:nvSpPr>
        <p:spPr>
          <a:xfrm>
            <a:off x="30979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3" name="data_9691">
            <a:extLst>
              <a:ext uri="{FF2B5EF4-FFF2-40B4-BE49-F238E27FC236}">
                <a16:creationId xmlns:a16="http://schemas.microsoft.com/office/drawing/2014/main" id="{705C5ABB-5BCA-4396-80CA-84E73C0C010B}"/>
              </a:ext>
            </a:extLst>
          </p:cNvPr>
          <p:cNvSpPr>
            <a:spLocks/>
          </p:cNvSpPr>
          <p:nvPr/>
        </p:nvSpPr>
        <p:spPr>
          <a:xfrm>
            <a:off x="30507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4" name="data_9692">
            <a:extLst>
              <a:ext uri="{FF2B5EF4-FFF2-40B4-BE49-F238E27FC236}">
                <a16:creationId xmlns:a16="http://schemas.microsoft.com/office/drawing/2014/main" id="{A6097631-ECE5-4CB4-B4BE-035FFE5EDDED}"/>
              </a:ext>
            </a:extLst>
          </p:cNvPr>
          <p:cNvSpPr>
            <a:spLocks/>
          </p:cNvSpPr>
          <p:nvPr/>
        </p:nvSpPr>
        <p:spPr>
          <a:xfrm>
            <a:off x="30287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5" name="data_9693">
            <a:extLst>
              <a:ext uri="{FF2B5EF4-FFF2-40B4-BE49-F238E27FC236}">
                <a16:creationId xmlns:a16="http://schemas.microsoft.com/office/drawing/2014/main" id="{8A260A1C-C7C8-4512-AAC8-290B014A0518}"/>
              </a:ext>
            </a:extLst>
          </p:cNvPr>
          <p:cNvSpPr>
            <a:spLocks/>
          </p:cNvSpPr>
          <p:nvPr/>
        </p:nvSpPr>
        <p:spPr>
          <a:xfrm>
            <a:off x="3121511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6" name="data_9694">
            <a:extLst>
              <a:ext uri="{FF2B5EF4-FFF2-40B4-BE49-F238E27FC236}">
                <a16:creationId xmlns:a16="http://schemas.microsoft.com/office/drawing/2014/main" id="{5AB515F7-7713-44B5-BDEB-20FC80259624}"/>
              </a:ext>
            </a:extLst>
          </p:cNvPr>
          <p:cNvSpPr>
            <a:spLocks/>
          </p:cNvSpPr>
          <p:nvPr/>
        </p:nvSpPr>
        <p:spPr>
          <a:xfrm>
            <a:off x="30742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7" name="data_9695">
            <a:extLst>
              <a:ext uri="{FF2B5EF4-FFF2-40B4-BE49-F238E27FC236}">
                <a16:creationId xmlns:a16="http://schemas.microsoft.com/office/drawing/2014/main" id="{FFFB66C5-B4A6-4CED-BA87-77547AEA406A}"/>
              </a:ext>
            </a:extLst>
          </p:cNvPr>
          <p:cNvSpPr>
            <a:spLocks/>
          </p:cNvSpPr>
          <p:nvPr/>
        </p:nvSpPr>
        <p:spPr>
          <a:xfrm>
            <a:off x="310392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8" name="data_9696">
            <a:extLst>
              <a:ext uri="{FF2B5EF4-FFF2-40B4-BE49-F238E27FC236}">
                <a16:creationId xmlns:a16="http://schemas.microsoft.com/office/drawing/2014/main" id="{94EAD6C0-1061-46D4-AB5D-E1641C523667}"/>
              </a:ext>
            </a:extLst>
          </p:cNvPr>
          <p:cNvSpPr>
            <a:spLocks/>
          </p:cNvSpPr>
          <p:nvPr/>
        </p:nvSpPr>
        <p:spPr>
          <a:xfrm>
            <a:off x="30125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09" name="data_9697">
            <a:extLst>
              <a:ext uri="{FF2B5EF4-FFF2-40B4-BE49-F238E27FC236}">
                <a16:creationId xmlns:a16="http://schemas.microsoft.com/office/drawing/2014/main" id="{5F60458C-F520-4E5A-9DD3-4862EFB20ED0}"/>
              </a:ext>
            </a:extLst>
          </p:cNvPr>
          <p:cNvSpPr>
            <a:spLocks/>
          </p:cNvSpPr>
          <p:nvPr/>
        </p:nvSpPr>
        <p:spPr>
          <a:xfrm>
            <a:off x="30493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0" name="data_9698">
            <a:extLst>
              <a:ext uri="{FF2B5EF4-FFF2-40B4-BE49-F238E27FC236}">
                <a16:creationId xmlns:a16="http://schemas.microsoft.com/office/drawing/2014/main" id="{A4AF623D-D558-4333-AEDC-FF50DCB856E8}"/>
              </a:ext>
            </a:extLst>
          </p:cNvPr>
          <p:cNvSpPr>
            <a:spLocks/>
          </p:cNvSpPr>
          <p:nvPr/>
        </p:nvSpPr>
        <p:spPr>
          <a:xfrm>
            <a:off x="309584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1" name="data_9699">
            <a:extLst>
              <a:ext uri="{FF2B5EF4-FFF2-40B4-BE49-F238E27FC236}">
                <a16:creationId xmlns:a16="http://schemas.microsoft.com/office/drawing/2014/main" id="{2B663A5A-CB71-461F-8B5C-5C5E8D7AF473}"/>
              </a:ext>
            </a:extLst>
          </p:cNvPr>
          <p:cNvSpPr>
            <a:spLocks/>
          </p:cNvSpPr>
          <p:nvPr/>
        </p:nvSpPr>
        <p:spPr>
          <a:xfrm>
            <a:off x="30769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2" name="data_9700">
            <a:extLst>
              <a:ext uri="{FF2B5EF4-FFF2-40B4-BE49-F238E27FC236}">
                <a16:creationId xmlns:a16="http://schemas.microsoft.com/office/drawing/2014/main" id="{B2F5C3C4-F60A-4E49-A513-EA9D74F88E25}"/>
              </a:ext>
            </a:extLst>
          </p:cNvPr>
          <p:cNvSpPr>
            <a:spLocks/>
          </p:cNvSpPr>
          <p:nvPr/>
        </p:nvSpPr>
        <p:spPr>
          <a:xfrm>
            <a:off x="31151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3" name="data_9701">
            <a:extLst>
              <a:ext uri="{FF2B5EF4-FFF2-40B4-BE49-F238E27FC236}">
                <a16:creationId xmlns:a16="http://schemas.microsoft.com/office/drawing/2014/main" id="{327E41C6-4F28-4F12-B15C-77544F34A1FF}"/>
              </a:ext>
            </a:extLst>
          </p:cNvPr>
          <p:cNvSpPr>
            <a:spLocks/>
          </p:cNvSpPr>
          <p:nvPr/>
        </p:nvSpPr>
        <p:spPr>
          <a:xfrm>
            <a:off x="29942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4" name="data_9702">
            <a:extLst>
              <a:ext uri="{FF2B5EF4-FFF2-40B4-BE49-F238E27FC236}">
                <a16:creationId xmlns:a16="http://schemas.microsoft.com/office/drawing/2014/main" id="{84A7B0ED-9DFA-41ED-B17E-9A01B4F7B976}"/>
              </a:ext>
            </a:extLst>
          </p:cNvPr>
          <p:cNvSpPr>
            <a:spLocks/>
          </p:cNvSpPr>
          <p:nvPr/>
        </p:nvSpPr>
        <p:spPr>
          <a:xfrm>
            <a:off x="30478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5" name="data_9703">
            <a:extLst>
              <a:ext uri="{FF2B5EF4-FFF2-40B4-BE49-F238E27FC236}">
                <a16:creationId xmlns:a16="http://schemas.microsoft.com/office/drawing/2014/main" id="{49CC9426-6CB1-4314-9F4A-8801E65A5475}"/>
              </a:ext>
            </a:extLst>
          </p:cNvPr>
          <p:cNvSpPr>
            <a:spLocks/>
          </p:cNvSpPr>
          <p:nvPr/>
        </p:nvSpPr>
        <p:spPr>
          <a:xfrm>
            <a:off x="30722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6" name="data_9704">
            <a:extLst>
              <a:ext uri="{FF2B5EF4-FFF2-40B4-BE49-F238E27FC236}">
                <a16:creationId xmlns:a16="http://schemas.microsoft.com/office/drawing/2014/main" id="{173250F3-A181-47FD-8864-3BB833E56324}"/>
              </a:ext>
            </a:extLst>
          </p:cNvPr>
          <p:cNvSpPr>
            <a:spLocks/>
          </p:cNvSpPr>
          <p:nvPr/>
        </p:nvSpPr>
        <p:spPr>
          <a:xfrm>
            <a:off x="30317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7" name="data_9705">
            <a:extLst>
              <a:ext uri="{FF2B5EF4-FFF2-40B4-BE49-F238E27FC236}">
                <a16:creationId xmlns:a16="http://schemas.microsoft.com/office/drawing/2014/main" id="{2AEFA3BF-BDC9-4EC4-9FD6-F1EF045B523E}"/>
              </a:ext>
            </a:extLst>
          </p:cNvPr>
          <p:cNvSpPr>
            <a:spLocks/>
          </p:cNvSpPr>
          <p:nvPr/>
        </p:nvSpPr>
        <p:spPr>
          <a:xfrm>
            <a:off x="306092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8" name="data_9706">
            <a:extLst>
              <a:ext uri="{FF2B5EF4-FFF2-40B4-BE49-F238E27FC236}">
                <a16:creationId xmlns:a16="http://schemas.microsoft.com/office/drawing/2014/main" id="{DDC2B531-EBC4-4400-9895-44C9004674B0}"/>
              </a:ext>
            </a:extLst>
          </p:cNvPr>
          <p:cNvSpPr>
            <a:spLocks/>
          </p:cNvSpPr>
          <p:nvPr/>
        </p:nvSpPr>
        <p:spPr>
          <a:xfrm>
            <a:off x="3044506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19" name="data_9707">
            <a:extLst>
              <a:ext uri="{FF2B5EF4-FFF2-40B4-BE49-F238E27FC236}">
                <a16:creationId xmlns:a16="http://schemas.microsoft.com/office/drawing/2014/main" id="{E2EA1D7C-1AB2-4EC1-ACBD-7665AD7434A0}"/>
              </a:ext>
            </a:extLst>
          </p:cNvPr>
          <p:cNvSpPr>
            <a:spLocks/>
          </p:cNvSpPr>
          <p:nvPr/>
        </p:nvSpPr>
        <p:spPr>
          <a:xfrm>
            <a:off x="3100794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0" name="data_9708">
            <a:extLst>
              <a:ext uri="{FF2B5EF4-FFF2-40B4-BE49-F238E27FC236}">
                <a16:creationId xmlns:a16="http://schemas.microsoft.com/office/drawing/2014/main" id="{1903C27F-3F6A-456D-8E18-9EC40A20FA73}"/>
              </a:ext>
            </a:extLst>
          </p:cNvPr>
          <p:cNvSpPr>
            <a:spLocks/>
          </p:cNvSpPr>
          <p:nvPr/>
        </p:nvSpPr>
        <p:spPr>
          <a:xfrm>
            <a:off x="300854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1" name="data_9709">
            <a:extLst>
              <a:ext uri="{FF2B5EF4-FFF2-40B4-BE49-F238E27FC236}">
                <a16:creationId xmlns:a16="http://schemas.microsoft.com/office/drawing/2014/main" id="{AC3D30C9-60AE-4E71-A273-B30F9853020F}"/>
              </a:ext>
            </a:extLst>
          </p:cNvPr>
          <p:cNvSpPr>
            <a:spLocks/>
          </p:cNvSpPr>
          <p:nvPr/>
        </p:nvSpPr>
        <p:spPr>
          <a:xfrm>
            <a:off x="30145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2" name="data_9710">
            <a:extLst>
              <a:ext uri="{FF2B5EF4-FFF2-40B4-BE49-F238E27FC236}">
                <a16:creationId xmlns:a16="http://schemas.microsoft.com/office/drawing/2014/main" id="{C7C6BC15-F409-42F9-87D0-2AC2D1F067EA}"/>
              </a:ext>
            </a:extLst>
          </p:cNvPr>
          <p:cNvSpPr>
            <a:spLocks/>
          </p:cNvSpPr>
          <p:nvPr/>
        </p:nvSpPr>
        <p:spPr>
          <a:xfrm>
            <a:off x="30687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3" name="data_9711">
            <a:extLst>
              <a:ext uri="{FF2B5EF4-FFF2-40B4-BE49-F238E27FC236}">
                <a16:creationId xmlns:a16="http://schemas.microsoft.com/office/drawing/2014/main" id="{A7641DD6-C81B-4519-BCD8-CEEDD7C5A168}"/>
              </a:ext>
            </a:extLst>
          </p:cNvPr>
          <p:cNvSpPr>
            <a:spLocks/>
          </p:cNvSpPr>
          <p:nvPr/>
        </p:nvSpPr>
        <p:spPr>
          <a:xfrm>
            <a:off x="30675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4" name="data_9712">
            <a:extLst>
              <a:ext uri="{FF2B5EF4-FFF2-40B4-BE49-F238E27FC236}">
                <a16:creationId xmlns:a16="http://schemas.microsoft.com/office/drawing/2014/main" id="{3B33254F-BFF0-49C2-B911-519193E19359}"/>
              </a:ext>
            </a:extLst>
          </p:cNvPr>
          <p:cNvSpPr>
            <a:spLocks/>
          </p:cNvSpPr>
          <p:nvPr/>
        </p:nvSpPr>
        <p:spPr>
          <a:xfrm>
            <a:off x="31099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5" name="data_9713">
            <a:extLst>
              <a:ext uri="{FF2B5EF4-FFF2-40B4-BE49-F238E27FC236}">
                <a16:creationId xmlns:a16="http://schemas.microsoft.com/office/drawing/2014/main" id="{7C07A4F1-0946-45E6-B06D-A3E26246344B}"/>
              </a:ext>
            </a:extLst>
          </p:cNvPr>
          <p:cNvSpPr>
            <a:spLocks/>
          </p:cNvSpPr>
          <p:nvPr/>
        </p:nvSpPr>
        <p:spPr>
          <a:xfrm>
            <a:off x="30902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6" name="data_9714">
            <a:extLst>
              <a:ext uri="{FF2B5EF4-FFF2-40B4-BE49-F238E27FC236}">
                <a16:creationId xmlns:a16="http://schemas.microsoft.com/office/drawing/2014/main" id="{196AF4AB-6BC5-4DCA-9F51-28C2FE24BEFC}"/>
              </a:ext>
            </a:extLst>
          </p:cNvPr>
          <p:cNvSpPr>
            <a:spLocks/>
          </p:cNvSpPr>
          <p:nvPr/>
        </p:nvSpPr>
        <p:spPr>
          <a:xfrm>
            <a:off x="302874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7" name="data_9715">
            <a:extLst>
              <a:ext uri="{FF2B5EF4-FFF2-40B4-BE49-F238E27FC236}">
                <a16:creationId xmlns:a16="http://schemas.microsoft.com/office/drawing/2014/main" id="{5C2CC189-1CA3-4E96-87EB-B370978827BF}"/>
              </a:ext>
            </a:extLst>
          </p:cNvPr>
          <p:cNvSpPr>
            <a:spLocks/>
          </p:cNvSpPr>
          <p:nvPr/>
        </p:nvSpPr>
        <p:spPr>
          <a:xfrm>
            <a:off x="3092846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8" name="data_9716">
            <a:extLst>
              <a:ext uri="{FF2B5EF4-FFF2-40B4-BE49-F238E27FC236}">
                <a16:creationId xmlns:a16="http://schemas.microsoft.com/office/drawing/2014/main" id="{71E8AF7C-EB5A-43E5-9969-45A78944EA91}"/>
              </a:ext>
            </a:extLst>
          </p:cNvPr>
          <p:cNvSpPr>
            <a:spLocks/>
          </p:cNvSpPr>
          <p:nvPr/>
        </p:nvSpPr>
        <p:spPr>
          <a:xfrm>
            <a:off x="308229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29" name="data_9717">
            <a:extLst>
              <a:ext uri="{FF2B5EF4-FFF2-40B4-BE49-F238E27FC236}">
                <a16:creationId xmlns:a16="http://schemas.microsoft.com/office/drawing/2014/main" id="{5179D203-909A-409C-BD8B-A5F4DEDCB041}"/>
              </a:ext>
            </a:extLst>
          </p:cNvPr>
          <p:cNvSpPr>
            <a:spLocks/>
          </p:cNvSpPr>
          <p:nvPr/>
        </p:nvSpPr>
        <p:spPr>
          <a:xfrm>
            <a:off x="3087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0" name="data_9718">
            <a:extLst>
              <a:ext uri="{FF2B5EF4-FFF2-40B4-BE49-F238E27FC236}">
                <a16:creationId xmlns:a16="http://schemas.microsoft.com/office/drawing/2014/main" id="{0ED9D77B-A2F6-4C80-B760-03044EDA0933}"/>
              </a:ext>
            </a:extLst>
          </p:cNvPr>
          <p:cNvSpPr>
            <a:spLocks/>
          </p:cNvSpPr>
          <p:nvPr/>
        </p:nvSpPr>
        <p:spPr>
          <a:xfrm>
            <a:off x="30632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1" name="data_9719">
            <a:extLst>
              <a:ext uri="{FF2B5EF4-FFF2-40B4-BE49-F238E27FC236}">
                <a16:creationId xmlns:a16="http://schemas.microsoft.com/office/drawing/2014/main" id="{81836D95-E9DA-4CF7-9FAA-948C15969C10}"/>
              </a:ext>
            </a:extLst>
          </p:cNvPr>
          <p:cNvSpPr>
            <a:spLocks/>
          </p:cNvSpPr>
          <p:nvPr/>
        </p:nvSpPr>
        <p:spPr>
          <a:xfrm>
            <a:off x="29956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2" name="data_9720">
            <a:extLst>
              <a:ext uri="{FF2B5EF4-FFF2-40B4-BE49-F238E27FC236}">
                <a16:creationId xmlns:a16="http://schemas.microsoft.com/office/drawing/2014/main" id="{146D3733-9776-4260-A0A2-62744D000FB0}"/>
              </a:ext>
            </a:extLst>
          </p:cNvPr>
          <p:cNvSpPr>
            <a:spLocks/>
          </p:cNvSpPr>
          <p:nvPr/>
        </p:nvSpPr>
        <p:spPr>
          <a:xfrm>
            <a:off x="3082813" y="58396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3" name="data_9721">
            <a:extLst>
              <a:ext uri="{FF2B5EF4-FFF2-40B4-BE49-F238E27FC236}">
                <a16:creationId xmlns:a16="http://schemas.microsoft.com/office/drawing/2014/main" id="{F6ADDA41-11F7-4CC7-9167-05FE111C3961}"/>
              </a:ext>
            </a:extLst>
          </p:cNvPr>
          <p:cNvSpPr>
            <a:spLocks/>
          </p:cNvSpPr>
          <p:nvPr/>
        </p:nvSpPr>
        <p:spPr>
          <a:xfrm>
            <a:off x="3100013" y="58472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4" name="data_9722">
            <a:extLst>
              <a:ext uri="{FF2B5EF4-FFF2-40B4-BE49-F238E27FC236}">
                <a16:creationId xmlns:a16="http://schemas.microsoft.com/office/drawing/2014/main" id="{2E3596CC-EF02-4D06-A60F-C34D6CFBFA39}"/>
              </a:ext>
            </a:extLst>
          </p:cNvPr>
          <p:cNvSpPr>
            <a:spLocks/>
          </p:cNvSpPr>
          <p:nvPr/>
        </p:nvSpPr>
        <p:spPr>
          <a:xfrm>
            <a:off x="30172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5" name="data_9723">
            <a:extLst>
              <a:ext uri="{FF2B5EF4-FFF2-40B4-BE49-F238E27FC236}">
                <a16:creationId xmlns:a16="http://schemas.microsoft.com/office/drawing/2014/main" id="{03C32F95-CB25-40AA-A505-D1D5EAA22EF9}"/>
              </a:ext>
            </a:extLst>
          </p:cNvPr>
          <p:cNvSpPr>
            <a:spLocks/>
          </p:cNvSpPr>
          <p:nvPr/>
        </p:nvSpPr>
        <p:spPr>
          <a:xfrm>
            <a:off x="30075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6" name="data_9724">
            <a:extLst>
              <a:ext uri="{FF2B5EF4-FFF2-40B4-BE49-F238E27FC236}">
                <a16:creationId xmlns:a16="http://schemas.microsoft.com/office/drawing/2014/main" id="{D272CFE9-D1EB-4647-8276-071EB326D4C0}"/>
              </a:ext>
            </a:extLst>
          </p:cNvPr>
          <p:cNvSpPr>
            <a:spLocks/>
          </p:cNvSpPr>
          <p:nvPr/>
        </p:nvSpPr>
        <p:spPr>
          <a:xfrm>
            <a:off x="3082553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7" name="data_9725">
            <a:extLst>
              <a:ext uri="{FF2B5EF4-FFF2-40B4-BE49-F238E27FC236}">
                <a16:creationId xmlns:a16="http://schemas.microsoft.com/office/drawing/2014/main" id="{B1FDC7F5-F1D8-4080-BA54-C655DDBD131F}"/>
              </a:ext>
            </a:extLst>
          </p:cNvPr>
          <p:cNvSpPr>
            <a:spLocks/>
          </p:cNvSpPr>
          <p:nvPr/>
        </p:nvSpPr>
        <p:spPr>
          <a:xfrm>
            <a:off x="31161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8" name="data_9726">
            <a:extLst>
              <a:ext uri="{FF2B5EF4-FFF2-40B4-BE49-F238E27FC236}">
                <a16:creationId xmlns:a16="http://schemas.microsoft.com/office/drawing/2014/main" id="{6D9F9627-518E-4A91-B8F8-DC3092084051}"/>
              </a:ext>
            </a:extLst>
          </p:cNvPr>
          <p:cNvSpPr>
            <a:spLocks/>
          </p:cNvSpPr>
          <p:nvPr/>
        </p:nvSpPr>
        <p:spPr>
          <a:xfrm>
            <a:off x="31217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39" name="data_9727">
            <a:extLst>
              <a:ext uri="{FF2B5EF4-FFF2-40B4-BE49-F238E27FC236}">
                <a16:creationId xmlns:a16="http://schemas.microsoft.com/office/drawing/2014/main" id="{CD3B4AC4-4CAC-44C0-B346-C78C18F51751}"/>
              </a:ext>
            </a:extLst>
          </p:cNvPr>
          <p:cNvSpPr>
            <a:spLocks/>
          </p:cNvSpPr>
          <p:nvPr/>
        </p:nvSpPr>
        <p:spPr>
          <a:xfrm>
            <a:off x="304124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0" name="data_9728">
            <a:extLst>
              <a:ext uri="{FF2B5EF4-FFF2-40B4-BE49-F238E27FC236}">
                <a16:creationId xmlns:a16="http://schemas.microsoft.com/office/drawing/2014/main" id="{D8883D6C-19D5-4A74-A1EA-8CD2D1F009EB}"/>
              </a:ext>
            </a:extLst>
          </p:cNvPr>
          <p:cNvSpPr>
            <a:spLocks/>
          </p:cNvSpPr>
          <p:nvPr/>
        </p:nvSpPr>
        <p:spPr>
          <a:xfrm>
            <a:off x="308906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1" name="data_9729">
            <a:extLst>
              <a:ext uri="{FF2B5EF4-FFF2-40B4-BE49-F238E27FC236}">
                <a16:creationId xmlns:a16="http://schemas.microsoft.com/office/drawing/2014/main" id="{797C4270-0503-445B-ADB8-78855E99B06B}"/>
              </a:ext>
            </a:extLst>
          </p:cNvPr>
          <p:cNvSpPr>
            <a:spLocks/>
          </p:cNvSpPr>
          <p:nvPr/>
        </p:nvSpPr>
        <p:spPr>
          <a:xfrm>
            <a:off x="309897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2" name="data_9730">
            <a:extLst>
              <a:ext uri="{FF2B5EF4-FFF2-40B4-BE49-F238E27FC236}">
                <a16:creationId xmlns:a16="http://schemas.microsoft.com/office/drawing/2014/main" id="{DA05287E-7577-412A-A17E-3ECBD7B9DB6A}"/>
              </a:ext>
            </a:extLst>
          </p:cNvPr>
          <p:cNvSpPr>
            <a:spLocks/>
          </p:cNvSpPr>
          <p:nvPr/>
        </p:nvSpPr>
        <p:spPr>
          <a:xfrm>
            <a:off x="31147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3" name="data_9731">
            <a:extLst>
              <a:ext uri="{FF2B5EF4-FFF2-40B4-BE49-F238E27FC236}">
                <a16:creationId xmlns:a16="http://schemas.microsoft.com/office/drawing/2014/main" id="{AD2D354D-A01C-47AB-A691-D9EDC06D278F}"/>
              </a:ext>
            </a:extLst>
          </p:cNvPr>
          <p:cNvSpPr>
            <a:spLocks/>
          </p:cNvSpPr>
          <p:nvPr/>
        </p:nvSpPr>
        <p:spPr>
          <a:xfrm>
            <a:off x="31009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4" name="data_9732">
            <a:extLst>
              <a:ext uri="{FF2B5EF4-FFF2-40B4-BE49-F238E27FC236}">
                <a16:creationId xmlns:a16="http://schemas.microsoft.com/office/drawing/2014/main" id="{182F0BC0-0F09-476A-AF4F-234496E5F749}"/>
              </a:ext>
            </a:extLst>
          </p:cNvPr>
          <p:cNvSpPr>
            <a:spLocks/>
          </p:cNvSpPr>
          <p:nvPr/>
        </p:nvSpPr>
        <p:spPr>
          <a:xfrm>
            <a:off x="30812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5" name="data_9733">
            <a:extLst>
              <a:ext uri="{FF2B5EF4-FFF2-40B4-BE49-F238E27FC236}">
                <a16:creationId xmlns:a16="http://schemas.microsoft.com/office/drawing/2014/main" id="{520B6BD4-2584-4EAA-91F6-52A79DCFE797}"/>
              </a:ext>
            </a:extLst>
          </p:cNvPr>
          <p:cNvSpPr>
            <a:spLocks/>
          </p:cNvSpPr>
          <p:nvPr/>
        </p:nvSpPr>
        <p:spPr>
          <a:xfrm>
            <a:off x="30013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6" name="data_9734">
            <a:extLst>
              <a:ext uri="{FF2B5EF4-FFF2-40B4-BE49-F238E27FC236}">
                <a16:creationId xmlns:a16="http://schemas.microsoft.com/office/drawing/2014/main" id="{18613EC9-A2E5-4005-8917-3DB3841367D0}"/>
              </a:ext>
            </a:extLst>
          </p:cNvPr>
          <p:cNvSpPr>
            <a:spLocks/>
          </p:cNvSpPr>
          <p:nvPr/>
        </p:nvSpPr>
        <p:spPr>
          <a:xfrm>
            <a:off x="3014017" y="64000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7" name="data_9735">
            <a:extLst>
              <a:ext uri="{FF2B5EF4-FFF2-40B4-BE49-F238E27FC236}">
                <a16:creationId xmlns:a16="http://schemas.microsoft.com/office/drawing/2014/main" id="{5EB49C45-F315-4041-BB37-D92726BD6DD1}"/>
              </a:ext>
            </a:extLst>
          </p:cNvPr>
          <p:cNvSpPr>
            <a:spLocks/>
          </p:cNvSpPr>
          <p:nvPr/>
        </p:nvSpPr>
        <p:spPr>
          <a:xfrm>
            <a:off x="308255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8" name="data_9736">
            <a:extLst>
              <a:ext uri="{FF2B5EF4-FFF2-40B4-BE49-F238E27FC236}">
                <a16:creationId xmlns:a16="http://schemas.microsoft.com/office/drawing/2014/main" id="{3AC6F7E0-FA31-4BBE-808E-85329BE01F0D}"/>
              </a:ext>
            </a:extLst>
          </p:cNvPr>
          <p:cNvSpPr>
            <a:spLocks/>
          </p:cNvSpPr>
          <p:nvPr/>
        </p:nvSpPr>
        <p:spPr>
          <a:xfrm>
            <a:off x="30693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49" name="data_9737">
            <a:extLst>
              <a:ext uri="{FF2B5EF4-FFF2-40B4-BE49-F238E27FC236}">
                <a16:creationId xmlns:a16="http://schemas.microsoft.com/office/drawing/2014/main" id="{3BADA9D7-919C-466A-B9A8-14E567F92AD0}"/>
              </a:ext>
            </a:extLst>
          </p:cNvPr>
          <p:cNvSpPr>
            <a:spLocks/>
          </p:cNvSpPr>
          <p:nvPr/>
        </p:nvSpPr>
        <p:spPr>
          <a:xfrm>
            <a:off x="30194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0" name="data_9738">
            <a:extLst>
              <a:ext uri="{FF2B5EF4-FFF2-40B4-BE49-F238E27FC236}">
                <a16:creationId xmlns:a16="http://schemas.microsoft.com/office/drawing/2014/main" id="{A36EB907-C5DA-4232-97F4-55B6D35A4BB6}"/>
              </a:ext>
            </a:extLst>
          </p:cNvPr>
          <p:cNvSpPr>
            <a:spLocks/>
          </p:cNvSpPr>
          <p:nvPr/>
        </p:nvSpPr>
        <p:spPr>
          <a:xfrm>
            <a:off x="30430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1" name="data_9739">
            <a:extLst>
              <a:ext uri="{FF2B5EF4-FFF2-40B4-BE49-F238E27FC236}">
                <a16:creationId xmlns:a16="http://schemas.microsoft.com/office/drawing/2014/main" id="{0C4F7DD9-163C-4B72-BBDE-6CB6FF877E51}"/>
              </a:ext>
            </a:extLst>
          </p:cNvPr>
          <p:cNvSpPr>
            <a:spLocks/>
          </p:cNvSpPr>
          <p:nvPr/>
        </p:nvSpPr>
        <p:spPr>
          <a:xfrm>
            <a:off x="2996948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52" name="data_9740">
            <a:extLst>
              <a:ext uri="{FF2B5EF4-FFF2-40B4-BE49-F238E27FC236}">
                <a16:creationId xmlns:a16="http://schemas.microsoft.com/office/drawing/2014/main" id="{C3E1AAA4-A608-4A30-947A-E41DA5525CEC}"/>
              </a:ext>
            </a:extLst>
          </p:cNvPr>
          <p:cNvSpPr>
            <a:spLocks/>
          </p:cNvSpPr>
          <p:nvPr/>
        </p:nvSpPr>
        <p:spPr>
          <a:xfrm>
            <a:off x="1007269" y="5087202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653" name="data_9741">
            <a:extLst>
              <a:ext uri="{FF2B5EF4-FFF2-40B4-BE49-F238E27FC236}">
                <a16:creationId xmlns:a16="http://schemas.microsoft.com/office/drawing/2014/main" id="{2FC27004-90A4-4249-8F55-855B95653D02}"/>
              </a:ext>
            </a:extLst>
          </p:cNvPr>
          <p:cNvSpPr>
            <a:spLocks/>
          </p:cNvSpPr>
          <p:nvPr/>
        </p:nvSpPr>
        <p:spPr>
          <a:xfrm>
            <a:off x="1007269" y="7041780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2654" name="text_9742">
            <a:extLst>
              <a:ext uri="{FF2B5EF4-FFF2-40B4-BE49-F238E27FC236}">
                <a16:creationId xmlns:a16="http://schemas.microsoft.com/office/drawing/2014/main" id="{4C8654BF-3890-470A-BDBF-CFAA51A8D15B}"/>
              </a:ext>
            </a:extLst>
          </p:cNvPr>
          <p:cNvSpPr>
            <a:spLocks/>
          </p:cNvSpPr>
          <p:nvPr/>
        </p:nvSpPr>
        <p:spPr>
          <a:xfrm>
            <a:off x="617111" y="4773801"/>
            <a:ext cx="10410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2655" name="text_9743">
            <a:extLst>
              <a:ext uri="{FF2B5EF4-FFF2-40B4-BE49-F238E27FC236}">
                <a16:creationId xmlns:a16="http://schemas.microsoft.com/office/drawing/2014/main" id="{E9EBAB65-996F-42F5-A11D-B6572E16B27F}"/>
              </a:ext>
            </a:extLst>
          </p:cNvPr>
          <p:cNvSpPr>
            <a:spLocks/>
          </p:cNvSpPr>
          <p:nvPr/>
        </p:nvSpPr>
        <p:spPr>
          <a:xfrm>
            <a:off x="1007269" y="4808505"/>
            <a:ext cx="1235599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GT</a:t>
            </a:r>
          </a:p>
        </p:txBody>
      </p:sp>
      <p:sp>
        <p:nvSpPr>
          <p:cNvPr id="2656" name="data_9744">
            <a:extLst>
              <a:ext uri="{FF2B5EF4-FFF2-40B4-BE49-F238E27FC236}">
                <a16:creationId xmlns:a16="http://schemas.microsoft.com/office/drawing/2014/main" id="{07D425EB-F35E-4819-915B-B600B9AE0171}"/>
              </a:ext>
            </a:extLst>
          </p:cNvPr>
          <p:cNvSpPr>
            <a:spLocks/>
          </p:cNvSpPr>
          <p:nvPr/>
        </p:nvSpPr>
        <p:spPr>
          <a:xfrm>
            <a:off x="1027760" y="5650463"/>
            <a:ext cx="2049083" cy="1302473"/>
          </a:xfrm>
          <a:custGeom>
            <a:avLst/>
            <a:gdLst/>
            <a:ahLst/>
            <a:cxnLst/>
            <a:rect l="0" t="0" r="0" b="0"/>
            <a:pathLst>
              <a:path w="2049083" h="1302473">
                <a:moveTo>
                  <a:pt x="0" y="1302473"/>
                </a:moveTo>
                <a:lnTo>
                  <a:pt x="22768" y="1301223"/>
                </a:lnTo>
                <a:lnTo>
                  <a:pt x="22768" y="1300278"/>
                </a:lnTo>
                <a:lnTo>
                  <a:pt x="34151" y="1298408"/>
                </a:lnTo>
                <a:lnTo>
                  <a:pt x="35027" y="1296906"/>
                </a:lnTo>
                <a:lnTo>
                  <a:pt x="37946" y="1296793"/>
                </a:lnTo>
                <a:lnTo>
                  <a:pt x="37946" y="1293643"/>
                </a:lnTo>
                <a:lnTo>
                  <a:pt x="48788" y="1292455"/>
                </a:lnTo>
                <a:lnTo>
                  <a:pt x="48788" y="1289079"/>
                </a:lnTo>
                <a:lnTo>
                  <a:pt x="56919" y="1288110"/>
                </a:lnTo>
                <a:lnTo>
                  <a:pt x="56919" y="1283857"/>
                </a:lnTo>
                <a:lnTo>
                  <a:pt x="62093" y="1283615"/>
                </a:lnTo>
                <a:lnTo>
                  <a:pt x="62093" y="1280178"/>
                </a:lnTo>
                <a:lnTo>
                  <a:pt x="68303" y="1280178"/>
                </a:lnTo>
                <a:lnTo>
                  <a:pt x="70054" y="1276155"/>
                </a:lnTo>
                <a:lnTo>
                  <a:pt x="75892" y="1275480"/>
                </a:lnTo>
                <a:lnTo>
                  <a:pt x="75892" y="1272329"/>
                </a:lnTo>
                <a:lnTo>
                  <a:pt x="85378" y="1271772"/>
                </a:lnTo>
                <a:lnTo>
                  <a:pt x="85378" y="1263895"/>
                </a:lnTo>
                <a:lnTo>
                  <a:pt x="97575" y="1262466"/>
                </a:lnTo>
                <a:lnTo>
                  <a:pt x="97575" y="1253014"/>
                </a:lnTo>
                <a:lnTo>
                  <a:pt x="113838" y="1251730"/>
                </a:lnTo>
                <a:lnTo>
                  <a:pt x="113838" y="1226651"/>
                </a:lnTo>
                <a:lnTo>
                  <a:pt x="124187" y="1226408"/>
                </a:lnTo>
                <a:lnTo>
                  <a:pt x="125222" y="1222656"/>
                </a:lnTo>
                <a:lnTo>
                  <a:pt x="136606" y="1221687"/>
                </a:lnTo>
                <a:lnTo>
                  <a:pt x="136606" y="1206564"/>
                </a:lnTo>
                <a:lnTo>
                  <a:pt x="146363" y="1205535"/>
                </a:lnTo>
                <a:lnTo>
                  <a:pt x="147989" y="1202519"/>
                </a:lnTo>
                <a:lnTo>
                  <a:pt x="151784" y="1202277"/>
                </a:lnTo>
                <a:lnTo>
                  <a:pt x="151784" y="1200176"/>
                </a:lnTo>
                <a:lnTo>
                  <a:pt x="166379" y="1198262"/>
                </a:lnTo>
                <a:lnTo>
                  <a:pt x="166379" y="1198019"/>
                </a:lnTo>
                <a:lnTo>
                  <a:pt x="170757" y="1198019"/>
                </a:lnTo>
                <a:lnTo>
                  <a:pt x="170757" y="1156703"/>
                </a:lnTo>
                <a:lnTo>
                  <a:pt x="183892" y="1155515"/>
                </a:lnTo>
                <a:lnTo>
                  <a:pt x="183892" y="1154546"/>
                </a:lnTo>
                <a:lnTo>
                  <a:pt x="186280" y="1154546"/>
                </a:lnTo>
                <a:lnTo>
                  <a:pt x="186280" y="1151109"/>
                </a:lnTo>
                <a:lnTo>
                  <a:pt x="189730" y="1151109"/>
                </a:lnTo>
                <a:lnTo>
                  <a:pt x="189730" y="1149009"/>
                </a:lnTo>
                <a:lnTo>
                  <a:pt x="195151" y="1148451"/>
                </a:lnTo>
                <a:lnTo>
                  <a:pt x="195151" y="1141700"/>
                </a:lnTo>
                <a:lnTo>
                  <a:pt x="204908" y="1141458"/>
                </a:lnTo>
                <a:lnTo>
                  <a:pt x="204908" y="1137677"/>
                </a:lnTo>
                <a:lnTo>
                  <a:pt x="227676" y="1136150"/>
                </a:lnTo>
                <a:lnTo>
                  <a:pt x="227676" y="1088125"/>
                </a:lnTo>
                <a:lnTo>
                  <a:pt x="239060" y="1087156"/>
                </a:lnTo>
                <a:lnTo>
                  <a:pt x="239060" y="1085896"/>
                </a:lnTo>
                <a:lnTo>
                  <a:pt x="248374" y="1084303"/>
                </a:lnTo>
                <a:lnTo>
                  <a:pt x="248374" y="1080866"/>
                </a:lnTo>
                <a:lnTo>
                  <a:pt x="256135" y="1080624"/>
                </a:lnTo>
                <a:lnTo>
                  <a:pt x="256135" y="1073535"/>
                </a:lnTo>
                <a:lnTo>
                  <a:pt x="265622" y="1073293"/>
                </a:lnTo>
                <a:lnTo>
                  <a:pt x="265622" y="1070142"/>
                </a:lnTo>
                <a:lnTo>
                  <a:pt x="273211" y="1069900"/>
                </a:lnTo>
                <a:lnTo>
                  <a:pt x="273211" y="1052572"/>
                </a:lnTo>
                <a:lnTo>
                  <a:pt x="284595" y="1052330"/>
                </a:lnTo>
                <a:lnTo>
                  <a:pt x="284595" y="1047289"/>
                </a:lnTo>
                <a:lnTo>
                  <a:pt x="292726" y="1047047"/>
                </a:lnTo>
                <a:lnTo>
                  <a:pt x="292726" y="1040295"/>
                </a:lnTo>
                <a:lnTo>
                  <a:pt x="303568" y="1039738"/>
                </a:lnTo>
                <a:lnTo>
                  <a:pt x="303568" y="1037638"/>
                </a:lnTo>
                <a:lnTo>
                  <a:pt x="310467" y="1036450"/>
                </a:lnTo>
                <a:lnTo>
                  <a:pt x="310467" y="1033013"/>
                </a:lnTo>
                <a:lnTo>
                  <a:pt x="341514" y="1031656"/>
                </a:lnTo>
                <a:lnTo>
                  <a:pt x="341514" y="840568"/>
                </a:lnTo>
                <a:lnTo>
                  <a:pt x="367784" y="839454"/>
                </a:lnTo>
                <a:lnTo>
                  <a:pt x="367784" y="838484"/>
                </a:lnTo>
                <a:lnTo>
                  <a:pt x="372561" y="838484"/>
                </a:lnTo>
                <a:lnTo>
                  <a:pt x="372561" y="835047"/>
                </a:lnTo>
                <a:lnTo>
                  <a:pt x="387049" y="833302"/>
                </a:lnTo>
                <a:lnTo>
                  <a:pt x="387049" y="832987"/>
                </a:lnTo>
                <a:lnTo>
                  <a:pt x="390302" y="832987"/>
                </a:lnTo>
                <a:lnTo>
                  <a:pt x="390302" y="826236"/>
                </a:lnTo>
                <a:lnTo>
                  <a:pt x="398433" y="825267"/>
                </a:lnTo>
                <a:lnTo>
                  <a:pt x="398433" y="823377"/>
                </a:lnTo>
                <a:lnTo>
                  <a:pt x="409817" y="823134"/>
                </a:lnTo>
                <a:lnTo>
                  <a:pt x="411568" y="805564"/>
                </a:lnTo>
                <a:lnTo>
                  <a:pt x="420325" y="804514"/>
                </a:lnTo>
                <a:lnTo>
                  <a:pt x="420325" y="803544"/>
                </a:lnTo>
                <a:lnTo>
                  <a:pt x="426892" y="803544"/>
                </a:lnTo>
                <a:lnTo>
                  <a:pt x="426892" y="798819"/>
                </a:lnTo>
                <a:lnTo>
                  <a:pt x="434654" y="798261"/>
                </a:lnTo>
                <a:lnTo>
                  <a:pt x="434654" y="794824"/>
                </a:lnTo>
                <a:lnTo>
                  <a:pt x="443968" y="793232"/>
                </a:lnTo>
                <a:lnTo>
                  <a:pt x="443968" y="791972"/>
                </a:lnTo>
                <a:lnTo>
                  <a:pt x="455352" y="791002"/>
                </a:lnTo>
                <a:lnTo>
                  <a:pt x="455352" y="740562"/>
                </a:lnTo>
                <a:lnTo>
                  <a:pt x="478119" y="739035"/>
                </a:lnTo>
                <a:lnTo>
                  <a:pt x="478119" y="736830"/>
                </a:lnTo>
                <a:lnTo>
                  <a:pt x="487877" y="736587"/>
                </a:lnTo>
                <a:lnTo>
                  <a:pt x="489503" y="729521"/>
                </a:lnTo>
                <a:lnTo>
                  <a:pt x="496747" y="729279"/>
                </a:lnTo>
                <a:lnTo>
                  <a:pt x="496747" y="725842"/>
                </a:lnTo>
                <a:lnTo>
                  <a:pt x="512271" y="724315"/>
                </a:lnTo>
                <a:lnTo>
                  <a:pt x="512271" y="690920"/>
                </a:lnTo>
                <a:lnTo>
                  <a:pt x="531244" y="689708"/>
                </a:lnTo>
                <a:lnTo>
                  <a:pt x="531244" y="688658"/>
                </a:lnTo>
                <a:lnTo>
                  <a:pt x="542919" y="686750"/>
                </a:lnTo>
                <a:lnTo>
                  <a:pt x="542919" y="686508"/>
                </a:lnTo>
                <a:lnTo>
                  <a:pt x="546422" y="686508"/>
                </a:lnTo>
                <a:lnTo>
                  <a:pt x="546422" y="672960"/>
                </a:lnTo>
                <a:lnTo>
                  <a:pt x="558841" y="672718"/>
                </a:lnTo>
                <a:lnTo>
                  <a:pt x="560433" y="669039"/>
                </a:lnTo>
                <a:lnTo>
                  <a:pt x="569190" y="669039"/>
                </a:lnTo>
                <a:lnTo>
                  <a:pt x="569190" y="651469"/>
                </a:lnTo>
                <a:lnTo>
                  <a:pt x="585452" y="651226"/>
                </a:lnTo>
                <a:lnTo>
                  <a:pt x="586703" y="646933"/>
                </a:lnTo>
                <a:lnTo>
                  <a:pt x="597649" y="646376"/>
                </a:lnTo>
                <a:lnTo>
                  <a:pt x="597649" y="644013"/>
                </a:lnTo>
                <a:lnTo>
                  <a:pt x="614725" y="643528"/>
                </a:lnTo>
                <a:lnTo>
                  <a:pt x="614725" y="641323"/>
                </a:lnTo>
                <a:lnTo>
                  <a:pt x="620934" y="641323"/>
                </a:lnTo>
                <a:lnTo>
                  <a:pt x="621730" y="637644"/>
                </a:lnTo>
                <a:lnTo>
                  <a:pt x="639244" y="635736"/>
                </a:lnTo>
                <a:lnTo>
                  <a:pt x="639244" y="635494"/>
                </a:lnTo>
                <a:lnTo>
                  <a:pt x="683028" y="634209"/>
                </a:lnTo>
                <a:lnTo>
                  <a:pt x="683028" y="49306"/>
                </a:lnTo>
                <a:lnTo>
                  <a:pt x="1024541" y="48675"/>
                </a:lnTo>
                <a:lnTo>
                  <a:pt x="1024541" y="25047"/>
                </a:lnTo>
                <a:lnTo>
                  <a:pt x="1126996" y="23156"/>
                </a:lnTo>
                <a:lnTo>
                  <a:pt x="1126996" y="22841"/>
                </a:lnTo>
                <a:lnTo>
                  <a:pt x="1536812" y="21266"/>
                </a:lnTo>
                <a:lnTo>
                  <a:pt x="1536812" y="16540"/>
                </a:lnTo>
                <a:lnTo>
                  <a:pt x="1707569" y="16540"/>
                </a:lnTo>
                <a:lnTo>
                  <a:pt x="1707569" y="11814"/>
                </a:lnTo>
                <a:lnTo>
                  <a:pt x="1792948" y="11814"/>
                </a:lnTo>
                <a:lnTo>
                  <a:pt x="1792948" y="9452"/>
                </a:lnTo>
                <a:lnTo>
                  <a:pt x="1878326" y="9452"/>
                </a:lnTo>
                <a:lnTo>
                  <a:pt x="1878326" y="4726"/>
                </a:lnTo>
                <a:lnTo>
                  <a:pt x="2049083" y="4726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2657" name="data_9745">
            <a:extLst>
              <a:ext uri="{FF2B5EF4-FFF2-40B4-BE49-F238E27FC236}">
                <a16:creationId xmlns:a16="http://schemas.microsoft.com/office/drawing/2014/main" id="{9674BFAF-80A8-407F-BD6A-1184998C590E}"/>
              </a:ext>
            </a:extLst>
          </p:cNvPr>
          <p:cNvSpPr>
            <a:spLocks/>
          </p:cNvSpPr>
          <p:nvPr/>
        </p:nvSpPr>
        <p:spPr>
          <a:xfrm>
            <a:off x="1027760" y="5176046"/>
            <a:ext cx="2049083" cy="1776889"/>
          </a:xfrm>
          <a:custGeom>
            <a:avLst/>
            <a:gdLst/>
            <a:ahLst/>
            <a:cxnLst/>
            <a:rect l="0" t="0" r="0" b="0"/>
            <a:pathLst>
              <a:path w="2049083" h="1776889">
                <a:moveTo>
                  <a:pt x="0" y="1776889"/>
                </a:moveTo>
                <a:lnTo>
                  <a:pt x="341514" y="1776889"/>
                </a:lnTo>
                <a:lnTo>
                  <a:pt x="341514" y="1184593"/>
                </a:lnTo>
                <a:lnTo>
                  <a:pt x="455352" y="1184593"/>
                </a:lnTo>
                <a:lnTo>
                  <a:pt x="455352" y="977289"/>
                </a:lnTo>
                <a:lnTo>
                  <a:pt x="512271" y="977289"/>
                </a:lnTo>
                <a:lnTo>
                  <a:pt x="512271" y="888444"/>
                </a:lnTo>
                <a:lnTo>
                  <a:pt x="683028" y="888444"/>
                </a:lnTo>
                <a:lnTo>
                  <a:pt x="683028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2658" name="data_9746">
            <a:extLst>
              <a:ext uri="{FF2B5EF4-FFF2-40B4-BE49-F238E27FC236}">
                <a16:creationId xmlns:a16="http://schemas.microsoft.com/office/drawing/2014/main" id="{F25F4BB3-6A3B-433A-95FF-28982908FD5C}"/>
              </a:ext>
            </a:extLst>
          </p:cNvPr>
          <p:cNvSpPr>
            <a:spLocks/>
          </p:cNvSpPr>
          <p:nvPr/>
        </p:nvSpPr>
        <p:spPr>
          <a:xfrm>
            <a:off x="1339125" y="6460882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59" name="data_9747">
            <a:extLst>
              <a:ext uri="{FF2B5EF4-FFF2-40B4-BE49-F238E27FC236}">
                <a16:creationId xmlns:a16="http://schemas.microsoft.com/office/drawing/2014/main" id="{68D1FCC9-B706-4D61-955F-054C41ADF09D}"/>
              </a:ext>
            </a:extLst>
          </p:cNvPr>
          <p:cNvSpPr>
            <a:spLocks/>
          </p:cNvSpPr>
          <p:nvPr/>
        </p:nvSpPr>
        <p:spPr>
          <a:xfrm>
            <a:off x="1680639" y="5669620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60" name="data_9748">
            <a:extLst>
              <a:ext uri="{FF2B5EF4-FFF2-40B4-BE49-F238E27FC236}">
                <a16:creationId xmlns:a16="http://schemas.microsoft.com/office/drawing/2014/main" id="{E345AB8E-B49E-4546-907D-453BB0FAA08F}"/>
              </a:ext>
            </a:extLst>
          </p:cNvPr>
          <p:cNvSpPr>
            <a:spLocks/>
          </p:cNvSpPr>
          <p:nvPr/>
        </p:nvSpPr>
        <p:spPr>
          <a:xfrm>
            <a:off x="2363666" y="5641580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61" name="data_9749">
            <a:extLst>
              <a:ext uri="{FF2B5EF4-FFF2-40B4-BE49-F238E27FC236}">
                <a16:creationId xmlns:a16="http://schemas.microsoft.com/office/drawing/2014/main" id="{4A4FB95B-E128-45BC-A0A4-6E47A6CC2110}"/>
              </a:ext>
            </a:extLst>
          </p:cNvPr>
          <p:cNvSpPr>
            <a:spLocks/>
          </p:cNvSpPr>
          <p:nvPr/>
        </p:nvSpPr>
        <p:spPr>
          <a:xfrm>
            <a:off x="3046694" y="562031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2662" name="data_9750">
            <a:extLst>
              <a:ext uri="{FF2B5EF4-FFF2-40B4-BE49-F238E27FC236}">
                <a16:creationId xmlns:a16="http://schemas.microsoft.com/office/drawing/2014/main" id="{E9F1367B-9468-4A90-91F8-701A561AAE4D}"/>
              </a:ext>
            </a:extLst>
          </p:cNvPr>
          <p:cNvSpPr>
            <a:spLocks/>
          </p:cNvSpPr>
          <p:nvPr/>
        </p:nvSpPr>
        <p:spPr>
          <a:xfrm>
            <a:off x="1319113" y="6310478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3" name="data_9751">
            <a:extLst>
              <a:ext uri="{FF2B5EF4-FFF2-40B4-BE49-F238E27FC236}">
                <a16:creationId xmlns:a16="http://schemas.microsoft.com/office/drawing/2014/main" id="{8C2D0B52-00B0-4C21-AD30-7D4BEAAB332D}"/>
              </a:ext>
            </a:extLst>
          </p:cNvPr>
          <p:cNvSpPr>
            <a:spLocks/>
          </p:cNvSpPr>
          <p:nvPr/>
        </p:nvSpPr>
        <p:spPr>
          <a:xfrm>
            <a:off x="1660627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4" name="data_9752">
            <a:extLst>
              <a:ext uri="{FF2B5EF4-FFF2-40B4-BE49-F238E27FC236}">
                <a16:creationId xmlns:a16="http://schemas.microsoft.com/office/drawing/2014/main" id="{2DD03F0C-1762-46F9-92E0-0199C72B92FD}"/>
              </a:ext>
            </a:extLst>
          </p:cNvPr>
          <p:cNvSpPr>
            <a:spLocks/>
          </p:cNvSpPr>
          <p:nvPr/>
        </p:nvSpPr>
        <p:spPr>
          <a:xfrm>
            <a:off x="2343654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5" name="data_9753">
            <a:extLst>
              <a:ext uri="{FF2B5EF4-FFF2-40B4-BE49-F238E27FC236}">
                <a16:creationId xmlns:a16="http://schemas.microsoft.com/office/drawing/2014/main" id="{E969E949-B280-418C-AD53-B0683C70406F}"/>
              </a:ext>
            </a:extLst>
          </p:cNvPr>
          <p:cNvSpPr>
            <a:spLocks/>
          </p:cNvSpPr>
          <p:nvPr/>
        </p:nvSpPr>
        <p:spPr>
          <a:xfrm>
            <a:off x="3026682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2666" name="data_9754">
            <a:extLst>
              <a:ext uri="{FF2B5EF4-FFF2-40B4-BE49-F238E27FC236}">
                <a16:creationId xmlns:a16="http://schemas.microsoft.com/office/drawing/2014/main" id="{7BEAACAA-3ACE-498D-833B-27014316C390}"/>
              </a:ext>
            </a:extLst>
          </p:cNvPr>
          <p:cNvSpPr>
            <a:spLocks/>
          </p:cNvSpPr>
          <p:nvPr/>
        </p:nvSpPr>
        <p:spPr>
          <a:xfrm>
            <a:off x="3972701" y="5087202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667" name="data_9755">
            <a:extLst>
              <a:ext uri="{FF2B5EF4-FFF2-40B4-BE49-F238E27FC236}">
                <a16:creationId xmlns:a16="http://schemas.microsoft.com/office/drawing/2014/main" id="{95FEF852-8FB8-4D89-8241-29B457110EED}"/>
              </a:ext>
            </a:extLst>
          </p:cNvPr>
          <p:cNvSpPr>
            <a:spLocks/>
          </p:cNvSpPr>
          <p:nvPr/>
        </p:nvSpPr>
        <p:spPr>
          <a:xfrm>
            <a:off x="4245913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48" y="1762082"/>
                </a:lnTo>
                <a:lnTo>
                  <a:pt x="3730" y="1747274"/>
                </a:lnTo>
                <a:lnTo>
                  <a:pt x="8161" y="1732467"/>
                </a:lnTo>
                <a:lnTo>
                  <a:pt x="13956" y="1717659"/>
                </a:lnTo>
                <a:lnTo>
                  <a:pt x="20762" y="1702852"/>
                </a:lnTo>
                <a:lnTo>
                  <a:pt x="28192" y="1688045"/>
                </a:lnTo>
                <a:lnTo>
                  <a:pt x="35859" y="1673237"/>
                </a:lnTo>
                <a:lnTo>
                  <a:pt x="43414" y="1658430"/>
                </a:lnTo>
                <a:lnTo>
                  <a:pt x="50565" y="1643622"/>
                </a:lnTo>
                <a:lnTo>
                  <a:pt x="57097" y="1628815"/>
                </a:lnTo>
                <a:lnTo>
                  <a:pt x="62870" y="1614007"/>
                </a:lnTo>
                <a:lnTo>
                  <a:pt x="67821" y="1599200"/>
                </a:lnTo>
                <a:lnTo>
                  <a:pt x="71949" y="1584393"/>
                </a:lnTo>
                <a:lnTo>
                  <a:pt x="75300" y="1569585"/>
                </a:lnTo>
                <a:lnTo>
                  <a:pt x="77955" y="1554778"/>
                </a:lnTo>
                <a:lnTo>
                  <a:pt x="80009" y="1539970"/>
                </a:lnTo>
                <a:lnTo>
                  <a:pt x="81562" y="1525163"/>
                </a:lnTo>
                <a:lnTo>
                  <a:pt x="82707" y="1510356"/>
                </a:lnTo>
                <a:lnTo>
                  <a:pt x="83528" y="1495548"/>
                </a:lnTo>
                <a:lnTo>
                  <a:pt x="84092" y="1480741"/>
                </a:lnTo>
                <a:lnTo>
                  <a:pt x="84451" y="1465933"/>
                </a:lnTo>
                <a:lnTo>
                  <a:pt x="84644" y="1451126"/>
                </a:lnTo>
                <a:lnTo>
                  <a:pt x="84697" y="1436319"/>
                </a:lnTo>
                <a:lnTo>
                  <a:pt x="84627" y="1421511"/>
                </a:lnTo>
                <a:lnTo>
                  <a:pt x="84443" y="1406704"/>
                </a:lnTo>
                <a:lnTo>
                  <a:pt x="84151" y="1391896"/>
                </a:lnTo>
                <a:lnTo>
                  <a:pt x="83751" y="1377089"/>
                </a:lnTo>
                <a:lnTo>
                  <a:pt x="83245" y="1362282"/>
                </a:lnTo>
                <a:lnTo>
                  <a:pt x="82634" y="1347474"/>
                </a:lnTo>
                <a:lnTo>
                  <a:pt x="81921" y="1332667"/>
                </a:lnTo>
                <a:lnTo>
                  <a:pt x="81113" y="1317859"/>
                </a:lnTo>
                <a:lnTo>
                  <a:pt x="80220" y="1303052"/>
                </a:lnTo>
                <a:lnTo>
                  <a:pt x="79259" y="1288245"/>
                </a:lnTo>
                <a:lnTo>
                  <a:pt x="78251" y="1273437"/>
                </a:lnTo>
                <a:lnTo>
                  <a:pt x="77222" y="1258630"/>
                </a:lnTo>
                <a:lnTo>
                  <a:pt x="76200" y="1243822"/>
                </a:lnTo>
                <a:lnTo>
                  <a:pt x="75216" y="1229015"/>
                </a:lnTo>
                <a:lnTo>
                  <a:pt x="74299" y="1214207"/>
                </a:lnTo>
                <a:lnTo>
                  <a:pt x="73473" y="1199400"/>
                </a:lnTo>
                <a:lnTo>
                  <a:pt x="72753" y="1184593"/>
                </a:lnTo>
                <a:lnTo>
                  <a:pt x="72145" y="1169785"/>
                </a:lnTo>
                <a:lnTo>
                  <a:pt x="71642" y="1154978"/>
                </a:lnTo>
                <a:lnTo>
                  <a:pt x="71223" y="1140170"/>
                </a:lnTo>
                <a:lnTo>
                  <a:pt x="70854" y="1125363"/>
                </a:lnTo>
                <a:lnTo>
                  <a:pt x="70489" y="1110556"/>
                </a:lnTo>
                <a:lnTo>
                  <a:pt x="70073" y="1095748"/>
                </a:lnTo>
                <a:lnTo>
                  <a:pt x="69549" y="1080941"/>
                </a:lnTo>
                <a:lnTo>
                  <a:pt x="68862" y="1066133"/>
                </a:lnTo>
                <a:lnTo>
                  <a:pt x="67965" y="1051326"/>
                </a:lnTo>
                <a:lnTo>
                  <a:pt x="66829" y="1036519"/>
                </a:lnTo>
                <a:lnTo>
                  <a:pt x="65449" y="1021711"/>
                </a:lnTo>
                <a:lnTo>
                  <a:pt x="63851" y="1006904"/>
                </a:lnTo>
                <a:lnTo>
                  <a:pt x="62089" y="992096"/>
                </a:lnTo>
                <a:lnTo>
                  <a:pt x="60252" y="977289"/>
                </a:lnTo>
                <a:lnTo>
                  <a:pt x="58453" y="962482"/>
                </a:lnTo>
                <a:lnTo>
                  <a:pt x="56823" y="947674"/>
                </a:lnTo>
                <a:lnTo>
                  <a:pt x="55498" y="932867"/>
                </a:lnTo>
                <a:lnTo>
                  <a:pt x="54606" y="918059"/>
                </a:lnTo>
                <a:lnTo>
                  <a:pt x="54251" y="903252"/>
                </a:lnTo>
                <a:lnTo>
                  <a:pt x="54504" y="888444"/>
                </a:lnTo>
                <a:lnTo>
                  <a:pt x="55392" y="873637"/>
                </a:lnTo>
                <a:lnTo>
                  <a:pt x="56895" y="858830"/>
                </a:lnTo>
                <a:lnTo>
                  <a:pt x="58949" y="844022"/>
                </a:lnTo>
                <a:lnTo>
                  <a:pt x="61454" y="829215"/>
                </a:lnTo>
                <a:lnTo>
                  <a:pt x="64280" y="814407"/>
                </a:lnTo>
                <a:lnTo>
                  <a:pt x="67289" y="799600"/>
                </a:lnTo>
                <a:lnTo>
                  <a:pt x="70340" y="784793"/>
                </a:lnTo>
                <a:lnTo>
                  <a:pt x="73306" y="769985"/>
                </a:lnTo>
                <a:lnTo>
                  <a:pt x="76084" y="755178"/>
                </a:lnTo>
                <a:lnTo>
                  <a:pt x="78595" y="740370"/>
                </a:lnTo>
                <a:lnTo>
                  <a:pt x="80793" y="725563"/>
                </a:lnTo>
                <a:lnTo>
                  <a:pt x="82658" y="710756"/>
                </a:lnTo>
                <a:lnTo>
                  <a:pt x="84194" y="695948"/>
                </a:lnTo>
                <a:lnTo>
                  <a:pt x="85423" y="681141"/>
                </a:lnTo>
                <a:lnTo>
                  <a:pt x="86380" y="666333"/>
                </a:lnTo>
                <a:lnTo>
                  <a:pt x="87104" y="651526"/>
                </a:lnTo>
                <a:lnTo>
                  <a:pt x="87637" y="636719"/>
                </a:lnTo>
                <a:lnTo>
                  <a:pt x="88020" y="621911"/>
                </a:lnTo>
                <a:lnTo>
                  <a:pt x="88288" y="607104"/>
                </a:lnTo>
                <a:lnTo>
                  <a:pt x="88471" y="592296"/>
                </a:lnTo>
                <a:lnTo>
                  <a:pt x="88592" y="577489"/>
                </a:lnTo>
                <a:lnTo>
                  <a:pt x="88670" y="562682"/>
                </a:lnTo>
                <a:lnTo>
                  <a:pt x="88720" y="547874"/>
                </a:lnTo>
                <a:lnTo>
                  <a:pt x="88751" y="533067"/>
                </a:lnTo>
                <a:lnTo>
                  <a:pt x="88769" y="518259"/>
                </a:lnTo>
                <a:lnTo>
                  <a:pt x="88780" y="503452"/>
                </a:lnTo>
                <a:lnTo>
                  <a:pt x="88786" y="488644"/>
                </a:lnTo>
                <a:lnTo>
                  <a:pt x="88790" y="473837"/>
                </a:lnTo>
                <a:lnTo>
                  <a:pt x="88792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3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5" y="444222"/>
                </a:lnTo>
                <a:lnTo>
                  <a:pt x="88796" y="459030"/>
                </a:lnTo>
                <a:lnTo>
                  <a:pt x="88798" y="473837"/>
                </a:lnTo>
                <a:lnTo>
                  <a:pt x="88801" y="488644"/>
                </a:lnTo>
                <a:lnTo>
                  <a:pt x="88807" y="503452"/>
                </a:lnTo>
                <a:lnTo>
                  <a:pt x="88818" y="518259"/>
                </a:lnTo>
                <a:lnTo>
                  <a:pt x="88836" y="533067"/>
                </a:lnTo>
                <a:lnTo>
                  <a:pt x="88867" y="547874"/>
                </a:lnTo>
                <a:lnTo>
                  <a:pt x="88917" y="562682"/>
                </a:lnTo>
                <a:lnTo>
                  <a:pt x="88995" y="577489"/>
                </a:lnTo>
                <a:lnTo>
                  <a:pt x="89117" y="592296"/>
                </a:lnTo>
                <a:lnTo>
                  <a:pt x="89299" y="607104"/>
                </a:lnTo>
                <a:lnTo>
                  <a:pt x="89567" y="621911"/>
                </a:lnTo>
                <a:lnTo>
                  <a:pt x="89950" y="636719"/>
                </a:lnTo>
                <a:lnTo>
                  <a:pt x="90484" y="651526"/>
                </a:lnTo>
                <a:lnTo>
                  <a:pt x="91208" y="666333"/>
                </a:lnTo>
                <a:lnTo>
                  <a:pt x="92164" y="681141"/>
                </a:lnTo>
                <a:lnTo>
                  <a:pt x="93393" y="695948"/>
                </a:lnTo>
                <a:lnTo>
                  <a:pt x="94929" y="710756"/>
                </a:lnTo>
                <a:lnTo>
                  <a:pt x="96794" y="725563"/>
                </a:lnTo>
                <a:lnTo>
                  <a:pt x="98992" y="740370"/>
                </a:lnTo>
                <a:lnTo>
                  <a:pt x="101504" y="755178"/>
                </a:lnTo>
                <a:lnTo>
                  <a:pt x="104281" y="769985"/>
                </a:lnTo>
                <a:lnTo>
                  <a:pt x="107247" y="784793"/>
                </a:lnTo>
                <a:lnTo>
                  <a:pt x="110298" y="799600"/>
                </a:lnTo>
                <a:lnTo>
                  <a:pt x="113307" y="814407"/>
                </a:lnTo>
                <a:lnTo>
                  <a:pt x="116134" y="829215"/>
                </a:lnTo>
                <a:lnTo>
                  <a:pt x="118638" y="844022"/>
                </a:lnTo>
                <a:lnTo>
                  <a:pt x="120692" y="858830"/>
                </a:lnTo>
                <a:lnTo>
                  <a:pt x="122195" y="873637"/>
                </a:lnTo>
                <a:lnTo>
                  <a:pt x="123083" y="888444"/>
                </a:lnTo>
                <a:lnTo>
                  <a:pt x="123336" y="903252"/>
                </a:lnTo>
                <a:lnTo>
                  <a:pt x="122981" y="918059"/>
                </a:lnTo>
                <a:lnTo>
                  <a:pt x="122089" y="932867"/>
                </a:lnTo>
                <a:lnTo>
                  <a:pt x="120764" y="947674"/>
                </a:lnTo>
                <a:lnTo>
                  <a:pt x="119134" y="962482"/>
                </a:lnTo>
                <a:lnTo>
                  <a:pt x="117335" y="977289"/>
                </a:lnTo>
                <a:lnTo>
                  <a:pt x="115498" y="992096"/>
                </a:lnTo>
                <a:lnTo>
                  <a:pt x="113736" y="1006904"/>
                </a:lnTo>
                <a:lnTo>
                  <a:pt x="112138" y="1021711"/>
                </a:lnTo>
                <a:lnTo>
                  <a:pt x="110759" y="1036519"/>
                </a:lnTo>
                <a:lnTo>
                  <a:pt x="109623" y="1051326"/>
                </a:lnTo>
                <a:lnTo>
                  <a:pt x="108725" y="1066133"/>
                </a:lnTo>
                <a:lnTo>
                  <a:pt x="108038" y="1080941"/>
                </a:lnTo>
                <a:lnTo>
                  <a:pt x="107514" y="1095748"/>
                </a:lnTo>
                <a:lnTo>
                  <a:pt x="107099" y="1110556"/>
                </a:lnTo>
                <a:lnTo>
                  <a:pt x="106734" y="1125363"/>
                </a:lnTo>
                <a:lnTo>
                  <a:pt x="106364" y="1140170"/>
                </a:lnTo>
                <a:lnTo>
                  <a:pt x="105945" y="1154978"/>
                </a:lnTo>
                <a:lnTo>
                  <a:pt x="105442" y="1169785"/>
                </a:lnTo>
                <a:lnTo>
                  <a:pt x="104834" y="1184593"/>
                </a:lnTo>
                <a:lnTo>
                  <a:pt x="104114" y="1199400"/>
                </a:lnTo>
                <a:lnTo>
                  <a:pt x="103288" y="1214207"/>
                </a:lnTo>
                <a:lnTo>
                  <a:pt x="102371" y="1229015"/>
                </a:lnTo>
                <a:lnTo>
                  <a:pt x="101387" y="1243822"/>
                </a:lnTo>
                <a:lnTo>
                  <a:pt x="100366" y="1258630"/>
                </a:lnTo>
                <a:lnTo>
                  <a:pt x="99336" y="1273437"/>
                </a:lnTo>
                <a:lnTo>
                  <a:pt x="98328" y="1288245"/>
                </a:lnTo>
                <a:lnTo>
                  <a:pt x="97367" y="1303052"/>
                </a:lnTo>
                <a:lnTo>
                  <a:pt x="96474" y="1317859"/>
                </a:lnTo>
                <a:lnTo>
                  <a:pt x="95666" y="1332667"/>
                </a:lnTo>
                <a:lnTo>
                  <a:pt x="94953" y="1347474"/>
                </a:lnTo>
                <a:lnTo>
                  <a:pt x="94342" y="1362282"/>
                </a:lnTo>
                <a:lnTo>
                  <a:pt x="93836" y="1377089"/>
                </a:lnTo>
                <a:lnTo>
                  <a:pt x="93436" y="1391896"/>
                </a:lnTo>
                <a:lnTo>
                  <a:pt x="93144" y="1406704"/>
                </a:lnTo>
                <a:lnTo>
                  <a:pt x="92960" y="1421511"/>
                </a:lnTo>
                <a:lnTo>
                  <a:pt x="92890" y="1436319"/>
                </a:lnTo>
                <a:lnTo>
                  <a:pt x="92943" y="1451126"/>
                </a:lnTo>
                <a:lnTo>
                  <a:pt x="93136" y="1465933"/>
                </a:lnTo>
                <a:lnTo>
                  <a:pt x="93495" y="1480741"/>
                </a:lnTo>
                <a:lnTo>
                  <a:pt x="94059" y="1495548"/>
                </a:lnTo>
                <a:lnTo>
                  <a:pt x="94880" y="1510356"/>
                </a:lnTo>
                <a:lnTo>
                  <a:pt x="96025" y="1525163"/>
                </a:lnTo>
                <a:lnTo>
                  <a:pt x="97578" y="1539970"/>
                </a:lnTo>
                <a:lnTo>
                  <a:pt x="99632" y="1554778"/>
                </a:lnTo>
                <a:lnTo>
                  <a:pt x="102287" y="1569585"/>
                </a:lnTo>
                <a:lnTo>
                  <a:pt x="105638" y="1584393"/>
                </a:lnTo>
                <a:lnTo>
                  <a:pt x="109766" y="1599200"/>
                </a:lnTo>
                <a:lnTo>
                  <a:pt x="114717" y="1614007"/>
                </a:lnTo>
                <a:lnTo>
                  <a:pt x="120490" y="1628815"/>
                </a:lnTo>
                <a:lnTo>
                  <a:pt x="127022" y="1643622"/>
                </a:lnTo>
                <a:lnTo>
                  <a:pt x="134174" y="1658430"/>
                </a:lnTo>
                <a:lnTo>
                  <a:pt x="141729" y="1673237"/>
                </a:lnTo>
                <a:lnTo>
                  <a:pt x="149396" y="1688045"/>
                </a:lnTo>
                <a:lnTo>
                  <a:pt x="156825" y="1702852"/>
                </a:lnTo>
                <a:lnTo>
                  <a:pt x="163631" y="1717659"/>
                </a:lnTo>
                <a:lnTo>
                  <a:pt x="169426" y="1732467"/>
                </a:lnTo>
                <a:lnTo>
                  <a:pt x="173857" y="1747274"/>
                </a:lnTo>
                <a:lnTo>
                  <a:pt x="176639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68" name="data_9756">
            <a:extLst>
              <a:ext uri="{FF2B5EF4-FFF2-40B4-BE49-F238E27FC236}">
                <a16:creationId xmlns:a16="http://schemas.microsoft.com/office/drawing/2014/main" id="{44487D43-8AAF-4333-80CE-6B0CD1E3C7F8}"/>
              </a:ext>
            </a:extLst>
          </p:cNvPr>
          <p:cNvSpPr>
            <a:spLocks/>
          </p:cNvSpPr>
          <p:nvPr/>
        </p:nvSpPr>
        <p:spPr>
          <a:xfrm>
            <a:off x="4587426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38567" y="1776889"/>
                </a:moveTo>
                <a:lnTo>
                  <a:pt x="39021" y="1776889"/>
                </a:lnTo>
                <a:lnTo>
                  <a:pt x="39517" y="1762082"/>
                </a:lnTo>
                <a:lnTo>
                  <a:pt x="40972" y="1747274"/>
                </a:lnTo>
                <a:lnTo>
                  <a:pt x="43292" y="1732467"/>
                </a:lnTo>
                <a:lnTo>
                  <a:pt x="46329" y="1717659"/>
                </a:lnTo>
                <a:lnTo>
                  <a:pt x="49900" y="1702852"/>
                </a:lnTo>
                <a:lnTo>
                  <a:pt x="53805" y="1688045"/>
                </a:lnTo>
                <a:lnTo>
                  <a:pt x="57843" y="1673237"/>
                </a:lnTo>
                <a:lnTo>
                  <a:pt x="61833" y="1658430"/>
                </a:lnTo>
                <a:lnTo>
                  <a:pt x="65624" y="1643622"/>
                </a:lnTo>
                <a:lnTo>
                  <a:pt x="69104" y="1628815"/>
                </a:lnTo>
                <a:lnTo>
                  <a:pt x="72198" y="1614007"/>
                </a:lnTo>
                <a:lnTo>
                  <a:pt x="74874" y="1599200"/>
                </a:lnTo>
                <a:lnTo>
                  <a:pt x="77130" y="1584393"/>
                </a:lnTo>
                <a:lnTo>
                  <a:pt x="78988" y="1569585"/>
                </a:lnTo>
                <a:lnTo>
                  <a:pt x="80489" y="1554778"/>
                </a:lnTo>
                <a:lnTo>
                  <a:pt x="81682" y="1539970"/>
                </a:lnTo>
                <a:lnTo>
                  <a:pt x="82616" y="1525163"/>
                </a:lnTo>
                <a:lnTo>
                  <a:pt x="83341" y="1510356"/>
                </a:lnTo>
                <a:lnTo>
                  <a:pt x="83898" y="1495548"/>
                </a:lnTo>
                <a:lnTo>
                  <a:pt x="84323" y="1480741"/>
                </a:lnTo>
                <a:lnTo>
                  <a:pt x="84647" y="1465933"/>
                </a:lnTo>
                <a:lnTo>
                  <a:pt x="84893" y="1451126"/>
                </a:lnTo>
                <a:lnTo>
                  <a:pt x="85079" y="1436319"/>
                </a:lnTo>
                <a:lnTo>
                  <a:pt x="85221" y="1421511"/>
                </a:lnTo>
                <a:lnTo>
                  <a:pt x="85331" y="1406704"/>
                </a:lnTo>
                <a:lnTo>
                  <a:pt x="85419" y="1391896"/>
                </a:lnTo>
                <a:lnTo>
                  <a:pt x="85493" y="1377089"/>
                </a:lnTo>
                <a:lnTo>
                  <a:pt x="85559" y="1362282"/>
                </a:lnTo>
                <a:lnTo>
                  <a:pt x="85618" y="1347474"/>
                </a:lnTo>
                <a:lnTo>
                  <a:pt x="85673" y="1332667"/>
                </a:lnTo>
                <a:lnTo>
                  <a:pt x="85719" y="1317859"/>
                </a:lnTo>
                <a:lnTo>
                  <a:pt x="85753" y="1303052"/>
                </a:lnTo>
                <a:lnTo>
                  <a:pt x="85770" y="1288245"/>
                </a:lnTo>
                <a:lnTo>
                  <a:pt x="85763" y="1273437"/>
                </a:lnTo>
                <a:lnTo>
                  <a:pt x="85726" y="1258630"/>
                </a:lnTo>
                <a:lnTo>
                  <a:pt x="85655" y="1243822"/>
                </a:lnTo>
                <a:lnTo>
                  <a:pt x="85546" y="1229015"/>
                </a:lnTo>
                <a:lnTo>
                  <a:pt x="85399" y="1214207"/>
                </a:lnTo>
                <a:lnTo>
                  <a:pt x="85216" y="1199400"/>
                </a:lnTo>
                <a:lnTo>
                  <a:pt x="84998" y="1184593"/>
                </a:lnTo>
                <a:lnTo>
                  <a:pt x="84748" y="1169785"/>
                </a:lnTo>
                <a:lnTo>
                  <a:pt x="84471" y="1154978"/>
                </a:lnTo>
                <a:lnTo>
                  <a:pt x="84167" y="1140170"/>
                </a:lnTo>
                <a:lnTo>
                  <a:pt x="83834" y="1125363"/>
                </a:lnTo>
                <a:lnTo>
                  <a:pt x="83467" y="1110556"/>
                </a:lnTo>
                <a:lnTo>
                  <a:pt x="83060" y="1095748"/>
                </a:lnTo>
                <a:lnTo>
                  <a:pt x="82599" y="1080941"/>
                </a:lnTo>
                <a:lnTo>
                  <a:pt x="82073" y="1066133"/>
                </a:lnTo>
                <a:lnTo>
                  <a:pt x="81471" y="1051326"/>
                </a:lnTo>
                <a:lnTo>
                  <a:pt x="80784" y="1036519"/>
                </a:lnTo>
                <a:lnTo>
                  <a:pt x="80010" y="1021711"/>
                </a:lnTo>
                <a:lnTo>
                  <a:pt x="79157" y="1006904"/>
                </a:lnTo>
                <a:lnTo>
                  <a:pt x="78246" y="992096"/>
                </a:lnTo>
                <a:lnTo>
                  <a:pt x="77305" y="977289"/>
                </a:lnTo>
                <a:lnTo>
                  <a:pt x="76378" y="962482"/>
                </a:lnTo>
                <a:lnTo>
                  <a:pt x="75511" y="947674"/>
                </a:lnTo>
                <a:lnTo>
                  <a:pt x="74759" y="932867"/>
                </a:lnTo>
                <a:lnTo>
                  <a:pt x="74170" y="918059"/>
                </a:lnTo>
                <a:lnTo>
                  <a:pt x="73785" y="903252"/>
                </a:lnTo>
                <a:lnTo>
                  <a:pt x="73634" y="888444"/>
                </a:lnTo>
                <a:lnTo>
                  <a:pt x="73726" y="873637"/>
                </a:lnTo>
                <a:lnTo>
                  <a:pt x="74053" y="858830"/>
                </a:lnTo>
                <a:lnTo>
                  <a:pt x="74587" y="844022"/>
                </a:lnTo>
                <a:lnTo>
                  <a:pt x="75283" y="829215"/>
                </a:lnTo>
                <a:lnTo>
                  <a:pt x="76084" y="814407"/>
                </a:lnTo>
                <a:lnTo>
                  <a:pt x="76926" y="799600"/>
                </a:lnTo>
                <a:lnTo>
                  <a:pt x="77744" y="784793"/>
                </a:lnTo>
                <a:lnTo>
                  <a:pt x="78478" y="769985"/>
                </a:lnTo>
                <a:lnTo>
                  <a:pt x="79079" y="755178"/>
                </a:lnTo>
                <a:lnTo>
                  <a:pt x="79510" y="740370"/>
                </a:lnTo>
                <a:lnTo>
                  <a:pt x="79751" y="725563"/>
                </a:lnTo>
                <a:lnTo>
                  <a:pt x="79800" y="710756"/>
                </a:lnTo>
                <a:lnTo>
                  <a:pt x="79670" y="695948"/>
                </a:lnTo>
                <a:lnTo>
                  <a:pt x="79389" y="681141"/>
                </a:lnTo>
                <a:lnTo>
                  <a:pt x="78994" y="666333"/>
                </a:lnTo>
                <a:lnTo>
                  <a:pt x="78533" y="651526"/>
                </a:lnTo>
                <a:lnTo>
                  <a:pt x="78052" y="636719"/>
                </a:lnTo>
                <a:lnTo>
                  <a:pt x="77601" y="621911"/>
                </a:lnTo>
                <a:lnTo>
                  <a:pt x="77222" y="607104"/>
                </a:lnTo>
                <a:lnTo>
                  <a:pt x="76950" y="592296"/>
                </a:lnTo>
                <a:lnTo>
                  <a:pt x="76809" y="577489"/>
                </a:lnTo>
                <a:lnTo>
                  <a:pt x="76813" y="562682"/>
                </a:lnTo>
                <a:lnTo>
                  <a:pt x="76963" y="547874"/>
                </a:lnTo>
                <a:lnTo>
                  <a:pt x="77251" y="533067"/>
                </a:lnTo>
                <a:lnTo>
                  <a:pt x="77662" y="518259"/>
                </a:lnTo>
                <a:lnTo>
                  <a:pt x="78175" y="503452"/>
                </a:lnTo>
                <a:lnTo>
                  <a:pt x="78763" y="488644"/>
                </a:lnTo>
                <a:lnTo>
                  <a:pt x="79403" y="473837"/>
                </a:lnTo>
                <a:lnTo>
                  <a:pt x="80070" y="459030"/>
                </a:lnTo>
                <a:lnTo>
                  <a:pt x="80740" y="444222"/>
                </a:lnTo>
                <a:lnTo>
                  <a:pt x="81394" y="429415"/>
                </a:lnTo>
                <a:lnTo>
                  <a:pt x="82014" y="414607"/>
                </a:lnTo>
                <a:lnTo>
                  <a:pt x="82585" y="399800"/>
                </a:lnTo>
                <a:lnTo>
                  <a:pt x="83093" y="384993"/>
                </a:lnTo>
                <a:lnTo>
                  <a:pt x="83525" y="370185"/>
                </a:lnTo>
                <a:lnTo>
                  <a:pt x="83867" y="355378"/>
                </a:lnTo>
                <a:lnTo>
                  <a:pt x="84103" y="340570"/>
                </a:lnTo>
                <a:lnTo>
                  <a:pt x="84214" y="325763"/>
                </a:lnTo>
                <a:lnTo>
                  <a:pt x="84176" y="310956"/>
                </a:lnTo>
                <a:lnTo>
                  <a:pt x="83958" y="296148"/>
                </a:lnTo>
                <a:lnTo>
                  <a:pt x="83517" y="281341"/>
                </a:lnTo>
                <a:lnTo>
                  <a:pt x="82801" y="266533"/>
                </a:lnTo>
                <a:lnTo>
                  <a:pt x="81743" y="251726"/>
                </a:lnTo>
                <a:lnTo>
                  <a:pt x="80263" y="236919"/>
                </a:lnTo>
                <a:lnTo>
                  <a:pt x="78271" y="222111"/>
                </a:lnTo>
                <a:lnTo>
                  <a:pt x="75668" y="207304"/>
                </a:lnTo>
                <a:lnTo>
                  <a:pt x="72360" y="192496"/>
                </a:lnTo>
                <a:lnTo>
                  <a:pt x="68268" y="177689"/>
                </a:lnTo>
                <a:lnTo>
                  <a:pt x="63343" y="162881"/>
                </a:lnTo>
                <a:lnTo>
                  <a:pt x="57582" y="148074"/>
                </a:lnTo>
                <a:lnTo>
                  <a:pt x="51047" y="133267"/>
                </a:lnTo>
                <a:lnTo>
                  <a:pt x="43873" y="118459"/>
                </a:lnTo>
                <a:lnTo>
                  <a:pt x="36275" y="103652"/>
                </a:lnTo>
                <a:lnTo>
                  <a:pt x="28547" y="88844"/>
                </a:lnTo>
                <a:lnTo>
                  <a:pt x="21043" y="74037"/>
                </a:lnTo>
                <a:lnTo>
                  <a:pt x="14156" y="59230"/>
                </a:lnTo>
                <a:lnTo>
                  <a:pt x="8283" y="44422"/>
                </a:lnTo>
                <a:lnTo>
                  <a:pt x="3788" y="29615"/>
                </a:lnTo>
                <a:lnTo>
                  <a:pt x="963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24" y="14807"/>
                </a:lnTo>
                <a:lnTo>
                  <a:pt x="173799" y="29615"/>
                </a:lnTo>
                <a:lnTo>
                  <a:pt x="169304" y="44422"/>
                </a:lnTo>
                <a:lnTo>
                  <a:pt x="163431" y="59230"/>
                </a:lnTo>
                <a:lnTo>
                  <a:pt x="156544" y="74037"/>
                </a:lnTo>
                <a:lnTo>
                  <a:pt x="149040" y="88844"/>
                </a:lnTo>
                <a:lnTo>
                  <a:pt x="141312" y="103652"/>
                </a:lnTo>
                <a:lnTo>
                  <a:pt x="133714" y="118459"/>
                </a:lnTo>
                <a:lnTo>
                  <a:pt x="126540" y="133267"/>
                </a:lnTo>
                <a:lnTo>
                  <a:pt x="120005" y="148074"/>
                </a:lnTo>
                <a:lnTo>
                  <a:pt x="114244" y="162881"/>
                </a:lnTo>
                <a:lnTo>
                  <a:pt x="109319" y="177689"/>
                </a:lnTo>
                <a:lnTo>
                  <a:pt x="105227" y="192496"/>
                </a:lnTo>
                <a:lnTo>
                  <a:pt x="101919" y="207304"/>
                </a:lnTo>
                <a:lnTo>
                  <a:pt x="99316" y="222111"/>
                </a:lnTo>
                <a:lnTo>
                  <a:pt x="97324" y="236919"/>
                </a:lnTo>
                <a:lnTo>
                  <a:pt x="95844" y="251726"/>
                </a:lnTo>
                <a:lnTo>
                  <a:pt x="94786" y="266533"/>
                </a:lnTo>
                <a:lnTo>
                  <a:pt x="94070" y="281341"/>
                </a:lnTo>
                <a:lnTo>
                  <a:pt x="93629" y="296148"/>
                </a:lnTo>
                <a:lnTo>
                  <a:pt x="93411" y="310956"/>
                </a:lnTo>
                <a:lnTo>
                  <a:pt x="93373" y="325763"/>
                </a:lnTo>
                <a:lnTo>
                  <a:pt x="93484" y="340570"/>
                </a:lnTo>
                <a:lnTo>
                  <a:pt x="93720" y="355378"/>
                </a:lnTo>
                <a:lnTo>
                  <a:pt x="94062" y="370185"/>
                </a:lnTo>
                <a:lnTo>
                  <a:pt x="94494" y="384993"/>
                </a:lnTo>
                <a:lnTo>
                  <a:pt x="95002" y="399800"/>
                </a:lnTo>
                <a:lnTo>
                  <a:pt x="95573" y="414607"/>
                </a:lnTo>
                <a:lnTo>
                  <a:pt x="96193" y="429415"/>
                </a:lnTo>
                <a:lnTo>
                  <a:pt x="96847" y="444222"/>
                </a:lnTo>
                <a:lnTo>
                  <a:pt x="97517" y="459030"/>
                </a:lnTo>
                <a:lnTo>
                  <a:pt x="98184" y="473837"/>
                </a:lnTo>
                <a:lnTo>
                  <a:pt x="98824" y="488644"/>
                </a:lnTo>
                <a:lnTo>
                  <a:pt x="99413" y="503452"/>
                </a:lnTo>
                <a:lnTo>
                  <a:pt x="99925" y="518259"/>
                </a:lnTo>
                <a:lnTo>
                  <a:pt x="100336" y="533067"/>
                </a:lnTo>
                <a:lnTo>
                  <a:pt x="100624" y="547874"/>
                </a:lnTo>
                <a:lnTo>
                  <a:pt x="100774" y="562682"/>
                </a:lnTo>
                <a:lnTo>
                  <a:pt x="100778" y="577489"/>
                </a:lnTo>
                <a:lnTo>
                  <a:pt x="100637" y="592296"/>
                </a:lnTo>
                <a:lnTo>
                  <a:pt x="100365" y="607104"/>
                </a:lnTo>
                <a:lnTo>
                  <a:pt x="99986" y="621911"/>
                </a:lnTo>
                <a:lnTo>
                  <a:pt x="99535" y="636719"/>
                </a:lnTo>
                <a:lnTo>
                  <a:pt x="99055" y="651526"/>
                </a:lnTo>
                <a:lnTo>
                  <a:pt x="98593" y="666333"/>
                </a:lnTo>
                <a:lnTo>
                  <a:pt x="98198" y="681141"/>
                </a:lnTo>
                <a:lnTo>
                  <a:pt x="97917" y="695948"/>
                </a:lnTo>
                <a:lnTo>
                  <a:pt x="97787" y="710756"/>
                </a:lnTo>
                <a:lnTo>
                  <a:pt x="97836" y="725563"/>
                </a:lnTo>
                <a:lnTo>
                  <a:pt x="98078" y="740370"/>
                </a:lnTo>
                <a:lnTo>
                  <a:pt x="98508" y="755178"/>
                </a:lnTo>
                <a:lnTo>
                  <a:pt x="99109" y="769985"/>
                </a:lnTo>
                <a:lnTo>
                  <a:pt x="99843" y="784793"/>
                </a:lnTo>
                <a:lnTo>
                  <a:pt x="100661" y="799600"/>
                </a:lnTo>
                <a:lnTo>
                  <a:pt x="101503" y="814407"/>
                </a:lnTo>
                <a:lnTo>
                  <a:pt x="102304" y="829215"/>
                </a:lnTo>
                <a:lnTo>
                  <a:pt x="103000" y="844022"/>
                </a:lnTo>
                <a:lnTo>
                  <a:pt x="103534" y="858830"/>
                </a:lnTo>
                <a:lnTo>
                  <a:pt x="103861" y="873637"/>
                </a:lnTo>
                <a:lnTo>
                  <a:pt x="103954" y="888444"/>
                </a:lnTo>
                <a:lnTo>
                  <a:pt x="103802" y="903252"/>
                </a:lnTo>
                <a:lnTo>
                  <a:pt x="103418" y="918059"/>
                </a:lnTo>
                <a:lnTo>
                  <a:pt x="102828" y="932867"/>
                </a:lnTo>
                <a:lnTo>
                  <a:pt x="102076" y="947674"/>
                </a:lnTo>
                <a:lnTo>
                  <a:pt x="101209" y="962482"/>
                </a:lnTo>
                <a:lnTo>
                  <a:pt x="100282" y="977289"/>
                </a:lnTo>
                <a:lnTo>
                  <a:pt x="99341" y="992096"/>
                </a:lnTo>
                <a:lnTo>
                  <a:pt x="98430" y="1006904"/>
                </a:lnTo>
                <a:lnTo>
                  <a:pt x="97577" y="1021711"/>
                </a:lnTo>
                <a:lnTo>
                  <a:pt x="96804" y="1036519"/>
                </a:lnTo>
                <a:lnTo>
                  <a:pt x="96116" y="1051326"/>
                </a:lnTo>
                <a:lnTo>
                  <a:pt x="95514" y="1066133"/>
                </a:lnTo>
                <a:lnTo>
                  <a:pt x="94988" y="1080941"/>
                </a:lnTo>
                <a:lnTo>
                  <a:pt x="94528" y="1095748"/>
                </a:lnTo>
                <a:lnTo>
                  <a:pt x="94120" y="1110556"/>
                </a:lnTo>
                <a:lnTo>
                  <a:pt x="93754" y="1125363"/>
                </a:lnTo>
                <a:lnTo>
                  <a:pt x="93421" y="1140170"/>
                </a:lnTo>
                <a:lnTo>
                  <a:pt x="93116" y="1154978"/>
                </a:lnTo>
                <a:lnTo>
                  <a:pt x="92839" y="1169785"/>
                </a:lnTo>
                <a:lnTo>
                  <a:pt x="92590" y="1184593"/>
                </a:lnTo>
                <a:lnTo>
                  <a:pt x="92372" y="1199400"/>
                </a:lnTo>
                <a:lnTo>
                  <a:pt x="92188" y="1214207"/>
                </a:lnTo>
                <a:lnTo>
                  <a:pt x="92041" y="1229015"/>
                </a:lnTo>
                <a:lnTo>
                  <a:pt x="91932" y="1243822"/>
                </a:lnTo>
                <a:lnTo>
                  <a:pt x="91861" y="1258630"/>
                </a:lnTo>
                <a:lnTo>
                  <a:pt x="91824" y="1273437"/>
                </a:lnTo>
                <a:lnTo>
                  <a:pt x="91817" y="1288245"/>
                </a:lnTo>
                <a:lnTo>
                  <a:pt x="91834" y="1303052"/>
                </a:lnTo>
                <a:lnTo>
                  <a:pt x="91868" y="1317859"/>
                </a:lnTo>
                <a:lnTo>
                  <a:pt x="91915" y="1332667"/>
                </a:lnTo>
                <a:lnTo>
                  <a:pt x="91969" y="1347474"/>
                </a:lnTo>
                <a:lnTo>
                  <a:pt x="92029" y="1362282"/>
                </a:lnTo>
                <a:lnTo>
                  <a:pt x="92094" y="1377089"/>
                </a:lnTo>
                <a:lnTo>
                  <a:pt x="92168" y="1391896"/>
                </a:lnTo>
                <a:lnTo>
                  <a:pt x="92257" y="1406704"/>
                </a:lnTo>
                <a:lnTo>
                  <a:pt x="92367" y="1421511"/>
                </a:lnTo>
                <a:lnTo>
                  <a:pt x="92508" y="1436319"/>
                </a:lnTo>
                <a:lnTo>
                  <a:pt x="92694" y="1451126"/>
                </a:lnTo>
                <a:lnTo>
                  <a:pt x="92940" y="1465933"/>
                </a:lnTo>
                <a:lnTo>
                  <a:pt x="93264" y="1480741"/>
                </a:lnTo>
                <a:lnTo>
                  <a:pt x="93689" y="1495548"/>
                </a:lnTo>
                <a:lnTo>
                  <a:pt x="94246" y="1510356"/>
                </a:lnTo>
                <a:lnTo>
                  <a:pt x="94971" y="1525163"/>
                </a:lnTo>
                <a:lnTo>
                  <a:pt x="95905" y="1539970"/>
                </a:lnTo>
                <a:lnTo>
                  <a:pt x="97098" y="1554778"/>
                </a:lnTo>
                <a:lnTo>
                  <a:pt x="98599" y="1569585"/>
                </a:lnTo>
                <a:lnTo>
                  <a:pt x="100457" y="1584393"/>
                </a:lnTo>
                <a:lnTo>
                  <a:pt x="102713" y="1599200"/>
                </a:lnTo>
                <a:lnTo>
                  <a:pt x="105389" y="1614007"/>
                </a:lnTo>
                <a:lnTo>
                  <a:pt x="108484" y="1628815"/>
                </a:lnTo>
                <a:lnTo>
                  <a:pt x="111963" y="1643622"/>
                </a:lnTo>
                <a:lnTo>
                  <a:pt x="115754" y="1658430"/>
                </a:lnTo>
                <a:lnTo>
                  <a:pt x="119744" y="1673237"/>
                </a:lnTo>
                <a:lnTo>
                  <a:pt x="123783" y="1688045"/>
                </a:lnTo>
                <a:lnTo>
                  <a:pt x="127687" y="1702852"/>
                </a:lnTo>
                <a:lnTo>
                  <a:pt x="131258" y="1717659"/>
                </a:lnTo>
                <a:lnTo>
                  <a:pt x="134295" y="1732467"/>
                </a:lnTo>
                <a:lnTo>
                  <a:pt x="136615" y="1747274"/>
                </a:lnTo>
                <a:lnTo>
                  <a:pt x="138070" y="1762082"/>
                </a:lnTo>
                <a:lnTo>
                  <a:pt x="138567" y="1776889"/>
                </a:lnTo>
                <a:lnTo>
                  <a:pt x="138567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69" name="data_9757">
            <a:extLst>
              <a:ext uri="{FF2B5EF4-FFF2-40B4-BE49-F238E27FC236}">
                <a16:creationId xmlns:a16="http://schemas.microsoft.com/office/drawing/2014/main" id="{28EA0F94-55A8-4FB4-9E2C-3167220A2355}"/>
              </a:ext>
            </a:extLst>
          </p:cNvPr>
          <p:cNvSpPr>
            <a:spLocks/>
          </p:cNvSpPr>
          <p:nvPr/>
        </p:nvSpPr>
        <p:spPr>
          <a:xfrm>
            <a:off x="5270454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24593" y="1776889"/>
                </a:moveTo>
                <a:lnTo>
                  <a:pt x="52994" y="1776889"/>
                </a:lnTo>
                <a:lnTo>
                  <a:pt x="53346" y="1762082"/>
                </a:lnTo>
                <a:lnTo>
                  <a:pt x="54376" y="1747274"/>
                </a:lnTo>
                <a:lnTo>
                  <a:pt x="56019" y="1732467"/>
                </a:lnTo>
                <a:lnTo>
                  <a:pt x="58170" y="1717659"/>
                </a:lnTo>
                <a:lnTo>
                  <a:pt x="60700" y="1702852"/>
                </a:lnTo>
                <a:lnTo>
                  <a:pt x="63467" y="1688045"/>
                </a:lnTo>
                <a:lnTo>
                  <a:pt x="66331" y="1673237"/>
                </a:lnTo>
                <a:lnTo>
                  <a:pt x="69162" y="1658430"/>
                </a:lnTo>
                <a:lnTo>
                  <a:pt x="71855" y="1643622"/>
                </a:lnTo>
                <a:lnTo>
                  <a:pt x="74329" y="1628815"/>
                </a:lnTo>
                <a:lnTo>
                  <a:pt x="76532" y="1614007"/>
                </a:lnTo>
                <a:lnTo>
                  <a:pt x="78441" y="1599200"/>
                </a:lnTo>
                <a:lnTo>
                  <a:pt x="80054" y="1584393"/>
                </a:lnTo>
                <a:lnTo>
                  <a:pt x="81387" y="1569585"/>
                </a:lnTo>
                <a:lnTo>
                  <a:pt x="82469" y="1554778"/>
                </a:lnTo>
                <a:lnTo>
                  <a:pt x="83332" y="1539970"/>
                </a:lnTo>
                <a:lnTo>
                  <a:pt x="84013" y="1525163"/>
                </a:lnTo>
                <a:lnTo>
                  <a:pt x="84545" y="1510356"/>
                </a:lnTo>
                <a:lnTo>
                  <a:pt x="84959" y="1495548"/>
                </a:lnTo>
                <a:lnTo>
                  <a:pt x="85280" y="1480741"/>
                </a:lnTo>
                <a:lnTo>
                  <a:pt x="85529" y="1465933"/>
                </a:lnTo>
                <a:lnTo>
                  <a:pt x="85723" y="1451126"/>
                </a:lnTo>
                <a:lnTo>
                  <a:pt x="85877" y="1436319"/>
                </a:lnTo>
                <a:lnTo>
                  <a:pt x="86002" y="1421511"/>
                </a:lnTo>
                <a:lnTo>
                  <a:pt x="86110" y="1406704"/>
                </a:lnTo>
                <a:lnTo>
                  <a:pt x="86208" y="1391896"/>
                </a:lnTo>
                <a:lnTo>
                  <a:pt x="86303" y="1377089"/>
                </a:lnTo>
                <a:lnTo>
                  <a:pt x="86401" y="1362282"/>
                </a:lnTo>
                <a:lnTo>
                  <a:pt x="86504" y="1347474"/>
                </a:lnTo>
                <a:lnTo>
                  <a:pt x="86613" y="1332667"/>
                </a:lnTo>
                <a:lnTo>
                  <a:pt x="86725" y="1317859"/>
                </a:lnTo>
                <a:lnTo>
                  <a:pt x="86835" y="1303052"/>
                </a:lnTo>
                <a:lnTo>
                  <a:pt x="86935" y="1288245"/>
                </a:lnTo>
                <a:lnTo>
                  <a:pt x="87018" y="1273437"/>
                </a:lnTo>
                <a:lnTo>
                  <a:pt x="87075" y="1258630"/>
                </a:lnTo>
                <a:lnTo>
                  <a:pt x="87098" y="1243822"/>
                </a:lnTo>
                <a:lnTo>
                  <a:pt x="87080" y="1229015"/>
                </a:lnTo>
                <a:lnTo>
                  <a:pt x="87016" y="1214207"/>
                </a:lnTo>
                <a:lnTo>
                  <a:pt x="86904" y="1199400"/>
                </a:lnTo>
                <a:lnTo>
                  <a:pt x="86745" y="1184593"/>
                </a:lnTo>
                <a:lnTo>
                  <a:pt x="86541" y="1169785"/>
                </a:lnTo>
                <a:lnTo>
                  <a:pt x="86296" y="1154978"/>
                </a:lnTo>
                <a:lnTo>
                  <a:pt x="86013" y="1140170"/>
                </a:lnTo>
                <a:lnTo>
                  <a:pt x="85697" y="1125363"/>
                </a:lnTo>
                <a:lnTo>
                  <a:pt x="85348" y="1110556"/>
                </a:lnTo>
                <a:lnTo>
                  <a:pt x="84965" y="1095748"/>
                </a:lnTo>
                <a:lnTo>
                  <a:pt x="84547" y="1080941"/>
                </a:lnTo>
                <a:lnTo>
                  <a:pt x="84087" y="1066133"/>
                </a:lnTo>
                <a:lnTo>
                  <a:pt x="83581" y="1051326"/>
                </a:lnTo>
                <a:lnTo>
                  <a:pt x="83024" y="1036519"/>
                </a:lnTo>
                <a:lnTo>
                  <a:pt x="82416" y="1021711"/>
                </a:lnTo>
                <a:lnTo>
                  <a:pt x="81763" y="1006904"/>
                </a:lnTo>
                <a:lnTo>
                  <a:pt x="81078" y="992096"/>
                </a:lnTo>
                <a:lnTo>
                  <a:pt x="80380" y="977289"/>
                </a:lnTo>
                <a:lnTo>
                  <a:pt x="79699" y="962482"/>
                </a:lnTo>
                <a:lnTo>
                  <a:pt x="79067" y="947674"/>
                </a:lnTo>
                <a:lnTo>
                  <a:pt x="78520" y="932867"/>
                </a:lnTo>
                <a:lnTo>
                  <a:pt x="78093" y="918059"/>
                </a:lnTo>
                <a:lnTo>
                  <a:pt x="77816" y="903252"/>
                </a:lnTo>
                <a:lnTo>
                  <a:pt x="77709" y="888444"/>
                </a:lnTo>
                <a:lnTo>
                  <a:pt x="77779" y="873637"/>
                </a:lnTo>
                <a:lnTo>
                  <a:pt x="78022" y="858830"/>
                </a:lnTo>
                <a:lnTo>
                  <a:pt x="78418" y="844022"/>
                </a:lnTo>
                <a:lnTo>
                  <a:pt x="78939" y="829215"/>
                </a:lnTo>
                <a:lnTo>
                  <a:pt x="79544" y="814407"/>
                </a:lnTo>
                <a:lnTo>
                  <a:pt x="80191" y="799600"/>
                </a:lnTo>
                <a:lnTo>
                  <a:pt x="80834" y="784793"/>
                </a:lnTo>
                <a:lnTo>
                  <a:pt x="81434" y="769985"/>
                </a:lnTo>
                <a:lnTo>
                  <a:pt x="81955" y="755178"/>
                </a:lnTo>
                <a:lnTo>
                  <a:pt x="82372" y="740370"/>
                </a:lnTo>
                <a:lnTo>
                  <a:pt x="82673" y="725563"/>
                </a:lnTo>
                <a:lnTo>
                  <a:pt x="82852" y="710756"/>
                </a:lnTo>
                <a:lnTo>
                  <a:pt x="82917" y="695948"/>
                </a:lnTo>
                <a:lnTo>
                  <a:pt x="82884" y="681141"/>
                </a:lnTo>
                <a:lnTo>
                  <a:pt x="82774" y="666333"/>
                </a:lnTo>
                <a:lnTo>
                  <a:pt x="82614" y="651526"/>
                </a:lnTo>
                <a:lnTo>
                  <a:pt x="82432" y="636719"/>
                </a:lnTo>
                <a:lnTo>
                  <a:pt x="82256" y="621911"/>
                </a:lnTo>
                <a:lnTo>
                  <a:pt x="82111" y="607104"/>
                </a:lnTo>
                <a:lnTo>
                  <a:pt x="82015" y="592296"/>
                </a:lnTo>
                <a:lnTo>
                  <a:pt x="81983" y="577489"/>
                </a:lnTo>
                <a:lnTo>
                  <a:pt x="82024" y="562682"/>
                </a:lnTo>
                <a:lnTo>
                  <a:pt x="82140" y="547874"/>
                </a:lnTo>
                <a:lnTo>
                  <a:pt x="82327" y="533067"/>
                </a:lnTo>
                <a:lnTo>
                  <a:pt x="82580" y="518259"/>
                </a:lnTo>
                <a:lnTo>
                  <a:pt x="82888" y="503452"/>
                </a:lnTo>
                <a:lnTo>
                  <a:pt x="83240" y="488644"/>
                </a:lnTo>
                <a:lnTo>
                  <a:pt x="83624" y="473837"/>
                </a:lnTo>
                <a:lnTo>
                  <a:pt x="84028" y="459030"/>
                </a:lnTo>
                <a:lnTo>
                  <a:pt x="84440" y="444222"/>
                </a:lnTo>
                <a:lnTo>
                  <a:pt x="84849" y="429415"/>
                </a:lnTo>
                <a:lnTo>
                  <a:pt x="85244" y="414607"/>
                </a:lnTo>
                <a:lnTo>
                  <a:pt x="85614" y="399800"/>
                </a:lnTo>
                <a:lnTo>
                  <a:pt x="85948" y="384993"/>
                </a:lnTo>
                <a:lnTo>
                  <a:pt x="86235" y="370185"/>
                </a:lnTo>
                <a:lnTo>
                  <a:pt x="86461" y="355378"/>
                </a:lnTo>
                <a:lnTo>
                  <a:pt x="86611" y="340570"/>
                </a:lnTo>
                <a:lnTo>
                  <a:pt x="86666" y="325763"/>
                </a:lnTo>
                <a:lnTo>
                  <a:pt x="86599" y="310956"/>
                </a:lnTo>
                <a:lnTo>
                  <a:pt x="86377" y="296148"/>
                </a:lnTo>
                <a:lnTo>
                  <a:pt x="85954" y="281341"/>
                </a:lnTo>
                <a:lnTo>
                  <a:pt x="85269" y="266533"/>
                </a:lnTo>
                <a:lnTo>
                  <a:pt x="84249" y="251726"/>
                </a:lnTo>
                <a:lnTo>
                  <a:pt x="82803" y="236919"/>
                </a:lnTo>
                <a:lnTo>
                  <a:pt x="80829" y="222111"/>
                </a:lnTo>
                <a:lnTo>
                  <a:pt x="78218" y="207304"/>
                </a:lnTo>
                <a:lnTo>
                  <a:pt x="74867" y="192496"/>
                </a:lnTo>
                <a:lnTo>
                  <a:pt x="70688" y="177689"/>
                </a:lnTo>
                <a:lnTo>
                  <a:pt x="65628" y="162881"/>
                </a:lnTo>
                <a:lnTo>
                  <a:pt x="59686" y="148074"/>
                </a:lnTo>
                <a:lnTo>
                  <a:pt x="52925" y="133267"/>
                </a:lnTo>
                <a:lnTo>
                  <a:pt x="45491" y="118459"/>
                </a:lnTo>
                <a:lnTo>
                  <a:pt x="37613" y="103652"/>
                </a:lnTo>
                <a:lnTo>
                  <a:pt x="29596" y="88844"/>
                </a:lnTo>
                <a:lnTo>
                  <a:pt x="21812" y="74037"/>
                </a:lnTo>
                <a:lnTo>
                  <a:pt x="14671" y="59230"/>
                </a:lnTo>
                <a:lnTo>
                  <a:pt x="8582" y="44422"/>
                </a:lnTo>
                <a:lnTo>
                  <a:pt x="3924" y="29615"/>
                </a:lnTo>
                <a:lnTo>
                  <a:pt x="998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9" y="14807"/>
                </a:lnTo>
                <a:lnTo>
                  <a:pt x="173663" y="29615"/>
                </a:lnTo>
                <a:lnTo>
                  <a:pt x="169005" y="44422"/>
                </a:lnTo>
                <a:lnTo>
                  <a:pt x="162917" y="59230"/>
                </a:lnTo>
                <a:lnTo>
                  <a:pt x="155775" y="74037"/>
                </a:lnTo>
                <a:lnTo>
                  <a:pt x="147991" y="88844"/>
                </a:lnTo>
                <a:lnTo>
                  <a:pt x="139975" y="103652"/>
                </a:lnTo>
                <a:lnTo>
                  <a:pt x="132096" y="118459"/>
                </a:lnTo>
                <a:lnTo>
                  <a:pt x="124662" y="133267"/>
                </a:lnTo>
                <a:lnTo>
                  <a:pt x="117902" y="148074"/>
                </a:lnTo>
                <a:lnTo>
                  <a:pt x="111959" y="162881"/>
                </a:lnTo>
                <a:lnTo>
                  <a:pt x="106899" y="177689"/>
                </a:lnTo>
                <a:lnTo>
                  <a:pt x="102720" y="192496"/>
                </a:lnTo>
                <a:lnTo>
                  <a:pt x="99369" y="207304"/>
                </a:lnTo>
                <a:lnTo>
                  <a:pt x="96758" y="222111"/>
                </a:lnTo>
                <a:lnTo>
                  <a:pt x="94784" y="236919"/>
                </a:lnTo>
                <a:lnTo>
                  <a:pt x="93338" y="251726"/>
                </a:lnTo>
                <a:lnTo>
                  <a:pt x="92318" y="266533"/>
                </a:lnTo>
                <a:lnTo>
                  <a:pt x="91634" y="281341"/>
                </a:lnTo>
                <a:lnTo>
                  <a:pt x="91210" y="296148"/>
                </a:lnTo>
                <a:lnTo>
                  <a:pt x="90988" y="310956"/>
                </a:lnTo>
                <a:lnTo>
                  <a:pt x="90922" y="325763"/>
                </a:lnTo>
                <a:lnTo>
                  <a:pt x="90976" y="340570"/>
                </a:lnTo>
                <a:lnTo>
                  <a:pt x="91126" y="355378"/>
                </a:lnTo>
                <a:lnTo>
                  <a:pt x="91352" y="370185"/>
                </a:lnTo>
                <a:lnTo>
                  <a:pt x="91639" y="384993"/>
                </a:lnTo>
                <a:lnTo>
                  <a:pt x="91973" y="399800"/>
                </a:lnTo>
                <a:lnTo>
                  <a:pt x="92343" y="414607"/>
                </a:lnTo>
                <a:lnTo>
                  <a:pt x="92738" y="429415"/>
                </a:lnTo>
                <a:lnTo>
                  <a:pt x="93147" y="444222"/>
                </a:lnTo>
                <a:lnTo>
                  <a:pt x="93559" y="459030"/>
                </a:lnTo>
                <a:lnTo>
                  <a:pt x="93963" y="473837"/>
                </a:lnTo>
                <a:lnTo>
                  <a:pt x="94347" y="488644"/>
                </a:lnTo>
                <a:lnTo>
                  <a:pt x="94700" y="503452"/>
                </a:lnTo>
                <a:lnTo>
                  <a:pt x="95008" y="518259"/>
                </a:lnTo>
                <a:lnTo>
                  <a:pt x="95260" y="533067"/>
                </a:lnTo>
                <a:lnTo>
                  <a:pt x="95447" y="547874"/>
                </a:lnTo>
                <a:lnTo>
                  <a:pt x="95563" y="562682"/>
                </a:lnTo>
                <a:lnTo>
                  <a:pt x="95604" y="577489"/>
                </a:lnTo>
                <a:lnTo>
                  <a:pt x="95572" y="592296"/>
                </a:lnTo>
                <a:lnTo>
                  <a:pt x="95476" y="607104"/>
                </a:lnTo>
                <a:lnTo>
                  <a:pt x="95331" y="621911"/>
                </a:lnTo>
                <a:lnTo>
                  <a:pt x="95155" y="636719"/>
                </a:lnTo>
                <a:lnTo>
                  <a:pt x="94973" y="651526"/>
                </a:lnTo>
                <a:lnTo>
                  <a:pt x="94814" y="666333"/>
                </a:lnTo>
                <a:lnTo>
                  <a:pt x="94704" y="681141"/>
                </a:lnTo>
                <a:lnTo>
                  <a:pt x="94670" y="695948"/>
                </a:lnTo>
                <a:lnTo>
                  <a:pt x="94735" y="710756"/>
                </a:lnTo>
                <a:lnTo>
                  <a:pt x="94915" y="725563"/>
                </a:lnTo>
                <a:lnTo>
                  <a:pt x="95215" y="740370"/>
                </a:lnTo>
                <a:lnTo>
                  <a:pt x="95633" y="755178"/>
                </a:lnTo>
                <a:lnTo>
                  <a:pt x="96154" y="769985"/>
                </a:lnTo>
                <a:lnTo>
                  <a:pt x="96753" y="784793"/>
                </a:lnTo>
                <a:lnTo>
                  <a:pt x="97396" y="799600"/>
                </a:lnTo>
                <a:lnTo>
                  <a:pt x="98043" y="814407"/>
                </a:lnTo>
                <a:lnTo>
                  <a:pt x="98648" y="829215"/>
                </a:lnTo>
                <a:lnTo>
                  <a:pt x="99169" y="844022"/>
                </a:lnTo>
                <a:lnTo>
                  <a:pt x="99566" y="858830"/>
                </a:lnTo>
                <a:lnTo>
                  <a:pt x="99808" y="873637"/>
                </a:lnTo>
                <a:lnTo>
                  <a:pt x="99879" y="888444"/>
                </a:lnTo>
                <a:lnTo>
                  <a:pt x="99771" y="903252"/>
                </a:lnTo>
                <a:lnTo>
                  <a:pt x="99494" y="918059"/>
                </a:lnTo>
                <a:lnTo>
                  <a:pt x="99067" y="932867"/>
                </a:lnTo>
                <a:lnTo>
                  <a:pt x="98520" y="947674"/>
                </a:lnTo>
                <a:lnTo>
                  <a:pt x="97888" y="962482"/>
                </a:lnTo>
                <a:lnTo>
                  <a:pt x="97207" y="977289"/>
                </a:lnTo>
                <a:lnTo>
                  <a:pt x="96509" y="992096"/>
                </a:lnTo>
                <a:lnTo>
                  <a:pt x="95824" y="1006904"/>
                </a:lnTo>
                <a:lnTo>
                  <a:pt x="95171" y="1021711"/>
                </a:lnTo>
                <a:lnTo>
                  <a:pt x="94564" y="1036519"/>
                </a:lnTo>
                <a:lnTo>
                  <a:pt x="94007" y="1051326"/>
                </a:lnTo>
                <a:lnTo>
                  <a:pt x="93500" y="1066133"/>
                </a:lnTo>
                <a:lnTo>
                  <a:pt x="93040" y="1080941"/>
                </a:lnTo>
                <a:lnTo>
                  <a:pt x="92622" y="1095748"/>
                </a:lnTo>
                <a:lnTo>
                  <a:pt x="92239" y="1110556"/>
                </a:lnTo>
                <a:lnTo>
                  <a:pt x="91891" y="1125363"/>
                </a:lnTo>
                <a:lnTo>
                  <a:pt x="91574" y="1140170"/>
                </a:lnTo>
                <a:lnTo>
                  <a:pt x="91291" y="1154978"/>
                </a:lnTo>
                <a:lnTo>
                  <a:pt x="91046" y="1169785"/>
                </a:lnTo>
                <a:lnTo>
                  <a:pt x="90842" y="1184593"/>
                </a:lnTo>
                <a:lnTo>
                  <a:pt x="90683" y="1199400"/>
                </a:lnTo>
                <a:lnTo>
                  <a:pt x="90571" y="1214207"/>
                </a:lnTo>
                <a:lnTo>
                  <a:pt x="90507" y="1229015"/>
                </a:lnTo>
                <a:lnTo>
                  <a:pt x="90489" y="1243822"/>
                </a:lnTo>
                <a:lnTo>
                  <a:pt x="90512" y="1258630"/>
                </a:lnTo>
                <a:lnTo>
                  <a:pt x="90569" y="1273437"/>
                </a:lnTo>
                <a:lnTo>
                  <a:pt x="90652" y="1288245"/>
                </a:lnTo>
                <a:lnTo>
                  <a:pt x="90752" y="1303052"/>
                </a:lnTo>
                <a:lnTo>
                  <a:pt x="90862" y="1317859"/>
                </a:lnTo>
                <a:lnTo>
                  <a:pt x="90974" y="1332667"/>
                </a:lnTo>
                <a:lnTo>
                  <a:pt x="91083" y="1347474"/>
                </a:lnTo>
                <a:lnTo>
                  <a:pt x="91186" y="1362282"/>
                </a:lnTo>
                <a:lnTo>
                  <a:pt x="91284" y="1377089"/>
                </a:lnTo>
                <a:lnTo>
                  <a:pt x="91379" y="1391896"/>
                </a:lnTo>
                <a:lnTo>
                  <a:pt x="91477" y="1406704"/>
                </a:lnTo>
                <a:lnTo>
                  <a:pt x="91585" y="1421511"/>
                </a:lnTo>
                <a:lnTo>
                  <a:pt x="91710" y="1436319"/>
                </a:lnTo>
                <a:lnTo>
                  <a:pt x="91864" y="1451126"/>
                </a:lnTo>
                <a:lnTo>
                  <a:pt x="92058" y="1465933"/>
                </a:lnTo>
                <a:lnTo>
                  <a:pt x="92307" y="1480741"/>
                </a:lnTo>
                <a:lnTo>
                  <a:pt x="92628" y="1495548"/>
                </a:lnTo>
                <a:lnTo>
                  <a:pt x="93042" y="1510356"/>
                </a:lnTo>
                <a:lnTo>
                  <a:pt x="93574" y="1525163"/>
                </a:lnTo>
                <a:lnTo>
                  <a:pt x="94255" y="1539970"/>
                </a:lnTo>
                <a:lnTo>
                  <a:pt x="95119" y="1554778"/>
                </a:lnTo>
                <a:lnTo>
                  <a:pt x="96200" y="1569585"/>
                </a:lnTo>
                <a:lnTo>
                  <a:pt x="97533" y="1584393"/>
                </a:lnTo>
                <a:lnTo>
                  <a:pt x="99146" y="1599200"/>
                </a:lnTo>
                <a:lnTo>
                  <a:pt x="101055" y="1614007"/>
                </a:lnTo>
                <a:lnTo>
                  <a:pt x="103258" y="1628815"/>
                </a:lnTo>
                <a:lnTo>
                  <a:pt x="105732" y="1643622"/>
                </a:lnTo>
                <a:lnTo>
                  <a:pt x="108425" y="1658430"/>
                </a:lnTo>
                <a:lnTo>
                  <a:pt x="111256" y="1673237"/>
                </a:lnTo>
                <a:lnTo>
                  <a:pt x="114120" y="1688045"/>
                </a:lnTo>
                <a:lnTo>
                  <a:pt x="116887" y="1702852"/>
                </a:lnTo>
                <a:lnTo>
                  <a:pt x="119417" y="1717659"/>
                </a:lnTo>
                <a:lnTo>
                  <a:pt x="121568" y="1732467"/>
                </a:lnTo>
                <a:lnTo>
                  <a:pt x="123211" y="1747274"/>
                </a:lnTo>
                <a:lnTo>
                  <a:pt x="124242" y="1762082"/>
                </a:lnTo>
                <a:lnTo>
                  <a:pt x="124593" y="1776889"/>
                </a:lnTo>
                <a:lnTo>
                  <a:pt x="124593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70" name="data_9758">
            <a:extLst>
              <a:ext uri="{FF2B5EF4-FFF2-40B4-BE49-F238E27FC236}">
                <a16:creationId xmlns:a16="http://schemas.microsoft.com/office/drawing/2014/main" id="{83AFAB41-B5A1-461C-AAD8-F0EFA07E48DD}"/>
              </a:ext>
            </a:extLst>
          </p:cNvPr>
          <p:cNvSpPr>
            <a:spLocks/>
          </p:cNvSpPr>
          <p:nvPr/>
        </p:nvSpPr>
        <p:spPr>
          <a:xfrm>
            <a:off x="5953482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16288" y="1776889"/>
                </a:moveTo>
                <a:lnTo>
                  <a:pt x="61299" y="1776889"/>
                </a:lnTo>
                <a:lnTo>
                  <a:pt x="61560" y="1762082"/>
                </a:lnTo>
                <a:lnTo>
                  <a:pt x="62327" y="1747274"/>
                </a:lnTo>
                <a:lnTo>
                  <a:pt x="63549" y="1732467"/>
                </a:lnTo>
                <a:lnTo>
                  <a:pt x="65151" y="1717659"/>
                </a:lnTo>
                <a:lnTo>
                  <a:pt x="67035" y="1702852"/>
                </a:lnTo>
                <a:lnTo>
                  <a:pt x="69098" y="1688045"/>
                </a:lnTo>
                <a:lnTo>
                  <a:pt x="71235" y="1673237"/>
                </a:lnTo>
                <a:lnTo>
                  <a:pt x="73351" y="1658430"/>
                </a:lnTo>
                <a:lnTo>
                  <a:pt x="75367" y="1643622"/>
                </a:lnTo>
                <a:lnTo>
                  <a:pt x="77223" y="1628815"/>
                </a:lnTo>
                <a:lnTo>
                  <a:pt x="78881" y="1614007"/>
                </a:lnTo>
                <a:lnTo>
                  <a:pt x="80323" y="1599200"/>
                </a:lnTo>
                <a:lnTo>
                  <a:pt x="81547" y="1584393"/>
                </a:lnTo>
                <a:lnTo>
                  <a:pt x="82566" y="1569585"/>
                </a:lnTo>
                <a:lnTo>
                  <a:pt x="83398" y="1554778"/>
                </a:lnTo>
                <a:lnTo>
                  <a:pt x="84069" y="1539970"/>
                </a:lnTo>
                <a:lnTo>
                  <a:pt x="84605" y="1525163"/>
                </a:lnTo>
                <a:lnTo>
                  <a:pt x="85029" y="1510356"/>
                </a:lnTo>
                <a:lnTo>
                  <a:pt x="85363" y="1495548"/>
                </a:lnTo>
                <a:lnTo>
                  <a:pt x="85627" y="1480741"/>
                </a:lnTo>
                <a:lnTo>
                  <a:pt x="85835" y="1465933"/>
                </a:lnTo>
                <a:lnTo>
                  <a:pt x="86000" y="1451126"/>
                </a:lnTo>
                <a:lnTo>
                  <a:pt x="86133" y="1436319"/>
                </a:lnTo>
                <a:lnTo>
                  <a:pt x="86242" y="1421511"/>
                </a:lnTo>
                <a:lnTo>
                  <a:pt x="86338" y="1406704"/>
                </a:lnTo>
                <a:lnTo>
                  <a:pt x="86426" y="1391896"/>
                </a:lnTo>
                <a:lnTo>
                  <a:pt x="86512" y="1377089"/>
                </a:lnTo>
                <a:lnTo>
                  <a:pt x="86601" y="1362282"/>
                </a:lnTo>
                <a:lnTo>
                  <a:pt x="86696" y="1347474"/>
                </a:lnTo>
                <a:lnTo>
                  <a:pt x="86795" y="1332667"/>
                </a:lnTo>
                <a:lnTo>
                  <a:pt x="86898" y="1317859"/>
                </a:lnTo>
                <a:lnTo>
                  <a:pt x="86998" y="1303052"/>
                </a:lnTo>
                <a:lnTo>
                  <a:pt x="87091" y="1288245"/>
                </a:lnTo>
                <a:lnTo>
                  <a:pt x="87167" y="1273437"/>
                </a:lnTo>
                <a:lnTo>
                  <a:pt x="87219" y="1258630"/>
                </a:lnTo>
                <a:lnTo>
                  <a:pt x="87241" y="1243822"/>
                </a:lnTo>
                <a:lnTo>
                  <a:pt x="87225" y="1229015"/>
                </a:lnTo>
                <a:lnTo>
                  <a:pt x="87168" y="1214207"/>
                </a:lnTo>
                <a:lnTo>
                  <a:pt x="87067" y="1199400"/>
                </a:lnTo>
                <a:lnTo>
                  <a:pt x="86925" y="1184593"/>
                </a:lnTo>
                <a:lnTo>
                  <a:pt x="86743" y="1169785"/>
                </a:lnTo>
                <a:lnTo>
                  <a:pt x="86526" y="1154978"/>
                </a:lnTo>
                <a:lnTo>
                  <a:pt x="86277" y="1140170"/>
                </a:lnTo>
                <a:lnTo>
                  <a:pt x="86002" y="1125363"/>
                </a:lnTo>
                <a:lnTo>
                  <a:pt x="85702" y="1110556"/>
                </a:lnTo>
                <a:lnTo>
                  <a:pt x="85378" y="1095748"/>
                </a:lnTo>
                <a:lnTo>
                  <a:pt x="85028" y="1080941"/>
                </a:lnTo>
                <a:lnTo>
                  <a:pt x="84649" y="1066133"/>
                </a:lnTo>
                <a:lnTo>
                  <a:pt x="84236" y="1051326"/>
                </a:lnTo>
                <a:lnTo>
                  <a:pt x="83786" y="1036519"/>
                </a:lnTo>
                <a:lnTo>
                  <a:pt x="83298" y="1021711"/>
                </a:lnTo>
                <a:lnTo>
                  <a:pt x="82775" y="1006904"/>
                </a:lnTo>
                <a:lnTo>
                  <a:pt x="82227" y="992096"/>
                </a:lnTo>
                <a:lnTo>
                  <a:pt x="81669" y="977289"/>
                </a:lnTo>
                <a:lnTo>
                  <a:pt x="81124" y="962482"/>
                </a:lnTo>
                <a:lnTo>
                  <a:pt x="80617" y="947674"/>
                </a:lnTo>
                <a:lnTo>
                  <a:pt x="80179" y="932867"/>
                </a:lnTo>
                <a:lnTo>
                  <a:pt x="79836" y="918059"/>
                </a:lnTo>
                <a:lnTo>
                  <a:pt x="79614" y="903252"/>
                </a:lnTo>
                <a:lnTo>
                  <a:pt x="79529" y="888444"/>
                </a:lnTo>
                <a:lnTo>
                  <a:pt x="79588" y="873637"/>
                </a:lnTo>
                <a:lnTo>
                  <a:pt x="79788" y="858830"/>
                </a:lnTo>
                <a:lnTo>
                  <a:pt x="80115" y="844022"/>
                </a:lnTo>
                <a:lnTo>
                  <a:pt x="80546" y="829215"/>
                </a:lnTo>
                <a:lnTo>
                  <a:pt x="81048" y="814407"/>
                </a:lnTo>
                <a:lnTo>
                  <a:pt x="81588" y="799600"/>
                </a:lnTo>
                <a:lnTo>
                  <a:pt x="82131" y="784793"/>
                </a:lnTo>
                <a:lnTo>
                  <a:pt x="82642" y="769985"/>
                </a:lnTo>
                <a:lnTo>
                  <a:pt x="83096" y="755178"/>
                </a:lnTo>
                <a:lnTo>
                  <a:pt x="83471" y="740370"/>
                </a:lnTo>
                <a:lnTo>
                  <a:pt x="83754" y="725563"/>
                </a:lnTo>
                <a:lnTo>
                  <a:pt x="83942" y="710756"/>
                </a:lnTo>
                <a:lnTo>
                  <a:pt x="84040" y="695948"/>
                </a:lnTo>
                <a:lnTo>
                  <a:pt x="84056" y="681141"/>
                </a:lnTo>
                <a:lnTo>
                  <a:pt x="84007" y="666333"/>
                </a:lnTo>
                <a:lnTo>
                  <a:pt x="83913" y="651526"/>
                </a:lnTo>
                <a:lnTo>
                  <a:pt x="83792" y="636719"/>
                </a:lnTo>
                <a:lnTo>
                  <a:pt x="83666" y="621911"/>
                </a:lnTo>
                <a:lnTo>
                  <a:pt x="83553" y="607104"/>
                </a:lnTo>
                <a:lnTo>
                  <a:pt x="83467" y="592296"/>
                </a:lnTo>
                <a:lnTo>
                  <a:pt x="83419" y="577489"/>
                </a:lnTo>
                <a:lnTo>
                  <a:pt x="83417" y="562682"/>
                </a:lnTo>
                <a:lnTo>
                  <a:pt x="83464" y="547874"/>
                </a:lnTo>
                <a:lnTo>
                  <a:pt x="83558" y="533067"/>
                </a:lnTo>
                <a:lnTo>
                  <a:pt x="83697" y="518259"/>
                </a:lnTo>
                <a:lnTo>
                  <a:pt x="83874" y="503452"/>
                </a:lnTo>
                <a:lnTo>
                  <a:pt x="84081" y="488644"/>
                </a:lnTo>
                <a:lnTo>
                  <a:pt x="84311" y="473837"/>
                </a:lnTo>
                <a:lnTo>
                  <a:pt x="84554" y="459030"/>
                </a:lnTo>
                <a:lnTo>
                  <a:pt x="84804" y="444222"/>
                </a:lnTo>
                <a:lnTo>
                  <a:pt x="85050" y="429415"/>
                </a:lnTo>
                <a:lnTo>
                  <a:pt x="85285" y="414607"/>
                </a:lnTo>
                <a:lnTo>
                  <a:pt x="85502" y="399800"/>
                </a:lnTo>
                <a:lnTo>
                  <a:pt x="85693" y="384993"/>
                </a:lnTo>
                <a:lnTo>
                  <a:pt x="85849" y="370185"/>
                </a:lnTo>
                <a:lnTo>
                  <a:pt x="85962" y="355378"/>
                </a:lnTo>
                <a:lnTo>
                  <a:pt x="86020" y="340570"/>
                </a:lnTo>
                <a:lnTo>
                  <a:pt x="86006" y="325763"/>
                </a:lnTo>
                <a:lnTo>
                  <a:pt x="85897" y="310956"/>
                </a:lnTo>
                <a:lnTo>
                  <a:pt x="85659" y="296148"/>
                </a:lnTo>
                <a:lnTo>
                  <a:pt x="85248" y="281341"/>
                </a:lnTo>
                <a:lnTo>
                  <a:pt x="84602" y="266533"/>
                </a:lnTo>
                <a:lnTo>
                  <a:pt x="83642" y="251726"/>
                </a:lnTo>
                <a:lnTo>
                  <a:pt x="82276" y="236919"/>
                </a:lnTo>
                <a:lnTo>
                  <a:pt x="80394" y="222111"/>
                </a:lnTo>
                <a:lnTo>
                  <a:pt x="77883" y="207304"/>
                </a:lnTo>
                <a:lnTo>
                  <a:pt x="74632" y="192496"/>
                </a:lnTo>
                <a:lnTo>
                  <a:pt x="70548" y="177689"/>
                </a:lnTo>
                <a:lnTo>
                  <a:pt x="65573" y="162881"/>
                </a:lnTo>
                <a:lnTo>
                  <a:pt x="59699" y="148074"/>
                </a:lnTo>
                <a:lnTo>
                  <a:pt x="52991" y="133267"/>
                </a:lnTo>
                <a:lnTo>
                  <a:pt x="45589" y="118459"/>
                </a:lnTo>
                <a:lnTo>
                  <a:pt x="37724" y="103652"/>
                </a:lnTo>
                <a:lnTo>
                  <a:pt x="29704" y="88844"/>
                </a:lnTo>
                <a:lnTo>
                  <a:pt x="21905" y="74037"/>
                </a:lnTo>
                <a:lnTo>
                  <a:pt x="14740" y="59230"/>
                </a:lnTo>
                <a:lnTo>
                  <a:pt x="8626" y="44422"/>
                </a:lnTo>
                <a:lnTo>
                  <a:pt x="3945" y="29615"/>
                </a:lnTo>
                <a:lnTo>
                  <a:pt x="1004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584" y="14807"/>
                </a:lnTo>
                <a:lnTo>
                  <a:pt x="173642" y="29615"/>
                </a:lnTo>
                <a:lnTo>
                  <a:pt x="168961" y="44422"/>
                </a:lnTo>
                <a:lnTo>
                  <a:pt x="162847" y="59230"/>
                </a:lnTo>
                <a:lnTo>
                  <a:pt x="155682" y="74037"/>
                </a:lnTo>
                <a:lnTo>
                  <a:pt x="147883" y="88844"/>
                </a:lnTo>
                <a:lnTo>
                  <a:pt x="139863" y="103652"/>
                </a:lnTo>
                <a:lnTo>
                  <a:pt x="131998" y="118459"/>
                </a:lnTo>
                <a:lnTo>
                  <a:pt x="124597" y="133267"/>
                </a:lnTo>
                <a:lnTo>
                  <a:pt x="117888" y="148074"/>
                </a:lnTo>
                <a:lnTo>
                  <a:pt x="112015" y="162881"/>
                </a:lnTo>
                <a:lnTo>
                  <a:pt x="107039" y="177689"/>
                </a:lnTo>
                <a:lnTo>
                  <a:pt x="102955" y="192496"/>
                </a:lnTo>
                <a:lnTo>
                  <a:pt x="99704" y="207304"/>
                </a:lnTo>
                <a:lnTo>
                  <a:pt x="97193" y="222111"/>
                </a:lnTo>
                <a:lnTo>
                  <a:pt x="95312" y="236919"/>
                </a:lnTo>
                <a:lnTo>
                  <a:pt x="93945" y="251726"/>
                </a:lnTo>
                <a:lnTo>
                  <a:pt x="92985" y="266533"/>
                </a:lnTo>
                <a:lnTo>
                  <a:pt x="92339" y="281341"/>
                </a:lnTo>
                <a:lnTo>
                  <a:pt x="91928" y="296148"/>
                </a:lnTo>
                <a:lnTo>
                  <a:pt x="91691" y="310956"/>
                </a:lnTo>
                <a:lnTo>
                  <a:pt x="91582" y="325763"/>
                </a:lnTo>
                <a:lnTo>
                  <a:pt x="91568" y="340570"/>
                </a:lnTo>
                <a:lnTo>
                  <a:pt x="91625" y="355378"/>
                </a:lnTo>
                <a:lnTo>
                  <a:pt x="91738" y="370185"/>
                </a:lnTo>
                <a:lnTo>
                  <a:pt x="91895" y="384993"/>
                </a:lnTo>
                <a:lnTo>
                  <a:pt x="92085" y="399800"/>
                </a:lnTo>
                <a:lnTo>
                  <a:pt x="92302" y="414607"/>
                </a:lnTo>
                <a:lnTo>
                  <a:pt x="92537" y="429415"/>
                </a:lnTo>
                <a:lnTo>
                  <a:pt x="92784" y="444222"/>
                </a:lnTo>
                <a:lnTo>
                  <a:pt x="93033" y="459030"/>
                </a:lnTo>
                <a:lnTo>
                  <a:pt x="93276" y="473837"/>
                </a:lnTo>
                <a:lnTo>
                  <a:pt x="93506" y="488644"/>
                </a:lnTo>
                <a:lnTo>
                  <a:pt x="93714" y="503452"/>
                </a:lnTo>
                <a:lnTo>
                  <a:pt x="93890" y="518259"/>
                </a:lnTo>
                <a:lnTo>
                  <a:pt x="94029" y="533067"/>
                </a:lnTo>
                <a:lnTo>
                  <a:pt x="94123" y="547874"/>
                </a:lnTo>
                <a:lnTo>
                  <a:pt x="94170" y="562682"/>
                </a:lnTo>
                <a:lnTo>
                  <a:pt x="94168" y="577489"/>
                </a:lnTo>
                <a:lnTo>
                  <a:pt x="94120" y="592296"/>
                </a:lnTo>
                <a:lnTo>
                  <a:pt x="94034" y="607104"/>
                </a:lnTo>
                <a:lnTo>
                  <a:pt x="93921" y="621911"/>
                </a:lnTo>
                <a:lnTo>
                  <a:pt x="93795" y="636719"/>
                </a:lnTo>
                <a:lnTo>
                  <a:pt x="93674" y="651526"/>
                </a:lnTo>
                <a:lnTo>
                  <a:pt x="93580" y="666333"/>
                </a:lnTo>
                <a:lnTo>
                  <a:pt x="93531" y="681141"/>
                </a:lnTo>
                <a:lnTo>
                  <a:pt x="93548" y="695948"/>
                </a:lnTo>
                <a:lnTo>
                  <a:pt x="93645" y="710756"/>
                </a:lnTo>
                <a:lnTo>
                  <a:pt x="93833" y="725563"/>
                </a:lnTo>
                <a:lnTo>
                  <a:pt x="94117" y="740370"/>
                </a:lnTo>
                <a:lnTo>
                  <a:pt x="94491" y="755178"/>
                </a:lnTo>
                <a:lnTo>
                  <a:pt x="94945" y="769985"/>
                </a:lnTo>
                <a:lnTo>
                  <a:pt x="95456" y="784793"/>
                </a:lnTo>
                <a:lnTo>
                  <a:pt x="95999" y="799600"/>
                </a:lnTo>
                <a:lnTo>
                  <a:pt x="96539" y="814407"/>
                </a:lnTo>
                <a:lnTo>
                  <a:pt x="97042" y="829215"/>
                </a:lnTo>
                <a:lnTo>
                  <a:pt x="97472" y="844022"/>
                </a:lnTo>
                <a:lnTo>
                  <a:pt x="97799" y="858830"/>
                </a:lnTo>
                <a:lnTo>
                  <a:pt x="97999" y="873637"/>
                </a:lnTo>
                <a:lnTo>
                  <a:pt x="98059" y="888444"/>
                </a:lnTo>
                <a:lnTo>
                  <a:pt x="97973" y="903252"/>
                </a:lnTo>
                <a:lnTo>
                  <a:pt x="97751" y="918059"/>
                </a:lnTo>
                <a:lnTo>
                  <a:pt x="97409" y="932867"/>
                </a:lnTo>
                <a:lnTo>
                  <a:pt x="96970" y="947674"/>
                </a:lnTo>
                <a:lnTo>
                  <a:pt x="96464" y="962482"/>
                </a:lnTo>
                <a:lnTo>
                  <a:pt x="95918" y="977289"/>
                </a:lnTo>
                <a:lnTo>
                  <a:pt x="95360" y="992096"/>
                </a:lnTo>
                <a:lnTo>
                  <a:pt x="94812" y="1006904"/>
                </a:lnTo>
                <a:lnTo>
                  <a:pt x="94289" y="1021711"/>
                </a:lnTo>
                <a:lnTo>
                  <a:pt x="93801" y="1036519"/>
                </a:lnTo>
                <a:lnTo>
                  <a:pt x="93351" y="1051326"/>
                </a:lnTo>
                <a:lnTo>
                  <a:pt x="92938" y="1066133"/>
                </a:lnTo>
                <a:lnTo>
                  <a:pt x="92559" y="1080941"/>
                </a:lnTo>
                <a:lnTo>
                  <a:pt x="92209" y="1095748"/>
                </a:lnTo>
                <a:lnTo>
                  <a:pt x="91885" y="1110556"/>
                </a:lnTo>
                <a:lnTo>
                  <a:pt x="91585" y="1125363"/>
                </a:lnTo>
                <a:lnTo>
                  <a:pt x="91310" y="1140170"/>
                </a:lnTo>
                <a:lnTo>
                  <a:pt x="91062" y="1154978"/>
                </a:lnTo>
                <a:lnTo>
                  <a:pt x="90844" y="1169785"/>
                </a:lnTo>
                <a:lnTo>
                  <a:pt x="90662" y="1184593"/>
                </a:lnTo>
                <a:lnTo>
                  <a:pt x="90520" y="1199400"/>
                </a:lnTo>
                <a:lnTo>
                  <a:pt x="90420" y="1214207"/>
                </a:lnTo>
                <a:lnTo>
                  <a:pt x="90362" y="1229015"/>
                </a:lnTo>
                <a:lnTo>
                  <a:pt x="90346" y="1243822"/>
                </a:lnTo>
                <a:lnTo>
                  <a:pt x="90368" y="1258630"/>
                </a:lnTo>
                <a:lnTo>
                  <a:pt x="90420" y="1273437"/>
                </a:lnTo>
                <a:lnTo>
                  <a:pt x="90497" y="1288245"/>
                </a:lnTo>
                <a:lnTo>
                  <a:pt x="90589" y="1303052"/>
                </a:lnTo>
                <a:lnTo>
                  <a:pt x="90689" y="1317859"/>
                </a:lnTo>
                <a:lnTo>
                  <a:pt x="90792" y="1332667"/>
                </a:lnTo>
                <a:lnTo>
                  <a:pt x="90891" y="1347474"/>
                </a:lnTo>
                <a:lnTo>
                  <a:pt x="90986" y="1362282"/>
                </a:lnTo>
                <a:lnTo>
                  <a:pt x="91075" y="1377089"/>
                </a:lnTo>
                <a:lnTo>
                  <a:pt x="91162" y="1391896"/>
                </a:lnTo>
                <a:lnTo>
                  <a:pt x="91249" y="1406704"/>
                </a:lnTo>
                <a:lnTo>
                  <a:pt x="91345" y="1421511"/>
                </a:lnTo>
                <a:lnTo>
                  <a:pt x="91455" y="1436319"/>
                </a:lnTo>
                <a:lnTo>
                  <a:pt x="91587" y="1451126"/>
                </a:lnTo>
                <a:lnTo>
                  <a:pt x="91752" y="1465933"/>
                </a:lnTo>
                <a:lnTo>
                  <a:pt x="91960" y="1480741"/>
                </a:lnTo>
                <a:lnTo>
                  <a:pt x="92224" y="1495548"/>
                </a:lnTo>
                <a:lnTo>
                  <a:pt x="92558" y="1510356"/>
                </a:lnTo>
                <a:lnTo>
                  <a:pt x="92983" y="1525163"/>
                </a:lnTo>
                <a:lnTo>
                  <a:pt x="93518" y="1539970"/>
                </a:lnTo>
                <a:lnTo>
                  <a:pt x="94189" y="1554778"/>
                </a:lnTo>
                <a:lnTo>
                  <a:pt x="95021" y="1569585"/>
                </a:lnTo>
                <a:lnTo>
                  <a:pt x="96040" y="1584393"/>
                </a:lnTo>
                <a:lnTo>
                  <a:pt x="97264" y="1599200"/>
                </a:lnTo>
                <a:lnTo>
                  <a:pt x="98706" y="1614007"/>
                </a:lnTo>
                <a:lnTo>
                  <a:pt x="100364" y="1628815"/>
                </a:lnTo>
                <a:lnTo>
                  <a:pt x="102220" y="1643622"/>
                </a:lnTo>
                <a:lnTo>
                  <a:pt x="104236" y="1658430"/>
                </a:lnTo>
                <a:lnTo>
                  <a:pt x="106352" y="1673237"/>
                </a:lnTo>
                <a:lnTo>
                  <a:pt x="108489" y="1688045"/>
                </a:lnTo>
                <a:lnTo>
                  <a:pt x="110552" y="1702852"/>
                </a:lnTo>
                <a:lnTo>
                  <a:pt x="112436" y="1717659"/>
                </a:lnTo>
                <a:lnTo>
                  <a:pt x="114038" y="1732467"/>
                </a:lnTo>
                <a:lnTo>
                  <a:pt x="115260" y="1747274"/>
                </a:lnTo>
                <a:lnTo>
                  <a:pt x="116027" y="1762082"/>
                </a:lnTo>
                <a:lnTo>
                  <a:pt x="116288" y="1776889"/>
                </a:lnTo>
                <a:lnTo>
                  <a:pt x="116288" y="1776889"/>
                </a:lnTo>
                <a:close/>
              </a:path>
            </a:pathLst>
          </a:custGeom>
          <a:solidFill>
            <a:srgbClr val="5B72B7">
              <a:alpha val="12000"/>
            </a:srgbClr>
          </a:solidFill>
          <a:ln w="9754">
            <a:solidFill>
              <a:srgbClr val="5B72B7">
                <a:alpha val="12000"/>
              </a:srgbClr>
            </a:solidFill>
            <a:prstDash val="solid"/>
          </a:ln>
        </p:spPr>
      </p:sp>
      <p:sp>
        <p:nvSpPr>
          <p:cNvPr id="2671" name="data_9759">
            <a:extLst>
              <a:ext uri="{FF2B5EF4-FFF2-40B4-BE49-F238E27FC236}">
                <a16:creationId xmlns:a16="http://schemas.microsoft.com/office/drawing/2014/main" id="{1D2B92D5-1532-44AA-A16D-328B2D34C076}"/>
              </a:ext>
            </a:extLst>
          </p:cNvPr>
          <p:cNvSpPr>
            <a:spLocks/>
          </p:cNvSpPr>
          <p:nvPr/>
        </p:nvSpPr>
        <p:spPr>
          <a:xfrm>
            <a:off x="3993192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2" name="text_9760">
            <a:extLst>
              <a:ext uri="{FF2B5EF4-FFF2-40B4-BE49-F238E27FC236}">
                <a16:creationId xmlns:a16="http://schemas.microsoft.com/office/drawing/2014/main" id="{E9DDFE20-5112-4C34-917D-C9B105672D89}"/>
              </a:ext>
            </a:extLst>
          </p:cNvPr>
          <p:cNvSpPr>
            <a:spLocks/>
          </p:cNvSpPr>
          <p:nvPr/>
        </p:nvSpPr>
        <p:spPr>
          <a:xfrm>
            <a:off x="3960374" y="7133966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673" name="data_9761">
            <a:extLst>
              <a:ext uri="{FF2B5EF4-FFF2-40B4-BE49-F238E27FC236}">
                <a16:creationId xmlns:a16="http://schemas.microsoft.com/office/drawing/2014/main" id="{1140139D-0447-406C-9D5B-FC8A0B40710C}"/>
              </a:ext>
            </a:extLst>
          </p:cNvPr>
          <p:cNvSpPr>
            <a:spLocks/>
          </p:cNvSpPr>
          <p:nvPr/>
        </p:nvSpPr>
        <p:spPr>
          <a:xfrm>
            <a:off x="4334706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4" name="text_9762">
            <a:extLst>
              <a:ext uri="{FF2B5EF4-FFF2-40B4-BE49-F238E27FC236}">
                <a16:creationId xmlns:a16="http://schemas.microsoft.com/office/drawing/2014/main" id="{BF84E54C-DAAD-4B2C-8402-C3A03B4397CB}"/>
              </a:ext>
            </a:extLst>
          </p:cNvPr>
          <p:cNvSpPr>
            <a:spLocks/>
          </p:cNvSpPr>
          <p:nvPr/>
        </p:nvSpPr>
        <p:spPr>
          <a:xfrm>
            <a:off x="4269069" y="7133966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675" name="data_9763">
            <a:extLst>
              <a:ext uri="{FF2B5EF4-FFF2-40B4-BE49-F238E27FC236}">
                <a16:creationId xmlns:a16="http://schemas.microsoft.com/office/drawing/2014/main" id="{995A2D56-AE14-4949-A870-8CA0C8F7377E}"/>
              </a:ext>
            </a:extLst>
          </p:cNvPr>
          <p:cNvSpPr>
            <a:spLocks/>
          </p:cNvSpPr>
          <p:nvPr/>
        </p:nvSpPr>
        <p:spPr>
          <a:xfrm>
            <a:off x="4676220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6" name="text_9764">
            <a:extLst>
              <a:ext uri="{FF2B5EF4-FFF2-40B4-BE49-F238E27FC236}">
                <a16:creationId xmlns:a16="http://schemas.microsoft.com/office/drawing/2014/main" id="{5A586E4C-B6DB-4D15-9F81-CA33447DC18A}"/>
              </a:ext>
            </a:extLst>
          </p:cNvPr>
          <p:cNvSpPr>
            <a:spLocks/>
          </p:cNvSpPr>
          <p:nvPr/>
        </p:nvSpPr>
        <p:spPr>
          <a:xfrm>
            <a:off x="4577765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677" name="data_9765">
            <a:extLst>
              <a:ext uri="{FF2B5EF4-FFF2-40B4-BE49-F238E27FC236}">
                <a16:creationId xmlns:a16="http://schemas.microsoft.com/office/drawing/2014/main" id="{0795817D-24C2-4C05-BE52-19E6950EFEA9}"/>
              </a:ext>
            </a:extLst>
          </p:cNvPr>
          <p:cNvSpPr>
            <a:spLocks/>
          </p:cNvSpPr>
          <p:nvPr/>
        </p:nvSpPr>
        <p:spPr>
          <a:xfrm>
            <a:off x="5359248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78" name="text_9766">
            <a:extLst>
              <a:ext uri="{FF2B5EF4-FFF2-40B4-BE49-F238E27FC236}">
                <a16:creationId xmlns:a16="http://schemas.microsoft.com/office/drawing/2014/main" id="{66CDF020-D395-4203-AA07-527E8EA1BB91}"/>
              </a:ext>
            </a:extLst>
          </p:cNvPr>
          <p:cNvSpPr>
            <a:spLocks/>
          </p:cNvSpPr>
          <p:nvPr/>
        </p:nvSpPr>
        <p:spPr>
          <a:xfrm>
            <a:off x="5260792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2679" name="data_9767">
            <a:extLst>
              <a:ext uri="{FF2B5EF4-FFF2-40B4-BE49-F238E27FC236}">
                <a16:creationId xmlns:a16="http://schemas.microsoft.com/office/drawing/2014/main" id="{51049343-20BC-4604-BD9F-EE410A2E77A6}"/>
              </a:ext>
            </a:extLst>
          </p:cNvPr>
          <p:cNvSpPr>
            <a:spLocks/>
          </p:cNvSpPr>
          <p:nvPr/>
        </p:nvSpPr>
        <p:spPr>
          <a:xfrm>
            <a:off x="6042275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80" name="text_9768">
            <a:extLst>
              <a:ext uri="{FF2B5EF4-FFF2-40B4-BE49-F238E27FC236}">
                <a16:creationId xmlns:a16="http://schemas.microsoft.com/office/drawing/2014/main" id="{B7C9C02C-6251-4E2A-A4F2-21F9A0C723DC}"/>
              </a:ext>
            </a:extLst>
          </p:cNvPr>
          <p:cNvSpPr>
            <a:spLocks/>
          </p:cNvSpPr>
          <p:nvPr/>
        </p:nvSpPr>
        <p:spPr>
          <a:xfrm>
            <a:off x="5943820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2681" name="text_9769">
            <a:extLst>
              <a:ext uri="{FF2B5EF4-FFF2-40B4-BE49-F238E27FC236}">
                <a16:creationId xmlns:a16="http://schemas.microsoft.com/office/drawing/2014/main" id="{9DC54544-A55E-4752-9B7D-7549C7590C00}"/>
              </a:ext>
            </a:extLst>
          </p:cNvPr>
          <p:cNvSpPr>
            <a:spLocks/>
          </p:cNvSpPr>
          <p:nvPr/>
        </p:nvSpPr>
        <p:spPr>
          <a:xfrm>
            <a:off x="4337467" y="7316591"/>
            <a:ext cx="14923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2682" name="data_9770">
            <a:extLst>
              <a:ext uri="{FF2B5EF4-FFF2-40B4-BE49-F238E27FC236}">
                <a16:creationId xmlns:a16="http://schemas.microsoft.com/office/drawing/2014/main" id="{5AE01257-9251-4223-BDE9-3A0DD2375D9D}"/>
              </a:ext>
            </a:extLst>
          </p:cNvPr>
          <p:cNvSpPr>
            <a:spLocks/>
          </p:cNvSpPr>
          <p:nvPr/>
        </p:nvSpPr>
        <p:spPr>
          <a:xfrm>
            <a:off x="3972701" y="6952935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683" name="data_9771">
            <a:extLst>
              <a:ext uri="{FF2B5EF4-FFF2-40B4-BE49-F238E27FC236}">
                <a16:creationId xmlns:a16="http://schemas.microsoft.com/office/drawing/2014/main" id="{B787E6AD-404C-46E8-9250-F5D50A7BDFF9}"/>
              </a:ext>
            </a:extLst>
          </p:cNvPr>
          <p:cNvSpPr>
            <a:spLocks/>
          </p:cNvSpPr>
          <p:nvPr/>
        </p:nvSpPr>
        <p:spPr>
          <a:xfrm>
            <a:off x="3919498" y="6952935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84" name="text_9772">
            <a:extLst>
              <a:ext uri="{FF2B5EF4-FFF2-40B4-BE49-F238E27FC236}">
                <a16:creationId xmlns:a16="http://schemas.microsoft.com/office/drawing/2014/main" id="{18635123-B2D3-4285-A2D5-630263CE8D9F}"/>
              </a:ext>
            </a:extLst>
          </p:cNvPr>
          <p:cNvSpPr>
            <a:spLocks/>
          </p:cNvSpPr>
          <p:nvPr/>
        </p:nvSpPr>
        <p:spPr>
          <a:xfrm>
            <a:off x="3800658" y="6894688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685" name="data_9773">
            <a:extLst>
              <a:ext uri="{FF2B5EF4-FFF2-40B4-BE49-F238E27FC236}">
                <a16:creationId xmlns:a16="http://schemas.microsoft.com/office/drawing/2014/main" id="{60C25E79-791F-4669-A906-314836AEBA49}"/>
              </a:ext>
            </a:extLst>
          </p:cNvPr>
          <p:cNvSpPr>
            <a:spLocks/>
          </p:cNvSpPr>
          <p:nvPr/>
        </p:nvSpPr>
        <p:spPr>
          <a:xfrm>
            <a:off x="3972701" y="606449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686" name="data_9774">
            <a:extLst>
              <a:ext uri="{FF2B5EF4-FFF2-40B4-BE49-F238E27FC236}">
                <a16:creationId xmlns:a16="http://schemas.microsoft.com/office/drawing/2014/main" id="{179BC338-9920-4034-8DFA-B63E34F0BA4E}"/>
              </a:ext>
            </a:extLst>
          </p:cNvPr>
          <p:cNvSpPr>
            <a:spLocks/>
          </p:cNvSpPr>
          <p:nvPr/>
        </p:nvSpPr>
        <p:spPr>
          <a:xfrm>
            <a:off x="3919498" y="6064491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87" name="text_9775">
            <a:extLst>
              <a:ext uri="{FF2B5EF4-FFF2-40B4-BE49-F238E27FC236}">
                <a16:creationId xmlns:a16="http://schemas.microsoft.com/office/drawing/2014/main" id="{A8DB8034-BF88-4B1A-8E9F-B3F9CCA5F68A}"/>
              </a:ext>
            </a:extLst>
          </p:cNvPr>
          <p:cNvSpPr>
            <a:spLocks/>
          </p:cNvSpPr>
          <p:nvPr/>
        </p:nvSpPr>
        <p:spPr>
          <a:xfrm>
            <a:off x="3735021" y="6006243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2688" name="data_9776">
            <a:extLst>
              <a:ext uri="{FF2B5EF4-FFF2-40B4-BE49-F238E27FC236}">
                <a16:creationId xmlns:a16="http://schemas.microsoft.com/office/drawing/2014/main" id="{1A876254-DAC1-4D0B-AA9C-7A38CAFB8D71}"/>
              </a:ext>
            </a:extLst>
          </p:cNvPr>
          <p:cNvSpPr>
            <a:spLocks/>
          </p:cNvSpPr>
          <p:nvPr/>
        </p:nvSpPr>
        <p:spPr>
          <a:xfrm>
            <a:off x="3972701" y="5176046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2689" name="data_9777">
            <a:extLst>
              <a:ext uri="{FF2B5EF4-FFF2-40B4-BE49-F238E27FC236}">
                <a16:creationId xmlns:a16="http://schemas.microsoft.com/office/drawing/2014/main" id="{54993835-92D7-4986-9CE2-DA609CCD7647}"/>
              </a:ext>
            </a:extLst>
          </p:cNvPr>
          <p:cNvSpPr>
            <a:spLocks/>
          </p:cNvSpPr>
          <p:nvPr/>
        </p:nvSpPr>
        <p:spPr>
          <a:xfrm>
            <a:off x="3919498" y="5176046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2690" name="text_9778">
            <a:extLst>
              <a:ext uri="{FF2B5EF4-FFF2-40B4-BE49-F238E27FC236}">
                <a16:creationId xmlns:a16="http://schemas.microsoft.com/office/drawing/2014/main" id="{884419D6-9D36-4A1B-95F4-EBA7BBCEF3DC}"/>
              </a:ext>
            </a:extLst>
          </p:cNvPr>
          <p:cNvSpPr>
            <a:spLocks/>
          </p:cNvSpPr>
          <p:nvPr/>
        </p:nvSpPr>
        <p:spPr>
          <a:xfrm>
            <a:off x="3669384" y="5117799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2691" name="data_9779">
            <a:extLst>
              <a:ext uri="{FF2B5EF4-FFF2-40B4-BE49-F238E27FC236}">
                <a16:creationId xmlns:a16="http://schemas.microsoft.com/office/drawing/2014/main" id="{1125B355-87E4-400C-9C3F-03D3E4E8302B}"/>
              </a:ext>
            </a:extLst>
          </p:cNvPr>
          <p:cNvSpPr>
            <a:spLocks/>
          </p:cNvSpPr>
          <p:nvPr/>
        </p:nvSpPr>
        <p:spPr>
          <a:xfrm>
            <a:off x="427852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2" name="data_9780">
            <a:extLst>
              <a:ext uri="{FF2B5EF4-FFF2-40B4-BE49-F238E27FC236}">
                <a16:creationId xmlns:a16="http://schemas.microsoft.com/office/drawing/2014/main" id="{0A3C9009-9540-484A-82F0-9AB96F4FF8CC}"/>
              </a:ext>
            </a:extLst>
          </p:cNvPr>
          <p:cNvSpPr>
            <a:spLocks/>
          </p:cNvSpPr>
          <p:nvPr/>
        </p:nvSpPr>
        <p:spPr>
          <a:xfrm>
            <a:off x="436191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3" name="data_9781">
            <a:extLst>
              <a:ext uri="{FF2B5EF4-FFF2-40B4-BE49-F238E27FC236}">
                <a16:creationId xmlns:a16="http://schemas.microsoft.com/office/drawing/2014/main" id="{4866C403-A02E-429B-83A3-BB413EFC9796}"/>
              </a:ext>
            </a:extLst>
          </p:cNvPr>
          <p:cNvSpPr>
            <a:spLocks/>
          </p:cNvSpPr>
          <p:nvPr/>
        </p:nvSpPr>
        <p:spPr>
          <a:xfrm>
            <a:off x="425116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4" name="data_9782">
            <a:extLst>
              <a:ext uri="{FF2B5EF4-FFF2-40B4-BE49-F238E27FC236}">
                <a16:creationId xmlns:a16="http://schemas.microsoft.com/office/drawing/2014/main" id="{CF3C6B2A-BD35-4566-8264-46C404542889}"/>
              </a:ext>
            </a:extLst>
          </p:cNvPr>
          <p:cNvSpPr>
            <a:spLocks/>
          </p:cNvSpPr>
          <p:nvPr/>
        </p:nvSpPr>
        <p:spPr>
          <a:xfrm>
            <a:off x="43514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5" name="data_9783">
            <a:extLst>
              <a:ext uri="{FF2B5EF4-FFF2-40B4-BE49-F238E27FC236}">
                <a16:creationId xmlns:a16="http://schemas.microsoft.com/office/drawing/2014/main" id="{9A2FC38C-513D-48E3-B939-19AF35FAC027}"/>
              </a:ext>
            </a:extLst>
          </p:cNvPr>
          <p:cNvSpPr>
            <a:spLocks/>
          </p:cNvSpPr>
          <p:nvPr/>
        </p:nvSpPr>
        <p:spPr>
          <a:xfrm>
            <a:off x="42997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6" name="data_9784">
            <a:extLst>
              <a:ext uri="{FF2B5EF4-FFF2-40B4-BE49-F238E27FC236}">
                <a16:creationId xmlns:a16="http://schemas.microsoft.com/office/drawing/2014/main" id="{D876D823-3091-4621-B93F-DED280281276}"/>
              </a:ext>
            </a:extLst>
          </p:cNvPr>
          <p:cNvSpPr>
            <a:spLocks/>
          </p:cNvSpPr>
          <p:nvPr/>
        </p:nvSpPr>
        <p:spPr>
          <a:xfrm>
            <a:off x="437116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7" name="data_9785">
            <a:extLst>
              <a:ext uri="{FF2B5EF4-FFF2-40B4-BE49-F238E27FC236}">
                <a16:creationId xmlns:a16="http://schemas.microsoft.com/office/drawing/2014/main" id="{DEC2279F-DB43-4120-8454-2D9589B6D416}"/>
              </a:ext>
            </a:extLst>
          </p:cNvPr>
          <p:cNvSpPr>
            <a:spLocks/>
          </p:cNvSpPr>
          <p:nvPr/>
        </p:nvSpPr>
        <p:spPr>
          <a:xfrm>
            <a:off x="427839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8" name="data_9786">
            <a:extLst>
              <a:ext uri="{FF2B5EF4-FFF2-40B4-BE49-F238E27FC236}">
                <a16:creationId xmlns:a16="http://schemas.microsoft.com/office/drawing/2014/main" id="{3D0C4B5D-D33E-4C22-A29F-D2C548F631B3}"/>
              </a:ext>
            </a:extLst>
          </p:cNvPr>
          <p:cNvSpPr>
            <a:spLocks/>
          </p:cNvSpPr>
          <p:nvPr/>
        </p:nvSpPr>
        <p:spPr>
          <a:xfrm>
            <a:off x="4341980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699" name="data_9787">
            <a:extLst>
              <a:ext uri="{FF2B5EF4-FFF2-40B4-BE49-F238E27FC236}">
                <a16:creationId xmlns:a16="http://schemas.microsoft.com/office/drawing/2014/main" id="{0294593F-9532-4EC0-9870-CBDAA0511D72}"/>
              </a:ext>
            </a:extLst>
          </p:cNvPr>
          <p:cNvSpPr>
            <a:spLocks/>
          </p:cNvSpPr>
          <p:nvPr/>
        </p:nvSpPr>
        <p:spPr>
          <a:xfrm>
            <a:off x="4255724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0" name="data_9788">
            <a:extLst>
              <a:ext uri="{FF2B5EF4-FFF2-40B4-BE49-F238E27FC236}">
                <a16:creationId xmlns:a16="http://schemas.microsoft.com/office/drawing/2014/main" id="{C44C5796-03AE-4458-9FBF-0D96D0FEC95C}"/>
              </a:ext>
            </a:extLst>
          </p:cNvPr>
          <p:cNvSpPr>
            <a:spLocks/>
          </p:cNvSpPr>
          <p:nvPr/>
        </p:nvSpPr>
        <p:spPr>
          <a:xfrm>
            <a:off x="42834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1" name="data_9789">
            <a:extLst>
              <a:ext uri="{FF2B5EF4-FFF2-40B4-BE49-F238E27FC236}">
                <a16:creationId xmlns:a16="http://schemas.microsoft.com/office/drawing/2014/main" id="{8A501399-5BD9-4E05-9CB0-8DE3535090FC}"/>
              </a:ext>
            </a:extLst>
          </p:cNvPr>
          <p:cNvSpPr>
            <a:spLocks/>
          </p:cNvSpPr>
          <p:nvPr/>
        </p:nvSpPr>
        <p:spPr>
          <a:xfrm>
            <a:off x="4255463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2" name="data_9790">
            <a:extLst>
              <a:ext uri="{FF2B5EF4-FFF2-40B4-BE49-F238E27FC236}">
                <a16:creationId xmlns:a16="http://schemas.microsoft.com/office/drawing/2014/main" id="{D882C500-69AA-4FDB-8DBA-05E8915EBD4B}"/>
              </a:ext>
            </a:extLst>
          </p:cNvPr>
          <p:cNvSpPr>
            <a:spLocks/>
          </p:cNvSpPr>
          <p:nvPr/>
        </p:nvSpPr>
        <p:spPr>
          <a:xfrm>
            <a:off x="432908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3" name="data_9791">
            <a:extLst>
              <a:ext uri="{FF2B5EF4-FFF2-40B4-BE49-F238E27FC236}">
                <a16:creationId xmlns:a16="http://schemas.microsoft.com/office/drawing/2014/main" id="{F99C00E2-4B4C-4E71-BB15-70C0838865B0}"/>
              </a:ext>
            </a:extLst>
          </p:cNvPr>
          <p:cNvSpPr>
            <a:spLocks/>
          </p:cNvSpPr>
          <p:nvPr/>
        </p:nvSpPr>
        <p:spPr>
          <a:xfrm>
            <a:off x="42730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4" name="data_9792">
            <a:extLst>
              <a:ext uri="{FF2B5EF4-FFF2-40B4-BE49-F238E27FC236}">
                <a16:creationId xmlns:a16="http://schemas.microsoft.com/office/drawing/2014/main" id="{46F66F40-3DA8-4CF2-89B6-0FE945C618D7}"/>
              </a:ext>
            </a:extLst>
          </p:cNvPr>
          <p:cNvSpPr>
            <a:spLocks/>
          </p:cNvSpPr>
          <p:nvPr/>
        </p:nvSpPr>
        <p:spPr>
          <a:xfrm>
            <a:off x="431214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5" name="data_9793">
            <a:extLst>
              <a:ext uri="{FF2B5EF4-FFF2-40B4-BE49-F238E27FC236}">
                <a16:creationId xmlns:a16="http://schemas.microsoft.com/office/drawing/2014/main" id="{EDEAE6F3-59D8-4944-A5A7-5904563A100E}"/>
              </a:ext>
            </a:extLst>
          </p:cNvPr>
          <p:cNvSpPr>
            <a:spLocks/>
          </p:cNvSpPr>
          <p:nvPr/>
        </p:nvSpPr>
        <p:spPr>
          <a:xfrm>
            <a:off x="42983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6" name="data_9794">
            <a:extLst>
              <a:ext uri="{FF2B5EF4-FFF2-40B4-BE49-F238E27FC236}">
                <a16:creationId xmlns:a16="http://schemas.microsoft.com/office/drawing/2014/main" id="{140591FF-BABA-443B-91F3-0B32F4AF8536}"/>
              </a:ext>
            </a:extLst>
          </p:cNvPr>
          <p:cNvSpPr>
            <a:spLocks/>
          </p:cNvSpPr>
          <p:nvPr/>
        </p:nvSpPr>
        <p:spPr>
          <a:xfrm>
            <a:off x="4285431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7" name="data_9795">
            <a:extLst>
              <a:ext uri="{FF2B5EF4-FFF2-40B4-BE49-F238E27FC236}">
                <a16:creationId xmlns:a16="http://schemas.microsoft.com/office/drawing/2014/main" id="{45BDD908-9686-4DB8-84A9-4CEDBF3EFA5F}"/>
              </a:ext>
            </a:extLst>
          </p:cNvPr>
          <p:cNvSpPr>
            <a:spLocks/>
          </p:cNvSpPr>
          <p:nvPr/>
        </p:nvSpPr>
        <p:spPr>
          <a:xfrm>
            <a:off x="425507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8" name="data_9796">
            <a:extLst>
              <a:ext uri="{FF2B5EF4-FFF2-40B4-BE49-F238E27FC236}">
                <a16:creationId xmlns:a16="http://schemas.microsoft.com/office/drawing/2014/main" id="{9B06401F-52DE-435C-A56E-71CE88AEF79F}"/>
              </a:ext>
            </a:extLst>
          </p:cNvPr>
          <p:cNvSpPr>
            <a:spLocks/>
          </p:cNvSpPr>
          <p:nvPr/>
        </p:nvSpPr>
        <p:spPr>
          <a:xfrm>
            <a:off x="4372079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09" name="data_9797">
            <a:extLst>
              <a:ext uri="{FF2B5EF4-FFF2-40B4-BE49-F238E27FC236}">
                <a16:creationId xmlns:a16="http://schemas.microsoft.com/office/drawing/2014/main" id="{404427D4-5EA9-4CF7-BB80-303B4A808F20}"/>
              </a:ext>
            </a:extLst>
          </p:cNvPr>
          <p:cNvSpPr>
            <a:spLocks/>
          </p:cNvSpPr>
          <p:nvPr/>
        </p:nvSpPr>
        <p:spPr>
          <a:xfrm>
            <a:off x="42568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0" name="data_9798">
            <a:extLst>
              <a:ext uri="{FF2B5EF4-FFF2-40B4-BE49-F238E27FC236}">
                <a16:creationId xmlns:a16="http://schemas.microsoft.com/office/drawing/2014/main" id="{9D2B4C54-E0CA-42EF-9D1F-3393D7CB02B5}"/>
              </a:ext>
            </a:extLst>
          </p:cNvPr>
          <p:cNvSpPr>
            <a:spLocks/>
          </p:cNvSpPr>
          <p:nvPr/>
        </p:nvSpPr>
        <p:spPr>
          <a:xfrm>
            <a:off x="43624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1" name="data_9799">
            <a:extLst>
              <a:ext uri="{FF2B5EF4-FFF2-40B4-BE49-F238E27FC236}">
                <a16:creationId xmlns:a16="http://schemas.microsoft.com/office/drawing/2014/main" id="{B3582C22-ACD7-4C26-A3CD-FF52DD3C60E5}"/>
              </a:ext>
            </a:extLst>
          </p:cNvPr>
          <p:cNvSpPr>
            <a:spLocks/>
          </p:cNvSpPr>
          <p:nvPr/>
        </p:nvSpPr>
        <p:spPr>
          <a:xfrm>
            <a:off x="43002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2" name="data_9800">
            <a:extLst>
              <a:ext uri="{FF2B5EF4-FFF2-40B4-BE49-F238E27FC236}">
                <a16:creationId xmlns:a16="http://schemas.microsoft.com/office/drawing/2014/main" id="{96C7F573-191E-4B3B-A1D9-7E24DF1B1939}"/>
              </a:ext>
            </a:extLst>
          </p:cNvPr>
          <p:cNvSpPr>
            <a:spLocks/>
          </p:cNvSpPr>
          <p:nvPr/>
        </p:nvSpPr>
        <p:spPr>
          <a:xfrm>
            <a:off x="437742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3" name="data_9801">
            <a:extLst>
              <a:ext uri="{FF2B5EF4-FFF2-40B4-BE49-F238E27FC236}">
                <a16:creationId xmlns:a16="http://schemas.microsoft.com/office/drawing/2014/main" id="{8ADD493D-60D8-4CB9-8D06-9ACEEF591B05}"/>
              </a:ext>
            </a:extLst>
          </p:cNvPr>
          <p:cNvSpPr>
            <a:spLocks/>
          </p:cNvSpPr>
          <p:nvPr/>
        </p:nvSpPr>
        <p:spPr>
          <a:xfrm>
            <a:off x="433663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4" name="data_9802">
            <a:extLst>
              <a:ext uri="{FF2B5EF4-FFF2-40B4-BE49-F238E27FC236}">
                <a16:creationId xmlns:a16="http://schemas.microsoft.com/office/drawing/2014/main" id="{5EED2B30-8A76-4DB0-B6F7-34C91403B521}"/>
              </a:ext>
            </a:extLst>
          </p:cNvPr>
          <p:cNvSpPr>
            <a:spLocks/>
          </p:cNvSpPr>
          <p:nvPr/>
        </p:nvSpPr>
        <p:spPr>
          <a:xfrm>
            <a:off x="4345498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5" name="data_9803">
            <a:extLst>
              <a:ext uri="{FF2B5EF4-FFF2-40B4-BE49-F238E27FC236}">
                <a16:creationId xmlns:a16="http://schemas.microsoft.com/office/drawing/2014/main" id="{37172A6E-F109-41DC-B976-ED2E92D61B58}"/>
              </a:ext>
            </a:extLst>
          </p:cNvPr>
          <p:cNvSpPr>
            <a:spLocks/>
          </p:cNvSpPr>
          <p:nvPr/>
        </p:nvSpPr>
        <p:spPr>
          <a:xfrm>
            <a:off x="428829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6" name="data_9804">
            <a:extLst>
              <a:ext uri="{FF2B5EF4-FFF2-40B4-BE49-F238E27FC236}">
                <a16:creationId xmlns:a16="http://schemas.microsoft.com/office/drawing/2014/main" id="{7CB20079-CF77-4C59-ADE8-7C0C4949B6CC}"/>
              </a:ext>
            </a:extLst>
          </p:cNvPr>
          <p:cNvSpPr>
            <a:spLocks/>
          </p:cNvSpPr>
          <p:nvPr/>
        </p:nvSpPr>
        <p:spPr>
          <a:xfrm>
            <a:off x="4370124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7" name="data_9805">
            <a:extLst>
              <a:ext uri="{FF2B5EF4-FFF2-40B4-BE49-F238E27FC236}">
                <a16:creationId xmlns:a16="http://schemas.microsoft.com/office/drawing/2014/main" id="{18075C38-DB45-4E6C-B9E5-181B8AC64B5B}"/>
              </a:ext>
            </a:extLst>
          </p:cNvPr>
          <p:cNvSpPr>
            <a:spLocks/>
          </p:cNvSpPr>
          <p:nvPr/>
        </p:nvSpPr>
        <p:spPr>
          <a:xfrm>
            <a:off x="4345759" y="62869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8" name="data_9806">
            <a:extLst>
              <a:ext uri="{FF2B5EF4-FFF2-40B4-BE49-F238E27FC236}">
                <a16:creationId xmlns:a16="http://schemas.microsoft.com/office/drawing/2014/main" id="{6412715F-2A56-4434-B090-5889BA4D593E}"/>
              </a:ext>
            </a:extLst>
          </p:cNvPr>
          <p:cNvSpPr>
            <a:spLocks/>
          </p:cNvSpPr>
          <p:nvPr/>
        </p:nvSpPr>
        <p:spPr>
          <a:xfrm>
            <a:off x="42713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19" name="data_9807">
            <a:extLst>
              <a:ext uri="{FF2B5EF4-FFF2-40B4-BE49-F238E27FC236}">
                <a16:creationId xmlns:a16="http://schemas.microsoft.com/office/drawing/2014/main" id="{7E78542E-AB89-4D21-B7AB-E3138B498136}"/>
              </a:ext>
            </a:extLst>
          </p:cNvPr>
          <p:cNvSpPr>
            <a:spLocks/>
          </p:cNvSpPr>
          <p:nvPr/>
        </p:nvSpPr>
        <p:spPr>
          <a:xfrm>
            <a:off x="4343544" y="63111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0" name="data_9808">
            <a:extLst>
              <a:ext uri="{FF2B5EF4-FFF2-40B4-BE49-F238E27FC236}">
                <a16:creationId xmlns:a16="http://schemas.microsoft.com/office/drawing/2014/main" id="{251436C2-9847-412E-9A42-09AC08681D16}"/>
              </a:ext>
            </a:extLst>
          </p:cNvPr>
          <p:cNvSpPr>
            <a:spLocks/>
          </p:cNvSpPr>
          <p:nvPr/>
        </p:nvSpPr>
        <p:spPr>
          <a:xfrm>
            <a:off x="4278005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1" name="data_9809">
            <a:extLst>
              <a:ext uri="{FF2B5EF4-FFF2-40B4-BE49-F238E27FC236}">
                <a16:creationId xmlns:a16="http://schemas.microsoft.com/office/drawing/2014/main" id="{76D296F6-93A5-4A27-9D82-E871A6F528CC}"/>
              </a:ext>
            </a:extLst>
          </p:cNvPr>
          <p:cNvSpPr>
            <a:spLocks/>
          </p:cNvSpPr>
          <p:nvPr/>
        </p:nvSpPr>
        <p:spPr>
          <a:xfrm>
            <a:off x="428816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2" name="data_9810">
            <a:extLst>
              <a:ext uri="{FF2B5EF4-FFF2-40B4-BE49-F238E27FC236}">
                <a16:creationId xmlns:a16="http://schemas.microsoft.com/office/drawing/2014/main" id="{8B6B22B7-13CC-43A4-BBCC-C8AAF6D91F4B}"/>
              </a:ext>
            </a:extLst>
          </p:cNvPr>
          <p:cNvSpPr>
            <a:spLocks/>
          </p:cNvSpPr>
          <p:nvPr/>
        </p:nvSpPr>
        <p:spPr>
          <a:xfrm>
            <a:off x="436908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3" name="data_9811">
            <a:extLst>
              <a:ext uri="{FF2B5EF4-FFF2-40B4-BE49-F238E27FC236}">
                <a16:creationId xmlns:a16="http://schemas.microsoft.com/office/drawing/2014/main" id="{10329175-C202-42B5-B9FC-76E45774A48B}"/>
              </a:ext>
            </a:extLst>
          </p:cNvPr>
          <p:cNvSpPr>
            <a:spLocks/>
          </p:cNvSpPr>
          <p:nvPr/>
        </p:nvSpPr>
        <p:spPr>
          <a:xfrm>
            <a:off x="429025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4" name="data_9812">
            <a:extLst>
              <a:ext uri="{FF2B5EF4-FFF2-40B4-BE49-F238E27FC236}">
                <a16:creationId xmlns:a16="http://schemas.microsoft.com/office/drawing/2014/main" id="{9BAE9B0B-3985-47F2-A8AF-0261CDC3D387}"/>
              </a:ext>
            </a:extLst>
          </p:cNvPr>
          <p:cNvSpPr>
            <a:spLocks/>
          </p:cNvSpPr>
          <p:nvPr/>
        </p:nvSpPr>
        <p:spPr>
          <a:xfrm>
            <a:off x="436178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5" name="data_9813">
            <a:extLst>
              <a:ext uri="{FF2B5EF4-FFF2-40B4-BE49-F238E27FC236}">
                <a16:creationId xmlns:a16="http://schemas.microsoft.com/office/drawing/2014/main" id="{3FC71106-63E6-414A-B8C1-968D56202F45}"/>
              </a:ext>
            </a:extLst>
          </p:cNvPr>
          <p:cNvSpPr>
            <a:spLocks/>
          </p:cNvSpPr>
          <p:nvPr/>
        </p:nvSpPr>
        <p:spPr>
          <a:xfrm>
            <a:off x="436282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6" name="data_9814">
            <a:extLst>
              <a:ext uri="{FF2B5EF4-FFF2-40B4-BE49-F238E27FC236}">
                <a16:creationId xmlns:a16="http://schemas.microsoft.com/office/drawing/2014/main" id="{EC030E52-314F-4180-8594-3139F7D3F1D5}"/>
              </a:ext>
            </a:extLst>
          </p:cNvPr>
          <p:cNvSpPr>
            <a:spLocks/>
          </p:cNvSpPr>
          <p:nvPr/>
        </p:nvSpPr>
        <p:spPr>
          <a:xfrm>
            <a:off x="436621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7" name="data_9815">
            <a:extLst>
              <a:ext uri="{FF2B5EF4-FFF2-40B4-BE49-F238E27FC236}">
                <a16:creationId xmlns:a16="http://schemas.microsoft.com/office/drawing/2014/main" id="{C94C392E-BF27-47A5-9848-51F8CC70356A}"/>
              </a:ext>
            </a:extLst>
          </p:cNvPr>
          <p:cNvSpPr>
            <a:spLocks/>
          </p:cNvSpPr>
          <p:nvPr/>
        </p:nvSpPr>
        <p:spPr>
          <a:xfrm>
            <a:off x="4291295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8" name="data_9816">
            <a:extLst>
              <a:ext uri="{FF2B5EF4-FFF2-40B4-BE49-F238E27FC236}">
                <a16:creationId xmlns:a16="http://schemas.microsoft.com/office/drawing/2014/main" id="{D2A73044-C69F-4B06-AB59-75098A5D1F28}"/>
              </a:ext>
            </a:extLst>
          </p:cNvPr>
          <p:cNvSpPr>
            <a:spLocks/>
          </p:cNvSpPr>
          <p:nvPr/>
        </p:nvSpPr>
        <p:spPr>
          <a:xfrm>
            <a:off x="427162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29" name="data_9817">
            <a:extLst>
              <a:ext uri="{FF2B5EF4-FFF2-40B4-BE49-F238E27FC236}">
                <a16:creationId xmlns:a16="http://schemas.microsoft.com/office/drawing/2014/main" id="{3240C53A-C5AF-4518-B05C-C0C3379813AB}"/>
              </a:ext>
            </a:extLst>
          </p:cNvPr>
          <p:cNvSpPr>
            <a:spLocks/>
          </p:cNvSpPr>
          <p:nvPr/>
        </p:nvSpPr>
        <p:spPr>
          <a:xfrm>
            <a:off x="43474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0" name="data_9818">
            <a:extLst>
              <a:ext uri="{FF2B5EF4-FFF2-40B4-BE49-F238E27FC236}">
                <a16:creationId xmlns:a16="http://schemas.microsoft.com/office/drawing/2014/main" id="{A83F9689-8216-48FA-9298-EA7A265B0DE6}"/>
              </a:ext>
            </a:extLst>
          </p:cNvPr>
          <p:cNvSpPr>
            <a:spLocks/>
          </p:cNvSpPr>
          <p:nvPr/>
        </p:nvSpPr>
        <p:spPr>
          <a:xfrm>
            <a:off x="42654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1" name="data_9819">
            <a:extLst>
              <a:ext uri="{FF2B5EF4-FFF2-40B4-BE49-F238E27FC236}">
                <a16:creationId xmlns:a16="http://schemas.microsoft.com/office/drawing/2014/main" id="{F3D05327-3C2F-443E-90F3-8DED95D39713}"/>
              </a:ext>
            </a:extLst>
          </p:cNvPr>
          <p:cNvSpPr>
            <a:spLocks/>
          </p:cNvSpPr>
          <p:nvPr/>
        </p:nvSpPr>
        <p:spPr>
          <a:xfrm>
            <a:off x="42737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2" name="data_9820">
            <a:extLst>
              <a:ext uri="{FF2B5EF4-FFF2-40B4-BE49-F238E27FC236}">
                <a16:creationId xmlns:a16="http://schemas.microsoft.com/office/drawing/2014/main" id="{CBC334CE-C9EC-4F2D-A76E-189AA1A24B9D}"/>
              </a:ext>
            </a:extLst>
          </p:cNvPr>
          <p:cNvSpPr>
            <a:spLocks/>
          </p:cNvSpPr>
          <p:nvPr/>
        </p:nvSpPr>
        <p:spPr>
          <a:xfrm>
            <a:off x="4350710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3" name="data_9821">
            <a:extLst>
              <a:ext uri="{FF2B5EF4-FFF2-40B4-BE49-F238E27FC236}">
                <a16:creationId xmlns:a16="http://schemas.microsoft.com/office/drawing/2014/main" id="{93F2C1E4-8C7C-4DD7-A52C-EA44EACA4BDE}"/>
              </a:ext>
            </a:extLst>
          </p:cNvPr>
          <p:cNvSpPr>
            <a:spLocks/>
          </p:cNvSpPr>
          <p:nvPr/>
        </p:nvSpPr>
        <p:spPr>
          <a:xfrm>
            <a:off x="426666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4" name="data_9822">
            <a:extLst>
              <a:ext uri="{FF2B5EF4-FFF2-40B4-BE49-F238E27FC236}">
                <a16:creationId xmlns:a16="http://schemas.microsoft.com/office/drawing/2014/main" id="{AD25A85F-BDA4-4993-A042-EFCB2C70F910}"/>
              </a:ext>
            </a:extLst>
          </p:cNvPr>
          <p:cNvSpPr>
            <a:spLocks/>
          </p:cNvSpPr>
          <p:nvPr/>
        </p:nvSpPr>
        <p:spPr>
          <a:xfrm>
            <a:off x="43757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5" name="data_9823">
            <a:extLst>
              <a:ext uri="{FF2B5EF4-FFF2-40B4-BE49-F238E27FC236}">
                <a16:creationId xmlns:a16="http://schemas.microsoft.com/office/drawing/2014/main" id="{9FE99920-4D1D-4D76-B3BA-0CAF2C3F58B8}"/>
              </a:ext>
            </a:extLst>
          </p:cNvPr>
          <p:cNvSpPr>
            <a:spLocks/>
          </p:cNvSpPr>
          <p:nvPr/>
        </p:nvSpPr>
        <p:spPr>
          <a:xfrm>
            <a:off x="43557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6" name="data_9824">
            <a:extLst>
              <a:ext uri="{FF2B5EF4-FFF2-40B4-BE49-F238E27FC236}">
                <a16:creationId xmlns:a16="http://schemas.microsoft.com/office/drawing/2014/main" id="{5FB020FE-6F8A-479A-A818-D141783F5C6E}"/>
              </a:ext>
            </a:extLst>
          </p:cNvPr>
          <p:cNvSpPr>
            <a:spLocks/>
          </p:cNvSpPr>
          <p:nvPr/>
        </p:nvSpPr>
        <p:spPr>
          <a:xfrm>
            <a:off x="43086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7" name="data_9825">
            <a:extLst>
              <a:ext uri="{FF2B5EF4-FFF2-40B4-BE49-F238E27FC236}">
                <a16:creationId xmlns:a16="http://schemas.microsoft.com/office/drawing/2014/main" id="{4AA9659A-AB1F-4A05-BB01-43A76697E025}"/>
              </a:ext>
            </a:extLst>
          </p:cNvPr>
          <p:cNvSpPr>
            <a:spLocks/>
          </p:cNvSpPr>
          <p:nvPr/>
        </p:nvSpPr>
        <p:spPr>
          <a:xfrm>
            <a:off x="42866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8" name="data_9826">
            <a:extLst>
              <a:ext uri="{FF2B5EF4-FFF2-40B4-BE49-F238E27FC236}">
                <a16:creationId xmlns:a16="http://schemas.microsoft.com/office/drawing/2014/main" id="{F62F3013-D506-4F05-AB12-0CA7DFAA8CEB}"/>
              </a:ext>
            </a:extLst>
          </p:cNvPr>
          <p:cNvSpPr>
            <a:spLocks/>
          </p:cNvSpPr>
          <p:nvPr/>
        </p:nvSpPr>
        <p:spPr>
          <a:xfrm>
            <a:off x="4379375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39" name="data_9827">
            <a:extLst>
              <a:ext uri="{FF2B5EF4-FFF2-40B4-BE49-F238E27FC236}">
                <a16:creationId xmlns:a16="http://schemas.microsoft.com/office/drawing/2014/main" id="{A9F2C9E3-4E98-4E36-A102-83E69A690C68}"/>
              </a:ext>
            </a:extLst>
          </p:cNvPr>
          <p:cNvSpPr>
            <a:spLocks/>
          </p:cNvSpPr>
          <p:nvPr/>
        </p:nvSpPr>
        <p:spPr>
          <a:xfrm>
            <a:off x="43320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0" name="data_9828">
            <a:extLst>
              <a:ext uri="{FF2B5EF4-FFF2-40B4-BE49-F238E27FC236}">
                <a16:creationId xmlns:a16="http://schemas.microsoft.com/office/drawing/2014/main" id="{888AC28A-D89B-4A09-988B-0255BC81787B}"/>
              </a:ext>
            </a:extLst>
          </p:cNvPr>
          <p:cNvSpPr>
            <a:spLocks/>
          </p:cNvSpPr>
          <p:nvPr/>
        </p:nvSpPr>
        <p:spPr>
          <a:xfrm>
            <a:off x="43617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1" name="data_9829">
            <a:extLst>
              <a:ext uri="{FF2B5EF4-FFF2-40B4-BE49-F238E27FC236}">
                <a16:creationId xmlns:a16="http://schemas.microsoft.com/office/drawing/2014/main" id="{ED945016-4BAE-4BDA-AFDB-A12B98DACD82}"/>
              </a:ext>
            </a:extLst>
          </p:cNvPr>
          <p:cNvSpPr>
            <a:spLocks/>
          </p:cNvSpPr>
          <p:nvPr/>
        </p:nvSpPr>
        <p:spPr>
          <a:xfrm>
            <a:off x="4270447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2" name="data_9830">
            <a:extLst>
              <a:ext uri="{FF2B5EF4-FFF2-40B4-BE49-F238E27FC236}">
                <a16:creationId xmlns:a16="http://schemas.microsoft.com/office/drawing/2014/main" id="{09074A86-DF3E-4ECD-BE04-9FE84B77559A}"/>
              </a:ext>
            </a:extLst>
          </p:cNvPr>
          <p:cNvSpPr>
            <a:spLocks/>
          </p:cNvSpPr>
          <p:nvPr/>
        </p:nvSpPr>
        <p:spPr>
          <a:xfrm>
            <a:off x="430719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3" name="data_9831">
            <a:extLst>
              <a:ext uri="{FF2B5EF4-FFF2-40B4-BE49-F238E27FC236}">
                <a16:creationId xmlns:a16="http://schemas.microsoft.com/office/drawing/2014/main" id="{F75B5FE3-3B9F-47CB-8041-64BAEBE6F36C}"/>
              </a:ext>
            </a:extLst>
          </p:cNvPr>
          <p:cNvSpPr>
            <a:spLocks/>
          </p:cNvSpPr>
          <p:nvPr/>
        </p:nvSpPr>
        <p:spPr>
          <a:xfrm>
            <a:off x="435370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4" name="data_9832">
            <a:extLst>
              <a:ext uri="{FF2B5EF4-FFF2-40B4-BE49-F238E27FC236}">
                <a16:creationId xmlns:a16="http://schemas.microsoft.com/office/drawing/2014/main" id="{5B0B4E5D-59E1-4F31-B5D6-E9B7F28E8CAE}"/>
              </a:ext>
            </a:extLst>
          </p:cNvPr>
          <p:cNvSpPr>
            <a:spLocks/>
          </p:cNvSpPr>
          <p:nvPr/>
        </p:nvSpPr>
        <p:spPr>
          <a:xfrm>
            <a:off x="433481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5" name="data_9833">
            <a:extLst>
              <a:ext uri="{FF2B5EF4-FFF2-40B4-BE49-F238E27FC236}">
                <a16:creationId xmlns:a16="http://schemas.microsoft.com/office/drawing/2014/main" id="{2599C3C5-4E44-4BAF-8B6C-65D2A2C5B9EB}"/>
              </a:ext>
            </a:extLst>
          </p:cNvPr>
          <p:cNvSpPr>
            <a:spLocks/>
          </p:cNvSpPr>
          <p:nvPr/>
        </p:nvSpPr>
        <p:spPr>
          <a:xfrm>
            <a:off x="4372991" y="62519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6" name="data_9834">
            <a:extLst>
              <a:ext uri="{FF2B5EF4-FFF2-40B4-BE49-F238E27FC236}">
                <a16:creationId xmlns:a16="http://schemas.microsoft.com/office/drawing/2014/main" id="{BA47EF9D-9AC1-45F6-93CB-C1B410EADF7D}"/>
              </a:ext>
            </a:extLst>
          </p:cNvPr>
          <p:cNvSpPr>
            <a:spLocks/>
          </p:cNvSpPr>
          <p:nvPr/>
        </p:nvSpPr>
        <p:spPr>
          <a:xfrm>
            <a:off x="425207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7" name="data_9835">
            <a:extLst>
              <a:ext uri="{FF2B5EF4-FFF2-40B4-BE49-F238E27FC236}">
                <a16:creationId xmlns:a16="http://schemas.microsoft.com/office/drawing/2014/main" id="{DC7E5CA5-14D3-4839-856E-8FA92EDBFF3C}"/>
              </a:ext>
            </a:extLst>
          </p:cNvPr>
          <p:cNvSpPr>
            <a:spLocks/>
          </p:cNvSpPr>
          <p:nvPr/>
        </p:nvSpPr>
        <p:spPr>
          <a:xfrm>
            <a:off x="43057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8" name="data_9836">
            <a:extLst>
              <a:ext uri="{FF2B5EF4-FFF2-40B4-BE49-F238E27FC236}">
                <a16:creationId xmlns:a16="http://schemas.microsoft.com/office/drawing/2014/main" id="{D5C643A7-2265-4B3A-9D10-C45563B63698}"/>
              </a:ext>
            </a:extLst>
          </p:cNvPr>
          <p:cNvSpPr>
            <a:spLocks/>
          </p:cNvSpPr>
          <p:nvPr/>
        </p:nvSpPr>
        <p:spPr>
          <a:xfrm>
            <a:off x="433012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49" name="data_9837">
            <a:extLst>
              <a:ext uri="{FF2B5EF4-FFF2-40B4-BE49-F238E27FC236}">
                <a16:creationId xmlns:a16="http://schemas.microsoft.com/office/drawing/2014/main" id="{999F25F3-3682-4EFF-8A94-B4501293AE99}"/>
              </a:ext>
            </a:extLst>
          </p:cNvPr>
          <p:cNvSpPr>
            <a:spLocks/>
          </p:cNvSpPr>
          <p:nvPr/>
        </p:nvSpPr>
        <p:spPr>
          <a:xfrm>
            <a:off x="42896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0" name="data_9838">
            <a:extLst>
              <a:ext uri="{FF2B5EF4-FFF2-40B4-BE49-F238E27FC236}">
                <a16:creationId xmlns:a16="http://schemas.microsoft.com/office/drawing/2014/main" id="{4C10B9C0-A90A-4735-A47D-F6DD40A1E3EC}"/>
              </a:ext>
            </a:extLst>
          </p:cNvPr>
          <p:cNvSpPr>
            <a:spLocks/>
          </p:cNvSpPr>
          <p:nvPr/>
        </p:nvSpPr>
        <p:spPr>
          <a:xfrm>
            <a:off x="431878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1" name="data_9839">
            <a:extLst>
              <a:ext uri="{FF2B5EF4-FFF2-40B4-BE49-F238E27FC236}">
                <a16:creationId xmlns:a16="http://schemas.microsoft.com/office/drawing/2014/main" id="{8A80D41E-2A8C-45B9-9E07-9873828F6F3C}"/>
              </a:ext>
            </a:extLst>
          </p:cNvPr>
          <p:cNvSpPr>
            <a:spLocks/>
          </p:cNvSpPr>
          <p:nvPr/>
        </p:nvSpPr>
        <p:spPr>
          <a:xfrm>
            <a:off x="4302370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2" name="data_9840">
            <a:extLst>
              <a:ext uri="{FF2B5EF4-FFF2-40B4-BE49-F238E27FC236}">
                <a16:creationId xmlns:a16="http://schemas.microsoft.com/office/drawing/2014/main" id="{53DB0ED5-0A7D-4B26-9FE8-338F5F8A4480}"/>
              </a:ext>
            </a:extLst>
          </p:cNvPr>
          <p:cNvSpPr>
            <a:spLocks/>
          </p:cNvSpPr>
          <p:nvPr/>
        </p:nvSpPr>
        <p:spPr>
          <a:xfrm>
            <a:off x="4358658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3" name="data_9841">
            <a:extLst>
              <a:ext uri="{FF2B5EF4-FFF2-40B4-BE49-F238E27FC236}">
                <a16:creationId xmlns:a16="http://schemas.microsoft.com/office/drawing/2014/main" id="{5A0FFE6E-93A1-4DCD-B63E-F7C3D0434C86}"/>
              </a:ext>
            </a:extLst>
          </p:cNvPr>
          <p:cNvSpPr>
            <a:spLocks/>
          </p:cNvSpPr>
          <p:nvPr/>
        </p:nvSpPr>
        <p:spPr>
          <a:xfrm>
            <a:off x="426640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4" name="data_9842">
            <a:extLst>
              <a:ext uri="{FF2B5EF4-FFF2-40B4-BE49-F238E27FC236}">
                <a16:creationId xmlns:a16="http://schemas.microsoft.com/office/drawing/2014/main" id="{57D16AED-3AB6-4021-AA62-A896915EA0C8}"/>
              </a:ext>
            </a:extLst>
          </p:cNvPr>
          <p:cNvSpPr>
            <a:spLocks/>
          </p:cNvSpPr>
          <p:nvPr/>
        </p:nvSpPr>
        <p:spPr>
          <a:xfrm>
            <a:off x="427240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5" name="data_9843">
            <a:extLst>
              <a:ext uri="{FF2B5EF4-FFF2-40B4-BE49-F238E27FC236}">
                <a16:creationId xmlns:a16="http://schemas.microsoft.com/office/drawing/2014/main" id="{C7AA1ED0-2A66-4A34-A996-CE85FB590121}"/>
              </a:ext>
            </a:extLst>
          </p:cNvPr>
          <p:cNvSpPr>
            <a:spLocks/>
          </p:cNvSpPr>
          <p:nvPr/>
        </p:nvSpPr>
        <p:spPr>
          <a:xfrm>
            <a:off x="432660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6" name="data_9844">
            <a:extLst>
              <a:ext uri="{FF2B5EF4-FFF2-40B4-BE49-F238E27FC236}">
                <a16:creationId xmlns:a16="http://schemas.microsoft.com/office/drawing/2014/main" id="{50618DC5-1C08-4B18-895C-009DBE1088B9}"/>
              </a:ext>
            </a:extLst>
          </p:cNvPr>
          <p:cNvSpPr>
            <a:spLocks/>
          </p:cNvSpPr>
          <p:nvPr/>
        </p:nvSpPr>
        <p:spPr>
          <a:xfrm>
            <a:off x="432543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7" name="data_9845">
            <a:extLst>
              <a:ext uri="{FF2B5EF4-FFF2-40B4-BE49-F238E27FC236}">
                <a16:creationId xmlns:a16="http://schemas.microsoft.com/office/drawing/2014/main" id="{DC109FBA-36F8-4EB4-AE1E-9EDA33BCBD32}"/>
              </a:ext>
            </a:extLst>
          </p:cNvPr>
          <p:cNvSpPr>
            <a:spLocks/>
          </p:cNvSpPr>
          <p:nvPr/>
        </p:nvSpPr>
        <p:spPr>
          <a:xfrm>
            <a:off x="43677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8" name="data_9846">
            <a:extLst>
              <a:ext uri="{FF2B5EF4-FFF2-40B4-BE49-F238E27FC236}">
                <a16:creationId xmlns:a16="http://schemas.microsoft.com/office/drawing/2014/main" id="{26BE9C21-0C36-4533-815F-E1EA15210421}"/>
              </a:ext>
            </a:extLst>
          </p:cNvPr>
          <p:cNvSpPr>
            <a:spLocks/>
          </p:cNvSpPr>
          <p:nvPr/>
        </p:nvSpPr>
        <p:spPr>
          <a:xfrm>
            <a:off x="43481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59" name="data_9847">
            <a:extLst>
              <a:ext uri="{FF2B5EF4-FFF2-40B4-BE49-F238E27FC236}">
                <a16:creationId xmlns:a16="http://schemas.microsoft.com/office/drawing/2014/main" id="{AA29F420-A3B6-47C6-A54D-31C3252A06BA}"/>
              </a:ext>
            </a:extLst>
          </p:cNvPr>
          <p:cNvSpPr>
            <a:spLocks/>
          </p:cNvSpPr>
          <p:nvPr/>
        </p:nvSpPr>
        <p:spPr>
          <a:xfrm>
            <a:off x="42866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0" name="data_9848">
            <a:extLst>
              <a:ext uri="{FF2B5EF4-FFF2-40B4-BE49-F238E27FC236}">
                <a16:creationId xmlns:a16="http://schemas.microsoft.com/office/drawing/2014/main" id="{561761BB-A500-4DBA-9D68-723A1AB56FA3}"/>
              </a:ext>
            </a:extLst>
          </p:cNvPr>
          <p:cNvSpPr>
            <a:spLocks/>
          </p:cNvSpPr>
          <p:nvPr/>
        </p:nvSpPr>
        <p:spPr>
          <a:xfrm>
            <a:off x="435071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1" name="data_9849">
            <a:extLst>
              <a:ext uri="{FF2B5EF4-FFF2-40B4-BE49-F238E27FC236}">
                <a16:creationId xmlns:a16="http://schemas.microsoft.com/office/drawing/2014/main" id="{8AB6FF29-F35B-4B89-BFD3-F5F5813E863C}"/>
              </a:ext>
            </a:extLst>
          </p:cNvPr>
          <p:cNvSpPr>
            <a:spLocks/>
          </p:cNvSpPr>
          <p:nvPr/>
        </p:nvSpPr>
        <p:spPr>
          <a:xfrm>
            <a:off x="434015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2" name="data_9850">
            <a:extLst>
              <a:ext uri="{FF2B5EF4-FFF2-40B4-BE49-F238E27FC236}">
                <a16:creationId xmlns:a16="http://schemas.microsoft.com/office/drawing/2014/main" id="{4AABFA7D-9FBE-4317-AEBD-64A58F74A435}"/>
              </a:ext>
            </a:extLst>
          </p:cNvPr>
          <p:cNvSpPr>
            <a:spLocks/>
          </p:cNvSpPr>
          <p:nvPr/>
        </p:nvSpPr>
        <p:spPr>
          <a:xfrm>
            <a:off x="4345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3" name="data_9851">
            <a:extLst>
              <a:ext uri="{FF2B5EF4-FFF2-40B4-BE49-F238E27FC236}">
                <a16:creationId xmlns:a16="http://schemas.microsoft.com/office/drawing/2014/main" id="{3E0830E9-DFBE-4060-9AF0-8E99837AC7A2}"/>
              </a:ext>
            </a:extLst>
          </p:cNvPr>
          <p:cNvSpPr>
            <a:spLocks/>
          </p:cNvSpPr>
          <p:nvPr/>
        </p:nvSpPr>
        <p:spPr>
          <a:xfrm>
            <a:off x="43211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4" name="data_9852">
            <a:extLst>
              <a:ext uri="{FF2B5EF4-FFF2-40B4-BE49-F238E27FC236}">
                <a16:creationId xmlns:a16="http://schemas.microsoft.com/office/drawing/2014/main" id="{D0D36963-8EA8-4E15-9785-A1AE186B5AFE}"/>
              </a:ext>
            </a:extLst>
          </p:cNvPr>
          <p:cNvSpPr>
            <a:spLocks/>
          </p:cNvSpPr>
          <p:nvPr/>
        </p:nvSpPr>
        <p:spPr>
          <a:xfrm>
            <a:off x="425350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5" name="data_9853">
            <a:extLst>
              <a:ext uri="{FF2B5EF4-FFF2-40B4-BE49-F238E27FC236}">
                <a16:creationId xmlns:a16="http://schemas.microsoft.com/office/drawing/2014/main" id="{745ECA60-482B-4A6A-95D7-21D9F4F29E4D}"/>
              </a:ext>
            </a:extLst>
          </p:cNvPr>
          <p:cNvSpPr>
            <a:spLocks/>
          </p:cNvSpPr>
          <p:nvPr/>
        </p:nvSpPr>
        <p:spPr>
          <a:xfrm>
            <a:off x="4340677" y="638637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6" name="data_9854">
            <a:extLst>
              <a:ext uri="{FF2B5EF4-FFF2-40B4-BE49-F238E27FC236}">
                <a16:creationId xmlns:a16="http://schemas.microsoft.com/office/drawing/2014/main" id="{D593DA2C-996B-4D2D-87E0-3A407479ED9D}"/>
              </a:ext>
            </a:extLst>
          </p:cNvPr>
          <p:cNvSpPr>
            <a:spLocks/>
          </p:cNvSpPr>
          <p:nvPr/>
        </p:nvSpPr>
        <p:spPr>
          <a:xfrm>
            <a:off x="4357876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7" name="data_9855">
            <a:extLst>
              <a:ext uri="{FF2B5EF4-FFF2-40B4-BE49-F238E27FC236}">
                <a16:creationId xmlns:a16="http://schemas.microsoft.com/office/drawing/2014/main" id="{4C0281D3-E9CB-44A1-98CF-4CBD7C1DACB5}"/>
              </a:ext>
            </a:extLst>
          </p:cNvPr>
          <p:cNvSpPr>
            <a:spLocks/>
          </p:cNvSpPr>
          <p:nvPr/>
        </p:nvSpPr>
        <p:spPr>
          <a:xfrm>
            <a:off x="42751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8" name="data_9856">
            <a:extLst>
              <a:ext uri="{FF2B5EF4-FFF2-40B4-BE49-F238E27FC236}">
                <a16:creationId xmlns:a16="http://schemas.microsoft.com/office/drawing/2014/main" id="{49A035B6-76F1-4CD4-9D89-3041AD68681C}"/>
              </a:ext>
            </a:extLst>
          </p:cNvPr>
          <p:cNvSpPr>
            <a:spLocks/>
          </p:cNvSpPr>
          <p:nvPr/>
        </p:nvSpPr>
        <p:spPr>
          <a:xfrm>
            <a:off x="426536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69" name="data_9857">
            <a:extLst>
              <a:ext uri="{FF2B5EF4-FFF2-40B4-BE49-F238E27FC236}">
                <a16:creationId xmlns:a16="http://schemas.microsoft.com/office/drawing/2014/main" id="{31CBE631-971E-4A00-8F18-74D41AB68864}"/>
              </a:ext>
            </a:extLst>
          </p:cNvPr>
          <p:cNvSpPr>
            <a:spLocks/>
          </p:cNvSpPr>
          <p:nvPr/>
        </p:nvSpPr>
        <p:spPr>
          <a:xfrm>
            <a:off x="434041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0" name="data_9858">
            <a:extLst>
              <a:ext uri="{FF2B5EF4-FFF2-40B4-BE49-F238E27FC236}">
                <a16:creationId xmlns:a16="http://schemas.microsoft.com/office/drawing/2014/main" id="{54E5F49A-7378-4795-9F45-B1399C73CBC9}"/>
              </a:ext>
            </a:extLst>
          </p:cNvPr>
          <p:cNvSpPr>
            <a:spLocks/>
          </p:cNvSpPr>
          <p:nvPr/>
        </p:nvSpPr>
        <p:spPr>
          <a:xfrm>
            <a:off x="437403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1" name="data_9859">
            <a:extLst>
              <a:ext uri="{FF2B5EF4-FFF2-40B4-BE49-F238E27FC236}">
                <a16:creationId xmlns:a16="http://schemas.microsoft.com/office/drawing/2014/main" id="{5EE0F1B6-F2BE-437D-8CB2-F7EC8D39CC44}"/>
              </a:ext>
            </a:extLst>
          </p:cNvPr>
          <p:cNvSpPr>
            <a:spLocks/>
          </p:cNvSpPr>
          <p:nvPr/>
        </p:nvSpPr>
        <p:spPr>
          <a:xfrm>
            <a:off x="437963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2" name="data_9860">
            <a:extLst>
              <a:ext uri="{FF2B5EF4-FFF2-40B4-BE49-F238E27FC236}">
                <a16:creationId xmlns:a16="http://schemas.microsoft.com/office/drawing/2014/main" id="{02241044-4D9D-4780-B5D3-92D3892FA998}"/>
              </a:ext>
            </a:extLst>
          </p:cNvPr>
          <p:cNvSpPr>
            <a:spLocks/>
          </p:cNvSpPr>
          <p:nvPr/>
        </p:nvSpPr>
        <p:spPr>
          <a:xfrm>
            <a:off x="429911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3" name="data_9861">
            <a:extLst>
              <a:ext uri="{FF2B5EF4-FFF2-40B4-BE49-F238E27FC236}">
                <a16:creationId xmlns:a16="http://schemas.microsoft.com/office/drawing/2014/main" id="{327A14BE-399B-4277-90DF-91A0607C262C}"/>
              </a:ext>
            </a:extLst>
          </p:cNvPr>
          <p:cNvSpPr>
            <a:spLocks/>
          </p:cNvSpPr>
          <p:nvPr/>
        </p:nvSpPr>
        <p:spPr>
          <a:xfrm>
            <a:off x="434693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4" name="data_9862">
            <a:extLst>
              <a:ext uri="{FF2B5EF4-FFF2-40B4-BE49-F238E27FC236}">
                <a16:creationId xmlns:a16="http://schemas.microsoft.com/office/drawing/2014/main" id="{596ABEDB-675D-4775-83AC-9113BC04EDC1}"/>
              </a:ext>
            </a:extLst>
          </p:cNvPr>
          <p:cNvSpPr>
            <a:spLocks/>
          </p:cNvSpPr>
          <p:nvPr/>
        </p:nvSpPr>
        <p:spPr>
          <a:xfrm>
            <a:off x="43568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5" name="data_9863">
            <a:extLst>
              <a:ext uri="{FF2B5EF4-FFF2-40B4-BE49-F238E27FC236}">
                <a16:creationId xmlns:a16="http://schemas.microsoft.com/office/drawing/2014/main" id="{A23FC18E-DCA6-4502-8386-3D46A85E9CD6}"/>
              </a:ext>
            </a:extLst>
          </p:cNvPr>
          <p:cNvSpPr>
            <a:spLocks/>
          </p:cNvSpPr>
          <p:nvPr/>
        </p:nvSpPr>
        <p:spPr>
          <a:xfrm>
            <a:off x="43726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6" name="data_9864">
            <a:extLst>
              <a:ext uri="{FF2B5EF4-FFF2-40B4-BE49-F238E27FC236}">
                <a16:creationId xmlns:a16="http://schemas.microsoft.com/office/drawing/2014/main" id="{E160F58E-2D20-4743-992B-DAC2E6263CD2}"/>
              </a:ext>
            </a:extLst>
          </p:cNvPr>
          <p:cNvSpPr>
            <a:spLocks/>
          </p:cNvSpPr>
          <p:nvPr/>
        </p:nvSpPr>
        <p:spPr>
          <a:xfrm>
            <a:off x="435878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7" name="data_9865">
            <a:extLst>
              <a:ext uri="{FF2B5EF4-FFF2-40B4-BE49-F238E27FC236}">
                <a16:creationId xmlns:a16="http://schemas.microsoft.com/office/drawing/2014/main" id="{96741090-961F-43D2-AD5D-377C347DA355}"/>
              </a:ext>
            </a:extLst>
          </p:cNvPr>
          <p:cNvSpPr>
            <a:spLocks/>
          </p:cNvSpPr>
          <p:nvPr/>
        </p:nvSpPr>
        <p:spPr>
          <a:xfrm>
            <a:off x="43391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8" name="data_9866">
            <a:extLst>
              <a:ext uri="{FF2B5EF4-FFF2-40B4-BE49-F238E27FC236}">
                <a16:creationId xmlns:a16="http://schemas.microsoft.com/office/drawing/2014/main" id="{DB133B22-7569-4E2E-B87F-148B8D6E2907}"/>
              </a:ext>
            </a:extLst>
          </p:cNvPr>
          <p:cNvSpPr>
            <a:spLocks/>
          </p:cNvSpPr>
          <p:nvPr/>
        </p:nvSpPr>
        <p:spPr>
          <a:xfrm>
            <a:off x="425924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79" name="data_9867">
            <a:extLst>
              <a:ext uri="{FF2B5EF4-FFF2-40B4-BE49-F238E27FC236}">
                <a16:creationId xmlns:a16="http://schemas.microsoft.com/office/drawing/2014/main" id="{4037D273-9182-4BA4-8BD6-22ABD1B4CE88}"/>
              </a:ext>
            </a:extLst>
          </p:cNvPr>
          <p:cNvSpPr>
            <a:spLocks/>
          </p:cNvSpPr>
          <p:nvPr/>
        </p:nvSpPr>
        <p:spPr>
          <a:xfrm>
            <a:off x="4271881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0" name="data_9868">
            <a:extLst>
              <a:ext uri="{FF2B5EF4-FFF2-40B4-BE49-F238E27FC236}">
                <a16:creationId xmlns:a16="http://schemas.microsoft.com/office/drawing/2014/main" id="{7AE72A55-6AF6-4D62-A53A-ACE32FB5445E}"/>
              </a:ext>
            </a:extLst>
          </p:cNvPr>
          <p:cNvSpPr>
            <a:spLocks/>
          </p:cNvSpPr>
          <p:nvPr/>
        </p:nvSpPr>
        <p:spPr>
          <a:xfrm>
            <a:off x="434041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1" name="data_9869">
            <a:extLst>
              <a:ext uri="{FF2B5EF4-FFF2-40B4-BE49-F238E27FC236}">
                <a16:creationId xmlns:a16="http://schemas.microsoft.com/office/drawing/2014/main" id="{6C4E5A6D-C5AA-4029-8BC7-30B9546DC34D}"/>
              </a:ext>
            </a:extLst>
          </p:cNvPr>
          <p:cNvSpPr>
            <a:spLocks/>
          </p:cNvSpPr>
          <p:nvPr/>
        </p:nvSpPr>
        <p:spPr>
          <a:xfrm>
            <a:off x="432725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2" name="data_9870">
            <a:extLst>
              <a:ext uri="{FF2B5EF4-FFF2-40B4-BE49-F238E27FC236}">
                <a16:creationId xmlns:a16="http://schemas.microsoft.com/office/drawing/2014/main" id="{7550F950-AC37-4E10-B67B-0ECD9EEDC765}"/>
              </a:ext>
            </a:extLst>
          </p:cNvPr>
          <p:cNvSpPr>
            <a:spLocks/>
          </p:cNvSpPr>
          <p:nvPr/>
        </p:nvSpPr>
        <p:spPr>
          <a:xfrm>
            <a:off x="427735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3" name="data_9871">
            <a:extLst>
              <a:ext uri="{FF2B5EF4-FFF2-40B4-BE49-F238E27FC236}">
                <a16:creationId xmlns:a16="http://schemas.microsoft.com/office/drawing/2014/main" id="{BA383556-4A67-44EF-B26E-C57006206F58}"/>
              </a:ext>
            </a:extLst>
          </p:cNvPr>
          <p:cNvSpPr>
            <a:spLocks/>
          </p:cNvSpPr>
          <p:nvPr/>
        </p:nvSpPr>
        <p:spPr>
          <a:xfrm>
            <a:off x="43009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4" name="data_9872">
            <a:extLst>
              <a:ext uri="{FF2B5EF4-FFF2-40B4-BE49-F238E27FC236}">
                <a16:creationId xmlns:a16="http://schemas.microsoft.com/office/drawing/2014/main" id="{F608D725-6A5E-44B6-8B6E-BC583FF7451F}"/>
              </a:ext>
            </a:extLst>
          </p:cNvPr>
          <p:cNvSpPr>
            <a:spLocks/>
          </p:cNvSpPr>
          <p:nvPr/>
        </p:nvSpPr>
        <p:spPr>
          <a:xfrm>
            <a:off x="4254812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5" name="data_9873">
            <a:extLst>
              <a:ext uri="{FF2B5EF4-FFF2-40B4-BE49-F238E27FC236}">
                <a16:creationId xmlns:a16="http://schemas.microsoft.com/office/drawing/2014/main" id="{CAF16BE4-3571-4BC7-AA20-70C214C4C7B9}"/>
              </a:ext>
            </a:extLst>
          </p:cNvPr>
          <p:cNvSpPr>
            <a:spLocks/>
          </p:cNvSpPr>
          <p:nvPr/>
        </p:nvSpPr>
        <p:spPr>
          <a:xfrm>
            <a:off x="46200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6" name="data_9874">
            <a:extLst>
              <a:ext uri="{FF2B5EF4-FFF2-40B4-BE49-F238E27FC236}">
                <a16:creationId xmlns:a16="http://schemas.microsoft.com/office/drawing/2014/main" id="{43EE5FF8-5D15-4B36-BAC1-42345E55D5CE}"/>
              </a:ext>
            </a:extLst>
          </p:cNvPr>
          <p:cNvSpPr>
            <a:spLocks/>
          </p:cNvSpPr>
          <p:nvPr/>
        </p:nvSpPr>
        <p:spPr>
          <a:xfrm>
            <a:off x="47034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7" name="data_9875">
            <a:extLst>
              <a:ext uri="{FF2B5EF4-FFF2-40B4-BE49-F238E27FC236}">
                <a16:creationId xmlns:a16="http://schemas.microsoft.com/office/drawing/2014/main" id="{58470BF2-64E0-42C4-A299-F92A60A579C9}"/>
              </a:ext>
            </a:extLst>
          </p:cNvPr>
          <p:cNvSpPr>
            <a:spLocks/>
          </p:cNvSpPr>
          <p:nvPr/>
        </p:nvSpPr>
        <p:spPr>
          <a:xfrm>
            <a:off x="45926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8" name="data_9876">
            <a:extLst>
              <a:ext uri="{FF2B5EF4-FFF2-40B4-BE49-F238E27FC236}">
                <a16:creationId xmlns:a16="http://schemas.microsoft.com/office/drawing/2014/main" id="{8144CB32-E57D-4C7E-91D8-5A461A446F03}"/>
              </a:ext>
            </a:extLst>
          </p:cNvPr>
          <p:cNvSpPr>
            <a:spLocks/>
          </p:cNvSpPr>
          <p:nvPr/>
        </p:nvSpPr>
        <p:spPr>
          <a:xfrm>
            <a:off x="46930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89" name="data_9877">
            <a:extLst>
              <a:ext uri="{FF2B5EF4-FFF2-40B4-BE49-F238E27FC236}">
                <a16:creationId xmlns:a16="http://schemas.microsoft.com/office/drawing/2014/main" id="{AA9116F4-B6B0-4FA0-B18B-FD0FE815013B}"/>
              </a:ext>
            </a:extLst>
          </p:cNvPr>
          <p:cNvSpPr>
            <a:spLocks/>
          </p:cNvSpPr>
          <p:nvPr/>
        </p:nvSpPr>
        <p:spPr>
          <a:xfrm>
            <a:off x="46412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0" name="data_9878">
            <a:extLst>
              <a:ext uri="{FF2B5EF4-FFF2-40B4-BE49-F238E27FC236}">
                <a16:creationId xmlns:a16="http://schemas.microsoft.com/office/drawing/2014/main" id="{4E49AEA8-F276-4803-8A0A-DF111CA860DA}"/>
              </a:ext>
            </a:extLst>
          </p:cNvPr>
          <p:cNvSpPr>
            <a:spLocks/>
          </p:cNvSpPr>
          <p:nvPr/>
        </p:nvSpPr>
        <p:spPr>
          <a:xfrm>
            <a:off x="471268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1" name="data_9879">
            <a:extLst>
              <a:ext uri="{FF2B5EF4-FFF2-40B4-BE49-F238E27FC236}">
                <a16:creationId xmlns:a16="http://schemas.microsoft.com/office/drawing/2014/main" id="{12E334C8-CFFC-4599-991C-570B011FD83C}"/>
              </a:ext>
            </a:extLst>
          </p:cNvPr>
          <p:cNvSpPr>
            <a:spLocks/>
          </p:cNvSpPr>
          <p:nvPr/>
        </p:nvSpPr>
        <p:spPr>
          <a:xfrm>
            <a:off x="461990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2" name="data_9880">
            <a:extLst>
              <a:ext uri="{FF2B5EF4-FFF2-40B4-BE49-F238E27FC236}">
                <a16:creationId xmlns:a16="http://schemas.microsoft.com/office/drawing/2014/main" id="{9D97931B-4DCB-4F67-86AB-5B907AED69BE}"/>
              </a:ext>
            </a:extLst>
          </p:cNvPr>
          <p:cNvSpPr>
            <a:spLocks/>
          </p:cNvSpPr>
          <p:nvPr/>
        </p:nvSpPr>
        <p:spPr>
          <a:xfrm>
            <a:off x="4683494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3" name="data_9881">
            <a:extLst>
              <a:ext uri="{FF2B5EF4-FFF2-40B4-BE49-F238E27FC236}">
                <a16:creationId xmlns:a16="http://schemas.microsoft.com/office/drawing/2014/main" id="{2FBAF265-2FB7-4802-8AD3-C923092D7A4B}"/>
              </a:ext>
            </a:extLst>
          </p:cNvPr>
          <p:cNvSpPr>
            <a:spLocks/>
          </p:cNvSpPr>
          <p:nvPr/>
        </p:nvSpPr>
        <p:spPr>
          <a:xfrm>
            <a:off x="4597238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4" name="data_9882">
            <a:extLst>
              <a:ext uri="{FF2B5EF4-FFF2-40B4-BE49-F238E27FC236}">
                <a16:creationId xmlns:a16="http://schemas.microsoft.com/office/drawing/2014/main" id="{4DBB140D-B132-4099-AA3B-D8848F62E61F}"/>
              </a:ext>
            </a:extLst>
          </p:cNvPr>
          <p:cNvSpPr>
            <a:spLocks/>
          </p:cNvSpPr>
          <p:nvPr/>
        </p:nvSpPr>
        <p:spPr>
          <a:xfrm>
            <a:off x="462499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5" name="data_9883">
            <a:extLst>
              <a:ext uri="{FF2B5EF4-FFF2-40B4-BE49-F238E27FC236}">
                <a16:creationId xmlns:a16="http://schemas.microsoft.com/office/drawing/2014/main" id="{518298D8-7C51-4EEE-BE13-65E17F25ADE0}"/>
              </a:ext>
            </a:extLst>
          </p:cNvPr>
          <p:cNvSpPr>
            <a:spLocks/>
          </p:cNvSpPr>
          <p:nvPr/>
        </p:nvSpPr>
        <p:spPr>
          <a:xfrm>
            <a:off x="4596977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6" name="data_9884">
            <a:extLst>
              <a:ext uri="{FF2B5EF4-FFF2-40B4-BE49-F238E27FC236}">
                <a16:creationId xmlns:a16="http://schemas.microsoft.com/office/drawing/2014/main" id="{555A94EC-A251-499C-9599-F7ADFBA43B10}"/>
              </a:ext>
            </a:extLst>
          </p:cNvPr>
          <p:cNvSpPr>
            <a:spLocks/>
          </p:cNvSpPr>
          <p:nvPr/>
        </p:nvSpPr>
        <p:spPr>
          <a:xfrm>
            <a:off x="467059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7" name="data_9885">
            <a:extLst>
              <a:ext uri="{FF2B5EF4-FFF2-40B4-BE49-F238E27FC236}">
                <a16:creationId xmlns:a16="http://schemas.microsoft.com/office/drawing/2014/main" id="{30F66091-8936-412C-AC12-334AA7A24827}"/>
              </a:ext>
            </a:extLst>
          </p:cNvPr>
          <p:cNvSpPr>
            <a:spLocks/>
          </p:cNvSpPr>
          <p:nvPr/>
        </p:nvSpPr>
        <p:spPr>
          <a:xfrm>
            <a:off x="461456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8" name="data_9886">
            <a:extLst>
              <a:ext uri="{FF2B5EF4-FFF2-40B4-BE49-F238E27FC236}">
                <a16:creationId xmlns:a16="http://schemas.microsoft.com/office/drawing/2014/main" id="{795BB907-4DF9-4C24-A1B7-3B017208719D}"/>
              </a:ext>
            </a:extLst>
          </p:cNvPr>
          <p:cNvSpPr>
            <a:spLocks/>
          </p:cNvSpPr>
          <p:nvPr/>
        </p:nvSpPr>
        <p:spPr>
          <a:xfrm>
            <a:off x="465365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799" name="data_9887">
            <a:extLst>
              <a:ext uri="{FF2B5EF4-FFF2-40B4-BE49-F238E27FC236}">
                <a16:creationId xmlns:a16="http://schemas.microsoft.com/office/drawing/2014/main" id="{B06383D0-11D3-4083-A0C3-D1EB9C96ADF2}"/>
              </a:ext>
            </a:extLst>
          </p:cNvPr>
          <p:cNvSpPr>
            <a:spLocks/>
          </p:cNvSpPr>
          <p:nvPr/>
        </p:nvSpPr>
        <p:spPr>
          <a:xfrm>
            <a:off x="46398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0" name="data_9888">
            <a:extLst>
              <a:ext uri="{FF2B5EF4-FFF2-40B4-BE49-F238E27FC236}">
                <a16:creationId xmlns:a16="http://schemas.microsoft.com/office/drawing/2014/main" id="{62D80A26-A9FB-49F4-83CA-0077A808E936}"/>
              </a:ext>
            </a:extLst>
          </p:cNvPr>
          <p:cNvSpPr>
            <a:spLocks/>
          </p:cNvSpPr>
          <p:nvPr/>
        </p:nvSpPr>
        <p:spPr>
          <a:xfrm>
            <a:off x="4626945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1" name="data_9889">
            <a:extLst>
              <a:ext uri="{FF2B5EF4-FFF2-40B4-BE49-F238E27FC236}">
                <a16:creationId xmlns:a16="http://schemas.microsoft.com/office/drawing/2014/main" id="{A4580E90-A69E-45A1-A120-EFAC101E9C89}"/>
              </a:ext>
            </a:extLst>
          </p:cNvPr>
          <p:cNvSpPr>
            <a:spLocks/>
          </p:cNvSpPr>
          <p:nvPr/>
        </p:nvSpPr>
        <p:spPr>
          <a:xfrm>
            <a:off x="4596586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2" name="data_9890">
            <a:extLst>
              <a:ext uri="{FF2B5EF4-FFF2-40B4-BE49-F238E27FC236}">
                <a16:creationId xmlns:a16="http://schemas.microsoft.com/office/drawing/2014/main" id="{6EAF3500-8745-4D8E-B33F-567AB4D0DF67}"/>
              </a:ext>
            </a:extLst>
          </p:cNvPr>
          <p:cNvSpPr>
            <a:spLocks/>
          </p:cNvSpPr>
          <p:nvPr/>
        </p:nvSpPr>
        <p:spPr>
          <a:xfrm>
            <a:off x="4713592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3" name="data_9891">
            <a:extLst>
              <a:ext uri="{FF2B5EF4-FFF2-40B4-BE49-F238E27FC236}">
                <a16:creationId xmlns:a16="http://schemas.microsoft.com/office/drawing/2014/main" id="{17DF82D1-B314-4528-8F10-7FDF64FB3493}"/>
              </a:ext>
            </a:extLst>
          </p:cNvPr>
          <p:cNvSpPr>
            <a:spLocks/>
          </p:cNvSpPr>
          <p:nvPr/>
        </p:nvSpPr>
        <p:spPr>
          <a:xfrm>
            <a:off x="45984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4" name="data_9892">
            <a:extLst>
              <a:ext uri="{FF2B5EF4-FFF2-40B4-BE49-F238E27FC236}">
                <a16:creationId xmlns:a16="http://schemas.microsoft.com/office/drawing/2014/main" id="{7440FB6A-CE92-458D-A2A7-F9391FED9BF8}"/>
              </a:ext>
            </a:extLst>
          </p:cNvPr>
          <p:cNvSpPr>
            <a:spLocks/>
          </p:cNvSpPr>
          <p:nvPr/>
        </p:nvSpPr>
        <p:spPr>
          <a:xfrm>
            <a:off x="470395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5" name="data_9893">
            <a:extLst>
              <a:ext uri="{FF2B5EF4-FFF2-40B4-BE49-F238E27FC236}">
                <a16:creationId xmlns:a16="http://schemas.microsoft.com/office/drawing/2014/main" id="{CBC31871-CF82-48B1-8CA4-A05C0BBBAB06}"/>
              </a:ext>
            </a:extLst>
          </p:cNvPr>
          <p:cNvSpPr>
            <a:spLocks/>
          </p:cNvSpPr>
          <p:nvPr/>
        </p:nvSpPr>
        <p:spPr>
          <a:xfrm>
            <a:off x="46417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6" name="data_9894">
            <a:extLst>
              <a:ext uri="{FF2B5EF4-FFF2-40B4-BE49-F238E27FC236}">
                <a16:creationId xmlns:a16="http://schemas.microsoft.com/office/drawing/2014/main" id="{0E6CC059-72CD-40AA-81AA-02FA4011D9DC}"/>
              </a:ext>
            </a:extLst>
          </p:cNvPr>
          <p:cNvSpPr>
            <a:spLocks/>
          </p:cNvSpPr>
          <p:nvPr/>
        </p:nvSpPr>
        <p:spPr>
          <a:xfrm>
            <a:off x="471893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7" name="data_9895">
            <a:extLst>
              <a:ext uri="{FF2B5EF4-FFF2-40B4-BE49-F238E27FC236}">
                <a16:creationId xmlns:a16="http://schemas.microsoft.com/office/drawing/2014/main" id="{C7C125E5-DCED-4FDE-893C-5A959EDD8955}"/>
              </a:ext>
            </a:extLst>
          </p:cNvPr>
          <p:cNvSpPr>
            <a:spLocks/>
          </p:cNvSpPr>
          <p:nvPr/>
        </p:nvSpPr>
        <p:spPr>
          <a:xfrm>
            <a:off x="46781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8" name="data_9896">
            <a:extLst>
              <a:ext uri="{FF2B5EF4-FFF2-40B4-BE49-F238E27FC236}">
                <a16:creationId xmlns:a16="http://schemas.microsoft.com/office/drawing/2014/main" id="{478C542A-C639-4FB3-8388-0C034A77A7EC}"/>
              </a:ext>
            </a:extLst>
          </p:cNvPr>
          <p:cNvSpPr>
            <a:spLocks/>
          </p:cNvSpPr>
          <p:nvPr/>
        </p:nvSpPr>
        <p:spPr>
          <a:xfrm>
            <a:off x="4687012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09" name="data_9897">
            <a:extLst>
              <a:ext uri="{FF2B5EF4-FFF2-40B4-BE49-F238E27FC236}">
                <a16:creationId xmlns:a16="http://schemas.microsoft.com/office/drawing/2014/main" id="{0CC3A312-9444-4660-9E14-28857DB3A9CC}"/>
              </a:ext>
            </a:extLst>
          </p:cNvPr>
          <p:cNvSpPr>
            <a:spLocks/>
          </p:cNvSpPr>
          <p:nvPr/>
        </p:nvSpPr>
        <p:spPr>
          <a:xfrm>
            <a:off x="4629812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0" name="data_9898">
            <a:extLst>
              <a:ext uri="{FF2B5EF4-FFF2-40B4-BE49-F238E27FC236}">
                <a16:creationId xmlns:a16="http://schemas.microsoft.com/office/drawing/2014/main" id="{99FE8880-DF8C-4C94-8C68-5293F8FBB754}"/>
              </a:ext>
            </a:extLst>
          </p:cNvPr>
          <p:cNvSpPr>
            <a:spLocks/>
          </p:cNvSpPr>
          <p:nvPr/>
        </p:nvSpPr>
        <p:spPr>
          <a:xfrm>
            <a:off x="471163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1" name="data_9899">
            <a:extLst>
              <a:ext uri="{FF2B5EF4-FFF2-40B4-BE49-F238E27FC236}">
                <a16:creationId xmlns:a16="http://schemas.microsoft.com/office/drawing/2014/main" id="{BC3DED72-A633-4907-8151-FDBD1139468D}"/>
              </a:ext>
            </a:extLst>
          </p:cNvPr>
          <p:cNvSpPr>
            <a:spLocks/>
          </p:cNvSpPr>
          <p:nvPr/>
        </p:nvSpPr>
        <p:spPr>
          <a:xfrm>
            <a:off x="4687273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2" name="data_9900">
            <a:extLst>
              <a:ext uri="{FF2B5EF4-FFF2-40B4-BE49-F238E27FC236}">
                <a16:creationId xmlns:a16="http://schemas.microsoft.com/office/drawing/2014/main" id="{8E8FD5F7-30B8-478F-B844-1F84F27F48A7}"/>
              </a:ext>
            </a:extLst>
          </p:cNvPr>
          <p:cNvSpPr>
            <a:spLocks/>
          </p:cNvSpPr>
          <p:nvPr/>
        </p:nvSpPr>
        <p:spPr>
          <a:xfrm>
            <a:off x="46128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3" name="data_9901">
            <a:extLst>
              <a:ext uri="{FF2B5EF4-FFF2-40B4-BE49-F238E27FC236}">
                <a16:creationId xmlns:a16="http://schemas.microsoft.com/office/drawing/2014/main" id="{30AF0766-BE1E-4798-A39B-BE6206A3D8EF}"/>
              </a:ext>
            </a:extLst>
          </p:cNvPr>
          <p:cNvSpPr>
            <a:spLocks/>
          </p:cNvSpPr>
          <p:nvPr/>
        </p:nvSpPr>
        <p:spPr>
          <a:xfrm>
            <a:off x="4685057" y="59558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4" name="data_9902">
            <a:extLst>
              <a:ext uri="{FF2B5EF4-FFF2-40B4-BE49-F238E27FC236}">
                <a16:creationId xmlns:a16="http://schemas.microsoft.com/office/drawing/2014/main" id="{D42122DD-C45A-4118-903E-1963C0C36418}"/>
              </a:ext>
            </a:extLst>
          </p:cNvPr>
          <p:cNvSpPr>
            <a:spLocks/>
          </p:cNvSpPr>
          <p:nvPr/>
        </p:nvSpPr>
        <p:spPr>
          <a:xfrm>
            <a:off x="46195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5" name="data_9903">
            <a:extLst>
              <a:ext uri="{FF2B5EF4-FFF2-40B4-BE49-F238E27FC236}">
                <a16:creationId xmlns:a16="http://schemas.microsoft.com/office/drawing/2014/main" id="{A85E6F34-0AB7-4960-AA13-A9B2BBB4C9E9}"/>
              </a:ext>
            </a:extLst>
          </p:cNvPr>
          <p:cNvSpPr>
            <a:spLocks/>
          </p:cNvSpPr>
          <p:nvPr/>
        </p:nvSpPr>
        <p:spPr>
          <a:xfrm>
            <a:off x="4629681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6" name="data_9904">
            <a:extLst>
              <a:ext uri="{FF2B5EF4-FFF2-40B4-BE49-F238E27FC236}">
                <a16:creationId xmlns:a16="http://schemas.microsoft.com/office/drawing/2014/main" id="{66B56593-7D35-4C07-8632-FE541C44F6FD}"/>
              </a:ext>
            </a:extLst>
          </p:cNvPr>
          <p:cNvSpPr>
            <a:spLocks/>
          </p:cNvSpPr>
          <p:nvPr/>
        </p:nvSpPr>
        <p:spPr>
          <a:xfrm>
            <a:off x="471059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7" name="data_9905">
            <a:extLst>
              <a:ext uri="{FF2B5EF4-FFF2-40B4-BE49-F238E27FC236}">
                <a16:creationId xmlns:a16="http://schemas.microsoft.com/office/drawing/2014/main" id="{EED419FA-637E-45D6-BE54-0836E39AE25D}"/>
              </a:ext>
            </a:extLst>
          </p:cNvPr>
          <p:cNvSpPr>
            <a:spLocks/>
          </p:cNvSpPr>
          <p:nvPr/>
        </p:nvSpPr>
        <p:spPr>
          <a:xfrm>
            <a:off x="46317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8" name="data_9906">
            <a:extLst>
              <a:ext uri="{FF2B5EF4-FFF2-40B4-BE49-F238E27FC236}">
                <a16:creationId xmlns:a16="http://schemas.microsoft.com/office/drawing/2014/main" id="{723499FC-1C70-429F-BFEF-E942DD645ABE}"/>
              </a:ext>
            </a:extLst>
          </p:cNvPr>
          <p:cNvSpPr>
            <a:spLocks/>
          </p:cNvSpPr>
          <p:nvPr/>
        </p:nvSpPr>
        <p:spPr>
          <a:xfrm>
            <a:off x="4703299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19" name="data_9907">
            <a:extLst>
              <a:ext uri="{FF2B5EF4-FFF2-40B4-BE49-F238E27FC236}">
                <a16:creationId xmlns:a16="http://schemas.microsoft.com/office/drawing/2014/main" id="{E5739CD9-A980-4130-813E-D0CDF3A47088}"/>
              </a:ext>
            </a:extLst>
          </p:cNvPr>
          <p:cNvSpPr>
            <a:spLocks/>
          </p:cNvSpPr>
          <p:nvPr/>
        </p:nvSpPr>
        <p:spPr>
          <a:xfrm>
            <a:off x="47043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0" name="data_9908">
            <a:extLst>
              <a:ext uri="{FF2B5EF4-FFF2-40B4-BE49-F238E27FC236}">
                <a16:creationId xmlns:a16="http://schemas.microsoft.com/office/drawing/2014/main" id="{9B6E7CC1-7AF5-4876-A644-E12CD6FB3A20}"/>
              </a:ext>
            </a:extLst>
          </p:cNvPr>
          <p:cNvSpPr>
            <a:spLocks/>
          </p:cNvSpPr>
          <p:nvPr/>
        </p:nvSpPr>
        <p:spPr>
          <a:xfrm>
            <a:off x="470772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1" name="data_9909">
            <a:extLst>
              <a:ext uri="{FF2B5EF4-FFF2-40B4-BE49-F238E27FC236}">
                <a16:creationId xmlns:a16="http://schemas.microsoft.com/office/drawing/2014/main" id="{9180E861-0E4E-46FB-87BD-695B6FDD9B1E}"/>
              </a:ext>
            </a:extLst>
          </p:cNvPr>
          <p:cNvSpPr>
            <a:spLocks/>
          </p:cNvSpPr>
          <p:nvPr/>
        </p:nvSpPr>
        <p:spPr>
          <a:xfrm>
            <a:off x="4632809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2" name="data_9910">
            <a:extLst>
              <a:ext uri="{FF2B5EF4-FFF2-40B4-BE49-F238E27FC236}">
                <a16:creationId xmlns:a16="http://schemas.microsoft.com/office/drawing/2014/main" id="{78F864A8-0B4B-427C-BF79-168C0604169E}"/>
              </a:ext>
            </a:extLst>
          </p:cNvPr>
          <p:cNvSpPr>
            <a:spLocks/>
          </p:cNvSpPr>
          <p:nvPr/>
        </p:nvSpPr>
        <p:spPr>
          <a:xfrm>
            <a:off x="461313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3" name="data_9911">
            <a:extLst>
              <a:ext uri="{FF2B5EF4-FFF2-40B4-BE49-F238E27FC236}">
                <a16:creationId xmlns:a16="http://schemas.microsoft.com/office/drawing/2014/main" id="{7D8C5E4A-CFE4-48C0-B413-4243EE45BE30}"/>
              </a:ext>
            </a:extLst>
          </p:cNvPr>
          <p:cNvSpPr>
            <a:spLocks/>
          </p:cNvSpPr>
          <p:nvPr/>
        </p:nvSpPr>
        <p:spPr>
          <a:xfrm>
            <a:off x="46889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4" name="data_9912">
            <a:extLst>
              <a:ext uri="{FF2B5EF4-FFF2-40B4-BE49-F238E27FC236}">
                <a16:creationId xmlns:a16="http://schemas.microsoft.com/office/drawing/2014/main" id="{CD7C5D0A-FE86-41FE-91C2-67660B6756CB}"/>
              </a:ext>
            </a:extLst>
          </p:cNvPr>
          <p:cNvSpPr>
            <a:spLocks/>
          </p:cNvSpPr>
          <p:nvPr/>
        </p:nvSpPr>
        <p:spPr>
          <a:xfrm>
            <a:off x="46070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5" name="data_9913">
            <a:extLst>
              <a:ext uri="{FF2B5EF4-FFF2-40B4-BE49-F238E27FC236}">
                <a16:creationId xmlns:a16="http://schemas.microsoft.com/office/drawing/2014/main" id="{7781FFE0-C294-491D-8E56-CE26C0BD7929}"/>
              </a:ext>
            </a:extLst>
          </p:cNvPr>
          <p:cNvSpPr>
            <a:spLocks/>
          </p:cNvSpPr>
          <p:nvPr/>
        </p:nvSpPr>
        <p:spPr>
          <a:xfrm>
            <a:off x="461521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6" name="data_9914">
            <a:extLst>
              <a:ext uri="{FF2B5EF4-FFF2-40B4-BE49-F238E27FC236}">
                <a16:creationId xmlns:a16="http://schemas.microsoft.com/office/drawing/2014/main" id="{AFA31559-9702-4075-AB9F-A460B66D88C4}"/>
              </a:ext>
            </a:extLst>
          </p:cNvPr>
          <p:cNvSpPr>
            <a:spLocks/>
          </p:cNvSpPr>
          <p:nvPr/>
        </p:nvSpPr>
        <p:spPr>
          <a:xfrm>
            <a:off x="469222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7" name="data_9915">
            <a:extLst>
              <a:ext uri="{FF2B5EF4-FFF2-40B4-BE49-F238E27FC236}">
                <a16:creationId xmlns:a16="http://schemas.microsoft.com/office/drawing/2014/main" id="{452A78AB-F789-4B5D-B09E-5F1017396A82}"/>
              </a:ext>
            </a:extLst>
          </p:cNvPr>
          <p:cNvSpPr>
            <a:spLocks/>
          </p:cNvSpPr>
          <p:nvPr/>
        </p:nvSpPr>
        <p:spPr>
          <a:xfrm>
            <a:off x="46081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8" name="data_9916">
            <a:extLst>
              <a:ext uri="{FF2B5EF4-FFF2-40B4-BE49-F238E27FC236}">
                <a16:creationId xmlns:a16="http://schemas.microsoft.com/office/drawing/2014/main" id="{19680499-A86F-47E0-A92F-11C34EE5F06A}"/>
              </a:ext>
            </a:extLst>
          </p:cNvPr>
          <p:cNvSpPr>
            <a:spLocks/>
          </p:cNvSpPr>
          <p:nvPr/>
        </p:nvSpPr>
        <p:spPr>
          <a:xfrm>
            <a:off x="47172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29" name="data_9917">
            <a:extLst>
              <a:ext uri="{FF2B5EF4-FFF2-40B4-BE49-F238E27FC236}">
                <a16:creationId xmlns:a16="http://schemas.microsoft.com/office/drawing/2014/main" id="{E671B900-2E56-4E06-8A3E-9707C486D07D}"/>
              </a:ext>
            </a:extLst>
          </p:cNvPr>
          <p:cNvSpPr>
            <a:spLocks/>
          </p:cNvSpPr>
          <p:nvPr/>
        </p:nvSpPr>
        <p:spPr>
          <a:xfrm>
            <a:off x="46973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0" name="data_9918">
            <a:extLst>
              <a:ext uri="{FF2B5EF4-FFF2-40B4-BE49-F238E27FC236}">
                <a16:creationId xmlns:a16="http://schemas.microsoft.com/office/drawing/2014/main" id="{649A3788-E00B-46BE-8BAA-21FBF1D2D2D3}"/>
              </a:ext>
            </a:extLst>
          </p:cNvPr>
          <p:cNvSpPr>
            <a:spLocks/>
          </p:cNvSpPr>
          <p:nvPr/>
        </p:nvSpPr>
        <p:spPr>
          <a:xfrm>
            <a:off x="46501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1" name="data_9919">
            <a:extLst>
              <a:ext uri="{FF2B5EF4-FFF2-40B4-BE49-F238E27FC236}">
                <a16:creationId xmlns:a16="http://schemas.microsoft.com/office/drawing/2014/main" id="{E474A300-177C-4A36-B058-3DA1D9F872B5}"/>
              </a:ext>
            </a:extLst>
          </p:cNvPr>
          <p:cNvSpPr>
            <a:spLocks/>
          </p:cNvSpPr>
          <p:nvPr/>
        </p:nvSpPr>
        <p:spPr>
          <a:xfrm>
            <a:off x="46281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2" name="data_9920">
            <a:extLst>
              <a:ext uri="{FF2B5EF4-FFF2-40B4-BE49-F238E27FC236}">
                <a16:creationId xmlns:a16="http://schemas.microsoft.com/office/drawing/2014/main" id="{F809E4F4-A821-4322-B092-B62C692F9C9D}"/>
              </a:ext>
            </a:extLst>
          </p:cNvPr>
          <p:cNvSpPr>
            <a:spLocks/>
          </p:cNvSpPr>
          <p:nvPr/>
        </p:nvSpPr>
        <p:spPr>
          <a:xfrm>
            <a:off x="4720889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3" name="data_9921">
            <a:extLst>
              <a:ext uri="{FF2B5EF4-FFF2-40B4-BE49-F238E27FC236}">
                <a16:creationId xmlns:a16="http://schemas.microsoft.com/office/drawing/2014/main" id="{13990A2B-C7D2-4891-9747-C2B66C685947}"/>
              </a:ext>
            </a:extLst>
          </p:cNvPr>
          <p:cNvSpPr>
            <a:spLocks/>
          </p:cNvSpPr>
          <p:nvPr/>
        </p:nvSpPr>
        <p:spPr>
          <a:xfrm>
            <a:off x="467359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4" name="data_9922">
            <a:extLst>
              <a:ext uri="{FF2B5EF4-FFF2-40B4-BE49-F238E27FC236}">
                <a16:creationId xmlns:a16="http://schemas.microsoft.com/office/drawing/2014/main" id="{B3BF7625-B764-4E22-B011-188730A00832}"/>
              </a:ext>
            </a:extLst>
          </p:cNvPr>
          <p:cNvSpPr>
            <a:spLocks/>
          </p:cNvSpPr>
          <p:nvPr/>
        </p:nvSpPr>
        <p:spPr>
          <a:xfrm>
            <a:off x="47032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5" name="data_9923">
            <a:extLst>
              <a:ext uri="{FF2B5EF4-FFF2-40B4-BE49-F238E27FC236}">
                <a16:creationId xmlns:a16="http://schemas.microsoft.com/office/drawing/2014/main" id="{1C9D048B-D552-4930-B0B9-A0A44DDA8018}"/>
              </a:ext>
            </a:extLst>
          </p:cNvPr>
          <p:cNvSpPr>
            <a:spLocks/>
          </p:cNvSpPr>
          <p:nvPr/>
        </p:nvSpPr>
        <p:spPr>
          <a:xfrm>
            <a:off x="4611961" y="55115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6" name="data_9924">
            <a:extLst>
              <a:ext uri="{FF2B5EF4-FFF2-40B4-BE49-F238E27FC236}">
                <a16:creationId xmlns:a16="http://schemas.microsoft.com/office/drawing/2014/main" id="{A322A0F2-A626-4DAE-A619-0BEED6EBB9C8}"/>
              </a:ext>
            </a:extLst>
          </p:cNvPr>
          <p:cNvSpPr>
            <a:spLocks/>
          </p:cNvSpPr>
          <p:nvPr/>
        </p:nvSpPr>
        <p:spPr>
          <a:xfrm>
            <a:off x="46487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7" name="data_9925">
            <a:extLst>
              <a:ext uri="{FF2B5EF4-FFF2-40B4-BE49-F238E27FC236}">
                <a16:creationId xmlns:a16="http://schemas.microsoft.com/office/drawing/2014/main" id="{5EE559F4-C5A7-4D94-8B79-13D4DAA1AEF6}"/>
              </a:ext>
            </a:extLst>
          </p:cNvPr>
          <p:cNvSpPr>
            <a:spLocks/>
          </p:cNvSpPr>
          <p:nvPr/>
        </p:nvSpPr>
        <p:spPr>
          <a:xfrm>
            <a:off x="469522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8" name="data_9926">
            <a:extLst>
              <a:ext uri="{FF2B5EF4-FFF2-40B4-BE49-F238E27FC236}">
                <a16:creationId xmlns:a16="http://schemas.microsoft.com/office/drawing/2014/main" id="{20EE2A92-A0C5-45B2-8BC9-45164CE5F769}"/>
              </a:ext>
            </a:extLst>
          </p:cNvPr>
          <p:cNvSpPr>
            <a:spLocks/>
          </p:cNvSpPr>
          <p:nvPr/>
        </p:nvSpPr>
        <p:spPr>
          <a:xfrm>
            <a:off x="467632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39" name="data_9927">
            <a:extLst>
              <a:ext uri="{FF2B5EF4-FFF2-40B4-BE49-F238E27FC236}">
                <a16:creationId xmlns:a16="http://schemas.microsoft.com/office/drawing/2014/main" id="{FC7678C5-D543-4ACB-A3C2-266CD7364DBE}"/>
              </a:ext>
            </a:extLst>
          </p:cNvPr>
          <p:cNvSpPr>
            <a:spLocks/>
          </p:cNvSpPr>
          <p:nvPr/>
        </p:nvSpPr>
        <p:spPr>
          <a:xfrm>
            <a:off x="471450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0" name="data_9928">
            <a:extLst>
              <a:ext uri="{FF2B5EF4-FFF2-40B4-BE49-F238E27FC236}">
                <a16:creationId xmlns:a16="http://schemas.microsoft.com/office/drawing/2014/main" id="{4ED7CA1B-F892-42E6-90C7-22F69B6427C8}"/>
              </a:ext>
            </a:extLst>
          </p:cNvPr>
          <p:cNvSpPr>
            <a:spLocks/>
          </p:cNvSpPr>
          <p:nvPr/>
        </p:nvSpPr>
        <p:spPr>
          <a:xfrm>
            <a:off x="45935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1" name="data_9929">
            <a:extLst>
              <a:ext uri="{FF2B5EF4-FFF2-40B4-BE49-F238E27FC236}">
                <a16:creationId xmlns:a16="http://schemas.microsoft.com/office/drawing/2014/main" id="{C403B962-EAD9-4CB4-A29D-A0E5EEE5F2A9}"/>
              </a:ext>
            </a:extLst>
          </p:cNvPr>
          <p:cNvSpPr>
            <a:spLocks/>
          </p:cNvSpPr>
          <p:nvPr/>
        </p:nvSpPr>
        <p:spPr>
          <a:xfrm>
            <a:off x="46472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2" name="data_9930">
            <a:extLst>
              <a:ext uri="{FF2B5EF4-FFF2-40B4-BE49-F238E27FC236}">
                <a16:creationId xmlns:a16="http://schemas.microsoft.com/office/drawing/2014/main" id="{D2304540-B072-4129-8B92-77FD58F05F70}"/>
              </a:ext>
            </a:extLst>
          </p:cNvPr>
          <p:cNvSpPr>
            <a:spLocks/>
          </p:cNvSpPr>
          <p:nvPr/>
        </p:nvSpPr>
        <p:spPr>
          <a:xfrm>
            <a:off x="46716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3" name="data_9931">
            <a:extLst>
              <a:ext uri="{FF2B5EF4-FFF2-40B4-BE49-F238E27FC236}">
                <a16:creationId xmlns:a16="http://schemas.microsoft.com/office/drawing/2014/main" id="{E6D20388-25F0-4FA8-9C9A-FC037E1DB816}"/>
              </a:ext>
            </a:extLst>
          </p:cNvPr>
          <p:cNvSpPr>
            <a:spLocks/>
          </p:cNvSpPr>
          <p:nvPr/>
        </p:nvSpPr>
        <p:spPr>
          <a:xfrm>
            <a:off x="463111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4" name="data_9932">
            <a:extLst>
              <a:ext uri="{FF2B5EF4-FFF2-40B4-BE49-F238E27FC236}">
                <a16:creationId xmlns:a16="http://schemas.microsoft.com/office/drawing/2014/main" id="{590369C2-B290-4FE7-A62B-8D80D8CB888C}"/>
              </a:ext>
            </a:extLst>
          </p:cNvPr>
          <p:cNvSpPr>
            <a:spLocks/>
          </p:cNvSpPr>
          <p:nvPr/>
        </p:nvSpPr>
        <p:spPr>
          <a:xfrm>
            <a:off x="466030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5" name="data_9933">
            <a:extLst>
              <a:ext uri="{FF2B5EF4-FFF2-40B4-BE49-F238E27FC236}">
                <a16:creationId xmlns:a16="http://schemas.microsoft.com/office/drawing/2014/main" id="{E3B3448A-92B7-4F47-A350-B6DFC9752F30}"/>
              </a:ext>
            </a:extLst>
          </p:cNvPr>
          <p:cNvSpPr>
            <a:spLocks/>
          </p:cNvSpPr>
          <p:nvPr/>
        </p:nvSpPr>
        <p:spPr>
          <a:xfrm>
            <a:off x="4643884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6" name="data_9934">
            <a:extLst>
              <a:ext uri="{FF2B5EF4-FFF2-40B4-BE49-F238E27FC236}">
                <a16:creationId xmlns:a16="http://schemas.microsoft.com/office/drawing/2014/main" id="{06B15D83-60FA-465B-B3FE-D8C0ED121AD2}"/>
              </a:ext>
            </a:extLst>
          </p:cNvPr>
          <p:cNvSpPr>
            <a:spLocks/>
          </p:cNvSpPr>
          <p:nvPr/>
        </p:nvSpPr>
        <p:spPr>
          <a:xfrm>
            <a:off x="4700172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7" name="data_9935">
            <a:extLst>
              <a:ext uri="{FF2B5EF4-FFF2-40B4-BE49-F238E27FC236}">
                <a16:creationId xmlns:a16="http://schemas.microsoft.com/office/drawing/2014/main" id="{42DFB92C-021E-49F5-8F31-C764BE7D5E09}"/>
              </a:ext>
            </a:extLst>
          </p:cNvPr>
          <p:cNvSpPr>
            <a:spLocks/>
          </p:cNvSpPr>
          <p:nvPr/>
        </p:nvSpPr>
        <p:spPr>
          <a:xfrm>
            <a:off x="46079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8" name="data_9936">
            <a:extLst>
              <a:ext uri="{FF2B5EF4-FFF2-40B4-BE49-F238E27FC236}">
                <a16:creationId xmlns:a16="http://schemas.microsoft.com/office/drawing/2014/main" id="{B0529855-027F-4C05-8E25-F1F18BFB5CE4}"/>
              </a:ext>
            </a:extLst>
          </p:cNvPr>
          <p:cNvSpPr>
            <a:spLocks/>
          </p:cNvSpPr>
          <p:nvPr/>
        </p:nvSpPr>
        <p:spPr>
          <a:xfrm>
            <a:off x="461391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49" name="data_9937">
            <a:extLst>
              <a:ext uri="{FF2B5EF4-FFF2-40B4-BE49-F238E27FC236}">
                <a16:creationId xmlns:a16="http://schemas.microsoft.com/office/drawing/2014/main" id="{F8B456BB-14A0-4594-BE1B-315736DD59F1}"/>
              </a:ext>
            </a:extLst>
          </p:cNvPr>
          <p:cNvSpPr>
            <a:spLocks/>
          </p:cNvSpPr>
          <p:nvPr/>
        </p:nvSpPr>
        <p:spPr>
          <a:xfrm>
            <a:off x="466811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0" name="data_9938">
            <a:extLst>
              <a:ext uri="{FF2B5EF4-FFF2-40B4-BE49-F238E27FC236}">
                <a16:creationId xmlns:a16="http://schemas.microsoft.com/office/drawing/2014/main" id="{FE91A6B5-6FA1-4DDA-B5F7-1E81046133C9}"/>
              </a:ext>
            </a:extLst>
          </p:cNvPr>
          <p:cNvSpPr>
            <a:spLocks/>
          </p:cNvSpPr>
          <p:nvPr/>
        </p:nvSpPr>
        <p:spPr>
          <a:xfrm>
            <a:off x="46669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1" name="data_9939">
            <a:extLst>
              <a:ext uri="{FF2B5EF4-FFF2-40B4-BE49-F238E27FC236}">
                <a16:creationId xmlns:a16="http://schemas.microsoft.com/office/drawing/2014/main" id="{5E061034-1AA9-4CB0-B920-782F1B318AEC}"/>
              </a:ext>
            </a:extLst>
          </p:cNvPr>
          <p:cNvSpPr>
            <a:spLocks/>
          </p:cNvSpPr>
          <p:nvPr/>
        </p:nvSpPr>
        <p:spPr>
          <a:xfrm>
            <a:off x="47092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2" name="data_9940">
            <a:extLst>
              <a:ext uri="{FF2B5EF4-FFF2-40B4-BE49-F238E27FC236}">
                <a16:creationId xmlns:a16="http://schemas.microsoft.com/office/drawing/2014/main" id="{0963AA31-D1F3-48E6-BB15-995AF57E326C}"/>
              </a:ext>
            </a:extLst>
          </p:cNvPr>
          <p:cNvSpPr>
            <a:spLocks/>
          </p:cNvSpPr>
          <p:nvPr/>
        </p:nvSpPr>
        <p:spPr>
          <a:xfrm>
            <a:off x="468961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3" name="data_9941">
            <a:extLst>
              <a:ext uri="{FF2B5EF4-FFF2-40B4-BE49-F238E27FC236}">
                <a16:creationId xmlns:a16="http://schemas.microsoft.com/office/drawing/2014/main" id="{B36076B0-3B80-4C30-8ED9-6CC46EE37210}"/>
              </a:ext>
            </a:extLst>
          </p:cNvPr>
          <p:cNvSpPr>
            <a:spLocks/>
          </p:cNvSpPr>
          <p:nvPr/>
        </p:nvSpPr>
        <p:spPr>
          <a:xfrm>
            <a:off x="46281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4" name="data_9942">
            <a:extLst>
              <a:ext uri="{FF2B5EF4-FFF2-40B4-BE49-F238E27FC236}">
                <a16:creationId xmlns:a16="http://schemas.microsoft.com/office/drawing/2014/main" id="{EEDFACE1-BAAE-4E31-A11C-A3E72526576E}"/>
              </a:ext>
            </a:extLst>
          </p:cNvPr>
          <p:cNvSpPr>
            <a:spLocks/>
          </p:cNvSpPr>
          <p:nvPr/>
        </p:nvSpPr>
        <p:spPr>
          <a:xfrm>
            <a:off x="469222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5" name="data_9943">
            <a:extLst>
              <a:ext uri="{FF2B5EF4-FFF2-40B4-BE49-F238E27FC236}">
                <a16:creationId xmlns:a16="http://schemas.microsoft.com/office/drawing/2014/main" id="{A96E41FA-D8A7-400A-8D83-EA073628D2A9}"/>
              </a:ext>
            </a:extLst>
          </p:cNvPr>
          <p:cNvSpPr>
            <a:spLocks/>
          </p:cNvSpPr>
          <p:nvPr/>
        </p:nvSpPr>
        <p:spPr>
          <a:xfrm>
            <a:off x="468167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6" name="data_9944">
            <a:extLst>
              <a:ext uri="{FF2B5EF4-FFF2-40B4-BE49-F238E27FC236}">
                <a16:creationId xmlns:a16="http://schemas.microsoft.com/office/drawing/2014/main" id="{431FC3FD-E4D5-4020-B439-D3E73F548EAC}"/>
              </a:ext>
            </a:extLst>
          </p:cNvPr>
          <p:cNvSpPr>
            <a:spLocks/>
          </p:cNvSpPr>
          <p:nvPr/>
        </p:nvSpPr>
        <p:spPr>
          <a:xfrm>
            <a:off x="46872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7" name="data_9945">
            <a:extLst>
              <a:ext uri="{FF2B5EF4-FFF2-40B4-BE49-F238E27FC236}">
                <a16:creationId xmlns:a16="http://schemas.microsoft.com/office/drawing/2014/main" id="{06FF4314-5A93-43C0-9CC2-A7DBBD805B10}"/>
              </a:ext>
            </a:extLst>
          </p:cNvPr>
          <p:cNvSpPr>
            <a:spLocks/>
          </p:cNvSpPr>
          <p:nvPr/>
        </p:nvSpPr>
        <p:spPr>
          <a:xfrm>
            <a:off x="46626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8" name="data_9946">
            <a:extLst>
              <a:ext uri="{FF2B5EF4-FFF2-40B4-BE49-F238E27FC236}">
                <a16:creationId xmlns:a16="http://schemas.microsoft.com/office/drawing/2014/main" id="{0E7C9052-7E40-4A07-8432-47FFDB019F59}"/>
              </a:ext>
            </a:extLst>
          </p:cNvPr>
          <p:cNvSpPr>
            <a:spLocks/>
          </p:cNvSpPr>
          <p:nvPr/>
        </p:nvSpPr>
        <p:spPr>
          <a:xfrm>
            <a:off x="459502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59" name="data_9947">
            <a:extLst>
              <a:ext uri="{FF2B5EF4-FFF2-40B4-BE49-F238E27FC236}">
                <a16:creationId xmlns:a16="http://schemas.microsoft.com/office/drawing/2014/main" id="{55DBB49D-C70D-487F-BBBE-5D5583EAA255}"/>
              </a:ext>
            </a:extLst>
          </p:cNvPr>
          <p:cNvSpPr>
            <a:spLocks/>
          </p:cNvSpPr>
          <p:nvPr/>
        </p:nvSpPr>
        <p:spPr>
          <a:xfrm>
            <a:off x="4682191" y="6249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0" name="data_9948">
            <a:extLst>
              <a:ext uri="{FF2B5EF4-FFF2-40B4-BE49-F238E27FC236}">
                <a16:creationId xmlns:a16="http://schemas.microsoft.com/office/drawing/2014/main" id="{C824F429-831C-43C5-AA71-7692857B65E6}"/>
              </a:ext>
            </a:extLst>
          </p:cNvPr>
          <p:cNvSpPr>
            <a:spLocks/>
          </p:cNvSpPr>
          <p:nvPr/>
        </p:nvSpPr>
        <p:spPr>
          <a:xfrm>
            <a:off x="469939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1" name="data_9949">
            <a:extLst>
              <a:ext uri="{FF2B5EF4-FFF2-40B4-BE49-F238E27FC236}">
                <a16:creationId xmlns:a16="http://schemas.microsoft.com/office/drawing/2014/main" id="{1180646E-4001-4E5D-8352-1E9696FAF964}"/>
              </a:ext>
            </a:extLst>
          </p:cNvPr>
          <p:cNvSpPr>
            <a:spLocks/>
          </p:cNvSpPr>
          <p:nvPr/>
        </p:nvSpPr>
        <p:spPr>
          <a:xfrm>
            <a:off x="46166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2" name="data_9950">
            <a:extLst>
              <a:ext uri="{FF2B5EF4-FFF2-40B4-BE49-F238E27FC236}">
                <a16:creationId xmlns:a16="http://schemas.microsoft.com/office/drawing/2014/main" id="{7A0B939F-C74C-4127-B46C-BB4B5FDA0669}"/>
              </a:ext>
            </a:extLst>
          </p:cNvPr>
          <p:cNvSpPr>
            <a:spLocks/>
          </p:cNvSpPr>
          <p:nvPr/>
        </p:nvSpPr>
        <p:spPr>
          <a:xfrm>
            <a:off x="460688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3" name="data_9951">
            <a:extLst>
              <a:ext uri="{FF2B5EF4-FFF2-40B4-BE49-F238E27FC236}">
                <a16:creationId xmlns:a16="http://schemas.microsoft.com/office/drawing/2014/main" id="{2892891E-BF23-47F2-92E4-F532610A8605}"/>
              </a:ext>
            </a:extLst>
          </p:cNvPr>
          <p:cNvSpPr>
            <a:spLocks/>
          </p:cNvSpPr>
          <p:nvPr/>
        </p:nvSpPr>
        <p:spPr>
          <a:xfrm>
            <a:off x="4681930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4" name="data_9952">
            <a:extLst>
              <a:ext uri="{FF2B5EF4-FFF2-40B4-BE49-F238E27FC236}">
                <a16:creationId xmlns:a16="http://schemas.microsoft.com/office/drawing/2014/main" id="{64184D0F-19C1-4C11-95C9-21BD540F8E77}"/>
              </a:ext>
            </a:extLst>
          </p:cNvPr>
          <p:cNvSpPr>
            <a:spLocks/>
          </p:cNvSpPr>
          <p:nvPr/>
        </p:nvSpPr>
        <p:spPr>
          <a:xfrm>
            <a:off x="47155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5" name="data_9953">
            <a:extLst>
              <a:ext uri="{FF2B5EF4-FFF2-40B4-BE49-F238E27FC236}">
                <a16:creationId xmlns:a16="http://schemas.microsoft.com/office/drawing/2014/main" id="{4B6AA2BC-35DC-4683-A4FB-7C0C8688507E}"/>
              </a:ext>
            </a:extLst>
          </p:cNvPr>
          <p:cNvSpPr>
            <a:spLocks/>
          </p:cNvSpPr>
          <p:nvPr/>
        </p:nvSpPr>
        <p:spPr>
          <a:xfrm>
            <a:off x="47211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6" name="data_9954">
            <a:extLst>
              <a:ext uri="{FF2B5EF4-FFF2-40B4-BE49-F238E27FC236}">
                <a16:creationId xmlns:a16="http://schemas.microsoft.com/office/drawing/2014/main" id="{43A9E03C-6122-4609-B2EC-FDAD4CF626F8}"/>
              </a:ext>
            </a:extLst>
          </p:cNvPr>
          <p:cNvSpPr>
            <a:spLocks/>
          </p:cNvSpPr>
          <p:nvPr/>
        </p:nvSpPr>
        <p:spPr>
          <a:xfrm>
            <a:off x="464062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7" name="data_9955">
            <a:extLst>
              <a:ext uri="{FF2B5EF4-FFF2-40B4-BE49-F238E27FC236}">
                <a16:creationId xmlns:a16="http://schemas.microsoft.com/office/drawing/2014/main" id="{35E9249A-7D56-4C2A-9D0C-D95279270513}"/>
              </a:ext>
            </a:extLst>
          </p:cNvPr>
          <p:cNvSpPr>
            <a:spLocks/>
          </p:cNvSpPr>
          <p:nvPr/>
        </p:nvSpPr>
        <p:spPr>
          <a:xfrm>
            <a:off x="4688445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8" name="data_9956">
            <a:extLst>
              <a:ext uri="{FF2B5EF4-FFF2-40B4-BE49-F238E27FC236}">
                <a16:creationId xmlns:a16="http://schemas.microsoft.com/office/drawing/2014/main" id="{CC3ED329-C21A-4391-A98A-C21FDF47B2CA}"/>
              </a:ext>
            </a:extLst>
          </p:cNvPr>
          <p:cNvSpPr>
            <a:spLocks/>
          </p:cNvSpPr>
          <p:nvPr/>
        </p:nvSpPr>
        <p:spPr>
          <a:xfrm>
            <a:off x="469834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69" name="data_9957">
            <a:extLst>
              <a:ext uri="{FF2B5EF4-FFF2-40B4-BE49-F238E27FC236}">
                <a16:creationId xmlns:a16="http://schemas.microsoft.com/office/drawing/2014/main" id="{D357FD09-AC80-47F0-B256-A1857B1B056C}"/>
              </a:ext>
            </a:extLst>
          </p:cNvPr>
          <p:cNvSpPr>
            <a:spLocks/>
          </p:cNvSpPr>
          <p:nvPr/>
        </p:nvSpPr>
        <p:spPr>
          <a:xfrm>
            <a:off x="47141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0" name="data_9958">
            <a:extLst>
              <a:ext uri="{FF2B5EF4-FFF2-40B4-BE49-F238E27FC236}">
                <a16:creationId xmlns:a16="http://schemas.microsoft.com/office/drawing/2014/main" id="{1ACB9D7B-62AE-4352-841B-40B60D0487EC}"/>
              </a:ext>
            </a:extLst>
          </p:cNvPr>
          <p:cNvSpPr>
            <a:spLocks/>
          </p:cNvSpPr>
          <p:nvPr/>
        </p:nvSpPr>
        <p:spPr>
          <a:xfrm>
            <a:off x="47003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1" name="data_9959">
            <a:extLst>
              <a:ext uri="{FF2B5EF4-FFF2-40B4-BE49-F238E27FC236}">
                <a16:creationId xmlns:a16="http://schemas.microsoft.com/office/drawing/2014/main" id="{12FE22F7-21E8-4741-905F-6A882EB6DBD9}"/>
              </a:ext>
            </a:extLst>
          </p:cNvPr>
          <p:cNvSpPr>
            <a:spLocks/>
          </p:cNvSpPr>
          <p:nvPr/>
        </p:nvSpPr>
        <p:spPr>
          <a:xfrm>
            <a:off x="46806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2" name="data_9960">
            <a:extLst>
              <a:ext uri="{FF2B5EF4-FFF2-40B4-BE49-F238E27FC236}">
                <a16:creationId xmlns:a16="http://schemas.microsoft.com/office/drawing/2014/main" id="{FA84CE8C-908A-4992-8834-847708EAA3AD}"/>
              </a:ext>
            </a:extLst>
          </p:cNvPr>
          <p:cNvSpPr>
            <a:spLocks/>
          </p:cNvSpPr>
          <p:nvPr/>
        </p:nvSpPr>
        <p:spPr>
          <a:xfrm>
            <a:off x="46007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3" name="data_9961">
            <a:extLst>
              <a:ext uri="{FF2B5EF4-FFF2-40B4-BE49-F238E27FC236}">
                <a16:creationId xmlns:a16="http://schemas.microsoft.com/office/drawing/2014/main" id="{96F20DA0-7193-4872-AC84-0508931CA06A}"/>
              </a:ext>
            </a:extLst>
          </p:cNvPr>
          <p:cNvSpPr>
            <a:spLocks/>
          </p:cNvSpPr>
          <p:nvPr/>
        </p:nvSpPr>
        <p:spPr>
          <a:xfrm>
            <a:off x="4613394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4" name="data_9962">
            <a:extLst>
              <a:ext uri="{FF2B5EF4-FFF2-40B4-BE49-F238E27FC236}">
                <a16:creationId xmlns:a16="http://schemas.microsoft.com/office/drawing/2014/main" id="{F517A5C9-1820-4DAA-8198-8CECF19885C6}"/>
              </a:ext>
            </a:extLst>
          </p:cNvPr>
          <p:cNvSpPr>
            <a:spLocks/>
          </p:cNvSpPr>
          <p:nvPr/>
        </p:nvSpPr>
        <p:spPr>
          <a:xfrm>
            <a:off x="468193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5" name="data_9963">
            <a:extLst>
              <a:ext uri="{FF2B5EF4-FFF2-40B4-BE49-F238E27FC236}">
                <a16:creationId xmlns:a16="http://schemas.microsoft.com/office/drawing/2014/main" id="{F74A775E-F78C-435C-B92F-0464AAC9D889}"/>
              </a:ext>
            </a:extLst>
          </p:cNvPr>
          <p:cNvSpPr>
            <a:spLocks/>
          </p:cNvSpPr>
          <p:nvPr/>
        </p:nvSpPr>
        <p:spPr>
          <a:xfrm>
            <a:off x="466877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6" name="data_9964">
            <a:extLst>
              <a:ext uri="{FF2B5EF4-FFF2-40B4-BE49-F238E27FC236}">
                <a16:creationId xmlns:a16="http://schemas.microsoft.com/office/drawing/2014/main" id="{CBB75FCB-A92B-4823-BB99-53D534A0BE26}"/>
              </a:ext>
            </a:extLst>
          </p:cNvPr>
          <p:cNvSpPr>
            <a:spLocks/>
          </p:cNvSpPr>
          <p:nvPr/>
        </p:nvSpPr>
        <p:spPr>
          <a:xfrm>
            <a:off x="46188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7" name="data_9965">
            <a:extLst>
              <a:ext uri="{FF2B5EF4-FFF2-40B4-BE49-F238E27FC236}">
                <a16:creationId xmlns:a16="http://schemas.microsoft.com/office/drawing/2014/main" id="{B13E0430-4BC9-4D88-A8FD-CFF11C1F7C27}"/>
              </a:ext>
            </a:extLst>
          </p:cNvPr>
          <p:cNvSpPr>
            <a:spLocks/>
          </p:cNvSpPr>
          <p:nvPr/>
        </p:nvSpPr>
        <p:spPr>
          <a:xfrm>
            <a:off x="46424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8" name="data_9966">
            <a:extLst>
              <a:ext uri="{FF2B5EF4-FFF2-40B4-BE49-F238E27FC236}">
                <a16:creationId xmlns:a16="http://schemas.microsoft.com/office/drawing/2014/main" id="{2E6C3D12-B872-448A-93E4-D0EE33525783}"/>
              </a:ext>
            </a:extLst>
          </p:cNvPr>
          <p:cNvSpPr>
            <a:spLocks/>
          </p:cNvSpPr>
          <p:nvPr/>
        </p:nvSpPr>
        <p:spPr>
          <a:xfrm>
            <a:off x="4596326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79" name="data_9967">
            <a:extLst>
              <a:ext uri="{FF2B5EF4-FFF2-40B4-BE49-F238E27FC236}">
                <a16:creationId xmlns:a16="http://schemas.microsoft.com/office/drawing/2014/main" id="{2CFF3899-AE8B-4654-937D-87FA272B7DB4}"/>
              </a:ext>
            </a:extLst>
          </p:cNvPr>
          <p:cNvSpPr>
            <a:spLocks/>
          </p:cNvSpPr>
          <p:nvPr/>
        </p:nvSpPr>
        <p:spPr>
          <a:xfrm>
            <a:off x="530306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0" name="data_9968">
            <a:extLst>
              <a:ext uri="{FF2B5EF4-FFF2-40B4-BE49-F238E27FC236}">
                <a16:creationId xmlns:a16="http://schemas.microsoft.com/office/drawing/2014/main" id="{79B9C2FC-14F2-4CCC-A032-A6B9CE8B7E80}"/>
              </a:ext>
            </a:extLst>
          </p:cNvPr>
          <p:cNvSpPr>
            <a:spLocks/>
          </p:cNvSpPr>
          <p:nvPr/>
        </p:nvSpPr>
        <p:spPr>
          <a:xfrm>
            <a:off x="53864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1" name="data_9969">
            <a:extLst>
              <a:ext uri="{FF2B5EF4-FFF2-40B4-BE49-F238E27FC236}">
                <a16:creationId xmlns:a16="http://schemas.microsoft.com/office/drawing/2014/main" id="{0EAD7549-A01F-4357-9D32-D382C970C250}"/>
              </a:ext>
            </a:extLst>
          </p:cNvPr>
          <p:cNvSpPr>
            <a:spLocks/>
          </p:cNvSpPr>
          <p:nvPr/>
        </p:nvSpPr>
        <p:spPr>
          <a:xfrm>
            <a:off x="52757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2" name="data_9970">
            <a:extLst>
              <a:ext uri="{FF2B5EF4-FFF2-40B4-BE49-F238E27FC236}">
                <a16:creationId xmlns:a16="http://schemas.microsoft.com/office/drawing/2014/main" id="{C5DD9AF5-EF83-4325-8B96-9E47730DAF8A}"/>
              </a:ext>
            </a:extLst>
          </p:cNvPr>
          <p:cNvSpPr>
            <a:spLocks/>
          </p:cNvSpPr>
          <p:nvPr/>
        </p:nvSpPr>
        <p:spPr>
          <a:xfrm>
            <a:off x="53760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3" name="data_9971">
            <a:extLst>
              <a:ext uri="{FF2B5EF4-FFF2-40B4-BE49-F238E27FC236}">
                <a16:creationId xmlns:a16="http://schemas.microsoft.com/office/drawing/2014/main" id="{F1BFB5C1-F615-450C-B535-CA6F8858A3B2}"/>
              </a:ext>
            </a:extLst>
          </p:cNvPr>
          <p:cNvSpPr>
            <a:spLocks/>
          </p:cNvSpPr>
          <p:nvPr/>
        </p:nvSpPr>
        <p:spPr>
          <a:xfrm>
            <a:off x="53243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4" name="data_9972">
            <a:extLst>
              <a:ext uri="{FF2B5EF4-FFF2-40B4-BE49-F238E27FC236}">
                <a16:creationId xmlns:a16="http://schemas.microsoft.com/office/drawing/2014/main" id="{685866C3-E0FD-4667-81E2-5308934D4264}"/>
              </a:ext>
            </a:extLst>
          </p:cNvPr>
          <p:cNvSpPr>
            <a:spLocks/>
          </p:cNvSpPr>
          <p:nvPr/>
        </p:nvSpPr>
        <p:spPr>
          <a:xfrm>
            <a:off x="53957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5" name="data_9973">
            <a:extLst>
              <a:ext uri="{FF2B5EF4-FFF2-40B4-BE49-F238E27FC236}">
                <a16:creationId xmlns:a16="http://schemas.microsoft.com/office/drawing/2014/main" id="{AEC4F11E-5561-4502-8255-05B428E44763}"/>
              </a:ext>
            </a:extLst>
          </p:cNvPr>
          <p:cNvSpPr>
            <a:spLocks/>
          </p:cNvSpPr>
          <p:nvPr/>
        </p:nvSpPr>
        <p:spPr>
          <a:xfrm>
            <a:off x="53029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6" name="data_9974">
            <a:extLst>
              <a:ext uri="{FF2B5EF4-FFF2-40B4-BE49-F238E27FC236}">
                <a16:creationId xmlns:a16="http://schemas.microsoft.com/office/drawing/2014/main" id="{A27898FE-1ACC-4FA9-A43E-AE335A582BBF}"/>
              </a:ext>
            </a:extLst>
          </p:cNvPr>
          <p:cNvSpPr>
            <a:spLocks/>
          </p:cNvSpPr>
          <p:nvPr/>
        </p:nvSpPr>
        <p:spPr>
          <a:xfrm>
            <a:off x="53665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7" name="data_9975">
            <a:extLst>
              <a:ext uri="{FF2B5EF4-FFF2-40B4-BE49-F238E27FC236}">
                <a16:creationId xmlns:a16="http://schemas.microsoft.com/office/drawing/2014/main" id="{C3BD8AF0-BBB7-46B6-AED2-38EA8E71856C}"/>
              </a:ext>
            </a:extLst>
          </p:cNvPr>
          <p:cNvSpPr>
            <a:spLocks/>
          </p:cNvSpPr>
          <p:nvPr/>
        </p:nvSpPr>
        <p:spPr>
          <a:xfrm>
            <a:off x="52802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8" name="data_9976">
            <a:extLst>
              <a:ext uri="{FF2B5EF4-FFF2-40B4-BE49-F238E27FC236}">
                <a16:creationId xmlns:a16="http://schemas.microsoft.com/office/drawing/2014/main" id="{32342B3A-82FD-4C66-ACA5-82E9483C44C1}"/>
              </a:ext>
            </a:extLst>
          </p:cNvPr>
          <p:cNvSpPr>
            <a:spLocks/>
          </p:cNvSpPr>
          <p:nvPr/>
        </p:nvSpPr>
        <p:spPr>
          <a:xfrm>
            <a:off x="530801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89" name="data_9977">
            <a:extLst>
              <a:ext uri="{FF2B5EF4-FFF2-40B4-BE49-F238E27FC236}">
                <a16:creationId xmlns:a16="http://schemas.microsoft.com/office/drawing/2014/main" id="{3EF4EBA7-D939-4D28-A5BD-645AF2724F48}"/>
              </a:ext>
            </a:extLst>
          </p:cNvPr>
          <p:cNvSpPr>
            <a:spLocks/>
          </p:cNvSpPr>
          <p:nvPr/>
        </p:nvSpPr>
        <p:spPr>
          <a:xfrm>
            <a:off x="5280005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0" name="data_9978">
            <a:extLst>
              <a:ext uri="{FF2B5EF4-FFF2-40B4-BE49-F238E27FC236}">
                <a16:creationId xmlns:a16="http://schemas.microsoft.com/office/drawing/2014/main" id="{F0D1F710-166E-442B-BFB3-B69EFE0A4EAD}"/>
              </a:ext>
            </a:extLst>
          </p:cNvPr>
          <p:cNvSpPr>
            <a:spLocks/>
          </p:cNvSpPr>
          <p:nvPr/>
        </p:nvSpPr>
        <p:spPr>
          <a:xfrm>
            <a:off x="535362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1" name="data_9979">
            <a:extLst>
              <a:ext uri="{FF2B5EF4-FFF2-40B4-BE49-F238E27FC236}">
                <a16:creationId xmlns:a16="http://schemas.microsoft.com/office/drawing/2014/main" id="{C935028D-0FFC-4036-A377-9F81A3CCA8ED}"/>
              </a:ext>
            </a:extLst>
          </p:cNvPr>
          <p:cNvSpPr>
            <a:spLocks/>
          </p:cNvSpPr>
          <p:nvPr/>
        </p:nvSpPr>
        <p:spPr>
          <a:xfrm>
            <a:off x="529759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2" name="data_9980">
            <a:extLst>
              <a:ext uri="{FF2B5EF4-FFF2-40B4-BE49-F238E27FC236}">
                <a16:creationId xmlns:a16="http://schemas.microsoft.com/office/drawing/2014/main" id="{35704073-BA14-4A4B-AA9C-BF68A3D2FF11}"/>
              </a:ext>
            </a:extLst>
          </p:cNvPr>
          <p:cNvSpPr>
            <a:spLocks/>
          </p:cNvSpPr>
          <p:nvPr/>
        </p:nvSpPr>
        <p:spPr>
          <a:xfrm>
            <a:off x="533668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3" name="data_9981">
            <a:extLst>
              <a:ext uri="{FF2B5EF4-FFF2-40B4-BE49-F238E27FC236}">
                <a16:creationId xmlns:a16="http://schemas.microsoft.com/office/drawing/2014/main" id="{742C5685-183E-4C5E-975A-FFC5093FA51A}"/>
              </a:ext>
            </a:extLst>
          </p:cNvPr>
          <p:cNvSpPr>
            <a:spLocks/>
          </p:cNvSpPr>
          <p:nvPr/>
        </p:nvSpPr>
        <p:spPr>
          <a:xfrm>
            <a:off x="532287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4" name="data_9982">
            <a:extLst>
              <a:ext uri="{FF2B5EF4-FFF2-40B4-BE49-F238E27FC236}">
                <a16:creationId xmlns:a16="http://schemas.microsoft.com/office/drawing/2014/main" id="{5F3CB71F-083E-4211-85D0-52A9773753A7}"/>
              </a:ext>
            </a:extLst>
          </p:cNvPr>
          <p:cNvSpPr>
            <a:spLocks/>
          </p:cNvSpPr>
          <p:nvPr/>
        </p:nvSpPr>
        <p:spPr>
          <a:xfrm>
            <a:off x="5309973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5" name="data_9983">
            <a:extLst>
              <a:ext uri="{FF2B5EF4-FFF2-40B4-BE49-F238E27FC236}">
                <a16:creationId xmlns:a16="http://schemas.microsoft.com/office/drawing/2014/main" id="{0C974684-9064-49A1-8B35-31CA31E91305}"/>
              </a:ext>
            </a:extLst>
          </p:cNvPr>
          <p:cNvSpPr>
            <a:spLocks/>
          </p:cNvSpPr>
          <p:nvPr/>
        </p:nvSpPr>
        <p:spPr>
          <a:xfrm>
            <a:off x="527961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6" name="data_9984">
            <a:extLst>
              <a:ext uri="{FF2B5EF4-FFF2-40B4-BE49-F238E27FC236}">
                <a16:creationId xmlns:a16="http://schemas.microsoft.com/office/drawing/2014/main" id="{11FD4FFD-2FC0-474F-8E8D-3F68A7672079}"/>
              </a:ext>
            </a:extLst>
          </p:cNvPr>
          <p:cNvSpPr>
            <a:spLocks/>
          </p:cNvSpPr>
          <p:nvPr/>
        </p:nvSpPr>
        <p:spPr>
          <a:xfrm>
            <a:off x="5396620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7" name="data_9985">
            <a:extLst>
              <a:ext uri="{FF2B5EF4-FFF2-40B4-BE49-F238E27FC236}">
                <a16:creationId xmlns:a16="http://schemas.microsoft.com/office/drawing/2014/main" id="{53E88BF4-7E43-400C-AB13-26EA86D90D04}"/>
              </a:ext>
            </a:extLst>
          </p:cNvPr>
          <p:cNvSpPr>
            <a:spLocks/>
          </p:cNvSpPr>
          <p:nvPr/>
        </p:nvSpPr>
        <p:spPr>
          <a:xfrm>
            <a:off x="52814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8" name="data_9986">
            <a:extLst>
              <a:ext uri="{FF2B5EF4-FFF2-40B4-BE49-F238E27FC236}">
                <a16:creationId xmlns:a16="http://schemas.microsoft.com/office/drawing/2014/main" id="{8830D135-F3A1-46DD-9796-4656A58ACF23}"/>
              </a:ext>
            </a:extLst>
          </p:cNvPr>
          <p:cNvSpPr>
            <a:spLocks/>
          </p:cNvSpPr>
          <p:nvPr/>
        </p:nvSpPr>
        <p:spPr>
          <a:xfrm>
            <a:off x="53869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899" name="data_9987">
            <a:extLst>
              <a:ext uri="{FF2B5EF4-FFF2-40B4-BE49-F238E27FC236}">
                <a16:creationId xmlns:a16="http://schemas.microsoft.com/office/drawing/2014/main" id="{72AF0DCB-C004-45A0-9C01-CD985949800A}"/>
              </a:ext>
            </a:extLst>
          </p:cNvPr>
          <p:cNvSpPr>
            <a:spLocks/>
          </p:cNvSpPr>
          <p:nvPr/>
        </p:nvSpPr>
        <p:spPr>
          <a:xfrm>
            <a:off x="53248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0" name="data_9988">
            <a:extLst>
              <a:ext uri="{FF2B5EF4-FFF2-40B4-BE49-F238E27FC236}">
                <a16:creationId xmlns:a16="http://schemas.microsoft.com/office/drawing/2014/main" id="{B225860C-C9F8-4D21-9428-1DEE2C9DED35}"/>
              </a:ext>
            </a:extLst>
          </p:cNvPr>
          <p:cNvSpPr>
            <a:spLocks/>
          </p:cNvSpPr>
          <p:nvPr/>
        </p:nvSpPr>
        <p:spPr>
          <a:xfrm>
            <a:off x="540196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1" name="data_9989">
            <a:extLst>
              <a:ext uri="{FF2B5EF4-FFF2-40B4-BE49-F238E27FC236}">
                <a16:creationId xmlns:a16="http://schemas.microsoft.com/office/drawing/2014/main" id="{23F32C22-E228-4465-BF91-2F217C523818}"/>
              </a:ext>
            </a:extLst>
          </p:cNvPr>
          <p:cNvSpPr>
            <a:spLocks/>
          </p:cNvSpPr>
          <p:nvPr/>
        </p:nvSpPr>
        <p:spPr>
          <a:xfrm>
            <a:off x="53611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2" name="data_9990">
            <a:extLst>
              <a:ext uri="{FF2B5EF4-FFF2-40B4-BE49-F238E27FC236}">
                <a16:creationId xmlns:a16="http://schemas.microsoft.com/office/drawing/2014/main" id="{784E7093-DD84-46A4-9F49-E11B446159AE}"/>
              </a:ext>
            </a:extLst>
          </p:cNvPr>
          <p:cNvSpPr>
            <a:spLocks/>
          </p:cNvSpPr>
          <p:nvPr/>
        </p:nvSpPr>
        <p:spPr>
          <a:xfrm>
            <a:off x="5370040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3" name="data_9991">
            <a:extLst>
              <a:ext uri="{FF2B5EF4-FFF2-40B4-BE49-F238E27FC236}">
                <a16:creationId xmlns:a16="http://schemas.microsoft.com/office/drawing/2014/main" id="{E0CF6A25-81EE-4946-A8A7-55B3B7E3739A}"/>
              </a:ext>
            </a:extLst>
          </p:cNvPr>
          <p:cNvSpPr>
            <a:spLocks/>
          </p:cNvSpPr>
          <p:nvPr/>
        </p:nvSpPr>
        <p:spPr>
          <a:xfrm>
            <a:off x="5312839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4" name="data_9992">
            <a:extLst>
              <a:ext uri="{FF2B5EF4-FFF2-40B4-BE49-F238E27FC236}">
                <a16:creationId xmlns:a16="http://schemas.microsoft.com/office/drawing/2014/main" id="{B7EA33CD-942B-48F6-B75F-94EE672A1573}"/>
              </a:ext>
            </a:extLst>
          </p:cNvPr>
          <p:cNvSpPr>
            <a:spLocks/>
          </p:cNvSpPr>
          <p:nvPr/>
        </p:nvSpPr>
        <p:spPr>
          <a:xfrm>
            <a:off x="539466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5" name="data_9993">
            <a:extLst>
              <a:ext uri="{FF2B5EF4-FFF2-40B4-BE49-F238E27FC236}">
                <a16:creationId xmlns:a16="http://schemas.microsoft.com/office/drawing/2014/main" id="{E4180811-9839-46A7-8944-D08555506206}"/>
              </a:ext>
            </a:extLst>
          </p:cNvPr>
          <p:cNvSpPr>
            <a:spLocks/>
          </p:cNvSpPr>
          <p:nvPr/>
        </p:nvSpPr>
        <p:spPr>
          <a:xfrm>
            <a:off x="5370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6" name="data_9994">
            <a:extLst>
              <a:ext uri="{FF2B5EF4-FFF2-40B4-BE49-F238E27FC236}">
                <a16:creationId xmlns:a16="http://schemas.microsoft.com/office/drawing/2014/main" id="{7C5E00A8-F38A-4AB0-ACF8-3666111F04BD}"/>
              </a:ext>
            </a:extLst>
          </p:cNvPr>
          <p:cNvSpPr>
            <a:spLocks/>
          </p:cNvSpPr>
          <p:nvPr/>
        </p:nvSpPr>
        <p:spPr>
          <a:xfrm>
            <a:off x="52959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7" name="data_9995">
            <a:extLst>
              <a:ext uri="{FF2B5EF4-FFF2-40B4-BE49-F238E27FC236}">
                <a16:creationId xmlns:a16="http://schemas.microsoft.com/office/drawing/2014/main" id="{DBBF915F-1BD6-4454-9D54-87671DE0EAB6}"/>
              </a:ext>
            </a:extLst>
          </p:cNvPr>
          <p:cNvSpPr>
            <a:spLocks/>
          </p:cNvSpPr>
          <p:nvPr/>
        </p:nvSpPr>
        <p:spPr>
          <a:xfrm>
            <a:off x="5368085" y="59558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8" name="data_9996">
            <a:extLst>
              <a:ext uri="{FF2B5EF4-FFF2-40B4-BE49-F238E27FC236}">
                <a16:creationId xmlns:a16="http://schemas.microsoft.com/office/drawing/2014/main" id="{6DE4ECB1-8493-46E7-9E7A-C5934D669817}"/>
              </a:ext>
            </a:extLst>
          </p:cNvPr>
          <p:cNvSpPr>
            <a:spLocks/>
          </p:cNvSpPr>
          <p:nvPr/>
        </p:nvSpPr>
        <p:spPr>
          <a:xfrm>
            <a:off x="53025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09" name="data_9997">
            <a:extLst>
              <a:ext uri="{FF2B5EF4-FFF2-40B4-BE49-F238E27FC236}">
                <a16:creationId xmlns:a16="http://schemas.microsoft.com/office/drawing/2014/main" id="{935E304F-1E51-45CA-BC1F-5A5CC6CD7DDF}"/>
              </a:ext>
            </a:extLst>
          </p:cNvPr>
          <p:cNvSpPr>
            <a:spLocks/>
          </p:cNvSpPr>
          <p:nvPr/>
        </p:nvSpPr>
        <p:spPr>
          <a:xfrm>
            <a:off x="531270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0" name="data_9998">
            <a:extLst>
              <a:ext uri="{FF2B5EF4-FFF2-40B4-BE49-F238E27FC236}">
                <a16:creationId xmlns:a16="http://schemas.microsoft.com/office/drawing/2014/main" id="{F1AB1C65-97C1-4D5B-B209-4B7DC2CEED8B}"/>
              </a:ext>
            </a:extLst>
          </p:cNvPr>
          <p:cNvSpPr>
            <a:spLocks/>
          </p:cNvSpPr>
          <p:nvPr/>
        </p:nvSpPr>
        <p:spPr>
          <a:xfrm>
            <a:off x="539362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1" name="data_9999">
            <a:extLst>
              <a:ext uri="{FF2B5EF4-FFF2-40B4-BE49-F238E27FC236}">
                <a16:creationId xmlns:a16="http://schemas.microsoft.com/office/drawing/2014/main" id="{50A872A7-167A-4595-B348-93BF1DDF0E32}"/>
              </a:ext>
            </a:extLst>
          </p:cNvPr>
          <p:cNvSpPr>
            <a:spLocks/>
          </p:cNvSpPr>
          <p:nvPr/>
        </p:nvSpPr>
        <p:spPr>
          <a:xfrm>
            <a:off x="531479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2" name="data_10000">
            <a:extLst>
              <a:ext uri="{FF2B5EF4-FFF2-40B4-BE49-F238E27FC236}">
                <a16:creationId xmlns:a16="http://schemas.microsoft.com/office/drawing/2014/main" id="{59DEE11F-5BE4-40D1-9ECC-54711224DF5B}"/>
              </a:ext>
            </a:extLst>
          </p:cNvPr>
          <p:cNvSpPr>
            <a:spLocks/>
          </p:cNvSpPr>
          <p:nvPr/>
        </p:nvSpPr>
        <p:spPr>
          <a:xfrm>
            <a:off x="5386327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3" name="data_10001">
            <a:extLst>
              <a:ext uri="{FF2B5EF4-FFF2-40B4-BE49-F238E27FC236}">
                <a16:creationId xmlns:a16="http://schemas.microsoft.com/office/drawing/2014/main" id="{AB2DAFC7-49E6-48F2-947E-0F4C9BC1C70C}"/>
              </a:ext>
            </a:extLst>
          </p:cNvPr>
          <p:cNvSpPr>
            <a:spLocks/>
          </p:cNvSpPr>
          <p:nvPr/>
        </p:nvSpPr>
        <p:spPr>
          <a:xfrm>
            <a:off x="53873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4" name="data_10002">
            <a:extLst>
              <a:ext uri="{FF2B5EF4-FFF2-40B4-BE49-F238E27FC236}">
                <a16:creationId xmlns:a16="http://schemas.microsoft.com/office/drawing/2014/main" id="{0903D50D-0A63-4632-801D-F5ADA65CE396}"/>
              </a:ext>
            </a:extLst>
          </p:cNvPr>
          <p:cNvSpPr>
            <a:spLocks/>
          </p:cNvSpPr>
          <p:nvPr/>
        </p:nvSpPr>
        <p:spPr>
          <a:xfrm>
            <a:off x="5390757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5" name="data_10003">
            <a:extLst>
              <a:ext uri="{FF2B5EF4-FFF2-40B4-BE49-F238E27FC236}">
                <a16:creationId xmlns:a16="http://schemas.microsoft.com/office/drawing/2014/main" id="{B61200F3-3592-49C9-A3AD-D5354D39D569}"/>
              </a:ext>
            </a:extLst>
          </p:cNvPr>
          <p:cNvSpPr>
            <a:spLocks/>
          </p:cNvSpPr>
          <p:nvPr/>
        </p:nvSpPr>
        <p:spPr>
          <a:xfrm>
            <a:off x="5315836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6" name="data_10004">
            <a:extLst>
              <a:ext uri="{FF2B5EF4-FFF2-40B4-BE49-F238E27FC236}">
                <a16:creationId xmlns:a16="http://schemas.microsoft.com/office/drawing/2014/main" id="{021B7799-8321-40C4-9938-67B928B78148}"/>
              </a:ext>
            </a:extLst>
          </p:cNvPr>
          <p:cNvSpPr>
            <a:spLocks/>
          </p:cNvSpPr>
          <p:nvPr/>
        </p:nvSpPr>
        <p:spPr>
          <a:xfrm>
            <a:off x="529616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7" name="data_10005">
            <a:extLst>
              <a:ext uri="{FF2B5EF4-FFF2-40B4-BE49-F238E27FC236}">
                <a16:creationId xmlns:a16="http://schemas.microsoft.com/office/drawing/2014/main" id="{D308C6FB-C695-41AB-B060-7804D401DF78}"/>
              </a:ext>
            </a:extLst>
          </p:cNvPr>
          <p:cNvSpPr>
            <a:spLocks/>
          </p:cNvSpPr>
          <p:nvPr/>
        </p:nvSpPr>
        <p:spPr>
          <a:xfrm>
            <a:off x="53719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8" name="data_10006">
            <a:extLst>
              <a:ext uri="{FF2B5EF4-FFF2-40B4-BE49-F238E27FC236}">
                <a16:creationId xmlns:a16="http://schemas.microsoft.com/office/drawing/2014/main" id="{76D7CEF9-67D8-44A0-86A2-E3BC3D998375}"/>
              </a:ext>
            </a:extLst>
          </p:cNvPr>
          <p:cNvSpPr>
            <a:spLocks/>
          </p:cNvSpPr>
          <p:nvPr/>
        </p:nvSpPr>
        <p:spPr>
          <a:xfrm>
            <a:off x="52900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19" name="data_10007">
            <a:extLst>
              <a:ext uri="{FF2B5EF4-FFF2-40B4-BE49-F238E27FC236}">
                <a16:creationId xmlns:a16="http://schemas.microsoft.com/office/drawing/2014/main" id="{FCCBD229-C6F7-48A4-9828-BFDA5B317FFD}"/>
              </a:ext>
            </a:extLst>
          </p:cNvPr>
          <p:cNvSpPr>
            <a:spLocks/>
          </p:cNvSpPr>
          <p:nvPr/>
        </p:nvSpPr>
        <p:spPr>
          <a:xfrm>
            <a:off x="52982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0" name="data_10008">
            <a:extLst>
              <a:ext uri="{FF2B5EF4-FFF2-40B4-BE49-F238E27FC236}">
                <a16:creationId xmlns:a16="http://schemas.microsoft.com/office/drawing/2014/main" id="{D0F66595-0145-4E7C-BFD9-084CF0FB1AA3}"/>
              </a:ext>
            </a:extLst>
          </p:cNvPr>
          <p:cNvSpPr>
            <a:spLocks/>
          </p:cNvSpPr>
          <p:nvPr/>
        </p:nvSpPr>
        <p:spPr>
          <a:xfrm>
            <a:off x="53752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1" name="data_10009">
            <a:extLst>
              <a:ext uri="{FF2B5EF4-FFF2-40B4-BE49-F238E27FC236}">
                <a16:creationId xmlns:a16="http://schemas.microsoft.com/office/drawing/2014/main" id="{DDBA1636-9DD1-4399-9B5C-14A069567732}"/>
              </a:ext>
            </a:extLst>
          </p:cNvPr>
          <p:cNvSpPr>
            <a:spLocks/>
          </p:cNvSpPr>
          <p:nvPr/>
        </p:nvSpPr>
        <p:spPr>
          <a:xfrm>
            <a:off x="52912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2" name="data_10010">
            <a:extLst>
              <a:ext uri="{FF2B5EF4-FFF2-40B4-BE49-F238E27FC236}">
                <a16:creationId xmlns:a16="http://schemas.microsoft.com/office/drawing/2014/main" id="{DD7D1CBD-20C2-490D-9124-89456321FAC6}"/>
              </a:ext>
            </a:extLst>
          </p:cNvPr>
          <p:cNvSpPr>
            <a:spLocks/>
          </p:cNvSpPr>
          <p:nvPr/>
        </p:nvSpPr>
        <p:spPr>
          <a:xfrm>
            <a:off x="540026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3" name="data_10011">
            <a:extLst>
              <a:ext uri="{FF2B5EF4-FFF2-40B4-BE49-F238E27FC236}">
                <a16:creationId xmlns:a16="http://schemas.microsoft.com/office/drawing/2014/main" id="{BBF8047B-9313-4C4C-9589-AC8850B8DFF9}"/>
              </a:ext>
            </a:extLst>
          </p:cNvPr>
          <p:cNvSpPr>
            <a:spLocks/>
          </p:cNvSpPr>
          <p:nvPr/>
        </p:nvSpPr>
        <p:spPr>
          <a:xfrm>
            <a:off x="53803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4" name="data_10012">
            <a:extLst>
              <a:ext uri="{FF2B5EF4-FFF2-40B4-BE49-F238E27FC236}">
                <a16:creationId xmlns:a16="http://schemas.microsoft.com/office/drawing/2014/main" id="{1F653AF6-0E89-4799-96D0-13D3537D735C}"/>
              </a:ext>
            </a:extLst>
          </p:cNvPr>
          <p:cNvSpPr>
            <a:spLocks/>
          </p:cNvSpPr>
          <p:nvPr/>
        </p:nvSpPr>
        <p:spPr>
          <a:xfrm>
            <a:off x="53331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5" name="data_10013">
            <a:extLst>
              <a:ext uri="{FF2B5EF4-FFF2-40B4-BE49-F238E27FC236}">
                <a16:creationId xmlns:a16="http://schemas.microsoft.com/office/drawing/2014/main" id="{B201F2E5-1D18-4444-94B6-1B47360C5DF6}"/>
              </a:ext>
            </a:extLst>
          </p:cNvPr>
          <p:cNvSpPr>
            <a:spLocks/>
          </p:cNvSpPr>
          <p:nvPr/>
        </p:nvSpPr>
        <p:spPr>
          <a:xfrm>
            <a:off x="53111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6" name="data_10014">
            <a:extLst>
              <a:ext uri="{FF2B5EF4-FFF2-40B4-BE49-F238E27FC236}">
                <a16:creationId xmlns:a16="http://schemas.microsoft.com/office/drawing/2014/main" id="{ED01F342-AFD7-4C8F-9477-1F4469E17E85}"/>
              </a:ext>
            </a:extLst>
          </p:cNvPr>
          <p:cNvSpPr>
            <a:spLocks/>
          </p:cNvSpPr>
          <p:nvPr/>
        </p:nvSpPr>
        <p:spPr>
          <a:xfrm>
            <a:off x="5403917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7" name="data_10015">
            <a:extLst>
              <a:ext uri="{FF2B5EF4-FFF2-40B4-BE49-F238E27FC236}">
                <a16:creationId xmlns:a16="http://schemas.microsoft.com/office/drawing/2014/main" id="{222F1085-D58E-4F57-AD0C-658BA100D226}"/>
              </a:ext>
            </a:extLst>
          </p:cNvPr>
          <p:cNvSpPr>
            <a:spLocks/>
          </p:cNvSpPr>
          <p:nvPr/>
        </p:nvSpPr>
        <p:spPr>
          <a:xfrm>
            <a:off x="535661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8" name="data_10016">
            <a:extLst>
              <a:ext uri="{FF2B5EF4-FFF2-40B4-BE49-F238E27FC236}">
                <a16:creationId xmlns:a16="http://schemas.microsoft.com/office/drawing/2014/main" id="{0C1A7156-037F-42CD-90A5-0564F030A33D}"/>
              </a:ext>
            </a:extLst>
          </p:cNvPr>
          <p:cNvSpPr>
            <a:spLocks/>
          </p:cNvSpPr>
          <p:nvPr/>
        </p:nvSpPr>
        <p:spPr>
          <a:xfrm>
            <a:off x="53863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29" name="data_10017">
            <a:extLst>
              <a:ext uri="{FF2B5EF4-FFF2-40B4-BE49-F238E27FC236}">
                <a16:creationId xmlns:a16="http://schemas.microsoft.com/office/drawing/2014/main" id="{0647034B-B29B-4C24-BDE0-F2DC78FFE3CD}"/>
              </a:ext>
            </a:extLst>
          </p:cNvPr>
          <p:cNvSpPr>
            <a:spLocks/>
          </p:cNvSpPr>
          <p:nvPr/>
        </p:nvSpPr>
        <p:spPr>
          <a:xfrm>
            <a:off x="52949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0" name="data_10018">
            <a:extLst>
              <a:ext uri="{FF2B5EF4-FFF2-40B4-BE49-F238E27FC236}">
                <a16:creationId xmlns:a16="http://schemas.microsoft.com/office/drawing/2014/main" id="{618DC168-5D4D-4549-A2B6-D981AB576FB3}"/>
              </a:ext>
            </a:extLst>
          </p:cNvPr>
          <p:cNvSpPr>
            <a:spLocks/>
          </p:cNvSpPr>
          <p:nvPr/>
        </p:nvSpPr>
        <p:spPr>
          <a:xfrm>
            <a:off x="533173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1" name="data_10019">
            <a:extLst>
              <a:ext uri="{FF2B5EF4-FFF2-40B4-BE49-F238E27FC236}">
                <a16:creationId xmlns:a16="http://schemas.microsoft.com/office/drawing/2014/main" id="{23599EF2-1B88-4E51-83CB-1E1D938DD548}"/>
              </a:ext>
            </a:extLst>
          </p:cNvPr>
          <p:cNvSpPr>
            <a:spLocks/>
          </p:cNvSpPr>
          <p:nvPr/>
        </p:nvSpPr>
        <p:spPr>
          <a:xfrm>
            <a:off x="537824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2" name="data_10020">
            <a:extLst>
              <a:ext uri="{FF2B5EF4-FFF2-40B4-BE49-F238E27FC236}">
                <a16:creationId xmlns:a16="http://schemas.microsoft.com/office/drawing/2014/main" id="{0C51A02E-72D4-4DA3-86CE-8A1AD4E53FFC}"/>
              </a:ext>
            </a:extLst>
          </p:cNvPr>
          <p:cNvSpPr>
            <a:spLocks/>
          </p:cNvSpPr>
          <p:nvPr/>
        </p:nvSpPr>
        <p:spPr>
          <a:xfrm>
            <a:off x="5359355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3" name="data_10021">
            <a:extLst>
              <a:ext uri="{FF2B5EF4-FFF2-40B4-BE49-F238E27FC236}">
                <a16:creationId xmlns:a16="http://schemas.microsoft.com/office/drawing/2014/main" id="{C7B8FF35-CC32-44D4-A769-770F55D0899E}"/>
              </a:ext>
            </a:extLst>
          </p:cNvPr>
          <p:cNvSpPr>
            <a:spLocks/>
          </p:cNvSpPr>
          <p:nvPr/>
        </p:nvSpPr>
        <p:spPr>
          <a:xfrm>
            <a:off x="5397532" y="521544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4" name="data_10022">
            <a:extLst>
              <a:ext uri="{FF2B5EF4-FFF2-40B4-BE49-F238E27FC236}">
                <a16:creationId xmlns:a16="http://schemas.microsoft.com/office/drawing/2014/main" id="{1E659665-EB8D-4294-8F3A-72ED4B1F41DA}"/>
              </a:ext>
            </a:extLst>
          </p:cNvPr>
          <p:cNvSpPr>
            <a:spLocks/>
          </p:cNvSpPr>
          <p:nvPr/>
        </p:nvSpPr>
        <p:spPr>
          <a:xfrm>
            <a:off x="52766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5" name="data_10023">
            <a:extLst>
              <a:ext uri="{FF2B5EF4-FFF2-40B4-BE49-F238E27FC236}">
                <a16:creationId xmlns:a16="http://schemas.microsoft.com/office/drawing/2014/main" id="{446C6A7F-1863-4A35-91A7-2BF86E1F7BA7}"/>
              </a:ext>
            </a:extLst>
          </p:cNvPr>
          <p:cNvSpPr>
            <a:spLocks/>
          </p:cNvSpPr>
          <p:nvPr/>
        </p:nvSpPr>
        <p:spPr>
          <a:xfrm>
            <a:off x="533029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6" name="data_10024">
            <a:extLst>
              <a:ext uri="{FF2B5EF4-FFF2-40B4-BE49-F238E27FC236}">
                <a16:creationId xmlns:a16="http://schemas.microsoft.com/office/drawing/2014/main" id="{ADB97610-BDE2-480C-B8E9-519F9AD81A19}"/>
              </a:ext>
            </a:extLst>
          </p:cNvPr>
          <p:cNvSpPr>
            <a:spLocks/>
          </p:cNvSpPr>
          <p:nvPr/>
        </p:nvSpPr>
        <p:spPr>
          <a:xfrm>
            <a:off x="53546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7" name="data_10025">
            <a:extLst>
              <a:ext uri="{FF2B5EF4-FFF2-40B4-BE49-F238E27FC236}">
                <a16:creationId xmlns:a16="http://schemas.microsoft.com/office/drawing/2014/main" id="{1A191205-21BC-43CA-8178-A7A91A2D536A}"/>
              </a:ext>
            </a:extLst>
          </p:cNvPr>
          <p:cNvSpPr>
            <a:spLocks/>
          </p:cNvSpPr>
          <p:nvPr/>
        </p:nvSpPr>
        <p:spPr>
          <a:xfrm>
            <a:off x="531414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8" name="data_10026">
            <a:extLst>
              <a:ext uri="{FF2B5EF4-FFF2-40B4-BE49-F238E27FC236}">
                <a16:creationId xmlns:a16="http://schemas.microsoft.com/office/drawing/2014/main" id="{9A72FF7F-9218-4A9D-8291-4FFAC8D094D3}"/>
              </a:ext>
            </a:extLst>
          </p:cNvPr>
          <p:cNvSpPr>
            <a:spLocks/>
          </p:cNvSpPr>
          <p:nvPr/>
        </p:nvSpPr>
        <p:spPr>
          <a:xfrm>
            <a:off x="53433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39" name="data_10027">
            <a:extLst>
              <a:ext uri="{FF2B5EF4-FFF2-40B4-BE49-F238E27FC236}">
                <a16:creationId xmlns:a16="http://schemas.microsoft.com/office/drawing/2014/main" id="{7C03771E-7E6E-48A2-8980-96521FF81158}"/>
              </a:ext>
            </a:extLst>
          </p:cNvPr>
          <p:cNvSpPr>
            <a:spLocks/>
          </p:cNvSpPr>
          <p:nvPr/>
        </p:nvSpPr>
        <p:spPr>
          <a:xfrm>
            <a:off x="5326911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0" name="data_10028">
            <a:extLst>
              <a:ext uri="{FF2B5EF4-FFF2-40B4-BE49-F238E27FC236}">
                <a16:creationId xmlns:a16="http://schemas.microsoft.com/office/drawing/2014/main" id="{7BB80CCB-35E5-4D45-945C-448C25994562}"/>
              </a:ext>
            </a:extLst>
          </p:cNvPr>
          <p:cNvSpPr>
            <a:spLocks/>
          </p:cNvSpPr>
          <p:nvPr/>
        </p:nvSpPr>
        <p:spPr>
          <a:xfrm>
            <a:off x="5383199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1" name="data_10029">
            <a:extLst>
              <a:ext uri="{FF2B5EF4-FFF2-40B4-BE49-F238E27FC236}">
                <a16:creationId xmlns:a16="http://schemas.microsoft.com/office/drawing/2014/main" id="{58F98D1B-A8D0-419D-8ABB-55A367F826E8}"/>
              </a:ext>
            </a:extLst>
          </p:cNvPr>
          <p:cNvSpPr>
            <a:spLocks/>
          </p:cNvSpPr>
          <p:nvPr/>
        </p:nvSpPr>
        <p:spPr>
          <a:xfrm>
            <a:off x="52909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2" name="data_10030">
            <a:extLst>
              <a:ext uri="{FF2B5EF4-FFF2-40B4-BE49-F238E27FC236}">
                <a16:creationId xmlns:a16="http://schemas.microsoft.com/office/drawing/2014/main" id="{DE8A7E7C-33EA-4B20-B842-DC87CF8EB282}"/>
              </a:ext>
            </a:extLst>
          </p:cNvPr>
          <p:cNvSpPr>
            <a:spLocks/>
          </p:cNvSpPr>
          <p:nvPr/>
        </p:nvSpPr>
        <p:spPr>
          <a:xfrm>
            <a:off x="529694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3" name="data_10031">
            <a:extLst>
              <a:ext uri="{FF2B5EF4-FFF2-40B4-BE49-F238E27FC236}">
                <a16:creationId xmlns:a16="http://schemas.microsoft.com/office/drawing/2014/main" id="{FF7D20AC-6F0A-4BBE-843F-8E81A15833FC}"/>
              </a:ext>
            </a:extLst>
          </p:cNvPr>
          <p:cNvSpPr>
            <a:spLocks/>
          </p:cNvSpPr>
          <p:nvPr/>
        </p:nvSpPr>
        <p:spPr>
          <a:xfrm>
            <a:off x="53511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4" name="data_10032">
            <a:extLst>
              <a:ext uri="{FF2B5EF4-FFF2-40B4-BE49-F238E27FC236}">
                <a16:creationId xmlns:a16="http://schemas.microsoft.com/office/drawing/2014/main" id="{D876B9DA-FD79-42B1-96A9-62531EFE8C67}"/>
              </a:ext>
            </a:extLst>
          </p:cNvPr>
          <p:cNvSpPr>
            <a:spLocks/>
          </p:cNvSpPr>
          <p:nvPr/>
        </p:nvSpPr>
        <p:spPr>
          <a:xfrm>
            <a:off x="53499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5" name="data_10033">
            <a:extLst>
              <a:ext uri="{FF2B5EF4-FFF2-40B4-BE49-F238E27FC236}">
                <a16:creationId xmlns:a16="http://schemas.microsoft.com/office/drawing/2014/main" id="{9B4D6E41-4F3A-4264-A257-43FFED013E95}"/>
              </a:ext>
            </a:extLst>
          </p:cNvPr>
          <p:cNvSpPr>
            <a:spLocks/>
          </p:cNvSpPr>
          <p:nvPr/>
        </p:nvSpPr>
        <p:spPr>
          <a:xfrm>
            <a:off x="539232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6" name="data_10034">
            <a:extLst>
              <a:ext uri="{FF2B5EF4-FFF2-40B4-BE49-F238E27FC236}">
                <a16:creationId xmlns:a16="http://schemas.microsoft.com/office/drawing/2014/main" id="{0C0175F8-D76E-46BC-AF70-57BDA5C5509A}"/>
              </a:ext>
            </a:extLst>
          </p:cNvPr>
          <p:cNvSpPr>
            <a:spLocks/>
          </p:cNvSpPr>
          <p:nvPr/>
        </p:nvSpPr>
        <p:spPr>
          <a:xfrm>
            <a:off x="537264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7" name="data_10035">
            <a:extLst>
              <a:ext uri="{FF2B5EF4-FFF2-40B4-BE49-F238E27FC236}">
                <a16:creationId xmlns:a16="http://schemas.microsoft.com/office/drawing/2014/main" id="{87FC7FCC-EBCE-4652-9976-751C840AB4D4}"/>
              </a:ext>
            </a:extLst>
          </p:cNvPr>
          <p:cNvSpPr>
            <a:spLocks/>
          </p:cNvSpPr>
          <p:nvPr/>
        </p:nvSpPr>
        <p:spPr>
          <a:xfrm>
            <a:off x="53111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8" name="data_10036">
            <a:extLst>
              <a:ext uri="{FF2B5EF4-FFF2-40B4-BE49-F238E27FC236}">
                <a16:creationId xmlns:a16="http://schemas.microsoft.com/office/drawing/2014/main" id="{21C98A96-5292-477D-A06A-AC2D1A634FC9}"/>
              </a:ext>
            </a:extLst>
          </p:cNvPr>
          <p:cNvSpPr>
            <a:spLocks/>
          </p:cNvSpPr>
          <p:nvPr/>
        </p:nvSpPr>
        <p:spPr>
          <a:xfrm>
            <a:off x="537525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49" name="data_10037">
            <a:extLst>
              <a:ext uri="{FF2B5EF4-FFF2-40B4-BE49-F238E27FC236}">
                <a16:creationId xmlns:a16="http://schemas.microsoft.com/office/drawing/2014/main" id="{EB51250D-8449-46A4-8D6E-31172419DC1D}"/>
              </a:ext>
            </a:extLst>
          </p:cNvPr>
          <p:cNvSpPr>
            <a:spLocks/>
          </p:cNvSpPr>
          <p:nvPr/>
        </p:nvSpPr>
        <p:spPr>
          <a:xfrm>
            <a:off x="53646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0" name="data_10038">
            <a:extLst>
              <a:ext uri="{FF2B5EF4-FFF2-40B4-BE49-F238E27FC236}">
                <a16:creationId xmlns:a16="http://schemas.microsoft.com/office/drawing/2014/main" id="{1F5D8E7B-1366-440E-ADB2-7FDF4A731703}"/>
              </a:ext>
            </a:extLst>
          </p:cNvPr>
          <p:cNvSpPr>
            <a:spLocks/>
          </p:cNvSpPr>
          <p:nvPr/>
        </p:nvSpPr>
        <p:spPr>
          <a:xfrm>
            <a:off x="53703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1" name="data_10039">
            <a:extLst>
              <a:ext uri="{FF2B5EF4-FFF2-40B4-BE49-F238E27FC236}">
                <a16:creationId xmlns:a16="http://schemas.microsoft.com/office/drawing/2014/main" id="{666AE153-DC01-4CF4-9AA8-AAF01B1BB03C}"/>
              </a:ext>
            </a:extLst>
          </p:cNvPr>
          <p:cNvSpPr>
            <a:spLocks/>
          </p:cNvSpPr>
          <p:nvPr/>
        </p:nvSpPr>
        <p:spPr>
          <a:xfrm>
            <a:off x="534567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2" name="data_10040">
            <a:extLst>
              <a:ext uri="{FF2B5EF4-FFF2-40B4-BE49-F238E27FC236}">
                <a16:creationId xmlns:a16="http://schemas.microsoft.com/office/drawing/2014/main" id="{B086E8CA-5D5D-4164-BD5F-7A0B79ED2DD3}"/>
              </a:ext>
            </a:extLst>
          </p:cNvPr>
          <p:cNvSpPr>
            <a:spLocks/>
          </p:cNvSpPr>
          <p:nvPr/>
        </p:nvSpPr>
        <p:spPr>
          <a:xfrm>
            <a:off x="527805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3" name="data_10041">
            <a:extLst>
              <a:ext uri="{FF2B5EF4-FFF2-40B4-BE49-F238E27FC236}">
                <a16:creationId xmlns:a16="http://schemas.microsoft.com/office/drawing/2014/main" id="{44636E00-CDED-4338-92CC-A934DA3F10FD}"/>
              </a:ext>
            </a:extLst>
          </p:cNvPr>
          <p:cNvSpPr>
            <a:spLocks/>
          </p:cNvSpPr>
          <p:nvPr/>
        </p:nvSpPr>
        <p:spPr>
          <a:xfrm>
            <a:off x="5365219" y="6249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4" name="data_10042">
            <a:extLst>
              <a:ext uri="{FF2B5EF4-FFF2-40B4-BE49-F238E27FC236}">
                <a16:creationId xmlns:a16="http://schemas.microsoft.com/office/drawing/2014/main" id="{4B0F6B34-A5F0-47BB-B245-D73158946A7C}"/>
              </a:ext>
            </a:extLst>
          </p:cNvPr>
          <p:cNvSpPr>
            <a:spLocks/>
          </p:cNvSpPr>
          <p:nvPr/>
        </p:nvSpPr>
        <p:spPr>
          <a:xfrm>
            <a:off x="538241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5" name="data_10043">
            <a:extLst>
              <a:ext uri="{FF2B5EF4-FFF2-40B4-BE49-F238E27FC236}">
                <a16:creationId xmlns:a16="http://schemas.microsoft.com/office/drawing/2014/main" id="{D3090C3E-3272-4BEB-BF8D-C79EDB1F0507}"/>
              </a:ext>
            </a:extLst>
          </p:cNvPr>
          <p:cNvSpPr>
            <a:spLocks/>
          </p:cNvSpPr>
          <p:nvPr/>
        </p:nvSpPr>
        <p:spPr>
          <a:xfrm>
            <a:off x="52996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6" name="data_10044">
            <a:extLst>
              <a:ext uri="{FF2B5EF4-FFF2-40B4-BE49-F238E27FC236}">
                <a16:creationId xmlns:a16="http://schemas.microsoft.com/office/drawing/2014/main" id="{7A4192FB-BB74-41D4-B073-B164BACE85D7}"/>
              </a:ext>
            </a:extLst>
          </p:cNvPr>
          <p:cNvSpPr>
            <a:spLocks/>
          </p:cNvSpPr>
          <p:nvPr/>
        </p:nvSpPr>
        <p:spPr>
          <a:xfrm>
            <a:off x="52899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7" name="data_10045">
            <a:extLst>
              <a:ext uri="{FF2B5EF4-FFF2-40B4-BE49-F238E27FC236}">
                <a16:creationId xmlns:a16="http://schemas.microsoft.com/office/drawing/2014/main" id="{4BF4F7CF-C83B-4EA5-9E1B-4A6A7914D8D9}"/>
              </a:ext>
            </a:extLst>
          </p:cNvPr>
          <p:cNvSpPr>
            <a:spLocks/>
          </p:cNvSpPr>
          <p:nvPr/>
        </p:nvSpPr>
        <p:spPr>
          <a:xfrm>
            <a:off x="5364958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8" name="data_10046">
            <a:extLst>
              <a:ext uri="{FF2B5EF4-FFF2-40B4-BE49-F238E27FC236}">
                <a16:creationId xmlns:a16="http://schemas.microsoft.com/office/drawing/2014/main" id="{840A56E6-9A1A-4382-A3C3-A858276D06F7}"/>
              </a:ext>
            </a:extLst>
          </p:cNvPr>
          <p:cNvSpPr>
            <a:spLocks/>
          </p:cNvSpPr>
          <p:nvPr/>
        </p:nvSpPr>
        <p:spPr>
          <a:xfrm>
            <a:off x="53985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59" name="data_10047">
            <a:extLst>
              <a:ext uri="{FF2B5EF4-FFF2-40B4-BE49-F238E27FC236}">
                <a16:creationId xmlns:a16="http://schemas.microsoft.com/office/drawing/2014/main" id="{20936585-75E1-47E3-B9C5-EF37EBBACFD5}"/>
              </a:ext>
            </a:extLst>
          </p:cNvPr>
          <p:cNvSpPr>
            <a:spLocks/>
          </p:cNvSpPr>
          <p:nvPr/>
        </p:nvSpPr>
        <p:spPr>
          <a:xfrm>
            <a:off x="54041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0" name="data_10048">
            <a:extLst>
              <a:ext uri="{FF2B5EF4-FFF2-40B4-BE49-F238E27FC236}">
                <a16:creationId xmlns:a16="http://schemas.microsoft.com/office/drawing/2014/main" id="{F259E8FB-D857-4B9D-81A0-5735BBB93523}"/>
              </a:ext>
            </a:extLst>
          </p:cNvPr>
          <p:cNvSpPr>
            <a:spLocks/>
          </p:cNvSpPr>
          <p:nvPr/>
        </p:nvSpPr>
        <p:spPr>
          <a:xfrm>
            <a:off x="53236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1" name="data_10049">
            <a:extLst>
              <a:ext uri="{FF2B5EF4-FFF2-40B4-BE49-F238E27FC236}">
                <a16:creationId xmlns:a16="http://schemas.microsoft.com/office/drawing/2014/main" id="{B86C14F1-6AFB-407A-9251-D4C705819263}"/>
              </a:ext>
            </a:extLst>
          </p:cNvPr>
          <p:cNvSpPr>
            <a:spLocks/>
          </p:cNvSpPr>
          <p:nvPr/>
        </p:nvSpPr>
        <p:spPr>
          <a:xfrm>
            <a:off x="537147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2" name="data_10050">
            <a:extLst>
              <a:ext uri="{FF2B5EF4-FFF2-40B4-BE49-F238E27FC236}">
                <a16:creationId xmlns:a16="http://schemas.microsoft.com/office/drawing/2014/main" id="{387117E9-3845-4E1D-A315-8BAE6DDBEB76}"/>
              </a:ext>
            </a:extLst>
          </p:cNvPr>
          <p:cNvSpPr>
            <a:spLocks/>
          </p:cNvSpPr>
          <p:nvPr/>
        </p:nvSpPr>
        <p:spPr>
          <a:xfrm>
            <a:off x="538137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3" name="data_10051">
            <a:extLst>
              <a:ext uri="{FF2B5EF4-FFF2-40B4-BE49-F238E27FC236}">
                <a16:creationId xmlns:a16="http://schemas.microsoft.com/office/drawing/2014/main" id="{2EE7877A-6C4F-4EDB-ABFC-8D7C19D2D3CF}"/>
              </a:ext>
            </a:extLst>
          </p:cNvPr>
          <p:cNvSpPr>
            <a:spLocks/>
          </p:cNvSpPr>
          <p:nvPr/>
        </p:nvSpPr>
        <p:spPr>
          <a:xfrm>
            <a:off x="53971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4" name="data_10052">
            <a:extLst>
              <a:ext uri="{FF2B5EF4-FFF2-40B4-BE49-F238E27FC236}">
                <a16:creationId xmlns:a16="http://schemas.microsoft.com/office/drawing/2014/main" id="{AC228DBA-C76B-43F1-B3E6-E6916991E9FA}"/>
              </a:ext>
            </a:extLst>
          </p:cNvPr>
          <p:cNvSpPr>
            <a:spLocks/>
          </p:cNvSpPr>
          <p:nvPr/>
        </p:nvSpPr>
        <p:spPr>
          <a:xfrm>
            <a:off x="538333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5" name="data_10053">
            <a:extLst>
              <a:ext uri="{FF2B5EF4-FFF2-40B4-BE49-F238E27FC236}">
                <a16:creationId xmlns:a16="http://schemas.microsoft.com/office/drawing/2014/main" id="{8EF476FE-3B18-41F3-8C13-1F1CE7FEF0BF}"/>
              </a:ext>
            </a:extLst>
          </p:cNvPr>
          <p:cNvSpPr>
            <a:spLocks/>
          </p:cNvSpPr>
          <p:nvPr/>
        </p:nvSpPr>
        <p:spPr>
          <a:xfrm>
            <a:off x="536365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6" name="data_10054">
            <a:extLst>
              <a:ext uri="{FF2B5EF4-FFF2-40B4-BE49-F238E27FC236}">
                <a16:creationId xmlns:a16="http://schemas.microsoft.com/office/drawing/2014/main" id="{5FF7EF5E-762D-49B9-80C9-5A528BF32FA1}"/>
              </a:ext>
            </a:extLst>
          </p:cNvPr>
          <p:cNvSpPr>
            <a:spLocks/>
          </p:cNvSpPr>
          <p:nvPr/>
        </p:nvSpPr>
        <p:spPr>
          <a:xfrm>
            <a:off x="52837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7" name="data_10055">
            <a:extLst>
              <a:ext uri="{FF2B5EF4-FFF2-40B4-BE49-F238E27FC236}">
                <a16:creationId xmlns:a16="http://schemas.microsoft.com/office/drawing/2014/main" id="{6CBE37D5-E441-4FF0-BA0C-89277B580561}"/>
              </a:ext>
            </a:extLst>
          </p:cNvPr>
          <p:cNvSpPr>
            <a:spLocks/>
          </p:cNvSpPr>
          <p:nvPr/>
        </p:nvSpPr>
        <p:spPr>
          <a:xfrm>
            <a:off x="5296422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8" name="data_10056">
            <a:extLst>
              <a:ext uri="{FF2B5EF4-FFF2-40B4-BE49-F238E27FC236}">
                <a16:creationId xmlns:a16="http://schemas.microsoft.com/office/drawing/2014/main" id="{0A6EB74A-98BC-43EC-BA9A-E1768316DC21}"/>
              </a:ext>
            </a:extLst>
          </p:cNvPr>
          <p:cNvSpPr>
            <a:spLocks/>
          </p:cNvSpPr>
          <p:nvPr/>
        </p:nvSpPr>
        <p:spPr>
          <a:xfrm>
            <a:off x="536495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69" name="data_10057">
            <a:extLst>
              <a:ext uri="{FF2B5EF4-FFF2-40B4-BE49-F238E27FC236}">
                <a16:creationId xmlns:a16="http://schemas.microsoft.com/office/drawing/2014/main" id="{2DF8832A-B38B-4903-8BDC-486537D328F4}"/>
              </a:ext>
            </a:extLst>
          </p:cNvPr>
          <p:cNvSpPr>
            <a:spLocks/>
          </p:cNvSpPr>
          <p:nvPr/>
        </p:nvSpPr>
        <p:spPr>
          <a:xfrm>
            <a:off x="535179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0" name="data_10058">
            <a:extLst>
              <a:ext uri="{FF2B5EF4-FFF2-40B4-BE49-F238E27FC236}">
                <a16:creationId xmlns:a16="http://schemas.microsoft.com/office/drawing/2014/main" id="{3D7C6AD9-3782-4B9B-9E66-8DEFDECE3425}"/>
              </a:ext>
            </a:extLst>
          </p:cNvPr>
          <p:cNvSpPr>
            <a:spLocks/>
          </p:cNvSpPr>
          <p:nvPr/>
        </p:nvSpPr>
        <p:spPr>
          <a:xfrm>
            <a:off x="53018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1" name="data_10059">
            <a:extLst>
              <a:ext uri="{FF2B5EF4-FFF2-40B4-BE49-F238E27FC236}">
                <a16:creationId xmlns:a16="http://schemas.microsoft.com/office/drawing/2014/main" id="{507E0673-A266-4FAF-9F97-F75AF4A4E903}"/>
              </a:ext>
            </a:extLst>
          </p:cNvPr>
          <p:cNvSpPr>
            <a:spLocks/>
          </p:cNvSpPr>
          <p:nvPr/>
        </p:nvSpPr>
        <p:spPr>
          <a:xfrm>
            <a:off x="53254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2" name="data_10060">
            <a:extLst>
              <a:ext uri="{FF2B5EF4-FFF2-40B4-BE49-F238E27FC236}">
                <a16:creationId xmlns:a16="http://schemas.microsoft.com/office/drawing/2014/main" id="{B060F217-8DC4-411D-A623-93B610A09008}"/>
              </a:ext>
            </a:extLst>
          </p:cNvPr>
          <p:cNvSpPr>
            <a:spLocks/>
          </p:cNvSpPr>
          <p:nvPr/>
        </p:nvSpPr>
        <p:spPr>
          <a:xfrm>
            <a:off x="5279353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3" name="data_10061">
            <a:extLst>
              <a:ext uri="{FF2B5EF4-FFF2-40B4-BE49-F238E27FC236}">
                <a16:creationId xmlns:a16="http://schemas.microsoft.com/office/drawing/2014/main" id="{E137CCC1-BD7E-419D-B447-97FCBFA8EC75}"/>
              </a:ext>
            </a:extLst>
          </p:cNvPr>
          <p:cNvSpPr>
            <a:spLocks/>
          </p:cNvSpPr>
          <p:nvPr/>
        </p:nvSpPr>
        <p:spPr>
          <a:xfrm>
            <a:off x="598609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4" name="data_10062">
            <a:extLst>
              <a:ext uri="{FF2B5EF4-FFF2-40B4-BE49-F238E27FC236}">
                <a16:creationId xmlns:a16="http://schemas.microsoft.com/office/drawing/2014/main" id="{ABF5ADC5-3F6A-40A0-ADD8-D1FD44BF70FD}"/>
              </a:ext>
            </a:extLst>
          </p:cNvPr>
          <p:cNvSpPr>
            <a:spLocks/>
          </p:cNvSpPr>
          <p:nvPr/>
        </p:nvSpPr>
        <p:spPr>
          <a:xfrm>
            <a:off x="606948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5" name="data_10063">
            <a:extLst>
              <a:ext uri="{FF2B5EF4-FFF2-40B4-BE49-F238E27FC236}">
                <a16:creationId xmlns:a16="http://schemas.microsoft.com/office/drawing/2014/main" id="{90C11A21-2818-41AC-8B51-1A63E6881DA2}"/>
              </a:ext>
            </a:extLst>
          </p:cNvPr>
          <p:cNvSpPr>
            <a:spLocks/>
          </p:cNvSpPr>
          <p:nvPr/>
        </p:nvSpPr>
        <p:spPr>
          <a:xfrm>
            <a:off x="59587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6" name="data_10064">
            <a:extLst>
              <a:ext uri="{FF2B5EF4-FFF2-40B4-BE49-F238E27FC236}">
                <a16:creationId xmlns:a16="http://schemas.microsoft.com/office/drawing/2014/main" id="{2015627D-6061-4B89-AEA4-76F50F89978A}"/>
              </a:ext>
            </a:extLst>
          </p:cNvPr>
          <p:cNvSpPr>
            <a:spLocks/>
          </p:cNvSpPr>
          <p:nvPr/>
        </p:nvSpPr>
        <p:spPr>
          <a:xfrm>
            <a:off x="60590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7" name="data_10065">
            <a:extLst>
              <a:ext uri="{FF2B5EF4-FFF2-40B4-BE49-F238E27FC236}">
                <a16:creationId xmlns:a16="http://schemas.microsoft.com/office/drawing/2014/main" id="{5457A5FD-5C74-451C-9725-55647C9D34B4}"/>
              </a:ext>
            </a:extLst>
          </p:cNvPr>
          <p:cNvSpPr>
            <a:spLocks/>
          </p:cNvSpPr>
          <p:nvPr/>
        </p:nvSpPr>
        <p:spPr>
          <a:xfrm>
            <a:off x="60073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8" name="data_10066">
            <a:extLst>
              <a:ext uri="{FF2B5EF4-FFF2-40B4-BE49-F238E27FC236}">
                <a16:creationId xmlns:a16="http://schemas.microsoft.com/office/drawing/2014/main" id="{0F35FD82-63ED-46CA-9336-9E729A9D0867}"/>
              </a:ext>
            </a:extLst>
          </p:cNvPr>
          <p:cNvSpPr>
            <a:spLocks/>
          </p:cNvSpPr>
          <p:nvPr/>
        </p:nvSpPr>
        <p:spPr>
          <a:xfrm>
            <a:off x="60787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79" name="data_10067">
            <a:extLst>
              <a:ext uri="{FF2B5EF4-FFF2-40B4-BE49-F238E27FC236}">
                <a16:creationId xmlns:a16="http://schemas.microsoft.com/office/drawing/2014/main" id="{5F904FAA-90F9-4547-9851-59726E912683}"/>
              </a:ext>
            </a:extLst>
          </p:cNvPr>
          <p:cNvSpPr>
            <a:spLocks/>
          </p:cNvSpPr>
          <p:nvPr/>
        </p:nvSpPr>
        <p:spPr>
          <a:xfrm>
            <a:off x="59859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0" name="data_10068">
            <a:extLst>
              <a:ext uri="{FF2B5EF4-FFF2-40B4-BE49-F238E27FC236}">
                <a16:creationId xmlns:a16="http://schemas.microsoft.com/office/drawing/2014/main" id="{9228A070-9FA2-40E6-9BA3-FB3AA9D13502}"/>
              </a:ext>
            </a:extLst>
          </p:cNvPr>
          <p:cNvSpPr>
            <a:spLocks/>
          </p:cNvSpPr>
          <p:nvPr/>
        </p:nvSpPr>
        <p:spPr>
          <a:xfrm>
            <a:off x="604954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1" name="data_10069">
            <a:extLst>
              <a:ext uri="{FF2B5EF4-FFF2-40B4-BE49-F238E27FC236}">
                <a16:creationId xmlns:a16="http://schemas.microsoft.com/office/drawing/2014/main" id="{418A0029-F88C-4100-ACC3-3D09465ADA30}"/>
              </a:ext>
            </a:extLst>
          </p:cNvPr>
          <p:cNvSpPr>
            <a:spLocks/>
          </p:cNvSpPr>
          <p:nvPr/>
        </p:nvSpPr>
        <p:spPr>
          <a:xfrm>
            <a:off x="59632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2" name="data_10070">
            <a:extLst>
              <a:ext uri="{FF2B5EF4-FFF2-40B4-BE49-F238E27FC236}">
                <a16:creationId xmlns:a16="http://schemas.microsoft.com/office/drawing/2014/main" id="{91459119-928F-4817-806A-71CD039BAE47}"/>
              </a:ext>
            </a:extLst>
          </p:cNvPr>
          <p:cNvSpPr>
            <a:spLocks/>
          </p:cNvSpPr>
          <p:nvPr/>
        </p:nvSpPr>
        <p:spPr>
          <a:xfrm>
            <a:off x="599104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3" name="data_10071">
            <a:extLst>
              <a:ext uri="{FF2B5EF4-FFF2-40B4-BE49-F238E27FC236}">
                <a16:creationId xmlns:a16="http://schemas.microsoft.com/office/drawing/2014/main" id="{FCA0A031-D176-4C13-A570-588BD2263543}"/>
              </a:ext>
            </a:extLst>
          </p:cNvPr>
          <p:cNvSpPr>
            <a:spLocks/>
          </p:cNvSpPr>
          <p:nvPr/>
        </p:nvSpPr>
        <p:spPr>
          <a:xfrm>
            <a:off x="5963032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4" name="data_10072">
            <a:extLst>
              <a:ext uri="{FF2B5EF4-FFF2-40B4-BE49-F238E27FC236}">
                <a16:creationId xmlns:a16="http://schemas.microsoft.com/office/drawing/2014/main" id="{5D2B13D6-95CB-48E8-8FC1-01AB7C3737A5}"/>
              </a:ext>
            </a:extLst>
          </p:cNvPr>
          <p:cNvSpPr>
            <a:spLocks/>
          </p:cNvSpPr>
          <p:nvPr/>
        </p:nvSpPr>
        <p:spPr>
          <a:xfrm>
            <a:off x="603665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5" name="data_10073">
            <a:extLst>
              <a:ext uri="{FF2B5EF4-FFF2-40B4-BE49-F238E27FC236}">
                <a16:creationId xmlns:a16="http://schemas.microsoft.com/office/drawing/2014/main" id="{C8B84A8D-31CC-40BE-9758-F8807485B04A}"/>
              </a:ext>
            </a:extLst>
          </p:cNvPr>
          <p:cNvSpPr>
            <a:spLocks/>
          </p:cNvSpPr>
          <p:nvPr/>
        </p:nvSpPr>
        <p:spPr>
          <a:xfrm>
            <a:off x="598062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6" name="data_10074">
            <a:extLst>
              <a:ext uri="{FF2B5EF4-FFF2-40B4-BE49-F238E27FC236}">
                <a16:creationId xmlns:a16="http://schemas.microsoft.com/office/drawing/2014/main" id="{1E57E9E9-3B06-468B-9812-1426D9224C2B}"/>
              </a:ext>
            </a:extLst>
          </p:cNvPr>
          <p:cNvSpPr>
            <a:spLocks/>
          </p:cNvSpPr>
          <p:nvPr/>
        </p:nvSpPr>
        <p:spPr>
          <a:xfrm>
            <a:off x="601971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7" name="data_10075">
            <a:extLst>
              <a:ext uri="{FF2B5EF4-FFF2-40B4-BE49-F238E27FC236}">
                <a16:creationId xmlns:a16="http://schemas.microsoft.com/office/drawing/2014/main" id="{BB868929-A05C-4015-B224-580C71A6D876}"/>
              </a:ext>
            </a:extLst>
          </p:cNvPr>
          <p:cNvSpPr>
            <a:spLocks/>
          </p:cNvSpPr>
          <p:nvPr/>
        </p:nvSpPr>
        <p:spPr>
          <a:xfrm>
            <a:off x="60059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8" name="data_10076">
            <a:extLst>
              <a:ext uri="{FF2B5EF4-FFF2-40B4-BE49-F238E27FC236}">
                <a16:creationId xmlns:a16="http://schemas.microsoft.com/office/drawing/2014/main" id="{55E5CF18-FBAD-4F44-9A67-7383C231D01D}"/>
              </a:ext>
            </a:extLst>
          </p:cNvPr>
          <p:cNvSpPr>
            <a:spLocks/>
          </p:cNvSpPr>
          <p:nvPr/>
        </p:nvSpPr>
        <p:spPr>
          <a:xfrm>
            <a:off x="5993001" y="68802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89" name="data_10077">
            <a:extLst>
              <a:ext uri="{FF2B5EF4-FFF2-40B4-BE49-F238E27FC236}">
                <a16:creationId xmlns:a16="http://schemas.microsoft.com/office/drawing/2014/main" id="{EAF37836-40B8-47A9-924A-2E5D31CC1478}"/>
              </a:ext>
            </a:extLst>
          </p:cNvPr>
          <p:cNvSpPr>
            <a:spLocks/>
          </p:cNvSpPr>
          <p:nvPr/>
        </p:nvSpPr>
        <p:spPr>
          <a:xfrm>
            <a:off x="5962641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0" name="data_10078">
            <a:extLst>
              <a:ext uri="{FF2B5EF4-FFF2-40B4-BE49-F238E27FC236}">
                <a16:creationId xmlns:a16="http://schemas.microsoft.com/office/drawing/2014/main" id="{45CD5921-84DC-4E68-9395-C89E6818DC9F}"/>
              </a:ext>
            </a:extLst>
          </p:cNvPr>
          <p:cNvSpPr>
            <a:spLocks/>
          </p:cNvSpPr>
          <p:nvPr/>
        </p:nvSpPr>
        <p:spPr>
          <a:xfrm>
            <a:off x="6079648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1" name="data_10079">
            <a:extLst>
              <a:ext uri="{FF2B5EF4-FFF2-40B4-BE49-F238E27FC236}">
                <a16:creationId xmlns:a16="http://schemas.microsoft.com/office/drawing/2014/main" id="{53D75A5E-8E1E-4D5A-921B-8359762F7C0E}"/>
              </a:ext>
            </a:extLst>
          </p:cNvPr>
          <p:cNvSpPr>
            <a:spLocks/>
          </p:cNvSpPr>
          <p:nvPr/>
        </p:nvSpPr>
        <p:spPr>
          <a:xfrm>
            <a:off x="59644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2" name="data_10080">
            <a:extLst>
              <a:ext uri="{FF2B5EF4-FFF2-40B4-BE49-F238E27FC236}">
                <a16:creationId xmlns:a16="http://schemas.microsoft.com/office/drawing/2014/main" id="{685F0DB1-6288-4183-B36A-0239F63EBA6C}"/>
              </a:ext>
            </a:extLst>
          </p:cNvPr>
          <p:cNvSpPr>
            <a:spLocks/>
          </p:cNvSpPr>
          <p:nvPr/>
        </p:nvSpPr>
        <p:spPr>
          <a:xfrm>
            <a:off x="60700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3" name="data_10081">
            <a:extLst>
              <a:ext uri="{FF2B5EF4-FFF2-40B4-BE49-F238E27FC236}">
                <a16:creationId xmlns:a16="http://schemas.microsoft.com/office/drawing/2014/main" id="{679CBAB4-A892-42E7-8C09-3BEA06F8FE06}"/>
              </a:ext>
            </a:extLst>
          </p:cNvPr>
          <p:cNvSpPr>
            <a:spLocks/>
          </p:cNvSpPr>
          <p:nvPr/>
        </p:nvSpPr>
        <p:spPr>
          <a:xfrm>
            <a:off x="60078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4" name="data_10082">
            <a:extLst>
              <a:ext uri="{FF2B5EF4-FFF2-40B4-BE49-F238E27FC236}">
                <a16:creationId xmlns:a16="http://schemas.microsoft.com/office/drawing/2014/main" id="{CA661BBB-00D0-41FB-8D88-332E04766427}"/>
              </a:ext>
            </a:extLst>
          </p:cNvPr>
          <p:cNvSpPr>
            <a:spLocks/>
          </p:cNvSpPr>
          <p:nvPr/>
        </p:nvSpPr>
        <p:spPr>
          <a:xfrm>
            <a:off x="608499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5" name="data_10083">
            <a:extLst>
              <a:ext uri="{FF2B5EF4-FFF2-40B4-BE49-F238E27FC236}">
                <a16:creationId xmlns:a16="http://schemas.microsoft.com/office/drawing/2014/main" id="{907DE1BD-0FC9-4BAE-83CC-C15CFF2E0BCF}"/>
              </a:ext>
            </a:extLst>
          </p:cNvPr>
          <p:cNvSpPr>
            <a:spLocks/>
          </p:cNvSpPr>
          <p:nvPr/>
        </p:nvSpPr>
        <p:spPr>
          <a:xfrm>
            <a:off x="60442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6" name="data_10084">
            <a:extLst>
              <a:ext uri="{FF2B5EF4-FFF2-40B4-BE49-F238E27FC236}">
                <a16:creationId xmlns:a16="http://schemas.microsoft.com/office/drawing/2014/main" id="{A81D5B36-D3ED-4ABD-8FD8-3C9C267C9AE3}"/>
              </a:ext>
            </a:extLst>
          </p:cNvPr>
          <p:cNvSpPr>
            <a:spLocks/>
          </p:cNvSpPr>
          <p:nvPr/>
        </p:nvSpPr>
        <p:spPr>
          <a:xfrm>
            <a:off x="6053067" y="653824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7" name="data_10085">
            <a:extLst>
              <a:ext uri="{FF2B5EF4-FFF2-40B4-BE49-F238E27FC236}">
                <a16:creationId xmlns:a16="http://schemas.microsoft.com/office/drawing/2014/main" id="{4AFDFD2B-27A4-4D38-A582-8CD374DB04B4}"/>
              </a:ext>
            </a:extLst>
          </p:cNvPr>
          <p:cNvSpPr>
            <a:spLocks/>
          </p:cNvSpPr>
          <p:nvPr/>
        </p:nvSpPr>
        <p:spPr>
          <a:xfrm>
            <a:off x="5995867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8" name="data_10086">
            <a:extLst>
              <a:ext uri="{FF2B5EF4-FFF2-40B4-BE49-F238E27FC236}">
                <a16:creationId xmlns:a16="http://schemas.microsoft.com/office/drawing/2014/main" id="{2F7523E5-7169-45B5-ACE8-5D9768E6324A}"/>
              </a:ext>
            </a:extLst>
          </p:cNvPr>
          <p:cNvSpPr>
            <a:spLocks/>
          </p:cNvSpPr>
          <p:nvPr/>
        </p:nvSpPr>
        <p:spPr>
          <a:xfrm>
            <a:off x="607769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2999" name="data_10087">
            <a:extLst>
              <a:ext uri="{FF2B5EF4-FFF2-40B4-BE49-F238E27FC236}">
                <a16:creationId xmlns:a16="http://schemas.microsoft.com/office/drawing/2014/main" id="{D370177F-C60B-4ECC-9BD1-19C9A765CA01}"/>
              </a:ext>
            </a:extLst>
          </p:cNvPr>
          <p:cNvSpPr>
            <a:spLocks/>
          </p:cNvSpPr>
          <p:nvPr/>
        </p:nvSpPr>
        <p:spPr>
          <a:xfrm>
            <a:off x="605332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0" name="data_10088">
            <a:extLst>
              <a:ext uri="{FF2B5EF4-FFF2-40B4-BE49-F238E27FC236}">
                <a16:creationId xmlns:a16="http://schemas.microsoft.com/office/drawing/2014/main" id="{B3A677CA-D45F-46D5-B346-F60D488D9654}"/>
              </a:ext>
            </a:extLst>
          </p:cNvPr>
          <p:cNvSpPr>
            <a:spLocks/>
          </p:cNvSpPr>
          <p:nvPr/>
        </p:nvSpPr>
        <p:spPr>
          <a:xfrm>
            <a:off x="59789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1" name="data_10089">
            <a:extLst>
              <a:ext uri="{FF2B5EF4-FFF2-40B4-BE49-F238E27FC236}">
                <a16:creationId xmlns:a16="http://schemas.microsoft.com/office/drawing/2014/main" id="{60CC19A2-91FB-4D00-8D02-14C23059EAEA}"/>
              </a:ext>
            </a:extLst>
          </p:cNvPr>
          <p:cNvSpPr>
            <a:spLocks/>
          </p:cNvSpPr>
          <p:nvPr/>
        </p:nvSpPr>
        <p:spPr>
          <a:xfrm>
            <a:off x="6051113" y="595581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2" name="data_10090">
            <a:extLst>
              <a:ext uri="{FF2B5EF4-FFF2-40B4-BE49-F238E27FC236}">
                <a16:creationId xmlns:a16="http://schemas.microsoft.com/office/drawing/2014/main" id="{53847B62-F886-4146-99C1-2ACE7BFE3A77}"/>
              </a:ext>
            </a:extLst>
          </p:cNvPr>
          <p:cNvSpPr>
            <a:spLocks/>
          </p:cNvSpPr>
          <p:nvPr/>
        </p:nvSpPr>
        <p:spPr>
          <a:xfrm>
            <a:off x="59855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3" name="data_10091">
            <a:extLst>
              <a:ext uri="{FF2B5EF4-FFF2-40B4-BE49-F238E27FC236}">
                <a16:creationId xmlns:a16="http://schemas.microsoft.com/office/drawing/2014/main" id="{068C478D-4D17-4C53-A5F5-30EEFAE6DB00}"/>
              </a:ext>
            </a:extLst>
          </p:cNvPr>
          <p:cNvSpPr>
            <a:spLocks/>
          </p:cNvSpPr>
          <p:nvPr/>
        </p:nvSpPr>
        <p:spPr>
          <a:xfrm>
            <a:off x="5995737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4" name="data_10092">
            <a:extLst>
              <a:ext uri="{FF2B5EF4-FFF2-40B4-BE49-F238E27FC236}">
                <a16:creationId xmlns:a16="http://schemas.microsoft.com/office/drawing/2014/main" id="{134193A6-6D62-416B-A1E7-30E290B64023}"/>
              </a:ext>
            </a:extLst>
          </p:cNvPr>
          <p:cNvSpPr>
            <a:spLocks/>
          </p:cNvSpPr>
          <p:nvPr/>
        </p:nvSpPr>
        <p:spPr>
          <a:xfrm>
            <a:off x="607665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5" name="data_10093">
            <a:extLst>
              <a:ext uri="{FF2B5EF4-FFF2-40B4-BE49-F238E27FC236}">
                <a16:creationId xmlns:a16="http://schemas.microsoft.com/office/drawing/2014/main" id="{AF821375-A2BA-4F41-A78A-898C5DB36F31}"/>
              </a:ext>
            </a:extLst>
          </p:cNvPr>
          <p:cNvSpPr>
            <a:spLocks/>
          </p:cNvSpPr>
          <p:nvPr/>
        </p:nvSpPr>
        <p:spPr>
          <a:xfrm>
            <a:off x="599782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6" name="data_10094">
            <a:extLst>
              <a:ext uri="{FF2B5EF4-FFF2-40B4-BE49-F238E27FC236}">
                <a16:creationId xmlns:a16="http://schemas.microsoft.com/office/drawing/2014/main" id="{893100D4-FE7B-415E-B53F-9CFB839C3763}"/>
              </a:ext>
            </a:extLst>
          </p:cNvPr>
          <p:cNvSpPr>
            <a:spLocks/>
          </p:cNvSpPr>
          <p:nvPr/>
        </p:nvSpPr>
        <p:spPr>
          <a:xfrm>
            <a:off x="6069354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7" name="data_10095">
            <a:extLst>
              <a:ext uri="{FF2B5EF4-FFF2-40B4-BE49-F238E27FC236}">
                <a16:creationId xmlns:a16="http://schemas.microsoft.com/office/drawing/2014/main" id="{0515B011-B592-4270-AD2A-9AC084333F38}"/>
              </a:ext>
            </a:extLst>
          </p:cNvPr>
          <p:cNvSpPr>
            <a:spLocks/>
          </p:cNvSpPr>
          <p:nvPr/>
        </p:nvSpPr>
        <p:spPr>
          <a:xfrm>
            <a:off x="607039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8" name="data_10096">
            <a:extLst>
              <a:ext uri="{FF2B5EF4-FFF2-40B4-BE49-F238E27FC236}">
                <a16:creationId xmlns:a16="http://schemas.microsoft.com/office/drawing/2014/main" id="{27B48E80-B673-4B06-A3FC-E17BB55F780D}"/>
              </a:ext>
            </a:extLst>
          </p:cNvPr>
          <p:cNvSpPr>
            <a:spLocks/>
          </p:cNvSpPr>
          <p:nvPr/>
        </p:nvSpPr>
        <p:spPr>
          <a:xfrm>
            <a:off x="6073784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09" name="data_10097">
            <a:extLst>
              <a:ext uri="{FF2B5EF4-FFF2-40B4-BE49-F238E27FC236}">
                <a16:creationId xmlns:a16="http://schemas.microsoft.com/office/drawing/2014/main" id="{320907B9-DBB0-4893-AE68-AB6FD1EDF6A3}"/>
              </a:ext>
            </a:extLst>
          </p:cNvPr>
          <p:cNvSpPr>
            <a:spLocks/>
          </p:cNvSpPr>
          <p:nvPr/>
        </p:nvSpPr>
        <p:spPr>
          <a:xfrm>
            <a:off x="5998864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0" name="data_10098">
            <a:extLst>
              <a:ext uri="{FF2B5EF4-FFF2-40B4-BE49-F238E27FC236}">
                <a16:creationId xmlns:a16="http://schemas.microsoft.com/office/drawing/2014/main" id="{0024F8C8-0A5F-48D7-9E50-78AC1698EA55}"/>
              </a:ext>
            </a:extLst>
          </p:cNvPr>
          <p:cNvSpPr>
            <a:spLocks/>
          </p:cNvSpPr>
          <p:nvPr/>
        </p:nvSpPr>
        <p:spPr>
          <a:xfrm>
            <a:off x="597918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1" name="data_10099">
            <a:extLst>
              <a:ext uri="{FF2B5EF4-FFF2-40B4-BE49-F238E27FC236}">
                <a16:creationId xmlns:a16="http://schemas.microsoft.com/office/drawing/2014/main" id="{95A8505A-4322-4FDE-936E-047C36E2A5EC}"/>
              </a:ext>
            </a:extLst>
          </p:cNvPr>
          <p:cNvSpPr>
            <a:spLocks/>
          </p:cNvSpPr>
          <p:nvPr/>
        </p:nvSpPr>
        <p:spPr>
          <a:xfrm>
            <a:off x="605502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2" name="data_10100">
            <a:extLst>
              <a:ext uri="{FF2B5EF4-FFF2-40B4-BE49-F238E27FC236}">
                <a16:creationId xmlns:a16="http://schemas.microsoft.com/office/drawing/2014/main" id="{AB6BDEF6-4F30-4D6A-8A8B-058F9381588B}"/>
              </a:ext>
            </a:extLst>
          </p:cNvPr>
          <p:cNvSpPr>
            <a:spLocks/>
          </p:cNvSpPr>
          <p:nvPr/>
        </p:nvSpPr>
        <p:spPr>
          <a:xfrm>
            <a:off x="597306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3" name="data_10101">
            <a:extLst>
              <a:ext uri="{FF2B5EF4-FFF2-40B4-BE49-F238E27FC236}">
                <a16:creationId xmlns:a16="http://schemas.microsoft.com/office/drawing/2014/main" id="{0950F5F6-3406-4A7B-95E3-1C4AFEE0B677}"/>
              </a:ext>
            </a:extLst>
          </p:cNvPr>
          <p:cNvSpPr>
            <a:spLocks/>
          </p:cNvSpPr>
          <p:nvPr/>
        </p:nvSpPr>
        <p:spPr>
          <a:xfrm>
            <a:off x="598127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4" name="data_10102">
            <a:extLst>
              <a:ext uri="{FF2B5EF4-FFF2-40B4-BE49-F238E27FC236}">
                <a16:creationId xmlns:a16="http://schemas.microsoft.com/office/drawing/2014/main" id="{8691060C-4C5E-4CB6-B619-8DF22A8B4FD6}"/>
              </a:ext>
            </a:extLst>
          </p:cNvPr>
          <p:cNvSpPr>
            <a:spLocks/>
          </p:cNvSpPr>
          <p:nvPr/>
        </p:nvSpPr>
        <p:spPr>
          <a:xfrm>
            <a:off x="60582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5" name="data_10103">
            <a:extLst>
              <a:ext uri="{FF2B5EF4-FFF2-40B4-BE49-F238E27FC236}">
                <a16:creationId xmlns:a16="http://schemas.microsoft.com/office/drawing/2014/main" id="{7CBCA9DC-401C-426A-8A14-D8C71765E321}"/>
              </a:ext>
            </a:extLst>
          </p:cNvPr>
          <p:cNvSpPr>
            <a:spLocks/>
          </p:cNvSpPr>
          <p:nvPr/>
        </p:nvSpPr>
        <p:spPr>
          <a:xfrm>
            <a:off x="59742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6" name="data_10104">
            <a:extLst>
              <a:ext uri="{FF2B5EF4-FFF2-40B4-BE49-F238E27FC236}">
                <a16:creationId xmlns:a16="http://schemas.microsoft.com/office/drawing/2014/main" id="{92CB8093-C7EC-4079-9854-324409E29AAF}"/>
              </a:ext>
            </a:extLst>
          </p:cNvPr>
          <p:cNvSpPr>
            <a:spLocks/>
          </p:cNvSpPr>
          <p:nvPr/>
        </p:nvSpPr>
        <p:spPr>
          <a:xfrm>
            <a:off x="608329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7" name="data_10105">
            <a:extLst>
              <a:ext uri="{FF2B5EF4-FFF2-40B4-BE49-F238E27FC236}">
                <a16:creationId xmlns:a16="http://schemas.microsoft.com/office/drawing/2014/main" id="{AFD6F8ED-3B84-4B15-B4A3-D57399E4D0A2}"/>
              </a:ext>
            </a:extLst>
          </p:cNvPr>
          <p:cNvSpPr>
            <a:spLocks/>
          </p:cNvSpPr>
          <p:nvPr/>
        </p:nvSpPr>
        <p:spPr>
          <a:xfrm>
            <a:off x="606336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8" name="data_10106">
            <a:extLst>
              <a:ext uri="{FF2B5EF4-FFF2-40B4-BE49-F238E27FC236}">
                <a16:creationId xmlns:a16="http://schemas.microsoft.com/office/drawing/2014/main" id="{282D81BB-6D95-46C6-927D-6355F2F69455}"/>
              </a:ext>
            </a:extLst>
          </p:cNvPr>
          <p:cNvSpPr>
            <a:spLocks/>
          </p:cNvSpPr>
          <p:nvPr/>
        </p:nvSpPr>
        <p:spPr>
          <a:xfrm>
            <a:off x="60161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19" name="data_10107">
            <a:extLst>
              <a:ext uri="{FF2B5EF4-FFF2-40B4-BE49-F238E27FC236}">
                <a16:creationId xmlns:a16="http://schemas.microsoft.com/office/drawing/2014/main" id="{2D36437F-8418-463D-8326-5BED0D086132}"/>
              </a:ext>
            </a:extLst>
          </p:cNvPr>
          <p:cNvSpPr>
            <a:spLocks/>
          </p:cNvSpPr>
          <p:nvPr/>
        </p:nvSpPr>
        <p:spPr>
          <a:xfrm>
            <a:off x="59941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0" name="data_10108">
            <a:extLst>
              <a:ext uri="{FF2B5EF4-FFF2-40B4-BE49-F238E27FC236}">
                <a16:creationId xmlns:a16="http://schemas.microsoft.com/office/drawing/2014/main" id="{C398165F-1441-42AE-A887-D31497092C1E}"/>
              </a:ext>
            </a:extLst>
          </p:cNvPr>
          <p:cNvSpPr>
            <a:spLocks/>
          </p:cNvSpPr>
          <p:nvPr/>
        </p:nvSpPr>
        <p:spPr>
          <a:xfrm>
            <a:off x="6086944" y="566390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1" name="data_10109">
            <a:extLst>
              <a:ext uri="{FF2B5EF4-FFF2-40B4-BE49-F238E27FC236}">
                <a16:creationId xmlns:a16="http://schemas.microsoft.com/office/drawing/2014/main" id="{2FAFC589-C8D1-4130-8664-2BD3E503111B}"/>
              </a:ext>
            </a:extLst>
          </p:cNvPr>
          <p:cNvSpPr>
            <a:spLocks/>
          </p:cNvSpPr>
          <p:nvPr/>
        </p:nvSpPr>
        <p:spPr>
          <a:xfrm>
            <a:off x="603964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2" name="data_10110">
            <a:extLst>
              <a:ext uri="{FF2B5EF4-FFF2-40B4-BE49-F238E27FC236}">
                <a16:creationId xmlns:a16="http://schemas.microsoft.com/office/drawing/2014/main" id="{DEF84B82-48A7-449C-B459-B9FA6501315C}"/>
              </a:ext>
            </a:extLst>
          </p:cNvPr>
          <p:cNvSpPr>
            <a:spLocks/>
          </p:cNvSpPr>
          <p:nvPr/>
        </p:nvSpPr>
        <p:spPr>
          <a:xfrm>
            <a:off x="606935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3" name="data_10111">
            <a:extLst>
              <a:ext uri="{FF2B5EF4-FFF2-40B4-BE49-F238E27FC236}">
                <a16:creationId xmlns:a16="http://schemas.microsoft.com/office/drawing/2014/main" id="{06FFEA4D-3CA6-45F3-AD4B-39C9882EF108}"/>
              </a:ext>
            </a:extLst>
          </p:cNvPr>
          <p:cNvSpPr>
            <a:spLocks/>
          </p:cNvSpPr>
          <p:nvPr/>
        </p:nvSpPr>
        <p:spPr>
          <a:xfrm>
            <a:off x="597801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4" name="data_10112">
            <a:extLst>
              <a:ext uri="{FF2B5EF4-FFF2-40B4-BE49-F238E27FC236}">
                <a16:creationId xmlns:a16="http://schemas.microsoft.com/office/drawing/2014/main" id="{508BBA06-CBC9-4F20-8697-2EEA9595971B}"/>
              </a:ext>
            </a:extLst>
          </p:cNvPr>
          <p:cNvSpPr>
            <a:spLocks/>
          </p:cNvSpPr>
          <p:nvPr/>
        </p:nvSpPr>
        <p:spPr>
          <a:xfrm>
            <a:off x="60147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5" name="data_10113">
            <a:extLst>
              <a:ext uri="{FF2B5EF4-FFF2-40B4-BE49-F238E27FC236}">
                <a16:creationId xmlns:a16="http://schemas.microsoft.com/office/drawing/2014/main" id="{CEF6C6E8-3EC8-4E2F-8EAE-B94437DD45CE}"/>
              </a:ext>
            </a:extLst>
          </p:cNvPr>
          <p:cNvSpPr>
            <a:spLocks/>
          </p:cNvSpPr>
          <p:nvPr/>
        </p:nvSpPr>
        <p:spPr>
          <a:xfrm>
            <a:off x="606127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6" name="data_10114">
            <a:extLst>
              <a:ext uri="{FF2B5EF4-FFF2-40B4-BE49-F238E27FC236}">
                <a16:creationId xmlns:a16="http://schemas.microsoft.com/office/drawing/2014/main" id="{88912009-D826-4746-A2F5-59F6686BDE3F}"/>
              </a:ext>
            </a:extLst>
          </p:cNvPr>
          <p:cNvSpPr>
            <a:spLocks/>
          </p:cNvSpPr>
          <p:nvPr/>
        </p:nvSpPr>
        <p:spPr>
          <a:xfrm>
            <a:off x="6042383" y="54523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7" name="data_10115">
            <a:extLst>
              <a:ext uri="{FF2B5EF4-FFF2-40B4-BE49-F238E27FC236}">
                <a16:creationId xmlns:a16="http://schemas.microsoft.com/office/drawing/2014/main" id="{C6388557-0FDA-42CB-AAA5-AAD6C6CBEB8E}"/>
              </a:ext>
            </a:extLst>
          </p:cNvPr>
          <p:cNvSpPr>
            <a:spLocks/>
          </p:cNvSpPr>
          <p:nvPr/>
        </p:nvSpPr>
        <p:spPr>
          <a:xfrm>
            <a:off x="60805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8" name="data_10116">
            <a:extLst>
              <a:ext uri="{FF2B5EF4-FFF2-40B4-BE49-F238E27FC236}">
                <a16:creationId xmlns:a16="http://schemas.microsoft.com/office/drawing/2014/main" id="{BF962878-8FC8-4357-A6D7-59C50D65477B}"/>
              </a:ext>
            </a:extLst>
          </p:cNvPr>
          <p:cNvSpPr>
            <a:spLocks/>
          </p:cNvSpPr>
          <p:nvPr/>
        </p:nvSpPr>
        <p:spPr>
          <a:xfrm>
            <a:off x="595964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29" name="data_10117">
            <a:extLst>
              <a:ext uri="{FF2B5EF4-FFF2-40B4-BE49-F238E27FC236}">
                <a16:creationId xmlns:a16="http://schemas.microsoft.com/office/drawing/2014/main" id="{D97C878F-14DC-497C-8104-394C340E85D4}"/>
              </a:ext>
            </a:extLst>
          </p:cNvPr>
          <p:cNvSpPr>
            <a:spLocks/>
          </p:cNvSpPr>
          <p:nvPr/>
        </p:nvSpPr>
        <p:spPr>
          <a:xfrm>
            <a:off x="60133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0" name="data_10118">
            <a:extLst>
              <a:ext uri="{FF2B5EF4-FFF2-40B4-BE49-F238E27FC236}">
                <a16:creationId xmlns:a16="http://schemas.microsoft.com/office/drawing/2014/main" id="{A5BA47B3-C7DB-4CCB-A3B6-54F805904246}"/>
              </a:ext>
            </a:extLst>
          </p:cNvPr>
          <p:cNvSpPr>
            <a:spLocks/>
          </p:cNvSpPr>
          <p:nvPr/>
        </p:nvSpPr>
        <p:spPr>
          <a:xfrm>
            <a:off x="60376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1" name="data_10119">
            <a:extLst>
              <a:ext uri="{FF2B5EF4-FFF2-40B4-BE49-F238E27FC236}">
                <a16:creationId xmlns:a16="http://schemas.microsoft.com/office/drawing/2014/main" id="{3390600B-9670-4791-A700-2A6953169408}"/>
              </a:ext>
            </a:extLst>
          </p:cNvPr>
          <p:cNvSpPr>
            <a:spLocks/>
          </p:cNvSpPr>
          <p:nvPr/>
        </p:nvSpPr>
        <p:spPr>
          <a:xfrm>
            <a:off x="59971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2" name="data_10120">
            <a:extLst>
              <a:ext uri="{FF2B5EF4-FFF2-40B4-BE49-F238E27FC236}">
                <a16:creationId xmlns:a16="http://schemas.microsoft.com/office/drawing/2014/main" id="{0E4ECF7D-AA7F-401A-9BAA-E2D29FEC4B0E}"/>
              </a:ext>
            </a:extLst>
          </p:cNvPr>
          <p:cNvSpPr>
            <a:spLocks/>
          </p:cNvSpPr>
          <p:nvPr/>
        </p:nvSpPr>
        <p:spPr>
          <a:xfrm>
            <a:off x="60263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3" name="data_10121">
            <a:extLst>
              <a:ext uri="{FF2B5EF4-FFF2-40B4-BE49-F238E27FC236}">
                <a16:creationId xmlns:a16="http://schemas.microsoft.com/office/drawing/2014/main" id="{DFEEA394-4181-4C98-A16F-00D1C4ED276B}"/>
              </a:ext>
            </a:extLst>
          </p:cNvPr>
          <p:cNvSpPr>
            <a:spLocks/>
          </p:cNvSpPr>
          <p:nvPr/>
        </p:nvSpPr>
        <p:spPr>
          <a:xfrm>
            <a:off x="6009939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4" name="data_10122">
            <a:extLst>
              <a:ext uri="{FF2B5EF4-FFF2-40B4-BE49-F238E27FC236}">
                <a16:creationId xmlns:a16="http://schemas.microsoft.com/office/drawing/2014/main" id="{FD372889-EA19-4C75-87CF-FEB46879D772}"/>
              </a:ext>
            </a:extLst>
          </p:cNvPr>
          <p:cNvSpPr>
            <a:spLocks/>
          </p:cNvSpPr>
          <p:nvPr/>
        </p:nvSpPr>
        <p:spPr>
          <a:xfrm>
            <a:off x="6066227" y="680618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5" name="data_10123">
            <a:extLst>
              <a:ext uri="{FF2B5EF4-FFF2-40B4-BE49-F238E27FC236}">
                <a16:creationId xmlns:a16="http://schemas.microsoft.com/office/drawing/2014/main" id="{C941B689-948B-4452-A0F1-75C3C4E287D1}"/>
              </a:ext>
            </a:extLst>
          </p:cNvPr>
          <p:cNvSpPr>
            <a:spLocks/>
          </p:cNvSpPr>
          <p:nvPr/>
        </p:nvSpPr>
        <p:spPr>
          <a:xfrm>
            <a:off x="59739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6" name="data_10124">
            <a:extLst>
              <a:ext uri="{FF2B5EF4-FFF2-40B4-BE49-F238E27FC236}">
                <a16:creationId xmlns:a16="http://schemas.microsoft.com/office/drawing/2014/main" id="{A99102D6-1C30-4962-B950-DF4C24A9DC41}"/>
              </a:ext>
            </a:extLst>
          </p:cNvPr>
          <p:cNvSpPr>
            <a:spLocks/>
          </p:cNvSpPr>
          <p:nvPr/>
        </p:nvSpPr>
        <p:spPr>
          <a:xfrm>
            <a:off x="597997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7" name="data_10125">
            <a:extLst>
              <a:ext uri="{FF2B5EF4-FFF2-40B4-BE49-F238E27FC236}">
                <a16:creationId xmlns:a16="http://schemas.microsoft.com/office/drawing/2014/main" id="{106FDEDA-CA52-42A8-92C8-5A22D87D669B}"/>
              </a:ext>
            </a:extLst>
          </p:cNvPr>
          <p:cNvSpPr>
            <a:spLocks/>
          </p:cNvSpPr>
          <p:nvPr/>
        </p:nvSpPr>
        <p:spPr>
          <a:xfrm>
            <a:off x="60341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8" name="data_10126">
            <a:extLst>
              <a:ext uri="{FF2B5EF4-FFF2-40B4-BE49-F238E27FC236}">
                <a16:creationId xmlns:a16="http://schemas.microsoft.com/office/drawing/2014/main" id="{74D49DB8-24FA-4DE8-A4B0-48753D8218E4}"/>
              </a:ext>
            </a:extLst>
          </p:cNvPr>
          <p:cNvSpPr>
            <a:spLocks/>
          </p:cNvSpPr>
          <p:nvPr/>
        </p:nvSpPr>
        <p:spPr>
          <a:xfrm>
            <a:off x="60330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39" name="data_10127">
            <a:extLst>
              <a:ext uri="{FF2B5EF4-FFF2-40B4-BE49-F238E27FC236}">
                <a16:creationId xmlns:a16="http://schemas.microsoft.com/office/drawing/2014/main" id="{94E0F752-9E96-4DE8-A830-44ED800F574C}"/>
              </a:ext>
            </a:extLst>
          </p:cNvPr>
          <p:cNvSpPr>
            <a:spLocks/>
          </p:cNvSpPr>
          <p:nvPr/>
        </p:nvSpPr>
        <p:spPr>
          <a:xfrm>
            <a:off x="607534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0" name="data_10128">
            <a:extLst>
              <a:ext uri="{FF2B5EF4-FFF2-40B4-BE49-F238E27FC236}">
                <a16:creationId xmlns:a16="http://schemas.microsoft.com/office/drawing/2014/main" id="{5439CF1B-A62C-4556-9032-6F9EDCAAAD64}"/>
              </a:ext>
            </a:extLst>
          </p:cNvPr>
          <p:cNvSpPr>
            <a:spLocks/>
          </p:cNvSpPr>
          <p:nvPr/>
        </p:nvSpPr>
        <p:spPr>
          <a:xfrm>
            <a:off x="60556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1" name="data_10129">
            <a:extLst>
              <a:ext uri="{FF2B5EF4-FFF2-40B4-BE49-F238E27FC236}">
                <a16:creationId xmlns:a16="http://schemas.microsoft.com/office/drawing/2014/main" id="{823B9377-4138-4807-85D6-BA9BCFE93162}"/>
              </a:ext>
            </a:extLst>
          </p:cNvPr>
          <p:cNvSpPr>
            <a:spLocks/>
          </p:cNvSpPr>
          <p:nvPr/>
        </p:nvSpPr>
        <p:spPr>
          <a:xfrm>
            <a:off x="599417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2" name="data_10130">
            <a:extLst>
              <a:ext uri="{FF2B5EF4-FFF2-40B4-BE49-F238E27FC236}">
                <a16:creationId xmlns:a16="http://schemas.microsoft.com/office/drawing/2014/main" id="{0122C927-0C95-4573-9223-E75FB0EF0546}"/>
              </a:ext>
            </a:extLst>
          </p:cNvPr>
          <p:cNvSpPr>
            <a:spLocks/>
          </p:cNvSpPr>
          <p:nvPr/>
        </p:nvSpPr>
        <p:spPr>
          <a:xfrm>
            <a:off x="605827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3" name="data_10131">
            <a:extLst>
              <a:ext uri="{FF2B5EF4-FFF2-40B4-BE49-F238E27FC236}">
                <a16:creationId xmlns:a16="http://schemas.microsoft.com/office/drawing/2014/main" id="{349368CD-A3B0-434E-B3F1-4FD11E66D02E}"/>
              </a:ext>
            </a:extLst>
          </p:cNvPr>
          <p:cNvSpPr>
            <a:spLocks/>
          </p:cNvSpPr>
          <p:nvPr/>
        </p:nvSpPr>
        <p:spPr>
          <a:xfrm>
            <a:off x="604772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4" name="data_10132">
            <a:extLst>
              <a:ext uri="{FF2B5EF4-FFF2-40B4-BE49-F238E27FC236}">
                <a16:creationId xmlns:a16="http://schemas.microsoft.com/office/drawing/2014/main" id="{E9FF9B48-E0AF-4A72-82DF-019BEEF1BA94}"/>
              </a:ext>
            </a:extLst>
          </p:cNvPr>
          <p:cNvSpPr>
            <a:spLocks/>
          </p:cNvSpPr>
          <p:nvPr/>
        </p:nvSpPr>
        <p:spPr>
          <a:xfrm>
            <a:off x="60533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5" name="data_10133">
            <a:extLst>
              <a:ext uri="{FF2B5EF4-FFF2-40B4-BE49-F238E27FC236}">
                <a16:creationId xmlns:a16="http://schemas.microsoft.com/office/drawing/2014/main" id="{C1CF09DD-06E1-435A-AD3F-7F69563F1468}"/>
              </a:ext>
            </a:extLst>
          </p:cNvPr>
          <p:cNvSpPr>
            <a:spLocks/>
          </p:cNvSpPr>
          <p:nvPr/>
        </p:nvSpPr>
        <p:spPr>
          <a:xfrm>
            <a:off x="60287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6" name="data_10134">
            <a:extLst>
              <a:ext uri="{FF2B5EF4-FFF2-40B4-BE49-F238E27FC236}">
                <a16:creationId xmlns:a16="http://schemas.microsoft.com/office/drawing/2014/main" id="{463E1459-2C5F-4D8E-A5C2-30EAC2B3A815}"/>
              </a:ext>
            </a:extLst>
          </p:cNvPr>
          <p:cNvSpPr>
            <a:spLocks/>
          </p:cNvSpPr>
          <p:nvPr/>
        </p:nvSpPr>
        <p:spPr>
          <a:xfrm>
            <a:off x="596107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7" name="data_10135">
            <a:extLst>
              <a:ext uri="{FF2B5EF4-FFF2-40B4-BE49-F238E27FC236}">
                <a16:creationId xmlns:a16="http://schemas.microsoft.com/office/drawing/2014/main" id="{82951D7B-A95A-4107-9787-6FCB896404AB}"/>
              </a:ext>
            </a:extLst>
          </p:cNvPr>
          <p:cNvSpPr>
            <a:spLocks/>
          </p:cNvSpPr>
          <p:nvPr/>
        </p:nvSpPr>
        <p:spPr>
          <a:xfrm>
            <a:off x="6048246" y="62496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8" name="data_10136">
            <a:extLst>
              <a:ext uri="{FF2B5EF4-FFF2-40B4-BE49-F238E27FC236}">
                <a16:creationId xmlns:a16="http://schemas.microsoft.com/office/drawing/2014/main" id="{75819CCB-96CD-4AD1-BB4A-2AA7D1A4C241}"/>
              </a:ext>
            </a:extLst>
          </p:cNvPr>
          <p:cNvSpPr>
            <a:spLocks/>
          </p:cNvSpPr>
          <p:nvPr/>
        </p:nvSpPr>
        <p:spPr>
          <a:xfrm>
            <a:off x="606544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49" name="data_10137">
            <a:extLst>
              <a:ext uri="{FF2B5EF4-FFF2-40B4-BE49-F238E27FC236}">
                <a16:creationId xmlns:a16="http://schemas.microsoft.com/office/drawing/2014/main" id="{6F3A8B3F-65F8-47E7-AC73-D82EC21A6DDF}"/>
              </a:ext>
            </a:extLst>
          </p:cNvPr>
          <p:cNvSpPr>
            <a:spLocks/>
          </p:cNvSpPr>
          <p:nvPr/>
        </p:nvSpPr>
        <p:spPr>
          <a:xfrm>
            <a:off x="59827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0" name="data_10138">
            <a:extLst>
              <a:ext uri="{FF2B5EF4-FFF2-40B4-BE49-F238E27FC236}">
                <a16:creationId xmlns:a16="http://schemas.microsoft.com/office/drawing/2014/main" id="{EFAFFF59-68D8-4EEC-A495-C050C4056635}"/>
              </a:ext>
            </a:extLst>
          </p:cNvPr>
          <p:cNvSpPr>
            <a:spLocks/>
          </p:cNvSpPr>
          <p:nvPr/>
        </p:nvSpPr>
        <p:spPr>
          <a:xfrm>
            <a:off x="597293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1" name="data_10139">
            <a:extLst>
              <a:ext uri="{FF2B5EF4-FFF2-40B4-BE49-F238E27FC236}">
                <a16:creationId xmlns:a16="http://schemas.microsoft.com/office/drawing/2014/main" id="{6CD835A7-8258-442B-BDFE-EBEE228C2C80}"/>
              </a:ext>
            </a:extLst>
          </p:cNvPr>
          <p:cNvSpPr>
            <a:spLocks/>
          </p:cNvSpPr>
          <p:nvPr/>
        </p:nvSpPr>
        <p:spPr>
          <a:xfrm>
            <a:off x="6047986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2" name="data_10140">
            <a:extLst>
              <a:ext uri="{FF2B5EF4-FFF2-40B4-BE49-F238E27FC236}">
                <a16:creationId xmlns:a16="http://schemas.microsoft.com/office/drawing/2014/main" id="{453D7DA7-1BB4-47E9-BE46-AE7EB8E4E5A9}"/>
              </a:ext>
            </a:extLst>
          </p:cNvPr>
          <p:cNvSpPr>
            <a:spLocks/>
          </p:cNvSpPr>
          <p:nvPr/>
        </p:nvSpPr>
        <p:spPr>
          <a:xfrm>
            <a:off x="60816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3" name="data_10141">
            <a:extLst>
              <a:ext uri="{FF2B5EF4-FFF2-40B4-BE49-F238E27FC236}">
                <a16:creationId xmlns:a16="http://schemas.microsoft.com/office/drawing/2014/main" id="{B36EC062-D99B-4849-8DBC-97E88881D9EE}"/>
              </a:ext>
            </a:extLst>
          </p:cNvPr>
          <p:cNvSpPr>
            <a:spLocks/>
          </p:cNvSpPr>
          <p:nvPr/>
        </p:nvSpPr>
        <p:spPr>
          <a:xfrm>
            <a:off x="608720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4" name="data_10142">
            <a:extLst>
              <a:ext uri="{FF2B5EF4-FFF2-40B4-BE49-F238E27FC236}">
                <a16:creationId xmlns:a16="http://schemas.microsoft.com/office/drawing/2014/main" id="{0D896786-E0BB-4702-B10B-E48EFF13ACF7}"/>
              </a:ext>
            </a:extLst>
          </p:cNvPr>
          <p:cNvSpPr>
            <a:spLocks/>
          </p:cNvSpPr>
          <p:nvPr/>
        </p:nvSpPr>
        <p:spPr>
          <a:xfrm>
            <a:off x="600668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5" name="data_10143">
            <a:extLst>
              <a:ext uri="{FF2B5EF4-FFF2-40B4-BE49-F238E27FC236}">
                <a16:creationId xmlns:a16="http://schemas.microsoft.com/office/drawing/2014/main" id="{0DC22001-5613-42E3-9BAB-0E723C3B4D9F}"/>
              </a:ext>
            </a:extLst>
          </p:cNvPr>
          <p:cNvSpPr>
            <a:spLocks/>
          </p:cNvSpPr>
          <p:nvPr/>
        </p:nvSpPr>
        <p:spPr>
          <a:xfrm>
            <a:off x="605450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6" name="data_10144">
            <a:extLst>
              <a:ext uri="{FF2B5EF4-FFF2-40B4-BE49-F238E27FC236}">
                <a16:creationId xmlns:a16="http://schemas.microsoft.com/office/drawing/2014/main" id="{15454BAB-5208-4DD3-BFC4-8BF0AF0234C6}"/>
              </a:ext>
            </a:extLst>
          </p:cNvPr>
          <p:cNvSpPr>
            <a:spLocks/>
          </p:cNvSpPr>
          <p:nvPr/>
        </p:nvSpPr>
        <p:spPr>
          <a:xfrm>
            <a:off x="606440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7" name="data_10145">
            <a:extLst>
              <a:ext uri="{FF2B5EF4-FFF2-40B4-BE49-F238E27FC236}">
                <a16:creationId xmlns:a16="http://schemas.microsoft.com/office/drawing/2014/main" id="{47CE9567-CDC1-42AC-B7CE-30A1D599516A}"/>
              </a:ext>
            </a:extLst>
          </p:cNvPr>
          <p:cNvSpPr>
            <a:spLocks/>
          </p:cNvSpPr>
          <p:nvPr/>
        </p:nvSpPr>
        <p:spPr>
          <a:xfrm>
            <a:off x="608016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8" name="data_10146">
            <a:extLst>
              <a:ext uri="{FF2B5EF4-FFF2-40B4-BE49-F238E27FC236}">
                <a16:creationId xmlns:a16="http://schemas.microsoft.com/office/drawing/2014/main" id="{76677346-A3A0-4FAE-B81F-6E4F1A2D5FB4}"/>
              </a:ext>
            </a:extLst>
          </p:cNvPr>
          <p:cNvSpPr>
            <a:spLocks/>
          </p:cNvSpPr>
          <p:nvPr/>
        </p:nvSpPr>
        <p:spPr>
          <a:xfrm>
            <a:off x="60663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59" name="data_10147">
            <a:extLst>
              <a:ext uri="{FF2B5EF4-FFF2-40B4-BE49-F238E27FC236}">
                <a16:creationId xmlns:a16="http://schemas.microsoft.com/office/drawing/2014/main" id="{A2AA8220-CD0B-4DE8-AA7C-A5A925203588}"/>
              </a:ext>
            </a:extLst>
          </p:cNvPr>
          <p:cNvSpPr>
            <a:spLocks/>
          </p:cNvSpPr>
          <p:nvPr/>
        </p:nvSpPr>
        <p:spPr>
          <a:xfrm>
            <a:off x="60466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0" name="data_10148">
            <a:extLst>
              <a:ext uri="{FF2B5EF4-FFF2-40B4-BE49-F238E27FC236}">
                <a16:creationId xmlns:a16="http://schemas.microsoft.com/office/drawing/2014/main" id="{CF57C5B0-E015-4E30-8CA8-A4251C782087}"/>
              </a:ext>
            </a:extLst>
          </p:cNvPr>
          <p:cNvSpPr>
            <a:spLocks/>
          </p:cNvSpPr>
          <p:nvPr/>
        </p:nvSpPr>
        <p:spPr>
          <a:xfrm>
            <a:off x="596681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1" name="data_10149">
            <a:extLst>
              <a:ext uri="{FF2B5EF4-FFF2-40B4-BE49-F238E27FC236}">
                <a16:creationId xmlns:a16="http://schemas.microsoft.com/office/drawing/2014/main" id="{64221CCC-C462-451F-A257-B1704CB797E9}"/>
              </a:ext>
            </a:extLst>
          </p:cNvPr>
          <p:cNvSpPr>
            <a:spLocks/>
          </p:cNvSpPr>
          <p:nvPr/>
        </p:nvSpPr>
        <p:spPr>
          <a:xfrm>
            <a:off x="5979450" y="66961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2" name="data_10150">
            <a:extLst>
              <a:ext uri="{FF2B5EF4-FFF2-40B4-BE49-F238E27FC236}">
                <a16:creationId xmlns:a16="http://schemas.microsoft.com/office/drawing/2014/main" id="{AB919508-D43E-41C8-AAAB-28EA7955D72C}"/>
              </a:ext>
            </a:extLst>
          </p:cNvPr>
          <p:cNvSpPr>
            <a:spLocks/>
          </p:cNvSpPr>
          <p:nvPr/>
        </p:nvSpPr>
        <p:spPr>
          <a:xfrm>
            <a:off x="604798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3" name="data_10151">
            <a:extLst>
              <a:ext uri="{FF2B5EF4-FFF2-40B4-BE49-F238E27FC236}">
                <a16:creationId xmlns:a16="http://schemas.microsoft.com/office/drawing/2014/main" id="{64B5C1CE-DB0D-459F-B32E-B1A7ED622A77}"/>
              </a:ext>
            </a:extLst>
          </p:cNvPr>
          <p:cNvSpPr>
            <a:spLocks/>
          </p:cNvSpPr>
          <p:nvPr/>
        </p:nvSpPr>
        <p:spPr>
          <a:xfrm>
            <a:off x="603482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4" name="data_10152">
            <a:extLst>
              <a:ext uri="{FF2B5EF4-FFF2-40B4-BE49-F238E27FC236}">
                <a16:creationId xmlns:a16="http://schemas.microsoft.com/office/drawing/2014/main" id="{C5875F25-548C-4206-9B35-4E88B2EA1735}"/>
              </a:ext>
            </a:extLst>
          </p:cNvPr>
          <p:cNvSpPr>
            <a:spLocks/>
          </p:cNvSpPr>
          <p:nvPr/>
        </p:nvSpPr>
        <p:spPr>
          <a:xfrm>
            <a:off x="59849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5" name="data_10153">
            <a:extLst>
              <a:ext uri="{FF2B5EF4-FFF2-40B4-BE49-F238E27FC236}">
                <a16:creationId xmlns:a16="http://schemas.microsoft.com/office/drawing/2014/main" id="{1A93A24F-ACE9-4B4B-909E-4257ED2EE372}"/>
              </a:ext>
            </a:extLst>
          </p:cNvPr>
          <p:cNvSpPr>
            <a:spLocks/>
          </p:cNvSpPr>
          <p:nvPr/>
        </p:nvSpPr>
        <p:spPr>
          <a:xfrm>
            <a:off x="600850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6" name="data_10154">
            <a:extLst>
              <a:ext uri="{FF2B5EF4-FFF2-40B4-BE49-F238E27FC236}">
                <a16:creationId xmlns:a16="http://schemas.microsoft.com/office/drawing/2014/main" id="{9234203A-670C-4289-8211-D3D099E68C37}"/>
              </a:ext>
            </a:extLst>
          </p:cNvPr>
          <p:cNvSpPr>
            <a:spLocks/>
          </p:cNvSpPr>
          <p:nvPr/>
        </p:nvSpPr>
        <p:spPr>
          <a:xfrm>
            <a:off x="5962381" y="686964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067" name="data_10155">
            <a:extLst>
              <a:ext uri="{FF2B5EF4-FFF2-40B4-BE49-F238E27FC236}">
                <a16:creationId xmlns:a16="http://schemas.microsoft.com/office/drawing/2014/main" id="{2C0A04A7-EE40-46EE-BF9B-DD1824D13D50}"/>
              </a:ext>
            </a:extLst>
          </p:cNvPr>
          <p:cNvSpPr>
            <a:spLocks/>
          </p:cNvSpPr>
          <p:nvPr/>
        </p:nvSpPr>
        <p:spPr>
          <a:xfrm>
            <a:off x="3972701" y="5087202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068" name="data_10156">
            <a:extLst>
              <a:ext uri="{FF2B5EF4-FFF2-40B4-BE49-F238E27FC236}">
                <a16:creationId xmlns:a16="http://schemas.microsoft.com/office/drawing/2014/main" id="{1C9BFB21-8785-4125-B662-241759986285}"/>
              </a:ext>
            </a:extLst>
          </p:cNvPr>
          <p:cNvSpPr>
            <a:spLocks/>
          </p:cNvSpPr>
          <p:nvPr/>
        </p:nvSpPr>
        <p:spPr>
          <a:xfrm>
            <a:off x="3972701" y="7041780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069" name="text_10157">
            <a:extLst>
              <a:ext uri="{FF2B5EF4-FFF2-40B4-BE49-F238E27FC236}">
                <a16:creationId xmlns:a16="http://schemas.microsoft.com/office/drawing/2014/main" id="{BA634473-80E9-452A-B43E-53F74C63C44F}"/>
              </a:ext>
            </a:extLst>
          </p:cNvPr>
          <p:cNvSpPr>
            <a:spLocks/>
          </p:cNvSpPr>
          <p:nvPr/>
        </p:nvSpPr>
        <p:spPr>
          <a:xfrm>
            <a:off x="3582544" y="4773801"/>
            <a:ext cx="98071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3070" name="text_10158">
            <a:extLst>
              <a:ext uri="{FF2B5EF4-FFF2-40B4-BE49-F238E27FC236}">
                <a16:creationId xmlns:a16="http://schemas.microsoft.com/office/drawing/2014/main" id="{8048A8CD-6E8F-450C-96B4-C2197AA1F605}"/>
              </a:ext>
            </a:extLst>
          </p:cNvPr>
          <p:cNvSpPr>
            <a:spLocks/>
          </p:cNvSpPr>
          <p:nvPr/>
        </p:nvSpPr>
        <p:spPr>
          <a:xfrm>
            <a:off x="3972701" y="4808505"/>
            <a:ext cx="1311133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CA2</a:t>
            </a:r>
          </a:p>
        </p:txBody>
      </p:sp>
      <p:sp>
        <p:nvSpPr>
          <p:cNvPr id="3071" name="data_10159">
            <a:extLst>
              <a:ext uri="{FF2B5EF4-FFF2-40B4-BE49-F238E27FC236}">
                <a16:creationId xmlns:a16="http://schemas.microsoft.com/office/drawing/2014/main" id="{B75F35E6-74A9-411C-91CE-3EC159F10955}"/>
              </a:ext>
            </a:extLst>
          </p:cNvPr>
          <p:cNvSpPr>
            <a:spLocks/>
          </p:cNvSpPr>
          <p:nvPr/>
        </p:nvSpPr>
        <p:spPr>
          <a:xfrm>
            <a:off x="3993192" y="5735613"/>
            <a:ext cx="2049083" cy="1217322"/>
          </a:xfrm>
          <a:custGeom>
            <a:avLst/>
            <a:gdLst/>
            <a:ahLst/>
            <a:cxnLst/>
            <a:rect l="0" t="0" r="0" b="0"/>
            <a:pathLst>
              <a:path w="2049083" h="1217322">
                <a:moveTo>
                  <a:pt x="0" y="1217322"/>
                </a:moveTo>
                <a:lnTo>
                  <a:pt x="26270" y="1216072"/>
                </a:lnTo>
                <a:lnTo>
                  <a:pt x="26270" y="1215103"/>
                </a:lnTo>
                <a:lnTo>
                  <a:pt x="34151" y="1214203"/>
                </a:lnTo>
                <a:lnTo>
                  <a:pt x="35027" y="1212700"/>
                </a:lnTo>
                <a:lnTo>
                  <a:pt x="37946" y="1212700"/>
                </a:lnTo>
                <a:lnTo>
                  <a:pt x="37946" y="1209550"/>
                </a:lnTo>
                <a:lnTo>
                  <a:pt x="48788" y="1208362"/>
                </a:lnTo>
                <a:lnTo>
                  <a:pt x="48788" y="1205662"/>
                </a:lnTo>
                <a:lnTo>
                  <a:pt x="56919" y="1204692"/>
                </a:lnTo>
                <a:lnTo>
                  <a:pt x="56919" y="1200439"/>
                </a:lnTo>
                <a:lnTo>
                  <a:pt x="62093" y="1200197"/>
                </a:lnTo>
                <a:lnTo>
                  <a:pt x="62093" y="1196760"/>
                </a:lnTo>
                <a:lnTo>
                  <a:pt x="68303" y="1196760"/>
                </a:lnTo>
                <a:lnTo>
                  <a:pt x="70054" y="1193682"/>
                </a:lnTo>
                <a:lnTo>
                  <a:pt x="75892" y="1193682"/>
                </a:lnTo>
                <a:lnTo>
                  <a:pt x="75892" y="1190532"/>
                </a:lnTo>
                <a:lnTo>
                  <a:pt x="85378" y="1189974"/>
                </a:lnTo>
                <a:lnTo>
                  <a:pt x="85378" y="1182098"/>
                </a:lnTo>
                <a:lnTo>
                  <a:pt x="97575" y="1180668"/>
                </a:lnTo>
                <a:lnTo>
                  <a:pt x="97575" y="1173917"/>
                </a:lnTo>
                <a:lnTo>
                  <a:pt x="113838" y="1172633"/>
                </a:lnTo>
                <a:lnTo>
                  <a:pt x="113838" y="1147659"/>
                </a:lnTo>
                <a:lnTo>
                  <a:pt x="124187" y="1147416"/>
                </a:lnTo>
                <a:lnTo>
                  <a:pt x="125222" y="1143664"/>
                </a:lnTo>
                <a:lnTo>
                  <a:pt x="136606" y="1142695"/>
                </a:lnTo>
                <a:lnTo>
                  <a:pt x="136606" y="1124107"/>
                </a:lnTo>
                <a:lnTo>
                  <a:pt x="146363" y="1123077"/>
                </a:lnTo>
                <a:lnTo>
                  <a:pt x="147989" y="1120737"/>
                </a:lnTo>
                <a:lnTo>
                  <a:pt x="151784" y="1120494"/>
                </a:lnTo>
                <a:lnTo>
                  <a:pt x="151784" y="1118394"/>
                </a:lnTo>
                <a:lnTo>
                  <a:pt x="170757" y="1117182"/>
                </a:lnTo>
                <a:lnTo>
                  <a:pt x="170757" y="1082527"/>
                </a:lnTo>
                <a:lnTo>
                  <a:pt x="186280" y="1081000"/>
                </a:lnTo>
                <a:lnTo>
                  <a:pt x="186280" y="1077563"/>
                </a:lnTo>
                <a:lnTo>
                  <a:pt x="189730" y="1077563"/>
                </a:lnTo>
                <a:lnTo>
                  <a:pt x="189730" y="1075463"/>
                </a:lnTo>
                <a:lnTo>
                  <a:pt x="195151" y="1074905"/>
                </a:lnTo>
                <a:lnTo>
                  <a:pt x="195151" y="1068154"/>
                </a:lnTo>
                <a:lnTo>
                  <a:pt x="204908" y="1067912"/>
                </a:lnTo>
                <a:lnTo>
                  <a:pt x="204908" y="1064761"/>
                </a:lnTo>
                <a:lnTo>
                  <a:pt x="227676" y="1064276"/>
                </a:lnTo>
                <a:lnTo>
                  <a:pt x="227676" y="1017512"/>
                </a:lnTo>
                <a:lnTo>
                  <a:pt x="239060" y="1016542"/>
                </a:lnTo>
                <a:lnTo>
                  <a:pt x="239060" y="1015282"/>
                </a:lnTo>
                <a:lnTo>
                  <a:pt x="248374" y="1013689"/>
                </a:lnTo>
                <a:lnTo>
                  <a:pt x="248374" y="1011971"/>
                </a:lnTo>
                <a:lnTo>
                  <a:pt x="256135" y="1011729"/>
                </a:lnTo>
                <a:lnTo>
                  <a:pt x="256135" y="1004640"/>
                </a:lnTo>
                <a:lnTo>
                  <a:pt x="273211" y="1003840"/>
                </a:lnTo>
                <a:lnTo>
                  <a:pt x="273211" y="985567"/>
                </a:lnTo>
                <a:lnTo>
                  <a:pt x="284595" y="985325"/>
                </a:lnTo>
                <a:lnTo>
                  <a:pt x="284595" y="980599"/>
                </a:lnTo>
                <a:lnTo>
                  <a:pt x="292726" y="979630"/>
                </a:lnTo>
                <a:lnTo>
                  <a:pt x="292726" y="972879"/>
                </a:lnTo>
                <a:lnTo>
                  <a:pt x="307362" y="971029"/>
                </a:lnTo>
                <a:lnTo>
                  <a:pt x="307362" y="969769"/>
                </a:lnTo>
                <a:lnTo>
                  <a:pt x="310467" y="969769"/>
                </a:lnTo>
                <a:lnTo>
                  <a:pt x="310467" y="966332"/>
                </a:lnTo>
                <a:lnTo>
                  <a:pt x="341514" y="964974"/>
                </a:lnTo>
                <a:lnTo>
                  <a:pt x="341514" y="794567"/>
                </a:lnTo>
                <a:lnTo>
                  <a:pt x="367784" y="793452"/>
                </a:lnTo>
                <a:lnTo>
                  <a:pt x="367784" y="792483"/>
                </a:lnTo>
                <a:lnTo>
                  <a:pt x="372561" y="792483"/>
                </a:lnTo>
                <a:lnTo>
                  <a:pt x="372561" y="789046"/>
                </a:lnTo>
                <a:lnTo>
                  <a:pt x="390302" y="787616"/>
                </a:lnTo>
                <a:lnTo>
                  <a:pt x="390302" y="780865"/>
                </a:lnTo>
                <a:lnTo>
                  <a:pt x="398433" y="779896"/>
                </a:lnTo>
                <a:lnTo>
                  <a:pt x="398433" y="778320"/>
                </a:lnTo>
                <a:lnTo>
                  <a:pt x="409817" y="778078"/>
                </a:lnTo>
                <a:lnTo>
                  <a:pt x="411568" y="760823"/>
                </a:lnTo>
                <a:lnTo>
                  <a:pt x="417406" y="760823"/>
                </a:lnTo>
                <a:lnTo>
                  <a:pt x="417406" y="758722"/>
                </a:lnTo>
                <a:lnTo>
                  <a:pt x="426892" y="758165"/>
                </a:lnTo>
                <a:lnTo>
                  <a:pt x="426892" y="753439"/>
                </a:lnTo>
                <a:lnTo>
                  <a:pt x="434654" y="752882"/>
                </a:lnTo>
                <a:lnTo>
                  <a:pt x="434654" y="749445"/>
                </a:lnTo>
                <a:lnTo>
                  <a:pt x="446595" y="747537"/>
                </a:lnTo>
                <a:lnTo>
                  <a:pt x="446595" y="747295"/>
                </a:lnTo>
                <a:lnTo>
                  <a:pt x="455352" y="747295"/>
                </a:lnTo>
                <a:lnTo>
                  <a:pt x="455352" y="706306"/>
                </a:lnTo>
                <a:lnTo>
                  <a:pt x="478119" y="705506"/>
                </a:lnTo>
                <a:lnTo>
                  <a:pt x="478119" y="702356"/>
                </a:lnTo>
                <a:lnTo>
                  <a:pt x="487877" y="702113"/>
                </a:lnTo>
                <a:lnTo>
                  <a:pt x="489503" y="695047"/>
                </a:lnTo>
                <a:lnTo>
                  <a:pt x="496747" y="694805"/>
                </a:lnTo>
                <a:lnTo>
                  <a:pt x="496747" y="691368"/>
                </a:lnTo>
                <a:lnTo>
                  <a:pt x="512271" y="690568"/>
                </a:lnTo>
                <a:lnTo>
                  <a:pt x="512271" y="659378"/>
                </a:lnTo>
                <a:lnTo>
                  <a:pt x="536665" y="658336"/>
                </a:lnTo>
                <a:lnTo>
                  <a:pt x="536665" y="656986"/>
                </a:lnTo>
                <a:lnTo>
                  <a:pt x="546422" y="656744"/>
                </a:lnTo>
                <a:lnTo>
                  <a:pt x="546422" y="646032"/>
                </a:lnTo>
                <a:lnTo>
                  <a:pt x="558841" y="645789"/>
                </a:lnTo>
                <a:lnTo>
                  <a:pt x="560433" y="642110"/>
                </a:lnTo>
                <a:lnTo>
                  <a:pt x="569190" y="642110"/>
                </a:lnTo>
                <a:lnTo>
                  <a:pt x="569190" y="629266"/>
                </a:lnTo>
                <a:lnTo>
                  <a:pt x="586703" y="627358"/>
                </a:lnTo>
                <a:lnTo>
                  <a:pt x="586703" y="627116"/>
                </a:lnTo>
                <a:lnTo>
                  <a:pt x="597649" y="626558"/>
                </a:lnTo>
                <a:lnTo>
                  <a:pt x="597649" y="624195"/>
                </a:lnTo>
                <a:lnTo>
                  <a:pt x="614725" y="623711"/>
                </a:lnTo>
                <a:lnTo>
                  <a:pt x="614725" y="621821"/>
                </a:lnTo>
                <a:lnTo>
                  <a:pt x="620934" y="621821"/>
                </a:lnTo>
                <a:lnTo>
                  <a:pt x="621730" y="618141"/>
                </a:lnTo>
                <a:lnTo>
                  <a:pt x="637492" y="616234"/>
                </a:lnTo>
                <a:lnTo>
                  <a:pt x="639244" y="615676"/>
                </a:lnTo>
                <a:lnTo>
                  <a:pt x="683028" y="614707"/>
                </a:lnTo>
                <a:lnTo>
                  <a:pt x="683028" y="154391"/>
                </a:lnTo>
                <a:lnTo>
                  <a:pt x="780603" y="152673"/>
                </a:lnTo>
                <a:lnTo>
                  <a:pt x="780603" y="149973"/>
                </a:lnTo>
                <a:lnTo>
                  <a:pt x="796866" y="149973"/>
                </a:lnTo>
                <a:lnTo>
                  <a:pt x="796866" y="146507"/>
                </a:lnTo>
                <a:lnTo>
                  <a:pt x="808249" y="144789"/>
                </a:lnTo>
                <a:lnTo>
                  <a:pt x="808249" y="144474"/>
                </a:lnTo>
                <a:lnTo>
                  <a:pt x="819633" y="144474"/>
                </a:lnTo>
                <a:lnTo>
                  <a:pt x="819633" y="140378"/>
                </a:lnTo>
                <a:lnTo>
                  <a:pt x="910704" y="139118"/>
                </a:lnTo>
                <a:lnTo>
                  <a:pt x="910704" y="126201"/>
                </a:lnTo>
                <a:lnTo>
                  <a:pt x="975754" y="125885"/>
                </a:lnTo>
                <a:lnTo>
                  <a:pt x="975754" y="123185"/>
                </a:lnTo>
                <a:lnTo>
                  <a:pt x="1024541" y="122870"/>
                </a:lnTo>
                <a:lnTo>
                  <a:pt x="1024541" y="103967"/>
                </a:lnTo>
                <a:lnTo>
                  <a:pt x="1309136" y="102077"/>
                </a:lnTo>
                <a:lnTo>
                  <a:pt x="1309136" y="101762"/>
                </a:lnTo>
                <a:lnTo>
                  <a:pt x="1366055" y="101447"/>
                </a:lnTo>
                <a:lnTo>
                  <a:pt x="1366055" y="69941"/>
                </a:lnTo>
                <a:lnTo>
                  <a:pt x="1479893" y="69311"/>
                </a:lnTo>
                <a:lnTo>
                  <a:pt x="1479893" y="66161"/>
                </a:lnTo>
                <a:lnTo>
                  <a:pt x="1536812" y="66161"/>
                </a:lnTo>
                <a:lnTo>
                  <a:pt x="1536812" y="56709"/>
                </a:lnTo>
                <a:lnTo>
                  <a:pt x="1707569" y="56709"/>
                </a:lnTo>
                <a:lnTo>
                  <a:pt x="1707569" y="51983"/>
                </a:lnTo>
                <a:lnTo>
                  <a:pt x="1878326" y="51983"/>
                </a:lnTo>
                <a:lnTo>
                  <a:pt x="1878326" y="47258"/>
                </a:lnTo>
                <a:lnTo>
                  <a:pt x="2049083" y="47258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3072" name="data_10160">
            <a:extLst>
              <a:ext uri="{FF2B5EF4-FFF2-40B4-BE49-F238E27FC236}">
                <a16:creationId xmlns:a16="http://schemas.microsoft.com/office/drawing/2014/main" id="{DBA8778B-62EB-4A2C-8183-A98A0337C661}"/>
              </a:ext>
            </a:extLst>
          </p:cNvPr>
          <p:cNvSpPr>
            <a:spLocks/>
          </p:cNvSpPr>
          <p:nvPr/>
        </p:nvSpPr>
        <p:spPr>
          <a:xfrm>
            <a:off x="3993192" y="5176046"/>
            <a:ext cx="2049083" cy="1776889"/>
          </a:xfrm>
          <a:custGeom>
            <a:avLst/>
            <a:gdLst/>
            <a:ahLst/>
            <a:cxnLst/>
            <a:rect l="0" t="0" r="0" b="0"/>
            <a:pathLst>
              <a:path w="2049083" h="1776889">
                <a:moveTo>
                  <a:pt x="0" y="1776889"/>
                </a:moveTo>
                <a:lnTo>
                  <a:pt x="341514" y="1776889"/>
                </a:lnTo>
                <a:lnTo>
                  <a:pt x="341514" y="1249680"/>
                </a:lnTo>
                <a:lnTo>
                  <a:pt x="367784" y="1249680"/>
                </a:lnTo>
                <a:lnTo>
                  <a:pt x="367784" y="1226900"/>
                </a:lnTo>
                <a:lnTo>
                  <a:pt x="390302" y="1226900"/>
                </a:lnTo>
                <a:lnTo>
                  <a:pt x="390302" y="1184593"/>
                </a:lnTo>
                <a:lnTo>
                  <a:pt x="455352" y="1184593"/>
                </a:lnTo>
                <a:lnTo>
                  <a:pt x="455352" y="1139031"/>
                </a:lnTo>
                <a:lnTo>
                  <a:pt x="512271" y="1139031"/>
                </a:lnTo>
                <a:lnTo>
                  <a:pt x="512271" y="1089673"/>
                </a:lnTo>
                <a:lnTo>
                  <a:pt x="683028" y="1089673"/>
                </a:lnTo>
                <a:lnTo>
                  <a:pt x="683028" y="592296"/>
                </a:lnTo>
                <a:lnTo>
                  <a:pt x="910704" y="592296"/>
                </a:lnTo>
                <a:lnTo>
                  <a:pt x="910704" y="549989"/>
                </a:lnTo>
                <a:lnTo>
                  <a:pt x="1024541" y="549989"/>
                </a:lnTo>
                <a:lnTo>
                  <a:pt x="1024541" y="475952"/>
                </a:lnTo>
                <a:lnTo>
                  <a:pt x="1366055" y="475952"/>
                </a:lnTo>
                <a:lnTo>
                  <a:pt x="1366055" y="333167"/>
                </a:lnTo>
                <a:lnTo>
                  <a:pt x="1479893" y="333167"/>
                </a:lnTo>
                <a:lnTo>
                  <a:pt x="1479893" y="259130"/>
                </a:lnTo>
                <a:lnTo>
                  <a:pt x="2049083" y="25913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3073" name="data_10161">
            <a:extLst>
              <a:ext uri="{FF2B5EF4-FFF2-40B4-BE49-F238E27FC236}">
                <a16:creationId xmlns:a16="http://schemas.microsoft.com/office/drawing/2014/main" id="{63048544-DCE7-4710-BDA0-50154307EC1F}"/>
              </a:ext>
            </a:extLst>
          </p:cNvPr>
          <p:cNvSpPr>
            <a:spLocks/>
          </p:cNvSpPr>
          <p:nvPr/>
        </p:nvSpPr>
        <p:spPr>
          <a:xfrm>
            <a:off x="4304558" y="6500031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4" name="data_10162">
            <a:extLst>
              <a:ext uri="{FF2B5EF4-FFF2-40B4-BE49-F238E27FC236}">
                <a16:creationId xmlns:a16="http://schemas.microsoft.com/office/drawing/2014/main" id="{3CA0D67B-777F-4049-9F26-60C78C91E19F}"/>
              </a:ext>
            </a:extLst>
          </p:cNvPr>
          <p:cNvSpPr>
            <a:spLocks/>
          </p:cNvSpPr>
          <p:nvPr/>
        </p:nvSpPr>
        <p:spPr>
          <a:xfrm>
            <a:off x="4646071" y="585985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5" name="data_10163">
            <a:extLst>
              <a:ext uri="{FF2B5EF4-FFF2-40B4-BE49-F238E27FC236}">
                <a16:creationId xmlns:a16="http://schemas.microsoft.com/office/drawing/2014/main" id="{211A13CB-4A34-40FD-9460-B6E32D2CFABC}"/>
              </a:ext>
            </a:extLst>
          </p:cNvPr>
          <p:cNvSpPr>
            <a:spLocks/>
          </p:cNvSpPr>
          <p:nvPr/>
        </p:nvSpPr>
        <p:spPr>
          <a:xfrm>
            <a:off x="5329099" y="5775406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6" name="data_10164">
            <a:extLst>
              <a:ext uri="{FF2B5EF4-FFF2-40B4-BE49-F238E27FC236}">
                <a16:creationId xmlns:a16="http://schemas.microsoft.com/office/drawing/2014/main" id="{D9FD4B7F-B394-4836-A08B-B2609B81FADB}"/>
              </a:ext>
            </a:extLst>
          </p:cNvPr>
          <p:cNvSpPr>
            <a:spLocks/>
          </p:cNvSpPr>
          <p:nvPr/>
        </p:nvSpPr>
        <p:spPr>
          <a:xfrm>
            <a:off x="6012127" y="570546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077" name="data_10165">
            <a:extLst>
              <a:ext uri="{FF2B5EF4-FFF2-40B4-BE49-F238E27FC236}">
                <a16:creationId xmlns:a16="http://schemas.microsoft.com/office/drawing/2014/main" id="{E246D096-859C-463C-8278-1531023C8EE8}"/>
              </a:ext>
            </a:extLst>
          </p:cNvPr>
          <p:cNvSpPr>
            <a:spLocks/>
          </p:cNvSpPr>
          <p:nvPr/>
        </p:nvSpPr>
        <p:spPr>
          <a:xfrm>
            <a:off x="4284546" y="637556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78" name="data_10166">
            <a:extLst>
              <a:ext uri="{FF2B5EF4-FFF2-40B4-BE49-F238E27FC236}">
                <a16:creationId xmlns:a16="http://schemas.microsoft.com/office/drawing/2014/main" id="{49146E47-CFDA-4C9C-B548-522E32384577}"/>
              </a:ext>
            </a:extLst>
          </p:cNvPr>
          <p:cNvSpPr>
            <a:spLocks/>
          </p:cNvSpPr>
          <p:nvPr/>
        </p:nvSpPr>
        <p:spPr>
          <a:xfrm>
            <a:off x="4626059" y="571818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79" name="data_10167">
            <a:extLst>
              <a:ext uri="{FF2B5EF4-FFF2-40B4-BE49-F238E27FC236}">
                <a16:creationId xmlns:a16="http://schemas.microsoft.com/office/drawing/2014/main" id="{F936C65A-D0B2-44F0-B69F-1CC5ECCB1417}"/>
              </a:ext>
            </a:extLst>
          </p:cNvPr>
          <p:cNvSpPr>
            <a:spLocks/>
          </p:cNvSpPr>
          <p:nvPr/>
        </p:nvSpPr>
        <p:spPr>
          <a:xfrm>
            <a:off x="5309087" y="5459052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80" name="data_10168">
            <a:extLst>
              <a:ext uri="{FF2B5EF4-FFF2-40B4-BE49-F238E27FC236}">
                <a16:creationId xmlns:a16="http://schemas.microsoft.com/office/drawing/2014/main" id="{8AE52921-0E38-46E2-B412-862A03B7A7A3}"/>
              </a:ext>
            </a:extLst>
          </p:cNvPr>
          <p:cNvSpPr>
            <a:spLocks/>
          </p:cNvSpPr>
          <p:nvPr/>
        </p:nvSpPr>
        <p:spPr>
          <a:xfrm>
            <a:off x="5992115" y="512588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081" name="data_10169">
            <a:extLst>
              <a:ext uri="{FF2B5EF4-FFF2-40B4-BE49-F238E27FC236}">
                <a16:creationId xmlns:a16="http://schemas.microsoft.com/office/drawing/2014/main" id="{4287F1E3-0151-4BFF-A176-8988D30F2A85}"/>
              </a:ext>
            </a:extLst>
          </p:cNvPr>
          <p:cNvSpPr>
            <a:spLocks/>
          </p:cNvSpPr>
          <p:nvPr/>
        </p:nvSpPr>
        <p:spPr>
          <a:xfrm>
            <a:off x="6938134" y="5087202"/>
            <a:ext cx="2213010" cy="1954578"/>
          </a:xfrm>
          <a:custGeom>
            <a:avLst/>
            <a:gdLst/>
            <a:ahLst/>
            <a:cxnLst/>
            <a:rect l="0" t="0" r="0" b="0"/>
            <a:pathLst>
              <a:path w="2213010" h="1954578">
                <a:moveTo>
                  <a:pt x="0" y="1954578"/>
                </a:moveTo>
                <a:lnTo>
                  <a:pt x="2213010" y="1954578"/>
                </a:lnTo>
                <a:lnTo>
                  <a:pt x="2213010" y="0"/>
                </a:lnTo>
                <a:lnTo>
                  <a:pt x="0" y="0"/>
                </a:lnTo>
                <a:lnTo>
                  <a:pt x="0" y="1954578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082" name="data_10170">
            <a:extLst>
              <a:ext uri="{FF2B5EF4-FFF2-40B4-BE49-F238E27FC236}">
                <a16:creationId xmlns:a16="http://schemas.microsoft.com/office/drawing/2014/main" id="{CA6DB028-499E-4120-A5E8-FAF3D57BC13A}"/>
              </a:ext>
            </a:extLst>
          </p:cNvPr>
          <p:cNvSpPr>
            <a:spLocks/>
          </p:cNvSpPr>
          <p:nvPr/>
        </p:nvSpPr>
        <p:spPr>
          <a:xfrm>
            <a:off x="7211345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40" y="1762082"/>
                </a:lnTo>
                <a:lnTo>
                  <a:pt x="3696" y="1747274"/>
                </a:lnTo>
                <a:lnTo>
                  <a:pt x="8080" y="1732467"/>
                </a:lnTo>
                <a:lnTo>
                  <a:pt x="13805" y="1717659"/>
                </a:lnTo>
                <a:lnTo>
                  <a:pt x="20509" y="1702852"/>
                </a:lnTo>
                <a:lnTo>
                  <a:pt x="27800" y="1688045"/>
                </a:lnTo>
                <a:lnTo>
                  <a:pt x="35288" y="1673237"/>
                </a:lnTo>
                <a:lnTo>
                  <a:pt x="42616" y="1658430"/>
                </a:lnTo>
                <a:lnTo>
                  <a:pt x="49492" y="1643622"/>
                </a:lnTo>
                <a:lnTo>
                  <a:pt x="55698" y="1628815"/>
                </a:lnTo>
                <a:lnTo>
                  <a:pt x="61096" y="1614007"/>
                </a:lnTo>
                <a:lnTo>
                  <a:pt x="65628" y="1599200"/>
                </a:lnTo>
                <a:lnTo>
                  <a:pt x="69301" y="1584393"/>
                </a:lnTo>
                <a:lnTo>
                  <a:pt x="72172" y="1569585"/>
                </a:lnTo>
                <a:lnTo>
                  <a:pt x="74335" y="1554778"/>
                </a:lnTo>
                <a:lnTo>
                  <a:pt x="75903" y="1539970"/>
                </a:lnTo>
                <a:lnTo>
                  <a:pt x="76991" y="1525163"/>
                </a:lnTo>
                <a:lnTo>
                  <a:pt x="77711" y="1510356"/>
                </a:lnTo>
                <a:lnTo>
                  <a:pt x="78163" y="1495548"/>
                </a:lnTo>
                <a:lnTo>
                  <a:pt x="78428" y="1480741"/>
                </a:lnTo>
                <a:lnTo>
                  <a:pt x="78570" y="1465933"/>
                </a:lnTo>
                <a:lnTo>
                  <a:pt x="78634" y="1451126"/>
                </a:lnTo>
                <a:lnTo>
                  <a:pt x="78651" y="1436319"/>
                </a:lnTo>
                <a:lnTo>
                  <a:pt x="78639" y="1421511"/>
                </a:lnTo>
                <a:lnTo>
                  <a:pt x="78605" y="1406704"/>
                </a:lnTo>
                <a:lnTo>
                  <a:pt x="78554" y="1391896"/>
                </a:lnTo>
                <a:lnTo>
                  <a:pt x="78483" y="1377089"/>
                </a:lnTo>
                <a:lnTo>
                  <a:pt x="78391" y="1362282"/>
                </a:lnTo>
                <a:lnTo>
                  <a:pt x="78277" y="1347474"/>
                </a:lnTo>
                <a:lnTo>
                  <a:pt x="78139" y="1332667"/>
                </a:lnTo>
                <a:lnTo>
                  <a:pt x="77979" y="1317859"/>
                </a:lnTo>
                <a:lnTo>
                  <a:pt x="77799" y="1303052"/>
                </a:lnTo>
                <a:lnTo>
                  <a:pt x="77601" y="1288245"/>
                </a:lnTo>
                <a:lnTo>
                  <a:pt x="77391" y="1273437"/>
                </a:lnTo>
                <a:lnTo>
                  <a:pt x="77170" y="1258630"/>
                </a:lnTo>
                <a:lnTo>
                  <a:pt x="76942" y="1243822"/>
                </a:lnTo>
                <a:lnTo>
                  <a:pt x="76708" y="1229015"/>
                </a:lnTo>
                <a:lnTo>
                  <a:pt x="76471" y="1214207"/>
                </a:lnTo>
                <a:lnTo>
                  <a:pt x="76228" y="1199400"/>
                </a:lnTo>
                <a:lnTo>
                  <a:pt x="75978" y="1184593"/>
                </a:lnTo>
                <a:lnTo>
                  <a:pt x="75714" y="1169785"/>
                </a:lnTo>
                <a:lnTo>
                  <a:pt x="75428" y="1154978"/>
                </a:lnTo>
                <a:lnTo>
                  <a:pt x="75110" y="1140170"/>
                </a:lnTo>
                <a:lnTo>
                  <a:pt x="74745" y="1125363"/>
                </a:lnTo>
                <a:lnTo>
                  <a:pt x="74318" y="1110556"/>
                </a:lnTo>
                <a:lnTo>
                  <a:pt x="73812" y="1095748"/>
                </a:lnTo>
                <a:lnTo>
                  <a:pt x="73210" y="1080941"/>
                </a:lnTo>
                <a:lnTo>
                  <a:pt x="72497" y="1066133"/>
                </a:lnTo>
                <a:lnTo>
                  <a:pt x="71666" y="1051326"/>
                </a:lnTo>
                <a:lnTo>
                  <a:pt x="70717" y="1036519"/>
                </a:lnTo>
                <a:lnTo>
                  <a:pt x="69661" y="1021711"/>
                </a:lnTo>
                <a:lnTo>
                  <a:pt x="68526" y="1006904"/>
                </a:lnTo>
                <a:lnTo>
                  <a:pt x="67354" y="992096"/>
                </a:lnTo>
                <a:lnTo>
                  <a:pt x="66201" y="977289"/>
                </a:lnTo>
                <a:lnTo>
                  <a:pt x="65139" y="962482"/>
                </a:lnTo>
                <a:lnTo>
                  <a:pt x="64245" y="947674"/>
                </a:lnTo>
                <a:lnTo>
                  <a:pt x="63597" y="932867"/>
                </a:lnTo>
                <a:lnTo>
                  <a:pt x="63268" y="918059"/>
                </a:lnTo>
                <a:lnTo>
                  <a:pt x="63314" y="903252"/>
                </a:lnTo>
                <a:lnTo>
                  <a:pt x="63771" y="888444"/>
                </a:lnTo>
                <a:lnTo>
                  <a:pt x="64646" y="873637"/>
                </a:lnTo>
                <a:lnTo>
                  <a:pt x="65918" y="858830"/>
                </a:lnTo>
                <a:lnTo>
                  <a:pt x="67538" y="844022"/>
                </a:lnTo>
                <a:lnTo>
                  <a:pt x="69435" y="829215"/>
                </a:lnTo>
                <a:lnTo>
                  <a:pt x="71522" y="814407"/>
                </a:lnTo>
                <a:lnTo>
                  <a:pt x="73704" y="799600"/>
                </a:lnTo>
                <a:lnTo>
                  <a:pt x="75890" y="784793"/>
                </a:lnTo>
                <a:lnTo>
                  <a:pt x="77996" y="769985"/>
                </a:lnTo>
                <a:lnTo>
                  <a:pt x="79954" y="755178"/>
                </a:lnTo>
                <a:lnTo>
                  <a:pt x="81715" y="740370"/>
                </a:lnTo>
                <a:lnTo>
                  <a:pt x="83250" y="725563"/>
                </a:lnTo>
                <a:lnTo>
                  <a:pt x="84548" y="710756"/>
                </a:lnTo>
                <a:lnTo>
                  <a:pt x="85615" y="695948"/>
                </a:lnTo>
                <a:lnTo>
                  <a:pt x="86466" y="681141"/>
                </a:lnTo>
                <a:lnTo>
                  <a:pt x="87128" y="666333"/>
                </a:lnTo>
                <a:lnTo>
                  <a:pt x="87628" y="651526"/>
                </a:lnTo>
                <a:lnTo>
                  <a:pt x="87997" y="636719"/>
                </a:lnTo>
                <a:lnTo>
                  <a:pt x="88261" y="621911"/>
                </a:lnTo>
                <a:lnTo>
                  <a:pt x="88446" y="607104"/>
                </a:lnTo>
                <a:lnTo>
                  <a:pt x="88571" y="592296"/>
                </a:lnTo>
                <a:lnTo>
                  <a:pt x="88655" y="577489"/>
                </a:lnTo>
                <a:lnTo>
                  <a:pt x="88709" y="562682"/>
                </a:lnTo>
                <a:lnTo>
                  <a:pt x="88743" y="547874"/>
                </a:lnTo>
                <a:lnTo>
                  <a:pt x="88764" y="533067"/>
                </a:lnTo>
                <a:lnTo>
                  <a:pt x="88777" y="518259"/>
                </a:lnTo>
                <a:lnTo>
                  <a:pt x="88784" y="503452"/>
                </a:lnTo>
                <a:lnTo>
                  <a:pt x="88789" y="488644"/>
                </a:lnTo>
                <a:lnTo>
                  <a:pt x="88791" y="473837"/>
                </a:lnTo>
                <a:lnTo>
                  <a:pt x="88792" y="459030"/>
                </a:lnTo>
                <a:lnTo>
                  <a:pt x="88793" y="444222"/>
                </a:lnTo>
                <a:lnTo>
                  <a:pt x="88793" y="429415"/>
                </a:lnTo>
                <a:lnTo>
                  <a:pt x="88793" y="414607"/>
                </a:lnTo>
                <a:lnTo>
                  <a:pt x="88794" y="399800"/>
                </a:lnTo>
                <a:lnTo>
                  <a:pt x="88794" y="384993"/>
                </a:lnTo>
                <a:lnTo>
                  <a:pt x="88794" y="370185"/>
                </a:lnTo>
                <a:lnTo>
                  <a:pt x="88794" y="355378"/>
                </a:lnTo>
                <a:lnTo>
                  <a:pt x="88794" y="340570"/>
                </a:lnTo>
                <a:lnTo>
                  <a:pt x="88794" y="325763"/>
                </a:lnTo>
                <a:lnTo>
                  <a:pt x="88794" y="310956"/>
                </a:lnTo>
                <a:lnTo>
                  <a:pt x="88794" y="296148"/>
                </a:lnTo>
                <a:lnTo>
                  <a:pt x="88794" y="281341"/>
                </a:lnTo>
                <a:lnTo>
                  <a:pt x="88794" y="266533"/>
                </a:lnTo>
                <a:lnTo>
                  <a:pt x="88794" y="251726"/>
                </a:lnTo>
                <a:lnTo>
                  <a:pt x="88794" y="236919"/>
                </a:lnTo>
                <a:lnTo>
                  <a:pt x="88794" y="222111"/>
                </a:lnTo>
                <a:lnTo>
                  <a:pt x="88794" y="207304"/>
                </a:lnTo>
                <a:lnTo>
                  <a:pt x="88794" y="192496"/>
                </a:lnTo>
                <a:lnTo>
                  <a:pt x="88794" y="177689"/>
                </a:lnTo>
                <a:lnTo>
                  <a:pt x="88794" y="162881"/>
                </a:lnTo>
                <a:lnTo>
                  <a:pt x="88794" y="148074"/>
                </a:lnTo>
                <a:lnTo>
                  <a:pt x="88794" y="133267"/>
                </a:lnTo>
                <a:lnTo>
                  <a:pt x="88794" y="118459"/>
                </a:lnTo>
                <a:lnTo>
                  <a:pt x="88794" y="103652"/>
                </a:lnTo>
                <a:lnTo>
                  <a:pt x="88794" y="88844"/>
                </a:lnTo>
                <a:lnTo>
                  <a:pt x="88794" y="74037"/>
                </a:lnTo>
                <a:lnTo>
                  <a:pt x="88794" y="59230"/>
                </a:lnTo>
                <a:lnTo>
                  <a:pt x="88794" y="44422"/>
                </a:lnTo>
                <a:lnTo>
                  <a:pt x="88794" y="29615"/>
                </a:lnTo>
                <a:lnTo>
                  <a:pt x="88794" y="14807"/>
                </a:lnTo>
                <a:lnTo>
                  <a:pt x="88794" y="0"/>
                </a:lnTo>
                <a:lnTo>
                  <a:pt x="88794" y="0"/>
                </a:lnTo>
                <a:lnTo>
                  <a:pt x="88794" y="0"/>
                </a:lnTo>
                <a:lnTo>
                  <a:pt x="88794" y="14807"/>
                </a:lnTo>
                <a:lnTo>
                  <a:pt x="88794" y="29615"/>
                </a:lnTo>
                <a:lnTo>
                  <a:pt x="88794" y="44422"/>
                </a:lnTo>
                <a:lnTo>
                  <a:pt x="88794" y="59230"/>
                </a:lnTo>
                <a:lnTo>
                  <a:pt x="88794" y="74037"/>
                </a:lnTo>
                <a:lnTo>
                  <a:pt x="88794" y="88844"/>
                </a:lnTo>
                <a:lnTo>
                  <a:pt x="88794" y="103652"/>
                </a:lnTo>
                <a:lnTo>
                  <a:pt x="88794" y="118459"/>
                </a:lnTo>
                <a:lnTo>
                  <a:pt x="88794" y="133267"/>
                </a:lnTo>
                <a:lnTo>
                  <a:pt x="88794" y="148074"/>
                </a:lnTo>
                <a:lnTo>
                  <a:pt x="88794" y="162881"/>
                </a:lnTo>
                <a:lnTo>
                  <a:pt x="88794" y="177689"/>
                </a:lnTo>
                <a:lnTo>
                  <a:pt x="88794" y="192496"/>
                </a:lnTo>
                <a:lnTo>
                  <a:pt x="88794" y="207304"/>
                </a:lnTo>
                <a:lnTo>
                  <a:pt x="88794" y="222111"/>
                </a:lnTo>
                <a:lnTo>
                  <a:pt x="88794" y="236919"/>
                </a:lnTo>
                <a:lnTo>
                  <a:pt x="88794" y="251726"/>
                </a:lnTo>
                <a:lnTo>
                  <a:pt x="88794" y="266533"/>
                </a:lnTo>
                <a:lnTo>
                  <a:pt x="88794" y="281341"/>
                </a:lnTo>
                <a:lnTo>
                  <a:pt x="88794" y="296148"/>
                </a:lnTo>
                <a:lnTo>
                  <a:pt x="88794" y="310956"/>
                </a:lnTo>
                <a:lnTo>
                  <a:pt x="88794" y="325763"/>
                </a:lnTo>
                <a:lnTo>
                  <a:pt x="88794" y="340570"/>
                </a:lnTo>
                <a:lnTo>
                  <a:pt x="88794" y="355378"/>
                </a:lnTo>
                <a:lnTo>
                  <a:pt x="88794" y="370185"/>
                </a:lnTo>
                <a:lnTo>
                  <a:pt x="88794" y="384993"/>
                </a:lnTo>
                <a:lnTo>
                  <a:pt x="88794" y="399800"/>
                </a:lnTo>
                <a:lnTo>
                  <a:pt x="88794" y="414607"/>
                </a:lnTo>
                <a:lnTo>
                  <a:pt x="88794" y="429415"/>
                </a:lnTo>
                <a:lnTo>
                  <a:pt x="88794" y="444222"/>
                </a:lnTo>
                <a:lnTo>
                  <a:pt x="88795" y="459030"/>
                </a:lnTo>
                <a:lnTo>
                  <a:pt x="88796" y="473837"/>
                </a:lnTo>
                <a:lnTo>
                  <a:pt x="88799" y="488644"/>
                </a:lnTo>
                <a:lnTo>
                  <a:pt x="88803" y="503452"/>
                </a:lnTo>
                <a:lnTo>
                  <a:pt x="88810" y="518259"/>
                </a:lnTo>
                <a:lnTo>
                  <a:pt x="88823" y="533067"/>
                </a:lnTo>
                <a:lnTo>
                  <a:pt x="88844" y="547874"/>
                </a:lnTo>
                <a:lnTo>
                  <a:pt x="88878" y="562682"/>
                </a:lnTo>
                <a:lnTo>
                  <a:pt x="88932" y="577489"/>
                </a:lnTo>
                <a:lnTo>
                  <a:pt x="89016" y="592296"/>
                </a:lnTo>
                <a:lnTo>
                  <a:pt x="89142" y="607104"/>
                </a:lnTo>
                <a:lnTo>
                  <a:pt x="89326" y="621911"/>
                </a:lnTo>
                <a:lnTo>
                  <a:pt x="89590" y="636719"/>
                </a:lnTo>
                <a:lnTo>
                  <a:pt x="89959" y="651526"/>
                </a:lnTo>
                <a:lnTo>
                  <a:pt x="90459" y="666333"/>
                </a:lnTo>
                <a:lnTo>
                  <a:pt x="91121" y="681141"/>
                </a:lnTo>
                <a:lnTo>
                  <a:pt x="91972" y="695948"/>
                </a:lnTo>
                <a:lnTo>
                  <a:pt x="93039" y="710756"/>
                </a:lnTo>
                <a:lnTo>
                  <a:pt x="94337" y="725563"/>
                </a:lnTo>
                <a:lnTo>
                  <a:pt x="95872" y="740370"/>
                </a:lnTo>
                <a:lnTo>
                  <a:pt x="97633" y="755178"/>
                </a:lnTo>
                <a:lnTo>
                  <a:pt x="99591" y="769985"/>
                </a:lnTo>
                <a:lnTo>
                  <a:pt x="101697" y="784793"/>
                </a:lnTo>
                <a:lnTo>
                  <a:pt x="103883" y="799600"/>
                </a:lnTo>
                <a:lnTo>
                  <a:pt x="106065" y="814407"/>
                </a:lnTo>
                <a:lnTo>
                  <a:pt x="108152" y="829215"/>
                </a:lnTo>
                <a:lnTo>
                  <a:pt x="110049" y="844022"/>
                </a:lnTo>
                <a:lnTo>
                  <a:pt x="111669" y="858830"/>
                </a:lnTo>
                <a:lnTo>
                  <a:pt x="112941" y="873637"/>
                </a:lnTo>
                <a:lnTo>
                  <a:pt x="113816" y="888444"/>
                </a:lnTo>
                <a:lnTo>
                  <a:pt x="114273" y="903252"/>
                </a:lnTo>
                <a:lnTo>
                  <a:pt x="114319" y="918059"/>
                </a:lnTo>
                <a:lnTo>
                  <a:pt x="113990" y="932867"/>
                </a:lnTo>
                <a:lnTo>
                  <a:pt x="113343" y="947674"/>
                </a:lnTo>
                <a:lnTo>
                  <a:pt x="112448" y="962482"/>
                </a:lnTo>
                <a:lnTo>
                  <a:pt x="111386" y="977289"/>
                </a:lnTo>
                <a:lnTo>
                  <a:pt x="110233" y="992096"/>
                </a:lnTo>
                <a:lnTo>
                  <a:pt x="109061" y="1006904"/>
                </a:lnTo>
                <a:lnTo>
                  <a:pt x="107926" y="1021711"/>
                </a:lnTo>
                <a:lnTo>
                  <a:pt x="106870" y="1036519"/>
                </a:lnTo>
                <a:lnTo>
                  <a:pt x="105921" y="1051326"/>
                </a:lnTo>
                <a:lnTo>
                  <a:pt x="105090" y="1066133"/>
                </a:lnTo>
                <a:lnTo>
                  <a:pt x="104377" y="1080941"/>
                </a:lnTo>
                <a:lnTo>
                  <a:pt x="103775" y="1095748"/>
                </a:lnTo>
                <a:lnTo>
                  <a:pt x="103269" y="1110556"/>
                </a:lnTo>
                <a:lnTo>
                  <a:pt x="102842" y="1125363"/>
                </a:lnTo>
                <a:lnTo>
                  <a:pt x="102477" y="1140170"/>
                </a:lnTo>
                <a:lnTo>
                  <a:pt x="102159" y="1154978"/>
                </a:lnTo>
                <a:lnTo>
                  <a:pt x="101873" y="1169785"/>
                </a:lnTo>
                <a:lnTo>
                  <a:pt x="101609" y="1184593"/>
                </a:lnTo>
                <a:lnTo>
                  <a:pt x="101359" y="1199400"/>
                </a:lnTo>
                <a:lnTo>
                  <a:pt x="101116" y="1214207"/>
                </a:lnTo>
                <a:lnTo>
                  <a:pt x="100879" y="1229015"/>
                </a:lnTo>
                <a:lnTo>
                  <a:pt x="100646" y="1243822"/>
                </a:lnTo>
                <a:lnTo>
                  <a:pt x="100418" y="1258630"/>
                </a:lnTo>
                <a:lnTo>
                  <a:pt x="100197" y="1273437"/>
                </a:lnTo>
                <a:lnTo>
                  <a:pt x="99986" y="1288245"/>
                </a:lnTo>
                <a:lnTo>
                  <a:pt x="99789" y="1303052"/>
                </a:lnTo>
                <a:lnTo>
                  <a:pt x="99608" y="1317859"/>
                </a:lnTo>
                <a:lnTo>
                  <a:pt x="99448" y="1332667"/>
                </a:lnTo>
                <a:lnTo>
                  <a:pt x="99310" y="1347474"/>
                </a:lnTo>
                <a:lnTo>
                  <a:pt x="99196" y="1362282"/>
                </a:lnTo>
                <a:lnTo>
                  <a:pt x="99104" y="1377089"/>
                </a:lnTo>
                <a:lnTo>
                  <a:pt x="99033" y="1391896"/>
                </a:lnTo>
                <a:lnTo>
                  <a:pt x="98982" y="1406704"/>
                </a:lnTo>
                <a:lnTo>
                  <a:pt x="98948" y="1421511"/>
                </a:lnTo>
                <a:lnTo>
                  <a:pt x="98936" y="1436319"/>
                </a:lnTo>
                <a:lnTo>
                  <a:pt x="98953" y="1451126"/>
                </a:lnTo>
                <a:lnTo>
                  <a:pt x="99017" y="1465933"/>
                </a:lnTo>
                <a:lnTo>
                  <a:pt x="99159" y="1480741"/>
                </a:lnTo>
                <a:lnTo>
                  <a:pt x="99424" y="1495548"/>
                </a:lnTo>
                <a:lnTo>
                  <a:pt x="99876" y="1510356"/>
                </a:lnTo>
                <a:lnTo>
                  <a:pt x="100596" y="1525163"/>
                </a:lnTo>
                <a:lnTo>
                  <a:pt x="101685" y="1539970"/>
                </a:lnTo>
                <a:lnTo>
                  <a:pt x="103252" y="1554778"/>
                </a:lnTo>
                <a:lnTo>
                  <a:pt x="105415" y="1569585"/>
                </a:lnTo>
                <a:lnTo>
                  <a:pt x="108286" y="1584393"/>
                </a:lnTo>
                <a:lnTo>
                  <a:pt x="111959" y="1599200"/>
                </a:lnTo>
                <a:lnTo>
                  <a:pt x="116491" y="1614007"/>
                </a:lnTo>
                <a:lnTo>
                  <a:pt x="121890" y="1628815"/>
                </a:lnTo>
                <a:lnTo>
                  <a:pt x="128095" y="1643622"/>
                </a:lnTo>
                <a:lnTo>
                  <a:pt x="134971" y="1658430"/>
                </a:lnTo>
                <a:lnTo>
                  <a:pt x="142300" y="1673237"/>
                </a:lnTo>
                <a:lnTo>
                  <a:pt x="149787" y="1688045"/>
                </a:lnTo>
                <a:lnTo>
                  <a:pt x="157078" y="1702852"/>
                </a:lnTo>
                <a:lnTo>
                  <a:pt x="163783" y="1717659"/>
                </a:lnTo>
                <a:lnTo>
                  <a:pt x="169507" y="1732467"/>
                </a:lnTo>
                <a:lnTo>
                  <a:pt x="173891" y="1747274"/>
                </a:lnTo>
                <a:lnTo>
                  <a:pt x="176647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3" name="data_10171">
            <a:extLst>
              <a:ext uri="{FF2B5EF4-FFF2-40B4-BE49-F238E27FC236}">
                <a16:creationId xmlns:a16="http://schemas.microsoft.com/office/drawing/2014/main" id="{E5994C81-346D-461C-B16E-32D7C7446815}"/>
              </a:ext>
            </a:extLst>
          </p:cNvPr>
          <p:cNvSpPr>
            <a:spLocks/>
          </p:cNvSpPr>
          <p:nvPr/>
        </p:nvSpPr>
        <p:spPr>
          <a:xfrm>
            <a:off x="7552859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77587" y="1776889"/>
                </a:moveTo>
                <a:lnTo>
                  <a:pt x="0" y="1776889"/>
                </a:lnTo>
                <a:lnTo>
                  <a:pt x="903" y="1762082"/>
                </a:lnTo>
                <a:lnTo>
                  <a:pt x="3548" y="1747274"/>
                </a:lnTo>
                <a:lnTo>
                  <a:pt x="7755" y="1732467"/>
                </a:lnTo>
                <a:lnTo>
                  <a:pt x="13246" y="1717659"/>
                </a:lnTo>
                <a:lnTo>
                  <a:pt x="19673" y="1702852"/>
                </a:lnTo>
                <a:lnTo>
                  <a:pt x="26659" y="1688045"/>
                </a:lnTo>
                <a:lnTo>
                  <a:pt x="33830" y="1673237"/>
                </a:lnTo>
                <a:lnTo>
                  <a:pt x="40848" y="1658430"/>
                </a:lnTo>
                <a:lnTo>
                  <a:pt x="47436" y="1643622"/>
                </a:lnTo>
                <a:lnTo>
                  <a:pt x="53391" y="1628815"/>
                </a:lnTo>
                <a:lnTo>
                  <a:pt x="58590" y="1614007"/>
                </a:lnTo>
                <a:lnTo>
                  <a:pt x="62983" y="1599200"/>
                </a:lnTo>
                <a:lnTo>
                  <a:pt x="66586" y="1584393"/>
                </a:lnTo>
                <a:lnTo>
                  <a:pt x="69459" y="1569585"/>
                </a:lnTo>
                <a:lnTo>
                  <a:pt x="71697" y="1554778"/>
                </a:lnTo>
                <a:lnTo>
                  <a:pt x="73407" y="1539970"/>
                </a:lnTo>
                <a:lnTo>
                  <a:pt x="74700" y="1525163"/>
                </a:lnTo>
                <a:lnTo>
                  <a:pt x="75678" y="1510356"/>
                </a:lnTo>
                <a:lnTo>
                  <a:pt x="76428" y="1495548"/>
                </a:lnTo>
                <a:lnTo>
                  <a:pt x="77020" y="1480741"/>
                </a:lnTo>
                <a:lnTo>
                  <a:pt x="77505" y="1465933"/>
                </a:lnTo>
                <a:lnTo>
                  <a:pt x="77916" y="1451126"/>
                </a:lnTo>
                <a:lnTo>
                  <a:pt x="78277" y="1436319"/>
                </a:lnTo>
                <a:lnTo>
                  <a:pt x="78597" y="1421511"/>
                </a:lnTo>
                <a:lnTo>
                  <a:pt x="78881" y="1406704"/>
                </a:lnTo>
                <a:lnTo>
                  <a:pt x="79132" y="1391896"/>
                </a:lnTo>
                <a:lnTo>
                  <a:pt x="79350" y="1377089"/>
                </a:lnTo>
                <a:lnTo>
                  <a:pt x="79537" y="1362282"/>
                </a:lnTo>
                <a:lnTo>
                  <a:pt x="79697" y="1347474"/>
                </a:lnTo>
                <a:lnTo>
                  <a:pt x="79834" y="1332667"/>
                </a:lnTo>
                <a:lnTo>
                  <a:pt x="79954" y="1317859"/>
                </a:lnTo>
                <a:lnTo>
                  <a:pt x="80064" y="1303052"/>
                </a:lnTo>
                <a:lnTo>
                  <a:pt x="80168" y="1288245"/>
                </a:lnTo>
                <a:lnTo>
                  <a:pt x="80271" y="1273437"/>
                </a:lnTo>
                <a:lnTo>
                  <a:pt x="80378" y="1258630"/>
                </a:lnTo>
                <a:lnTo>
                  <a:pt x="80490" y="1243822"/>
                </a:lnTo>
                <a:lnTo>
                  <a:pt x="80611" y="1229015"/>
                </a:lnTo>
                <a:lnTo>
                  <a:pt x="80743" y="1214207"/>
                </a:lnTo>
                <a:lnTo>
                  <a:pt x="80889" y="1199400"/>
                </a:lnTo>
                <a:lnTo>
                  <a:pt x="81050" y="1184593"/>
                </a:lnTo>
                <a:lnTo>
                  <a:pt x="81229" y="1169785"/>
                </a:lnTo>
                <a:lnTo>
                  <a:pt x="81427" y="1154978"/>
                </a:lnTo>
                <a:lnTo>
                  <a:pt x="81642" y="1140170"/>
                </a:lnTo>
                <a:lnTo>
                  <a:pt x="81869" y="1125363"/>
                </a:lnTo>
                <a:lnTo>
                  <a:pt x="82100" y="1110556"/>
                </a:lnTo>
                <a:lnTo>
                  <a:pt x="82322" y="1095748"/>
                </a:lnTo>
                <a:lnTo>
                  <a:pt x="82519" y="1080941"/>
                </a:lnTo>
                <a:lnTo>
                  <a:pt x="82673" y="1066133"/>
                </a:lnTo>
                <a:lnTo>
                  <a:pt x="82768" y="1051326"/>
                </a:lnTo>
                <a:lnTo>
                  <a:pt x="82787" y="1036519"/>
                </a:lnTo>
                <a:lnTo>
                  <a:pt x="82721" y="1021711"/>
                </a:lnTo>
                <a:lnTo>
                  <a:pt x="82566" y="1006904"/>
                </a:lnTo>
                <a:lnTo>
                  <a:pt x="82326" y="992096"/>
                </a:lnTo>
                <a:lnTo>
                  <a:pt x="82014" y="977289"/>
                </a:lnTo>
                <a:lnTo>
                  <a:pt x="81651" y="962482"/>
                </a:lnTo>
                <a:lnTo>
                  <a:pt x="81262" y="947674"/>
                </a:lnTo>
                <a:lnTo>
                  <a:pt x="80877" y="932867"/>
                </a:lnTo>
                <a:lnTo>
                  <a:pt x="80522" y="918059"/>
                </a:lnTo>
                <a:lnTo>
                  <a:pt x="80224" y="903252"/>
                </a:lnTo>
                <a:lnTo>
                  <a:pt x="79999" y="888444"/>
                </a:lnTo>
                <a:lnTo>
                  <a:pt x="79856" y="873637"/>
                </a:lnTo>
                <a:lnTo>
                  <a:pt x="79797" y="858830"/>
                </a:lnTo>
                <a:lnTo>
                  <a:pt x="79812" y="844022"/>
                </a:lnTo>
                <a:lnTo>
                  <a:pt x="79885" y="829215"/>
                </a:lnTo>
                <a:lnTo>
                  <a:pt x="79998" y="814407"/>
                </a:lnTo>
                <a:lnTo>
                  <a:pt x="80128" y="799600"/>
                </a:lnTo>
                <a:lnTo>
                  <a:pt x="80254" y="784793"/>
                </a:lnTo>
                <a:lnTo>
                  <a:pt x="80358" y="769985"/>
                </a:lnTo>
                <a:lnTo>
                  <a:pt x="80428" y="755178"/>
                </a:lnTo>
                <a:lnTo>
                  <a:pt x="80456" y="740370"/>
                </a:lnTo>
                <a:lnTo>
                  <a:pt x="80439" y="725563"/>
                </a:lnTo>
                <a:lnTo>
                  <a:pt x="80382" y="710756"/>
                </a:lnTo>
                <a:lnTo>
                  <a:pt x="80291" y="695948"/>
                </a:lnTo>
                <a:lnTo>
                  <a:pt x="80177" y="681141"/>
                </a:lnTo>
                <a:lnTo>
                  <a:pt x="80052" y="666333"/>
                </a:lnTo>
                <a:lnTo>
                  <a:pt x="79927" y="651526"/>
                </a:lnTo>
                <a:lnTo>
                  <a:pt x="79812" y="636719"/>
                </a:lnTo>
                <a:lnTo>
                  <a:pt x="79714" y="621911"/>
                </a:lnTo>
                <a:lnTo>
                  <a:pt x="79637" y="607104"/>
                </a:lnTo>
                <a:lnTo>
                  <a:pt x="79581" y="592296"/>
                </a:lnTo>
                <a:lnTo>
                  <a:pt x="79540" y="577489"/>
                </a:lnTo>
                <a:lnTo>
                  <a:pt x="79508" y="562682"/>
                </a:lnTo>
                <a:lnTo>
                  <a:pt x="79474" y="547874"/>
                </a:lnTo>
                <a:lnTo>
                  <a:pt x="79429" y="533067"/>
                </a:lnTo>
                <a:lnTo>
                  <a:pt x="79362" y="518259"/>
                </a:lnTo>
                <a:lnTo>
                  <a:pt x="79268" y="503452"/>
                </a:lnTo>
                <a:lnTo>
                  <a:pt x="79144" y="488644"/>
                </a:lnTo>
                <a:lnTo>
                  <a:pt x="78992" y="473837"/>
                </a:lnTo>
                <a:lnTo>
                  <a:pt x="78819" y="459030"/>
                </a:lnTo>
                <a:lnTo>
                  <a:pt x="78633" y="444222"/>
                </a:lnTo>
                <a:lnTo>
                  <a:pt x="78450" y="429415"/>
                </a:lnTo>
                <a:lnTo>
                  <a:pt x="78281" y="414607"/>
                </a:lnTo>
                <a:lnTo>
                  <a:pt x="78141" y="399800"/>
                </a:lnTo>
                <a:lnTo>
                  <a:pt x="78041" y="384993"/>
                </a:lnTo>
                <a:lnTo>
                  <a:pt x="77989" y="370185"/>
                </a:lnTo>
                <a:lnTo>
                  <a:pt x="77986" y="355378"/>
                </a:lnTo>
                <a:lnTo>
                  <a:pt x="78029" y="340570"/>
                </a:lnTo>
                <a:lnTo>
                  <a:pt x="78106" y="325763"/>
                </a:lnTo>
                <a:lnTo>
                  <a:pt x="78194" y="310956"/>
                </a:lnTo>
                <a:lnTo>
                  <a:pt x="78262" y="296148"/>
                </a:lnTo>
                <a:lnTo>
                  <a:pt x="78264" y="281341"/>
                </a:lnTo>
                <a:lnTo>
                  <a:pt x="78139" y="266533"/>
                </a:lnTo>
                <a:lnTo>
                  <a:pt x="77813" y="251726"/>
                </a:lnTo>
                <a:lnTo>
                  <a:pt x="77198" y="236919"/>
                </a:lnTo>
                <a:lnTo>
                  <a:pt x="76195" y="222111"/>
                </a:lnTo>
                <a:lnTo>
                  <a:pt x="74697" y="207304"/>
                </a:lnTo>
                <a:lnTo>
                  <a:pt x="72604" y="192496"/>
                </a:lnTo>
                <a:lnTo>
                  <a:pt x="69829" y="177689"/>
                </a:lnTo>
                <a:lnTo>
                  <a:pt x="66312" y="162881"/>
                </a:lnTo>
                <a:lnTo>
                  <a:pt x="62040" y="148074"/>
                </a:lnTo>
                <a:lnTo>
                  <a:pt x="57054" y="133267"/>
                </a:lnTo>
                <a:lnTo>
                  <a:pt x="51463" y="118459"/>
                </a:lnTo>
                <a:lnTo>
                  <a:pt x="45448" y="103652"/>
                </a:lnTo>
                <a:lnTo>
                  <a:pt x="39258" y="88844"/>
                </a:lnTo>
                <a:lnTo>
                  <a:pt x="33195" y="74037"/>
                </a:lnTo>
                <a:lnTo>
                  <a:pt x="27595" y="59230"/>
                </a:lnTo>
                <a:lnTo>
                  <a:pt x="22797" y="44422"/>
                </a:lnTo>
                <a:lnTo>
                  <a:pt x="19114" y="29615"/>
                </a:lnTo>
                <a:lnTo>
                  <a:pt x="16795" y="14807"/>
                </a:lnTo>
                <a:lnTo>
                  <a:pt x="16003" y="0"/>
                </a:lnTo>
                <a:lnTo>
                  <a:pt x="161584" y="0"/>
                </a:lnTo>
                <a:lnTo>
                  <a:pt x="161584" y="0"/>
                </a:lnTo>
                <a:lnTo>
                  <a:pt x="160792" y="14807"/>
                </a:lnTo>
                <a:lnTo>
                  <a:pt x="158473" y="29615"/>
                </a:lnTo>
                <a:lnTo>
                  <a:pt x="154790" y="44422"/>
                </a:lnTo>
                <a:lnTo>
                  <a:pt x="149993" y="59230"/>
                </a:lnTo>
                <a:lnTo>
                  <a:pt x="144392" y="74037"/>
                </a:lnTo>
                <a:lnTo>
                  <a:pt x="138329" y="88844"/>
                </a:lnTo>
                <a:lnTo>
                  <a:pt x="132139" y="103652"/>
                </a:lnTo>
                <a:lnTo>
                  <a:pt x="126124" y="118459"/>
                </a:lnTo>
                <a:lnTo>
                  <a:pt x="120534" y="133267"/>
                </a:lnTo>
                <a:lnTo>
                  <a:pt x="115547" y="148074"/>
                </a:lnTo>
                <a:lnTo>
                  <a:pt x="111275" y="162881"/>
                </a:lnTo>
                <a:lnTo>
                  <a:pt x="107758" y="177689"/>
                </a:lnTo>
                <a:lnTo>
                  <a:pt x="104983" y="192496"/>
                </a:lnTo>
                <a:lnTo>
                  <a:pt x="102890" y="207304"/>
                </a:lnTo>
                <a:lnTo>
                  <a:pt x="101392" y="222111"/>
                </a:lnTo>
                <a:lnTo>
                  <a:pt x="100389" y="236919"/>
                </a:lnTo>
                <a:lnTo>
                  <a:pt x="99774" y="251726"/>
                </a:lnTo>
                <a:lnTo>
                  <a:pt x="99448" y="266533"/>
                </a:lnTo>
                <a:lnTo>
                  <a:pt x="99324" y="281341"/>
                </a:lnTo>
                <a:lnTo>
                  <a:pt x="99325" y="296148"/>
                </a:lnTo>
                <a:lnTo>
                  <a:pt x="99393" y="310956"/>
                </a:lnTo>
                <a:lnTo>
                  <a:pt x="99481" y="325763"/>
                </a:lnTo>
                <a:lnTo>
                  <a:pt x="99558" y="340570"/>
                </a:lnTo>
                <a:lnTo>
                  <a:pt x="99601" y="355378"/>
                </a:lnTo>
                <a:lnTo>
                  <a:pt x="99598" y="370185"/>
                </a:lnTo>
                <a:lnTo>
                  <a:pt x="99546" y="384993"/>
                </a:lnTo>
                <a:lnTo>
                  <a:pt x="99446" y="399800"/>
                </a:lnTo>
                <a:lnTo>
                  <a:pt x="99306" y="414607"/>
                </a:lnTo>
                <a:lnTo>
                  <a:pt x="99138" y="429415"/>
                </a:lnTo>
                <a:lnTo>
                  <a:pt x="98954" y="444222"/>
                </a:lnTo>
                <a:lnTo>
                  <a:pt x="98769" y="459030"/>
                </a:lnTo>
                <a:lnTo>
                  <a:pt x="98595" y="473837"/>
                </a:lnTo>
                <a:lnTo>
                  <a:pt x="98443" y="488644"/>
                </a:lnTo>
                <a:lnTo>
                  <a:pt x="98319" y="503452"/>
                </a:lnTo>
                <a:lnTo>
                  <a:pt x="98225" y="518259"/>
                </a:lnTo>
                <a:lnTo>
                  <a:pt x="98158" y="533067"/>
                </a:lnTo>
                <a:lnTo>
                  <a:pt x="98113" y="547874"/>
                </a:lnTo>
                <a:lnTo>
                  <a:pt x="98079" y="562682"/>
                </a:lnTo>
                <a:lnTo>
                  <a:pt x="98047" y="577489"/>
                </a:lnTo>
                <a:lnTo>
                  <a:pt x="98007" y="592296"/>
                </a:lnTo>
                <a:lnTo>
                  <a:pt x="97950" y="607104"/>
                </a:lnTo>
                <a:lnTo>
                  <a:pt x="97873" y="621911"/>
                </a:lnTo>
                <a:lnTo>
                  <a:pt x="97775" y="636719"/>
                </a:lnTo>
                <a:lnTo>
                  <a:pt x="97660" y="651526"/>
                </a:lnTo>
                <a:lnTo>
                  <a:pt x="97535" y="666333"/>
                </a:lnTo>
                <a:lnTo>
                  <a:pt x="97410" y="681141"/>
                </a:lnTo>
                <a:lnTo>
                  <a:pt x="97296" y="695948"/>
                </a:lnTo>
                <a:lnTo>
                  <a:pt x="97205" y="710756"/>
                </a:lnTo>
                <a:lnTo>
                  <a:pt x="97148" y="725563"/>
                </a:lnTo>
                <a:lnTo>
                  <a:pt x="97132" y="740370"/>
                </a:lnTo>
                <a:lnTo>
                  <a:pt x="97159" y="755178"/>
                </a:lnTo>
                <a:lnTo>
                  <a:pt x="97229" y="769985"/>
                </a:lnTo>
                <a:lnTo>
                  <a:pt x="97333" y="784793"/>
                </a:lnTo>
                <a:lnTo>
                  <a:pt x="97459" y="799600"/>
                </a:lnTo>
                <a:lnTo>
                  <a:pt x="97589" y="814407"/>
                </a:lnTo>
                <a:lnTo>
                  <a:pt x="97702" y="829215"/>
                </a:lnTo>
                <a:lnTo>
                  <a:pt x="97776" y="844022"/>
                </a:lnTo>
                <a:lnTo>
                  <a:pt x="97790" y="858830"/>
                </a:lnTo>
                <a:lnTo>
                  <a:pt x="97731" y="873637"/>
                </a:lnTo>
                <a:lnTo>
                  <a:pt x="97589" y="888444"/>
                </a:lnTo>
                <a:lnTo>
                  <a:pt x="97363" y="903252"/>
                </a:lnTo>
                <a:lnTo>
                  <a:pt x="97065" y="918059"/>
                </a:lnTo>
                <a:lnTo>
                  <a:pt x="96711" y="932867"/>
                </a:lnTo>
                <a:lnTo>
                  <a:pt x="96325" y="947674"/>
                </a:lnTo>
                <a:lnTo>
                  <a:pt x="95936" y="962482"/>
                </a:lnTo>
                <a:lnTo>
                  <a:pt x="95573" y="977289"/>
                </a:lnTo>
                <a:lnTo>
                  <a:pt x="95261" y="992096"/>
                </a:lnTo>
                <a:lnTo>
                  <a:pt x="95021" y="1006904"/>
                </a:lnTo>
                <a:lnTo>
                  <a:pt x="94866" y="1021711"/>
                </a:lnTo>
                <a:lnTo>
                  <a:pt x="94800" y="1036519"/>
                </a:lnTo>
                <a:lnTo>
                  <a:pt x="94819" y="1051326"/>
                </a:lnTo>
                <a:lnTo>
                  <a:pt x="94914" y="1066133"/>
                </a:lnTo>
                <a:lnTo>
                  <a:pt x="95068" y="1080941"/>
                </a:lnTo>
                <a:lnTo>
                  <a:pt x="95265" y="1095748"/>
                </a:lnTo>
                <a:lnTo>
                  <a:pt x="95487" y="1110556"/>
                </a:lnTo>
                <a:lnTo>
                  <a:pt x="95718" y="1125363"/>
                </a:lnTo>
                <a:lnTo>
                  <a:pt x="95945" y="1140170"/>
                </a:lnTo>
                <a:lnTo>
                  <a:pt x="96160" y="1154978"/>
                </a:lnTo>
                <a:lnTo>
                  <a:pt x="96358" y="1169785"/>
                </a:lnTo>
                <a:lnTo>
                  <a:pt x="96537" y="1184593"/>
                </a:lnTo>
                <a:lnTo>
                  <a:pt x="96699" y="1199400"/>
                </a:lnTo>
                <a:lnTo>
                  <a:pt x="96844" y="1214207"/>
                </a:lnTo>
                <a:lnTo>
                  <a:pt x="96976" y="1229015"/>
                </a:lnTo>
                <a:lnTo>
                  <a:pt x="97097" y="1243822"/>
                </a:lnTo>
                <a:lnTo>
                  <a:pt x="97209" y="1258630"/>
                </a:lnTo>
                <a:lnTo>
                  <a:pt x="97316" y="1273437"/>
                </a:lnTo>
                <a:lnTo>
                  <a:pt x="97419" y="1288245"/>
                </a:lnTo>
                <a:lnTo>
                  <a:pt x="97524" y="1303052"/>
                </a:lnTo>
                <a:lnTo>
                  <a:pt x="97633" y="1317859"/>
                </a:lnTo>
                <a:lnTo>
                  <a:pt x="97753" y="1332667"/>
                </a:lnTo>
                <a:lnTo>
                  <a:pt x="97890" y="1347474"/>
                </a:lnTo>
                <a:lnTo>
                  <a:pt x="98050" y="1362282"/>
                </a:lnTo>
                <a:lnTo>
                  <a:pt x="98237" y="1377089"/>
                </a:lnTo>
                <a:lnTo>
                  <a:pt x="98455" y="1391896"/>
                </a:lnTo>
                <a:lnTo>
                  <a:pt x="98706" y="1406704"/>
                </a:lnTo>
                <a:lnTo>
                  <a:pt x="98990" y="1421511"/>
                </a:lnTo>
                <a:lnTo>
                  <a:pt x="99310" y="1436319"/>
                </a:lnTo>
                <a:lnTo>
                  <a:pt x="99671" y="1451126"/>
                </a:lnTo>
                <a:lnTo>
                  <a:pt x="100083" y="1465933"/>
                </a:lnTo>
                <a:lnTo>
                  <a:pt x="100567" y="1480741"/>
                </a:lnTo>
                <a:lnTo>
                  <a:pt x="101159" y="1495548"/>
                </a:lnTo>
                <a:lnTo>
                  <a:pt x="101909" y="1510356"/>
                </a:lnTo>
                <a:lnTo>
                  <a:pt x="102887" y="1525163"/>
                </a:lnTo>
                <a:lnTo>
                  <a:pt x="104180" y="1539970"/>
                </a:lnTo>
                <a:lnTo>
                  <a:pt x="105890" y="1554778"/>
                </a:lnTo>
                <a:lnTo>
                  <a:pt x="108128" y="1569585"/>
                </a:lnTo>
                <a:lnTo>
                  <a:pt x="111001" y="1584393"/>
                </a:lnTo>
                <a:lnTo>
                  <a:pt x="114604" y="1599200"/>
                </a:lnTo>
                <a:lnTo>
                  <a:pt x="118998" y="1614007"/>
                </a:lnTo>
                <a:lnTo>
                  <a:pt x="124196" y="1628815"/>
                </a:lnTo>
                <a:lnTo>
                  <a:pt x="130151" y="1643622"/>
                </a:lnTo>
                <a:lnTo>
                  <a:pt x="136739" y="1658430"/>
                </a:lnTo>
                <a:lnTo>
                  <a:pt x="143757" y="1673237"/>
                </a:lnTo>
                <a:lnTo>
                  <a:pt x="150928" y="1688045"/>
                </a:lnTo>
                <a:lnTo>
                  <a:pt x="157914" y="1702852"/>
                </a:lnTo>
                <a:lnTo>
                  <a:pt x="164342" y="1717659"/>
                </a:lnTo>
                <a:lnTo>
                  <a:pt x="169832" y="1732467"/>
                </a:lnTo>
                <a:lnTo>
                  <a:pt x="174039" y="1747274"/>
                </a:lnTo>
                <a:lnTo>
                  <a:pt x="176685" y="1762082"/>
                </a:lnTo>
                <a:lnTo>
                  <a:pt x="177587" y="1776889"/>
                </a:lnTo>
                <a:lnTo>
                  <a:pt x="17758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4" name="data_10172">
            <a:extLst>
              <a:ext uri="{FF2B5EF4-FFF2-40B4-BE49-F238E27FC236}">
                <a16:creationId xmlns:a16="http://schemas.microsoft.com/office/drawing/2014/main" id="{B3BB0439-4B31-45B7-9050-EC2C28E09E00}"/>
              </a:ext>
            </a:extLst>
          </p:cNvPr>
          <p:cNvSpPr>
            <a:spLocks/>
          </p:cNvSpPr>
          <p:nvPr/>
        </p:nvSpPr>
        <p:spPr>
          <a:xfrm>
            <a:off x="8235887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51353" y="1776889"/>
                </a:moveTo>
                <a:lnTo>
                  <a:pt x="26235" y="1776889"/>
                </a:lnTo>
                <a:lnTo>
                  <a:pt x="26858" y="1762082"/>
                </a:lnTo>
                <a:lnTo>
                  <a:pt x="28685" y="1747274"/>
                </a:lnTo>
                <a:lnTo>
                  <a:pt x="31592" y="1732467"/>
                </a:lnTo>
                <a:lnTo>
                  <a:pt x="35386" y="1717659"/>
                </a:lnTo>
                <a:lnTo>
                  <a:pt x="39831" y="1702852"/>
                </a:lnTo>
                <a:lnTo>
                  <a:pt x="44665" y="1688045"/>
                </a:lnTo>
                <a:lnTo>
                  <a:pt x="49634" y="1673237"/>
                </a:lnTo>
                <a:lnTo>
                  <a:pt x="54506" y="1658430"/>
                </a:lnTo>
                <a:lnTo>
                  <a:pt x="59091" y="1643622"/>
                </a:lnTo>
                <a:lnTo>
                  <a:pt x="63250" y="1628815"/>
                </a:lnTo>
                <a:lnTo>
                  <a:pt x="66901" y="1614007"/>
                </a:lnTo>
                <a:lnTo>
                  <a:pt x="70009" y="1599200"/>
                </a:lnTo>
                <a:lnTo>
                  <a:pt x="72585" y="1584393"/>
                </a:lnTo>
                <a:lnTo>
                  <a:pt x="74669" y="1569585"/>
                </a:lnTo>
                <a:lnTo>
                  <a:pt x="76325" y="1554778"/>
                </a:lnTo>
                <a:lnTo>
                  <a:pt x="77625" y="1539970"/>
                </a:lnTo>
                <a:lnTo>
                  <a:pt x="78640" y="1525163"/>
                </a:lnTo>
                <a:lnTo>
                  <a:pt x="79438" y="1510356"/>
                </a:lnTo>
                <a:lnTo>
                  <a:pt x="80075" y="1495548"/>
                </a:lnTo>
                <a:lnTo>
                  <a:pt x="80596" y="1480741"/>
                </a:lnTo>
                <a:lnTo>
                  <a:pt x="81030" y="1465933"/>
                </a:lnTo>
                <a:lnTo>
                  <a:pt x="81399" y="1451126"/>
                </a:lnTo>
                <a:lnTo>
                  <a:pt x="81714" y="1436319"/>
                </a:lnTo>
                <a:lnTo>
                  <a:pt x="81978" y="1421511"/>
                </a:lnTo>
                <a:lnTo>
                  <a:pt x="82192" y="1406704"/>
                </a:lnTo>
                <a:lnTo>
                  <a:pt x="82354" y="1391896"/>
                </a:lnTo>
                <a:lnTo>
                  <a:pt x="82461" y="1377089"/>
                </a:lnTo>
                <a:lnTo>
                  <a:pt x="82515" y="1362282"/>
                </a:lnTo>
                <a:lnTo>
                  <a:pt x="82516" y="1347474"/>
                </a:lnTo>
                <a:lnTo>
                  <a:pt x="82468" y="1332667"/>
                </a:lnTo>
                <a:lnTo>
                  <a:pt x="82379" y="1317859"/>
                </a:lnTo>
                <a:lnTo>
                  <a:pt x="82257" y="1303052"/>
                </a:lnTo>
                <a:lnTo>
                  <a:pt x="82112" y="1288245"/>
                </a:lnTo>
                <a:lnTo>
                  <a:pt x="81957" y="1273437"/>
                </a:lnTo>
                <a:lnTo>
                  <a:pt x="81803" y="1258630"/>
                </a:lnTo>
                <a:lnTo>
                  <a:pt x="81663" y="1243822"/>
                </a:lnTo>
                <a:lnTo>
                  <a:pt x="81548" y="1229015"/>
                </a:lnTo>
                <a:lnTo>
                  <a:pt x="81470" y="1214207"/>
                </a:lnTo>
                <a:lnTo>
                  <a:pt x="81439" y="1199400"/>
                </a:lnTo>
                <a:lnTo>
                  <a:pt x="81460" y="1184593"/>
                </a:lnTo>
                <a:lnTo>
                  <a:pt x="81537" y="1169785"/>
                </a:lnTo>
                <a:lnTo>
                  <a:pt x="81671" y="1154978"/>
                </a:lnTo>
                <a:lnTo>
                  <a:pt x="81857" y="1140170"/>
                </a:lnTo>
                <a:lnTo>
                  <a:pt x="82085" y="1125363"/>
                </a:lnTo>
                <a:lnTo>
                  <a:pt x="82342" y="1110556"/>
                </a:lnTo>
                <a:lnTo>
                  <a:pt x="82609" y="1095748"/>
                </a:lnTo>
                <a:lnTo>
                  <a:pt x="82866" y="1080941"/>
                </a:lnTo>
                <a:lnTo>
                  <a:pt x="83091" y="1066133"/>
                </a:lnTo>
                <a:lnTo>
                  <a:pt x="83265" y="1051326"/>
                </a:lnTo>
                <a:lnTo>
                  <a:pt x="83371" y="1036519"/>
                </a:lnTo>
                <a:lnTo>
                  <a:pt x="83396" y="1021711"/>
                </a:lnTo>
                <a:lnTo>
                  <a:pt x="83337" y="1006904"/>
                </a:lnTo>
                <a:lnTo>
                  <a:pt x="83198" y="992096"/>
                </a:lnTo>
                <a:lnTo>
                  <a:pt x="82992" y="977289"/>
                </a:lnTo>
                <a:lnTo>
                  <a:pt x="82737" y="962482"/>
                </a:lnTo>
                <a:lnTo>
                  <a:pt x="82457" y="947674"/>
                </a:lnTo>
                <a:lnTo>
                  <a:pt x="82181" y="932867"/>
                </a:lnTo>
                <a:lnTo>
                  <a:pt x="81936" y="918059"/>
                </a:lnTo>
                <a:lnTo>
                  <a:pt x="81744" y="903252"/>
                </a:lnTo>
                <a:lnTo>
                  <a:pt x="81624" y="888444"/>
                </a:lnTo>
                <a:lnTo>
                  <a:pt x="81586" y="873637"/>
                </a:lnTo>
                <a:lnTo>
                  <a:pt x="81632" y="858830"/>
                </a:lnTo>
                <a:lnTo>
                  <a:pt x="81755" y="844022"/>
                </a:lnTo>
                <a:lnTo>
                  <a:pt x="81942" y="829215"/>
                </a:lnTo>
                <a:lnTo>
                  <a:pt x="82174" y="814407"/>
                </a:lnTo>
                <a:lnTo>
                  <a:pt x="82432" y="799600"/>
                </a:lnTo>
                <a:lnTo>
                  <a:pt x="82693" y="784793"/>
                </a:lnTo>
                <a:lnTo>
                  <a:pt x="82938" y="769985"/>
                </a:lnTo>
                <a:lnTo>
                  <a:pt x="83152" y="755178"/>
                </a:lnTo>
                <a:lnTo>
                  <a:pt x="83324" y="740370"/>
                </a:lnTo>
                <a:lnTo>
                  <a:pt x="83446" y="725563"/>
                </a:lnTo>
                <a:lnTo>
                  <a:pt x="83518" y="710756"/>
                </a:lnTo>
                <a:lnTo>
                  <a:pt x="83542" y="695948"/>
                </a:lnTo>
                <a:lnTo>
                  <a:pt x="83524" y="681141"/>
                </a:lnTo>
                <a:lnTo>
                  <a:pt x="83473" y="666333"/>
                </a:lnTo>
                <a:lnTo>
                  <a:pt x="83400" y="651526"/>
                </a:lnTo>
                <a:lnTo>
                  <a:pt x="83314" y="636719"/>
                </a:lnTo>
                <a:lnTo>
                  <a:pt x="83226" y="621911"/>
                </a:lnTo>
                <a:lnTo>
                  <a:pt x="83144" y="607104"/>
                </a:lnTo>
                <a:lnTo>
                  <a:pt x="83075" y="592296"/>
                </a:lnTo>
                <a:lnTo>
                  <a:pt x="83023" y="577489"/>
                </a:lnTo>
                <a:lnTo>
                  <a:pt x="82992" y="562682"/>
                </a:lnTo>
                <a:lnTo>
                  <a:pt x="82984" y="547874"/>
                </a:lnTo>
                <a:lnTo>
                  <a:pt x="83001" y="533067"/>
                </a:lnTo>
                <a:lnTo>
                  <a:pt x="83043" y="518259"/>
                </a:lnTo>
                <a:lnTo>
                  <a:pt x="83110" y="503452"/>
                </a:lnTo>
                <a:lnTo>
                  <a:pt x="83204" y="488644"/>
                </a:lnTo>
                <a:lnTo>
                  <a:pt x="83324" y="473837"/>
                </a:lnTo>
                <a:lnTo>
                  <a:pt x="83469" y="459030"/>
                </a:lnTo>
                <a:lnTo>
                  <a:pt x="83633" y="444222"/>
                </a:lnTo>
                <a:lnTo>
                  <a:pt x="83812" y="429415"/>
                </a:lnTo>
                <a:lnTo>
                  <a:pt x="83995" y="414607"/>
                </a:lnTo>
                <a:lnTo>
                  <a:pt x="84170" y="399800"/>
                </a:lnTo>
                <a:lnTo>
                  <a:pt x="84321" y="384993"/>
                </a:lnTo>
                <a:lnTo>
                  <a:pt x="84431" y="370185"/>
                </a:lnTo>
                <a:lnTo>
                  <a:pt x="84481" y="355378"/>
                </a:lnTo>
                <a:lnTo>
                  <a:pt x="84451" y="340570"/>
                </a:lnTo>
                <a:lnTo>
                  <a:pt x="84319" y="325763"/>
                </a:lnTo>
                <a:lnTo>
                  <a:pt x="84060" y="310956"/>
                </a:lnTo>
                <a:lnTo>
                  <a:pt x="83644" y="296148"/>
                </a:lnTo>
                <a:lnTo>
                  <a:pt x="83032" y="281341"/>
                </a:lnTo>
                <a:lnTo>
                  <a:pt x="82176" y="266533"/>
                </a:lnTo>
                <a:lnTo>
                  <a:pt x="81012" y="251726"/>
                </a:lnTo>
                <a:lnTo>
                  <a:pt x="79465" y="236919"/>
                </a:lnTo>
                <a:lnTo>
                  <a:pt x="77442" y="222111"/>
                </a:lnTo>
                <a:lnTo>
                  <a:pt x="74846" y="207304"/>
                </a:lnTo>
                <a:lnTo>
                  <a:pt x="71577" y="192496"/>
                </a:lnTo>
                <a:lnTo>
                  <a:pt x="67551" y="177689"/>
                </a:lnTo>
                <a:lnTo>
                  <a:pt x="62710" y="162881"/>
                </a:lnTo>
                <a:lnTo>
                  <a:pt x="57045" y="148074"/>
                </a:lnTo>
                <a:lnTo>
                  <a:pt x="50608" y="133267"/>
                </a:lnTo>
                <a:lnTo>
                  <a:pt x="43529" y="118459"/>
                </a:lnTo>
                <a:lnTo>
                  <a:pt x="36017" y="103652"/>
                </a:lnTo>
                <a:lnTo>
                  <a:pt x="28364" y="88844"/>
                </a:lnTo>
                <a:lnTo>
                  <a:pt x="20921" y="74037"/>
                </a:lnTo>
                <a:lnTo>
                  <a:pt x="14081" y="59230"/>
                </a:lnTo>
                <a:lnTo>
                  <a:pt x="8242" y="44422"/>
                </a:lnTo>
                <a:lnTo>
                  <a:pt x="3770" y="29615"/>
                </a:lnTo>
                <a:lnTo>
                  <a:pt x="959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28" y="14807"/>
                </a:lnTo>
                <a:lnTo>
                  <a:pt x="173817" y="29615"/>
                </a:lnTo>
                <a:lnTo>
                  <a:pt x="169345" y="44422"/>
                </a:lnTo>
                <a:lnTo>
                  <a:pt x="163506" y="59230"/>
                </a:lnTo>
                <a:lnTo>
                  <a:pt x="156667" y="74037"/>
                </a:lnTo>
                <a:lnTo>
                  <a:pt x="149224" y="88844"/>
                </a:lnTo>
                <a:lnTo>
                  <a:pt x="141570" y="103652"/>
                </a:lnTo>
                <a:lnTo>
                  <a:pt x="134059" y="118459"/>
                </a:lnTo>
                <a:lnTo>
                  <a:pt x="126979" y="133267"/>
                </a:lnTo>
                <a:lnTo>
                  <a:pt x="120542" y="148074"/>
                </a:lnTo>
                <a:lnTo>
                  <a:pt x="114877" y="162881"/>
                </a:lnTo>
                <a:lnTo>
                  <a:pt x="110036" y="177689"/>
                </a:lnTo>
                <a:lnTo>
                  <a:pt x="106010" y="192496"/>
                </a:lnTo>
                <a:lnTo>
                  <a:pt x="102741" y="207304"/>
                </a:lnTo>
                <a:lnTo>
                  <a:pt x="100145" y="222111"/>
                </a:lnTo>
                <a:lnTo>
                  <a:pt x="98122" y="236919"/>
                </a:lnTo>
                <a:lnTo>
                  <a:pt x="96575" y="251726"/>
                </a:lnTo>
                <a:lnTo>
                  <a:pt x="95412" y="266533"/>
                </a:lnTo>
                <a:lnTo>
                  <a:pt x="94555" y="281341"/>
                </a:lnTo>
                <a:lnTo>
                  <a:pt x="93944" y="296148"/>
                </a:lnTo>
                <a:lnTo>
                  <a:pt x="93527" y="310956"/>
                </a:lnTo>
                <a:lnTo>
                  <a:pt x="93268" y="325763"/>
                </a:lnTo>
                <a:lnTo>
                  <a:pt x="93136" y="340570"/>
                </a:lnTo>
                <a:lnTo>
                  <a:pt x="93106" y="355378"/>
                </a:lnTo>
                <a:lnTo>
                  <a:pt x="93156" y="370185"/>
                </a:lnTo>
                <a:lnTo>
                  <a:pt x="93266" y="384993"/>
                </a:lnTo>
                <a:lnTo>
                  <a:pt x="93417" y="399800"/>
                </a:lnTo>
                <a:lnTo>
                  <a:pt x="93592" y="414607"/>
                </a:lnTo>
                <a:lnTo>
                  <a:pt x="93775" y="429415"/>
                </a:lnTo>
                <a:lnTo>
                  <a:pt x="93954" y="444222"/>
                </a:lnTo>
                <a:lnTo>
                  <a:pt x="94119" y="459030"/>
                </a:lnTo>
                <a:lnTo>
                  <a:pt x="94263" y="473837"/>
                </a:lnTo>
                <a:lnTo>
                  <a:pt x="94383" y="488644"/>
                </a:lnTo>
                <a:lnTo>
                  <a:pt x="94477" y="503452"/>
                </a:lnTo>
                <a:lnTo>
                  <a:pt x="94545" y="518259"/>
                </a:lnTo>
                <a:lnTo>
                  <a:pt x="94586" y="533067"/>
                </a:lnTo>
                <a:lnTo>
                  <a:pt x="94603" y="547874"/>
                </a:lnTo>
                <a:lnTo>
                  <a:pt x="94595" y="562682"/>
                </a:lnTo>
                <a:lnTo>
                  <a:pt x="94564" y="577489"/>
                </a:lnTo>
                <a:lnTo>
                  <a:pt x="94513" y="592296"/>
                </a:lnTo>
                <a:lnTo>
                  <a:pt x="94443" y="607104"/>
                </a:lnTo>
                <a:lnTo>
                  <a:pt x="94361" y="621911"/>
                </a:lnTo>
                <a:lnTo>
                  <a:pt x="94273" y="636719"/>
                </a:lnTo>
                <a:lnTo>
                  <a:pt x="94187" y="651526"/>
                </a:lnTo>
                <a:lnTo>
                  <a:pt x="94114" y="666333"/>
                </a:lnTo>
                <a:lnTo>
                  <a:pt x="94063" y="681141"/>
                </a:lnTo>
                <a:lnTo>
                  <a:pt x="94045" y="695948"/>
                </a:lnTo>
                <a:lnTo>
                  <a:pt x="94069" y="710756"/>
                </a:lnTo>
                <a:lnTo>
                  <a:pt x="94141" y="725563"/>
                </a:lnTo>
                <a:lnTo>
                  <a:pt x="94263" y="740370"/>
                </a:lnTo>
                <a:lnTo>
                  <a:pt x="94435" y="755178"/>
                </a:lnTo>
                <a:lnTo>
                  <a:pt x="94649" y="769985"/>
                </a:lnTo>
                <a:lnTo>
                  <a:pt x="94895" y="784793"/>
                </a:lnTo>
                <a:lnTo>
                  <a:pt x="95156" y="799600"/>
                </a:lnTo>
                <a:lnTo>
                  <a:pt x="95413" y="814407"/>
                </a:lnTo>
                <a:lnTo>
                  <a:pt x="95646" y="829215"/>
                </a:lnTo>
                <a:lnTo>
                  <a:pt x="95832" y="844022"/>
                </a:lnTo>
                <a:lnTo>
                  <a:pt x="95955" y="858830"/>
                </a:lnTo>
                <a:lnTo>
                  <a:pt x="96001" y="873637"/>
                </a:lnTo>
                <a:lnTo>
                  <a:pt x="95963" y="888444"/>
                </a:lnTo>
                <a:lnTo>
                  <a:pt x="95843" y="903252"/>
                </a:lnTo>
                <a:lnTo>
                  <a:pt x="95651" y="918059"/>
                </a:lnTo>
                <a:lnTo>
                  <a:pt x="95406" y="932867"/>
                </a:lnTo>
                <a:lnTo>
                  <a:pt x="95130" y="947674"/>
                </a:lnTo>
                <a:lnTo>
                  <a:pt x="94851" y="962482"/>
                </a:lnTo>
                <a:lnTo>
                  <a:pt x="94595" y="977289"/>
                </a:lnTo>
                <a:lnTo>
                  <a:pt x="94389" y="992096"/>
                </a:lnTo>
                <a:lnTo>
                  <a:pt x="94250" y="1006904"/>
                </a:lnTo>
                <a:lnTo>
                  <a:pt x="94191" y="1021711"/>
                </a:lnTo>
                <a:lnTo>
                  <a:pt x="94217" y="1036519"/>
                </a:lnTo>
                <a:lnTo>
                  <a:pt x="94322" y="1051326"/>
                </a:lnTo>
                <a:lnTo>
                  <a:pt x="94496" y="1066133"/>
                </a:lnTo>
                <a:lnTo>
                  <a:pt x="94721" y="1080941"/>
                </a:lnTo>
                <a:lnTo>
                  <a:pt x="94978" y="1095748"/>
                </a:lnTo>
                <a:lnTo>
                  <a:pt x="95245" y="1110556"/>
                </a:lnTo>
                <a:lnTo>
                  <a:pt x="95502" y="1125363"/>
                </a:lnTo>
                <a:lnTo>
                  <a:pt x="95730" y="1140170"/>
                </a:lnTo>
                <a:lnTo>
                  <a:pt x="95916" y="1154978"/>
                </a:lnTo>
                <a:lnTo>
                  <a:pt x="96050" y="1169785"/>
                </a:lnTo>
                <a:lnTo>
                  <a:pt x="96127" y="1184593"/>
                </a:lnTo>
                <a:lnTo>
                  <a:pt x="96149" y="1199400"/>
                </a:lnTo>
                <a:lnTo>
                  <a:pt x="96117" y="1214207"/>
                </a:lnTo>
                <a:lnTo>
                  <a:pt x="96039" y="1229015"/>
                </a:lnTo>
                <a:lnTo>
                  <a:pt x="95925" y="1243822"/>
                </a:lnTo>
                <a:lnTo>
                  <a:pt x="95784" y="1258630"/>
                </a:lnTo>
                <a:lnTo>
                  <a:pt x="95631" y="1273437"/>
                </a:lnTo>
                <a:lnTo>
                  <a:pt x="95475" y="1288245"/>
                </a:lnTo>
                <a:lnTo>
                  <a:pt x="95331" y="1303052"/>
                </a:lnTo>
                <a:lnTo>
                  <a:pt x="95208" y="1317859"/>
                </a:lnTo>
                <a:lnTo>
                  <a:pt x="95119" y="1332667"/>
                </a:lnTo>
                <a:lnTo>
                  <a:pt x="95072" y="1347474"/>
                </a:lnTo>
                <a:lnTo>
                  <a:pt x="95072" y="1362282"/>
                </a:lnTo>
                <a:lnTo>
                  <a:pt x="95126" y="1377089"/>
                </a:lnTo>
                <a:lnTo>
                  <a:pt x="95234" y="1391896"/>
                </a:lnTo>
                <a:lnTo>
                  <a:pt x="95395" y="1406704"/>
                </a:lnTo>
                <a:lnTo>
                  <a:pt x="95609" y="1421511"/>
                </a:lnTo>
                <a:lnTo>
                  <a:pt x="95873" y="1436319"/>
                </a:lnTo>
                <a:lnTo>
                  <a:pt x="96188" y="1451126"/>
                </a:lnTo>
                <a:lnTo>
                  <a:pt x="96557" y="1465933"/>
                </a:lnTo>
                <a:lnTo>
                  <a:pt x="96991" y="1480741"/>
                </a:lnTo>
                <a:lnTo>
                  <a:pt x="97512" y="1495548"/>
                </a:lnTo>
                <a:lnTo>
                  <a:pt x="98149" y="1510356"/>
                </a:lnTo>
                <a:lnTo>
                  <a:pt x="98947" y="1525163"/>
                </a:lnTo>
                <a:lnTo>
                  <a:pt x="99963" y="1539970"/>
                </a:lnTo>
                <a:lnTo>
                  <a:pt x="101262" y="1554778"/>
                </a:lnTo>
                <a:lnTo>
                  <a:pt x="102918" y="1569585"/>
                </a:lnTo>
                <a:lnTo>
                  <a:pt x="105002" y="1584393"/>
                </a:lnTo>
                <a:lnTo>
                  <a:pt x="107578" y="1599200"/>
                </a:lnTo>
                <a:lnTo>
                  <a:pt x="110686" y="1614007"/>
                </a:lnTo>
                <a:lnTo>
                  <a:pt x="114337" y="1628815"/>
                </a:lnTo>
                <a:lnTo>
                  <a:pt x="118497" y="1643622"/>
                </a:lnTo>
                <a:lnTo>
                  <a:pt x="123081" y="1658430"/>
                </a:lnTo>
                <a:lnTo>
                  <a:pt x="127953" y="1673237"/>
                </a:lnTo>
                <a:lnTo>
                  <a:pt x="132922" y="1688045"/>
                </a:lnTo>
                <a:lnTo>
                  <a:pt x="137757" y="1702852"/>
                </a:lnTo>
                <a:lnTo>
                  <a:pt x="142201" y="1717659"/>
                </a:lnTo>
                <a:lnTo>
                  <a:pt x="145995" y="1732467"/>
                </a:lnTo>
                <a:lnTo>
                  <a:pt x="148902" y="1747274"/>
                </a:lnTo>
                <a:lnTo>
                  <a:pt x="150729" y="1762082"/>
                </a:lnTo>
                <a:lnTo>
                  <a:pt x="151353" y="1776889"/>
                </a:lnTo>
                <a:lnTo>
                  <a:pt x="151353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5" name="data_10173">
            <a:extLst>
              <a:ext uri="{FF2B5EF4-FFF2-40B4-BE49-F238E27FC236}">
                <a16:creationId xmlns:a16="http://schemas.microsoft.com/office/drawing/2014/main" id="{66782D93-74C6-486C-AADA-36907B4AF079}"/>
              </a:ext>
            </a:extLst>
          </p:cNvPr>
          <p:cNvSpPr>
            <a:spLocks/>
          </p:cNvSpPr>
          <p:nvPr/>
        </p:nvSpPr>
        <p:spPr>
          <a:xfrm>
            <a:off x="8918914" y="5176046"/>
            <a:ext cx="177587" cy="1776889"/>
          </a:xfrm>
          <a:custGeom>
            <a:avLst/>
            <a:gdLst/>
            <a:ahLst/>
            <a:cxnLst/>
            <a:rect l="0" t="0" r="0" b="0"/>
            <a:pathLst>
              <a:path w="177587" h="1776889">
                <a:moveTo>
                  <a:pt x="148907" y="1776889"/>
                </a:moveTo>
                <a:lnTo>
                  <a:pt x="28680" y="1776889"/>
                </a:lnTo>
                <a:lnTo>
                  <a:pt x="29276" y="1762082"/>
                </a:lnTo>
                <a:lnTo>
                  <a:pt x="31021" y="1747274"/>
                </a:lnTo>
                <a:lnTo>
                  <a:pt x="33797" y="1732467"/>
                </a:lnTo>
                <a:lnTo>
                  <a:pt x="37421" y="1717659"/>
                </a:lnTo>
                <a:lnTo>
                  <a:pt x="41666" y="1702852"/>
                </a:lnTo>
                <a:lnTo>
                  <a:pt x="46282" y="1688045"/>
                </a:lnTo>
                <a:lnTo>
                  <a:pt x="51026" y="1673237"/>
                </a:lnTo>
                <a:lnTo>
                  <a:pt x="55676" y="1658430"/>
                </a:lnTo>
                <a:lnTo>
                  <a:pt x="60049" y="1643622"/>
                </a:lnTo>
                <a:lnTo>
                  <a:pt x="64016" y="1628815"/>
                </a:lnTo>
                <a:lnTo>
                  <a:pt x="67493" y="1614007"/>
                </a:lnTo>
                <a:lnTo>
                  <a:pt x="70450" y="1599200"/>
                </a:lnTo>
                <a:lnTo>
                  <a:pt x="72894" y="1584393"/>
                </a:lnTo>
                <a:lnTo>
                  <a:pt x="74865" y="1569585"/>
                </a:lnTo>
                <a:lnTo>
                  <a:pt x="76420" y="1554778"/>
                </a:lnTo>
                <a:lnTo>
                  <a:pt x="77628" y="1539970"/>
                </a:lnTo>
                <a:lnTo>
                  <a:pt x="78556" y="1525163"/>
                </a:lnTo>
                <a:lnTo>
                  <a:pt x="79267" y="1510356"/>
                </a:lnTo>
                <a:lnTo>
                  <a:pt x="79814" y="1495548"/>
                </a:lnTo>
                <a:lnTo>
                  <a:pt x="80237" y="1480741"/>
                </a:lnTo>
                <a:lnTo>
                  <a:pt x="80569" y="1465933"/>
                </a:lnTo>
                <a:lnTo>
                  <a:pt x="80828" y="1451126"/>
                </a:lnTo>
                <a:lnTo>
                  <a:pt x="81030" y="1436319"/>
                </a:lnTo>
                <a:lnTo>
                  <a:pt x="81180" y="1421511"/>
                </a:lnTo>
                <a:lnTo>
                  <a:pt x="81284" y="1406704"/>
                </a:lnTo>
                <a:lnTo>
                  <a:pt x="81346" y="1391896"/>
                </a:lnTo>
                <a:lnTo>
                  <a:pt x="81369" y="1377089"/>
                </a:lnTo>
                <a:lnTo>
                  <a:pt x="81357" y="1362282"/>
                </a:lnTo>
                <a:lnTo>
                  <a:pt x="81317" y="1347474"/>
                </a:lnTo>
                <a:lnTo>
                  <a:pt x="81256" y="1332667"/>
                </a:lnTo>
                <a:lnTo>
                  <a:pt x="81180" y="1317859"/>
                </a:lnTo>
                <a:lnTo>
                  <a:pt x="81099" y="1303052"/>
                </a:lnTo>
                <a:lnTo>
                  <a:pt x="81019" y="1288245"/>
                </a:lnTo>
                <a:lnTo>
                  <a:pt x="80948" y="1273437"/>
                </a:lnTo>
                <a:lnTo>
                  <a:pt x="80893" y="1258630"/>
                </a:lnTo>
                <a:lnTo>
                  <a:pt x="80861" y="1243822"/>
                </a:lnTo>
                <a:lnTo>
                  <a:pt x="80858" y="1229015"/>
                </a:lnTo>
                <a:lnTo>
                  <a:pt x="80890" y="1214207"/>
                </a:lnTo>
                <a:lnTo>
                  <a:pt x="80962" y="1199400"/>
                </a:lnTo>
                <a:lnTo>
                  <a:pt x="81076" y="1184593"/>
                </a:lnTo>
                <a:lnTo>
                  <a:pt x="81237" y="1169785"/>
                </a:lnTo>
                <a:lnTo>
                  <a:pt x="81441" y="1154978"/>
                </a:lnTo>
                <a:lnTo>
                  <a:pt x="81685" y="1140170"/>
                </a:lnTo>
                <a:lnTo>
                  <a:pt x="81959" y="1125363"/>
                </a:lnTo>
                <a:lnTo>
                  <a:pt x="82252" y="1110556"/>
                </a:lnTo>
                <a:lnTo>
                  <a:pt x="82546" y="1095748"/>
                </a:lnTo>
                <a:lnTo>
                  <a:pt x="82824" y="1080941"/>
                </a:lnTo>
                <a:lnTo>
                  <a:pt x="83064" y="1066133"/>
                </a:lnTo>
                <a:lnTo>
                  <a:pt x="83248" y="1051326"/>
                </a:lnTo>
                <a:lnTo>
                  <a:pt x="83360" y="1036519"/>
                </a:lnTo>
                <a:lnTo>
                  <a:pt x="83390" y="1021711"/>
                </a:lnTo>
                <a:lnTo>
                  <a:pt x="83334" y="1006904"/>
                </a:lnTo>
                <a:lnTo>
                  <a:pt x="83197" y="992096"/>
                </a:lnTo>
                <a:lnTo>
                  <a:pt x="82992" y="977289"/>
                </a:lnTo>
                <a:lnTo>
                  <a:pt x="82738" y="962482"/>
                </a:lnTo>
                <a:lnTo>
                  <a:pt x="82460" y="947674"/>
                </a:lnTo>
                <a:lnTo>
                  <a:pt x="82186" y="932867"/>
                </a:lnTo>
                <a:lnTo>
                  <a:pt x="81942" y="918059"/>
                </a:lnTo>
                <a:lnTo>
                  <a:pt x="81754" y="903252"/>
                </a:lnTo>
                <a:lnTo>
                  <a:pt x="81639" y="888444"/>
                </a:lnTo>
                <a:lnTo>
                  <a:pt x="81608" y="873637"/>
                </a:lnTo>
                <a:lnTo>
                  <a:pt x="81663" y="858830"/>
                </a:lnTo>
                <a:lnTo>
                  <a:pt x="81801" y="844022"/>
                </a:lnTo>
                <a:lnTo>
                  <a:pt x="82008" y="829215"/>
                </a:lnTo>
                <a:lnTo>
                  <a:pt x="82268" y="814407"/>
                </a:lnTo>
                <a:lnTo>
                  <a:pt x="82561" y="799600"/>
                </a:lnTo>
                <a:lnTo>
                  <a:pt x="82869" y="784793"/>
                </a:lnTo>
                <a:lnTo>
                  <a:pt x="83172" y="769985"/>
                </a:lnTo>
                <a:lnTo>
                  <a:pt x="83457" y="755178"/>
                </a:lnTo>
                <a:lnTo>
                  <a:pt x="83711" y="740370"/>
                </a:lnTo>
                <a:lnTo>
                  <a:pt x="83927" y="725563"/>
                </a:lnTo>
                <a:lnTo>
                  <a:pt x="84102" y="710756"/>
                </a:lnTo>
                <a:lnTo>
                  <a:pt x="84235" y="695948"/>
                </a:lnTo>
                <a:lnTo>
                  <a:pt x="84328" y="681141"/>
                </a:lnTo>
                <a:lnTo>
                  <a:pt x="84385" y="666333"/>
                </a:lnTo>
                <a:lnTo>
                  <a:pt x="84410" y="651526"/>
                </a:lnTo>
                <a:lnTo>
                  <a:pt x="84408" y="636719"/>
                </a:lnTo>
                <a:lnTo>
                  <a:pt x="84383" y="621911"/>
                </a:lnTo>
                <a:lnTo>
                  <a:pt x="84338" y="607104"/>
                </a:lnTo>
                <a:lnTo>
                  <a:pt x="84278" y="592296"/>
                </a:lnTo>
                <a:lnTo>
                  <a:pt x="84205" y="577489"/>
                </a:lnTo>
                <a:lnTo>
                  <a:pt x="84124" y="562682"/>
                </a:lnTo>
                <a:lnTo>
                  <a:pt x="84037" y="547874"/>
                </a:lnTo>
                <a:lnTo>
                  <a:pt x="83949" y="533067"/>
                </a:lnTo>
                <a:lnTo>
                  <a:pt x="83864" y="518259"/>
                </a:lnTo>
                <a:lnTo>
                  <a:pt x="83787" y="503452"/>
                </a:lnTo>
                <a:lnTo>
                  <a:pt x="83723" y="488644"/>
                </a:lnTo>
                <a:lnTo>
                  <a:pt x="83676" y="473837"/>
                </a:lnTo>
                <a:lnTo>
                  <a:pt x="83646" y="459030"/>
                </a:lnTo>
                <a:lnTo>
                  <a:pt x="83635" y="444222"/>
                </a:lnTo>
                <a:lnTo>
                  <a:pt x="83637" y="429415"/>
                </a:lnTo>
                <a:lnTo>
                  <a:pt x="83647" y="414607"/>
                </a:lnTo>
                <a:lnTo>
                  <a:pt x="83654" y="399800"/>
                </a:lnTo>
                <a:lnTo>
                  <a:pt x="83647" y="384993"/>
                </a:lnTo>
                <a:lnTo>
                  <a:pt x="83613" y="370185"/>
                </a:lnTo>
                <a:lnTo>
                  <a:pt x="83536" y="355378"/>
                </a:lnTo>
                <a:lnTo>
                  <a:pt x="83402" y="340570"/>
                </a:lnTo>
                <a:lnTo>
                  <a:pt x="83190" y="325763"/>
                </a:lnTo>
                <a:lnTo>
                  <a:pt x="82880" y="310956"/>
                </a:lnTo>
                <a:lnTo>
                  <a:pt x="82443" y="296148"/>
                </a:lnTo>
                <a:lnTo>
                  <a:pt x="81841" y="281341"/>
                </a:lnTo>
                <a:lnTo>
                  <a:pt x="81023" y="266533"/>
                </a:lnTo>
                <a:lnTo>
                  <a:pt x="79922" y="251726"/>
                </a:lnTo>
                <a:lnTo>
                  <a:pt x="78458" y="236919"/>
                </a:lnTo>
                <a:lnTo>
                  <a:pt x="76535" y="222111"/>
                </a:lnTo>
                <a:lnTo>
                  <a:pt x="74047" y="207304"/>
                </a:lnTo>
                <a:lnTo>
                  <a:pt x="70891" y="192496"/>
                </a:lnTo>
                <a:lnTo>
                  <a:pt x="66975" y="177689"/>
                </a:lnTo>
                <a:lnTo>
                  <a:pt x="62238" y="162881"/>
                </a:lnTo>
                <a:lnTo>
                  <a:pt x="56668" y="148074"/>
                </a:lnTo>
                <a:lnTo>
                  <a:pt x="50316" y="133267"/>
                </a:lnTo>
                <a:lnTo>
                  <a:pt x="43309" y="118459"/>
                </a:lnTo>
                <a:lnTo>
                  <a:pt x="35857" y="103652"/>
                </a:lnTo>
                <a:lnTo>
                  <a:pt x="28252" y="88844"/>
                </a:lnTo>
                <a:lnTo>
                  <a:pt x="20847" y="74037"/>
                </a:lnTo>
                <a:lnTo>
                  <a:pt x="14036" y="59230"/>
                </a:lnTo>
                <a:lnTo>
                  <a:pt x="8218" y="44422"/>
                </a:lnTo>
                <a:lnTo>
                  <a:pt x="3760" y="29615"/>
                </a:lnTo>
                <a:lnTo>
                  <a:pt x="957" y="14807"/>
                </a:lnTo>
                <a:lnTo>
                  <a:pt x="0" y="0"/>
                </a:lnTo>
                <a:lnTo>
                  <a:pt x="177587" y="0"/>
                </a:lnTo>
                <a:lnTo>
                  <a:pt x="177587" y="0"/>
                </a:lnTo>
                <a:lnTo>
                  <a:pt x="176631" y="14807"/>
                </a:lnTo>
                <a:lnTo>
                  <a:pt x="173827" y="29615"/>
                </a:lnTo>
                <a:lnTo>
                  <a:pt x="169369" y="44422"/>
                </a:lnTo>
                <a:lnTo>
                  <a:pt x="163552" y="59230"/>
                </a:lnTo>
                <a:lnTo>
                  <a:pt x="156740" y="74037"/>
                </a:lnTo>
                <a:lnTo>
                  <a:pt x="149335" y="88844"/>
                </a:lnTo>
                <a:lnTo>
                  <a:pt x="141730" y="103652"/>
                </a:lnTo>
                <a:lnTo>
                  <a:pt x="134279" y="118459"/>
                </a:lnTo>
                <a:lnTo>
                  <a:pt x="127271" y="133267"/>
                </a:lnTo>
                <a:lnTo>
                  <a:pt x="120919" y="148074"/>
                </a:lnTo>
                <a:lnTo>
                  <a:pt x="115349" y="162881"/>
                </a:lnTo>
                <a:lnTo>
                  <a:pt x="110613" y="177689"/>
                </a:lnTo>
                <a:lnTo>
                  <a:pt x="106697" y="192496"/>
                </a:lnTo>
                <a:lnTo>
                  <a:pt x="103540" y="207304"/>
                </a:lnTo>
                <a:lnTo>
                  <a:pt x="101052" y="222111"/>
                </a:lnTo>
                <a:lnTo>
                  <a:pt x="99129" y="236919"/>
                </a:lnTo>
                <a:lnTo>
                  <a:pt x="97665" y="251726"/>
                </a:lnTo>
                <a:lnTo>
                  <a:pt x="96565" y="266533"/>
                </a:lnTo>
                <a:lnTo>
                  <a:pt x="95746" y="281341"/>
                </a:lnTo>
                <a:lnTo>
                  <a:pt x="95144" y="296148"/>
                </a:lnTo>
                <a:lnTo>
                  <a:pt x="94707" y="310956"/>
                </a:lnTo>
                <a:lnTo>
                  <a:pt x="94397" y="325763"/>
                </a:lnTo>
                <a:lnTo>
                  <a:pt x="94186" y="340570"/>
                </a:lnTo>
                <a:lnTo>
                  <a:pt x="94051" y="355378"/>
                </a:lnTo>
                <a:lnTo>
                  <a:pt x="93974" y="370185"/>
                </a:lnTo>
                <a:lnTo>
                  <a:pt x="93940" y="384993"/>
                </a:lnTo>
                <a:lnTo>
                  <a:pt x="93933" y="399800"/>
                </a:lnTo>
                <a:lnTo>
                  <a:pt x="93940" y="414607"/>
                </a:lnTo>
                <a:lnTo>
                  <a:pt x="93950" y="429415"/>
                </a:lnTo>
                <a:lnTo>
                  <a:pt x="93952" y="444222"/>
                </a:lnTo>
                <a:lnTo>
                  <a:pt x="93941" y="459030"/>
                </a:lnTo>
                <a:lnTo>
                  <a:pt x="93912" y="473837"/>
                </a:lnTo>
                <a:lnTo>
                  <a:pt x="93864" y="488644"/>
                </a:lnTo>
                <a:lnTo>
                  <a:pt x="93800" y="503452"/>
                </a:lnTo>
                <a:lnTo>
                  <a:pt x="93724" y="518259"/>
                </a:lnTo>
                <a:lnTo>
                  <a:pt x="93639" y="533067"/>
                </a:lnTo>
                <a:lnTo>
                  <a:pt x="93550" y="547874"/>
                </a:lnTo>
                <a:lnTo>
                  <a:pt x="93463" y="562682"/>
                </a:lnTo>
                <a:lnTo>
                  <a:pt x="93382" y="577489"/>
                </a:lnTo>
                <a:lnTo>
                  <a:pt x="93309" y="592296"/>
                </a:lnTo>
                <a:lnTo>
                  <a:pt x="93249" y="607104"/>
                </a:lnTo>
                <a:lnTo>
                  <a:pt x="93205" y="621911"/>
                </a:lnTo>
                <a:lnTo>
                  <a:pt x="93179" y="636719"/>
                </a:lnTo>
                <a:lnTo>
                  <a:pt x="93177" y="651526"/>
                </a:lnTo>
                <a:lnTo>
                  <a:pt x="93202" y="666333"/>
                </a:lnTo>
                <a:lnTo>
                  <a:pt x="93259" y="681141"/>
                </a:lnTo>
                <a:lnTo>
                  <a:pt x="93352" y="695948"/>
                </a:lnTo>
                <a:lnTo>
                  <a:pt x="93486" y="710756"/>
                </a:lnTo>
                <a:lnTo>
                  <a:pt x="93660" y="725563"/>
                </a:lnTo>
                <a:lnTo>
                  <a:pt x="93877" y="740370"/>
                </a:lnTo>
                <a:lnTo>
                  <a:pt x="94131" y="755178"/>
                </a:lnTo>
                <a:lnTo>
                  <a:pt x="94415" y="769985"/>
                </a:lnTo>
                <a:lnTo>
                  <a:pt x="94718" y="784793"/>
                </a:lnTo>
                <a:lnTo>
                  <a:pt x="95026" y="799600"/>
                </a:lnTo>
                <a:lnTo>
                  <a:pt x="95319" y="814407"/>
                </a:lnTo>
                <a:lnTo>
                  <a:pt x="95579" y="829215"/>
                </a:lnTo>
                <a:lnTo>
                  <a:pt x="95786" y="844022"/>
                </a:lnTo>
                <a:lnTo>
                  <a:pt x="95924" y="858830"/>
                </a:lnTo>
                <a:lnTo>
                  <a:pt x="95980" y="873637"/>
                </a:lnTo>
                <a:lnTo>
                  <a:pt x="95949" y="888444"/>
                </a:lnTo>
                <a:lnTo>
                  <a:pt x="95833" y="903252"/>
                </a:lnTo>
                <a:lnTo>
                  <a:pt x="95645" y="918059"/>
                </a:lnTo>
                <a:lnTo>
                  <a:pt x="95401" y="932867"/>
                </a:lnTo>
                <a:lnTo>
                  <a:pt x="95127" y="947674"/>
                </a:lnTo>
                <a:lnTo>
                  <a:pt x="94849" y="962482"/>
                </a:lnTo>
                <a:lnTo>
                  <a:pt x="94595" y="977289"/>
                </a:lnTo>
                <a:lnTo>
                  <a:pt x="94390" y="992096"/>
                </a:lnTo>
                <a:lnTo>
                  <a:pt x="94253" y="1006904"/>
                </a:lnTo>
                <a:lnTo>
                  <a:pt x="94197" y="1021711"/>
                </a:lnTo>
                <a:lnTo>
                  <a:pt x="94227" y="1036519"/>
                </a:lnTo>
                <a:lnTo>
                  <a:pt x="94340" y="1051326"/>
                </a:lnTo>
                <a:lnTo>
                  <a:pt x="94524" y="1066133"/>
                </a:lnTo>
                <a:lnTo>
                  <a:pt x="94764" y="1080941"/>
                </a:lnTo>
                <a:lnTo>
                  <a:pt x="95041" y="1095748"/>
                </a:lnTo>
                <a:lnTo>
                  <a:pt x="95335" y="1110556"/>
                </a:lnTo>
                <a:lnTo>
                  <a:pt x="95628" y="1125363"/>
                </a:lnTo>
                <a:lnTo>
                  <a:pt x="95903" y="1140170"/>
                </a:lnTo>
                <a:lnTo>
                  <a:pt x="96146" y="1154978"/>
                </a:lnTo>
                <a:lnTo>
                  <a:pt x="96351" y="1169785"/>
                </a:lnTo>
                <a:lnTo>
                  <a:pt x="96511" y="1184593"/>
                </a:lnTo>
                <a:lnTo>
                  <a:pt x="96626" y="1199400"/>
                </a:lnTo>
                <a:lnTo>
                  <a:pt x="96697" y="1214207"/>
                </a:lnTo>
                <a:lnTo>
                  <a:pt x="96729" y="1229015"/>
                </a:lnTo>
                <a:lnTo>
                  <a:pt x="96726" y="1243822"/>
                </a:lnTo>
                <a:lnTo>
                  <a:pt x="96694" y="1258630"/>
                </a:lnTo>
                <a:lnTo>
                  <a:pt x="96639" y="1273437"/>
                </a:lnTo>
                <a:lnTo>
                  <a:pt x="96568" y="1288245"/>
                </a:lnTo>
                <a:lnTo>
                  <a:pt x="96488" y="1303052"/>
                </a:lnTo>
                <a:lnTo>
                  <a:pt x="96407" y="1317859"/>
                </a:lnTo>
                <a:lnTo>
                  <a:pt x="96331" y="1332667"/>
                </a:lnTo>
                <a:lnTo>
                  <a:pt x="96270" y="1347474"/>
                </a:lnTo>
                <a:lnTo>
                  <a:pt x="96230" y="1362282"/>
                </a:lnTo>
                <a:lnTo>
                  <a:pt x="96218" y="1377089"/>
                </a:lnTo>
                <a:lnTo>
                  <a:pt x="96241" y="1391896"/>
                </a:lnTo>
                <a:lnTo>
                  <a:pt x="96303" y="1406704"/>
                </a:lnTo>
                <a:lnTo>
                  <a:pt x="96407" y="1421511"/>
                </a:lnTo>
                <a:lnTo>
                  <a:pt x="96557" y="1436319"/>
                </a:lnTo>
                <a:lnTo>
                  <a:pt x="96759" y="1451126"/>
                </a:lnTo>
                <a:lnTo>
                  <a:pt x="97018" y="1465933"/>
                </a:lnTo>
                <a:lnTo>
                  <a:pt x="97350" y="1480741"/>
                </a:lnTo>
                <a:lnTo>
                  <a:pt x="97774" y="1495548"/>
                </a:lnTo>
                <a:lnTo>
                  <a:pt x="98320" y="1510356"/>
                </a:lnTo>
                <a:lnTo>
                  <a:pt x="99031" y="1525163"/>
                </a:lnTo>
                <a:lnTo>
                  <a:pt x="99959" y="1539970"/>
                </a:lnTo>
                <a:lnTo>
                  <a:pt x="101167" y="1554778"/>
                </a:lnTo>
                <a:lnTo>
                  <a:pt x="102722" y="1569585"/>
                </a:lnTo>
                <a:lnTo>
                  <a:pt x="104693" y="1584393"/>
                </a:lnTo>
                <a:lnTo>
                  <a:pt x="107137" y="1599200"/>
                </a:lnTo>
                <a:lnTo>
                  <a:pt x="110094" y="1614007"/>
                </a:lnTo>
                <a:lnTo>
                  <a:pt x="113572" y="1628815"/>
                </a:lnTo>
                <a:lnTo>
                  <a:pt x="117538" y="1643622"/>
                </a:lnTo>
                <a:lnTo>
                  <a:pt x="121912" y="1658430"/>
                </a:lnTo>
                <a:lnTo>
                  <a:pt x="126561" y="1673237"/>
                </a:lnTo>
                <a:lnTo>
                  <a:pt x="131305" y="1688045"/>
                </a:lnTo>
                <a:lnTo>
                  <a:pt x="135921" y="1702852"/>
                </a:lnTo>
                <a:lnTo>
                  <a:pt x="140166" y="1717659"/>
                </a:lnTo>
                <a:lnTo>
                  <a:pt x="143790" y="1732467"/>
                </a:lnTo>
                <a:lnTo>
                  <a:pt x="146566" y="1747274"/>
                </a:lnTo>
                <a:lnTo>
                  <a:pt x="148312" y="1762082"/>
                </a:lnTo>
                <a:lnTo>
                  <a:pt x="148907" y="1776889"/>
                </a:lnTo>
                <a:lnTo>
                  <a:pt x="148907" y="1776889"/>
                </a:lnTo>
                <a:close/>
              </a:path>
            </a:pathLst>
          </a:custGeom>
          <a:solidFill>
            <a:srgbClr val="A1ABB3">
              <a:alpha val="12000"/>
            </a:srgbClr>
          </a:solidFill>
          <a:ln w="9754">
            <a:solidFill>
              <a:srgbClr val="A1ABB3">
                <a:alpha val="12000"/>
              </a:srgbClr>
            </a:solidFill>
            <a:prstDash val="solid"/>
          </a:ln>
        </p:spPr>
      </p:sp>
      <p:sp>
        <p:nvSpPr>
          <p:cNvPr id="3086" name="data_10174">
            <a:extLst>
              <a:ext uri="{FF2B5EF4-FFF2-40B4-BE49-F238E27FC236}">
                <a16:creationId xmlns:a16="http://schemas.microsoft.com/office/drawing/2014/main" id="{98E8A04A-4A51-43C1-B17F-999250DFAEB5}"/>
              </a:ext>
            </a:extLst>
          </p:cNvPr>
          <p:cNvSpPr>
            <a:spLocks/>
          </p:cNvSpPr>
          <p:nvPr/>
        </p:nvSpPr>
        <p:spPr>
          <a:xfrm>
            <a:off x="6958625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87" name="text_10175">
            <a:extLst>
              <a:ext uri="{FF2B5EF4-FFF2-40B4-BE49-F238E27FC236}">
                <a16:creationId xmlns:a16="http://schemas.microsoft.com/office/drawing/2014/main" id="{FC137225-92AB-45F0-A309-2D9177C3A2D5}"/>
              </a:ext>
            </a:extLst>
          </p:cNvPr>
          <p:cNvSpPr>
            <a:spLocks/>
          </p:cNvSpPr>
          <p:nvPr/>
        </p:nvSpPr>
        <p:spPr>
          <a:xfrm>
            <a:off x="6925807" y="7133966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088" name="data_10176">
            <a:extLst>
              <a:ext uri="{FF2B5EF4-FFF2-40B4-BE49-F238E27FC236}">
                <a16:creationId xmlns:a16="http://schemas.microsoft.com/office/drawing/2014/main" id="{479A8C56-017C-4236-A562-E159C1CD4C18}"/>
              </a:ext>
            </a:extLst>
          </p:cNvPr>
          <p:cNvSpPr>
            <a:spLocks/>
          </p:cNvSpPr>
          <p:nvPr/>
        </p:nvSpPr>
        <p:spPr>
          <a:xfrm>
            <a:off x="7300139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89" name="text_10177">
            <a:extLst>
              <a:ext uri="{FF2B5EF4-FFF2-40B4-BE49-F238E27FC236}">
                <a16:creationId xmlns:a16="http://schemas.microsoft.com/office/drawing/2014/main" id="{809DC15C-E4FD-49E2-B391-9F62647BF40E}"/>
              </a:ext>
            </a:extLst>
          </p:cNvPr>
          <p:cNvSpPr>
            <a:spLocks/>
          </p:cNvSpPr>
          <p:nvPr/>
        </p:nvSpPr>
        <p:spPr>
          <a:xfrm>
            <a:off x="7234502" y="7133966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3090" name="data_10178">
            <a:extLst>
              <a:ext uri="{FF2B5EF4-FFF2-40B4-BE49-F238E27FC236}">
                <a16:creationId xmlns:a16="http://schemas.microsoft.com/office/drawing/2014/main" id="{9AF28DB0-8899-44E4-AE86-BC541B51F432}"/>
              </a:ext>
            </a:extLst>
          </p:cNvPr>
          <p:cNvSpPr>
            <a:spLocks/>
          </p:cNvSpPr>
          <p:nvPr/>
        </p:nvSpPr>
        <p:spPr>
          <a:xfrm>
            <a:off x="7641653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1" name="text_10179">
            <a:extLst>
              <a:ext uri="{FF2B5EF4-FFF2-40B4-BE49-F238E27FC236}">
                <a16:creationId xmlns:a16="http://schemas.microsoft.com/office/drawing/2014/main" id="{10D67FF1-8826-44BB-AB8C-B8F6A15B7E9F}"/>
              </a:ext>
            </a:extLst>
          </p:cNvPr>
          <p:cNvSpPr>
            <a:spLocks/>
          </p:cNvSpPr>
          <p:nvPr/>
        </p:nvSpPr>
        <p:spPr>
          <a:xfrm>
            <a:off x="7543197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3092" name="data_10180">
            <a:extLst>
              <a:ext uri="{FF2B5EF4-FFF2-40B4-BE49-F238E27FC236}">
                <a16:creationId xmlns:a16="http://schemas.microsoft.com/office/drawing/2014/main" id="{0E9AF612-7E65-4070-BBD2-CCD3BDE25AD5}"/>
              </a:ext>
            </a:extLst>
          </p:cNvPr>
          <p:cNvSpPr>
            <a:spLocks/>
          </p:cNvSpPr>
          <p:nvPr/>
        </p:nvSpPr>
        <p:spPr>
          <a:xfrm>
            <a:off x="8324680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3" name="text_10181">
            <a:extLst>
              <a:ext uri="{FF2B5EF4-FFF2-40B4-BE49-F238E27FC236}">
                <a16:creationId xmlns:a16="http://schemas.microsoft.com/office/drawing/2014/main" id="{6B3B630B-D513-4FC6-B180-EC4F67D2E53D}"/>
              </a:ext>
            </a:extLst>
          </p:cNvPr>
          <p:cNvSpPr>
            <a:spLocks/>
          </p:cNvSpPr>
          <p:nvPr/>
        </p:nvSpPr>
        <p:spPr>
          <a:xfrm>
            <a:off x="8226225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200</a:t>
            </a:r>
          </a:p>
        </p:txBody>
      </p:sp>
      <p:sp>
        <p:nvSpPr>
          <p:cNvPr id="3094" name="data_10182">
            <a:extLst>
              <a:ext uri="{FF2B5EF4-FFF2-40B4-BE49-F238E27FC236}">
                <a16:creationId xmlns:a16="http://schemas.microsoft.com/office/drawing/2014/main" id="{796EF84D-59B7-4153-902A-C842C2AF1622}"/>
              </a:ext>
            </a:extLst>
          </p:cNvPr>
          <p:cNvSpPr>
            <a:spLocks/>
          </p:cNvSpPr>
          <p:nvPr/>
        </p:nvSpPr>
        <p:spPr>
          <a:xfrm>
            <a:off x="9007708" y="7041780"/>
            <a:ext cx="191" cy="53203"/>
          </a:xfrm>
          <a:custGeom>
            <a:avLst/>
            <a:gdLst/>
            <a:ahLst/>
            <a:cxnLst/>
            <a:rect l="0" t="0" r="0" b="0"/>
            <a:pathLst>
              <a:path w="191" h="53203">
                <a:moveTo>
                  <a:pt x="0" y="0"/>
                </a:moveTo>
                <a:lnTo>
                  <a:pt x="0" y="53203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5" name="text_10183">
            <a:extLst>
              <a:ext uri="{FF2B5EF4-FFF2-40B4-BE49-F238E27FC236}">
                <a16:creationId xmlns:a16="http://schemas.microsoft.com/office/drawing/2014/main" id="{81D21D18-9ACF-4905-9599-E0DC1DC314C1}"/>
              </a:ext>
            </a:extLst>
          </p:cNvPr>
          <p:cNvSpPr>
            <a:spLocks/>
          </p:cNvSpPr>
          <p:nvPr/>
        </p:nvSpPr>
        <p:spPr>
          <a:xfrm>
            <a:off x="8909253" y="7133966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300</a:t>
            </a:r>
          </a:p>
        </p:txBody>
      </p:sp>
      <p:sp>
        <p:nvSpPr>
          <p:cNvPr id="3096" name="text_10184">
            <a:extLst>
              <a:ext uri="{FF2B5EF4-FFF2-40B4-BE49-F238E27FC236}">
                <a16:creationId xmlns:a16="http://schemas.microsoft.com/office/drawing/2014/main" id="{98F2F60A-6DFB-411B-801C-8CB2CDB6681A}"/>
              </a:ext>
            </a:extLst>
          </p:cNvPr>
          <p:cNvSpPr>
            <a:spLocks/>
          </p:cNvSpPr>
          <p:nvPr/>
        </p:nvSpPr>
        <p:spPr>
          <a:xfrm>
            <a:off x="7302900" y="7316591"/>
            <a:ext cx="1492345" cy="15961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05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05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Relative candidate count (%)</a:t>
            </a:r>
          </a:p>
        </p:txBody>
      </p:sp>
      <p:sp>
        <p:nvSpPr>
          <p:cNvPr id="3097" name="data_10185">
            <a:extLst>
              <a:ext uri="{FF2B5EF4-FFF2-40B4-BE49-F238E27FC236}">
                <a16:creationId xmlns:a16="http://schemas.microsoft.com/office/drawing/2014/main" id="{CE9BC8B8-CBA7-41CC-890C-489E74DF9EF1}"/>
              </a:ext>
            </a:extLst>
          </p:cNvPr>
          <p:cNvSpPr>
            <a:spLocks/>
          </p:cNvSpPr>
          <p:nvPr/>
        </p:nvSpPr>
        <p:spPr>
          <a:xfrm>
            <a:off x="6938134" y="6952935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3098" name="data_10186">
            <a:extLst>
              <a:ext uri="{FF2B5EF4-FFF2-40B4-BE49-F238E27FC236}">
                <a16:creationId xmlns:a16="http://schemas.microsoft.com/office/drawing/2014/main" id="{6FC2AD3D-14E2-448A-828D-C19B66CE83E1}"/>
              </a:ext>
            </a:extLst>
          </p:cNvPr>
          <p:cNvSpPr>
            <a:spLocks/>
          </p:cNvSpPr>
          <p:nvPr/>
        </p:nvSpPr>
        <p:spPr>
          <a:xfrm>
            <a:off x="6884931" y="6952935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099" name="text_10187">
            <a:extLst>
              <a:ext uri="{FF2B5EF4-FFF2-40B4-BE49-F238E27FC236}">
                <a16:creationId xmlns:a16="http://schemas.microsoft.com/office/drawing/2014/main" id="{55EBA53B-7D11-4627-9864-9CCD3614EBA7}"/>
              </a:ext>
            </a:extLst>
          </p:cNvPr>
          <p:cNvSpPr>
            <a:spLocks/>
          </p:cNvSpPr>
          <p:nvPr/>
        </p:nvSpPr>
        <p:spPr>
          <a:xfrm>
            <a:off x="6766091" y="6894688"/>
            <a:ext cx="74504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3100" name="data_10188">
            <a:extLst>
              <a:ext uri="{FF2B5EF4-FFF2-40B4-BE49-F238E27FC236}">
                <a16:creationId xmlns:a16="http://schemas.microsoft.com/office/drawing/2014/main" id="{810E7D65-52B7-4509-BDB3-0A829351EEAB}"/>
              </a:ext>
            </a:extLst>
          </p:cNvPr>
          <p:cNvSpPr>
            <a:spLocks/>
          </p:cNvSpPr>
          <p:nvPr/>
        </p:nvSpPr>
        <p:spPr>
          <a:xfrm>
            <a:off x="6938134" y="6064491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3101" name="data_10189">
            <a:extLst>
              <a:ext uri="{FF2B5EF4-FFF2-40B4-BE49-F238E27FC236}">
                <a16:creationId xmlns:a16="http://schemas.microsoft.com/office/drawing/2014/main" id="{01A8DCEA-A9BE-4F9F-9470-A1083A4F8B1B}"/>
              </a:ext>
            </a:extLst>
          </p:cNvPr>
          <p:cNvSpPr>
            <a:spLocks/>
          </p:cNvSpPr>
          <p:nvPr/>
        </p:nvSpPr>
        <p:spPr>
          <a:xfrm>
            <a:off x="6884931" y="6064491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102" name="text_10190">
            <a:extLst>
              <a:ext uri="{FF2B5EF4-FFF2-40B4-BE49-F238E27FC236}">
                <a16:creationId xmlns:a16="http://schemas.microsoft.com/office/drawing/2014/main" id="{A5202BD8-63FC-470C-977D-58678A256509}"/>
              </a:ext>
            </a:extLst>
          </p:cNvPr>
          <p:cNvSpPr>
            <a:spLocks/>
          </p:cNvSpPr>
          <p:nvPr/>
        </p:nvSpPr>
        <p:spPr>
          <a:xfrm>
            <a:off x="6700454" y="6006243"/>
            <a:ext cx="140141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3103" name="data_10191">
            <a:extLst>
              <a:ext uri="{FF2B5EF4-FFF2-40B4-BE49-F238E27FC236}">
                <a16:creationId xmlns:a16="http://schemas.microsoft.com/office/drawing/2014/main" id="{1FCD2F3C-E8E2-4A5A-9AFD-8DBD2AE9EA75}"/>
              </a:ext>
            </a:extLst>
          </p:cNvPr>
          <p:cNvSpPr>
            <a:spLocks/>
          </p:cNvSpPr>
          <p:nvPr/>
        </p:nvSpPr>
        <p:spPr>
          <a:xfrm>
            <a:off x="6938134" y="5176046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9754">
            <a:solidFill>
              <a:srgbClr val="DEE5EA"/>
            </a:solidFill>
            <a:prstDash val="solid"/>
          </a:ln>
        </p:spPr>
      </p:sp>
      <p:sp>
        <p:nvSpPr>
          <p:cNvPr id="3104" name="data_10192">
            <a:extLst>
              <a:ext uri="{FF2B5EF4-FFF2-40B4-BE49-F238E27FC236}">
                <a16:creationId xmlns:a16="http://schemas.microsoft.com/office/drawing/2014/main" id="{FBF75149-D089-4539-A4A3-F8D0CEEC8323}"/>
              </a:ext>
            </a:extLst>
          </p:cNvPr>
          <p:cNvSpPr>
            <a:spLocks/>
          </p:cNvSpPr>
          <p:nvPr/>
        </p:nvSpPr>
        <p:spPr>
          <a:xfrm>
            <a:off x="6884931" y="5176046"/>
            <a:ext cx="53203" cy="191"/>
          </a:xfrm>
          <a:custGeom>
            <a:avLst/>
            <a:gdLst/>
            <a:ahLst/>
            <a:cxnLst/>
            <a:rect l="0" t="0" r="0" b="0"/>
            <a:pathLst>
              <a:path w="53203" h="191">
                <a:moveTo>
                  <a:pt x="53203" y="0"/>
                </a:moveTo>
                <a:lnTo>
                  <a:pt x="0" y="0"/>
                </a:lnTo>
              </a:path>
            </a:pathLst>
          </a:custGeom>
          <a:solidFill>
            <a:srgbClr val="263746"/>
          </a:solidFill>
          <a:ln w="10641">
            <a:solidFill>
              <a:srgbClr val="263746"/>
            </a:solidFill>
            <a:prstDash val="solid"/>
          </a:ln>
        </p:spPr>
      </p:sp>
      <p:sp>
        <p:nvSpPr>
          <p:cNvPr id="3105" name="text_10193">
            <a:extLst>
              <a:ext uri="{FF2B5EF4-FFF2-40B4-BE49-F238E27FC236}">
                <a16:creationId xmlns:a16="http://schemas.microsoft.com/office/drawing/2014/main" id="{9BA42FDB-9FE7-47F7-A238-BFF99DD9CD9F}"/>
              </a:ext>
            </a:extLst>
          </p:cNvPr>
          <p:cNvSpPr>
            <a:spLocks/>
          </p:cNvSpPr>
          <p:nvPr/>
        </p:nvSpPr>
        <p:spPr>
          <a:xfrm>
            <a:off x="6634817" y="5117799"/>
            <a:ext cx="205778" cy="1618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19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19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100</a:t>
            </a:r>
          </a:p>
        </p:txBody>
      </p:sp>
      <p:sp>
        <p:nvSpPr>
          <p:cNvPr id="3106" name="data_10194">
            <a:extLst>
              <a:ext uri="{FF2B5EF4-FFF2-40B4-BE49-F238E27FC236}">
                <a16:creationId xmlns:a16="http://schemas.microsoft.com/office/drawing/2014/main" id="{24C17BA7-FF50-4BE5-BE6C-6AC7EFEBB737}"/>
              </a:ext>
            </a:extLst>
          </p:cNvPr>
          <p:cNvSpPr>
            <a:spLocks/>
          </p:cNvSpPr>
          <p:nvPr/>
        </p:nvSpPr>
        <p:spPr>
          <a:xfrm>
            <a:off x="724395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7" name="data_10195">
            <a:extLst>
              <a:ext uri="{FF2B5EF4-FFF2-40B4-BE49-F238E27FC236}">
                <a16:creationId xmlns:a16="http://schemas.microsoft.com/office/drawing/2014/main" id="{5ECFBBC3-2E99-4D82-84AB-E9516EE2770D}"/>
              </a:ext>
            </a:extLst>
          </p:cNvPr>
          <p:cNvSpPr>
            <a:spLocks/>
          </p:cNvSpPr>
          <p:nvPr/>
        </p:nvSpPr>
        <p:spPr>
          <a:xfrm>
            <a:off x="732734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8" name="data_10196">
            <a:extLst>
              <a:ext uri="{FF2B5EF4-FFF2-40B4-BE49-F238E27FC236}">
                <a16:creationId xmlns:a16="http://schemas.microsoft.com/office/drawing/2014/main" id="{2C5A6C39-C4BE-4F57-8398-C2C1DEA7F3EE}"/>
              </a:ext>
            </a:extLst>
          </p:cNvPr>
          <p:cNvSpPr>
            <a:spLocks/>
          </p:cNvSpPr>
          <p:nvPr/>
        </p:nvSpPr>
        <p:spPr>
          <a:xfrm>
            <a:off x="72165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09" name="data_10197">
            <a:extLst>
              <a:ext uri="{FF2B5EF4-FFF2-40B4-BE49-F238E27FC236}">
                <a16:creationId xmlns:a16="http://schemas.microsoft.com/office/drawing/2014/main" id="{BFC0209C-6744-41AE-90E5-1E51DF20D40A}"/>
              </a:ext>
            </a:extLst>
          </p:cNvPr>
          <p:cNvSpPr>
            <a:spLocks/>
          </p:cNvSpPr>
          <p:nvPr/>
        </p:nvSpPr>
        <p:spPr>
          <a:xfrm>
            <a:off x="73169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0" name="data_10198">
            <a:extLst>
              <a:ext uri="{FF2B5EF4-FFF2-40B4-BE49-F238E27FC236}">
                <a16:creationId xmlns:a16="http://schemas.microsoft.com/office/drawing/2014/main" id="{DD9EE594-513F-403B-A22B-9F9F061D4885}"/>
              </a:ext>
            </a:extLst>
          </p:cNvPr>
          <p:cNvSpPr>
            <a:spLocks/>
          </p:cNvSpPr>
          <p:nvPr/>
        </p:nvSpPr>
        <p:spPr>
          <a:xfrm>
            <a:off x="72651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1" name="data_10199">
            <a:extLst>
              <a:ext uri="{FF2B5EF4-FFF2-40B4-BE49-F238E27FC236}">
                <a16:creationId xmlns:a16="http://schemas.microsoft.com/office/drawing/2014/main" id="{8F38E6ED-A12E-473E-A6FA-1B51C6C5673B}"/>
              </a:ext>
            </a:extLst>
          </p:cNvPr>
          <p:cNvSpPr>
            <a:spLocks/>
          </p:cNvSpPr>
          <p:nvPr/>
        </p:nvSpPr>
        <p:spPr>
          <a:xfrm>
            <a:off x="733659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2" name="data_10200">
            <a:extLst>
              <a:ext uri="{FF2B5EF4-FFF2-40B4-BE49-F238E27FC236}">
                <a16:creationId xmlns:a16="http://schemas.microsoft.com/office/drawing/2014/main" id="{3C2A0C0C-894B-4088-859C-36D7E80C4C50}"/>
              </a:ext>
            </a:extLst>
          </p:cNvPr>
          <p:cNvSpPr>
            <a:spLocks/>
          </p:cNvSpPr>
          <p:nvPr/>
        </p:nvSpPr>
        <p:spPr>
          <a:xfrm>
            <a:off x="724382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3" name="data_10201">
            <a:extLst>
              <a:ext uri="{FF2B5EF4-FFF2-40B4-BE49-F238E27FC236}">
                <a16:creationId xmlns:a16="http://schemas.microsoft.com/office/drawing/2014/main" id="{F23FFD3F-F71D-4209-BD13-8724C08B4941}"/>
              </a:ext>
            </a:extLst>
          </p:cNvPr>
          <p:cNvSpPr>
            <a:spLocks/>
          </p:cNvSpPr>
          <p:nvPr/>
        </p:nvSpPr>
        <p:spPr>
          <a:xfrm>
            <a:off x="7307413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4" name="data_10202">
            <a:extLst>
              <a:ext uri="{FF2B5EF4-FFF2-40B4-BE49-F238E27FC236}">
                <a16:creationId xmlns:a16="http://schemas.microsoft.com/office/drawing/2014/main" id="{2048705C-924E-4ED1-AD39-E79C8CF5C5D5}"/>
              </a:ext>
            </a:extLst>
          </p:cNvPr>
          <p:cNvSpPr>
            <a:spLocks/>
          </p:cNvSpPr>
          <p:nvPr/>
        </p:nvSpPr>
        <p:spPr>
          <a:xfrm>
            <a:off x="7221157" y="612543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5" name="data_10203">
            <a:extLst>
              <a:ext uri="{FF2B5EF4-FFF2-40B4-BE49-F238E27FC236}">
                <a16:creationId xmlns:a16="http://schemas.microsoft.com/office/drawing/2014/main" id="{3FB438D8-0D79-44B6-A794-E1F713734D22}"/>
              </a:ext>
            </a:extLst>
          </p:cNvPr>
          <p:cNvSpPr>
            <a:spLocks/>
          </p:cNvSpPr>
          <p:nvPr/>
        </p:nvSpPr>
        <p:spPr>
          <a:xfrm>
            <a:off x="72489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6" name="data_10204">
            <a:extLst>
              <a:ext uri="{FF2B5EF4-FFF2-40B4-BE49-F238E27FC236}">
                <a16:creationId xmlns:a16="http://schemas.microsoft.com/office/drawing/2014/main" id="{D53705D9-2BA7-400C-95FA-3736084A719F}"/>
              </a:ext>
            </a:extLst>
          </p:cNvPr>
          <p:cNvSpPr>
            <a:spLocks/>
          </p:cNvSpPr>
          <p:nvPr/>
        </p:nvSpPr>
        <p:spPr>
          <a:xfrm>
            <a:off x="722089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7" name="data_10205">
            <a:extLst>
              <a:ext uri="{FF2B5EF4-FFF2-40B4-BE49-F238E27FC236}">
                <a16:creationId xmlns:a16="http://schemas.microsoft.com/office/drawing/2014/main" id="{CB9B9A1E-FB92-4EFD-9EA6-FD2AC16A1DDF}"/>
              </a:ext>
            </a:extLst>
          </p:cNvPr>
          <p:cNvSpPr>
            <a:spLocks/>
          </p:cNvSpPr>
          <p:nvPr/>
        </p:nvSpPr>
        <p:spPr>
          <a:xfrm>
            <a:off x="729451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8" name="data_10206">
            <a:extLst>
              <a:ext uri="{FF2B5EF4-FFF2-40B4-BE49-F238E27FC236}">
                <a16:creationId xmlns:a16="http://schemas.microsoft.com/office/drawing/2014/main" id="{301C8573-C84E-4B5F-8C40-099D69A1E7B1}"/>
              </a:ext>
            </a:extLst>
          </p:cNvPr>
          <p:cNvSpPr>
            <a:spLocks/>
          </p:cNvSpPr>
          <p:nvPr/>
        </p:nvSpPr>
        <p:spPr>
          <a:xfrm>
            <a:off x="72384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19" name="data_10207">
            <a:extLst>
              <a:ext uri="{FF2B5EF4-FFF2-40B4-BE49-F238E27FC236}">
                <a16:creationId xmlns:a16="http://schemas.microsoft.com/office/drawing/2014/main" id="{6D23B35A-0C97-4006-AC81-516D3DCB1546}"/>
              </a:ext>
            </a:extLst>
          </p:cNvPr>
          <p:cNvSpPr>
            <a:spLocks/>
          </p:cNvSpPr>
          <p:nvPr/>
        </p:nvSpPr>
        <p:spPr>
          <a:xfrm>
            <a:off x="727757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0" name="data_10208">
            <a:extLst>
              <a:ext uri="{FF2B5EF4-FFF2-40B4-BE49-F238E27FC236}">
                <a16:creationId xmlns:a16="http://schemas.microsoft.com/office/drawing/2014/main" id="{D48E88BD-EFC0-4E9A-9B2F-37CA4852AFA5}"/>
              </a:ext>
            </a:extLst>
          </p:cNvPr>
          <p:cNvSpPr>
            <a:spLocks/>
          </p:cNvSpPr>
          <p:nvPr/>
        </p:nvSpPr>
        <p:spPr>
          <a:xfrm>
            <a:off x="72637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1" name="data_10209">
            <a:extLst>
              <a:ext uri="{FF2B5EF4-FFF2-40B4-BE49-F238E27FC236}">
                <a16:creationId xmlns:a16="http://schemas.microsoft.com/office/drawing/2014/main" id="{725B3D93-518E-4674-8CC4-2A6C7B94331E}"/>
              </a:ext>
            </a:extLst>
          </p:cNvPr>
          <p:cNvSpPr>
            <a:spLocks/>
          </p:cNvSpPr>
          <p:nvPr/>
        </p:nvSpPr>
        <p:spPr>
          <a:xfrm>
            <a:off x="7250864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2" name="data_10210">
            <a:extLst>
              <a:ext uri="{FF2B5EF4-FFF2-40B4-BE49-F238E27FC236}">
                <a16:creationId xmlns:a16="http://schemas.microsoft.com/office/drawing/2014/main" id="{8D375A4D-8459-4845-8064-88F2874835DE}"/>
              </a:ext>
            </a:extLst>
          </p:cNvPr>
          <p:cNvSpPr>
            <a:spLocks/>
          </p:cNvSpPr>
          <p:nvPr/>
        </p:nvSpPr>
        <p:spPr>
          <a:xfrm>
            <a:off x="722050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3" name="data_10211">
            <a:extLst>
              <a:ext uri="{FF2B5EF4-FFF2-40B4-BE49-F238E27FC236}">
                <a16:creationId xmlns:a16="http://schemas.microsoft.com/office/drawing/2014/main" id="{9EF362F9-A984-4C1A-8C33-6517D3220A2E}"/>
              </a:ext>
            </a:extLst>
          </p:cNvPr>
          <p:cNvSpPr>
            <a:spLocks/>
          </p:cNvSpPr>
          <p:nvPr/>
        </p:nvSpPr>
        <p:spPr>
          <a:xfrm>
            <a:off x="7337511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4" name="data_10212">
            <a:extLst>
              <a:ext uri="{FF2B5EF4-FFF2-40B4-BE49-F238E27FC236}">
                <a16:creationId xmlns:a16="http://schemas.microsoft.com/office/drawing/2014/main" id="{79C09CFD-A539-47F7-8136-56D52994F7B3}"/>
              </a:ext>
            </a:extLst>
          </p:cNvPr>
          <p:cNvSpPr>
            <a:spLocks/>
          </p:cNvSpPr>
          <p:nvPr/>
        </p:nvSpPr>
        <p:spPr>
          <a:xfrm>
            <a:off x="722232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5" name="data_10213">
            <a:extLst>
              <a:ext uri="{FF2B5EF4-FFF2-40B4-BE49-F238E27FC236}">
                <a16:creationId xmlns:a16="http://schemas.microsoft.com/office/drawing/2014/main" id="{979058E4-9077-4C28-BC66-A3262FE01666}"/>
              </a:ext>
            </a:extLst>
          </p:cNvPr>
          <p:cNvSpPr>
            <a:spLocks/>
          </p:cNvSpPr>
          <p:nvPr/>
        </p:nvSpPr>
        <p:spPr>
          <a:xfrm>
            <a:off x="732786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6" name="data_10214">
            <a:extLst>
              <a:ext uri="{FF2B5EF4-FFF2-40B4-BE49-F238E27FC236}">
                <a16:creationId xmlns:a16="http://schemas.microsoft.com/office/drawing/2014/main" id="{57C58739-0F04-40CF-B938-A4625826F6C7}"/>
              </a:ext>
            </a:extLst>
          </p:cNvPr>
          <p:cNvSpPr>
            <a:spLocks/>
          </p:cNvSpPr>
          <p:nvPr/>
        </p:nvSpPr>
        <p:spPr>
          <a:xfrm>
            <a:off x="72657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7" name="data_10215">
            <a:extLst>
              <a:ext uri="{FF2B5EF4-FFF2-40B4-BE49-F238E27FC236}">
                <a16:creationId xmlns:a16="http://schemas.microsoft.com/office/drawing/2014/main" id="{06713850-FAE7-4939-8809-DA549E4A2886}"/>
              </a:ext>
            </a:extLst>
          </p:cNvPr>
          <p:cNvSpPr>
            <a:spLocks/>
          </p:cNvSpPr>
          <p:nvPr/>
        </p:nvSpPr>
        <p:spPr>
          <a:xfrm>
            <a:off x="734285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8" name="data_10216">
            <a:extLst>
              <a:ext uri="{FF2B5EF4-FFF2-40B4-BE49-F238E27FC236}">
                <a16:creationId xmlns:a16="http://schemas.microsoft.com/office/drawing/2014/main" id="{9F25CA26-EEFD-4238-8160-996702E3E3F9}"/>
              </a:ext>
            </a:extLst>
          </p:cNvPr>
          <p:cNvSpPr>
            <a:spLocks/>
          </p:cNvSpPr>
          <p:nvPr/>
        </p:nvSpPr>
        <p:spPr>
          <a:xfrm>
            <a:off x="7302071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29" name="data_10217">
            <a:extLst>
              <a:ext uri="{FF2B5EF4-FFF2-40B4-BE49-F238E27FC236}">
                <a16:creationId xmlns:a16="http://schemas.microsoft.com/office/drawing/2014/main" id="{19E189A4-B646-4242-9E76-4E583550EA92}"/>
              </a:ext>
            </a:extLst>
          </p:cNvPr>
          <p:cNvSpPr>
            <a:spLocks/>
          </p:cNvSpPr>
          <p:nvPr/>
        </p:nvSpPr>
        <p:spPr>
          <a:xfrm>
            <a:off x="7310931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0" name="data_10218">
            <a:extLst>
              <a:ext uri="{FF2B5EF4-FFF2-40B4-BE49-F238E27FC236}">
                <a16:creationId xmlns:a16="http://schemas.microsoft.com/office/drawing/2014/main" id="{40036E27-FDED-468E-8DAE-865C83F6FE25}"/>
              </a:ext>
            </a:extLst>
          </p:cNvPr>
          <p:cNvSpPr>
            <a:spLocks/>
          </p:cNvSpPr>
          <p:nvPr/>
        </p:nvSpPr>
        <p:spPr>
          <a:xfrm>
            <a:off x="7253731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1" name="data_10219">
            <a:extLst>
              <a:ext uri="{FF2B5EF4-FFF2-40B4-BE49-F238E27FC236}">
                <a16:creationId xmlns:a16="http://schemas.microsoft.com/office/drawing/2014/main" id="{32E4F97A-7F1A-4B08-B2FD-B925DAD9EC6C}"/>
              </a:ext>
            </a:extLst>
          </p:cNvPr>
          <p:cNvSpPr>
            <a:spLocks/>
          </p:cNvSpPr>
          <p:nvPr/>
        </p:nvSpPr>
        <p:spPr>
          <a:xfrm>
            <a:off x="7335557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2" name="data_10220">
            <a:extLst>
              <a:ext uri="{FF2B5EF4-FFF2-40B4-BE49-F238E27FC236}">
                <a16:creationId xmlns:a16="http://schemas.microsoft.com/office/drawing/2014/main" id="{4C70AD13-0BCE-4EE1-BE89-1A58680D6855}"/>
              </a:ext>
            </a:extLst>
          </p:cNvPr>
          <p:cNvSpPr>
            <a:spLocks/>
          </p:cNvSpPr>
          <p:nvPr/>
        </p:nvSpPr>
        <p:spPr>
          <a:xfrm>
            <a:off x="7311191" y="62869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3" name="data_10221">
            <a:extLst>
              <a:ext uri="{FF2B5EF4-FFF2-40B4-BE49-F238E27FC236}">
                <a16:creationId xmlns:a16="http://schemas.microsoft.com/office/drawing/2014/main" id="{0B2A5D64-404A-491A-9B0D-B7EFD24EB1DC}"/>
              </a:ext>
            </a:extLst>
          </p:cNvPr>
          <p:cNvSpPr>
            <a:spLocks/>
          </p:cNvSpPr>
          <p:nvPr/>
        </p:nvSpPr>
        <p:spPr>
          <a:xfrm>
            <a:off x="723679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4" name="data_10222">
            <a:extLst>
              <a:ext uri="{FF2B5EF4-FFF2-40B4-BE49-F238E27FC236}">
                <a16:creationId xmlns:a16="http://schemas.microsoft.com/office/drawing/2014/main" id="{86EC2A36-90F6-4E73-A579-019D4F497897}"/>
              </a:ext>
            </a:extLst>
          </p:cNvPr>
          <p:cNvSpPr>
            <a:spLocks/>
          </p:cNvSpPr>
          <p:nvPr/>
        </p:nvSpPr>
        <p:spPr>
          <a:xfrm>
            <a:off x="7308976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5" name="data_10223">
            <a:extLst>
              <a:ext uri="{FF2B5EF4-FFF2-40B4-BE49-F238E27FC236}">
                <a16:creationId xmlns:a16="http://schemas.microsoft.com/office/drawing/2014/main" id="{C0786C88-828F-4C4E-B4B6-6F11E4BCAE5A}"/>
              </a:ext>
            </a:extLst>
          </p:cNvPr>
          <p:cNvSpPr>
            <a:spLocks/>
          </p:cNvSpPr>
          <p:nvPr/>
        </p:nvSpPr>
        <p:spPr>
          <a:xfrm>
            <a:off x="7243437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6" name="data_10224">
            <a:extLst>
              <a:ext uri="{FF2B5EF4-FFF2-40B4-BE49-F238E27FC236}">
                <a16:creationId xmlns:a16="http://schemas.microsoft.com/office/drawing/2014/main" id="{C5C99003-3949-4BCA-BAB2-F00D35D798E7}"/>
              </a:ext>
            </a:extLst>
          </p:cNvPr>
          <p:cNvSpPr>
            <a:spLocks/>
          </p:cNvSpPr>
          <p:nvPr/>
        </p:nvSpPr>
        <p:spPr>
          <a:xfrm>
            <a:off x="7253600" y="619273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7" name="data_10225">
            <a:extLst>
              <a:ext uri="{FF2B5EF4-FFF2-40B4-BE49-F238E27FC236}">
                <a16:creationId xmlns:a16="http://schemas.microsoft.com/office/drawing/2014/main" id="{B2670277-CD03-4776-B891-DA303C47950A}"/>
              </a:ext>
            </a:extLst>
          </p:cNvPr>
          <p:cNvSpPr>
            <a:spLocks/>
          </p:cNvSpPr>
          <p:nvPr/>
        </p:nvSpPr>
        <p:spPr>
          <a:xfrm>
            <a:off x="733451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8" name="data_10226">
            <a:extLst>
              <a:ext uri="{FF2B5EF4-FFF2-40B4-BE49-F238E27FC236}">
                <a16:creationId xmlns:a16="http://schemas.microsoft.com/office/drawing/2014/main" id="{0A27B327-A6E2-4118-B20C-97C4A5CC25B5}"/>
              </a:ext>
            </a:extLst>
          </p:cNvPr>
          <p:cNvSpPr>
            <a:spLocks/>
          </p:cNvSpPr>
          <p:nvPr/>
        </p:nvSpPr>
        <p:spPr>
          <a:xfrm>
            <a:off x="725568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39" name="data_10227">
            <a:extLst>
              <a:ext uri="{FF2B5EF4-FFF2-40B4-BE49-F238E27FC236}">
                <a16:creationId xmlns:a16="http://schemas.microsoft.com/office/drawing/2014/main" id="{C16E558D-4878-4300-A222-05EB407E3945}"/>
              </a:ext>
            </a:extLst>
          </p:cNvPr>
          <p:cNvSpPr>
            <a:spLocks/>
          </p:cNvSpPr>
          <p:nvPr/>
        </p:nvSpPr>
        <p:spPr>
          <a:xfrm>
            <a:off x="7327218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0" name="data_10228">
            <a:extLst>
              <a:ext uri="{FF2B5EF4-FFF2-40B4-BE49-F238E27FC236}">
                <a16:creationId xmlns:a16="http://schemas.microsoft.com/office/drawing/2014/main" id="{0A01AEA5-0A0F-4C97-A4A4-9EF9920D7766}"/>
              </a:ext>
            </a:extLst>
          </p:cNvPr>
          <p:cNvSpPr>
            <a:spLocks/>
          </p:cNvSpPr>
          <p:nvPr/>
        </p:nvSpPr>
        <p:spPr>
          <a:xfrm>
            <a:off x="732826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1" name="data_10229">
            <a:extLst>
              <a:ext uri="{FF2B5EF4-FFF2-40B4-BE49-F238E27FC236}">
                <a16:creationId xmlns:a16="http://schemas.microsoft.com/office/drawing/2014/main" id="{27D62D46-F697-455C-950A-0BEA5D9C0CE7}"/>
              </a:ext>
            </a:extLst>
          </p:cNvPr>
          <p:cNvSpPr>
            <a:spLocks/>
          </p:cNvSpPr>
          <p:nvPr/>
        </p:nvSpPr>
        <p:spPr>
          <a:xfrm>
            <a:off x="733164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2" name="data_10230">
            <a:extLst>
              <a:ext uri="{FF2B5EF4-FFF2-40B4-BE49-F238E27FC236}">
                <a16:creationId xmlns:a16="http://schemas.microsoft.com/office/drawing/2014/main" id="{4846F1ED-A1E6-4B22-9668-B6B184AF32C6}"/>
              </a:ext>
            </a:extLst>
          </p:cNvPr>
          <p:cNvSpPr>
            <a:spLocks/>
          </p:cNvSpPr>
          <p:nvPr/>
        </p:nvSpPr>
        <p:spPr>
          <a:xfrm>
            <a:off x="7256728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3" name="data_10231">
            <a:extLst>
              <a:ext uri="{FF2B5EF4-FFF2-40B4-BE49-F238E27FC236}">
                <a16:creationId xmlns:a16="http://schemas.microsoft.com/office/drawing/2014/main" id="{AC4E47C9-C676-461A-B6C3-2B952B130C1E}"/>
              </a:ext>
            </a:extLst>
          </p:cNvPr>
          <p:cNvSpPr>
            <a:spLocks/>
          </p:cNvSpPr>
          <p:nvPr/>
        </p:nvSpPr>
        <p:spPr>
          <a:xfrm>
            <a:off x="7237053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4" name="data_10232">
            <a:extLst>
              <a:ext uri="{FF2B5EF4-FFF2-40B4-BE49-F238E27FC236}">
                <a16:creationId xmlns:a16="http://schemas.microsoft.com/office/drawing/2014/main" id="{04590174-8D23-4610-811A-1DD075AF27EA}"/>
              </a:ext>
            </a:extLst>
          </p:cNvPr>
          <p:cNvSpPr>
            <a:spLocks/>
          </p:cNvSpPr>
          <p:nvPr/>
        </p:nvSpPr>
        <p:spPr>
          <a:xfrm>
            <a:off x="731288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5" name="data_10233">
            <a:extLst>
              <a:ext uri="{FF2B5EF4-FFF2-40B4-BE49-F238E27FC236}">
                <a16:creationId xmlns:a16="http://schemas.microsoft.com/office/drawing/2014/main" id="{3A7980D0-86ED-4FB8-9A59-8375D9BCE119}"/>
              </a:ext>
            </a:extLst>
          </p:cNvPr>
          <p:cNvSpPr>
            <a:spLocks/>
          </p:cNvSpPr>
          <p:nvPr/>
        </p:nvSpPr>
        <p:spPr>
          <a:xfrm>
            <a:off x="723092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6" name="data_10234">
            <a:extLst>
              <a:ext uri="{FF2B5EF4-FFF2-40B4-BE49-F238E27FC236}">
                <a16:creationId xmlns:a16="http://schemas.microsoft.com/office/drawing/2014/main" id="{B741A912-DEF8-445D-A320-3629D59150A4}"/>
              </a:ext>
            </a:extLst>
          </p:cNvPr>
          <p:cNvSpPr>
            <a:spLocks/>
          </p:cNvSpPr>
          <p:nvPr/>
        </p:nvSpPr>
        <p:spPr>
          <a:xfrm>
            <a:off x="72391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7" name="data_10235">
            <a:extLst>
              <a:ext uri="{FF2B5EF4-FFF2-40B4-BE49-F238E27FC236}">
                <a16:creationId xmlns:a16="http://schemas.microsoft.com/office/drawing/2014/main" id="{F3D7CF2D-0717-40A5-8154-35141D8AEA3B}"/>
              </a:ext>
            </a:extLst>
          </p:cNvPr>
          <p:cNvSpPr>
            <a:spLocks/>
          </p:cNvSpPr>
          <p:nvPr/>
        </p:nvSpPr>
        <p:spPr>
          <a:xfrm>
            <a:off x="7316143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8" name="data_10236">
            <a:extLst>
              <a:ext uri="{FF2B5EF4-FFF2-40B4-BE49-F238E27FC236}">
                <a16:creationId xmlns:a16="http://schemas.microsoft.com/office/drawing/2014/main" id="{E8362BE3-3525-4E0C-AE8B-B1822DA7263A}"/>
              </a:ext>
            </a:extLst>
          </p:cNvPr>
          <p:cNvSpPr>
            <a:spLocks/>
          </p:cNvSpPr>
          <p:nvPr/>
        </p:nvSpPr>
        <p:spPr>
          <a:xfrm>
            <a:off x="723210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49" name="data_10237">
            <a:extLst>
              <a:ext uri="{FF2B5EF4-FFF2-40B4-BE49-F238E27FC236}">
                <a16:creationId xmlns:a16="http://schemas.microsoft.com/office/drawing/2014/main" id="{99EAC928-FA4C-4697-8A9D-188F4127DC72}"/>
              </a:ext>
            </a:extLst>
          </p:cNvPr>
          <p:cNvSpPr>
            <a:spLocks/>
          </p:cNvSpPr>
          <p:nvPr/>
        </p:nvSpPr>
        <p:spPr>
          <a:xfrm>
            <a:off x="734116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0" name="data_10238">
            <a:extLst>
              <a:ext uri="{FF2B5EF4-FFF2-40B4-BE49-F238E27FC236}">
                <a16:creationId xmlns:a16="http://schemas.microsoft.com/office/drawing/2014/main" id="{C7185C2A-BEC9-4063-80E1-0D4731966AFA}"/>
              </a:ext>
            </a:extLst>
          </p:cNvPr>
          <p:cNvSpPr>
            <a:spLocks/>
          </p:cNvSpPr>
          <p:nvPr/>
        </p:nvSpPr>
        <p:spPr>
          <a:xfrm>
            <a:off x="73212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1" name="data_10239">
            <a:extLst>
              <a:ext uri="{FF2B5EF4-FFF2-40B4-BE49-F238E27FC236}">
                <a16:creationId xmlns:a16="http://schemas.microsoft.com/office/drawing/2014/main" id="{C905FAA5-C180-494B-A1A8-98993CD902B0}"/>
              </a:ext>
            </a:extLst>
          </p:cNvPr>
          <p:cNvSpPr>
            <a:spLocks/>
          </p:cNvSpPr>
          <p:nvPr/>
        </p:nvSpPr>
        <p:spPr>
          <a:xfrm>
            <a:off x="7274057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2" name="data_10240">
            <a:extLst>
              <a:ext uri="{FF2B5EF4-FFF2-40B4-BE49-F238E27FC236}">
                <a16:creationId xmlns:a16="http://schemas.microsoft.com/office/drawing/2014/main" id="{6B8ED456-7478-418E-A196-8AA1140514CC}"/>
              </a:ext>
            </a:extLst>
          </p:cNvPr>
          <p:cNvSpPr>
            <a:spLocks/>
          </p:cNvSpPr>
          <p:nvPr/>
        </p:nvSpPr>
        <p:spPr>
          <a:xfrm>
            <a:off x="72520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3" name="data_10241">
            <a:extLst>
              <a:ext uri="{FF2B5EF4-FFF2-40B4-BE49-F238E27FC236}">
                <a16:creationId xmlns:a16="http://schemas.microsoft.com/office/drawing/2014/main" id="{20086072-E525-416D-A1DC-AA32A948F93F}"/>
              </a:ext>
            </a:extLst>
          </p:cNvPr>
          <p:cNvSpPr>
            <a:spLocks/>
          </p:cNvSpPr>
          <p:nvPr/>
        </p:nvSpPr>
        <p:spPr>
          <a:xfrm>
            <a:off x="7344808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4" name="data_10242">
            <a:extLst>
              <a:ext uri="{FF2B5EF4-FFF2-40B4-BE49-F238E27FC236}">
                <a16:creationId xmlns:a16="http://schemas.microsoft.com/office/drawing/2014/main" id="{CDA69D85-FAEB-44D3-B33B-A6D6CE44600B}"/>
              </a:ext>
            </a:extLst>
          </p:cNvPr>
          <p:cNvSpPr>
            <a:spLocks/>
          </p:cNvSpPr>
          <p:nvPr/>
        </p:nvSpPr>
        <p:spPr>
          <a:xfrm>
            <a:off x="72975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5" name="data_10243">
            <a:extLst>
              <a:ext uri="{FF2B5EF4-FFF2-40B4-BE49-F238E27FC236}">
                <a16:creationId xmlns:a16="http://schemas.microsoft.com/office/drawing/2014/main" id="{0D5DD68D-9174-44CA-B29F-75944D75CAA9}"/>
              </a:ext>
            </a:extLst>
          </p:cNvPr>
          <p:cNvSpPr>
            <a:spLocks/>
          </p:cNvSpPr>
          <p:nvPr/>
        </p:nvSpPr>
        <p:spPr>
          <a:xfrm>
            <a:off x="732721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6" name="data_10244">
            <a:extLst>
              <a:ext uri="{FF2B5EF4-FFF2-40B4-BE49-F238E27FC236}">
                <a16:creationId xmlns:a16="http://schemas.microsoft.com/office/drawing/2014/main" id="{356B5DB9-0B31-4325-90FB-027B57B4299E}"/>
              </a:ext>
            </a:extLst>
          </p:cNvPr>
          <p:cNvSpPr>
            <a:spLocks/>
          </p:cNvSpPr>
          <p:nvPr/>
        </p:nvSpPr>
        <p:spPr>
          <a:xfrm>
            <a:off x="7235880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7" name="data_10245">
            <a:extLst>
              <a:ext uri="{FF2B5EF4-FFF2-40B4-BE49-F238E27FC236}">
                <a16:creationId xmlns:a16="http://schemas.microsoft.com/office/drawing/2014/main" id="{1859003D-F9CB-4167-88F0-1958D6F7C118}"/>
              </a:ext>
            </a:extLst>
          </p:cNvPr>
          <p:cNvSpPr>
            <a:spLocks/>
          </p:cNvSpPr>
          <p:nvPr/>
        </p:nvSpPr>
        <p:spPr>
          <a:xfrm>
            <a:off x="72726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8" name="data_10246">
            <a:extLst>
              <a:ext uri="{FF2B5EF4-FFF2-40B4-BE49-F238E27FC236}">
                <a16:creationId xmlns:a16="http://schemas.microsoft.com/office/drawing/2014/main" id="{3CE03805-D2C5-454C-9D44-8EBCBB0983C9}"/>
              </a:ext>
            </a:extLst>
          </p:cNvPr>
          <p:cNvSpPr>
            <a:spLocks/>
          </p:cNvSpPr>
          <p:nvPr/>
        </p:nvSpPr>
        <p:spPr>
          <a:xfrm>
            <a:off x="7319140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59" name="data_10247">
            <a:extLst>
              <a:ext uri="{FF2B5EF4-FFF2-40B4-BE49-F238E27FC236}">
                <a16:creationId xmlns:a16="http://schemas.microsoft.com/office/drawing/2014/main" id="{03D09C15-A64C-4172-90A7-CEE3A684D219}"/>
              </a:ext>
            </a:extLst>
          </p:cNvPr>
          <p:cNvSpPr>
            <a:spLocks/>
          </p:cNvSpPr>
          <p:nvPr/>
        </p:nvSpPr>
        <p:spPr>
          <a:xfrm>
            <a:off x="7300247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0" name="data_10248">
            <a:extLst>
              <a:ext uri="{FF2B5EF4-FFF2-40B4-BE49-F238E27FC236}">
                <a16:creationId xmlns:a16="http://schemas.microsoft.com/office/drawing/2014/main" id="{25CED4B4-5354-4047-9D34-B37E8D97B8FF}"/>
              </a:ext>
            </a:extLst>
          </p:cNvPr>
          <p:cNvSpPr>
            <a:spLocks/>
          </p:cNvSpPr>
          <p:nvPr/>
        </p:nvSpPr>
        <p:spPr>
          <a:xfrm>
            <a:off x="733842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1" name="data_10249">
            <a:extLst>
              <a:ext uri="{FF2B5EF4-FFF2-40B4-BE49-F238E27FC236}">
                <a16:creationId xmlns:a16="http://schemas.microsoft.com/office/drawing/2014/main" id="{246F8685-AEF5-4A7E-995E-4DA64EFACEB7}"/>
              </a:ext>
            </a:extLst>
          </p:cNvPr>
          <p:cNvSpPr>
            <a:spLocks/>
          </p:cNvSpPr>
          <p:nvPr/>
        </p:nvSpPr>
        <p:spPr>
          <a:xfrm>
            <a:off x="721750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2" name="data_10250">
            <a:extLst>
              <a:ext uri="{FF2B5EF4-FFF2-40B4-BE49-F238E27FC236}">
                <a16:creationId xmlns:a16="http://schemas.microsoft.com/office/drawing/2014/main" id="{ECFB0E4A-8446-4C5F-A3CE-D70FA73F87F6}"/>
              </a:ext>
            </a:extLst>
          </p:cNvPr>
          <p:cNvSpPr>
            <a:spLocks/>
          </p:cNvSpPr>
          <p:nvPr/>
        </p:nvSpPr>
        <p:spPr>
          <a:xfrm>
            <a:off x="727119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3" name="data_10251">
            <a:extLst>
              <a:ext uri="{FF2B5EF4-FFF2-40B4-BE49-F238E27FC236}">
                <a16:creationId xmlns:a16="http://schemas.microsoft.com/office/drawing/2014/main" id="{C1562705-D776-46B7-92CF-35D1A74299C8}"/>
              </a:ext>
            </a:extLst>
          </p:cNvPr>
          <p:cNvSpPr>
            <a:spLocks/>
          </p:cNvSpPr>
          <p:nvPr/>
        </p:nvSpPr>
        <p:spPr>
          <a:xfrm>
            <a:off x="729555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4" name="data_10252">
            <a:extLst>
              <a:ext uri="{FF2B5EF4-FFF2-40B4-BE49-F238E27FC236}">
                <a16:creationId xmlns:a16="http://schemas.microsoft.com/office/drawing/2014/main" id="{43CFD7A2-E064-441F-BB2F-3508A25E3980}"/>
              </a:ext>
            </a:extLst>
          </p:cNvPr>
          <p:cNvSpPr>
            <a:spLocks/>
          </p:cNvSpPr>
          <p:nvPr/>
        </p:nvSpPr>
        <p:spPr>
          <a:xfrm>
            <a:off x="72550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5" name="data_10253">
            <a:extLst>
              <a:ext uri="{FF2B5EF4-FFF2-40B4-BE49-F238E27FC236}">
                <a16:creationId xmlns:a16="http://schemas.microsoft.com/office/drawing/2014/main" id="{F3160C80-2363-4F2C-ACBA-8434CDE75149}"/>
              </a:ext>
            </a:extLst>
          </p:cNvPr>
          <p:cNvSpPr>
            <a:spLocks/>
          </p:cNvSpPr>
          <p:nvPr/>
        </p:nvSpPr>
        <p:spPr>
          <a:xfrm>
            <a:off x="728422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6" name="data_10254">
            <a:extLst>
              <a:ext uri="{FF2B5EF4-FFF2-40B4-BE49-F238E27FC236}">
                <a16:creationId xmlns:a16="http://schemas.microsoft.com/office/drawing/2014/main" id="{E712882B-11E9-4F49-AD15-1374A2EE2A6F}"/>
              </a:ext>
            </a:extLst>
          </p:cNvPr>
          <p:cNvSpPr>
            <a:spLocks/>
          </p:cNvSpPr>
          <p:nvPr/>
        </p:nvSpPr>
        <p:spPr>
          <a:xfrm>
            <a:off x="7267803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7" name="data_10255">
            <a:extLst>
              <a:ext uri="{FF2B5EF4-FFF2-40B4-BE49-F238E27FC236}">
                <a16:creationId xmlns:a16="http://schemas.microsoft.com/office/drawing/2014/main" id="{DB9ED24E-E92D-44B2-BE78-8137E4D6D0FD}"/>
              </a:ext>
            </a:extLst>
          </p:cNvPr>
          <p:cNvSpPr>
            <a:spLocks/>
          </p:cNvSpPr>
          <p:nvPr/>
        </p:nvSpPr>
        <p:spPr>
          <a:xfrm>
            <a:off x="7324091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8" name="data_10256">
            <a:extLst>
              <a:ext uri="{FF2B5EF4-FFF2-40B4-BE49-F238E27FC236}">
                <a16:creationId xmlns:a16="http://schemas.microsoft.com/office/drawing/2014/main" id="{817787EA-B07C-44E7-8DD5-0E7713598A79}"/>
              </a:ext>
            </a:extLst>
          </p:cNvPr>
          <p:cNvSpPr>
            <a:spLocks/>
          </p:cNvSpPr>
          <p:nvPr/>
        </p:nvSpPr>
        <p:spPr>
          <a:xfrm>
            <a:off x="7231841" y="62223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69" name="data_10257">
            <a:extLst>
              <a:ext uri="{FF2B5EF4-FFF2-40B4-BE49-F238E27FC236}">
                <a16:creationId xmlns:a16="http://schemas.microsoft.com/office/drawing/2014/main" id="{94532EE9-C272-4F7A-A24A-BD7BB3EEE2CA}"/>
              </a:ext>
            </a:extLst>
          </p:cNvPr>
          <p:cNvSpPr>
            <a:spLocks/>
          </p:cNvSpPr>
          <p:nvPr/>
        </p:nvSpPr>
        <p:spPr>
          <a:xfrm>
            <a:off x="723783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0" name="data_10258">
            <a:extLst>
              <a:ext uri="{FF2B5EF4-FFF2-40B4-BE49-F238E27FC236}">
                <a16:creationId xmlns:a16="http://schemas.microsoft.com/office/drawing/2014/main" id="{0063AB85-3B43-46AD-AC27-294D764BEE48}"/>
              </a:ext>
            </a:extLst>
          </p:cNvPr>
          <p:cNvSpPr>
            <a:spLocks/>
          </p:cNvSpPr>
          <p:nvPr/>
        </p:nvSpPr>
        <p:spPr>
          <a:xfrm>
            <a:off x="72920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1" name="data_10259">
            <a:extLst>
              <a:ext uri="{FF2B5EF4-FFF2-40B4-BE49-F238E27FC236}">
                <a16:creationId xmlns:a16="http://schemas.microsoft.com/office/drawing/2014/main" id="{A06EB06F-D4B6-4408-90D5-9DC167EA646D}"/>
              </a:ext>
            </a:extLst>
          </p:cNvPr>
          <p:cNvSpPr>
            <a:spLocks/>
          </p:cNvSpPr>
          <p:nvPr/>
        </p:nvSpPr>
        <p:spPr>
          <a:xfrm>
            <a:off x="729086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2" name="data_10260">
            <a:extLst>
              <a:ext uri="{FF2B5EF4-FFF2-40B4-BE49-F238E27FC236}">
                <a16:creationId xmlns:a16="http://schemas.microsoft.com/office/drawing/2014/main" id="{BF71FF3C-8611-4241-8CA1-595A15E526B5}"/>
              </a:ext>
            </a:extLst>
          </p:cNvPr>
          <p:cNvSpPr>
            <a:spLocks/>
          </p:cNvSpPr>
          <p:nvPr/>
        </p:nvSpPr>
        <p:spPr>
          <a:xfrm>
            <a:off x="733321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3" name="data_10261">
            <a:extLst>
              <a:ext uri="{FF2B5EF4-FFF2-40B4-BE49-F238E27FC236}">
                <a16:creationId xmlns:a16="http://schemas.microsoft.com/office/drawing/2014/main" id="{62895175-78A1-4D18-BA5E-571B24219F62}"/>
              </a:ext>
            </a:extLst>
          </p:cNvPr>
          <p:cNvSpPr>
            <a:spLocks/>
          </p:cNvSpPr>
          <p:nvPr/>
        </p:nvSpPr>
        <p:spPr>
          <a:xfrm>
            <a:off x="7313537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4" name="data_10262">
            <a:extLst>
              <a:ext uri="{FF2B5EF4-FFF2-40B4-BE49-F238E27FC236}">
                <a16:creationId xmlns:a16="http://schemas.microsoft.com/office/drawing/2014/main" id="{7264A5B3-2AC0-4BC1-89A6-664DBD1FFD79}"/>
              </a:ext>
            </a:extLst>
          </p:cNvPr>
          <p:cNvSpPr>
            <a:spLocks/>
          </p:cNvSpPr>
          <p:nvPr/>
        </p:nvSpPr>
        <p:spPr>
          <a:xfrm>
            <a:off x="72520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5" name="data_10263">
            <a:extLst>
              <a:ext uri="{FF2B5EF4-FFF2-40B4-BE49-F238E27FC236}">
                <a16:creationId xmlns:a16="http://schemas.microsoft.com/office/drawing/2014/main" id="{D8216158-A436-4A94-B058-8A9FBA90E288}"/>
              </a:ext>
            </a:extLst>
          </p:cNvPr>
          <p:cNvSpPr>
            <a:spLocks/>
          </p:cNvSpPr>
          <p:nvPr/>
        </p:nvSpPr>
        <p:spPr>
          <a:xfrm>
            <a:off x="731614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6" name="data_10264">
            <a:extLst>
              <a:ext uri="{FF2B5EF4-FFF2-40B4-BE49-F238E27FC236}">
                <a16:creationId xmlns:a16="http://schemas.microsoft.com/office/drawing/2014/main" id="{A7F2FD57-1674-4CB3-B9B8-078558B9368B}"/>
              </a:ext>
            </a:extLst>
          </p:cNvPr>
          <p:cNvSpPr>
            <a:spLocks/>
          </p:cNvSpPr>
          <p:nvPr/>
        </p:nvSpPr>
        <p:spPr>
          <a:xfrm>
            <a:off x="7305589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7" name="data_10265">
            <a:extLst>
              <a:ext uri="{FF2B5EF4-FFF2-40B4-BE49-F238E27FC236}">
                <a16:creationId xmlns:a16="http://schemas.microsoft.com/office/drawing/2014/main" id="{2197DC8A-D6FF-46CF-86DB-D01F58C6E882}"/>
              </a:ext>
            </a:extLst>
          </p:cNvPr>
          <p:cNvSpPr>
            <a:spLocks/>
          </p:cNvSpPr>
          <p:nvPr/>
        </p:nvSpPr>
        <p:spPr>
          <a:xfrm>
            <a:off x="731119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8" name="data_10266">
            <a:extLst>
              <a:ext uri="{FF2B5EF4-FFF2-40B4-BE49-F238E27FC236}">
                <a16:creationId xmlns:a16="http://schemas.microsoft.com/office/drawing/2014/main" id="{9BA9C9D9-B848-4288-BB80-18165DE5B810}"/>
              </a:ext>
            </a:extLst>
          </p:cNvPr>
          <p:cNvSpPr>
            <a:spLocks/>
          </p:cNvSpPr>
          <p:nvPr/>
        </p:nvSpPr>
        <p:spPr>
          <a:xfrm>
            <a:off x="72865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79" name="data_10267">
            <a:extLst>
              <a:ext uri="{FF2B5EF4-FFF2-40B4-BE49-F238E27FC236}">
                <a16:creationId xmlns:a16="http://schemas.microsoft.com/office/drawing/2014/main" id="{58793F5C-5D9A-496A-9EDF-E0AF4A0874BD}"/>
              </a:ext>
            </a:extLst>
          </p:cNvPr>
          <p:cNvSpPr>
            <a:spLocks/>
          </p:cNvSpPr>
          <p:nvPr/>
        </p:nvSpPr>
        <p:spPr>
          <a:xfrm>
            <a:off x="721894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0" name="data_10268">
            <a:extLst>
              <a:ext uri="{FF2B5EF4-FFF2-40B4-BE49-F238E27FC236}">
                <a16:creationId xmlns:a16="http://schemas.microsoft.com/office/drawing/2014/main" id="{FAB462B4-92FB-403B-AE4C-D2406E332CF9}"/>
              </a:ext>
            </a:extLst>
          </p:cNvPr>
          <p:cNvSpPr>
            <a:spLocks/>
          </p:cNvSpPr>
          <p:nvPr/>
        </p:nvSpPr>
        <p:spPr>
          <a:xfrm>
            <a:off x="7306110" y="6796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1" name="data_10269">
            <a:extLst>
              <a:ext uri="{FF2B5EF4-FFF2-40B4-BE49-F238E27FC236}">
                <a16:creationId xmlns:a16="http://schemas.microsoft.com/office/drawing/2014/main" id="{2AD98117-B056-463A-A8FF-8531B90C91AC}"/>
              </a:ext>
            </a:extLst>
          </p:cNvPr>
          <p:cNvSpPr>
            <a:spLocks/>
          </p:cNvSpPr>
          <p:nvPr/>
        </p:nvSpPr>
        <p:spPr>
          <a:xfrm>
            <a:off x="7323309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2" name="data_10270">
            <a:extLst>
              <a:ext uri="{FF2B5EF4-FFF2-40B4-BE49-F238E27FC236}">
                <a16:creationId xmlns:a16="http://schemas.microsoft.com/office/drawing/2014/main" id="{37A4EBE3-8839-4FE3-8F69-308733E621AB}"/>
              </a:ext>
            </a:extLst>
          </p:cNvPr>
          <p:cNvSpPr>
            <a:spLocks/>
          </p:cNvSpPr>
          <p:nvPr/>
        </p:nvSpPr>
        <p:spPr>
          <a:xfrm>
            <a:off x="724057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3" name="data_10271">
            <a:extLst>
              <a:ext uri="{FF2B5EF4-FFF2-40B4-BE49-F238E27FC236}">
                <a16:creationId xmlns:a16="http://schemas.microsoft.com/office/drawing/2014/main" id="{FCB4300B-BB3C-4F49-A670-8DC0467416C4}"/>
              </a:ext>
            </a:extLst>
          </p:cNvPr>
          <p:cNvSpPr>
            <a:spLocks/>
          </p:cNvSpPr>
          <p:nvPr/>
        </p:nvSpPr>
        <p:spPr>
          <a:xfrm>
            <a:off x="7230799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4" name="data_10272">
            <a:extLst>
              <a:ext uri="{FF2B5EF4-FFF2-40B4-BE49-F238E27FC236}">
                <a16:creationId xmlns:a16="http://schemas.microsoft.com/office/drawing/2014/main" id="{5FE37B3E-1265-478B-AA9D-74E70AE5083E}"/>
              </a:ext>
            </a:extLst>
          </p:cNvPr>
          <p:cNvSpPr>
            <a:spLocks/>
          </p:cNvSpPr>
          <p:nvPr/>
        </p:nvSpPr>
        <p:spPr>
          <a:xfrm>
            <a:off x="730584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5" name="data_10273">
            <a:extLst>
              <a:ext uri="{FF2B5EF4-FFF2-40B4-BE49-F238E27FC236}">
                <a16:creationId xmlns:a16="http://schemas.microsoft.com/office/drawing/2014/main" id="{0FF291DE-A4B3-48D0-BC0E-6013F6B93484}"/>
              </a:ext>
            </a:extLst>
          </p:cNvPr>
          <p:cNvSpPr>
            <a:spLocks/>
          </p:cNvSpPr>
          <p:nvPr/>
        </p:nvSpPr>
        <p:spPr>
          <a:xfrm>
            <a:off x="7339466" y="617158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6" name="data_10274">
            <a:extLst>
              <a:ext uri="{FF2B5EF4-FFF2-40B4-BE49-F238E27FC236}">
                <a16:creationId xmlns:a16="http://schemas.microsoft.com/office/drawing/2014/main" id="{F711D52C-FBAF-4683-A014-7165D42D3586}"/>
              </a:ext>
            </a:extLst>
          </p:cNvPr>
          <p:cNvSpPr>
            <a:spLocks/>
          </p:cNvSpPr>
          <p:nvPr/>
        </p:nvSpPr>
        <p:spPr>
          <a:xfrm>
            <a:off x="7345069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7" name="data_10275">
            <a:extLst>
              <a:ext uri="{FF2B5EF4-FFF2-40B4-BE49-F238E27FC236}">
                <a16:creationId xmlns:a16="http://schemas.microsoft.com/office/drawing/2014/main" id="{5995F078-EAEA-485A-9B65-1187B152AC36}"/>
              </a:ext>
            </a:extLst>
          </p:cNvPr>
          <p:cNvSpPr>
            <a:spLocks/>
          </p:cNvSpPr>
          <p:nvPr/>
        </p:nvSpPr>
        <p:spPr>
          <a:xfrm>
            <a:off x="726454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8" name="data_10276">
            <a:extLst>
              <a:ext uri="{FF2B5EF4-FFF2-40B4-BE49-F238E27FC236}">
                <a16:creationId xmlns:a16="http://schemas.microsoft.com/office/drawing/2014/main" id="{35BD2347-18A1-401F-A30A-378A7DE00A18}"/>
              </a:ext>
            </a:extLst>
          </p:cNvPr>
          <p:cNvSpPr>
            <a:spLocks/>
          </p:cNvSpPr>
          <p:nvPr/>
        </p:nvSpPr>
        <p:spPr>
          <a:xfrm>
            <a:off x="731236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89" name="data_10277">
            <a:extLst>
              <a:ext uri="{FF2B5EF4-FFF2-40B4-BE49-F238E27FC236}">
                <a16:creationId xmlns:a16="http://schemas.microsoft.com/office/drawing/2014/main" id="{DD7DA5C2-EA1C-4A90-8C93-9A0CA38DD510}"/>
              </a:ext>
            </a:extLst>
          </p:cNvPr>
          <p:cNvSpPr>
            <a:spLocks/>
          </p:cNvSpPr>
          <p:nvPr/>
        </p:nvSpPr>
        <p:spPr>
          <a:xfrm>
            <a:off x="732226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0" name="data_10278">
            <a:extLst>
              <a:ext uri="{FF2B5EF4-FFF2-40B4-BE49-F238E27FC236}">
                <a16:creationId xmlns:a16="http://schemas.microsoft.com/office/drawing/2014/main" id="{D27EDF53-7A5D-4570-B69D-10D478AB7481}"/>
              </a:ext>
            </a:extLst>
          </p:cNvPr>
          <p:cNvSpPr>
            <a:spLocks/>
          </p:cNvSpPr>
          <p:nvPr/>
        </p:nvSpPr>
        <p:spPr>
          <a:xfrm>
            <a:off x="73380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1" name="data_10279">
            <a:extLst>
              <a:ext uri="{FF2B5EF4-FFF2-40B4-BE49-F238E27FC236}">
                <a16:creationId xmlns:a16="http://schemas.microsoft.com/office/drawing/2014/main" id="{FB71B2EE-32E1-4060-809A-8F17EE86BFB3}"/>
              </a:ext>
            </a:extLst>
          </p:cNvPr>
          <p:cNvSpPr>
            <a:spLocks/>
          </p:cNvSpPr>
          <p:nvPr/>
        </p:nvSpPr>
        <p:spPr>
          <a:xfrm>
            <a:off x="732422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2" name="data_10280">
            <a:extLst>
              <a:ext uri="{FF2B5EF4-FFF2-40B4-BE49-F238E27FC236}">
                <a16:creationId xmlns:a16="http://schemas.microsoft.com/office/drawing/2014/main" id="{7C088AA1-AAE6-45E5-AE6D-F0B310E9EF0F}"/>
              </a:ext>
            </a:extLst>
          </p:cNvPr>
          <p:cNvSpPr>
            <a:spLocks/>
          </p:cNvSpPr>
          <p:nvPr/>
        </p:nvSpPr>
        <p:spPr>
          <a:xfrm>
            <a:off x="730454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3" name="data_10281">
            <a:extLst>
              <a:ext uri="{FF2B5EF4-FFF2-40B4-BE49-F238E27FC236}">
                <a16:creationId xmlns:a16="http://schemas.microsoft.com/office/drawing/2014/main" id="{28AF6214-49C5-49ED-93AD-BD580AAE5A22}"/>
              </a:ext>
            </a:extLst>
          </p:cNvPr>
          <p:cNvSpPr>
            <a:spLocks/>
          </p:cNvSpPr>
          <p:nvPr/>
        </p:nvSpPr>
        <p:spPr>
          <a:xfrm>
            <a:off x="722467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4" name="data_10282">
            <a:extLst>
              <a:ext uri="{FF2B5EF4-FFF2-40B4-BE49-F238E27FC236}">
                <a16:creationId xmlns:a16="http://schemas.microsoft.com/office/drawing/2014/main" id="{3DF86EB7-F00A-4F73-9D54-0A094C40A987}"/>
              </a:ext>
            </a:extLst>
          </p:cNvPr>
          <p:cNvSpPr>
            <a:spLocks/>
          </p:cNvSpPr>
          <p:nvPr/>
        </p:nvSpPr>
        <p:spPr>
          <a:xfrm>
            <a:off x="7237313" y="68738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5" name="data_10283">
            <a:extLst>
              <a:ext uri="{FF2B5EF4-FFF2-40B4-BE49-F238E27FC236}">
                <a16:creationId xmlns:a16="http://schemas.microsoft.com/office/drawing/2014/main" id="{617EA6D8-E62C-4292-BD89-7134262E0B98}"/>
              </a:ext>
            </a:extLst>
          </p:cNvPr>
          <p:cNvSpPr>
            <a:spLocks/>
          </p:cNvSpPr>
          <p:nvPr/>
        </p:nvSpPr>
        <p:spPr>
          <a:xfrm>
            <a:off x="730584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6" name="data_10284">
            <a:extLst>
              <a:ext uri="{FF2B5EF4-FFF2-40B4-BE49-F238E27FC236}">
                <a16:creationId xmlns:a16="http://schemas.microsoft.com/office/drawing/2014/main" id="{F74EB4F3-01D0-4CD9-9922-D8F7CB43AE3B}"/>
              </a:ext>
            </a:extLst>
          </p:cNvPr>
          <p:cNvSpPr>
            <a:spLocks/>
          </p:cNvSpPr>
          <p:nvPr/>
        </p:nvSpPr>
        <p:spPr>
          <a:xfrm>
            <a:off x="729268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7" name="data_10285">
            <a:extLst>
              <a:ext uri="{FF2B5EF4-FFF2-40B4-BE49-F238E27FC236}">
                <a16:creationId xmlns:a16="http://schemas.microsoft.com/office/drawing/2014/main" id="{D4EC990D-52F7-4192-AC01-9C1555A00054}"/>
              </a:ext>
            </a:extLst>
          </p:cNvPr>
          <p:cNvSpPr>
            <a:spLocks/>
          </p:cNvSpPr>
          <p:nvPr/>
        </p:nvSpPr>
        <p:spPr>
          <a:xfrm>
            <a:off x="724278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8" name="data_10286">
            <a:extLst>
              <a:ext uri="{FF2B5EF4-FFF2-40B4-BE49-F238E27FC236}">
                <a16:creationId xmlns:a16="http://schemas.microsoft.com/office/drawing/2014/main" id="{B8A0EF63-3814-4E5B-BB9D-787930F8F949}"/>
              </a:ext>
            </a:extLst>
          </p:cNvPr>
          <p:cNvSpPr>
            <a:spLocks/>
          </p:cNvSpPr>
          <p:nvPr/>
        </p:nvSpPr>
        <p:spPr>
          <a:xfrm>
            <a:off x="726636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199" name="data_10287">
            <a:extLst>
              <a:ext uri="{FF2B5EF4-FFF2-40B4-BE49-F238E27FC236}">
                <a16:creationId xmlns:a16="http://schemas.microsoft.com/office/drawing/2014/main" id="{A721215B-E500-4096-AB79-A43C09876C1D}"/>
              </a:ext>
            </a:extLst>
          </p:cNvPr>
          <p:cNvSpPr>
            <a:spLocks/>
          </p:cNvSpPr>
          <p:nvPr/>
        </p:nvSpPr>
        <p:spPr>
          <a:xfrm>
            <a:off x="7220245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0" name="data_10288">
            <a:extLst>
              <a:ext uri="{FF2B5EF4-FFF2-40B4-BE49-F238E27FC236}">
                <a16:creationId xmlns:a16="http://schemas.microsoft.com/office/drawing/2014/main" id="{43BEB16A-4174-4EF3-AE00-6E94C32A0EF1}"/>
              </a:ext>
            </a:extLst>
          </p:cNvPr>
          <p:cNvSpPr>
            <a:spLocks/>
          </p:cNvSpPr>
          <p:nvPr/>
        </p:nvSpPr>
        <p:spPr>
          <a:xfrm>
            <a:off x="758547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1" name="data_10289">
            <a:extLst>
              <a:ext uri="{FF2B5EF4-FFF2-40B4-BE49-F238E27FC236}">
                <a16:creationId xmlns:a16="http://schemas.microsoft.com/office/drawing/2014/main" id="{E811248C-AA7F-4765-B06C-BAFA2B4635EA}"/>
              </a:ext>
            </a:extLst>
          </p:cNvPr>
          <p:cNvSpPr>
            <a:spLocks/>
          </p:cNvSpPr>
          <p:nvPr/>
        </p:nvSpPr>
        <p:spPr>
          <a:xfrm>
            <a:off x="7668862" y="536124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2" name="data_10290">
            <a:extLst>
              <a:ext uri="{FF2B5EF4-FFF2-40B4-BE49-F238E27FC236}">
                <a16:creationId xmlns:a16="http://schemas.microsoft.com/office/drawing/2014/main" id="{EBF29DA6-BF57-48B7-AC71-FFADE9B1DB7A}"/>
              </a:ext>
            </a:extLst>
          </p:cNvPr>
          <p:cNvSpPr>
            <a:spLocks/>
          </p:cNvSpPr>
          <p:nvPr/>
        </p:nvSpPr>
        <p:spPr>
          <a:xfrm>
            <a:off x="75581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3" name="data_10291">
            <a:extLst>
              <a:ext uri="{FF2B5EF4-FFF2-40B4-BE49-F238E27FC236}">
                <a16:creationId xmlns:a16="http://schemas.microsoft.com/office/drawing/2014/main" id="{329DE977-74E1-4BE9-8552-97ED38916D7C}"/>
              </a:ext>
            </a:extLst>
          </p:cNvPr>
          <p:cNvSpPr>
            <a:spLocks/>
          </p:cNvSpPr>
          <p:nvPr/>
        </p:nvSpPr>
        <p:spPr>
          <a:xfrm>
            <a:off x="76584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4" name="data_10292">
            <a:extLst>
              <a:ext uri="{FF2B5EF4-FFF2-40B4-BE49-F238E27FC236}">
                <a16:creationId xmlns:a16="http://schemas.microsoft.com/office/drawing/2014/main" id="{70D28CF3-6E6F-4E76-A6FD-67282DC59185}"/>
              </a:ext>
            </a:extLst>
          </p:cNvPr>
          <p:cNvSpPr>
            <a:spLocks/>
          </p:cNvSpPr>
          <p:nvPr/>
        </p:nvSpPr>
        <p:spPr>
          <a:xfrm>
            <a:off x="760671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5" name="data_10293">
            <a:extLst>
              <a:ext uri="{FF2B5EF4-FFF2-40B4-BE49-F238E27FC236}">
                <a16:creationId xmlns:a16="http://schemas.microsoft.com/office/drawing/2014/main" id="{FB802870-74E4-4C24-8D3F-A9522C25D1CA}"/>
              </a:ext>
            </a:extLst>
          </p:cNvPr>
          <p:cNvSpPr>
            <a:spLocks/>
          </p:cNvSpPr>
          <p:nvPr/>
        </p:nvSpPr>
        <p:spPr>
          <a:xfrm>
            <a:off x="767811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6" name="data_10294">
            <a:extLst>
              <a:ext uri="{FF2B5EF4-FFF2-40B4-BE49-F238E27FC236}">
                <a16:creationId xmlns:a16="http://schemas.microsoft.com/office/drawing/2014/main" id="{7C4EFD63-E842-416E-ACE3-D7DE6ED14395}"/>
              </a:ext>
            </a:extLst>
          </p:cNvPr>
          <p:cNvSpPr>
            <a:spLocks/>
          </p:cNvSpPr>
          <p:nvPr/>
        </p:nvSpPr>
        <p:spPr>
          <a:xfrm>
            <a:off x="758534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7" name="data_10295">
            <a:extLst>
              <a:ext uri="{FF2B5EF4-FFF2-40B4-BE49-F238E27FC236}">
                <a16:creationId xmlns:a16="http://schemas.microsoft.com/office/drawing/2014/main" id="{47028EE4-9278-425E-A5F7-882A6BDE6C22}"/>
              </a:ext>
            </a:extLst>
          </p:cNvPr>
          <p:cNvSpPr>
            <a:spLocks/>
          </p:cNvSpPr>
          <p:nvPr/>
        </p:nvSpPr>
        <p:spPr>
          <a:xfrm>
            <a:off x="76489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8" name="data_10296">
            <a:extLst>
              <a:ext uri="{FF2B5EF4-FFF2-40B4-BE49-F238E27FC236}">
                <a16:creationId xmlns:a16="http://schemas.microsoft.com/office/drawing/2014/main" id="{9A24A0CC-E7E5-4257-BFD3-EA4906FE362D}"/>
              </a:ext>
            </a:extLst>
          </p:cNvPr>
          <p:cNvSpPr>
            <a:spLocks/>
          </p:cNvSpPr>
          <p:nvPr/>
        </p:nvSpPr>
        <p:spPr>
          <a:xfrm>
            <a:off x="7562670" y="54792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09" name="data_10297">
            <a:extLst>
              <a:ext uri="{FF2B5EF4-FFF2-40B4-BE49-F238E27FC236}">
                <a16:creationId xmlns:a16="http://schemas.microsoft.com/office/drawing/2014/main" id="{B48A389E-0856-4FE8-8252-4E9441FE596E}"/>
              </a:ext>
            </a:extLst>
          </p:cNvPr>
          <p:cNvSpPr>
            <a:spLocks/>
          </p:cNvSpPr>
          <p:nvPr/>
        </p:nvSpPr>
        <p:spPr>
          <a:xfrm>
            <a:off x="75904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0" name="data_10298">
            <a:extLst>
              <a:ext uri="{FF2B5EF4-FFF2-40B4-BE49-F238E27FC236}">
                <a16:creationId xmlns:a16="http://schemas.microsoft.com/office/drawing/2014/main" id="{C0D0D9C9-C340-4682-A07B-1742E5DC47F0}"/>
              </a:ext>
            </a:extLst>
          </p:cNvPr>
          <p:cNvSpPr>
            <a:spLocks/>
          </p:cNvSpPr>
          <p:nvPr/>
        </p:nvSpPr>
        <p:spPr>
          <a:xfrm>
            <a:off x="756241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1" name="data_10299">
            <a:extLst>
              <a:ext uri="{FF2B5EF4-FFF2-40B4-BE49-F238E27FC236}">
                <a16:creationId xmlns:a16="http://schemas.microsoft.com/office/drawing/2014/main" id="{90D5652B-D978-4592-B21E-A596BBC6C75E}"/>
              </a:ext>
            </a:extLst>
          </p:cNvPr>
          <p:cNvSpPr>
            <a:spLocks/>
          </p:cNvSpPr>
          <p:nvPr/>
        </p:nvSpPr>
        <p:spPr>
          <a:xfrm>
            <a:off x="76360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2" name="data_10300">
            <a:extLst>
              <a:ext uri="{FF2B5EF4-FFF2-40B4-BE49-F238E27FC236}">
                <a16:creationId xmlns:a16="http://schemas.microsoft.com/office/drawing/2014/main" id="{E0A8B6FD-423C-4702-9F59-082B627D91E0}"/>
              </a:ext>
            </a:extLst>
          </p:cNvPr>
          <p:cNvSpPr>
            <a:spLocks/>
          </p:cNvSpPr>
          <p:nvPr/>
        </p:nvSpPr>
        <p:spPr>
          <a:xfrm>
            <a:off x="758000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3" name="data_10301">
            <a:extLst>
              <a:ext uri="{FF2B5EF4-FFF2-40B4-BE49-F238E27FC236}">
                <a16:creationId xmlns:a16="http://schemas.microsoft.com/office/drawing/2014/main" id="{1C856D38-D21B-4869-B322-21688D0EB13B}"/>
              </a:ext>
            </a:extLst>
          </p:cNvPr>
          <p:cNvSpPr>
            <a:spLocks/>
          </p:cNvSpPr>
          <p:nvPr/>
        </p:nvSpPr>
        <p:spPr>
          <a:xfrm>
            <a:off x="761908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4" name="data_10302">
            <a:extLst>
              <a:ext uri="{FF2B5EF4-FFF2-40B4-BE49-F238E27FC236}">
                <a16:creationId xmlns:a16="http://schemas.microsoft.com/office/drawing/2014/main" id="{77A77D6E-185D-4F53-98B5-456BB09E3F11}"/>
              </a:ext>
            </a:extLst>
          </p:cNvPr>
          <p:cNvSpPr>
            <a:spLocks/>
          </p:cNvSpPr>
          <p:nvPr/>
        </p:nvSpPr>
        <p:spPr>
          <a:xfrm>
            <a:off x="760527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5" name="data_10303">
            <a:extLst>
              <a:ext uri="{FF2B5EF4-FFF2-40B4-BE49-F238E27FC236}">
                <a16:creationId xmlns:a16="http://schemas.microsoft.com/office/drawing/2014/main" id="{A8A4FBFB-3EED-4668-875C-5AAE54E812C1}"/>
              </a:ext>
            </a:extLst>
          </p:cNvPr>
          <p:cNvSpPr>
            <a:spLocks/>
          </p:cNvSpPr>
          <p:nvPr/>
        </p:nvSpPr>
        <p:spPr>
          <a:xfrm>
            <a:off x="7592378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6" name="data_10304">
            <a:extLst>
              <a:ext uri="{FF2B5EF4-FFF2-40B4-BE49-F238E27FC236}">
                <a16:creationId xmlns:a16="http://schemas.microsoft.com/office/drawing/2014/main" id="{0E5D3921-F65F-4468-A176-1D2E095FE397}"/>
              </a:ext>
            </a:extLst>
          </p:cNvPr>
          <p:cNvSpPr>
            <a:spLocks/>
          </p:cNvSpPr>
          <p:nvPr/>
        </p:nvSpPr>
        <p:spPr>
          <a:xfrm>
            <a:off x="7562019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7" name="data_10305">
            <a:extLst>
              <a:ext uri="{FF2B5EF4-FFF2-40B4-BE49-F238E27FC236}">
                <a16:creationId xmlns:a16="http://schemas.microsoft.com/office/drawing/2014/main" id="{59720265-6895-4DCB-A90D-3A8A2713E713}"/>
              </a:ext>
            </a:extLst>
          </p:cNvPr>
          <p:cNvSpPr>
            <a:spLocks/>
          </p:cNvSpPr>
          <p:nvPr/>
        </p:nvSpPr>
        <p:spPr>
          <a:xfrm>
            <a:off x="7679025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8" name="data_10306">
            <a:extLst>
              <a:ext uri="{FF2B5EF4-FFF2-40B4-BE49-F238E27FC236}">
                <a16:creationId xmlns:a16="http://schemas.microsoft.com/office/drawing/2014/main" id="{ED1091C9-5651-47D9-8974-53C4FD3541EB}"/>
              </a:ext>
            </a:extLst>
          </p:cNvPr>
          <p:cNvSpPr>
            <a:spLocks/>
          </p:cNvSpPr>
          <p:nvPr/>
        </p:nvSpPr>
        <p:spPr>
          <a:xfrm>
            <a:off x="756384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19" name="data_10307">
            <a:extLst>
              <a:ext uri="{FF2B5EF4-FFF2-40B4-BE49-F238E27FC236}">
                <a16:creationId xmlns:a16="http://schemas.microsoft.com/office/drawing/2014/main" id="{8080AB57-6DA9-42E7-95D0-137D3C46F34C}"/>
              </a:ext>
            </a:extLst>
          </p:cNvPr>
          <p:cNvSpPr>
            <a:spLocks/>
          </p:cNvSpPr>
          <p:nvPr/>
        </p:nvSpPr>
        <p:spPr>
          <a:xfrm>
            <a:off x="766938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0" name="data_10308">
            <a:extLst>
              <a:ext uri="{FF2B5EF4-FFF2-40B4-BE49-F238E27FC236}">
                <a16:creationId xmlns:a16="http://schemas.microsoft.com/office/drawing/2014/main" id="{CEBB1860-DBD4-4C13-A90C-50A8E4B909D2}"/>
              </a:ext>
            </a:extLst>
          </p:cNvPr>
          <p:cNvSpPr>
            <a:spLocks/>
          </p:cNvSpPr>
          <p:nvPr/>
        </p:nvSpPr>
        <p:spPr>
          <a:xfrm>
            <a:off x="76072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1" name="data_10309">
            <a:extLst>
              <a:ext uri="{FF2B5EF4-FFF2-40B4-BE49-F238E27FC236}">
                <a16:creationId xmlns:a16="http://schemas.microsoft.com/office/drawing/2014/main" id="{73CB3C32-8C33-412A-92F0-720DCD96AA16}"/>
              </a:ext>
            </a:extLst>
          </p:cNvPr>
          <p:cNvSpPr>
            <a:spLocks/>
          </p:cNvSpPr>
          <p:nvPr/>
        </p:nvSpPr>
        <p:spPr>
          <a:xfrm>
            <a:off x="768436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2" name="data_10310">
            <a:extLst>
              <a:ext uri="{FF2B5EF4-FFF2-40B4-BE49-F238E27FC236}">
                <a16:creationId xmlns:a16="http://schemas.microsoft.com/office/drawing/2014/main" id="{4A014D07-204A-42DA-978B-31E8D64171F7}"/>
              </a:ext>
            </a:extLst>
          </p:cNvPr>
          <p:cNvSpPr>
            <a:spLocks/>
          </p:cNvSpPr>
          <p:nvPr/>
        </p:nvSpPr>
        <p:spPr>
          <a:xfrm>
            <a:off x="76435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3" name="data_10311">
            <a:extLst>
              <a:ext uri="{FF2B5EF4-FFF2-40B4-BE49-F238E27FC236}">
                <a16:creationId xmlns:a16="http://schemas.microsoft.com/office/drawing/2014/main" id="{518B6454-BCDE-4A8B-983C-C052E47F570E}"/>
              </a:ext>
            </a:extLst>
          </p:cNvPr>
          <p:cNvSpPr>
            <a:spLocks/>
          </p:cNvSpPr>
          <p:nvPr/>
        </p:nvSpPr>
        <p:spPr>
          <a:xfrm>
            <a:off x="7652445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4" name="data_10312">
            <a:extLst>
              <a:ext uri="{FF2B5EF4-FFF2-40B4-BE49-F238E27FC236}">
                <a16:creationId xmlns:a16="http://schemas.microsoft.com/office/drawing/2014/main" id="{5ABAEE8F-C0D1-46A0-96C2-9537D59C0111}"/>
              </a:ext>
            </a:extLst>
          </p:cNvPr>
          <p:cNvSpPr>
            <a:spLocks/>
          </p:cNvSpPr>
          <p:nvPr/>
        </p:nvSpPr>
        <p:spPr>
          <a:xfrm>
            <a:off x="7595245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5" name="data_10313">
            <a:extLst>
              <a:ext uri="{FF2B5EF4-FFF2-40B4-BE49-F238E27FC236}">
                <a16:creationId xmlns:a16="http://schemas.microsoft.com/office/drawing/2014/main" id="{C87CC153-D432-4254-B296-83D104DF1B63}"/>
              </a:ext>
            </a:extLst>
          </p:cNvPr>
          <p:cNvSpPr>
            <a:spLocks/>
          </p:cNvSpPr>
          <p:nvPr/>
        </p:nvSpPr>
        <p:spPr>
          <a:xfrm>
            <a:off x="7677071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6" name="data_10314">
            <a:extLst>
              <a:ext uri="{FF2B5EF4-FFF2-40B4-BE49-F238E27FC236}">
                <a16:creationId xmlns:a16="http://schemas.microsoft.com/office/drawing/2014/main" id="{6428D880-2493-43CA-9A05-9AED7090B247}"/>
              </a:ext>
            </a:extLst>
          </p:cNvPr>
          <p:cNvSpPr>
            <a:spLocks/>
          </p:cNvSpPr>
          <p:nvPr/>
        </p:nvSpPr>
        <p:spPr>
          <a:xfrm>
            <a:off x="7652705" y="547928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7" name="data_10315">
            <a:extLst>
              <a:ext uri="{FF2B5EF4-FFF2-40B4-BE49-F238E27FC236}">
                <a16:creationId xmlns:a16="http://schemas.microsoft.com/office/drawing/2014/main" id="{752E812B-0DD6-4A94-8CAC-896F17A028DC}"/>
              </a:ext>
            </a:extLst>
          </p:cNvPr>
          <p:cNvSpPr>
            <a:spLocks/>
          </p:cNvSpPr>
          <p:nvPr/>
        </p:nvSpPr>
        <p:spPr>
          <a:xfrm>
            <a:off x="75783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8" name="data_10316">
            <a:extLst>
              <a:ext uri="{FF2B5EF4-FFF2-40B4-BE49-F238E27FC236}">
                <a16:creationId xmlns:a16="http://schemas.microsoft.com/office/drawing/2014/main" id="{B8669A9C-A3BD-45FA-9961-91BD9855199F}"/>
              </a:ext>
            </a:extLst>
          </p:cNvPr>
          <p:cNvSpPr>
            <a:spLocks/>
          </p:cNvSpPr>
          <p:nvPr/>
        </p:nvSpPr>
        <p:spPr>
          <a:xfrm>
            <a:off x="7650490" y="63111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29" name="data_10317">
            <a:extLst>
              <a:ext uri="{FF2B5EF4-FFF2-40B4-BE49-F238E27FC236}">
                <a16:creationId xmlns:a16="http://schemas.microsoft.com/office/drawing/2014/main" id="{342B2AE3-48CF-40F2-873E-8AC2D3DFD749}"/>
              </a:ext>
            </a:extLst>
          </p:cNvPr>
          <p:cNvSpPr>
            <a:spLocks/>
          </p:cNvSpPr>
          <p:nvPr/>
        </p:nvSpPr>
        <p:spPr>
          <a:xfrm>
            <a:off x="7584951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0" name="data_10318">
            <a:extLst>
              <a:ext uri="{FF2B5EF4-FFF2-40B4-BE49-F238E27FC236}">
                <a16:creationId xmlns:a16="http://schemas.microsoft.com/office/drawing/2014/main" id="{5AB4F39A-09C3-4370-8E94-6E2980697A87}"/>
              </a:ext>
            </a:extLst>
          </p:cNvPr>
          <p:cNvSpPr>
            <a:spLocks/>
          </p:cNvSpPr>
          <p:nvPr/>
        </p:nvSpPr>
        <p:spPr>
          <a:xfrm>
            <a:off x="7595114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1" name="data_10319">
            <a:extLst>
              <a:ext uri="{FF2B5EF4-FFF2-40B4-BE49-F238E27FC236}">
                <a16:creationId xmlns:a16="http://schemas.microsoft.com/office/drawing/2014/main" id="{CCA544C7-E5CD-4C2E-9ED8-D2C651A329D7}"/>
              </a:ext>
            </a:extLst>
          </p:cNvPr>
          <p:cNvSpPr>
            <a:spLocks/>
          </p:cNvSpPr>
          <p:nvPr/>
        </p:nvSpPr>
        <p:spPr>
          <a:xfrm>
            <a:off x="767602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2" name="data_10320">
            <a:extLst>
              <a:ext uri="{FF2B5EF4-FFF2-40B4-BE49-F238E27FC236}">
                <a16:creationId xmlns:a16="http://schemas.microsoft.com/office/drawing/2014/main" id="{29CEBC2D-B1C6-4BFB-BDED-BE47BD97038B}"/>
              </a:ext>
            </a:extLst>
          </p:cNvPr>
          <p:cNvSpPr>
            <a:spLocks/>
          </p:cNvSpPr>
          <p:nvPr/>
        </p:nvSpPr>
        <p:spPr>
          <a:xfrm>
            <a:off x="75971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3" name="data_10321">
            <a:extLst>
              <a:ext uri="{FF2B5EF4-FFF2-40B4-BE49-F238E27FC236}">
                <a16:creationId xmlns:a16="http://schemas.microsoft.com/office/drawing/2014/main" id="{EAC843CC-7A51-4BB7-B33A-4114A97DAFBE}"/>
              </a:ext>
            </a:extLst>
          </p:cNvPr>
          <p:cNvSpPr>
            <a:spLocks/>
          </p:cNvSpPr>
          <p:nvPr/>
        </p:nvSpPr>
        <p:spPr>
          <a:xfrm>
            <a:off x="7668732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4" name="data_10322">
            <a:extLst>
              <a:ext uri="{FF2B5EF4-FFF2-40B4-BE49-F238E27FC236}">
                <a16:creationId xmlns:a16="http://schemas.microsoft.com/office/drawing/2014/main" id="{BD1306BD-F55A-40B4-A22A-5E5CDD58571A}"/>
              </a:ext>
            </a:extLst>
          </p:cNvPr>
          <p:cNvSpPr>
            <a:spLocks/>
          </p:cNvSpPr>
          <p:nvPr/>
        </p:nvSpPr>
        <p:spPr>
          <a:xfrm>
            <a:off x="76697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5" name="data_10323">
            <a:extLst>
              <a:ext uri="{FF2B5EF4-FFF2-40B4-BE49-F238E27FC236}">
                <a16:creationId xmlns:a16="http://schemas.microsoft.com/office/drawing/2014/main" id="{B55AD3EA-642D-4B47-846D-8854F88B0D61}"/>
              </a:ext>
            </a:extLst>
          </p:cNvPr>
          <p:cNvSpPr>
            <a:spLocks/>
          </p:cNvSpPr>
          <p:nvPr/>
        </p:nvSpPr>
        <p:spPr>
          <a:xfrm>
            <a:off x="767316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6" name="data_10324">
            <a:extLst>
              <a:ext uri="{FF2B5EF4-FFF2-40B4-BE49-F238E27FC236}">
                <a16:creationId xmlns:a16="http://schemas.microsoft.com/office/drawing/2014/main" id="{C22E6992-B222-4119-84FF-777E533F3205}"/>
              </a:ext>
            </a:extLst>
          </p:cNvPr>
          <p:cNvSpPr>
            <a:spLocks/>
          </p:cNvSpPr>
          <p:nvPr/>
        </p:nvSpPr>
        <p:spPr>
          <a:xfrm>
            <a:off x="7598241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7" name="data_10325">
            <a:extLst>
              <a:ext uri="{FF2B5EF4-FFF2-40B4-BE49-F238E27FC236}">
                <a16:creationId xmlns:a16="http://schemas.microsoft.com/office/drawing/2014/main" id="{8DB4DC8B-7C20-4C05-A806-8C10F0F72215}"/>
              </a:ext>
            </a:extLst>
          </p:cNvPr>
          <p:cNvSpPr>
            <a:spLocks/>
          </p:cNvSpPr>
          <p:nvPr/>
        </p:nvSpPr>
        <p:spPr>
          <a:xfrm>
            <a:off x="7578567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8" name="data_10326">
            <a:extLst>
              <a:ext uri="{FF2B5EF4-FFF2-40B4-BE49-F238E27FC236}">
                <a16:creationId xmlns:a16="http://schemas.microsoft.com/office/drawing/2014/main" id="{DE26C1F7-7454-4B91-9DC0-631F006BCD55}"/>
              </a:ext>
            </a:extLst>
          </p:cNvPr>
          <p:cNvSpPr>
            <a:spLocks/>
          </p:cNvSpPr>
          <p:nvPr/>
        </p:nvSpPr>
        <p:spPr>
          <a:xfrm>
            <a:off x="765439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39" name="data_10327">
            <a:extLst>
              <a:ext uri="{FF2B5EF4-FFF2-40B4-BE49-F238E27FC236}">
                <a16:creationId xmlns:a16="http://schemas.microsoft.com/office/drawing/2014/main" id="{0FD31064-C6A4-42A2-9F65-4AA5C0D4EDAB}"/>
              </a:ext>
            </a:extLst>
          </p:cNvPr>
          <p:cNvSpPr>
            <a:spLocks/>
          </p:cNvSpPr>
          <p:nvPr/>
        </p:nvSpPr>
        <p:spPr>
          <a:xfrm>
            <a:off x="757244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0" name="data_10328">
            <a:extLst>
              <a:ext uri="{FF2B5EF4-FFF2-40B4-BE49-F238E27FC236}">
                <a16:creationId xmlns:a16="http://schemas.microsoft.com/office/drawing/2014/main" id="{722126B0-48E6-4430-89C7-FFDAC3692765}"/>
              </a:ext>
            </a:extLst>
          </p:cNvPr>
          <p:cNvSpPr>
            <a:spLocks/>
          </p:cNvSpPr>
          <p:nvPr/>
        </p:nvSpPr>
        <p:spPr>
          <a:xfrm>
            <a:off x="75806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1" name="data_10329">
            <a:extLst>
              <a:ext uri="{FF2B5EF4-FFF2-40B4-BE49-F238E27FC236}">
                <a16:creationId xmlns:a16="http://schemas.microsoft.com/office/drawing/2014/main" id="{1BB516EE-4BE2-49FF-9B88-FC64C0EB2E83}"/>
              </a:ext>
            </a:extLst>
          </p:cNvPr>
          <p:cNvSpPr>
            <a:spLocks/>
          </p:cNvSpPr>
          <p:nvPr/>
        </p:nvSpPr>
        <p:spPr>
          <a:xfrm>
            <a:off x="765765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2" name="data_10330">
            <a:extLst>
              <a:ext uri="{FF2B5EF4-FFF2-40B4-BE49-F238E27FC236}">
                <a16:creationId xmlns:a16="http://schemas.microsoft.com/office/drawing/2014/main" id="{22D26D18-AE4F-456B-B400-3BA5F8138AC7}"/>
              </a:ext>
            </a:extLst>
          </p:cNvPr>
          <p:cNvSpPr>
            <a:spLocks/>
          </p:cNvSpPr>
          <p:nvPr/>
        </p:nvSpPr>
        <p:spPr>
          <a:xfrm>
            <a:off x="757361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3" name="data_10331">
            <a:extLst>
              <a:ext uri="{FF2B5EF4-FFF2-40B4-BE49-F238E27FC236}">
                <a16:creationId xmlns:a16="http://schemas.microsoft.com/office/drawing/2014/main" id="{E1D590D2-8BDA-4FC1-95B8-FB0364512A39}"/>
              </a:ext>
            </a:extLst>
          </p:cNvPr>
          <p:cNvSpPr>
            <a:spLocks/>
          </p:cNvSpPr>
          <p:nvPr/>
        </p:nvSpPr>
        <p:spPr>
          <a:xfrm>
            <a:off x="768267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4" name="data_10332">
            <a:extLst>
              <a:ext uri="{FF2B5EF4-FFF2-40B4-BE49-F238E27FC236}">
                <a16:creationId xmlns:a16="http://schemas.microsoft.com/office/drawing/2014/main" id="{281D6932-215B-47DB-BD2C-4950F4C1FF0B}"/>
              </a:ext>
            </a:extLst>
          </p:cNvPr>
          <p:cNvSpPr>
            <a:spLocks/>
          </p:cNvSpPr>
          <p:nvPr/>
        </p:nvSpPr>
        <p:spPr>
          <a:xfrm>
            <a:off x="76627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5" name="data_10333">
            <a:extLst>
              <a:ext uri="{FF2B5EF4-FFF2-40B4-BE49-F238E27FC236}">
                <a16:creationId xmlns:a16="http://schemas.microsoft.com/office/drawing/2014/main" id="{7BD68BC1-E8E8-4203-A7C7-AF1B1D0C9F72}"/>
              </a:ext>
            </a:extLst>
          </p:cNvPr>
          <p:cNvSpPr>
            <a:spLocks/>
          </p:cNvSpPr>
          <p:nvPr/>
        </p:nvSpPr>
        <p:spPr>
          <a:xfrm>
            <a:off x="761557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6" name="data_10334">
            <a:extLst>
              <a:ext uri="{FF2B5EF4-FFF2-40B4-BE49-F238E27FC236}">
                <a16:creationId xmlns:a16="http://schemas.microsoft.com/office/drawing/2014/main" id="{086CF9F9-8FCF-4837-AA28-B8A2986CE33C}"/>
              </a:ext>
            </a:extLst>
          </p:cNvPr>
          <p:cNvSpPr>
            <a:spLocks/>
          </p:cNvSpPr>
          <p:nvPr/>
        </p:nvSpPr>
        <p:spPr>
          <a:xfrm>
            <a:off x="759355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7" name="data_10335">
            <a:extLst>
              <a:ext uri="{FF2B5EF4-FFF2-40B4-BE49-F238E27FC236}">
                <a16:creationId xmlns:a16="http://schemas.microsoft.com/office/drawing/2014/main" id="{32B557A8-F8E4-4B55-99A7-A1FFD601A40C}"/>
              </a:ext>
            </a:extLst>
          </p:cNvPr>
          <p:cNvSpPr>
            <a:spLocks/>
          </p:cNvSpPr>
          <p:nvPr/>
        </p:nvSpPr>
        <p:spPr>
          <a:xfrm>
            <a:off x="7686322" y="591774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8" name="data_10336">
            <a:extLst>
              <a:ext uri="{FF2B5EF4-FFF2-40B4-BE49-F238E27FC236}">
                <a16:creationId xmlns:a16="http://schemas.microsoft.com/office/drawing/2014/main" id="{8DA68B4A-15FC-4CAF-9FA4-C3CD69E7FB7F}"/>
              </a:ext>
            </a:extLst>
          </p:cNvPr>
          <p:cNvSpPr>
            <a:spLocks/>
          </p:cNvSpPr>
          <p:nvPr/>
        </p:nvSpPr>
        <p:spPr>
          <a:xfrm>
            <a:off x="763902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49" name="data_10337">
            <a:extLst>
              <a:ext uri="{FF2B5EF4-FFF2-40B4-BE49-F238E27FC236}">
                <a16:creationId xmlns:a16="http://schemas.microsoft.com/office/drawing/2014/main" id="{F3A7ED5F-418A-41CB-925F-0E525E94B91A}"/>
              </a:ext>
            </a:extLst>
          </p:cNvPr>
          <p:cNvSpPr>
            <a:spLocks/>
          </p:cNvSpPr>
          <p:nvPr/>
        </p:nvSpPr>
        <p:spPr>
          <a:xfrm>
            <a:off x="76687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0" name="data_10338">
            <a:extLst>
              <a:ext uri="{FF2B5EF4-FFF2-40B4-BE49-F238E27FC236}">
                <a16:creationId xmlns:a16="http://schemas.microsoft.com/office/drawing/2014/main" id="{E90CB19B-F982-46E8-B867-10396A5FD9E0}"/>
              </a:ext>
            </a:extLst>
          </p:cNvPr>
          <p:cNvSpPr>
            <a:spLocks/>
          </p:cNvSpPr>
          <p:nvPr/>
        </p:nvSpPr>
        <p:spPr>
          <a:xfrm>
            <a:off x="7577394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1" name="data_10339">
            <a:extLst>
              <a:ext uri="{FF2B5EF4-FFF2-40B4-BE49-F238E27FC236}">
                <a16:creationId xmlns:a16="http://schemas.microsoft.com/office/drawing/2014/main" id="{F5CC5CB0-B621-4D1D-9205-BA975BBB1198}"/>
              </a:ext>
            </a:extLst>
          </p:cNvPr>
          <p:cNvSpPr>
            <a:spLocks/>
          </p:cNvSpPr>
          <p:nvPr/>
        </p:nvSpPr>
        <p:spPr>
          <a:xfrm>
            <a:off x="76141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2" name="data_10340">
            <a:extLst>
              <a:ext uri="{FF2B5EF4-FFF2-40B4-BE49-F238E27FC236}">
                <a16:creationId xmlns:a16="http://schemas.microsoft.com/office/drawing/2014/main" id="{8943D0D3-BEF6-433F-809F-6DC0C1368016}"/>
              </a:ext>
            </a:extLst>
          </p:cNvPr>
          <p:cNvSpPr>
            <a:spLocks/>
          </p:cNvSpPr>
          <p:nvPr/>
        </p:nvSpPr>
        <p:spPr>
          <a:xfrm>
            <a:off x="7660653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3" name="data_10341">
            <a:extLst>
              <a:ext uri="{FF2B5EF4-FFF2-40B4-BE49-F238E27FC236}">
                <a16:creationId xmlns:a16="http://schemas.microsoft.com/office/drawing/2014/main" id="{8ED9FC58-BB31-41E6-976F-41D19089EAB5}"/>
              </a:ext>
            </a:extLst>
          </p:cNvPr>
          <p:cNvSpPr>
            <a:spLocks/>
          </p:cNvSpPr>
          <p:nvPr/>
        </p:nvSpPr>
        <p:spPr>
          <a:xfrm>
            <a:off x="7641760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4" name="data_10342">
            <a:extLst>
              <a:ext uri="{FF2B5EF4-FFF2-40B4-BE49-F238E27FC236}">
                <a16:creationId xmlns:a16="http://schemas.microsoft.com/office/drawing/2014/main" id="{FD6CCBBB-D071-4AC4-861D-4965BFB5BE4F}"/>
              </a:ext>
            </a:extLst>
          </p:cNvPr>
          <p:cNvSpPr>
            <a:spLocks/>
          </p:cNvSpPr>
          <p:nvPr/>
        </p:nvSpPr>
        <p:spPr>
          <a:xfrm>
            <a:off x="7679937" y="542275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5" name="data_10343">
            <a:extLst>
              <a:ext uri="{FF2B5EF4-FFF2-40B4-BE49-F238E27FC236}">
                <a16:creationId xmlns:a16="http://schemas.microsoft.com/office/drawing/2014/main" id="{EC014C9B-0914-46C7-8672-E77A8913159E}"/>
              </a:ext>
            </a:extLst>
          </p:cNvPr>
          <p:cNvSpPr>
            <a:spLocks/>
          </p:cNvSpPr>
          <p:nvPr/>
        </p:nvSpPr>
        <p:spPr>
          <a:xfrm>
            <a:off x="75590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6" name="data_10344">
            <a:extLst>
              <a:ext uri="{FF2B5EF4-FFF2-40B4-BE49-F238E27FC236}">
                <a16:creationId xmlns:a16="http://schemas.microsoft.com/office/drawing/2014/main" id="{047B134D-782B-4DB9-88F5-63C0E789FD9A}"/>
              </a:ext>
            </a:extLst>
          </p:cNvPr>
          <p:cNvSpPr>
            <a:spLocks/>
          </p:cNvSpPr>
          <p:nvPr/>
        </p:nvSpPr>
        <p:spPr>
          <a:xfrm>
            <a:off x="76127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7" name="data_10345">
            <a:extLst>
              <a:ext uri="{FF2B5EF4-FFF2-40B4-BE49-F238E27FC236}">
                <a16:creationId xmlns:a16="http://schemas.microsoft.com/office/drawing/2014/main" id="{552081F2-3693-48B6-85A3-1AF63B9C6352}"/>
              </a:ext>
            </a:extLst>
          </p:cNvPr>
          <p:cNvSpPr>
            <a:spLocks/>
          </p:cNvSpPr>
          <p:nvPr/>
        </p:nvSpPr>
        <p:spPr>
          <a:xfrm>
            <a:off x="76370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8" name="data_10346">
            <a:extLst>
              <a:ext uri="{FF2B5EF4-FFF2-40B4-BE49-F238E27FC236}">
                <a16:creationId xmlns:a16="http://schemas.microsoft.com/office/drawing/2014/main" id="{AB971BB1-8B45-462B-9B7F-55E0F120E7B0}"/>
              </a:ext>
            </a:extLst>
          </p:cNvPr>
          <p:cNvSpPr>
            <a:spLocks/>
          </p:cNvSpPr>
          <p:nvPr/>
        </p:nvSpPr>
        <p:spPr>
          <a:xfrm>
            <a:off x="7596547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59" name="data_10347">
            <a:extLst>
              <a:ext uri="{FF2B5EF4-FFF2-40B4-BE49-F238E27FC236}">
                <a16:creationId xmlns:a16="http://schemas.microsoft.com/office/drawing/2014/main" id="{29B068E0-62AF-4D0B-9884-16F821CFE252}"/>
              </a:ext>
            </a:extLst>
          </p:cNvPr>
          <p:cNvSpPr>
            <a:spLocks/>
          </p:cNvSpPr>
          <p:nvPr/>
        </p:nvSpPr>
        <p:spPr>
          <a:xfrm>
            <a:off x="76257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0" name="data_10348">
            <a:extLst>
              <a:ext uri="{FF2B5EF4-FFF2-40B4-BE49-F238E27FC236}">
                <a16:creationId xmlns:a16="http://schemas.microsoft.com/office/drawing/2014/main" id="{71C221A6-847A-42B0-9E22-833495BA1C22}"/>
              </a:ext>
            </a:extLst>
          </p:cNvPr>
          <p:cNvSpPr>
            <a:spLocks/>
          </p:cNvSpPr>
          <p:nvPr/>
        </p:nvSpPr>
        <p:spPr>
          <a:xfrm>
            <a:off x="7609317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1" name="data_10349">
            <a:extLst>
              <a:ext uri="{FF2B5EF4-FFF2-40B4-BE49-F238E27FC236}">
                <a16:creationId xmlns:a16="http://schemas.microsoft.com/office/drawing/2014/main" id="{9AFBB201-DEE5-475D-90A4-A98F92BD4C9F}"/>
              </a:ext>
            </a:extLst>
          </p:cNvPr>
          <p:cNvSpPr>
            <a:spLocks/>
          </p:cNvSpPr>
          <p:nvPr/>
        </p:nvSpPr>
        <p:spPr>
          <a:xfrm>
            <a:off x="7665605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2" name="data_10350">
            <a:extLst>
              <a:ext uri="{FF2B5EF4-FFF2-40B4-BE49-F238E27FC236}">
                <a16:creationId xmlns:a16="http://schemas.microsoft.com/office/drawing/2014/main" id="{C376E0A7-B1DE-469D-A113-A01A35D15810}"/>
              </a:ext>
            </a:extLst>
          </p:cNvPr>
          <p:cNvSpPr>
            <a:spLocks/>
          </p:cNvSpPr>
          <p:nvPr/>
        </p:nvSpPr>
        <p:spPr>
          <a:xfrm>
            <a:off x="7573355" y="55115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3" name="data_10351">
            <a:extLst>
              <a:ext uri="{FF2B5EF4-FFF2-40B4-BE49-F238E27FC236}">
                <a16:creationId xmlns:a16="http://schemas.microsoft.com/office/drawing/2014/main" id="{7092F725-4FE0-4139-B111-1482688FB2BA}"/>
              </a:ext>
            </a:extLst>
          </p:cNvPr>
          <p:cNvSpPr>
            <a:spLocks/>
          </p:cNvSpPr>
          <p:nvPr/>
        </p:nvSpPr>
        <p:spPr>
          <a:xfrm>
            <a:off x="757934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4" name="data_10352">
            <a:extLst>
              <a:ext uri="{FF2B5EF4-FFF2-40B4-BE49-F238E27FC236}">
                <a16:creationId xmlns:a16="http://schemas.microsoft.com/office/drawing/2014/main" id="{586198E4-DE42-4767-8192-59B56B40DE4B}"/>
              </a:ext>
            </a:extLst>
          </p:cNvPr>
          <p:cNvSpPr>
            <a:spLocks/>
          </p:cNvSpPr>
          <p:nvPr/>
        </p:nvSpPr>
        <p:spPr>
          <a:xfrm>
            <a:off x="76335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5" name="data_10353">
            <a:extLst>
              <a:ext uri="{FF2B5EF4-FFF2-40B4-BE49-F238E27FC236}">
                <a16:creationId xmlns:a16="http://schemas.microsoft.com/office/drawing/2014/main" id="{BBF7C0FA-FC50-4F6B-982E-0D7B100B8A34}"/>
              </a:ext>
            </a:extLst>
          </p:cNvPr>
          <p:cNvSpPr>
            <a:spLocks/>
          </p:cNvSpPr>
          <p:nvPr/>
        </p:nvSpPr>
        <p:spPr>
          <a:xfrm>
            <a:off x="76323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6" name="data_10354">
            <a:extLst>
              <a:ext uri="{FF2B5EF4-FFF2-40B4-BE49-F238E27FC236}">
                <a16:creationId xmlns:a16="http://schemas.microsoft.com/office/drawing/2014/main" id="{C2E22CAF-3E69-4A13-ABB3-CFAAD8EC93E7}"/>
              </a:ext>
            </a:extLst>
          </p:cNvPr>
          <p:cNvSpPr>
            <a:spLocks/>
          </p:cNvSpPr>
          <p:nvPr/>
        </p:nvSpPr>
        <p:spPr>
          <a:xfrm>
            <a:off x="767472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7" name="data_10355">
            <a:extLst>
              <a:ext uri="{FF2B5EF4-FFF2-40B4-BE49-F238E27FC236}">
                <a16:creationId xmlns:a16="http://schemas.microsoft.com/office/drawing/2014/main" id="{BD6518D6-7C15-4974-A917-B7DE31D7C424}"/>
              </a:ext>
            </a:extLst>
          </p:cNvPr>
          <p:cNvSpPr>
            <a:spLocks/>
          </p:cNvSpPr>
          <p:nvPr/>
        </p:nvSpPr>
        <p:spPr>
          <a:xfrm>
            <a:off x="7655051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8" name="data_10356">
            <a:extLst>
              <a:ext uri="{FF2B5EF4-FFF2-40B4-BE49-F238E27FC236}">
                <a16:creationId xmlns:a16="http://schemas.microsoft.com/office/drawing/2014/main" id="{B87A61D4-A0F8-4C75-9322-1CF52E1A6196}"/>
              </a:ext>
            </a:extLst>
          </p:cNvPr>
          <p:cNvSpPr>
            <a:spLocks/>
          </p:cNvSpPr>
          <p:nvPr/>
        </p:nvSpPr>
        <p:spPr>
          <a:xfrm>
            <a:off x="75935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69" name="data_10357">
            <a:extLst>
              <a:ext uri="{FF2B5EF4-FFF2-40B4-BE49-F238E27FC236}">
                <a16:creationId xmlns:a16="http://schemas.microsoft.com/office/drawing/2014/main" id="{C0D16623-C3CF-4C65-A78F-7B53A2A76810}"/>
              </a:ext>
            </a:extLst>
          </p:cNvPr>
          <p:cNvSpPr>
            <a:spLocks/>
          </p:cNvSpPr>
          <p:nvPr/>
        </p:nvSpPr>
        <p:spPr>
          <a:xfrm>
            <a:off x="765765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0" name="data_10358">
            <a:extLst>
              <a:ext uri="{FF2B5EF4-FFF2-40B4-BE49-F238E27FC236}">
                <a16:creationId xmlns:a16="http://schemas.microsoft.com/office/drawing/2014/main" id="{000EE3FF-9BED-458F-94D5-EF83CDAF9392}"/>
              </a:ext>
            </a:extLst>
          </p:cNvPr>
          <p:cNvSpPr>
            <a:spLocks/>
          </p:cNvSpPr>
          <p:nvPr/>
        </p:nvSpPr>
        <p:spPr>
          <a:xfrm>
            <a:off x="7647103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1" name="data_10359">
            <a:extLst>
              <a:ext uri="{FF2B5EF4-FFF2-40B4-BE49-F238E27FC236}">
                <a16:creationId xmlns:a16="http://schemas.microsoft.com/office/drawing/2014/main" id="{A93F46B2-A52E-4D8A-ABA7-CC798392A1E7}"/>
              </a:ext>
            </a:extLst>
          </p:cNvPr>
          <p:cNvSpPr>
            <a:spLocks/>
          </p:cNvSpPr>
          <p:nvPr/>
        </p:nvSpPr>
        <p:spPr>
          <a:xfrm>
            <a:off x="76527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2" name="data_10360">
            <a:extLst>
              <a:ext uri="{FF2B5EF4-FFF2-40B4-BE49-F238E27FC236}">
                <a16:creationId xmlns:a16="http://schemas.microsoft.com/office/drawing/2014/main" id="{98A95F8B-13B4-4A42-8B29-3C88B305BDF2}"/>
              </a:ext>
            </a:extLst>
          </p:cNvPr>
          <p:cNvSpPr>
            <a:spLocks/>
          </p:cNvSpPr>
          <p:nvPr/>
        </p:nvSpPr>
        <p:spPr>
          <a:xfrm>
            <a:off x="76280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3" name="data_10361">
            <a:extLst>
              <a:ext uri="{FF2B5EF4-FFF2-40B4-BE49-F238E27FC236}">
                <a16:creationId xmlns:a16="http://schemas.microsoft.com/office/drawing/2014/main" id="{D7FF83CB-8AF5-45A2-8E3F-661B64AC1875}"/>
              </a:ext>
            </a:extLst>
          </p:cNvPr>
          <p:cNvSpPr>
            <a:spLocks/>
          </p:cNvSpPr>
          <p:nvPr/>
        </p:nvSpPr>
        <p:spPr>
          <a:xfrm>
            <a:off x="756045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4" name="data_10362">
            <a:extLst>
              <a:ext uri="{FF2B5EF4-FFF2-40B4-BE49-F238E27FC236}">
                <a16:creationId xmlns:a16="http://schemas.microsoft.com/office/drawing/2014/main" id="{9994A85F-2790-420D-BE69-E123E7ED3095}"/>
              </a:ext>
            </a:extLst>
          </p:cNvPr>
          <p:cNvSpPr>
            <a:spLocks/>
          </p:cNvSpPr>
          <p:nvPr/>
        </p:nvSpPr>
        <p:spPr>
          <a:xfrm>
            <a:off x="7647624" y="6796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5" name="data_10363">
            <a:extLst>
              <a:ext uri="{FF2B5EF4-FFF2-40B4-BE49-F238E27FC236}">
                <a16:creationId xmlns:a16="http://schemas.microsoft.com/office/drawing/2014/main" id="{F22893D5-E7CE-488D-A238-D5178A22D4D2}"/>
              </a:ext>
            </a:extLst>
          </p:cNvPr>
          <p:cNvSpPr>
            <a:spLocks/>
          </p:cNvSpPr>
          <p:nvPr/>
        </p:nvSpPr>
        <p:spPr>
          <a:xfrm>
            <a:off x="7664823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6" name="data_10364">
            <a:extLst>
              <a:ext uri="{FF2B5EF4-FFF2-40B4-BE49-F238E27FC236}">
                <a16:creationId xmlns:a16="http://schemas.microsoft.com/office/drawing/2014/main" id="{407AB656-91FB-4015-B405-F51D3EE833F5}"/>
              </a:ext>
            </a:extLst>
          </p:cNvPr>
          <p:cNvSpPr>
            <a:spLocks/>
          </p:cNvSpPr>
          <p:nvPr/>
        </p:nvSpPr>
        <p:spPr>
          <a:xfrm>
            <a:off x="758208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7" name="data_10365">
            <a:extLst>
              <a:ext uri="{FF2B5EF4-FFF2-40B4-BE49-F238E27FC236}">
                <a16:creationId xmlns:a16="http://schemas.microsoft.com/office/drawing/2014/main" id="{1F9F1AAC-B620-4CA7-95F9-A6FA2A94F398}"/>
              </a:ext>
            </a:extLst>
          </p:cNvPr>
          <p:cNvSpPr>
            <a:spLocks/>
          </p:cNvSpPr>
          <p:nvPr/>
        </p:nvSpPr>
        <p:spPr>
          <a:xfrm>
            <a:off x="757231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8" name="data_10366">
            <a:extLst>
              <a:ext uri="{FF2B5EF4-FFF2-40B4-BE49-F238E27FC236}">
                <a16:creationId xmlns:a16="http://schemas.microsoft.com/office/drawing/2014/main" id="{A46A0984-861A-4AD6-884B-5DE825BAFA03}"/>
              </a:ext>
            </a:extLst>
          </p:cNvPr>
          <p:cNvSpPr>
            <a:spLocks/>
          </p:cNvSpPr>
          <p:nvPr/>
        </p:nvSpPr>
        <p:spPr>
          <a:xfrm>
            <a:off x="7647363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79" name="data_10367">
            <a:extLst>
              <a:ext uri="{FF2B5EF4-FFF2-40B4-BE49-F238E27FC236}">
                <a16:creationId xmlns:a16="http://schemas.microsoft.com/office/drawing/2014/main" id="{E12119A9-F4AD-4FED-80E7-BCC963E8D292}"/>
              </a:ext>
            </a:extLst>
          </p:cNvPr>
          <p:cNvSpPr>
            <a:spLocks/>
          </p:cNvSpPr>
          <p:nvPr/>
        </p:nvSpPr>
        <p:spPr>
          <a:xfrm>
            <a:off x="7680980" y="553698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0" name="data_10368">
            <a:extLst>
              <a:ext uri="{FF2B5EF4-FFF2-40B4-BE49-F238E27FC236}">
                <a16:creationId xmlns:a16="http://schemas.microsoft.com/office/drawing/2014/main" id="{4A032241-49EF-474E-BCA0-2DFEC793901F}"/>
              </a:ext>
            </a:extLst>
          </p:cNvPr>
          <p:cNvSpPr>
            <a:spLocks/>
          </p:cNvSpPr>
          <p:nvPr/>
        </p:nvSpPr>
        <p:spPr>
          <a:xfrm>
            <a:off x="7686582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1" name="data_10369">
            <a:extLst>
              <a:ext uri="{FF2B5EF4-FFF2-40B4-BE49-F238E27FC236}">
                <a16:creationId xmlns:a16="http://schemas.microsoft.com/office/drawing/2014/main" id="{7A57151D-048C-4429-85DF-D24738639090}"/>
              </a:ext>
            </a:extLst>
          </p:cNvPr>
          <p:cNvSpPr>
            <a:spLocks/>
          </p:cNvSpPr>
          <p:nvPr/>
        </p:nvSpPr>
        <p:spPr>
          <a:xfrm>
            <a:off x="760605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2" name="data_10370">
            <a:extLst>
              <a:ext uri="{FF2B5EF4-FFF2-40B4-BE49-F238E27FC236}">
                <a16:creationId xmlns:a16="http://schemas.microsoft.com/office/drawing/2014/main" id="{C05BAC5A-12EA-4655-B9DF-2001BF23FA16}"/>
              </a:ext>
            </a:extLst>
          </p:cNvPr>
          <p:cNvSpPr>
            <a:spLocks/>
          </p:cNvSpPr>
          <p:nvPr/>
        </p:nvSpPr>
        <p:spPr>
          <a:xfrm>
            <a:off x="765387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3" name="data_10371">
            <a:extLst>
              <a:ext uri="{FF2B5EF4-FFF2-40B4-BE49-F238E27FC236}">
                <a16:creationId xmlns:a16="http://schemas.microsoft.com/office/drawing/2014/main" id="{F475F470-2B4D-4696-B53E-D48B893CF2E6}"/>
              </a:ext>
            </a:extLst>
          </p:cNvPr>
          <p:cNvSpPr>
            <a:spLocks/>
          </p:cNvSpPr>
          <p:nvPr/>
        </p:nvSpPr>
        <p:spPr>
          <a:xfrm>
            <a:off x="766378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4" name="data_10372">
            <a:extLst>
              <a:ext uri="{FF2B5EF4-FFF2-40B4-BE49-F238E27FC236}">
                <a16:creationId xmlns:a16="http://schemas.microsoft.com/office/drawing/2014/main" id="{E6EAC9A0-5017-4EB5-A8C8-3C5967052F07}"/>
              </a:ext>
            </a:extLst>
          </p:cNvPr>
          <p:cNvSpPr>
            <a:spLocks/>
          </p:cNvSpPr>
          <p:nvPr/>
        </p:nvSpPr>
        <p:spPr>
          <a:xfrm>
            <a:off x="767954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5" name="data_10373">
            <a:extLst>
              <a:ext uri="{FF2B5EF4-FFF2-40B4-BE49-F238E27FC236}">
                <a16:creationId xmlns:a16="http://schemas.microsoft.com/office/drawing/2014/main" id="{DF5898D0-0144-4D25-BE63-26F8616CD787}"/>
              </a:ext>
            </a:extLst>
          </p:cNvPr>
          <p:cNvSpPr>
            <a:spLocks/>
          </p:cNvSpPr>
          <p:nvPr/>
        </p:nvSpPr>
        <p:spPr>
          <a:xfrm>
            <a:off x="766573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6" name="data_10374">
            <a:extLst>
              <a:ext uri="{FF2B5EF4-FFF2-40B4-BE49-F238E27FC236}">
                <a16:creationId xmlns:a16="http://schemas.microsoft.com/office/drawing/2014/main" id="{13ED8581-CC5F-4050-A165-08704A5A4C0A}"/>
              </a:ext>
            </a:extLst>
          </p:cNvPr>
          <p:cNvSpPr>
            <a:spLocks/>
          </p:cNvSpPr>
          <p:nvPr/>
        </p:nvSpPr>
        <p:spPr>
          <a:xfrm>
            <a:off x="76460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7" name="data_10375">
            <a:extLst>
              <a:ext uri="{FF2B5EF4-FFF2-40B4-BE49-F238E27FC236}">
                <a16:creationId xmlns:a16="http://schemas.microsoft.com/office/drawing/2014/main" id="{04D7D7C5-059E-49F5-9160-20FD3D5FF2AB}"/>
              </a:ext>
            </a:extLst>
          </p:cNvPr>
          <p:cNvSpPr>
            <a:spLocks/>
          </p:cNvSpPr>
          <p:nvPr/>
        </p:nvSpPr>
        <p:spPr>
          <a:xfrm>
            <a:off x="756618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8" name="data_10376">
            <a:extLst>
              <a:ext uri="{FF2B5EF4-FFF2-40B4-BE49-F238E27FC236}">
                <a16:creationId xmlns:a16="http://schemas.microsoft.com/office/drawing/2014/main" id="{4419E23B-36A8-45B2-9409-FA60998A914C}"/>
              </a:ext>
            </a:extLst>
          </p:cNvPr>
          <p:cNvSpPr>
            <a:spLocks/>
          </p:cNvSpPr>
          <p:nvPr/>
        </p:nvSpPr>
        <p:spPr>
          <a:xfrm>
            <a:off x="7578827" y="68738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89" name="data_10377">
            <a:extLst>
              <a:ext uri="{FF2B5EF4-FFF2-40B4-BE49-F238E27FC236}">
                <a16:creationId xmlns:a16="http://schemas.microsoft.com/office/drawing/2014/main" id="{90DBF401-94A1-4D4E-B7F9-DAF6669A483C}"/>
              </a:ext>
            </a:extLst>
          </p:cNvPr>
          <p:cNvSpPr>
            <a:spLocks/>
          </p:cNvSpPr>
          <p:nvPr/>
        </p:nvSpPr>
        <p:spPr>
          <a:xfrm>
            <a:off x="76473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0" name="data_10378">
            <a:extLst>
              <a:ext uri="{FF2B5EF4-FFF2-40B4-BE49-F238E27FC236}">
                <a16:creationId xmlns:a16="http://schemas.microsoft.com/office/drawing/2014/main" id="{9FFC5688-CF39-44DC-BFB7-F8E0447455DC}"/>
              </a:ext>
            </a:extLst>
          </p:cNvPr>
          <p:cNvSpPr>
            <a:spLocks/>
          </p:cNvSpPr>
          <p:nvPr/>
        </p:nvSpPr>
        <p:spPr>
          <a:xfrm>
            <a:off x="763420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1" name="data_10379">
            <a:extLst>
              <a:ext uri="{FF2B5EF4-FFF2-40B4-BE49-F238E27FC236}">
                <a16:creationId xmlns:a16="http://schemas.microsoft.com/office/drawing/2014/main" id="{376CB16A-533C-4C48-8900-91BDD7F4C0D8}"/>
              </a:ext>
            </a:extLst>
          </p:cNvPr>
          <p:cNvSpPr>
            <a:spLocks/>
          </p:cNvSpPr>
          <p:nvPr/>
        </p:nvSpPr>
        <p:spPr>
          <a:xfrm>
            <a:off x="758430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2" name="data_10380">
            <a:extLst>
              <a:ext uri="{FF2B5EF4-FFF2-40B4-BE49-F238E27FC236}">
                <a16:creationId xmlns:a16="http://schemas.microsoft.com/office/drawing/2014/main" id="{B8649FDF-BFBB-4AC8-97C4-0FA0D6F56AA1}"/>
              </a:ext>
            </a:extLst>
          </p:cNvPr>
          <p:cNvSpPr>
            <a:spLocks/>
          </p:cNvSpPr>
          <p:nvPr/>
        </p:nvSpPr>
        <p:spPr>
          <a:xfrm>
            <a:off x="76078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3" name="data_10381">
            <a:extLst>
              <a:ext uri="{FF2B5EF4-FFF2-40B4-BE49-F238E27FC236}">
                <a16:creationId xmlns:a16="http://schemas.microsoft.com/office/drawing/2014/main" id="{FFFD302B-DF7C-4C30-82C2-F33717CA16B1}"/>
              </a:ext>
            </a:extLst>
          </p:cNvPr>
          <p:cNvSpPr>
            <a:spLocks/>
          </p:cNvSpPr>
          <p:nvPr/>
        </p:nvSpPr>
        <p:spPr>
          <a:xfrm>
            <a:off x="7561758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4" name="data_10382">
            <a:extLst>
              <a:ext uri="{FF2B5EF4-FFF2-40B4-BE49-F238E27FC236}">
                <a16:creationId xmlns:a16="http://schemas.microsoft.com/office/drawing/2014/main" id="{AFD55601-3B0A-4196-A731-099BA35DB0AF}"/>
              </a:ext>
            </a:extLst>
          </p:cNvPr>
          <p:cNvSpPr>
            <a:spLocks/>
          </p:cNvSpPr>
          <p:nvPr/>
        </p:nvSpPr>
        <p:spPr>
          <a:xfrm>
            <a:off x="8268500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5" name="data_10383">
            <a:extLst>
              <a:ext uri="{FF2B5EF4-FFF2-40B4-BE49-F238E27FC236}">
                <a16:creationId xmlns:a16="http://schemas.microsoft.com/office/drawing/2014/main" id="{27252967-B4FB-487C-8937-7BA8E3DB1468}"/>
              </a:ext>
            </a:extLst>
          </p:cNvPr>
          <p:cNvSpPr>
            <a:spLocks/>
          </p:cNvSpPr>
          <p:nvPr/>
        </p:nvSpPr>
        <p:spPr>
          <a:xfrm>
            <a:off x="835189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6" name="data_10384">
            <a:extLst>
              <a:ext uri="{FF2B5EF4-FFF2-40B4-BE49-F238E27FC236}">
                <a16:creationId xmlns:a16="http://schemas.microsoft.com/office/drawing/2014/main" id="{D80D9E5B-46D3-41FB-B5FF-491788AE91CC}"/>
              </a:ext>
            </a:extLst>
          </p:cNvPr>
          <p:cNvSpPr>
            <a:spLocks/>
          </p:cNvSpPr>
          <p:nvPr/>
        </p:nvSpPr>
        <p:spPr>
          <a:xfrm>
            <a:off x="824113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7" name="data_10385">
            <a:extLst>
              <a:ext uri="{FF2B5EF4-FFF2-40B4-BE49-F238E27FC236}">
                <a16:creationId xmlns:a16="http://schemas.microsoft.com/office/drawing/2014/main" id="{D66D5448-29F0-46C7-B5AE-6718EEF6F152}"/>
              </a:ext>
            </a:extLst>
          </p:cNvPr>
          <p:cNvSpPr>
            <a:spLocks/>
          </p:cNvSpPr>
          <p:nvPr/>
        </p:nvSpPr>
        <p:spPr>
          <a:xfrm>
            <a:off x="83414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8" name="data_10386">
            <a:extLst>
              <a:ext uri="{FF2B5EF4-FFF2-40B4-BE49-F238E27FC236}">
                <a16:creationId xmlns:a16="http://schemas.microsoft.com/office/drawing/2014/main" id="{D2D99244-E714-437D-8146-9A202EEE5490}"/>
              </a:ext>
            </a:extLst>
          </p:cNvPr>
          <p:cNvSpPr>
            <a:spLocks/>
          </p:cNvSpPr>
          <p:nvPr/>
        </p:nvSpPr>
        <p:spPr>
          <a:xfrm>
            <a:off x="82897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299" name="data_10387">
            <a:extLst>
              <a:ext uri="{FF2B5EF4-FFF2-40B4-BE49-F238E27FC236}">
                <a16:creationId xmlns:a16="http://schemas.microsoft.com/office/drawing/2014/main" id="{086DD1D2-72E5-48D8-BCFE-FA4C3603E071}"/>
              </a:ext>
            </a:extLst>
          </p:cNvPr>
          <p:cNvSpPr>
            <a:spLocks/>
          </p:cNvSpPr>
          <p:nvPr/>
        </p:nvSpPr>
        <p:spPr>
          <a:xfrm>
            <a:off x="836114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0" name="data_10388">
            <a:extLst>
              <a:ext uri="{FF2B5EF4-FFF2-40B4-BE49-F238E27FC236}">
                <a16:creationId xmlns:a16="http://schemas.microsoft.com/office/drawing/2014/main" id="{F2FBE62E-D2C4-4FF7-82E4-C890D291420B}"/>
              </a:ext>
            </a:extLst>
          </p:cNvPr>
          <p:cNvSpPr>
            <a:spLocks/>
          </p:cNvSpPr>
          <p:nvPr/>
        </p:nvSpPr>
        <p:spPr>
          <a:xfrm>
            <a:off x="82683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1" name="data_10389">
            <a:extLst>
              <a:ext uri="{FF2B5EF4-FFF2-40B4-BE49-F238E27FC236}">
                <a16:creationId xmlns:a16="http://schemas.microsoft.com/office/drawing/2014/main" id="{9BE8F912-FABD-4C52-9A6F-AE8C38647F3D}"/>
              </a:ext>
            </a:extLst>
          </p:cNvPr>
          <p:cNvSpPr>
            <a:spLocks/>
          </p:cNvSpPr>
          <p:nvPr/>
        </p:nvSpPr>
        <p:spPr>
          <a:xfrm>
            <a:off x="83319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2" name="data_10390">
            <a:extLst>
              <a:ext uri="{FF2B5EF4-FFF2-40B4-BE49-F238E27FC236}">
                <a16:creationId xmlns:a16="http://schemas.microsoft.com/office/drawing/2014/main" id="{5580149E-56F7-4281-900B-F382D14DB4A3}"/>
              </a:ext>
            </a:extLst>
          </p:cNvPr>
          <p:cNvSpPr>
            <a:spLocks/>
          </p:cNvSpPr>
          <p:nvPr/>
        </p:nvSpPr>
        <p:spPr>
          <a:xfrm>
            <a:off x="8245698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3" name="data_10391">
            <a:extLst>
              <a:ext uri="{FF2B5EF4-FFF2-40B4-BE49-F238E27FC236}">
                <a16:creationId xmlns:a16="http://schemas.microsoft.com/office/drawing/2014/main" id="{D7853252-F700-4638-9669-E8E60956C064}"/>
              </a:ext>
            </a:extLst>
          </p:cNvPr>
          <p:cNvSpPr>
            <a:spLocks/>
          </p:cNvSpPr>
          <p:nvPr/>
        </p:nvSpPr>
        <p:spPr>
          <a:xfrm>
            <a:off x="827345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4" name="data_10392">
            <a:extLst>
              <a:ext uri="{FF2B5EF4-FFF2-40B4-BE49-F238E27FC236}">
                <a16:creationId xmlns:a16="http://schemas.microsoft.com/office/drawing/2014/main" id="{8F6A3EA1-65D1-467B-A5F5-5D1D024FE8EC}"/>
              </a:ext>
            </a:extLst>
          </p:cNvPr>
          <p:cNvSpPr>
            <a:spLocks/>
          </p:cNvSpPr>
          <p:nvPr/>
        </p:nvSpPr>
        <p:spPr>
          <a:xfrm>
            <a:off x="824543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5" name="data_10393">
            <a:extLst>
              <a:ext uri="{FF2B5EF4-FFF2-40B4-BE49-F238E27FC236}">
                <a16:creationId xmlns:a16="http://schemas.microsoft.com/office/drawing/2014/main" id="{E20CA163-90E5-4995-89AF-5BA87308409A}"/>
              </a:ext>
            </a:extLst>
          </p:cNvPr>
          <p:cNvSpPr>
            <a:spLocks/>
          </p:cNvSpPr>
          <p:nvPr/>
        </p:nvSpPr>
        <p:spPr>
          <a:xfrm>
            <a:off x="831905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6" name="data_10394">
            <a:extLst>
              <a:ext uri="{FF2B5EF4-FFF2-40B4-BE49-F238E27FC236}">
                <a16:creationId xmlns:a16="http://schemas.microsoft.com/office/drawing/2014/main" id="{9D524AB1-B1F5-4BAC-9565-E582BDB89A9B}"/>
              </a:ext>
            </a:extLst>
          </p:cNvPr>
          <p:cNvSpPr>
            <a:spLocks/>
          </p:cNvSpPr>
          <p:nvPr/>
        </p:nvSpPr>
        <p:spPr>
          <a:xfrm>
            <a:off x="826302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7" name="data_10395">
            <a:extLst>
              <a:ext uri="{FF2B5EF4-FFF2-40B4-BE49-F238E27FC236}">
                <a16:creationId xmlns:a16="http://schemas.microsoft.com/office/drawing/2014/main" id="{C143FC85-9385-4FDA-A4EC-5FF57C6BB379}"/>
              </a:ext>
            </a:extLst>
          </p:cNvPr>
          <p:cNvSpPr>
            <a:spLocks/>
          </p:cNvSpPr>
          <p:nvPr/>
        </p:nvSpPr>
        <p:spPr>
          <a:xfrm>
            <a:off x="830211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8" name="data_10396">
            <a:extLst>
              <a:ext uri="{FF2B5EF4-FFF2-40B4-BE49-F238E27FC236}">
                <a16:creationId xmlns:a16="http://schemas.microsoft.com/office/drawing/2014/main" id="{3B6671F1-37B0-4316-85D1-1C825FEEE72A}"/>
              </a:ext>
            </a:extLst>
          </p:cNvPr>
          <p:cNvSpPr>
            <a:spLocks/>
          </p:cNvSpPr>
          <p:nvPr/>
        </p:nvSpPr>
        <p:spPr>
          <a:xfrm>
            <a:off x="828830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09" name="data_10397">
            <a:extLst>
              <a:ext uri="{FF2B5EF4-FFF2-40B4-BE49-F238E27FC236}">
                <a16:creationId xmlns:a16="http://schemas.microsoft.com/office/drawing/2014/main" id="{873AB164-149F-4F51-AB5F-E55A470A86F0}"/>
              </a:ext>
            </a:extLst>
          </p:cNvPr>
          <p:cNvSpPr>
            <a:spLocks/>
          </p:cNvSpPr>
          <p:nvPr/>
        </p:nvSpPr>
        <p:spPr>
          <a:xfrm>
            <a:off x="8275406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0" name="data_10398">
            <a:extLst>
              <a:ext uri="{FF2B5EF4-FFF2-40B4-BE49-F238E27FC236}">
                <a16:creationId xmlns:a16="http://schemas.microsoft.com/office/drawing/2014/main" id="{AD87DF65-F127-4046-A4F9-620C15500CDE}"/>
              </a:ext>
            </a:extLst>
          </p:cNvPr>
          <p:cNvSpPr>
            <a:spLocks/>
          </p:cNvSpPr>
          <p:nvPr/>
        </p:nvSpPr>
        <p:spPr>
          <a:xfrm>
            <a:off x="8245047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1" name="data_10399">
            <a:extLst>
              <a:ext uri="{FF2B5EF4-FFF2-40B4-BE49-F238E27FC236}">
                <a16:creationId xmlns:a16="http://schemas.microsoft.com/office/drawing/2014/main" id="{BB7BE181-81ED-45B8-85D1-7E8254E23E3C}"/>
              </a:ext>
            </a:extLst>
          </p:cNvPr>
          <p:cNvSpPr>
            <a:spLocks/>
          </p:cNvSpPr>
          <p:nvPr/>
        </p:nvSpPr>
        <p:spPr>
          <a:xfrm>
            <a:off x="8362053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2" name="data_10400">
            <a:extLst>
              <a:ext uri="{FF2B5EF4-FFF2-40B4-BE49-F238E27FC236}">
                <a16:creationId xmlns:a16="http://schemas.microsoft.com/office/drawing/2014/main" id="{E24032C5-98F2-4C51-BE6E-33CCA01D5D2F}"/>
              </a:ext>
            </a:extLst>
          </p:cNvPr>
          <p:cNvSpPr>
            <a:spLocks/>
          </p:cNvSpPr>
          <p:nvPr/>
        </p:nvSpPr>
        <p:spPr>
          <a:xfrm>
            <a:off x="82468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3" name="data_10401">
            <a:extLst>
              <a:ext uri="{FF2B5EF4-FFF2-40B4-BE49-F238E27FC236}">
                <a16:creationId xmlns:a16="http://schemas.microsoft.com/office/drawing/2014/main" id="{796DAEF0-7AAB-40DE-9EA1-D2937D207451}"/>
              </a:ext>
            </a:extLst>
          </p:cNvPr>
          <p:cNvSpPr>
            <a:spLocks/>
          </p:cNvSpPr>
          <p:nvPr/>
        </p:nvSpPr>
        <p:spPr>
          <a:xfrm>
            <a:off x="835241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4" name="data_10402">
            <a:extLst>
              <a:ext uri="{FF2B5EF4-FFF2-40B4-BE49-F238E27FC236}">
                <a16:creationId xmlns:a16="http://schemas.microsoft.com/office/drawing/2014/main" id="{76DAD6D1-CE7B-474E-B6C6-1C4822B0EB57}"/>
              </a:ext>
            </a:extLst>
          </p:cNvPr>
          <p:cNvSpPr>
            <a:spLocks/>
          </p:cNvSpPr>
          <p:nvPr/>
        </p:nvSpPr>
        <p:spPr>
          <a:xfrm>
            <a:off x="82902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5" name="data_10403">
            <a:extLst>
              <a:ext uri="{FF2B5EF4-FFF2-40B4-BE49-F238E27FC236}">
                <a16:creationId xmlns:a16="http://schemas.microsoft.com/office/drawing/2014/main" id="{9B0E1C85-E4AF-4EA8-87E7-8349708905D7}"/>
              </a:ext>
            </a:extLst>
          </p:cNvPr>
          <p:cNvSpPr>
            <a:spLocks/>
          </p:cNvSpPr>
          <p:nvPr/>
        </p:nvSpPr>
        <p:spPr>
          <a:xfrm>
            <a:off x="8367395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6" name="data_10404">
            <a:extLst>
              <a:ext uri="{FF2B5EF4-FFF2-40B4-BE49-F238E27FC236}">
                <a16:creationId xmlns:a16="http://schemas.microsoft.com/office/drawing/2014/main" id="{F4436116-C492-45A8-A96B-2776C7DCDDBA}"/>
              </a:ext>
            </a:extLst>
          </p:cNvPr>
          <p:cNvSpPr>
            <a:spLocks/>
          </p:cNvSpPr>
          <p:nvPr/>
        </p:nvSpPr>
        <p:spPr>
          <a:xfrm>
            <a:off x="83266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7" name="data_10405">
            <a:extLst>
              <a:ext uri="{FF2B5EF4-FFF2-40B4-BE49-F238E27FC236}">
                <a16:creationId xmlns:a16="http://schemas.microsoft.com/office/drawing/2014/main" id="{DDFBE584-57DD-4509-986D-DB5AE9844195}"/>
              </a:ext>
            </a:extLst>
          </p:cNvPr>
          <p:cNvSpPr>
            <a:spLocks/>
          </p:cNvSpPr>
          <p:nvPr/>
        </p:nvSpPr>
        <p:spPr>
          <a:xfrm>
            <a:off x="8335472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8" name="data_10406">
            <a:extLst>
              <a:ext uri="{FF2B5EF4-FFF2-40B4-BE49-F238E27FC236}">
                <a16:creationId xmlns:a16="http://schemas.microsoft.com/office/drawing/2014/main" id="{BB75A675-0F30-49EE-BFEA-A0E659D0F86C}"/>
              </a:ext>
            </a:extLst>
          </p:cNvPr>
          <p:cNvSpPr>
            <a:spLocks/>
          </p:cNvSpPr>
          <p:nvPr/>
        </p:nvSpPr>
        <p:spPr>
          <a:xfrm>
            <a:off x="8278272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19" name="data_10407">
            <a:extLst>
              <a:ext uri="{FF2B5EF4-FFF2-40B4-BE49-F238E27FC236}">
                <a16:creationId xmlns:a16="http://schemas.microsoft.com/office/drawing/2014/main" id="{02631BAC-21C0-4FEB-8A13-D3F213E4AB5C}"/>
              </a:ext>
            </a:extLst>
          </p:cNvPr>
          <p:cNvSpPr>
            <a:spLocks/>
          </p:cNvSpPr>
          <p:nvPr/>
        </p:nvSpPr>
        <p:spPr>
          <a:xfrm>
            <a:off x="8360098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0" name="data_10408">
            <a:extLst>
              <a:ext uri="{FF2B5EF4-FFF2-40B4-BE49-F238E27FC236}">
                <a16:creationId xmlns:a16="http://schemas.microsoft.com/office/drawing/2014/main" id="{58E6F963-11AA-4C92-8DF0-9B8A51CEEE23}"/>
              </a:ext>
            </a:extLst>
          </p:cNvPr>
          <p:cNvSpPr>
            <a:spLocks/>
          </p:cNvSpPr>
          <p:nvPr/>
        </p:nvSpPr>
        <p:spPr>
          <a:xfrm>
            <a:off x="833573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1" name="data_10409">
            <a:extLst>
              <a:ext uri="{FF2B5EF4-FFF2-40B4-BE49-F238E27FC236}">
                <a16:creationId xmlns:a16="http://schemas.microsoft.com/office/drawing/2014/main" id="{99BF2B3B-6571-45FF-B70C-D8A5D8529445}"/>
              </a:ext>
            </a:extLst>
          </p:cNvPr>
          <p:cNvSpPr>
            <a:spLocks/>
          </p:cNvSpPr>
          <p:nvPr/>
        </p:nvSpPr>
        <p:spPr>
          <a:xfrm>
            <a:off x="826133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2" name="data_10410">
            <a:extLst>
              <a:ext uri="{FF2B5EF4-FFF2-40B4-BE49-F238E27FC236}">
                <a16:creationId xmlns:a16="http://schemas.microsoft.com/office/drawing/2014/main" id="{16C76144-F8B7-4105-AA8F-009BA5C8BEFB}"/>
              </a:ext>
            </a:extLst>
          </p:cNvPr>
          <p:cNvSpPr>
            <a:spLocks/>
          </p:cNvSpPr>
          <p:nvPr/>
        </p:nvSpPr>
        <p:spPr>
          <a:xfrm>
            <a:off x="8333518" y="63111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3" name="data_10411">
            <a:extLst>
              <a:ext uri="{FF2B5EF4-FFF2-40B4-BE49-F238E27FC236}">
                <a16:creationId xmlns:a16="http://schemas.microsoft.com/office/drawing/2014/main" id="{1550D7C9-A71E-41FC-8CF4-25067C4B1C79}"/>
              </a:ext>
            </a:extLst>
          </p:cNvPr>
          <p:cNvSpPr>
            <a:spLocks/>
          </p:cNvSpPr>
          <p:nvPr/>
        </p:nvSpPr>
        <p:spPr>
          <a:xfrm>
            <a:off x="8267979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4" name="data_10412">
            <a:extLst>
              <a:ext uri="{FF2B5EF4-FFF2-40B4-BE49-F238E27FC236}">
                <a16:creationId xmlns:a16="http://schemas.microsoft.com/office/drawing/2014/main" id="{50C89A83-4FC5-4FB3-9BAA-C7EDAD1032FD}"/>
              </a:ext>
            </a:extLst>
          </p:cNvPr>
          <p:cNvSpPr>
            <a:spLocks/>
          </p:cNvSpPr>
          <p:nvPr/>
        </p:nvSpPr>
        <p:spPr>
          <a:xfrm>
            <a:off x="8278142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5" name="data_10413">
            <a:extLst>
              <a:ext uri="{FF2B5EF4-FFF2-40B4-BE49-F238E27FC236}">
                <a16:creationId xmlns:a16="http://schemas.microsoft.com/office/drawing/2014/main" id="{BFF3E8F1-BCD7-458C-910B-71ABBD9939BD}"/>
              </a:ext>
            </a:extLst>
          </p:cNvPr>
          <p:cNvSpPr>
            <a:spLocks/>
          </p:cNvSpPr>
          <p:nvPr/>
        </p:nvSpPr>
        <p:spPr>
          <a:xfrm>
            <a:off x="835905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6" name="data_10414">
            <a:extLst>
              <a:ext uri="{FF2B5EF4-FFF2-40B4-BE49-F238E27FC236}">
                <a16:creationId xmlns:a16="http://schemas.microsoft.com/office/drawing/2014/main" id="{8FF19FED-5090-4641-BCFC-640A6110F259}"/>
              </a:ext>
            </a:extLst>
          </p:cNvPr>
          <p:cNvSpPr>
            <a:spLocks/>
          </p:cNvSpPr>
          <p:nvPr/>
        </p:nvSpPr>
        <p:spPr>
          <a:xfrm>
            <a:off x="82802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7" name="data_10415">
            <a:extLst>
              <a:ext uri="{FF2B5EF4-FFF2-40B4-BE49-F238E27FC236}">
                <a16:creationId xmlns:a16="http://schemas.microsoft.com/office/drawing/2014/main" id="{87AF5246-FE13-4105-BB0A-5E5BF8612565}"/>
              </a:ext>
            </a:extLst>
          </p:cNvPr>
          <p:cNvSpPr>
            <a:spLocks/>
          </p:cNvSpPr>
          <p:nvPr/>
        </p:nvSpPr>
        <p:spPr>
          <a:xfrm>
            <a:off x="8351759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8" name="data_10416">
            <a:extLst>
              <a:ext uri="{FF2B5EF4-FFF2-40B4-BE49-F238E27FC236}">
                <a16:creationId xmlns:a16="http://schemas.microsoft.com/office/drawing/2014/main" id="{807629B2-3CC8-4C01-BE28-DD9E0EBBCD4F}"/>
              </a:ext>
            </a:extLst>
          </p:cNvPr>
          <p:cNvSpPr>
            <a:spLocks/>
          </p:cNvSpPr>
          <p:nvPr/>
        </p:nvSpPr>
        <p:spPr>
          <a:xfrm>
            <a:off x="83528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29" name="data_10417">
            <a:extLst>
              <a:ext uri="{FF2B5EF4-FFF2-40B4-BE49-F238E27FC236}">
                <a16:creationId xmlns:a16="http://schemas.microsoft.com/office/drawing/2014/main" id="{9D7FE446-6150-4519-A6CD-D64A37245BB4}"/>
              </a:ext>
            </a:extLst>
          </p:cNvPr>
          <p:cNvSpPr>
            <a:spLocks/>
          </p:cNvSpPr>
          <p:nvPr/>
        </p:nvSpPr>
        <p:spPr>
          <a:xfrm>
            <a:off x="8356189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0" name="data_10418">
            <a:extLst>
              <a:ext uri="{FF2B5EF4-FFF2-40B4-BE49-F238E27FC236}">
                <a16:creationId xmlns:a16="http://schemas.microsoft.com/office/drawing/2014/main" id="{A26602EF-B5A7-4DDD-9DE9-1BF7264D2D46}"/>
              </a:ext>
            </a:extLst>
          </p:cNvPr>
          <p:cNvSpPr>
            <a:spLocks/>
          </p:cNvSpPr>
          <p:nvPr/>
        </p:nvSpPr>
        <p:spPr>
          <a:xfrm>
            <a:off x="8281269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1" name="data_10419">
            <a:extLst>
              <a:ext uri="{FF2B5EF4-FFF2-40B4-BE49-F238E27FC236}">
                <a16:creationId xmlns:a16="http://schemas.microsoft.com/office/drawing/2014/main" id="{6D302550-CDC6-42B5-8771-89435D14B0AA}"/>
              </a:ext>
            </a:extLst>
          </p:cNvPr>
          <p:cNvSpPr>
            <a:spLocks/>
          </p:cNvSpPr>
          <p:nvPr/>
        </p:nvSpPr>
        <p:spPr>
          <a:xfrm>
            <a:off x="8261594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2" name="data_10420">
            <a:extLst>
              <a:ext uri="{FF2B5EF4-FFF2-40B4-BE49-F238E27FC236}">
                <a16:creationId xmlns:a16="http://schemas.microsoft.com/office/drawing/2014/main" id="{AE00D8B9-25FC-4DED-804F-F5A75BF6F40B}"/>
              </a:ext>
            </a:extLst>
          </p:cNvPr>
          <p:cNvSpPr>
            <a:spLocks/>
          </p:cNvSpPr>
          <p:nvPr/>
        </p:nvSpPr>
        <p:spPr>
          <a:xfrm>
            <a:off x="83374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3" name="data_10421">
            <a:extLst>
              <a:ext uri="{FF2B5EF4-FFF2-40B4-BE49-F238E27FC236}">
                <a16:creationId xmlns:a16="http://schemas.microsoft.com/office/drawing/2014/main" id="{4664E068-DC8B-467D-9DD6-A85E93389BA8}"/>
              </a:ext>
            </a:extLst>
          </p:cNvPr>
          <p:cNvSpPr>
            <a:spLocks/>
          </p:cNvSpPr>
          <p:nvPr/>
        </p:nvSpPr>
        <p:spPr>
          <a:xfrm>
            <a:off x="825547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4" name="data_10422">
            <a:extLst>
              <a:ext uri="{FF2B5EF4-FFF2-40B4-BE49-F238E27FC236}">
                <a16:creationId xmlns:a16="http://schemas.microsoft.com/office/drawing/2014/main" id="{728E6898-0651-410A-85BE-221DADD12B28}"/>
              </a:ext>
            </a:extLst>
          </p:cNvPr>
          <p:cNvSpPr>
            <a:spLocks/>
          </p:cNvSpPr>
          <p:nvPr/>
        </p:nvSpPr>
        <p:spPr>
          <a:xfrm>
            <a:off x="82636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5" name="data_10423">
            <a:extLst>
              <a:ext uri="{FF2B5EF4-FFF2-40B4-BE49-F238E27FC236}">
                <a16:creationId xmlns:a16="http://schemas.microsoft.com/office/drawing/2014/main" id="{339C2F1E-D75D-4EAC-B4CB-110805BC5093}"/>
              </a:ext>
            </a:extLst>
          </p:cNvPr>
          <p:cNvSpPr>
            <a:spLocks/>
          </p:cNvSpPr>
          <p:nvPr/>
        </p:nvSpPr>
        <p:spPr>
          <a:xfrm>
            <a:off x="83406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6" name="data_10424">
            <a:extLst>
              <a:ext uri="{FF2B5EF4-FFF2-40B4-BE49-F238E27FC236}">
                <a16:creationId xmlns:a16="http://schemas.microsoft.com/office/drawing/2014/main" id="{7B28D685-96FE-44E8-AC20-CB8FB1C743F7}"/>
              </a:ext>
            </a:extLst>
          </p:cNvPr>
          <p:cNvSpPr>
            <a:spLocks/>
          </p:cNvSpPr>
          <p:nvPr/>
        </p:nvSpPr>
        <p:spPr>
          <a:xfrm>
            <a:off x="825664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7" name="data_10425">
            <a:extLst>
              <a:ext uri="{FF2B5EF4-FFF2-40B4-BE49-F238E27FC236}">
                <a16:creationId xmlns:a16="http://schemas.microsoft.com/office/drawing/2014/main" id="{FB4D09FC-8BFA-46C7-A7CC-BF047905BDE4}"/>
              </a:ext>
            </a:extLst>
          </p:cNvPr>
          <p:cNvSpPr>
            <a:spLocks/>
          </p:cNvSpPr>
          <p:nvPr/>
        </p:nvSpPr>
        <p:spPr>
          <a:xfrm>
            <a:off x="836570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8" name="data_10426">
            <a:extLst>
              <a:ext uri="{FF2B5EF4-FFF2-40B4-BE49-F238E27FC236}">
                <a16:creationId xmlns:a16="http://schemas.microsoft.com/office/drawing/2014/main" id="{EF0AEA3F-D939-45BF-8ABD-479372A47E49}"/>
              </a:ext>
            </a:extLst>
          </p:cNvPr>
          <p:cNvSpPr>
            <a:spLocks/>
          </p:cNvSpPr>
          <p:nvPr/>
        </p:nvSpPr>
        <p:spPr>
          <a:xfrm>
            <a:off x="834576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39" name="data_10427">
            <a:extLst>
              <a:ext uri="{FF2B5EF4-FFF2-40B4-BE49-F238E27FC236}">
                <a16:creationId xmlns:a16="http://schemas.microsoft.com/office/drawing/2014/main" id="{DC63895F-D40E-42D3-9FBD-6303FA96A932}"/>
              </a:ext>
            </a:extLst>
          </p:cNvPr>
          <p:cNvSpPr>
            <a:spLocks/>
          </p:cNvSpPr>
          <p:nvPr/>
        </p:nvSpPr>
        <p:spPr>
          <a:xfrm>
            <a:off x="829859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0" name="data_10428">
            <a:extLst>
              <a:ext uri="{FF2B5EF4-FFF2-40B4-BE49-F238E27FC236}">
                <a16:creationId xmlns:a16="http://schemas.microsoft.com/office/drawing/2014/main" id="{1D7AA73A-12A7-4BEB-B7C5-907EBD0E52F1}"/>
              </a:ext>
            </a:extLst>
          </p:cNvPr>
          <p:cNvSpPr>
            <a:spLocks/>
          </p:cNvSpPr>
          <p:nvPr/>
        </p:nvSpPr>
        <p:spPr>
          <a:xfrm>
            <a:off x="827657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1" name="data_10429">
            <a:extLst>
              <a:ext uri="{FF2B5EF4-FFF2-40B4-BE49-F238E27FC236}">
                <a16:creationId xmlns:a16="http://schemas.microsoft.com/office/drawing/2014/main" id="{6CCF4A66-D319-4141-84C3-393AFA79BFCD}"/>
              </a:ext>
            </a:extLst>
          </p:cNvPr>
          <p:cNvSpPr>
            <a:spLocks/>
          </p:cNvSpPr>
          <p:nvPr/>
        </p:nvSpPr>
        <p:spPr>
          <a:xfrm>
            <a:off x="8369349" y="591774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2" name="data_10430">
            <a:extLst>
              <a:ext uri="{FF2B5EF4-FFF2-40B4-BE49-F238E27FC236}">
                <a16:creationId xmlns:a16="http://schemas.microsoft.com/office/drawing/2014/main" id="{F6AC8800-0AF4-407E-B882-902B9759E70F}"/>
              </a:ext>
            </a:extLst>
          </p:cNvPr>
          <p:cNvSpPr>
            <a:spLocks/>
          </p:cNvSpPr>
          <p:nvPr/>
        </p:nvSpPr>
        <p:spPr>
          <a:xfrm>
            <a:off x="832205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3" name="data_10431">
            <a:extLst>
              <a:ext uri="{FF2B5EF4-FFF2-40B4-BE49-F238E27FC236}">
                <a16:creationId xmlns:a16="http://schemas.microsoft.com/office/drawing/2014/main" id="{DA2173DB-E04A-451C-B4D0-DE1D690D6ED9}"/>
              </a:ext>
            </a:extLst>
          </p:cNvPr>
          <p:cNvSpPr>
            <a:spLocks/>
          </p:cNvSpPr>
          <p:nvPr/>
        </p:nvSpPr>
        <p:spPr>
          <a:xfrm>
            <a:off x="8351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4" name="data_10432">
            <a:extLst>
              <a:ext uri="{FF2B5EF4-FFF2-40B4-BE49-F238E27FC236}">
                <a16:creationId xmlns:a16="http://schemas.microsoft.com/office/drawing/2014/main" id="{CE932693-EAA1-4602-9BC5-EFB539739A21}"/>
              </a:ext>
            </a:extLst>
          </p:cNvPr>
          <p:cNvSpPr>
            <a:spLocks/>
          </p:cNvSpPr>
          <p:nvPr/>
        </p:nvSpPr>
        <p:spPr>
          <a:xfrm>
            <a:off x="826042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5" name="data_10433">
            <a:extLst>
              <a:ext uri="{FF2B5EF4-FFF2-40B4-BE49-F238E27FC236}">
                <a16:creationId xmlns:a16="http://schemas.microsoft.com/office/drawing/2014/main" id="{E807F22B-5770-4B2E-B6FF-671696BB726A}"/>
              </a:ext>
            </a:extLst>
          </p:cNvPr>
          <p:cNvSpPr>
            <a:spLocks/>
          </p:cNvSpPr>
          <p:nvPr/>
        </p:nvSpPr>
        <p:spPr>
          <a:xfrm>
            <a:off x="82971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6" name="data_10434">
            <a:extLst>
              <a:ext uri="{FF2B5EF4-FFF2-40B4-BE49-F238E27FC236}">
                <a16:creationId xmlns:a16="http://schemas.microsoft.com/office/drawing/2014/main" id="{AEFA01B9-16A3-42FE-AB1D-B6A8CAD8ED11}"/>
              </a:ext>
            </a:extLst>
          </p:cNvPr>
          <p:cNvSpPr>
            <a:spLocks/>
          </p:cNvSpPr>
          <p:nvPr/>
        </p:nvSpPr>
        <p:spPr>
          <a:xfrm>
            <a:off x="8343681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7" name="data_10435">
            <a:extLst>
              <a:ext uri="{FF2B5EF4-FFF2-40B4-BE49-F238E27FC236}">
                <a16:creationId xmlns:a16="http://schemas.microsoft.com/office/drawing/2014/main" id="{DFC554C2-F24B-4424-9F61-9DDEEA1DBE8A}"/>
              </a:ext>
            </a:extLst>
          </p:cNvPr>
          <p:cNvSpPr>
            <a:spLocks/>
          </p:cNvSpPr>
          <p:nvPr/>
        </p:nvSpPr>
        <p:spPr>
          <a:xfrm>
            <a:off x="8324788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8" name="data_10436">
            <a:extLst>
              <a:ext uri="{FF2B5EF4-FFF2-40B4-BE49-F238E27FC236}">
                <a16:creationId xmlns:a16="http://schemas.microsoft.com/office/drawing/2014/main" id="{704A7F45-2A67-451E-8541-54FDC6B8968E}"/>
              </a:ext>
            </a:extLst>
          </p:cNvPr>
          <p:cNvSpPr>
            <a:spLocks/>
          </p:cNvSpPr>
          <p:nvPr/>
        </p:nvSpPr>
        <p:spPr>
          <a:xfrm>
            <a:off x="8362965" y="53339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49" name="data_10437">
            <a:extLst>
              <a:ext uri="{FF2B5EF4-FFF2-40B4-BE49-F238E27FC236}">
                <a16:creationId xmlns:a16="http://schemas.microsoft.com/office/drawing/2014/main" id="{B4556318-4373-48DB-BB6C-B856317335CB}"/>
              </a:ext>
            </a:extLst>
          </p:cNvPr>
          <p:cNvSpPr>
            <a:spLocks/>
          </p:cNvSpPr>
          <p:nvPr/>
        </p:nvSpPr>
        <p:spPr>
          <a:xfrm>
            <a:off x="824205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0" name="data_10438">
            <a:extLst>
              <a:ext uri="{FF2B5EF4-FFF2-40B4-BE49-F238E27FC236}">
                <a16:creationId xmlns:a16="http://schemas.microsoft.com/office/drawing/2014/main" id="{BAACF38F-70B2-4AD1-97AB-03F11CF29D3E}"/>
              </a:ext>
            </a:extLst>
          </p:cNvPr>
          <p:cNvSpPr>
            <a:spLocks/>
          </p:cNvSpPr>
          <p:nvPr/>
        </p:nvSpPr>
        <p:spPr>
          <a:xfrm>
            <a:off x="8295732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1" name="data_10439">
            <a:extLst>
              <a:ext uri="{FF2B5EF4-FFF2-40B4-BE49-F238E27FC236}">
                <a16:creationId xmlns:a16="http://schemas.microsoft.com/office/drawing/2014/main" id="{607075F7-4FA4-435A-AB9B-80F46F2A4233}"/>
              </a:ext>
            </a:extLst>
          </p:cNvPr>
          <p:cNvSpPr>
            <a:spLocks/>
          </p:cNvSpPr>
          <p:nvPr/>
        </p:nvSpPr>
        <p:spPr>
          <a:xfrm>
            <a:off x="83200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2" name="data_10440">
            <a:extLst>
              <a:ext uri="{FF2B5EF4-FFF2-40B4-BE49-F238E27FC236}">
                <a16:creationId xmlns:a16="http://schemas.microsoft.com/office/drawing/2014/main" id="{859706E7-9191-4D58-886A-A1FA55F95D81}"/>
              </a:ext>
            </a:extLst>
          </p:cNvPr>
          <p:cNvSpPr>
            <a:spLocks/>
          </p:cNvSpPr>
          <p:nvPr/>
        </p:nvSpPr>
        <p:spPr>
          <a:xfrm>
            <a:off x="8279575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3" name="data_10441">
            <a:extLst>
              <a:ext uri="{FF2B5EF4-FFF2-40B4-BE49-F238E27FC236}">
                <a16:creationId xmlns:a16="http://schemas.microsoft.com/office/drawing/2014/main" id="{B2F52731-60DF-46DE-B3F4-C7F83E847121}"/>
              </a:ext>
            </a:extLst>
          </p:cNvPr>
          <p:cNvSpPr>
            <a:spLocks/>
          </p:cNvSpPr>
          <p:nvPr/>
        </p:nvSpPr>
        <p:spPr>
          <a:xfrm>
            <a:off x="830876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4" name="data_10442">
            <a:extLst>
              <a:ext uri="{FF2B5EF4-FFF2-40B4-BE49-F238E27FC236}">
                <a16:creationId xmlns:a16="http://schemas.microsoft.com/office/drawing/2014/main" id="{D22A9024-DC2D-4706-A3E5-CC5F5CEDFC1E}"/>
              </a:ext>
            </a:extLst>
          </p:cNvPr>
          <p:cNvSpPr>
            <a:spLocks/>
          </p:cNvSpPr>
          <p:nvPr/>
        </p:nvSpPr>
        <p:spPr>
          <a:xfrm>
            <a:off x="8292344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5" name="data_10443">
            <a:extLst>
              <a:ext uri="{FF2B5EF4-FFF2-40B4-BE49-F238E27FC236}">
                <a16:creationId xmlns:a16="http://schemas.microsoft.com/office/drawing/2014/main" id="{1C310E3D-ACEC-4253-AB3D-E8A520561C98}"/>
              </a:ext>
            </a:extLst>
          </p:cNvPr>
          <p:cNvSpPr>
            <a:spLocks/>
          </p:cNvSpPr>
          <p:nvPr/>
        </p:nvSpPr>
        <p:spPr>
          <a:xfrm>
            <a:off x="8348632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6" name="data_10444">
            <a:extLst>
              <a:ext uri="{FF2B5EF4-FFF2-40B4-BE49-F238E27FC236}">
                <a16:creationId xmlns:a16="http://schemas.microsoft.com/office/drawing/2014/main" id="{9EBD4684-CA99-4B88-AB66-742BFB8A9289}"/>
              </a:ext>
            </a:extLst>
          </p:cNvPr>
          <p:cNvSpPr>
            <a:spLocks/>
          </p:cNvSpPr>
          <p:nvPr/>
        </p:nvSpPr>
        <p:spPr>
          <a:xfrm>
            <a:off x="825638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7" name="data_10445">
            <a:extLst>
              <a:ext uri="{FF2B5EF4-FFF2-40B4-BE49-F238E27FC236}">
                <a16:creationId xmlns:a16="http://schemas.microsoft.com/office/drawing/2014/main" id="{30CCD963-3152-44E4-8256-063AF6A78EB8}"/>
              </a:ext>
            </a:extLst>
          </p:cNvPr>
          <p:cNvSpPr>
            <a:spLocks/>
          </p:cNvSpPr>
          <p:nvPr/>
        </p:nvSpPr>
        <p:spPr>
          <a:xfrm>
            <a:off x="826237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8" name="data_10446">
            <a:extLst>
              <a:ext uri="{FF2B5EF4-FFF2-40B4-BE49-F238E27FC236}">
                <a16:creationId xmlns:a16="http://schemas.microsoft.com/office/drawing/2014/main" id="{39FB0294-A31B-422D-A251-C280772BCC13}"/>
              </a:ext>
            </a:extLst>
          </p:cNvPr>
          <p:cNvSpPr>
            <a:spLocks/>
          </p:cNvSpPr>
          <p:nvPr/>
        </p:nvSpPr>
        <p:spPr>
          <a:xfrm>
            <a:off x="83165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59" name="data_10447">
            <a:extLst>
              <a:ext uri="{FF2B5EF4-FFF2-40B4-BE49-F238E27FC236}">
                <a16:creationId xmlns:a16="http://schemas.microsoft.com/office/drawing/2014/main" id="{7129CB02-0521-4025-A918-C8D71096FB21}"/>
              </a:ext>
            </a:extLst>
          </p:cNvPr>
          <p:cNvSpPr>
            <a:spLocks/>
          </p:cNvSpPr>
          <p:nvPr/>
        </p:nvSpPr>
        <p:spPr>
          <a:xfrm>
            <a:off x="83154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0" name="data_10448">
            <a:extLst>
              <a:ext uri="{FF2B5EF4-FFF2-40B4-BE49-F238E27FC236}">
                <a16:creationId xmlns:a16="http://schemas.microsoft.com/office/drawing/2014/main" id="{4E874936-7F4B-4778-A33F-0BB8655BFF42}"/>
              </a:ext>
            </a:extLst>
          </p:cNvPr>
          <p:cNvSpPr>
            <a:spLocks/>
          </p:cNvSpPr>
          <p:nvPr/>
        </p:nvSpPr>
        <p:spPr>
          <a:xfrm>
            <a:off x="835775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1" name="data_10449">
            <a:extLst>
              <a:ext uri="{FF2B5EF4-FFF2-40B4-BE49-F238E27FC236}">
                <a16:creationId xmlns:a16="http://schemas.microsoft.com/office/drawing/2014/main" id="{28EF433A-D7B7-45E1-896B-EC0C4E95FEFF}"/>
              </a:ext>
            </a:extLst>
          </p:cNvPr>
          <p:cNvSpPr>
            <a:spLocks/>
          </p:cNvSpPr>
          <p:nvPr/>
        </p:nvSpPr>
        <p:spPr>
          <a:xfrm>
            <a:off x="833807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2" name="data_10450">
            <a:extLst>
              <a:ext uri="{FF2B5EF4-FFF2-40B4-BE49-F238E27FC236}">
                <a16:creationId xmlns:a16="http://schemas.microsoft.com/office/drawing/2014/main" id="{0373381E-5D1A-4A88-A442-B5A049ACBD84}"/>
              </a:ext>
            </a:extLst>
          </p:cNvPr>
          <p:cNvSpPr>
            <a:spLocks/>
          </p:cNvSpPr>
          <p:nvPr/>
        </p:nvSpPr>
        <p:spPr>
          <a:xfrm>
            <a:off x="827657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3" name="data_10451">
            <a:extLst>
              <a:ext uri="{FF2B5EF4-FFF2-40B4-BE49-F238E27FC236}">
                <a16:creationId xmlns:a16="http://schemas.microsoft.com/office/drawing/2014/main" id="{1F3F6C15-A87D-4EFB-9C9C-C3D9DC0CDF7E}"/>
              </a:ext>
            </a:extLst>
          </p:cNvPr>
          <p:cNvSpPr>
            <a:spLocks/>
          </p:cNvSpPr>
          <p:nvPr/>
        </p:nvSpPr>
        <p:spPr>
          <a:xfrm>
            <a:off x="834068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4" name="data_10452">
            <a:extLst>
              <a:ext uri="{FF2B5EF4-FFF2-40B4-BE49-F238E27FC236}">
                <a16:creationId xmlns:a16="http://schemas.microsoft.com/office/drawing/2014/main" id="{1CF57EE8-7E99-4EAB-AC9C-18AA32594B36}"/>
              </a:ext>
            </a:extLst>
          </p:cNvPr>
          <p:cNvSpPr>
            <a:spLocks/>
          </p:cNvSpPr>
          <p:nvPr/>
        </p:nvSpPr>
        <p:spPr>
          <a:xfrm>
            <a:off x="833013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5" name="data_10453">
            <a:extLst>
              <a:ext uri="{FF2B5EF4-FFF2-40B4-BE49-F238E27FC236}">
                <a16:creationId xmlns:a16="http://schemas.microsoft.com/office/drawing/2014/main" id="{BBB51C41-B86B-4934-927F-8F77E1829CEA}"/>
              </a:ext>
            </a:extLst>
          </p:cNvPr>
          <p:cNvSpPr>
            <a:spLocks/>
          </p:cNvSpPr>
          <p:nvPr/>
        </p:nvSpPr>
        <p:spPr>
          <a:xfrm>
            <a:off x="83357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6" name="data_10454">
            <a:extLst>
              <a:ext uri="{FF2B5EF4-FFF2-40B4-BE49-F238E27FC236}">
                <a16:creationId xmlns:a16="http://schemas.microsoft.com/office/drawing/2014/main" id="{E57601FE-C55A-41C6-9106-FA7D70FE822E}"/>
              </a:ext>
            </a:extLst>
          </p:cNvPr>
          <p:cNvSpPr>
            <a:spLocks/>
          </p:cNvSpPr>
          <p:nvPr/>
        </p:nvSpPr>
        <p:spPr>
          <a:xfrm>
            <a:off x="831110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7" name="data_10455">
            <a:extLst>
              <a:ext uri="{FF2B5EF4-FFF2-40B4-BE49-F238E27FC236}">
                <a16:creationId xmlns:a16="http://schemas.microsoft.com/office/drawing/2014/main" id="{E4DE00EF-939C-46EA-8E14-F25ACE285936}"/>
              </a:ext>
            </a:extLst>
          </p:cNvPr>
          <p:cNvSpPr>
            <a:spLocks/>
          </p:cNvSpPr>
          <p:nvPr/>
        </p:nvSpPr>
        <p:spPr>
          <a:xfrm>
            <a:off x="8243483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8" name="data_10456">
            <a:extLst>
              <a:ext uri="{FF2B5EF4-FFF2-40B4-BE49-F238E27FC236}">
                <a16:creationId xmlns:a16="http://schemas.microsoft.com/office/drawing/2014/main" id="{D2428AEA-6A53-452F-ABF4-4E077D3F7C6B}"/>
              </a:ext>
            </a:extLst>
          </p:cNvPr>
          <p:cNvSpPr>
            <a:spLocks/>
          </p:cNvSpPr>
          <p:nvPr/>
        </p:nvSpPr>
        <p:spPr>
          <a:xfrm>
            <a:off x="8330651" y="6796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69" name="data_10457">
            <a:extLst>
              <a:ext uri="{FF2B5EF4-FFF2-40B4-BE49-F238E27FC236}">
                <a16:creationId xmlns:a16="http://schemas.microsoft.com/office/drawing/2014/main" id="{26FEBC9F-3E4B-4EA7-AB41-251AB34709B6}"/>
              </a:ext>
            </a:extLst>
          </p:cNvPr>
          <p:cNvSpPr>
            <a:spLocks/>
          </p:cNvSpPr>
          <p:nvPr/>
        </p:nvSpPr>
        <p:spPr>
          <a:xfrm>
            <a:off x="8347850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0" name="data_10458">
            <a:extLst>
              <a:ext uri="{FF2B5EF4-FFF2-40B4-BE49-F238E27FC236}">
                <a16:creationId xmlns:a16="http://schemas.microsoft.com/office/drawing/2014/main" id="{62A7B602-B84C-4EAA-8C13-507A965C7F28}"/>
              </a:ext>
            </a:extLst>
          </p:cNvPr>
          <p:cNvSpPr>
            <a:spLocks/>
          </p:cNvSpPr>
          <p:nvPr/>
        </p:nvSpPr>
        <p:spPr>
          <a:xfrm>
            <a:off x="82651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1" name="data_10459">
            <a:extLst>
              <a:ext uri="{FF2B5EF4-FFF2-40B4-BE49-F238E27FC236}">
                <a16:creationId xmlns:a16="http://schemas.microsoft.com/office/drawing/2014/main" id="{56F48340-81F0-4F9E-9B3C-7D940433D2A5}"/>
              </a:ext>
            </a:extLst>
          </p:cNvPr>
          <p:cNvSpPr>
            <a:spLocks/>
          </p:cNvSpPr>
          <p:nvPr/>
        </p:nvSpPr>
        <p:spPr>
          <a:xfrm>
            <a:off x="8255340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2" name="data_10460">
            <a:extLst>
              <a:ext uri="{FF2B5EF4-FFF2-40B4-BE49-F238E27FC236}">
                <a16:creationId xmlns:a16="http://schemas.microsoft.com/office/drawing/2014/main" id="{224BAB21-3696-434C-95ED-7705570CCB66}"/>
              </a:ext>
            </a:extLst>
          </p:cNvPr>
          <p:cNvSpPr>
            <a:spLocks/>
          </p:cNvSpPr>
          <p:nvPr/>
        </p:nvSpPr>
        <p:spPr>
          <a:xfrm>
            <a:off x="8330391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3" name="data_10461">
            <a:extLst>
              <a:ext uri="{FF2B5EF4-FFF2-40B4-BE49-F238E27FC236}">
                <a16:creationId xmlns:a16="http://schemas.microsoft.com/office/drawing/2014/main" id="{4DA92750-603E-4194-A2A7-6B127C9C92C3}"/>
              </a:ext>
            </a:extLst>
          </p:cNvPr>
          <p:cNvSpPr>
            <a:spLocks/>
          </p:cNvSpPr>
          <p:nvPr/>
        </p:nvSpPr>
        <p:spPr>
          <a:xfrm>
            <a:off x="8364007" y="5410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4" name="data_10462">
            <a:extLst>
              <a:ext uri="{FF2B5EF4-FFF2-40B4-BE49-F238E27FC236}">
                <a16:creationId xmlns:a16="http://schemas.microsoft.com/office/drawing/2014/main" id="{D46F8FC0-0ADB-4025-AB14-AC338F141B52}"/>
              </a:ext>
            </a:extLst>
          </p:cNvPr>
          <p:cNvSpPr>
            <a:spLocks/>
          </p:cNvSpPr>
          <p:nvPr/>
        </p:nvSpPr>
        <p:spPr>
          <a:xfrm>
            <a:off x="83696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5" name="data_10463">
            <a:extLst>
              <a:ext uri="{FF2B5EF4-FFF2-40B4-BE49-F238E27FC236}">
                <a16:creationId xmlns:a16="http://schemas.microsoft.com/office/drawing/2014/main" id="{F4128C76-035C-4329-AD6B-E796FCB10264}"/>
              </a:ext>
            </a:extLst>
          </p:cNvPr>
          <p:cNvSpPr>
            <a:spLocks/>
          </p:cNvSpPr>
          <p:nvPr/>
        </p:nvSpPr>
        <p:spPr>
          <a:xfrm>
            <a:off x="828908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6" name="data_10464">
            <a:extLst>
              <a:ext uri="{FF2B5EF4-FFF2-40B4-BE49-F238E27FC236}">
                <a16:creationId xmlns:a16="http://schemas.microsoft.com/office/drawing/2014/main" id="{1EF3B9C6-5977-412B-952B-E6BC2B276519}"/>
              </a:ext>
            </a:extLst>
          </p:cNvPr>
          <p:cNvSpPr>
            <a:spLocks/>
          </p:cNvSpPr>
          <p:nvPr/>
        </p:nvSpPr>
        <p:spPr>
          <a:xfrm>
            <a:off x="833690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7" name="data_10465">
            <a:extLst>
              <a:ext uri="{FF2B5EF4-FFF2-40B4-BE49-F238E27FC236}">
                <a16:creationId xmlns:a16="http://schemas.microsoft.com/office/drawing/2014/main" id="{DAEDEBEC-2915-4EA1-8088-F23AB9260AD0}"/>
              </a:ext>
            </a:extLst>
          </p:cNvPr>
          <p:cNvSpPr>
            <a:spLocks/>
          </p:cNvSpPr>
          <p:nvPr/>
        </p:nvSpPr>
        <p:spPr>
          <a:xfrm>
            <a:off x="834680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8" name="data_10466">
            <a:extLst>
              <a:ext uri="{FF2B5EF4-FFF2-40B4-BE49-F238E27FC236}">
                <a16:creationId xmlns:a16="http://schemas.microsoft.com/office/drawing/2014/main" id="{36988E52-1E4A-45EA-A026-B74A0E84E51C}"/>
              </a:ext>
            </a:extLst>
          </p:cNvPr>
          <p:cNvSpPr>
            <a:spLocks/>
          </p:cNvSpPr>
          <p:nvPr/>
        </p:nvSpPr>
        <p:spPr>
          <a:xfrm>
            <a:off x="836257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79" name="data_10467">
            <a:extLst>
              <a:ext uri="{FF2B5EF4-FFF2-40B4-BE49-F238E27FC236}">
                <a16:creationId xmlns:a16="http://schemas.microsoft.com/office/drawing/2014/main" id="{ED132E7E-020F-453C-A40B-CCCF3DBA9D79}"/>
              </a:ext>
            </a:extLst>
          </p:cNvPr>
          <p:cNvSpPr>
            <a:spLocks/>
          </p:cNvSpPr>
          <p:nvPr/>
        </p:nvSpPr>
        <p:spPr>
          <a:xfrm>
            <a:off x="834876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0" name="data_10468">
            <a:extLst>
              <a:ext uri="{FF2B5EF4-FFF2-40B4-BE49-F238E27FC236}">
                <a16:creationId xmlns:a16="http://schemas.microsoft.com/office/drawing/2014/main" id="{51D53F17-65A2-45CB-ADD8-00E787954C38}"/>
              </a:ext>
            </a:extLst>
          </p:cNvPr>
          <p:cNvSpPr>
            <a:spLocks/>
          </p:cNvSpPr>
          <p:nvPr/>
        </p:nvSpPr>
        <p:spPr>
          <a:xfrm>
            <a:off x="832908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1" name="data_10469">
            <a:extLst>
              <a:ext uri="{FF2B5EF4-FFF2-40B4-BE49-F238E27FC236}">
                <a16:creationId xmlns:a16="http://schemas.microsoft.com/office/drawing/2014/main" id="{5C8A8E3E-E326-404C-88B4-AFE7825C8F12}"/>
              </a:ext>
            </a:extLst>
          </p:cNvPr>
          <p:cNvSpPr>
            <a:spLocks/>
          </p:cNvSpPr>
          <p:nvPr/>
        </p:nvSpPr>
        <p:spPr>
          <a:xfrm>
            <a:off x="824921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2" name="data_10470">
            <a:extLst>
              <a:ext uri="{FF2B5EF4-FFF2-40B4-BE49-F238E27FC236}">
                <a16:creationId xmlns:a16="http://schemas.microsoft.com/office/drawing/2014/main" id="{BDA51F7C-ADA9-4C2A-9680-ECA935F9CD1F}"/>
              </a:ext>
            </a:extLst>
          </p:cNvPr>
          <p:cNvSpPr>
            <a:spLocks/>
          </p:cNvSpPr>
          <p:nvPr/>
        </p:nvSpPr>
        <p:spPr>
          <a:xfrm>
            <a:off x="8261855" y="68738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3" name="data_10471">
            <a:extLst>
              <a:ext uri="{FF2B5EF4-FFF2-40B4-BE49-F238E27FC236}">
                <a16:creationId xmlns:a16="http://schemas.microsoft.com/office/drawing/2014/main" id="{8A943393-BFDA-4AD1-AAE3-00F1D49F73D4}"/>
              </a:ext>
            </a:extLst>
          </p:cNvPr>
          <p:cNvSpPr>
            <a:spLocks/>
          </p:cNvSpPr>
          <p:nvPr/>
        </p:nvSpPr>
        <p:spPr>
          <a:xfrm>
            <a:off x="833039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4" name="data_10472">
            <a:extLst>
              <a:ext uri="{FF2B5EF4-FFF2-40B4-BE49-F238E27FC236}">
                <a16:creationId xmlns:a16="http://schemas.microsoft.com/office/drawing/2014/main" id="{84F272AD-83AA-4EAC-8D87-CD7B6FF9DDCF}"/>
              </a:ext>
            </a:extLst>
          </p:cNvPr>
          <p:cNvSpPr>
            <a:spLocks/>
          </p:cNvSpPr>
          <p:nvPr/>
        </p:nvSpPr>
        <p:spPr>
          <a:xfrm>
            <a:off x="831723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5" name="data_10473">
            <a:extLst>
              <a:ext uri="{FF2B5EF4-FFF2-40B4-BE49-F238E27FC236}">
                <a16:creationId xmlns:a16="http://schemas.microsoft.com/office/drawing/2014/main" id="{BB906319-FE32-4A2D-9869-4FEE2167667C}"/>
              </a:ext>
            </a:extLst>
          </p:cNvPr>
          <p:cNvSpPr>
            <a:spLocks/>
          </p:cNvSpPr>
          <p:nvPr/>
        </p:nvSpPr>
        <p:spPr>
          <a:xfrm>
            <a:off x="826732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6" name="data_10474">
            <a:extLst>
              <a:ext uri="{FF2B5EF4-FFF2-40B4-BE49-F238E27FC236}">
                <a16:creationId xmlns:a16="http://schemas.microsoft.com/office/drawing/2014/main" id="{F920D9E1-D2B6-460E-8A8F-CD826BAAFCE8}"/>
              </a:ext>
            </a:extLst>
          </p:cNvPr>
          <p:cNvSpPr>
            <a:spLocks/>
          </p:cNvSpPr>
          <p:nvPr/>
        </p:nvSpPr>
        <p:spPr>
          <a:xfrm>
            <a:off x="829091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7" name="data_10475">
            <a:extLst>
              <a:ext uri="{FF2B5EF4-FFF2-40B4-BE49-F238E27FC236}">
                <a16:creationId xmlns:a16="http://schemas.microsoft.com/office/drawing/2014/main" id="{C3E707C9-D167-4F74-AB26-4D4442C28D21}"/>
              </a:ext>
            </a:extLst>
          </p:cNvPr>
          <p:cNvSpPr>
            <a:spLocks/>
          </p:cNvSpPr>
          <p:nvPr/>
        </p:nvSpPr>
        <p:spPr>
          <a:xfrm>
            <a:off x="8244786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8" name="data_10476">
            <a:extLst>
              <a:ext uri="{FF2B5EF4-FFF2-40B4-BE49-F238E27FC236}">
                <a16:creationId xmlns:a16="http://schemas.microsoft.com/office/drawing/2014/main" id="{7D65ECEE-2D87-403C-8AC3-1C49F0E3687F}"/>
              </a:ext>
            </a:extLst>
          </p:cNvPr>
          <p:cNvSpPr>
            <a:spLocks/>
          </p:cNvSpPr>
          <p:nvPr/>
        </p:nvSpPr>
        <p:spPr>
          <a:xfrm>
            <a:off x="8951528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89" name="data_10477">
            <a:extLst>
              <a:ext uri="{FF2B5EF4-FFF2-40B4-BE49-F238E27FC236}">
                <a16:creationId xmlns:a16="http://schemas.microsoft.com/office/drawing/2014/main" id="{37F1228D-B55E-4834-B76F-1A325482C722}"/>
              </a:ext>
            </a:extLst>
          </p:cNvPr>
          <p:cNvSpPr>
            <a:spLocks/>
          </p:cNvSpPr>
          <p:nvPr/>
        </p:nvSpPr>
        <p:spPr>
          <a:xfrm>
            <a:off x="903491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0" name="data_10478">
            <a:extLst>
              <a:ext uri="{FF2B5EF4-FFF2-40B4-BE49-F238E27FC236}">
                <a16:creationId xmlns:a16="http://schemas.microsoft.com/office/drawing/2014/main" id="{D85B5323-E44E-478D-A4DC-DF8536472F9B}"/>
              </a:ext>
            </a:extLst>
          </p:cNvPr>
          <p:cNvSpPr>
            <a:spLocks/>
          </p:cNvSpPr>
          <p:nvPr/>
        </p:nvSpPr>
        <p:spPr>
          <a:xfrm>
            <a:off x="8924165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1" name="data_10479">
            <a:extLst>
              <a:ext uri="{FF2B5EF4-FFF2-40B4-BE49-F238E27FC236}">
                <a16:creationId xmlns:a16="http://schemas.microsoft.com/office/drawing/2014/main" id="{D447CB34-3131-4279-A200-866AE79ECDF5}"/>
              </a:ext>
            </a:extLst>
          </p:cNvPr>
          <p:cNvSpPr>
            <a:spLocks/>
          </p:cNvSpPr>
          <p:nvPr/>
        </p:nvSpPr>
        <p:spPr>
          <a:xfrm>
            <a:off x="902449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2" name="data_10480">
            <a:extLst>
              <a:ext uri="{FF2B5EF4-FFF2-40B4-BE49-F238E27FC236}">
                <a16:creationId xmlns:a16="http://schemas.microsoft.com/office/drawing/2014/main" id="{0FB11C1E-6D38-4882-9223-FB0475D34DBA}"/>
              </a:ext>
            </a:extLst>
          </p:cNvPr>
          <p:cNvSpPr>
            <a:spLocks/>
          </p:cNvSpPr>
          <p:nvPr/>
        </p:nvSpPr>
        <p:spPr>
          <a:xfrm>
            <a:off x="897276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3" name="data_10481">
            <a:extLst>
              <a:ext uri="{FF2B5EF4-FFF2-40B4-BE49-F238E27FC236}">
                <a16:creationId xmlns:a16="http://schemas.microsoft.com/office/drawing/2014/main" id="{AA996694-19D6-48F1-9ED8-69E6B4AF06F8}"/>
              </a:ext>
            </a:extLst>
          </p:cNvPr>
          <p:cNvSpPr>
            <a:spLocks/>
          </p:cNvSpPr>
          <p:nvPr/>
        </p:nvSpPr>
        <p:spPr>
          <a:xfrm>
            <a:off x="904416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4" name="data_10482">
            <a:extLst>
              <a:ext uri="{FF2B5EF4-FFF2-40B4-BE49-F238E27FC236}">
                <a16:creationId xmlns:a16="http://schemas.microsoft.com/office/drawing/2014/main" id="{011B1A09-FE2C-4268-8D7F-E36A5DAB7562}"/>
              </a:ext>
            </a:extLst>
          </p:cNvPr>
          <p:cNvSpPr>
            <a:spLocks/>
          </p:cNvSpPr>
          <p:nvPr/>
        </p:nvSpPr>
        <p:spPr>
          <a:xfrm>
            <a:off x="895139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5" name="data_10483">
            <a:extLst>
              <a:ext uri="{FF2B5EF4-FFF2-40B4-BE49-F238E27FC236}">
                <a16:creationId xmlns:a16="http://schemas.microsoft.com/office/drawing/2014/main" id="{FC2DEAAE-F1C6-4BF3-9F45-97F93CE1B7C6}"/>
              </a:ext>
            </a:extLst>
          </p:cNvPr>
          <p:cNvSpPr>
            <a:spLocks/>
          </p:cNvSpPr>
          <p:nvPr/>
        </p:nvSpPr>
        <p:spPr>
          <a:xfrm>
            <a:off x="901498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6" name="data_10484">
            <a:extLst>
              <a:ext uri="{FF2B5EF4-FFF2-40B4-BE49-F238E27FC236}">
                <a16:creationId xmlns:a16="http://schemas.microsoft.com/office/drawing/2014/main" id="{183BDB49-0EC0-4769-9515-EDD38D9B4EA4}"/>
              </a:ext>
            </a:extLst>
          </p:cNvPr>
          <p:cNvSpPr>
            <a:spLocks/>
          </p:cNvSpPr>
          <p:nvPr/>
        </p:nvSpPr>
        <p:spPr>
          <a:xfrm>
            <a:off x="8928726" y="531775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7" name="data_10485">
            <a:extLst>
              <a:ext uri="{FF2B5EF4-FFF2-40B4-BE49-F238E27FC236}">
                <a16:creationId xmlns:a16="http://schemas.microsoft.com/office/drawing/2014/main" id="{A6CC2FE0-BBD1-4B38-ACB7-32AF626FDBAA}"/>
              </a:ext>
            </a:extLst>
          </p:cNvPr>
          <p:cNvSpPr>
            <a:spLocks/>
          </p:cNvSpPr>
          <p:nvPr/>
        </p:nvSpPr>
        <p:spPr>
          <a:xfrm>
            <a:off x="895647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8" name="data_10486">
            <a:extLst>
              <a:ext uri="{FF2B5EF4-FFF2-40B4-BE49-F238E27FC236}">
                <a16:creationId xmlns:a16="http://schemas.microsoft.com/office/drawing/2014/main" id="{41731A8A-A115-4D5D-9864-C38A1124D101}"/>
              </a:ext>
            </a:extLst>
          </p:cNvPr>
          <p:cNvSpPr>
            <a:spLocks/>
          </p:cNvSpPr>
          <p:nvPr/>
        </p:nvSpPr>
        <p:spPr>
          <a:xfrm>
            <a:off x="892846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399" name="data_10487">
            <a:extLst>
              <a:ext uri="{FF2B5EF4-FFF2-40B4-BE49-F238E27FC236}">
                <a16:creationId xmlns:a16="http://schemas.microsoft.com/office/drawing/2014/main" id="{0D3F2FAC-68BA-4691-BCDC-BD2FB81EEB86}"/>
              </a:ext>
            </a:extLst>
          </p:cNvPr>
          <p:cNvSpPr>
            <a:spLocks/>
          </p:cNvSpPr>
          <p:nvPr/>
        </p:nvSpPr>
        <p:spPr>
          <a:xfrm>
            <a:off x="900208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0" name="data_10488">
            <a:extLst>
              <a:ext uri="{FF2B5EF4-FFF2-40B4-BE49-F238E27FC236}">
                <a16:creationId xmlns:a16="http://schemas.microsoft.com/office/drawing/2014/main" id="{C619EFE2-F05A-4FB3-A656-2D4A0B8EB025}"/>
              </a:ext>
            </a:extLst>
          </p:cNvPr>
          <p:cNvSpPr>
            <a:spLocks/>
          </p:cNvSpPr>
          <p:nvPr/>
        </p:nvSpPr>
        <p:spPr>
          <a:xfrm>
            <a:off x="894605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1" name="data_10489">
            <a:extLst>
              <a:ext uri="{FF2B5EF4-FFF2-40B4-BE49-F238E27FC236}">
                <a16:creationId xmlns:a16="http://schemas.microsoft.com/office/drawing/2014/main" id="{99DA3438-F8BD-4276-822D-DE43ACC2D96C}"/>
              </a:ext>
            </a:extLst>
          </p:cNvPr>
          <p:cNvSpPr>
            <a:spLocks/>
          </p:cNvSpPr>
          <p:nvPr/>
        </p:nvSpPr>
        <p:spPr>
          <a:xfrm>
            <a:off x="898514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2" name="data_10490">
            <a:extLst>
              <a:ext uri="{FF2B5EF4-FFF2-40B4-BE49-F238E27FC236}">
                <a16:creationId xmlns:a16="http://schemas.microsoft.com/office/drawing/2014/main" id="{37662D3E-C594-441C-A933-AED920224FD4}"/>
              </a:ext>
            </a:extLst>
          </p:cNvPr>
          <p:cNvSpPr>
            <a:spLocks/>
          </p:cNvSpPr>
          <p:nvPr/>
        </p:nvSpPr>
        <p:spPr>
          <a:xfrm>
            <a:off x="897133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3" name="data_10491">
            <a:extLst>
              <a:ext uri="{FF2B5EF4-FFF2-40B4-BE49-F238E27FC236}">
                <a16:creationId xmlns:a16="http://schemas.microsoft.com/office/drawing/2014/main" id="{735912D7-5288-42BA-A3FB-22E57E053B85}"/>
              </a:ext>
            </a:extLst>
          </p:cNvPr>
          <p:cNvSpPr>
            <a:spLocks/>
          </p:cNvSpPr>
          <p:nvPr/>
        </p:nvSpPr>
        <p:spPr>
          <a:xfrm>
            <a:off x="8958433" y="690137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4" name="data_10492">
            <a:extLst>
              <a:ext uri="{FF2B5EF4-FFF2-40B4-BE49-F238E27FC236}">
                <a16:creationId xmlns:a16="http://schemas.microsoft.com/office/drawing/2014/main" id="{B5922CEC-A816-4D0A-BC5D-D2749C8E8957}"/>
              </a:ext>
            </a:extLst>
          </p:cNvPr>
          <p:cNvSpPr>
            <a:spLocks/>
          </p:cNvSpPr>
          <p:nvPr/>
        </p:nvSpPr>
        <p:spPr>
          <a:xfrm>
            <a:off x="8928074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5" name="data_10493">
            <a:extLst>
              <a:ext uri="{FF2B5EF4-FFF2-40B4-BE49-F238E27FC236}">
                <a16:creationId xmlns:a16="http://schemas.microsoft.com/office/drawing/2014/main" id="{47DB83B4-2517-4BAC-8FBA-D2FC6ED4D925}"/>
              </a:ext>
            </a:extLst>
          </p:cNvPr>
          <p:cNvSpPr>
            <a:spLocks/>
          </p:cNvSpPr>
          <p:nvPr/>
        </p:nvSpPr>
        <p:spPr>
          <a:xfrm>
            <a:off x="9045080" y="667926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6" name="data_10494">
            <a:extLst>
              <a:ext uri="{FF2B5EF4-FFF2-40B4-BE49-F238E27FC236}">
                <a16:creationId xmlns:a16="http://schemas.microsoft.com/office/drawing/2014/main" id="{91A936E1-B62F-4718-8D6D-32B9B0382570}"/>
              </a:ext>
            </a:extLst>
          </p:cNvPr>
          <p:cNvSpPr>
            <a:spLocks/>
          </p:cNvSpPr>
          <p:nvPr/>
        </p:nvSpPr>
        <p:spPr>
          <a:xfrm>
            <a:off x="892989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7" name="data_10495">
            <a:extLst>
              <a:ext uri="{FF2B5EF4-FFF2-40B4-BE49-F238E27FC236}">
                <a16:creationId xmlns:a16="http://schemas.microsoft.com/office/drawing/2014/main" id="{081DD9FE-1CA4-4D18-BE7A-7D3CEFE318CB}"/>
              </a:ext>
            </a:extLst>
          </p:cNvPr>
          <p:cNvSpPr>
            <a:spLocks/>
          </p:cNvSpPr>
          <p:nvPr/>
        </p:nvSpPr>
        <p:spPr>
          <a:xfrm>
            <a:off x="903543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8" name="data_10496">
            <a:extLst>
              <a:ext uri="{FF2B5EF4-FFF2-40B4-BE49-F238E27FC236}">
                <a16:creationId xmlns:a16="http://schemas.microsoft.com/office/drawing/2014/main" id="{F1E05106-0D3B-4D6D-A8CB-E5041F7B645B}"/>
              </a:ext>
            </a:extLst>
          </p:cNvPr>
          <p:cNvSpPr>
            <a:spLocks/>
          </p:cNvSpPr>
          <p:nvPr/>
        </p:nvSpPr>
        <p:spPr>
          <a:xfrm>
            <a:off x="897328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09" name="data_10497">
            <a:extLst>
              <a:ext uri="{FF2B5EF4-FFF2-40B4-BE49-F238E27FC236}">
                <a16:creationId xmlns:a16="http://schemas.microsoft.com/office/drawing/2014/main" id="{66184DEA-D612-49CF-9AB4-A3FA7783C9AF}"/>
              </a:ext>
            </a:extLst>
          </p:cNvPr>
          <p:cNvSpPr>
            <a:spLocks/>
          </p:cNvSpPr>
          <p:nvPr/>
        </p:nvSpPr>
        <p:spPr>
          <a:xfrm>
            <a:off x="9050423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0" name="data_10498">
            <a:extLst>
              <a:ext uri="{FF2B5EF4-FFF2-40B4-BE49-F238E27FC236}">
                <a16:creationId xmlns:a16="http://schemas.microsoft.com/office/drawing/2014/main" id="{17A664F2-E005-4EFF-975A-3025D4D27200}"/>
              </a:ext>
            </a:extLst>
          </p:cNvPr>
          <p:cNvSpPr>
            <a:spLocks/>
          </p:cNvSpPr>
          <p:nvPr/>
        </p:nvSpPr>
        <p:spPr>
          <a:xfrm>
            <a:off x="90096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1" name="data_10499">
            <a:extLst>
              <a:ext uri="{FF2B5EF4-FFF2-40B4-BE49-F238E27FC236}">
                <a16:creationId xmlns:a16="http://schemas.microsoft.com/office/drawing/2014/main" id="{79B338CB-6F6D-402F-98ED-619F97AB2FCF}"/>
              </a:ext>
            </a:extLst>
          </p:cNvPr>
          <p:cNvSpPr>
            <a:spLocks/>
          </p:cNvSpPr>
          <p:nvPr/>
        </p:nvSpPr>
        <p:spPr>
          <a:xfrm>
            <a:off x="9018500" y="643952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2" name="data_10500">
            <a:extLst>
              <a:ext uri="{FF2B5EF4-FFF2-40B4-BE49-F238E27FC236}">
                <a16:creationId xmlns:a16="http://schemas.microsoft.com/office/drawing/2014/main" id="{46BBB581-47E6-401D-AB1A-3ECBAAC899B9}"/>
              </a:ext>
            </a:extLst>
          </p:cNvPr>
          <p:cNvSpPr>
            <a:spLocks/>
          </p:cNvSpPr>
          <p:nvPr/>
        </p:nvSpPr>
        <p:spPr>
          <a:xfrm>
            <a:off x="8961300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3" name="data_10501">
            <a:extLst>
              <a:ext uri="{FF2B5EF4-FFF2-40B4-BE49-F238E27FC236}">
                <a16:creationId xmlns:a16="http://schemas.microsoft.com/office/drawing/2014/main" id="{D815872E-BEDC-41CA-BB34-5DD84DF95250}"/>
              </a:ext>
            </a:extLst>
          </p:cNvPr>
          <p:cNvSpPr>
            <a:spLocks/>
          </p:cNvSpPr>
          <p:nvPr/>
        </p:nvSpPr>
        <p:spPr>
          <a:xfrm>
            <a:off x="9043126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4" name="data_10502">
            <a:extLst>
              <a:ext uri="{FF2B5EF4-FFF2-40B4-BE49-F238E27FC236}">
                <a16:creationId xmlns:a16="http://schemas.microsoft.com/office/drawing/2014/main" id="{F559247D-4491-412C-9FE7-C704B24B06D9}"/>
              </a:ext>
            </a:extLst>
          </p:cNvPr>
          <p:cNvSpPr>
            <a:spLocks/>
          </p:cNvSpPr>
          <p:nvPr/>
        </p:nvSpPr>
        <p:spPr>
          <a:xfrm>
            <a:off x="901876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5" name="data_10503">
            <a:extLst>
              <a:ext uri="{FF2B5EF4-FFF2-40B4-BE49-F238E27FC236}">
                <a16:creationId xmlns:a16="http://schemas.microsoft.com/office/drawing/2014/main" id="{CC80E966-BC81-4DF2-96EC-170BC1FB3788}"/>
              </a:ext>
            </a:extLst>
          </p:cNvPr>
          <p:cNvSpPr>
            <a:spLocks/>
          </p:cNvSpPr>
          <p:nvPr/>
        </p:nvSpPr>
        <p:spPr>
          <a:xfrm>
            <a:off x="894436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6" name="data_10504">
            <a:extLst>
              <a:ext uri="{FF2B5EF4-FFF2-40B4-BE49-F238E27FC236}">
                <a16:creationId xmlns:a16="http://schemas.microsoft.com/office/drawing/2014/main" id="{7E7052B3-D0AC-48FE-87FB-F4918E9E2124}"/>
              </a:ext>
            </a:extLst>
          </p:cNvPr>
          <p:cNvSpPr>
            <a:spLocks/>
          </p:cNvSpPr>
          <p:nvPr/>
        </p:nvSpPr>
        <p:spPr>
          <a:xfrm>
            <a:off x="9016545" y="63111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7" name="data_10505">
            <a:extLst>
              <a:ext uri="{FF2B5EF4-FFF2-40B4-BE49-F238E27FC236}">
                <a16:creationId xmlns:a16="http://schemas.microsoft.com/office/drawing/2014/main" id="{41A2355A-532B-4047-BF15-D6A81372A914}"/>
              </a:ext>
            </a:extLst>
          </p:cNvPr>
          <p:cNvSpPr>
            <a:spLocks/>
          </p:cNvSpPr>
          <p:nvPr/>
        </p:nvSpPr>
        <p:spPr>
          <a:xfrm>
            <a:off x="8951006" y="65777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8" name="data_10506">
            <a:extLst>
              <a:ext uri="{FF2B5EF4-FFF2-40B4-BE49-F238E27FC236}">
                <a16:creationId xmlns:a16="http://schemas.microsoft.com/office/drawing/2014/main" id="{2F7B0BF5-7597-419C-884E-3B52D5726008}"/>
              </a:ext>
            </a:extLst>
          </p:cNvPr>
          <p:cNvSpPr>
            <a:spLocks/>
          </p:cNvSpPr>
          <p:nvPr/>
        </p:nvSpPr>
        <p:spPr>
          <a:xfrm>
            <a:off x="8961169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19" name="data_10507">
            <a:extLst>
              <a:ext uri="{FF2B5EF4-FFF2-40B4-BE49-F238E27FC236}">
                <a16:creationId xmlns:a16="http://schemas.microsoft.com/office/drawing/2014/main" id="{2FE1A415-8261-4D71-B22A-55FA5EDAED75}"/>
              </a:ext>
            </a:extLst>
          </p:cNvPr>
          <p:cNvSpPr>
            <a:spLocks/>
          </p:cNvSpPr>
          <p:nvPr/>
        </p:nvSpPr>
        <p:spPr>
          <a:xfrm>
            <a:off x="904208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0" name="data_10508">
            <a:extLst>
              <a:ext uri="{FF2B5EF4-FFF2-40B4-BE49-F238E27FC236}">
                <a16:creationId xmlns:a16="http://schemas.microsoft.com/office/drawing/2014/main" id="{E32DBB54-427D-4790-9873-FC0BC68D2B4E}"/>
              </a:ext>
            </a:extLst>
          </p:cNvPr>
          <p:cNvSpPr>
            <a:spLocks/>
          </p:cNvSpPr>
          <p:nvPr/>
        </p:nvSpPr>
        <p:spPr>
          <a:xfrm>
            <a:off x="89632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1" name="data_10509">
            <a:extLst>
              <a:ext uri="{FF2B5EF4-FFF2-40B4-BE49-F238E27FC236}">
                <a16:creationId xmlns:a16="http://schemas.microsoft.com/office/drawing/2014/main" id="{39963A7E-BCDE-4506-A226-D249EE7F9CDD}"/>
              </a:ext>
            </a:extLst>
          </p:cNvPr>
          <p:cNvSpPr>
            <a:spLocks/>
          </p:cNvSpPr>
          <p:nvPr/>
        </p:nvSpPr>
        <p:spPr>
          <a:xfrm>
            <a:off x="9034787" y="678503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2" name="data_10510">
            <a:extLst>
              <a:ext uri="{FF2B5EF4-FFF2-40B4-BE49-F238E27FC236}">
                <a16:creationId xmlns:a16="http://schemas.microsoft.com/office/drawing/2014/main" id="{3C0738B3-CFD4-4BE8-9181-0A5CB20D7A74}"/>
              </a:ext>
            </a:extLst>
          </p:cNvPr>
          <p:cNvSpPr>
            <a:spLocks/>
          </p:cNvSpPr>
          <p:nvPr/>
        </p:nvSpPr>
        <p:spPr>
          <a:xfrm>
            <a:off x="90358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3" name="data_10511">
            <a:extLst>
              <a:ext uri="{FF2B5EF4-FFF2-40B4-BE49-F238E27FC236}">
                <a16:creationId xmlns:a16="http://schemas.microsoft.com/office/drawing/2014/main" id="{B762CE14-88D5-478F-A2C1-25AFA1F09F36}"/>
              </a:ext>
            </a:extLst>
          </p:cNvPr>
          <p:cNvSpPr>
            <a:spLocks/>
          </p:cNvSpPr>
          <p:nvPr/>
        </p:nvSpPr>
        <p:spPr>
          <a:xfrm>
            <a:off x="9039217" y="574851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4" name="data_10512">
            <a:extLst>
              <a:ext uri="{FF2B5EF4-FFF2-40B4-BE49-F238E27FC236}">
                <a16:creationId xmlns:a16="http://schemas.microsoft.com/office/drawing/2014/main" id="{71B147B6-567F-4186-8351-403A59E935DB}"/>
              </a:ext>
            </a:extLst>
          </p:cNvPr>
          <p:cNvSpPr>
            <a:spLocks/>
          </p:cNvSpPr>
          <p:nvPr/>
        </p:nvSpPr>
        <p:spPr>
          <a:xfrm>
            <a:off x="8964297" y="58669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5" name="data_10513">
            <a:extLst>
              <a:ext uri="{FF2B5EF4-FFF2-40B4-BE49-F238E27FC236}">
                <a16:creationId xmlns:a16="http://schemas.microsoft.com/office/drawing/2014/main" id="{5D2316B9-C244-4C03-9E18-4C32C6D305C7}"/>
              </a:ext>
            </a:extLst>
          </p:cNvPr>
          <p:cNvSpPr>
            <a:spLocks/>
          </p:cNvSpPr>
          <p:nvPr/>
        </p:nvSpPr>
        <p:spPr>
          <a:xfrm>
            <a:off x="8944622" y="626677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6" name="data_10514">
            <a:extLst>
              <a:ext uri="{FF2B5EF4-FFF2-40B4-BE49-F238E27FC236}">
                <a16:creationId xmlns:a16="http://schemas.microsoft.com/office/drawing/2014/main" id="{EED7A6CB-AEA4-4242-9B4F-F3DE6742A936}"/>
              </a:ext>
            </a:extLst>
          </p:cNvPr>
          <p:cNvSpPr>
            <a:spLocks/>
          </p:cNvSpPr>
          <p:nvPr/>
        </p:nvSpPr>
        <p:spPr>
          <a:xfrm>
            <a:off x="902045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7" name="data_10515">
            <a:extLst>
              <a:ext uri="{FF2B5EF4-FFF2-40B4-BE49-F238E27FC236}">
                <a16:creationId xmlns:a16="http://schemas.microsoft.com/office/drawing/2014/main" id="{2DAA657F-14B5-435A-95F7-F068B6E11442}"/>
              </a:ext>
            </a:extLst>
          </p:cNvPr>
          <p:cNvSpPr>
            <a:spLocks/>
          </p:cNvSpPr>
          <p:nvPr/>
        </p:nvSpPr>
        <p:spPr>
          <a:xfrm>
            <a:off x="8938498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8" name="data_10516">
            <a:extLst>
              <a:ext uri="{FF2B5EF4-FFF2-40B4-BE49-F238E27FC236}">
                <a16:creationId xmlns:a16="http://schemas.microsoft.com/office/drawing/2014/main" id="{21597CAD-7D68-4A62-BBA4-C5791C97510A}"/>
              </a:ext>
            </a:extLst>
          </p:cNvPr>
          <p:cNvSpPr>
            <a:spLocks/>
          </p:cNvSpPr>
          <p:nvPr/>
        </p:nvSpPr>
        <p:spPr>
          <a:xfrm>
            <a:off x="894670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29" name="data_10517">
            <a:extLst>
              <a:ext uri="{FF2B5EF4-FFF2-40B4-BE49-F238E27FC236}">
                <a16:creationId xmlns:a16="http://schemas.microsoft.com/office/drawing/2014/main" id="{995CC867-B56E-44F1-AE57-2677E9E11A37}"/>
              </a:ext>
            </a:extLst>
          </p:cNvPr>
          <p:cNvSpPr>
            <a:spLocks/>
          </p:cNvSpPr>
          <p:nvPr/>
        </p:nvSpPr>
        <p:spPr>
          <a:xfrm>
            <a:off x="902371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0" name="data_10518">
            <a:extLst>
              <a:ext uri="{FF2B5EF4-FFF2-40B4-BE49-F238E27FC236}">
                <a16:creationId xmlns:a16="http://schemas.microsoft.com/office/drawing/2014/main" id="{62F30BE1-8BDA-4481-90F0-17037C36A62A}"/>
              </a:ext>
            </a:extLst>
          </p:cNvPr>
          <p:cNvSpPr>
            <a:spLocks/>
          </p:cNvSpPr>
          <p:nvPr/>
        </p:nvSpPr>
        <p:spPr>
          <a:xfrm>
            <a:off x="8939671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1" name="data_10519">
            <a:extLst>
              <a:ext uri="{FF2B5EF4-FFF2-40B4-BE49-F238E27FC236}">
                <a16:creationId xmlns:a16="http://schemas.microsoft.com/office/drawing/2014/main" id="{5F4B12BA-452D-4DC7-9370-434609612592}"/>
              </a:ext>
            </a:extLst>
          </p:cNvPr>
          <p:cNvSpPr>
            <a:spLocks/>
          </p:cNvSpPr>
          <p:nvPr/>
        </p:nvSpPr>
        <p:spPr>
          <a:xfrm>
            <a:off x="904872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2" name="data_10520">
            <a:extLst>
              <a:ext uri="{FF2B5EF4-FFF2-40B4-BE49-F238E27FC236}">
                <a16:creationId xmlns:a16="http://schemas.microsoft.com/office/drawing/2014/main" id="{C32B66D4-CD4A-4C74-B3E2-4320DB421701}"/>
              </a:ext>
            </a:extLst>
          </p:cNvPr>
          <p:cNvSpPr>
            <a:spLocks/>
          </p:cNvSpPr>
          <p:nvPr/>
        </p:nvSpPr>
        <p:spPr>
          <a:xfrm>
            <a:off x="9028793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3" name="data_10521">
            <a:extLst>
              <a:ext uri="{FF2B5EF4-FFF2-40B4-BE49-F238E27FC236}">
                <a16:creationId xmlns:a16="http://schemas.microsoft.com/office/drawing/2014/main" id="{68363BCC-950D-4D24-B26E-389ECDA10190}"/>
              </a:ext>
            </a:extLst>
          </p:cNvPr>
          <p:cNvSpPr>
            <a:spLocks/>
          </p:cNvSpPr>
          <p:nvPr/>
        </p:nvSpPr>
        <p:spPr>
          <a:xfrm>
            <a:off x="898162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4" name="data_10522">
            <a:extLst>
              <a:ext uri="{FF2B5EF4-FFF2-40B4-BE49-F238E27FC236}">
                <a16:creationId xmlns:a16="http://schemas.microsoft.com/office/drawing/2014/main" id="{1B098CCE-47A9-4047-832B-64AC80925EB6}"/>
              </a:ext>
            </a:extLst>
          </p:cNvPr>
          <p:cNvSpPr>
            <a:spLocks/>
          </p:cNvSpPr>
          <p:nvPr/>
        </p:nvSpPr>
        <p:spPr>
          <a:xfrm>
            <a:off x="895960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5" name="data_10523">
            <a:extLst>
              <a:ext uri="{FF2B5EF4-FFF2-40B4-BE49-F238E27FC236}">
                <a16:creationId xmlns:a16="http://schemas.microsoft.com/office/drawing/2014/main" id="{B3B6E919-589C-43E6-BD05-FC96AFB64537}"/>
              </a:ext>
            </a:extLst>
          </p:cNvPr>
          <p:cNvSpPr>
            <a:spLocks/>
          </p:cNvSpPr>
          <p:nvPr/>
        </p:nvSpPr>
        <p:spPr>
          <a:xfrm>
            <a:off x="9052377" y="5917742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6" name="data_10524">
            <a:extLst>
              <a:ext uri="{FF2B5EF4-FFF2-40B4-BE49-F238E27FC236}">
                <a16:creationId xmlns:a16="http://schemas.microsoft.com/office/drawing/2014/main" id="{26853FDD-5E54-4C40-9FBD-16892DC0CB4C}"/>
              </a:ext>
            </a:extLst>
          </p:cNvPr>
          <p:cNvSpPr>
            <a:spLocks/>
          </p:cNvSpPr>
          <p:nvPr/>
        </p:nvSpPr>
        <p:spPr>
          <a:xfrm>
            <a:off x="900507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7" name="data_10525">
            <a:extLst>
              <a:ext uri="{FF2B5EF4-FFF2-40B4-BE49-F238E27FC236}">
                <a16:creationId xmlns:a16="http://schemas.microsoft.com/office/drawing/2014/main" id="{C965899E-D02D-47D4-947C-F0B5D3038DBF}"/>
              </a:ext>
            </a:extLst>
          </p:cNvPr>
          <p:cNvSpPr>
            <a:spLocks/>
          </p:cNvSpPr>
          <p:nvPr/>
        </p:nvSpPr>
        <p:spPr>
          <a:xfrm>
            <a:off x="9034787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8" name="data_10526">
            <a:extLst>
              <a:ext uri="{FF2B5EF4-FFF2-40B4-BE49-F238E27FC236}">
                <a16:creationId xmlns:a16="http://schemas.microsoft.com/office/drawing/2014/main" id="{99CC590E-DE82-4E41-A53B-B3BA99C02B8E}"/>
              </a:ext>
            </a:extLst>
          </p:cNvPr>
          <p:cNvSpPr>
            <a:spLocks/>
          </p:cNvSpPr>
          <p:nvPr/>
        </p:nvSpPr>
        <p:spPr>
          <a:xfrm>
            <a:off x="894344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39" name="data_10527">
            <a:extLst>
              <a:ext uri="{FF2B5EF4-FFF2-40B4-BE49-F238E27FC236}">
                <a16:creationId xmlns:a16="http://schemas.microsoft.com/office/drawing/2014/main" id="{A117B2AC-1354-4F7A-BB8B-EFD9E89E5E96}"/>
              </a:ext>
            </a:extLst>
          </p:cNvPr>
          <p:cNvSpPr>
            <a:spLocks/>
          </p:cNvSpPr>
          <p:nvPr/>
        </p:nvSpPr>
        <p:spPr>
          <a:xfrm>
            <a:off x="8980193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0" name="data_10528">
            <a:extLst>
              <a:ext uri="{FF2B5EF4-FFF2-40B4-BE49-F238E27FC236}">
                <a16:creationId xmlns:a16="http://schemas.microsoft.com/office/drawing/2014/main" id="{E23AD350-FEAE-4A88-973C-A420CA60E6A6}"/>
              </a:ext>
            </a:extLst>
          </p:cNvPr>
          <p:cNvSpPr>
            <a:spLocks/>
          </p:cNvSpPr>
          <p:nvPr/>
        </p:nvSpPr>
        <p:spPr>
          <a:xfrm>
            <a:off x="9026709" y="6636959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1" name="data_10529">
            <a:extLst>
              <a:ext uri="{FF2B5EF4-FFF2-40B4-BE49-F238E27FC236}">
                <a16:creationId xmlns:a16="http://schemas.microsoft.com/office/drawing/2014/main" id="{0940592E-10B1-4B8D-AA66-1F476125E9F0}"/>
              </a:ext>
            </a:extLst>
          </p:cNvPr>
          <p:cNvSpPr>
            <a:spLocks/>
          </p:cNvSpPr>
          <p:nvPr/>
        </p:nvSpPr>
        <p:spPr>
          <a:xfrm>
            <a:off x="9007816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2" name="data_10530">
            <a:extLst>
              <a:ext uri="{FF2B5EF4-FFF2-40B4-BE49-F238E27FC236}">
                <a16:creationId xmlns:a16="http://schemas.microsoft.com/office/drawing/2014/main" id="{3FB385E0-0885-4AAD-878C-9395B7055A2C}"/>
              </a:ext>
            </a:extLst>
          </p:cNvPr>
          <p:cNvSpPr>
            <a:spLocks/>
          </p:cNvSpPr>
          <p:nvPr/>
        </p:nvSpPr>
        <p:spPr>
          <a:xfrm>
            <a:off x="9045992" y="53339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3" name="data_10531">
            <a:extLst>
              <a:ext uri="{FF2B5EF4-FFF2-40B4-BE49-F238E27FC236}">
                <a16:creationId xmlns:a16="http://schemas.microsoft.com/office/drawing/2014/main" id="{7CAF7795-0779-4104-84B2-C2346265EC8A}"/>
              </a:ext>
            </a:extLst>
          </p:cNvPr>
          <p:cNvSpPr>
            <a:spLocks/>
          </p:cNvSpPr>
          <p:nvPr/>
        </p:nvSpPr>
        <p:spPr>
          <a:xfrm>
            <a:off x="892507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4" name="data_10532">
            <a:extLst>
              <a:ext uri="{FF2B5EF4-FFF2-40B4-BE49-F238E27FC236}">
                <a16:creationId xmlns:a16="http://schemas.microsoft.com/office/drawing/2014/main" id="{DF5DB675-65D9-46B3-BE87-13CC387A4FDD}"/>
              </a:ext>
            </a:extLst>
          </p:cNvPr>
          <p:cNvSpPr>
            <a:spLocks/>
          </p:cNvSpPr>
          <p:nvPr/>
        </p:nvSpPr>
        <p:spPr>
          <a:xfrm>
            <a:off x="8978759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5" name="data_10533">
            <a:extLst>
              <a:ext uri="{FF2B5EF4-FFF2-40B4-BE49-F238E27FC236}">
                <a16:creationId xmlns:a16="http://schemas.microsoft.com/office/drawing/2014/main" id="{88FBBD20-1E3A-4146-AD95-6AFC43CC81AE}"/>
              </a:ext>
            </a:extLst>
          </p:cNvPr>
          <p:cNvSpPr>
            <a:spLocks/>
          </p:cNvSpPr>
          <p:nvPr/>
        </p:nvSpPr>
        <p:spPr>
          <a:xfrm>
            <a:off x="9003125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6" name="data_10534">
            <a:extLst>
              <a:ext uri="{FF2B5EF4-FFF2-40B4-BE49-F238E27FC236}">
                <a16:creationId xmlns:a16="http://schemas.microsoft.com/office/drawing/2014/main" id="{E18F071A-514A-49CD-922E-B34D5725B517}"/>
              </a:ext>
            </a:extLst>
          </p:cNvPr>
          <p:cNvSpPr>
            <a:spLocks/>
          </p:cNvSpPr>
          <p:nvPr/>
        </p:nvSpPr>
        <p:spPr>
          <a:xfrm>
            <a:off x="8962603" y="671099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7" name="data_10535">
            <a:extLst>
              <a:ext uri="{FF2B5EF4-FFF2-40B4-BE49-F238E27FC236}">
                <a16:creationId xmlns:a16="http://schemas.microsoft.com/office/drawing/2014/main" id="{88EBF05D-CED8-486F-8E87-BD8EF2F581A2}"/>
              </a:ext>
            </a:extLst>
          </p:cNvPr>
          <p:cNvSpPr>
            <a:spLocks/>
          </p:cNvSpPr>
          <p:nvPr/>
        </p:nvSpPr>
        <p:spPr>
          <a:xfrm>
            <a:off x="899178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8" name="data_10536">
            <a:extLst>
              <a:ext uri="{FF2B5EF4-FFF2-40B4-BE49-F238E27FC236}">
                <a16:creationId xmlns:a16="http://schemas.microsoft.com/office/drawing/2014/main" id="{062E7C13-D7B8-42AF-B7F3-1090588158EB}"/>
              </a:ext>
            </a:extLst>
          </p:cNvPr>
          <p:cNvSpPr>
            <a:spLocks/>
          </p:cNvSpPr>
          <p:nvPr/>
        </p:nvSpPr>
        <p:spPr>
          <a:xfrm>
            <a:off x="8975372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49" name="data_10537">
            <a:extLst>
              <a:ext uri="{FF2B5EF4-FFF2-40B4-BE49-F238E27FC236}">
                <a16:creationId xmlns:a16="http://schemas.microsoft.com/office/drawing/2014/main" id="{ECD9F837-A2C6-4BE6-8C52-8C9D2A0184D6}"/>
              </a:ext>
            </a:extLst>
          </p:cNvPr>
          <p:cNvSpPr>
            <a:spLocks/>
          </p:cNvSpPr>
          <p:nvPr/>
        </p:nvSpPr>
        <p:spPr>
          <a:xfrm>
            <a:off x="9031660" y="642542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0" name="data_10538">
            <a:extLst>
              <a:ext uri="{FF2B5EF4-FFF2-40B4-BE49-F238E27FC236}">
                <a16:creationId xmlns:a16="http://schemas.microsoft.com/office/drawing/2014/main" id="{9978A912-E9CD-4500-8F5B-788E7DA80C31}"/>
              </a:ext>
            </a:extLst>
          </p:cNvPr>
          <p:cNvSpPr>
            <a:spLocks/>
          </p:cNvSpPr>
          <p:nvPr/>
        </p:nvSpPr>
        <p:spPr>
          <a:xfrm>
            <a:off x="893941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1" name="data_10539">
            <a:extLst>
              <a:ext uri="{FF2B5EF4-FFF2-40B4-BE49-F238E27FC236}">
                <a16:creationId xmlns:a16="http://schemas.microsoft.com/office/drawing/2014/main" id="{26C3D3AC-FC9D-4124-A182-A5094712E5F7}"/>
              </a:ext>
            </a:extLst>
          </p:cNvPr>
          <p:cNvSpPr>
            <a:spLocks/>
          </p:cNvSpPr>
          <p:nvPr/>
        </p:nvSpPr>
        <p:spPr>
          <a:xfrm>
            <a:off x="8945404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2" name="data_10540">
            <a:extLst>
              <a:ext uri="{FF2B5EF4-FFF2-40B4-BE49-F238E27FC236}">
                <a16:creationId xmlns:a16="http://schemas.microsoft.com/office/drawing/2014/main" id="{8894C3EA-9C5D-453D-943F-8F0336855584}"/>
              </a:ext>
            </a:extLst>
          </p:cNvPr>
          <p:cNvSpPr>
            <a:spLocks/>
          </p:cNvSpPr>
          <p:nvPr/>
        </p:nvSpPr>
        <p:spPr>
          <a:xfrm>
            <a:off x="8999607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3" name="data_10541">
            <a:extLst>
              <a:ext uri="{FF2B5EF4-FFF2-40B4-BE49-F238E27FC236}">
                <a16:creationId xmlns:a16="http://schemas.microsoft.com/office/drawing/2014/main" id="{8D9B7B7B-FC04-45B8-82FE-5F55D1913151}"/>
              </a:ext>
            </a:extLst>
          </p:cNvPr>
          <p:cNvSpPr>
            <a:spLocks/>
          </p:cNvSpPr>
          <p:nvPr/>
        </p:nvSpPr>
        <p:spPr>
          <a:xfrm>
            <a:off x="899843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4" name="data_10542">
            <a:extLst>
              <a:ext uri="{FF2B5EF4-FFF2-40B4-BE49-F238E27FC236}">
                <a16:creationId xmlns:a16="http://schemas.microsoft.com/office/drawing/2014/main" id="{E375A70F-DED0-4D42-B601-F9E83EA5EACA}"/>
              </a:ext>
            </a:extLst>
          </p:cNvPr>
          <p:cNvSpPr>
            <a:spLocks/>
          </p:cNvSpPr>
          <p:nvPr/>
        </p:nvSpPr>
        <p:spPr>
          <a:xfrm>
            <a:off x="9040781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5" name="data_10543">
            <a:extLst>
              <a:ext uri="{FF2B5EF4-FFF2-40B4-BE49-F238E27FC236}">
                <a16:creationId xmlns:a16="http://schemas.microsoft.com/office/drawing/2014/main" id="{B1C656F4-DDB8-44E1-BF08-3F014CF1002C}"/>
              </a:ext>
            </a:extLst>
          </p:cNvPr>
          <p:cNvSpPr>
            <a:spLocks/>
          </p:cNvSpPr>
          <p:nvPr/>
        </p:nvSpPr>
        <p:spPr>
          <a:xfrm>
            <a:off x="9021106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6" name="data_10544">
            <a:extLst>
              <a:ext uri="{FF2B5EF4-FFF2-40B4-BE49-F238E27FC236}">
                <a16:creationId xmlns:a16="http://schemas.microsoft.com/office/drawing/2014/main" id="{E102D2F5-1DE7-4607-89A5-68376B515ECC}"/>
              </a:ext>
            </a:extLst>
          </p:cNvPr>
          <p:cNvSpPr>
            <a:spLocks/>
          </p:cNvSpPr>
          <p:nvPr/>
        </p:nvSpPr>
        <p:spPr>
          <a:xfrm>
            <a:off x="8959606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7" name="data_10545">
            <a:extLst>
              <a:ext uri="{FF2B5EF4-FFF2-40B4-BE49-F238E27FC236}">
                <a16:creationId xmlns:a16="http://schemas.microsoft.com/office/drawing/2014/main" id="{5544539D-7F5F-45C2-BDBB-075E625DB89F}"/>
              </a:ext>
            </a:extLst>
          </p:cNvPr>
          <p:cNvSpPr>
            <a:spLocks/>
          </p:cNvSpPr>
          <p:nvPr/>
        </p:nvSpPr>
        <p:spPr>
          <a:xfrm>
            <a:off x="9023712" y="560044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8" name="data_10546">
            <a:extLst>
              <a:ext uri="{FF2B5EF4-FFF2-40B4-BE49-F238E27FC236}">
                <a16:creationId xmlns:a16="http://schemas.microsoft.com/office/drawing/2014/main" id="{1F8A75BE-7CE7-4FD5-B76C-6F1E16AB354D}"/>
              </a:ext>
            </a:extLst>
          </p:cNvPr>
          <p:cNvSpPr>
            <a:spLocks/>
          </p:cNvSpPr>
          <p:nvPr/>
        </p:nvSpPr>
        <p:spPr>
          <a:xfrm>
            <a:off x="901315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59" name="data_10547">
            <a:extLst>
              <a:ext uri="{FF2B5EF4-FFF2-40B4-BE49-F238E27FC236}">
                <a16:creationId xmlns:a16="http://schemas.microsoft.com/office/drawing/2014/main" id="{9FA652F0-ED57-4230-A6CF-1CA2608EF975}"/>
              </a:ext>
            </a:extLst>
          </p:cNvPr>
          <p:cNvSpPr>
            <a:spLocks/>
          </p:cNvSpPr>
          <p:nvPr/>
        </p:nvSpPr>
        <p:spPr>
          <a:xfrm>
            <a:off x="9018760" y="693310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0" name="data_10548">
            <a:extLst>
              <a:ext uri="{FF2B5EF4-FFF2-40B4-BE49-F238E27FC236}">
                <a16:creationId xmlns:a16="http://schemas.microsoft.com/office/drawing/2014/main" id="{2BDBC5F1-F2D1-4B44-BE2F-B2B7A503AB33}"/>
              </a:ext>
            </a:extLst>
          </p:cNvPr>
          <p:cNvSpPr>
            <a:spLocks/>
          </p:cNvSpPr>
          <p:nvPr/>
        </p:nvSpPr>
        <p:spPr>
          <a:xfrm>
            <a:off x="8994134" y="648888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1" name="data_10549">
            <a:extLst>
              <a:ext uri="{FF2B5EF4-FFF2-40B4-BE49-F238E27FC236}">
                <a16:creationId xmlns:a16="http://schemas.microsoft.com/office/drawing/2014/main" id="{02019DA0-646D-493C-AD0E-2E5879234681}"/>
              </a:ext>
            </a:extLst>
          </p:cNvPr>
          <p:cNvSpPr>
            <a:spLocks/>
          </p:cNvSpPr>
          <p:nvPr/>
        </p:nvSpPr>
        <p:spPr>
          <a:xfrm>
            <a:off x="8926511" y="6044663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2" name="data_10550">
            <a:extLst>
              <a:ext uri="{FF2B5EF4-FFF2-40B4-BE49-F238E27FC236}">
                <a16:creationId xmlns:a16="http://schemas.microsoft.com/office/drawing/2014/main" id="{4E51BDF1-B308-4CD6-96E8-D599C160B34E}"/>
              </a:ext>
            </a:extLst>
          </p:cNvPr>
          <p:cNvSpPr>
            <a:spLocks/>
          </p:cNvSpPr>
          <p:nvPr/>
        </p:nvSpPr>
        <p:spPr>
          <a:xfrm>
            <a:off x="9013679" y="6796424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3" name="data_10551">
            <a:extLst>
              <a:ext uri="{FF2B5EF4-FFF2-40B4-BE49-F238E27FC236}">
                <a16:creationId xmlns:a16="http://schemas.microsoft.com/office/drawing/2014/main" id="{A83D3D0B-A8EE-48EE-B69D-61816E4C5278}"/>
              </a:ext>
            </a:extLst>
          </p:cNvPr>
          <p:cNvSpPr>
            <a:spLocks/>
          </p:cNvSpPr>
          <p:nvPr/>
        </p:nvSpPr>
        <p:spPr>
          <a:xfrm>
            <a:off x="9030878" y="6242095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4" name="data_10552">
            <a:extLst>
              <a:ext uri="{FF2B5EF4-FFF2-40B4-BE49-F238E27FC236}">
                <a16:creationId xmlns:a16="http://schemas.microsoft.com/office/drawing/2014/main" id="{A63725D4-8344-4794-B1B2-56833661B9F5}"/>
              </a:ext>
            </a:extLst>
          </p:cNvPr>
          <p:cNvSpPr>
            <a:spLocks/>
          </p:cNvSpPr>
          <p:nvPr/>
        </p:nvSpPr>
        <p:spPr>
          <a:xfrm>
            <a:off x="894814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5" name="data_10553">
            <a:extLst>
              <a:ext uri="{FF2B5EF4-FFF2-40B4-BE49-F238E27FC236}">
                <a16:creationId xmlns:a16="http://schemas.microsoft.com/office/drawing/2014/main" id="{759F2455-9AA6-4803-B8EC-817BFF4EE59E}"/>
              </a:ext>
            </a:extLst>
          </p:cNvPr>
          <p:cNvSpPr>
            <a:spLocks/>
          </p:cNvSpPr>
          <p:nvPr/>
        </p:nvSpPr>
        <p:spPr>
          <a:xfrm>
            <a:off x="8938368" y="5452367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6" name="data_10554">
            <a:extLst>
              <a:ext uri="{FF2B5EF4-FFF2-40B4-BE49-F238E27FC236}">
                <a16:creationId xmlns:a16="http://schemas.microsoft.com/office/drawing/2014/main" id="{617572B7-B43A-4A7B-A73C-6FB3EDCD07D6}"/>
              </a:ext>
            </a:extLst>
          </p:cNvPr>
          <p:cNvSpPr>
            <a:spLocks/>
          </p:cNvSpPr>
          <p:nvPr/>
        </p:nvSpPr>
        <p:spPr>
          <a:xfrm>
            <a:off x="9013418" y="537833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7" name="data_10555">
            <a:extLst>
              <a:ext uri="{FF2B5EF4-FFF2-40B4-BE49-F238E27FC236}">
                <a16:creationId xmlns:a16="http://schemas.microsoft.com/office/drawing/2014/main" id="{263525D8-0DAA-4A25-9FB2-BF36A3572082}"/>
              </a:ext>
            </a:extLst>
          </p:cNvPr>
          <p:cNvSpPr>
            <a:spLocks/>
          </p:cNvSpPr>
          <p:nvPr/>
        </p:nvSpPr>
        <p:spPr>
          <a:xfrm>
            <a:off x="9047035" y="5410060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8" name="data_10556">
            <a:extLst>
              <a:ext uri="{FF2B5EF4-FFF2-40B4-BE49-F238E27FC236}">
                <a16:creationId xmlns:a16="http://schemas.microsoft.com/office/drawing/2014/main" id="{EC104816-06B3-4046-9D13-3B11238195D2}"/>
              </a:ext>
            </a:extLst>
          </p:cNvPr>
          <p:cNvSpPr>
            <a:spLocks/>
          </p:cNvSpPr>
          <p:nvPr/>
        </p:nvSpPr>
        <p:spPr>
          <a:xfrm>
            <a:off x="905263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69" name="data_10557">
            <a:extLst>
              <a:ext uri="{FF2B5EF4-FFF2-40B4-BE49-F238E27FC236}">
                <a16:creationId xmlns:a16="http://schemas.microsoft.com/office/drawing/2014/main" id="{E4FEBCCA-2DBD-460F-8167-F680E9C90C61}"/>
              </a:ext>
            </a:extLst>
          </p:cNvPr>
          <p:cNvSpPr>
            <a:spLocks/>
          </p:cNvSpPr>
          <p:nvPr/>
        </p:nvSpPr>
        <p:spPr>
          <a:xfrm>
            <a:off x="897211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0" name="data_10558">
            <a:extLst>
              <a:ext uri="{FF2B5EF4-FFF2-40B4-BE49-F238E27FC236}">
                <a16:creationId xmlns:a16="http://schemas.microsoft.com/office/drawing/2014/main" id="{CD45D153-91DE-4511-B0E9-A8723DA7E6A3}"/>
              </a:ext>
            </a:extLst>
          </p:cNvPr>
          <p:cNvSpPr>
            <a:spLocks/>
          </p:cNvSpPr>
          <p:nvPr/>
        </p:nvSpPr>
        <p:spPr>
          <a:xfrm>
            <a:off x="9019933" y="6340811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1" name="data_10559">
            <a:extLst>
              <a:ext uri="{FF2B5EF4-FFF2-40B4-BE49-F238E27FC236}">
                <a16:creationId xmlns:a16="http://schemas.microsoft.com/office/drawing/2014/main" id="{E9D96F21-5162-4E29-83F1-54B14051BDA1}"/>
              </a:ext>
            </a:extLst>
          </p:cNvPr>
          <p:cNvSpPr>
            <a:spLocks/>
          </p:cNvSpPr>
          <p:nvPr/>
        </p:nvSpPr>
        <p:spPr>
          <a:xfrm>
            <a:off x="9029836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2" name="data_10560">
            <a:extLst>
              <a:ext uri="{FF2B5EF4-FFF2-40B4-BE49-F238E27FC236}">
                <a16:creationId xmlns:a16="http://schemas.microsoft.com/office/drawing/2014/main" id="{D13F2392-32C8-4F8D-831E-5FFCAFC54827}"/>
              </a:ext>
            </a:extLst>
          </p:cNvPr>
          <p:cNvSpPr>
            <a:spLocks/>
          </p:cNvSpPr>
          <p:nvPr/>
        </p:nvSpPr>
        <p:spPr>
          <a:xfrm>
            <a:off x="9045602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3" name="data_10561">
            <a:extLst>
              <a:ext uri="{FF2B5EF4-FFF2-40B4-BE49-F238E27FC236}">
                <a16:creationId xmlns:a16="http://schemas.microsoft.com/office/drawing/2014/main" id="{D6448B5C-4DD7-4AF7-8756-3DC2012C1A31}"/>
              </a:ext>
            </a:extLst>
          </p:cNvPr>
          <p:cNvSpPr>
            <a:spLocks/>
          </p:cNvSpPr>
          <p:nvPr/>
        </p:nvSpPr>
        <p:spPr>
          <a:xfrm>
            <a:off x="9031790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4" name="data_10562">
            <a:extLst>
              <a:ext uri="{FF2B5EF4-FFF2-40B4-BE49-F238E27FC236}">
                <a16:creationId xmlns:a16="http://schemas.microsoft.com/office/drawing/2014/main" id="{5F65F2C3-CBE9-4C3E-B7C8-FFDDB60907D0}"/>
              </a:ext>
            </a:extLst>
          </p:cNvPr>
          <p:cNvSpPr>
            <a:spLocks/>
          </p:cNvSpPr>
          <p:nvPr/>
        </p:nvSpPr>
        <p:spPr>
          <a:xfrm>
            <a:off x="901211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5" name="data_10563">
            <a:extLst>
              <a:ext uri="{FF2B5EF4-FFF2-40B4-BE49-F238E27FC236}">
                <a16:creationId xmlns:a16="http://schemas.microsoft.com/office/drawing/2014/main" id="{D7025190-3BE7-4CB3-9F8D-A7A52C4DCAB4}"/>
              </a:ext>
            </a:extLst>
          </p:cNvPr>
          <p:cNvSpPr>
            <a:spLocks/>
          </p:cNvSpPr>
          <p:nvPr/>
        </p:nvSpPr>
        <p:spPr>
          <a:xfrm>
            <a:off x="8932244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6" name="data_10564">
            <a:extLst>
              <a:ext uri="{FF2B5EF4-FFF2-40B4-BE49-F238E27FC236}">
                <a16:creationId xmlns:a16="http://schemas.microsoft.com/office/drawing/2014/main" id="{AEDD9017-3E44-4D59-9213-2E13366D174F}"/>
              </a:ext>
            </a:extLst>
          </p:cNvPr>
          <p:cNvSpPr>
            <a:spLocks/>
          </p:cNvSpPr>
          <p:nvPr/>
        </p:nvSpPr>
        <p:spPr>
          <a:xfrm>
            <a:off x="8944882" y="687387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7" name="data_10565">
            <a:extLst>
              <a:ext uri="{FF2B5EF4-FFF2-40B4-BE49-F238E27FC236}">
                <a16:creationId xmlns:a16="http://schemas.microsoft.com/office/drawing/2014/main" id="{39683CB1-ADB9-4A9F-A28F-BB9718A49346}"/>
              </a:ext>
            </a:extLst>
          </p:cNvPr>
          <p:cNvSpPr>
            <a:spLocks/>
          </p:cNvSpPr>
          <p:nvPr/>
        </p:nvSpPr>
        <p:spPr>
          <a:xfrm>
            <a:off x="901341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8" name="data_10566">
            <a:extLst>
              <a:ext uri="{FF2B5EF4-FFF2-40B4-BE49-F238E27FC236}">
                <a16:creationId xmlns:a16="http://schemas.microsoft.com/office/drawing/2014/main" id="{A73C71A5-FABE-45A6-99D5-D4F977F8EB22}"/>
              </a:ext>
            </a:extLst>
          </p:cNvPr>
          <p:cNvSpPr>
            <a:spLocks/>
          </p:cNvSpPr>
          <p:nvPr/>
        </p:nvSpPr>
        <p:spPr>
          <a:xfrm>
            <a:off x="9000258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79" name="data_10567">
            <a:extLst>
              <a:ext uri="{FF2B5EF4-FFF2-40B4-BE49-F238E27FC236}">
                <a16:creationId xmlns:a16="http://schemas.microsoft.com/office/drawing/2014/main" id="{AB776B89-70D0-4119-A12D-EB8692CE6F51}"/>
              </a:ext>
            </a:extLst>
          </p:cNvPr>
          <p:cNvSpPr>
            <a:spLocks/>
          </p:cNvSpPr>
          <p:nvPr/>
        </p:nvSpPr>
        <p:spPr>
          <a:xfrm>
            <a:off x="8950355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0" name="data_10568">
            <a:extLst>
              <a:ext uri="{FF2B5EF4-FFF2-40B4-BE49-F238E27FC236}">
                <a16:creationId xmlns:a16="http://schemas.microsoft.com/office/drawing/2014/main" id="{A4331CB3-2B08-4FBB-9924-6CD7DD6811D5}"/>
              </a:ext>
            </a:extLst>
          </p:cNvPr>
          <p:cNvSpPr>
            <a:spLocks/>
          </p:cNvSpPr>
          <p:nvPr/>
        </p:nvSpPr>
        <p:spPr>
          <a:xfrm>
            <a:off x="8973939" y="5156218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1" name="data_10569">
            <a:extLst>
              <a:ext uri="{FF2B5EF4-FFF2-40B4-BE49-F238E27FC236}">
                <a16:creationId xmlns:a16="http://schemas.microsoft.com/office/drawing/2014/main" id="{0D4A44CB-78D9-49CC-BD17-D989EFCAEDF4}"/>
              </a:ext>
            </a:extLst>
          </p:cNvPr>
          <p:cNvSpPr>
            <a:spLocks/>
          </p:cNvSpPr>
          <p:nvPr/>
        </p:nvSpPr>
        <p:spPr>
          <a:xfrm>
            <a:off x="8927814" y="6742726"/>
            <a:ext cx="39655" cy="39655"/>
          </a:xfrm>
          <a:prstGeom prst="ellipse">
            <a:avLst/>
          </a:prstGeom>
          <a:solidFill>
            <a:srgbClr val="7F8C97">
              <a:alpha val="48000"/>
            </a:srgbClr>
          </a:solidFill>
          <a:ln w="0">
            <a:noFill/>
            <a:prstDash val="solid"/>
          </a:ln>
        </p:spPr>
      </p:sp>
      <p:sp>
        <p:nvSpPr>
          <p:cNvPr id="3482" name="data_10570">
            <a:extLst>
              <a:ext uri="{FF2B5EF4-FFF2-40B4-BE49-F238E27FC236}">
                <a16:creationId xmlns:a16="http://schemas.microsoft.com/office/drawing/2014/main" id="{0CD12F13-4DEE-4614-862E-AA29160DE727}"/>
              </a:ext>
            </a:extLst>
          </p:cNvPr>
          <p:cNvSpPr>
            <a:spLocks/>
          </p:cNvSpPr>
          <p:nvPr/>
        </p:nvSpPr>
        <p:spPr>
          <a:xfrm>
            <a:off x="6938134" y="5087202"/>
            <a:ext cx="191" cy="1954578"/>
          </a:xfrm>
          <a:custGeom>
            <a:avLst/>
            <a:gdLst/>
            <a:ahLst/>
            <a:cxnLst/>
            <a:rect l="0" t="0" r="0" b="0"/>
            <a:pathLst>
              <a:path w="191" h="1954578">
                <a:moveTo>
                  <a:pt x="0" y="1954578"/>
                </a:moveTo>
                <a:lnTo>
                  <a:pt x="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83" name="data_10571">
            <a:extLst>
              <a:ext uri="{FF2B5EF4-FFF2-40B4-BE49-F238E27FC236}">
                <a16:creationId xmlns:a16="http://schemas.microsoft.com/office/drawing/2014/main" id="{5BB11179-1C2D-408E-AB2A-1F1065E72F6E}"/>
              </a:ext>
            </a:extLst>
          </p:cNvPr>
          <p:cNvSpPr>
            <a:spLocks/>
          </p:cNvSpPr>
          <p:nvPr/>
        </p:nvSpPr>
        <p:spPr>
          <a:xfrm>
            <a:off x="6938134" y="7041780"/>
            <a:ext cx="2213010" cy="191"/>
          </a:xfrm>
          <a:custGeom>
            <a:avLst/>
            <a:gdLst/>
            <a:ahLst/>
            <a:cxnLst/>
            <a:rect l="0" t="0" r="0" b="0"/>
            <a:pathLst>
              <a:path w="2213010" h="191">
                <a:moveTo>
                  <a:pt x="0" y="0"/>
                </a:moveTo>
                <a:lnTo>
                  <a:pt x="2213010" y="0"/>
                </a:lnTo>
              </a:path>
            </a:pathLst>
          </a:custGeom>
          <a:noFill/>
          <a:ln w="12414">
            <a:solidFill>
              <a:srgbClr val="000000"/>
            </a:solidFill>
            <a:prstDash val="solid"/>
          </a:ln>
        </p:spPr>
      </p:sp>
      <p:sp>
        <p:nvSpPr>
          <p:cNvPr id="3484" name="text_10572">
            <a:extLst>
              <a:ext uri="{FF2B5EF4-FFF2-40B4-BE49-F238E27FC236}">
                <a16:creationId xmlns:a16="http://schemas.microsoft.com/office/drawing/2014/main" id="{62BF6D77-FFB3-425D-A48C-8033DF338350}"/>
              </a:ext>
            </a:extLst>
          </p:cNvPr>
          <p:cNvSpPr>
            <a:spLocks/>
          </p:cNvSpPr>
          <p:nvPr/>
        </p:nvSpPr>
        <p:spPr>
          <a:xfrm>
            <a:off x="6547977" y="4773801"/>
            <a:ext cx="64908" cy="22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396" b="1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396" b="1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3485" name="text_10573">
            <a:extLst>
              <a:ext uri="{FF2B5EF4-FFF2-40B4-BE49-F238E27FC236}">
                <a16:creationId xmlns:a16="http://schemas.microsoft.com/office/drawing/2014/main" id="{6CF868C2-03DF-4CA1-AC6C-813DC7C12BE1}"/>
              </a:ext>
            </a:extLst>
          </p:cNvPr>
          <p:cNvSpPr>
            <a:spLocks/>
          </p:cNvSpPr>
          <p:nvPr/>
        </p:nvSpPr>
        <p:spPr>
          <a:xfrm>
            <a:off x="6938134" y="4808505"/>
            <a:ext cx="1629200" cy="18842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187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187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Small molecules, Emap2lig</a:t>
            </a:r>
          </a:p>
        </p:txBody>
      </p:sp>
      <p:sp>
        <p:nvSpPr>
          <p:cNvPr id="3486" name="data_10574">
            <a:extLst>
              <a:ext uri="{FF2B5EF4-FFF2-40B4-BE49-F238E27FC236}">
                <a16:creationId xmlns:a16="http://schemas.microsoft.com/office/drawing/2014/main" id="{9126080D-C861-46DB-B7F5-E982AFEB8746}"/>
              </a:ext>
            </a:extLst>
          </p:cNvPr>
          <p:cNvSpPr>
            <a:spLocks/>
          </p:cNvSpPr>
          <p:nvPr/>
        </p:nvSpPr>
        <p:spPr>
          <a:xfrm>
            <a:off x="6958625" y="5977666"/>
            <a:ext cx="2049083" cy="975269"/>
          </a:xfrm>
          <a:custGeom>
            <a:avLst/>
            <a:gdLst/>
            <a:ahLst/>
            <a:cxnLst/>
            <a:rect l="0" t="0" r="0" b="0"/>
            <a:pathLst>
              <a:path w="2049083" h="975269">
                <a:moveTo>
                  <a:pt x="0" y="975269"/>
                </a:moveTo>
                <a:lnTo>
                  <a:pt x="34151" y="973575"/>
                </a:lnTo>
                <a:lnTo>
                  <a:pt x="35027" y="972072"/>
                </a:lnTo>
                <a:lnTo>
                  <a:pt x="37946" y="972072"/>
                </a:lnTo>
                <a:lnTo>
                  <a:pt x="37946" y="968922"/>
                </a:lnTo>
                <a:lnTo>
                  <a:pt x="48788" y="968364"/>
                </a:lnTo>
                <a:lnTo>
                  <a:pt x="48788" y="964989"/>
                </a:lnTo>
                <a:lnTo>
                  <a:pt x="56919" y="964019"/>
                </a:lnTo>
                <a:lnTo>
                  <a:pt x="56919" y="960554"/>
                </a:lnTo>
                <a:lnTo>
                  <a:pt x="68303" y="958593"/>
                </a:lnTo>
                <a:lnTo>
                  <a:pt x="70054" y="955200"/>
                </a:lnTo>
                <a:lnTo>
                  <a:pt x="75892" y="955200"/>
                </a:lnTo>
                <a:lnTo>
                  <a:pt x="75892" y="952049"/>
                </a:lnTo>
                <a:lnTo>
                  <a:pt x="85378" y="951492"/>
                </a:lnTo>
                <a:lnTo>
                  <a:pt x="85378" y="944403"/>
                </a:lnTo>
                <a:lnTo>
                  <a:pt x="97575" y="943604"/>
                </a:lnTo>
                <a:lnTo>
                  <a:pt x="97575" y="933477"/>
                </a:lnTo>
                <a:lnTo>
                  <a:pt x="113838" y="932920"/>
                </a:lnTo>
                <a:lnTo>
                  <a:pt x="113838" y="916085"/>
                </a:lnTo>
                <a:lnTo>
                  <a:pt x="124187" y="915167"/>
                </a:lnTo>
                <a:lnTo>
                  <a:pt x="125222" y="911415"/>
                </a:lnTo>
                <a:lnTo>
                  <a:pt x="136606" y="910446"/>
                </a:lnTo>
                <a:lnTo>
                  <a:pt x="136606" y="899734"/>
                </a:lnTo>
                <a:lnTo>
                  <a:pt x="148865" y="897826"/>
                </a:lnTo>
                <a:lnTo>
                  <a:pt x="148865" y="897584"/>
                </a:lnTo>
                <a:lnTo>
                  <a:pt x="151784" y="897584"/>
                </a:lnTo>
                <a:lnTo>
                  <a:pt x="151784" y="895484"/>
                </a:lnTo>
                <a:lnTo>
                  <a:pt x="170757" y="894054"/>
                </a:lnTo>
                <a:lnTo>
                  <a:pt x="170757" y="859871"/>
                </a:lnTo>
                <a:lnTo>
                  <a:pt x="186280" y="859071"/>
                </a:lnTo>
                <a:lnTo>
                  <a:pt x="186280" y="855634"/>
                </a:lnTo>
                <a:lnTo>
                  <a:pt x="195151" y="854027"/>
                </a:lnTo>
                <a:lnTo>
                  <a:pt x="195151" y="845925"/>
                </a:lnTo>
                <a:lnTo>
                  <a:pt x="204908" y="845683"/>
                </a:lnTo>
                <a:lnTo>
                  <a:pt x="204908" y="842532"/>
                </a:lnTo>
                <a:lnTo>
                  <a:pt x="227676" y="841733"/>
                </a:lnTo>
                <a:lnTo>
                  <a:pt x="227676" y="802319"/>
                </a:lnTo>
                <a:lnTo>
                  <a:pt x="243938" y="801762"/>
                </a:lnTo>
                <a:lnTo>
                  <a:pt x="245189" y="798819"/>
                </a:lnTo>
                <a:lnTo>
                  <a:pt x="248374" y="798819"/>
                </a:lnTo>
                <a:lnTo>
                  <a:pt x="248374" y="795382"/>
                </a:lnTo>
                <a:lnTo>
                  <a:pt x="256135" y="794824"/>
                </a:lnTo>
                <a:lnTo>
                  <a:pt x="256135" y="790099"/>
                </a:lnTo>
                <a:lnTo>
                  <a:pt x="273211" y="788249"/>
                </a:lnTo>
                <a:lnTo>
                  <a:pt x="273211" y="769976"/>
                </a:lnTo>
                <a:lnTo>
                  <a:pt x="284595" y="769733"/>
                </a:lnTo>
                <a:lnTo>
                  <a:pt x="284595" y="767843"/>
                </a:lnTo>
                <a:lnTo>
                  <a:pt x="292726" y="767601"/>
                </a:lnTo>
                <a:lnTo>
                  <a:pt x="292726" y="760850"/>
                </a:lnTo>
                <a:lnTo>
                  <a:pt x="310467" y="759735"/>
                </a:lnTo>
                <a:lnTo>
                  <a:pt x="310467" y="756298"/>
                </a:lnTo>
                <a:lnTo>
                  <a:pt x="341514" y="754941"/>
                </a:lnTo>
                <a:lnTo>
                  <a:pt x="341514" y="608897"/>
                </a:lnTo>
                <a:lnTo>
                  <a:pt x="372561" y="607540"/>
                </a:lnTo>
                <a:lnTo>
                  <a:pt x="372561" y="604103"/>
                </a:lnTo>
                <a:lnTo>
                  <a:pt x="387049" y="602358"/>
                </a:lnTo>
                <a:lnTo>
                  <a:pt x="387049" y="602043"/>
                </a:lnTo>
                <a:lnTo>
                  <a:pt x="390302" y="602043"/>
                </a:lnTo>
                <a:lnTo>
                  <a:pt x="390302" y="597993"/>
                </a:lnTo>
                <a:lnTo>
                  <a:pt x="398433" y="597750"/>
                </a:lnTo>
                <a:lnTo>
                  <a:pt x="398433" y="595860"/>
                </a:lnTo>
                <a:lnTo>
                  <a:pt x="409817" y="595860"/>
                </a:lnTo>
                <a:lnTo>
                  <a:pt x="411568" y="585851"/>
                </a:lnTo>
                <a:lnTo>
                  <a:pt x="426892" y="584243"/>
                </a:lnTo>
                <a:lnTo>
                  <a:pt x="426892" y="577155"/>
                </a:lnTo>
                <a:lnTo>
                  <a:pt x="434654" y="576912"/>
                </a:lnTo>
                <a:lnTo>
                  <a:pt x="434654" y="573475"/>
                </a:lnTo>
                <a:lnTo>
                  <a:pt x="455352" y="572676"/>
                </a:lnTo>
                <a:lnTo>
                  <a:pt x="455352" y="540856"/>
                </a:lnTo>
                <a:lnTo>
                  <a:pt x="478119" y="540056"/>
                </a:lnTo>
                <a:lnTo>
                  <a:pt x="478119" y="536905"/>
                </a:lnTo>
                <a:lnTo>
                  <a:pt x="487877" y="536905"/>
                </a:lnTo>
                <a:lnTo>
                  <a:pt x="489503" y="531189"/>
                </a:lnTo>
                <a:lnTo>
                  <a:pt x="496747" y="530947"/>
                </a:lnTo>
                <a:lnTo>
                  <a:pt x="496747" y="527510"/>
                </a:lnTo>
                <a:lnTo>
                  <a:pt x="512271" y="526710"/>
                </a:lnTo>
                <a:lnTo>
                  <a:pt x="512271" y="502766"/>
                </a:lnTo>
                <a:lnTo>
                  <a:pt x="536665" y="502039"/>
                </a:lnTo>
                <a:lnTo>
                  <a:pt x="536665" y="500689"/>
                </a:lnTo>
                <a:lnTo>
                  <a:pt x="546422" y="500447"/>
                </a:lnTo>
                <a:lnTo>
                  <a:pt x="546422" y="488790"/>
                </a:lnTo>
                <a:lnTo>
                  <a:pt x="558841" y="488475"/>
                </a:lnTo>
                <a:lnTo>
                  <a:pt x="560433" y="484796"/>
                </a:lnTo>
                <a:lnTo>
                  <a:pt x="569190" y="484796"/>
                </a:lnTo>
                <a:lnTo>
                  <a:pt x="569190" y="474787"/>
                </a:lnTo>
                <a:lnTo>
                  <a:pt x="585452" y="474472"/>
                </a:lnTo>
                <a:lnTo>
                  <a:pt x="586703" y="470179"/>
                </a:lnTo>
                <a:lnTo>
                  <a:pt x="597649" y="470179"/>
                </a:lnTo>
                <a:lnTo>
                  <a:pt x="597649" y="467816"/>
                </a:lnTo>
                <a:lnTo>
                  <a:pt x="614725" y="465966"/>
                </a:lnTo>
                <a:lnTo>
                  <a:pt x="614725" y="464076"/>
                </a:lnTo>
                <a:lnTo>
                  <a:pt x="634240" y="462115"/>
                </a:lnTo>
                <a:lnTo>
                  <a:pt x="634240" y="460764"/>
                </a:lnTo>
                <a:lnTo>
                  <a:pt x="683028" y="459722"/>
                </a:lnTo>
                <a:lnTo>
                  <a:pt x="683028" y="146994"/>
                </a:lnTo>
                <a:lnTo>
                  <a:pt x="751330" y="145467"/>
                </a:lnTo>
                <a:lnTo>
                  <a:pt x="751330" y="143262"/>
                </a:lnTo>
                <a:lnTo>
                  <a:pt x="796866" y="142777"/>
                </a:lnTo>
                <a:lnTo>
                  <a:pt x="796866" y="133084"/>
                </a:lnTo>
                <a:lnTo>
                  <a:pt x="819633" y="131365"/>
                </a:lnTo>
                <a:lnTo>
                  <a:pt x="819633" y="125379"/>
                </a:lnTo>
                <a:lnTo>
                  <a:pt x="853785" y="125379"/>
                </a:lnTo>
                <a:lnTo>
                  <a:pt x="853785" y="120653"/>
                </a:lnTo>
                <a:lnTo>
                  <a:pt x="910704" y="118935"/>
                </a:lnTo>
                <a:lnTo>
                  <a:pt x="910704" y="109483"/>
                </a:lnTo>
                <a:lnTo>
                  <a:pt x="1024541" y="107523"/>
                </a:lnTo>
                <a:lnTo>
                  <a:pt x="1024541" y="69716"/>
                </a:lnTo>
                <a:lnTo>
                  <a:pt x="1229450" y="68366"/>
                </a:lnTo>
                <a:lnTo>
                  <a:pt x="1229450" y="64586"/>
                </a:lnTo>
                <a:lnTo>
                  <a:pt x="1366055" y="64586"/>
                </a:lnTo>
                <a:lnTo>
                  <a:pt x="1366055" y="7876"/>
                </a:lnTo>
                <a:lnTo>
                  <a:pt x="1707569" y="7876"/>
                </a:lnTo>
                <a:lnTo>
                  <a:pt x="1707569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3487" name="data_10575">
            <a:extLst>
              <a:ext uri="{FF2B5EF4-FFF2-40B4-BE49-F238E27FC236}">
                <a16:creationId xmlns:a16="http://schemas.microsoft.com/office/drawing/2014/main" id="{AF96A641-920D-4B68-8940-217CE3583FA5}"/>
              </a:ext>
            </a:extLst>
          </p:cNvPr>
          <p:cNvSpPr>
            <a:spLocks/>
          </p:cNvSpPr>
          <p:nvPr/>
        </p:nvSpPr>
        <p:spPr>
          <a:xfrm>
            <a:off x="6958625" y="5912186"/>
            <a:ext cx="2049083" cy="1040749"/>
          </a:xfrm>
          <a:custGeom>
            <a:avLst/>
            <a:gdLst/>
            <a:ahLst/>
            <a:cxnLst/>
            <a:rect l="0" t="0" r="0" b="0"/>
            <a:pathLst>
              <a:path w="2049083" h="1040749">
                <a:moveTo>
                  <a:pt x="0" y="1040749"/>
                </a:moveTo>
                <a:lnTo>
                  <a:pt x="341514" y="1040749"/>
                </a:lnTo>
                <a:lnTo>
                  <a:pt x="341514" y="744601"/>
                </a:lnTo>
                <a:lnTo>
                  <a:pt x="683028" y="744601"/>
                </a:lnTo>
                <a:lnTo>
                  <a:pt x="683028" y="251021"/>
                </a:lnTo>
                <a:lnTo>
                  <a:pt x="853785" y="251021"/>
                </a:lnTo>
                <a:lnTo>
                  <a:pt x="853785" y="152305"/>
                </a:lnTo>
                <a:lnTo>
                  <a:pt x="1366055" y="152305"/>
                </a:lnTo>
                <a:lnTo>
                  <a:pt x="1366055" y="0"/>
                </a:lnTo>
                <a:lnTo>
                  <a:pt x="2049083" y="0"/>
                </a:lnTo>
                <a:lnTo>
                  <a:pt x="204908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3488" name="data_10576">
            <a:extLst>
              <a:ext uri="{FF2B5EF4-FFF2-40B4-BE49-F238E27FC236}">
                <a16:creationId xmlns:a16="http://schemas.microsoft.com/office/drawing/2014/main" id="{F66569DD-975F-4CF1-86F4-19A150E37B77}"/>
              </a:ext>
            </a:extLst>
          </p:cNvPr>
          <p:cNvSpPr>
            <a:spLocks/>
          </p:cNvSpPr>
          <p:nvPr/>
        </p:nvSpPr>
        <p:spPr>
          <a:xfrm>
            <a:off x="7269990" y="6556415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89" name="data_10577">
            <a:extLst>
              <a:ext uri="{FF2B5EF4-FFF2-40B4-BE49-F238E27FC236}">
                <a16:creationId xmlns:a16="http://schemas.microsoft.com/office/drawing/2014/main" id="{A7A6453B-245B-4201-8949-C73B204D936D}"/>
              </a:ext>
            </a:extLst>
          </p:cNvPr>
          <p:cNvSpPr>
            <a:spLocks/>
          </p:cNvSpPr>
          <p:nvPr/>
        </p:nvSpPr>
        <p:spPr>
          <a:xfrm>
            <a:off x="7611504" y="6094512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90" name="data_10578">
            <a:extLst>
              <a:ext uri="{FF2B5EF4-FFF2-40B4-BE49-F238E27FC236}">
                <a16:creationId xmlns:a16="http://schemas.microsoft.com/office/drawing/2014/main" id="{FD722DAC-3840-4354-92C3-F88EC4280102}"/>
              </a:ext>
            </a:extLst>
          </p:cNvPr>
          <p:cNvSpPr>
            <a:spLocks/>
          </p:cNvSpPr>
          <p:nvPr/>
        </p:nvSpPr>
        <p:spPr>
          <a:xfrm>
            <a:off x="8294532" y="5955394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91" name="data_10579">
            <a:extLst>
              <a:ext uri="{FF2B5EF4-FFF2-40B4-BE49-F238E27FC236}">
                <a16:creationId xmlns:a16="http://schemas.microsoft.com/office/drawing/2014/main" id="{CEA4C767-97CD-4E50-ACC3-F9FF08203039}"/>
              </a:ext>
            </a:extLst>
          </p:cNvPr>
          <p:cNvSpPr>
            <a:spLocks/>
          </p:cNvSpPr>
          <p:nvPr/>
        </p:nvSpPr>
        <p:spPr>
          <a:xfrm>
            <a:off x="8977559" y="5947517"/>
            <a:ext cx="60297" cy="60297"/>
          </a:xfrm>
          <a:prstGeom prst="ellipse">
            <a:avLst/>
          </a:prstGeom>
          <a:solidFill>
            <a:srgbClr val="00878B"/>
          </a:solidFill>
          <a:ln w="6207">
            <a:solidFill>
              <a:srgbClr val="FFFFFF"/>
            </a:solidFill>
            <a:prstDash val="solid"/>
          </a:ln>
        </p:spPr>
      </p:sp>
      <p:sp>
        <p:nvSpPr>
          <p:cNvPr id="3492" name="data_10580">
            <a:extLst>
              <a:ext uri="{FF2B5EF4-FFF2-40B4-BE49-F238E27FC236}">
                <a16:creationId xmlns:a16="http://schemas.microsoft.com/office/drawing/2014/main" id="{4580CE59-3392-435F-97F2-9A542C1B2857}"/>
              </a:ext>
            </a:extLst>
          </p:cNvPr>
          <p:cNvSpPr>
            <a:spLocks/>
          </p:cNvSpPr>
          <p:nvPr/>
        </p:nvSpPr>
        <p:spPr>
          <a:xfrm>
            <a:off x="7249978" y="660662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3" name="data_10581">
            <a:extLst>
              <a:ext uri="{FF2B5EF4-FFF2-40B4-BE49-F238E27FC236}">
                <a16:creationId xmlns:a16="http://schemas.microsoft.com/office/drawing/2014/main" id="{6FDA1C83-C032-4541-BDB6-3D8E530946C1}"/>
              </a:ext>
            </a:extLst>
          </p:cNvPr>
          <p:cNvSpPr>
            <a:spLocks/>
          </p:cNvSpPr>
          <p:nvPr/>
        </p:nvSpPr>
        <p:spPr>
          <a:xfrm>
            <a:off x="7591492" y="6113046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4" name="data_10582">
            <a:extLst>
              <a:ext uri="{FF2B5EF4-FFF2-40B4-BE49-F238E27FC236}">
                <a16:creationId xmlns:a16="http://schemas.microsoft.com/office/drawing/2014/main" id="{36A93743-76B5-413F-93A4-3696174778A5}"/>
              </a:ext>
            </a:extLst>
          </p:cNvPr>
          <p:cNvSpPr>
            <a:spLocks/>
          </p:cNvSpPr>
          <p:nvPr/>
        </p:nvSpPr>
        <p:spPr>
          <a:xfrm>
            <a:off x="8274520" y="586202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5" name="data_10583">
            <a:extLst>
              <a:ext uri="{FF2B5EF4-FFF2-40B4-BE49-F238E27FC236}">
                <a16:creationId xmlns:a16="http://schemas.microsoft.com/office/drawing/2014/main" id="{BBCA2A69-C52B-4E76-8123-7CDE06209FA3}"/>
              </a:ext>
            </a:extLst>
          </p:cNvPr>
          <p:cNvSpPr>
            <a:spLocks/>
          </p:cNvSpPr>
          <p:nvPr/>
        </p:nvSpPr>
        <p:spPr>
          <a:xfrm>
            <a:off x="8957547" y="5862025"/>
            <a:ext cx="100321" cy="100321"/>
          </a:xfrm>
          <a:custGeom>
            <a:avLst/>
            <a:gdLst/>
            <a:ahLst/>
            <a:cxnLst/>
            <a:rect l="0" t="0" r="0" b="0"/>
            <a:pathLst>
              <a:path w="100321" h="100321">
                <a:moveTo>
                  <a:pt x="50161" y="100321"/>
                </a:moveTo>
                <a:lnTo>
                  <a:pt x="100321" y="50161"/>
                </a:lnTo>
                <a:lnTo>
                  <a:pt x="50161" y="0"/>
                </a:lnTo>
                <a:lnTo>
                  <a:pt x="0" y="50161"/>
                </a:lnTo>
                <a:lnTo>
                  <a:pt x="50161" y="10032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5961">
            <a:solidFill>
              <a:srgbClr val="3A64C8"/>
            </a:solidFill>
            <a:prstDash val="solid"/>
          </a:ln>
        </p:spPr>
      </p:sp>
      <p:sp>
        <p:nvSpPr>
          <p:cNvPr id="3496" name="data_10584">
            <a:extLst>
              <a:ext uri="{FF2B5EF4-FFF2-40B4-BE49-F238E27FC236}">
                <a16:creationId xmlns:a16="http://schemas.microsoft.com/office/drawing/2014/main" id="{7164E0EA-65F6-4EDA-A1FC-641794690E4A}"/>
              </a:ext>
            </a:extLst>
          </p:cNvPr>
          <p:cNvSpPr>
            <a:spLocks/>
          </p:cNvSpPr>
          <p:nvPr/>
        </p:nvSpPr>
        <p:spPr>
          <a:xfrm>
            <a:off x="3433820" y="1142567"/>
            <a:ext cx="269563" cy="191"/>
          </a:xfrm>
          <a:custGeom>
            <a:avLst/>
            <a:gdLst/>
            <a:ahLst/>
            <a:cxnLst/>
            <a:rect l="0" t="0" r="0" b="0"/>
            <a:pathLst>
              <a:path w="269563" h="191">
                <a:moveTo>
                  <a:pt x="0" y="0"/>
                </a:moveTo>
                <a:lnTo>
                  <a:pt x="134782" y="0"/>
                </a:lnTo>
                <a:lnTo>
                  <a:pt x="269563" y="0"/>
                </a:lnTo>
              </a:path>
            </a:pathLst>
          </a:custGeom>
          <a:noFill/>
          <a:ln w="31922">
            <a:solidFill>
              <a:srgbClr val="00878B"/>
            </a:solidFill>
            <a:prstDash val="solid"/>
          </a:ln>
        </p:spPr>
      </p:sp>
      <p:sp>
        <p:nvSpPr>
          <p:cNvPr id="3497" name="data_10585">
            <a:extLst>
              <a:ext uri="{FF2B5EF4-FFF2-40B4-BE49-F238E27FC236}">
                <a16:creationId xmlns:a16="http://schemas.microsoft.com/office/drawing/2014/main" id="{B7087279-F2A3-427F-AB81-F514CDE1B657}"/>
              </a:ext>
            </a:extLst>
          </p:cNvPr>
          <p:cNvSpPr>
            <a:spLocks/>
          </p:cNvSpPr>
          <p:nvPr/>
        </p:nvSpPr>
        <p:spPr>
          <a:xfrm>
            <a:off x="3542000" y="1115965"/>
            <a:ext cx="53203" cy="53203"/>
          </a:xfrm>
          <a:prstGeom prst="ellipse">
            <a:avLst/>
          </a:prstGeom>
          <a:solidFill>
            <a:srgbClr val="00878B"/>
          </a:solidFill>
          <a:ln w="17734">
            <a:solidFill>
              <a:srgbClr val="00878B"/>
            </a:solidFill>
            <a:prstDash val="solid"/>
          </a:ln>
        </p:spPr>
      </p:sp>
      <p:sp>
        <p:nvSpPr>
          <p:cNvPr id="3498" name="text_10586">
            <a:extLst>
              <a:ext uri="{FF2B5EF4-FFF2-40B4-BE49-F238E27FC236}">
                <a16:creationId xmlns:a16="http://schemas.microsoft.com/office/drawing/2014/main" id="{EFB0AFB6-AD7E-4D80-B861-BDC93EDCA1A7}"/>
              </a:ext>
            </a:extLst>
          </p:cNvPr>
          <p:cNvSpPr>
            <a:spLocks/>
          </p:cNvSpPr>
          <p:nvPr/>
        </p:nvSpPr>
        <p:spPr>
          <a:xfrm>
            <a:off x="3811208" y="1083263"/>
            <a:ext cx="326548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Mean</a:t>
            </a:r>
          </a:p>
        </p:txBody>
      </p:sp>
      <p:sp>
        <p:nvSpPr>
          <p:cNvPr id="3499" name="data_10587">
            <a:extLst>
              <a:ext uri="{FF2B5EF4-FFF2-40B4-BE49-F238E27FC236}">
                <a16:creationId xmlns:a16="http://schemas.microsoft.com/office/drawing/2014/main" id="{9B5EBA0C-AD76-4AD9-AB51-12FA796AB9CD}"/>
              </a:ext>
            </a:extLst>
          </p:cNvPr>
          <p:cNvSpPr>
            <a:spLocks/>
          </p:cNvSpPr>
          <p:nvPr/>
        </p:nvSpPr>
        <p:spPr>
          <a:xfrm>
            <a:off x="4398456" y="1142567"/>
            <a:ext cx="269563" cy="191"/>
          </a:xfrm>
          <a:custGeom>
            <a:avLst/>
            <a:gdLst/>
            <a:ahLst/>
            <a:cxnLst/>
            <a:rect l="0" t="0" r="0" b="0"/>
            <a:pathLst>
              <a:path w="269563" h="191">
                <a:moveTo>
                  <a:pt x="0" y="0"/>
                </a:moveTo>
                <a:lnTo>
                  <a:pt x="134782" y="0"/>
                </a:lnTo>
                <a:lnTo>
                  <a:pt x="269563" y="0"/>
                </a:lnTo>
              </a:path>
            </a:pathLst>
          </a:custGeom>
          <a:noFill/>
          <a:ln w="18621">
            <a:solidFill>
              <a:srgbClr val="3A64C8"/>
            </a:solidFill>
            <a:prstDash val="solid"/>
          </a:ln>
        </p:spPr>
      </p:sp>
      <p:sp>
        <p:nvSpPr>
          <p:cNvPr id="3500" name="data_10588">
            <a:extLst>
              <a:ext uri="{FF2B5EF4-FFF2-40B4-BE49-F238E27FC236}">
                <a16:creationId xmlns:a16="http://schemas.microsoft.com/office/drawing/2014/main" id="{A49DFB95-3FF5-4B9B-AC7A-F22F00F212A3}"/>
              </a:ext>
            </a:extLst>
          </p:cNvPr>
          <p:cNvSpPr>
            <a:spLocks/>
          </p:cNvSpPr>
          <p:nvPr/>
        </p:nvSpPr>
        <p:spPr>
          <a:xfrm>
            <a:off x="4489348" y="1098677"/>
            <a:ext cx="87781" cy="87781"/>
          </a:xfrm>
          <a:custGeom>
            <a:avLst/>
            <a:gdLst/>
            <a:ahLst/>
            <a:cxnLst/>
            <a:rect l="0" t="0" r="0" b="0"/>
            <a:pathLst>
              <a:path w="87781" h="87781">
                <a:moveTo>
                  <a:pt x="43890" y="87781"/>
                </a:moveTo>
                <a:lnTo>
                  <a:pt x="87781" y="43890"/>
                </a:lnTo>
                <a:lnTo>
                  <a:pt x="43890" y="0"/>
                </a:lnTo>
                <a:lnTo>
                  <a:pt x="0" y="43890"/>
                </a:lnTo>
                <a:lnTo>
                  <a:pt x="43890" y="8778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7734">
            <a:solidFill>
              <a:srgbClr val="3A64C8"/>
            </a:solidFill>
            <a:prstDash val="solid"/>
          </a:ln>
        </p:spPr>
      </p:sp>
      <p:sp>
        <p:nvSpPr>
          <p:cNvPr id="3501" name="text_10589">
            <a:extLst>
              <a:ext uri="{FF2B5EF4-FFF2-40B4-BE49-F238E27FC236}">
                <a16:creationId xmlns:a16="http://schemas.microsoft.com/office/drawing/2014/main" id="{FAF09931-F4F7-4995-9894-C7B05F8F6743}"/>
              </a:ext>
            </a:extLst>
          </p:cNvPr>
          <p:cNvSpPr>
            <a:spLocks/>
          </p:cNvSpPr>
          <p:nvPr/>
        </p:nvSpPr>
        <p:spPr>
          <a:xfrm>
            <a:off x="4775845" y="1083263"/>
            <a:ext cx="428308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Median</a:t>
            </a:r>
          </a:p>
        </p:txBody>
      </p:sp>
      <p:sp>
        <p:nvSpPr>
          <p:cNvPr id="3502" name="data_10590">
            <a:extLst>
              <a:ext uri="{FF2B5EF4-FFF2-40B4-BE49-F238E27FC236}">
                <a16:creationId xmlns:a16="http://schemas.microsoft.com/office/drawing/2014/main" id="{95E4CE1D-C7A3-4FC0-A8AD-AC0A21A276C3}"/>
              </a:ext>
            </a:extLst>
          </p:cNvPr>
          <p:cNvSpPr>
            <a:spLocks/>
          </p:cNvSpPr>
          <p:nvPr/>
        </p:nvSpPr>
        <p:spPr>
          <a:xfrm>
            <a:off x="5573033" y="1115965"/>
            <a:ext cx="53203" cy="53203"/>
          </a:xfrm>
          <a:prstGeom prst="ellipse">
            <a:avLst/>
          </a:prstGeom>
          <a:solidFill>
            <a:srgbClr val="7F8C97"/>
          </a:solidFill>
          <a:ln w="17734">
            <a:solidFill>
              <a:srgbClr val="7F8C97"/>
            </a:solidFill>
            <a:prstDash val="solid"/>
          </a:ln>
        </p:spPr>
      </p:sp>
      <p:sp>
        <p:nvSpPr>
          <p:cNvPr id="3503" name="text_10591">
            <a:extLst>
              <a:ext uri="{FF2B5EF4-FFF2-40B4-BE49-F238E27FC236}">
                <a16:creationId xmlns:a16="http://schemas.microsoft.com/office/drawing/2014/main" id="{F33C7725-9A62-4895-99CD-6851B2015438}"/>
              </a:ext>
            </a:extLst>
          </p:cNvPr>
          <p:cNvSpPr>
            <a:spLocks/>
          </p:cNvSpPr>
          <p:nvPr/>
        </p:nvSpPr>
        <p:spPr>
          <a:xfrm>
            <a:off x="5842242" y="1083263"/>
            <a:ext cx="800710" cy="1684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defPPr>
            <a:lvl1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1pPr>
            <a:lvl2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2pPr>
            <a:lvl3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3pPr>
            <a:lvl4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4pPr>
            <a:lvl5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5pPr>
            <a:lvl6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6pPr>
            <a:lvl7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7pPr>
            <a:lvl8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8pPr>
            <a:lvl9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 sz="1061" b="0">
                <a:solidFill>
                  <a:srgbClr val="263746"/>
                </a:solidFill>
                <a:latin typeface="Calibri"/>
                <a:ea typeface="Calibri"/>
                <a:cs typeface="Calibri"/>
              </a:defRPr>
            </a:pPr>
            <a:r>
              <a:rPr sz="1061" b="0">
                <a:solidFill>
                  <a:srgbClr val="263746"/>
                </a:solidFill>
                <a:latin typeface="Calibri"/>
                <a:ea typeface="Calibri"/>
                <a:cs typeface="Calibri"/>
              </a:rPr>
              <a:t>Individual PDB</a:t>
            </a:r>
          </a:p>
        </p:txBody>
      </p:sp>
    </p:spTree>
    <p:extLst>
      <p:ext uri="{BB962C8B-B14F-4D97-AF65-F5344CB8AC3E}">
        <p14:creationId xmlns:p14="http://schemas.microsoft.com/office/powerpoint/2010/main" val="41043303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10912</TotalTime>
  <Words>6749</Words>
  <Application>Microsoft Office PowerPoint</Application>
  <DocSecurity>0</DocSecurity>
  <PresentationFormat>自定义</PresentationFormat>
  <Paragraphs>716</Paragraphs>
  <Slides>20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3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26</cp:revision>
  <dcterms:created xsi:type="dcterms:W3CDTF">2026-09-23T07:01:10Z</dcterms:created>
  <dcterms:modified xsi:type="dcterms:W3CDTF">2026-10-20T13:16:42Z</dcterms:modified>
</cp:coreProperties>
</file>